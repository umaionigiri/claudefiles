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4"/>
  </p:sldMasterIdLst>
  <p:notesMasterIdLst>
    <p:notesMasterId r:id="rId22"/>
  </p:notesMasterIdLst>
  <p:sldIdLst>
    <p:sldId id="256" r:id="rId5"/>
    <p:sldId id="268" r:id="rId6"/>
    <p:sldId id="257" r:id="rId7"/>
    <p:sldId id="258" r:id="rId8"/>
    <p:sldId id="266" r:id="rId9"/>
    <p:sldId id="267" r:id="rId10"/>
    <p:sldId id="269" r:id="rId11"/>
    <p:sldId id="270" r:id="rId12"/>
    <p:sldId id="264" r:id="rId13"/>
    <p:sldId id="259" r:id="rId14"/>
    <p:sldId id="260" r:id="rId15"/>
    <p:sldId id="261" r:id="rId16"/>
    <p:sldId id="262" r:id="rId17"/>
    <p:sldId id="265" r:id="rId18"/>
    <p:sldId id="263" r:id="rId19"/>
    <p:sldId id="271" r:id="rId20"/>
    <p:sldId id="272" r:id="rId21"/>
  </p:sldIdLst>
  <p:sldSz cx="12192000" cy="6858000"/>
  <p:notesSz cx="12192000" cy="685800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69696"/>
    <a:srgbClr val="D5D5D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CC324B4-E324-144E-9BF9-0EC33EBF4F6E}" v="1" dt="2025-04-15T15:37:09.740"/>
  </p1510:revLst>
</p1510:revInfo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436"/>
    <p:restoredTop sz="95782"/>
  </p:normalViewPr>
  <p:slideViewPr>
    <p:cSldViewPr snapToGrid="0">
      <p:cViewPr varScale="1">
        <p:scale>
          <a:sx n="109" d="100"/>
          <a:sy n="109" d="100"/>
        </p:scale>
        <p:origin x="1616" y="480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25" d="100"/>
        <a:sy n="125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tableStyles" Target="tableStyle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notesMaster" Target="notesMasters/notesMaster1.xml"/><Relationship Id="rId27" Type="http://schemas.microsoft.com/office/2015/10/relationships/revisionInfo" Target="revisionInfo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C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6905625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2505159-D201-A74E-9048-BDA9ECD95E8F}" type="datetimeFigureOut">
              <a:rPr lang="en-CR" smtClean="0"/>
              <a:t>5/30/25</a:t>
            </a:fld>
            <a:endParaRPr lang="en-C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038600" y="857250"/>
            <a:ext cx="41148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C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1219200" y="3300413"/>
            <a:ext cx="975360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C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6905625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D2D59DE-B72A-0C46-BFA5-15D668A9A68E}" type="slidenum">
              <a:rPr lang="en-CR" smtClean="0"/>
              <a:t>‹#›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366324082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2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32181031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R" dirty="0"/>
              <a:t>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3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10660404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4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36103326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5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32597304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6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296798353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9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168700078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10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387888648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11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226333356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12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44766327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13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283376979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14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55820949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15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330170581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16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255437237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2D59DE-B72A-0C46-BFA5-15D668A9A68E}" type="slidenum">
              <a:rPr lang="en-CR" smtClean="0"/>
              <a:t>17</a:t>
            </a:fld>
            <a:endParaRPr lang="en-CR"/>
          </a:p>
        </p:txBody>
      </p:sp>
    </p:spTree>
    <p:extLst>
      <p:ext uri="{BB962C8B-B14F-4D97-AF65-F5344CB8AC3E}">
        <p14:creationId xmlns:p14="http://schemas.microsoft.com/office/powerpoint/2010/main" val="395802713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bg object 18">
            <a:extLst>
              <a:ext uri="{FF2B5EF4-FFF2-40B4-BE49-F238E27FC236}">
                <a16:creationId xmlns:a16="http://schemas.microsoft.com/office/drawing/2014/main" id="{973D15F8-3248-CBC1-1FA4-81B7DABD76F9}"/>
              </a:ext>
            </a:extLst>
          </p:cNvPr>
          <p:cNvPicPr/>
          <p:nvPr userDrawn="1"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object 3">
            <a:extLst>
              <a:ext uri="{FF2B5EF4-FFF2-40B4-BE49-F238E27FC236}">
                <a16:creationId xmlns:a16="http://schemas.microsoft.com/office/drawing/2014/main" id="{102517F2-0CD8-CE4C-82A3-6192E681CD87}"/>
              </a:ext>
            </a:extLst>
          </p:cNvPr>
          <p:cNvSpPr/>
          <p:nvPr userDrawn="1"/>
        </p:nvSpPr>
        <p:spPr>
          <a:xfrm>
            <a:off x="1298521" y="1030582"/>
            <a:ext cx="1108710" cy="292100"/>
          </a:xfrm>
          <a:custGeom>
            <a:avLst/>
            <a:gdLst/>
            <a:ahLst/>
            <a:cxnLst/>
            <a:rect l="l" t="t" r="r" b="b"/>
            <a:pathLst>
              <a:path w="1108710" h="292100">
                <a:moveTo>
                  <a:pt x="1049705" y="158889"/>
                </a:moveTo>
                <a:lnTo>
                  <a:pt x="1025762" y="163225"/>
                </a:lnTo>
                <a:lnTo>
                  <a:pt x="1006446" y="175971"/>
                </a:lnTo>
                <a:lnTo>
                  <a:pt x="993545" y="196737"/>
                </a:lnTo>
                <a:lnTo>
                  <a:pt x="988847" y="225132"/>
                </a:lnTo>
                <a:lnTo>
                  <a:pt x="988847" y="227571"/>
                </a:lnTo>
                <a:lnTo>
                  <a:pt x="993359" y="255597"/>
                </a:lnTo>
                <a:lnTo>
                  <a:pt x="1006052" y="275785"/>
                </a:lnTo>
                <a:lnTo>
                  <a:pt x="1025666" y="287998"/>
                </a:lnTo>
                <a:lnTo>
                  <a:pt x="1050937" y="292100"/>
                </a:lnTo>
                <a:lnTo>
                  <a:pt x="1073453" y="288858"/>
                </a:lnTo>
                <a:lnTo>
                  <a:pt x="1090629" y="279911"/>
                </a:lnTo>
                <a:lnTo>
                  <a:pt x="1102260" y="266425"/>
                </a:lnTo>
                <a:lnTo>
                  <a:pt x="1102341" y="266192"/>
                </a:lnTo>
                <a:lnTo>
                  <a:pt x="1051661" y="266192"/>
                </a:lnTo>
                <a:lnTo>
                  <a:pt x="1041212" y="264457"/>
                </a:lnTo>
                <a:lnTo>
                  <a:pt x="1033121" y="258919"/>
                </a:lnTo>
                <a:lnTo>
                  <a:pt x="1027642" y="249073"/>
                </a:lnTo>
                <a:lnTo>
                  <a:pt x="1025029" y="234416"/>
                </a:lnTo>
                <a:lnTo>
                  <a:pt x="1108138" y="234416"/>
                </a:lnTo>
                <a:lnTo>
                  <a:pt x="1108138" y="219011"/>
                </a:lnTo>
                <a:lnTo>
                  <a:pt x="1106717" y="210705"/>
                </a:lnTo>
                <a:lnTo>
                  <a:pt x="1025512" y="210705"/>
                </a:lnTo>
                <a:lnTo>
                  <a:pt x="1028989" y="197739"/>
                </a:lnTo>
                <a:lnTo>
                  <a:pt x="1034621" y="189471"/>
                </a:lnTo>
                <a:lnTo>
                  <a:pt x="1041810" y="185098"/>
                </a:lnTo>
                <a:lnTo>
                  <a:pt x="1049959" y="183819"/>
                </a:lnTo>
                <a:lnTo>
                  <a:pt x="1098094" y="183819"/>
                </a:lnTo>
                <a:lnTo>
                  <a:pt x="1090842" y="173096"/>
                </a:lnTo>
                <a:lnTo>
                  <a:pt x="1072246" y="162338"/>
                </a:lnTo>
                <a:lnTo>
                  <a:pt x="1049705" y="158889"/>
                </a:lnTo>
                <a:close/>
              </a:path>
              <a:path w="1108710" h="292100">
                <a:moveTo>
                  <a:pt x="1108138" y="249567"/>
                </a:moveTo>
                <a:lnTo>
                  <a:pt x="1075131" y="249567"/>
                </a:lnTo>
                <a:lnTo>
                  <a:pt x="1072360" y="256087"/>
                </a:lnTo>
                <a:lnTo>
                  <a:pt x="1067615" y="261366"/>
                </a:lnTo>
                <a:lnTo>
                  <a:pt x="1060761" y="264901"/>
                </a:lnTo>
                <a:lnTo>
                  <a:pt x="1051661" y="266192"/>
                </a:lnTo>
                <a:lnTo>
                  <a:pt x="1102341" y="266192"/>
                </a:lnTo>
                <a:lnTo>
                  <a:pt x="1108138" y="249567"/>
                </a:lnTo>
                <a:close/>
              </a:path>
              <a:path w="1108710" h="292100">
                <a:moveTo>
                  <a:pt x="1098094" y="183819"/>
                </a:moveTo>
                <a:lnTo>
                  <a:pt x="1049959" y="183819"/>
                </a:lnTo>
                <a:lnTo>
                  <a:pt x="1059502" y="185373"/>
                </a:lnTo>
                <a:lnTo>
                  <a:pt x="1066733" y="190204"/>
                </a:lnTo>
                <a:lnTo>
                  <a:pt x="1071444" y="198564"/>
                </a:lnTo>
                <a:lnTo>
                  <a:pt x="1073429" y="210705"/>
                </a:lnTo>
                <a:lnTo>
                  <a:pt x="1106717" y="210705"/>
                </a:lnTo>
                <a:lnTo>
                  <a:pt x="1103478" y="191781"/>
                </a:lnTo>
                <a:lnTo>
                  <a:pt x="1098094" y="183819"/>
                </a:lnTo>
                <a:close/>
              </a:path>
              <a:path w="1108710" h="292100">
                <a:moveTo>
                  <a:pt x="939215" y="161582"/>
                </a:moveTo>
                <a:lnTo>
                  <a:pt x="903528" y="161582"/>
                </a:lnTo>
                <a:lnTo>
                  <a:pt x="903528" y="289420"/>
                </a:lnTo>
                <a:lnTo>
                  <a:pt x="939215" y="289420"/>
                </a:lnTo>
                <a:lnTo>
                  <a:pt x="939215" y="223659"/>
                </a:lnTo>
                <a:lnTo>
                  <a:pt x="941808" y="210221"/>
                </a:lnTo>
                <a:lnTo>
                  <a:pt x="949328" y="201387"/>
                </a:lnTo>
                <a:lnTo>
                  <a:pt x="961386" y="196538"/>
                </a:lnTo>
                <a:lnTo>
                  <a:pt x="977595" y="195059"/>
                </a:lnTo>
                <a:lnTo>
                  <a:pt x="977595" y="185039"/>
                </a:lnTo>
                <a:lnTo>
                  <a:pt x="939215" y="185039"/>
                </a:lnTo>
                <a:lnTo>
                  <a:pt x="939215" y="161582"/>
                </a:lnTo>
                <a:close/>
              </a:path>
              <a:path w="1108710" h="292100">
                <a:moveTo>
                  <a:pt x="977595" y="159867"/>
                </a:moveTo>
                <a:lnTo>
                  <a:pt x="964724" y="161394"/>
                </a:lnTo>
                <a:lnTo>
                  <a:pt x="954190" y="166038"/>
                </a:lnTo>
                <a:lnTo>
                  <a:pt x="945764" y="173888"/>
                </a:lnTo>
                <a:lnTo>
                  <a:pt x="939215" y="185039"/>
                </a:lnTo>
                <a:lnTo>
                  <a:pt x="977595" y="185039"/>
                </a:lnTo>
                <a:lnTo>
                  <a:pt x="977595" y="159867"/>
                </a:lnTo>
                <a:close/>
              </a:path>
              <a:path w="1108710" h="292100">
                <a:moveTo>
                  <a:pt x="800861" y="161582"/>
                </a:moveTo>
                <a:lnTo>
                  <a:pt x="764921" y="161582"/>
                </a:lnTo>
                <a:lnTo>
                  <a:pt x="764921" y="248107"/>
                </a:lnTo>
                <a:lnTo>
                  <a:pt x="767915" y="267663"/>
                </a:lnTo>
                <a:lnTo>
                  <a:pt x="776225" y="281376"/>
                </a:lnTo>
                <a:lnTo>
                  <a:pt x="788843" y="289453"/>
                </a:lnTo>
                <a:lnTo>
                  <a:pt x="804760" y="292100"/>
                </a:lnTo>
                <a:lnTo>
                  <a:pt x="817755" y="290458"/>
                </a:lnTo>
                <a:lnTo>
                  <a:pt x="828203" y="285930"/>
                </a:lnTo>
                <a:lnTo>
                  <a:pt x="836220" y="279112"/>
                </a:lnTo>
                <a:lnTo>
                  <a:pt x="841921" y="270598"/>
                </a:lnTo>
                <a:lnTo>
                  <a:pt x="877608" y="270598"/>
                </a:lnTo>
                <a:lnTo>
                  <a:pt x="877608" y="264236"/>
                </a:lnTo>
                <a:lnTo>
                  <a:pt x="819429" y="264236"/>
                </a:lnTo>
                <a:lnTo>
                  <a:pt x="811165" y="262937"/>
                </a:lnTo>
                <a:lnTo>
                  <a:pt x="805378" y="258981"/>
                </a:lnTo>
                <a:lnTo>
                  <a:pt x="801975" y="252277"/>
                </a:lnTo>
                <a:lnTo>
                  <a:pt x="800861" y="242735"/>
                </a:lnTo>
                <a:lnTo>
                  <a:pt x="800861" y="161582"/>
                </a:lnTo>
                <a:close/>
              </a:path>
              <a:path w="1108710" h="292100">
                <a:moveTo>
                  <a:pt x="877608" y="270598"/>
                </a:moveTo>
                <a:lnTo>
                  <a:pt x="841921" y="270598"/>
                </a:lnTo>
                <a:lnTo>
                  <a:pt x="841921" y="289453"/>
                </a:lnTo>
                <a:lnTo>
                  <a:pt x="877608" y="289453"/>
                </a:lnTo>
                <a:lnTo>
                  <a:pt x="877608" y="270598"/>
                </a:lnTo>
                <a:close/>
              </a:path>
              <a:path w="1108710" h="292100">
                <a:moveTo>
                  <a:pt x="877608" y="161582"/>
                </a:moveTo>
                <a:lnTo>
                  <a:pt x="841921" y="161582"/>
                </a:lnTo>
                <a:lnTo>
                  <a:pt x="841921" y="240525"/>
                </a:lnTo>
                <a:lnTo>
                  <a:pt x="840160" y="250932"/>
                </a:lnTo>
                <a:lnTo>
                  <a:pt x="835352" y="258338"/>
                </a:lnTo>
                <a:lnTo>
                  <a:pt x="828205" y="262765"/>
                </a:lnTo>
                <a:lnTo>
                  <a:pt x="819429" y="264236"/>
                </a:lnTo>
                <a:lnTo>
                  <a:pt x="877608" y="264236"/>
                </a:lnTo>
                <a:lnTo>
                  <a:pt x="877608" y="161582"/>
                </a:lnTo>
                <a:close/>
              </a:path>
              <a:path w="1108710" h="292100">
                <a:moveTo>
                  <a:pt x="718705" y="188214"/>
                </a:moveTo>
                <a:lnTo>
                  <a:pt x="682777" y="188214"/>
                </a:lnTo>
                <a:lnTo>
                  <a:pt x="682777" y="252501"/>
                </a:lnTo>
                <a:lnTo>
                  <a:pt x="685274" y="269465"/>
                </a:lnTo>
                <a:lnTo>
                  <a:pt x="692859" y="281527"/>
                </a:lnTo>
                <a:lnTo>
                  <a:pt x="705671" y="288730"/>
                </a:lnTo>
                <a:lnTo>
                  <a:pt x="723849" y="291122"/>
                </a:lnTo>
                <a:lnTo>
                  <a:pt x="732637" y="291122"/>
                </a:lnTo>
                <a:lnTo>
                  <a:pt x="739736" y="289661"/>
                </a:lnTo>
                <a:lnTo>
                  <a:pt x="743889" y="288442"/>
                </a:lnTo>
                <a:lnTo>
                  <a:pt x="743889" y="262775"/>
                </a:lnTo>
                <a:lnTo>
                  <a:pt x="723112" y="262775"/>
                </a:lnTo>
                <a:lnTo>
                  <a:pt x="718705" y="258368"/>
                </a:lnTo>
                <a:lnTo>
                  <a:pt x="718705" y="188214"/>
                </a:lnTo>
                <a:close/>
              </a:path>
              <a:path w="1108710" h="292100">
                <a:moveTo>
                  <a:pt x="743889" y="260578"/>
                </a:moveTo>
                <a:lnTo>
                  <a:pt x="740460" y="262039"/>
                </a:lnTo>
                <a:lnTo>
                  <a:pt x="736561" y="262775"/>
                </a:lnTo>
                <a:lnTo>
                  <a:pt x="743889" y="262775"/>
                </a:lnTo>
                <a:lnTo>
                  <a:pt x="743889" y="260578"/>
                </a:lnTo>
                <a:close/>
              </a:path>
              <a:path w="1108710" h="292100">
                <a:moveTo>
                  <a:pt x="743153" y="161582"/>
                </a:moveTo>
                <a:lnTo>
                  <a:pt x="667867" y="161582"/>
                </a:lnTo>
                <a:lnTo>
                  <a:pt x="667867" y="188214"/>
                </a:lnTo>
                <a:lnTo>
                  <a:pt x="743153" y="188214"/>
                </a:lnTo>
                <a:lnTo>
                  <a:pt x="743153" y="161582"/>
                </a:lnTo>
                <a:close/>
              </a:path>
              <a:path w="1108710" h="292100">
                <a:moveTo>
                  <a:pt x="718705" y="122961"/>
                </a:moveTo>
                <a:lnTo>
                  <a:pt x="682777" y="137617"/>
                </a:lnTo>
                <a:lnTo>
                  <a:pt x="682777" y="161582"/>
                </a:lnTo>
                <a:lnTo>
                  <a:pt x="718705" y="161582"/>
                </a:lnTo>
                <a:lnTo>
                  <a:pt x="718705" y="122961"/>
                </a:lnTo>
                <a:close/>
              </a:path>
              <a:path w="1108710" h="292100">
                <a:moveTo>
                  <a:pt x="574725" y="161582"/>
                </a:moveTo>
                <a:lnTo>
                  <a:pt x="539038" y="161582"/>
                </a:lnTo>
                <a:lnTo>
                  <a:pt x="539038" y="289420"/>
                </a:lnTo>
                <a:lnTo>
                  <a:pt x="574725" y="289420"/>
                </a:lnTo>
                <a:lnTo>
                  <a:pt x="574725" y="211442"/>
                </a:lnTo>
                <a:lnTo>
                  <a:pt x="576486" y="200933"/>
                </a:lnTo>
                <a:lnTo>
                  <a:pt x="581293" y="193538"/>
                </a:lnTo>
                <a:lnTo>
                  <a:pt x="588436" y="189168"/>
                </a:lnTo>
                <a:lnTo>
                  <a:pt x="597204" y="187731"/>
                </a:lnTo>
                <a:lnTo>
                  <a:pt x="649746" y="187731"/>
                </a:lnTo>
                <a:lnTo>
                  <a:pt x="649197" y="183739"/>
                </a:lnTo>
                <a:lnTo>
                  <a:pt x="647466" y="180644"/>
                </a:lnTo>
                <a:lnTo>
                  <a:pt x="574725" y="180644"/>
                </a:lnTo>
                <a:lnTo>
                  <a:pt x="574725" y="161582"/>
                </a:lnTo>
                <a:close/>
              </a:path>
              <a:path w="1108710" h="292100">
                <a:moveTo>
                  <a:pt x="649746" y="187731"/>
                </a:moveTo>
                <a:lnTo>
                  <a:pt x="597204" y="187731"/>
                </a:lnTo>
                <a:lnTo>
                  <a:pt x="605653" y="188996"/>
                </a:lnTo>
                <a:lnTo>
                  <a:pt x="611598" y="192897"/>
                </a:lnTo>
                <a:lnTo>
                  <a:pt x="615112" y="199593"/>
                </a:lnTo>
                <a:lnTo>
                  <a:pt x="616267" y="209245"/>
                </a:lnTo>
                <a:lnTo>
                  <a:pt x="616267" y="289420"/>
                </a:lnTo>
                <a:lnTo>
                  <a:pt x="651967" y="289420"/>
                </a:lnTo>
                <a:lnTo>
                  <a:pt x="651967" y="203860"/>
                </a:lnTo>
                <a:lnTo>
                  <a:pt x="649746" y="187731"/>
                </a:lnTo>
                <a:close/>
              </a:path>
              <a:path w="1108710" h="292100">
                <a:moveTo>
                  <a:pt x="613346" y="158889"/>
                </a:moveTo>
                <a:lnTo>
                  <a:pt x="599953" y="160603"/>
                </a:lnTo>
                <a:lnTo>
                  <a:pt x="589083" y="165271"/>
                </a:lnTo>
                <a:lnTo>
                  <a:pt x="580688" y="172187"/>
                </a:lnTo>
                <a:lnTo>
                  <a:pt x="574725" y="180644"/>
                </a:lnTo>
                <a:lnTo>
                  <a:pt x="647466" y="180644"/>
                </a:lnTo>
                <a:lnTo>
                  <a:pt x="641362" y="169735"/>
                </a:lnTo>
                <a:lnTo>
                  <a:pt x="629220" y="161582"/>
                </a:lnTo>
                <a:lnTo>
                  <a:pt x="629356" y="161582"/>
                </a:lnTo>
                <a:lnTo>
                  <a:pt x="613346" y="158889"/>
                </a:lnTo>
                <a:close/>
              </a:path>
              <a:path w="1108710" h="292100">
                <a:moveTo>
                  <a:pt x="458596" y="158889"/>
                </a:moveTo>
                <a:lnTo>
                  <a:pt x="434653" y="163225"/>
                </a:lnTo>
                <a:lnTo>
                  <a:pt x="415337" y="175971"/>
                </a:lnTo>
                <a:lnTo>
                  <a:pt x="402436" y="196737"/>
                </a:lnTo>
                <a:lnTo>
                  <a:pt x="397738" y="225132"/>
                </a:lnTo>
                <a:lnTo>
                  <a:pt x="397738" y="227571"/>
                </a:lnTo>
                <a:lnTo>
                  <a:pt x="402250" y="255597"/>
                </a:lnTo>
                <a:lnTo>
                  <a:pt x="414943" y="275785"/>
                </a:lnTo>
                <a:lnTo>
                  <a:pt x="434557" y="287998"/>
                </a:lnTo>
                <a:lnTo>
                  <a:pt x="459828" y="292100"/>
                </a:lnTo>
                <a:lnTo>
                  <a:pt x="482345" y="288858"/>
                </a:lnTo>
                <a:lnTo>
                  <a:pt x="499521" y="279911"/>
                </a:lnTo>
                <a:lnTo>
                  <a:pt x="511151" y="266425"/>
                </a:lnTo>
                <a:lnTo>
                  <a:pt x="511232" y="266192"/>
                </a:lnTo>
                <a:lnTo>
                  <a:pt x="460552" y="266192"/>
                </a:lnTo>
                <a:lnTo>
                  <a:pt x="450103" y="264457"/>
                </a:lnTo>
                <a:lnTo>
                  <a:pt x="442012" y="258919"/>
                </a:lnTo>
                <a:lnTo>
                  <a:pt x="436533" y="249073"/>
                </a:lnTo>
                <a:lnTo>
                  <a:pt x="433920" y="234416"/>
                </a:lnTo>
                <a:lnTo>
                  <a:pt x="517029" y="234416"/>
                </a:lnTo>
                <a:lnTo>
                  <a:pt x="517029" y="219011"/>
                </a:lnTo>
                <a:lnTo>
                  <a:pt x="515608" y="210705"/>
                </a:lnTo>
                <a:lnTo>
                  <a:pt x="434403" y="210705"/>
                </a:lnTo>
                <a:lnTo>
                  <a:pt x="437880" y="197739"/>
                </a:lnTo>
                <a:lnTo>
                  <a:pt x="443512" y="189471"/>
                </a:lnTo>
                <a:lnTo>
                  <a:pt x="450701" y="185098"/>
                </a:lnTo>
                <a:lnTo>
                  <a:pt x="458850" y="183819"/>
                </a:lnTo>
                <a:lnTo>
                  <a:pt x="506985" y="183819"/>
                </a:lnTo>
                <a:lnTo>
                  <a:pt x="499733" y="173096"/>
                </a:lnTo>
                <a:lnTo>
                  <a:pt x="481137" y="162338"/>
                </a:lnTo>
                <a:lnTo>
                  <a:pt x="458596" y="158889"/>
                </a:lnTo>
                <a:close/>
              </a:path>
              <a:path w="1108710" h="292100">
                <a:moveTo>
                  <a:pt x="517029" y="249567"/>
                </a:moveTo>
                <a:lnTo>
                  <a:pt x="484022" y="249567"/>
                </a:lnTo>
                <a:lnTo>
                  <a:pt x="481251" y="256087"/>
                </a:lnTo>
                <a:lnTo>
                  <a:pt x="476507" y="261366"/>
                </a:lnTo>
                <a:lnTo>
                  <a:pt x="469652" y="264901"/>
                </a:lnTo>
                <a:lnTo>
                  <a:pt x="460552" y="266192"/>
                </a:lnTo>
                <a:lnTo>
                  <a:pt x="511232" y="266192"/>
                </a:lnTo>
                <a:lnTo>
                  <a:pt x="517029" y="249567"/>
                </a:lnTo>
                <a:close/>
              </a:path>
              <a:path w="1108710" h="292100">
                <a:moveTo>
                  <a:pt x="506985" y="183819"/>
                </a:moveTo>
                <a:lnTo>
                  <a:pt x="458850" y="183819"/>
                </a:lnTo>
                <a:lnTo>
                  <a:pt x="468393" y="185373"/>
                </a:lnTo>
                <a:lnTo>
                  <a:pt x="475624" y="190204"/>
                </a:lnTo>
                <a:lnTo>
                  <a:pt x="480335" y="198564"/>
                </a:lnTo>
                <a:lnTo>
                  <a:pt x="482320" y="210705"/>
                </a:lnTo>
                <a:lnTo>
                  <a:pt x="515608" y="210705"/>
                </a:lnTo>
                <a:lnTo>
                  <a:pt x="512369" y="191781"/>
                </a:lnTo>
                <a:lnTo>
                  <a:pt x="506985" y="183819"/>
                </a:lnTo>
                <a:close/>
              </a:path>
              <a:path w="1108710" h="292100">
                <a:moveTo>
                  <a:pt x="326097" y="158889"/>
                </a:moveTo>
                <a:lnTo>
                  <a:pt x="302181" y="163155"/>
                </a:lnTo>
                <a:lnTo>
                  <a:pt x="282687" y="175785"/>
                </a:lnTo>
                <a:lnTo>
                  <a:pt x="269564" y="196528"/>
                </a:lnTo>
                <a:lnTo>
                  <a:pt x="264756" y="225132"/>
                </a:lnTo>
                <a:lnTo>
                  <a:pt x="264875" y="227571"/>
                </a:lnTo>
                <a:lnTo>
                  <a:pt x="269320" y="255286"/>
                </a:lnTo>
                <a:lnTo>
                  <a:pt x="282019" y="275693"/>
                </a:lnTo>
                <a:lnTo>
                  <a:pt x="301361" y="287986"/>
                </a:lnTo>
                <a:lnTo>
                  <a:pt x="325856" y="292100"/>
                </a:lnTo>
                <a:lnTo>
                  <a:pt x="349054" y="288399"/>
                </a:lnTo>
                <a:lnTo>
                  <a:pt x="366433" y="278076"/>
                </a:lnTo>
                <a:lnTo>
                  <a:pt x="375670" y="265214"/>
                </a:lnTo>
                <a:lnTo>
                  <a:pt x="327088" y="265214"/>
                </a:lnTo>
                <a:lnTo>
                  <a:pt x="316026" y="262975"/>
                </a:lnTo>
                <a:lnTo>
                  <a:pt x="307900" y="256108"/>
                </a:lnTo>
                <a:lnTo>
                  <a:pt x="302890" y="244382"/>
                </a:lnTo>
                <a:lnTo>
                  <a:pt x="301180" y="227571"/>
                </a:lnTo>
                <a:lnTo>
                  <a:pt x="301180" y="223659"/>
                </a:lnTo>
                <a:lnTo>
                  <a:pt x="303058" y="207236"/>
                </a:lnTo>
                <a:lnTo>
                  <a:pt x="308325" y="195646"/>
                </a:lnTo>
                <a:lnTo>
                  <a:pt x="316434" y="188776"/>
                </a:lnTo>
                <a:lnTo>
                  <a:pt x="326834" y="186512"/>
                </a:lnTo>
                <a:lnTo>
                  <a:pt x="376491" y="186512"/>
                </a:lnTo>
                <a:lnTo>
                  <a:pt x="376186" y="185389"/>
                </a:lnTo>
                <a:lnTo>
                  <a:pt x="363899" y="170408"/>
                </a:lnTo>
                <a:lnTo>
                  <a:pt x="346707" y="161704"/>
                </a:lnTo>
                <a:lnTo>
                  <a:pt x="326097" y="158889"/>
                </a:lnTo>
                <a:close/>
              </a:path>
              <a:path w="1108710" h="292100">
                <a:moveTo>
                  <a:pt x="382816" y="242239"/>
                </a:moveTo>
                <a:lnTo>
                  <a:pt x="350304" y="242239"/>
                </a:lnTo>
                <a:lnTo>
                  <a:pt x="347569" y="251707"/>
                </a:lnTo>
                <a:lnTo>
                  <a:pt x="342544" y="258951"/>
                </a:lnTo>
                <a:lnTo>
                  <a:pt x="335595" y="263583"/>
                </a:lnTo>
                <a:lnTo>
                  <a:pt x="327088" y="265214"/>
                </a:lnTo>
                <a:lnTo>
                  <a:pt x="375670" y="265214"/>
                </a:lnTo>
                <a:lnTo>
                  <a:pt x="377763" y="262299"/>
                </a:lnTo>
                <a:lnTo>
                  <a:pt x="382816" y="242239"/>
                </a:lnTo>
                <a:close/>
              </a:path>
              <a:path w="1108710" h="292100">
                <a:moveTo>
                  <a:pt x="376491" y="186512"/>
                </a:moveTo>
                <a:lnTo>
                  <a:pt x="326834" y="186512"/>
                </a:lnTo>
                <a:lnTo>
                  <a:pt x="335071" y="187966"/>
                </a:lnTo>
                <a:lnTo>
                  <a:pt x="341198" y="192101"/>
                </a:lnTo>
                <a:lnTo>
                  <a:pt x="345401" y="198572"/>
                </a:lnTo>
                <a:lnTo>
                  <a:pt x="347865" y="207035"/>
                </a:lnTo>
                <a:lnTo>
                  <a:pt x="382079" y="207035"/>
                </a:lnTo>
                <a:lnTo>
                  <a:pt x="376491" y="186512"/>
                </a:lnTo>
                <a:close/>
              </a:path>
              <a:path w="1108710" h="292100">
                <a:moveTo>
                  <a:pt x="193116" y="158889"/>
                </a:moveTo>
                <a:lnTo>
                  <a:pt x="169197" y="163155"/>
                </a:lnTo>
                <a:lnTo>
                  <a:pt x="149699" y="175785"/>
                </a:lnTo>
                <a:lnTo>
                  <a:pt x="136571" y="196528"/>
                </a:lnTo>
                <a:lnTo>
                  <a:pt x="131762" y="225132"/>
                </a:lnTo>
                <a:lnTo>
                  <a:pt x="131880" y="227571"/>
                </a:lnTo>
                <a:lnTo>
                  <a:pt x="136326" y="255286"/>
                </a:lnTo>
                <a:lnTo>
                  <a:pt x="149026" y="275693"/>
                </a:lnTo>
                <a:lnTo>
                  <a:pt x="168372" y="287986"/>
                </a:lnTo>
                <a:lnTo>
                  <a:pt x="192874" y="292100"/>
                </a:lnTo>
                <a:lnTo>
                  <a:pt x="216072" y="288399"/>
                </a:lnTo>
                <a:lnTo>
                  <a:pt x="233449" y="278076"/>
                </a:lnTo>
                <a:lnTo>
                  <a:pt x="242683" y="265214"/>
                </a:lnTo>
                <a:lnTo>
                  <a:pt x="194094" y="265214"/>
                </a:lnTo>
                <a:lnTo>
                  <a:pt x="183032" y="262975"/>
                </a:lnTo>
                <a:lnTo>
                  <a:pt x="174905" y="256108"/>
                </a:lnTo>
                <a:lnTo>
                  <a:pt x="169896" y="244382"/>
                </a:lnTo>
                <a:lnTo>
                  <a:pt x="168186" y="227571"/>
                </a:lnTo>
                <a:lnTo>
                  <a:pt x="168186" y="223659"/>
                </a:lnTo>
                <a:lnTo>
                  <a:pt x="170064" y="207236"/>
                </a:lnTo>
                <a:lnTo>
                  <a:pt x="175333" y="195646"/>
                </a:lnTo>
                <a:lnTo>
                  <a:pt x="183445" y="188776"/>
                </a:lnTo>
                <a:lnTo>
                  <a:pt x="193852" y="186512"/>
                </a:lnTo>
                <a:lnTo>
                  <a:pt x="243508" y="186512"/>
                </a:lnTo>
                <a:lnTo>
                  <a:pt x="243202" y="185389"/>
                </a:lnTo>
                <a:lnTo>
                  <a:pt x="230912" y="170408"/>
                </a:lnTo>
                <a:lnTo>
                  <a:pt x="213720" y="161704"/>
                </a:lnTo>
                <a:lnTo>
                  <a:pt x="193116" y="158889"/>
                </a:lnTo>
                <a:close/>
              </a:path>
              <a:path w="1108710" h="292100">
                <a:moveTo>
                  <a:pt x="249821" y="242239"/>
                </a:moveTo>
                <a:lnTo>
                  <a:pt x="217309" y="242239"/>
                </a:lnTo>
                <a:lnTo>
                  <a:pt x="214577" y="251707"/>
                </a:lnTo>
                <a:lnTo>
                  <a:pt x="209554" y="258951"/>
                </a:lnTo>
                <a:lnTo>
                  <a:pt x="202606" y="263583"/>
                </a:lnTo>
                <a:lnTo>
                  <a:pt x="194094" y="265214"/>
                </a:lnTo>
                <a:lnTo>
                  <a:pt x="242683" y="265214"/>
                </a:lnTo>
                <a:lnTo>
                  <a:pt x="244776" y="262299"/>
                </a:lnTo>
                <a:lnTo>
                  <a:pt x="249821" y="242239"/>
                </a:lnTo>
                <a:close/>
              </a:path>
              <a:path w="1108710" h="292100">
                <a:moveTo>
                  <a:pt x="243508" y="186512"/>
                </a:moveTo>
                <a:lnTo>
                  <a:pt x="193852" y="186512"/>
                </a:lnTo>
                <a:lnTo>
                  <a:pt x="202089" y="187966"/>
                </a:lnTo>
                <a:lnTo>
                  <a:pt x="208214" y="192101"/>
                </a:lnTo>
                <a:lnTo>
                  <a:pt x="212414" y="198572"/>
                </a:lnTo>
                <a:lnTo>
                  <a:pt x="214871" y="207035"/>
                </a:lnTo>
                <a:lnTo>
                  <a:pt x="249097" y="207035"/>
                </a:lnTo>
                <a:lnTo>
                  <a:pt x="243508" y="186512"/>
                </a:lnTo>
                <a:close/>
              </a:path>
              <a:path w="1108710" h="292100">
                <a:moveTo>
                  <a:pt x="108248" y="184556"/>
                </a:moveTo>
                <a:lnTo>
                  <a:pt x="57442" y="184556"/>
                </a:lnTo>
                <a:lnTo>
                  <a:pt x="65949" y="185977"/>
                </a:lnTo>
                <a:lnTo>
                  <a:pt x="71801" y="190057"/>
                </a:lnTo>
                <a:lnTo>
                  <a:pt x="75178" y="196520"/>
                </a:lnTo>
                <a:lnTo>
                  <a:pt x="76263" y="205092"/>
                </a:lnTo>
                <a:lnTo>
                  <a:pt x="76263" y="211201"/>
                </a:lnTo>
                <a:lnTo>
                  <a:pt x="60375" y="211201"/>
                </a:lnTo>
                <a:lnTo>
                  <a:pt x="37017" y="213297"/>
                </a:lnTo>
                <a:lnTo>
                  <a:pt x="17810" y="220273"/>
                </a:lnTo>
                <a:lnTo>
                  <a:pt x="4792" y="233162"/>
                </a:lnTo>
                <a:lnTo>
                  <a:pt x="0" y="252996"/>
                </a:lnTo>
                <a:lnTo>
                  <a:pt x="0" y="254457"/>
                </a:lnTo>
                <a:lnTo>
                  <a:pt x="3337" y="271268"/>
                </a:lnTo>
                <a:lnTo>
                  <a:pt x="12403" y="282994"/>
                </a:lnTo>
                <a:lnTo>
                  <a:pt x="25776" y="289861"/>
                </a:lnTo>
                <a:lnTo>
                  <a:pt x="42037" y="292100"/>
                </a:lnTo>
                <a:lnTo>
                  <a:pt x="53861" y="290694"/>
                </a:lnTo>
                <a:lnTo>
                  <a:pt x="63642" y="286907"/>
                </a:lnTo>
                <a:lnTo>
                  <a:pt x="71362" y="281379"/>
                </a:lnTo>
                <a:lnTo>
                  <a:pt x="77000" y="274751"/>
                </a:lnTo>
                <a:lnTo>
                  <a:pt x="111950" y="274751"/>
                </a:lnTo>
                <a:lnTo>
                  <a:pt x="111950" y="267169"/>
                </a:lnTo>
                <a:lnTo>
                  <a:pt x="40817" y="267169"/>
                </a:lnTo>
                <a:lnTo>
                  <a:pt x="35445" y="261061"/>
                </a:lnTo>
                <a:lnTo>
                  <a:pt x="35445" y="251040"/>
                </a:lnTo>
                <a:lnTo>
                  <a:pt x="37131" y="243634"/>
                </a:lnTo>
                <a:lnTo>
                  <a:pt x="42160" y="238545"/>
                </a:lnTo>
                <a:lnTo>
                  <a:pt x="50490" y="235612"/>
                </a:lnTo>
                <a:lnTo>
                  <a:pt x="62077" y="234670"/>
                </a:lnTo>
                <a:lnTo>
                  <a:pt x="111950" y="234670"/>
                </a:lnTo>
                <a:lnTo>
                  <a:pt x="111950" y="203860"/>
                </a:lnTo>
                <a:lnTo>
                  <a:pt x="108248" y="184556"/>
                </a:lnTo>
                <a:close/>
              </a:path>
              <a:path w="1108710" h="292100">
                <a:moveTo>
                  <a:pt x="111950" y="274751"/>
                </a:moveTo>
                <a:lnTo>
                  <a:pt x="77000" y="274751"/>
                </a:lnTo>
                <a:lnTo>
                  <a:pt x="77000" y="289420"/>
                </a:lnTo>
                <a:lnTo>
                  <a:pt x="111950" y="289420"/>
                </a:lnTo>
                <a:lnTo>
                  <a:pt x="111950" y="274751"/>
                </a:lnTo>
                <a:close/>
              </a:path>
              <a:path w="1108710" h="292100">
                <a:moveTo>
                  <a:pt x="111950" y="234670"/>
                </a:moveTo>
                <a:lnTo>
                  <a:pt x="76263" y="234670"/>
                </a:lnTo>
                <a:lnTo>
                  <a:pt x="76263" y="246875"/>
                </a:lnTo>
                <a:lnTo>
                  <a:pt x="74316" y="255720"/>
                </a:lnTo>
                <a:lnTo>
                  <a:pt x="69114" y="262066"/>
                </a:lnTo>
                <a:lnTo>
                  <a:pt x="61620" y="265890"/>
                </a:lnTo>
                <a:lnTo>
                  <a:pt x="52793" y="267169"/>
                </a:lnTo>
                <a:lnTo>
                  <a:pt x="111950" y="267169"/>
                </a:lnTo>
                <a:lnTo>
                  <a:pt x="111950" y="234670"/>
                </a:lnTo>
                <a:close/>
              </a:path>
              <a:path w="1108710" h="292100">
                <a:moveTo>
                  <a:pt x="59156" y="158889"/>
                </a:moveTo>
                <a:lnTo>
                  <a:pt x="38078" y="161509"/>
                </a:lnTo>
                <a:lnTo>
                  <a:pt x="21028" y="169459"/>
                </a:lnTo>
                <a:lnTo>
                  <a:pt x="9309" y="182608"/>
                </a:lnTo>
                <a:lnTo>
                  <a:pt x="3911" y="201180"/>
                </a:lnTo>
                <a:lnTo>
                  <a:pt x="38125" y="201180"/>
                </a:lnTo>
                <a:lnTo>
                  <a:pt x="39877" y="194452"/>
                </a:lnTo>
                <a:lnTo>
                  <a:pt x="43664" y="189196"/>
                </a:lnTo>
                <a:lnTo>
                  <a:pt x="49510" y="185776"/>
                </a:lnTo>
                <a:lnTo>
                  <a:pt x="57442" y="184556"/>
                </a:lnTo>
                <a:lnTo>
                  <a:pt x="108248" y="184556"/>
                </a:lnTo>
                <a:lnTo>
                  <a:pt x="108032" y="183428"/>
                </a:lnTo>
                <a:lnTo>
                  <a:pt x="97102" y="169459"/>
                </a:lnTo>
                <a:lnTo>
                  <a:pt x="80527" y="161509"/>
                </a:lnTo>
                <a:lnTo>
                  <a:pt x="80910" y="161509"/>
                </a:lnTo>
                <a:lnTo>
                  <a:pt x="59156" y="158889"/>
                </a:lnTo>
                <a:close/>
              </a:path>
              <a:path w="1108710" h="292100">
                <a:moveTo>
                  <a:pt x="645871" y="0"/>
                </a:moveTo>
                <a:lnTo>
                  <a:pt x="645871" y="33007"/>
                </a:lnTo>
                <a:lnTo>
                  <a:pt x="709663" y="57937"/>
                </a:lnTo>
                <a:lnTo>
                  <a:pt x="645871" y="81648"/>
                </a:lnTo>
                <a:lnTo>
                  <a:pt x="645871" y="115620"/>
                </a:lnTo>
                <a:lnTo>
                  <a:pt x="755129" y="71374"/>
                </a:lnTo>
                <a:lnTo>
                  <a:pt x="755129" y="44005"/>
                </a:lnTo>
                <a:lnTo>
                  <a:pt x="64587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81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chemeClr val="tx1"/>
                </a:solidFill>
                <a:latin typeface="Graphik Semibold"/>
                <a:cs typeface="Graphik Semibold"/>
              </a:defRPr>
            </a:lvl1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page. 3 line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chemeClr val="tx1"/>
                </a:solidFill>
                <a:latin typeface="Graphik Semibold"/>
                <a:cs typeface="Graphik Semibold"/>
              </a:defRPr>
            </a:lvl1pPr>
          </a:lstStyle>
          <a:p>
            <a:endParaRPr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812735B-0AA4-F74B-9A58-CF1EEE57AD7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A685708D-27E0-2B95-04CB-24C56A1CFA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CD59B80C-A821-CE8F-3EFB-0DD7DF6191A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6938F608-81C0-9EF8-7A1F-FD523BC9BC0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093A9779-594F-022E-E982-956BEAA84F0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F5B9528A-9910-A1C2-36A6-9C09533D98B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0264404C-8115-DF66-F55E-564F1179A8F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A11501B8-58AF-6A13-5C29-F5ECE85CC5A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A4C32357-C4DE-B344-90C6-D1B55042EEC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8C4B6623-FCE2-67DE-BD48-AAD0A7C38DC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633641" y="6153948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7D8F4D52-BFA4-DBBC-A110-43DBBA34032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285231" y="6153948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707681C1-694D-21C9-339A-520B740BBBD3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926898" y="6153948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84DE6BF3-250F-5D7D-A99F-22685A8E809D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571401" y="6153948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B85A2D92-F4ED-4081-AB1F-1478C49999AD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0222991" y="6153948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B3E64E9-5684-2806-7EFE-7081DC67A5C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E52C9844-27D7-A6CE-1BFB-F067DB59CAC6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4" name="Text Placeholder 4">
            <a:extLst>
              <a:ext uri="{FF2B5EF4-FFF2-40B4-BE49-F238E27FC236}">
                <a16:creationId xmlns:a16="http://schemas.microsoft.com/office/drawing/2014/main" id="{21D9FA41-099A-7974-ECC8-7ED635A9F2F1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F3C0984D-D78E-C368-946A-45C52876BAA2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EC18B28E-7DA2-D1FF-B143-559A92DE643F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A993B902-335E-E66D-5B9B-AFE6D126B6A3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F2567E9F-4796-6AD3-A2CC-B377ED1B1CF8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708586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page. 2 line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chemeClr val="tx1"/>
                </a:solidFill>
                <a:latin typeface="Graphik Semibold"/>
                <a:cs typeface="Graphik Semibold"/>
              </a:defRPr>
            </a:lvl1pPr>
          </a:lstStyle>
          <a:p>
            <a:endParaRPr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812735B-0AA4-F74B-9A58-CF1EEE57AD7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A685708D-27E0-2B95-04CB-24C56A1CFA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CD59B80C-A821-CE8F-3EFB-0DD7DF6191A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6938F608-81C0-9EF8-7A1F-FD523BC9BC0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093A9779-594F-022E-E982-956BEAA84F0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F5B9528A-9910-A1C2-36A6-9C09533D98B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0264404C-8115-DF66-F55E-564F1179A8F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B3E64E9-5684-2806-7EFE-7081DC67A5C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E52C9844-27D7-A6CE-1BFB-F067DB59CAC6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4" name="Text Placeholder 4">
            <a:extLst>
              <a:ext uri="{FF2B5EF4-FFF2-40B4-BE49-F238E27FC236}">
                <a16:creationId xmlns:a16="http://schemas.microsoft.com/office/drawing/2014/main" id="{21D9FA41-099A-7974-ECC8-7ED635A9F2F1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F3C0984D-D78E-C368-946A-45C52876BAA2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EC18B28E-7DA2-D1FF-B143-559A92DE643F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A993B902-335E-E66D-5B9B-AFE6D126B6A3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F2567E9F-4796-6AD3-A2CC-B377ED1B1CF8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979332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page. 1 lin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chemeClr val="tx1"/>
                </a:solidFill>
                <a:latin typeface="Graphik Semibold"/>
                <a:cs typeface="Graphik Semibold"/>
              </a:defRPr>
            </a:lvl1pPr>
          </a:lstStyle>
          <a:p>
            <a:endParaRPr/>
          </a:p>
        </p:txBody>
      </p:sp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B3E64E9-5684-2806-7EFE-7081DC67A5C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E52C9844-27D7-A6CE-1BFB-F067DB59CAC6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4" name="Text Placeholder 4">
            <a:extLst>
              <a:ext uri="{FF2B5EF4-FFF2-40B4-BE49-F238E27FC236}">
                <a16:creationId xmlns:a16="http://schemas.microsoft.com/office/drawing/2014/main" id="{21D9FA41-099A-7974-ECC8-7ED635A9F2F1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F3C0984D-D78E-C368-946A-45C52876BAA2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EC18B28E-7DA2-D1FF-B143-559A92DE643F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A993B902-335E-E66D-5B9B-AFE6D126B6A3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F2567E9F-4796-6AD3-A2CC-B377ED1B1CF8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  <a:prstGeom prst="rect">
            <a:avLst/>
          </a:prstGeom>
        </p:spPr>
        <p:txBody>
          <a:bodyPr lIns="72000" tIns="36000" rIns="72000" bIns="36000"/>
          <a:lstStyle>
            <a:lvl1pPr algn="ctr">
              <a:defRPr sz="900">
                <a:effectLst/>
              </a:defRPr>
            </a:lvl1pPr>
            <a:lvl2pPr>
              <a:defRPr sz="900">
                <a:effectLst/>
              </a:defRPr>
            </a:lvl2pPr>
            <a:lvl3pPr>
              <a:defRPr sz="900">
                <a:effectLst/>
              </a:defRPr>
            </a:lvl3pPr>
            <a:lvl4pPr>
              <a:defRPr sz="900">
                <a:effectLst/>
              </a:defRPr>
            </a:lvl4pPr>
            <a:lvl5pPr>
              <a:defRPr sz="900">
                <a:effectLst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114859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5/30/25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5D5D1">
            <a:alpha val="8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cs typeface="Graphik Semibold"/>
              </a:defRPr>
            </a:lvl1pPr>
          </a:lstStyle>
          <a:p>
            <a:endParaRPr/>
          </a:p>
        </p:txBody>
      </p:sp>
      <p:sp>
        <p:nvSpPr>
          <p:cNvPr id="7" name="object 3">
            <a:extLst>
              <a:ext uri="{FF2B5EF4-FFF2-40B4-BE49-F238E27FC236}">
                <a16:creationId xmlns:a16="http://schemas.microsoft.com/office/drawing/2014/main" id="{772C8889-03AE-3CFB-E488-DE3CE7D58462}"/>
              </a:ext>
            </a:extLst>
          </p:cNvPr>
          <p:cNvSpPr txBox="1"/>
          <p:nvPr userDrawn="1"/>
        </p:nvSpPr>
        <p:spPr>
          <a:xfrm>
            <a:off x="7819801" y="303820"/>
            <a:ext cx="3977004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Graphik"/>
                <a:cs typeface="Graphik"/>
              </a:rPr>
              <a:t>Only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choose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an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icon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that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very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spc="-10" dirty="0">
                <a:latin typeface="Graphik"/>
                <a:cs typeface="Graphik"/>
              </a:rPr>
              <a:t>clearly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matches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the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text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it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dirty="0">
                <a:latin typeface="Graphik"/>
                <a:cs typeface="Graphik"/>
              </a:rPr>
              <a:t>will</a:t>
            </a:r>
            <a:r>
              <a:rPr sz="900" spc="-20" dirty="0">
                <a:latin typeface="Graphik"/>
                <a:cs typeface="Graphik"/>
              </a:rPr>
              <a:t> </a:t>
            </a:r>
            <a:r>
              <a:rPr sz="900" spc="-10" dirty="0">
                <a:latin typeface="Graphik"/>
                <a:cs typeface="Graphik"/>
              </a:rPr>
              <a:t>accompany</a:t>
            </a:r>
            <a:endParaRPr sz="900">
              <a:latin typeface="Graphik"/>
              <a:cs typeface="Graphik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FD9365E0-E103-CBC1-316E-CF35E78BA38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070966700"/>
              </p:ext>
            </p:extLst>
          </p:nvPr>
        </p:nvGraphicFramePr>
        <p:xfrm>
          <a:off x="337800" y="814667"/>
          <a:ext cx="11516400" cy="579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5200">
                  <a:extLst>
                    <a:ext uri="{9D8B030D-6E8A-4147-A177-3AD203B41FA5}">
                      <a16:colId xmlns:a16="http://schemas.microsoft.com/office/drawing/2014/main" val="767221416"/>
                    </a:ext>
                  </a:extLst>
                </a:gridCol>
                <a:gridCol w="1645200">
                  <a:extLst>
                    <a:ext uri="{9D8B030D-6E8A-4147-A177-3AD203B41FA5}">
                      <a16:colId xmlns:a16="http://schemas.microsoft.com/office/drawing/2014/main" val="2885780681"/>
                    </a:ext>
                  </a:extLst>
                </a:gridCol>
                <a:gridCol w="1645200">
                  <a:extLst>
                    <a:ext uri="{9D8B030D-6E8A-4147-A177-3AD203B41FA5}">
                      <a16:colId xmlns:a16="http://schemas.microsoft.com/office/drawing/2014/main" val="404126155"/>
                    </a:ext>
                  </a:extLst>
                </a:gridCol>
                <a:gridCol w="1645200">
                  <a:extLst>
                    <a:ext uri="{9D8B030D-6E8A-4147-A177-3AD203B41FA5}">
                      <a16:colId xmlns:a16="http://schemas.microsoft.com/office/drawing/2014/main" val="1636291296"/>
                    </a:ext>
                  </a:extLst>
                </a:gridCol>
                <a:gridCol w="1645200">
                  <a:extLst>
                    <a:ext uri="{9D8B030D-6E8A-4147-A177-3AD203B41FA5}">
                      <a16:colId xmlns:a16="http://schemas.microsoft.com/office/drawing/2014/main" val="6183729"/>
                    </a:ext>
                  </a:extLst>
                </a:gridCol>
                <a:gridCol w="1645200">
                  <a:extLst>
                    <a:ext uri="{9D8B030D-6E8A-4147-A177-3AD203B41FA5}">
                      <a16:colId xmlns:a16="http://schemas.microsoft.com/office/drawing/2014/main" val="515190742"/>
                    </a:ext>
                  </a:extLst>
                </a:gridCol>
                <a:gridCol w="1645200">
                  <a:extLst>
                    <a:ext uri="{9D8B030D-6E8A-4147-A177-3AD203B41FA5}">
                      <a16:colId xmlns:a16="http://schemas.microsoft.com/office/drawing/2014/main" val="1453515673"/>
                    </a:ext>
                  </a:extLst>
                </a:gridCol>
              </a:tblGrid>
              <a:tr h="1728000"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677889"/>
                  </a:ext>
                </a:extLst>
              </a:tr>
              <a:tr h="151200"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0292706"/>
                  </a:ext>
                </a:extLst>
              </a:tr>
              <a:tr h="151200"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5393707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6487317"/>
                  </a:ext>
                </a:extLst>
              </a:tr>
              <a:tr h="151200"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853460"/>
                  </a:ext>
                </a:extLst>
              </a:tr>
              <a:tr h="151200"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0814456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400"/>
                    </a:p>
                  </a:txBody>
                  <a:tcPr>
                    <a:lnL w="6350" cap="flat" cmpd="sng" algn="ctr">
                      <a:solidFill>
                        <a:srgbClr val="969696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dash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733923"/>
                  </a:ext>
                </a:extLst>
              </a:tr>
            </a:tbl>
          </a:graphicData>
        </a:graphic>
      </p:graphicFrame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6" r:id="rId3"/>
    <p:sldLayoutId id="2147483667" r:id="rId4"/>
    <p:sldLayoutId id="2147483668" r:id="rId5"/>
    <p:sldLayoutId id="2147483665" r:id="rId6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231075" y="2762250"/>
            <a:ext cx="3746500" cy="817563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600200" algn="l"/>
              </a:tabLst>
            </a:pPr>
            <a:r>
              <a:rPr sz="5200" spc="-20" dirty="0">
                <a:solidFill>
                  <a:srgbClr val="FFFFFF"/>
                </a:solidFill>
              </a:rPr>
              <a:t>Icon</a:t>
            </a:r>
            <a:r>
              <a:rPr sz="5200" dirty="0">
                <a:solidFill>
                  <a:srgbClr val="FFFFFF"/>
                </a:solidFill>
              </a:rPr>
              <a:t>	</a:t>
            </a:r>
            <a:r>
              <a:rPr sz="5200" spc="-10" dirty="0">
                <a:solidFill>
                  <a:srgbClr val="FFFFFF"/>
                </a:solidFill>
              </a:rPr>
              <a:t>library</a:t>
            </a:r>
            <a:endParaRPr sz="52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</p:spPr>
        <p:txBody>
          <a:bodyPr vert="horz" wrap="square" lIns="0" tIns="12700" rIns="0" bIns="0" rtlCol="0">
            <a:spAutoFit/>
          </a:bodyPr>
          <a:lstStyle/>
          <a:p>
            <a:r>
              <a:rPr lang="en-US" dirty="0"/>
              <a:t>Audio &amp; video</a:t>
            </a:r>
          </a:p>
        </p:txBody>
      </p:sp>
      <p:sp>
        <p:nvSpPr>
          <p:cNvPr id="73" name="Text Placeholder 72">
            <a:extLst>
              <a:ext uri="{FF2B5EF4-FFF2-40B4-BE49-F238E27FC236}">
                <a16:creationId xmlns:a16="http://schemas.microsoft.com/office/drawing/2014/main" id="{C28F4B69-1D00-5B29-F67C-470439CC702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customer care; csr; headphone; headset; support; customer service</a:t>
            </a:r>
            <a:endParaRPr lang="en-US"/>
          </a:p>
        </p:txBody>
      </p:sp>
      <p:sp>
        <p:nvSpPr>
          <p:cNvPr id="83" name="Text Placeholder 82">
            <a:extLst>
              <a:ext uri="{FF2B5EF4-FFF2-40B4-BE49-F238E27FC236}">
                <a16:creationId xmlns:a16="http://schemas.microsoft.com/office/drawing/2014/main" id="{04D10F1A-9908-FE72-77C2-22C0E188698D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amplify; volume;</a:t>
            </a:r>
          </a:p>
          <a:p>
            <a:r>
              <a:rPr lang="en-US" dirty="0"/>
              <a:t>audio; video</a:t>
            </a:r>
            <a:endParaRPr lang="en-US"/>
          </a:p>
        </p:txBody>
      </p:sp>
      <p:sp>
        <p:nvSpPr>
          <p:cNvPr id="84" name="Text Placeholder 83">
            <a:extLst>
              <a:ext uri="{FF2B5EF4-FFF2-40B4-BE49-F238E27FC236}">
                <a16:creationId xmlns:a16="http://schemas.microsoft.com/office/drawing/2014/main" id="{CEBB09F7-953B-1965-DDE0-E9D562F5F0C2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mute; silence;</a:t>
            </a:r>
          </a:p>
          <a:p>
            <a:r>
              <a:rPr lang="en-US" dirty="0"/>
              <a:t>audio; video</a:t>
            </a:r>
            <a:endParaRPr lang="en-US"/>
          </a:p>
        </p:txBody>
      </p:sp>
      <p:sp>
        <p:nvSpPr>
          <p:cNvPr id="85" name="Text Placeholder 84">
            <a:extLst>
              <a:ext uri="{FF2B5EF4-FFF2-40B4-BE49-F238E27FC236}">
                <a16:creationId xmlns:a16="http://schemas.microsoft.com/office/drawing/2014/main" id="{E6294852-F1EE-0647-7051-6C565D6CAE9E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microphone; broadcast;</a:t>
            </a:r>
          </a:p>
          <a:p>
            <a:r>
              <a:rPr lang="en-US" dirty="0"/>
              <a:t>podcast</a:t>
            </a:r>
            <a:endParaRPr lang="en-US"/>
          </a:p>
        </p:txBody>
      </p:sp>
      <p:sp>
        <p:nvSpPr>
          <p:cNvPr id="80" name="Text Placeholder 79">
            <a:extLst>
              <a:ext uri="{FF2B5EF4-FFF2-40B4-BE49-F238E27FC236}">
                <a16:creationId xmlns:a16="http://schemas.microsoft.com/office/drawing/2014/main" id="{DC05DC9B-2AF0-976C-CE2E-5047E0DC2ABE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video</a:t>
            </a:r>
            <a:endParaRPr lang="en-US"/>
          </a:p>
        </p:txBody>
      </p:sp>
      <p:sp>
        <p:nvSpPr>
          <p:cNvPr id="81" name="Text Placeholder 80">
            <a:extLst>
              <a:ext uri="{FF2B5EF4-FFF2-40B4-BE49-F238E27FC236}">
                <a16:creationId xmlns:a16="http://schemas.microsoft.com/office/drawing/2014/main" id="{75BE0E01-B2E8-8405-53CA-98E3A5D940C0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audio; video; pause</a:t>
            </a:r>
            <a:endParaRPr lang="en-US"/>
          </a:p>
        </p:txBody>
      </p:sp>
      <p:sp>
        <p:nvSpPr>
          <p:cNvPr id="86" name="Text Placeholder 85">
            <a:extLst>
              <a:ext uri="{FF2B5EF4-FFF2-40B4-BE49-F238E27FC236}">
                <a16:creationId xmlns:a16="http://schemas.microsoft.com/office/drawing/2014/main" id="{C0993BC7-B4F6-0E4E-9D61-C22BFDF5E131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en-US" dirty="0"/>
              <a:t>music; audio; notes</a:t>
            </a:r>
            <a:endParaRPr lang="en-US"/>
          </a:p>
        </p:txBody>
      </p:sp>
      <p:sp>
        <p:nvSpPr>
          <p:cNvPr id="69" name="object 6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5505645" y="2951209"/>
            <a:ext cx="427990" cy="374015"/>
          </a:xfrm>
          <a:custGeom>
            <a:avLst/>
            <a:gdLst/>
            <a:ahLst/>
            <a:cxnLst/>
            <a:rect l="l" t="t" r="r" b="b"/>
            <a:pathLst>
              <a:path w="427989" h="374014">
                <a:moveTo>
                  <a:pt x="14706" y="284403"/>
                </a:moveTo>
                <a:lnTo>
                  <a:pt x="4190" y="284403"/>
                </a:lnTo>
                <a:lnTo>
                  <a:pt x="1193" y="288861"/>
                </a:lnTo>
                <a:lnTo>
                  <a:pt x="1193" y="324396"/>
                </a:lnTo>
                <a:lnTo>
                  <a:pt x="330" y="326123"/>
                </a:lnTo>
                <a:lnTo>
                  <a:pt x="0" y="328079"/>
                </a:lnTo>
                <a:lnTo>
                  <a:pt x="673" y="330073"/>
                </a:lnTo>
                <a:lnTo>
                  <a:pt x="673" y="330822"/>
                </a:lnTo>
                <a:lnTo>
                  <a:pt x="952" y="331470"/>
                </a:lnTo>
                <a:lnTo>
                  <a:pt x="1193" y="332130"/>
                </a:lnTo>
                <a:lnTo>
                  <a:pt x="1193" y="369074"/>
                </a:lnTo>
                <a:lnTo>
                  <a:pt x="4190" y="373532"/>
                </a:lnTo>
                <a:lnTo>
                  <a:pt x="14706" y="373532"/>
                </a:lnTo>
                <a:lnTo>
                  <a:pt x="19215" y="369074"/>
                </a:lnTo>
                <a:lnTo>
                  <a:pt x="19215" y="335851"/>
                </a:lnTo>
                <a:lnTo>
                  <a:pt x="112551" y="317207"/>
                </a:lnTo>
                <a:lnTo>
                  <a:pt x="19215" y="317207"/>
                </a:lnTo>
                <a:lnTo>
                  <a:pt x="19215" y="288861"/>
                </a:lnTo>
                <a:lnTo>
                  <a:pt x="14706" y="284403"/>
                </a:lnTo>
                <a:close/>
              </a:path>
              <a:path w="427989" h="374014">
                <a:moveTo>
                  <a:pt x="196456" y="213309"/>
                </a:moveTo>
                <a:lnTo>
                  <a:pt x="178663" y="213309"/>
                </a:lnTo>
                <a:lnTo>
                  <a:pt x="178663" y="285635"/>
                </a:lnTo>
                <a:lnTo>
                  <a:pt x="19215" y="317207"/>
                </a:lnTo>
                <a:lnTo>
                  <a:pt x="112551" y="317207"/>
                </a:lnTo>
                <a:lnTo>
                  <a:pt x="189039" y="301929"/>
                </a:lnTo>
                <a:lnTo>
                  <a:pt x="193497" y="300443"/>
                </a:lnTo>
                <a:lnTo>
                  <a:pt x="196456" y="297484"/>
                </a:lnTo>
                <a:lnTo>
                  <a:pt x="196456" y="213309"/>
                </a:lnTo>
                <a:close/>
              </a:path>
              <a:path w="427989" h="374014">
                <a:moveTo>
                  <a:pt x="228053" y="195275"/>
                </a:moveTo>
                <a:lnTo>
                  <a:pt x="146354" y="195275"/>
                </a:lnTo>
                <a:lnTo>
                  <a:pt x="143382" y="199783"/>
                </a:lnTo>
                <a:lnTo>
                  <a:pt x="143382" y="208800"/>
                </a:lnTo>
                <a:lnTo>
                  <a:pt x="146354" y="213309"/>
                </a:lnTo>
                <a:lnTo>
                  <a:pt x="228053" y="213309"/>
                </a:lnTo>
                <a:lnTo>
                  <a:pt x="232511" y="208800"/>
                </a:lnTo>
                <a:lnTo>
                  <a:pt x="232511" y="199783"/>
                </a:lnTo>
                <a:lnTo>
                  <a:pt x="228053" y="195275"/>
                </a:lnTo>
                <a:close/>
              </a:path>
              <a:path w="427989" h="374014">
                <a:moveTo>
                  <a:pt x="109194" y="142201"/>
                </a:moveTo>
                <a:lnTo>
                  <a:pt x="91033" y="142201"/>
                </a:lnTo>
                <a:lnTo>
                  <a:pt x="96118" y="156450"/>
                </a:lnTo>
                <a:lnTo>
                  <a:pt x="105679" y="167887"/>
                </a:lnTo>
                <a:lnTo>
                  <a:pt x="118837" y="175495"/>
                </a:lnTo>
                <a:lnTo>
                  <a:pt x="134708" y="178257"/>
                </a:lnTo>
                <a:lnTo>
                  <a:pt x="352247" y="178257"/>
                </a:lnTo>
                <a:lnTo>
                  <a:pt x="356692" y="173786"/>
                </a:lnTo>
                <a:lnTo>
                  <a:pt x="356692" y="160388"/>
                </a:lnTo>
                <a:lnTo>
                  <a:pt x="134708" y="160388"/>
                </a:lnTo>
                <a:lnTo>
                  <a:pt x="125532" y="158982"/>
                </a:lnTo>
                <a:lnTo>
                  <a:pt x="118084" y="155124"/>
                </a:lnTo>
                <a:lnTo>
                  <a:pt x="112570" y="149351"/>
                </a:lnTo>
                <a:lnTo>
                  <a:pt x="109194" y="142201"/>
                </a:lnTo>
                <a:close/>
              </a:path>
              <a:path w="427989" h="374014">
                <a:moveTo>
                  <a:pt x="356692" y="88874"/>
                </a:moveTo>
                <a:lnTo>
                  <a:pt x="338924" y="88874"/>
                </a:lnTo>
                <a:lnTo>
                  <a:pt x="338924" y="160388"/>
                </a:lnTo>
                <a:lnTo>
                  <a:pt x="356692" y="160388"/>
                </a:lnTo>
                <a:lnTo>
                  <a:pt x="356692" y="88874"/>
                </a:lnTo>
                <a:close/>
              </a:path>
              <a:path w="427989" h="374014">
                <a:moveTo>
                  <a:pt x="388226" y="98145"/>
                </a:moveTo>
                <a:lnTo>
                  <a:pt x="377710" y="98145"/>
                </a:lnTo>
                <a:lnTo>
                  <a:pt x="374713" y="102565"/>
                </a:lnTo>
                <a:lnTo>
                  <a:pt x="374713" y="146799"/>
                </a:lnTo>
                <a:lnTo>
                  <a:pt x="377710" y="151218"/>
                </a:lnTo>
                <a:lnTo>
                  <a:pt x="388226" y="151218"/>
                </a:lnTo>
                <a:lnTo>
                  <a:pt x="392734" y="146799"/>
                </a:lnTo>
                <a:lnTo>
                  <a:pt x="392734" y="102565"/>
                </a:lnTo>
                <a:lnTo>
                  <a:pt x="388226" y="98145"/>
                </a:lnTo>
                <a:close/>
              </a:path>
              <a:path w="427989" h="374014">
                <a:moveTo>
                  <a:pt x="421855" y="0"/>
                </a:moveTo>
                <a:lnTo>
                  <a:pt x="125615" y="0"/>
                </a:lnTo>
                <a:lnTo>
                  <a:pt x="104783" y="4167"/>
                </a:lnTo>
                <a:lnTo>
                  <a:pt x="87841" y="15557"/>
                </a:lnTo>
                <a:lnTo>
                  <a:pt x="76454" y="32500"/>
                </a:lnTo>
                <a:lnTo>
                  <a:pt x="72288" y="53327"/>
                </a:lnTo>
                <a:lnTo>
                  <a:pt x="72288" y="137756"/>
                </a:lnTo>
                <a:lnTo>
                  <a:pt x="75247" y="142201"/>
                </a:lnTo>
                <a:lnTo>
                  <a:pt x="281139" y="142201"/>
                </a:lnTo>
                <a:lnTo>
                  <a:pt x="285584" y="137756"/>
                </a:lnTo>
                <a:lnTo>
                  <a:pt x="285584" y="124434"/>
                </a:lnTo>
                <a:lnTo>
                  <a:pt x="90068" y="124434"/>
                </a:lnTo>
                <a:lnTo>
                  <a:pt x="90068" y="53327"/>
                </a:lnTo>
                <a:lnTo>
                  <a:pt x="92706" y="39650"/>
                </a:lnTo>
                <a:lnTo>
                  <a:pt x="100064" y="28333"/>
                </a:lnTo>
                <a:lnTo>
                  <a:pt x="111312" y="20626"/>
                </a:lnTo>
                <a:lnTo>
                  <a:pt x="125615" y="17780"/>
                </a:lnTo>
                <a:lnTo>
                  <a:pt x="424324" y="17780"/>
                </a:lnTo>
                <a:lnTo>
                  <a:pt x="426300" y="11849"/>
                </a:lnTo>
                <a:lnTo>
                  <a:pt x="427786" y="8890"/>
                </a:lnTo>
                <a:lnTo>
                  <a:pt x="427786" y="5930"/>
                </a:lnTo>
                <a:lnTo>
                  <a:pt x="426300" y="2971"/>
                </a:lnTo>
                <a:lnTo>
                  <a:pt x="423341" y="1485"/>
                </a:lnTo>
                <a:lnTo>
                  <a:pt x="421855" y="0"/>
                </a:lnTo>
                <a:close/>
              </a:path>
              <a:path w="427989" h="374014">
                <a:moveTo>
                  <a:pt x="424324" y="17780"/>
                </a:moveTo>
                <a:lnTo>
                  <a:pt x="405561" y="17780"/>
                </a:lnTo>
                <a:lnTo>
                  <a:pt x="393712" y="54813"/>
                </a:lnTo>
                <a:lnTo>
                  <a:pt x="344274" y="68846"/>
                </a:lnTo>
                <a:lnTo>
                  <a:pt x="344068" y="68846"/>
                </a:lnTo>
                <a:lnTo>
                  <a:pt x="343738" y="68999"/>
                </a:lnTo>
                <a:lnTo>
                  <a:pt x="273735" y="88874"/>
                </a:lnTo>
                <a:lnTo>
                  <a:pt x="269290" y="90360"/>
                </a:lnTo>
                <a:lnTo>
                  <a:pt x="267817" y="93319"/>
                </a:lnTo>
                <a:lnTo>
                  <a:pt x="267817" y="124434"/>
                </a:lnTo>
                <a:lnTo>
                  <a:pt x="285584" y="124434"/>
                </a:lnTo>
                <a:lnTo>
                  <a:pt x="285584" y="103695"/>
                </a:lnTo>
                <a:lnTo>
                  <a:pt x="338788" y="88874"/>
                </a:lnTo>
                <a:lnTo>
                  <a:pt x="356692" y="88874"/>
                </a:lnTo>
                <a:lnTo>
                  <a:pt x="356692" y="83896"/>
                </a:lnTo>
                <a:lnTo>
                  <a:pt x="402602" y="71107"/>
                </a:lnTo>
                <a:lnTo>
                  <a:pt x="408533" y="68135"/>
                </a:lnTo>
                <a:lnTo>
                  <a:pt x="408533" y="65176"/>
                </a:lnTo>
                <a:lnTo>
                  <a:pt x="424324" y="17780"/>
                </a:lnTo>
                <a:close/>
              </a:path>
            </a:pathLst>
          </a:custGeom>
          <a:solidFill>
            <a:srgbClr val="9595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0085F31-3482-DE4F-C13F-1834A7B53F3C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/>
          <p:nvPr/>
        </p:nvSpPr>
        <p:spPr>
          <a:xfrm>
            <a:off x="344635" y="4093500"/>
            <a:ext cx="1633022" cy="640800"/>
          </a:xfrm>
          <a:prstGeom prst="rect">
            <a:avLst/>
          </a:prstGeom>
        </p:spPr>
        <p:txBody>
          <a:bodyPr lIns="72000" tIns="36000" rIns="72000" bIns="36000"/>
          <a:lstStyle>
            <a:lvl1pPr marL="0" algn="ctr">
              <a:defRPr sz="900">
                <a:effectLst/>
                <a:latin typeface="Graphik"/>
                <a:ea typeface="+mn-ea"/>
                <a:cs typeface="Graphik"/>
              </a:defRPr>
            </a:lvl1pPr>
            <a:lvl2pPr marL="457200">
              <a:defRPr sz="900">
                <a:effectLst/>
                <a:latin typeface="+mn-lt"/>
                <a:ea typeface="+mn-ea"/>
                <a:cs typeface="+mn-cs"/>
              </a:defRPr>
            </a:lvl2pPr>
            <a:lvl3pPr marL="914400">
              <a:defRPr sz="900">
                <a:effectLst/>
                <a:latin typeface="+mn-lt"/>
                <a:ea typeface="+mn-ea"/>
                <a:cs typeface="+mn-cs"/>
              </a:defRPr>
            </a:lvl3pPr>
            <a:lvl4pPr marL="1371600">
              <a:defRPr sz="900">
                <a:effectLst/>
                <a:latin typeface="+mn-lt"/>
                <a:ea typeface="+mn-ea"/>
                <a:cs typeface="+mn-cs"/>
              </a:defRPr>
            </a:lvl4pPr>
            <a:lvl5pPr marL="1828800">
              <a:defRPr sz="900">
                <a:effectLst/>
                <a:latin typeface="+mn-lt"/>
                <a:ea typeface="+mn-ea"/>
                <a:cs typeface="+mn-cs"/>
              </a:defRPr>
            </a:lvl5pPr>
            <a:lvl6pPr marL="2286000">
              <a:defRPr>
                <a:latin typeface="+mn-lt"/>
                <a:ea typeface="+mn-ea"/>
                <a:cs typeface="+mn-cs"/>
              </a:defRPr>
            </a:lvl6pPr>
            <a:lvl7pPr marL="2743200">
              <a:defRPr>
                <a:latin typeface="+mn-lt"/>
                <a:ea typeface="+mn-ea"/>
                <a:cs typeface="+mn-cs"/>
              </a:defRPr>
            </a:lvl7pPr>
            <a:lvl8pPr marL="3200400">
              <a:defRPr>
                <a:latin typeface="+mn-lt"/>
                <a:ea typeface="+mn-ea"/>
                <a:cs typeface="+mn-cs"/>
              </a:defRPr>
            </a:lvl8pPr>
            <a:lvl9pPr marL="3657600">
              <a:defRPr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Graphik"/>
                <a:cs typeface="Graphik"/>
              </a:rPr>
              <a:t>customer</a:t>
            </a:r>
            <a:r>
              <a:rPr lang="en-US" sz="900" spc="-30" dirty="0">
                <a:latin typeface="Graphik"/>
                <a:cs typeface="Graphik"/>
              </a:rPr>
              <a:t> </a:t>
            </a:r>
            <a:r>
              <a:rPr lang="en-US" sz="900" dirty="0">
                <a:latin typeface="Graphik"/>
                <a:cs typeface="Graphik"/>
              </a:rPr>
              <a:t>care;</a:t>
            </a:r>
            <a:r>
              <a:rPr lang="en-US" sz="900" spc="-30" dirty="0">
                <a:latin typeface="Graphik"/>
                <a:cs typeface="Graphik"/>
              </a:rPr>
              <a:t> </a:t>
            </a:r>
            <a:r>
              <a:rPr lang="en-US" sz="900" spc="-20" dirty="0">
                <a:latin typeface="Graphik"/>
                <a:cs typeface="Graphik"/>
              </a:rPr>
              <a:t>csr; </a:t>
            </a:r>
            <a:r>
              <a:rPr lang="en-US" sz="900" dirty="0">
                <a:latin typeface="Graphik"/>
                <a:cs typeface="Graphik"/>
              </a:rPr>
              <a:t>headphone;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dirty="0">
                <a:latin typeface="Graphik"/>
                <a:cs typeface="Graphik"/>
              </a:rPr>
              <a:t>headset;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dirty="0">
                <a:latin typeface="Graphik"/>
                <a:cs typeface="Graphik"/>
              </a:rPr>
              <a:t>support;</a:t>
            </a:r>
            <a:r>
              <a:rPr lang="en-US" sz="900" spc="-25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customer service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83BC584-AC6F-4687-A77D-2A779806F823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/>
          <p:nvPr/>
        </p:nvSpPr>
        <p:spPr>
          <a:xfrm>
            <a:off x="1992682" y="4093500"/>
            <a:ext cx="1633022" cy="640800"/>
          </a:xfrm>
          <a:prstGeom prst="rect">
            <a:avLst/>
          </a:prstGeom>
        </p:spPr>
        <p:txBody>
          <a:bodyPr lIns="72000" tIns="36000" rIns="72000" bIns="36000"/>
          <a:lstStyle>
            <a:lvl1pPr marL="0" algn="ctr">
              <a:defRPr sz="900">
                <a:effectLst/>
                <a:latin typeface="Graphik"/>
                <a:ea typeface="+mn-ea"/>
                <a:cs typeface="Graphik"/>
              </a:defRPr>
            </a:lvl1pPr>
            <a:lvl2pPr marL="457200">
              <a:defRPr sz="900">
                <a:effectLst/>
                <a:latin typeface="+mn-lt"/>
                <a:ea typeface="+mn-ea"/>
                <a:cs typeface="+mn-cs"/>
              </a:defRPr>
            </a:lvl2pPr>
            <a:lvl3pPr marL="914400">
              <a:defRPr sz="900">
                <a:effectLst/>
                <a:latin typeface="+mn-lt"/>
                <a:ea typeface="+mn-ea"/>
                <a:cs typeface="+mn-cs"/>
              </a:defRPr>
            </a:lvl3pPr>
            <a:lvl4pPr marL="1371600">
              <a:defRPr sz="900">
                <a:effectLst/>
                <a:latin typeface="+mn-lt"/>
                <a:ea typeface="+mn-ea"/>
                <a:cs typeface="+mn-cs"/>
              </a:defRPr>
            </a:lvl4pPr>
            <a:lvl5pPr marL="1828800">
              <a:defRPr sz="900">
                <a:effectLst/>
                <a:latin typeface="+mn-lt"/>
                <a:ea typeface="+mn-ea"/>
                <a:cs typeface="+mn-cs"/>
              </a:defRPr>
            </a:lvl5pPr>
            <a:lvl6pPr marL="2286000">
              <a:defRPr>
                <a:latin typeface="+mn-lt"/>
                <a:ea typeface="+mn-ea"/>
                <a:cs typeface="+mn-cs"/>
              </a:defRPr>
            </a:lvl6pPr>
            <a:lvl7pPr marL="2743200">
              <a:defRPr>
                <a:latin typeface="+mn-lt"/>
                <a:ea typeface="+mn-ea"/>
                <a:cs typeface="+mn-cs"/>
              </a:defRPr>
            </a:lvl7pPr>
            <a:lvl8pPr marL="3200400">
              <a:defRPr>
                <a:latin typeface="+mn-lt"/>
                <a:ea typeface="+mn-ea"/>
                <a:cs typeface="+mn-cs"/>
              </a:defRPr>
            </a:lvl8pPr>
            <a:lvl9pPr marL="3657600">
              <a:defRPr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Graphik"/>
                <a:cs typeface="Graphik"/>
              </a:rPr>
              <a:t>call; video </a:t>
            </a:r>
            <a:r>
              <a:rPr lang="en-US" sz="900" spc="-10" dirty="0">
                <a:latin typeface="Graphik"/>
                <a:cs typeface="Graphik"/>
              </a:rPr>
              <a:t>conference; </a:t>
            </a:r>
            <a:r>
              <a:rPr lang="en-US" sz="900" dirty="0">
                <a:latin typeface="Graphik"/>
                <a:cs typeface="Graphik"/>
              </a:rPr>
              <a:t>meeting; </a:t>
            </a:r>
            <a:r>
              <a:rPr lang="en-US" sz="900" spc="-10" dirty="0">
                <a:latin typeface="Graphik"/>
                <a:cs typeface="Graphik"/>
              </a:rPr>
              <a:t>teams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6080686A-5C18-29B4-E11F-9BA308FC63F5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/>
          <p:nvPr/>
        </p:nvSpPr>
        <p:spPr>
          <a:xfrm>
            <a:off x="3630096" y="4093500"/>
            <a:ext cx="1633022" cy="640800"/>
          </a:xfrm>
          <a:prstGeom prst="rect">
            <a:avLst/>
          </a:prstGeom>
        </p:spPr>
        <p:txBody>
          <a:bodyPr lIns="72000" tIns="36000" rIns="72000" bIns="36000"/>
          <a:lstStyle>
            <a:lvl1pPr marL="0" algn="ctr">
              <a:defRPr sz="900">
                <a:effectLst/>
                <a:latin typeface="Graphik"/>
                <a:ea typeface="+mn-ea"/>
                <a:cs typeface="Graphik"/>
              </a:defRPr>
            </a:lvl1pPr>
            <a:lvl2pPr marL="457200">
              <a:defRPr sz="900">
                <a:effectLst/>
                <a:latin typeface="+mn-lt"/>
                <a:ea typeface="+mn-ea"/>
                <a:cs typeface="+mn-cs"/>
              </a:defRPr>
            </a:lvl2pPr>
            <a:lvl3pPr marL="914400">
              <a:defRPr sz="900">
                <a:effectLst/>
                <a:latin typeface="+mn-lt"/>
                <a:ea typeface="+mn-ea"/>
                <a:cs typeface="+mn-cs"/>
              </a:defRPr>
            </a:lvl3pPr>
            <a:lvl4pPr marL="1371600">
              <a:defRPr sz="900">
                <a:effectLst/>
                <a:latin typeface="+mn-lt"/>
                <a:ea typeface="+mn-ea"/>
                <a:cs typeface="+mn-cs"/>
              </a:defRPr>
            </a:lvl4pPr>
            <a:lvl5pPr marL="1828800">
              <a:defRPr sz="900">
                <a:effectLst/>
                <a:latin typeface="+mn-lt"/>
                <a:ea typeface="+mn-ea"/>
                <a:cs typeface="+mn-cs"/>
              </a:defRPr>
            </a:lvl5pPr>
            <a:lvl6pPr marL="2286000">
              <a:defRPr>
                <a:latin typeface="+mn-lt"/>
                <a:ea typeface="+mn-ea"/>
                <a:cs typeface="+mn-cs"/>
              </a:defRPr>
            </a:lvl6pPr>
            <a:lvl7pPr marL="2743200">
              <a:defRPr>
                <a:latin typeface="+mn-lt"/>
                <a:ea typeface="+mn-ea"/>
                <a:cs typeface="+mn-cs"/>
              </a:defRPr>
            </a:lvl7pPr>
            <a:lvl8pPr marL="3200400">
              <a:defRPr>
                <a:latin typeface="+mn-lt"/>
                <a:ea typeface="+mn-ea"/>
                <a:cs typeface="+mn-cs"/>
              </a:defRPr>
            </a:lvl8pPr>
            <a:lvl9pPr marL="3657600">
              <a:defRPr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Graphik"/>
                <a:cs typeface="Graphik"/>
              </a:rPr>
              <a:t>alarm;</a:t>
            </a:r>
            <a:r>
              <a:rPr lang="en-US" sz="900" spc="-40" dirty="0">
                <a:latin typeface="Graphik"/>
                <a:cs typeface="Graphik"/>
              </a:rPr>
              <a:t> </a:t>
            </a:r>
            <a:r>
              <a:rPr lang="en-US" sz="900" dirty="0">
                <a:latin typeface="Graphik"/>
                <a:cs typeface="Graphik"/>
              </a:rPr>
              <a:t>bell;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alert; notification;</a:t>
            </a:r>
            <a:r>
              <a:rPr lang="en-US" sz="900" dirty="0">
                <a:latin typeface="Graphik"/>
                <a:cs typeface="Graphik"/>
              </a:rPr>
              <a:t> sound;</a:t>
            </a:r>
            <a:r>
              <a:rPr lang="en-US" sz="900" spc="5" dirty="0">
                <a:latin typeface="Graphik"/>
                <a:cs typeface="Graphik"/>
              </a:rPr>
              <a:t> </a:t>
            </a:r>
            <a:r>
              <a:rPr lang="en-US" sz="900" spc="-20" dirty="0">
                <a:latin typeface="Graphik"/>
                <a:cs typeface="Graphik"/>
              </a:rPr>
              <a:t>ring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65F10DD7-D6E9-ED6B-FE4D-20E43D692247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/>
          <p:nvPr/>
        </p:nvSpPr>
        <p:spPr>
          <a:xfrm>
            <a:off x="5278142" y="4093500"/>
            <a:ext cx="1633022" cy="640800"/>
          </a:xfrm>
          <a:prstGeom prst="rect">
            <a:avLst/>
          </a:prstGeom>
        </p:spPr>
        <p:txBody>
          <a:bodyPr lIns="72000" tIns="36000" rIns="72000" bIns="36000"/>
          <a:lstStyle>
            <a:lvl1pPr marL="0" algn="ctr">
              <a:defRPr sz="900">
                <a:effectLst/>
                <a:latin typeface="Graphik"/>
                <a:ea typeface="+mn-ea"/>
                <a:cs typeface="Graphik"/>
              </a:defRPr>
            </a:lvl1pPr>
            <a:lvl2pPr marL="457200">
              <a:defRPr sz="900">
                <a:effectLst/>
                <a:latin typeface="+mn-lt"/>
                <a:ea typeface="+mn-ea"/>
                <a:cs typeface="+mn-cs"/>
              </a:defRPr>
            </a:lvl2pPr>
            <a:lvl3pPr marL="914400">
              <a:defRPr sz="900">
                <a:effectLst/>
                <a:latin typeface="+mn-lt"/>
                <a:ea typeface="+mn-ea"/>
                <a:cs typeface="+mn-cs"/>
              </a:defRPr>
            </a:lvl3pPr>
            <a:lvl4pPr marL="1371600">
              <a:defRPr sz="900">
                <a:effectLst/>
                <a:latin typeface="+mn-lt"/>
                <a:ea typeface="+mn-ea"/>
                <a:cs typeface="+mn-cs"/>
              </a:defRPr>
            </a:lvl4pPr>
            <a:lvl5pPr marL="1828800">
              <a:defRPr sz="900">
                <a:effectLst/>
                <a:latin typeface="+mn-lt"/>
                <a:ea typeface="+mn-ea"/>
                <a:cs typeface="+mn-cs"/>
              </a:defRPr>
            </a:lvl5pPr>
            <a:lvl6pPr marL="2286000">
              <a:defRPr>
                <a:latin typeface="+mn-lt"/>
                <a:ea typeface="+mn-ea"/>
                <a:cs typeface="+mn-cs"/>
              </a:defRPr>
            </a:lvl6pPr>
            <a:lvl7pPr marL="2743200">
              <a:defRPr>
                <a:latin typeface="+mn-lt"/>
                <a:ea typeface="+mn-ea"/>
                <a:cs typeface="+mn-cs"/>
              </a:defRPr>
            </a:lvl7pPr>
            <a:lvl8pPr marL="3200400">
              <a:defRPr>
                <a:latin typeface="+mn-lt"/>
                <a:ea typeface="+mn-ea"/>
                <a:cs typeface="+mn-cs"/>
              </a:defRPr>
            </a:lvl8pPr>
            <a:lvl9pPr marL="3657600">
              <a:defRPr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Graphik"/>
                <a:cs typeface="Graphik"/>
              </a:rPr>
              <a:t>camera;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dirty="0">
                <a:latin typeface="Graphik"/>
                <a:cs typeface="Graphik"/>
              </a:rPr>
              <a:t>privacy;</a:t>
            </a:r>
            <a:r>
              <a:rPr lang="en-US" sz="900" spc="-30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security; surveillance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5" name="Graphic 3">
            <a:extLst>
              <a:ext uri="{FF2B5EF4-FFF2-40B4-BE49-F238E27FC236}">
                <a16:creationId xmlns:a16="http://schemas.microsoft.com/office/drawing/2014/main" id="{C3DF4DAB-50EB-203C-40E0-D9EF4A05F312}"/>
              </a:ext>
            </a:extLst>
          </p:cNvPr>
          <p:cNvSpPr/>
          <p:nvPr/>
        </p:nvSpPr>
        <p:spPr>
          <a:xfrm>
            <a:off x="524798" y="844533"/>
            <a:ext cx="447675" cy="448266"/>
          </a:xfrm>
          <a:custGeom>
            <a:avLst/>
            <a:gdLst>
              <a:gd name="connsiteX0" fmla="*/ 251365 w 334837"/>
              <a:gd name="connsiteY0" fmla="*/ 167640 h 335279"/>
              <a:gd name="connsiteX1" fmla="*/ 167893 w 334837"/>
              <a:gd name="connsiteY1" fmla="*/ 251460 h 335279"/>
              <a:gd name="connsiteX2" fmla="*/ 251365 w 334837"/>
              <a:gd name="connsiteY2" fmla="*/ 335280 h 335279"/>
              <a:gd name="connsiteX3" fmla="*/ 334837 w 334837"/>
              <a:gd name="connsiteY3" fmla="*/ 251460 h 335279"/>
              <a:gd name="connsiteX4" fmla="*/ 251365 w 334837"/>
              <a:gd name="connsiteY4" fmla="*/ 167640 h 335279"/>
              <a:gd name="connsiteX5" fmla="*/ 251365 w 334837"/>
              <a:gd name="connsiteY5" fmla="*/ 320992 h 335279"/>
              <a:gd name="connsiteX6" fmla="*/ 182121 w 334837"/>
              <a:gd name="connsiteY6" fmla="*/ 251460 h 335279"/>
              <a:gd name="connsiteX7" fmla="*/ 251365 w 334837"/>
              <a:gd name="connsiteY7" fmla="*/ 181927 h 335279"/>
              <a:gd name="connsiteX8" fmla="*/ 320609 w 334837"/>
              <a:gd name="connsiteY8" fmla="*/ 251460 h 335279"/>
              <a:gd name="connsiteX9" fmla="*/ 251365 w 334837"/>
              <a:gd name="connsiteY9" fmla="*/ 320992 h 335279"/>
              <a:gd name="connsiteX10" fmla="*/ 295947 w 334837"/>
              <a:gd name="connsiteY10" fmla="*/ 245745 h 335279"/>
              <a:gd name="connsiteX11" fmla="*/ 233343 w 334837"/>
              <a:gd name="connsiteY11" fmla="*/ 210502 h 335279"/>
              <a:gd name="connsiteX12" fmla="*/ 226703 w 334837"/>
              <a:gd name="connsiteY12" fmla="*/ 210502 h 335279"/>
              <a:gd name="connsiteX13" fmla="*/ 222909 w 334837"/>
              <a:gd name="connsiteY13" fmla="*/ 216217 h 335279"/>
              <a:gd name="connsiteX14" fmla="*/ 222909 w 334837"/>
              <a:gd name="connsiteY14" fmla="*/ 286703 h 335279"/>
              <a:gd name="connsiteX15" fmla="*/ 226703 w 334837"/>
              <a:gd name="connsiteY15" fmla="*/ 293370 h 335279"/>
              <a:gd name="connsiteX16" fmla="*/ 233343 w 334837"/>
              <a:gd name="connsiteY16" fmla="*/ 293370 h 335279"/>
              <a:gd name="connsiteX17" fmla="*/ 295947 w 334837"/>
              <a:gd name="connsiteY17" fmla="*/ 257175 h 335279"/>
              <a:gd name="connsiteX18" fmla="*/ 299741 w 334837"/>
              <a:gd name="connsiteY18" fmla="*/ 251460 h 335279"/>
              <a:gd name="connsiteX19" fmla="*/ 295947 w 334837"/>
              <a:gd name="connsiteY19" fmla="*/ 245745 h 335279"/>
              <a:gd name="connsiteX20" fmla="*/ 237137 w 334837"/>
              <a:gd name="connsiteY20" fmla="*/ 275273 h 335279"/>
              <a:gd name="connsiteX21" fmla="*/ 237137 w 334837"/>
              <a:gd name="connsiteY21" fmla="*/ 228600 h 335279"/>
              <a:gd name="connsiteX22" fmla="*/ 278873 w 334837"/>
              <a:gd name="connsiteY22" fmla="*/ 252413 h 335279"/>
              <a:gd name="connsiteX23" fmla="*/ 237137 w 334837"/>
              <a:gd name="connsiteY23" fmla="*/ 276225 h 335279"/>
              <a:gd name="connsiteX24" fmla="*/ 334837 w 334837"/>
              <a:gd name="connsiteY24" fmla="*/ 104775 h 335279"/>
              <a:gd name="connsiteX25" fmla="*/ 334837 w 334837"/>
              <a:gd name="connsiteY25" fmla="*/ 167640 h 335279"/>
              <a:gd name="connsiteX26" fmla="*/ 320609 w 334837"/>
              <a:gd name="connsiteY26" fmla="*/ 167640 h 335279"/>
              <a:gd name="connsiteX27" fmla="*/ 320609 w 334837"/>
              <a:gd name="connsiteY27" fmla="*/ 111442 h 335279"/>
              <a:gd name="connsiteX28" fmla="*/ 14228 w 334837"/>
              <a:gd name="connsiteY28" fmla="*/ 111442 h 335279"/>
              <a:gd name="connsiteX29" fmla="*/ 14228 w 334837"/>
              <a:gd name="connsiteY29" fmla="*/ 280988 h 335279"/>
              <a:gd name="connsiteX30" fmla="*/ 26559 w 334837"/>
              <a:gd name="connsiteY30" fmla="*/ 293370 h 335279"/>
              <a:gd name="connsiteX31" fmla="*/ 139437 w 334837"/>
              <a:gd name="connsiteY31" fmla="*/ 293370 h 335279"/>
              <a:gd name="connsiteX32" fmla="*/ 139437 w 334837"/>
              <a:gd name="connsiteY32" fmla="*/ 307657 h 335279"/>
              <a:gd name="connsiteX33" fmla="*/ 26559 w 334837"/>
              <a:gd name="connsiteY33" fmla="*/ 307657 h 335279"/>
              <a:gd name="connsiteX34" fmla="*/ 0 w 334837"/>
              <a:gd name="connsiteY34" fmla="*/ 280988 h 335279"/>
              <a:gd name="connsiteX35" fmla="*/ 0 w 334837"/>
              <a:gd name="connsiteY35" fmla="*/ 104775 h 335279"/>
              <a:gd name="connsiteX36" fmla="*/ 6640 w 334837"/>
              <a:gd name="connsiteY36" fmla="*/ 98107 h 335279"/>
              <a:gd name="connsiteX37" fmla="*/ 327249 w 334837"/>
              <a:gd name="connsiteY37" fmla="*/ 98107 h 335279"/>
              <a:gd name="connsiteX38" fmla="*/ 333889 w 334837"/>
              <a:gd name="connsiteY38" fmla="*/ 104775 h 335279"/>
              <a:gd name="connsiteX39" fmla="*/ 313969 w 334837"/>
              <a:gd name="connsiteY39" fmla="*/ 0 h 335279"/>
              <a:gd name="connsiteX40" fmla="*/ 21817 w 334837"/>
              <a:gd name="connsiteY40" fmla="*/ 0 h 335279"/>
              <a:gd name="connsiteX41" fmla="*/ 949 w 334837"/>
              <a:gd name="connsiteY41" fmla="*/ 20955 h 335279"/>
              <a:gd name="connsiteX42" fmla="*/ 949 w 334837"/>
              <a:gd name="connsiteY42" fmla="*/ 76200 h 335279"/>
              <a:gd name="connsiteX43" fmla="*/ 7588 w 334837"/>
              <a:gd name="connsiteY43" fmla="*/ 82867 h 335279"/>
              <a:gd name="connsiteX44" fmla="*/ 328198 w 334837"/>
              <a:gd name="connsiteY44" fmla="*/ 82867 h 335279"/>
              <a:gd name="connsiteX45" fmla="*/ 334837 w 334837"/>
              <a:gd name="connsiteY45" fmla="*/ 76200 h 335279"/>
              <a:gd name="connsiteX46" fmla="*/ 334837 w 334837"/>
              <a:gd name="connsiteY46" fmla="*/ 20955 h 335279"/>
              <a:gd name="connsiteX47" fmla="*/ 313969 w 334837"/>
              <a:gd name="connsiteY47" fmla="*/ 0 h 335279"/>
              <a:gd name="connsiteX48" fmla="*/ 320609 w 334837"/>
              <a:gd name="connsiteY48" fmla="*/ 19050 h 335279"/>
              <a:gd name="connsiteX49" fmla="*/ 270336 w 334837"/>
              <a:gd name="connsiteY49" fmla="*/ 69532 h 335279"/>
              <a:gd name="connsiteX50" fmla="*/ 232394 w 334837"/>
              <a:gd name="connsiteY50" fmla="*/ 69532 h 335279"/>
              <a:gd name="connsiteX51" fmla="*/ 287410 w 334837"/>
              <a:gd name="connsiteY51" fmla="*/ 14288 h 335279"/>
              <a:gd name="connsiteX52" fmla="*/ 313021 w 334837"/>
              <a:gd name="connsiteY52" fmla="*/ 14288 h 335279"/>
              <a:gd name="connsiteX53" fmla="*/ 319661 w 334837"/>
              <a:gd name="connsiteY53" fmla="*/ 19050 h 335279"/>
              <a:gd name="connsiteX54" fmla="*/ 122363 w 334837"/>
              <a:gd name="connsiteY54" fmla="*/ 13335 h 335279"/>
              <a:gd name="connsiteX55" fmla="*/ 159356 w 334837"/>
              <a:gd name="connsiteY55" fmla="*/ 13335 h 335279"/>
              <a:gd name="connsiteX56" fmla="*/ 104340 w 334837"/>
              <a:gd name="connsiteY56" fmla="*/ 68580 h 335279"/>
              <a:gd name="connsiteX57" fmla="*/ 68295 w 334837"/>
              <a:gd name="connsiteY57" fmla="*/ 68580 h 335279"/>
              <a:gd name="connsiteX58" fmla="*/ 123311 w 334837"/>
              <a:gd name="connsiteY58" fmla="*/ 13335 h 335279"/>
              <a:gd name="connsiteX59" fmla="*/ 47427 w 334837"/>
              <a:gd name="connsiteY59" fmla="*/ 69532 h 335279"/>
              <a:gd name="connsiteX60" fmla="*/ 18022 w 334837"/>
              <a:gd name="connsiteY60" fmla="*/ 69532 h 335279"/>
              <a:gd name="connsiteX61" fmla="*/ 73987 w 334837"/>
              <a:gd name="connsiteY61" fmla="*/ 14288 h 335279"/>
              <a:gd name="connsiteX62" fmla="*/ 103392 w 334837"/>
              <a:gd name="connsiteY62" fmla="*/ 14288 h 335279"/>
              <a:gd name="connsiteX63" fmla="*/ 48376 w 334837"/>
              <a:gd name="connsiteY63" fmla="*/ 69532 h 335279"/>
              <a:gd name="connsiteX64" fmla="*/ 177378 w 334837"/>
              <a:gd name="connsiteY64" fmla="*/ 13335 h 335279"/>
              <a:gd name="connsiteX65" fmla="*/ 214372 w 334837"/>
              <a:gd name="connsiteY65" fmla="*/ 13335 h 335279"/>
              <a:gd name="connsiteX66" fmla="*/ 159356 w 334837"/>
              <a:gd name="connsiteY66" fmla="*/ 68580 h 335279"/>
              <a:gd name="connsiteX67" fmla="*/ 123311 w 334837"/>
              <a:gd name="connsiteY67" fmla="*/ 68580 h 335279"/>
              <a:gd name="connsiteX68" fmla="*/ 178327 w 334837"/>
              <a:gd name="connsiteY68" fmla="*/ 13335 h 335279"/>
              <a:gd name="connsiteX69" fmla="*/ 233343 w 334837"/>
              <a:gd name="connsiteY69" fmla="*/ 13335 h 335279"/>
              <a:gd name="connsiteX70" fmla="*/ 270336 w 334837"/>
              <a:gd name="connsiteY70" fmla="*/ 13335 h 335279"/>
              <a:gd name="connsiteX71" fmla="*/ 215320 w 334837"/>
              <a:gd name="connsiteY71" fmla="*/ 68580 h 335279"/>
              <a:gd name="connsiteX72" fmla="*/ 179276 w 334837"/>
              <a:gd name="connsiteY72" fmla="*/ 68580 h 335279"/>
              <a:gd name="connsiteX73" fmla="*/ 234291 w 334837"/>
              <a:gd name="connsiteY73" fmla="*/ 13335 h 335279"/>
              <a:gd name="connsiteX74" fmla="*/ 21817 w 334837"/>
              <a:gd name="connsiteY74" fmla="*/ 13335 h 335279"/>
              <a:gd name="connsiteX75" fmla="*/ 53119 w 334837"/>
              <a:gd name="connsiteY75" fmla="*/ 13335 h 335279"/>
              <a:gd name="connsiteX76" fmla="*/ 15177 w 334837"/>
              <a:gd name="connsiteY76" fmla="*/ 53340 h 335279"/>
              <a:gd name="connsiteX77" fmla="*/ 15177 w 334837"/>
              <a:gd name="connsiteY77" fmla="*/ 20955 h 335279"/>
              <a:gd name="connsiteX78" fmla="*/ 21817 w 334837"/>
              <a:gd name="connsiteY78" fmla="*/ 14288 h 335279"/>
              <a:gd name="connsiteX79" fmla="*/ 288359 w 334837"/>
              <a:gd name="connsiteY79" fmla="*/ 69532 h 335279"/>
              <a:gd name="connsiteX80" fmla="*/ 320609 w 334837"/>
              <a:gd name="connsiteY80" fmla="*/ 37147 h 335279"/>
              <a:gd name="connsiteX81" fmla="*/ 320609 w 334837"/>
              <a:gd name="connsiteY81" fmla="*/ 69532 h 335279"/>
              <a:gd name="connsiteX82" fmla="*/ 288359 w 334837"/>
              <a:gd name="connsiteY82" fmla="*/ 69532 h 335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334837" h="335279">
                <a:moveTo>
                  <a:pt x="251365" y="167640"/>
                </a:moveTo>
                <a:cubicBezTo>
                  <a:pt x="204886" y="167640"/>
                  <a:pt x="167893" y="205740"/>
                  <a:pt x="167893" y="251460"/>
                </a:cubicBezTo>
                <a:cubicBezTo>
                  <a:pt x="167893" y="297180"/>
                  <a:pt x="204886" y="335280"/>
                  <a:pt x="251365" y="335280"/>
                </a:cubicBezTo>
                <a:cubicBezTo>
                  <a:pt x="297844" y="335280"/>
                  <a:pt x="334837" y="298132"/>
                  <a:pt x="334837" y="251460"/>
                </a:cubicBezTo>
                <a:cubicBezTo>
                  <a:pt x="334837" y="204788"/>
                  <a:pt x="297844" y="167640"/>
                  <a:pt x="251365" y="167640"/>
                </a:cubicBezTo>
                <a:close/>
                <a:moveTo>
                  <a:pt x="251365" y="320992"/>
                </a:moveTo>
                <a:cubicBezTo>
                  <a:pt x="213423" y="320992"/>
                  <a:pt x="182121" y="289560"/>
                  <a:pt x="182121" y="251460"/>
                </a:cubicBezTo>
                <a:cubicBezTo>
                  <a:pt x="182121" y="213360"/>
                  <a:pt x="213423" y="181927"/>
                  <a:pt x="251365" y="181927"/>
                </a:cubicBezTo>
                <a:cubicBezTo>
                  <a:pt x="289307" y="181927"/>
                  <a:pt x="320609" y="213360"/>
                  <a:pt x="320609" y="251460"/>
                </a:cubicBezTo>
                <a:cubicBezTo>
                  <a:pt x="320609" y="289560"/>
                  <a:pt x="289307" y="320992"/>
                  <a:pt x="251365" y="320992"/>
                </a:cubicBezTo>
                <a:close/>
                <a:moveTo>
                  <a:pt x="295947" y="245745"/>
                </a:moveTo>
                <a:lnTo>
                  <a:pt x="233343" y="210502"/>
                </a:lnTo>
                <a:cubicBezTo>
                  <a:pt x="231446" y="209550"/>
                  <a:pt x="228600" y="209550"/>
                  <a:pt x="226703" y="210502"/>
                </a:cubicBezTo>
                <a:cubicBezTo>
                  <a:pt x="224806" y="211455"/>
                  <a:pt x="222909" y="214313"/>
                  <a:pt x="222909" y="216217"/>
                </a:cubicBezTo>
                <a:lnTo>
                  <a:pt x="222909" y="286703"/>
                </a:lnTo>
                <a:cubicBezTo>
                  <a:pt x="222909" y="290513"/>
                  <a:pt x="223857" y="292417"/>
                  <a:pt x="226703" y="293370"/>
                </a:cubicBezTo>
                <a:lnTo>
                  <a:pt x="233343" y="293370"/>
                </a:lnTo>
                <a:lnTo>
                  <a:pt x="295947" y="257175"/>
                </a:lnTo>
                <a:cubicBezTo>
                  <a:pt x="297844" y="256223"/>
                  <a:pt x="299741" y="253365"/>
                  <a:pt x="299741" y="251460"/>
                </a:cubicBezTo>
                <a:cubicBezTo>
                  <a:pt x="299741" y="249555"/>
                  <a:pt x="298793" y="246698"/>
                  <a:pt x="295947" y="245745"/>
                </a:cubicBezTo>
                <a:close/>
                <a:moveTo>
                  <a:pt x="237137" y="275273"/>
                </a:moveTo>
                <a:lnTo>
                  <a:pt x="237137" y="228600"/>
                </a:lnTo>
                <a:lnTo>
                  <a:pt x="278873" y="252413"/>
                </a:lnTo>
                <a:lnTo>
                  <a:pt x="237137" y="276225"/>
                </a:lnTo>
                <a:close/>
                <a:moveTo>
                  <a:pt x="334837" y="104775"/>
                </a:moveTo>
                <a:lnTo>
                  <a:pt x="334837" y="167640"/>
                </a:lnTo>
                <a:lnTo>
                  <a:pt x="320609" y="167640"/>
                </a:lnTo>
                <a:lnTo>
                  <a:pt x="320609" y="111442"/>
                </a:lnTo>
                <a:lnTo>
                  <a:pt x="14228" y="111442"/>
                </a:lnTo>
                <a:lnTo>
                  <a:pt x="14228" y="280988"/>
                </a:lnTo>
                <a:cubicBezTo>
                  <a:pt x="14228" y="287655"/>
                  <a:pt x="19920" y="293370"/>
                  <a:pt x="26559" y="293370"/>
                </a:cubicBezTo>
                <a:lnTo>
                  <a:pt x="139437" y="293370"/>
                </a:lnTo>
                <a:lnTo>
                  <a:pt x="139437" y="307657"/>
                </a:lnTo>
                <a:lnTo>
                  <a:pt x="26559" y="307657"/>
                </a:lnTo>
                <a:cubicBezTo>
                  <a:pt x="11383" y="307657"/>
                  <a:pt x="0" y="296228"/>
                  <a:pt x="0" y="280988"/>
                </a:cubicBezTo>
                <a:lnTo>
                  <a:pt x="0" y="104775"/>
                </a:lnTo>
                <a:cubicBezTo>
                  <a:pt x="0" y="100965"/>
                  <a:pt x="3794" y="98107"/>
                  <a:pt x="6640" y="98107"/>
                </a:cubicBezTo>
                <a:lnTo>
                  <a:pt x="327249" y="98107"/>
                </a:lnTo>
                <a:cubicBezTo>
                  <a:pt x="331043" y="98107"/>
                  <a:pt x="333889" y="101917"/>
                  <a:pt x="333889" y="104775"/>
                </a:cubicBezTo>
                <a:close/>
                <a:moveTo>
                  <a:pt x="313969" y="0"/>
                </a:moveTo>
                <a:lnTo>
                  <a:pt x="21817" y="0"/>
                </a:lnTo>
                <a:cubicBezTo>
                  <a:pt x="10434" y="0"/>
                  <a:pt x="949" y="9525"/>
                  <a:pt x="949" y="20955"/>
                </a:cubicBezTo>
                <a:lnTo>
                  <a:pt x="949" y="76200"/>
                </a:lnTo>
                <a:cubicBezTo>
                  <a:pt x="949" y="80963"/>
                  <a:pt x="4743" y="82867"/>
                  <a:pt x="7588" y="82867"/>
                </a:cubicBezTo>
                <a:lnTo>
                  <a:pt x="328198" y="82867"/>
                </a:lnTo>
                <a:cubicBezTo>
                  <a:pt x="331992" y="82867"/>
                  <a:pt x="334837" y="80963"/>
                  <a:pt x="334837" y="76200"/>
                </a:cubicBezTo>
                <a:lnTo>
                  <a:pt x="334837" y="20955"/>
                </a:lnTo>
                <a:cubicBezTo>
                  <a:pt x="334837" y="9525"/>
                  <a:pt x="325352" y="0"/>
                  <a:pt x="313969" y="0"/>
                </a:cubicBezTo>
                <a:close/>
                <a:moveTo>
                  <a:pt x="320609" y="19050"/>
                </a:moveTo>
                <a:lnTo>
                  <a:pt x="270336" y="69532"/>
                </a:lnTo>
                <a:lnTo>
                  <a:pt x="232394" y="69532"/>
                </a:lnTo>
                <a:lnTo>
                  <a:pt x="287410" y="14288"/>
                </a:lnTo>
                <a:lnTo>
                  <a:pt x="313021" y="14288"/>
                </a:lnTo>
                <a:cubicBezTo>
                  <a:pt x="315866" y="14288"/>
                  <a:pt x="318712" y="17145"/>
                  <a:pt x="319661" y="19050"/>
                </a:cubicBezTo>
                <a:close/>
                <a:moveTo>
                  <a:pt x="122363" y="13335"/>
                </a:moveTo>
                <a:lnTo>
                  <a:pt x="159356" y="13335"/>
                </a:lnTo>
                <a:lnTo>
                  <a:pt x="104340" y="68580"/>
                </a:lnTo>
                <a:lnTo>
                  <a:pt x="68295" y="68580"/>
                </a:lnTo>
                <a:lnTo>
                  <a:pt x="123311" y="13335"/>
                </a:lnTo>
                <a:close/>
                <a:moveTo>
                  <a:pt x="47427" y="69532"/>
                </a:moveTo>
                <a:lnTo>
                  <a:pt x="18022" y="69532"/>
                </a:lnTo>
                <a:lnTo>
                  <a:pt x="73987" y="14288"/>
                </a:lnTo>
                <a:lnTo>
                  <a:pt x="103392" y="14288"/>
                </a:lnTo>
                <a:lnTo>
                  <a:pt x="48376" y="69532"/>
                </a:lnTo>
                <a:close/>
                <a:moveTo>
                  <a:pt x="177378" y="13335"/>
                </a:moveTo>
                <a:lnTo>
                  <a:pt x="214372" y="13335"/>
                </a:lnTo>
                <a:lnTo>
                  <a:pt x="159356" y="68580"/>
                </a:lnTo>
                <a:lnTo>
                  <a:pt x="123311" y="68580"/>
                </a:lnTo>
                <a:lnTo>
                  <a:pt x="178327" y="13335"/>
                </a:lnTo>
                <a:close/>
                <a:moveTo>
                  <a:pt x="233343" y="13335"/>
                </a:moveTo>
                <a:lnTo>
                  <a:pt x="270336" y="13335"/>
                </a:lnTo>
                <a:lnTo>
                  <a:pt x="215320" y="68580"/>
                </a:lnTo>
                <a:lnTo>
                  <a:pt x="179276" y="68580"/>
                </a:lnTo>
                <a:lnTo>
                  <a:pt x="234291" y="13335"/>
                </a:lnTo>
                <a:close/>
                <a:moveTo>
                  <a:pt x="21817" y="13335"/>
                </a:moveTo>
                <a:lnTo>
                  <a:pt x="53119" y="13335"/>
                </a:lnTo>
                <a:lnTo>
                  <a:pt x="15177" y="53340"/>
                </a:lnTo>
                <a:lnTo>
                  <a:pt x="15177" y="20955"/>
                </a:lnTo>
                <a:cubicBezTo>
                  <a:pt x="15177" y="17145"/>
                  <a:pt x="18971" y="14288"/>
                  <a:pt x="21817" y="14288"/>
                </a:cubicBezTo>
                <a:close/>
                <a:moveTo>
                  <a:pt x="288359" y="69532"/>
                </a:moveTo>
                <a:lnTo>
                  <a:pt x="320609" y="37147"/>
                </a:lnTo>
                <a:lnTo>
                  <a:pt x="320609" y="69532"/>
                </a:lnTo>
                <a:lnTo>
                  <a:pt x="288359" y="69532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0287AA7C-9AC7-826D-F9AF-A5E2233B9FF2}"/>
              </a:ext>
            </a:extLst>
          </p:cNvPr>
          <p:cNvSpPr/>
          <p:nvPr/>
        </p:nvSpPr>
        <p:spPr>
          <a:xfrm>
            <a:off x="1324141" y="844533"/>
            <a:ext cx="447675" cy="448266"/>
          </a:xfrm>
          <a:custGeom>
            <a:avLst/>
            <a:gdLst>
              <a:gd name="connsiteX0" fmla="*/ 251365 w 334837"/>
              <a:gd name="connsiteY0" fmla="*/ 167640 h 335279"/>
              <a:gd name="connsiteX1" fmla="*/ 167893 w 334837"/>
              <a:gd name="connsiteY1" fmla="*/ 251460 h 335279"/>
              <a:gd name="connsiteX2" fmla="*/ 251365 w 334837"/>
              <a:gd name="connsiteY2" fmla="*/ 335280 h 335279"/>
              <a:gd name="connsiteX3" fmla="*/ 334837 w 334837"/>
              <a:gd name="connsiteY3" fmla="*/ 251460 h 335279"/>
              <a:gd name="connsiteX4" fmla="*/ 251365 w 334837"/>
              <a:gd name="connsiteY4" fmla="*/ 167640 h 335279"/>
              <a:gd name="connsiteX5" fmla="*/ 251365 w 334837"/>
              <a:gd name="connsiteY5" fmla="*/ 320992 h 335279"/>
              <a:gd name="connsiteX6" fmla="*/ 182121 w 334837"/>
              <a:gd name="connsiteY6" fmla="*/ 251460 h 335279"/>
              <a:gd name="connsiteX7" fmla="*/ 251365 w 334837"/>
              <a:gd name="connsiteY7" fmla="*/ 181927 h 335279"/>
              <a:gd name="connsiteX8" fmla="*/ 320609 w 334837"/>
              <a:gd name="connsiteY8" fmla="*/ 251460 h 335279"/>
              <a:gd name="connsiteX9" fmla="*/ 251365 w 334837"/>
              <a:gd name="connsiteY9" fmla="*/ 320992 h 335279"/>
              <a:gd name="connsiteX10" fmla="*/ 295947 w 334837"/>
              <a:gd name="connsiteY10" fmla="*/ 245745 h 335279"/>
              <a:gd name="connsiteX11" fmla="*/ 233343 w 334837"/>
              <a:gd name="connsiteY11" fmla="*/ 210502 h 335279"/>
              <a:gd name="connsiteX12" fmla="*/ 226703 w 334837"/>
              <a:gd name="connsiteY12" fmla="*/ 210502 h 335279"/>
              <a:gd name="connsiteX13" fmla="*/ 222909 w 334837"/>
              <a:gd name="connsiteY13" fmla="*/ 216217 h 335279"/>
              <a:gd name="connsiteX14" fmla="*/ 222909 w 334837"/>
              <a:gd name="connsiteY14" fmla="*/ 286703 h 335279"/>
              <a:gd name="connsiteX15" fmla="*/ 226703 w 334837"/>
              <a:gd name="connsiteY15" fmla="*/ 293370 h 335279"/>
              <a:gd name="connsiteX16" fmla="*/ 233343 w 334837"/>
              <a:gd name="connsiteY16" fmla="*/ 293370 h 335279"/>
              <a:gd name="connsiteX17" fmla="*/ 295947 w 334837"/>
              <a:gd name="connsiteY17" fmla="*/ 257175 h 335279"/>
              <a:gd name="connsiteX18" fmla="*/ 299741 w 334837"/>
              <a:gd name="connsiteY18" fmla="*/ 251460 h 335279"/>
              <a:gd name="connsiteX19" fmla="*/ 295947 w 334837"/>
              <a:gd name="connsiteY19" fmla="*/ 245745 h 335279"/>
              <a:gd name="connsiteX20" fmla="*/ 237137 w 334837"/>
              <a:gd name="connsiteY20" fmla="*/ 275273 h 335279"/>
              <a:gd name="connsiteX21" fmla="*/ 237137 w 334837"/>
              <a:gd name="connsiteY21" fmla="*/ 228600 h 335279"/>
              <a:gd name="connsiteX22" fmla="*/ 278873 w 334837"/>
              <a:gd name="connsiteY22" fmla="*/ 252413 h 335279"/>
              <a:gd name="connsiteX23" fmla="*/ 237137 w 334837"/>
              <a:gd name="connsiteY23" fmla="*/ 276225 h 335279"/>
              <a:gd name="connsiteX24" fmla="*/ 334837 w 334837"/>
              <a:gd name="connsiteY24" fmla="*/ 104775 h 335279"/>
              <a:gd name="connsiteX25" fmla="*/ 334837 w 334837"/>
              <a:gd name="connsiteY25" fmla="*/ 167640 h 335279"/>
              <a:gd name="connsiteX26" fmla="*/ 320609 w 334837"/>
              <a:gd name="connsiteY26" fmla="*/ 167640 h 335279"/>
              <a:gd name="connsiteX27" fmla="*/ 320609 w 334837"/>
              <a:gd name="connsiteY27" fmla="*/ 111442 h 335279"/>
              <a:gd name="connsiteX28" fmla="*/ 14228 w 334837"/>
              <a:gd name="connsiteY28" fmla="*/ 111442 h 335279"/>
              <a:gd name="connsiteX29" fmla="*/ 14228 w 334837"/>
              <a:gd name="connsiteY29" fmla="*/ 280988 h 335279"/>
              <a:gd name="connsiteX30" fmla="*/ 26559 w 334837"/>
              <a:gd name="connsiteY30" fmla="*/ 293370 h 335279"/>
              <a:gd name="connsiteX31" fmla="*/ 139437 w 334837"/>
              <a:gd name="connsiteY31" fmla="*/ 293370 h 335279"/>
              <a:gd name="connsiteX32" fmla="*/ 139437 w 334837"/>
              <a:gd name="connsiteY32" fmla="*/ 307657 h 335279"/>
              <a:gd name="connsiteX33" fmla="*/ 26559 w 334837"/>
              <a:gd name="connsiteY33" fmla="*/ 307657 h 335279"/>
              <a:gd name="connsiteX34" fmla="*/ 0 w 334837"/>
              <a:gd name="connsiteY34" fmla="*/ 280988 h 335279"/>
              <a:gd name="connsiteX35" fmla="*/ 0 w 334837"/>
              <a:gd name="connsiteY35" fmla="*/ 104775 h 335279"/>
              <a:gd name="connsiteX36" fmla="*/ 6640 w 334837"/>
              <a:gd name="connsiteY36" fmla="*/ 98107 h 335279"/>
              <a:gd name="connsiteX37" fmla="*/ 327249 w 334837"/>
              <a:gd name="connsiteY37" fmla="*/ 98107 h 335279"/>
              <a:gd name="connsiteX38" fmla="*/ 333889 w 334837"/>
              <a:gd name="connsiteY38" fmla="*/ 104775 h 335279"/>
              <a:gd name="connsiteX39" fmla="*/ 313969 w 334837"/>
              <a:gd name="connsiteY39" fmla="*/ 0 h 335279"/>
              <a:gd name="connsiteX40" fmla="*/ 21817 w 334837"/>
              <a:gd name="connsiteY40" fmla="*/ 0 h 335279"/>
              <a:gd name="connsiteX41" fmla="*/ 949 w 334837"/>
              <a:gd name="connsiteY41" fmla="*/ 20955 h 335279"/>
              <a:gd name="connsiteX42" fmla="*/ 949 w 334837"/>
              <a:gd name="connsiteY42" fmla="*/ 76200 h 335279"/>
              <a:gd name="connsiteX43" fmla="*/ 7588 w 334837"/>
              <a:gd name="connsiteY43" fmla="*/ 82867 h 335279"/>
              <a:gd name="connsiteX44" fmla="*/ 328198 w 334837"/>
              <a:gd name="connsiteY44" fmla="*/ 82867 h 335279"/>
              <a:gd name="connsiteX45" fmla="*/ 334837 w 334837"/>
              <a:gd name="connsiteY45" fmla="*/ 76200 h 335279"/>
              <a:gd name="connsiteX46" fmla="*/ 334837 w 334837"/>
              <a:gd name="connsiteY46" fmla="*/ 20955 h 335279"/>
              <a:gd name="connsiteX47" fmla="*/ 313969 w 334837"/>
              <a:gd name="connsiteY47" fmla="*/ 0 h 335279"/>
              <a:gd name="connsiteX48" fmla="*/ 320609 w 334837"/>
              <a:gd name="connsiteY48" fmla="*/ 19050 h 335279"/>
              <a:gd name="connsiteX49" fmla="*/ 270336 w 334837"/>
              <a:gd name="connsiteY49" fmla="*/ 69532 h 335279"/>
              <a:gd name="connsiteX50" fmla="*/ 232394 w 334837"/>
              <a:gd name="connsiteY50" fmla="*/ 69532 h 335279"/>
              <a:gd name="connsiteX51" fmla="*/ 287410 w 334837"/>
              <a:gd name="connsiteY51" fmla="*/ 14288 h 335279"/>
              <a:gd name="connsiteX52" fmla="*/ 313021 w 334837"/>
              <a:gd name="connsiteY52" fmla="*/ 14288 h 335279"/>
              <a:gd name="connsiteX53" fmla="*/ 319661 w 334837"/>
              <a:gd name="connsiteY53" fmla="*/ 19050 h 335279"/>
              <a:gd name="connsiteX54" fmla="*/ 122363 w 334837"/>
              <a:gd name="connsiteY54" fmla="*/ 13335 h 335279"/>
              <a:gd name="connsiteX55" fmla="*/ 159356 w 334837"/>
              <a:gd name="connsiteY55" fmla="*/ 13335 h 335279"/>
              <a:gd name="connsiteX56" fmla="*/ 104340 w 334837"/>
              <a:gd name="connsiteY56" fmla="*/ 68580 h 335279"/>
              <a:gd name="connsiteX57" fmla="*/ 68295 w 334837"/>
              <a:gd name="connsiteY57" fmla="*/ 68580 h 335279"/>
              <a:gd name="connsiteX58" fmla="*/ 123311 w 334837"/>
              <a:gd name="connsiteY58" fmla="*/ 13335 h 335279"/>
              <a:gd name="connsiteX59" fmla="*/ 47427 w 334837"/>
              <a:gd name="connsiteY59" fmla="*/ 69532 h 335279"/>
              <a:gd name="connsiteX60" fmla="*/ 18022 w 334837"/>
              <a:gd name="connsiteY60" fmla="*/ 69532 h 335279"/>
              <a:gd name="connsiteX61" fmla="*/ 73987 w 334837"/>
              <a:gd name="connsiteY61" fmla="*/ 14288 h 335279"/>
              <a:gd name="connsiteX62" fmla="*/ 103392 w 334837"/>
              <a:gd name="connsiteY62" fmla="*/ 14288 h 335279"/>
              <a:gd name="connsiteX63" fmla="*/ 48376 w 334837"/>
              <a:gd name="connsiteY63" fmla="*/ 69532 h 335279"/>
              <a:gd name="connsiteX64" fmla="*/ 177378 w 334837"/>
              <a:gd name="connsiteY64" fmla="*/ 13335 h 335279"/>
              <a:gd name="connsiteX65" fmla="*/ 214372 w 334837"/>
              <a:gd name="connsiteY65" fmla="*/ 13335 h 335279"/>
              <a:gd name="connsiteX66" fmla="*/ 159356 w 334837"/>
              <a:gd name="connsiteY66" fmla="*/ 68580 h 335279"/>
              <a:gd name="connsiteX67" fmla="*/ 123311 w 334837"/>
              <a:gd name="connsiteY67" fmla="*/ 68580 h 335279"/>
              <a:gd name="connsiteX68" fmla="*/ 178327 w 334837"/>
              <a:gd name="connsiteY68" fmla="*/ 13335 h 335279"/>
              <a:gd name="connsiteX69" fmla="*/ 233343 w 334837"/>
              <a:gd name="connsiteY69" fmla="*/ 13335 h 335279"/>
              <a:gd name="connsiteX70" fmla="*/ 270336 w 334837"/>
              <a:gd name="connsiteY70" fmla="*/ 13335 h 335279"/>
              <a:gd name="connsiteX71" fmla="*/ 215320 w 334837"/>
              <a:gd name="connsiteY71" fmla="*/ 68580 h 335279"/>
              <a:gd name="connsiteX72" fmla="*/ 179276 w 334837"/>
              <a:gd name="connsiteY72" fmla="*/ 68580 h 335279"/>
              <a:gd name="connsiteX73" fmla="*/ 234291 w 334837"/>
              <a:gd name="connsiteY73" fmla="*/ 13335 h 335279"/>
              <a:gd name="connsiteX74" fmla="*/ 21817 w 334837"/>
              <a:gd name="connsiteY74" fmla="*/ 13335 h 335279"/>
              <a:gd name="connsiteX75" fmla="*/ 53119 w 334837"/>
              <a:gd name="connsiteY75" fmla="*/ 13335 h 335279"/>
              <a:gd name="connsiteX76" fmla="*/ 15177 w 334837"/>
              <a:gd name="connsiteY76" fmla="*/ 53340 h 335279"/>
              <a:gd name="connsiteX77" fmla="*/ 15177 w 334837"/>
              <a:gd name="connsiteY77" fmla="*/ 20955 h 335279"/>
              <a:gd name="connsiteX78" fmla="*/ 21817 w 334837"/>
              <a:gd name="connsiteY78" fmla="*/ 14288 h 335279"/>
              <a:gd name="connsiteX79" fmla="*/ 288359 w 334837"/>
              <a:gd name="connsiteY79" fmla="*/ 69532 h 335279"/>
              <a:gd name="connsiteX80" fmla="*/ 320609 w 334837"/>
              <a:gd name="connsiteY80" fmla="*/ 37147 h 335279"/>
              <a:gd name="connsiteX81" fmla="*/ 320609 w 334837"/>
              <a:gd name="connsiteY81" fmla="*/ 69532 h 335279"/>
              <a:gd name="connsiteX82" fmla="*/ 288359 w 334837"/>
              <a:gd name="connsiteY82" fmla="*/ 69532 h 335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334837" h="335279">
                <a:moveTo>
                  <a:pt x="251365" y="167640"/>
                </a:moveTo>
                <a:cubicBezTo>
                  <a:pt x="204886" y="167640"/>
                  <a:pt x="167893" y="205740"/>
                  <a:pt x="167893" y="251460"/>
                </a:cubicBezTo>
                <a:cubicBezTo>
                  <a:pt x="167893" y="297180"/>
                  <a:pt x="204886" y="335280"/>
                  <a:pt x="251365" y="335280"/>
                </a:cubicBezTo>
                <a:cubicBezTo>
                  <a:pt x="297844" y="335280"/>
                  <a:pt x="334837" y="298132"/>
                  <a:pt x="334837" y="251460"/>
                </a:cubicBezTo>
                <a:cubicBezTo>
                  <a:pt x="334837" y="204788"/>
                  <a:pt x="297844" y="167640"/>
                  <a:pt x="251365" y="167640"/>
                </a:cubicBezTo>
                <a:close/>
                <a:moveTo>
                  <a:pt x="251365" y="320992"/>
                </a:moveTo>
                <a:cubicBezTo>
                  <a:pt x="213423" y="320992"/>
                  <a:pt x="182121" y="289560"/>
                  <a:pt x="182121" y="251460"/>
                </a:cubicBezTo>
                <a:cubicBezTo>
                  <a:pt x="182121" y="213360"/>
                  <a:pt x="213423" y="181927"/>
                  <a:pt x="251365" y="181927"/>
                </a:cubicBezTo>
                <a:cubicBezTo>
                  <a:pt x="289307" y="181927"/>
                  <a:pt x="320609" y="213360"/>
                  <a:pt x="320609" y="251460"/>
                </a:cubicBezTo>
                <a:cubicBezTo>
                  <a:pt x="320609" y="289560"/>
                  <a:pt x="289307" y="320992"/>
                  <a:pt x="251365" y="320992"/>
                </a:cubicBezTo>
                <a:close/>
                <a:moveTo>
                  <a:pt x="295947" y="245745"/>
                </a:moveTo>
                <a:lnTo>
                  <a:pt x="233343" y="210502"/>
                </a:lnTo>
                <a:cubicBezTo>
                  <a:pt x="231446" y="209550"/>
                  <a:pt x="228600" y="209550"/>
                  <a:pt x="226703" y="210502"/>
                </a:cubicBezTo>
                <a:cubicBezTo>
                  <a:pt x="224806" y="211455"/>
                  <a:pt x="222909" y="214313"/>
                  <a:pt x="222909" y="216217"/>
                </a:cubicBezTo>
                <a:lnTo>
                  <a:pt x="222909" y="286703"/>
                </a:lnTo>
                <a:cubicBezTo>
                  <a:pt x="222909" y="290513"/>
                  <a:pt x="223857" y="292417"/>
                  <a:pt x="226703" y="293370"/>
                </a:cubicBezTo>
                <a:lnTo>
                  <a:pt x="233343" y="293370"/>
                </a:lnTo>
                <a:lnTo>
                  <a:pt x="295947" y="257175"/>
                </a:lnTo>
                <a:cubicBezTo>
                  <a:pt x="297844" y="256223"/>
                  <a:pt x="299741" y="253365"/>
                  <a:pt x="299741" y="251460"/>
                </a:cubicBezTo>
                <a:cubicBezTo>
                  <a:pt x="299741" y="249555"/>
                  <a:pt x="298793" y="246698"/>
                  <a:pt x="295947" y="245745"/>
                </a:cubicBezTo>
                <a:close/>
                <a:moveTo>
                  <a:pt x="237137" y="275273"/>
                </a:moveTo>
                <a:lnTo>
                  <a:pt x="237137" y="228600"/>
                </a:lnTo>
                <a:lnTo>
                  <a:pt x="278873" y="252413"/>
                </a:lnTo>
                <a:lnTo>
                  <a:pt x="237137" y="276225"/>
                </a:lnTo>
                <a:close/>
                <a:moveTo>
                  <a:pt x="334837" y="104775"/>
                </a:moveTo>
                <a:lnTo>
                  <a:pt x="334837" y="167640"/>
                </a:lnTo>
                <a:lnTo>
                  <a:pt x="320609" y="167640"/>
                </a:lnTo>
                <a:lnTo>
                  <a:pt x="320609" y="111442"/>
                </a:lnTo>
                <a:lnTo>
                  <a:pt x="14228" y="111442"/>
                </a:lnTo>
                <a:lnTo>
                  <a:pt x="14228" y="280988"/>
                </a:lnTo>
                <a:cubicBezTo>
                  <a:pt x="14228" y="287655"/>
                  <a:pt x="19920" y="293370"/>
                  <a:pt x="26559" y="293370"/>
                </a:cubicBezTo>
                <a:lnTo>
                  <a:pt x="139437" y="293370"/>
                </a:lnTo>
                <a:lnTo>
                  <a:pt x="139437" y="307657"/>
                </a:lnTo>
                <a:lnTo>
                  <a:pt x="26559" y="307657"/>
                </a:lnTo>
                <a:cubicBezTo>
                  <a:pt x="11383" y="307657"/>
                  <a:pt x="0" y="296228"/>
                  <a:pt x="0" y="280988"/>
                </a:cubicBezTo>
                <a:lnTo>
                  <a:pt x="0" y="104775"/>
                </a:lnTo>
                <a:cubicBezTo>
                  <a:pt x="0" y="100965"/>
                  <a:pt x="3794" y="98107"/>
                  <a:pt x="6640" y="98107"/>
                </a:cubicBezTo>
                <a:lnTo>
                  <a:pt x="327249" y="98107"/>
                </a:lnTo>
                <a:cubicBezTo>
                  <a:pt x="331043" y="98107"/>
                  <a:pt x="333889" y="101917"/>
                  <a:pt x="333889" y="104775"/>
                </a:cubicBezTo>
                <a:close/>
                <a:moveTo>
                  <a:pt x="313969" y="0"/>
                </a:moveTo>
                <a:lnTo>
                  <a:pt x="21817" y="0"/>
                </a:lnTo>
                <a:cubicBezTo>
                  <a:pt x="10434" y="0"/>
                  <a:pt x="949" y="9525"/>
                  <a:pt x="949" y="20955"/>
                </a:cubicBezTo>
                <a:lnTo>
                  <a:pt x="949" y="76200"/>
                </a:lnTo>
                <a:cubicBezTo>
                  <a:pt x="949" y="80963"/>
                  <a:pt x="4743" y="82867"/>
                  <a:pt x="7588" y="82867"/>
                </a:cubicBezTo>
                <a:lnTo>
                  <a:pt x="328198" y="82867"/>
                </a:lnTo>
                <a:cubicBezTo>
                  <a:pt x="331992" y="82867"/>
                  <a:pt x="334837" y="80963"/>
                  <a:pt x="334837" y="76200"/>
                </a:cubicBezTo>
                <a:lnTo>
                  <a:pt x="334837" y="20955"/>
                </a:lnTo>
                <a:cubicBezTo>
                  <a:pt x="334837" y="9525"/>
                  <a:pt x="325352" y="0"/>
                  <a:pt x="313969" y="0"/>
                </a:cubicBezTo>
                <a:close/>
                <a:moveTo>
                  <a:pt x="320609" y="19050"/>
                </a:moveTo>
                <a:lnTo>
                  <a:pt x="270336" y="69532"/>
                </a:lnTo>
                <a:lnTo>
                  <a:pt x="232394" y="69532"/>
                </a:lnTo>
                <a:lnTo>
                  <a:pt x="287410" y="14288"/>
                </a:lnTo>
                <a:lnTo>
                  <a:pt x="313021" y="14288"/>
                </a:lnTo>
                <a:cubicBezTo>
                  <a:pt x="315866" y="14288"/>
                  <a:pt x="318712" y="17145"/>
                  <a:pt x="319661" y="19050"/>
                </a:cubicBezTo>
                <a:close/>
                <a:moveTo>
                  <a:pt x="122363" y="13335"/>
                </a:moveTo>
                <a:lnTo>
                  <a:pt x="159356" y="13335"/>
                </a:lnTo>
                <a:lnTo>
                  <a:pt x="104340" y="68580"/>
                </a:lnTo>
                <a:lnTo>
                  <a:pt x="68295" y="68580"/>
                </a:lnTo>
                <a:lnTo>
                  <a:pt x="123311" y="13335"/>
                </a:lnTo>
                <a:close/>
                <a:moveTo>
                  <a:pt x="47427" y="69532"/>
                </a:moveTo>
                <a:lnTo>
                  <a:pt x="18022" y="69532"/>
                </a:lnTo>
                <a:lnTo>
                  <a:pt x="73987" y="14288"/>
                </a:lnTo>
                <a:lnTo>
                  <a:pt x="103392" y="14288"/>
                </a:lnTo>
                <a:lnTo>
                  <a:pt x="48376" y="69532"/>
                </a:lnTo>
                <a:close/>
                <a:moveTo>
                  <a:pt x="177378" y="13335"/>
                </a:moveTo>
                <a:lnTo>
                  <a:pt x="214372" y="13335"/>
                </a:lnTo>
                <a:lnTo>
                  <a:pt x="159356" y="68580"/>
                </a:lnTo>
                <a:lnTo>
                  <a:pt x="123311" y="68580"/>
                </a:lnTo>
                <a:lnTo>
                  <a:pt x="178327" y="13335"/>
                </a:lnTo>
                <a:close/>
                <a:moveTo>
                  <a:pt x="233343" y="13335"/>
                </a:moveTo>
                <a:lnTo>
                  <a:pt x="270336" y="13335"/>
                </a:lnTo>
                <a:lnTo>
                  <a:pt x="215320" y="68580"/>
                </a:lnTo>
                <a:lnTo>
                  <a:pt x="179276" y="68580"/>
                </a:lnTo>
                <a:lnTo>
                  <a:pt x="234291" y="13335"/>
                </a:lnTo>
                <a:close/>
                <a:moveTo>
                  <a:pt x="21817" y="13335"/>
                </a:moveTo>
                <a:lnTo>
                  <a:pt x="53119" y="13335"/>
                </a:lnTo>
                <a:lnTo>
                  <a:pt x="15177" y="53340"/>
                </a:lnTo>
                <a:lnTo>
                  <a:pt x="15177" y="20955"/>
                </a:lnTo>
                <a:cubicBezTo>
                  <a:pt x="15177" y="17145"/>
                  <a:pt x="18971" y="14288"/>
                  <a:pt x="21817" y="14288"/>
                </a:cubicBezTo>
                <a:close/>
                <a:moveTo>
                  <a:pt x="288359" y="69532"/>
                </a:moveTo>
                <a:lnTo>
                  <a:pt x="320609" y="37147"/>
                </a:lnTo>
                <a:lnTo>
                  <a:pt x="320609" y="69532"/>
                </a:lnTo>
                <a:lnTo>
                  <a:pt x="288359" y="69532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" name="Graphic 3">
            <a:extLst>
              <a:ext uri="{FF2B5EF4-FFF2-40B4-BE49-F238E27FC236}">
                <a16:creationId xmlns:a16="http://schemas.microsoft.com/office/drawing/2014/main" id="{7FA275C7-4B42-3030-4034-D718CD2E58CC}"/>
              </a:ext>
            </a:extLst>
          </p:cNvPr>
          <p:cNvSpPr/>
          <p:nvPr/>
        </p:nvSpPr>
        <p:spPr>
          <a:xfrm>
            <a:off x="524798" y="1450096"/>
            <a:ext cx="447675" cy="448266"/>
          </a:xfrm>
          <a:custGeom>
            <a:avLst/>
            <a:gdLst>
              <a:gd name="connsiteX0" fmla="*/ 251365 w 334837"/>
              <a:gd name="connsiteY0" fmla="*/ 167640 h 335279"/>
              <a:gd name="connsiteX1" fmla="*/ 167893 w 334837"/>
              <a:gd name="connsiteY1" fmla="*/ 251460 h 335279"/>
              <a:gd name="connsiteX2" fmla="*/ 251365 w 334837"/>
              <a:gd name="connsiteY2" fmla="*/ 335280 h 335279"/>
              <a:gd name="connsiteX3" fmla="*/ 334837 w 334837"/>
              <a:gd name="connsiteY3" fmla="*/ 251460 h 335279"/>
              <a:gd name="connsiteX4" fmla="*/ 251365 w 334837"/>
              <a:gd name="connsiteY4" fmla="*/ 167640 h 335279"/>
              <a:gd name="connsiteX5" fmla="*/ 251365 w 334837"/>
              <a:gd name="connsiteY5" fmla="*/ 320992 h 335279"/>
              <a:gd name="connsiteX6" fmla="*/ 182121 w 334837"/>
              <a:gd name="connsiteY6" fmla="*/ 251460 h 335279"/>
              <a:gd name="connsiteX7" fmla="*/ 251365 w 334837"/>
              <a:gd name="connsiteY7" fmla="*/ 181927 h 335279"/>
              <a:gd name="connsiteX8" fmla="*/ 320609 w 334837"/>
              <a:gd name="connsiteY8" fmla="*/ 251460 h 335279"/>
              <a:gd name="connsiteX9" fmla="*/ 251365 w 334837"/>
              <a:gd name="connsiteY9" fmla="*/ 320992 h 335279"/>
              <a:gd name="connsiteX10" fmla="*/ 295947 w 334837"/>
              <a:gd name="connsiteY10" fmla="*/ 245745 h 335279"/>
              <a:gd name="connsiteX11" fmla="*/ 233343 w 334837"/>
              <a:gd name="connsiteY11" fmla="*/ 210502 h 335279"/>
              <a:gd name="connsiteX12" fmla="*/ 226703 w 334837"/>
              <a:gd name="connsiteY12" fmla="*/ 210502 h 335279"/>
              <a:gd name="connsiteX13" fmla="*/ 222909 w 334837"/>
              <a:gd name="connsiteY13" fmla="*/ 216217 h 335279"/>
              <a:gd name="connsiteX14" fmla="*/ 222909 w 334837"/>
              <a:gd name="connsiteY14" fmla="*/ 286703 h 335279"/>
              <a:gd name="connsiteX15" fmla="*/ 226703 w 334837"/>
              <a:gd name="connsiteY15" fmla="*/ 293370 h 335279"/>
              <a:gd name="connsiteX16" fmla="*/ 233343 w 334837"/>
              <a:gd name="connsiteY16" fmla="*/ 293370 h 335279"/>
              <a:gd name="connsiteX17" fmla="*/ 295947 w 334837"/>
              <a:gd name="connsiteY17" fmla="*/ 257175 h 335279"/>
              <a:gd name="connsiteX18" fmla="*/ 299741 w 334837"/>
              <a:gd name="connsiteY18" fmla="*/ 251460 h 335279"/>
              <a:gd name="connsiteX19" fmla="*/ 295947 w 334837"/>
              <a:gd name="connsiteY19" fmla="*/ 245745 h 335279"/>
              <a:gd name="connsiteX20" fmla="*/ 237137 w 334837"/>
              <a:gd name="connsiteY20" fmla="*/ 275273 h 335279"/>
              <a:gd name="connsiteX21" fmla="*/ 237137 w 334837"/>
              <a:gd name="connsiteY21" fmla="*/ 228600 h 335279"/>
              <a:gd name="connsiteX22" fmla="*/ 278873 w 334837"/>
              <a:gd name="connsiteY22" fmla="*/ 252413 h 335279"/>
              <a:gd name="connsiteX23" fmla="*/ 237137 w 334837"/>
              <a:gd name="connsiteY23" fmla="*/ 276225 h 335279"/>
              <a:gd name="connsiteX24" fmla="*/ 334837 w 334837"/>
              <a:gd name="connsiteY24" fmla="*/ 104775 h 335279"/>
              <a:gd name="connsiteX25" fmla="*/ 334837 w 334837"/>
              <a:gd name="connsiteY25" fmla="*/ 167640 h 335279"/>
              <a:gd name="connsiteX26" fmla="*/ 320609 w 334837"/>
              <a:gd name="connsiteY26" fmla="*/ 167640 h 335279"/>
              <a:gd name="connsiteX27" fmla="*/ 320609 w 334837"/>
              <a:gd name="connsiteY27" fmla="*/ 111442 h 335279"/>
              <a:gd name="connsiteX28" fmla="*/ 14228 w 334837"/>
              <a:gd name="connsiteY28" fmla="*/ 111442 h 335279"/>
              <a:gd name="connsiteX29" fmla="*/ 14228 w 334837"/>
              <a:gd name="connsiteY29" fmla="*/ 280988 h 335279"/>
              <a:gd name="connsiteX30" fmla="*/ 26559 w 334837"/>
              <a:gd name="connsiteY30" fmla="*/ 293370 h 335279"/>
              <a:gd name="connsiteX31" fmla="*/ 139437 w 334837"/>
              <a:gd name="connsiteY31" fmla="*/ 293370 h 335279"/>
              <a:gd name="connsiteX32" fmla="*/ 139437 w 334837"/>
              <a:gd name="connsiteY32" fmla="*/ 307657 h 335279"/>
              <a:gd name="connsiteX33" fmla="*/ 26559 w 334837"/>
              <a:gd name="connsiteY33" fmla="*/ 307657 h 335279"/>
              <a:gd name="connsiteX34" fmla="*/ 0 w 334837"/>
              <a:gd name="connsiteY34" fmla="*/ 280988 h 335279"/>
              <a:gd name="connsiteX35" fmla="*/ 0 w 334837"/>
              <a:gd name="connsiteY35" fmla="*/ 104775 h 335279"/>
              <a:gd name="connsiteX36" fmla="*/ 6640 w 334837"/>
              <a:gd name="connsiteY36" fmla="*/ 98107 h 335279"/>
              <a:gd name="connsiteX37" fmla="*/ 327249 w 334837"/>
              <a:gd name="connsiteY37" fmla="*/ 98107 h 335279"/>
              <a:gd name="connsiteX38" fmla="*/ 333889 w 334837"/>
              <a:gd name="connsiteY38" fmla="*/ 104775 h 335279"/>
              <a:gd name="connsiteX39" fmla="*/ 313969 w 334837"/>
              <a:gd name="connsiteY39" fmla="*/ 0 h 335279"/>
              <a:gd name="connsiteX40" fmla="*/ 21817 w 334837"/>
              <a:gd name="connsiteY40" fmla="*/ 0 h 335279"/>
              <a:gd name="connsiteX41" fmla="*/ 949 w 334837"/>
              <a:gd name="connsiteY41" fmla="*/ 20955 h 335279"/>
              <a:gd name="connsiteX42" fmla="*/ 949 w 334837"/>
              <a:gd name="connsiteY42" fmla="*/ 76200 h 335279"/>
              <a:gd name="connsiteX43" fmla="*/ 7588 w 334837"/>
              <a:gd name="connsiteY43" fmla="*/ 82867 h 335279"/>
              <a:gd name="connsiteX44" fmla="*/ 328198 w 334837"/>
              <a:gd name="connsiteY44" fmla="*/ 82867 h 335279"/>
              <a:gd name="connsiteX45" fmla="*/ 334837 w 334837"/>
              <a:gd name="connsiteY45" fmla="*/ 76200 h 335279"/>
              <a:gd name="connsiteX46" fmla="*/ 334837 w 334837"/>
              <a:gd name="connsiteY46" fmla="*/ 20955 h 335279"/>
              <a:gd name="connsiteX47" fmla="*/ 313969 w 334837"/>
              <a:gd name="connsiteY47" fmla="*/ 0 h 335279"/>
              <a:gd name="connsiteX48" fmla="*/ 320609 w 334837"/>
              <a:gd name="connsiteY48" fmla="*/ 19050 h 335279"/>
              <a:gd name="connsiteX49" fmla="*/ 270336 w 334837"/>
              <a:gd name="connsiteY49" fmla="*/ 69532 h 335279"/>
              <a:gd name="connsiteX50" fmla="*/ 232394 w 334837"/>
              <a:gd name="connsiteY50" fmla="*/ 69532 h 335279"/>
              <a:gd name="connsiteX51" fmla="*/ 287410 w 334837"/>
              <a:gd name="connsiteY51" fmla="*/ 14288 h 335279"/>
              <a:gd name="connsiteX52" fmla="*/ 313021 w 334837"/>
              <a:gd name="connsiteY52" fmla="*/ 14288 h 335279"/>
              <a:gd name="connsiteX53" fmla="*/ 319661 w 334837"/>
              <a:gd name="connsiteY53" fmla="*/ 19050 h 335279"/>
              <a:gd name="connsiteX54" fmla="*/ 122363 w 334837"/>
              <a:gd name="connsiteY54" fmla="*/ 13335 h 335279"/>
              <a:gd name="connsiteX55" fmla="*/ 159356 w 334837"/>
              <a:gd name="connsiteY55" fmla="*/ 13335 h 335279"/>
              <a:gd name="connsiteX56" fmla="*/ 104340 w 334837"/>
              <a:gd name="connsiteY56" fmla="*/ 68580 h 335279"/>
              <a:gd name="connsiteX57" fmla="*/ 68295 w 334837"/>
              <a:gd name="connsiteY57" fmla="*/ 68580 h 335279"/>
              <a:gd name="connsiteX58" fmla="*/ 123311 w 334837"/>
              <a:gd name="connsiteY58" fmla="*/ 13335 h 335279"/>
              <a:gd name="connsiteX59" fmla="*/ 47427 w 334837"/>
              <a:gd name="connsiteY59" fmla="*/ 69532 h 335279"/>
              <a:gd name="connsiteX60" fmla="*/ 18022 w 334837"/>
              <a:gd name="connsiteY60" fmla="*/ 69532 h 335279"/>
              <a:gd name="connsiteX61" fmla="*/ 73987 w 334837"/>
              <a:gd name="connsiteY61" fmla="*/ 14288 h 335279"/>
              <a:gd name="connsiteX62" fmla="*/ 103392 w 334837"/>
              <a:gd name="connsiteY62" fmla="*/ 14288 h 335279"/>
              <a:gd name="connsiteX63" fmla="*/ 48376 w 334837"/>
              <a:gd name="connsiteY63" fmla="*/ 69532 h 335279"/>
              <a:gd name="connsiteX64" fmla="*/ 177378 w 334837"/>
              <a:gd name="connsiteY64" fmla="*/ 13335 h 335279"/>
              <a:gd name="connsiteX65" fmla="*/ 214372 w 334837"/>
              <a:gd name="connsiteY65" fmla="*/ 13335 h 335279"/>
              <a:gd name="connsiteX66" fmla="*/ 159356 w 334837"/>
              <a:gd name="connsiteY66" fmla="*/ 68580 h 335279"/>
              <a:gd name="connsiteX67" fmla="*/ 123311 w 334837"/>
              <a:gd name="connsiteY67" fmla="*/ 68580 h 335279"/>
              <a:gd name="connsiteX68" fmla="*/ 178327 w 334837"/>
              <a:gd name="connsiteY68" fmla="*/ 13335 h 335279"/>
              <a:gd name="connsiteX69" fmla="*/ 233343 w 334837"/>
              <a:gd name="connsiteY69" fmla="*/ 13335 h 335279"/>
              <a:gd name="connsiteX70" fmla="*/ 270336 w 334837"/>
              <a:gd name="connsiteY70" fmla="*/ 13335 h 335279"/>
              <a:gd name="connsiteX71" fmla="*/ 215320 w 334837"/>
              <a:gd name="connsiteY71" fmla="*/ 68580 h 335279"/>
              <a:gd name="connsiteX72" fmla="*/ 179276 w 334837"/>
              <a:gd name="connsiteY72" fmla="*/ 68580 h 335279"/>
              <a:gd name="connsiteX73" fmla="*/ 234291 w 334837"/>
              <a:gd name="connsiteY73" fmla="*/ 13335 h 335279"/>
              <a:gd name="connsiteX74" fmla="*/ 21817 w 334837"/>
              <a:gd name="connsiteY74" fmla="*/ 13335 h 335279"/>
              <a:gd name="connsiteX75" fmla="*/ 53119 w 334837"/>
              <a:gd name="connsiteY75" fmla="*/ 13335 h 335279"/>
              <a:gd name="connsiteX76" fmla="*/ 15177 w 334837"/>
              <a:gd name="connsiteY76" fmla="*/ 53340 h 335279"/>
              <a:gd name="connsiteX77" fmla="*/ 15177 w 334837"/>
              <a:gd name="connsiteY77" fmla="*/ 20955 h 335279"/>
              <a:gd name="connsiteX78" fmla="*/ 21817 w 334837"/>
              <a:gd name="connsiteY78" fmla="*/ 14288 h 335279"/>
              <a:gd name="connsiteX79" fmla="*/ 288359 w 334837"/>
              <a:gd name="connsiteY79" fmla="*/ 69532 h 335279"/>
              <a:gd name="connsiteX80" fmla="*/ 320609 w 334837"/>
              <a:gd name="connsiteY80" fmla="*/ 37147 h 335279"/>
              <a:gd name="connsiteX81" fmla="*/ 320609 w 334837"/>
              <a:gd name="connsiteY81" fmla="*/ 69532 h 335279"/>
              <a:gd name="connsiteX82" fmla="*/ 288359 w 334837"/>
              <a:gd name="connsiteY82" fmla="*/ 69532 h 335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334837" h="335279">
                <a:moveTo>
                  <a:pt x="251365" y="167640"/>
                </a:moveTo>
                <a:cubicBezTo>
                  <a:pt x="204886" y="167640"/>
                  <a:pt x="167893" y="205740"/>
                  <a:pt x="167893" y="251460"/>
                </a:cubicBezTo>
                <a:cubicBezTo>
                  <a:pt x="167893" y="297180"/>
                  <a:pt x="204886" y="335280"/>
                  <a:pt x="251365" y="335280"/>
                </a:cubicBezTo>
                <a:cubicBezTo>
                  <a:pt x="297844" y="335280"/>
                  <a:pt x="334837" y="298132"/>
                  <a:pt x="334837" y="251460"/>
                </a:cubicBezTo>
                <a:cubicBezTo>
                  <a:pt x="334837" y="204788"/>
                  <a:pt x="297844" y="167640"/>
                  <a:pt x="251365" y="167640"/>
                </a:cubicBezTo>
                <a:close/>
                <a:moveTo>
                  <a:pt x="251365" y="320992"/>
                </a:moveTo>
                <a:cubicBezTo>
                  <a:pt x="213423" y="320992"/>
                  <a:pt x="182121" y="289560"/>
                  <a:pt x="182121" y="251460"/>
                </a:cubicBezTo>
                <a:cubicBezTo>
                  <a:pt x="182121" y="213360"/>
                  <a:pt x="213423" y="181927"/>
                  <a:pt x="251365" y="181927"/>
                </a:cubicBezTo>
                <a:cubicBezTo>
                  <a:pt x="289307" y="181927"/>
                  <a:pt x="320609" y="213360"/>
                  <a:pt x="320609" y="251460"/>
                </a:cubicBezTo>
                <a:cubicBezTo>
                  <a:pt x="320609" y="289560"/>
                  <a:pt x="289307" y="320992"/>
                  <a:pt x="251365" y="320992"/>
                </a:cubicBezTo>
                <a:close/>
                <a:moveTo>
                  <a:pt x="295947" y="245745"/>
                </a:moveTo>
                <a:lnTo>
                  <a:pt x="233343" y="210502"/>
                </a:lnTo>
                <a:cubicBezTo>
                  <a:pt x="231446" y="209550"/>
                  <a:pt x="228600" y="209550"/>
                  <a:pt x="226703" y="210502"/>
                </a:cubicBezTo>
                <a:cubicBezTo>
                  <a:pt x="224806" y="211455"/>
                  <a:pt x="222909" y="214313"/>
                  <a:pt x="222909" y="216217"/>
                </a:cubicBezTo>
                <a:lnTo>
                  <a:pt x="222909" y="286703"/>
                </a:lnTo>
                <a:cubicBezTo>
                  <a:pt x="222909" y="290513"/>
                  <a:pt x="223857" y="292417"/>
                  <a:pt x="226703" y="293370"/>
                </a:cubicBezTo>
                <a:lnTo>
                  <a:pt x="233343" y="293370"/>
                </a:lnTo>
                <a:lnTo>
                  <a:pt x="295947" y="257175"/>
                </a:lnTo>
                <a:cubicBezTo>
                  <a:pt x="297844" y="256223"/>
                  <a:pt x="299741" y="253365"/>
                  <a:pt x="299741" y="251460"/>
                </a:cubicBezTo>
                <a:cubicBezTo>
                  <a:pt x="299741" y="249555"/>
                  <a:pt x="298793" y="246698"/>
                  <a:pt x="295947" y="245745"/>
                </a:cubicBezTo>
                <a:close/>
                <a:moveTo>
                  <a:pt x="237137" y="275273"/>
                </a:moveTo>
                <a:lnTo>
                  <a:pt x="237137" y="228600"/>
                </a:lnTo>
                <a:lnTo>
                  <a:pt x="278873" y="252413"/>
                </a:lnTo>
                <a:lnTo>
                  <a:pt x="237137" y="276225"/>
                </a:lnTo>
                <a:close/>
                <a:moveTo>
                  <a:pt x="334837" y="104775"/>
                </a:moveTo>
                <a:lnTo>
                  <a:pt x="334837" y="167640"/>
                </a:lnTo>
                <a:lnTo>
                  <a:pt x="320609" y="167640"/>
                </a:lnTo>
                <a:lnTo>
                  <a:pt x="320609" y="111442"/>
                </a:lnTo>
                <a:lnTo>
                  <a:pt x="14228" y="111442"/>
                </a:lnTo>
                <a:lnTo>
                  <a:pt x="14228" y="280988"/>
                </a:lnTo>
                <a:cubicBezTo>
                  <a:pt x="14228" y="287655"/>
                  <a:pt x="19920" y="293370"/>
                  <a:pt x="26559" y="293370"/>
                </a:cubicBezTo>
                <a:lnTo>
                  <a:pt x="139437" y="293370"/>
                </a:lnTo>
                <a:lnTo>
                  <a:pt x="139437" y="307657"/>
                </a:lnTo>
                <a:lnTo>
                  <a:pt x="26559" y="307657"/>
                </a:lnTo>
                <a:cubicBezTo>
                  <a:pt x="11383" y="307657"/>
                  <a:pt x="0" y="296228"/>
                  <a:pt x="0" y="280988"/>
                </a:cubicBezTo>
                <a:lnTo>
                  <a:pt x="0" y="104775"/>
                </a:lnTo>
                <a:cubicBezTo>
                  <a:pt x="0" y="100965"/>
                  <a:pt x="3794" y="98107"/>
                  <a:pt x="6640" y="98107"/>
                </a:cubicBezTo>
                <a:lnTo>
                  <a:pt x="327249" y="98107"/>
                </a:lnTo>
                <a:cubicBezTo>
                  <a:pt x="331043" y="98107"/>
                  <a:pt x="333889" y="101917"/>
                  <a:pt x="333889" y="104775"/>
                </a:cubicBezTo>
                <a:close/>
                <a:moveTo>
                  <a:pt x="313969" y="0"/>
                </a:moveTo>
                <a:lnTo>
                  <a:pt x="21817" y="0"/>
                </a:lnTo>
                <a:cubicBezTo>
                  <a:pt x="10434" y="0"/>
                  <a:pt x="949" y="9525"/>
                  <a:pt x="949" y="20955"/>
                </a:cubicBezTo>
                <a:lnTo>
                  <a:pt x="949" y="76200"/>
                </a:lnTo>
                <a:cubicBezTo>
                  <a:pt x="949" y="80963"/>
                  <a:pt x="4743" y="82867"/>
                  <a:pt x="7588" y="82867"/>
                </a:cubicBezTo>
                <a:lnTo>
                  <a:pt x="328198" y="82867"/>
                </a:lnTo>
                <a:cubicBezTo>
                  <a:pt x="331992" y="82867"/>
                  <a:pt x="334837" y="80963"/>
                  <a:pt x="334837" y="76200"/>
                </a:cubicBezTo>
                <a:lnTo>
                  <a:pt x="334837" y="20955"/>
                </a:lnTo>
                <a:cubicBezTo>
                  <a:pt x="334837" y="9525"/>
                  <a:pt x="325352" y="0"/>
                  <a:pt x="313969" y="0"/>
                </a:cubicBezTo>
                <a:close/>
                <a:moveTo>
                  <a:pt x="320609" y="19050"/>
                </a:moveTo>
                <a:lnTo>
                  <a:pt x="270336" y="69532"/>
                </a:lnTo>
                <a:lnTo>
                  <a:pt x="232394" y="69532"/>
                </a:lnTo>
                <a:lnTo>
                  <a:pt x="287410" y="14288"/>
                </a:lnTo>
                <a:lnTo>
                  <a:pt x="313021" y="14288"/>
                </a:lnTo>
                <a:cubicBezTo>
                  <a:pt x="315866" y="14288"/>
                  <a:pt x="318712" y="17145"/>
                  <a:pt x="319661" y="19050"/>
                </a:cubicBezTo>
                <a:close/>
                <a:moveTo>
                  <a:pt x="122363" y="13335"/>
                </a:moveTo>
                <a:lnTo>
                  <a:pt x="159356" y="13335"/>
                </a:lnTo>
                <a:lnTo>
                  <a:pt x="104340" y="68580"/>
                </a:lnTo>
                <a:lnTo>
                  <a:pt x="68295" y="68580"/>
                </a:lnTo>
                <a:lnTo>
                  <a:pt x="123311" y="13335"/>
                </a:lnTo>
                <a:close/>
                <a:moveTo>
                  <a:pt x="47427" y="69532"/>
                </a:moveTo>
                <a:lnTo>
                  <a:pt x="18022" y="69532"/>
                </a:lnTo>
                <a:lnTo>
                  <a:pt x="73987" y="14288"/>
                </a:lnTo>
                <a:lnTo>
                  <a:pt x="103392" y="14288"/>
                </a:lnTo>
                <a:lnTo>
                  <a:pt x="48376" y="69532"/>
                </a:lnTo>
                <a:close/>
                <a:moveTo>
                  <a:pt x="177378" y="13335"/>
                </a:moveTo>
                <a:lnTo>
                  <a:pt x="214372" y="13335"/>
                </a:lnTo>
                <a:lnTo>
                  <a:pt x="159356" y="68580"/>
                </a:lnTo>
                <a:lnTo>
                  <a:pt x="123311" y="68580"/>
                </a:lnTo>
                <a:lnTo>
                  <a:pt x="178327" y="13335"/>
                </a:lnTo>
                <a:close/>
                <a:moveTo>
                  <a:pt x="233343" y="13335"/>
                </a:moveTo>
                <a:lnTo>
                  <a:pt x="270336" y="13335"/>
                </a:lnTo>
                <a:lnTo>
                  <a:pt x="215320" y="68580"/>
                </a:lnTo>
                <a:lnTo>
                  <a:pt x="179276" y="68580"/>
                </a:lnTo>
                <a:lnTo>
                  <a:pt x="234291" y="13335"/>
                </a:lnTo>
                <a:close/>
                <a:moveTo>
                  <a:pt x="21817" y="13335"/>
                </a:moveTo>
                <a:lnTo>
                  <a:pt x="53119" y="13335"/>
                </a:lnTo>
                <a:lnTo>
                  <a:pt x="15177" y="53340"/>
                </a:lnTo>
                <a:lnTo>
                  <a:pt x="15177" y="20955"/>
                </a:lnTo>
                <a:cubicBezTo>
                  <a:pt x="15177" y="17145"/>
                  <a:pt x="18971" y="14288"/>
                  <a:pt x="21817" y="14288"/>
                </a:cubicBezTo>
                <a:close/>
                <a:moveTo>
                  <a:pt x="288359" y="69532"/>
                </a:moveTo>
                <a:lnTo>
                  <a:pt x="320609" y="37147"/>
                </a:lnTo>
                <a:lnTo>
                  <a:pt x="320609" y="69532"/>
                </a:lnTo>
                <a:lnTo>
                  <a:pt x="288359" y="69532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" name="Graphic 3">
            <a:extLst>
              <a:ext uri="{FF2B5EF4-FFF2-40B4-BE49-F238E27FC236}">
                <a16:creationId xmlns:a16="http://schemas.microsoft.com/office/drawing/2014/main" id="{849A367E-3B2B-8675-7D82-E23B6A9A54DD}"/>
              </a:ext>
            </a:extLst>
          </p:cNvPr>
          <p:cNvSpPr/>
          <p:nvPr/>
        </p:nvSpPr>
        <p:spPr>
          <a:xfrm>
            <a:off x="1324141" y="1450096"/>
            <a:ext cx="447675" cy="448266"/>
          </a:xfrm>
          <a:custGeom>
            <a:avLst/>
            <a:gdLst>
              <a:gd name="connsiteX0" fmla="*/ 251365 w 334837"/>
              <a:gd name="connsiteY0" fmla="*/ 167640 h 335279"/>
              <a:gd name="connsiteX1" fmla="*/ 167893 w 334837"/>
              <a:gd name="connsiteY1" fmla="*/ 251460 h 335279"/>
              <a:gd name="connsiteX2" fmla="*/ 251365 w 334837"/>
              <a:gd name="connsiteY2" fmla="*/ 335280 h 335279"/>
              <a:gd name="connsiteX3" fmla="*/ 334837 w 334837"/>
              <a:gd name="connsiteY3" fmla="*/ 251460 h 335279"/>
              <a:gd name="connsiteX4" fmla="*/ 251365 w 334837"/>
              <a:gd name="connsiteY4" fmla="*/ 167640 h 335279"/>
              <a:gd name="connsiteX5" fmla="*/ 251365 w 334837"/>
              <a:gd name="connsiteY5" fmla="*/ 320992 h 335279"/>
              <a:gd name="connsiteX6" fmla="*/ 182121 w 334837"/>
              <a:gd name="connsiteY6" fmla="*/ 251460 h 335279"/>
              <a:gd name="connsiteX7" fmla="*/ 251365 w 334837"/>
              <a:gd name="connsiteY7" fmla="*/ 181927 h 335279"/>
              <a:gd name="connsiteX8" fmla="*/ 320609 w 334837"/>
              <a:gd name="connsiteY8" fmla="*/ 251460 h 335279"/>
              <a:gd name="connsiteX9" fmla="*/ 251365 w 334837"/>
              <a:gd name="connsiteY9" fmla="*/ 320992 h 335279"/>
              <a:gd name="connsiteX10" fmla="*/ 295947 w 334837"/>
              <a:gd name="connsiteY10" fmla="*/ 245745 h 335279"/>
              <a:gd name="connsiteX11" fmla="*/ 233343 w 334837"/>
              <a:gd name="connsiteY11" fmla="*/ 210502 h 335279"/>
              <a:gd name="connsiteX12" fmla="*/ 226703 w 334837"/>
              <a:gd name="connsiteY12" fmla="*/ 210502 h 335279"/>
              <a:gd name="connsiteX13" fmla="*/ 222909 w 334837"/>
              <a:gd name="connsiteY13" fmla="*/ 216217 h 335279"/>
              <a:gd name="connsiteX14" fmla="*/ 222909 w 334837"/>
              <a:gd name="connsiteY14" fmla="*/ 286703 h 335279"/>
              <a:gd name="connsiteX15" fmla="*/ 226703 w 334837"/>
              <a:gd name="connsiteY15" fmla="*/ 293370 h 335279"/>
              <a:gd name="connsiteX16" fmla="*/ 233343 w 334837"/>
              <a:gd name="connsiteY16" fmla="*/ 293370 h 335279"/>
              <a:gd name="connsiteX17" fmla="*/ 295947 w 334837"/>
              <a:gd name="connsiteY17" fmla="*/ 257175 h 335279"/>
              <a:gd name="connsiteX18" fmla="*/ 299741 w 334837"/>
              <a:gd name="connsiteY18" fmla="*/ 251460 h 335279"/>
              <a:gd name="connsiteX19" fmla="*/ 295947 w 334837"/>
              <a:gd name="connsiteY19" fmla="*/ 245745 h 335279"/>
              <a:gd name="connsiteX20" fmla="*/ 237137 w 334837"/>
              <a:gd name="connsiteY20" fmla="*/ 275273 h 335279"/>
              <a:gd name="connsiteX21" fmla="*/ 237137 w 334837"/>
              <a:gd name="connsiteY21" fmla="*/ 228600 h 335279"/>
              <a:gd name="connsiteX22" fmla="*/ 278873 w 334837"/>
              <a:gd name="connsiteY22" fmla="*/ 252413 h 335279"/>
              <a:gd name="connsiteX23" fmla="*/ 237137 w 334837"/>
              <a:gd name="connsiteY23" fmla="*/ 276225 h 335279"/>
              <a:gd name="connsiteX24" fmla="*/ 334837 w 334837"/>
              <a:gd name="connsiteY24" fmla="*/ 104775 h 335279"/>
              <a:gd name="connsiteX25" fmla="*/ 334837 w 334837"/>
              <a:gd name="connsiteY25" fmla="*/ 167640 h 335279"/>
              <a:gd name="connsiteX26" fmla="*/ 320609 w 334837"/>
              <a:gd name="connsiteY26" fmla="*/ 167640 h 335279"/>
              <a:gd name="connsiteX27" fmla="*/ 320609 w 334837"/>
              <a:gd name="connsiteY27" fmla="*/ 111442 h 335279"/>
              <a:gd name="connsiteX28" fmla="*/ 14228 w 334837"/>
              <a:gd name="connsiteY28" fmla="*/ 111442 h 335279"/>
              <a:gd name="connsiteX29" fmla="*/ 14228 w 334837"/>
              <a:gd name="connsiteY29" fmla="*/ 280988 h 335279"/>
              <a:gd name="connsiteX30" fmla="*/ 26559 w 334837"/>
              <a:gd name="connsiteY30" fmla="*/ 293370 h 335279"/>
              <a:gd name="connsiteX31" fmla="*/ 139437 w 334837"/>
              <a:gd name="connsiteY31" fmla="*/ 293370 h 335279"/>
              <a:gd name="connsiteX32" fmla="*/ 139437 w 334837"/>
              <a:gd name="connsiteY32" fmla="*/ 307657 h 335279"/>
              <a:gd name="connsiteX33" fmla="*/ 26559 w 334837"/>
              <a:gd name="connsiteY33" fmla="*/ 307657 h 335279"/>
              <a:gd name="connsiteX34" fmla="*/ 0 w 334837"/>
              <a:gd name="connsiteY34" fmla="*/ 280988 h 335279"/>
              <a:gd name="connsiteX35" fmla="*/ 0 w 334837"/>
              <a:gd name="connsiteY35" fmla="*/ 104775 h 335279"/>
              <a:gd name="connsiteX36" fmla="*/ 6640 w 334837"/>
              <a:gd name="connsiteY36" fmla="*/ 98107 h 335279"/>
              <a:gd name="connsiteX37" fmla="*/ 327249 w 334837"/>
              <a:gd name="connsiteY37" fmla="*/ 98107 h 335279"/>
              <a:gd name="connsiteX38" fmla="*/ 333889 w 334837"/>
              <a:gd name="connsiteY38" fmla="*/ 104775 h 335279"/>
              <a:gd name="connsiteX39" fmla="*/ 313969 w 334837"/>
              <a:gd name="connsiteY39" fmla="*/ 0 h 335279"/>
              <a:gd name="connsiteX40" fmla="*/ 21817 w 334837"/>
              <a:gd name="connsiteY40" fmla="*/ 0 h 335279"/>
              <a:gd name="connsiteX41" fmla="*/ 949 w 334837"/>
              <a:gd name="connsiteY41" fmla="*/ 20955 h 335279"/>
              <a:gd name="connsiteX42" fmla="*/ 949 w 334837"/>
              <a:gd name="connsiteY42" fmla="*/ 76200 h 335279"/>
              <a:gd name="connsiteX43" fmla="*/ 7588 w 334837"/>
              <a:gd name="connsiteY43" fmla="*/ 82867 h 335279"/>
              <a:gd name="connsiteX44" fmla="*/ 328198 w 334837"/>
              <a:gd name="connsiteY44" fmla="*/ 82867 h 335279"/>
              <a:gd name="connsiteX45" fmla="*/ 334837 w 334837"/>
              <a:gd name="connsiteY45" fmla="*/ 76200 h 335279"/>
              <a:gd name="connsiteX46" fmla="*/ 334837 w 334837"/>
              <a:gd name="connsiteY46" fmla="*/ 20955 h 335279"/>
              <a:gd name="connsiteX47" fmla="*/ 313969 w 334837"/>
              <a:gd name="connsiteY47" fmla="*/ 0 h 335279"/>
              <a:gd name="connsiteX48" fmla="*/ 320609 w 334837"/>
              <a:gd name="connsiteY48" fmla="*/ 19050 h 335279"/>
              <a:gd name="connsiteX49" fmla="*/ 270336 w 334837"/>
              <a:gd name="connsiteY49" fmla="*/ 69532 h 335279"/>
              <a:gd name="connsiteX50" fmla="*/ 232394 w 334837"/>
              <a:gd name="connsiteY50" fmla="*/ 69532 h 335279"/>
              <a:gd name="connsiteX51" fmla="*/ 287410 w 334837"/>
              <a:gd name="connsiteY51" fmla="*/ 14288 h 335279"/>
              <a:gd name="connsiteX52" fmla="*/ 313021 w 334837"/>
              <a:gd name="connsiteY52" fmla="*/ 14288 h 335279"/>
              <a:gd name="connsiteX53" fmla="*/ 319661 w 334837"/>
              <a:gd name="connsiteY53" fmla="*/ 19050 h 335279"/>
              <a:gd name="connsiteX54" fmla="*/ 122363 w 334837"/>
              <a:gd name="connsiteY54" fmla="*/ 13335 h 335279"/>
              <a:gd name="connsiteX55" fmla="*/ 159356 w 334837"/>
              <a:gd name="connsiteY55" fmla="*/ 13335 h 335279"/>
              <a:gd name="connsiteX56" fmla="*/ 104340 w 334837"/>
              <a:gd name="connsiteY56" fmla="*/ 68580 h 335279"/>
              <a:gd name="connsiteX57" fmla="*/ 68295 w 334837"/>
              <a:gd name="connsiteY57" fmla="*/ 68580 h 335279"/>
              <a:gd name="connsiteX58" fmla="*/ 123311 w 334837"/>
              <a:gd name="connsiteY58" fmla="*/ 13335 h 335279"/>
              <a:gd name="connsiteX59" fmla="*/ 47427 w 334837"/>
              <a:gd name="connsiteY59" fmla="*/ 69532 h 335279"/>
              <a:gd name="connsiteX60" fmla="*/ 18022 w 334837"/>
              <a:gd name="connsiteY60" fmla="*/ 69532 h 335279"/>
              <a:gd name="connsiteX61" fmla="*/ 73987 w 334837"/>
              <a:gd name="connsiteY61" fmla="*/ 14288 h 335279"/>
              <a:gd name="connsiteX62" fmla="*/ 103392 w 334837"/>
              <a:gd name="connsiteY62" fmla="*/ 14288 h 335279"/>
              <a:gd name="connsiteX63" fmla="*/ 48376 w 334837"/>
              <a:gd name="connsiteY63" fmla="*/ 69532 h 335279"/>
              <a:gd name="connsiteX64" fmla="*/ 177378 w 334837"/>
              <a:gd name="connsiteY64" fmla="*/ 13335 h 335279"/>
              <a:gd name="connsiteX65" fmla="*/ 214372 w 334837"/>
              <a:gd name="connsiteY65" fmla="*/ 13335 h 335279"/>
              <a:gd name="connsiteX66" fmla="*/ 159356 w 334837"/>
              <a:gd name="connsiteY66" fmla="*/ 68580 h 335279"/>
              <a:gd name="connsiteX67" fmla="*/ 123311 w 334837"/>
              <a:gd name="connsiteY67" fmla="*/ 68580 h 335279"/>
              <a:gd name="connsiteX68" fmla="*/ 178327 w 334837"/>
              <a:gd name="connsiteY68" fmla="*/ 13335 h 335279"/>
              <a:gd name="connsiteX69" fmla="*/ 233343 w 334837"/>
              <a:gd name="connsiteY69" fmla="*/ 13335 h 335279"/>
              <a:gd name="connsiteX70" fmla="*/ 270336 w 334837"/>
              <a:gd name="connsiteY70" fmla="*/ 13335 h 335279"/>
              <a:gd name="connsiteX71" fmla="*/ 215320 w 334837"/>
              <a:gd name="connsiteY71" fmla="*/ 68580 h 335279"/>
              <a:gd name="connsiteX72" fmla="*/ 179276 w 334837"/>
              <a:gd name="connsiteY72" fmla="*/ 68580 h 335279"/>
              <a:gd name="connsiteX73" fmla="*/ 234291 w 334837"/>
              <a:gd name="connsiteY73" fmla="*/ 13335 h 335279"/>
              <a:gd name="connsiteX74" fmla="*/ 21817 w 334837"/>
              <a:gd name="connsiteY74" fmla="*/ 13335 h 335279"/>
              <a:gd name="connsiteX75" fmla="*/ 53119 w 334837"/>
              <a:gd name="connsiteY75" fmla="*/ 13335 h 335279"/>
              <a:gd name="connsiteX76" fmla="*/ 15177 w 334837"/>
              <a:gd name="connsiteY76" fmla="*/ 53340 h 335279"/>
              <a:gd name="connsiteX77" fmla="*/ 15177 w 334837"/>
              <a:gd name="connsiteY77" fmla="*/ 20955 h 335279"/>
              <a:gd name="connsiteX78" fmla="*/ 21817 w 334837"/>
              <a:gd name="connsiteY78" fmla="*/ 14288 h 335279"/>
              <a:gd name="connsiteX79" fmla="*/ 288359 w 334837"/>
              <a:gd name="connsiteY79" fmla="*/ 69532 h 335279"/>
              <a:gd name="connsiteX80" fmla="*/ 320609 w 334837"/>
              <a:gd name="connsiteY80" fmla="*/ 37147 h 335279"/>
              <a:gd name="connsiteX81" fmla="*/ 320609 w 334837"/>
              <a:gd name="connsiteY81" fmla="*/ 69532 h 335279"/>
              <a:gd name="connsiteX82" fmla="*/ 288359 w 334837"/>
              <a:gd name="connsiteY82" fmla="*/ 69532 h 335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334837" h="335279">
                <a:moveTo>
                  <a:pt x="251365" y="167640"/>
                </a:moveTo>
                <a:cubicBezTo>
                  <a:pt x="204886" y="167640"/>
                  <a:pt x="167893" y="205740"/>
                  <a:pt x="167893" y="251460"/>
                </a:cubicBezTo>
                <a:cubicBezTo>
                  <a:pt x="167893" y="297180"/>
                  <a:pt x="204886" y="335280"/>
                  <a:pt x="251365" y="335280"/>
                </a:cubicBezTo>
                <a:cubicBezTo>
                  <a:pt x="297844" y="335280"/>
                  <a:pt x="334837" y="298132"/>
                  <a:pt x="334837" y="251460"/>
                </a:cubicBezTo>
                <a:cubicBezTo>
                  <a:pt x="334837" y="204788"/>
                  <a:pt x="297844" y="167640"/>
                  <a:pt x="251365" y="167640"/>
                </a:cubicBezTo>
                <a:close/>
                <a:moveTo>
                  <a:pt x="251365" y="320992"/>
                </a:moveTo>
                <a:cubicBezTo>
                  <a:pt x="213423" y="320992"/>
                  <a:pt x="182121" y="289560"/>
                  <a:pt x="182121" y="251460"/>
                </a:cubicBezTo>
                <a:cubicBezTo>
                  <a:pt x="182121" y="213360"/>
                  <a:pt x="213423" y="181927"/>
                  <a:pt x="251365" y="181927"/>
                </a:cubicBezTo>
                <a:cubicBezTo>
                  <a:pt x="289307" y="181927"/>
                  <a:pt x="320609" y="213360"/>
                  <a:pt x="320609" y="251460"/>
                </a:cubicBezTo>
                <a:cubicBezTo>
                  <a:pt x="320609" y="289560"/>
                  <a:pt x="289307" y="320992"/>
                  <a:pt x="251365" y="320992"/>
                </a:cubicBezTo>
                <a:close/>
                <a:moveTo>
                  <a:pt x="295947" y="245745"/>
                </a:moveTo>
                <a:lnTo>
                  <a:pt x="233343" y="210502"/>
                </a:lnTo>
                <a:cubicBezTo>
                  <a:pt x="231446" y="209550"/>
                  <a:pt x="228600" y="209550"/>
                  <a:pt x="226703" y="210502"/>
                </a:cubicBezTo>
                <a:cubicBezTo>
                  <a:pt x="224806" y="211455"/>
                  <a:pt x="222909" y="214313"/>
                  <a:pt x="222909" y="216217"/>
                </a:cubicBezTo>
                <a:lnTo>
                  <a:pt x="222909" y="286703"/>
                </a:lnTo>
                <a:cubicBezTo>
                  <a:pt x="222909" y="290513"/>
                  <a:pt x="223857" y="292417"/>
                  <a:pt x="226703" y="293370"/>
                </a:cubicBezTo>
                <a:lnTo>
                  <a:pt x="233343" y="293370"/>
                </a:lnTo>
                <a:lnTo>
                  <a:pt x="295947" y="257175"/>
                </a:lnTo>
                <a:cubicBezTo>
                  <a:pt x="297844" y="256223"/>
                  <a:pt x="299741" y="253365"/>
                  <a:pt x="299741" y="251460"/>
                </a:cubicBezTo>
                <a:cubicBezTo>
                  <a:pt x="299741" y="249555"/>
                  <a:pt x="298793" y="246698"/>
                  <a:pt x="295947" y="245745"/>
                </a:cubicBezTo>
                <a:close/>
                <a:moveTo>
                  <a:pt x="237137" y="275273"/>
                </a:moveTo>
                <a:lnTo>
                  <a:pt x="237137" y="228600"/>
                </a:lnTo>
                <a:lnTo>
                  <a:pt x="278873" y="252413"/>
                </a:lnTo>
                <a:lnTo>
                  <a:pt x="237137" y="276225"/>
                </a:lnTo>
                <a:close/>
                <a:moveTo>
                  <a:pt x="334837" y="104775"/>
                </a:moveTo>
                <a:lnTo>
                  <a:pt x="334837" y="167640"/>
                </a:lnTo>
                <a:lnTo>
                  <a:pt x="320609" y="167640"/>
                </a:lnTo>
                <a:lnTo>
                  <a:pt x="320609" y="111442"/>
                </a:lnTo>
                <a:lnTo>
                  <a:pt x="14228" y="111442"/>
                </a:lnTo>
                <a:lnTo>
                  <a:pt x="14228" y="280988"/>
                </a:lnTo>
                <a:cubicBezTo>
                  <a:pt x="14228" y="287655"/>
                  <a:pt x="19920" y="293370"/>
                  <a:pt x="26559" y="293370"/>
                </a:cubicBezTo>
                <a:lnTo>
                  <a:pt x="139437" y="293370"/>
                </a:lnTo>
                <a:lnTo>
                  <a:pt x="139437" y="307657"/>
                </a:lnTo>
                <a:lnTo>
                  <a:pt x="26559" y="307657"/>
                </a:lnTo>
                <a:cubicBezTo>
                  <a:pt x="11383" y="307657"/>
                  <a:pt x="0" y="296228"/>
                  <a:pt x="0" y="280988"/>
                </a:cubicBezTo>
                <a:lnTo>
                  <a:pt x="0" y="104775"/>
                </a:lnTo>
                <a:cubicBezTo>
                  <a:pt x="0" y="100965"/>
                  <a:pt x="3794" y="98107"/>
                  <a:pt x="6640" y="98107"/>
                </a:cubicBezTo>
                <a:lnTo>
                  <a:pt x="327249" y="98107"/>
                </a:lnTo>
                <a:cubicBezTo>
                  <a:pt x="331043" y="98107"/>
                  <a:pt x="333889" y="101917"/>
                  <a:pt x="333889" y="104775"/>
                </a:cubicBezTo>
                <a:close/>
                <a:moveTo>
                  <a:pt x="313969" y="0"/>
                </a:moveTo>
                <a:lnTo>
                  <a:pt x="21817" y="0"/>
                </a:lnTo>
                <a:cubicBezTo>
                  <a:pt x="10434" y="0"/>
                  <a:pt x="949" y="9525"/>
                  <a:pt x="949" y="20955"/>
                </a:cubicBezTo>
                <a:lnTo>
                  <a:pt x="949" y="76200"/>
                </a:lnTo>
                <a:cubicBezTo>
                  <a:pt x="949" y="80963"/>
                  <a:pt x="4743" y="82867"/>
                  <a:pt x="7588" y="82867"/>
                </a:cubicBezTo>
                <a:lnTo>
                  <a:pt x="328198" y="82867"/>
                </a:lnTo>
                <a:cubicBezTo>
                  <a:pt x="331992" y="82867"/>
                  <a:pt x="334837" y="80963"/>
                  <a:pt x="334837" y="76200"/>
                </a:cubicBezTo>
                <a:lnTo>
                  <a:pt x="334837" y="20955"/>
                </a:lnTo>
                <a:cubicBezTo>
                  <a:pt x="334837" y="9525"/>
                  <a:pt x="325352" y="0"/>
                  <a:pt x="313969" y="0"/>
                </a:cubicBezTo>
                <a:close/>
                <a:moveTo>
                  <a:pt x="320609" y="19050"/>
                </a:moveTo>
                <a:lnTo>
                  <a:pt x="270336" y="69532"/>
                </a:lnTo>
                <a:lnTo>
                  <a:pt x="232394" y="69532"/>
                </a:lnTo>
                <a:lnTo>
                  <a:pt x="287410" y="14288"/>
                </a:lnTo>
                <a:lnTo>
                  <a:pt x="313021" y="14288"/>
                </a:lnTo>
                <a:cubicBezTo>
                  <a:pt x="315866" y="14288"/>
                  <a:pt x="318712" y="17145"/>
                  <a:pt x="319661" y="19050"/>
                </a:cubicBezTo>
                <a:close/>
                <a:moveTo>
                  <a:pt x="122363" y="13335"/>
                </a:moveTo>
                <a:lnTo>
                  <a:pt x="159356" y="13335"/>
                </a:lnTo>
                <a:lnTo>
                  <a:pt x="104340" y="68580"/>
                </a:lnTo>
                <a:lnTo>
                  <a:pt x="68295" y="68580"/>
                </a:lnTo>
                <a:lnTo>
                  <a:pt x="123311" y="13335"/>
                </a:lnTo>
                <a:close/>
                <a:moveTo>
                  <a:pt x="47427" y="69532"/>
                </a:moveTo>
                <a:lnTo>
                  <a:pt x="18022" y="69532"/>
                </a:lnTo>
                <a:lnTo>
                  <a:pt x="73987" y="14288"/>
                </a:lnTo>
                <a:lnTo>
                  <a:pt x="103392" y="14288"/>
                </a:lnTo>
                <a:lnTo>
                  <a:pt x="48376" y="69532"/>
                </a:lnTo>
                <a:close/>
                <a:moveTo>
                  <a:pt x="177378" y="13335"/>
                </a:moveTo>
                <a:lnTo>
                  <a:pt x="214372" y="13335"/>
                </a:lnTo>
                <a:lnTo>
                  <a:pt x="159356" y="68580"/>
                </a:lnTo>
                <a:lnTo>
                  <a:pt x="123311" y="68580"/>
                </a:lnTo>
                <a:lnTo>
                  <a:pt x="178327" y="13335"/>
                </a:lnTo>
                <a:close/>
                <a:moveTo>
                  <a:pt x="233343" y="13335"/>
                </a:moveTo>
                <a:lnTo>
                  <a:pt x="270336" y="13335"/>
                </a:lnTo>
                <a:lnTo>
                  <a:pt x="215320" y="68580"/>
                </a:lnTo>
                <a:lnTo>
                  <a:pt x="179276" y="68580"/>
                </a:lnTo>
                <a:lnTo>
                  <a:pt x="234291" y="13335"/>
                </a:lnTo>
                <a:close/>
                <a:moveTo>
                  <a:pt x="21817" y="13335"/>
                </a:moveTo>
                <a:lnTo>
                  <a:pt x="53119" y="13335"/>
                </a:lnTo>
                <a:lnTo>
                  <a:pt x="15177" y="53340"/>
                </a:lnTo>
                <a:lnTo>
                  <a:pt x="15177" y="20955"/>
                </a:lnTo>
                <a:cubicBezTo>
                  <a:pt x="15177" y="17145"/>
                  <a:pt x="18971" y="14288"/>
                  <a:pt x="21817" y="14288"/>
                </a:cubicBezTo>
                <a:close/>
                <a:moveTo>
                  <a:pt x="288359" y="69532"/>
                </a:moveTo>
                <a:lnTo>
                  <a:pt x="320609" y="37147"/>
                </a:lnTo>
                <a:lnTo>
                  <a:pt x="320609" y="69532"/>
                </a:lnTo>
                <a:lnTo>
                  <a:pt x="288359" y="69532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" name="Graphic 9">
            <a:extLst>
              <a:ext uri="{FF2B5EF4-FFF2-40B4-BE49-F238E27FC236}">
                <a16:creationId xmlns:a16="http://schemas.microsoft.com/office/drawing/2014/main" id="{D9E21315-1A11-1780-7C69-F629B8A424DC}"/>
              </a:ext>
            </a:extLst>
          </p:cNvPr>
          <p:cNvSpPr/>
          <p:nvPr/>
        </p:nvSpPr>
        <p:spPr>
          <a:xfrm>
            <a:off x="2179130" y="822422"/>
            <a:ext cx="465750" cy="467692"/>
          </a:xfrm>
          <a:custGeom>
            <a:avLst/>
            <a:gdLst>
              <a:gd name="connsiteX0" fmla="*/ 175481 w 350962"/>
              <a:gd name="connsiteY0" fmla="*/ 16192 h 352425"/>
              <a:gd name="connsiteX1" fmla="*/ 15177 w 350962"/>
              <a:gd name="connsiteY1" fmla="*/ 177165 h 352425"/>
              <a:gd name="connsiteX2" fmla="*/ 175481 w 350962"/>
              <a:gd name="connsiteY2" fmla="*/ 338138 h 352425"/>
              <a:gd name="connsiteX3" fmla="*/ 335786 w 350962"/>
              <a:gd name="connsiteY3" fmla="*/ 177165 h 352425"/>
              <a:gd name="connsiteX4" fmla="*/ 175481 w 350962"/>
              <a:gd name="connsiteY4" fmla="*/ 16192 h 352425"/>
              <a:gd name="connsiteX5" fmla="*/ 175481 w 350962"/>
              <a:gd name="connsiteY5" fmla="*/ 352425 h 352425"/>
              <a:gd name="connsiteX6" fmla="*/ 0 w 350962"/>
              <a:gd name="connsiteY6" fmla="*/ 176213 h 352425"/>
              <a:gd name="connsiteX7" fmla="*/ 175481 w 350962"/>
              <a:gd name="connsiteY7" fmla="*/ 0 h 352425"/>
              <a:gd name="connsiteX8" fmla="*/ 350963 w 350962"/>
              <a:gd name="connsiteY8" fmla="*/ 176213 h 352425"/>
              <a:gd name="connsiteX9" fmla="*/ 175481 w 350962"/>
              <a:gd name="connsiteY9" fmla="*/ 352425 h 352425"/>
              <a:gd name="connsiteX10" fmla="*/ 117620 w 350962"/>
              <a:gd name="connsiteY10" fmla="*/ 236220 h 352425"/>
              <a:gd name="connsiteX11" fmla="*/ 146076 w 350962"/>
              <a:gd name="connsiteY11" fmla="*/ 236220 h 352425"/>
              <a:gd name="connsiteX12" fmla="*/ 146076 w 350962"/>
              <a:gd name="connsiteY12" fmla="*/ 119063 h 352425"/>
              <a:gd name="connsiteX13" fmla="*/ 117620 w 350962"/>
              <a:gd name="connsiteY13" fmla="*/ 119063 h 352425"/>
              <a:gd name="connsiteX14" fmla="*/ 117620 w 350962"/>
              <a:gd name="connsiteY14" fmla="*/ 236220 h 352425"/>
              <a:gd name="connsiteX15" fmla="*/ 153665 w 350962"/>
              <a:gd name="connsiteY15" fmla="*/ 250507 h 352425"/>
              <a:gd name="connsiteX16" fmla="*/ 110980 w 350962"/>
              <a:gd name="connsiteY16" fmla="*/ 250507 h 352425"/>
              <a:gd name="connsiteX17" fmla="*/ 103392 w 350962"/>
              <a:gd name="connsiteY17" fmla="*/ 242888 h 352425"/>
              <a:gd name="connsiteX18" fmla="*/ 103392 w 350962"/>
              <a:gd name="connsiteY18" fmla="*/ 110490 h 352425"/>
              <a:gd name="connsiteX19" fmla="*/ 110980 w 350962"/>
              <a:gd name="connsiteY19" fmla="*/ 102870 h 352425"/>
              <a:gd name="connsiteX20" fmla="*/ 153665 w 350962"/>
              <a:gd name="connsiteY20" fmla="*/ 102870 h 352425"/>
              <a:gd name="connsiteX21" fmla="*/ 161253 w 350962"/>
              <a:gd name="connsiteY21" fmla="*/ 110490 h 352425"/>
              <a:gd name="connsiteX22" fmla="*/ 161253 w 350962"/>
              <a:gd name="connsiteY22" fmla="*/ 242888 h 352425"/>
              <a:gd name="connsiteX23" fmla="*/ 153665 w 350962"/>
              <a:gd name="connsiteY23" fmla="*/ 250507 h 352425"/>
              <a:gd name="connsiteX24" fmla="*/ 204886 w 350962"/>
              <a:gd name="connsiteY24" fmla="*/ 236220 h 352425"/>
              <a:gd name="connsiteX25" fmla="*/ 234291 w 350962"/>
              <a:gd name="connsiteY25" fmla="*/ 236220 h 352425"/>
              <a:gd name="connsiteX26" fmla="*/ 234291 w 350962"/>
              <a:gd name="connsiteY26" fmla="*/ 119063 h 352425"/>
              <a:gd name="connsiteX27" fmla="*/ 204886 w 350962"/>
              <a:gd name="connsiteY27" fmla="*/ 119063 h 352425"/>
              <a:gd name="connsiteX28" fmla="*/ 204886 w 350962"/>
              <a:gd name="connsiteY28" fmla="*/ 236220 h 352425"/>
              <a:gd name="connsiteX29" fmla="*/ 241880 w 350962"/>
              <a:gd name="connsiteY29" fmla="*/ 250507 h 352425"/>
              <a:gd name="connsiteX30" fmla="*/ 198246 w 350962"/>
              <a:gd name="connsiteY30" fmla="*/ 250507 h 352425"/>
              <a:gd name="connsiteX31" fmla="*/ 190658 w 350962"/>
              <a:gd name="connsiteY31" fmla="*/ 242888 h 352425"/>
              <a:gd name="connsiteX32" fmla="*/ 190658 w 350962"/>
              <a:gd name="connsiteY32" fmla="*/ 110490 h 352425"/>
              <a:gd name="connsiteX33" fmla="*/ 198246 w 350962"/>
              <a:gd name="connsiteY33" fmla="*/ 102870 h 352425"/>
              <a:gd name="connsiteX34" fmla="*/ 241880 w 350962"/>
              <a:gd name="connsiteY34" fmla="*/ 102870 h 352425"/>
              <a:gd name="connsiteX35" fmla="*/ 249468 w 350962"/>
              <a:gd name="connsiteY35" fmla="*/ 110490 h 352425"/>
              <a:gd name="connsiteX36" fmla="*/ 249468 w 350962"/>
              <a:gd name="connsiteY36" fmla="*/ 242888 h 352425"/>
              <a:gd name="connsiteX37" fmla="*/ 241880 w 350962"/>
              <a:gd name="connsiteY37" fmla="*/ 250507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50962" h="352425">
                <a:moveTo>
                  <a:pt x="175481" y="16192"/>
                </a:moveTo>
                <a:cubicBezTo>
                  <a:pt x="88215" y="16192"/>
                  <a:pt x="15177" y="88582"/>
                  <a:pt x="15177" y="177165"/>
                </a:cubicBezTo>
                <a:cubicBezTo>
                  <a:pt x="15177" y="265748"/>
                  <a:pt x="88215" y="338138"/>
                  <a:pt x="175481" y="338138"/>
                </a:cubicBezTo>
                <a:cubicBezTo>
                  <a:pt x="262748" y="338138"/>
                  <a:pt x="335786" y="264795"/>
                  <a:pt x="335786" y="177165"/>
                </a:cubicBezTo>
                <a:cubicBezTo>
                  <a:pt x="335786" y="89535"/>
                  <a:pt x="263696" y="16192"/>
                  <a:pt x="175481" y="16192"/>
                </a:cubicBezTo>
                <a:close/>
                <a:moveTo>
                  <a:pt x="175481" y="352425"/>
                </a:moveTo>
                <a:cubicBezTo>
                  <a:pt x="79678" y="352425"/>
                  <a:pt x="0" y="273367"/>
                  <a:pt x="0" y="176213"/>
                </a:cubicBezTo>
                <a:cubicBezTo>
                  <a:pt x="0" y="79057"/>
                  <a:pt x="78729" y="0"/>
                  <a:pt x="175481" y="0"/>
                </a:cubicBezTo>
                <a:cubicBezTo>
                  <a:pt x="272233" y="0"/>
                  <a:pt x="350963" y="78105"/>
                  <a:pt x="350963" y="176213"/>
                </a:cubicBezTo>
                <a:cubicBezTo>
                  <a:pt x="350963" y="274320"/>
                  <a:pt x="273182" y="352425"/>
                  <a:pt x="175481" y="352425"/>
                </a:cubicBezTo>
                <a:close/>
                <a:moveTo>
                  <a:pt x="117620" y="236220"/>
                </a:moveTo>
                <a:lnTo>
                  <a:pt x="146076" y="236220"/>
                </a:lnTo>
                <a:lnTo>
                  <a:pt x="146076" y="119063"/>
                </a:lnTo>
                <a:lnTo>
                  <a:pt x="117620" y="119063"/>
                </a:lnTo>
                <a:lnTo>
                  <a:pt x="117620" y="236220"/>
                </a:lnTo>
                <a:close/>
                <a:moveTo>
                  <a:pt x="153665" y="250507"/>
                </a:moveTo>
                <a:lnTo>
                  <a:pt x="110980" y="250507"/>
                </a:lnTo>
                <a:cubicBezTo>
                  <a:pt x="107186" y="250507"/>
                  <a:pt x="103392" y="246698"/>
                  <a:pt x="103392" y="242888"/>
                </a:cubicBezTo>
                <a:lnTo>
                  <a:pt x="103392" y="110490"/>
                </a:lnTo>
                <a:cubicBezTo>
                  <a:pt x="103392" y="105727"/>
                  <a:pt x="107186" y="102870"/>
                  <a:pt x="110980" y="102870"/>
                </a:cubicBezTo>
                <a:lnTo>
                  <a:pt x="153665" y="102870"/>
                </a:lnTo>
                <a:cubicBezTo>
                  <a:pt x="158407" y="102870"/>
                  <a:pt x="161253" y="105727"/>
                  <a:pt x="161253" y="110490"/>
                </a:cubicBezTo>
                <a:lnTo>
                  <a:pt x="161253" y="242888"/>
                </a:lnTo>
                <a:cubicBezTo>
                  <a:pt x="161253" y="246698"/>
                  <a:pt x="158407" y="250507"/>
                  <a:pt x="153665" y="250507"/>
                </a:cubicBezTo>
                <a:close/>
                <a:moveTo>
                  <a:pt x="204886" y="236220"/>
                </a:moveTo>
                <a:lnTo>
                  <a:pt x="234291" y="236220"/>
                </a:lnTo>
                <a:lnTo>
                  <a:pt x="234291" y="119063"/>
                </a:lnTo>
                <a:lnTo>
                  <a:pt x="204886" y="119063"/>
                </a:lnTo>
                <a:lnTo>
                  <a:pt x="204886" y="236220"/>
                </a:lnTo>
                <a:close/>
                <a:moveTo>
                  <a:pt x="241880" y="250507"/>
                </a:moveTo>
                <a:lnTo>
                  <a:pt x="198246" y="250507"/>
                </a:lnTo>
                <a:cubicBezTo>
                  <a:pt x="194452" y="250507"/>
                  <a:pt x="190658" y="246698"/>
                  <a:pt x="190658" y="242888"/>
                </a:cubicBezTo>
                <a:lnTo>
                  <a:pt x="190658" y="110490"/>
                </a:lnTo>
                <a:cubicBezTo>
                  <a:pt x="190658" y="105727"/>
                  <a:pt x="194452" y="102870"/>
                  <a:pt x="198246" y="102870"/>
                </a:cubicBezTo>
                <a:lnTo>
                  <a:pt x="241880" y="102870"/>
                </a:lnTo>
                <a:cubicBezTo>
                  <a:pt x="246622" y="102870"/>
                  <a:pt x="249468" y="105727"/>
                  <a:pt x="249468" y="110490"/>
                </a:cubicBezTo>
                <a:lnTo>
                  <a:pt x="249468" y="242888"/>
                </a:lnTo>
                <a:cubicBezTo>
                  <a:pt x="249468" y="246698"/>
                  <a:pt x="246622" y="250507"/>
                  <a:pt x="241880" y="25050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" name="Graphic 9">
            <a:extLst>
              <a:ext uri="{FF2B5EF4-FFF2-40B4-BE49-F238E27FC236}">
                <a16:creationId xmlns:a16="http://schemas.microsoft.com/office/drawing/2014/main" id="{AD8AF25D-0A28-B199-1F4B-1D1CE960442B}"/>
              </a:ext>
            </a:extLst>
          </p:cNvPr>
          <p:cNvSpPr/>
          <p:nvPr/>
        </p:nvSpPr>
        <p:spPr>
          <a:xfrm>
            <a:off x="2953830" y="822422"/>
            <a:ext cx="465750" cy="467692"/>
          </a:xfrm>
          <a:custGeom>
            <a:avLst/>
            <a:gdLst>
              <a:gd name="connsiteX0" fmla="*/ 175481 w 350962"/>
              <a:gd name="connsiteY0" fmla="*/ 16192 h 352425"/>
              <a:gd name="connsiteX1" fmla="*/ 15177 w 350962"/>
              <a:gd name="connsiteY1" fmla="*/ 177165 h 352425"/>
              <a:gd name="connsiteX2" fmla="*/ 175481 w 350962"/>
              <a:gd name="connsiteY2" fmla="*/ 338138 h 352425"/>
              <a:gd name="connsiteX3" fmla="*/ 335786 w 350962"/>
              <a:gd name="connsiteY3" fmla="*/ 177165 h 352425"/>
              <a:gd name="connsiteX4" fmla="*/ 175481 w 350962"/>
              <a:gd name="connsiteY4" fmla="*/ 16192 h 352425"/>
              <a:gd name="connsiteX5" fmla="*/ 175481 w 350962"/>
              <a:gd name="connsiteY5" fmla="*/ 352425 h 352425"/>
              <a:gd name="connsiteX6" fmla="*/ 0 w 350962"/>
              <a:gd name="connsiteY6" fmla="*/ 176213 h 352425"/>
              <a:gd name="connsiteX7" fmla="*/ 175481 w 350962"/>
              <a:gd name="connsiteY7" fmla="*/ 0 h 352425"/>
              <a:gd name="connsiteX8" fmla="*/ 350963 w 350962"/>
              <a:gd name="connsiteY8" fmla="*/ 176213 h 352425"/>
              <a:gd name="connsiteX9" fmla="*/ 175481 w 350962"/>
              <a:gd name="connsiteY9" fmla="*/ 352425 h 352425"/>
              <a:gd name="connsiteX10" fmla="*/ 117620 w 350962"/>
              <a:gd name="connsiteY10" fmla="*/ 236220 h 352425"/>
              <a:gd name="connsiteX11" fmla="*/ 146076 w 350962"/>
              <a:gd name="connsiteY11" fmla="*/ 236220 h 352425"/>
              <a:gd name="connsiteX12" fmla="*/ 146076 w 350962"/>
              <a:gd name="connsiteY12" fmla="*/ 119063 h 352425"/>
              <a:gd name="connsiteX13" fmla="*/ 117620 w 350962"/>
              <a:gd name="connsiteY13" fmla="*/ 119063 h 352425"/>
              <a:gd name="connsiteX14" fmla="*/ 117620 w 350962"/>
              <a:gd name="connsiteY14" fmla="*/ 236220 h 352425"/>
              <a:gd name="connsiteX15" fmla="*/ 153665 w 350962"/>
              <a:gd name="connsiteY15" fmla="*/ 250507 h 352425"/>
              <a:gd name="connsiteX16" fmla="*/ 110980 w 350962"/>
              <a:gd name="connsiteY16" fmla="*/ 250507 h 352425"/>
              <a:gd name="connsiteX17" fmla="*/ 103392 w 350962"/>
              <a:gd name="connsiteY17" fmla="*/ 242888 h 352425"/>
              <a:gd name="connsiteX18" fmla="*/ 103392 w 350962"/>
              <a:gd name="connsiteY18" fmla="*/ 110490 h 352425"/>
              <a:gd name="connsiteX19" fmla="*/ 110980 w 350962"/>
              <a:gd name="connsiteY19" fmla="*/ 102870 h 352425"/>
              <a:gd name="connsiteX20" fmla="*/ 153665 w 350962"/>
              <a:gd name="connsiteY20" fmla="*/ 102870 h 352425"/>
              <a:gd name="connsiteX21" fmla="*/ 161253 w 350962"/>
              <a:gd name="connsiteY21" fmla="*/ 110490 h 352425"/>
              <a:gd name="connsiteX22" fmla="*/ 161253 w 350962"/>
              <a:gd name="connsiteY22" fmla="*/ 242888 h 352425"/>
              <a:gd name="connsiteX23" fmla="*/ 153665 w 350962"/>
              <a:gd name="connsiteY23" fmla="*/ 250507 h 352425"/>
              <a:gd name="connsiteX24" fmla="*/ 204886 w 350962"/>
              <a:gd name="connsiteY24" fmla="*/ 236220 h 352425"/>
              <a:gd name="connsiteX25" fmla="*/ 234291 w 350962"/>
              <a:gd name="connsiteY25" fmla="*/ 236220 h 352425"/>
              <a:gd name="connsiteX26" fmla="*/ 234291 w 350962"/>
              <a:gd name="connsiteY26" fmla="*/ 119063 h 352425"/>
              <a:gd name="connsiteX27" fmla="*/ 204886 w 350962"/>
              <a:gd name="connsiteY27" fmla="*/ 119063 h 352425"/>
              <a:gd name="connsiteX28" fmla="*/ 204886 w 350962"/>
              <a:gd name="connsiteY28" fmla="*/ 236220 h 352425"/>
              <a:gd name="connsiteX29" fmla="*/ 241880 w 350962"/>
              <a:gd name="connsiteY29" fmla="*/ 250507 h 352425"/>
              <a:gd name="connsiteX30" fmla="*/ 198246 w 350962"/>
              <a:gd name="connsiteY30" fmla="*/ 250507 h 352425"/>
              <a:gd name="connsiteX31" fmla="*/ 190658 w 350962"/>
              <a:gd name="connsiteY31" fmla="*/ 242888 h 352425"/>
              <a:gd name="connsiteX32" fmla="*/ 190658 w 350962"/>
              <a:gd name="connsiteY32" fmla="*/ 110490 h 352425"/>
              <a:gd name="connsiteX33" fmla="*/ 198246 w 350962"/>
              <a:gd name="connsiteY33" fmla="*/ 102870 h 352425"/>
              <a:gd name="connsiteX34" fmla="*/ 241880 w 350962"/>
              <a:gd name="connsiteY34" fmla="*/ 102870 h 352425"/>
              <a:gd name="connsiteX35" fmla="*/ 249468 w 350962"/>
              <a:gd name="connsiteY35" fmla="*/ 110490 h 352425"/>
              <a:gd name="connsiteX36" fmla="*/ 249468 w 350962"/>
              <a:gd name="connsiteY36" fmla="*/ 242888 h 352425"/>
              <a:gd name="connsiteX37" fmla="*/ 241880 w 350962"/>
              <a:gd name="connsiteY37" fmla="*/ 250507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50962" h="352425">
                <a:moveTo>
                  <a:pt x="175481" y="16192"/>
                </a:moveTo>
                <a:cubicBezTo>
                  <a:pt x="88215" y="16192"/>
                  <a:pt x="15177" y="88582"/>
                  <a:pt x="15177" y="177165"/>
                </a:cubicBezTo>
                <a:cubicBezTo>
                  <a:pt x="15177" y="265748"/>
                  <a:pt x="88215" y="338138"/>
                  <a:pt x="175481" y="338138"/>
                </a:cubicBezTo>
                <a:cubicBezTo>
                  <a:pt x="262748" y="338138"/>
                  <a:pt x="335786" y="264795"/>
                  <a:pt x="335786" y="177165"/>
                </a:cubicBezTo>
                <a:cubicBezTo>
                  <a:pt x="335786" y="89535"/>
                  <a:pt x="263696" y="16192"/>
                  <a:pt x="175481" y="16192"/>
                </a:cubicBezTo>
                <a:close/>
                <a:moveTo>
                  <a:pt x="175481" y="352425"/>
                </a:moveTo>
                <a:cubicBezTo>
                  <a:pt x="79678" y="352425"/>
                  <a:pt x="0" y="273367"/>
                  <a:pt x="0" y="176213"/>
                </a:cubicBezTo>
                <a:cubicBezTo>
                  <a:pt x="0" y="79057"/>
                  <a:pt x="78729" y="0"/>
                  <a:pt x="175481" y="0"/>
                </a:cubicBezTo>
                <a:cubicBezTo>
                  <a:pt x="272233" y="0"/>
                  <a:pt x="350963" y="78105"/>
                  <a:pt x="350963" y="176213"/>
                </a:cubicBezTo>
                <a:cubicBezTo>
                  <a:pt x="350963" y="274320"/>
                  <a:pt x="273182" y="352425"/>
                  <a:pt x="175481" y="352425"/>
                </a:cubicBezTo>
                <a:close/>
                <a:moveTo>
                  <a:pt x="117620" y="236220"/>
                </a:moveTo>
                <a:lnTo>
                  <a:pt x="146076" y="236220"/>
                </a:lnTo>
                <a:lnTo>
                  <a:pt x="146076" y="119063"/>
                </a:lnTo>
                <a:lnTo>
                  <a:pt x="117620" y="119063"/>
                </a:lnTo>
                <a:lnTo>
                  <a:pt x="117620" y="236220"/>
                </a:lnTo>
                <a:close/>
                <a:moveTo>
                  <a:pt x="153665" y="250507"/>
                </a:moveTo>
                <a:lnTo>
                  <a:pt x="110980" y="250507"/>
                </a:lnTo>
                <a:cubicBezTo>
                  <a:pt x="107186" y="250507"/>
                  <a:pt x="103392" y="246698"/>
                  <a:pt x="103392" y="242888"/>
                </a:cubicBezTo>
                <a:lnTo>
                  <a:pt x="103392" y="110490"/>
                </a:lnTo>
                <a:cubicBezTo>
                  <a:pt x="103392" y="105727"/>
                  <a:pt x="107186" y="102870"/>
                  <a:pt x="110980" y="102870"/>
                </a:cubicBezTo>
                <a:lnTo>
                  <a:pt x="153665" y="102870"/>
                </a:lnTo>
                <a:cubicBezTo>
                  <a:pt x="158407" y="102870"/>
                  <a:pt x="161253" y="105727"/>
                  <a:pt x="161253" y="110490"/>
                </a:cubicBezTo>
                <a:lnTo>
                  <a:pt x="161253" y="242888"/>
                </a:lnTo>
                <a:cubicBezTo>
                  <a:pt x="161253" y="246698"/>
                  <a:pt x="158407" y="250507"/>
                  <a:pt x="153665" y="250507"/>
                </a:cubicBezTo>
                <a:close/>
                <a:moveTo>
                  <a:pt x="204886" y="236220"/>
                </a:moveTo>
                <a:lnTo>
                  <a:pt x="234291" y="236220"/>
                </a:lnTo>
                <a:lnTo>
                  <a:pt x="234291" y="119063"/>
                </a:lnTo>
                <a:lnTo>
                  <a:pt x="204886" y="119063"/>
                </a:lnTo>
                <a:lnTo>
                  <a:pt x="204886" y="236220"/>
                </a:lnTo>
                <a:close/>
                <a:moveTo>
                  <a:pt x="241880" y="250507"/>
                </a:moveTo>
                <a:lnTo>
                  <a:pt x="198246" y="250507"/>
                </a:lnTo>
                <a:cubicBezTo>
                  <a:pt x="194452" y="250507"/>
                  <a:pt x="190658" y="246698"/>
                  <a:pt x="190658" y="242888"/>
                </a:cubicBezTo>
                <a:lnTo>
                  <a:pt x="190658" y="110490"/>
                </a:lnTo>
                <a:cubicBezTo>
                  <a:pt x="190658" y="105727"/>
                  <a:pt x="194452" y="102870"/>
                  <a:pt x="198246" y="102870"/>
                </a:cubicBezTo>
                <a:lnTo>
                  <a:pt x="241880" y="102870"/>
                </a:lnTo>
                <a:cubicBezTo>
                  <a:pt x="246622" y="102870"/>
                  <a:pt x="249468" y="105727"/>
                  <a:pt x="249468" y="110490"/>
                </a:cubicBezTo>
                <a:lnTo>
                  <a:pt x="249468" y="242888"/>
                </a:lnTo>
                <a:cubicBezTo>
                  <a:pt x="249468" y="246698"/>
                  <a:pt x="246622" y="250507"/>
                  <a:pt x="241880" y="25050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" name="Graphic 9">
            <a:extLst>
              <a:ext uri="{FF2B5EF4-FFF2-40B4-BE49-F238E27FC236}">
                <a16:creationId xmlns:a16="http://schemas.microsoft.com/office/drawing/2014/main" id="{62A23851-2817-694E-FEA7-F4DD0DA7212B}"/>
              </a:ext>
            </a:extLst>
          </p:cNvPr>
          <p:cNvSpPr/>
          <p:nvPr/>
        </p:nvSpPr>
        <p:spPr>
          <a:xfrm>
            <a:off x="2179130" y="1428847"/>
            <a:ext cx="465750" cy="467692"/>
          </a:xfrm>
          <a:custGeom>
            <a:avLst/>
            <a:gdLst>
              <a:gd name="connsiteX0" fmla="*/ 175481 w 350962"/>
              <a:gd name="connsiteY0" fmla="*/ 16192 h 352425"/>
              <a:gd name="connsiteX1" fmla="*/ 15177 w 350962"/>
              <a:gd name="connsiteY1" fmla="*/ 177165 h 352425"/>
              <a:gd name="connsiteX2" fmla="*/ 175481 w 350962"/>
              <a:gd name="connsiteY2" fmla="*/ 338138 h 352425"/>
              <a:gd name="connsiteX3" fmla="*/ 335786 w 350962"/>
              <a:gd name="connsiteY3" fmla="*/ 177165 h 352425"/>
              <a:gd name="connsiteX4" fmla="*/ 175481 w 350962"/>
              <a:gd name="connsiteY4" fmla="*/ 16192 h 352425"/>
              <a:gd name="connsiteX5" fmla="*/ 175481 w 350962"/>
              <a:gd name="connsiteY5" fmla="*/ 352425 h 352425"/>
              <a:gd name="connsiteX6" fmla="*/ 0 w 350962"/>
              <a:gd name="connsiteY6" fmla="*/ 176213 h 352425"/>
              <a:gd name="connsiteX7" fmla="*/ 175481 w 350962"/>
              <a:gd name="connsiteY7" fmla="*/ 0 h 352425"/>
              <a:gd name="connsiteX8" fmla="*/ 350963 w 350962"/>
              <a:gd name="connsiteY8" fmla="*/ 176213 h 352425"/>
              <a:gd name="connsiteX9" fmla="*/ 175481 w 350962"/>
              <a:gd name="connsiteY9" fmla="*/ 352425 h 352425"/>
              <a:gd name="connsiteX10" fmla="*/ 117620 w 350962"/>
              <a:gd name="connsiteY10" fmla="*/ 236220 h 352425"/>
              <a:gd name="connsiteX11" fmla="*/ 146076 w 350962"/>
              <a:gd name="connsiteY11" fmla="*/ 236220 h 352425"/>
              <a:gd name="connsiteX12" fmla="*/ 146076 w 350962"/>
              <a:gd name="connsiteY12" fmla="*/ 119063 h 352425"/>
              <a:gd name="connsiteX13" fmla="*/ 117620 w 350962"/>
              <a:gd name="connsiteY13" fmla="*/ 119063 h 352425"/>
              <a:gd name="connsiteX14" fmla="*/ 117620 w 350962"/>
              <a:gd name="connsiteY14" fmla="*/ 236220 h 352425"/>
              <a:gd name="connsiteX15" fmla="*/ 153665 w 350962"/>
              <a:gd name="connsiteY15" fmla="*/ 250507 h 352425"/>
              <a:gd name="connsiteX16" fmla="*/ 110980 w 350962"/>
              <a:gd name="connsiteY16" fmla="*/ 250507 h 352425"/>
              <a:gd name="connsiteX17" fmla="*/ 103392 w 350962"/>
              <a:gd name="connsiteY17" fmla="*/ 242888 h 352425"/>
              <a:gd name="connsiteX18" fmla="*/ 103392 w 350962"/>
              <a:gd name="connsiteY18" fmla="*/ 110490 h 352425"/>
              <a:gd name="connsiteX19" fmla="*/ 110980 w 350962"/>
              <a:gd name="connsiteY19" fmla="*/ 102870 h 352425"/>
              <a:gd name="connsiteX20" fmla="*/ 153665 w 350962"/>
              <a:gd name="connsiteY20" fmla="*/ 102870 h 352425"/>
              <a:gd name="connsiteX21" fmla="*/ 161253 w 350962"/>
              <a:gd name="connsiteY21" fmla="*/ 110490 h 352425"/>
              <a:gd name="connsiteX22" fmla="*/ 161253 w 350962"/>
              <a:gd name="connsiteY22" fmla="*/ 242888 h 352425"/>
              <a:gd name="connsiteX23" fmla="*/ 153665 w 350962"/>
              <a:gd name="connsiteY23" fmla="*/ 250507 h 352425"/>
              <a:gd name="connsiteX24" fmla="*/ 204886 w 350962"/>
              <a:gd name="connsiteY24" fmla="*/ 236220 h 352425"/>
              <a:gd name="connsiteX25" fmla="*/ 234291 w 350962"/>
              <a:gd name="connsiteY25" fmla="*/ 236220 h 352425"/>
              <a:gd name="connsiteX26" fmla="*/ 234291 w 350962"/>
              <a:gd name="connsiteY26" fmla="*/ 119063 h 352425"/>
              <a:gd name="connsiteX27" fmla="*/ 204886 w 350962"/>
              <a:gd name="connsiteY27" fmla="*/ 119063 h 352425"/>
              <a:gd name="connsiteX28" fmla="*/ 204886 w 350962"/>
              <a:gd name="connsiteY28" fmla="*/ 236220 h 352425"/>
              <a:gd name="connsiteX29" fmla="*/ 241880 w 350962"/>
              <a:gd name="connsiteY29" fmla="*/ 250507 h 352425"/>
              <a:gd name="connsiteX30" fmla="*/ 198246 w 350962"/>
              <a:gd name="connsiteY30" fmla="*/ 250507 h 352425"/>
              <a:gd name="connsiteX31" fmla="*/ 190658 w 350962"/>
              <a:gd name="connsiteY31" fmla="*/ 242888 h 352425"/>
              <a:gd name="connsiteX32" fmla="*/ 190658 w 350962"/>
              <a:gd name="connsiteY32" fmla="*/ 110490 h 352425"/>
              <a:gd name="connsiteX33" fmla="*/ 198246 w 350962"/>
              <a:gd name="connsiteY33" fmla="*/ 102870 h 352425"/>
              <a:gd name="connsiteX34" fmla="*/ 241880 w 350962"/>
              <a:gd name="connsiteY34" fmla="*/ 102870 h 352425"/>
              <a:gd name="connsiteX35" fmla="*/ 249468 w 350962"/>
              <a:gd name="connsiteY35" fmla="*/ 110490 h 352425"/>
              <a:gd name="connsiteX36" fmla="*/ 249468 w 350962"/>
              <a:gd name="connsiteY36" fmla="*/ 242888 h 352425"/>
              <a:gd name="connsiteX37" fmla="*/ 241880 w 350962"/>
              <a:gd name="connsiteY37" fmla="*/ 250507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50962" h="352425">
                <a:moveTo>
                  <a:pt x="175481" y="16192"/>
                </a:moveTo>
                <a:cubicBezTo>
                  <a:pt x="88215" y="16192"/>
                  <a:pt x="15177" y="88582"/>
                  <a:pt x="15177" y="177165"/>
                </a:cubicBezTo>
                <a:cubicBezTo>
                  <a:pt x="15177" y="265748"/>
                  <a:pt x="88215" y="338138"/>
                  <a:pt x="175481" y="338138"/>
                </a:cubicBezTo>
                <a:cubicBezTo>
                  <a:pt x="262748" y="338138"/>
                  <a:pt x="335786" y="264795"/>
                  <a:pt x="335786" y="177165"/>
                </a:cubicBezTo>
                <a:cubicBezTo>
                  <a:pt x="335786" y="89535"/>
                  <a:pt x="263696" y="16192"/>
                  <a:pt x="175481" y="16192"/>
                </a:cubicBezTo>
                <a:close/>
                <a:moveTo>
                  <a:pt x="175481" y="352425"/>
                </a:moveTo>
                <a:cubicBezTo>
                  <a:pt x="79678" y="352425"/>
                  <a:pt x="0" y="273367"/>
                  <a:pt x="0" y="176213"/>
                </a:cubicBezTo>
                <a:cubicBezTo>
                  <a:pt x="0" y="79057"/>
                  <a:pt x="78729" y="0"/>
                  <a:pt x="175481" y="0"/>
                </a:cubicBezTo>
                <a:cubicBezTo>
                  <a:pt x="272233" y="0"/>
                  <a:pt x="350963" y="78105"/>
                  <a:pt x="350963" y="176213"/>
                </a:cubicBezTo>
                <a:cubicBezTo>
                  <a:pt x="350963" y="274320"/>
                  <a:pt x="273182" y="352425"/>
                  <a:pt x="175481" y="352425"/>
                </a:cubicBezTo>
                <a:close/>
                <a:moveTo>
                  <a:pt x="117620" y="236220"/>
                </a:moveTo>
                <a:lnTo>
                  <a:pt x="146076" y="236220"/>
                </a:lnTo>
                <a:lnTo>
                  <a:pt x="146076" y="119063"/>
                </a:lnTo>
                <a:lnTo>
                  <a:pt x="117620" y="119063"/>
                </a:lnTo>
                <a:lnTo>
                  <a:pt x="117620" y="236220"/>
                </a:lnTo>
                <a:close/>
                <a:moveTo>
                  <a:pt x="153665" y="250507"/>
                </a:moveTo>
                <a:lnTo>
                  <a:pt x="110980" y="250507"/>
                </a:lnTo>
                <a:cubicBezTo>
                  <a:pt x="107186" y="250507"/>
                  <a:pt x="103392" y="246698"/>
                  <a:pt x="103392" y="242888"/>
                </a:cubicBezTo>
                <a:lnTo>
                  <a:pt x="103392" y="110490"/>
                </a:lnTo>
                <a:cubicBezTo>
                  <a:pt x="103392" y="105727"/>
                  <a:pt x="107186" y="102870"/>
                  <a:pt x="110980" y="102870"/>
                </a:cubicBezTo>
                <a:lnTo>
                  <a:pt x="153665" y="102870"/>
                </a:lnTo>
                <a:cubicBezTo>
                  <a:pt x="158407" y="102870"/>
                  <a:pt x="161253" y="105727"/>
                  <a:pt x="161253" y="110490"/>
                </a:cubicBezTo>
                <a:lnTo>
                  <a:pt x="161253" y="242888"/>
                </a:lnTo>
                <a:cubicBezTo>
                  <a:pt x="161253" y="246698"/>
                  <a:pt x="158407" y="250507"/>
                  <a:pt x="153665" y="250507"/>
                </a:cubicBezTo>
                <a:close/>
                <a:moveTo>
                  <a:pt x="204886" y="236220"/>
                </a:moveTo>
                <a:lnTo>
                  <a:pt x="234291" y="236220"/>
                </a:lnTo>
                <a:lnTo>
                  <a:pt x="234291" y="119063"/>
                </a:lnTo>
                <a:lnTo>
                  <a:pt x="204886" y="119063"/>
                </a:lnTo>
                <a:lnTo>
                  <a:pt x="204886" y="236220"/>
                </a:lnTo>
                <a:close/>
                <a:moveTo>
                  <a:pt x="241880" y="250507"/>
                </a:moveTo>
                <a:lnTo>
                  <a:pt x="198246" y="250507"/>
                </a:lnTo>
                <a:cubicBezTo>
                  <a:pt x="194452" y="250507"/>
                  <a:pt x="190658" y="246698"/>
                  <a:pt x="190658" y="242888"/>
                </a:cubicBezTo>
                <a:lnTo>
                  <a:pt x="190658" y="110490"/>
                </a:lnTo>
                <a:cubicBezTo>
                  <a:pt x="190658" y="105727"/>
                  <a:pt x="194452" y="102870"/>
                  <a:pt x="198246" y="102870"/>
                </a:cubicBezTo>
                <a:lnTo>
                  <a:pt x="241880" y="102870"/>
                </a:lnTo>
                <a:cubicBezTo>
                  <a:pt x="246622" y="102870"/>
                  <a:pt x="249468" y="105727"/>
                  <a:pt x="249468" y="110490"/>
                </a:cubicBezTo>
                <a:lnTo>
                  <a:pt x="249468" y="242888"/>
                </a:lnTo>
                <a:cubicBezTo>
                  <a:pt x="249468" y="246698"/>
                  <a:pt x="246622" y="250507"/>
                  <a:pt x="241880" y="25050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9">
            <a:extLst>
              <a:ext uri="{FF2B5EF4-FFF2-40B4-BE49-F238E27FC236}">
                <a16:creationId xmlns:a16="http://schemas.microsoft.com/office/drawing/2014/main" id="{EAE6B579-99F7-E790-958A-24F11A06D53D}"/>
              </a:ext>
            </a:extLst>
          </p:cNvPr>
          <p:cNvSpPr/>
          <p:nvPr/>
        </p:nvSpPr>
        <p:spPr>
          <a:xfrm>
            <a:off x="2953830" y="1428847"/>
            <a:ext cx="465750" cy="467692"/>
          </a:xfrm>
          <a:custGeom>
            <a:avLst/>
            <a:gdLst>
              <a:gd name="connsiteX0" fmla="*/ 175481 w 350962"/>
              <a:gd name="connsiteY0" fmla="*/ 16192 h 352425"/>
              <a:gd name="connsiteX1" fmla="*/ 15177 w 350962"/>
              <a:gd name="connsiteY1" fmla="*/ 177165 h 352425"/>
              <a:gd name="connsiteX2" fmla="*/ 175481 w 350962"/>
              <a:gd name="connsiteY2" fmla="*/ 338138 h 352425"/>
              <a:gd name="connsiteX3" fmla="*/ 335786 w 350962"/>
              <a:gd name="connsiteY3" fmla="*/ 177165 h 352425"/>
              <a:gd name="connsiteX4" fmla="*/ 175481 w 350962"/>
              <a:gd name="connsiteY4" fmla="*/ 16192 h 352425"/>
              <a:gd name="connsiteX5" fmla="*/ 175481 w 350962"/>
              <a:gd name="connsiteY5" fmla="*/ 352425 h 352425"/>
              <a:gd name="connsiteX6" fmla="*/ 0 w 350962"/>
              <a:gd name="connsiteY6" fmla="*/ 176213 h 352425"/>
              <a:gd name="connsiteX7" fmla="*/ 175481 w 350962"/>
              <a:gd name="connsiteY7" fmla="*/ 0 h 352425"/>
              <a:gd name="connsiteX8" fmla="*/ 350963 w 350962"/>
              <a:gd name="connsiteY8" fmla="*/ 176213 h 352425"/>
              <a:gd name="connsiteX9" fmla="*/ 175481 w 350962"/>
              <a:gd name="connsiteY9" fmla="*/ 352425 h 352425"/>
              <a:gd name="connsiteX10" fmla="*/ 117620 w 350962"/>
              <a:gd name="connsiteY10" fmla="*/ 236220 h 352425"/>
              <a:gd name="connsiteX11" fmla="*/ 146076 w 350962"/>
              <a:gd name="connsiteY11" fmla="*/ 236220 h 352425"/>
              <a:gd name="connsiteX12" fmla="*/ 146076 w 350962"/>
              <a:gd name="connsiteY12" fmla="*/ 119063 h 352425"/>
              <a:gd name="connsiteX13" fmla="*/ 117620 w 350962"/>
              <a:gd name="connsiteY13" fmla="*/ 119063 h 352425"/>
              <a:gd name="connsiteX14" fmla="*/ 117620 w 350962"/>
              <a:gd name="connsiteY14" fmla="*/ 236220 h 352425"/>
              <a:gd name="connsiteX15" fmla="*/ 153665 w 350962"/>
              <a:gd name="connsiteY15" fmla="*/ 250507 h 352425"/>
              <a:gd name="connsiteX16" fmla="*/ 110980 w 350962"/>
              <a:gd name="connsiteY16" fmla="*/ 250507 h 352425"/>
              <a:gd name="connsiteX17" fmla="*/ 103392 w 350962"/>
              <a:gd name="connsiteY17" fmla="*/ 242888 h 352425"/>
              <a:gd name="connsiteX18" fmla="*/ 103392 w 350962"/>
              <a:gd name="connsiteY18" fmla="*/ 110490 h 352425"/>
              <a:gd name="connsiteX19" fmla="*/ 110980 w 350962"/>
              <a:gd name="connsiteY19" fmla="*/ 102870 h 352425"/>
              <a:gd name="connsiteX20" fmla="*/ 153665 w 350962"/>
              <a:gd name="connsiteY20" fmla="*/ 102870 h 352425"/>
              <a:gd name="connsiteX21" fmla="*/ 161253 w 350962"/>
              <a:gd name="connsiteY21" fmla="*/ 110490 h 352425"/>
              <a:gd name="connsiteX22" fmla="*/ 161253 w 350962"/>
              <a:gd name="connsiteY22" fmla="*/ 242888 h 352425"/>
              <a:gd name="connsiteX23" fmla="*/ 153665 w 350962"/>
              <a:gd name="connsiteY23" fmla="*/ 250507 h 352425"/>
              <a:gd name="connsiteX24" fmla="*/ 204886 w 350962"/>
              <a:gd name="connsiteY24" fmla="*/ 236220 h 352425"/>
              <a:gd name="connsiteX25" fmla="*/ 234291 w 350962"/>
              <a:gd name="connsiteY25" fmla="*/ 236220 h 352425"/>
              <a:gd name="connsiteX26" fmla="*/ 234291 w 350962"/>
              <a:gd name="connsiteY26" fmla="*/ 119063 h 352425"/>
              <a:gd name="connsiteX27" fmla="*/ 204886 w 350962"/>
              <a:gd name="connsiteY27" fmla="*/ 119063 h 352425"/>
              <a:gd name="connsiteX28" fmla="*/ 204886 w 350962"/>
              <a:gd name="connsiteY28" fmla="*/ 236220 h 352425"/>
              <a:gd name="connsiteX29" fmla="*/ 241880 w 350962"/>
              <a:gd name="connsiteY29" fmla="*/ 250507 h 352425"/>
              <a:gd name="connsiteX30" fmla="*/ 198246 w 350962"/>
              <a:gd name="connsiteY30" fmla="*/ 250507 h 352425"/>
              <a:gd name="connsiteX31" fmla="*/ 190658 w 350962"/>
              <a:gd name="connsiteY31" fmla="*/ 242888 h 352425"/>
              <a:gd name="connsiteX32" fmla="*/ 190658 w 350962"/>
              <a:gd name="connsiteY32" fmla="*/ 110490 h 352425"/>
              <a:gd name="connsiteX33" fmla="*/ 198246 w 350962"/>
              <a:gd name="connsiteY33" fmla="*/ 102870 h 352425"/>
              <a:gd name="connsiteX34" fmla="*/ 241880 w 350962"/>
              <a:gd name="connsiteY34" fmla="*/ 102870 h 352425"/>
              <a:gd name="connsiteX35" fmla="*/ 249468 w 350962"/>
              <a:gd name="connsiteY35" fmla="*/ 110490 h 352425"/>
              <a:gd name="connsiteX36" fmla="*/ 249468 w 350962"/>
              <a:gd name="connsiteY36" fmla="*/ 242888 h 352425"/>
              <a:gd name="connsiteX37" fmla="*/ 241880 w 350962"/>
              <a:gd name="connsiteY37" fmla="*/ 250507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50962" h="352425">
                <a:moveTo>
                  <a:pt x="175481" y="16192"/>
                </a:moveTo>
                <a:cubicBezTo>
                  <a:pt x="88215" y="16192"/>
                  <a:pt x="15177" y="88582"/>
                  <a:pt x="15177" y="177165"/>
                </a:cubicBezTo>
                <a:cubicBezTo>
                  <a:pt x="15177" y="265748"/>
                  <a:pt x="88215" y="338138"/>
                  <a:pt x="175481" y="338138"/>
                </a:cubicBezTo>
                <a:cubicBezTo>
                  <a:pt x="262748" y="338138"/>
                  <a:pt x="335786" y="264795"/>
                  <a:pt x="335786" y="177165"/>
                </a:cubicBezTo>
                <a:cubicBezTo>
                  <a:pt x="335786" y="89535"/>
                  <a:pt x="263696" y="16192"/>
                  <a:pt x="175481" y="16192"/>
                </a:cubicBezTo>
                <a:close/>
                <a:moveTo>
                  <a:pt x="175481" y="352425"/>
                </a:moveTo>
                <a:cubicBezTo>
                  <a:pt x="79678" y="352425"/>
                  <a:pt x="0" y="273367"/>
                  <a:pt x="0" y="176213"/>
                </a:cubicBezTo>
                <a:cubicBezTo>
                  <a:pt x="0" y="79057"/>
                  <a:pt x="78729" y="0"/>
                  <a:pt x="175481" y="0"/>
                </a:cubicBezTo>
                <a:cubicBezTo>
                  <a:pt x="272233" y="0"/>
                  <a:pt x="350963" y="78105"/>
                  <a:pt x="350963" y="176213"/>
                </a:cubicBezTo>
                <a:cubicBezTo>
                  <a:pt x="350963" y="274320"/>
                  <a:pt x="273182" y="352425"/>
                  <a:pt x="175481" y="352425"/>
                </a:cubicBezTo>
                <a:close/>
                <a:moveTo>
                  <a:pt x="117620" y="236220"/>
                </a:moveTo>
                <a:lnTo>
                  <a:pt x="146076" y="236220"/>
                </a:lnTo>
                <a:lnTo>
                  <a:pt x="146076" y="119063"/>
                </a:lnTo>
                <a:lnTo>
                  <a:pt x="117620" y="119063"/>
                </a:lnTo>
                <a:lnTo>
                  <a:pt x="117620" y="236220"/>
                </a:lnTo>
                <a:close/>
                <a:moveTo>
                  <a:pt x="153665" y="250507"/>
                </a:moveTo>
                <a:lnTo>
                  <a:pt x="110980" y="250507"/>
                </a:lnTo>
                <a:cubicBezTo>
                  <a:pt x="107186" y="250507"/>
                  <a:pt x="103392" y="246698"/>
                  <a:pt x="103392" y="242888"/>
                </a:cubicBezTo>
                <a:lnTo>
                  <a:pt x="103392" y="110490"/>
                </a:lnTo>
                <a:cubicBezTo>
                  <a:pt x="103392" y="105727"/>
                  <a:pt x="107186" y="102870"/>
                  <a:pt x="110980" y="102870"/>
                </a:cubicBezTo>
                <a:lnTo>
                  <a:pt x="153665" y="102870"/>
                </a:lnTo>
                <a:cubicBezTo>
                  <a:pt x="158407" y="102870"/>
                  <a:pt x="161253" y="105727"/>
                  <a:pt x="161253" y="110490"/>
                </a:cubicBezTo>
                <a:lnTo>
                  <a:pt x="161253" y="242888"/>
                </a:lnTo>
                <a:cubicBezTo>
                  <a:pt x="161253" y="246698"/>
                  <a:pt x="158407" y="250507"/>
                  <a:pt x="153665" y="250507"/>
                </a:cubicBezTo>
                <a:close/>
                <a:moveTo>
                  <a:pt x="204886" y="236220"/>
                </a:moveTo>
                <a:lnTo>
                  <a:pt x="234291" y="236220"/>
                </a:lnTo>
                <a:lnTo>
                  <a:pt x="234291" y="119063"/>
                </a:lnTo>
                <a:lnTo>
                  <a:pt x="204886" y="119063"/>
                </a:lnTo>
                <a:lnTo>
                  <a:pt x="204886" y="236220"/>
                </a:lnTo>
                <a:close/>
                <a:moveTo>
                  <a:pt x="241880" y="250507"/>
                </a:moveTo>
                <a:lnTo>
                  <a:pt x="198246" y="250507"/>
                </a:lnTo>
                <a:cubicBezTo>
                  <a:pt x="194452" y="250507"/>
                  <a:pt x="190658" y="246698"/>
                  <a:pt x="190658" y="242888"/>
                </a:cubicBezTo>
                <a:lnTo>
                  <a:pt x="190658" y="110490"/>
                </a:lnTo>
                <a:cubicBezTo>
                  <a:pt x="190658" y="105727"/>
                  <a:pt x="194452" y="102870"/>
                  <a:pt x="198246" y="102870"/>
                </a:cubicBezTo>
                <a:lnTo>
                  <a:pt x="241880" y="102870"/>
                </a:lnTo>
                <a:cubicBezTo>
                  <a:pt x="246622" y="102870"/>
                  <a:pt x="249468" y="105727"/>
                  <a:pt x="249468" y="110490"/>
                </a:cubicBezTo>
                <a:lnTo>
                  <a:pt x="249468" y="242888"/>
                </a:lnTo>
                <a:cubicBezTo>
                  <a:pt x="249468" y="246698"/>
                  <a:pt x="246622" y="250507"/>
                  <a:pt x="241880" y="25050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" name="Graphic 15">
            <a:extLst>
              <a:ext uri="{FF2B5EF4-FFF2-40B4-BE49-F238E27FC236}">
                <a16:creationId xmlns:a16="http://schemas.microsoft.com/office/drawing/2014/main" id="{547693B6-8DD7-188A-F97B-57DBAFF41E02}"/>
              </a:ext>
            </a:extLst>
          </p:cNvPr>
          <p:cNvSpPr/>
          <p:nvPr/>
        </p:nvSpPr>
        <p:spPr>
          <a:xfrm>
            <a:off x="3868778" y="822422"/>
            <a:ext cx="463233" cy="467692"/>
          </a:xfrm>
          <a:custGeom>
            <a:avLst/>
            <a:gdLst>
              <a:gd name="connsiteX0" fmla="*/ 174533 w 349065"/>
              <a:gd name="connsiteY0" fmla="*/ 16192 h 352425"/>
              <a:gd name="connsiteX1" fmla="*/ 14228 w 349065"/>
              <a:gd name="connsiteY1" fmla="*/ 177165 h 352425"/>
              <a:gd name="connsiteX2" fmla="*/ 174533 w 349065"/>
              <a:gd name="connsiteY2" fmla="*/ 338138 h 352425"/>
              <a:gd name="connsiteX3" fmla="*/ 334837 w 349065"/>
              <a:gd name="connsiteY3" fmla="*/ 177165 h 352425"/>
              <a:gd name="connsiteX4" fmla="*/ 174533 w 349065"/>
              <a:gd name="connsiteY4" fmla="*/ 16192 h 352425"/>
              <a:gd name="connsiteX5" fmla="*/ 174533 w 349065"/>
              <a:gd name="connsiteY5" fmla="*/ 352425 h 352425"/>
              <a:gd name="connsiteX6" fmla="*/ 0 w 349065"/>
              <a:gd name="connsiteY6" fmla="*/ 176213 h 352425"/>
              <a:gd name="connsiteX7" fmla="*/ 174533 w 349065"/>
              <a:gd name="connsiteY7" fmla="*/ 0 h 352425"/>
              <a:gd name="connsiteX8" fmla="*/ 349066 w 349065"/>
              <a:gd name="connsiteY8" fmla="*/ 176213 h 352425"/>
              <a:gd name="connsiteX9" fmla="*/ 174533 w 349065"/>
              <a:gd name="connsiteY9" fmla="*/ 352425 h 352425"/>
              <a:gd name="connsiteX10" fmla="*/ 130900 w 349065"/>
              <a:gd name="connsiteY10" fmla="*/ 121920 h 352425"/>
              <a:gd name="connsiteX11" fmla="*/ 130900 w 349065"/>
              <a:gd name="connsiteY11" fmla="*/ 230505 h 352425"/>
              <a:gd name="connsiteX12" fmla="*/ 237137 w 349065"/>
              <a:gd name="connsiteY12" fmla="*/ 177165 h 352425"/>
              <a:gd name="connsiteX13" fmla="*/ 130900 w 349065"/>
              <a:gd name="connsiteY13" fmla="*/ 121920 h 352425"/>
              <a:gd name="connsiteX14" fmla="*/ 124260 w 349065"/>
              <a:gd name="connsiteY14" fmla="*/ 250507 h 352425"/>
              <a:gd name="connsiteX15" fmla="*/ 119517 w 349065"/>
              <a:gd name="connsiteY15" fmla="*/ 249555 h 352425"/>
              <a:gd name="connsiteX16" fmla="*/ 116671 w 349065"/>
              <a:gd name="connsiteY16" fmla="*/ 243840 h 352425"/>
              <a:gd name="connsiteX17" fmla="*/ 116671 w 349065"/>
              <a:gd name="connsiteY17" fmla="*/ 112395 h 352425"/>
              <a:gd name="connsiteX18" fmla="*/ 119517 w 349065"/>
              <a:gd name="connsiteY18" fmla="*/ 106680 h 352425"/>
              <a:gd name="connsiteX19" fmla="*/ 127105 w 349065"/>
              <a:gd name="connsiteY19" fmla="*/ 105727 h 352425"/>
              <a:gd name="connsiteX20" fmla="*/ 258005 w 349065"/>
              <a:gd name="connsiteY20" fmla="*/ 171450 h 352425"/>
              <a:gd name="connsiteX21" fmla="*/ 262748 w 349065"/>
              <a:gd name="connsiteY21" fmla="*/ 179070 h 352425"/>
              <a:gd name="connsiteX22" fmla="*/ 258005 w 349065"/>
              <a:gd name="connsiteY22" fmla="*/ 184785 h 352425"/>
              <a:gd name="connsiteX23" fmla="*/ 127105 w 349065"/>
              <a:gd name="connsiteY23" fmla="*/ 250507 h 352425"/>
              <a:gd name="connsiteX24" fmla="*/ 124260 w 349065"/>
              <a:gd name="connsiteY24" fmla="*/ 251460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9065" h="352425">
                <a:moveTo>
                  <a:pt x="174533" y="16192"/>
                </a:moveTo>
                <a:cubicBezTo>
                  <a:pt x="86318" y="16192"/>
                  <a:pt x="14228" y="88582"/>
                  <a:pt x="14228" y="177165"/>
                </a:cubicBezTo>
                <a:cubicBezTo>
                  <a:pt x="14228" y="265748"/>
                  <a:pt x="85369" y="338138"/>
                  <a:pt x="174533" y="338138"/>
                </a:cubicBezTo>
                <a:cubicBezTo>
                  <a:pt x="263696" y="338138"/>
                  <a:pt x="334837" y="264795"/>
                  <a:pt x="334837" y="177165"/>
                </a:cubicBezTo>
                <a:cubicBezTo>
                  <a:pt x="334837" y="89535"/>
                  <a:pt x="261799" y="16192"/>
                  <a:pt x="174533" y="16192"/>
                </a:cubicBezTo>
                <a:close/>
                <a:moveTo>
                  <a:pt x="174533" y="352425"/>
                </a:moveTo>
                <a:cubicBezTo>
                  <a:pt x="77781" y="352425"/>
                  <a:pt x="0" y="273367"/>
                  <a:pt x="0" y="176213"/>
                </a:cubicBezTo>
                <a:cubicBezTo>
                  <a:pt x="0" y="79057"/>
                  <a:pt x="77781" y="0"/>
                  <a:pt x="174533" y="0"/>
                </a:cubicBezTo>
                <a:cubicBezTo>
                  <a:pt x="271285" y="0"/>
                  <a:pt x="349066" y="78105"/>
                  <a:pt x="349066" y="176213"/>
                </a:cubicBezTo>
                <a:cubicBezTo>
                  <a:pt x="349066" y="274320"/>
                  <a:pt x="270336" y="352425"/>
                  <a:pt x="174533" y="352425"/>
                </a:cubicBezTo>
                <a:close/>
                <a:moveTo>
                  <a:pt x="130900" y="121920"/>
                </a:moveTo>
                <a:lnTo>
                  <a:pt x="130900" y="230505"/>
                </a:lnTo>
                <a:lnTo>
                  <a:pt x="237137" y="177165"/>
                </a:lnTo>
                <a:lnTo>
                  <a:pt x="130900" y="121920"/>
                </a:lnTo>
                <a:close/>
                <a:moveTo>
                  <a:pt x="124260" y="250507"/>
                </a:moveTo>
                <a:cubicBezTo>
                  <a:pt x="123311" y="250507"/>
                  <a:pt x="120466" y="249555"/>
                  <a:pt x="119517" y="249555"/>
                </a:cubicBezTo>
                <a:cubicBezTo>
                  <a:pt x="118568" y="248602"/>
                  <a:pt x="116671" y="245745"/>
                  <a:pt x="116671" y="243840"/>
                </a:cubicBezTo>
                <a:lnTo>
                  <a:pt x="116671" y="112395"/>
                </a:lnTo>
                <a:cubicBezTo>
                  <a:pt x="116671" y="109538"/>
                  <a:pt x="117620" y="107632"/>
                  <a:pt x="119517" y="106680"/>
                </a:cubicBezTo>
                <a:cubicBezTo>
                  <a:pt x="122363" y="103823"/>
                  <a:pt x="124260" y="103823"/>
                  <a:pt x="127105" y="105727"/>
                </a:cubicBezTo>
                <a:lnTo>
                  <a:pt x="258005" y="171450"/>
                </a:lnTo>
                <a:cubicBezTo>
                  <a:pt x="260851" y="172402"/>
                  <a:pt x="262748" y="175260"/>
                  <a:pt x="262748" y="179070"/>
                </a:cubicBezTo>
                <a:cubicBezTo>
                  <a:pt x="262748" y="182880"/>
                  <a:pt x="259902" y="183832"/>
                  <a:pt x="258005" y="184785"/>
                </a:cubicBezTo>
                <a:lnTo>
                  <a:pt x="127105" y="250507"/>
                </a:lnTo>
                <a:cubicBezTo>
                  <a:pt x="126157" y="250507"/>
                  <a:pt x="126157" y="251460"/>
                  <a:pt x="124260" y="25146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" name="Graphic 15">
            <a:extLst>
              <a:ext uri="{FF2B5EF4-FFF2-40B4-BE49-F238E27FC236}">
                <a16:creationId xmlns:a16="http://schemas.microsoft.com/office/drawing/2014/main" id="{5436B28F-1772-13E1-7809-FD7F8329826E}"/>
              </a:ext>
            </a:extLst>
          </p:cNvPr>
          <p:cNvSpPr/>
          <p:nvPr/>
        </p:nvSpPr>
        <p:spPr>
          <a:xfrm>
            <a:off x="4633953" y="822422"/>
            <a:ext cx="463233" cy="467692"/>
          </a:xfrm>
          <a:custGeom>
            <a:avLst/>
            <a:gdLst>
              <a:gd name="connsiteX0" fmla="*/ 174533 w 349065"/>
              <a:gd name="connsiteY0" fmla="*/ 16192 h 352425"/>
              <a:gd name="connsiteX1" fmla="*/ 14228 w 349065"/>
              <a:gd name="connsiteY1" fmla="*/ 177165 h 352425"/>
              <a:gd name="connsiteX2" fmla="*/ 174533 w 349065"/>
              <a:gd name="connsiteY2" fmla="*/ 338138 h 352425"/>
              <a:gd name="connsiteX3" fmla="*/ 334837 w 349065"/>
              <a:gd name="connsiteY3" fmla="*/ 177165 h 352425"/>
              <a:gd name="connsiteX4" fmla="*/ 174533 w 349065"/>
              <a:gd name="connsiteY4" fmla="*/ 16192 h 352425"/>
              <a:gd name="connsiteX5" fmla="*/ 174533 w 349065"/>
              <a:gd name="connsiteY5" fmla="*/ 352425 h 352425"/>
              <a:gd name="connsiteX6" fmla="*/ 0 w 349065"/>
              <a:gd name="connsiteY6" fmla="*/ 176213 h 352425"/>
              <a:gd name="connsiteX7" fmla="*/ 174533 w 349065"/>
              <a:gd name="connsiteY7" fmla="*/ 0 h 352425"/>
              <a:gd name="connsiteX8" fmla="*/ 349066 w 349065"/>
              <a:gd name="connsiteY8" fmla="*/ 176213 h 352425"/>
              <a:gd name="connsiteX9" fmla="*/ 174533 w 349065"/>
              <a:gd name="connsiteY9" fmla="*/ 352425 h 352425"/>
              <a:gd name="connsiteX10" fmla="*/ 130900 w 349065"/>
              <a:gd name="connsiteY10" fmla="*/ 121920 h 352425"/>
              <a:gd name="connsiteX11" fmla="*/ 130900 w 349065"/>
              <a:gd name="connsiteY11" fmla="*/ 230505 h 352425"/>
              <a:gd name="connsiteX12" fmla="*/ 237137 w 349065"/>
              <a:gd name="connsiteY12" fmla="*/ 177165 h 352425"/>
              <a:gd name="connsiteX13" fmla="*/ 130900 w 349065"/>
              <a:gd name="connsiteY13" fmla="*/ 121920 h 352425"/>
              <a:gd name="connsiteX14" fmla="*/ 124260 w 349065"/>
              <a:gd name="connsiteY14" fmla="*/ 250507 h 352425"/>
              <a:gd name="connsiteX15" fmla="*/ 119517 w 349065"/>
              <a:gd name="connsiteY15" fmla="*/ 249555 h 352425"/>
              <a:gd name="connsiteX16" fmla="*/ 116671 w 349065"/>
              <a:gd name="connsiteY16" fmla="*/ 243840 h 352425"/>
              <a:gd name="connsiteX17" fmla="*/ 116671 w 349065"/>
              <a:gd name="connsiteY17" fmla="*/ 112395 h 352425"/>
              <a:gd name="connsiteX18" fmla="*/ 119517 w 349065"/>
              <a:gd name="connsiteY18" fmla="*/ 106680 h 352425"/>
              <a:gd name="connsiteX19" fmla="*/ 127105 w 349065"/>
              <a:gd name="connsiteY19" fmla="*/ 105727 h 352425"/>
              <a:gd name="connsiteX20" fmla="*/ 258005 w 349065"/>
              <a:gd name="connsiteY20" fmla="*/ 171450 h 352425"/>
              <a:gd name="connsiteX21" fmla="*/ 262748 w 349065"/>
              <a:gd name="connsiteY21" fmla="*/ 179070 h 352425"/>
              <a:gd name="connsiteX22" fmla="*/ 258005 w 349065"/>
              <a:gd name="connsiteY22" fmla="*/ 184785 h 352425"/>
              <a:gd name="connsiteX23" fmla="*/ 127105 w 349065"/>
              <a:gd name="connsiteY23" fmla="*/ 250507 h 352425"/>
              <a:gd name="connsiteX24" fmla="*/ 124260 w 349065"/>
              <a:gd name="connsiteY24" fmla="*/ 251460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9065" h="352425">
                <a:moveTo>
                  <a:pt x="174533" y="16192"/>
                </a:moveTo>
                <a:cubicBezTo>
                  <a:pt x="86318" y="16192"/>
                  <a:pt x="14228" y="88582"/>
                  <a:pt x="14228" y="177165"/>
                </a:cubicBezTo>
                <a:cubicBezTo>
                  <a:pt x="14228" y="265748"/>
                  <a:pt x="85369" y="338138"/>
                  <a:pt x="174533" y="338138"/>
                </a:cubicBezTo>
                <a:cubicBezTo>
                  <a:pt x="263696" y="338138"/>
                  <a:pt x="334837" y="264795"/>
                  <a:pt x="334837" y="177165"/>
                </a:cubicBezTo>
                <a:cubicBezTo>
                  <a:pt x="334837" y="89535"/>
                  <a:pt x="261799" y="16192"/>
                  <a:pt x="174533" y="16192"/>
                </a:cubicBezTo>
                <a:close/>
                <a:moveTo>
                  <a:pt x="174533" y="352425"/>
                </a:moveTo>
                <a:cubicBezTo>
                  <a:pt x="77781" y="352425"/>
                  <a:pt x="0" y="273367"/>
                  <a:pt x="0" y="176213"/>
                </a:cubicBezTo>
                <a:cubicBezTo>
                  <a:pt x="0" y="79057"/>
                  <a:pt x="77781" y="0"/>
                  <a:pt x="174533" y="0"/>
                </a:cubicBezTo>
                <a:cubicBezTo>
                  <a:pt x="271285" y="0"/>
                  <a:pt x="349066" y="78105"/>
                  <a:pt x="349066" y="176213"/>
                </a:cubicBezTo>
                <a:cubicBezTo>
                  <a:pt x="349066" y="274320"/>
                  <a:pt x="270336" y="352425"/>
                  <a:pt x="174533" y="352425"/>
                </a:cubicBezTo>
                <a:close/>
                <a:moveTo>
                  <a:pt x="130900" y="121920"/>
                </a:moveTo>
                <a:lnTo>
                  <a:pt x="130900" y="230505"/>
                </a:lnTo>
                <a:lnTo>
                  <a:pt x="237137" y="177165"/>
                </a:lnTo>
                <a:lnTo>
                  <a:pt x="130900" y="121920"/>
                </a:lnTo>
                <a:close/>
                <a:moveTo>
                  <a:pt x="124260" y="250507"/>
                </a:moveTo>
                <a:cubicBezTo>
                  <a:pt x="123311" y="250507"/>
                  <a:pt x="120466" y="249555"/>
                  <a:pt x="119517" y="249555"/>
                </a:cubicBezTo>
                <a:cubicBezTo>
                  <a:pt x="118568" y="248602"/>
                  <a:pt x="116671" y="245745"/>
                  <a:pt x="116671" y="243840"/>
                </a:cubicBezTo>
                <a:lnTo>
                  <a:pt x="116671" y="112395"/>
                </a:lnTo>
                <a:cubicBezTo>
                  <a:pt x="116671" y="109538"/>
                  <a:pt x="117620" y="107632"/>
                  <a:pt x="119517" y="106680"/>
                </a:cubicBezTo>
                <a:cubicBezTo>
                  <a:pt x="122363" y="103823"/>
                  <a:pt x="124260" y="103823"/>
                  <a:pt x="127105" y="105727"/>
                </a:cubicBezTo>
                <a:lnTo>
                  <a:pt x="258005" y="171450"/>
                </a:lnTo>
                <a:cubicBezTo>
                  <a:pt x="260851" y="172402"/>
                  <a:pt x="262748" y="175260"/>
                  <a:pt x="262748" y="179070"/>
                </a:cubicBezTo>
                <a:cubicBezTo>
                  <a:pt x="262748" y="182880"/>
                  <a:pt x="259902" y="183832"/>
                  <a:pt x="258005" y="184785"/>
                </a:cubicBezTo>
                <a:lnTo>
                  <a:pt x="127105" y="250507"/>
                </a:lnTo>
                <a:cubicBezTo>
                  <a:pt x="126157" y="250507"/>
                  <a:pt x="126157" y="251460"/>
                  <a:pt x="124260" y="25146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" name="Graphic 15">
            <a:extLst>
              <a:ext uri="{FF2B5EF4-FFF2-40B4-BE49-F238E27FC236}">
                <a16:creationId xmlns:a16="http://schemas.microsoft.com/office/drawing/2014/main" id="{71E2F8D9-6F9F-8508-A6B9-9FEDCAADD207}"/>
              </a:ext>
            </a:extLst>
          </p:cNvPr>
          <p:cNvSpPr/>
          <p:nvPr/>
        </p:nvSpPr>
        <p:spPr>
          <a:xfrm>
            <a:off x="3868778" y="1425672"/>
            <a:ext cx="463233" cy="467692"/>
          </a:xfrm>
          <a:custGeom>
            <a:avLst/>
            <a:gdLst>
              <a:gd name="connsiteX0" fmla="*/ 174533 w 349065"/>
              <a:gd name="connsiteY0" fmla="*/ 16192 h 352425"/>
              <a:gd name="connsiteX1" fmla="*/ 14228 w 349065"/>
              <a:gd name="connsiteY1" fmla="*/ 177165 h 352425"/>
              <a:gd name="connsiteX2" fmla="*/ 174533 w 349065"/>
              <a:gd name="connsiteY2" fmla="*/ 338138 h 352425"/>
              <a:gd name="connsiteX3" fmla="*/ 334837 w 349065"/>
              <a:gd name="connsiteY3" fmla="*/ 177165 h 352425"/>
              <a:gd name="connsiteX4" fmla="*/ 174533 w 349065"/>
              <a:gd name="connsiteY4" fmla="*/ 16192 h 352425"/>
              <a:gd name="connsiteX5" fmla="*/ 174533 w 349065"/>
              <a:gd name="connsiteY5" fmla="*/ 352425 h 352425"/>
              <a:gd name="connsiteX6" fmla="*/ 0 w 349065"/>
              <a:gd name="connsiteY6" fmla="*/ 176213 h 352425"/>
              <a:gd name="connsiteX7" fmla="*/ 174533 w 349065"/>
              <a:gd name="connsiteY7" fmla="*/ 0 h 352425"/>
              <a:gd name="connsiteX8" fmla="*/ 349066 w 349065"/>
              <a:gd name="connsiteY8" fmla="*/ 176213 h 352425"/>
              <a:gd name="connsiteX9" fmla="*/ 174533 w 349065"/>
              <a:gd name="connsiteY9" fmla="*/ 352425 h 352425"/>
              <a:gd name="connsiteX10" fmla="*/ 130900 w 349065"/>
              <a:gd name="connsiteY10" fmla="*/ 121920 h 352425"/>
              <a:gd name="connsiteX11" fmla="*/ 130900 w 349065"/>
              <a:gd name="connsiteY11" fmla="*/ 230505 h 352425"/>
              <a:gd name="connsiteX12" fmla="*/ 237137 w 349065"/>
              <a:gd name="connsiteY12" fmla="*/ 177165 h 352425"/>
              <a:gd name="connsiteX13" fmla="*/ 130900 w 349065"/>
              <a:gd name="connsiteY13" fmla="*/ 121920 h 352425"/>
              <a:gd name="connsiteX14" fmla="*/ 124260 w 349065"/>
              <a:gd name="connsiteY14" fmla="*/ 250507 h 352425"/>
              <a:gd name="connsiteX15" fmla="*/ 119517 w 349065"/>
              <a:gd name="connsiteY15" fmla="*/ 249555 h 352425"/>
              <a:gd name="connsiteX16" fmla="*/ 116671 w 349065"/>
              <a:gd name="connsiteY16" fmla="*/ 243840 h 352425"/>
              <a:gd name="connsiteX17" fmla="*/ 116671 w 349065"/>
              <a:gd name="connsiteY17" fmla="*/ 112395 h 352425"/>
              <a:gd name="connsiteX18" fmla="*/ 119517 w 349065"/>
              <a:gd name="connsiteY18" fmla="*/ 106680 h 352425"/>
              <a:gd name="connsiteX19" fmla="*/ 127105 w 349065"/>
              <a:gd name="connsiteY19" fmla="*/ 105727 h 352425"/>
              <a:gd name="connsiteX20" fmla="*/ 258005 w 349065"/>
              <a:gd name="connsiteY20" fmla="*/ 171450 h 352425"/>
              <a:gd name="connsiteX21" fmla="*/ 262748 w 349065"/>
              <a:gd name="connsiteY21" fmla="*/ 179070 h 352425"/>
              <a:gd name="connsiteX22" fmla="*/ 258005 w 349065"/>
              <a:gd name="connsiteY22" fmla="*/ 184785 h 352425"/>
              <a:gd name="connsiteX23" fmla="*/ 127105 w 349065"/>
              <a:gd name="connsiteY23" fmla="*/ 250507 h 352425"/>
              <a:gd name="connsiteX24" fmla="*/ 124260 w 349065"/>
              <a:gd name="connsiteY24" fmla="*/ 251460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9065" h="352425">
                <a:moveTo>
                  <a:pt x="174533" y="16192"/>
                </a:moveTo>
                <a:cubicBezTo>
                  <a:pt x="86318" y="16192"/>
                  <a:pt x="14228" y="88582"/>
                  <a:pt x="14228" y="177165"/>
                </a:cubicBezTo>
                <a:cubicBezTo>
                  <a:pt x="14228" y="265748"/>
                  <a:pt x="85369" y="338138"/>
                  <a:pt x="174533" y="338138"/>
                </a:cubicBezTo>
                <a:cubicBezTo>
                  <a:pt x="263696" y="338138"/>
                  <a:pt x="334837" y="264795"/>
                  <a:pt x="334837" y="177165"/>
                </a:cubicBezTo>
                <a:cubicBezTo>
                  <a:pt x="334837" y="89535"/>
                  <a:pt x="261799" y="16192"/>
                  <a:pt x="174533" y="16192"/>
                </a:cubicBezTo>
                <a:close/>
                <a:moveTo>
                  <a:pt x="174533" y="352425"/>
                </a:moveTo>
                <a:cubicBezTo>
                  <a:pt x="77781" y="352425"/>
                  <a:pt x="0" y="273367"/>
                  <a:pt x="0" y="176213"/>
                </a:cubicBezTo>
                <a:cubicBezTo>
                  <a:pt x="0" y="79057"/>
                  <a:pt x="77781" y="0"/>
                  <a:pt x="174533" y="0"/>
                </a:cubicBezTo>
                <a:cubicBezTo>
                  <a:pt x="271285" y="0"/>
                  <a:pt x="349066" y="78105"/>
                  <a:pt x="349066" y="176213"/>
                </a:cubicBezTo>
                <a:cubicBezTo>
                  <a:pt x="349066" y="274320"/>
                  <a:pt x="270336" y="352425"/>
                  <a:pt x="174533" y="352425"/>
                </a:cubicBezTo>
                <a:close/>
                <a:moveTo>
                  <a:pt x="130900" y="121920"/>
                </a:moveTo>
                <a:lnTo>
                  <a:pt x="130900" y="230505"/>
                </a:lnTo>
                <a:lnTo>
                  <a:pt x="237137" y="177165"/>
                </a:lnTo>
                <a:lnTo>
                  <a:pt x="130900" y="121920"/>
                </a:lnTo>
                <a:close/>
                <a:moveTo>
                  <a:pt x="124260" y="250507"/>
                </a:moveTo>
                <a:cubicBezTo>
                  <a:pt x="123311" y="250507"/>
                  <a:pt x="120466" y="249555"/>
                  <a:pt x="119517" y="249555"/>
                </a:cubicBezTo>
                <a:cubicBezTo>
                  <a:pt x="118568" y="248602"/>
                  <a:pt x="116671" y="245745"/>
                  <a:pt x="116671" y="243840"/>
                </a:cubicBezTo>
                <a:lnTo>
                  <a:pt x="116671" y="112395"/>
                </a:lnTo>
                <a:cubicBezTo>
                  <a:pt x="116671" y="109538"/>
                  <a:pt x="117620" y="107632"/>
                  <a:pt x="119517" y="106680"/>
                </a:cubicBezTo>
                <a:cubicBezTo>
                  <a:pt x="122363" y="103823"/>
                  <a:pt x="124260" y="103823"/>
                  <a:pt x="127105" y="105727"/>
                </a:cubicBezTo>
                <a:lnTo>
                  <a:pt x="258005" y="171450"/>
                </a:lnTo>
                <a:cubicBezTo>
                  <a:pt x="260851" y="172402"/>
                  <a:pt x="262748" y="175260"/>
                  <a:pt x="262748" y="179070"/>
                </a:cubicBezTo>
                <a:cubicBezTo>
                  <a:pt x="262748" y="182880"/>
                  <a:pt x="259902" y="183832"/>
                  <a:pt x="258005" y="184785"/>
                </a:cubicBezTo>
                <a:lnTo>
                  <a:pt x="127105" y="250507"/>
                </a:lnTo>
                <a:cubicBezTo>
                  <a:pt x="126157" y="250507"/>
                  <a:pt x="126157" y="251460"/>
                  <a:pt x="124260" y="25146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5">
            <a:extLst>
              <a:ext uri="{FF2B5EF4-FFF2-40B4-BE49-F238E27FC236}">
                <a16:creationId xmlns:a16="http://schemas.microsoft.com/office/drawing/2014/main" id="{2E082354-F0D7-9B76-C232-1E121D2B18C7}"/>
              </a:ext>
            </a:extLst>
          </p:cNvPr>
          <p:cNvSpPr/>
          <p:nvPr/>
        </p:nvSpPr>
        <p:spPr>
          <a:xfrm>
            <a:off x="4633953" y="1425672"/>
            <a:ext cx="463233" cy="467692"/>
          </a:xfrm>
          <a:custGeom>
            <a:avLst/>
            <a:gdLst>
              <a:gd name="connsiteX0" fmla="*/ 174533 w 349065"/>
              <a:gd name="connsiteY0" fmla="*/ 16192 h 352425"/>
              <a:gd name="connsiteX1" fmla="*/ 14228 w 349065"/>
              <a:gd name="connsiteY1" fmla="*/ 177165 h 352425"/>
              <a:gd name="connsiteX2" fmla="*/ 174533 w 349065"/>
              <a:gd name="connsiteY2" fmla="*/ 338138 h 352425"/>
              <a:gd name="connsiteX3" fmla="*/ 334837 w 349065"/>
              <a:gd name="connsiteY3" fmla="*/ 177165 h 352425"/>
              <a:gd name="connsiteX4" fmla="*/ 174533 w 349065"/>
              <a:gd name="connsiteY4" fmla="*/ 16192 h 352425"/>
              <a:gd name="connsiteX5" fmla="*/ 174533 w 349065"/>
              <a:gd name="connsiteY5" fmla="*/ 352425 h 352425"/>
              <a:gd name="connsiteX6" fmla="*/ 0 w 349065"/>
              <a:gd name="connsiteY6" fmla="*/ 176213 h 352425"/>
              <a:gd name="connsiteX7" fmla="*/ 174533 w 349065"/>
              <a:gd name="connsiteY7" fmla="*/ 0 h 352425"/>
              <a:gd name="connsiteX8" fmla="*/ 349066 w 349065"/>
              <a:gd name="connsiteY8" fmla="*/ 176213 h 352425"/>
              <a:gd name="connsiteX9" fmla="*/ 174533 w 349065"/>
              <a:gd name="connsiteY9" fmla="*/ 352425 h 352425"/>
              <a:gd name="connsiteX10" fmla="*/ 130900 w 349065"/>
              <a:gd name="connsiteY10" fmla="*/ 121920 h 352425"/>
              <a:gd name="connsiteX11" fmla="*/ 130900 w 349065"/>
              <a:gd name="connsiteY11" fmla="*/ 230505 h 352425"/>
              <a:gd name="connsiteX12" fmla="*/ 237137 w 349065"/>
              <a:gd name="connsiteY12" fmla="*/ 177165 h 352425"/>
              <a:gd name="connsiteX13" fmla="*/ 130900 w 349065"/>
              <a:gd name="connsiteY13" fmla="*/ 121920 h 352425"/>
              <a:gd name="connsiteX14" fmla="*/ 124260 w 349065"/>
              <a:gd name="connsiteY14" fmla="*/ 250507 h 352425"/>
              <a:gd name="connsiteX15" fmla="*/ 119517 w 349065"/>
              <a:gd name="connsiteY15" fmla="*/ 249555 h 352425"/>
              <a:gd name="connsiteX16" fmla="*/ 116671 w 349065"/>
              <a:gd name="connsiteY16" fmla="*/ 243840 h 352425"/>
              <a:gd name="connsiteX17" fmla="*/ 116671 w 349065"/>
              <a:gd name="connsiteY17" fmla="*/ 112395 h 352425"/>
              <a:gd name="connsiteX18" fmla="*/ 119517 w 349065"/>
              <a:gd name="connsiteY18" fmla="*/ 106680 h 352425"/>
              <a:gd name="connsiteX19" fmla="*/ 127105 w 349065"/>
              <a:gd name="connsiteY19" fmla="*/ 105727 h 352425"/>
              <a:gd name="connsiteX20" fmla="*/ 258005 w 349065"/>
              <a:gd name="connsiteY20" fmla="*/ 171450 h 352425"/>
              <a:gd name="connsiteX21" fmla="*/ 262748 w 349065"/>
              <a:gd name="connsiteY21" fmla="*/ 179070 h 352425"/>
              <a:gd name="connsiteX22" fmla="*/ 258005 w 349065"/>
              <a:gd name="connsiteY22" fmla="*/ 184785 h 352425"/>
              <a:gd name="connsiteX23" fmla="*/ 127105 w 349065"/>
              <a:gd name="connsiteY23" fmla="*/ 250507 h 352425"/>
              <a:gd name="connsiteX24" fmla="*/ 124260 w 349065"/>
              <a:gd name="connsiteY24" fmla="*/ 251460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9065" h="352425">
                <a:moveTo>
                  <a:pt x="174533" y="16192"/>
                </a:moveTo>
                <a:cubicBezTo>
                  <a:pt x="86318" y="16192"/>
                  <a:pt x="14228" y="88582"/>
                  <a:pt x="14228" y="177165"/>
                </a:cubicBezTo>
                <a:cubicBezTo>
                  <a:pt x="14228" y="265748"/>
                  <a:pt x="85369" y="338138"/>
                  <a:pt x="174533" y="338138"/>
                </a:cubicBezTo>
                <a:cubicBezTo>
                  <a:pt x="263696" y="338138"/>
                  <a:pt x="334837" y="264795"/>
                  <a:pt x="334837" y="177165"/>
                </a:cubicBezTo>
                <a:cubicBezTo>
                  <a:pt x="334837" y="89535"/>
                  <a:pt x="261799" y="16192"/>
                  <a:pt x="174533" y="16192"/>
                </a:cubicBezTo>
                <a:close/>
                <a:moveTo>
                  <a:pt x="174533" y="352425"/>
                </a:moveTo>
                <a:cubicBezTo>
                  <a:pt x="77781" y="352425"/>
                  <a:pt x="0" y="273367"/>
                  <a:pt x="0" y="176213"/>
                </a:cubicBezTo>
                <a:cubicBezTo>
                  <a:pt x="0" y="79057"/>
                  <a:pt x="77781" y="0"/>
                  <a:pt x="174533" y="0"/>
                </a:cubicBezTo>
                <a:cubicBezTo>
                  <a:pt x="271285" y="0"/>
                  <a:pt x="349066" y="78105"/>
                  <a:pt x="349066" y="176213"/>
                </a:cubicBezTo>
                <a:cubicBezTo>
                  <a:pt x="349066" y="274320"/>
                  <a:pt x="270336" y="352425"/>
                  <a:pt x="174533" y="352425"/>
                </a:cubicBezTo>
                <a:close/>
                <a:moveTo>
                  <a:pt x="130900" y="121920"/>
                </a:moveTo>
                <a:lnTo>
                  <a:pt x="130900" y="230505"/>
                </a:lnTo>
                <a:lnTo>
                  <a:pt x="237137" y="177165"/>
                </a:lnTo>
                <a:lnTo>
                  <a:pt x="130900" y="121920"/>
                </a:lnTo>
                <a:close/>
                <a:moveTo>
                  <a:pt x="124260" y="250507"/>
                </a:moveTo>
                <a:cubicBezTo>
                  <a:pt x="123311" y="250507"/>
                  <a:pt x="120466" y="249555"/>
                  <a:pt x="119517" y="249555"/>
                </a:cubicBezTo>
                <a:cubicBezTo>
                  <a:pt x="118568" y="248602"/>
                  <a:pt x="116671" y="245745"/>
                  <a:pt x="116671" y="243840"/>
                </a:cubicBezTo>
                <a:lnTo>
                  <a:pt x="116671" y="112395"/>
                </a:lnTo>
                <a:cubicBezTo>
                  <a:pt x="116671" y="109538"/>
                  <a:pt x="117620" y="107632"/>
                  <a:pt x="119517" y="106680"/>
                </a:cubicBezTo>
                <a:cubicBezTo>
                  <a:pt x="122363" y="103823"/>
                  <a:pt x="124260" y="103823"/>
                  <a:pt x="127105" y="105727"/>
                </a:cubicBezTo>
                <a:lnTo>
                  <a:pt x="258005" y="171450"/>
                </a:lnTo>
                <a:cubicBezTo>
                  <a:pt x="260851" y="172402"/>
                  <a:pt x="262748" y="175260"/>
                  <a:pt x="262748" y="179070"/>
                </a:cubicBezTo>
                <a:cubicBezTo>
                  <a:pt x="262748" y="182880"/>
                  <a:pt x="259902" y="183832"/>
                  <a:pt x="258005" y="184785"/>
                </a:cubicBezTo>
                <a:lnTo>
                  <a:pt x="127105" y="250507"/>
                </a:lnTo>
                <a:cubicBezTo>
                  <a:pt x="126157" y="250507"/>
                  <a:pt x="126157" y="251460"/>
                  <a:pt x="124260" y="25146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" name="Graphic 21">
            <a:extLst>
              <a:ext uri="{FF2B5EF4-FFF2-40B4-BE49-F238E27FC236}">
                <a16:creationId xmlns:a16="http://schemas.microsoft.com/office/drawing/2014/main" id="{17483934-1A1A-3A37-2CE1-9115869169C1}"/>
              </a:ext>
            </a:extLst>
          </p:cNvPr>
          <p:cNvSpPr/>
          <p:nvPr/>
        </p:nvSpPr>
        <p:spPr>
          <a:xfrm>
            <a:off x="5489914" y="879657"/>
            <a:ext cx="463726" cy="410457"/>
          </a:xfrm>
          <a:custGeom>
            <a:avLst/>
            <a:gdLst>
              <a:gd name="connsiteX0" fmla="*/ 29405 w 349065"/>
              <a:gd name="connsiteY0" fmla="*/ 118467 h 308967"/>
              <a:gd name="connsiteX1" fmla="*/ 15177 w 349065"/>
              <a:gd name="connsiteY1" fmla="*/ 132755 h 308967"/>
              <a:gd name="connsiteX2" fmla="*/ 15177 w 349065"/>
              <a:gd name="connsiteY2" fmla="*/ 176570 h 308967"/>
              <a:gd name="connsiteX3" fmla="*/ 29405 w 349065"/>
              <a:gd name="connsiteY3" fmla="*/ 190857 h 308967"/>
              <a:gd name="connsiteX4" fmla="*/ 80627 w 349065"/>
              <a:gd name="connsiteY4" fmla="*/ 190857 h 308967"/>
              <a:gd name="connsiteX5" fmla="*/ 85369 w 349065"/>
              <a:gd name="connsiteY5" fmla="*/ 193715 h 308967"/>
              <a:gd name="connsiteX6" fmla="*/ 175481 w 349065"/>
              <a:gd name="connsiteY6" fmla="*/ 283250 h 308967"/>
              <a:gd name="connsiteX7" fmla="*/ 175481 w 349065"/>
              <a:gd name="connsiteY7" fmla="*/ 25122 h 308967"/>
              <a:gd name="connsiteX8" fmla="*/ 85369 w 349065"/>
              <a:gd name="connsiteY8" fmla="*/ 115610 h 308967"/>
              <a:gd name="connsiteX9" fmla="*/ 80627 w 349065"/>
              <a:gd name="connsiteY9" fmla="*/ 118467 h 308967"/>
              <a:gd name="connsiteX10" fmla="*/ 29405 w 349065"/>
              <a:gd name="connsiteY10" fmla="*/ 118467 h 308967"/>
              <a:gd name="connsiteX11" fmla="*/ 182121 w 349065"/>
              <a:gd name="connsiteY11" fmla="*/ 308967 h 308967"/>
              <a:gd name="connsiteX12" fmla="*/ 177378 w 349065"/>
              <a:gd name="connsiteY12" fmla="*/ 306110 h 308967"/>
              <a:gd name="connsiteX13" fmla="*/ 77781 w 349065"/>
              <a:gd name="connsiteY13" fmla="*/ 206097 h 308967"/>
              <a:gd name="connsiteX14" fmla="*/ 29405 w 349065"/>
              <a:gd name="connsiteY14" fmla="*/ 206097 h 308967"/>
              <a:gd name="connsiteX15" fmla="*/ 0 w 349065"/>
              <a:gd name="connsiteY15" fmla="*/ 176570 h 308967"/>
              <a:gd name="connsiteX16" fmla="*/ 0 w 349065"/>
              <a:gd name="connsiteY16" fmla="*/ 132755 h 308967"/>
              <a:gd name="connsiteX17" fmla="*/ 29405 w 349065"/>
              <a:gd name="connsiteY17" fmla="*/ 103227 h 308967"/>
              <a:gd name="connsiteX18" fmla="*/ 77781 w 349065"/>
              <a:gd name="connsiteY18" fmla="*/ 103227 h 308967"/>
              <a:gd name="connsiteX19" fmla="*/ 177378 w 349065"/>
              <a:gd name="connsiteY19" fmla="*/ 3215 h 308967"/>
              <a:gd name="connsiteX20" fmla="*/ 185915 w 349065"/>
              <a:gd name="connsiteY20" fmla="*/ 357 h 308967"/>
              <a:gd name="connsiteX21" fmla="*/ 189710 w 349065"/>
              <a:gd name="connsiteY21" fmla="*/ 7977 h 308967"/>
              <a:gd name="connsiteX22" fmla="*/ 189710 w 349065"/>
              <a:gd name="connsiteY22" fmla="*/ 301347 h 308967"/>
              <a:gd name="connsiteX23" fmla="*/ 185915 w 349065"/>
              <a:gd name="connsiteY23" fmla="*/ 307062 h 308967"/>
              <a:gd name="connsiteX24" fmla="*/ 182121 w 349065"/>
              <a:gd name="connsiteY24" fmla="*/ 308015 h 308967"/>
              <a:gd name="connsiteX25" fmla="*/ 291204 w 349065"/>
              <a:gd name="connsiteY25" fmla="*/ 279440 h 308967"/>
              <a:gd name="connsiteX26" fmla="*/ 286461 w 349065"/>
              <a:gd name="connsiteY26" fmla="*/ 276582 h 308967"/>
              <a:gd name="connsiteX27" fmla="*/ 286461 w 349065"/>
              <a:gd name="connsiteY27" fmla="*/ 265152 h 308967"/>
              <a:gd name="connsiteX28" fmla="*/ 334837 w 349065"/>
              <a:gd name="connsiteY28" fmla="*/ 153710 h 308967"/>
              <a:gd name="connsiteX29" fmla="*/ 286461 w 349065"/>
              <a:gd name="connsiteY29" fmla="*/ 41315 h 308967"/>
              <a:gd name="connsiteX30" fmla="*/ 286461 w 349065"/>
              <a:gd name="connsiteY30" fmla="*/ 31790 h 308967"/>
              <a:gd name="connsiteX31" fmla="*/ 295947 w 349065"/>
              <a:gd name="connsiteY31" fmla="*/ 30837 h 308967"/>
              <a:gd name="connsiteX32" fmla="*/ 349066 w 349065"/>
              <a:gd name="connsiteY32" fmla="*/ 153710 h 308967"/>
              <a:gd name="connsiteX33" fmla="*/ 295947 w 349065"/>
              <a:gd name="connsiteY33" fmla="*/ 275630 h 308967"/>
              <a:gd name="connsiteX34" fmla="*/ 291204 w 349065"/>
              <a:gd name="connsiteY34" fmla="*/ 278487 h 308967"/>
              <a:gd name="connsiteX35" fmla="*/ 254211 w 349065"/>
              <a:gd name="connsiteY35" fmla="*/ 250865 h 308967"/>
              <a:gd name="connsiteX36" fmla="*/ 249468 w 349065"/>
              <a:gd name="connsiteY36" fmla="*/ 248007 h 308967"/>
              <a:gd name="connsiteX37" fmla="*/ 249468 w 349065"/>
              <a:gd name="connsiteY37" fmla="*/ 236577 h 308967"/>
              <a:gd name="connsiteX38" fmla="*/ 291204 w 349065"/>
              <a:gd name="connsiteY38" fmla="*/ 154662 h 308967"/>
              <a:gd name="connsiteX39" fmla="*/ 249468 w 349065"/>
              <a:gd name="connsiteY39" fmla="*/ 71795 h 308967"/>
              <a:gd name="connsiteX40" fmla="*/ 249468 w 349065"/>
              <a:gd name="connsiteY40" fmla="*/ 62270 h 308967"/>
              <a:gd name="connsiteX41" fmla="*/ 258954 w 349065"/>
              <a:gd name="connsiteY41" fmla="*/ 61317 h 308967"/>
              <a:gd name="connsiteX42" fmla="*/ 305432 w 349065"/>
              <a:gd name="connsiteY42" fmla="*/ 155615 h 308967"/>
              <a:gd name="connsiteX43" fmla="*/ 258954 w 349065"/>
              <a:gd name="connsiteY43" fmla="*/ 248007 h 308967"/>
              <a:gd name="connsiteX44" fmla="*/ 254211 w 349065"/>
              <a:gd name="connsiteY44" fmla="*/ 250865 h 308967"/>
              <a:gd name="connsiteX45" fmla="*/ 225754 w 349065"/>
              <a:gd name="connsiteY45" fmla="*/ 213717 h 308967"/>
              <a:gd name="connsiteX46" fmla="*/ 220063 w 349065"/>
              <a:gd name="connsiteY46" fmla="*/ 209907 h 308967"/>
              <a:gd name="connsiteX47" fmla="*/ 222909 w 349065"/>
              <a:gd name="connsiteY47" fmla="*/ 200382 h 308967"/>
              <a:gd name="connsiteX48" fmla="*/ 248519 w 349065"/>
              <a:gd name="connsiteY48" fmla="*/ 155615 h 308967"/>
              <a:gd name="connsiteX49" fmla="*/ 222909 w 349065"/>
              <a:gd name="connsiteY49" fmla="*/ 110847 h 308967"/>
              <a:gd name="connsiteX50" fmla="*/ 220063 w 349065"/>
              <a:gd name="connsiteY50" fmla="*/ 100370 h 308967"/>
              <a:gd name="connsiteX51" fmla="*/ 231446 w 349065"/>
              <a:gd name="connsiteY51" fmla="*/ 99417 h 308967"/>
              <a:gd name="connsiteX52" fmla="*/ 262748 w 349065"/>
              <a:gd name="connsiteY52" fmla="*/ 156567 h 308967"/>
              <a:gd name="connsiteX53" fmla="*/ 231446 w 349065"/>
              <a:gd name="connsiteY53" fmla="*/ 213717 h 308967"/>
              <a:gd name="connsiteX54" fmla="*/ 226703 w 349065"/>
              <a:gd name="connsiteY54" fmla="*/ 214670 h 3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49065" h="308967">
                <a:moveTo>
                  <a:pt x="29405" y="118467"/>
                </a:moveTo>
                <a:cubicBezTo>
                  <a:pt x="21817" y="118467"/>
                  <a:pt x="15177" y="124182"/>
                  <a:pt x="15177" y="132755"/>
                </a:cubicBezTo>
                <a:lnTo>
                  <a:pt x="15177" y="176570"/>
                </a:lnTo>
                <a:cubicBezTo>
                  <a:pt x="15177" y="184190"/>
                  <a:pt x="22765" y="190857"/>
                  <a:pt x="29405" y="190857"/>
                </a:cubicBezTo>
                <a:lnTo>
                  <a:pt x="80627" y="190857"/>
                </a:lnTo>
                <a:cubicBezTo>
                  <a:pt x="83472" y="190857"/>
                  <a:pt x="84421" y="190857"/>
                  <a:pt x="85369" y="193715"/>
                </a:cubicBezTo>
                <a:lnTo>
                  <a:pt x="175481" y="283250"/>
                </a:lnTo>
                <a:lnTo>
                  <a:pt x="175481" y="25122"/>
                </a:lnTo>
                <a:lnTo>
                  <a:pt x="85369" y="115610"/>
                </a:lnTo>
                <a:cubicBezTo>
                  <a:pt x="84421" y="116562"/>
                  <a:pt x="82524" y="118467"/>
                  <a:pt x="80627" y="118467"/>
                </a:cubicBezTo>
                <a:lnTo>
                  <a:pt x="29405" y="118467"/>
                </a:lnTo>
                <a:close/>
                <a:moveTo>
                  <a:pt x="182121" y="308967"/>
                </a:moveTo>
                <a:cubicBezTo>
                  <a:pt x="181173" y="308967"/>
                  <a:pt x="178327" y="308015"/>
                  <a:pt x="177378" y="306110"/>
                </a:cubicBezTo>
                <a:lnTo>
                  <a:pt x="77781" y="206097"/>
                </a:lnTo>
                <a:lnTo>
                  <a:pt x="29405" y="206097"/>
                </a:lnTo>
                <a:cubicBezTo>
                  <a:pt x="13280" y="206097"/>
                  <a:pt x="0" y="192762"/>
                  <a:pt x="0" y="176570"/>
                </a:cubicBezTo>
                <a:lnTo>
                  <a:pt x="0" y="132755"/>
                </a:lnTo>
                <a:cubicBezTo>
                  <a:pt x="0" y="116562"/>
                  <a:pt x="13280" y="103227"/>
                  <a:pt x="29405" y="103227"/>
                </a:cubicBezTo>
                <a:lnTo>
                  <a:pt x="77781" y="103227"/>
                </a:lnTo>
                <a:lnTo>
                  <a:pt x="177378" y="3215"/>
                </a:lnTo>
                <a:cubicBezTo>
                  <a:pt x="180224" y="357"/>
                  <a:pt x="182121" y="-595"/>
                  <a:pt x="185915" y="357"/>
                </a:cubicBezTo>
                <a:cubicBezTo>
                  <a:pt x="188761" y="1310"/>
                  <a:pt x="189710" y="4167"/>
                  <a:pt x="189710" y="7977"/>
                </a:cubicBezTo>
                <a:lnTo>
                  <a:pt x="189710" y="301347"/>
                </a:lnTo>
                <a:cubicBezTo>
                  <a:pt x="189710" y="304205"/>
                  <a:pt x="188761" y="306110"/>
                  <a:pt x="185915" y="307062"/>
                </a:cubicBezTo>
                <a:cubicBezTo>
                  <a:pt x="184967" y="308015"/>
                  <a:pt x="183070" y="308015"/>
                  <a:pt x="182121" y="308015"/>
                </a:cubicBezTo>
                <a:close/>
                <a:moveTo>
                  <a:pt x="291204" y="279440"/>
                </a:moveTo>
                <a:cubicBezTo>
                  <a:pt x="290256" y="279440"/>
                  <a:pt x="287410" y="278487"/>
                  <a:pt x="286461" y="276582"/>
                </a:cubicBezTo>
                <a:cubicBezTo>
                  <a:pt x="283616" y="272772"/>
                  <a:pt x="283616" y="268962"/>
                  <a:pt x="286461" y="265152"/>
                </a:cubicBezTo>
                <a:cubicBezTo>
                  <a:pt x="317764" y="238482"/>
                  <a:pt x="334837" y="198477"/>
                  <a:pt x="334837" y="153710"/>
                </a:cubicBezTo>
                <a:cubicBezTo>
                  <a:pt x="334837" y="108942"/>
                  <a:pt x="317764" y="69890"/>
                  <a:pt x="286461" y="41315"/>
                </a:cubicBezTo>
                <a:cubicBezTo>
                  <a:pt x="283616" y="38457"/>
                  <a:pt x="283616" y="33695"/>
                  <a:pt x="286461" y="31790"/>
                </a:cubicBezTo>
                <a:cubicBezTo>
                  <a:pt x="289307" y="27980"/>
                  <a:pt x="294050" y="27980"/>
                  <a:pt x="295947" y="30837"/>
                </a:cubicBezTo>
                <a:cubicBezTo>
                  <a:pt x="330095" y="61317"/>
                  <a:pt x="349066" y="105132"/>
                  <a:pt x="349066" y="153710"/>
                </a:cubicBezTo>
                <a:cubicBezTo>
                  <a:pt x="349066" y="202287"/>
                  <a:pt x="329146" y="246102"/>
                  <a:pt x="295947" y="275630"/>
                </a:cubicBezTo>
                <a:cubicBezTo>
                  <a:pt x="294998" y="276582"/>
                  <a:pt x="293101" y="278487"/>
                  <a:pt x="291204" y="278487"/>
                </a:cubicBezTo>
                <a:close/>
                <a:moveTo>
                  <a:pt x="254211" y="250865"/>
                </a:moveTo>
                <a:cubicBezTo>
                  <a:pt x="253262" y="250865"/>
                  <a:pt x="250417" y="249912"/>
                  <a:pt x="249468" y="248007"/>
                </a:cubicBezTo>
                <a:cubicBezTo>
                  <a:pt x="246622" y="244197"/>
                  <a:pt x="246622" y="239435"/>
                  <a:pt x="249468" y="236577"/>
                </a:cubicBezTo>
                <a:cubicBezTo>
                  <a:pt x="275079" y="215622"/>
                  <a:pt x="291204" y="184190"/>
                  <a:pt x="291204" y="154662"/>
                </a:cubicBezTo>
                <a:cubicBezTo>
                  <a:pt x="291204" y="125135"/>
                  <a:pt x="275079" y="92750"/>
                  <a:pt x="249468" y="71795"/>
                </a:cubicBezTo>
                <a:cubicBezTo>
                  <a:pt x="246622" y="68937"/>
                  <a:pt x="246622" y="66080"/>
                  <a:pt x="249468" y="62270"/>
                </a:cubicBezTo>
                <a:cubicBezTo>
                  <a:pt x="252314" y="58460"/>
                  <a:pt x="257056" y="58460"/>
                  <a:pt x="258954" y="61317"/>
                </a:cubicBezTo>
                <a:cubicBezTo>
                  <a:pt x="286461" y="84177"/>
                  <a:pt x="305432" y="121325"/>
                  <a:pt x="305432" y="155615"/>
                </a:cubicBezTo>
                <a:cubicBezTo>
                  <a:pt x="305432" y="189905"/>
                  <a:pt x="287410" y="225147"/>
                  <a:pt x="258954" y="248007"/>
                </a:cubicBezTo>
                <a:cubicBezTo>
                  <a:pt x="258005" y="248960"/>
                  <a:pt x="256108" y="250865"/>
                  <a:pt x="254211" y="250865"/>
                </a:cubicBezTo>
                <a:close/>
                <a:moveTo>
                  <a:pt x="225754" y="213717"/>
                </a:moveTo>
                <a:cubicBezTo>
                  <a:pt x="222909" y="213717"/>
                  <a:pt x="221960" y="212765"/>
                  <a:pt x="220063" y="209907"/>
                </a:cubicBezTo>
                <a:cubicBezTo>
                  <a:pt x="218166" y="207050"/>
                  <a:pt x="219115" y="202287"/>
                  <a:pt x="222909" y="200382"/>
                </a:cubicBezTo>
                <a:cubicBezTo>
                  <a:pt x="235240" y="191810"/>
                  <a:pt x="248519" y="177522"/>
                  <a:pt x="248519" y="155615"/>
                </a:cubicBezTo>
                <a:cubicBezTo>
                  <a:pt x="248519" y="133707"/>
                  <a:pt x="235240" y="119420"/>
                  <a:pt x="222909" y="110847"/>
                </a:cubicBezTo>
                <a:cubicBezTo>
                  <a:pt x="219115" y="107990"/>
                  <a:pt x="218166" y="103227"/>
                  <a:pt x="220063" y="100370"/>
                </a:cubicBezTo>
                <a:cubicBezTo>
                  <a:pt x="222909" y="97512"/>
                  <a:pt x="227651" y="96560"/>
                  <a:pt x="231446" y="99417"/>
                </a:cubicBezTo>
                <a:cubicBezTo>
                  <a:pt x="252314" y="113705"/>
                  <a:pt x="262748" y="134660"/>
                  <a:pt x="262748" y="156567"/>
                </a:cubicBezTo>
                <a:cubicBezTo>
                  <a:pt x="262748" y="178475"/>
                  <a:pt x="251365" y="197525"/>
                  <a:pt x="231446" y="213717"/>
                </a:cubicBezTo>
                <a:cubicBezTo>
                  <a:pt x="230497" y="213717"/>
                  <a:pt x="227651" y="214670"/>
                  <a:pt x="226703" y="21467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" name="Graphic 21">
            <a:extLst>
              <a:ext uri="{FF2B5EF4-FFF2-40B4-BE49-F238E27FC236}">
                <a16:creationId xmlns:a16="http://schemas.microsoft.com/office/drawing/2014/main" id="{036FC38F-1A6D-B751-D063-F421E94B0E68}"/>
              </a:ext>
            </a:extLst>
          </p:cNvPr>
          <p:cNvSpPr/>
          <p:nvPr/>
        </p:nvSpPr>
        <p:spPr>
          <a:xfrm>
            <a:off x="6245564" y="879657"/>
            <a:ext cx="463726" cy="410457"/>
          </a:xfrm>
          <a:custGeom>
            <a:avLst/>
            <a:gdLst>
              <a:gd name="connsiteX0" fmla="*/ 29405 w 349065"/>
              <a:gd name="connsiteY0" fmla="*/ 118467 h 308967"/>
              <a:gd name="connsiteX1" fmla="*/ 15177 w 349065"/>
              <a:gd name="connsiteY1" fmla="*/ 132755 h 308967"/>
              <a:gd name="connsiteX2" fmla="*/ 15177 w 349065"/>
              <a:gd name="connsiteY2" fmla="*/ 176570 h 308967"/>
              <a:gd name="connsiteX3" fmla="*/ 29405 w 349065"/>
              <a:gd name="connsiteY3" fmla="*/ 190857 h 308967"/>
              <a:gd name="connsiteX4" fmla="*/ 80627 w 349065"/>
              <a:gd name="connsiteY4" fmla="*/ 190857 h 308967"/>
              <a:gd name="connsiteX5" fmla="*/ 85369 w 349065"/>
              <a:gd name="connsiteY5" fmla="*/ 193715 h 308967"/>
              <a:gd name="connsiteX6" fmla="*/ 175481 w 349065"/>
              <a:gd name="connsiteY6" fmla="*/ 283250 h 308967"/>
              <a:gd name="connsiteX7" fmla="*/ 175481 w 349065"/>
              <a:gd name="connsiteY7" fmla="*/ 25122 h 308967"/>
              <a:gd name="connsiteX8" fmla="*/ 85369 w 349065"/>
              <a:gd name="connsiteY8" fmla="*/ 115610 h 308967"/>
              <a:gd name="connsiteX9" fmla="*/ 80627 w 349065"/>
              <a:gd name="connsiteY9" fmla="*/ 118467 h 308967"/>
              <a:gd name="connsiteX10" fmla="*/ 29405 w 349065"/>
              <a:gd name="connsiteY10" fmla="*/ 118467 h 308967"/>
              <a:gd name="connsiteX11" fmla="*/ 182121 w 349065"/>
              <a:gd name="connsiteY11" fmla="*/ 308967 h 308967"/>
              <a:gd name="connsiteX12" fmla="*/ 177378 w 349065"/>
              <a:gd name="connsiteY12" fmla="*/ 306110 h 308967"/>
              <a:gd name="connsiteX13" fmla="*/ 77781 w 349065"/>
              <a:gd name="connsiteY13" fmla="*/ 206097 h 308967"/>
              <a:gd name="connsiteX14" fmla="*/ 29405 w 349065"/>
              <a:gd name="connsiteY14" fmla="*/ 206097 h 308967"/>
              <a:gd name="connsiteX15" fmla="*/ 0 w 349065"/>
              <a:gd name="connsiteY15" fmla="*/ 176570 h 308967"/>
              <a:gd name="connsiteX16" fmla="*/ 0 w 349065"/>
              <a:gd name="connsiteY16" fmla="*/ 132755 h 308967"/>
              <a:gd name="connsiteX17" fmla="*/ 29405 w 349065"/>
              <a:gd name="connsiteY17" fmla="*/ 103227 h 308967"/>
              <a:gd name="connsiteX18" fmla="*/ 77781 w 349065"/>
              <a:gd name="connsiteY18" fmla="*/ 103227 h 308967"/>
              <a:gd name="connsiteX19" fmla="*/ 177378 w 349065"/>
              <a:gd name="connsiteY19" fmla="*/ 3215 h 308967"/>
              <a:gd name="connsiteX20" fmla="*/ 185915 w 349065"/>
              <a:gd name="connsiteY20" fmla="*/ 357 h 308967"/>
              <a:gd name="connsiteX21" fmla="*/ 189710 w 349065"/>
              <a:gd name="connsiteY21" fmla="*/ 7977 h 308967"/>
              <a:gd name="connsiteX22" fmla="*/ 189710 w 349065"/>
              <a:gd name="connsiteY22" fmla="*/ 301347 h 308967"/>
              <a:gd name="connsiteX23" fmla="*/ 185915 w 349065"/>
              <a:gd name="connsiteY23" fmla="*/ 307062 h 308967"/>
              <a:gd name="connsiteX24" fmla="*/ 182121 w 349065"/>
              <a:gd name="connsiteY24" fmla="*/ 308015 h 308967"/>
              <a:gd name="connsiteX25" fmla="*/ 291204 w 349065"/>
              <a:gd name="connsiteY25" fmla="*/ 279440 h 308967"/>
              <a:gd name="connsiteX26" fmla="*/ 286461 w 349065"/>
              <a:gd name="connsiteY26" fmla="*/ 276582 h 308967"/>
              <a:gd name="connsiteX27" fmla="*/ 286461 w 349065"/>
              <a:gd name="connsiteY27" fmla="*/ 265152 h 308967"/>
              <a:gd name="connsiteX28" fmla="*/ 334837 w 349065"/>
              <a:gd name="connsiteY28" fmla="*/ 153710 h 308967"/>
              <a:gd name="connsiteX29" fmla="*/ 286461 w 349065"/>
              <a:gd name="connsiteY29" fmla="*/ 41315 h 308967"/>
              <a:gd name="connsiteX30" fmla="*/ 286461 w 349065"/>
              <a:gd name="connsiteY30" fmla="*/ 31790 h 308967"/>
              <a:gd name="connsiteX31" fmla="*/ 295947 w 349065"/>
              <a:gd name="connsiteY31" fmla="*/ 30837 h 308967"/>
              <a:gd name="connsiteX32" fmla="*/ 349066 w 349065"/>
              <a:gd name="connsiteY32" fmla="*/ 153710 h 308967"/>
              <a:gd name="connsiteX33" fmla="*/ 295947 w 349065"/>
              <a:gd name="connsiteY33" fmla="*/ 275630 h 308967"/>
              <a:gd name="connsiteX34" fmla="*/ 291204 w 349065"/>
              <a:gd name="connsiteY34" fmla="*/ 278487 h 308967"/>
              <a:gd name="connsiteX35" fmla="*/ 254211 w 349065"/>
              <a:gd name="connsiteY35" fmla="*/ 250865 h 308967"/>
              <a:gd name="connsiteX36" fmla="*/ 249468 w 349065"/>
              <a:gd name="connsiteY36" fmla="*/ 248007 h 308967"/>
              <a:gd name="connsiteX37" fmla="*/ 249468 w 349065"/>
              <a:gd name="connsiteY37" fmla="*/ 236577 h 308967"/>
              <a:gd name="connsiteX38" fmla="*/ 291204 w 349065"/>
              <a:gd name="connsiteY38" fmla="*/ 154662 h 308967"/>
              <a:gd name="connsiteX39" fmla="*/ 249468 w 349065"/>
              <a:gd name="connsiteY39" fmla="*/ 71795 h 308967"/>
              <a:gd name="connsiteX40" fmla="*/ 249468 w 349065"/>
              <a:gd name="connsiteY40" fmla="*/ 62270 h 308967"/>
              <a:gd name="connsiteX41" fmla="*/ 258954 w 349065"/>
              <a:gd name="connsiteY41" fmla="*/ 61317 h 308967"/>
              <a:gd name="connsiteX42" fmla="*/ 305432 w 349065"/>
              <a:gd name="connsiteY42" fmla="*/ 155615 h 308967"/>
              <a:gd name="connsiteX43" fmla="*/ 258954 w 349065"/>
              <a:gd name="connsiteY43" fmla="*/ 248007 h 308967"/>
              <a:gd name="connsiteX44" fmla="*/ 254211 w 349065"/>
              <a:gd name="connsiteY44" fmla="*/ 250865 h 308967"/>
              <a:gd name="connsiteX45" fmla="*/ 225754 w 349065"/>
              <a:gd name="connsiteY45" fmla="*/ 213717 h 308967"/>
              <a:gd name="connsiteX46" fmla="*/ 220063 w 349065"/>
              <a:gd name="connsiteY46" fmla="*/ 209907 h 308967"/>
              <a:gd name="connsiteX47" fmla="*/ 222909 w 349065"/>
              <a:gd name="connsiteY47" fmla="*/ 200382 h 308967"/>
              <a:gd name="connsiteX48" fmla="*/ 248519 w 349065"/>
              <a:gd name="connsiteY48" fmla="*/ 155615 h 308967"/>
              <a:gd name="connsiteX49" fmla="*/ 222909 w 349065"/>
              <a:gd name="connsiteY49" fmla="*/ 110847 h 308967"/>
              <a:gd name="connsiteX50" fmla="*/ 220063 w 349065"/>
              <a:gd name="connsiteY50" fmla="*/ 100370 h 308967"/>
              <a:gd name="connsiteX51" fmla="*/ 231446 w 349065"/>
              <a:gd name="connsiteY51" fmla="*/ 99417 h 308967"/>
              <a:gd name="connsiteX52" fmla="*/ 262748 w 349065"/>
              <a:gd name="connsiteY52" fmla="*/ 156567 h 308967"/>
              <a:gd name="connsiteX53" fmla="*/ 231446 w 349065"/>
              <a:gd name="connsiteY53" fmla="*/ 213717 h 308967"/>
              <a:gd name="connsiteX54" fmla="*/ 226703 w 349065"/>
              <a:gd name="connsiteY54" fmla="*/ 214670 h 3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49065" h="308967">
                <a:moveTo>
                  <a:pt x="29405" y="118467"/>
                </a:moveTo>
                <a:cubicBezTo>
                  <a:pt x="21817" y="118467"/>
                  <a:pt x="15177" y="124182"/>
                  <a:pt x="15177" y="132755"/>
                </a:cubicBezTo>
                <a:lnTo>
                  <a:pt x="15177" y="176570"/>
                </a:lnTo>
                <a:cubicBezTo>
                  <a:pt x="15177" y="184190"/>
                  <a:pt x="22765" y="190857"/>
                  <a:pt x="29405" y="190857"/>
                </a:cubicBezTo>
                <a:lnTo>
                  <a:pt x="80627" y="190857"/>
                </a:lnTo>
                <a:cubicBezTo>
                  <a:pt x="83472" y="190857"/>
                  <a:pt x="84421" y="190857"/>
                  <a:pt x="85369" y="193715"/>
                </a:cubicBezTo>
                <a:lnTo>
                  <a:pt x="175481" y="283250"/>
                </a:lnTo>
                <a:lnTo>
                  <a:pt x="175481" y="25122"/>
                </a:lnTo>
                <a:lnTo>
                  <a:pt x="85369" y="115610"/>
                </a:lnTo>
                <a:cubicBezTo>
                  <a:pt x="84421" y="116562"/>
                  <a:pt x="82524" y="118467"/>
                  <a:pt x="80627" y="118467"/>
                </a:cubicBezTo>
                <a:lnTo>
                  <a:pt x="29405" y="118467"/>
                </a:lnTo>
                <a:close/>
                <a:moveTo>
                  <a:pt x="182121" y="308967"/>
                </a:moveTo>
                <a:cubicBezTo>
                  <a:pt x="181173" y="308967"/>
                  <a:pt x="178327" y="308015"/>
                  <a:pt x="177378" y="306110"/>
                </a:cubicBezTo>
                <a:lnTo>
                  <a:pt x="77781" y="206097"/>
                </a:lnTo>
                <a:lnTo>
                  <a:pt x="29405" y="206097"/>
                </a:lnTo>
                <a:cubicBezTo>
                  <a:pt x="13280" y="206097"/>
                  <a:pt x="0" y="192762"/>
                  <a:pt x="0" y="176570"/>
                </a:cubicBezTo>
                <a:lnTo>
                  <a:pt x="0" y="132755"/>
                </a:lnTo>
                <a:cubicBezTo>
                  <a:pt x="0" y="116562"/>
                  <a:pt x="13280" y="103227"/>
                  <a:pt x="29405" y="103227"/>
                </a:cubicBezTo>
                <a:lnTo>
                  <a:pt x="77781" y="103227"/>
                </a:lnTo>
                <a:lnTo>
                  <a:pt x="177378" y="3215"/>
                </a:lnTo>
                <a:cubicBezTo>
                  <a:pt x="180224" y="357"/>
                  <a:pt x="182121" y="-595"/>
                  <a:pt x="185915" y="357"/>
                </a:cubicBezTo>
                <a:cubicBezTo>
                  <a:pt x="188761" y="1310"/>
                  <a:pt x="189710" y="4167"/>
                  <a:pt x="189710" y="7977"/>
                </a:cubicBezTo>
                <a:lnTo>
                  <a:pt x="189710" y="301347"/>
                </a:lnTo>
                <a:cubicBezTo>
                  <a:pt x="189710" y="304205"/>
                  <a:pt x="188761" y="306110"/>
                  <a:pt x="185915" y="307062"/>
                </a:cubicBezTo>
                <a:cubicBezTo>
                  <a:pt x="184967" y="308015"/>
                  <a:pt x="183070" y="308015"/>
                  <a:pt x="182121" y="308015"/>
                </a:cubicBezTo>
                <a:close/>
                <a:moveTo>
                  <a:pt x="291204" y="279440"/>
                </a:moveTo>
                <a:cubicBezTo>
                  <a:pt x="290256" y="279440"/>
                  <a:pt x="287410" y="278487"/>
                  <a:pt x="286461" y="276582"/>
                </a:cubicBezTo>
                <a:cubicBezTo>
                  <a:pt x="283616" y="272772"/>
                  <a:pt x="283616" y="268962"/>
                  <a:pt x="286461" y="265152"/>
                </a:cubicBezTo>
                <a:cubicBezTo>
                  <a:pt x="317764" y="238482"/>
                  <a:pt x="334837" y="198477"/>
                  <a:pt x="334837" y="153710"/>
                </a:cubicBezTo>
                <a:cubicBezTo>
                  <a:pt x="334837" y="108942"/>
                  <a:pt x="317764" y="69890"/>
                  <a:pt x="286461" y="41315"/>
                </a:cubicBezTo>
                <a:cubicBezTo>
                  <a:pt x="283616" y="38457"/>
                  <a:pt x="283616" y="33695"/>
                  <a:pt x="286461" y="31790"/>
                </a:cubicBezTo>
                <a:cubicBezTo>
                  <a:pt x="289307" y="27980"/>
                  <a:pt x="294050" y="27980"/>
                  <a:pt x="295947" y="30837"/>
                </a:cubicBezTo>
                <a:cubicBezTo>
                  <a:pt x="330095" y="61317"/>
                  <a:pt x="349066" y="105132"/>
                  <a:pt x="349066" y="153710"/>
                </a:cubicBezTo>
                <a:cubicBezTo>
                  <a:pt x="349066" y="202287"/>
                  <a:pt x="329146" y="246102"/>
                  <a:pt x="295947" y="275630"/>
                </a:cubicBezTo>
                <a:cubicBezTo>
                  <a:pt x="294998" y="276582"/>
                  <a:pt x="293101" y="278487"/>
                  <a:pt x="291204" y="278487"/>
                </a:cubicBezTo>
                <a:close/>
                <a:moveTo>
                  <a:pt x="254211" y="250865"/>
                </a:moveTo>
                <a:cubicBezTo>
                  <a:pt x="253262" y="250865"/>
                  <a:pt x="250417" y="249912"/>
                  <a:pt x="249468" y="248007"/>
                </a:cubicBezTo>
                <a:cubicBezTo>
                  <a:pt x="246622" y="244197"/>
                  <a:pt x="246622" y="239435"/>
                  <a:pt x="249468" y="236577"/>
                </a:cubicBezTo>
                <a:cubicBezTo>
                  <a:pt x="275079" y="215622"/>
                  <a:pt x="291204" y="184190"/>
                  <a:pt x="291204" y="154662"/>
                </a:cubicBezTo>
                <a:cubicBezTo>
                  <a:pt x="291204" y="125135"/>
                  <a:pt x="275079" y="92750"/>
                  <a:pt x="249468" y="71795"/>
                </a:cubicBezTo>
                <a:cubicBezTo>
                  <a:pt x="246622" y="68937"/>
                  <a:pt x="246622" y="66080"/>
                  <a:pt x="249468" y="62270"/>
                </a:cubicBezTo>
                <a:cubicBezTo>
                  <a:pt x="252314" y="58460"/>
                  <a:pt x="257056" y="58460"/>
                  <a:pt x="258954" y="61317"/>
                </a:cubicBezTo>
                <a:cubicBezTo>
                  <a:pt x="286461" y="84177"/>
                  <a:pt x="305432" y="121325"/>
                  <a:pt x="305432" y="155615"/>
                </a:cubicBezTo>
                <a:cubicBezTo>
                  <a:pt x="305432" y="189905"/>
                  <a:pt x="287410" y="225147"/>
                  <a:pt x="258954" y="248007"/>
                </a:cubicBezTo>
                <a:cubicBezTo>
                  <a:pt x="258005" y="248960"/>
                  <a:pt x="256108" y="250865"/>
                  <a:pt x="254211" y="250865"/>
                </a:cubicBezTo>
                <a:close/>
                <a:moveTo>
                  <a:pt x="225754" y="213717"/>
                </a:moveTo>
                <a:cubicBezTo>
                  <a:pt x="222909" y="213717"/>
                  <a:pt x="221960" y="212765"/>
                  <a:pt x="220063" y="209907"/>
                </a:cubicBezTo>
                <a:cubicBezTo>
                  <a:pt x="218166" y="207050"/>
                  <a:pt x="219115" y="202287"/>
                  <a:pt x="222909" y="200382"/>
                </a:cubicBezTo>
                <a:cubicBezTo>
                  <a:pt x="235240" y="191810"/>
                  <a:pt x="248519" y="177522"/>
                  <a:pt x="248519" y="155615"/>
                </a:cubicBezTo>
                <a:cubicBezTo>
                  <a:pt x="248519" y="133707"/>
                  <a:pt x="235240" y="119420"/>
                  <a:pt x="222909" y="110847"/>
                </a:cubicBezTo>
                <a:cubicBezTo>
                  <a:pt x="219115" y="107990"/>
                  <a:pt x="218166" y="103227"/>
                  <a:pt x="220063" y="100370"/>
                </a:cubicBezTo>
                <a:cubicBezTo>
                  <a:pt x="222909" y="97512"/>
                  <a:pt x="227651" y="96560"/>
                  <a:pt x="231446" y="99417"/>
                </a:cubicBezTo>
                <a:cubicBezTo>
                  <a:pt x="252314" y="113705"/>
                  <a:pt x="262748" y="134660"/>
                  <a:pt x="262748" y="156567"/>
                </a:cubicBezTo>
                <a:cubicBezTo>
                  <a:pt x="262748" y="178475"/>
                  <a:pt x="251365" y="197525"/>
                  <a:pt x="231446" y="213717"/>
                </a:cubicBezTo>
                <a:cubicBezTo>
                  <a:pt x="230497" y="213717"/>
                  <a:pt x="227651" y="214670"/>
                  <a:pt x="226703" y="21467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1">
            <a:extLst>
              <a:ext uri="{FF2B5EF4-FFF2-40B4-BE49-F238E27FC236}">
                <a16:creationId xmlns:a16="http://schemas.microsoft.com/office/drawing/2014/main" id="{ABBCC9F4-BBD2-F52E-F736-0C9DB1AA0DF7}"/>
              </a:ext>
            </a:extLst>
          </p:cNvPr>
          <p:cNvSpPr/>
          <p:nvPr/>
        </p:nvSpPr>
        <p:spPr>
          <a:xfrm>
            <a:off x="5489914" y="1489257"/>
            <a:ext cx="463726" cy="410457"/>
          </a:xfrm>
          <a:custGeom>
            <a:avLst/>
            <a:gdLst>
              <a:gd name="connsiteX0" fmla="*/ 29405 w 349065"/>
              <a:gd name="connsiteY0" fmla="*/ 118467 h 308967"/>
              <a:gd name="connsiteX1" fmla="*/ 15177 w 349065"/>
              <a:gd name="connsiteY1" fmla="*/ 132755 h 308967"/>
              <a:gd name="connsiteX2" fmla="*/ 15177 w 349065"/>
              <a:gd name="connsiteY2" fmla="*/ 176570 h 308967"/>
              <a:gd name="connsiteX3" fmla="*/ 29405 w 349065"/>
              <a:gd name="connsiteY3" fmla="*/ 190857 h 308967"/>
              <a:gd name="connsiteX4" fmla="*/ 80627 w 349065"/>
              <a:gd name="connsiteY4" fmla="*/ 190857 h 308967"/>
              <a:gd name="connsiteX5" fmla="*/ 85369 w 349065"/>
              <a:gd name="connsiteY5" fmla="*/ 193715 h 308967"/>
              <a:gd name="connsiteX6" fmla="*/ 175481 w 349065"/>
              <a:gd name="connsiteY6" fmla="*/ 283250 h 308967"/>
              <a:gd name="connsiteX7" fmla="*/ 175481 w 349065"/>
              <a:gd name="connsiteY7" fmla="*/ 25122 h 308967"/>
              <a:gd name="connsiteX8" fmla="*/ 85369 w 349065"/>
              <a:gd name="connsiteY8" fmla="*/ 115610 h 308967"/>
              <a:gd name="connsiteX9" fmla="*/ 80627 w 349065"/>
              <a:gd name="connsiteY9" fmla="*/ 118467 h 308967"/>
              <a:gd name="connsiteX10" fmla="*/ 29405 w 349065"/>
              <a:gd name="connsiteY10" fmla="*/ 118467 h 308967"/>
              <a:gd name="connsiteX11" fmla="*/ 182121 w 349065"/>
              <a:gd name="connsiteY11" fmla="*/ 308967 h 308967"/>
              <a:gd name="connsiteX12" fmla="*/ 177378 w 349065"/>
              <a:gd name="connsiteY12" fmla="*/ 306110 h 308967"/>
              <a:gd name="connsiteX13" fmla="*/ 77781 w 349065"/>
              <a:gd name="connsiteY13" fmla="*/ 206097 h 308967"/>
              <a:gd name="connsiteX14" fmla="*/ 29405 w 349065"/>
              <a:gd name="connsiteY14" fmla="*/ 206097 h 308967"/>
              <a:gd name="connsiteX15" fmla="*/ 0 w 349065"/>
              <a:gd name="connsiteY15" fmla="*/ 176570 h 308967"/>
              <a:gd name="connsiteX16" fmla="*/ 0 w 349065"/>
              <a:gd name="connsiteY16" fmla="*/ 132755 h 308967"/>
              <a:gd name="connsiteX17" fmla="*/ 29405 w 349065"/>
              <a:gd name="connsiteY17" fmla="*/ 103227 h 308967"/>
              <a:gd name="connsiteX18" fmla="*/ 77781 w 349065"/>
              <a:gd name="connsiteY18" fmla="*/ 103227 h 308967"/>
              <a:gd name="connsiteX19" fmla="*/ 177378 w 349065"/>
              <a:gd name="connsiteY19" fmla="*/ 3215 h 308967"/>
              <a:gd name="connsiteX20" fmla="*/ 185915 w 349065"/>
              <a:gd name="connsiteY20" fmla="*/ 357 h 308967"/>
              <a:gd name="connsiteX21" fmla="*/ 189710 w 349065"/>
              <a:gd name="connsiteY21" fmla="*/ 7977 h 308967"/>
              <a:gd name="connsiteX22" fmla="*/ 189710 w 349065"/>
              <a:gd name="connsiteY22" fmla="*/ 301347 h 308967"/>
              <a:gd name="connsiteX23" fmla="*/ 185915 w 349065"/>
              <a:gd name="connsiteY23" fmla="*/ 307062 h 308967"/>
              <a:gd name="connsiteX24" fmla="*/ 182121 w 349065"/>
              <a:gd name="connsiteY24" fmla="*/ 308015 h 308967"/>
              <a:gd name="connsiteX25" fmla="*/ 291204 w 349065"/>
              <a:gd name="connsiteY25" fmla="*/ 279440 h 308967"/>
              <a:gd name="connsiteX26" fmla="*/ 286461 w 349065"/>
              <a:gd name="connsiteY26" fmla="*/ 276582 h 308967"/>
              <a:gd name="connsiteX27" fmla="*/ 286461 w 349065"/>
              <a:gd name="connsiteY27" fmla="*/ 265152 h 308967"/>
              <a:gd name="connsiteX28" fmla="*/ 334837 w 349065"/>
              <a:gd name="connsiteY28" fmla="*/ 153710 h 308967"/>
              <a:gd name="connsiteX29" fmla="*/ 286461 w 349065"/>
              <a:gd name="connsiteY29" fmla="*/ 41315 h 308967"/>
              <a:gd name="connsiteX30" fmla="*/ 286461 w 349065"/>
              <a:gd name="connsiteY30" fmla="*/ 31790 h 308967"/>
              <a:gd name="connsiteX31" fmla="*/ 295947 w 349065"/>
              <a:gd name="connsiteY31" fmla="*/ 30837 h 308967"/>
              <a:gd name="connsiteX32" fmla="*/ 349066 w 349065"/>
              <a:gd name="connsiteY32" fmla="*/ 153710 h 308967"/>
              <a:gd name="connsiteX33" fmla="*/ 295947 w 349065"/>
              <a:gd name="connsiteY33" fmla="*/ 275630 h 308967"/>
              <a:gd name="connsiteX34" fmla="*/ 291204 w 349065"/>
              <a:gd name="connsiteY34" fmla="*/ 278487 h 308967"/>
              <a:gd name="connsiteX35" fmla="*/ 254211 w 349065"/>
              <a:gd name="connsiteY35" fmla="*/ 250865 h 308967"/>
              <a:gd name="connsiteX36" fmla="*/ 249468 w 349065"/>
              <a:gd name="connsiteY36" fmla="*/ 248007 h 308967"/>
              <a:gd name="connsiteX37" fmla="*/ 249468 w 349065"/>
              <a:gd name="connsiteY37" fmla="*/ 236577 h 308967"/>
              <a:gd name="connsiteX38" fmla="*/ 291204 w 349065"/>
              <a:gd name="connsiteY38" fmla="*/ 154662 h 308967"/>
              <a:gd name="connsiteX39" fmla="*/ 249468 w 349065"/>
              <a:gd name="connsiteY39" fmla="*/ 71795 h 308967"/>
              <a:gd name="connsiteX40" fmla="*/ 249468 w 349065"/>
              <a:gd name="connsiteY40" fmla="*/ 62270 h 308967"/>
              <a:gd name="connsiteX41" fmla="*/ 258954 w 349065"/>
              <a:gd name="connsiteY41" fmla="*/ 61317 h 308967"/>
              <a:gd name="connsiteX42" fmla="*/ 305432 w 349065"/>
              <a:gd name="connsiteY42" fmla="*/ 155615 h 308967"/>
              <a:gd name="connsiteX43" fmla="*/ 258954 w 349065"/>
              <a:gd name="connsiteY43" fmla="*/ 248007 h 308967"/>
              <a:gd name="connsiteX44" fmla="*/ 254211 w 349065"/>
              <a:gd name="connsiteY44" fmla="*/ 250865 h 308967"/>
              <a:gd name="connsiteX45" fmla="*/ 225754 w 349065"/>
              <a:gd name="connsiteY45" fmla="*/ 213717 h 308967"/>
              <a:gd name="connsiteX46" fmla="*/ 220063 w 349065"/>
              <a:gd name="connsiteY46" fmla="*/ 209907 h 308967"/>
              <a:gd name="connsiteX47" fmla="*/ 222909 w 349065"/>
              <a:gd name="connsiteY47" fmla="*/ 200382 h 308967"/>
              <a:gd name="connsiteX48" fmla="*/ 248519 w 349065"/>
              <a:gd name="connsiteY48" fmla="*/ 155615 h 308967"/>
              <a:gd name="connsiteX49" fmla="*/ 222909 w 349065"/>
              <a:gd name="connsiteY49" fmla="*/ 110847 h 308967"/>
              <a:gd name="connsiteX50" fmla="*/ 220063 w 349065"/>
              <a:gd name="connsiteY50" fmla="*/ 100370 h 308967"/>
              <a:gd name="connsiteX51" fmla="*/ 231446 w 349065"/>
              <a:gd name="connsiteY51" fmla="*/ 99417 h 308967"/>
              <a:gd name="connsiteX52" fmla="*/ 262748 w 349065"/>
              <a:gd name="connsiteY52" fmla="*/ 156567 h 308967"/>
              <a:gd name="connsiteX53" fmla="*/ 231446 w 349065"/>
              <a:gd name="connsiteY53" fmla="*/ 213717 h 308967"/>
              <a:gd name="connsiteX54" fmla="*/ 226703 w 349065"/>
              <a:gd name="connsiteY54" fmla="*/ 214670 h 3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49065" h="308967">
                <a:moveTo>
                  <a:pt x="29405" y="118467"/>
                </a:moveTo>
                <a:cubicBezTo>
                  <a:pt x="21817" y="118467"/>
                  <a:pt x="15177" y="124182"/>
                  <a:pt x="15177" y="132755"/>
                </a:cubicBezTo>
                <a:lnTo>
                  <a:pt x="15177" y="176570"/>
                </a:lnTo>
                <a:cubicBezTo>
                  <a:pt x="15177" y="184190"/>
                  <a:pt x="22765" y="190857"/>
                  <a:pt x="29405" y="190857"/>
                </a:cubicBezTo>
                <a:lnTo>
                  <a:pt x="80627" y="190857"/>
                </a:lnTo>
                <a:cubicBezTo>
                  <a:pt x="83472" y="190857"/>
                  <a:pt x="84421" y="190857"/>
                  <a:pt x="85369" y="193715"/>
                </a:cubicBezTo>
                <a:lnTo>
                  <a:pt x="175481" y="283250"/>
                </a:lnTo>
                <a:lnTo>
                  <a:pt x="175481" y="25122"/>
                </a:lnTo>
                <a:lnTo>
                  <a:pt x="85369" y="115610"/>
                </a:lnTo>
                <a:cubicBezTo>
                  <a:pt x="84421" y="116562"/>
                  <a:pt x="82524" y="118467"/>
                  <a:pt x="80627" y="118467"/>
                </a:cubicBezTo>
                <a:lnTo>
                  <a:pt x="29405" y="118467"/>
                </a:lnTo>
                <a:close/>
                <a:moveTo>
                  <a:pt x="182121" y="308967"/>
                </a:moveTo>
                <a:cubicBezTo>
                  <a:pt x="181173" y="308967"/>
                  <a:pt x="178327" y="308015"/>
                  <a:pt x="177378" y="306110"/>
                </a:cubicBezTo>
                <a:lnTo>
                  <a:pt x="77781" y="206097"/>
                </a:lnTo>
                <a:lnTo>
                  <a:pt x="29405" y="206097"/>
                </a:lnTo>
                <a:cubicBezTo>
                  <a:pt x="13280" y="206097"/>
                  <a:pt x="0" y="192762"/>
                  <a:pt x="0" y="176570"/>
                </a:cubicBezTo>
                <a:lnTo>
                  <a:pt x="0" y="132755"/>
                </a:lnTo>
                <a:cubicBezTo>
                  <a:pt x="0" y="116562"/>
                  <a:pt x="13280" y="103227"/>
                  <a:pt x="29405" y="103227"/>
                </a:cubicBezTo>
                <a:lnTo>
                  <a:pt x="77781" y="103227"/>
                </a:lnTo>
                <a:lnTo>
                  <a:pt x="177378" y="3215"/>
                </a:lnTo>
                <a:cubicBezTo>
                  <a:pt x="180224" y="357"/>
                  <a:pt x="182121" y="-595"/>
                  <a:pt x="185915" y="357"/>
                </a:cubicBezTo>
                <a:cubicBezTo>
                  <a:pt x="188761" y="1310"/>
                  <a:pt x="189710" y="4167"/>
                  <a:pt x="189710" y="7977"/>
                </a:cubicBezTo>
                <a:lnTo>
                  <a:pt x="189710" y="301347"/>
                </a:lnTo>
                <a:cubicBezTo>
                  <a:pt x="189710" y="304205"/>
                  <a:pt x="188761" y="306110"/>
                  <a:pt x="185915" y="307062"/>
                </a:cubicBezTo>
                <a:cubicBezTo>
                  <a:pt x="184967" y="308015"/>
                  <a:pt x="183070" y="308015"/>
                  <a:pt x="182121" y="308015"/>
                </a:cubicBezTo>
                <a:close/>
                <a:moveTo>
                  <a:pt x="291204" y="279440"/>
                </a:moveTo>
                <a:cubicBezTo>
                  <a:pt x="290256" y="279440"/>
                  <a:pt x="287410" y="278487"/>
                  <a:pt x="286461" y="276582"/>
                </a:cubicBezTo>
                <a:cubicBezTo>
                  <a:pt x="283616" y="272772"/>
                  <a:pt x="283616" y="268962"/>
                  <a:pt x="286461" y="265152"/>
                </a:cubicBezTo>
                <a:cubicBezTo>
                  <a:pt x="317764" y="238482"/>
                  <a:pt x="334837" y="198477"/>
                  <a:pt x="334837" y="153710"/>
                </a:cubicBezTo>
                <a:cubicBezTo>
                  <a:pt x="334837" y="108942"/>
                  <a:pt x="317764" y="69890"/>
                  <a:pt x="286461" y="41315"/>
                </a:cubicBezTo>
                <a:cubicBezTo>
                  <a:pt x="283616" y="38457"/>
                  <a:pt x="283616" y="33695"/>
                  <a:pt x="286461" y="31790"/>
                </a:cubicBezTo>
                <a:cubicBezTo>
                  <a:pt x="289307" y="27980"/>
                  <a:pt x="294050" y="27980"/>
                  <a:pt x="295947" y="30837"/>
                </a:cubicBezTo>
                <a:cubicBezTo>
                  <a:pt x="330095" y="61317"/>
                  <a:pt x="349066" y="105132"/>
                  <a:pt x="349066" y="153710"/>
                </a:cubicBezTo>
                <a:cubicBezTo>
                  <a:pt x="349066" y="202287"/>
                  <a:pt x="329146" y="246102"/>
                  <a:pt x="295947" y="275630"/>
                </a:cubicBezTo>
                <a:cubicBezTo>
                  <a:pt x="294998" y="276582"/>
                  <a:pt x="293101" y="278487"/>
                  <a:pt x="291204" y="278487"/>
                </a:cubicBezTo>
                <a:close/>
                <a:moveTo>
                  <a:pt x="254211" y="250865"/>
                </a:moveTo>
                <a:cubicBezTo>
                  <a:pt x="253262" y="250865"/>
                  <a:pt x="250417" y="249912"/>
                  <a:pt x="249468" y="248007"/>
                </a:cubicBezTo>
                <a:cubicBezTo>
                  <a:pt x="246622" y="244197"/>
                  <a:pt x="246622" y="239435"/>
                  <a:pt x="249468" y="236577"/>
                </a:cubicBezTo>
                <a:cubicBezTo>
                  <a:pt x="275079" y="215622"/>
                  <a:pt x="291204" y="184190"/>
                  <a:pt x="291204" y="154662"/>
                </a:cubicBezTo>
                <a:cubicBezTo>
                  <a:pt x="291204" y="125135"/>
                  <a:pt x="275079" y="92750"/>
                  <a:pt x="249468" y="71795"/>
                </a:cubicBezTo>
                <a:cubicBezTo>
                  <a:pt x="246622" y="68937"/>
                  <a:pt x="246622" y="66080"/>
                  <a:pt x="249468" y="62270"/>
                </a:cubicBezTo>
                <a:cubicBezTo>
                  <a:pt x="252314" y="58460"/>
                  <a:pt x="257056" y="58460"/>
                  <a:pt x="258954" y="61317"/>
                </a:cubicBezTo>
                <a:cubicBezTo>
                  <a:pt x="286461" y="84177"/>
                  <a:pt x="305432" y="121325"/>
                  <a:pt x="305432" y="155615"/>
                </a:cubicBezTo>
                <a:cubicBezTo>
                  <a:pt x="305432" y="189905"/>
                  <a:pt x="287410" y="225147"/>
                  <a:pt x="258954" y="248007"/>
                </a:cubicBezTo>
                <a:cubicBezTo>
                  <a:pt x="258005" y="248960"/>
                  <a:pt x="256108" y="250865"/>
                  <a:pt x="254211" y="250865"/>
                </a:cubicBezTo>
                <a:close/>
                <a:moveTo>
                  <a:pt x="225754" y="213717"/>
                </a:moveTo>
                <a:cubicBezTo>
                  <a:pt x="222909" y="213717"/>
                  <a:pt x="221960" y="212765"/>
                  <a:pt x="220063" y="209907"/>
                </a:cubicBezTo>
                <a:cubicBezTo>
                  <a:pt x="218166" y="207050"/>
                  <a:pt x="219115" y="202287"/>
                  <a:pt x="222909" y="200382"/>
                </a:cubicBezTo>
                <a:cubicBezTo>
                  <a:pt x="235240" y="191810"/>
                  <a:pt x="248519" y="177522"/>
                  <a:pt x="248519" y="155615"/>
                </a:cubicBezTo>
                <a:cubicBezTo>
                  <a:pt x="248519" y="133707"/>
                  <a:pt x="235240" y="119420"/>
                  <a:pt x="222909" y="110847"/>
                </a:cubicBezTo>
                <a:cubicBezTo>
                  <a:pt x="219115" y="107990"/>
                  <a:pt x="218166" y="103227"/>
                  <a:pt x="220063" y="100370"/>
                </a:cubicBezTo>
                <a:cubicBezTo>
                  <a:pt x="222909" y="97512"/>
                  <a:pt x="227651" y="96560"/>
                  <a:pt x="231446" y="99417"/>
                </a:cubicBezTo>
                <a:cubicBezTo>
                  <a:pt x="252314" y="113705"/>
                  <a:pt x="262748" y="134660"/>
                  <a:pt x="262748" y="156567"/>
                </a:cubicBezTo>
                <a:cubicBezTo>
                  <a:pt x="262748" y="178475"/>
                  <a:pt x="251365" y="197525"/>
                  <a:pt x="231446" y="213717"/>
                </a:cubicBezTo>
                <a:cubicBezTo>
                  <a:pt x="230497" y="213717"/>
                  <a:pt x="227651" y="214670"/>
                  <a:pt x="226703" y="21467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1">
            <a:extLst>
              <a:ext uri="{FF2B5EF4-FFF2-40B4-BE49-F238E27FC236}">
                <a16:creationId xmlns:a16="http://schemas.microsoft.com/office/drawing/2014/main" id="{F1FA7124-FA5F-3406-5419-01AA7D03A11D}"/>
              </a:ext>
            </a:extLst>
          </p:cNvPr>
          <p:cNvSpPr/>
          <p:nvPr/>
        </p:nvSpPr>
        <p:spPr>
          <a:xfrm>
            <a:off x="6245564" y="1489257"/>
            <a:ext cx="463726" cy="410457"/>
          </a:xfrm>
          <a:custGeom>
            <a:avLst/>
            <a:gdLst>
              <a:gd name="connsiteX0" fmla="*/ 29405 w 349065"/>
              <a:gd name="connsiteY0" fmla="*/ 118467 h 308967"/>
              <a:gd name="connsiteX1" fmla="*/ 15177 w 349065"/>
              <a:gd name="connsiteY1" fmla="*/ 132755 h 308967"/>
              <a:gd name="connsiteX2" fmla="*/ 15177 w 349065"/>
              <a:gd name="connsiteY2" fmla="*/ 176570 h 308967"/>
              <a:gd name="connsiteX3" fmla="*/ 29405 w 349065"/>
              <a:gd name="connsiteY3" fmla="*/ 190857 h 308967"/>
              <a:gd name="connsiteX4" fmla="*/ 80627 w 349065"/>
              <a:gd name="connsiteY4" fmla="*/ 190857 h 308967"/>
              <a:gd name="connsiteX5" fmla="*/ 85369 w 349065"/>
              <a:gd name="connsiteY5" fmla="*/ 193715 h 308967"/>
              <a:gd name="connsiteX6" fmla="*/ 175481 w 349065"/>
              <a:gd name="connsiteY6" fmla="*/ 283250 h 308967"/>
              <a:gd name="connsiteX7" fmla="*/ 175481 w 349065"/>
              <a:gd name="connsiteY7" fmla="*/ 25122 h 308967"/>
              <a:gd name="connsiteX8" fmla="*/ 85369 w 349065"/>
              <a:gd name="connsiteY8" fmla="*/ 115610 h 308967"/>
              <a:gd name="connsiteX9" fmla="*/ 80627 w 349065"/>
              <a:gd name="connsiteY9" fmla="*/ 118467 h 308967"/>
              <a:gd name="connsiteX10" fmla="*/ 29405 w 349065"/>
              <a:gd name="connsiteY10" fmla="*/ 118467 h 308967"/>
              <a:gd name="connsiteX11" fmla="*/ 182121 w 349065"/>
              <a:gd name="connsiteY11" fmla="*/ 308967 h 308967"/>
              <a:gd name="connsiteX12" fmla="*/ 177378 w 349065"/>
              <a:gd name="connsiteY12" fmla="*/ 306110 h 308967"/>
              <a:gd name="connsiteX13" fmla="*/ 77781 w 349065"/>
              <a:gd name="connsiteY13" fmla="*/ 206097 h 308967"/>
              <a:gd name="connsiteX14" fmla="*/ 29405 w 349065"/>
              <a:gd name="connsiteY14" fmla="*/ 206097 h 308967"/>
              <a:gd name="connsiteX15" fmla="*/ 0 w 349065"/>
              <a:gd name="connsiteY15" fmla="*/ 176570 h 308967"/>
              <a:gd name="connsiteX16" fmla="*/ 0 w 349065"/>
              <a:gd name="connsiteY16" fmla="*/ 132755 h 308967"/>
              <a:gd name="connsiteX17" fmla="*/ 29405 w 349065"/>
              <a:gd name="connsiteY17" fmla="*/ 103227 h 308967"/>
              <a:gd name="connsiteX18" fmla="*/ 77781 w 349065"/>
              <a:gd name="connsiteY18" fmla="*/ 103227 h 308967"/>
              <a:gd name="connsiteX19" fmla="*/ 177378 w 349065"/>
              <a:gd name="connsiteY19" fmla="*/ 3215 h 308967"/>
              <a:gd name="connsiteX20" fmla="*/ 185915 w 349065"/>
              <a:gd name="connsiteY20" fmla="*/ 357 h 308967"/>
              <a:gd name="connsiteX21" fmla="*/ 189710 w 349065"/>
              <a:gd name="connsiteY21" fmla="*/ 7977 h 308967"/>
              <a:gd name="connsiteX22" fmla="*/ 189710 w 349065"/>
              <a:gd name="connsiteY22" fmla="*/ 301347 h 308967"/>
              <a:gd name="connsiteX23" fmla="*/ 185915 w 349065"/>
              <a:gd name="connsiteY23" fmla="*/ 307062 h 308967"/>
              <a:gd name="connsiteX24" fmla="*/ 182121 w 349065"/>
              <a:gd name="connsiteY24" fmla="*/ 308015 h 308967"/>
              <a:gd name="connsiteX25" fmla="*/ 291204 w 349065"/>
              <a:gd name="connsiteY25" fmla="*/ 279440 h 308967"/>
              <a:gd name="connsiteX26" fmla="*/ 286461 w 349065"/>
              <a:gd name="connsiteY26" fmla="*/ 276582 h 308967"/>
              <a:gd name="connsiteX27" fmla="*/ 286461 w 349065"/>
              <a:gd name="connsiteY27" fmla="*/ 265152 h 308967"/>
              <a:gd name="connsiteX28" fmla="*/ 334837 w 349065"/>
              <a:gd name="connsiteY28" fmla="*/ 153710 h 308967"/>
              <a:gd name="connsiteX29" fmla="*/ 286461 w 349065"/>
              <a:gd name="connsiteY29" fmla="*/ 41315 h 308967"/>
              <a:gd name="connsiteX30" fmla="*/ 286461 w 349065"/>
              <a:gd name="connsiteY30" fmla="*/ 31790 h 308967"/>
              <a:gd name="connsiteX31" fmla="*/ 295947 w 349065"/>
              <a:gd name="connsiteY31" fmla="*/ 30837 h 308967"/>
              <a:gd name="connsiteX32" fmla="*/ 349066 w 349065"/>
              <a:gd name="connsiteY32" fmla="*/ 153710 h 308967"/>
              <a:gd name="connsiteX33" fmla="*/ 295947 w 349065"/>
              <a:gd name="connsiteY33" fmla="*/ 275630 h 308967"/>
              <a:gd name="connsiteX34" fmla="*/ 291204 w 349065"/>
              <a:gd name="connsiteY34" fmla="*/ 278487 h 308967"/>
              <a:gd name="connsiteX35" fmla="*/ 254211 w 349065"/>
              <a:gd name="connsiteY35" fmla="*/ 250865 h 308967"/>
              <a:gd name="connsiteX36" fmla="*/ 249468 w 349065"/>
              <a:gd name="connsiteY36" fmla="*/ 248007 h 308967"/>
              <a:gd name="connsiteX37" fmla="*/ 249468 w 349065"/>
              <a:gd name="connsiteY37" fmla="*/ 236577 h 308967"/>
              <a:gd name="connsiteX38" fmla="*/ 291204 w 349065"/>
              <a:gd name="connsiteY38" fmla="*/ 154662 h 308967"/>
              <a:gd name="connsiteX39" fmla="*/ 249468 w 349065"/>
              <a:gd name="connsiteY39" fmla="*/ 71795 h 308967"/>
              <a:gd name="connsiteX40" fmla="*/ 249468 w 349065"/>
              <a:gd name="connsiteY40" fmla="*/ 62270 h 308967"/>
              <a:gd name="connsiteX41" fmla="*/ 258954 w 349065"/>
              <a:gd name="connsiteY41" fmla="*/ 61317 h 308967"/>
              <a:gd name="connsiteX42" fmla="*/ 305432 w 349065"/>
              <a:gd name="connsiteY42" fmla="*/ 155615 h 308967"/>
              <a:gd name="connsiteX43" fmla="*/ 258954 w 349065"/>
              <a:gd name="connsiteY43" fmla="*/ 248007 h 308967"/>
              <a:gd name="connsiteX44" fmla="*/ 254211 w 349065"/>
              <a:gd name="connsiteY44" fmla="*/ 250865 h 308967"/>
              <a:gd name="connsiteX45" fmla="*/ 225754 w 349065"/>
              <a:gd name="connsiteY45" fmla="*/ 213717 h 308967"/>
              <a:gd name="connsiteX46" fmla="*/ 220063 w 349065"/>
              <a:gd name="connsiteY46" fmla="*/ 209907 h 308967"/>
              <a:gd name="connsiteX47" fmla="*/ 222909 w 349065"/>
              <a:gd name="connsiteY47" fmla="*/ 200382 h 308967"/>
              <a:gd name="connsiteX48" fmla="*/ 248519 w 349065"/>
              <a:gd name="connsiteY48" fmla="*/ 155615 h 308967"/>
              <a:gd name="connsiteX49" fmla="*/ 222909 w 349065"/>
              <a:gd name="connsiteY49" fmla="*/ 110847 h 308967"/>
              <a:gd name="connsiteX50" fmla="*/ 220063 w 349065"/>
              <a:gd name="connsiteY50" fmla="*/ 100370 h 308967"/>
              <a:gd name="connsiteX51" fmla="*/ 231446 w 349065"/>
              <a:gd name="connsiteY51" fmla="*/ 99417 h 308967"/>
              <a:gd name="connsiteX52" fmla="*/ 262748 w 349065"/>
              <a:gd name="connsiteY52" fmla="*/ 156567 h 308967"/>
              <a:gd name="connsiteX53" fmla="*/ 231446 w 349065"/>
              <a:gd name="connsiteY53" fmla="*/ 213717 h 308967"/>
              <a:gd name="connsiteX54" fmla="*/ 226703 w 349065"/>
              <a:gd name="connsiteY54" fmla="*/ 214670 h 3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49065" h="308967">
                <a:moveTo>
                  <a:pt x="29405" y="118467"/>
                </a:moveTo>
                <a:cubicBezTo>
                  <a:pt x="21817" y="118467"/>
                  <a:pt x="15177" y="124182"/>
                  <a:pt x="15177" y="132755"/>
                </a:cubicBezTo>
                <a:lnTo>
                  <a:pt x="15177" y="176570"/>
                </a:lnTo>
                <a:cubicBezTo>
                  <a:pt x="15177" y="184190"/>
                  <a:pt x="22765" y="190857"/>
                  <a:pt x="29405" y="190857"/>
                </a:cubicBezTo>
                <a:lnTo>
                  <a:pt x="80627" y="190857"/>
                </a:lnTo>
                <a:cubicBezTo>
                  <a:pt x="83472" y="190857"/>
                  <a:pt x="84421" y="190857"/>
                  <a:pt x="85369" y="193715"/>
                </a:cubicBezTo>
                <a:lnTo>
                  <a:pt x="175481" y="283250"/>
                </a:lnTo>
                <a:lnTo>
                  <a:pt x="175481" y="25122"/>
                </a:lnTo>
                <a:lnTo>
                  <a:pt x="85369" y="115610"/>
                </a:lnTo>
                <a:cubicBezTo>
                  <a:pt x="84421" y="116562"/>
                  <a:pt x="82524" y="118467"/>
                  <a:pt x="80627" y="118467"/>
                </a:cubicBezTo>
                <a:lnTo>
                  <a:pt x="29405" y="118467"/>
                </a:lnTo>
                <a:close/>
                <a:moveTo>
                  <a:pt x="182121" y="308967"/>
                </a:moveTo>
                <a:cubicBezTo>
                  <a:pt x="181173" y="308967"/>
                  <a:pt x="178327" y="308015"/>
                  <a:pt x="177378" y="306110"/>
                </a:cubicBezTo>
                <a:lnTo>
                  <a:pt x="77781" y="206097"/>
                </a:lnTo>
                <a:lnTo>
                  <a:pt x="29405" y="206097"/>
                </a:lnTo>
                <a:cubicBezTo>
                  <a:pt x="13280" y="206097"/>
                  <a:pt x="0" y="192762"/>
                  <a:pt x="0" y="176570"/>
                </a:cubicBezTo>
                <a:lnTo>
                  <a:pt x="0" y="132755"/>
                </a:lnTo>
                <a:cubicBezTo>
                  <a:pt x="0" y="116562"/>
                  <a:pt x="13280" y="103227"/>
                  <a:pt x="29405" y="103227"/>
                </a:cubicBezTo>
                <a:lnTo>
                  <a:pt x="77781" y="103227"/>
                </a:lnTo>
                <a:lnTo>
                  <a:pt x="177378" y="3215"/>
                </a:lnTo>
                <a:cubicBezTo>
                  <a:pt x="180224" y="357"/>
                  <a:pt x="182121" y="-595"/>
                  <a:pt x="185915" y="357"/>
                </a:cubicBezTo>
                <a:cubicBezTo>
                  <a:pt x="188761" y="1310"/>
                  <a:pt x="189710" y="4167"/>
                  <a:pt x="189710" y="7977"/>
                </a:cubicBezTo>
                <a:lnTo>
                  <a:pt x="189710" y="301347"/>
                </a:lnTo>
                <a:cubicBezTo>
                  <a:pt x="189710" y="304205"/>
                  <a:pt x="188761" y="306110"/>
                  <a:pt x="185915" y="307062"/>
                </a:cubicBezTo>
                <a:cubicBezTo>
                  <a:pt x="184967" y="308015"/>
                  <a:pt x="183070" y="308015"/>
                  <a:pt x="182121" y="308015"/>
                </a:cubicBezTo>
                <a:close/>
                <a:moveTo>
                  <a:pt x="291204" y="279440"/>
                </a:moveTo>
                <a:cubicBezTo>
                  <a:pt x="290256" y="279440"/>
                  <a:pt x="287410" y="278487"/>
                  <a:pt x="286461" y="276582"/>
                </a:cubicBezTo>
                <a:cubicBezTo>
                  <a:pt x="283616" y="272772"/>
                  <a:pt x="283616" y="268962"/>
                  <a:pt x="286461" y="265152"/>
                </a:cubicBezTo>
                <a:cubicBezTo>
                  <a:pt x="317764" y="238482"/>
                  <a:pt x="334837" y="198477"/>
                  <a:pt x="334837" y="153710"/>
                </a:cubicBezTo>
                <a:cubicBezTo>
                  <a:pt x="334837" y="108942"/>
                  <a:pt x="317764" y="69890"/>
                  <a:pt x="286461" y="41315"/>
                </a:cubicBezTo>
                <a:cubicBezTo>
                  <a:pt x="283616" y="38457"/>
                  <a:pt x="283616" y="33695"/>
                  <a:pt x="286461" y="31790"/>
                </a:cubicBezTo>
                <a:cubicBezTo>
                  <a:pt x="289307" y="27980"/>
                  <a:pt x="294050" y="27980"/>
                  <a:pt x="295947" y="30837"/>
                </a:cubicBezTo>
                <a:cubicBezTo>
                  <a:pt x="330095" y="61317"/>
                  <a:pt x="349066" y="105132"/>
                  <a:pt x="349066" y="153710"/>
                </a:cubicBezTo>
                <a:cubicBezTo>
                  <a:pt x="349066" y="202287"/>
                  <a:pt x="329146" y="246102"/>
                  <a:pt x="295947" y="275630"/>
                </a:cubicBezTo>
                <a:cubicBezTo>
                  <a:pt x="294998" y="276582"/>
                  <a:pt x="293101" y="278487"/>
                  <a:pt x="291204" y="278487"/>
                </a:cubicBezTo>
                <a:close/>
                <a:moveTo>
                  <a:pt x="254211" y="250865"/>
                </a:moveTo>
                <a:cubicBezTo>
                  <a:pt x="253262" y="250865"/>
                  <a:pt x="250417" y="249912"/>
                  <a:pt x="249468" y="248007"/>
                </a:cubicBezTo>
                <a:cubicBezTo>
                  <a:pt x="246622" y="244197"/>
                  <a:pt x="246622" y="239435"/>
                  <a:pt x="249468" y="236577"/>
                </a:cubicBezTo>
                <a:cubicBezTo>
                  <a:pt x="275079" y="215622"/>
                  <a:pt x="291204" y="184190"/>
                  <a:pt x="291204" y="154662"/>
                </a:cubicBezTo>
                <a:cubicBezTo>
                  <a:pt x="291204" y="125135"/>
                  <a:pt x="275079" y="92750"/>
                  <a:pt x="249468" y="71795"/>
                </a:cubicBezTo>
                <a:cubicBezTo>
                  <a:pt x="246622" y="68937"/>
                  <a:pt x="246622" y="66080"/>
                  <a:pt x="249468" y="62270"/>
                </a:cubicBezTo>
                <a:cubicBezTo>
                  <a:pt x="252314" y="58460"/>
                  <a:pt x="257056" y="58460"/>
                  <a:pt x="258954" y="61317"/>
                </a:cubicBezTo>
                <a:cubicBezTo>
                  <a:pt x="286461" y="84177"/>
                  <a:pt x="305432" y="121325"/>
                  <a:pt x="305432" y="155615"/>
                </a:cubicBezTo>
                <a:cubicBezTo>
                  <a:pt x="305432" y="189905"/>
                  <a:pt x="287410" y="225147"/>
                  <a:pt x="258954" y="248007"/>
                </a:cubicBezTo>
                <a:cubicBezTo>
                  <a:pt x="258005" y="248960"/>
                  <a:pt x="256108" y="250865"/>
                  <a:pt x="254211" y="250865"/>
                </a:cubicBezTo>
                <a:close/>
                <a:moveTo>
                  <a:pt x="225754" y="213717"/>
                </a:moveTo>
                <a:cubicBezTo>
                  <a:pt x="222909" y="213717"/>
                  <a:pt x="221960" y="212765"/>
                  <a:pt x="220063" y="209907"/>
                </a:cubicBezTo>
                <a:cubicBezTo>
                  <a:pt x="218166" y="207050"/>
                  <a:pt x="219115" y="202287"/>
                  <a:pt x="222909" y="200382"/>
                </a:cubicBezTo>
                <a:cubicBezTo>
                  <a:pt x="235240" y="191810"/>
                  <a:pt x="248519" y="177522"/>
                  <a:pt x="248519" y="155615"/>
                </a:cubicBezTo>
                <a:cubicBezTo>
                  <a:pt x="248519" y="133707"/>
                  <a:pt x="235240" y="119420"/>
                  <a:pt x="222909" y="110847"/>
                </a:cubicBezTo>
                <a:cubicBezTo>
                  <a:pt x="219115" y="107990"/>
                  <a:pt x="218166" y="103227"/>
                  <a:pt x="220063" y="100370"/>
                </a:cubicBezTo>
                <a:cubicBezTo>
                  <a:pt x="222909" y="97512"/>
                  <a:pt x="227651" y="96560"/>
                  <a:pt x="231446" y="99417"/>
                </a:cubicBezTo>
                <a:cubicBezTo>
                  <a:pt x="252314" y="113705"/>
                  <a:pt x="262748" y="134660"/>
                  <a:pt x="262748" y="156567"/>
                </a:cubicBezTo>
                <a:cubicBezTo>
                  <a:pt x="262748" y="178475"/>
                  <a:pt x="251365" y="197525"/>
                  <a:pt x="231446" y="213717"/>
                </a:cubicBezTo>
                <a:cubicBezTo>
                  <a:pt x="230497" y="213717"/>
                  <a:pt x="227651" y="214670"/>
                  <a:pt x="226703" y="21467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7" name="Graphic 115">
            <a:extLst>
              <a:ext uri="{FF2B5EF4-FFF2-40B4-BE49-F238E27FC236}">
                <a16:creationId xmlns:a16="http://schemas.microsoft.com/office/drawing/2014/main" id="{633E2020-B9E0-2A22-8ADF-E03C998C8280}"/>
              </a:ext>
            </a:extLst>
          </p:cNvPr>
          <p:cNvSpPr/>
          <p:nvPr/>
        </p:nvSpPr>
        <p:spPr>
          <a:xfrm>
            <a:off x="8831242" y="833836"/>
            <a:ext cx="326390" cy="457326"/>
          </a:xfrm>
          <a:custGeom>
            <a:avLst/>
            <a:gdLst>
              <a:gd name="connsiteX0" fmla="*/ 237137 w 244725"/>
              <a:gd name="connsiteY0" fmla="*/ 141923 h 342900"/>
              <a:gd name="connsiteX1" fmla="*/ 229549 w 244725"/>
              <a:gd name="connsiteY1" fmla="*/ 149543 h 342900"/>
              <a:gd name="connsiteX2" fmla="*/ 229549 w 244725"/>
              <a:gd name="connsiteY2" fmla="*/ 171450 h 342900"/>
              <a:gd name="connsiteX3" fmla="*/ 215320 w 244725"/>
              <a:gd name="connsiteY3" fmla="*/ 171450 h 342900"/>
              <a:gd name="connsiteX4" fmla="*/ 215320 w 244725"/>
              <a:gd name="connsiteY4" fmla="*/ 92393 h 342900"/>
              <a:gd name="connsiteX5" fmla="*/ 215320 w 244725"/>
              <a:gd name="connsiteY5" fmla="*/ 92393 h 342900"/>
              <a:gd name="connsiteX6" fmla="*/ 215320 w 244725"/>
              <a:gd name="connsiteY6" fmla="*/ 92393 h 342900"/>
              <a:gd name="connsiteX7" fmla="*/ 215320 w 244725"/>
              <a:gd name="connsiteY7" fmla="*/ 92393 h 342900"/>
              <a:gd name="connsiteX8" fmla="*/ 155562 w 244725"/>
              <a:gd name="connsiteY8" fmla="*/ 5715 h 342900"/>
              <a:gd name="connsiteX9" fmla="*/ 151768 w 244725"/>
              <a:gd name="connsiteY9" fmla="*/ 4763 h 342900"/>
              <a:gd name="connsiteX10" fmla="*/ 122363 w 244725"/>
              <a:gd name="connsiteY10" fmla="*/ 0 h 342900"/>
              <a:gd name="connsiteX11" fmla="*/ 122363 w 244725"/>
              <a:gd name="connsiteY11" fmla="*/ 0 h 342900"/>
              <a:gd name="connsiteX12" fmla="*/ 92009 w 244725"/>
              <a:gd name="connsiteY12" fmla="*/ 4763 h 342900"/>
              <a:gd name="connsiteX13" fmla="*/ 90112 w 244725"/>
              <a:gd name="connsiteY13" fmla="*/ 4763 h 342900"/>
              <a:gd name="connsiteX14" fmla="*/ 29405 w 244725"/>
              <a:gd name="connsiteY14" fmla="*/ 91440 h 342900"/>
              <a:gd name="connsiteX15" fmla="*/ 29405 w 244725"/>
              <a:gd name="connsiteY15" fmla="*/ 91440 h 342900"/>
              <a:gd name="connsiteX16" fmla="*/ 29405 w 244725"/>
              <a:gd name="connsiteY16" fmla="*/ 91440 h 342900"/>
              <a:gd name="connsiteX17" fmla="*/ 29405 w 244725"/>
              <a:gd name="connsiteY17" fmla="*/ 91440 h 342900"/>
              <a:gd name="connsiteX18" fmla="*/ 29405 w 244725"/>
              <a:gd name="connsiteY18" fmla="*/ 170498 h 342900"/>
              <a:gd name="connsiteX19" fmla="*/ 15177 w 244725"/>
              <a:gd name="connsiteY19" fmla="*/ 170498 h 342900"/>
              <a:gd name="connsiteX20" fmla="*/ 15177 w 244725"/>
              <a:gd name="connsiteY20" fmla="*/ 148590 h 342900"/>
              <a:gd name="connsiteX21" fmla="*/ 7588 w 244725"/>
              <a:gd name="connsiteY21" fmla="*/ 140970 h 342900"/>
              <a:gd name="connsiteX22" fmla="*/ 0 w 244725"/>
              <a:gd name="connsiteY22" fmla="*/ 148590 h 342900"/>
              <a:gd name="connsiteX23" fmla="*/ 0 w 244725"/>
              <a:gd name="connsiteY23" fmla="*/ 177165 h 342900"/>
              <a:gd name="connsiteX24" fmla="*/ 114774 w 244725"/>
              <a:gd name="connsiteY24" fmla="*/ 299085 h 342900"/>
              <a:gd name="connsiteX25" fmla="*/ 114774 w 244725"/>
              <a:gd name="connsiteY25" fmla="*/ 335280 h 342900"/>
              <a:gd name="connsiteX26" fmla="*/ 122363 w 244725"/>
              <a:gd name="connsiteY26" fmla="*/ 342900 h 342900"/>
              <a:gd name="connsiteX27" fmla="*/ 129951 w 244725"/>
              <a:gd name="connsiteY27" fmla="*/ 335280 h 342900"/>
              <a:gd name="connsiteX28" fmla="*/ 129951 w 244725"/>
              <a:gd name="connsiteY28" fmla="*/ 299085 h 342900"/>
              <a:gd name="connsiteX29" fmla="*/ 244725 w 244725"/>
              <a:gd name="connsiteY29" fmla="*/ 177165 h 342900"/>
              <a:gd name="connsiteX30" fmla="*/ 244725 w 244725"/>
              <a:gd name="connsiteY30" fmla="*/ 148590 h 342900"/>
              <a:gd name="connsiteX31" fmla="*/ 237137 w 244725"/>
              <a:gd name="connsiteY31" fmla="*/ 140970 h 342900"/>
              <a:gd name="connsiteX32" fmla="*/ 43633 w 244725"/>
              <a:gd name="connsiteY32" fmla="*/ 156210 h 342900"/>
              <a:gd name="connsiteX33" fmla="*/ 92958 w 244725"/>
              <a:gd name="connsiteY33" fmla="*/ 156210 h 342900"/>
              <a:gd name="connsiteX34" fmla="*/ 99598 w 244725"/>
              <a:gd name="connsiteY34" fmla="*/ 148590 h 342900"/>
              <a:gd name="connsiteX35" fmla="*/ 92958 w 244725"/>
              <a:gd name="connsiteY35" fmla="*/ 140970 h 342900"/>
              <a:gd name="connsiteX36" fmla="*/ 43633 w 244725"/>
              <a:gd name="connsiteY36" fmla="*/ 140970 h 342900"/>
              <a:gd name="connsiteX37" fmla="*/ 43633 w 244725"/>
              <a:gd name="connsiteY37" fmla="*/ 126683 h 342900"/>
              <a:gd name="connsiteX38" fmla="*/ 92958 w 244725"/>
              <a:gd name="connsiteY38" fmla="*/ 126683 h 342900"/>
              <a:gd name="connsiteX39" fmla="*/ 99598 w 244725"/>
              <a:gd name="connsiteY39" fmla="*/ 120015 h 342900"/>
              <a:gd name="connsiteX40" fmla="*/ 92958 w 244725"/>
              <a:gd name="connsiteY40" fmla="*/ 113348 h 342900"/>
              <a:gd name="connsiteX41" fmla="*/ 43633 w 244725"/>
              <a:gd name="connsiteY41" fmla="*/ 113348 h 342900"/>
              <a:gd name="connsiteX42" fmla="*/ 43633 w 244725"/>
              <a:gd name="connsiteY42" fmla="*/ 99060 h 342900"/>
              <a:gd name="connsiteX43" fmla="*/ 92958 w 244725"/>
              <a:gd name="connsiteY43" fmla="*/ 99060 h 342900"/>
              <a:gd name="connsiteX44" fmla="*/ 99598 w 244725"/>
              <a:gd name="connsiteY44" fmla="*/ 91440 h 342900"/>
              <a:gd name="connsiteX45" fmla="*/ 92958 w 244725"/>
              <a:gd name="connsiteY45" fmla="*/ 83820 h 342900"/>
              <a:gd name="connsiteX46" fmla="*/ 43633 w 244725"/>
              <a:gd name="connsiteY46" fmla="*/ 83820 h 342900"/>
              <a:gd name="connsiteX47" fmla="*/ 86318 w 244725"/>
              <a:gd name="connsiteY47" fmla="*/ 20955 h 342900"/>
              <a:gd name="connsiteX48" fmla="*/ 86318 w 244725"/>
              <a:gd name="connsiteY48" fmla="*/ 48577 h 342900"/>
              <a:gd name="connsiteX49" fmla="*/ 92958 w 244725"/>
              <a:gd name="connsiteY49" fmla="*/ 56198 h 342900"/>
              <a:gd name="connsiteX50" fmla="*/ 99598 w 244725"/>
              <a:gd name="connsiteY50" fmla="*/ 48577 h 342900"/>
              <a:gd name="connsiteX51" fmla="*/ 99598 w 244725"/>
              <a:gd name="connsiteY51" fmla="*/ 16193 h 342900"/>
              <a:gd name="connsiteX52" fmla="*/ 113826 w 244725"/>
              <a:gd name="connsiteY52" fmla="*/ 13335 h 342900"/>
              <a:gd name="connsiteX53" fmla="*/ 113826 w 244725"/>
              <a:gd name="connsiteY53" fmla="*/ 48577 h 342900"/>
              <a:gd name="connsiteX54" fmla="*/ 121414 w 244725"/>
              <a:gd name="connsiteY54" fmla="*/ 56198 h 342900"/>
              <a:gd name="connsiteX55" fmla="*/ 129002 w 244725"/>
              <a:gd name="connsiteY55" fmla="*/ 48577 h 342900"/>
              <a:gd name="connsiteX56" fmla="*/ 129002 w 244725"/>
              <a:gd name="connsiteY56" fmla="*/ 13335 h 342900"/>
              <a:gd name="connsiteX57" fmla="*/ 143231 w 244725"/>
              <a:gd name="connsiteY57" fmla="*/ 16193 h 342900"/>
              <a:gd name="connsiteX58" fmla="*/ 143231 w 244725"/>
              <a:gd name="connsiteY58" fmla="*/ 49530 h 342900"/>
              <a:gd name="connsiteX59" fmla="*/ 149871 w 244725"/>
              <a:gd name="connsiteY59" fmla="*/ 57150 h 342900"/>
              <a:gd name="connsiteX60" fmla="*/ 156510 w 244725"/>
              <a:gd name="connsiteY60" fmla="*/ 49530 h 342900"/>
              <a:gd name="connsiteX61" fmla="*/ 156510 w 244725"/>
              <a:gd name="connsiteY61" fmla="*/ 21908 h 342900"/>
              <a:gd name="connsiteX62" fmla="*/ 199195 w 244725"/>
              <a:gd name="connsiteY62" fmla="*/ 84773 h 342900"/>
              <a:gd name="connsiteX63" fmla="*/ 149871 w 244725"/>
              <a:gd name="connsiteY63" fmla="*/ 84773 h 342900"/>
              <a:gd name="connsiteX64" fmla="*/ 143231 w 244725"/>
              <a:gd name="connsiteY64" fmla="*/ 92393 h 342900"/>
              <a:gd name="connsiteX65" fmla="*/ 149871 w 244725"/>
              <a:gd name="connsiteY65" fmla="*/ 100013 h 342900"/>
              <a:gd name="connsiteX66" fmla="*/ 199195 w 244725"/>
              <a:gd name="connsiteY66" fmla="*/ 100013 h 342900"/>
              <a:gd name="connsiteX67" fmla="*/ 199195 w 244725"/>
              <a:gd name="connsiteY67" fmla="*/ 114300 h 342900"/>
              <a:gd name="connsiteX68" fmla="*/ 149871 w 244725"/>
              <a:gd name="connsiteY68" fmla="*/ 114300 h 342900"/>
              <a:gd name="connsiteX69" fmla="*/ 143231 w 244725"/>
              <a:gd name="connsiteY69" fmla="*/ 120968 h 342900"/>
              <a:gd name="connsiteX70" fmla="*/ 149871 w 244725"/>
              <a:gd name="connsiteY70" fmla="*/ 127635 h 342900"/>
              <a:gd name="connsiteX71" fmla="*/ 199195 w 244725"/>
              <a:gd name="connsiteY71" fmla="*/ 127635 h 342900"/>
              <a:gd name="connsiteX72" fmla="*/ 199195 w 244725"/>
              <a:gd name="connsiteY72" fmla="*/ 141923 h 342900"/>
              <a:gd name="connsiteX73" fmla="*/ 149871 w 244725"/>
              <a:gd name="connsiteY73" fmla="*/ 141923 h 342900"/>
              <a:gd name="connsiteX74" fmla="*/ 143231 w 244725"/>
              <a:gd name="connsiteY74" fmla="*/ 149543 h 342900"/>
              <a:gd name="connsiteX75" fmla="*/ 149871 w 244725"/>
              <a:gd name="connsiteY75" fmla="*/ 157163 h 342900"/>
              <a:gd name="connsiteX76" fmla="*/ 199195 w 244725"/>
              <a:gd name="connsiteY76" fmla="*/ 157163 h 342900"/>
              <a:gd name="connsiteX77" fmla="*/ 199195 w 244725"/>
              <a:gd name="connsiteY77" fmla="*/ 171450 h 342900"/>
              <a:gd name="connsiteX78" fmla="*/ 42685 w 244725"/>
              <a:gd name="connsiteY78" fmla="*/ 171450 h 342900"/>
              <a:gd name="connsiteX79" fmla="*/ 42685 w 244725"/>
              <a:gd name="connsiteY79" fmla="*/ 157163 h 342900"/>
              <a:gd name="connsiteX80" fmla="*/ 200144 w 244725"/>
              <a:gd name="connsiteY80" fmla="*/ 184785 h 342900"/>
              <a:gd name="connsiteX81" fmla="*/ 122363 w 244725"/>
              <a:gd name="connsiteY81" fmla="*/ 257175 h 342900"/>
              <a:gd name="connsiteX82" fmla="*/ 44582 w 244725"/>
              <a:gd name="connsiteY82" fmla="*/ 184785 h 342900"/>
              <a:gd name="connsiteX83" fmla="*/ 201092 w 244725"/>
              <a:gd name="connsiteY83" fmla="*/ 184785 h 342900"/>
              <a:gd name="connsiteX84" fmla="*/ 123311 w 244725"/>
              <a:gd name="connsiteY84" fmla="*/ 284798 h 342900"/>
              <a:gd name="connsiteX85" fmla="*/ 122363 w 244725"/>
              <a:gd name="connsiteY85" fmla="*/ 284798 h 342900"/>
              <a:gd name="connsiteX86" fmla="*/ 121414 w 244725"/>
              <a:gd name="connsiteY86" fmla="*/ 284798 h 342900"/>
              <a:gd name="connsiteX87" fmla="*/ 15177 w 244725"/>
              <a:gd name="connsiteY87" fmla="*/ 183833 h 342900"/>
              <a:gd name="connsiteX88" fmla="*/ 29405 w 244725"/>
              <a:gd name="connsiteY88" fmla="*/ 183833 h 342900"/>
              <a:gd name="connsiteX89" fmla="*/ 121414 w 244725"/>
              <a:gd name="connsiteY89" fmla="*/ 270510 h 342900"/>
              <a:gd name="connsiteX90" fmla="*/ 213423 w 244725"/>
              <a:gd name="connsiteY90" fmla="*/ 183833 h 342900"/>
              <a:gd name="connsiteX91" fmla="*/ 227651 w 244725"/>
              <a:gd name="connsiteY91" fmla="*/ 183833 h 342900"/>
              <a:gd name="connsiteX92" fmla="*/ 121414 w 244725"/>
              <a:gd name="connsiteY92" fmla="*/ 284798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44725" h="342900">
                <a:moveTo>
                  <a:pt x="237137" y="141923"/>
                </a:moveTo>
                <a:cubicBezTo>
                  <a:pt x="233343" y="141923"/>
                  <a:pt x="229549" y="144780"/>
                  <a:pt x="229549" y="149543"/>
                </a:cubicBezTo>
                <a:lnTo>
                  <a:pt x="229549" y="171450"/>
                </a:lnTo>
                <a:lnTo>
                  <a:pt x="215320" y="171450"/>
                </a:lnTo>
                <a:lnTo>
                  <a:pt x="215320" y="92393"/>
                </a:ln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53340"/>
                  <a:pt x="190658" y="19050"/>
                  <a:pt x="155562" y="5715"/>
                </a:cubicBezTo>
                <a:cubicBezTo>
                  <a:pt x="155562" y="5715"/>
                  <a:pt x="153665" y="4763"/>
                  <a:pt x="151768" y="4763"/>
                </a:cubicBezTo>
                <a:cubicBezTo>
                  <a:pt x="142282" y="1905"/>
                  <a:pt x="132797" y="0"/>
                  <a:pt x="122363" y="0"/>
                </a:cubicBezTo>
                <a:lnTo>
                  <a:pt x="122363" y="0"/>
                </a:lnTo>
                <a:cubicBezTo>
                  <a:pt x="111929" y="0"/>
                  <a:pt x="101495" y="1905"/>
                  <a:pt x="92009" y="4763"/>
                </a:cubicBezTo>
                <a:cubicBezTo>
                  <a:pt x="92009" y="4763"/>
                  <a:pt x="90112" y="4763"/>
                  <a:pt x="90112" y="4763"/>
                </a:cubicBezTo>
                <a:cubicBezTo>
                  <a:pt x="55016" y="18098"/>
                  <a:pt x="29405" y="52388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lnTo>
                  <a:pt x="29405" y="170498"/>
                </a:lnTo>
                <a:lnTo>
                  <a:pt x="15177" y="170498"/>
                </a:lnTo>
                <a:lnTo>
                  <a:pt x="15177" y="148590"/>
                </a:lnTo>
                <a:cubicBezTo>
                  <a:pt x="15177" y="143827"/>
                  <a:pt x="12331" y="140970"/>
                  <a:pt x="7588" y="140970"/>
                </a:cubicBezTo>
                <a:cubicBezTo>
                  <a:pt x="2846" y="140970"/>
                  <a:pt x="0" y="143827"/>
                  <a:pt x="0" y="148590"/>
                </a:cubicBezTo>
                <a:lnTo>
                  <a:pt x="0" y="177165"/>
                </a:lnTo>
                <a:cubicBezTo>
                  <a:pt x="0" y="242888"/>
                  <a:pt x="50273" y="295275"/>
                  <a:pt x="114774" y="299085"/>
                </a:cubicBezTo>
                <a:lnTo>
                  <a:pt x="114774" y="335280"/>
                </a:lnTo>
                <a:cubicBezTo>
                  <a:pt x="114774" y="339090"/>
                  <a:pt x="118568" y="342900"/>
                  <a:pt x="122363" y="342900"/>
                </a:cubicBezTo>
                <a:cubicBezTo>
                  <a:pt x="126157" y="342900"/>
                  <a:pt x="129951" y="339090"/>
                  <a:pt x="129951" y="335280"/>
                </a:cubicBezTo>
                <a:lnTo>
                  <a:pt x="129951" y="299085"/>
                </a:lnTo>
                <a:cubicBezTo>
                  <a:pt x="194452" y="295275"/>
                  <a:pt x="244725" y="242888"/>
                  <a:pt x="244725" y="177165"/>
                </a:cubicBezTo>
                <a:lnTo>
                  <a:pt x="244725" y="148590"/>
                </a:lnTo>
                <a:cubicBezTo>
                  <a:pt x="244725" y="143827"/>
                  <a:pt x="241880" y="140970"/>
                  <a:pt x="237137" y="140970"/>
                </a:cubicBezTo>
                <a:close/>
                <a:moveTo>
                  <a:pt x="43633" y="156210"/>
                </a:moveTo>
                <a:lnTo>
                  <a:pt x="92958" y="156210"/>
                </a:lnTo>
                <a:cubicBezTo>
                  <a:pt x="97700" y="156210"/>
                  <a:pt x="99598" y="152400"/>
                  <a:pt x="99598" y="148590"/>
                </a:cubicBezTo>
                <a:cubicBezTo>
                  <a:pt x="99598" y="144780"/>
                  <a:pt x="97700" y="140970"/>
                  <a:pt x="92958" y="140970"/>
                </a:cubicBezTo>
                <a:lnTo>
                  <a:pt x="43633" y="140970"/>
                </a:lnTo>
                <a:lnTo>
                  <a:pt x="43633" y="126683"/>
                </a:lnTo>
                <a:lnTo>
                  <a:pt x="92958" y="126683"/>
                </a:lnTo>
                <a:cubicBezTo>
                  <a:pt x="97700" y="126683"/>
                  <a:pt x="99598" y="122873"/>
                  <a:pt x="99598" y="120015"/>
                </a:cubicBezTo>
                <a:cubicBezTo>
                  <a:pt x="99598" y="117158"/>
                  <a:pt x="97700" y="113348"/>
                  <a:pt x="92958" y="113348"/>
                </a:cubicBezTo>
                <a:lnTo>
                  <a:pt x="43633" y="113348"/>
                </a:lnTo>
                <a:lnTo>
                  <a:pt x="43633" y="99060"/>
                </a:lnTo>
                <a:lnTo>
                  <a:pt x="92958" y="99060"/>
                </a:lnTo>
                <a:cubicBezTo>
                  <a:pt x="97700" y="99060"/>
                  <a:pt x="99598" y="95250"/>
                  <a:pt x="99598" y="91440"/>
                </a:cubicBezTo>
                <a:cubicBezTo>
                  <a:pt x="99598" y="87630"/>
                  <a:pt x="97700" y="83820"/>
                  <a:pt x="92958" y="83820"/>
                </a:cubicBezTo>
                <a:lnTo>
                  <a:pt x="43633" y="83820"/>
                </a:lnTo>
                <a:cubicBezTo>
                  <a:pt x="46479" y="56198"/>
                  <a:pt x="62604" y="33338"/>
                  <a:pt x="86318" y="20955"/>
                </a:cubicBezTo>
                <a:lnTo>
                  <a:pt x="86318" y="48577"/>
                </a:lnTo>
                <a:cubicBezTo>
                  <a:pt x="86318" y="52388"/>
                  <a:pt x="90112" y="56198"/>
                  <a:pt x="92958" y="56198"/>
                </a:cubicBezTo>
                <a:cubicBezTo>
                  <a:pt x="95803" y="56198"/>
                  <a:pt x="99598" y="52388"/>
                  <a:pt x="99598" y="48577"/>
                </a:cubicBezTo>
                <a:lnTo>
                  <a:pt x="99598" y="16193"/>
                </a:lnTo>
                <a:cubicBezTo>
                  <a:pt x="104340" y="15240"/>
                  <a:pt x="109083" y="14288"/>
                  <a:pt x="113826" y="13335"/>
                </a:cubicBezTo>
                <a:lnTo>
                  <a:pt x="113826" y="48577"/>
                </a:lnTo>
                <a:cubicBezTo>
                  <a:pt x="113826" y="52388"/>
                  <a:pt x="117620" y="56198"/>
                  <a:pt x="121414" y="56198"/>
                </a:cubicBezTo>
                <a:cubicBezTo>
                  <a:pt x="125208" y="56198"/>
                  <a:pt x="129002" y="52388"/>
                  <a:pt x="129002" y="48577"/>
                </a:cubicBezTo>
                <a:lnTo>
                  <a:pt x="129002" y="13335"/>
                </a:lnTo>
                <a:cubicBezTo>
                  <a:pt x="133745" y="13335"/>
                  <a:pt x="138488" y="14288"/>
                  <a:pt x="143231" y="16193"/>
                </a:cubicBezTo>
                <a:lnTo>
                  <a:pt x="143231" y="49530"/>
                </a:lnTo>
                <a:cubicBezTo>
                  <a:pt x="143231" y="53340"/>
                  <a:pt x="147025" y="57150"/>
                  <a:pt x="149871" y="57150"/>
                </a:cubicBezTo>
                <a:cubicBezTo>
                  <a:pt x="152716" y="57150"/>
                  <a:pt x="156510" y="53340"/>
                  <a:pt x="156510" y="49530"/>
                </a:cubicBezTo>
                <a:lnTo>
                  <a:pt x="156510" y="21908"/>
                </a:lnTo>
                <a:cubicBezTo>
                  <a:pt x="180224" y="33338"/>
                  <a:pt x="196349" y="57150"/>
                  <a:pt x="199195" y="84773"/>
                </a:cubicBezTo>
                <a:lnTo>
                  <a:pt x="149871" y="84773"/>
                </a:lnTo>
                <a:cubicBezTo>
                  <a:pt x="146076" y="84773"/>
                  <a:pt x="143231" y="87630"/>
                  <a:pt x="143231" y="92393"/>
                </a:cubicBezTo>
                <a:cubicBezTo>
                  <a:pt x="143231" y="97155"/>
                  <a:pt x="147025" y="100013"/>
                  <a:pt x="149871" y="100013"/>
                </a:cubicBezTo>
                <a:lnTo>
                  <a:pt x="199195" y="100013"/>
                </a:lnTo>
                <a:lnTo>
                  <a:pt x="199195" y="114300"/>
                </a:lnTo>
                <a:lnTo>
                  <a:pt x="149871" y="114300"/>
                </a:lnTo>
                <a:cubicBezTo>
                  <a:pt x="146076" y="114300"/>
                  <a:pt x="143231" y="116205"/>
                  <a:pt x="143231" y="120968"/>
                </a:cubicBezTo>
                <a:cubicBezTo>
                  <a:pt x="143231" y="125730"/>
                  <a:pt x="147025" y="127635"/>
                  <a:pt x="149871" y="127635"/>
                </a:cubicBezTo>
                <a:lnTo>
                  <a:pt x="199195" y="127635"/>
                </a:lnTo>
                <a:lnTo>
                  <a:pt x="199195" y="141923"/>
                </a:lnTo>
                <a:lnTo>
                  <a:pt x="149871" y="141923"/>
                </a:lnTo>
                <a:cubicBezTo>
                  <a:pt x="146076" y="141923"/>
                  <a:pt x="143231" y="144780"/>
                  <a:pt x="143231" y="149543"/>
                </a:cubicBezTo>
                <a:cubicBezTo>
                  <a:pt x="143231" y="154305"/>
                  <a:pt x="147025" y="157163"/>
                  <a:pt x="149871" y="157163"/>
                </a:cubicBezTo>
                <a:lnTo>
                  <a:pt x="199195" y="157163"/>
                </a:lnTo>
                <a:lnTo>
                  <a:pt x="199195" y="171450"/>
                </a:lnTo>
                <a:lnTo>
                  <a:pt x="42685" y="171450"/>
                </a:lnTo>
                <a:lnTo>
                  <a:pt x="42685" y="157163"/>
                </a:lnTo>
                <a:close/>
                <a:moveTo>
                  <a:pt x="200144" y="184785"/>
                </a:moveTo>
                <a:cubicBezTo>
                  <a:pt x="196349" y="224790"/>
                  <a:pt x="164099" y="257175"/>
                  <a:pt x="122363" y="257175"/>
                </a:cubicBezTo>
                <a:cubicBezTo>
                  <a:pt x="80627" y="257175"/>
                  <a:pt x="47427" y="224790"/>
                  <a:pt x="44582" y="184785"/>
                </a:cubicBezTo>
                <a:lnTo>
                  <a:pt x="201092" y="184785"/>
                </a:lnTo>
                <a:close/>
                <a:moveTo>
                  <a:pt x="123311" y="284798"/>
                </a:moveTo>
                <a:cubicBezTo>
                  <a:pt x="123311" y="284798"/>
                  <a:pt x="123311" y="284798"/>
                  <a:pt x="122363" y="284798"/>
                </a:cubicBezTo>
                <a:cubicBezTo>
                  <a:pt x="121414" y="284798"/>
                  <a:pt x="122363" y="284798"/>
                  <a:pt x="121414" y="284798"/>
                </a:cubicBezTo>
                <a:cubicBezTo>
                  <a:pt x="64501" y="284798"/>
                  <a:pt x="18971" y="240030"/>
                  <a:pt x="15177" y="183833"/>
                </a:cubicBezTo>
                <a:lnTo>
                  <a:pt x="29405" y="183833"/>
                </a:lnTo>
                <a:cubicBezTo>
                  <a:pt x="33199" y="232410"/>
                  <a:pt x="73038" y="270510"/>
                  <a:pt x="121414" y="270510"/>
                </a:cubicBezTo>
                <a:cubicBezTo>
                  <a:pt x="169790" y="270510"/>
                  <a:pt x="210578" y="232410"/>
                  <a:pt x="213423" y="183833"/>
                </a:cubicBezTo>
                <a:lnTo>
                  <a:pt x="227651" y="183833"/>
                </a:lnTo>
                <a:cubicBezTo>
                  <a:pt x="223857" y="240030"/>
                  <a:pt x="179276" y="283845"/>
                  <a:pt x="121414" y="28479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8" name="Graphic 115">
            <a:extLst>
              <a:ext uri="{FF2B5EF4-FFF2-40B4-BE49-F238E27FC236}">
                <a16:creationId xmlns:a16="http://schemas.microsoft.com/office/drawing/2014/main" id="{88DF11FF-375A-2039-20D7-E55C01BCC4E9}"/>
              </a:ext>
            </a:extLst>
          </p:cNvPr>
          <p:cNvSpPr/>
          <p:nvPr/>
        </p:nvSpPr>
        <p:spPr>
          <a:xfrm>
            <a:off x="9602767" y="833836"/>
            <a:ext cx="326390" cy="457326"/>
          </a:xfrm>
          <a:custGeom>
            <a:avLst/>
            <a:gdLst>
              <a:gd name="connsiteX0" fmla="*/ 237137 w 244725"/>
              <a:gd name="connsiteY0" fmla="*/ 141923 h 342900"/>
              <a:gd name="connsiteX1" fmla="*/ 229549 w 244725"/>
              <a:gd name="connsiteY1" fmla="*/ 149543 h 342900"/>
              <a:gd name="connsiteX2" fmla="*/ 229549 w 244725"/>
              <a:gd name="connsiteY2" fmla="*/ 171450 h 342900"/>
              <a:gd name="connsiteX3" fmla="*/ 215320 w 244725"/>
              <a:gd name="connsiteY3" fmla="*/ 171450 h 342900"/>
              <a:gd name="connsiteX4" fmla="*/ 215320 w 244725"/>
              <a:gd name="connsiteY4" fmla="*/ 92393 h 342900"/>
              <a:gd name="connsiteX5" fmla="*/ 215320 w 244725"/>
              <a:gd name="connsiteY5" fmla="*/ 92393 h 342900"/>
              <a:gd name="connsiteX6" fmla="*/ 215320 w 244725"/>
              <a:gd name="connsiteY6" fmla="*/ 92393 h 342900"/>
              <a:gd name="connsiteX7" fmla="*/ 215320 w 244725"/>
              <a:gd name="connsiteY7" fmla="*/ 92393 h 342900"/>
              <a:gd name="connsiteX8" fmla="*/ 155562 w 244725"/>
              <a:gd name="connsiteY8" fmla="*/ 5715 h 342900"/>
              <a:gd name="connsiteX9" fmla="*/ 151768 w 244725"/>
              <a:gd name="connsiteY9" fmla="*/ 4763 h 342900"/>
              <a:gd name="connsiteX10" fmla="*/ 122363 w 244725"/>
              <a:gd name="connsiteY10" fmla="*/ 0 h 342900"/>
              <a:gd name="connsiteX11" fmla="*/ 122363 w 244725"/>
              <a:gd name="connsiteY11" fmla="*/ 0 h 342900"/>
              <a:gd name="connsiteX12" fmla="*/ 92009 w 244725"/>
              <a:gd name="connsiteY12" fmla="*/ 4763 h 342900"/>
              <a:gd name="connsiteX13" fmla="*/ 90112 w 244725"/>
              <a:gd name="connsiteY13" fmla="*/ 4763 h 342900"/>
              <a:gd name="connsiteX14" fmla="*/ 29405 w 244725"/>
              <a:gd name="connsiteY14" fmla="*/ 91440 h 342900"/>
              <a:gd name="connsiteX15" fmla="*/ 29405 w 244725"/>
              <a:gd name="connsiteY15" fmla="*/ 91440 h 342900"/>
              <a:gd name="connsiteX16" fmla="*/ 29405 w 244725"/>
              <a:gd name="connsiteY16" fmla="*/ 91440 h 342900"/>
              <a:gd name="connsiteX17" fmla="*/ 29405 w 244725"/>
              <a:gd name="connsiteY17" fmla="*/ 91440 h 342900"/>
              <a:gd name="connsiteX18" fmla="*/ 29405 w 244725"/>
              <a:gd name="connsiteY18" fmla="*/ 170498 h 342900"/>
              <a:gd name="connsiteX19" fmla="*/ 15177 w 244725"/>
              <a:gd name="connsiteY19" fmla="*/ 170498 h 342900"/>
              <a:gd name="connsiteX20" fmla="*/ 15177 w 244725"/>
              <a:gd name="connsiteY20" fmla="*/ 148590 h 342900"/>
              <a:gd name="connsiteX21" fmla="*/ 7588 w 244725"/>
              <a:gd name="connsiteY21" fmla="*/ 140970 h 342900"/>
              <a:gd name="connsiteX22" fmla="*/ 0 w 244725"/>
              <a:gd name="connsiteY22" fmla="*/ 148590 h 342900"/>
              <a:gd name="connsiteX23" fmla="*/ 0 w 244725"/>
              <a:gd name="connsiteY23" fmla="*/ 177165 h 342900"/>
              <a:gd name="connsiteX24" fmla="*/ 114774 w 244725"/>
              <a:gd name="connsiteY24" fmla="*/ 299085 h 342900"/>
              <a:gd name="connsiteX25" fmla="*/ 114774 w 244725"/>
              <a:gd name="connsiteY25" fmla="*/ 335280 h 342900"/>
              <a:gd name="connsiteX26" fmla="*/ 122363 w 244725"/>
              <a:gd name="connsiteY26" fmla="*/ 342900 h 342900"/>
              <a:gd name="connsiteX27" fmla="*/ 129951 w 244725"/>
              <a:gd name="connsiteY27" fmla="*/ 335280 h 342900"/>
              <a:gd name="connsiteX28" fmla="*/ 129951 w 244725"/>
              <a:gd name="connsiteY28" fmla="*/ 299085 h 342900"/>
              <a:gd name="connsiteX29" fmla="*/ 244725 w 244725"/>
              <a:gd name="connsiteY29" fmla="*/ 177165 h 342900"/>
              <a:gd name="connsiteX30" fmla="*/ 244725 w 244725"/>
              <a:gd name="connsiteY30" fmla="*/ 148590 h 342900"/>
              <a:gd name="connsiteX31" fmla="*/ 237137 w 244725"/>
              <a:gd name="connsiteY31" fmla="*/ 140970 h 342900"/>
              <a:gd name="connsiteX32" fmla="*/ 43633 w 244725"/>
              <a:gd name="connsiteY32" fmla="*/ 156210 h 342900"/>
              <a:gd name="connsiteX33" fmla="*/ 92958 w 244725"/>
              <a:gd name="connsiteY33" fmla="*/ 156210 h 342900"/>
              <a:gd name="connsiteX34" fmla="*/ 99598 w 244725"/>
              <a:gd name="connsiteY34" fmla="*/ 148590 h 342900"/>
              <a:gd name="connsiteX35" fmla="*/ 92958 w 244725"/>
              <a:gd name="connsiteY35" fmla="*/ 140970 h 342900"/>
              <a:gd name="connsiteX36" fmla="*/ 43633 w 244725"/>
              <a:gd name="connsiteY36" fmla="*/ 140970 h 342900"/>
              <a:gd name="connsiteX37" fmla="*/ 43633 w 244725"/>
              <a:gd name="connsiteY37" fmla="*/ 126683 h 342900"/>
              <a:gd name="connsiteX38" fmla="*/ 92958 w 244725"/>
              <a:gd name="connsiteY38" fmla="*/ 126683 h 342900"/>
              <a:gd name="connsiteX39" fmla="*/ 99598 w 244725"/>
              <a:gd name="connsiteY39" fmla="*/ 120015 h 342900"/>
              <a:gd name="connsiteX40" fmla="*/ 92958 w 244725"/>
              <a:gd name="connsiteY40" fmla="*/ 113348 h 342900"/>
              <a:gd name="connsiteX41" fmla="*/ 43633 w 244725"/>
              <a:gd name="connsiteY41" fmla="*/ 113348 h 342900"/>
              <a:gd name="connsiteX42" fmla="*/ 43633 w 244725"/>
              <a:gd name="connsiteY42" fmla="*/ 99060 h 342900"/>
              <a:gd name="connsiteX43" fmla="*/ 92958 w 244725"/>
              <a:gd name="connsiteY43" fmla="*/ 99060 h 342900"/>
              <a:gd name="connsiteX44" fmla="*/ 99598 w 244725"/>
              <a:gd name="connsiteY44" fmla="*/ 91440 h 342900"/>
              <a:gd name="connsiteX45" fmla="*/ 92958 w 244725"/>
              <a:gd name="connsiteY45" fmla="*/ 83820 h 342900"/>
              <a:gd name="connsiteX46" fmla="*/ 43633 w 244725"/>
              <a:gd name="connsiteY46" fmla="*/ 83820 h 342900"/>
              <a:gd name="connsiteX47" fmla="*/ 86318 w 244725"/>
              <a:gd name="connsiteY47" fmla="*/ 20955 h 342900"/>
              <a:gd name="connsiteX48" fmla="*/ 86318 w 244725"/>
              <a:gd name="connsiteY48" fmla="*/ 48577 h 342900"/>
              <a:gd name="connsiteX49" fmla="*/ 92958 w 244725"/>
              <a:gd name="connsiteY49" fmla="*/ 56198 h 342900"/>
              <a:gd name="connsiteX50" fmla="*/ 99598 w 244725"/>
              <a:gd name="connsiteY50" fmla="*/ 48577 h 342900"/>
              <a:gd name="connsiteX51" fmla="*/ 99598 w 244725"/>
              <a:gd name="connsiteY51" fmla="*/ 16193 h 342900"/>
              <a:gd name="connsiteX52" fmla="*/ 113826 w 244725"/>
              <a:gd name="connsiteY52" fmla="*/ 13335 h 342900"/>
              <a:gd name="connsiteX53" fmla="*/ 113826 w 244725"/>
              <a:gd name="connsiteY53" fmla="*/ 48577 h 342900"/>
              <a:gd name="connsiteX54" fmla="*/ 121414 w 244725"/>
              <a:gd name="connsiteY54" fmla="*/ 56198 h 342900"/>
              <a:gd name="connsiteX55" fmla="*/ 129002 w 244725"/>
              <a:gd name="connsiteY55" fmla="*/ 48577 h 342900"/>
              <a:gd name="connsiteX56" fmla="*/ 129002 w 244725"/>
              <a:gd name="connsiteY56" fmla="*/ 13335 h 342900"/>
              <a:gd name="connsiteX57" fmla="*/ 143231 w 244725"/>
              <a:gd name="connsiteY57" fmla="*/ 16193 h 342900"/>
              <a:gd name="connsiteX58" fmla="*/ 143231 w 244725"/>
              <a:gd name="connsiteY58" fmla="*/ 49530 h 342900"/>
              <a:gd name="connsiteX59" fmla="*/ 149871 w 244725"/>
              <a:gd name="connsiteY59" fmla="*/ 57150 h 342900"/>
              <a:gd name="connsiteX60" fmla="*/ 156510 w 244725"/>
              <a:gd name="connsiteY60" fmla="*/ 49530 h 342900"/>
              <a:gd name="connsiteX61" fmla="*/ 156510 w 244725"/>
              <a:gd name="connsiteY61" fmla="*/ 21908 h 342900"/>
              <a:gd name="connsiteX62" fmla="*/ 199195 w 244725"/>
              <a:gd name="connsiteY62" fmla="*/ 84773 h 342900"/>
              <a:gd name="connsiteX63" fmla="*/ 149871 w 244725"/>
              <a:gd name="connsiteY63" fmla="*/ 84773 h 342900"/>
              <a:gd name="connsiteX64" fmla="*/ 143231 w 244725"/>
              <a:gd name="connsiteY64" fmla="*/ 92393 h 342900"/>
              <a:gd name="connsiteX65" fmla="*/ 149871 w 244725"/>
              <a:gd name="connsiteY65" fmla="*/ 100013 h 342900"/>
              <a:gd name="connsiteX66" fmla="*/ 199195 w 244725"/>
              <a:gd name="connsiteY66" fmla="*/ 100013 h 342900"/>
              <a:gd name="connsiteX67" fmla="*/ 199195 w 244725"/>
              <a:gd name="connsiteY67" fmla="*/ 114300 h 342900"/>
              <a:gd name="connsiteX68" fmla="*/ 149871 w 244725"/>
              <a:gd name="connsiteY68" fmla="*/ 114300 h 342900"/>
              <a:gd name="connsiteX69" fmla="*/ 143231 w 244725"/>
              <a:gd name="connsiteY69" fmla="*/ 120968 h 342900"/>
              <a:gd name="connsiteX70" fmla="*/ 149871 w 244725"/>
              <a:gd name="connsiteY70" fmla="*/ 127635 h 342900"/>
              <a:gd name="connsiteX71" fmla="*/ 199195 w 244725"/>
              <a:gd name="connsiteY71" fmla="*/ 127635 h 342900"/>
              <a:gd name="connsiteX72" fmla="*/ 199195 w 244725"/>
              <a:gd name="connsiteY72" fmla="*/ 141923 h 342900"/>
              <a:gd name="connsiteX73" fmla="*/ 149871 w 244725"/>
              <a:gd name="connsiteY73" fmla="*/ 141923 h 342900"/>
              <a:gd name="connsiteX74" fmla="*/ 143231 w 244725"/>
              <a:gd name="connsiteY74" fmla="*/ 149543 h 342900"/>
              <a:gd name="connsiteX75" fmla="*/ 149871 w 244725"/>
              <a:gd name="connsiteY75" fmla="*/ 157163 h 342900"/>
              <a:gd name="connsiteX76" fmla="*/ 199195 w 244725"/>
              <a:gd name="connsiteY76" fmla="*/ 157163 h 342900"/>
              <a:gd name="connsiteX77" fmla="*/ 199195 w 244725"/>
              <a:gd name="connsiteY77" fmla="*/ 171450 h 342900"/>
              <a:gd name="connsiteX78" fmla="*/ 42685 w 244725"/>
              <a:gd name="connsiteY78" fmla="*/ 171450 h 342900"/>
              <a:gd name="connsiteX79" fmla="*/ 42685 w 244725"/>
              <a:gd name="connsiteY79" fmla="*/ 157163 h 342900"/>
              <a:gd name="connsiteX80" fmla="*/ 200144 w 244725"/>
              <a:gd name="connsiteY80" fmla="*/ 184785 h 342900"/>
              <a:gd name="connsiteX81" fmla="*/ 122363 w 244725"/>
              <a:gd name="connsiteY81" fmla="*/ 257175 h 342900"/>
              <a:gd name="connsiteX82" fmla="*/ 44582 w 244725"/>
              <a:gd name="connsiteY82" fmla="*/ 184785 h 342900"/>
              <a:gd name="connsiteX83" fmla="*/ 201092 w 244725"/>
              <a:gd name="connsiteY83" fmla="*/ 184785 h 342900"/>
              <a:gd name="connsiteX84" fmla="*/ 123311 w 244725"/>
              <a:gd name="connsiteY84" fmla="*/ 284798 h 342900"/>
              <a:gd name="connsiteX85" fmla="*/ 122363 w 244725"/>
              <a:gd name="connsiteY85" fmla="*/ 284798 h 342900"/>
              <a:gd name="connsiteX86" fmla="*/ 121414 w 244725"/>
              <a:gd name="connsiteY86" fmla="*/ 284798 h 342900"/>
              <a:gd name="connsiteX87" fmla="*/ 15177 w 244725"/>
              <a:gd name="connsiteY87" fmla="*/ 183833 h 342900"/>
              <a:gd name="connsiteX88" fmla="*/ 29405 w 244725"/>
              <a:gd name="connsiteY88" fmla="*/ 183833 h 342900"/>
              <a:gd name="connsiteX89" fmla="*/ 121414 w 244725"/>
              <a:gd name="connsiteY89" fmla="*/ 270510 h 342900"/>
              <a:gd name="connsiteX90" fmla="*/ 213423 w 244725"/>
              <a:gd name="connsiteY90" fmla="*/ 183833 h 342900"/>
              <a:gd name="connsiteX91" fmla="*/ 227651 w 244725"/>
              <a:gd name="connsiteY91" fmla="*/ 183833 h 342900"/>
              <a:gd name="connsiteX92" fmla="*/ 121414 w 244725"/>
              <a:gd name="connsiteY92" fmla="*/ 284798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44725" h="342900">
                <a:moveTo>
                  <a:pt x="237137" y="141923"/>
                </a:moveTo>
                <a:cubicBezTo>
                  <a:pt x="233343" y="141923"/>
                  <a:pt x="229549" y="144780"/>
                  <a:pt x="229549" y="149543"/>
                </a:cubicBezTo>
                <a:lnTo>
                  <a:pt x="229549" y="171450"/>
                </a:lnTo>
                <a:lnTo>
                  <a:pt x="215320" y="171450"/>
                </a:lnTo>
                <a:lnTo>
                  <a:pt x="215320" y="92393"/>
                </a:ln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53340"/>
                  <a:pt x="190658" y="19050"/>
                  <a:pt x="155562" y="5715"/>
                </a:cubicBezTo>
                <a:cubicBezTo>
                  <a:pt x="155562" y="5715"/>
                  <a:pt x="153665" y="4763"/>
                  <a:pt x="151768" y="4763"/>
                </a:cubicBezTo>
                <a:cubicBezTo>
                  <a:pt x="142282" y="1905"/>
                  <a:pt x="132797" y="0"/>
                  <a:pt x="122363" y="0"/>
                </a:cubicBezTo>
                <a:lnTo>
                  <a:pt x="122363" y="0"/>
                </a:lnTo>
                <a:cubicBezTo>
                  <a:pt x="111929" y="0"/>
                  <a:pt x="101495" y="1905"/>
                  <a:pt x="92009" y="4763"/>
                </a:cubicBezTo>
                <a:cubicBezTo>
                  <a:pt x="92009" y="4763"/>
                  <a:pt x="90112" y="4763"/>
                  <a:pt x="90112" y="4763"/>
                </a:cubicBezTo>
                <a:cubicBezTo>
                  <a:pt x="55016" y="18098"/>
                  <a:pt x="29405" y="52388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lnTo>
                  <a:pt x="29405" y="170498"/>
                </a:lnTo>
                <a:lnTo>
                  <a:pt x="15177" y="170498"/>
                </a:lnTo>
                <a:lnTo>
                  <a:pt x="15177" y="148590"/>
                </a:lnTo>
                <a:cubicBezTo>
                  <a:pt x="15177" y="143827"/>
                  <a:pt x="12331" y="140970"/>
                  <a:pt x="7588" y="140970"/>
                </a:cubicBezTo>
                <a:cubicBezTo>
                  <a:pt x="2846" y="140970"/>
                  <a:pt x="0" y="143827"/>
                  <a:pt x="0" y="148590"/>
                </a:cubicBezTo>
                <a:lnTo>
                  <a:pt x="0" y="177165"/>
                </a:lnTo>
                <a:cubicBezTo>
                  <a:pt x="0" y="242888"/>
                  <a:pt x="50273" y="295275"/>
                  <a:pt x="114774" y="299085"/>
                </a:cubicBezTo>
                <a:lnTo>
                  <a:pt x="114774" y="335280"/>
                </a:lnTo>
                <a:cubicBezTo>
                  <a:pt x="114774" y="339090"/>
                  <a:pt x="118568" y="342900"/>
                  <a:pt x="122363" y="342900"/>
                </a:cubicBezTo>
                <a:cubicBezTo>
                  <a:pt x="126157" y="342900"/>
                  <a:pt x="129951" y="339090"/>
                  <a:pt x="129951" y="335280"/>
                </a:cubicBezTo>
                <a:lnTo>
                  <a:pt x="129951" y="299085"/>
                </a:lnTo>
                <a:cubicBezTo>
                  <a:pt x="194452" y="295275"/>
                  <a:pt x="244725" y="242888"/>
                  <a:pt x="244725" y="177165"/>
                </a:cubicBezTo>
                <a:lnTo>
                  <a:pt x="244725" y="148590"/>
                </a:lnTo>
                <a:cubicBezTo>
                  <a:pt x="244725" y="143827"/>
                  <a:pt x="241880" y="140970"/>
                  <a:pt x="237137" y="140970"/>
                </a:cubicBezTo>
                <a:close/>
                <a:moveTo>
                  <a:pt x="43633" y="156210"/>
                </a:moveTo>
                <a:lnTo>
                  <a:pt x="92958" y="156210"/>
                </a:lnTo>
                <a:cubicBezTo>
                  <a:pt x="97700" y="156210"/>
                  <a:pt x="99598" y="152400"/>
                  <a:pt x="99598" y="148590"/>
                </a:cubicBezTo>
                <a:cubicBezTo>
                  <a:pt x="99598" y="144780"/>
                  <a:pt x="97700" y="140970"/>
                  <a:pt x="92958" y="140970"/>
                </a:cubicBezTo>
                <a:lnTo>
                  <a:pt x="43633" y="140970"/>
                </a:lnTo>
                <a:lnTo>
                  <a:pt x="43633" y="126683"/>
                </a:lnTo>
                <a:lnTo>
                  <a:pt x="92958" y="126683"/>
                </a:lnTo>
                <a:cubicBezTo>
                  <a:pt x="97700" y="126683"/>
                  <a:pt x="99598" y="122873"/>
                  <a:pt x="99598" y="120015"/>
                </a:cubicBezTo>
                <a:cubicBezTo>
                  <a:pt x="99598" y="117158"/>
                  <a:pt x="97700" y="113348"/>
                  <a:pt x="92958" y="113348"/>
                </a:cubicBezTo>
                <a:lnTo>
                  <a:pt x="43633" y="113348"/>
                </a:lnTo>
                <a:lnTo>
                  <a:pt x="43633" y="99060"/>
                </a:lnTo>
                <a:lnTo>
                  <a:pt x="92958" y="99060"/>
                </a:lnTo>
                <a:cubicBezTo>
                  <a:pt x="97700" y="99060"/>
                  <a:pt x="99598" y="95250"/>
                  <a:pt x="99598" y="91440"/>
                </a:cubicBezTo>
                <a:cubicBezTo>
                  <a:pt x="99598" y="87630"/>
                  <a:pt x="97700" y="83820"/>
                  <a:pt x="92958" y="83820"/>
                </a:cubicBezTo>
                <a:lnTo>
                  <a:pt x="43633" y="83820"/>
                </a:lnTo>
                <a:cubicBezTo>
                  <a:pt x="46479" y="56198"/>
                  <a:pt x="62604" y="33338"/>
                  <a:pt x="86318" y="20955"/>
                </a:cubicBezTo>
                <a:lnTo>
                  <a:pt x="86318" y="48577"/>
                </a:lnTo>
                <a:cubicBezTo>
                  <a:pt x="86318" y="52388"/>
                  <a:pt x="90112" y="56198"/>
                  <a:pt x="92958" y="56198"/>
                </a:cubicBezTo>
                <a:cubicBezTo>
                  <a:pt x="95803" y="56198"/>
                  <a:pt x="99598" y="52388"/>
                  <a:pt x="99598" y="48577"/>
                </a:cubicBezTo>
                <a:lnTo>
                  <a:pt x="99598" y="16193"/>
                </a:lnTo>
                <a:cubicBezTo>
                  <a:pt x="104340" y="15240"/>
                  <a:pt x="109083" y="14288"/>
                  <a:pt x="113826" y="13335"/>
                </a:cubicBezTo>
                <a:lnTo>
                  <a:pt x="113826" y="48577"/>
                </a:lnTo>
                <a:cubicBezTo>
                  <a:pt x="113826" y="52388"/>
                  <a:pt x="117620" y="56198"/>
                  <a:pt x="121414" y="56198"/>
                </a:cubicBezTo>
                <a:cubicBezTo>
                  <a:pt x="125208" y="56198"/>
                  <a:pt x="129002" y="52388"/>
                  <a:pt x="129002" y="48577"/>
                </a:cubicBezTo>
                <a:lnTo>
                  <a:pt x="129002" y="13335"/>
                </a:lnTo>
                <a:cubicBezTo>
                  <a:pt x="133745" y="13335"/>
                  <a:pt x="138488" y="14288"/>
                  <a:pt x="143231" y="16193"/>
                </a:cubicBezTo>
                <a:lnTo>
                  <a:pt x="143231" y="49530"/>
                </a:lnTo>
                <a:cubicBezTo>
                  <a:pt x="143231" y="53340"/>
                  <a:pt x="147025" y="57150"/>
                  <a:pt x="149871" y="57150"/>
                </a:cubicBezTo>
                <a:cubicBezTo>
                  <a:pt x="152716" y="57150"/>
                  <a:pt x="156510" y="53340"/>
                  <a:pt x="156510" y="49530"/>
                </a:cubicBezTo>
                <a:lnTo>
                  <a:pt x="156510" y="21908"/>
                </a:lnTo>
                <a:cubicBezTo>
                  <a:pt x="180224" y="33338"/>
                  <a:pt x="196349" y="57150"/>
                  <a:pt x="199195" y="84773"/>
                </a:cubicBezTo>
                <a:lnTo>
                  <a:pt x="149871" y="84773"/>
                </a:lnTo>
                <a:cubicBezTo>
                  <a:pt x="146076" y="84773"/>
                  <a:pt x="143231" y="87630"/>
                  <a:pt x="143231" y="92393"/>
                </a:cubicBezTo>
                <a:cubicBezTo>
                  <a:pt x="143231" y="97155"/>
                  <a:pt x="147025" y="100013"/>
                  <a:pt x="149871" y="100013"/>
                </a:cubicBezTo>
                <a:lnTo>
                  <a:pt x="199195" y="100013"/>
                </a:lnTo>
                <a:lnTo>
                  <a:pt x="199195" y="114300"/>
                </a:lnTo>
                <a:lnTo>
                  <a:pt x="149871" y="114300"/>
                </a:lnTo>
                <a:cubicBezTo>
                  <a:pt x="146076" y="114300"/>
                  <a:pt x="143231" y="116205"/>
                  <a:pt x="143231" y="120968"/>
                </a:cubicBezTo>
                <a:cubicBezTo>
                  <a:pt x="143231" y="125730"/>
                  <a:pt x="147025" y="127635"/>
                  <a:pt x="149871" y="127635"/>
                </a:cubicBezTo>
                <a:lnTo>
                  <a:pt x="199195" y="127635"/>
                </a:lnTo>
                <a:lnTo>
                  <a:pt x="199195" y="141923"/>
                </a:lnTo>
                <a:lnTo>
                  <a:pt x="149871" y="141923"/>
                </a:lnTo>
                <a:cubicBezTo>
                  <a:pt x="146076" y="141923"/>
                  <a:pt x="143231" y="144780"/>
                  <a:pt x="143231" y="149543"/>
                </a:cubicBezTo>
                <a:cubicBezTo>
                  <a:pt x="143231" y="154305"/>
                  <a:pt x="147025" y="157163"/>
                  <a:pt x="149871" y="157163"/>
                </a:cubicBezTo>
                <a:lnTo>
                  <a:pt x="199195" y="157163"/>
                </a:lnTo>
                <a:lnTo>
                  <a:pt x="199195" y="171450"/>
                </a:lnTo>
                <a:lnTo>
                  <a:pt x="42685" y="171450"/>
                </a:lnTo>
                <a:lnTo>
                  <a:pt x="42685" y="157163"/>
                </a:lnTo>
                <a:close/>
                <a:moveTo>
                  <a:pt x="200144" y="184785"/>
                </a:moveTo>
                <a:cubicBezTo>
                  <a:pt x="196349" y="224790"/>
                  <a:pt x="164099" y="257175"/>
                  <a:pt x="122363" y="257175"/>
                </a:cubicBezTo>
                <a:cubicBezTo>
                  <a:pt x="80627" y="257175"/>
                  <a:pt x="47427" y="224790"/>
                  <a:pt x="44582" y="184785"/>
                </a:cubicBezTo>
                <a:lnTo>
                  <a:pt x="201092" y="184785"/>
                </a:lnTo>
                <a:close/>
                <a:moveTo>
                  <a:pt x="123311" y="284798"/>
                </a:moveTo>
                <a:cubicBezTo>
                  <a:pt x="123311" y="284798"/>
                  <a:pt x="123311" y="284798"/>
                  <a:pt x="122363" y="284798"/>
                </a:cubicBezTo>
                <a:cubicBezTo>
                  <a:pt x="121414" y="284798"/>
                  <a:pt x="122363" y="284798"/>
                  <a:pt x="121414" y="284798"/>
                </a:cubicBezTo>
                <a:cubicBezTo>
                  <a:pt x="64501" y="284798"/>
                  <a:pt x="18971" y="240030"/>
                  <a:pt x="15177" y="183833"/>
                </a:cubicBezTo>
                <a:lnTo>
                  <a:pt x="29405" y="183833"/>
                </a:lnTo>
                <a:cubicBezTo>
                  <a:pt x="33199" y="232410"/>
                  <a:pt x="73038" y="270510"/>
                  <a:pt x="121414" y="270510"/>
                </a:cubicBezTo>
                <a:cubicBezTo>
                  <a:pt x="169790" y="270510"/>
                  <a:pt x="210578" y="232410"/>
                  <a:pt x="213423" y="183833"/>
                </a:cubicBezTo>
                <a:lnTo>
                  <a:pt x="227651" y="183833"/>
                </a:lnTo>
                <a:cubicBezTo>
                  <a:pt x="223857" y="240030"/>
                  <a:pt x="179276" y="283845"/>
                  <a:pt x="121414" y="28479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9" name="Graphic 115">
            <a:extLst>
              <a:ext uri="{FF2B5EF4-FFF2-40B4-BE49-F238E27FC236}">
                <a16:creationId xmlns:a16="http://schemas.microsoft.com/office/drawing/2014/main" id="{A016B932-A97A-10C5-0356-67D323D90FED}"/>
              </a:ext>
            </a:extLst>
          </p:cNvPr>
          <p:cNvSpPr/>
          <p:nvPr/>
        </p:nvSpPr>
        <p:spPr>
          <a:xfrm>
            <a:off x="8831242" y="1437086"/>
            <a:ext cx="326390" cy="457326"/>
          </a:xfrm>
          <a:custGeom>
            <a:avLst/>
            <a:gdLst>
              <a:gd name="connsiteX0" fmla="*/ 237137 w 244725"/>
              <a:gd name="connsiteY0" fmla="*/ 141923 h 342900"/>
              <a:gd name="connsiteX1" fmla="*/ 229549 w 244725"/>
              <a:gd name="connsiteY1" fmla="*/ 149543 h 342900"/>
              <a:gd name="connsiteX2" fmla="*/ 229549 w 244725"/>
              <a:gd name="connsiteY2" fmla="*/ 171450 h 342900"/>
              <a:gd name="connsiteX3" fmla="*/ 215320 w 244725"/>
              <a:gd name="connsiteY3" fmla="*/ 171450 h 342900"/>
              <a:gd name="connsiteX4" fmla="*/ 215320 w 244725"/>
              <a:gd name="connsiteY4" fmla="*/ 92393 h 342900"/>
              <a:gd name="connsiteX5" fmla="*/ 215320 w 244725"/>
              <a:gd name="connsiteY5" fmla="*/ 92393 h 342900"/>
              <a:gd name="connsiteX6" fmla="*/ 215320 w 244725"/>
              <a:gd name="connsiteY6" fmla="*/ 92393 h 342900"/>
              <a:gd name="connsiteX7" fmla="*/ 215320 w 244725"/>
              <a:gd name="connsiteY7" fmla="*/ 92393 h 342900"/>
              <a:gd name="connsiteX8" fmla="*/ 155562 w 244725"/>
              <a:gd name="connsiteY8" fmla="*/ 5715 h 342900"/>
              <a:gd name="connsiteX9" fmla="*/ 151768 w 244725"/>
              <a:gd name="connsiteY9" fmla="*/ 4763 h 342900"/>
              <a:gd name="connsiteX10" fmla="*/ 122363 w 244725"/>
              <a:gd name="connsiteY10" fmla="*/ 0 h 342900"/>
              <a:gd name="connsiteX11" fmla="*/ 122363 w 244725"/>
              <a:gd name="connsiteY11" fmla="*/ 0 h 342900"/>
              <a:gd name="connsiteX12" fmla="*/ 92009 w 244725"/>
              <a:gd name="connsiteY12" fmla="*/ 4763 h 342900"/>
              <a:gd name="connsiteX13" fmla="*/ 90112 w 244725"/>
              <a:gd name="connsiteY13" fmla="*/ 4763 h 342900"/>
              <a:gd name="connsiteX14" fmla="*/ 29405 w 244725"/>
              <a:gd name="connsiteY14" fmla="*/ 91440 h 342900"/>
              <a:gd name="connsiteX15" fmla="*/ 29405 w 244725"/>
              <a:gd name="connsiteY15" fmla="*/ 91440 h 342900"/>
              <a:gd name="connsiteX16" fmla="*/ 29405 w 244725"/>
              <a:gd name="connsiteY16" fmla="*/ 91440 h 342900"/>
              <a:gd name="connsiteX17" fmla="*/ 29405 w 244725"/>
              <a:gd name="connsiteY17" fmla="*/ 91440 h 342900"/>
              <a:gd name="connsiteX18" fmla="*/ 29405 w 244725"/>
              <a:gd name="connsiteY18" fmla="*/ 170498 h 342900"/>
              <a:gd name="connsiteX19" fmla="*/ 15177 w 244725"/>
              <a:gd name="connsiteY19" fmla="*/ 170498 h 342900"/>
              <a:gd name="connsiteX20" fmla="*/ 15177 w 244725"/>
              <a:gd name="connsiteY20" fmla="*/ 148590 h 342900"/>
              <a:gd name="connsiteX21" fmla="*/ 7588 w 244725"/>
              <a:gd name="connsiteY21" fmla="*/ 140970 h 342900"/>
              <a:gd name="connsiteX22" fmla="*/ 0 w 244725"/>
              <a:gd name="connsiteY22" fmla="*/ 148590 h 342900"/>
              <a:gd name="connsiteX23" fmla="*/ 0 w 244725"/>
              <a:gd name="connsiteY23" fmla="*/ 177165 h 342900"/>
              <a:gd name="connsiteX24" fmla="*/ 114774 w 244725"/>
              <a:gd name="connsiteY24" fmla="*/ 299085 h 342900"/>
              <a:gd name="connsiteX25" fmla="*/ 114774 w 244725"/>
              <a:gd name="connsiteY25" fmla="*/ 335280 h 342900"/>
              <a:gd name="connsiteX26" fmla="*/ 122363 w 244725"/>
              <a:gd name="connsiteY26" fmla="*/ 342900 h 342900"/>
              <a:gd name="connsiteX27" fmla="*/ 129951 w 244725"/>
              <a:gd name="connsiteY27" fmla="*/ 335280 h 342900"/>
              <a:gd name="connsiteX28" fmla="*/ 129951 w 244725"/>
              <a:gd name="connsiteY28" fmla="*/ 299085 h 342900"/>
              <a:gd name="connsiteX29" fmla="*/ 244725 w 244725"/>
              <a:gd name="connsiteY29" fmla="*/ 177165 h 342900"/>
              <a:gd name="connsiteX30" fmla="*/ 244725 w 244725"/>
              <a:gd name="connsiteY30" fmla="*/ 148590 h 342900"/>
              <a:gd name="connsiteX31" fmla="*/ 237137 w 244725"/>
              <a:gd name="connsiteY31" fmla="*/ 140970 h 342900"/>
              <a:gd name="connsiteX32" fmla="*/ 43633 w 244725"/>
              <a:gd name="connsiteY32" fmla="*/ 156210 h 342900"/>
              <a:gd name="connsiteX33" fmla="*/ 92958 w 244725"/>
              <a:gd name="connsiteY33" fmla="*/ 156210 h 342900"/>
              <a:gd name="connsiteX34" fmla="*/ 99598 w 244725"/>
              <a:gd name="connsiteY34" fmla="*/ 148590 h 342900"/>
              <a:gd name="connsiteX35" fmla="*/ 92958 w 244725"/>
              <a:gd name="connsiteY35" fmla="*/ 140970 h 342900"/>
              <a:gd name="connsiteX36" fmla="*/ 43633 w 244725"/>
              <a:gd name="connsiteY36" fmla="*/ 140970 h 342900"/>
              <a:gd name="connsiteX37" fmla="*/ 43633 w 244725"/>
              <a:gd name="connsiteY37" fmla="*/ 126683 h 342900"/>
              <a:gd name="connsiteX38" fmla="*/ 92958 w 244725"/>
              <a:gd name="connsiteY38" fmla="*/ 126683 h 342900"/>
              <a:gd name="connsiteX39" fmla="*/ 99598 w 244725"/>
              <a:gd name="connsiteY39" fmla="*/ 120015 h 342900"/>
              <a:gd name="connsiteX40" fmla="*/ 92958 w 244725"/>
              <a:gd name="connsiteY40" fmla="*/ 113348 h 342900"/>
              <a:gd name="connsiteX41" fmla="*/ 43633 w 244725"/>
              <a:gd name="connsiteY41" fmla="*/ 113348 h 342900"/>
              <a:gd name="connsiteX42" fmla="*/ 43633 w 244725"/>
              <a:gd name="connsiteY42" fmla="*/ 99060 h 342900"/>
              <a:gd name="connsiteX43" fmla="*/ 92958 w 244725"/>
              <a:gd name="connsiteY43" fmla="*/ 99060 h 342900"/>
              <a:gd name="connsiteX44" fmla="*/ 99598 w 244725"/>
              <a:gd name="connsiteY44" fmla="*/ 91440 h 342900"/>
              <a:gd name="connsiteX45" fmla="*/ 92958 w 244725"/>
              <a:gd name="connsiteY45" fmla="*/ 83820 h 342900"/>
              <a:gd name="connsiteX46" fmla="*/ 43633 w 244725"/>
              <a:gd name="connsiteY46" fmla="*/ 83820 h 342900"/>
              <a:gd name="connsiteX47" fmla="*/ 86318 w 244725"/>
              <a:gd name="connsiteY47" fmla="*/ 20955 h 342900"/>
              <a:gd name="connsiteX48" fmla="*/ 86318 w 244725"/>
              <a:gd name="connsiteY48" fmla="*/ 48577 h 342900"/>
              <a:gd name="connsiteX49" fmla="*/ 92958 w 244725"/>
              <a:gd name="connsiteY49" fmla="*/ 56198 h 342900"/>
              <a:gd name="connsiteX50" fmla="*/ 99598 w 244725"/>
              <a:gd name="connsiteY50" fmla="*/ 48577 h 342900"/>
              <a:gd name="connsiteX51" fmla="*/ 99598 w 244725"/>
              <a:gd name="connsiteY51" fmla="*/ 16193 h 342900"/>
              <a:gd name="connsiteX52" fmla="*/ 113826 w 244725"/>
              <a:gd name="connsiteY52" fmla="*/ 13335 h 342900"/>
              <a:gd name="connsiteX53" fmla="*/ 113826 w 244725"/>
              <a:gd name="connsiteY53" fmla="*/ 48577 h 342900"/>
              <a:gd name="connsiteX54" fmla="*/ 121414 w 244725"/>
              <a:gd name="connsiteY54" fmla="*/ 56198 h 342900"/>
              <a:gd name="connsiteX55" fmla="*/ 129002 w 244725"/>
              <a:gd name="connsiteY55" fmla="*/ 48577 h 342900"/>
              <a:gd name="connsiteX56" fmla="*/ 129002 w 244725"/>
              <a:gd name="connsiteY56" fmla="*/ 13335 h 342900"/>
              <a:gd name="connsiteX57" fmla="*/ 143231 w 244725"/>
              <a:gd name="connsiteY57" fmla="*/ 16193 h 342900"/>
              <a:gd name="connsiteX58" fmla="*/ 143231 w 244725"/>
              <a:gd name="connsiteY58" fmla="*/ 49530 h 342900"/>
              <a:gd name="connsiteX59" fmla="*/ 149871 w 244725"/>
              <a:gd name="connsiteY59" fmla="*/ 57150 h 342900"/>
              <a:gd name="connsiteX60" fmla="*/ 156510 w 244725"/>
              <a:gd name="connsiteY60" fmla="*/ 49530 h 342900"/>
              <a:gd name="connsiteX61" fmla="*/ 156510 w 244725"/>
              <a:gd name="connsiteY61" fmla="*/ 21908 h 342900"/>
              <a:gd name="connsiteX62" fmla="*/ 199195 w 244725"/>
              <a:gd name="connsiteY62" fmla="*/ 84773 h 342900"/>
              <a:gd name="connsiteX63" fmla="*/ 149871 w 244725"/>
              <a:gd name="connsiteY63" fmla="*/ 84773 h 342900"/>
              <a:gd name="connsiteX64" fmla="*/ 143231 w 244725"/>
              <a:gd name="connsiteY64" fmla="*/ 92393 h 342900"/>
              <a:gd name="connsiteX65" fmla="*/ 149871 w 244725"/>
              <a:gd name="connsiteY65" fmla="*/ 100013 h 342900"/>
              <a:gd name="connsiteX66" fmla="*/ 199195 w 244725"/>
              <a:gd name="connsiteY66" fmla="*/ 100013 h 342900"/>
              <a:gd name="connsiteX67" fmla="*/ 199195 w 244725"/>
              <a:gd name="connsiteY67" fmla="*/ 114300 h 342900"/>
              <a:gd name="connsiteX68" fmla="*/ 149871 w 244725"/>
              <a:gd name="connsiteY68" fmla="*/ 114300 h 342900"/>
              <a:gd name="connsiteX69" fmla="*/ 143231 w 244725"/>
              <a:gd name="connsiteY69" fmla="*/ 120968 h 342900"/>
              <a:gd name="connsiteX70" fmla="*/ 149871 w 244725"/>
              <a:gd name="connsiteY70" fmla="*/ 127635 h 342900"/>
              <a:gd name="connsiteX71" fmla="*/ 199195 w 244725"/>
              <a:gd name="connsiteY71" fmla="*/ 127635 h 342900"/>
              <a:gd name="connsiteX72" fmla="*/ 199195 w 244725"/>
              <a:gd name="connsiteY72" fmla="*/ 141923 h 342900"/>
              <a:gd name="connsiteX73" fmla="*/ 149871 w 244725"/>
              <a:gd name="connsiteY73" fmla="*/ 141923 h 342900"/>
              <a:gd name="connsiteX74" fmla="*/ 143231 w 244725"/>
              <a:gd name="connsiteY74" fmla="*/ 149543 h 342900"/>
              <a:gd name="connsiteX75" fmla="*/ 149871 w 244725"/>
              <a:gd name="connsiteY75" fmla="*/ 157163 h 342900"/>
              <a:gd name="connsiteX76" fmla="*/ 199195 w 244725"/>
              <a:gd name="connsiteY76" fmla="*/ 157163 h 342900"/>
              <a:gd name="connsiteX77" fmla="*/ 199195 w 244725"/>
              <a:gd name="connsiteY77" fmla="*/ 171450 h 342900"/>
              <a:gd name="connsiteX78" fmla="*/ 42685 w 244725"/>
              <a:gd name="connsiteY78" fmla="*/ 171450 h 342900"/>
              <a:gd name="connsiteX79" fmla="*/ 42685 w 244725"/>
              <a:gd name="connsiteY79" fmla="*/ 157163 h 342900"/>
              <a:gd name="connsiteX80" fmla="*/ 200144 w 244725"/>
              <a:gd name="connsiteY80" fmla="*/ 184785 h 342900"/>
              <a:gd name="connsiteX81" fmla="*/ 122363 w 244725"/>
              <a:gd name="connsiteY81" fmla="*/ 257175 h 342900"/>
              <a:gd name="connsiteX82" fmla="*/ 44582 w 244725"/>
              <a:gd name="connsiteY82" fmla="*/ 184785 h 342900"/>
              <a:gd name="connsiteX83" fmla="*/ 201092 w 244725"/>
              <a:gd name="connsiteY83" fmla="*/ 184785 h 342900"/>
              <a:gd name="connsiteX84" fmla="*/ 123311 w 244725"/>
              <a:gd name="connsiteY84" fmla="*/ 284798 h 342900"/>
              <a:gd name="connsiteX85" fmla="*/ 122363 w 244725"/>
              <a:gd name="connsiteY85" fmla="*/ 284798 h 342900"/>
              <a:gd name="connsiteX86" fmla="*/ 121414 w 244725"/>
              <a:gd name="connsiteY86" fmla="*/ 284798 h 342900"/>
              <a:gd name="connsiteX87" fmla="*/ 15177 w 244725"/>
              <a:gd name="connsiteY87" fmla="*/ 183833 h 342900"/>
              <a:gd name="connsiteX88" fmla="*/ 29405 w 244725"/>
              <a:gd name="connsiteY88" fmla="*/ 183833 h 342900"/>
              <a:gd name="connsiteX89" fmla="*/ 121414 w 244725"/>
              <a:gd name="connsiteY89" fmla="*/ 270510 h 342900"/>
              <a:gd name="connsiteX90" fmla="*/ 213423 w 244725"/>
              <a:gd name="connsiteY90" fmla="*/ 183833 h 342900"/>
              <a:gd name="connsiteX91" fmla="*/ 227651 w 244725"/>
              <a:gd name="connsiteY91" fmla="*/ 183833 h 342900"/>
              <a:gd name="connsiteX92" fmla="*/ 121414 w 244725"/>
              <a:gd name="connsiteY92" fmla="*/ 284798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44725" h="342900">
                <a:moveTo>
                  <a:pt x="237137" y="141923"/>
                </a:moveTo>
                <a:cubicBezTo>
                  <a:pt x="233343" y="141923"/>
                  <a:pt x="229549" y="144780"/>
                  <a:pt x="229549" y="149543"/>
                </a:cubicBezTo>
                <a:lnTo>
                  <a:pt x="229549" y="171450"/>
                </a:lnTo>
                <a:lnTo>
                  <a:pt x="215320" y="171450"/>
                </a:lnTo>
                <a:lnTo>
                  <a:pt x="215320" y="92393"/>
                </a:ln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53340"/>
                  <a:pt x="190658" y="19050"/>
                  <a:pt x="155562" y="5715"/>
                </a:cubicBezTo>
                <a:cubicBezTo>
                  <a:pt x="155562" y="5715"/>
                  <a:pt x="153665" y="4763"/>
                  <a:pt x="151768" y="4763"/>
                </a:cubicBezTo>
                <a:cubicBezTo>
                  <a:pt x="142282" y="1905"/>
                  <a:pt x="132797" y="0"/>
                  <a:pt x="122363" y="0"/>
                </a:cubicBezTo>
                <a:lnTo>
                  <a:pt x="122363" y="0"/>
                </a:lnTo>
                <a:cubicBezTo>
                  <a:pt x="111929" y="0"/>
                  <a:pt x="101495" y="1905"/>
                  <a:pt x="92009" y="4763"/>
                </a:cubicBezTo>
                <a:cubicBezTo>
                  <a:pt x="92009" y="4763"/>
                  <a:pt x="90112" y="4763"/>
                  <a:pt x="90112" y="4763"/>
                </a:cubicBezTo>
                <a:cubicBezTo>
                  <a:pt x="55016" y="18098"/>
                  <a:pt x="29405" y="52388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lnTo>
                  <a:pt x="29405" y="170498"/>
                </a:lnTo>
                <a:lnTo>
                  <a:pt x="15177" y="170498"/>
                </a:lnTo>
                <a:lnTo>
                  <a:pt x="15177" y="148590"/>
                </a:lnTo>
                <a:cubicBezTo>
                  <a:pt x="15177" y="143827"/>
                  <a:pt x="12331" y="140970"/>
                  <a:pt x="7588" y="140970"/>
                </a:cubicBezTo>
                <a:cubicBezTo>
                  <a:pt x="2846" y="140970"/>
                  <a:pt x="0" y="143827"/>
                  <a:pt x="0" y="148590"/>
                </a:cubicBezTo>
                <a:lnTo>
                  <a:pt x="0" y="177165"/>
                </a:lnTo>
                <a:cubicBezTo>
                  <a:pt x="0" y="242888"/>
                  <a:pt x="50273" y="295275"/>
                  <a:pt x="114774" y="299085"/>
                </a:cubicBezTo>
                <a:lnTo>
                  <a:pt x="114774" y="335280"/>
                </a:lnTo>
                <a:cubicBezTo>
                  <a:pt x="114774" y="339090"/>
                  <a:pt x="118568" y="342900"/>
                  <a:pt x="122363" y="342900"/>
                </a:cubicBezTo>
                <a:cubicBezTo>
                  <a:pt x="126157" y="342900"/>
                  <a:pt x="129951" y="339090"/>
                  <a:pt x="129951" y="335280"/>
                </a:cubicBezTo>
                <a:lnTo>
                  <a:pt x="129951" y="299085"/>
                </a:lnTo>
                <a:cubicBezTo>
                  <a:pt x="194452" y="295275"/>
                  <a:pt x="244725" y="242888"/>
                  <a:pt x="244725" y="177165"/>
                </a:cubicBezTo>
                <a:lnTo>
                  <a:pt x="244725" y="148590"/>
                </a:lnTo>
                <a:cubicBezTo>
                  <a:pt x="244725" y="143827"/>
                  <a:pt x="241880" y="140970"/>
                  <a:pt x="237137" y="140970"/>
                </a:cubicBezTo>
                <a:close/>
                <a:moveTo>
                  <a:pt x="43633" y="156210"/>
                </a:moveTo>
                <a:lnTo>
                  <a:pt x="92958" y="156210"/>
                </a:lnTo>
                <a:cubicBezTo>
                  <a:pt x="97700" y="156210"/>
                  <a:pt x="99598" y="152400"/>
                  <a:pt x="99598" y="148590"/>
                </a:cubicBezTo>
                <a:cubicBezTo>
                  <a:pt x="99598" y="144780"/>
                  <a:pt x="97700" y="140970"/>
                  <a:pt x="92958" y="140970"/>
                </a:cubicBezTo>
                <a:lnTo>
                  <a:pt x="43633" y="140970"/>
                </a:lnTo>
                <a:lnTo>
                  <a:pt x="43633" y="126683"/>
                </a:lnTo>
                <a:lnTo>
                  <a:pt x="92958" y="126683"/>
                </a:lnTo>
                <a:cubicBezTo>
                  <a:pt x="97700" y="126683"/>
                  <a:pt x="99598" y="122873"/>
                  <a:pt x="99598" y="120015"/>
                </a:cubicBezTo>
                <a:cubicBezTo>
                  <a:pt x="99598" y="117158"/>
                  <a:pt x="97700" y="113348"/>
                  <a:pt x="92958" y="113348"/>
                </a:cubicBezTo>
                <a:lnTo>
                  <a:pt x="43633" y="113348"/>
                </a:lnTo>
                <a:lnTo>
                  <a:pt x="43633" y="99060"/>
                </a:lnTo>
                <a:lnTo>
                  <a:pt x="92958" y="99060"/>
                </a:lnTo>
                <a:cubicBezTo>
                  <a:pt x="97700" y="99060"/>
                  <a:pt x="99598" y="95250"/>
                  <a:pt x="99598" y="91440"/>
                </a:cubicBezTo>
                <a:cubicBezTo>
                  <a:pt x="99598" y="87630"/>
                  <a:pt x="97700" y="83820"/>
                  <a:pt x="92958" y="83820"/>
                </a:cubicBezTo>
                <a:lnTo>
                  <a:pt x="43633" y="83820"/>
                </a:lnTo>
                <a:cubicBezTo>
                  <a:pt x="46479" y="56198"/>
                  <a:pt x="62604" y="33338"/>
                  <a:pt x="86318" y="20955"/>
                </a:cubicBezTo>
                <a:lnTo>
                  <a:pt x="86318" y="48577"/>
                </a:lnTo>
                <a:cubicBezTo>
                  <a:pt x="86318" y="52388"/>
                  <a:pt x="90112" y="56198"/>
                  <a:pt x="92958" y="56198"/>
                </a:cubicBezTo>
                <a:cubicBezTo>
                  <a:pt x="95803" y="56198"/>
                  <a:pt x="99598" y="52388"/>
                  <a:pt x="99598" y="48577"/>
                </a:cubicBezTo>
                <a:lnTo>
                  <a:pt x="99598" y="16193"/>
                </a:lnTo>
                <a:cubicBezTo>
                  <a:pt x="104340" y="15240"/>
                  <a:pt x="109083" y="14288"/>
                  <a:pt x="113826" y="13335"/>
                </a:cubicBezTo>
                <a:lnTo>
                  <a:pt x="113826" y="48577"/>
                </a:lnTo>
                <a:cubicBezTo>
                  <a:pt x="113826" y="52388"/>
                  <a:pt x="117620" y="56198"/>
                  <a:pt x="121414" y="56198"/>
                </a:cubicBezTo>
                <a:cubicBezTo>
                  <a:pt x="125208" y="56198"/>
                  <a:pt x="129002" y="52388"/>
                  <a:pt x="129002" y="48577"/>
                </a:cubicBezTo>
                <a:lnTo>
                  <a:pt x="129002" y="13335"/>
                </a:lnTo>
                <a:cubicBezTo>
                  <a:pt x="133745" y="13335"/>
                  <a:pt x="138488" y="14288"/>
                  <a:pt x="143231" y="16193"/>
                </a:cubicBezTo>
                <a:lnTo>
                  <a:pt x="143231" y="49530"/>
                </a:lnTo>
                <a:cubicBezTo>
                  <a:pt x="143231" y="53340"/>
                  <a:pt x="147025" y="57150"/>
                  <a:pt x="149871" y="57150"/>
                </a:cubicBezTo>
                <a:cubicBezTo>
                  <a:pt x="152716" y="57150"/>
                  <a:pt x="156510" y="53340"/>
                  <a:pt x="156510" y="49530"/>
                </a:cubicBezTo>
                <a:lnTo>
                  <a:pt x="156510" y="21908"/>
                </a:lnTo>
                <a:cubicBezTo>
                  <a:pt x="180224" y="33338"/>
                  <a:pt x="196349" y="57150"/>
                  <a:pt x="199195" y="84773"/>
                </a:cubicBezTo>
                <a:lnTo>
                  <a:pt x="149871" y="84773"/>
                </a:lnTo>
                <a:cubicBezTo>
                  <a:pt x="146076" y="84773"/>
                  <a:pt x="143231" y="87630"/>
                  <a:pt x="143231" y="92393"/>
                </a:cubicBezTo>
                <a:cubicBezTo>
                  <a:pt x="143231" y="97155"/>
                  <a:pt x="147025" y="100013"/>
                  <a:pt x="149871" y="100013"/>
                </a:cubicBezTo>
                <a:lnTo>
                  <a:pt x="199195" y="100013"/>
                </a:lnTo>
                <a:lnTo>
                  <a:pt x="199195" y="114300"/>
                </a:lnTo>
                <a:lnTo>
                  <a:pt x="149871" y="114300"/>
                </a:lnTo>
                <a:cubicBezTo>
                  <a:pt x="146076" y="114300"/>
                  <a:pt x="143231" y="116205"/>
                  <a:pt x="143231" y="120968"/>
                </a:cubicBezTo>
                <a:cubicBezTo>
                  <a:pt x="143231" y="125730"/>
                  <a:pt x="147025" y="127635"/>
                  <a:pt x="149871" y="127635"/>
                </a:cubicBezTo>
                <a:lnTo>
                  <a:pt x="199195" y="127635"/>
                </a:lnTo>
                <a:lnTo>
                  <a:pt x="199195" y="141923"/>
                </a:lnTo>
                <a:lnTo>
                  <a:pt x="149871" y="141923"/>
                </a:lnTo>
                <a:cubicBezTo>
                  <a:pt x="146076" y="141923"/>
                  <a:pt x="143231" y="144780"/>
                  <a:pt x="143231" y="149543"/>
                </a:cubicBezTo>
                <a:cubicBezTo>
                  <a:pt x="143231" y="154305"/>
                  <a:pt x="147025" y="157163"/>
                  <a:pt x="149871" y="157163"/>
                </a:cubicBezTo>
                <a:lnTo>
                  <a:pt x="199195" y="157163"/>
                </a:lnTo>
                <a:lnTo>
                  <a:pt x="199195" y="171450"/>
                </a:lnTo>
                <a:lnTo>
                  <a:pt x="42685" y="171450"/>
                </a:lnTo>
                <a:lnTo>
                  <a:pt x="42685" y="157163"/>
                </a:lnTo>
                <a:close/>
                <a:moveTo>
                  <a:pt x="200144" y="184785"/>
                </a:moveTo>
                <a:cubicBezTo>
                  <a:pt x="196349" y="224790"/>
                  <a:pt x="164099" y="257175"/>
                  <a:pt x="122363" y="257175"/>
                </a:cubicBezTo>
                <a:cubicBezTo>
                  <a:pt x="80627" y="257175"/>
                  <a:pt x="47427" y="224790"/>
                  <a:pt x="44582" y="184785"/>
                </a:cubicBezTo>
                <a:lnTo>
                  <a:pt x="201092" y="184785"/>
                </a:lnTo>
                <a:close/>
                <a:moveTo>
                  <a:pt x="123311" y="284798"/>
                </a:moveTo>
                <a:cubicBezTo>
                  <a:pt x="123311" y="284798"/>
                  <a:pt x="123311" y="284798"/>
                  <a:pt x="122363" y="284798"/>
                </a:cubicBezTo>
                <a:cubicBezTo>
                  <a:pt x="121414" y="284798"/>
                  <a:pt x="122363" y="284798"/>
                  <a:pt x="121414" y="284798"/>
                </a:cubicBezTo>
                <a:cubicBezTo>
                  <a:pt x="64501" y="284798"/>
                  <a:pt x="18971" y="240030"/>
                  <a:pt x="15177" y="183833"/>
                </a:cubicBezTo>
                <a:lnTo>
                  <a:pt x="29405" y="183833"/>
                </a:lnTo>
                <a:cubicBezTo>
                  <a:pt x="33199" y="232410"/>
                  <a:pt x="73038" y="270510"/>
                  <a:pt x="121414" y="270510"/>
                </a:cubicBezTo>
                <a:cubicBezTo>
                  <a:pt x="169790" y="270510"/>
                  <a:pt x="210578" y="232410"/>
                  <a:pt x="213423" y="183833"/>
                </a:cubicBezTo>
                <a:lnTo>
                  <a:pt x="227651" y="183833"/>
                </a:lnTo>
                <a:cubicBezTo>
                  <a:pt x="223857" y="240030"/>
                  <a:pt x="179276" y="283845"/>
                  <a:pt x="121414" y="28479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0" name="Graphic 115">
            <a:extLst>
              <a:ext uri="{FF2B5EF4-FFF2-40B4-BE49-F238E27FC236}">
                <a16:creationId xmlns:a16="http://schemas.microsoft.com/office/drawing/2014/main" id="{00F73490-D770-A42C-3060-E40269E7C5F0}"/>
              </a:ext>
            </a:extLst>
          </p:cNvPr>
          <p:cNvSpPr/>
          <p:nvPr/>
        </p:nvSpPr>
        <p:spPr>
          <a:xfrm>
            <a:off x="9602767" y="1437086"/>
            <a:ext cx="326390" cy="457326"/>
          </a:xfrm>
          <a:custGeom>
            <a:avLst/>
            <a:gdLst>
              <a:gd name="connsiteX0" fmla="*/ 237137 w 244725"/>
              <a:gd name="connsiteY0" fmla="*/ 141923 h 342900"/>
              <a:gd name="connsiteX1" fmla="*/ 229549 w 244725"/>
              <a:gd name="connsiteY1" fmla="*/ 149543 h 342900"/>
              <a:gd name="connsiteX2" fmla="*/ 229549 w 244725"/>
              <a:gd name="connsiteY2" fmla="*/ 171450 h 342900"/>
              <a:gd name="connsiteX3" fmla="*/ 215320 w 244725"/>
              <a:gd name="connsiteY3" fmla="*/ 171450 h 342900"/>
              <a:gd name="connsiteX4" fmla="*/ 215320 w 244725"/>
              <a:gd name="connsiteY4" fmla="*/ 92393 h 342900"/>
              <a:gd name="connsiteX5" fmla="*/ 215320 w 244725"/>
              <a:gd name="connsiteY5" fmla="*/ 92393 h 342900"/>
              <a:gd name="connsiteX6" fmla="*/ 215320 w 244725"/>
              <a:gd name="connsiteY6" fmla="*/ 92393 h 342900"/>
              <a:gd name="connsiteX7" fmla="*/ 215320 w 244725"/>
              <a:gd name="connsiteY7" fmla="*/ 92393 h 342900"/>
              <a:gd name="connsiteX8" fmla="*/ 155562 w 244725"/>
              <a:gd name="connsiteY8" fmla="*/ 5715 h 342900"/>
              <a:gd name="connsiteX9" fmla="*/ 151768 w 244725"/>
              <a:gd name="connsiteY9" fmla="*/ 4763 h 342900"/>
              <a:gd name="connsiteX10" fmla="*/ 122363 w 244725"/>
              <a:gd name="connsiteY10" fmla="*/ 0 h 342900"/>
              <a:gd name="connsiteX11" fmla="*/ 122363 w 244725"/>
              <a:gd name="connsiteY11" fmla="*/ 0 h 342900"/>
              <a:gd name="connsiteX12" fmla="*/ 92009 w 244725"/>
              <a:gd name="connsiteY12" fmla="*/ 4763 h 342900"/>
              <a:gd name="connsiteX13" fmla="*/ 90112 w 244725"/>
              <a:gd name="connsiteY13" fmla="*/ 4763 h 342900"/>
              <a:gd name="connsiteX14" fmla="*/ 29405 w 244725"/>
              <a:gd name="connsiteY14" fmla="*/ 91440 h 342900"/>
              <a:gd name="connsiteX15" fmla="*/ 29405 w 244725"/>
              <a:gd name="connsiteY15" fmla="*/ 91440 h 342900"/>
              <a:gd name="connsiteX16" fmla="*/ 29405 w 244725"/>
              <a:gd name="connsiteY16" fmla="*/ 91440 h 342900"/>
              <a:gd name="connsiteX17" fmla="*/ 29405 w 244725"/>
              <a:gd name="connsiteY17" fmla="*/ 91440 h 342900"/>
              <a:gd name="connsiteX18" fmla="*/ 29405 w 244725"/>
              <a:gd name="connsiteY18" fmla="*/ 170498 h 342900"/>
              <a:gd name="connsiteX19" fmla="*/ 15177 w 244725"/>
              <a:gd name="connsiteY19" fmla="*/ 170498 h 342900"/>
              <a:gd name="connsiteX20" fmla="*/ 15177 w 244725"/>
              <a:gd name="connsiteY20" fmla="*/ 148590 h 342900"/>
              <a:gd name="connsiteX21" fmla="*/ 7588 w 244725"/>
              <a:gd name="connsiteY21" fmla="*/ 140970 h 342900"/>
              <a:gd name="connsiteX22" fmla="*/ 0 w 244725"/>
              <a:gd name="connsiteY22" fmla="*/ 148590 h 342900"/>
              <a:gd name="connsiteX23" fmla="*/ 0 w 244725"/>
              <a:gd name="connsiteY23" fmla="*/ 177165 h 342900"/>
              <a:gd name="connsiteX24" fmla="*/ 114774 w 244725"/>
              <a:gd name="connsiteY24" fmla="*/ 299085 h 342900"/>
              <a:gd name="connsiteX25" fmla="*/ 114774 w 244725"/>
              <a:gd name="connsiteY25" fmla="*/ 335280 h 342900"/>
              <a:gd name="connsiteX26" fmla="*/ 122363 w 244725"/>
              <a:gd name="connsiteY26" fmla="*/ 342900 h 342900"/>
              <a:gd name="connsiteX27" fmla="*/ 129951 w 244725"/>
              <a:gd name="connsiteY27" fmla="*/ 335280 h 342900"/>
              <a:gd name="connsiteX28" fmla="*/ 129951 w 244725"/>
              <a:gd name="connsiteY28" fmla="*/ 299085 h 342900"/>
              <a:gd name="connsiteX29" fmla="*/ 244725 w 244725"/>
              <a:gd name="connsiteY29" fmla="*/ 177165 h 342900"/>
              <a:gd name="connsiteX30" fmla="*/ 244725 w 244725"/>
              <a:gd name="connsiteY30" fmla="*/ 148590 h 342900"/>
              <a:gd name="connsiteX31" fmla="*/ 237137 w 244725"/>
              <a:gd name="connsiteY31" fmla="*/ 140970 h 342900"/>
              <a:gd name="connsiteX32" fmla="*/ 43633 w 244725"/>
              <a:gd name="connsiteY32" fmla="*/ 156210 h 342900"/>
              <a:gd name="connsiteX33" fmla="*/ 92958 w 244725"/>
              <a:gd name="connsiteY33" fmla="*/ 156210 h 342900"/>
              <a:gd name="connsiteX34" fmla="*/ 99598 w 244725"/>
              <a:gd name="connsiteY34" fmla="*/ 148590 h 342900"/>
              <a:gd name="connsiteX35" fmla="*/ 92958 w 244725"/>
              <a:gd name="connsiteY35" fmla="*/ 140970 h 342900"/>
              <a:gd name="connsiteX36" fmla="*/ 43633 w 244725"/>
              <a:gd name="connsiteY36" fmla="*/ 140970 h 342900"/>
              <a:gd name="connsiteX37" fmla="*/ 43633 w 244725"/>
              <a:gd name="connsiteY37" fmla="*/ 126683 h 342900"/>
              <a:gd name="connsiteX38" fmla="*/ 92958 w 244725"/>
              <a:gd name="connsiteY38" fmla="*/ 126683 h 342900"/>
              <a:gd name="connsiteX39" fmla="*/ 99598 w 244725"/>
              <a:gd name="connsiteY39" fmla="*/ 120015 h 342900"/>
              <a:gd name="connsiteX40" fmla="*/ 92958 w 244725"/>
              <a:gd name="connsiteY40" fmla="*/ 113348 h 342900"/>
              <a:gd name="connsiteX41" fmla="*/ 43633 w 244725"/>
              <a:gd name="connsiteY41" fmla="*/ 113348 h 342900"/>
              <a:gd name="connsiteX42" fmla="*/ 43633 w 244725"/>
              <a:gd name="connsiteY42" fmla="*/ 99060 h 342900"/>
              <a:gd name="connsiteX43" fmla="*/ 92958 w 244725"/>
              <a:gd name="connsiteY43" fmla="*/ 99060 h 342900"/>
              <a:gd name="connsiteX44" fmla="*/ 99598 w 244725"/>
              <a:gd name="connsiteY44" fmla="*/ 91440 h 342900"/>
              <a:gd name="connsiteX45" fmla="*/ 92958 w 244725"/>
              <a:gd name="connsiteY45" fmla="*/ 83820 h 342900"/>
              <a:gd name="connsiteX46" fmla="*/ 43633 w 244725"/>
              <a:gd name="connsiteY46" fmla="*/ 83820 h 342900"/>
              <a:gd name="connsiteX47" fmla="*/ 86318 w 244725"/>
              <a:gd name="connsiteY47" fmla="*/ 20955 h 342900"/>
              <a:gd name="connsiteX48" fmla="*/ 86318 w 244725"/>
              <a:gd name="connsiteY48" fmla="*/ 48577 h 342900"/>
              <a:gd name="connsiteX49" fmla="*/ 92958 w 244725"/>
              <a:gd name="connsiteY49" fmla="*/ 56198 h 342900"/>
              <a:gd name="connsiteX50" fmla="*/ 99598 w 244725"/>
              <a:gd name="connsiteY50" fmla="*/ 48577 h 342900"/>
              <a:gd name="connsiteX51" fmla="*/ 99598 w 244725"/>
              <a:gd name="connsiteY51" fmla="*/ 16193 h 342900"/>
              <a:gd name="connsiteX52" fmla="*/ 113826 w 244725"/>
              <a:gd name="connsiteY52" fmla="*/ 13335 h 342900"/>
              <a:gd name="connsiteX53" fmla="*/ 113826 w 244725"/>
              <a:gd name="connsiteY53" fmla="*/ 48577 h 342900"/>
              <a:gd name="connsiteX54" fmla="*/ 121414 w 244725"/>
              <a:gd name="connsiteY54" fmla="*/ 56198 h 342900"/>
              <a:gd name="connsiteX55" fmla="*/ 129002 w 244725"/>
              <a:gd name="connsiteY55" fmla="*/ 48577 h 342900"/>
              <a:gd name="connsiteX56" fmla="*/ 129002 w 244725"/>
              <a:gd name="connsiteY56" fmla="*/ 13335 h 342900"/>
              <a:gd name="connsiteX57" fmla="*/ 143231 w 244725"/>
              <a:gd name="connsiteY57" fmla="*/ 16193 h 342900"/>
              <a:gd name="connsiteX58" fmla="*/ 143231 w 244725"/>
              <a:gd name="connsiteY58" fmla="*/ 49530 h 342900"/>
              <a:gd name="connsiteX59" fmla="*/ 149871 w 244725"/>
              <a:gd name="connsiteY59" fmla="*/ 57150 h 342900"/>
              <a:gd name="connsiteX60" fmla="*/ 156510 w 244725"/>
              <a:gd name="connsiteY60" fmla="*/ 49530 h 342900"/>
              <a:gd name="connsiteX61" fmla="*/ 156510 w 244725"/>
              <a:gd name="connsiteY61" fmla="*/ 21908 h 342900"/>
              <a:gd name="connsiteX62" fmla="*/ 199195 w 244725"/>
              <a:gd name="connsiteY62" fmla="*/ 84773 h 342900"/>
              <a:gd name="connsiteX63" fmla="*/ 149871 w 244725"/>
              <a:gd name="connsiteY63" fmla="*/ 84773 h 342900"/>
              <a:gd name="connsiteX64" fmla="*/ 143231 w 244725"/>
              <a:gd name="connsiteY64" fmla="*/ 92393 h 342900"/>
              <a:gd name="connsiteX65" fmla="*/ 149871 w 244725"/>
              <a:gd name="connsiteY65" fmla="*/ 100013 h 342900"/>
              <a:gd name="connsiteX66" fmla="*/ 199195 w 244725"/>
              <a:gd name="connsiteY66" fmla="*/ 100013 h 342900"/>
              <a:gd name="connsiteX67" fmla="*/ 199195 w 244725"/>
              <a:gd name="connsiteY67" fmla="*/ 114300 h 342900"/>
              <a:gd name="connsiteX68" fmla="*/ 149871 w 244725"/>
              <a:gd name="connsiteY68" fmla="*/ 114300 h 342900"/>
              <a:gd name="connsiteX69" fmla="*/ 143231 w 244725"/>
              <a:gd name="connsiteY69" fmla="*/ 120968 h 342900"/>
              <a:gd name="connsiteX70" fmla="*/ 149871 w 244725"/>
              <a:gd name="connsiteY70" fmla="*/ 127635 h 342900"/>
              <a:gd name="connsiteX71" fmla="*/ 199195 w 244725"/>
              <a:gd name="connsiteY71" fmla="*/ 127635 h 342900"/>
              <a:gd name="connsiteX72" fmla="*/ 199195 w 244725"/>
              <a:gd name="connsiteY72" fmla="*/ 141923 h 342900"/>
              <a:gd name="connsiteX73" fmla="*/ 149871 w 244725"/>
              <a:gd name="connsiteY73" fmla="*/ 141923 h 342900"/>
              <a:gd name="connsiteX74" fmla="*/ 143231 w 244725"/>
              <a:gd name="connsiteY74" fmla="*/ 149543 h 342900"/>
              <a:gd name="connsiteX75" fmla="*/ 149871 w 244725"/>
              <a:gd name="connsiteY75" fmla="*/ 157163 h 342900"/>
              <a:gd name="connsiteX76" fmla="*/ 199195 w 244725"/>
              <a:gd name="connsiteY76" fmla="*/ 157163 h 342900"/>
              <a:gd name="connsiteX77" fmla="*/ 199195 w 244725"/>
              <a:gd name="connsiteY77" fmla="*/ 171450 h 342900"/>
              <a:gd name="connsiteX78" fmla="*/ 42685 w 244725"/>
              <a:gd name="connsiteY78" fmla="*/ 171450 h 342900"/>
              <a:gd name="connsiteX79" fmla="*/ 42685 w 244725"/>
              <a:gd name="connsiteY79" fmla="*/ 157163 h 342900"/>
              <a:gd name="connsiteX80" fmla="*/ 200144 w 244725"/>
              <a:gd name="connsiteY80" fmla="*/ 184785 h 342900"/>
              <a:gd name="connsiteX81" fmla="*/ 122363 w 244725"/>
              <a:gd name="connsiteY81" fmla="*/ 257175 h 342900"/>
              <a:gd name="connsiteX82" fmla="*/ 44582 w 244725"/>
              <a:gd name="connsiteY82" fmla="*/ 184785 h 342900"/>
              <a:gd name="connsiteX83" fmla="*/ 201092 w 244725"/>
              <a:gd name="connsiteY83" fmla="*/ 184785 h 342900"/>
              <a:gd name="connsiteX84" fmla="*/ 123311 w 244725"/>
              <a:gd name="connsiteY84" fmla="*/ 284798 h 342900"/>
              <a:gd name="connsiteX85" fmla="*/ 122363 w 244725"/>
              <a:gd name="connsiteY85" fmla="*/ 284798 h 342900"/>
              <a:gd name="connsiteX86" fmla="*/ 121414 w 244725"/>
              <a:gd name="connsiteY86" fmla="*/ 284798 h 342900"/>
              <a:gd name="connsiteX87" fmla="*/ 15177 w 244725"/>
              <a:gd name="connsiteY87" fmla="*/ 183833 h 342900"/>
              <a:gd name="connsiteX88" fmla="*/ 29405 w 244725"/>
              <a:gd name="connsiteY88" fmla="*/ 183833 h 342900"/>
              <a:gd name="connsiteX89" fmla="*/ 121414 w 244725"/>
              <a:gd name="connsiteY89" fmla="*/ 270510 h 342900"/>
              <a:gd name="connsiteX90" fmla="*/ 213423 w 244725"/>
              <a:gd name="connsiteY90" fmla="*/ 183833 h 342900"/>
              <a:gd name="connsiteX91" fmla="*/ 227651 w 244725"/>
              <a:gd name="connsiteY91" fmla="*/ 183833 h 342900"/>
              <a:gd name="connsiteX92" fmla="*/ 121414 w 244725"/>
              <a:gd name="connsiteY92" fmla="*/ 284798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44725" h="342900">
                <a:moveTo>
                  <a:pt x="237137" y="141923"/>
                </a:moveTo>
                <a:cubicBezTo>
                  <a:pt x="233343" y="141923"/>
                  <a:pt x="229549" y="144780"/>
                  <a:pt x="229549" y="149543"/>
                </a:cubicBezTo>
                <a:lnTo>
                  <a:pt x="229549" y="171450"/>
                </a:lnTo>
                <a:lnTo>
                  <a:pt x="215320" y="171450"/>
                </a:lnTo>
                <a:lnTo>
                  <a:pt x="215320" y="92393"/>
                </a:ln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92393"/>
                  <a:pt x="215320" y="92393"/>
                  <a:pt x="215320" y="92393"/>
                </a:cubicBezTo>
                <a:cubicBezTo>
                  <a:pt x="215320" y="53340"/>
                  <a:pt x="190658" y="19050"/>
                  <a:pt x="155562" y="5715"/>
                </a:cubicBezTo>
                <a:cubicBezTo>
                  <a:pt x="155562" y="5715"/>
                  <a:pt x="153665" y="4763"/>
                  <a:pt x="151768" y="4763"/>
                </a:cubicBezTo>
                <a:cubicBezTo>
                  <a:pt x="142282" y="1905"/>
                  <a:pt x="132797" y="0"/>
                  <a:pt x="122363" y="0"/>
                </a:cubicBezTo>
                <a:lnTo>
                  <a:pt x="122363" y="0"/>
                </a:lnTo>
                <a:cubicBezTo>
                  <a:pt x="111929" y="0"/>
                  <a:pt x="101495" y="1905"/>
                  <a:pt x="92009" y="4763"/>
                </a:cubicBezTo>
                <a:cubicBezTo>
                  <a:pt x="92009" y="4763"/>
                  <a:pt x="90112" y="4763"/>
                  <a:pt x="90112" y="4763"/>
                </a:cubicBezTo>
                <a:cubicBezTo>
                  <a:pt x="55016" y="18098"/>
                  <a:pt x="29405" y="52388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cubicBezTo>
                  <a:pt x="29405" y="91440"/>
                  <a:pt x="29405" y="91440"/>
                  <a:pt x="29405" y="91440"/>
                </a:cubicBezTo>
                <a:lnTo>
                  <a:pt x="29405" y="170498"/>
                </a:lnTo>
                <a:lnTo>
                  <a:pt x="15177" y="170498"/>
                </a:lnTo>
                <a:lnTo>
                  <a:pt x="15177" y="148590"/>
                </a:lnTo>
                <a:cubicBezTo>
                  <a:pt x="15177" y="143827"/>
                  <a:pt x="12331" y="140970"/>
                  <a:pt x="7588" y="140970"/>
                </a:cubicBezTo>
                <a:cubicBezTo>
                  <a:pt x="2846" y="140970"/>
                  <a:pt x="0" y="143827"/>
                  <a:pt x="0" y="148590"/>
                </a:cubicBezTo>
                <a:lnTo>
                  <a:pt x="0" y="177165"/>
                </a:lnTo>
                <a:cubicBezTo>
                  <a:pt x="0" y="242888"/>
                  <a:pt x="50273" y="295275"/>
                  <a:pt x="114774" y="299085"/>
                </a:cubicBezTo>
                <a:lnTo>
                  <a:pt x="114774" y="335280"/>
                </a:lnTo>
                <a:cubicBezTo>
                  <a:pt x="114774" y="339090"/>
                  <a:pt x="118568" y="342900"/>
                  <a:pt x="122363" y="342900"/>
                </a:cubicBezTo>
                <a:cubicBezTo>
                  <a:pt x="126157" y="342900"/>
                  <a:pt x="129951" y="339090"/>
                  <a:pt x="129951" y="335280"/>
                </a:cubicBezTo>
                <a:lnTo>
                  <a:pt x="129951" y="299085"/>
                </a:lnTo>
                <a:cubicBezTo>
                  <a:pt x="194452" y="295275"/>
                  <a:pt x="244725" y="242888"/>
                  <a:pt x="244725" y="177165"/>
                </a:cubicBezTo>
                <a:lnTo>
                  <a:pt x="244725" y="148590"/>
                </a:lnTo>
                <a:cubicBezTo>
                  <a:pt x="244725" y="143827"/>
                  <a:pt x="241880" y="140970"/>
                  <a:pt x="237137" y="140970"/>
                </a:cubicBezTo>
                <a:close/>
                <a:moveTo>
                  <a:pt x="43633" y="156210"/>
                </a:moveTo>
                <a:lnTo>
                  <a:pt x="92958" y="156210"/>
                </a:lnTo>
                <a:cubicBezTo>
                  <a:pt x="97700" y="156210"/>
                  <a:pt x="99598" y="152400"/>
                  <a:pt x="99598" y="148590"/>
                </a:cubicBezTo>
                <a:cubicBezTo>
                  <a:pt x="99598" y="144780"/>
                  <a:pt x="97700" y="140970"/>
                  <a:pt x="92958" y="140970"/>
                </a:cubicBezTo>
                <a:lnTo>
                  <a:pt x="43633" y="140970"/>
                </a:lnTo>
                <a:lnTo>
                  <a:pt x="43633" y="126683"/>
                </a:lnTo>
                <a:lnTo>
                  <a:pt x="92958" y="126683"/>
                </a:lnTo>
                <a:cubicBezTo>
                  <a:pt x="97700" y="126683"/>
                  <a:pt x="99598" y="122873"/>
                  <a:pt x="99598" y="120015"/>
                </a:cubicBezTo>
                <a:cubicBezTo>
                  <a:pt x="99598" y="117158"/>
                  <a:pt x="97700" y="113348"/>
                  <a:pt x="92958" y="113348"/>
                </a:cubicBezTo>
                <a:lnTo>
                  <a:pt x="43633" y="113348"/>
                </a:lnTo>
                <a:lnTo>
                  <a:pt x="43633" y="99060"/>
                </a:lnTo>
                <a:lnTo>
                  <a:pt x="92958" y="99060"/>
                </a:lnTo>
                <a:cubicBezTo>
                  <a:pt x="97700" y="99060"/>
                  <a:pt x="99598" y="95250"/>
                  <a:pt x="99598" y="91440"/>
                </a:cubicBezTo>
                <a:cubicBezTo>
                  <a:pt x="99598" y="87630"/>
                  <a:pt x="97700" y="83820"/>
                  <a:pt x="92958" y="83820"/>
                </a:cubicBezTo>
                <a:lnTo>
                  <a:pt x="43633" y="83820"/>
                </a:lnTo>
                <a:cubicBezTo>
                  <a:pt x="46479" y="56198"/>
                  <a:pt x="62604" y="33338"/>
                  <a:pt x="86318" y="20955"/>
                </a:cubicBezTo>
                <a:lnTo>
                  <a:pt x="86318" y="48577"/>
                </a:lnTo>
                <a:cubicBezTo>
                  <a:pt x="86318" y="52388"/>
                  <a:pt x="90112" y="56198"/>
                  <a:pt x="92958" y="56198"/>
                </a:cubicBezTo>
                <a:cubicBezTo>
                  <a:pt x="95803" y="56198"/>
                  <a:pt x="99598" y="52388"/>
                  <a:pt x="99598" y="48577"/>
                </a:cubicBezTo>
                <a:lnTo>
                  <a:pt x="99598" y="16193"/>
                </a:lnTo>
                <a:cubicBezTo>
                  <a:pt x="104340" y="15240"/>
                  <a:pt x="109083" y="14288"/>
                  <a:pt x="113826" y="13335"/>
                </a:cubicBezTo>
                <a:lnTo>
                  <a:pt x="113826" y="48577"/>
                </a:lnTo>
                <a:cubicBezTo>
                  <a:pt x="113826" y="52388"/>
                  <a:pt x="117620" y="56198"/>
                  <a:pt x="121414" y="56198"/>
                </a:cubicBezTo>
                <a:cubicBezTo>
                  <a:pt x="125208" y="56198"/>
                  <a:pt x="129002" y="52388"/>
                  <a:pt x="129002" y="48577"/>
                </a:cubicBezTo>
                <a:lnTo>
                  <a:pt x="129002" y="13335"/>
                </a:lnTo>
                <a:cubicBezTo>
                  <a:pt x="133745" y="13335"/>
                  <a:pt x="138488" y="14288"/>
                  <a:pt x="143231" y="16193"/>
                </a:cubicBezTo>
                <a:lnTo>
                  <a:pt x="143231" y="49530"/>
                </a:lnTo>
                <a:cubicBezTo>
                  <a:pt x="143231" y="53340"/>
                  <a:pt x="147025" y="57150"/>
                  <a:pt x="149871" y="57150"/>
                </a:cubicBezTo>
                <a:cubicBezTo>
                  <a:pt x="152716" y="57150"/>
                  <a:pt x="156510" y="53340"/>
                  <a:pt x="156510" y="49530"/>
                </a:cubicBezTo>
                <a:lnTo>
                  <a:pt x="156510" y="21908"/>
                </a:lnTo>
                <a:cubicBezTo>
                  <a:pt x="180224" y="33338"/>
                  <a:pt x="196349" y="57150"/>
                  <a:pt x="199195" y="84773"/>
                </a:cubicBezTo>
                <a:lnTo>
                  <a:pt x="149871" y="84773"/>
                </a:lnTo>
                <a:cubicBezTo>
                  <a:pt x="146076" y="84773"/>
                  <a:pt x="143231" y="87630"/>
                  <a:pt x="143231" y="92393"/>
                </a:cubicBezTo>
                <a:cubicBezTo>
                  <a:pt x="143231" y="97155"/>
                  <a:pt x="147025" y="100013"/>
                  <a:pt x="149871" y="100013"/>
                </a:cubicBezTo>
                <a:lnTo>
                  <a:pt x="199195" y="100013"/>
                </a:lnTo>
                <a:lnTo>
                  <a:pt x="199195" y="114300"/>
                </a:lnTo>
                <a:lnTo>
                  <a:pt x="149871" y="114300"/>
                </a:lnTo>
                <a:cubicBezTo>
                  <a:pt x="146076" y="114300"/>
                  <a:pt x="143231" y="116205"/>
                  <a:pt x="143231" y="120968"/>
                </a:cubicBezTo>
                <a:cubicBezTo>
                  <a:pt x="143231" y="125730"/>
                  <a:pt x="147025" y="127635"/>
                  <a:pt x="149871" y="127635"/>
                </a:cubicBezTo>
                <a:lnTo>
                  <a:pt x="199195" y="127635"/>
                </a:lnTo>
                <a:lnTo>
                  <a:pt x="199195" y="141923"/>
                </a:lnTo>
                <a:lnTo>
                  <a:pt x="149871" y="141923"/>
                </a:lnTo>
                <a:cubicBezTo>
                  <a:pt x="146076" y="141923"/>
                  <a:pt x="143231" y="144780"/>
                  <a:pt x="143231" y="149543"/>
                </a:cubicBezTo>
                <a:cubicBezTo>
                  <a:pt x="143231" y="154305"/>
                  <a:pt x="147025" y="157163"/>
                  <a:pt x="149871" y="157163"/>
                </a:cubicBezTo>
                <a:lnTo>
                  <a:pt x="199195" y="157163"/>
                </a:lnTo>
                <a:lnTo>
                  <a:pt x="199195" y="171450"/>
                </a:lnTo>
                <a:lnTo>
                  <a:pt x="42685" y="171450"/>
                </a:lnTo>
                <a:lnTo>
                  <a:pt x="42685" y="157163"/>
                </a:lnTo>
                <a:close/>
                <a:moveTo>
                  <a:pt x="200144" y="184785"/>
                </a:moveTo>
                <a:cubicBezTo>
                  <a:pt x="196349" y="224790"/>
                  <a:pt x="164099" y="257175"/>
                  <a:pt x="122363" y="257175"/>
                </a:cubicBezTo>
                <a:cubicBezTo>
                  <a:pt x="80627" y="257175"/>
                  <a:pt x="47427" y="224790"/>
                  <a:pt x="44582" y="184785"/>
                </a:cubicBezTo>
                <a:lnTo>
                  <a:pt x="201092" y="184785"/>
                </a:lnTo>
                <a:close/>
                <a:moveTo>
                  <a:pt x="123311" y="284798"/>
                </a:moveTo>
                <a:cubicBezTo>
                  <a:pt x="123311" y="284798"/>
                  <a:pt x="123311" y="284798"/>
                  <a:pt x="122363" y="284798"/>
                </a:cubicBezTo>
                <a:cubicBezTo>
                  <a:pt x="121414" y="284798"/>
                  <a:pt x="122363" y="284798"/>
                  <a:pt x="121414" y="284798"/>
                </a:cubicBezTo>
                <a:cubicBezTo>
                  <a:pt x="64501" y="284798"/>
                  <a:pt x="18971" y="240030"/>
                  <a:pt x="15177" y="183833"/>
                </a:cubicBezTo>
                <a:lnTo>
                  <a:pt x="29405" y="183833"/>
                </a:lnTo>
                <a:cubicBezTo>
                  <a:pt x="33199" y="232410"/>
                  <a:pt x="73038" y="270510"/>
                  <a:pt x="121414" y="270510"/>
                </a:cubicBezTo>
                <a:cubicBezTo>
                  <a:pt x="169790" y="270510"/>
                  <a:pt x="210578" y="232410"/>
                  <a:pt x="213423" y="183833"/>
                </a:cubicBezTo>
                <a:lnTo>
                  <a:pt x="227651" y="183833"/>
                </a:lnTo>
                <a:cubicBezTo>
                  <a:pt x="223857" y="240030"/>
                  <a:pt x="179276" y="283845"/>
                  <a:pt x="121414" y="28479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3" name="Graphic 121">
            <a:extLst>
              <a:ext uri="{FF2B5EF4-FFF2-40B4-BE49-F238E27FC236}">
                <a16:creationId xmlns:a16="http://schemas.microsoft.com/office/drawing/2014/main" id="{F9CD3F9B-384E-3644-8E6D-C21AE9C3678C}"/>
              </a:ext>
            </a:extLst>
          </p:cNvPr>
          <p:cNvSpPr/>
          <p:nvPr/>
        </p:nvSpPr>
        <p:spPr>
          <a:xfrm>
            <a:off x="10423198" y="793816"/>
            <a:ext cx="377189" cy="496298"/>
          </a:xfrm>
          <a:custGeom>
            <a:avLst/>
            <a:gdLst>
              <a:gd name="connsiteX0" fmla="*/ 276976 w 280770"/>
              <a:gd name="connsiteY0" fmla="*/ 1768 h 369432"/>
              <a:gd name="connsiteX1" fmla="*/ 269388 w 280770"/>
              <a:gd name="connsiteY1" fmla="*/ 815 h 369432"/>
              <a:gd name="connsiteX2" fmla="*/ 97700 w 280770"/>
              <a:gd name="connsiteY2" fmla="*/ 71300 h 369432"/>
              <a:gd name="connsiteX3" fmla="*/ 93906 w 280770"/>
              <a:gd name="connsiteY3" fmla="*/ 78920 h 369432"/>
              <a:gd name="connsiteX4" fmla="*/ 93906 w 280770"/>
              <a:gd name="connsiteY4" fmla="*/ 258943 h 369432"/>
              <a:gd name="connsiteX5" fmla="*/ 55016 w 280770"/>
              <a:gd name="connsiteY5" fmla="*/ 258943 h 369432"/>
              <a:gd name="connsiteX6" fmla="*/ 0 w 280770"/>
              <a:gd name="connsiteY6" fmla="*/ 314188 h 369432"/>
              <a:gd name="connsiteX7" fmla="*/ 55016 w 280770"/>
              <a:gd name="connsiteY7" fmla="*/ 369433 h 369432"/>
              <a:gd name="connsiteX8" fmla="*/ 110032 w 280770"/>
              <a:gd name="connsiteY8" fmla="*/ 314188 h 369432"/>
              <a:gd name="connsiteX9" fmla="*/ 110032 w 280770"/>
              <a:gd name="connsiteY9" fmla="*/ 266563 h 369432"/>
              <a:gd name="connsiteX10" fmla="*/ 110032 w 280770"/>
              <a:gd name="connsiteY10" fmla="*/ 265610 h 369432"/>
              <a:gd name="connsiteX11" fmla="*/ 110032 w 280770"/>
              <a:gd name="connsiteY11" fmla="*/ 138928 h 369432"/>
              <a:gd name="connsiteX12" fmla="*/ 265593 w 280770"/>
              <a:gd name="connsiteY12" fmla="*/ 75110 h 369432"/>
              <a:gd name="connsiteX13" fmla="*/ 265593 w 280770"/>
              <a:gd name="connsiteY13" fmla="*/ 197030 h 369432"/>
              <a:gd name="connsiteX14" fmla="*/ 226703 w 280770"/>
              <a:gd name="connsiteY14" fmla="*/ 197030 h 369432"/>
              <a:gd name="connsiteX15" fmla="*/ 172636 w 280770"/>
              <a:gd name="connsiteY15" fmla="*/ 252275 h 369432"/>
              <a:gd name="connsiteX16" fmla="*/ 226703 w 280770"/>
              <a:gd name="connsiteY16" fmla="*/ 307520 h 369432"/>
              <a:gd name="connsiteX17" fmla="*/ 280770 w 280770"/>
              <a:gd name="connsiteY17" fmla="*/ 252275 h 369432"/>
              <a:gd name="connsiteX18" fmla="*/ 280770 w 280770"/>
              <a:gd name="connsiteY18" fmla="*/ 9388 h 369432"/>
              <a:gd name="connsiteX19" fmla="*/ 276976 w 280770"/>
              <a:gd name="connsiteY19" fmla="*/ 2720 h 369432"/>
              <a:gd name="connsiteX20" fmla="*/ 55016 w 280770"/>
              <a:gd name="connsiteY20" fmla="*/ 353240 h 369432"/>
              <a:gd name="connsiteX21" fmla="*/ 16125 w 280770"/>
              <a:gd name="connsiteY21" fmla="*/ 314188 h 369432"/>
              <a:gd name="connsiteX22" fmla="*/ 55016 w 280770"/>
              <a:gd name="connsiteY22" fmla="*/ 275135 h 369432"/>
              <a:gd name="connsiteX23" fmla="*/ 93906 w 280770"/>
              <a:gd name="connsiteY23" fmla="*/ 275135 h 369432"/>
              <a:gd name="connsiteX24" fmla="*/ 93906 w 280770"/>
              <a:gd name="connsiteY24" fmla="*/ 282755 h 369432"/>
              <a:gd name="connsiteX25" fmla="*/ 93906 w 280770"/>
              <a:gd name="connsiteY25" fmla="*/ 282755 h 369432"/>
              <a:gd name="connsiteX26" fmla="*/ 93906 w 280770"/>
              <a:gd name="connsiteY26" fmla="*/ 314188 h 369432"/>
              <a:gd name="connsiteX27" fmla="*/ 55016 w 280770"/>
              <a:gd name="connsiteY27" fmla="*/ 353240 h 369432"/>
              <a:gd name="connsiteX28" fmla="*/ 109083 w 280770"/>
              <a:gd name="connsiteY28" fmla="*/ 120830 h 369432"/>
              <a:gd name="connsiteX29" fmla="*/ 109083 w 280770"/>
              <a:gd name="connsiteY29" fmla="*/ 84635 h 369432"/>
              <a:gd name="connsiteX30" fmla="*/ 264645 w 280770"/>
              <a:gd name="connsiteY30" fmla="*/ 20818 h 369432"/>
              <a:gd name="connsiteX31" fmla="*/ 264645 w 280770"/>
              <a:gd name="connsiteY31" fmla="*/ 57965 h 369432"/>
              <a:gd name="connsiteX32" fmla="*/ 109083 w 280770"/>
              <a:gd name="connsiteY32" fmla="*/ 120830 h 369432"/>
              <a:gd name="connsiteX33" fmla="*/ 265593 w 280770"/>
              <a:gd name="connsiteY33" fmla="*/ 251323 h 369432"/>
              <a:gd name="connsiteX34" fmla="*/ 226703 w 280770"/>
              <a:gd name="connsiteY34" fmla="*/ 290375 h 369432"/>
              <a:gd name="connsiteX35" fmla="*/ 187812 w 280770"/>
              <a:gd name="connsiteY35" fmla="*/ 251323 h 369432"/>
              <a:gd name="connsiteX36" fmla="*/ 226703 w 280770"/>
              <a:gd name="connsiteY36" fmla="*/ 212270 h 369432"/>
              <a:gd name="connsiteX37" fmla="*/ 265593 w 280770"/>
              <a:gd name="connsiteY37" fmla="*/ 212270 h 369432"/>
              <a:gd name="connsiteX38" fmla="*/ 265593 w 280770"/>
              <a:gd name="connsiteY38" fmla="*/ 236083 h 369432"/>
              <a:gd name="connsiteX39" fmla="*/ 265593 w 280770"/>
              <a:gd name="connsiteY39" fmla="*/ 236083 h 369432"/>
              <a:gd name="connsiteX40" fmla="*/ 265593 w 280770"/>
              <a:gd name="connsiteY40" fmla="*/ 251323 h 369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80770" h="369432">
                <a:moveTo>
                  <a:pt x="276976" y="1768"/>
                </a:moveTo>
                <a:cubicBezTo>
                  <a:pt x="274130" y="815"/>
                  <a:pt x="272233" y="-1090"/>
                  <a:pt x="269388" y="815"/>
                </a:cubicBezTo>
                <a:lnTo>
                  <a:pt x="97700" y="71300"/>
                </a:lnTo>
                <a:cubicBezTo>
                  <a:pt x="94855" y="72253"/>
                  <a:pt x="93906" y="75110"/>
                  <a:pt x="93906" y="78920"/>
                </a:cubicBezTo>
                <a:lnTo>
                  <a:pt x="93906" y="258943"/>
                </a:lnTo>
                <a:lnTo>
                  <a:pt x="55016" y="258943"/>
                </a:lnTo>
                <a:cubicBezTo>
                  <a:pt x="23714" y="258943"/>
                  <a:pt x="0" y="282755"/>
                  <a:pt x="0" y="314188"/>
                </a:cubicBezTo>
                <a:cubicBezTo>
                  <a:pt x="0" y="345620"/>
                  <a:pt x="23714" y="369433"/>
                  <a:pt x="55016" y="369433"/>
                </a:cubicBezTo>
                <a:cubicBezTo>
                  <a:pt x="86318" y="369433"/>
                  <a:pt x="110032" y="342763"/>
                  <a:pt x="110032" y="314188"/>
                </a:cubicBezTo>
                <a:lnTo>
                  <a:pt x="110032" y="266563"/>
                </a:lnTo>
                <a:cubicBezTo>
                  <a:pt x="110032" y="266563"/>
                  <a:pt x="110032" y="266563"/>
                  <a:pt x="110032" y="265610"/>
                </a:cubicBezTo>
                <a:lnTo>
                  <a:pt x="110032" y="138928"/>
                </a:lnTo>
                <a:lnTo>
                  <a:pt x="265593" y="75110"/>
                </a:lnTo>
                <a:lnTo>
                  <a:pt x="265593" y="197030"/>
                </a:lnTo>
                <a:lnTo>
                  <a:pt x="226703" y="197030"/>
                </a:lnTo>
                <a:cubicBezTo>
                  <a:pt x="195401" y="197030"/>
                  <a:pt x="172636" y="220843"/>
                  <a:pt x="172636" y="252275"/>
                </a:cubicBezTo>
                <a:cubicBezTo>
                  <a:pt x="172636" y="283708"/>
                  <a:pt x="196349" y="307520"/>
                  <a:pt x="226703" y="307520"/>
                </a:cubicBezTo>
                <a:cubicBezTo>
                  <a:pt x="257056" y="307520"/>
                  <a:pt x="280770" y="280850"/>
                  <a:pt x="280770" y="252275"/>
                </a:cubicBezTo>
                <a:lnTo>
                  <a:pt x="280770" y="9388"/>
                </a:lnTo>
                <a:cubicBezTo>
                  <a:pt x="280770" y="6530"/>
                  <a:pt x="279822" y="4625"/>
                  <a:pt x="276976" y="2720"/>
                </a:cubicBezTo>
                <a:close/>
                <a:moveTo>
                  <a:pt x="55016" y="353240"/>
                </a:moveTo>
                <a:cubicBezTo>
                  <a:pt x="33199" y="353240"/>
                  <a:pt x="16125" y="335143"/>
                  <a:pt x="16125" y="314188"/>
                </a:cubicBezTo>
                <a:cubicBezTo>
                  <a:pt x="16125" y="293233"/>
                  <a:pt x="33199" y="275135"/>
                  <a:pt x="55016" y="275135"/>
                </a:cubicBezTo>
                <a:lnTo>
                  <a:pt x="93906" y="275135"/>
                </a:lnTo>
                <a:lnTo>
                  <a:pt x="93906" y="282755"/>
                </a:lnTo>
                <a:lnTo>
                  <a:pt x="93906" y="282755"/>
                </a:lnTo>
                <a:lnTo>
                  <a:pt x="93906" y="314188"/>
                </a:lnTo>
                <a:cubicBezTo>
                  <a:pt x="93906" y="332285"/>
                  <a:pt x="76832" y="353240"/>
                  <a:pt x="55016" y="353240"/>
                </a:cubicBezTo>
                <a:close/>
                <a:moveTo>
                  <a:pt x="109083" y="120830"/>
                </a:moveTo>
                <a:lnTo>
                  <a:pt x="109083" y="84635"/>
                </a:lnTo>
                <a:lnTo>
                  <a:pt x="264645" y="20818"/>
                </a:lnTo>
                <a:lnTo>
                  <a:pt x="264645" y="57965"/>
                </a:lnTo>
                <a:lnTo>
                  <a:pt x="109083" y="120830"/>
                </a:lnTo>
                <a:close/>
                <a:moveTo>
                  <a:pt x="265593" y="251323"/>
                </a:moveTo>
                <a:cubicBezTo>
                  <a:pt x="265593" y="269420"/>
                  <a:pt x="248520" y="290375"/>
                  <a:pt x="226703" y="290375"/>
                </a:cubicBezTo>
                <a:cubicBezTo>
                  <a:pt x="204886" y="290375"/>
                  <a:pt x="187812" y="272278"/>
                  <a:pt x="187812" y="251323"/>
                </a:cubicBezTo>
                <a:cubicBezTo>
                  <a:pt x="187812" y="230368"/>
                  <a:pt x="204886" y="212270"/>
                  <a:pt x="226703" y="212270"/>
                </a:cubicBezTo>
                <a:lnTo>
                  <a:pt x="265593" y="212270"/>
                </a:lnTo>
                <a:lnTo>
                  <a:pt x="265593" y="236083"/>
                </a:lnTo>
                <a:lnTo>
                  <a:pt x="265593" y="236083"/>
                </a:lnTo>
                <a:lnTo>
                  <a:pt x="265593" y="251323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4" name="Graphic 121">
            <a:extLst>
              <a:ext uri="{FF2B5EF4-FFF2-40B4-BE49-F238E27FC236}">
                <a16:creationId xmlns:a16="http://schemas.microsoft.com/office/drawing/2014/main" id="{65D6F577-AF4A-C3AB-C177-82FABBDA75C9}"/>
              </a:ext>
            </a:extLst>
          </p:cNvPr>
          <p:cNvSpPr/>
          <p:nvPr/>
        </p:nvSpPr>
        <p:spPr>
          <a:xfrm>
            <a:off x="11175673" y="793816"/>
            <a:ext cx="377189" cy="496298"/>
          </a:xfrm>
          <a:custGeom>
            <a:avLst/>
            <a:gdLst>
              <a:gd name="connsiteX0" fmla="*/ 276976 w 280770"/>
              <a:gd name="connsiteY0" fmla="*/ 1768 h 369432"/>
              <a:gd name="connsiteX1" fmla="*/ 269388 w 280770"/>
              <a:gd name="connsiteY1" fmla="*/ 815 h 369432"/>
              <a:gd name="connsiteX2" fmla="*/ 97700 w 280770"/>
              <a:gd name="connsiteY2" fmla="*/ 71300 h 369432"/>
              <a:gd name="connsiteX3" fmla="*/ 93906 w 280770"/>
              <a:gd name="connsiteY3" fmla="*/ 78920 h 369432"/>
              <a:gd name="connsiteX4" fmla="*/ 93906 w 280770"/>
              <a:gd name="connsiteY4" fmla="*/ 258943 h 369432"/>
              <a:gd name="connsiteX5" fmla="*/ 55016 w 280770"/>
              <a:gd name="connsiteY5" fmla="*/ 258943 h 369432"/>
              <a:gd name="connsiteX6" fmla="*/ 0 w 280770"/>
              <a:gd name="connsiteY6" fmla="*/ 314188 h 369432"/>
              <a:gd name="connsiteX7" fmla="*/ 55016 w 280770"/>
              <a:gd name="connsiteY7" fmla="*/ 369433 h 369432"/>
              <a:gd name="connsiteX8" fmla="*/ 110032 w 280770"/>
              <a:gd name="connsiteY8" fmla="*/ 314188 h 369432"/>
              <a:gd name="connsiteX9" fmla="*/ 110032 w 280770"/>
              <a:gd name="connsiteY9" fmla="*/ 266563 h 369432"/>
              <a:gd name="connsiteX10" fmla="*/ 110032 w 280770"/>
              <a:gd name="connsiteY10" fmla="*/ 265610 h 369432"/>
              <a:gd name="connsiteX11" fmla="*/ 110032 w 280770"/>
              <a:gd name="connsiteY11" fmla="*/ 138928 h 369432"/>
              <a:gd name="connsiteX12" fmla="*/ 265593 w 280770"/>
              <a:gd name="connsiteY12" fmla="*/ 75110 h 369432"/>
              <a:gd name="connsiteX13" fmla="*/ 265593 w 280770"/>
              <a:gd name="connsiteY13" fmla="*/ 197030 h 369432"/>
              <a:gd name="connsiteX14" fmla="*/ 226703 w 280770"/>
              <a:gd name="connsiteY14" fmla="*/ 197030 h 369432"/>
              <a:gd name="connsiteX15" fmla="*/ 172636 w 280770"/>
              <a:gd name="connsiteY15" fmla="*/ 252275 h 369432"/>
              <a:gd name="connsiteX16" fmla="*/ 226703 w 280770"/>
              <a:gd name="connsiteY16" fmla="*/ 307520 h 369432"/>
              <a:gd name="connsiteX17" fmla="*/ 280770 w 280770"/>
              <a:gd name="connsiteY17" fmla="*/ 252275 h 369432"/>
              <a:gd name="connsiteX18" fmla="*/ 280770 w 280770"/>
              <a:gd name="connsiteY18" fmla="*/ 9388 h 369432"/>
              <a:gd name="connsiteX19" fmla="*/ 276976 w 280770"/>
              <a:gd name="connsiteY19" fmla="*/ 2720 h 369432"/>
              <a:gd name="connsiteX20" fmla="*/ 55016 w 280770"/>
              <a:gd name="connsiteY20" fmla="*/ 353240 h 369432"/>
              <a:gd name="connsiteX21" fmla="*/ 16125 w 280770"/>
              <a:gd name="connsiteY21" fmla="*/ 314188 h 369432"/>
              <a:gd name="connsiteX22" fmla="*/ 55016 w 280770"/>
              <a:gd name="connsiteY22" fmla="*/ 275135 h 369432"/>
              <a:gd name="connsiteX23" fmla="*/ 93906 w 280770"/>
              <a:gd name="connsiteY23" fmla="*/ 275135 h 369432"/>
              <a:gd name="connsiteX24" fmla="*/ 93906 w 280770"/>
              <a:gd name="connsiteY24" fmla="*/ 282755 h 369432"/>
              <a:gd name="connsiteX25" fmla="*/ 93906 w 280770"/>
              <a:gd name="connsiteY25" fmla="*/ 282755 h 369432"/>
              <a:gd name="connsiteX26" fmla="*/ 93906 w 280770"/>
              <a:gd name="connsiteY26" fmla="*/ 314188 h 369432"/>
              <a:gd name="connsiteX27" fmla="*/ 55016 w 280770"/>
              <a:gd name="connsiteY27" fmla="*/ 353240 h 369432"/>
              <a:gd name="connsiteX28" fmla="*/ 109083 w 280770"/>
              <a:gd name="connsiteY28" fmla="*/ 120830 h 369432"/>
              <a:gd name="connsiteX29" fmla="*/ 109083 w 280770"/>
              <a:gd name="connsiteY29" fmla="*/ 84635 h 369432"/>
              <a:gd name="connsiteX30" fmla="*/ 264645 w 280770"/>
              <a:gd name="connsiteY30" fmla="*/ 20818 h 369432"/>
              <a:gd name="connsiteX31" fmla="*/ 264645 w 280770"/>
              <a:gd name="connsiteY31" fmla="*/ 57965 h 369432"/>
              <a:gd name="connsiteX32" fmla="*/ 109083 w 280770"/>
              <a:gd name="connsiteY32" fmla="*/ 120830 h 369432"/>
              <a:gd name="connsiteX33" fmla="*/ 265593 w 280770"/>
              <a:gd name="connsiteY33" fmla="*/ 251323 h 369432"/>
              <a:gd name="connsiteX34" fmla="*/ 226703 w 280770"/>
              <a:gd name="connsiteY34" fmla="*/ 290375 h 369432"/>
              <a:gd name="connsiteX35" fmla="*/ 187812 w 280770"/>
              <a:gd name="connsiteY35" fmla="*/ 251323 h 369432"/>
              <a:gd name="connsiteX36" fmla="*/ 226703 w 280770"/>
              <a:gd name="connsiteY36" fmla="*/ 212270 h 369432"/>
              <a:gd name="connsiteX37" fmla="*/ 265593 w 280770"/>
              <a:gd name="connsiteY37" fmla="*/ 212270 h 369432"/>
              <a:gd name="connsiteX38" fmla="*/ 265593 w 280770"/>
              <a:gd name="connsiteY38" fmla="*/ 236083 h 369432"/>
              <a:gd name="connsiteX39" fmla="*/ 265593 w 280770"/>
              <a:gd name="connsiteY39" fmla="*/ 236083 h 369432"/>
              <a:gd name="connsiteX40" fmla="*/ 265593 w 280770"/>
              <a:gd name="connsiteY40" fmla="*/ 251323 h 369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80770" h="369432">
                <a:moveTo>
                  <a:pt x="276976" y="1768"/>
                </a:moveTo>
                <a:cubicBezTo>
                  <a:pt x="274130" y="815"/>
                  <a:pt x="272233" y="-1090"/>
                  <a:pt x="269388" y="815"/>
                </a:cubicBezTo>
                <a:lnTo>
                  <a:pt x="97700" y="71300"/>
                </a:lnTo>
                <a:cubicBezTo>
                  <a:pt x="94855" y="72253"/>
                  <a:pt x="93906" y="75110"/>
                  <a:pt x="93906" y="78920"/>
                </a:cubicBezTo>
                <a:lnTo>
                  <a:pt x="93906" y="258943"/>
                </a:lnTo>
                <a:lnTo>
                  <a:pt x="55016" y="258943"/>
                </a:lnTo>
                <a:cubicBezTo>
                  <a:pt x="23714" y="258943"/>
                  <a:pt x="0" y="282755"/>
                  <a:pt x="0" y="314188"/>
                </a:cubicBezTo>
                <a:cubicBezTo>
                  <a:pt x="0" y="345620"/>
                  <a:pt x="23714" y="369433"/>
                  <a:pt x="55016" y="369433"/>
                </a:cubicBezTo>
                <a:cubicBezTo>
                  <a:pt x="86318" y="369433"/>
                  <a:pt x="110032" y="342763"/>
                  <a:pt x="110032" y="314188"/>
                </a:cubicBezTo>
                <a:lnTo>
                  <a:pt x="110032" y="266563"/>
                </a:lnTo>
                <a:cubicBezTo>
                  <a:pt x="110032" y="266563"/>
                  <a:pt x="110032" y="266563"/>
                  <a:pt x="110032" y="265610"/>
                </a:cubicBezTo>
                <a:lnTo>
                  <a:pt x="110032" y="138928"/>
                </a:lnTo>
                <a:lnTo>
                  <a:pt x="265593" y="75110"/>
                </a:lnTo>
                <a:lnTo>
                  <a:pt x="265593" y="197030"/>
                </a:lnTo>
                <a:lnTo>
                  <a:pt x="226703" y="197030"/>
                </a:lnTo>
                <a:cubicBezTo>
                  <a:pt x="195401" y="197030"/>
                  <a:pt x="172636" y="220843"/>
                  <a:pt x="172636" y="252275"/>
                </a:cubicBezTo>
                <a:cubicBezTo>
                  <a:pt x="172636" y="283708"/>
                  <a:pt x="196349" y="307520"/>
                  <a:pt x="226703" y="307520"/>
                </a:cubicBezTo>
                <a:cubicBezTo>
                  <a:pt x="257056" y="307520"/>
                  <a:pt x="280770" y="280850"/>
                  <a:pt x="280770" y="252275"/>
                </a:cubicBezTo>
                <a:lnTo>
                  <a:pt x="280770" y="9388"/>
                </a:lnTo>
                <a:cubicBezTo>
                  <a:pt x="280770" y="6530"/>
                  <a:pt x="279822" y="4625"/>
                  <a:pt x="276976" y="2720"/>
                </a:cubicBezTo>
                <a:close/>
                <a:moveTo>
                  <a:pt x="55016" y="353240"/>
                </a:moveTo>
                <a:cubicBezTo>
                  <a:pt x="33199" y="353240"/>
                  <a:pt x="16125" y="335143"/>
                  <a:pt x="16125" y="314188"/>
                </a:cubicBezTo>
                <a:cubicBezTo>
                  <a:pt x="16125" y="293233"/>
                  <a:pt x="33199" y="275135"/>
                  <a:pt x="55016" y="275135"/>
                </a:cubicBezTo>
                <a:lnTo>
                  <a:pt x="93906" y="275135"/>
                </a:lnTo>
                <a:lnTo>
                  <a:pt x="93906" y="282755"/>
                </a:lnTo>
                <a:lnTo>
                  <a:pt x="93906" y="282755"/>
                </a:lnTo>
                <a:lnTo>
                  <a:pt x="93906" y="314188"/>
                </a:lnTo>
                <a:cubicBezTo>
                  <a:pt x="93906" y="332285"/>
                  <a:pt x="76832" y="353240"/>
                  <a:pt x="55016" y="353240"/>
                </a:cubicBezTo>
                <a:close/>
                <a:moveTo>
                  <a:pt x="109083" y="120830"/>
                </a:moveTo>
                <a:lnTo>
                  <a:pt x="109083" y="84635"/>
                </a:lnTo>
                <a:lnTo>
                  <a:pt x="264645" y="20818"/>
                </a:lnTo>
                <a:lnTo>
                  <a:pt x="264645" y="57965"/>
                </a:lnTo>
                <a:lnTo>
                  <a:pt x="109083" y="120830"/>
                </a:lnTo>
                <a:close/>
                <a:moveTo>
                  <a:pt x="265593" y="251323"/>
                </a:moveTo>
                <a:cubicBezTo>
                  <a:pt x="265593" y="269420"/>
                  <a:pt x="248520" y="290375"/>
                  <a:pt x="226703" y="290375"/>
                </a:cubicBezTo>
                <a:cubicBezTo>
                  <a:pt x="204886" y="290375"/>
                  <a:pt x="187812" y="272278"/>
                  <a:pt x="187812" y="251323"/>
                </a:cubicBezTo>
                <a:cubicBezTo>
                  <a:pt x="187812" y="230368"/>
                  <a:pt x="204886" y="212270"/>
                  <a:pt x="226703" y="212270"/>
                </a:cubicBezTo>
                <a:lnTo>
                  <a:pt x="265593" y="212270"/>
                </a:lnTo>
                <a:lnTo>
                  <a:pt x="265593" y="236083"/>
                </a:lnTo>
                <a:lnTo>
                  <a:pt x="265593" y="236083"/>
                </a:lnTo>
                <a:lnTo>
                  <a:pt x="265593" y="251323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5" name="Graphic 121">
            <a:extLst>
              <a:ext uri="{FF2B5EF4-FFF2-40B4-BE49-F238E27FC236}">
                <a16:creationId xmlns:a16="http://schemas.microsoft.com/office/drawing/2014/main" id="{81272ED2-C85F-745E-A52C-358234469524}"/>
              </a:ext>
            </a:extLst>
          </p:cNvPr>
          <p:cNvSpPr/>
          <p:nvPr/>
        </p:nvSpPr>
        <p:spPr>
          <a:xfrm>
            <a:off x="10423198" y="1393891"/>
            <a:ext cx="377189" cy="496298"/>
          </a:xfrm>
          <a:custGeom>
            <a:avLst/>
            <a:gdLst>
              <a:gd name="connsiteX0" fmla="*/ 276976 w 280770"/>
              <a:gd name="connsiteY0" fmla="*/ 1768 h 369432"/>
              <a:gd name="connsiteX1" fmla="*/ 269388 w 280770"/>
              <a:gd name="connsiteY1" fmla="*/ 815 h 369432"/>
              <a:gd name="connsiteX2" fmla="*/ 97700 w 280770"/>
              <a:gd name="connsiteY2" fmla="*/ 71300 h 369432"/>
              <a:gd name="connsiteX3" fmla="*/ 93906 w 280770"/>
              <a:gd name="connsiteY3" fmla="*/ 78920 h 369432"/>
              <a:gd name="connsiteX4" fmla="*/ 93906 w 280770"/>
              <a:gd name="connsiteY4" fmla="*/ 258943 h 369432"/>
              <a:gd name="connsiteX5" fmla="*/ 55016 w 280770"/>
              <a:gd name="connsiteY5" fmla="*/ 258943 h 369432"/>
              <a:gd name="connsiteX6" fmla="*/ 0 w 280770"/>
              <a:gd name="connsiteY6" fmla="*/ 314188 h 369432"/>
              <a:gd name="connsiteX7" fmla="*/ 55016 w 280770"/>
              <a:gd name="connsiteY7" fmla="*/ 369433 h 369432"/>
              <a:gd name="connsiteX8" fmla="*/ 110032 w 280770"/>
              <a:gd name="connsiteY8" fmla="*/ 314188 h 369432"/>
              <a:gd name="connsiteX9" fmla="*/ 110032 w 280770"/>
              <a:gd name="connsiteY9" fmla="*/ 266563 h 369432"/>
              <a:gd name="connsiteX10" fmla="*/ 110032 w 280770"/>
              <a:gd name="connsiteY10" fmla="*/ 265610 h 369432"/>
              <a:gd name="connsiteX11" fmla="*/ 110032 w 280770"/>
              <a:gd name="connsiteY11" fmla="*/ 138928 h 369432"/>
              <a:gd name="connsiteX12" fmla="*/ 265593 w 280770"/>
              <a:gd name="connsiteY12" fmla="*/ 75110 h 369432"/>
              <a:gd name="connsiteX13" fmla="*/ 265593 w 280770"/>
              <a:gd name="connsiteY13" fmla="*/ 197030 h 369432"/>
              <a:gd name="connsiteX14" fmla="*/ 226703 w 280770"/>
              <a:gd name="connsiteY14" fmla="*/ 197030 h 369432"/>
              <a:gd name="connsiteX15" fmla="*/ 172636 w 280770"/>
              <a:gd name="connsiteY15" fmla="*/ 252275 h 369432"/>
              <a:gd name="connsiteX16" fmla="*/ 226703 w 280770"/>
              <a:gd name="connsiteY16" fmla="*/ 307520 h 369432"/>
              <a:gd name="connsiteX17" fmla="*/ 280770 w 280770"/>
              <a:gd name="connsiteY17" fmla="*/ 252275 h 369432"/>
              <a:gd name="connsiteX18" fmla="*/ 280770 w 280770"/>
              <a:gd name="connsiteY18" fmla="*/ 9388 h 369432"/>
              <a:gd name="connsiteX19" fmla="*/ 276976 w 280770"/>
              <a:gd name="connsiteY19" fmla="*/ 2720 h 369432"/>
              <a:gd name="connsiteX20" fmla="*/ 55016 w 280770"/>
              <a:gd name="connsiteY20" fmla="*/ 353240 h 369432"/>
              <a:gd name="connsiteX21" fmla="*/ 16125 w 280770"/>
              <a:gd name="connsiteY21" fmla="*/ 314188 h 369432"/>
              <a:gd name="connsiteX22" fmla="*/ 55016 w 280770"/>
              <a:gd name="connsiteY22" fmla="*/ 275135 h 369432"/>
              <a:gd name="connsiteX23" fmla="*/ 93906 w 280770"/>
              <a:gd name="connsiteY23" fmla="*/ 275135 h 369432"/>
              <a:gd name="connsiteX24" fmla="*/ 93906 w 280770"/>
              <a:gd name="connsiteY24" fmla="*/ 282755 h 369432"/>
              <a:gd name="connsiteX25" fmla="*/ 93906 w 280770"/>
              <a:gd name="connsiteY25" fmla="*/ 282755 h 369432"/>
              <a:gd name="connsiteX26" fmla="*/ 93906 w 280770"/>
              <a:gd name="connsiteY26" fmla="*/ 314188 h 369432"/>
              <a:gd name="connsiteX27" fmla="*/ 55016 w 280770"/>
              <a:gd name="connsiteY27" fmla="*/ 353240 h 369432"/>
              <a:gd name="connsiteX28" fmla="*/ 109083 w 280770"/>
              <a:gd name="connsiteY28" fmla="*/ 120830 h 369432"/>
              <a:gd name="connsiteX29" fmla="*/ 109083 w 280770"/>
              <a:gd name="connsiteY29" fmla="*/ 84635 h 369432"/>
              <a:gd name="connsiteX30" fmla="*/ 264645 w 280770"/>
              <a:gd name="connsiteY30" fmla="*/ 20818 h 369432"/>
              <a:gd name="connsiteX31" fmla="*/ 264645 w 280770"/>
              <a:gd name="connsiteY31" fmla="*/ 57965 h 369432"/>
              <a:gd name="connsiteX32" fmla="*/ 109083 w 280770"/>
              <a:gd name="connsiteY32" fmla="*/ 120830 h 369432"/>
              <a:gd name="connsiteX33" fmla="*/ 265593 w 280770"/>
              <a:gd name="connsiteY33" fmla="*/ 251323 h 369432"/>
              <a:gd name="connsiteX34" fmla="*/ 226703 w 280770"/>
              <a:gd name="connsiteY34" fmla="*/ 290375 h 369432"/>
              <a:gd name="connsiteX35" fmla="*/ 187812 w 280770"/>
              <a:gd name="connsiteY35" fmla="*/ 251323 h 369432"/>
              <a:gd name="connsiteX36" fmla="*/ 226703 w 280770"/>
              <a:gd name="connsiteY36" fmla="*/ 212270 h 369432"/>
              <a:gd name="connsiteX37" fmla="*/ 265593 w 280770"/>
              <a:gd name="connsiteY37" fmla="*/ 212270 h 369432"/>
              <a:gd name="connsiteX38" fmla="*/ 265593 w 280770"/>
              <a:gd name="connsiteY38" fmla="*/ 236083 h 369432"/>
              <a:gd name="connsiteX39" fmla="*/ 265593 w 280770"/>
              <a:gd name="connsiteY39" fmla="*/ 236083 h 369432"/>
              <a:gd name="connsiteX40" fmla="*/ 265593 w 280770"/>
              <a:gd name="connsiteY40" fmla="*/ 251323 h 369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80770" h="369432">
                <a:moveTo>
                  <a:pt x="276976" y="1768"/>
                </a:moveTo>
                <a:cubicBezTo>
                  <a:pt x="274130" y="815"/>
                  <a:pt x="272233" y="-1090"/>
                  <a:pt x="269388" y="815"/>
                </a:cubicBezTo>
                <a:lnTo>
                  <a:pt x="97700" y="71300"/>
                </a:lnTo>
                <a:cubicBezTo>
                  <a:pt x="94855" y="72253"/>
                  <a:pt x="93906" y="75110"/>
                  <a:pt x="93906" y="78920"/>
                </a:cubicBezTo>
                <a:lnTo>
                  <a:pt x="93906" y="258943"/>
                </a:lnTo>
                <a:lnTo>
                  <a:pt x="55016" y="258943"/>
                </a:lnTo>
                <a:cubicBezTo>
                  <a:pt x="23714" y="258943"/>
                  <a:pt x="0" y="282755"/>
                  <a:pt x="0" y="314188"/>
                </a:cubicBezTo>
                <a:cubicBezTo>
                  <a:pt x="0" y="345620"/>
                  <a:pt x="23714" y="369433"/>
                  <a:pt x="55016" y="369433"/>
                </a:cubicBezTo>
                <a:cubicBezTo>
                  <a:pt x="86318" y="369433"/>
                  <a:pt x="110032" y="342763"/>
                  <a:pt x="110032" y="314188"/>
                </a:cubicBezTo>
                <a:lnTo>
                  <a:pt x="110032" y="266563"/>
                </a:lnTo>
                <a:cubicBezTo>
                  <a:pt x="110032" y="266563"/>
                  <a:pt x="110032" y="266563"/>
                  <a:pt x="110032" y="265610"/>
                </a:cubicBezTo>
                <a:lnTo>
                  <a:pt x="110032" y="138928"/>
                </a:lnTo>
                <a:lnTo>
                  <a:pt x="265593" y="75110"/>
                </a:lnTo>
                <a:lnTo>
                  <a:pt x="265593" y="197030"/>
                </a:lnTo>
                <a:lnTo>
                  <a:pt x="226703" y="197030"/>
                </a:lnTo>
                <a:cubicBezTo>
                  <a:pt x="195401" y="197030"/>
                  <a:pt x="172636" y="220843"/>
                  <a:pt x="172636" y="252275"/>
                </a:cubicBezTo>
                <a:cubicBezTo>
                  <a:pt x="172636" y="283708"/>
                  <a:pt x="196349" y="307520"/>
                  <a:pt x="226703" y="307520"/>
                </a:cubicBezTo>
                <a:cubicBezTo>
                  <a:pt x="257056" y="307520"/>
                  <a:pt x="280770" y="280850"/>
                  <a:pt x="280770" y="252275"/>
                </a:cubicBezTo>
                <a:lnTo>
                  <a:pt x="280770" y="9388"/>
                </a:lnTo>
                <a:cubicBezTo>
                  <a:pt x="280770" y="6530"/>
                  <a:pt x="279822" y="4625"/>
                  <a:pt x="276976" y="2720"/>
                </a:cubicBezTo>
                <a:close/>
                <a:moveTo>
                  <a:pt x="55016" y="353240"/>
                </a:moveTo>
                <a:cubicBezTo>
                  <a:pt x="33199" y="353240"/>
                  <a:pt x="16125" y="335143"/>
                  <a:pt x="16125" y="314188"/>
                </a:cubicBezTo>
                <a:cubicBezTo>
                  <a:pt x="16125" y="293233"/>
                  <a:pt x="33199" y="275135"/>
                  <a:pt x="55016" y="275135"/>
                </a:cubicBezTo>
                <a:lnTo>
                  <a:pt x="93906" y="275135"/>
                </a:lnTo>
                <a:lnTo>
                  <a:pt x="93906" y="282755"/>
                </a:lnTo>
                <a:lnTo>
                  <a:pt x="93906" y="282755"/>
                </a:lnTo>
                <a:lnTo>
                  <a:pt x="93906" y="314188"/>
                </a:lnTo>
                <a:cubicBezTo>
                  <a:pt x="93906" y="332285"/>
                  <a:pt x="76832" y="353240"/>
                  <a:pt x="55016" y="353240"/>
                </a:cubicBezTo>
                <a:close/>
                <a:moveTo>
                  <a:pt x="109083" y="120830"/>
                </a:moveTo>
                <a:lnTo>
                  <a:pt x="109083" y="84635"/>
                </a:lnTo>
                <a:lnTo>
                  <a:pt x="264645" y="20818"/>
                </a:lnTo>
                <a:lnTo>
                  <a:pt x="264645" y="57965"/>
                </a:lnTo>
                <a:lnTo>
                  <a:pt x="109083" y="120830"/>
                </a:lnTo>
                <a:close/>
                <a:moveTo>
                  <a:pt x="265593" y="251323"/>
                </a:moveTo>
                <a:cubicBezTo>
                  <a:pt x="265593" y="269420"/>
                  <a:pt x="248520" y="290375"/>
                  <a:pt x="226703" y="290375"/>
                </a:cubicBezTo>
                <a:cubicBezTo>
                  <a:pt x="204886" y="290375"/>
                  <a:pt x="187812" y="272278"/>
                  <a:pt x="187812" y="251323"/>
                </a:cubicBezTo>
                <a:cubicBezTo>
                  <a:pt x="187812" y="230368"/>
                  <a:pt x="204886" y="212270"/>
                  <a:pt x="226703" y="212270"/>
                </a:cubicBezTo>
                <a:lnTo>
                  <a:pt x="265593" y="212270"/>
                </a:lnTo>
                <a:lnTo>
                  <a:pt x="265593" y="236083"/>
                </a:lnTo>
                <a:lnTo>
                  <a:pt x="265593" y="236083"/>
                </a:lnTo>
                <a:lnTo>
                  <a:pt x="265593" y="251323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6" name="Graphic 121">
            <a:extLst>
              <a:ext uri="{FF2B5EF4-FFF2-40B4-BE49-F238E27FC236}">
                <a16:creationId xmlns:a16="http://schemas.microsoft.com/office/drawing/2014/main" id="{667D93D3-F12E-5800-5A0A-0F5B5DAE6594}"/>
              </a:ext>
            </a:extLst>
          </p:cNvPr>
          <p:cNvSpPr/>
          <p:nvPr/>
        </p:nvSpPr>
        <p:spPr>
          <a:xfrm>
            <a:off x="11175673" y="1393891"/>
            <a:ext cx="377189" cy="496298"/>
          </a:xfrm>
          <a:custGeom>
            <a:avLst/>
            <a:gdLst>
              <a:gd name="connsiteX0" fmla="*/ 276976 w 280770"/>
              <a:gd name="connsiteY0" fmla="*/ 1768 h 369432"/>
              <a:gd name="connsiteX1" fmla="*/ 269388 w 280770"/>
              <a:gd name="connsiteY1" fmla="*/ 815 h 369432"/>
              <a:gd name="connsiteX2" fmla="*/ 97700 w 280770"/>
              <a:gd name="connsiteY2" fmla="*/ 71300 h 369432"/>
              <a:gd name="connsiteX3" fmla="*/ 93906 w 280770"/>
              <a:gd name="connsiteY3" fmla="*/ 78920 h 369432"/>
              <a:gd name="connsiteX4" fmla="*/ 93906 w 280770"/>
              <a:gd name="connsiteY4" fmla="*/ 258943 h 369432"/>
              <a:gd name="connsiteX5" fmla="*/ 55016 w 280770"/>
              <a:gd name="connsiteY5" fmla="*/ 258943 h 369432"/>
              <a:gd name="connsiteX6" fmla="*/ 0 w 280770"/>
              <a:gd name="connsiteY6" fmla="*/ 314188 h 369432"/>
              <a:gd name="connsiteX7" fmla="*/ 55016 w 280770"/>
              <a:gd name="connsiteY7" fmla="*/ 369433 h 369432"/>
              <a:gd name="connsiteX8" fmla="*/ 110032 w 280770"/>
              <a:gd name="connsiteY8" fmla="*/ 314188 h 369432"/>
              <a:gd name="connsiteX9" fmla="*/ 110032 w 280770"/>
              <a:gd name="connsiteY9" fmla="*/ 266563 h 369432"/>
              <a:gd name="connsiteX10" fmla="*/ 110032 w 280770"/>
              <a:gd name="connsiteY10" fmla="*/ 265610 h 369432"/>
              <a:gd name="connsiteX11" fmla="*/ 110032 w 280770"/>
              <a:gd name="connsiteY11" fmla="*/ 138928 h 369432"/>
              <a:gd name="connsiteX12" fmla="*/ 265593 w 280770"/>
              <a:gd name="connsiteY12" fmla="*/ 75110 h 369432"/>
              <a:gd name="connsiteX13" fmla="*/ 265593 w 280770"/>
              <a:gd name="connsiteY13" fmla="*/ 197030 h 369432"/>
              <a:gd name="connsiteX14" fmla="*/ 226703 w 280770"/>
              <a:gd name="connsiteY14" fmla="*/ 197030 h 369432"/>
              <a:gd name="connsiteX15" fmla="*/ 172636 w 280770"/>
              <a:gd name="connsiteY15" fmla="*/ 252275 h 369432"/>
              <a:gd name="connsiteX16" fmla="*/ 226703 w 280770"/>
              <a:gd name="connsiteY16" fmla="*/ 307520 h 369432"/>
              <a:gd name="connsiteX17" fmla="*/ 280770 w 280770"/>
              <a:gd name="connsiteY17" fmla="*/ 252275 h 369432"/>
              <a:gd name="connsiteX18" fmla="*/ 280770 w 280770"/>
              <a:gd name="connsiteY18" fmla="*/ 9388 h 369432"/>
              <a:gd name="connsiteX19" fmla="*/ 276976 w 280770"/>
              <a:gd name="connsiteY19" fmla="*/ 2720 h 369432"/>
              <a:gd name="connsiteX20" fmla="*/ 55016 w 280770"/>
              <a:gd name="connsiteY20" fmla="*/ 353240 h 369432"/>
              <a:gd name="connsiteX21" fmla="*/ 16125 w 280770"/>
              <a:gd name="connsiteY21" fmla="*/ 314188 h 369432"/>
              <a:gd name="connsiteX22" fmla="*/ 55016 w 280770"/>
              <a:gd name="connsiteY22" fmla="*/ 275135 h 369432"/>
              <a:gd name="connsiteX23" fmla="*/ 93906 w 280770"/>
              <a:gd name="connsiteY23" fmla="*/ 275135 h 369432"/>
              <a:gd name="connsiteX24" fmla="*/ 93906 w 280770"/>
              <a:gd name="connsiteY24" fmla="*/ 282755 h 369432"/>
              <a:gd name="connsiteX25" fmla="*/ 93906 w 280770"/>
              <a:gd name="connsiteY25" fmla="*/ 282755 h 369432"/>
              <a:gd name="connsiteX26" fmla="*/ 93906 w 280770"/>
              <a:gd name="connsiteY26" fmla="*/ 314188 h 369432"/>
              <a:gd name="connsiteX27" fmla="*/ 55016 w 280770"/>
              <a:gd name="connsiteY27" fmla="*/ 353240 h 369432"/>
              <a:gd name="connsiteX28" fmla="*/ 109083 w 280770"/>
              <a:gd name="connsiteY28" fmla="*/ 120830 h 369432"/>
              <a:gd name="connsiteX29" fmla="*/ 109083 w 280770"/>
              <a:gd name="connsiteY29" fmla="*/ 84635 h 369432"/>
              <a:gd name="connsiteX30" fmla="*/ 264645 w 280770"/>
              <a:gd name="connsiteY30" fmla="*/ 20818 h 369432"/>
              <a:gd name="connsiteX31" fmla="*/ 264645 w 280770"/>
              <a:gd name="connsiteY31" fmla="*/ 57965 h 369432"/>
              <a:gd name="connsiteX32" fmla="*/ 109083 w 280770"/>
              <a:gd name="connsiteY32" fmla="*/ 120830 h 369432"/>
              <a:gd name="connsiteX33" fmla="*/ 265593 w 280770"/>
              <a:gd name="connsiteY33" fmla="*/ 251323 h 369432"/>
              <a:gd name="connsiteX34" fmla="*/ 226703 w 280770"/>
              <a:gd name="connsiteY34" fmla="*/ 290375 h 369432"/>
              <a:gd name="connsiteX35" fmla="*/ 187812 w 280770"/>
              <a:gd name="connsiteY35" fmla="*/ 251323 h 369432"/>
              <a:gd name="connsiteX36" fmla="*/ 226703 w 280770"/>
              <a:gd name="connsiteY36" fmla="*/ 212270 h 369432"/>
              <a:gd name="connsiteX37" fmla="*/ 265593 w 280770"/>
              <a:gd name="connsiteY37" fmla="*/ 212270 h 369432"/>
              <a:gd name="connsiteX38" fmla="*/ 265593 w 280770"/>
              <a:gd name="connsiteY38" fmla="*/ 236083 h 369432"/>
              <a:gd name="connsiteX39" fmla="*/ 265593 w 280770"/>
              <a:gd name="connsiteY39" fmla="*/ 236083 h 369432"/>
              <a:gd name="connsiteX40" fmla="*/ 265593 w 280770"/>
              <a:gd name="connsiteY40" fmla="*/ 251323 h 369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80770" h="369432">
                <a:moveTo>
                  <a:pt x="276976" y="1768"/>
                </a:moveTo>
                <a:cubicBezTo>
                  <a:pt x="274130" y="815"/>
                  <a:pt x="272233" y="-1090"/>
                  <a:pt x="269388" y="815"/>
                </a:cubicBezTo>
                <a:lnTo>
                  <a:pt x="97700" y="71300"/>
                </a:lnTo>
                <a:cubicBezTo>
                  <a:pt x="94855" y="72253"/>
                  <a:pt x="93906" y="75110"/>
                  <a:pt x="93906" y="78920"/>
                </a:cubicBezTo>
                <a:lnTo>
                  <a:pt x="93906" y="258943"/>
                </a:lnTo>
                <a:lnTo>
                  <a:pt x="55016" y="258943"/>
                </a:lnTo>
                <a:cubicBezTo>
                  <a:pt x="23714" y="258943"/>
                  <a:pt x="0" y="282755"/>
                  <a:pt x="0" y="314188"/>
                </a:cubicBezTo>
                <a:cubicBezTo>
                  <a:pt x="0" y="345620"/>
                  <a:pt x="23714" y="369433"/>
                  <a:pt x="55016" y="369433"/>
                </a:cubicBezTo>
                <a:cubicBezTo>
                  <a:pt x="86318" y="369433"/>
                  <a:pt x="110032" y="342763"/>
                  <a:pt x="110032" y="314188"/>
                </a:cubicBezTo>
                <a:lnTo>
                  <a:pt x="110032" y="266563"/>
                </a:lnTo>
                <a:cubicBezTo>
                  <a:pt x="110032" y="266563"/>
                  <a:pt x="110032" y="266563"/>
                  <a:pt x="110032" y="265610"/>
                </a:cubicBezTo>
                <a:lnTo>
                  <a:pt x="110032" y="138928"/>
                </a:lnTo>
                <a:lnTo>
                  <a:pt x="265593" y="75110"/>
                </a:lnTo>
                <a:lnTo>
                  <a:pt x="265593" y="197030"/>
                </a:lnTo>
                <a:lnTo>
                  <a:pt x="226703" y="197030"/>
                </a:lnTo>
                <a:cubicBezTo>
                  <a:pt x="195401" y="197030"/>
                  <a:pt x="172636" y="220843"/>
                  <a:pt x="172636" y="252275"/>
                </a:cubicBezTo>
                <a:cubicBezTo>
                  <a:pt x="172636" y="283708"/>
                  <a:pt x="196349" y="307520"/>
                  <a:pt x="226703" y="307520"/>
                </a:cubicBezTo>
                <a:cubicBezTo>
                  <a:pt x="257056" y="307520"/>
                  <a:pt x="280770" y="280850"/>
                  <a:pt x="280770" y="252275"/>
                </a:cubicBezTo>
                <a:lnTo>
                  <a:pt x="280770" y="9388"/>
                </a:lnTo>
                <a:cubicBezTo>
                  <a:pt x="280770" y="6530"/>
                  <a:pt x="279822" y="4625"/>
                  <a:pt x="276976" y="2720"/>
                </a:cubicBezTo>
                <a:close/>
                <a:moveTo>
                  <a:pt x="55016" y="353240"/>
                </a:moveTo>
                <a:cubicBezTo>
                  <a:pt x="33199" y="353240"/>
                  <a:pt x="16125" y="335143"/>
                  <a:pt x="16125" y="314188"/>
                </a:cubicBezTo>
                <a:cubicBezTo>
                  <a:pt x="16125" y="293233"/>
                  <a:pt x="33199" y="275135"/>
                  <a:pt x="55016" y="275135"/>
                </a:cubicBezTo>
                <a:lnTo>
                  <a:pt x="93906" y="275135"/>
                </a:lnTo>
                <a:lnTo>
                  <a:pt x="93906" y="282755"/>
                </a:lnTo>
                <a:lnTo>
                  <a:pt x="93906" y="282755"/>
                </a:lnTo>
                <a:lnTo>
                  <a:pt x="93906" y="314188"/>
                </a:lnTo>
                <a:cubicBezTo>
                  <a:pt x="93906" y="332285"/>
                  <a:pt x="76832" y="353240"/>
                  <a:pt x="55016" y="353240"/>
                </a:cubicBezTo>
                <a:close/>
                <a:moveTo>
                  <a:pt x="109083" y="120830"/>
                </a:moveTo>
                <a:lnTo>
                  <a:pt x="109083" y="84635"/>
                </a:lnTo>
                <a:lnTo>
                  <a:pt x="264645" y="20818"/>
                </a:lnTo>
                <a:lnTo>
                  <a:pt x="264645" y="57965"/>
                </a:lnTo>
                <a:lnTo>
                  <a:pt x="109083" y="120830"/>
                </a:lnTo>
                <a:close/>
                <a:moveTo>
                  <a:pt x="265593" y="251323"/>
                </a:moveTo>
                <a:cubicBezTo>
                  <a:pt x="265593" y="269420"/>
                  <a:pt x="248520" y="290375"/>
                  <a:pt x="226703" y="290375"/>
                </a:cubicBezTo>
                <a:cubicBezTo>
                  <a:pt x="204886" y="290375"/>
                  <a:pt x="187812" y="272278"/>
                  <a:pt x="187812" y="251323"/>
                </a:cubicBezTo>
                <a:cubicBezTo>
                  <a:pt x="187812" y="230368"/>
                  <a:pt x="204886" y="212270"/>
                  <a:pt x="226703" y="212270"/>
                </a:cubicBezTo>
                <a:lnTo>
                  <a:pt x="265593" y="212270"/>
                </a:lnTo>
                <a:lnTo>
                  <a:pt x="265593" y="236083"/>
                </a:lnTo>
                <a:lnTo>
                  <a:pt x="265593" y="236083"/>
                </a:lnTo>
                <a:lnTo>
                  <a:pt x="265593" y="251323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9" name="Graphic 127">
            <a:extLst>
              <a:ext uri="{FF2B5EF4-FFF2-40B4-BE49-F238E27FC236}">
                <a16:creationId xmlns:a16="http://schemas.microsoft.com/office/drawing/2014/main" id="{844DAB03-4319-13A1-341C-290464547AF1}"/>
              </a:ext>
            </a:extLst>
          </p:cNvPr>
          <p:cNvSpPr/>
          <p:nvPr/>
        </p:nvSpPr>
        <p:spPr>
          <a:xfrm>
            <a:off x="524798" y="2862132"/>
            <a:ext cx="467994" cy="462262"/>
          </a:xfrm>
          <a:custGeom>
            <a:avLst/>
            <a:gdLst>
              <a:gd name="connsiteX0" fmla="*/ 347169 w 348116"/>
              <a:gd name="connsiteY0" fmla="*/ 182880 h 343852"/>
              <a:gd name="connsiteX1" fmla="*/ 318712 w 348116"/>
              <a:gd name="connsiteY1" fmla="*/ 146685 h 343852"/>
              <a:gd name="connsiteX2" fmla="*/ 318712 w 348116"/>
              <a:gd name="connsiteY2" fmla="*/ 139065 h 343852"/>
              <a:gd name="connsiteX3" fmla="*/ 281719 w 348116"/>
              <a:gd name="connsiteY3" fmla="*/ 102870 h 343852"/>
              <a:gd name="connsiteX4" fmla="*/ 281719 w 348116"/>
              <a:gd name="connsiteY4" fmla="*/ 102870 h 343852"/>
              <a:gd name="connsiteX5" fmla="*/ 173584 w 348116"/>
              <a:gd name="connsiteY5" fmla="*/ 0 h 343852"/>
              <a:gd name="connsiteX6" fmla="*/ 65450 w 348116"/>
              <a:gd name="connsiteY6" fmla="*/ 102870 h 343852"/>
              <a:gd name="connsiteX7" fmla="*/ 65450 w 348116"/>
              <a:gd name="connsiteY7" fmla="*/ 102870 h 343852"/>
              <a:gd name="connsiteX8" fmla="*/ 28456 w 348116"/>
              <a:gd name="connsiteY8" fmla="*/ 139065 h 343852"/>
              <a:gd name="connsiteX9" fmla="*/ 28456 w 348116"/>
              <a:gd name="connsiteY9" fmla="*/ 146685 h 343852"/>
              <a:gd name="connsiteX10" fmla="*/ 0 w 348116"/>
              <a:gd name="connsiteY10" fmla="*/ 182880 h 343852"/>
              <a:gd name="connsiteX11" fmla="*/ 28456 w 348116"/>
              <a:gd name="connsiteY11" fmla="*/ 219075 h 343852"/>
              <a:gd name="connsiteX12" fmla="*/ 28456 w 348116"/>
              <a:gd name="connsiteY12" fmla="*/ 226695 h 343852"/>
              <a:gd name="connsiteX13" fmla="*/ 65450 w 348116"/>
              <a:gd name="connsiteY13" fmla="*/ 262890 h 343852"/>
              <a:gd name="connsiteX14" fmla="*/ 94855 w 348116"/>
              <a:gd name="connsiteY14" fmla="*/ 262890 h 343852"/>
              <a:gd name="connsiteX15" fmla="*/ 102443 w 348116"/>
              <a:gd name="connsiteY15" fmla="*/ 255270 h 343852"/>
              <a:gd name="connsiteX16" fmla="*/ 102443 w 348116"/>
              <a:gd name="connsiteY16" fmla="*/ 108585 h 343852"/>
              <a:gd name="connsiteX17" fmla="*/ 94855 w 348116"/>
              <a:gd name="connsiteY17" fmla="*/ 100965 h 343852"/>
              <a:gd name="connsiteX18" fmla="*/ 80627 w 348116"/>
              <a:gd name="connsiteY18" fmla="*/ 100965 h 343852"/>
              <a:gd name="connsiteX19" fmla="*/ 174533 w 348116"/>
              <a:gd name="connsiteY19" fmla="*/ 12382 h 343852"/>
              <a:gd name="connsiteX20" fmla="*/ 268439 w 348116"/>
              <a:gd name="connsiteY20" fmla="*/ 100965 h 343852"/>
              <a:gd name="connsiteX21" fmla="*/ 254211 w 348116"/>
              <a:gd name="connsiteY21" fmla="*/ 100965 h 343852"/>
              <a:gd name="connsiteX22" fmla="*/ 246622 w 348116"/>
              <a:gd name="connsiteY22" fmla="*/ 108585 h 343852"/>
              <a:gd name="connsiteX23" fmla="*/ 246622 w 348116"/>
              <a:gd name="connsiteY23" fmla="*/ 255270 h 343852"/>
              <a:gd name="connsiteX24" fmla="*/ 254211 w 348116"/>
              <a:gd name="connsiteY24" fmla="*/ 262890 h 343852"/>
              <a:gd name="connsiteX25" fmla="*/ 283616 w 348116"/>
              <a:gd name="connsiteY25" fmla="*/ 262890 h 343852"/>
              <a:gd name="connsiteX26" fmla="*/ 283616 w 348116"/>
              <a:gd name="connsiteY26" fmla="*/ 270510 h 343852"/>
              <a:gd name="connsiteX27" fmla="*/ 239983 w 348116"/>
              <a:gd name="connsiteY27" fmla="*/ 306705 h 343852"/>
              <a:gd name="connsiteX28" fmla="*/ 217217 w 348116"/>
              <a:gd name="connsiteY28" fmla="*/ 306705 h 343852"/>
              <a:gd name="connsiteX29" fmla="*/ 188761 w 348116"/>
              <a:gd name="connsiteY29" fmla="*/ 284798 h 343852"/>
              <a:gd name="connsiteX30" fmla="*/ 159356 w 348116"/>
              <a:gd name="connsiteY30" fmla="*/ 314325 h 343852"/>
              <a:gd name="connsiteX31" fmla="*/ 188761 w 348116"/>
              <a:gd name="connsiteY31" fmla="*/ 343853 h 343852"/>
              <a:gd name="connsiteX32" fmla="*/ 217217 w 348116"/>
              <a:gd name="connsiteY32" fmla="*/ 321945 h 343852"/>
              <a:gd name="connsiteX33" fmla="*/ 239983 w 348116"/>
              <a:gd name="connsiteY33" fmla="*/ 321945 h 343852"/>
              <a:gd name="connsiteX34" fmla="*/ 297844 w 348116"/>
              <a:gd name="connsiteY34" fmla="*/ 270510 h 343852"/>
              <a:gd name="connsiteX35" fmla="*/ 297844 w 348116"/>
              <a:gd name="connsiteY35" fmla="*/ 260033 h 343852"/>
              <a:gd name="connsiteX36" fmla="*/ 319661 w 348116"/>
              <a:gd name="connsiteY36" fmla="*/ 226695 h 343852"/>
              <a:gd name="connsiteX37" fmla="*/ 319661 w 348116"/>
              <a:gd name="connsiteY37" fmla="*/ 219075 h 343852"/>
              <a:gd name="connsiteX38" fmla="*/ 348117 w 348116"/>
              <a:gd name="connsiteY38" fmla="*/ 182880 h 343852"/>
              <a:gd name="connsiteX39" fmla="*/ 12331 w 348116"/>
              <a:gd name="connsiteY39" fmla="*/ 182880 h 343852"/>
              <a:gd name="connsiteX40" fmla="*/ 26559 w 348116"/>
              <a:gd name="connsiteY40" fmla="*/ 161925 h 343852"/>
              <a:gd name="connsiteX41" fmla="*/ 26559 w 348116"/>
              <a:gd name="connsiteY41" fmla="*/ 202883 h 343852"/>
              <a:gd name="connsiteX42" fmla="*/ 12331 w 348116"/>
              <a:gd name="connsiteY42" fmla="*/ 181927 h 343852"/>
              <a:gd name="connsiteX43" fmla="*/ 85369 w 348116"/>
              <a:gd name="connsiteY43" fmla="*/ 248602 h 343852"/>
              <a:gd name="connsiteX44" fmla="*/ 63553 w 348116"/>
              <a:gd name="connsiteY44" fmla="*/ 248602 h 343852"/>
              <a:gd name="connsiteX45" fmla="*/ 41736 w 348116"/>
              <a:gd name="connsiteY45" fmla="*/ 226695 h 343852"/>
              <a:gd name="connsiteX46" fmla="*/ 41736 w 348116"/>
              <a:gd name="connsiteY46" fmla="*/ 213360 h 343852"/>
              <a:gd name="connsiteX47" fmla="*/ 41736 w 348116"/>
              <a:gd name="connsiteY47" fmla="*/ 212408 h 343852"/>
              <a:gd name="connsiteX48" fmla="*/ 41736 w 348116"/>
              <a:gd name="connsiteY48" fmla="*/ 211455 h 343852"/>
              <a:gd name="connsiteX49" fmla="*/ 41736 w 348116"/>
              <a:gd name="connsiteY49" fmla="*/ 155258 h 343852"/>
              <a:gd name="connsiteX50" fmla="*/ 41736 w 348116"/>
              <a:gd name="connsiteY50" fmla="*/ 154305 h 343852"/>
              <a:gd name="connsiteX51" fmla="*/ 41736 w 348116"/>
              <a:gd name="connsiteY51" fmla="*/ 153352 h 343852"/>
              <a:gd name="connsiteX52" fmla="*/ 41736 w 348116"/>
              <a:gd name="connsiteY52" fmla="*/ 140017 h 343852"/>
              <a:gd name="connsiteX53" fmla="*/ 63553 w 348116"/>
              <a:gd name="connsiteY53" fmla="*/ 118110 h 343852"/>
              <a:gd name="connsiteX54" fmla="*/ 85369 w 348116"/>
              <a:gd name="connsiteY54" fmla="*/ 118110 h 343852"/>
              <a:gd name="connsiteX55" fmla="*/ 85369 w 348116"/>
              <a:gd name="connsiteY55" fmla="*/ 249555 h 343852"/>
              <a:gd name="connsiteX56" fmla="*/ 187812 w 348116"/>
              <a:gd name="connsiteY56" fmla="*/ 329565 h 343852"/>
              <a:gd name="connsiteX57" fmla="*/ 173584 w 348116"/>
              <a:gd name="connsiteY57" fmla="*/ 315278 h 343852"/>
              <a:gd name="connsiteX58" fmla="*/ 187812 w 348116"/>
              <a:gd name="connsiteY58" fmla="*/ 300990 h 343852"/>
              <a:gd name="connsiteX59" fmla="*/ 202041 w 348116"/>
              <a:gd name="connsiteY59" fmla="*/ 314325 h 343852"/>
              <a:gd name="connsiteX60" fmla="*/ 202041 w 348116"/>
              <a:gd name="connsiteY60" fmla="*/ 314325 h 343852"/>
              <a:gd name="connsiteX61" fmla="*/ 202041 w 348116"/>
              <a:gd name="connsiteY61" fmla="*/ 314325 h 343852"/>
              <a:gd name="connsiteX62" fmla="*/ 187812 w 348116"/>
              <a:gd name="connsiteY62" fmla="*/ 328613 h 343852"/>
              <a:gd name="connsiteX63" fmla="*/ 281719 w 348116"/>
              <a:gd name="connsiteY63" fmla="*/ 248602 h 343852"/>
              <a:gd name="connsiteX64" fmla="*/ 259902 w 348116"/>
              <a:gd name="connsiteY64" fmla="*/ 248602 h 343852"/>
              <a:gd name="connsiteX65" fmla="*/ 259902 w 348116"/>
              <a:gd name="connsiteY65" fmla="*/ 117158 h 343852"/>
              <a:gd name="connsiteX66" fmla="*/ 281719 w 348116"/>
              <a:gd name="connsiteY66" fmla="*/ 117158 h 343852"/>
              <a:gd name="connsiteX67" fmla="*/ 303535 w 348116"/>
              <a:gd name="connsiteY67" fmla="*/ 139065 h 343852"/>
              <a:gd name="connsiteX68" fmla="*/ 303535 w 348116"/>
              <a:gd name="connsiteY68" fmla="*/ 152400 h 343852"/>
              <a:gd name="connsiteX69" fmla="*/ 303535 w 348116"/>
              <a:gd name="connsiteY69" fmla="*/ 152400 h 343852"/>
              <a:gd name="connsiteX70" fmla="*/ 303535 w 348116"/>
              <a:gd name="connsiteY70" fmla="*/ 152400 h 343852"/>
              <a:gd name="connsiteX71" fmla="*/ 303535 w 348116"/>
              <a:gd name="connsiteY71" fmla="*/ 209550 h 343852"/>
              <a:gd name="connsiteX72" fmla="*/ 303535 w 348116"/>
              <a:gd name="connsiteY72" fmla="*/ 209550 h 343852"/>
              <a:gd name="connsiteX73" fmla="*/ 303535 w 348116"/>
              <a:gd name="connsiteY73" fmla="*/ 209550 h 343852"/>
              <a:gd name="connsiteX74" fmla="*/ 303535 w 348116"/>
              <a:gd name="connsiteY74" fmla="*/ 222885 h 343852"/>
              <a:gd name="connsiteX75" fmla="*/ 281719 w 348116"/>
              <a:gd name="connsiteY75" fmla="*/ 244792 h 343852"/>
              <a:gd name="connsiteX76" fmla="*/ 318712 w 348116"/>
              <a:gd name="connsiteY76" fmla="*/ 202883 h 343852"/>
              <a:gd name="connsiteX77" fmla="*/ 318712 w 348116"/>
              <a:gd name="connsiteY77" fmla="*/ 161925 h 343852"/>
              <a:gd name="connsiteX78" fmla="*/ 332940 w 348116"/>
              <a:gd name="connsiteY78" fmla="*/ 182880 h 343852"/>
              <a:gd name="connsiteX79" fmla="*/ 318712 w 348116"/>
              <a:gd name="connsiteY79" fmla="*/ 203835 h 343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48116" h="343852">
                <a:moveTo>
                  <a:pt x="347169" y="182880"/>
                </a:moveTo>
                <a:cubicBezTo>
                  <a:pt x="347169" y="164783"/>
                  <a:pt x="334837" y="150495"/>
                  <a:pt x="318712" y="146685"/>
                </a:cubicBezTo>
                <a:lnTo>
                  <a:pt x="318712" y="139065"/>
                </a:lnTo>
                <a:cubicBezTo>
                  <a:pt x="318712" y="118110"/>
                  <a:pt x="302587" y="102870"/>
                  <a:pt x="281719" y="102870"/>
                </a:cubicBezTo>
                <a:lnTo>
                  <a:pt x="281719" y="102870"/>
                </a:lnTo>
                <a:cubicBezTo>
                  <a:pt x="277925" y="44767"/>
                  <a:pt x="231446" y="0"/>
                  <a:pt x="173584" y="0"/>
                </a:cubicBezTo>
                <a:cubicBezTo>
                  <a:pt x="115723" y="0"/>
                  <a:pt x="69244" y="45720"/>
                  <a:pt x="65450" y="102870"/>
                </a:cubicBezTo>
                <a:lnTo>
                  <a:pt x="65450" y="102870"/>
                </a:lnTo>
                <a:cubicBezTo>
                  <a:pt x="45530" y="102870"/>
                  <a:pt x="28456" y="119063"/>
                  <a:pt x="28456" y="139065"/>
                </a:cubicBezTo>
                <a:lnTo>
                  <a:pt x="28456" y="146685"/>
                </a:lnTo>
                <a:cubicBezTo>
                  <a:pt x="12331" y="150495"/>
                  <a:pt x="0" y="164783"/>
                  <a:pt x="0" y="182880"/>
                </a:cubicBezTo>
                <a:cubicBezTo>
                  <a:pt x="0" y="200977"/>
                  <a:pt x="12331" y="215265"/>
                  <a:pt x="28456" y="219075"/>
                </a:cubicBezTo>
                <a:lnTo>
                  <a:pt x="28456" y="226695"/>
                </a:lnTo>
                <a:cubicBezTo>
                  <a:pt x="28456" y="245745"/>
                  <a:pt x="45530" y="262890"/>
                  <a:pt x="65450" y="262890"/>
                </a:cubicBezTo>
                <a:lnTo>
                  <a:pt x="94855" y="262890"/>
                </a:lnTo>
                <a:cubicBezTo>
                  <a:pt x="99598" y="262890"/>
                  <a:pt x="102443" y="259080"/>
                  <a:pt x="102443" y="255270"/>
                </a:cubicBezTo>
                <a:lnTo>
                  <a:pt x="102443" y="108585"/>
                </a:lnTo>
                <a:cubicBezTo>
                  <a:pt x="102443" y="103823"/>
                  <a:pt x="99598" y="100965"/>
                  <a:pt x="94855" y="100965"/>
                </a:cubicBezTo>
                <a:lnTo>
                  <a:pt x="80627" y="100965"/>
                </a:lnTo>
                <a:cubicBezTo>
                  <a:pt x="84421" y="51435"/>
                  <a:pt x="125208" y="12382"/>
                  <a:pt x="174533" y="12382"/>
                </a:cubicBezTo>
                <a:cubicBezTo>
                  <a:pt x="223857" y="12382"/>
                  <a:pt x="264645" y="51435"/>
                  <a:pt x="268439" y="100965"/>
                </a:cubicBezTo>
                <a:lnTo>
                  <a:pt x="254211" y="100965"/>
                </a:lnTo>
                <a:cubicBezTo>
                  <a:pt x="250417" y="100965"/>
                  <a:pt x="246622" y="103823"/>
                  <a:pt x="246622" y="108585"/>
                </a:cubicBezTo>
                <a:lnTo>
                  <a:pt x="246622" y="255270"/>
                </a:lnTo>
                <a:cubicBezTo>
                  <a:pt x="246622" y="259080"/>
                  <a:pt x="250417" y="262890"/>
                  <a:pt x="254211" y="262890"/>
                </a:cubicBezTo>
                <a:lnTo>
                  <a:pt x="283616" y="262890"/>
                </a:lnTo>
                <a:lnTo>
                  <a:pt x="283616" y="270510"/>
                </a:lnTo>
                <a:cubicBezTo>
                  <a:pt x="283616" y="297180"/>
                  <a:pt x="260851" y="306705"/>
                  <a:pt x="239983" y="306705"/>
                </a:cubicBezTo>
                <a:lnTo>
                  <a:pt x="217217" y="306705"/>
                </a:lnTo>
                <a:cubicBezTo>
                  <a:pt x="214372" y="293370"/>
                  <a:pt x="202041" y="284798"/>
                  <a:pt x="188761" y="284798"/>
                </a:cubicBezTo>
                <a:cubicBezTo>
                  <a:pt x="175481" y="284798"/>
                  <a:pt x="159356" y="297180"/>
                  <a:pt x="159356" y="314325"/>
                </a:cubicBezTo>
                <a:cubicBezTo>
                  <a:pt x="159356" y="331470"/>
                  <a:pt x="172636" y="343853"/>
                  <a:pt x="188761" y="343853"/>
                </a:cubicBezTo>
                <a:cubicBezTo>
                  <a:pt x="204886" y="343853"/>
                  <a:pt x="213423" y="334328"/>
                  <a:pt x="217217" y="321945"/>
                </a:cubicBezTo>
                <a:lnTo>
                  <a:pt x="239983" y="321945"/>
                </a:lnTo>
                <a:cubicBezTo>
                  <a:pt x="275079" y="321945"/>
                  <a:pt x="297844" y="300990"/>
                  <a:pt x="297844" y="270510"/>
                </a:cubicBezTo>
                <a:lnTo>
                  <a:pt x="297844" y="260033"/>
                </a:lnTo>
                <a:cubicBezTo>
                  <a:pt x="311124" y="254317"/>
                  <a:pt x="319661" y="240983"/>
                  <a:pt x="319661" y="226695"/>
                </a:cubicBezTo>
                <a:lnTo>
                  <a:pt x="319661" y="219075"/>
                </a:lnTo>
                <a:cubicBezTo>
                  <a:pt x="336734" y="215265"/>
                  <a:pt x="348117" y="200025"/>
                  <a:pt x="348117" y="182880"/>
                </a:cubicBezTo>
                <a:close/>
                <a:moveTo>
                  <a:pt x="12331" y="182880"/>
                </a:moveTo>
                <a:cubicBezTo>
                  <a:pt x="12331" y="173355"/>
                  <a:pt x="18022" y="165735"/>
                  <a:pt x="26559" y="161925"/>
                </a:cubicBezTo>
                <a:lnTo>
                  <a:pt x="26559" y="202883"/>
                </a:lnTo>
                <a:cubicBezTo>
                  <a:pt x="18022" y="200025"/>
                  <a:pt x="12331" y="191452"/>
                  <a:pt x="12331" y="181927"/>
                </a:cubicBezTo>
                <a:close/>
                <a:moveTo>
                  <a:pt x="85369" y="248602"/>
                </a:moveTo>
                <a:lnTo>
                  <a:pt x="63553" y="248602"/>
                </a:lnTo>
                <a:cubicBezTo>
                  <a:pt x="51222" y="248602"/>
                  <a:pt x="41736" y="239077"/>
                  <a:pt x="41736" y="226695"/>
                </a:cubicBezTo>
                <a:lnTo>
                  <a:pt x="41736" y="213360"/>
                </a:lnTo>
                <a:cubicBezTo>
                  <a:pt x="41736" y="213360"/>
                  <a:pt x="41736" y="213360"/>
                  <a:pt x="41736" y="212408"/>
                </a:cubicBezTo>
                <a:cubicBezTo>
                  <a:pt x="41736" y="211455"/>
                  <a:pt x="41736" y="212408"/>
                  <a:pt x="41736" y="211455"/>
                </a:cubicBezTo>
                <a:lnTo>
                  <a:pt x="41736" y="155258"/>
                </a:lnTo>
                <a:cubicBezTo>
                  <a:pt x="41736" y="155258"/>
                  <a:pt x="41736" y="155258"/>
                  <a:pt x="41736" y="154305"/>
                </a:cubicBezTo>
                <a:cubicBezTo>
                  <a:pt x="41736" y="153352"/>
                  <a:pt x="41736" y="154305"/>
                  <a:pt x="41736" y="153352"/>
                </a:cubicBezTo>
                <a:lnTo>
                  <a:pt x="41736" y="140017"/>
                </a:lnTo>
                <a:cubicBezTo>
                  <a:pt x="41736" y="127635"/>
                  <a:pt x="51222" y="118110"/>
                  <a:pt x="63553" y="118110"/>
                </a:cubicBezTo>
                <a:lnTo>
                  <a:pt x="85369" y="118110"/>
                </a:lnTo>
                <a:lnTo>
                  <a:pt x="85369" y="249555"/>
                </a:lnTo>
                <a:close/>
                <a:moveTo>
                  <a:pt x="187812" y="329565"/>
                </a:moveTo>
                <a:cubicBezTo>
                  <a:pt x="180224" y="329565"/>
                  <a:pt x="173584" y="321945"/>
                  <a:pt x="173584" y="315278"/>
                </a:cubicBezTo>
                <a:cubicBezTo>
                  <a:pt x="173584" y="308610"/>
                  <a:pt x="181173" y="300990"/>
                  <a:pt x="187812" y="300990"/>
                </a:cubicBezTo>
                <a:cubicBezTo>
                  <a:pt x="194452" y="300990"/>
                  <a:pt x="202041" y="30670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21945"/>
                  <a:pt x="195401" y="328613"/>
                  <a:pt x="187812" y="328613"/>
                </a:cubicBezTo>
                <a:close/>
                <a:moveTo>
                  <a:pt x="281719" y="248602"/>
                </a:moveTo>
                <a:lnTo>
                  <a:pt x="259902" y="248602"/>
                </a:lnTo>
                <a:lnTo>
                  <a:pt x="259902" y="117158"/>
                </a:lnTo>
                <a:lnTo>
                  <a:pt x="281719" y="117158"/>
                </a:lnTo>
                <a:cubicBezTo>
                  <a:pt x="294050" y="117158"/>
                  <a:pt x="303535" y="126683"/>
                  <a:pt x="303535" y="139065"/>
                </a:cubicBezTo>
                <a:lnTo>
                  <a:pt x="303535" y="152400"/>
                </a:lnTo>
                <a:cubicBezTo>
                  <a:pt x="303535" y="152400"/>
                  <a:pt x="303535" y="152400"/>
                  <a:pt x="303535" y="152400"/>
                </a:cubicBezTo>
                <a:cubicBezTo>
                  <a:pt x="303535" y="152400"/>
                  <a:pt x="303535" y="152400"/>
                  <a:pt x="303535" y="152400"/>
                </a:cubicBezTo>
                <a:lnTo>
                  <a:pt x="303535" y="209550"/>
                </a:lnTo>
                <a:cubicBezTo>
                  <a:pt x="303535" y="209550"/>
                  <a:pt x="303535" y="209550"/>
                  <a:pt x="303535" y="209550"/>
                </a:cubicBezTo>
                <a:cubicBezTo>
                  <a:pt x="303535" y="209550"/>
                  <a:pt x="303535" y="209550"/>
                  <a:pt x="303535" y="209550"/>
                </a:cubicBezTo>
                <a:lnTo>
                  <a:pt x="303535" y="222885"/>
                </a:lnTo>
                <a:cubicBezTo>
                  <a:pt x="303535" y="235267"/>
                  <a:pt x="294050" y="244792"/>
                  <a:pt x="281719" y="244792"/>
                </a:cubicBezTo>
                <a:close/>
                <a:moveTo>
                  <a:pt x="318712" y="202883"/>
                </a:moveTo>
                <a:lnTo>
                  <a:pt x="318712" y="161925"/>
                </a:lnTo>
                <a:cubicBezTo>
                  <a:pt x="327249" y="164783"/>
                  <a:pt x="332940" y="173355"/>
                  <a:pt x="332940" y="182880"/>
                </a:cubicBezTo>
                <a:cubicBezTo>
                  <a:pt x="332940" y="192405"/>
                  <a:pt x="327249" y="200025"/>
                  <a:pt x="318712" y="20383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27">
            <a:extLst>
              <a:ext uri="{FF2B5EF4-FFF2-40B4-BE49-F238E27FC236}">
                <a16:creationId xmlns:a16="http://schemas.microsoft.com/office/drawing/2014/main" id="{BE76E0B8-BAE4-127F-3DAC-5A98093A8995}"/>
              </a:ext>
            </a:extLst>
          </p:cNvPr>
          <p:cNvSpPr/>
          <p:nvPr/>
        </p:nvSpPr>
        <p:spPr>
          <a:xfrm>
            <a:off x="1318548" y="2862132"/>
            <a:ext cx="467994" cy="462262"/>
          </a:xfrm>
          <a:custGeom>
            <a:avLst/>
            <a:gdLst>
              <a:gd name="connsiteX0" fmla="*/ 347169 w 348116"/>
              <a:gd name="connsiteY0" fmla="*/ 182880 h 343852"/>
              <a:gd name="connsiteX1" fmla="*/ 318712 w 348116"/>
              <a:gd name="connsiteY1" fmla="*/ 146685 h 343852"/>
              <a:gd name="connsiteX2" fmla="*/ 318712 w 348116"/>
              <a:gd name="connsiteY2" fmla="*/ 139065 h 343852"/>
              <a:gd name="connsiteX3" fmla="*/ 281719 w 348116"/>
              <a:gd name="connsiteY3" fmla="*/ 102870 h 343852"/>
              <a:gd name="connsiteX4" fmla="*/ 281719 w 348116"/>
              <a:gd name="connsiteY4" fmla="*/ 102870 h 343852"/>
              <a:gd name="connsiteX5" fmla="*/ 173584 w 348116"/>
              <a:gd name="connsiteY5" fmla="*/ 0 h 343852"/>
              <a:gd name="connsiteX6" fmla="*/ 65450 w 348116"/>
              <a:gd name="connsiteY6" fmla="*/ 102870 h 343852"/>
              <a:gd name="connsiteX7" fmla="*/ 65450 w 348116"/>
              <a:gd name="connsiteY7" fmla="*/ 102870 h 343852"/>
              <a:gd name="connsiteX8" fmla="*/ 28456 w 348116"/>
              <a:gd name="connsiteY8" fmla="*/ 139065 h 343852"/>
              <a:gd name="connsiteX9" fmla="*/ 28456 w 348116"/>
              <a:gd name="connsiteY9" fmla="*/ 146685 h 343852"/>
              <a:gd name="connsiteX10" fmla="*/ 0 w 348116"/>
              <a:gd name="connsiteY10" fmla="*/ 182880 h 343852"/>
              <a:gd name="connsiteX11" fmla="*/ 28456 w 348116"/>
              <a:gd name="connsiteY11" fmla="*/ 219075 h 343852"/>
              <a:gd name="connsiteX12" fmla="*/ 28456 w 348116"/>
              <a:gd name="connsiteY12" fmla="*/ 226695 h 343852"/>
              <a:gd name="connsiteX13" fmla="*/ 65450 w 348116"/>
              <a:gd name="connsiteY13" fmla="*/ 262890 h 343852"/>
              <a:gd name="connsiteX14" fmla="*/ 94855 w 348116"/>
              <a:gd name="connsiteY14" fmla="*/ 262890 h 343852"/>
              <a:gd name="connsiteX15" fmla="*/ 102443 w 348116"/>
              <a:gd name="connsiteY15" fmla="*/ 255270 h 343852"/>
              <a:gd name="connsiteX16" fmla="*/ 102443 w 348116"/>
              <a:gd name="connsiteY16" fmla="*/ 108585 h 343852"/>
              <a:gd name="connsiteX17" fmla="*/ 94855 w 348116"/>
              <a:gd name="connsiteY17" fmla="*/ 100965 h 343852"/>
              <a:gd name="connsiteX18" fmla="*/ 80627 w 348116"/>
              <a:gd name="connsiteY18" fmla="*/ 100965 h 343852"/>
              <a:gd name="connsiteX19" fmla="*/ 174533 w 348116"/>
              <a:gd name="connsiteY19" fmla="*/ 12382 h 343852"/>
              <a:gd name="connsiteX20" fmla="*/ 268439 w 348116"/>
              <a:gd name="connsiteY20" fmla="*/ 100965 h 343852"/>
              <a:gd name="connsiteX21" fmla="*/ 254211 w 348116"/>
              <a:gd name="connsiteY21" fmla="*/ 100965 h 343852"/>
              <a:gd name="connsiteX22" fmla="*/ 246622 w 348116"/>
              <a:gd name="connsiteY22" fmla="*/ 108585 h 343852"/>
              <a:gd name="connsiteX23" fmla="*/ 246622 w 348116"/>
              <a:gd name="connsiteY23" fmla="*/ 255270 h 343852"/>
              <a:gd name="connsiteX24" fmla="*/ 254211 w 348116"/>
              <a:gd name="connsiteY24" fmla="*/ 262890 h 343852"/>
              <a:gd name="connsiteX25" fmla="*/ 283616 w 348116"/>
              <a:gd name="connsiteY25" fmla="*/ 262890 h 343852"/>
              <a:gd name="connsiteX26" fmla="*/ 283616 w 348116"/>
              <a:gd name="connsiteY26" fmla="*/ 270510 h 343852"/>
              <a:gd name="connsiteX27" fmla="*/ 239983 w 348116"/>
              <a:gd name="connsiteY27" fmla="*/ 306705 h 343852"/>
              <a:gd name="connsiteX28" fmla="*/ 217217 w 348116"/>
              <a:gd name="connsiteY28" fmla="*/ 306705 h 343852"/>
              <a:gd name="connsiteX29" fmla="*/ 188761 w 348116"/>
              <a:gd name="connsiteY29" fmla="*/ 284798 h 343852"/>
              <a:gd name="connsiteX30" fmla="*/ 159356 w 348116"/>
              <a:gd name="connsiteY30" fmla="*/ 314325 h 343852"/>
              <a:gd name="connsiteX31" fmla="*/ 188761 w 348116"/>
              <a:gd name="connsiteY31" fmla="*/ 343853 h 343852"/>
              <a:gd name="connsiteX32" fmla="*/ 217217 w 348116"/>
              <a:gd name="connsiteY32" fmla="*/ 321945 h 343852"/>
              <a:gd name="connsiteX33" fmla="*/ 239983 w 348116"/>
              <a:gd name="connsiteY33" fmla="*/ 321945 h 343852"/>
              <a:gd name="connsiteX34" fmla="*/ 297844 w 348116"/>
              <a:gd name="connsiteY34" fmla="*/ 270510 h 343852"/>
              <a:gd name="connsiteX35" fmla="*/ 297844 w 348116"/>
              <a:gd name="connsiteY35" fmla="*/ 260033 h 343852"/>
              <a:gd name="connsiteX36" fmla="*/ 319661 w 348116"/>
              <a:gd name="connsiteY36" fmla="*/ 226695 h 343852"/>
              <a:gd name="connsiteX37" fmla="*/ 319661 w 348116"/>
              <a:gd name="connsiteY37" fmla="*/ 219075 h 343852"/>
              <a:gd name="connsiteX38" fmla="*/ 348117 w 348116"/>
              <a:gd name="connsiteY38" fmla="*/ 182880 h 343852"/>
              <a:gd name="connsiteX39" fmla="*/ 12331 w 348116"/>
              <a:gd name="connsiteY39" fmla="*/ 182880 h 343852"/>
              <a:gd name="connsiteX40" fmla="*/ 26559 w 348116"/>
              <a:gd name="connsiteY40" fmla="*/ 161925 h 343852"/>
              <a:gd name="connsiteX41" fmla="*/ 26559 w 348116"/>
              <a:gd name="connsiteY41" fmla="*/ 202883 h 343852"/>
              <a:gd name="connsiteX42" fmla="*/ 12331 w 348116"/>
              <a:gd name="connsiteY42" fmla="*/ 181927 h 343852"/>
              <a:gd name="connsiteX43" fmla="*/ 85369 w 348116"/>
              <a:gd name="connsiteY43" fmla="*/ 248602 h 343852"/>
              <a:gd name="connsiteX44" fmla="*/ 63553 w 348116"/>
              <a:gd name="connsiteY44" fmla="*/ 248602 h 343852"/>
              <a:gd name="connsiteX45" fmla="*/ 41736 w 348116"/>
              <a:gd name="connsiteY45" fmla="*/ 226695 h 343852"/>
              <a:gd name="connsiteX46" fmla="*/ 41736 w 348116"/>
              <a:gd name="connsiteY46" fmla="*/ 213360 h 343852"/>
              <a:gd name="connsiteX47" fmla="*/ 41736 w 348116"/>
              <a:gd name="connsiteY47" fmla="*/ 212408 h 343852"/>
              <a:gd name="connsiteX48" fmla="*/ 41736 w 348116"/>
              <a:gd name="connsiteY48" fmla="*/ 211455 h 343852"/>
              <a:gd name="connsiteX49" fmla="*/ 41736 w 348116"/>
              <a:gd name="connsiteY49" fmla="*/ 155258 h 343852"/>
              <a:gd name="connsiteX50" fmla="*/ 41736 w 348116"/>
              <a:gd name="connsiteY50" fmla="*/ 154305 h 343852"/>
              <a:gd name="connsiteX51" fmla="*/ 41736 w 348116"/>
              <a:gd name="connsiteY51" fmla="*/ 153352 h 343852"/>
              <a:gd name="connsiteX52" fmla="*/ 41736 w 348116"/>
              <a:gd name="connsiteY52" fmla="*/ 140017 h 343852"/>
              <a:gd name="connsiteX53" fmla="*/ 63553 w 348116"/>
              <a:gd name="connsiteY53" fmla="*/ 118110 h 343852"/>
              <a:gd name="connsiteX54" fmla="*/ 85369 w 348116"/>
              <a:gd name="connsiteY54" fmla="*/ 118110 h 343852"/>
              <a:gd name="connsiteX55" fmla="*/ 85369 w 348116"/>
              <a:gd name="connsiteY55" fmla="*/ 249555 h 343852"/>
              <a:gd name="connsiteX56" fmla="*/ 187812 w 348116"/>
              <a:gd name="connsiteY56" fmla="*/ 329565 h 343852"/>
              <a:gd name="connsiteX57" fmla="*/ 173584 w 348116"/>
              <a:gd name="connsiteY57" fmla="*/ 315278 h 343852"/>
              <a:gd name="connsiteX58" fmla="*/ 187812 w 348116"/>
              <a:gd name="connsiteY58" fmla="*/ 300990 h 343852"/>
              <a:gd name="connsiteX59" fmla="*/ 202041 w 348116"/>
              <a:gd name="connsiteY59" fmla="*/ 314325 h 343852"/>
              <a:gd name="connsiteX60" fmla="*/ 202041 w 348116"/>
              <a:gd name="connsiteY60" fmla="*/ 314325 h 343852"/>
              <a:gd name="connsiteX61" fmla="*/ 202041 w 348116"/>
              <a:gd name="connsiteY61" fmla="*/ 314325 h 343852"/>
              <a:gd name="connsiteX62" fmla="*/ 187812 w 348116"/>
              <a:gd name="connsiteY62" fmla="*/ 328613 h 343852"/>
              <a:gd name="connsiteX63" fmla="*/ 281719 w 348116"/>
              <a:gd name="connsiteY63" fmla="*/ 248602 h 343852"/>
              <a:gd name="connsiteX64" fmla="*/ 259902 w 348116"/>
              <a:gd name="connsiteY64" fmla="*/ 248602 h 343852"/>
              <a:gd name="connsiteX65" fmla="*/ 259902 w 348116"/>
              <a:gd name="connsiteY65" fmla="*/ 117158 h 343852"/>
              <a:gd name="connsiteX66" fmla="*/ 281719 w 348116"/>
              <a:gd name="connsiteY66" fmla="*/ 117158 h 343852"/>
              <a:gd name="connsiteX67" fmla="*/ 303535 w 348116"/>
              <a:gd name="connsiteY67" fmla="*/ 139065 h 343852"/>
              <a:gd name="connsiteX68" fmla="*/ 303535 w 348116"/>
              <a:gd name="connsiteY68" fmla="*/ 152400 h 343852"/>
              <a:gd name="connsiteX69" fmla="*/ 303535 w 348116"/>
              <a:gd name="connsiteY69" fmla="*/ 152400 h 343852"/>
              <a:gd name="connsiteX70" fmla="*/ 303535 w 348116"/>
              <a:gd name="connsiteY70" fmla="*/ 152400 h 343852"/>
              <a:gd name="connsiteX71" fmla="*/ 303535 w 348116"/>
              <a:gd name="connsiteY71" fmla="*/ 209550 h 343852"/>
              <a:gd name="connsiteX72" fmla="*/ 303535 w 348116"/>
              <a:gd name="connsiteY72" fmla="*/ 209550 h 343852"/>
              <a:gd name="connsiteX73" fmla="*/ 303535 w 348116"/>
              <a:gd name="connsiteY73" fmla="*/ 209550 h 343852"/>
              <a:gd name="connsiteX74" fmla="*/ 303535 w 348116"/>
              <a:gd name="connsiteY74" fmla="*/ 222885 h 343852"/>
              <a:gd name="connsiteX75" fmla="*/ 281719 w 348116"/>
              <a:gd name="connsiteY75" fmla="*/ 244792 h 343852"/>
              <a:gd name="connsiteX76" fmla="*/ 318712 w 348116"/>
              <a:gd name="connsiteY76" fmla="*/ 202883 h 343852"/>
              <a:gd name="connsiteX77" fmla="*/ 318712 w 348116"/>
              <a:gd name="connsiteY77" fmla="*/ 161925 h 343852"/>
              <a:gd name="connsiteX78" fmla="*/ 332940 w 348116"/>
              <a:gd name="connsiteY78" fmla="*/ 182880 h 343852"/>
              <a:gd name="connsiteX79" fmla="*/ 318712 w 348116"/>
              <a:gd name="connsiteY79" fmla="*/ 203835 h 343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48116" h="343852">
                <a:moveTo>
                  <a:pt x="347169" y="182880"/>
                </a:moveTo>
                <a:cubicBezTo>
                  <a:pt x="347169" y="164783"/>
                  <a:pt x="334837" y="150495"/>
                  <a:pt x="318712" y="146685"/>
                </a:cubicBezTo>
                <a:lnTo>
                  <a:pt x="318712" y="139065"/>
                </a:lnTo>
                <a:cubicBezTo>
                  <a:pt x="318712" y="118110"/>
                  <a:pt x="302587" y="102870"/>
                  <a:pt x="281719" y="102870"/>
                </a:cubicBezTo>
                <a:lnTo>
                  <a:pt x="281719" y="102870"/>
                </a:lnTo>
                <a:cubicBezTo>
                  <a:pt x="277925" y="44767"/>
                  <a:pt x="231446" y="0"/>
                  <a:pt x="173584" y="0"/>
                </a:cubicBezTo>
                <a:cubicBezTo>
                  <a:pt x="115723" y="0"/>
                  <a:pt x="69244" y="45720"/>
                  <a:pt x="65450" y="102870"/>
                </a:cubicBezTo>
                <a:lnTo>
                  <a:pt x="65450" y="102870"/>
                </a:lnTo>
                <a:cubicBezTo>
                  <a:pt x="45530" y="102870"/>
                  <a:pt x="28456" y="119063"/>
                  <a:pt x="28456" y="139065"/>
                </a:cubicBezTo>
                <a:lnTo>
                  <a:pt x="28456" y="146685"/>
                </a:lnTo>
                <a:cubicBezTo>
                  <a:pt x="12331" y="150495"/>
                  <a:pt x="0" y="164783"/>
                  <a:pt x="0" y="182880"/>
                </a:cubicBezTo>
                <a:cubicBezTo>
                  <a:pt x="0" y="200977"/>
                  <a:pt x="12331" y="215265"/>
                  <a:pt x="28456" y="219075"/>
                </a:cubicBezTo>
                <a:lnTo>
                  <a:pt x="28456" y="226695"/>
                </a:lnTo>
                <a:cubicBezTo>
                  <a:pt x="28456" y="245745"/>
                  <a:pt x="45530" y="262890"/>
                  <a:pt x="65450" y="262890"/>
                </a:cubicBezTo>
                <a:lnTo>
                  <a:pt x="94855" y="262890"/>
                </a:lnTo>
                <a:cubicBezTo>
                  <a:pt x="99598" y="262890"/>
                  <a:pt x="102443" y="259080"/>
                  <a:pt x="102443" y="255270"/>
                </a:cubicBezTo>
                <a:lnTo>
                  <a:pt x="102443" y="108585"/>
                </a:lnTo>
                <a:cubicBezTo>
                  <a:pt x="102443" y="103823"/>
                  <a:pt x="99598" y="100965"/>
                  <a:pt x="94855" y="100965"/>
                </a:cubicBezTo>
                <a:lnTo>
                  <a:pt x="80627" y="100965"/>
                </a:lnTo>
                <a:cubicBezTo>
                  <a:pt x="84421" y="51435"/>
                  <a:pt x="125208" y="12382"/>
                  <a:pt x="174533" y="12382"/>
                </a:cubicBezTo>
                <a:cubicBezTo>
                  <a:pt x="223857" y="12382"/>
                  <a:pt x="264645" y="51435"/>
                  <a:pt x="268439" y="100965"/>
                </a:cubicBezTo>
                <a:lnTo>
                  <a:pt x="254211" y="100965"/>
                </a:lnTo>
                <a:cubicBezTo>
                  <a:pt x="250417" y="100965"/>
                  <a:pt x="246622" y="103823"/>
                  <a:pt x="246622" y="108585"/>
                </a:cubicBezTo>
                <a:lnTo>
                  <a:pt x="246622" y="255270"/>
                </a:lnTo>
                <a:cubicBezTo>
                  <a:pt x="246622" y="259080"/>
                  <a:pt x="250417" y="262890"/>
                  <a:pt x="254211" y="262890"/>
                </a:cubicBezTo>
                <a:lnTo>
                  <a:pt x="283616" y="262890"/>
                </a:lnTo>
                <a:lnTo>
                  <a:pt x="283616" y="270510"/>
                </a:lnTo>
                <a:cubicBezTo>
                  <a:pt x="283616" y="297180"/>
                  <a:pt x="260851" y="306705"/>
                  <a:pt x="239983" y="306705"/>
                </a:cubicBezTo>
                <a:lnTo>
                  <a:pt x="217217" y="306705"/>
                </a:lnTo>
                <a:cubicBezTo>
                  <a:pt x="214372" y="293370"/>
                  <a:pt x="202041" y="284798"/>
                  <a:pt x="188761" y="284798"/>
                </a:cubicBezTo>
                <a:cubicBezTo>
                  <a:pt x="175481" y="284798"/>
                  <a:pt x="159356" y="297180"/>
                  <a:pt x="159356" y="314325"/>
                </a:cubicBezTo>
                <a:cubicBezTo>
                  <a:pt x="159356" y="331470"/>
                  <a:pt x="172636" y="343853"/>
                  <a:pt x="188761" y="343853"/>
                </a:cubicBezTo>
                <a:cubicBezTo>
                  <a:pt x="204886" y="343853"/>
                  <a:pt x="213423" y="334328"/>
                  <a:pt x="217217" y="321945"/>
                </a:cubicBezTo>
                <a:lnTo>
                  <a:pt x="239983" y="321945"/>
                </a:lnTo>
                <a:cubicBezTo>
                  <a:pt x="275079" y="321945"/>
                  <a:pt x="297844" y="300990"/>
                  <a:pt x="297844" y="270510"/>
                </a:cubicBezTo>
                <a:lnTo>
                  <a:pt x="297844" y="260033"/>
                </a:lnTo>
                <a:cubicBezTo>
                  <a:pt x="311124" y="254317"/>
                  <a:pt x="319661" y="240983"/>
                  <a:pt x="319661" y="226695"/>
                </a:cubicBezTo>
                <a:lnTo>
                  <a:pt x="319661" y="219075"/>
                </a:lnTo>
                <a:cubicBezTo>
                  <a:pt x="336734" y="215265"/>
                  <a:pt x="348117" y="200025"/>
                  <a:pt x="348117" y="182880"/>
                </a:cubicBezTo>
                <a:close/>
                <a:moveTo>
                  <a:pt x="12331" y="182880"/>
                </a:moveTo>
                <a:cubicBezTo>
                  <a:pt x="12331" y="173355"/>
                  <a:pt x="18022" y="165735"/>
                  <a:pt x="26559" y="161925"/>
                </a:cubicBezTo>
                <a:lnTo>
                  <a:pt x="26559" y="202883"/>
                </a:lnTo>
                <a:cubicBezTo>
                  <a:pt x="18022" y="200025"/>
                  <a:pt x="12331" y="191452"/>
                  <a:pt x="12331" y="181927"/>
                </a:cubicBezTo>
                <a:close/>
                <a:moveTo>
                  <a:pt x="85369" y="248602"/>
                </a:moveTo>
                <a:lnTo>
                  <a:pt x="63553" y="248602"/>
                </a:lnTo>
                <a:cubicBezTo>
                  <a:pt x="51222" y="248602"/>
                  <a:pt x="41736" y="239077"/>
                  <a:pt x="41736" y="226695"/>
                </a:cubicBezTo>
                <a:lnTo>
                  <a:pt x="41736" y="213360"/>
                </a:lnTo>
                <a:cubicBezTo>
                  <a:pt x="41736" y="213360"/>
                  <a:pt x="41736" y="213360"/>
                  <a:pt x="41736" y="212408"/>
                </a:cubicBezTo>
                <a:cubicBezTo>
                  <a:pt x="41736" y="211455"/>
                  <a:pt x="41736" y="212408"/>
                  <a:pt x="41736" y="211455"/>
                </a:cubicBezTo>
                <a:lnTo>
                  <a:pt x="41736" y="155258"/>
                </a:lnTo>
                <a:cubicBezTo>
                  <a:pt x="41736" y="155258"/>
                  <a:pt x="41736" y="155258"/>
                  <a:pt x="41736" y="154305"/>
                </a:cubicBezTo>
                <a:cubicBezTo>
                  <a:pt x="41736" y="153352"/>
                  <a:pt x="41736" y="154305"/>
                  <a:pt x="41736" y="153352"/>
                </a:cubicBezTo>
                <a:lnTo>
                  <a:pt x="41736" y="140017"/>
                </a:lnTo>
                <a:cubicBezTo>
                  <a:pt x="41736" y="127635"/>
                  <a:pt x="51222" y="118110"/>
                  <a:pt x="63553" y="118110"/>
                </a:cubicBezTo>
                <a:lnTo>
                  <a:pt x="85369" y="118110"/>
                </a:lnTo>
                <a:lnTo>
                  <a:pt x="85369" y="249555"/>
                </a:lnTo>
                <a:close/>
                <a:moveTo>
                  <a:pt x="187812" y="329565"/>
                </a:moveTo>
                <a:cubicBezTo>
                  <a:pt x="180224" y="329565"/>
                  <a:pt x="173584" y="321945"/>
                  <a:pt x="173584" y="315278"/>
                </a:cubicBezTo>
                <a:cubicBezTo>
                  <a:pt x="173584" y="308610"/>
                  <a:pt x="181173" y="300990"/>
                  <a:pt x="187812" y="300990"/>
                </a:cubicBezTo>
                <a:cubicBezTo>
                  <a:pt x="194452" y="300990"/>
                  <a:pt x="202041" y="30670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21945"/>
                  <a:pt x="195401" y="328613"/>
                  <a:pt x="187812" y="328613"/>
                </a:cubicBezTo>
                <a:close/>
                <a:moveTo>
                  <a:pt x="281719" y="248602"/>
                </a:moveTo>
                <a:lnTo>
                  <a:pt x="259902" y="248602"/>
                </a:lnTo>
                <a:lnTo>
                  <a:pt x="259902" y="117158"/>
                </a:lnTo>
                <a:lnTo>
                  <a:pt x="281719" y="117158"/>
                </a:lnTo>
                <a:cubicBezTo>
                  <a:pt x="294050" y="117158"/>
                  <a:pt x="303535" y="126683"/>
                  <a:pt x="303535" y="139065"/>
                </a:cubicBezTo>
                <a:lnTo>
                  <a:pt x="303535" y="152400"/>
                </a:lnTo>
                <a:cubicBezTo>
                  <a:pt x="303535" y="152400"/>
                  <a:pt x="303535" y="152400"/>
                  <a:pt x="303535" y="152400"/>
                </a:cubicBezTo>
                <a:cubicBezTo>
                  <a:pt x="303535" y="152400"/>
                  <a:pt x="303535" y="152400"/>
                  <a:pt x="303535" y="152400"/>
                </a:cubicBezTo>
                <a:lnTo>
                  <a:pt x="303535" y="209550"/>
                </a:lnTo>
                <a:cubicBezTo>
                  <a:pt x="303535" y="209550"/>
                  <a:pt x="303535" y="209550"/>
                  <a:pt x="303535" y="209550"/>
                </a:cubicBezTo>
                <a:cubicBezTo>
                  <a:pt x="303535" y="209550"/>
                  <a:pt x="303535" y="209550"/>
                  <a:pt x="303535" y="209550"/>
                </a:cubicBezTo>
                <a:lnTo>
                  <a:pt x="303535" y="222885"/>
                </a:lnTo>
                <a:cubicBezTo>
                  <a:pt x="303535" y="235267"/>
                  <a:pt x="294050" y="244792"/>
                  <a:pt x="281719" y="244792"/>
                </a:cubicBezTo>
                <a:close/>
                <a:moveTo>
                  <a:pt x="318712" y="202883"/>
                </a:moveTo>
                <a:lnTo>
                  <a:pt x="318712" y="161925"/>
                </a:lnTo>
                <a:cubicBezTo>
                  <a:pt x="327249" y="164783"/>
                  <a:pt x="332940" y="173355"/>
                  <a:pt x="332940" y="182880"/>
                </a:cubicBezTo>
                <a:cubicBezTo>
                  <a:pt x="332940" y="192405"/>
                  <a:pt x="327249" y="200025"/>
                  <a:pt x="318712" y="20383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4" name="Graphic 127">
            <a:extLst>
              <a:ext uri="{FF2B5EF4-FFF2-40B4-BE49-F238E27FC236}">
                <a16:creationId xmlns:a16="http://schemas.microsoft.com/office/drawing/2014/main" id="{9F43FFF3-5D85-010D-3533-565DC81AA867}"/>
              </a:ext>
            </a:extLst>
          </p:cNvPr>
          <p:cNvSpPr/>
          <p:nvPr/>
        </p:nvSpPr>
        <p:spPr>
          <a:xfrm>
            <a:off x="524798" y="3474907"/>
            <a:ext cx="467994" cy="462262"/>
          </a:xfrm>
          <a:custGeom>
            <a:avLst/>
            <a:gdLst>
              <a:gd name="connsiteX0" fmla="*/ 347169 w 348116"/>
              <a:gd name="connsiteY0" fmla="*/ 182880 h 343852"/>
              <a:gd name="connsiteX1" fmla="*/ 318712 w 348116"/>
              <a:gd name="connsiteY1" fmla="*/ 146685 h 343852"/>
              <a:gd name="connsiteX2" fmla="*/ 318712 w 348116"/>
              <a:gd name="connsiteY2" fmla="*/ 139065 h 343852"/>
              <a:gd name="connsiteX3" fmla="*/ 281719 w 348116"/>
              <a:gd name="connsiteY3" fmla="*/ 102870 h 343852"/>
              <a:gd name="connsiteX4" fmla="*/ 281719 w 348116"/>
              <a:gd name="connsiteY4" fmla="*/ 102870 h 343852"/>
              <a:gd name="connsiteX5" fmla="*/ 173584 w 348116"/>
              <a:gd name="connsiteY5" fmla="*/ 0 h 343852"/>
              <a:gd name="connsiteX6" fmla="*/ 65450 w 348116"/>
              <a:gd name="connsiteY6" fmla="*/ 102870 h 343852"/>
              <a:gd name="connsiteX7" fmla="*/ 65450 w 348116"/>
              <a:gd name="connsiteY7" fmla="*/ 102870 h 343852"/>
              <a:gd name="connsiteX8" fmla="*/ 28456 w 348116"/>
              <a:gd name="connsiteY8" fmla="*/ 139065 h 343852"/>
              <a:gd name="connsiteX9" fmla="*/ 28456 w 348116"/>
              <a:gd name="connsiteY9" fmla="*/ 146685 h 343852"/>
              <a:gd name="connsiteX10" fmla="*/ 0 w 348116"/>
              <a:gd name="connsiteY10" fmla="*/ 182880 h 343852"/>
              <a:gd name="connsiteX11" fmla="*/ 28456 w 348116"/>
              <a:gd name="connsiteY11" fmla="*/ 219075 h 343852"/>
              <a:gd name="connsiteX12" fmla="*/ 28456 w 348116"/>
              <a:gd name="connsiteY12" fmla="*/ 226695 h 343852"/>
              <a:gd name="connsiteX13" fmla="*/ 65450 w 348116"/>
              <a:gd name="connsiteY13" fmla="*/ 262890 h 343852"/>
              <a:gd name="connsiteX14" fmla="*/ 94855 w 348116"/>
              <a:gd name="connsiteY14" fmla="*/ 262890 h 343852"/>
              <a:gd name="connsiteX15" fmla="*/ 102443 w 348116"/>
              <a:gd name="connsiteY15" fmla="*/ 255270 h 343852"/>
              <a:gd name="connsiteX16" fmla="*/ 102443 w 348116"/>
              <a:gd name="connsiteY16" fmla="*/ 108585 h 343852"/>
              <a:gd name="connsiteX17" fmla="*/ 94855 w 348116"/>
              <a:gd name="connsiteY17" fmla="*/ 100965 h 343852"/>
              <a:gd name="connsiteX18" fmla="*/ 80627 w 348116"/>
              <a:gd name="connsiteY18" fmla="*/ 100965 h 343852"/>
              <a:gd name="connsiteX19" fmla="*/ 174533 w 348116"/>
              <a:gd name="connsiteY19" fmla="*/ 12382 h 343852"/>
              <a:gd name="connsiteX20" fmla="*/ 268439 w 348116"/>
              <a:gd name="connsiteY20" fmla="*/ 100965 h 343852"/>
              <a:gd name="connsiteX21" fmla="*/ 254211 w 348116"/>
              <a:gd name="connsiteY21" fmla="*/ 100965 h 343852"/>
              <a:gd name="connsiteX22" fmla="*/ 246622 w 348116"/>
              <a:gd name="connsiteY22" fmla="*/ 108585 h 343852"/>
              <a:gd name="connsiteX23" fmla="*/ 246622 w 348116"/>
              <a:gd name="connsiteY23" fmla="*/ 255270 h 343852"/>
              <a:gd name="connsiteX24" fmla="*/ 254211 w 348116"/>
              <a:gd name="connsiteY24" fmla="*/ 262890 h 343852"/>
              <a:gd name="connsiteX25" fmla="*/ 283616 w 348116"/>
              <a:gd name="connsiteY25" fmla="*/ 262890 h 343852"/>
              <a:gd name="connsiteX26" fmla="*/ 283616 w 348116"/>
              <a:gd name="connsiteY26" fmla="*/ 270510 h 343852"/>
              <a:gd name="connsiteX27" fmla="*/ 239983 w 348116"/>
              <a:gd name="connsiteY27" fmla="*/ 306705 h 343852"/>
              <a:gd name="connsiteX28" fmla="*/ 217217 w 348116"/>
              <a:gd name="connsiteY28" fmla="*/ 306705 h 343852"/>
              <a:gd name="connsiteX29" fmla="*/ 188761 w 348116"/>
              <a:gd name="connsiteY29" fmla="*/ 284798 h 343852"/>
              <a:gd name="connsiteX30" fmla="*/ 159356 w 348116"/>
              <a:gd name="connsiteY30" fmla="*/ 314325 h 343852"/>
              <a:gd name="connsiteX31" fmla="*/ 188761 w 348116"/>
              <a:gd name="connsiteY31" fmla="*/ 343853 h 343852"/>
              <a:gd name="connsiteX32" fmla="*/ 217217 w 348116"/>
              <a:gd name="connsiteY32" fmla="*/ 321945 h 343852"/>
              <a:gd name="connsiteX33" fmla="*/ 239983 w 348116"/>
              <a:gd name="connsiteY33" fmla="*/ 321945 h 343852"/>
              <a:gd name="connsiteX34" fmla="*/ 297844 w 348116"/>
              <a:gd name="connsiteY34" fmla="*/ 270510 h 343852"/>
              <a:gd name="connsiteX35" fmla="*/ 297844 w 348116"/>
              <a:gd name="connsiteY35" fmla="*/ 260033 h 343852"/>
              <a:gd name="connsiteX36" fmla="*/ 319661 w 348116"/>
              <a:gd name="connsiteY36" fmla="*/ 226695 h 343852"/>
              <a:gd name="connsiteX37" fmla="*/ 319661 w 348116"/>
              <a:gd name="connsiteY37" fmla="*/ 219075 h 343852"/>
              <a:gd name="connsiteX38" fmla="*/ 348117 w 348116"/>
              <a:gd name="connsiteY38" fmla="*/ 182880 h 343852"/>
              <a:gd name="connsiteX39" fmla="*/ 12331 w 348116"/>
              <a:gd name="connsiteY39" fmla="*/ 182880 h 343852"/>
              <a:gd name="connsiteX40" fmla="*/ 26559 w 348116"/>
              <a:gd name="connsiteY40" fmla="*/ 161925 h 343852"/>
              <a:gd name="connsiteX41" fmla="*/ 26559 w 348116"/>
              <a:gd name="connsiteY41" fmla="*/ 202883 h 343852"/>
              <a:gd name="connsiteX42" fmla="*/ 12331 w 348116"/>
              <a:gd name="connsiteY42" fmla="*/ 181927 h 343852"/>
              <a:gd name="connsiteX43" fmla="*/ 85369 w 348116"/>
              <a:gd name="connsiteY43" fmla="*/ 248602 h 343852"/>
              <a:gd name="connsiteX44" fmla="*/ 63553 w 348116"/>
              <a:gd name="connsiteY44" fmla="*/ 248602 h 343852"/>
              <a:gd name="connsiteX45" fmla="*/ 41736 w 348116"/>
              <a:gd name="connsiteY45" fmla="*/ 226695 h 343852"/>
              <a:gd name="connsiteX46" fmla="*/ 41736 w 348116"/>
              <a:gd name="connsiteY46" fmla="*/ 213360 h 343852"/>
              <a:gd name="connsiteX47" fmla="*/ 41736 w 348116"/>
              <a:gd name="connsiteY47" fmla="*/ 212408 h 343852"/>
              <a:gd name="connsiteX48" fmla="*/ 41736 w 348116"/>
              <a:gd name="connsiteY48" fmla="*/ 211455 h 343852"/>
              <a:gd name="connsiteX49" fmla="*/ 41736 w 348116"/>
              <a:gd name="connsiteY49" fmla="*/ 155258 h 343852"/>
              <a:gd name="connsiteX50" fmla="*/ 41736 w 348116"/>
              <a:gd name="connsiteY50" fmla="*/ 154305 h 343852"/>
              <a:gd name="connsiteX51" fmla="*/ 41736 w 348116"/>
              <a:gd name="connsiteY51" fmla="*/ 153352 h 343852"/>
              <a:gd name="connsiteX52" fmla="*/ 41736 w 348116"/>
              <a:gd name="connsiteY52" fmla="*/ 140017 h 343852"/>
              <a:gd name="connsiteX53" fmla="*/ 63553 w 348116"/>
              <a:gd name="connsiteY53" fmla="*/ 118110 h 343852"/>
              <a:gd name="connsiteX54" fmla="*/ 85369 w 348116"/>
              <a:gd name="connsiteY54" fmla="*/ 118110 h 343852"/>
              <a:gd name="connsiteX55" fmla="*/ 85369 w 348116"/>
              <a:gd name="connsiteY55" fmla="*/ 249555 h 343852"/>
              <a:gd name="connsiteX56" fmla="*/ 187812 w 348116"/>
              <a:gd name="connsiteY56" fmla="*/ 329565 h 343852"/>
              <a:gd name="connsiteX57" fmla="*/ 173584 w 348116"/>
              <a:gd name="connsiteY57" fmla="*/ 315278 h 343852"/>
              <a:gd name="connsiteX58" fmla="*/ 187812 w 348116"/>
              <a:gd name="connsiteY58" fmla="*/ 300990 h 343852"/>
              <a:gd name="connsiteX59" fmla="*/ 202041 w 348116"/>
              <a:gd name="connsiteY59" fmla="*/ 314325 h 343852"/>
              <a:gd name="connsiteX60" fmla="*/ 202041 w 348116"/>
              <a:gd name="connsiteY60" fmla="*/ 314325 h 343852"/>
              <a:gd name="connsiteX61" fmla="*/ 202041 w 348116"/>
              <a:gd name="connsiteY61" fmla="*/ 314325 h 343852"/>
              <a:gd name="connsiteX62" fmla="*/ 187812 w 348116"/>
              <a:gd name="connsiteY62" fmla="*/ 328613 h 343852"/>
              <a:gd name="connsiteX63" fmla="*/ 281719 w 348116"/>
              <a:gd name="connsiteY63" fmla="*/ 248602 h 343852"/>
              <a:gd name="connsiteX64" fmla="*/ 259902 w 348116"/>
              <a:gd name="connsiteY64" fmla="*/ 248602 h 343852"/>
              <a:gd name="connsiteX65" fmla="*/ 259902 w 348116"/>
              <a:gd name="connsiteY65" fmla="*/ 117158 h 343852"/>
              <a:gd name="connsiteX66" fmla="*/ 281719 w 348116"/>
              <a:gd name="connsiteY66" fmla="*/ 117158 h 343852"/>
              <a:gd name="connsiteX67" fmla="*/ 303535 w 348116"/>
              <a:gd name="connsiteY67" fmla="*/ 139065 h 343852"/>
              <a:gd name="connsiteX68" fmla="*/ 303535 w 348116"/>
              <a:gd name="connsiteY68" fmla="*/ 152400 h 343852"/>
              <a:gd name="connsiteX69" fmla="*/ 303535 w 348116"/>
              <a:gd name="connsiteY69" fmla="*/ 152400 h 343852"/>
              <a:gd name="connsiteX70" fmla="*/ 303535 w 348116"/>
              <a:gd name="connsiteY70" fmla="*/ 152400 h 343852"/>
              <a:gd name="connsiteX71" fmla="*/ 303535 w 348116"/>
              <a:gd name="connsiteY71" fmla="*/ 209550 h 343852"/>
              <a:gd name="connsiteX72" fmla="*/ 303535 w 348116"/>
              <a:gd name="connsiteY72" fmla="*/ 209550 h 343852"/>
              <a:gd name="connsiteX73" fmla="*/ 303535 w 348116"/>
              <a:gd name="connsiteY73" fmla="*/ 209550 h 343852"/>
              <a:gd name="connsiteX74" fmla="*/ 303535 w 348116"/>
              <a:gd name="connsiteY74" fmla="*/ 222885 h 343852"/>
              <a:gd name="connsiteX75" fmla="*/ 281719 w 348116"/>
              <a:gd name="connsiteY75" fmla="*/ 244792 h 343852"/>
              <a:gd name="connsiteX76" fmla="*/ 318712 w 348116"/>
              <a:gd name="connsiteY76" fmla="*/ 202883 h 343852"/>
              <a:gd name="connsiteX77" fmla="*/ 318712 w 348116"/>
              <a:gd name="connsiteY77" fmla="*/ 161925 h 343852"/>
              <a:gd name="connsiteX78" fmla="*/ 332940 w 348116"/>
              <a:gd name="connsiteY78" fmla="*/ 182880 h 343852"/>
              <a:gd name="connsiteX79" fmla="*/ 318712 w 348116"/>
              <a:gd name="connsiteY79" fmla="*/ 203835 h 343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48116" h="343852">
                <a:moveTo>
                  <a:pt x="347169" y="182880"/>
                </a:moveTo>
                <a:cubicBezTo>
                  <a:pt x="347169" y="164783"/>
                  <a:pt x="334837" y="150495"/>
                  <a:pt x="318712" y="146685"/>
                </a:cubicBezTo>
                <a:lnTo>
                  <a:pt x="318712" y="139065"/>
                </a:lnTo>
                <a:cubicBezTo>
                  <a:pt x="318712" y="118110"/>
                  <a:pt x="302587" y="102870"/>
                  <a:pt x="281719" y="102870"/>
                </a:cubicBezTo>
                <a:lnTo>
                  <a:pt x="281719" y="102870"/>
                </a:lnTo>
                <a:cubicBezTo>
                  <a:pt x="277925" y="44767"/>
                  <a:pt x="231446" y="0"/>
                  <a:pt x="173584" y="0"/>
                </a:cubicBezTo>
                <a:cubicBezTo>
                  <a:pt x="115723" y="0"/>
                  <a:pt x="69244" y="45720"/>
                  <a:pt x="65450" y="102870"/>
                </a:cubicBezTo>
                <a:lnTo>
                  <a:pt x="65450" y="102870"/>
                </a:lnTo>
                <a:cubicBezTo>
                  <a:pt x="45530" y="102870"/>
                  <a:pt x="28456" y="119063"/>
                  <a:pt x="28456" y="139065"/>
                </a:cubicBezTo>
                <a:lnTo>
                  <a:pt x="28456" y="146685"/>
                </a:lnTo>
                <a:cubicBezTo>
                  <a:pt x="12331" y="150495"/>
                  <a:pt x="0" y="164783"/>
                  <a:pt x="0" y="182880"/>
                </a:cubicBezTo>
                <a:cubicBezTo>
                  <a:pt x="0" y="200977"/>
                  <a:pt x="12331" y="215265"/>
                  <a:pt x="28456" y="219075"/>
                </a:cubicBezTo>
                <a:lnTo>
                  <a:pt x="28456" y="226695"/>
                </a:lnTo>
                <a:cubicBezTo>
                  <a:pt x="28456" y="245745"/>
                  <a:pt x="45530" y="262890"/>
                  <a:pt x="65450" y="262890"/>
                </a:cubicBezTo>
                <a:lnTo>
                  <a:pt x="94855" y="262890"/>
                </a:lnTo>
                <a:cubicBezTo>
                  <a:pt x="99598" y="262890"/>
                  <a:pt x="102443" y="259080"/>
                  <a:pt x="102443" y="255270"/>
                </a:cubicBezTo>
                <a:lnTo>
                  <a:pt x="102443" y="108585"/>
                </a:lnTo>
                <a:cubicBezTo>
                  <a:pt x="102443" y="103823"/>
                  <a:pt x="99598" y="100965"/>
                  <a:pt x="94855" y="100965"/>
                </a:cubicBezTo>
                <a:lnTo>
                  <a:pt x="80627" y="100965"/>
                </a:lnTo>
                <a:cubicBezTo>
                  <a:pt x="84421" y="51435"/>
                  <a:pt x="125208" y="12382"/>
                  <a:pt x="174533" y="12382"/>
                </a:cubicBezTo>
                <a:cubicBezTo>
                  <a:pt x="223857" y="12382"/>
                  <a:pt x="264645" y="51435"/>
                  <a:pt x="268439" y="100965"/>
                </a:cubicBezTo>
                <a:lnTo>
                  <a:pt x="254211" y="100965"/>
                </a:lnTo>
                <a:cubicBezTo>
                  <a:pt x="250417" y="100965"/>
                  <a:pt x="246622" y="103823"/>
                  <a:pt x="246622" y="108585"/>
                </a:cubicBezTo>
                <a:lnTo>
                  <a:pt x="246622" y="255270"/>
                </a:lnTo>
                <a:cubicBezTo>
                  <a:pt x="246622" y="259080"/>
                  <a:pt x="250417" y="262890"/>
                  <a:pt x="254211" y="262890"/>
                </a:cubicBezTo>
                <a:lnTo>
                  <a:pt x="283616" y="262890"/>
                </a:lnTo>
                <a:lnTo>
                  <a:pt x="283616" y="270510"/>
                </a:lnTo>
                <a:cubicBezTo>
                  <a:pt x="283616" y="297180"/>
                  <a:pt x="260851" y="306705"/>
                  <a:pt x="239983" y="306705"/>
                </a:cubicBezTo>
                <a:lnTo>
                  <a:pt x="217217" y="306705"/>
                </a:lnTo>
                <a:cubicBezTo>
                  <a:pt x="214372" y="293370"/>
                  <a:pt x="202041" y="284798"/>
                  <a:pt x="188761" y="284798"/>
                </a:cubicBezTo>
                <a:cubicBezTo>
                  <a:pt x="175481" y="284798"/>
                  <a:pt x="159356" y="297180"/>
                  <a:pt x="159356" y="314325"/>
                </a:cubicBezTo>
                <a:cubicBezTo>
                  <a:pt x="159356" y="331470"/>
                  <a:pt x="172636" y="343853"/>
                  <a:pt x="188761" y="343853"/>
                </a:cubicBezTo>
                <a:cubicBezTo>
                  <a:pt x="204886" y="343853"/>
                  <a:pt x="213423" y="334328"/>
                  <a:pt x="217217" y="321945"/>
                </a:cubicBezTo>
                <a:lnTo>
                  <a:pt x="239983" y="321945"/>
                </a:lnTo>
                <a:cubicBezTo>
                  <a:pt x="275079" y="321945"/>
                  <a:pt x="297844" y="300990"/>
                  <a:pt x="297844" y="270510"/>
                </a:cubicBezTo>
                <a:lnTo>
                  <a:pt x="297844" y="260033"/>
                </a:lnTo>
                <a:cubicBezTo>
                  <a:pt x="311124" y="254317"/>
                  <a:pt x="319661" y="240983"/>
                  <a:pt x="319661" y="226695"/>
                </a:cubicBezTo>
                <a:lnTo>
                  <a:pt x="319661" y="219075"/>
                </a:lnTo>
                <a:cubicBezTo>
                  <a:pt x="336734" y="215265"/>
                  <a:pt x="348117" y="200025"/>
                  <a:pt x="348117" y="182880"/>
                </a:cubicBezTo>
                <a:close/>
                <a:moveTo>
                  <a:pt x="12331" y="182880"/>
                </a:moveTo>
                <a:cubicBezTo>
                  <a:pt x="12331" y="173355"/>
                  <a:pt x="18022" y="165735"/>
                  <a:pt x="26559" y="161925"/>
                </a:cubicBezTo>
                <a:lnTo>
                  <a:pt x="26559" y="202883"/>
                </a:lnTo>
                <a:cubicBezTo>
                  <a:pt x="18022" y="200025"/>
                  <a:pt x="12331" y="191452"/>
                  <a:pt x="12331" y="181927"/>
                </a:cubicBezTo>
                <a:close/>
                <a:moveTo>
                  <a:pt x="85369" y="248602"/>
                </a:moveTo>
                <a:lnTo>
                  <a:pt x="63553" y="248602"/>
                </a:lnTo>
                <a:cubicBezTo>
                  <a:pt x="51222" y="248602"/>
                  <a:pt x="41736" y="239077"/>
                  <a:pt x="41736" y="226695"/>
                </a:cubicBezTo>
                <a:lnTo>
                  <a:pt x="41736" y="213360"/>
                </a:lnTo>
                <a:cubicBezTo>
                  <a:pt x="41736" y="213360"/>
                  <a:pt x="41736" y="213360"/>
                  <a:pt x="41736" y="212408"/>
                </a:cubicBezTo>
                <a:cubicBezTo>
                  <a:pt x="41736" y="211455"/>
                  <a:pt x="41736" y="212408"/>
                  <a:pt x="41736" y="211455"/>
                </a:cubicBezTo>
                <a:lnTo>
                  <a:pt x="41736" y="155258"/>
                </a:lnTo>
                <a:cubicBezTo>
                  <a:pt x="41736" y="155258"/>
                  <a:pt x="41736" y="155258"/>
                  <a:pt x="41736" y="154305"/>
                </a:cubicBezTo>
                <a:cubicBezTo>
                  <a:pt x="41736" y="153352"/>
                  <a:pt x="41736" y="154305"/>
                  <a:pt x="41736" y="153352"/>
                </a:cubicBezTo>
                <a:lnTo>
                  <a:pt x="41736" y="140017"/>
                </a:lnTo>
                <a:cubicBezTo>
                  <a:pt x="41736" y="127635"/>
                  <a:pt x="51222" y="118110"/>
                  <a:pt x="63553" y="118110"/>
                </a:cubicBezTo>
                <a:lnTo>
                  <a:pt x="85369" y="118110"/>
                </a:lnTo>
                <a:lnTo>
                  <a:pt x="85369" y="249555"/>
                </a:lnTo>
                <a:close/>
                <a:moveTo>
                  <a:pt x="187812" y="329565"/>
                </a:moveTo>
                <a:cubicBezTo>
                  <a:pt x="180224" y="329565"/>
                  <a:pt x="173584" y="321945"/>
                  <a:pt x="173584" y="315278"/>
                </a:cubicBezTo>
                <a:cubicBezTo>
                  <a:pt x="173584" y="308610"/>
                  <a:pt x="181173" y="300990"/>
                  <a:pt x="187812" y="300990"/>
                </a:cubicBezTo>
                <a:cubicBezTo>
                  <a:pt x="194452" y="300990"/>
                  <a:pt x="202041" y="30670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21945"/>
                  <a:pt x="195401" y="328613"/>
                  <a:pt x="187812" y="328613"/>
                </a:cubicBezTo>
                <a:close/>
                <a:moveTo>
                  <a:pt x="281719" y="248602"/>
                </a:moveTo>
                <a:lnTo>
                  <a:pt x="259902" y="248602"/>
                </a:lnTo>
                <a:lnTo>
                  <a:pt x="259902" y="117158"/>
                </a:lnTo>
                <a:lnTo>
                  <a:pt x="281719" y="117158"/>
                </a:lnTo>
                <a:cubicBezTo>
                  <a:pt x="294050" y="117158"/>
                  <a:pt x="303535" y="126683"/>
                  <a:pt x="303535" y="139065"/>
                </a:cubicBezTo>
                <a:lnTo>
                  <a:pt x="303535" y="152400"/>
                </a:lnTo>
                <a:cubicBezTo>
                  <a:pt x="303535" y="152400"/>
                  <a:pt x="303535" y="152400"/>
                  <a:pt x="303535" y="152400"/>
                </a:cubicBezTo>
                <a:cubicBezTo>
                  <a:pt x="303535" y="152400"/>
                  <a:pt x="303535" y="152400"/>
                  <a:pt x="303535" y="152400"/>
                </a:cubicBezTo>
                <a:lnTo>
                  <a:pt x="303535" y="209550"/>
                </a:lnTo>
                <a:cubicBezTo>
                  <a:pt x="303535" y="209550"/>
                  <a:pt x="303535" y="209550"/>
                  <a:pt x="303535" y="209550"/>
                </a:cubicBezTo>
                <a:cubicBezTo>
                  <a:pt x="303535" y="209550"/>
                  <a:pt x="303535" y="209550"/>
                  <a:pt x="303535" y="209550"/>
                </a:cubicBezTo>
                <a:lnTo>
                  <a:pt x="303535" y="222885"/>
                </a:lnTo>
                <a:cubicBezTo>
                  <a:pt x="303535" y="235267"/>
                  <a:pt x="294050" y="244792"/>
                  <a:pt x="281719" y="244792"/>
                </a:cubicBezTo>
                <a:close/>
                <a:moveTo>
                  <a:pt x="318712" y="202883"/>
                </a:moveTo>
                <a:lnTo>
                  <a:pt x="318712" y="161925"/>
                </a:lnTo>
                <a:cubicBezTo>
                  <a:pt x="327249" y="164783"/>
                  <a:pt x="332940" y="173355"/>
                  <a:pt x="332940" y="182880"/>
                </a:cubicBezTo>
                <a:cubicBezTo>
                  <a:pt x="332940" y="192405"/>
                  <a:pt x="327249" y="200025"/>
                  <a:pt x="318712" y="20383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5" name="Graphic 127">
            <a:extLst>
              <a:ext uri="{FF2B5EF4-FFF2-40B4-BE49-F238E27FC236}">
                <a16:creationId xmlns:a16="http://schemas.microsoft.com/office/drawing/2014/main" id="{11492329-B9FF-12AA-02CC-4477C56BD03C}"/>
              </a:ext>
            </a:extLst>
          </p:cNvPr>
          <p:cNvSpPr/>
          <p:nvPr/>
        </p:nvSpPr>
        <p:spPr>
          <a:xfrm>
            <a:off x="1318548" y="3474907"/>
            <a:ext cx="467994" cy="462262"/>
          </a:xfrm>
          <a:custGeom>
            <a:avLst/>
            <a:gdLst>
              <a:gd name="connsiteX0" fmla="*/ 347169 w 348116"/>
              <a:gd name="connsiteY0" fmla="*/ 182880 h 343852"/>
              <a:gd name="connsiteX1" fmla="*/ 318712 w 348116"/>
              <a:gd name="connsiteY1" fmla="*/ 146685 h 343852"/>
              <a:gd name="connsiteX2" fmla="*/ 318712 w 348116"/>
              <a:gd name="connsiteY2" fmla="*/ 139065 h 343852"/>
              <a:gd name="connsiteX3" fmla="*/ 281719 w 348116"/>
              <a:gd name="connsiteY3" fmla="*/ 102870 h 343852"/>
              <a:gd name="connsiteX4" fmla="*/ 281719 w 348116"/>
              <a:gd name="connsiteY4" fmla="*/ 102870 h 343852"/>
              <a:gd name="connsiteX5" fmla="*/ 173584 w 348116"/>
              <a:gd name="connsiteY5" fmla="*/ 0 h 343852"/>
              <a:gd name="connsiteX6" fmla="*/ 65450 w 348116"/>
              <a:gd name="connsiteY6" fmla="*/ 102870 h 343852"/>
              <a:gd name="connsiteX7" fmla="*/ 65450 w 348116"/>
              <a:gd name="connsiteY7" fmla="*/ 102870 h 343852"/>
              <a:gd name="connsiteX8" fmla="*/ 28456 w 348116"/>
              <a:gd name="connsiteY8" fmla="*/ 139065 h 343852"/>
              <a:gd name="connsiteX9" fmla="*/ 28456 w 348116"/>
              <a:gd name="connsiteY9" fmla="*/ 146685 h 343852"/>
              <a:gd name="connsiteX10" fmla="*/ 0 w 348116"/>
              <a:gd name="connsiteY10" fmla="*/ 182880 h 343852"/>
              <a:gd name="connsiteX11" fmla="*/ 28456 w 348116"/>
              <a:gd name="connsiteY11" fmla="*/ 219075 h 343852"/>
              <a:gd name="connsiteX12" fmla="*/ 28456 w 348116"/>
              <a:gd name="connsiteY12" fmla="*/ 226695 h 343852"/>
              <a:gd name="connsiteX13" fmla="*/ 65450 w 348116"/>
              <a:gd name="connsiteY13" fmla="*/ 262890 h 343852"/>
              <a:gd name="connsiteX14" fmla="*/ 94855 w 348116"/>
              <a:gd name="connsiteY14" fmla="*/ 262890 h 343852"/>
              <a:gd name="connsiteX15" fmla="*/ 102443 w 348116"/>
              <a:gd name="connsiteY15" fmla="*/ 255270 h 343852"/>
              <a:gd name="connsiteX16" fmla="*/ 102443 w 348116"/>
              <a:gd name="connsiteY16" fmla="*/ 108585 h 343852"/>
              <a:gd name="connsiteX17" fmla="*/ 94855 w 348116"/>
              <a:gd name="connsiteY17" fmla="*/ 100965 h 343852"/>
              <a:gd name="connsiteX18" fmla="*/ 80627 w 348116"/>
              <a:gd name="connsiteY18" fmla="*/ 100965 h 343852"/>
              <a:gd name="connsiteX19" fmla="*/ 174533 w 348116"/>
              <a:gd name="connsiteY19" fmla="*/ 12382 h 343852"/>
              <a:gd name="connsiteX20" fmla="*/ 268439 w 348116"/>
              <a:gd name="connsiteY20" fmla="*/ 100965 h 343852"/>
              <a:gd name="connsiteX21" fmla="*/ 254211 w 348116"/>
              <a:gd name="connsiteY21" fmla="*/ 100965 h 343852"/>
              <a:gd name="connsiteX22" fmla="*/ 246622 w 348116"/>
              <a:gd name="connsiteY22" fmla="*/ 108585 h 343852"/>
              <a:gd name="connsiteX23" fmla="*/ 246622 w 348116"/>
              <a:gd name="connsiteY23" fmla="*/ 255270 h 343852"/>
              <a:gd name="connsiteX24" fmla="*/ 254211 w 348116"/>
              <a:gd name="connsiteY24" fmla="*/ 262890 h 343852"/>
              <a:gd name="connsiteX25" fmla="*/ 283616 w 348116"/>
              <a:gd name="connsiteY25" fmla="*/ 262890 h 343852"/>
              <a:gd name="connsiteX26" fmla="*/ 283616 w 348116"/>
              <a:gd name="connsiteY26" fmla="*/ 270510 h 343852"/>
              <a:gd name="connsiteX27" fmla="*/ 239983 w 348116"/>
              <a:gd name="connsiteY27" fmla="*/ 306705 h 343852"/>
              <a:gd name="connsiteX28" fmla="*/ 217217 w 348116"/>
              <a:gd name="connsiteY28" fmla="*/ 306705 h 343852"/>
              <a:gd name="connsiteX29" fmla="*/ 188761 w 348116"/>
              <a:gd name="connsiteY29" fmla="*/ 284798 h 343852"/>
              <a:gd name="connsiteX30" fmla="*/ 159356 w 348116"/>
              <a:gd name="connsiteY30" fmla="*/ 314325 h 343852"/>
              <a:gd name="connsiteX31" fmla="*/ 188761 w 348116"/>
              <a:gd name="connsiteY31" fmla="*/ 343853 h 343852"/>
              <a:gd name="connsiteX32" fmla="*/ 217217 w 348116"/>
              <a:gd name="connsiteY32" fmla="*/ 321945 h 343852"/>
              <a:gd name="connsiteX33" fmla="*/ 239983 w 348116"/>
              <a:gd name="connsiteY33" fmla="*/ 321945 h 343852"/>
              <a:gd name="connsiteX34" fmla="*/ 297844 w 348116"/>
              <a:gd name="connsiteY34" fmla="*/ 270510 h 343852"/>
              <a:gd name="connsiteX35" fmla="*/ 297844 w 348116"/>
              <a:gd name="connsiteY35" fmla="*/ 260033 h 343852"/>
              <a:gd name="connsiteX36" fmla="*/ 319661 w 348116"/>
              <a:gd name="connsiteY36" fmla="*/ 226695 h 343852"/>
              <a:gd name="connsiteX37" fmla="*/ 319661 w 348116"/>
              <a:gd name="connsiteY37" fmla="*/ 219075 h 343852"/>
              <a:gd name="connsiteX38" fmla="*/ 348117 w 348116"/>
              <a:gd name="connsiteY38" fmla="*/ 182880 h 343852"/>
              <a:gd name="connsiteX39" fmla="*/ 12331 w 348116"/>
              <a:gd name="connsiteY39" fmla="*/ 182880 h 343852"/>
              <a:gd name="connsiteX40" fmla="*/ 26559 w 348116"/>
              <a:gd name="connsiteY40" fmla="*/ 161925 h 343852"/>
              <a:gd name="connsiteX41" fmla="*/ 26559 w 348116"/>
              <a:gd name="connsiteY41" fmla="*/ 202883 h 343852"/>
              <a:gd name="connsiteX42" fmla="*/ 12331 w 348116"/>
              <a:gd name="connsiteY42" fmla="*/ 181927 h 343852"/>
              <a:gd name="connsiteX43" fmla="*/ 85369 w 348116"/>
              <a:gd name="connsiteY43" fmla="*/ 248602 h 343852"/>
              <a:gd name="connsiteX44" fmla="*/ 63553 w 348116"/>
              <a:gd name="connsiteY44" fmla="*/ 248602 h 343852"/>
              <a:gd name="connsiteX45" fmla="*/ 41736 w 348116"/>
              <a:gd name="connsiteY45" fmla="*/ 226695 h 343852"/>
              <a:gd name="connsiteX46" fmla="*/ 41736 w 348116"/>
              <a:gd name="connsiteY46" fmla="*/ 213360 h 343852"/>
              <a:gd name="connsiteX47" fmla="*/ 41736 w 348116"/>
              <a:gd name="connsiteY47" fmla="*/ 212408 h 343852"/>
              <a:gd name="connsiteX48" fmla="*/ 41736 w 348116"/>
              <a:gd name="connsiteY48" fmla="*/ 211455 h 343852"/>
              <a:gd name="connsiteX49" fmla="*/ 41736 w 348116"/>
              <a:gd name="connsiteY49" fmla="*/ 155258 h 343852"/>
              <a:gd name="connsiteX50" fmla="*/ 41736 w 348116"/>
              <a:gd name="connsiteY50" fmla="*/ 154305 h 343852"/>
              <a:gd name="connsiteX51" fmla="*/ 41736 w 348116"/>
              <a:gd name="connsiteY51" fmla="*/ 153352 h 343852"/>
              <a:gd name="connsiteX52" fmla="*/ 41736 w 348116"/>
              <a:gd name="connsiteY52" fmla="*/ 140017 h 343852"/>
              <a:gd name="connsiteX53" fmla="*/ 63553 w 348116"/>
              <a:gd name="connsiteY53" fmla="*/ 118110 h 343852"/>
              <a:gd name="connsiteX54" fmla="*/ 85369 w 348116"/>
              <a:gd name="connsiteY54" fmla="*/ 118110 h 343852"/>
              <a:gd name="connsiteX55" fmla="*/ 85369 w 348116"/>
              <a:gd name="connsiteY55" fmla="*/ 249555 h 343852"/>
              <a:gd name="connsiteX56" fmla="*/ 187812 w 348116"/>
              <a:gd name="connsiteY56" fmla="*/ 329565 h 343852"/>
              <a:gd name="connsiteX57" fmla="*/ 173584 w 348116"/>
              <a:gd name="connsiteY57" fmla="*/ 315278 h 343852"/>
              <a:gd name="connsiteX58" fmla="*/ 187812 w 348116"/>
              <a:gd name="connsiteY58" fmla="*/ 300990 h 343852"/>
              <a:gd name="connsiteX59" fmla="*/ 202041 w 348116"/>
              <a:gd name="connsiteY59" fmla="*/ 314325 h 343852"/>
              <a:gd name="connsiteX60" fmla="*/ 202041 w 348116"/>
              <a:gd name="connsiteY60" fmla="*/ 314325 h 343852"/>
              <a:gd name="connsiteX61" fmla="*/ 202041 w 348116"/>
              <a:gd name="connsiteY61" fmla="*/ 314325 h 343852"/>
              <a:gd name="connsiteX62" fmla="*/ 187812 w 348116"/>
              <a:gd name="connsiteY62" fmla="*/ 328613 h 343852"/>
              <a:gd name="connsiteX63" fmla="*/ 281719 w 348116"/>
              <a:gd name="connsiteY63" fmla="*/ 248602 h 343852"/>
              <a:gd name="connsiteX64" fmla="*/ 259902 w 348116"/>
              <a:gd name="connsiteY64" fmla="*/ 248602 h 343852"/>
              <a:gd name="connsiteX65" fmla="*/ 259902 w 348116"/>
              <a:gd name="connsiteY65" fmla="*/ 117158 h 343852"/>
              <a:gd name="connsiteX66" fmla="*/ 281719 w 348116"/>
              <a:gd name="connsiteY66" fmla="*/ 117158 h 343852"/>
              <a:gd name="connsiteX67" fmla="*/ 303535 w 348116"/>
              <a:gd name="connsiteY67" fmla="*/ 139065 h 343852"/>
              <a:gd name="connsiteX68" fmla="*/ 303535 w 348116"/>
              <a:gd name="connsiteY68" fmla="*/ 152400 h 343852"/>
              <a:gd name="connsiteX69" fmla="*/ 303535 w 348116"/>
              <a:gd name="connsiteY69" fmla="*/ 152400 h 343852"/>
              <a:gd name="connsiteX70" fmla="*/ 303535 w 348116"/>
              <a:gd name="connsiteY70" fmla="*/ 152400 h 343852"/>
              <a:gd name="connsiteX71" fmla="*/ 303535 w 348116"/>
              <a:gd name="connsiteY71" fmla="*/ 209550 h 343852"/>
              <a:gd name="connsiteX72" fmla="*/ 303535 w 348116"/>
              <a:gd name="connsiteY72" fmla="*/ 209550 h 343852"/>
              <a:gd name="connsiteX73" fmla="*/ 303535 w 348116"/>
              <a:gd name="connsiteY73" fmla="*/ 209550 h 343852"/>
              <a:gd name="connsiteX74" fmla="*/ 303535 w 348116"/>
              <a:gd name="connsiteY74" fmla="*/ 222885 h 343852"/>
              <a:gd name="connsiteX75" fmla="*/ 281719 w 348116"/>
              <a:gd name="connsiteY75" fmla="*/ 244792 h 343852"/>
              <a:gd name="connsiteX76" fmla="*/ 318712 w 348116"/>
              <a:gd name="connsiteY76" fmla="*/ 202883 h 343852"/>
              <a:gd name="connsiteX77" fmla="*/ 318712 w 348116"/>
              <a:gd name="connsiteY77" fmla="*/ 161925 h 343852"/>
              <a:gd name="connsiteX78" fmla="*/ 332940 w 348116"/>
              <a:gd name="connsiteY78" fmla="*/ 182880 h 343852"/>
              <a:gd name="connsiteX79" fmla="*/ 318712 w 348116"/>
              <a:gd name="connsiteY79" fmla="*/ 203835 h 343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48116" h="343852">
                <a:moveTo>
                  <a:pt x="347169" y="182880"/>
                </a:moveTo>
                <a:cubicBezTo>
                  <a:pt x="347169" y="164783"/>
                  <a:pt x="334837" y="150495"/>
                  <a:pt x="318712" y="146685"/>
                </a:cubicBezTo>
                <a:lnTo>
                  <a:pt x="318712" y="139065"/>
                </a:lnTo>
                <a:cubicBezTo>
                  <a:pt x="318712" y="118110"/>
                  <a:pt x="302587" y="102870"/>
                  <a:pt x="281719" y="102870"/>
                </a:cubicBezTo>
                <a:lnTo>
                  <a:pt x="281719" y="102870"/>
                </a:lnTo>
                <a:cubicBezTo>
                  <a:pt x="277925" y="44767"/>
                  <a:pt x="231446" y="0"/>
                  <a:pt x="173584" y="0"/>
                </a:cubicBezTo>
                <a:cubicBezTo>
                  <a:pt x="115723" y="0"/>
                  <a:pt x="69244" y="45720"/>
                  <a:pt x="65450" y="102870"/>
                </a:cubicBezTo>
                <a:lnTo>
                  <a:pt x="65450" y="102870"/>
                </a:lnTo>
                <a:cubicBezTo>
                  <a:pt x="45530" y="102870"/>
                  <a:pt x="28456" y="119063"/>
                  <a:pt x="28456" y="139065"/>
                </a:cubicBezTo>
                <a:lnTo>
                  <a:pt x="28456" y="146685"/>
                </a:lnTo>
                <a:cubicBezTo>
                  <a:pt x="12331" y="150495"/>
                  <a:pt x="0" y="164783"/>
                  <a:pt x="0" y="182880"/>
                </a:cubicBezTo>
                <a:cubicBezTo>
                  <a:pt x="0" y="200977"/>
                  <a:pt x="12331" y="215265"/>
                  <a:pt x="28456" y="219075"/>
                </a:cubicBezTo>
                <a:lnTo>
                  <a:pt x="28456" y="226695"/>
                </a:lnTo>
                <a:cubicBezTo>
                  <a:pt x="28456" y="245745"/>
                  <a:pt x="45530" y="262890"/>
                  <a:pt x="65450" y="262890"/>
                </a:cubicBezTo>
                <a:lnTo>
                  <a:pt x="94855" y="262890"/>
                </a:lnTo>
                <a:cubicBezTo>
                  <a:pt x="99598" y="262890"/>
                  <a:pt x="102443" y="259080"/>
                  <a:pt x="102443" y="255270"/>
                </a:cubicBezTo>
                <a:lnTo>
                  <a:pt x="102443" y="108585"/>
                </a:lnTo>
                <a:cubicBezTo>
                  <a:pt x="102443" y="103823"/>
                  <a:pt x="99598" y="100965"/>
                  <a:pt x="94855" y="100965"/>
                </a:cubicBezTo>
                <a:lnTo>
                  <a:pt x="80627" y="100965"/>
                </a:lnTo>
                <a:cubicBezTo>
                  <a:pt x="84421" y="51435"/>
                  <a:pt x="125208" y="12382"/>
                  <a:pt x="174533" y="12382"/>
                </a:cubicBezTo>
                <a:cubicBezTo>
                  <a:pt x="223857" y="12382"/>
                  <a:pt x="264645" y="51435"/>
                  <a:pt x="268439" y="100965"/>
                </a:cubicBezTo>
                <a:lnTo>
                  <a:pt x="254211" y="100965"/>
                </a:lnTo>
                <a:cubicBezTo>
                  <a:pt x="250417" y="100965"/>
                  <a:pt x="246622" y="103823"/>
                  <a:pt x="246622" y="108585"/>
                </a:cubicBezTo>
                <a:lnTo>
                  <a:pt x="246622" y="255270"/>
                </a:lnTo>
                <a:cubicBezTo>
                  <a:pt x="246622" y="259080"/>
                  <a:pt x="250417" y="262890"/>
                  <a:pt x="254211" y="262890"/>
                </a:cubicBezTo>
                <a:lnTo>
                  <a:pt x="283616" y="262890"/>
                </a:lnTo>
                <a:lnTo>
                  <a:pt x="283616" y="270510"/>
                </a:lnTo>
                <a:cubicBezTo>
                  <a:pt x="283616" y="297180"/>
                  <a:pt x="260851" y="306705"/>
                  <a:pt x="239983" y="306705"/>
                </a:cubicBezTo>
                <a:lnTo>
                  <a:pt x="217217" y="306705"/>
                </a:lnTo>
                <a:cubicBezTo>
                  <a:pt x="214372" y="293370"/>
                  <a:pt x="202041" y="284798"/>
                  <a:pt x="188761" y="284798"/>
                </a:cubicBezTo>
                <a:cubicBezTo>
                  <a:pt x="175481" y="284798"/>
                  <a:pt x="159356" y="297180"/>
                  <a:pt x="159356" y="314325"/>
                </a:cubicBezTo>
                <a:cubicBezTo>
                  <a:pt x="159356" y="331470"/>
                  <a:pt x="172636" y="343853"/>
                  <a:pt x="188761" y="343853"/>
                </a:cubicBezTo>
                <a:cubicBezTo>
                  <a:pt x="204886" y="343853"/>
                  <a:pt x="213423" y="334328"/>
                  <a:pt x="217217" y="321945"/>
                </a:cubicBezTo>
                <a:lnTo>
                  <a:pt x="239983" y="321945"/>
                </a:lnTo>
                <a:cubicBezTo>
                  <a:pt x="275079" y="321945"/>
                  <a:pt x="297844" y="300990"/>
                  <a:pt x="297844" y="270510"/>
                </a:cubicBezTo>
                <a:lnTo>
                  <a:pt x="297844" y="260033"/>
                </a:lnTo>
                <a:cubicBezTo>
                  <a:pt x="311124" y="254317"/>
                  <a:pt x="319661" y="240983"/>
                  <a:pt x="319661" y="226695"/>
                </a:cubicBezTo>
                <a:lnTo>
                  <a:pt x="319661" y="219075"/>
                </a:lnTo>
                <a:cubicBezTo>
                  <a:pt x="336734" y="215265"/>
                  <a:pt x="348117" y="200025"/>
                  <a:pt x="348117" y="182880"/>
                </a:cubicBezTo>
                <a:close/>
                <a:moveTo>
                  <a:pt x="12331" y="182880"/>
                </a:moveTo>
                <a:cubicBezTo>
                  <a:pt x="12331" y="173355"/>
                  <a:pt x="18022" y="165735"/>
                  <a:pt x="26559" y="161925"/>
                </a:cubicBezTo>
                <a:lnTo>
                  <a:pt x="26559" y="202883"/>
                </a:lnTo>
                <a:cubicBezTo>
                  <a:pt x="18022" y="200025"/>
                  <a:pt x="12331" y="191452"/>
                  <a:pt x="12331" y="181927"/>
                </a:cubicBezTo>
                <a:close/>
                <a:moveTo>
                  <a:pt x="85369" y="248602"/>
                </a:moveTo>
                <a:lnTo>
                  <a:pt x="63553" y="248602"/>
                </a:lnTo>
                <a:cubicBezTo>
                  <a:pt x="51222" y="248602"/>
                  <a:pt x="41736" y="239077"/>
                  <a:pt x="41736" y="226695"/>
                </a:cubicBezTo>
                <a:lnTo>
                  <a:pt x="41736" y="213360"/>
                </a:lnTo>
                <a:cubicBezTo>
                  <a:pt x="41736" y="213360"/>
                  <a:pt x="41736" y="213360"/>
                  <a:pt x="41736" y="212408"/>
                </a:cubicBezTo>
                <a:cubicBezTo>
                  <a:pt x="41736" y="211455"/>
                  <a:pt x="41736" y="212408"/>
                  <a:pt x="41736" y="211455"/>
                </a:cubicBezTo>
                <a:lnTo>
                  <a:pt x="41736" y="155258"/>
                </a:lnTo>
                <a:cubicBezTo>
                  <a:pt x="41736" y="155258"/>
                  <a:pt x="41736" y="155258"/>
                  <a:pt x="41736" y="154305"/>
                </a:cubicBezTo>
                <a:cubicBezTo>
                  <a:pt x="41736" y="153352"/>
                  <a:pt x="41736" y="154305"/>
                  <a:pt x="41736" y="153352"/>
                </a:cubicBezTo>
                <a:lnTo>
                  <a:pt x="41736" y="140017"/>
                </a:lnTo>
                <a:cubicBezTo>
                  <a:pt x="41736" y="127635"/>
                  <a:pt x="51222" y="118110"/>
                  <a:pt x="63553" y="118110"/>
                </a:cubicBezTo>
                <a:lnTo>
                  <a:pt x="85369" y="118110"/>
                </a:lnTo>
                <a:lnTo>
                  <a:pt x="85369" y="249555"/>
                </a:lnTo>
                <a:close/>
                <a:moveTo>
                  <a:pt x="187812" y="329565"/>
                </a:moveTo>
                <a:cubicBezTo>
                  <a:pt x="180224" y="329565"/>
                  <a:pt x="173584" y="321945"/>
                  <a:pt x="173584" y="315278"/>
                </a:cubicBezTo>
                <a:cubicBezTo>
                  <a:pt x="173584" y="308610"/>
                  <a:pt x="181173" y="300990"/>
                  <a:pt x="187812" y="300990"/>
                </a:cubicBezTo>
                <a:cubicBezTo>
                  <a:pt x="194452" y="300990"/>
                  <a:pt x="202041" y="30670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14325"/>
                  <a:pt x="202041" y="314325"/>
                  <a:pt x="202041" y="314325"/>
                </a:cubicBezTo>
                <a:cubicBezTo>
                  <a:pt x="202041" y="321945"/>
                  <a:pt x="195401" y="328613"/>
                  <a:pt x="187812" y="328613"/>
                </a:cubicBezTo>
                <a:close/>
                <a:moveTo>
                  <a:pt x="281719" y="248602"/>
                </a:moveTo>
                <a:lnTo>
                  <a:pt x="259902" y="248602"/>
                </a:lnTo>
                <a:lnTo>
                  <a:pt x="259902" y="117158"/>
                </a:lnTo>
                <a:lnTo>
                  <a:pt x="281719" y="117158"/>
                </a:lnTo>
                <a:cubicBezTo>
                  <a:pt x="294050" y="117158"/>
                  <a:pt x="303535" y="126683"/>
                  <a:pt x="303535" y="139065"/>
                </a:cubicBezTo>
                <a:lnTo>
                  <a:pt x="303535" y="152400"/>
                </a:lnTo>
                <a:cubicBezTo>
                  <a:pt x="303535" y="152400"/>
                  <a:pt x="303535" y="152400"/>
                  <a:pt x="303535" y="152400"/>
                </a:cubicBezTo>
                <a:cubicBezTo>
                  <a:pt x="303535" y="152400"/>
                  <a:pt x="303535" y="152400"/>
                  <a:pt x="303535" y="152400"/>
                </a:cubicBezTo>
                <a:lnTo>
                  <a:pt x="303535" y="209550"/>
                </a:lnTo>
                <a:cubicBezTo>
                  <a:pt x="303535" y="209550"/>
                  <a:pt x="303535" y="209550"/>
                  <a:pt x="303535" y="209550"/>
                </a:cubicBezTo>
                <a:cubicBezTo>
                  <a:pt x="303535" y="209550"/>
                  <a:pt x="303535" y="209550"/>
                  <a:pt x="303535" y="209550"/>
                </a:cubicBezTo>
                <a:lnTo>
                  <a:pt x="303535" y="222885"/>
                </a:lnTo>
                <a:cubicBezTo>
                  <a:pt x="303535" y="235267"/>
                  <a:pt x="294050" y="244792"/>
                  <a:pt x="281719" y="244792"/>
                </a:cubicBezTo>
                <a:close/>
                <a:moveTo>
                  <a:pt x="318712" y="202883"/>
                </a:moveTo>
                <a:lnTo>
                  <a:pt x="318712" y="161925"/>
                </a:lnTo>
                <a:cubicBezTo>
                  <a:pt x="327249" y="164783"/>
                  <a:pt x="332940" y="173355"/>
                  <a:pt x="332940" y="182880"/>
                </a:cubicBezTo>
                <a:cubicBezTo>
                  <a:pt x="332940" y="192405"/>
                  <a:pt x="327249" y="200025"/>
                  <a:pt x="318712" y="20383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0" name="Freeform 139">
            <a:extLst>
              <a:ext uri="{FF2B5EF4-FFF2-40B4-BE49-F238E27FC236}">
                <a16:creationId xmlns:a16="http://schemas.microsoft.com/office/drawing/2014/main" id="{447FB853-603E-AD82-FA75-C59E06EDD67A}"/>
              </a:ext>
            </a:extLst>
          </p:cNvPr>
          <p:cNvSpPr/>
          <p:nvPr/>
        </p:nvSpPr>
        <p:spPr>
          <a:xfrm>
            <a:off x="2153052" y="2919124"/>
            <a:ext cx="517906" cy="397604"/>
          </a:xfrm>
          <a:custGeom>
            <a:avLst/>
            <a:gdLst>
              <a:gd name="connsiteX0" fmla="*/ 391987 w 395781"/>
              <a:gd name="connsiteY0" fmla="*/ 12382 h 303847"/>
              <a:gd name="connsiteX1" fmla="*/ 386296 w 395781"/>
              <a:gd name="connsiteY1" fmla="*/ 11430 h 303847"/>
              <a:gd name="connsiteX2" fmla="*/ 364480 w 395781"/>
              <a:gd name="connsiteY2" fmla="*/ 17145 h 303847"/>
              <a:gd name="connsiteX3" fmla="*/ 364480 w 395781"/>
              <a:gd name="connsiteY3" fmla="*/ 17145 h 303847"/>
              <a:gd name="connsiteX4" fmla="*/ 347406 w 395781"/>
              <a:gd name="connsiteY4" fmla="*/ 0 h 303847"/>
              <a:gd name="connsiteX5" fmla="*/ 267728 w 395781"/>
              <a:gd name="connsiteY5" fmla="*/ 0 h 303847"/>
              <a:gd name="connsiteX6" fmla="*/ 250654 w 395781"/>
              <a:gd name="connsiteY6" fmla="*/ 17145 h 303847"/>
              <a:gd name="connsiteX7" fmla="*/ 250654 w 395781"/>
              <a:gd name="connsiteY7" fmla="*/ 38100 h 303847"/>
              <a:gd name="connsiteX8" fmla="*/ 60944 w 395781"/>
              <a:gd name="connsiteY8" fmla="*/ 38100 h 303847"/>
              <a:gd name="connsiteX9" fmla="*/ 21105 w 395781"/>
              <a:gd name="connsiteY9" fmla="*/ 80010 h 303847"/>
              <a:gd name="connsiteX10" fmla="*/ 21105 w 395781"/>
              <a:gd name="connsiteY10" fmla="*/ 247650 h 303847"/>
              <a:gd name="connsiteX11" fmla="*/ 2134 w 395781"/>
              <a:gd name="connsiteY11" fmla="*/ 280035 h 303847"/>
              <a:gd name="connsiteX12" fmla="*/ 2134 w 395781"/>
              <a:gd name="connsiteY12" fmla="*/ 296228 h 303847"/>
              <a:gd name="connsiteX13" fmla="*/ 16362 w 395781"/>
              <a:gd name="connsiteY13" fmla="*/ 303848 h 303847"/>
              <a:gd name="connsiteX14" fmla="*/ 343611 w 395781"/>
              <a:gd name="connsiteY14" fmla="*/ 303848 h 303847"/>
              <a:gd name="connsiteX15" fmla="*/ 357840 w 395781"/>
              <a:gd name="connsiteY15" fmla="*/ 296228 h 303847"/>
              <a:gd name="connsiteX16" fmla="*/ 357840 w 395781"/>
              <a:gd name="connsiteY16" fmla="*/ 280035 h 303847"/>
              <a:gd name="connsiteX17" fmla="*/ 338869 w 395781"/>
              <a:gd name="connsiteY17" fmla="*/ 247650 h 303847"/>
              <a:gd name="connsiteX18" fmla="*/ 338869 w 395781"/>
              <a:gd name="connsiteY18" fmla="*/ 89535 h 303847"/>
              <a:gd name="connsiteX19" fmla="*/ 348354 w 395781"/>
              <a:gd name="connsiteY19" fmla="*/ 89535 h 303847"/>
              <a:gd name="connsiteX20" fmla="*/ 365428 w 395781"/>
              <a:gd name="connsiteY20" fmla="*/ 72390 h 303847"/>
              <a:gd name="connsiteX21" fmla="*/ 365428 w 395781"/>
              <a:gd name="connsiteY21" fmla="*/ 72390 h 303847"/>
              <a:gd name="connsiteX22" fmla="*/ 387245 w 395781"/>
              <a:gd name="connsiteY22" fmla="*/ 78105 h 303847"/>
              <a:gd name="connsiteX23" fmla="*/ 389142 w 395781"/>
              <a:gd name="connsiteY23" fmla="*/ 78105 h 303847"/>
              <a:gd name="connsiteX24" fmla="*/ 392936 w 395781"/>
              <a:gd name="connsiteY24" fmla="*/ 77152 h 303847"/>
              <a:gd name="connsiteX25" fmla="*/ 395782 w 395781"/>
              <a:gd name="connsiteY25" fmla="*/ 72390 h 303847"/>
              <a:gd name="connsiteX26" fmla="*/ 395782 w 395781"/>
              <a:gd name="connsiteY26" fmla="*/ 18098 h 303847"/>
              <a:gd name="connsiteX27" fmla="*/ 392936 w 395781"/>
              <a:gd name="connsiteY27" fmla="*/ 13335 h 303847"/>
              <a:gd name="connsiteX28" fmla="*/ 345509 w 395781"/>
              <a:gd name="connsiteY28" fmla="*/ 289560 h 303847"/>
              <a:gd name="connsiteX29" fmla="*/ 342663 w 395781"/>
              <a:gd name="connsiteY29" fmla="*/ 291465 h 303847"/>
              <a:gd name="connsiteX30" fmla="*/ 15414 w 395781"/>
              <a:gd name="connsiteY30" fmla="*/ 291465 h 303847"/>
              <a:gd name="connsiteX31" fmla="*/ 12568 w 395781"/>
              <a:gd name="connsiteY31" fmla="*/ 289560 h 303847"/>
              <a:gd name="connsiteX32" fmla="*/ 12568 w 395781"/>
              <a:gd name="connsiteY32" fmla="*/ 286703 h 303847"/>
              <a:gd name="connsiteX33" fmla="*/ 30591 w 395781"/>
              <a:gd name="connsiteY33" fmla="*/ 255270 h 303847"/>
              <a:gd name="connsiteX34" fmla="*/ 326538 w 395781"/>
              <a:gd name="connsiteY34" fmla="*/ 255270 h 303847"/>
              <a:gd name="connsiteX35" fmla="*/ 344560 w 395781"/>
              <a:gd name="connsiteY35" fmla="*/ 286703 h 303847"/>
              <a:gd name="connsiteX36" fmla="*/ 344560 w 395781"/>
              <a:gd name="connsiteY36" fmla="*/ 289560 h 303847"/>
              <a:gd name="connsiteX37" fmla="*/ 179513 w 395781"/>
              <a:gd name="connsiteY37" fmla="*/ 177165 h 303847"/>
              <a:gd name="connsiteX38" fmla="*/ 142519 w 395781"/>
              <a:gd name="connsiteY38" fmla="*/ 140017 h 303847"/>
              <a:gd name="connsiteX39" fmla="*/ 179513 w 395781"/>
              <a:gd name="connsiteY39" fmla="*/ 102870 h 303847"/>
              <a:gd name="connsiteX40" fmla="*/ 216506 w 395781"/>
              <a:gd name="connsiteY40" fmla="*/ 140017 h 303847"/>
              <a:gd name="connsiteX41" fmla="*/ 179513 w 395781"/>
              <a:gd name="connsiteY41" fmla="*/ 177165 h 303847"/>
              <a:gd name="connsiteX42" fmla="*/ 179513 w 395781"/>
              <a:gd name="connsiteY42" fmla="*/ 190500 h 303847"/>
              <a:gd name="connsiteX43" fmla="*/ 199432 w 395781"/>
              <a:gd name="connsiteY43" fmla="*/ 185738 h 303847"/>
              <a:gd name="connsiteX44" fmla="*/ 218403 w 395781"/>
              <a:gd name="connsiteY44" fmla="*/ 195263 h 303847"/>
              <a:gd name="connsiteX45" fmla="*/ 261088 w 395781"/>
              <a:gd name="connsiteY45" fmla="*/ 243840 h 303847"/>
              <a:gd name="connsiteX46" fmla="*/ 97938 w 395781"/>
              <a:gd name="connsiteY46" fmla="*/ 243840 h 303847"/>
              <a:gd name="connsiteX47" fmla="*/ 140622 w 395781"/>
              <a:gd name="connsiteY47" fmla="*/ 195263 h 303847"/>
              <a:gd name="connsiteX48" fmla="*/ 159593 w 395781"/>
              <a:gd name="connsiteY48" fmla="*/ 186690 h 303847"/>
              <a:gd name="connsiteX49" fmla="*/ 179513 w 395781"/>
              <a:gd name="connsiteY49" fmla="*/ 191452 h 303847"/>
              <a:gd name="connsiteX50" fmla="*/ 324640 w 395781"/>
              <a:gd name="connsiteY50" fmla="*/ 242888 h 303847"/>
              <a:gd name="connsiteX51" fmla="*/ 273419 w 395781"/>
              <a:gd name="connsiteY51" fmla="*/ 242888 h 303847"/>
              <a:gd name="connsiteX52" fmla="*/ 222197 w 395781"/>
              <a:gd name="connsiteY52" fmla="*/ 182880 h 303847"/>
              <a:gd name="connsiteX53" fmla="*/ 210815 w 395781"/>
              <a:gd name="connsiteY53" fmla="*/ 178117 h 303847"/>
              <a:gd name="connsiteX54" fmla="*/ 228837 w 395781"/>
              <a:gd name="connsiteY54" fmla="*/ 140017 h 303847"/>
              <a:gd name="connsiteX55" fmla="*/ 179513 w 395781"/>
              <a:gd name="connsiteY55" fmla="*/ 90488 h 303847"/>
              <a:gd name="connsiteX56" fmla="*/ 130188 w 395781"/>
              <a:gd name="connsiteY56" fmla="*/ 140017 h 303847"/>
              <a:gd name="connsiteX57" fmla="*/ 148211 w 395781"/>
              <a:gd name="connsiteY57" fmla="*/ 178117 h 303847"/>
              <a:gd name="connsiteX58" fmla="*/ 136828 w 395781"/>
              <a:gd name="connsiteY58" fmla="*/ 182880 h 303847"/>
              <a:gd name="connsiteX59" fmla="*/ 85606 w 395781"/>
              <a:gd name="connsiteY59" fmla="*/ 242888 h 303847"/>
              <a:gd name="connsiteX60" fmla="*/ 34385 w 395781"/>
              <a:gd name="connsiteY60" fmla="*/ 242888 h 303847"/>
              <a:gd name="connsiteX61" fmla="*/ 34385 w 395781"/>
              <a:gd name="connsiteY61" fmla="*/ 80010 h 303847"/>
              <a:gd name="connsiteX62" fmla="*/ 60944 w 395781"/>
              <a:gd name="connsiteY62" fmla="*/ 51435 h 303847"/>
              <a:gd name="connsiteX63" fmla="*/ 250654 w 395781"/>
              <a:gd name="connsiteY63" fmla="*/ 51435 h 303847"/>
              <a:gd name="connsiteX64" fmla="*/ 250654 w 395781"/>
              <a:gd name="connsiteY64" fmla="*/ 72390 h 303847"/>
              <a:gd name="connsiteX65" fmla="*/ 267728 w 395781"/>
              <a:gd name="connsiteY65" fmla="*/ 89535 h 303847"/>
              <a:gd name="connsiteX66" fmla="*/ 325589 w 395781"/>
              <a:gd name="connsiteY66" fmla="*/ 89535 h 303847"/>
              <a:gd name="connsiteX67" fmla="*/ 325589 w 395781"/>
              <a:gd name="connsiteY67" fmla="*/ 242888 h 303847"/>
              <a:gd name="connsiteX68" fmla="*/ 351200 w 395781"/>
              <a:gd name="connsiteY68" fmla="*/ 72390 h 303847"/>
              <a:gd name="connsiteX69" fmla="*/ 347406 w 395781"/>
              <a:gd name="connsiteY69" fmla="*/ 76200 h 303847"/>
              <a:gd name="connsiteX70" fmla="*/ 267728 w 395781"/>
              <a:gd name="connsiteY70" fmla="*/ 76200 h 303847"/>
              <a:gd name="connsiteX71" fmla="*/ 263933 w 395781"/>
              <a:gd name="connsiteY71" fmla="*/ 72390 h 303847"/>
              <a:gd name="connsiteX72" fmla="*/ 263933 w 395781"/>
              <a:gd name="connsiteY72" fmla="*/ 17145 h 303847"/>
              <a:gd name="connsiteX73" fmla="*/ 267728 w 395781"/>
              <a:gd name="connsiteY73" fmla="*/ 13335 h 303847"/>
              <a:gd name="connsiteX74" fmla="*/ 347406 w 395781"/>
              <a:gd name="connsiteY74" fmla="*/ 13335 h 303847"/>
              <a:gd name="connsiteX75" fmla="*/ 351200 w 395781"/>
              <a:gd name="connsiteY75" fmla="*/ 17145 h 303847"/>
              <a:gd name="connsiteX76" fmla="*/ 351200 w 395781"/>
              <a:gd name="connsiteY76" fmla="*/ 72390 h 303847"/>
              <a:gd name="connsiteX77" fmla="*/ 381553 w 395781"/>
              <a:gd name="connsiteY77" fmla="*/ 63817 h 303847"/>
              <a:gd name="connsiteX78" fmla="*/ 364480 w 395781"/>
              <a:gd name="connsiteY78" fmla="*/ 59055 h 303847"/>
              <a:gd name="connsiteX79" fmla="*/ 364480 w 395781"/>
              <a:gd name="connsiteY79" fmla="*/ 31433 h 303847"/>
              <a:gd name="connsiteX80" fmla="*/ 381553 w 395781"/>
              <a:gd name="connsiteY80" fmla="*/ 26670 h 303847"/>
              <a:gd name="connsiteX81" fmla="*/ 381553 w 395781"/>
              <a:gd name="connsiteY81" fmla="*/ 63817 h 303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95781" h="303847">
                <a:moveTo>
                  <a:pt x="391987" y="12382"/>
                </a:moveTo>
                <a:cubicBezTo>
                  <a:pt x="390090" y="11430"/>
                  <a:pt x="388193" y="10477"/>
                  <a:pt x="386296" y="11430"/>
                </a:cubicBezTo>
                <a:lnTo>
                  <a:pt x="364480" y="17145"/>
                </a:lnTo>
                <a:lnTo>
                  <a:pt x="364480" y="17145"/>
                </a:lnTo>
                <a:cubicBezTo>
                  <a:pt x="364480" y="7620"/>
                  <a:pt x="356891" y="0"/>
                  <a:pt x="347406" y="0"/>
                </a:cubicBezTo>
                <a:lnTo>
                  <a:pt x="267728" y="0"/>
                </a:lnTo>
                <a:cubicBezTo>
                  <a:pt x="258242" y="0"/>
                  <a:pt x="250654" y="7620"/>
                  <a:pt x="250654" y="17145"/>
                </a:cubicBezTo>
                <a:lnTo>
                  <a:pt x="250654" y="38100"/>
                </a:lnTo>
                <a:lnTo>
                  <a:pt x="60944" y="38100"/>
                </a:lnTo>
                <a:cubicBezTo>
                  <a:pt x="39128" y="38100"/>
                  <a:pt x="21105" y="57150"/>
                  <a:pt x="21105" y="80010"/>
                </a:cubicBezTo>
                <a:lnTo>
                  <a:pt x="21105" y="247650"/>
                </a:lnTo>
                <a:lnTo>
                  <a:pt x="2134" y="280035"/>
                </a:lnTo>
                <a:cubicBezTo>
                  <a:pt x="-711" y="284798"/>
                  <a:pt x="-711" y="291465"/>
                  <a:pt x="2134" y="296228"/>
                </a:cubicBezTo>
                <a:cubicBezTo>
                  <a:pt x="4980" y="300990"/>
                  <a:pt x="9723" y="303848"/>
                  <a:pt x="16362" y="303848"/>
                </a:cubicBezTo>
                <a:lnTo>
                  <a:pt x="343611" y="303848"/>
                </a:lnTo>
                <a:cubicBezTo>
                  <a:pt x="349303" y="303848"/>
                  <a:pt x="354994" y="300990"/>
                  <a:pt x="357840" y="296228"/>
                </a:cubicBezTo>
                <a:cubicBezTo>
                  <a:pt x="360685" y="291465"/>
                  <a:pt x="360685" y="284798"/>
                  <a:pt x="357840" y="280035"/>
                </a:cubicBezTo>
                <a:lnTo>
                  <a:pt x="338869" y="247650"/>
                </a:lnTo>
                <a:lnTo>
                  <a:pt x="338869" y="89535"/>
                </a:lnTo>
                <a:lnTo>
                  <a:pt x="348354" y="89535"/>
                </a:lnTo>
                <a:cubicBezTo>
                  <a:pt x="357840" y="89535"/>
                  <a:pt x="365428" y="81915"/>
                  <a:pt x="365428" y="72390"/>
                </a:cubicBezTo>
                <a:lnTo>
                  <a:pt x="365428" y="72390"/>
                </a:lnTo>
                <a:cubicBezTo>
                  <a:pt x="365428" y="72390"/>
                  <a:pt x="387245" y="78105"/>
                  <a:pt x="387245" y="78105"/>
                </a:cubicBezTo>
                <a:cubicBezTo>
                  <a:pt x="387245" y="78105"/>
                  <a:pt x="388193" y="78105"/>
                  <a:pt x="389142" y="78105"/>
                </a:cubicBezTo>
                <a:cubicBezTo>
                  <a:pt x="390090" y="78105"/>
                  <a:pt x="391987" y="78105"/>
                  <a:pt x="392936" y="77152"/>
                </a:cubicBezTo>
                <a:cubicBezTo>
                  <a:pt x="394833" y="76200"/>
                  <a:pt x="395782" y="74295"/>
                  <a:pt x="395782" y="72390"/>
                </a:cubicBezTo>
                <a:lnTo>
                  <a:pt x="395782" y="18098"/>
                </a:lnTo>
                <a:cubicBezTo>
                  <a:pt x="395782" y="16193"/>
                  <a:pt x="395782" y="14288"/>
                  <a:pt x="392936" y="13335"/>
                </a:cubicBezTo>
                <a:close/>
                <a:moveTo>
                  <a:pt x="345509" y="289560"/>
                </a:moveTo>
                <a:cubicBezTo>
                  <a:pt x="345509" y="289560"/>
                  <a:pt x="344560" y="291465"/>
                  <a:pt x="342663" y="291465"/>
                </a:cubicBezTo>
                <a:lnTo>
                  <a:pt x="15414" y="291465"/>
                </a:lnTo>
                <a:cubicBezTo>
                  <a:pt x="13517" y="291465"/>
                  <a:pt x="12568" y="290513"/>
                  <a:pt x="12568" y="289560"/>
                </a:cubicBezTo>
                <a:cubicBezTo>
                  <a:pt x="12568" y="289560"/>
                  <a:pt x="12568" y="287655"/>
                  <a:pt x="12568" y="286703"/>
                </a:cubicBezTo>
                <a:lnTo>
                  <a:pt x="30591" y="255270"/>
                </a:lnTo>
                <a:lnTo>
                  <a:pt x="326538" y="255270"/>
                </a:lnTo>
                <a:lnTo>
                  <a:pt x="344560" y="286703"/>
                </a:lnTo>
                <a:cubicBezTo>
                  <a:pt x="344560" y="287655"/>
                  <a:pt x="344560" y="289560"/>
                  <a:pt x="344560" y="289560"/>
                </a:cubicBezTo>
                <a:close/>
                <a:moveTo>
                  <a:pt x="179513" y="177165"/>
                </a:moveTo>
                <a:cubicBezTo>
                  <a:pt x="159593" y="177165"/>
                  <a:pt x="142519" y="160973"/>
                  <a:pt x="142519" y="140017"/>
                </a:cubicBezTo>
                <a:cubicBezTo>
                  <a:pt x="142519" y="119063"/>
                  <a:pt x="158645" y="102870"/>
                  <a:pt x="179513" y="102870"/>
                </a:cubicBezTo>
                <a:cubicBezTo>
                  <a:pt x="200381" y="102870"/>
                  <a:pt x="216506" y="119063"/>
                  <a:pt x="216506" y="140017"/>
                </a:cubicBezTo>
                <a:cubicBezTo>
                  <a:pt x="216506" y="160973"/>
                  <a:pt x="200381" y="177165"/>
                  <a:pt x="179513" y="177165"/>
                </a:cubicBezTo>
                <a:close/>
                <a:moveTo>
                  <a:pt x="179513" y="190500"/>
                </a:moveTo>
                <a:cubicBezTo>
                  <a:pt x="187101" y="190500"/>
                  <a:pt x="193741" y="188595"/>
                  <a:pt x="199432" y="185738"/>
                </a:cubicBezTo>
                <a:cubicBezTo>
                  <a:pt x="204175" y="189548"/>
                  <a:pt x="210815" y="192405"/>
                  <a:pt x="218403" y="195263"/>
                </a:cubicBezTo>
                <a:cubicBezTo>
                  <a:pt x="237374" y="201930"/>
                  <a:pt x="259191" y="210502"/>
                  <a:pt x="261088" y="243840"/>
                </a:cubicBezTo>
                <a:lnTo>
                  <a:pt x="97938" y="243840"/>
                </a:lnTo>
                <a:cubicBezTo>
                  <a:pt x="100783" y="210502"/>
                  <a:pt x="121651" y="202883"/>
                  <a:pt x="140622" y="195263"/>
                </a:cubicBezTo>
                <a:cubicBezTo>
                  <a:pt x="148211" y="192405"/>
                  <a:pt x="154850" y="190500"/>
                  <a:pt x="159593" y="186690"/>
                </a:cubicBezTo>
                <a:cubicBezTo>
                  <a:pt x="165284" y="189548"/>
                  <a:pt x="172873" y="191452"/>
                  <a:pt x="179513" y="191452"/>
                </a:cubicBezTo>
                <a:close/>
                <a:moveTo>
                  <a:pt x="324640" y="242888"/>
                </a:moveTo>
                <a:lnTo>
                  <a:pt x="273419" y="242888"/>
                </a:lnTo>
                <a:cubicBezTo>
                  <a:pt x="270573" y="200025"/>
                  <a:pt x="241168" y="189548"/>
                  <a:pt x="222197" y="182880"/>
                </a:cubicBezTo>
                <a:cubicBezTo>
                  <a:pt x="218403" y="180975"/>
                  <a:pt x="213660" y="180023"/>
                  <a:pt x="210815" y="178117"/>
                </a:cubicBezTo>
                <a:cubicBezTo>
                  <a:pt x="221249" y="168592"/>
                  <a:pt x="228837" y="155258"/>
                  <a:pt x="228837" y="140017"/>
                </a:cubicBezTo>
                <a:cubicBezTo>
                  <a:pt x="228837" y="112395"/>
                  <a:pt x="207021" y="90488"/>
                  <a:pt x="179513" y="90488"/>
                </a:cubicBezTo>
                <a:cubicBezTo>
                  <a:pt x="152005" y="90488"/>
                  <a:pt x="130188" y="112395"/>
                  <a:pt x="130188" y="140017"/>
                </a:cubicBezTo>
                <a:cubicBezTo>
                  <a:pt x="130188" y="167640"/>
                  <a:pt x="136828" y="168592"/>
                  <a:pt x="148211" y="178117"/>
                </a:cubicBezTo>
                <a:cubicBezTo>
                  <a:pt x="145365" y="180023"/>
                  <a:pt x="140622" y="180975"/>
                  <a:pt x="136828" y="182880"/>
                </a:cubicBezTo>
                <a:cubicBezTo>
                  <a:pt x="116909" y="190500"/>
                  <a:pt x="88452" y="200977"/>
                  <a:pt x="85606" y="242888"/>
                </a:cubicBezTo>
                <a:lnTo>
                  <a:pt x="34385" y="242888"/>
                </a:lnTo>
                <a:lnTo>
                  <a:pt x="34385" y="80010"/>
                </a:lnTo>
                <a:cubicBezTo>
                  <a:pt x="34385" y="63817"/>
                  <a:pt x="46716" y="51435"/>
                  <a:pt x="60944" y="51435"/>
                </a:cubicBezTo>
                <a:lnTo>
                  <a:pt x="250654" y="51435"/>
                </a:lnTo>
                <a:lnTo>
                  <a:pt x="250654" y="72390"/>
                </a:lnTo>
                <a:cubicBezTo>
                  <a:pt x="250654" y="81915"/>
                  <a:pt x="258242" y="89535"/>
                  <a:pt x="267728" y="89535"/>
                </a:cubicBezTo>
                <a:lnTo>
                  <a:pt x="325589" y="89535"/>
                </a:lnTo>
                <a:lnTo>
                  <a:pt x="325589" y="242888"/>
                </a:lnTo>
                <a:close/>
                <a:moveTo>
                  <a:pt x="351200" y="72390"/>
                </a:moveTo>
                <a:cubicBezTo>
                  <a:pt x="351200" y="74295"/>
                  <a:pt x="349303" y="76200"/>
                  <a:pt x="347406" y="76200"/>
                </a:cubicBezTo>
                <a:lnTo>
                  <a:pt x="267728" y="76200"/>
                </a:lnTo>
                <a:cubicBezTo>
                  <a:pt x="265830" y="76200"/>
                  <a:pt x="263933" y="74295"/>
                  <a:pt x="263933" y="72390"/>
                </a:cubicBezTo>
                <a:lnTo>
                  <a:pt x="263933" y="17145"/>
                </a:lnTo>
                <a:cubicBezTo>
                  <a:pt x="263933" y="15240"/>
                  <a:pt x="265830" y="13335"/>
                  <a:pt x="267728" y="13335"/>
                </a:cubicBezTo>
                <a:lnTo>
                  <a:pt x="347406" y="13335"/>
                </a:lnTo>
                <a:cubicBezTo>
                  <a:pt x="349303" y="13335"/>
                  <a:pt x="351200" y="15240"/>
                  <a:pt x="351200" y="17145"/>
                </a:cubicBezTo>
                <a:lnTo>
                  <a:pt x="351200" y="72390"/>
                </a:lnTo>
                <a:close/>
                <a:moveTo>
                  <a:pt x="381553" y="63817"/>
                </a:moveTo>
                <a:lnTo>
                  <a:pt x="364480" y="59055"/>
                </a:lnTo>
                <a:lnTo>
                  <a:pt x="364480" y="31433"/>
                </a:lnTo>
                <a:lnTo>
                  <a:pt x="381553" y="26670"/>
                </a:lnTo>
                <a:lnTo>
                  <a:pt x="381553" y="6381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1" name="Freeform 140">
            <a:extLst>
              <a:ext uri="{FF2B5EF4-FFF2-40B4-BE49-F238E27FC236}">
                <a16:creationId xmlns:a16="http://schemas.microsoft.com/office/drawing/2014/main" id="{D16623D2-AD5A-C20B-0804-D037F406194D}"/>
              </a:ext>
            </a:extLst>
          </p:cNvPr>
          <p:cNvSpPr/>
          <p:nvPr/>
        </p:nvSpPr>
        <p:spPr>
          <a:xfrm>
            <a:off x="2924577" y="2919124"/>
            <a:ext cx="517906" cy="397604"/>
          </a:xfrm>
          <a:custGeom>
            <a:avLst/>
            <a:gdLst>
              <a:gd name="connsiteX0" fmla="*/ 391987 w 395781"/>
              <a:gd name="connsiteY0" fmla="*/ 12382 h 303847"/>
              <a:gd name="connsiteX1" fmla="*/ 386296 w 395781"/>
              <a:gd name="connsiteY1" fmla="*/ 11430 h 303847"/>
              <a:gd name="connsiteX2" fmla="*/ 364480 w 395781"/>
              <a:gd name="connsiteY2" fmla="*/ 17145 h 303847"/>
              <a:gd name="connsiteX3" fmla="*/ 364480 w 395781"/>
              <a:gd name="connsiteY3" fmla="*/ 17145 h 303847"/>
              <a:gd name="connsiteX4" fmla="*/ 347406 w 395781"/>
              <a:gd name="connsiteY4" fmla="*/ 0 h 303847"/>
              <a:gd name="connsiteX5" fmla="*/ 267728 w 395781"/>
              <a:gd name="connsiteY5" fmla="*/ 0 h 303847"/>
              <a:gd name="connsiteX6" fmla="*/ 250654 w 395781"/>
              <a:gd name="connsiteY6" fmla="*/ 17145 h 303847"/>
              <a:gd name="connsiteX7" fmla="*/ 250654 w 395781"/>
              <a:gd name="connsiteY7" fmla="*/ 38100 h 303847"/>
              <a:gd name="connsiteX8" fmla="*/ 60944 w 395781"/>
              <a:gd name="connsiteY8" fmla="*/ 38100 h 303847"/>
              <a:gd name="connsiteX9" fmla="*/ 21105 w 395781"/>
              <a:gd name="connsiteY9" fmla="*/ 80010 h 303847"/>
              <a:gd name="connsiteX10" fmla="*/ 21105 w 395781"/>
              <a:gd name="connsiteY10" fmla="*/ 247650 h 303847"/>
              <a:gd name="connsiteX11" fmla="*/ 2134 w 395781"/>
              <a:gd name="connsiteY11" fmla="*/ 280035 h 303847"/>
              <a:gd name="connsiteX12" fmla="*/ 2134 w 395781"/>
              <a:gd name="connsiteY12" fmla="*/ 296228 h 303847"/>
              <a:gd name="connsiteX13" fmla="*/ 16362 w 395781"/>
              <a:gd name="connsiteY13" fmla="*/ 303848 h 303847"/>
              <a:gd name="connsiteX14" fmla="*/ 343611 w 395781"/>
              <a:gd name="connsiteY14" fmla="*/ 303848 h 303847"/>
              <a:gd name="connsiteX15" fmla="*/ 357840 w 395781"/>
              <a:gd name="connsiteY15" fmla="*/ 296228 h 303847"/>
              <a:gd name="connsiteX16" fmla="*/ 357840 w 395781"/>
              <a:gd name="connsiteY16" fmla="*/ 280035 h 303847"/>
              <a:gd name="connsiteX17" fmla="*/ 338869 w 395781"/>
              <a:gd name="connsiteY17" fmla="*/ 247650 h 303847"/>
              <a:gd name="connsiteX18" fmla="*/ 338869 w 395781"/>
              <a:gd name="connsiteY18" fmla="*/ 89535 h 303847"/>
              <a:gd name="connsiteX19" fmla="*/ 348354 w 395781"/>
              <a:gd name="connsiteY19" fmla="*/ 89535 h 303847"/>
              <a:gd name="connsiteX20" fmla="*/ 365428 w 395781"/>
              <a:gd name="connsiteY20" fmla="*/ 72390 h 303847"/>
              <a:gd name="connsiteX21" fmla="*/ 365428 w 395781"/>
              <a:gd name="connsiteY21" fmla="*/ 72390 h 303847"/>
              <a:gd name="connsiteX22" fmla="*/ 387245 w 395781"/>
              <a:gd name="connsiteY22" fmla="*/ 78105 h 303847"/>
              <a:gd name="connsiteX23" fmla="*/ 389142 w 395781"/>
              <a:gd name="connsiteY23" fmla="*/ 78105 h 303847"/>
              <a:gd name="connsiteX24" fmla="*/ 392936 w 395781"/>
              <a:gd name="connsiteY24" fmla="*/ 77152 h 303847"/>
              <a:gd name="connsiteX25" fmla="*/ 395782 w 395781"/>
              <a:gd name="connsiteY25" fmla="*/ 72390 h 303847"/>
              <a:gd name="connsiteX26" fmla="*/ 395782 w 395781"/>
              <a:gd name="connsiteY26" fmla="*/ 18098 h 303847"/>
              <a:gd name="connsiteX27" fmla="*/ 392936 w 395781"/>
              <a:gd name="connsiteY27" fmla="*/ 13335 h 303847"/>
              <a:gd name="connsiteX28" fmla="*/ 345509 w 395781"/>
              <a:gd name="connsiteY28" fmla="*/ 289560 h 303847"/>
              <a:gd name="connsiteX29" fmla="*/ 342663 w 395781"/>
              <a:gd name="connsiteY29" fmla="*/ 291465 h 303847"/>
              <a:gd name="connsiteX30" fmla="*/ 15414 w 395781"/>
              <a:gd name="connsiteY30" fmla="*/ 291465 h 303847"/>
              <a:gd name="connsiteX31" fmla="*/ 12568 w 395781"/>
              <a:gd name="connsiteY31" fmla="*/ 289560 h 303847"/>
              <a:gd name="connsiteX32" fmla="*/ 12568 w 395781"/>
              <a:gd name="connsiteY32" fmla="*/ 286703 h 303847"/>
              <a:gd name="connsiteX33" fmla="*/ 30591 w 395781"/>
              <a:gd name="connsiteY33" fmla="*/ 255270 h 303847"/>
              <a:gd name="connsiteX34" fmla="*/ 326538 w 395781"/>
              <a:gd name="connsiteY34" fmla="*/ 255270 h 303847"/>
              <a:gd name="connsiteX35" fmla="*/ 344560 w 395781"/>
              <a:gd name="connsiteY35" fmla="*/ 286703 h 303847"/>
              <a:gd name="connsiteX36" fmla="*/ 344560 w 395781"/>
              <a:gd name="connsiteY36" fmla="*/ 289560 h 303847"/>
              <a:gd name="connsiteX37" fmla="*/ 179513 w 395781"/>
              <a:gd name="connsiteY37" fmla="*/ 177165 h 303847"/>
              <a:gd name="connsiteX38" fmla="*/ 142519 w 395781"/>
              <a:gd name="connsiteY38" fmla="*/ 140017 h 303847"/>
              <a:gd name="connsiteX39" fmla="*/ 179513 w 395781"/>
              <a:gd name="connsiteY39" fmla="*/ 102870 h 303847"/>
              <a:gd name="connsiteX40" fmla="*/ 216506 w 395781"/>
              <a:gd name="connsiteY40" fmla="*/ 140017 h 303847"/>
              <a:gd name="connsiteX41" fmla="*/ 179513 w 395781"/>
              <a:gd name="connsiteY41" fmla="*/ 177165 h 303847"/>
              <a:gd name="connsiteX42" fmla="*/ 179513 w 395781"/>
              <a:gd name="connsiteY42" fmla="*/ 190500 h 303847"/>
              <a:gd name="connsiteX43" fmla="*/ 199432 w 395781"/>
              <a:gd name="connsiteY43" fmla="*/ 185738 h 303847"/>
              <a:gd name="connsiteX44" fmla="*/ 218403 w 395781"/>
              <a:gd name="connsiteY44" fmla="*/ 195263 h 303847"/>
              <a:gd name="connsiteX45" fmla="*/ 261088 w 395781"/>
              <a:gd name="connsiteY45" fmla="*/ 243840 h 303847"/>
              <a:gd name="connsiteX46" fmla="*/ 97938 w 395781"/>
              <a:gd name="connsiteY46" fmla="*/ 243840 h 303847"/>
              <a:gd name="connsiteX47" fmla="*/ 140622 w 395781"/>
              <a:gd name="connsiteY47" fmla="*/ 195263 h 303847"/>
              <a:gd name="connsiteX48" fmla="*/ 159593 w 395781"/>
              <a:gd name="connsiteY48" fmla="*/ 186690 h 303847"/>
              <a:gd name="connsiteX49" fmla="*/ 179513 w 395781"/>
              <a:gd name="connsiteY49" fmla="*/ 191452 h 303847"/>
              <a:gd name="connsiteX50" fmla="*/ 324640 w 395781"/>
              <a:gd name="connsiteY50" fmla="*/ 242888 h 303847"/>
              <a:gd name="connsiteX51" fmla="*/ 273419 w 395781"/>
              <a:gd name="connsiteY51" fmla="*/ 242888 h 303847"/>
              <a:gd name="connsiteX52" fmla="*/ 222197 w 395781"/>
              <a:gd name="connsiteY52" fmla="*/ 182880 h 303847"/>
              <a:gd name="connsiteX53" fmla="*/ 210815 w 395781"/>
              <a:gd name="connsiteY53" fmla="*/ 178117 h 303847"/>
              <a:gd name="connsiteX54" fmla="*/ 228837 w 395781"/>
              <a:gd name="connsiteY54" fmla="*/ 140017 h 303847"/>
              <a:gd name="connsiteX55" fmla="*/ 179513 w 395781"/>
              <a:gd name="connsiteY55" fmla="*/ 90488 h 303847"/>
              <a:gd name="connsiteX56" fmla="*/ 130188 w 395781"/>
              <a:gd name="connsiteY56" fmla="*/ 140017 h 303847"/>
              <a:gd name="connsiteX57" fmla="*/ 148211 w 395781"/>
              <a:gd name="connsiteY57" fmla="*/ 178117 h 303847"/>
              <a:gd name="connsiteX58" fmla="*/ 136828 w 395781"/>
              <a:gd name="connsiteY58" fmla="*/ 182880 h 303847"/>
              <a:gd name="connsiteX59" fmla="*/ 85606 w 395781"/>
              <a:gd name="connsiteY59" fmla="*/ 242888 h 303847"/>
              <a:gd name="connsiteX60" fmla="*/ 34385 w 395781"/>
              <a:gd name="connsiteY60" fmla="*/ 242888 h 303847"/>
              <a:gd name="connsiteX61" fmla="*/ 34385 w 395781"/>
              <a:gd name="connsiteY61" fmla="*/ 80010 h 303847"/>
              <a:gd name="connsiteX62" fmla="*/ 60944 w 395781"/>
              <a:gd name="connsiteY62" fmla="*/ 51435 h 303847"/>
              <a:gd name="connsiteX63" fmla="*/ 250654 w 395781"/>
              <a:gd name="connsiteY63" fmla="*/ 51435 h 303847"/>
              <a:gd name="connsiteX64" fmla="*/ 250654 w 395781"/>
              <a:gd name="connsiteY64" fmla="*/ 72390 h 303847"/>
              <a:gd name="connsiteX65" fmla="*/ 267728 w 395781"/>
              <a:gd name="connsiteY65" fmla="*/ 89535 h 303847"/>
              <a:gd name="connsiteX66" fmla="*/ 325589 w 395781"/>
              <a:gd name="connsiteY66" fmla="*/ 89535 h 303847"/>
              <a:gd name="connsiteX67" fmla="*/ 325589 w 395781"/>
              <a:gd name="connsiteY67" fmla="*/ 242888 h 303847"/>
              <a:gd name="connsiteX68" fmla="*/ 351200 w 395781"/>
              <a:gd name="connsiteY68" fmla="*/ 72390 h 303847"/>
              <a:gd name="connsiteX69" fmla="*/ 347406 w 395781"/>
              <a:gd name="connsiteY69" fmla="*/ 76200 h 303847"/>
              <a:gd name="connsiteX70" fmla="*/ 267728 w 395781"/>
              <a:gd name="connsiteY70" fmla="*/ 76200 h 303847"/>
              <a:gd name="connsiteX71" fmla="*/ 263933 w 395781"/>
              <a:gd name="connsiteY71" fmla="*/ 72390 h 303847"/>
              <a:gd name="connsiteX72" fmla="*/ 263933 w 395781"/>
              <a:gd name="connsiteY72" fmla="*/ 17145 h 303847"/>
              <a:gd name="connsiteX73" fmla="*/ 267728 w 395781"/>
              <a:gd name="connsiteY73" fmla="*/ 13335 h 303847"/>
              <a:gd name="connsiteX74" fmla="*/ 347406 w 395781"/>
              <a:gd name="connsiteY74" fmla="*/ 13335 h 303847"/>
              <a:gd name="connsiteX75" fmla="*/ 351200 w 395781"/>
              <a:gd name="connsiteY75" fmla="*/ 17145 h 303847"/>
              <a:gd name="connsiteX76" fmla="*/ 351200 w 395781"/>
              <a:gd name="connsiteY76" fmla="*/ 72390 h 303847"/>
              <a:gd name="connsiteX77" fmla="*/ 381553 w 395781"/>
              <a:gd name="connsiteY77" fmla="*/ 63817 h 303847"/>
              <a:gd name="connsiteX78" fmla="*/ 364480 w 395781"/>
              <a:gd name="connsiteY78" fmla="*/ 59055 h 303847"/>
              <a:gd name="connsiteX79" fmla="*/ 364480 w 395781"/>
              <a:gd name="connsiteY79" fmla="*/ 31433 h 303847"/>
              <a:gd name="connsiteX80" fmla="*/ 381553 w 395781"/>
              <a:gd name="connsiteY80" fmla="*/ 26670 h 303847"/>
              <a:gd name="connsiteX81" fmla="*/ 381553 w 395781"/>
              <a:gd name="connsiteY81" fmla="*/ 63817 h 303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95781" h="303847">
                <a:moveTo>
                  <a:pt x="391987" y="12382"/>
                </a:moveTo>
                <a:cubicBezTo>
                  <a:pt x="390090" y="11430"/>
                  <a:pt x="388193" y="10477"/>
                  <a:pt x="386296" y="11430"/>
                </a:cubicBezTo>
                <a:lnTo>
                  <a:pt x="364480" y="17145"/>
                </a:lnTo>
                <a:lnTo>
                  <a:pt x="364480" y="17145"/>
                </a:lnTo>
                <a:cubicBezTo>
                  <a:pt x="364480" y="7620"/>
                  <a:pt x="356891" y="0"/>
                  <a:pt x="347406" y="0"/>
                </a:cubicBezTo>
                <a:lnTo>
                  <a:pt x="267728" y="0"/>
                </a:lnTo>
                <a:cubicBezTo>
                  <a:pt x="258242" y="0"/>
                  <a:pt x="250654" y="7620"/>
                  <a:pt x="250654" y="17145"/>
                </a:cubicBezTo>
                <a:lnTo>
                  <a:pt x="250654" y="38100"/>
                </a:lnTo>
                <a:lnTo>
                  <a:pt x="60944" y="38100"/>
                </a:lnTo>
                <a:cubicBezTo>
                  <a:pt x="39128" y="38100"/>
                  <a:pt x="21105" y="57150"/>
                  <a:pt x="21105" y="80010"/>
                </a:cubicBezTo>
                <a:lnTo>
                  <a:pt x="21105" y="247650"/>
                </a:lnTo>
                <a:lnTo>
                  <a:pt x="2134" y="280035"/>
                </a:lnTo>
                <a:cubicBezTo>
                  <a:pt x="-711" y="284798"/>
                  <a:pt x="-711" y="291465"/>
                  <a:pt x="2134" y="296228"/>
                </a:cubicBezTo>
                <a:cubicBezTo>
                  <a:pt x="4980" y="300990"/>
                  <a:pt x="9723" y="303848"/>
                  <a:pt x="16362" y="303848"/>
                </a:cubicBezTo>
                <a:lnTo>
                  <a:pt x="343611" y="303848"/>
                </a:lnTo>
                <a:cubicBezTo>
                  <a:pt x="349303" y="303848"/>
                  <a:pt x="354994" y="300990"/>
                  <a:pt x="357840" y="296228"/>
                </a:cubicBezTo>
                <a:cubicBezTo>
                  <a:pt x="360685" y="291465"/>
                  <a:pt x="360685" y="284798"/>
                  <a:pt x="357840" y="280035"/>
                </a:cubicBezTo>
                <a:lnTo>
                  <a:pt x="338869" y="247650"/>
                </a:lnTo>
                <a:lnTo>
                  <a:pt x="338869" y="89535"/>
                </a:lnTo>
                <a:lnTo>
                  <a:pt x="348354" y="89535"/>
                </a:lnTo>
                <a:cubicBezTo>
                  <a:pt x="357840" y="89535"/>
                  <a:pt x="365428" y="81915"/>
                  <a:pt x="365428" y="72390"/>
                </a:cubicBezTo>
                <a:lnTo>
                  <a:pt x="365428" y="72390"/>
                </a:lnTo>
                <a:cubicBezTo>
                  <a:pt x="365428" y="72390"/>
                  <a:pt x="387245" y="78105"/>
                  <a:pt x="387245" y="78105"/>
                </a:cubicBezTo>
                <a:cubicBezTo>
                  <a:pt x="387245" y="78105"/>
                  <a:pt x="388193" y="78105"/>
                  <a:pt x="389142" y="78105"/>
                </a:cubicBezTo>
                <a:cubicBezTo>
                  <a:pt x="390090" y="78105"/>
                  <a:pt x="391987" y="78105"/>
                  <a:pt x="392936" y="77152"/>
                </a:cubicBezTo>
                <a:cubicBezTo>
                  <a:pt x="394833" y="76200"/>
                  <a:pt x="395782" y="74295"/>
                  <a:pt x="395782" y="72390"/>
                </a:cubicBezTo>
                <a:lnTo>
                  <a:pt x="395782" y="18098"/>
                </a:lnTo>
                <a:cubicBezTo>
                  <a:pt x="395782" y="16193"/>
                  <a:pt x="395782" y="14288"/>
                  <a:pt x="392936" y="13335"/>
                </a:cubicBezTo>
                <a:close/>
                <a:moveTo>
                  <a:pt x="345509" y="289560"/>
                </a:moveTo>
                <a:cubicBezTo>
                  <a:pt x="345509" y="289560"/>
                  <a:pt x="344560" y="291465"/>
                  <a:pt x="342663" y="291465"/>
                </a:cubicBezTo>
                <a:lnTo>
                  <a:pt x="15414" y="291465"/>
                </a:lnTo>
                <a:cubicBezTo>
                  <a:pt x="13517" y="291465"/>
                  <a:pt x="12568" y="290513"/>
                  <a:pt x="12568" y="289560"/>
                </a:cubicBezTo>
                <a:cubicBezTo>
                  <a:pt x="12568" y="289560"/>
                  <a:pt x="12568" y="287655"/>
                  <a:pt x="12568" y="286703"/>
                </a:cubicBezTo>
                <a:lnTo>
                  <a:pt x="30591" y="255270"/>
                </a:lnTo>
                <a:lnTo>
                  <a:pt x="326538" y="255270"/>
                </a:lnTo>
                <a:lnTo>
                  <a:pt x="344560" y="286703"/>
                </a:lnTo>
                <a:cubicBezTo>
                  <a:pt x="344560" y="287655"/>
                  <a:pt x="344560" y="289560"/>
                  <a:pt x="344560" y="289560"/>
                </a:cubicBezTo>
                <a:close/>
                <a:moveTo>
                  <a:pt x="179513" y="177165"/>
                </a:moveTo>
                <a:cubicBezTo>
                  <a:pt x="159593" y="177165"/>
                  <a:pt x="142519" y="160973"/>
                  <a:pt x="142519" y="140017"/>
                </a:cubicBezTo>
                <a:cubicBezTo>
                  <a:pt x="142519" y="119063"/>
                  <a:pt x="158645" y="102870"/>
                  <a:pt x="179513" y="102870"/>
                </a:cubicBezTo>
                <a:cubicBezTo>
                  <a:pt x="200381" y="102870"/>
                  <a:pt x="216506" y="119063"/>
                  <a:pt x="216506" y="140017"/>
                </a:cubicBezTo>
                <a:cubicBezTo>
                  <a:pt x="216506" y="160973"/>
                  <a:pt x="200381" y="177165"/>
                  <a:pt x="179513" y="177165"/>
                </a:cubicBezTo>
                <a:close/>
                <a:moveTo>
                  <a:pt x="179513" y="190500"/>
                </a:moveTo>
                <a:cubicBezTo>
                  <a:pt x="187101" y="190500"/>
                  <a:pt x="193741" y="188595"/>
                  <a:pt x="199432" y="185738"/>
                </a:cubicBezTo>
                <a:cubicBezTo>
                  <a:pt x="204175" y="189548"/>
                  <a:pt x="210815" y="192405"/>
                  <a:pt x="218403" y="195263"/>
                </a:cubicBezTo>
                <a:cubicBezTo>
                  <a:pt x="237374" y="201930"/>
                  <a:pt x="259191" y="210502"/>
                  <a:pt x="261088" y="243840"/>
                </a:cubicBezTo>
                <a:lnTo>
                  <a:pt x="97938" y="243840"/>
                </a:lnTo>
                <a:cubicBezTo>
                  <a:pt x="100783" y="210502"/>
                  <a:pt x="121651" y="202883"/>
                  <a:pt x="140622" y="195263"/>
                </a:cubicBezTo>
                <a:cubicBezTo>
                  <a:pt x="148211" y="192405"/>
                  <a:pt x="154850" y="190500"/>
                  <a:pt x="159593" y="186690"/>
                </a:cubicBezTo>
                <a:cubicBezTo>
                  <a:pt x="165284" y="189548"/>
                  <a:pt x="172873" y="191452"/>
                  <a:pt x="179513" y="191452"/>
                </a:cubicBezTo>
                <a:close/>
                <a:moveTo>
                  <a:pt x="324640" y="242888"/>
                </a:moveTo>
                <a:lnTo>
                  <a:pt x="273419" y="242888"/>
                </a:lnTo>
                <a:cubicBezTo>
                  <a:pt x="270573" y="200025"/>
                  <a:pt x="241168" y="189548"/>
                  <a:pt x="222197" y="182880"/>
                </a:cubicBezTo>
                <a:cubicBezTo>
                  <a:pt x="218403" y="180975"/>
                  <a:pt x="213660" y="180023"/>
                  <a:pt x="210815" y="178117"/>
                </a:cubicBezTo>
                <a:cubicBezTo>
                  <a:pt x="221249" y="168592"/>
                  <a:pt x="228837" y="155258"/>
                  <a:pt x="228837" y="140017"/>
                </a:cubicBezTo>
                <a:cubicBezTo>
                  <a:pt x="228837" y="112395"/>
                  <a:pt x="207021" y="90488"/>
                  <a:pt x="179513" y="90488"/>
                </a:cubicBezTo>
                <a:cubicBezTo>
                  <a:pt x="152005" y="90488"/>
                  <a:pt x="130188" y="112395"/>
                  <a:pt x="130188" y="140017"/>
                </a:cubicBezTo>
                <a:cubicBezTo>
                  <a:pt x="130188" y="167640"/>
                  <a:pt x="136828" y="168592"/>
                  <a:pt x="148211" y="178117"/>
                </a:cubicBezTo>
                <a:cubicBezTo>
                  <a:pt x="145365" y="180023"/>
                  <a:pt x="140622" y="180975"/>
                  <a:pt x="136828" y="182880"/>
                </a:cubicBezTo>
                <a:cubicBezTo>
                  <a:pt x="116909" y="190500"/>
                  <a:pt x="88452" y="200977"/>
                  <a:pt x="85606" y="242888"/>
                </a:cubicBezTo>
                <a:lnTo>
                  <a:pt x="34385" y="242888"/>
                </a:lnTo>
                <a:lnTo>
                  <a:pt x="34385" y="80010"/>
                </a:lnTo>
                <a:cubicBezTo>
                  <a:pt x="34385" y="63817"/>
                  <a:pt x="46716" y="51435"/>
                  <a:pt x="60944" y="51435"/>
                </a:cubicBezTo>
                <a:lnTo>
                  <a:pt x="250654" y="51435"/>
                </a:lnTo>
                <a:lnTo>
                  <a:pt x="250654" y="72390"/>
                </a:lnTo>
                <a:cubicBezTo>
                  <a:pt x="250654" y="81915"/>
                  <a:pt x="258242" y="89535"/>
                  <a:pt x="267728" y="89535"/>
                </a:cubicBezTo>
                <a:lnTo>
                  <a:pt x="325589" y="89535"/>
                </a:lnTo>
                <a:lnTo>
                  <a:pt x="325589" y="242888"/>
                </a:lnTo>
                <a:close/>
                <a:moveTo>
                  <a:pt x="351200" y="72390"/>
                </a:moveTo>
                <a:cubicBezTo>
                  <a:pt x="351200" y="74295"/>
                  <a:pt x="349303" y="76200"/>
                  <a:pt x="347406" y="76200"/>
                </a:cubicBezTo>
                <a:lnTo>
                  <a:pt x="267728" y="76200"/>
                </a:lnTo>
                <a:cubicBezTo>
                  <a:pt x="265830" y="76200"/>
                  <a:pt x="263933" y="74295"/>
                  <a:pt x="263933" y="72390"/>
                </a:cubicBezTo>
                <a:lnTo>
                  <a:pt x="263933" y="17145"/>
                </a:lnTo>
                <a:cubicBezTo>
                  <a:pt x="263933" y="15240"/>
                  <a:pt x="265830" y="13335"/>
                  <a:pt x="267728" y="13335"/>
                </a:cubicBezTo>
                <a:lnTo>
                  <a:pt x="347406" y="13335"/>
                </a:lnTo>
                <a:cubicBezTo>
                  <a:pt x="349303" y="13335"/>
                  <a:pt x="351200" y="15240"/>
                  <a:pt x="351200" y="17145"/>
                </a:cubicBezTo>
                <a:lnTo>
                  <a:pt x="351200" y="72390"/>
                </a:lnTo>
                <a:close/>
                <a:moveTo>
                  <a:pt x="381553" y="63817"/>
                </a:moveTo>
                <a:lnTo>
                  <a:pt x="364480" y="59055"/>
                </a:lnTo>
                <a:lnTo>
                  <a:pt x="364480" y="31433"/>
                </a:lnTo>
                <a:lnTo>
                  <a:pt x="381553" y="26670"/>
                </a:lnTo>
                <a:lnTo>
                  <a:pt x="381553" y="6381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2" name="Freeform 141">
            <a:extLst>
              <a:ext uri="{FF2B5EF4-FFF2-40B4-BE49-F238E27FC236}">
                <a16:creationId xmlns:a16="http://schemas.microsoft.com/office/drawing/2014/main" id="{84240EE3-976B-3103-B82A-A3A0AA1A6DD4}"/>
              </a:ext>
            </a:extLst>
          </p:cNvPr>
          <p:cNvSpPr/>
          <p:nvPr/>
        </p:nvSpPr>
        <p:spPr>
          <a:xfrm>
            <a:off x="2153052" y="3528724"/>
            <a:ext cx="517906" cy="397604"/>
          </a:xfrm>
          <a:custGeom>
            <a:avLst/>
            <a:gdLst>
              <a:gd name="connsiteX0" fmla="*/ 391987 w 395781"/>
              <a:gd name="connsiteY0" fmla="*/ 12382 h 303847"/>
              <a:gd name="connsiteX1" fmla="*/ 386296 w 395781"/>
              <a:gd name="connsiteY1" fmla="*/ 11430 h 303847"/>
              <a:gd name="connsiteX2" fmla="*/ 364480 w 395781"/>
              <a:gd name="connsiteY2" fmla="*/ 17145 h 303847"/>
              <a:gd name="connsiteX3" fmla="*/ 364480 w 395781"/>
              <a:gd name="connsiteY3" fmla="*/ 17145 h 303847"/>
              <a:gd name="connsiteX4" fmla="*/ 347406 w 395781"/>
              <a:gd name="connsiteY4" fmla="*/ 0 h 303847"/>
              <a:gd name="connsiteX5" fmla="*/ 267728 w 395781"/>
              <a:gd name="connsiteY5" fmla="*/ 0 h 303847"/>
              <a:gd name="connsiteX6" fmla="*/ 250654 w 395781"/>
              <a:gd name="connsiteY6" fmla="*/ 17145 h 303847"/>
              <a:gd name="connsiteX7" fmla="*/ 250654 w 395781"/>
              <a:gd name="connsiteY7" fmla="*/ 38100 h 303847"/>
              <a:gd name="connsiteX8" fmla="*/ 60944 w 395781"/>
              <a:gd name="connsiteY8" fmla="*/ 38100 h 303847"/>
              <a:gd name="connsiteX9" fmla="*/ 21105 w 395781"/>
              <a:gd name="connsiteY9" fmla="*/ 80010 h 303847"/>
              <a:gd name="connsiteX10" fmla="*/ 21105 w 395781"/>
              <a:gd name="connsiteY10" fmla="*/ 247650 h 303847"/>
              <a:gd name="connsiteX11" fmla="*/ 2134 w 395781"/>
              <a:gd name="connsiteY11" fmla="*/ 280035 h 303847"/>
              <a:gd name="connsiteX12" fmla="*/ 2134 w 395781"/>
              <a:gd name="connsiteY12" fmla="*/ 296228 h 303847"/>
              <a:gd name="connsiteX13" fmla="*/ 16362 w 395781"/>
              <a:gd name="connsiteY13" fmla="*/ 303848 h 303847"/>
              <a:gd name="connsiteX14" fmla="*/ 343611 w 395781"/>
              <a:gd name="connsiteY14" fmla="*/ 303848 h 303847"/>
              <a:gd name="connsiteX15" fmla="*/ 357840 w 395781"/>
              <a:gd name="connsiteY15" fmla="*/ 296228 h 303847"/>
              <a:gd name="connsiteX16" fmla="*/ 357840 w 395781"/>
              <a:gd name="connsiteY16" fmla="*/ 280035 h 303847"/>
              <a:gd name="connsiteX17" fmla="*/ 338869 w 395781"/>
              <a:gd name="connsiteY17" fmla="*/ 247650 h 303847"/>
              <a:gd name="connsiteX18" fmla="*/ 338869 w 395781"/>
              <a:gd name="connsiteY18" fmla="*/ 89535 h 303847"/>
              <a:gd name="connsiteX19" fmla="*/ 348354 w 395781"/>
              <a:gd name="connsiteY19" fmla="*/ 89535 h 303847"/>
              <a:gd name="connsiteX20" fmla="*/ 365428 w 395781"/>
              <a:gd name="connsiteY20" fmla="*/ 72390 h 303847"/>
              <a:gd name="connsiteX21" fmla="*/ 365428 w 395781"/>
              <a:gd name="connsiteY21" fmla="*/ 72390 h 303847"/>
              <a:gd name="connsiteX22" fmla="*/ 387245 w 395781"/>
              <a:gd name="connsiteY22" fmla="*/ 78105 h 303847"/>
              <a:gd name="connsiteX23" fmla="*/ 389142 w 395781"/>
              <a:gd name="connsiteY23" fmla="*/ 78105 h 303847"/>
              <a:gd name="connsiteX24" fmla="*/ 392936 w 395781"/>
              <a:gd name="connsiteY24" fmla="*/ 77152 h 303847"/>
              <a:gd name="connsiteX25" fmla="*/ 395782 w 395781"/>
              <a:gd name="connsiteY25" fmla="*/ 72390 h 303847"/>
              <a:gd name="connsiteX26" fmla="*/ 395782 w 395781"/>
              <a:gd name="connsiteY26" fmla="*/ 18098 h 303847"/>
              <a:gd name="connsiteX27" fmla="*/ 392936 w 395781"/>
              <a:gd name="connsiteY27" fmla="*/ 13335 h 303847"/>
              <a:gd name="connsiteX28" fmla="*/ 345509 w 395781"/>
              <a:gd name="connsiteY28" fmla="*/ 289560 h 303847"/>
              <a:gd name="connsiteX29" fmla="*/ 342663 w 395781"/>
              <a:gd name="connsiteY29" fmla="*/ 291465 h 303847"/>
              <a:gd name="connsiteX30" fmla="*/ 15414 w 395781"/>
              <a:gd name="connsiteY30" fmla="*/ 291465 h 303847"/>
              <a:gd name="connsiteX31" fmla="*/ 12568 w 395781"/>
              <a:gd name="connsiteY31" fmla="*/ 289560 h 303847"/>
              <a:gd name="connsiteX32" fmla="*/ 12568 w 395781"/>
              <a:gd name="connsiteY32" fmla="*/ 286703 h 303847"/>
              <a:gd name="connsiteX33" fmla="*/ 30591 w 395781"/>
              <a:gd name="connsiteY33" fmla="*/ 255270 h 303847"/>
              <a:gd name="connsiteX34" fmla="*/ 326538 w 395781"/>
              <a:gd name="connsiteY34" fmla="*/ 255270 h 303847"/>
              <a:gd name="connsiteX35" fmla="*/ 344560 w 395781"/>
              <a:gd name="connsiteY35" fmla="*/ 286703 h 303847"/>
              <a:gd name="connsiteX36" fmla="*/ 344560 w 395781"/>
              <a:gd name="connsiteY36" fmla="*/ 289560 h 303847"/>
              <a:gd name="connsiteX37" fmla="*/ 179513 w 395781"/>
              <a:gd name="connsiteY37" fmla="*/ 177165 h 303847"/>
              <a:gd name="connsiteX38" fmla="*/ 142519 w 395781"/>
              <a:gd name="connsiteY38" fmla="*/ 140017 h 303847"/>
              <a:gd name="connsiteX39" fmla="*/ 179513 w 395781"/>
              <a:gd name="connsiteY39" fmla="*/ 102870 h 303847"/>
              <a:gd name="connsiteX40" fmla="*/ 216506 w 395781"/>
              <a:gd name="connsiteY40" fmla="*/ 140017 h 303847"/>
              <a:gd name="connsiteX41" fmla="*/ 179513 w 395781"/>
              <a:gd name="connsiteY41" fmla="*/ 177165 h 303847"/>
              <a:gd name="connsiteX42" fmla="*/ 179513 w 395781"/>
              <a:gd name="connsiteY42" fmla="*/ 190500 h 303847"/>
              <a:gd name="connsiteX43" fmla="*/ 199432 w 395781"/>
              <a:gd name="connsiteY43" fmla="*/ 185738 h 303847"/>
              <a:gd name="connsiteX44" fmla="*/ 218403 w 395781"/>
              <a:gd name="connsiteY44" fmla="*/ 195263 h 303847"/>
              <a:gd name="connsiteX45" fmla="*/ 261088 w 395781"/>
              <a:gd name="connsiteY45" fmla="*/ 243840 h 303847"/>
              <a:gd name="connsiteX46" fmla="*/ 97938 w 395781"/>
              <a:gd name="connsiteY46" fmla="*/ 243840 h 303847"/>
              <a:gd name="connsiteX47" fmla="*/ 140622 w 395781"/>
              <a:gd name="connsiteY47" fmla="*/ 195263 h 303847"/>
              <a:gd name="connsiteX48" fmla="*/ 159593 w 395781"/>
              <a:gd name="connsiteY48" fmla="*/ 186690 h 303847"/>
              <a:gd name="connsiteX49" fmla="*/ 179513 w 395781"/>
              <a:gd name="connsiteY49" fmla="*/ 191452 h 303847"/>
              <a:gd name="connsiteX50" fmla="*/ 324640 w 395781"/>
              <a:gd name="connsiteY50" fmla="*/ 242888 h 303847"/>
              <a:gd name="connsiteX51" fmla="*/ 273419 w 395781"/>
              <a:gd name="connsiteY51" fmla="*/ 242888 h 303847"/>
              <a:gd name="connsiteX52" fmla="*/ 222197 w 395781"/>
              <a:gd name="connsiteY52" fmla="*/ 182880 h 303847"/>
              <a:gd name="connsiteX53" fmla="*/ 210815 w 395781"/>
              <a:gd name="connsiteY53" fmla="*/ 178117 h 303847"/>
              <a:gd name="connsiteX54" fmla="*/ 228837 w 395781"/>
              <a:gd name="connsiteY54" fmla="*/ 140017 h 303847"/>
              <a:gd name="connsiteX55" fmla="*/ 179513 w 395781"/>
              <a:gd name="connsiteY55" fmla="*/ 90488 h 303847"/>
              <a:gd name="connsiteX56" fmla="*/ 130188 w 395781"/>
              <a:gd name="connsiteY56" fmla="*/ 140017 h 303847"/>
              <a:gd name="connsiteX57" fmla="*/ 148211 w 395781"/>
              <a:gd name="connsiteY57" fmla="*/ 178117 h 303847"/>
              <a:gd name="connsiteX58" fmla="*/ 136828 w 395781"/>
              <a:gd name="connsiteY58" fmla="*/ 182880 h 303847"/>
              <a:gd name="connsiteX59" fmla="*/ 85606 w 395781"/>
              <a:gd name="connsiteY59" fmla="*/ 242888 h 303847"/>
              <a:gd name="connsiteX60" fmla="*/ 34385 w 395781"/>
              <a:gd name="connsiteY60" fmla="*/ 242888 h 303847"/>
              <a:gd name="connsiteX61" fmla="*/ 34385 w 395781"/>
              <a:gd name="connsiteY61" fmla="*/ 80010 h 303847"/>
              <a:gd name="connsiteX62" fmla="*/ 60944 w 395781"/>
              <a:gd name="connsiteY62" fmla="*/ 51435 h 303847"/>
              <a:gd name="connsiteX63" fmla="*/ 250654 w 395781"/>
              <a:gd name="connsiteY63" fmla="*/ 51435 h 303847"/>
              <a:gd name="connsiteX64" fmla="*/ 250654 w 395781"/>
              <a:gd name="connsiteY64" fmla="*/ 72390 h 303847"/>
              <a:gd name="connsiteX65" fmla="*/ 267728 w 395781"/>
              <a:gd name="connsiteY65" fmla="*/ 89535 h 303847"/>
              <a:gd name="connsiteX66" fmla="*/ 325589 w 395781"/>
              <a:gd name="connsiteY66" fmla="*/ 89535 h 303847"/>
              <a:gd name="connsiteX67" fmla="*/ 325589 w 395781"/>
              <a:gd name="connsiteY67" fmla="*/ 242888 h 303847"/>
              <a:gd name="connsiteX68" fmla="*/ 351200 w 395781"/>
              <a:gd name="connsiteY68" fmla="*/ 72390 h 303847"/>
              <a:gd name="connsiteX69" fmla="*/ 347406 w 395781"/>
              <a:gd name="connsiteY69" fmla="*/ 76200 h 303847"/>
              <a:gd name="connsiteX70" fmla="*/ 267728 w 395781"/>
              <a:gd name="connsiteY70" fmla="*/ 76200 h 303847"/>
              <a:gd name="connsiteX71" fmla="*/ 263933 w 395781"/>
              <a:gd name="connsiteY71" fmla="*/ 72390 h 303847"/>
              <a:gd name="connsiteX72" fmla="*/ 263933 w 395781"/>
              <a:gd name="connsiteY72" fmla="*/ 17145 h 303847"/>
              <a:gd name="connsiteX73" fmla="*/ 267728 w 395781"/>
              <a:gd name="connsiteY73" fmla="*/ 13335 h 303847"/>
              <a:gd name="connsiteX74" fmla="*/ 347406 w 395781"/>
              <a:gd name="connsiteY74" fmla="*/ 13335 h 303847"/>
              <a:gd name="connsiteX75" fmla="*/ 351200 w 395781"/>
              <a:gd name="connsiteY75" fmla="*/ 17145 h 303847"/>
              <a:gd name="connsiteX76" fmla="*/ 351200 w 395781"/>
              <a:gd name="connsiteY76" fmla="*/ 72390 h 303847"/>
              <a:gd name="connsiteX77" fmla="*/ 381553 w 395781"/>
              <a:gd name="connsiteY77" fmla="*/ 63817 h 303847"/>
              <a:gd name="connsiteX78" fmla="*/ 364480 w 395781"/>
              <a:gd name="connsiteY78" fmla="*/ 59055 h 303847"/>
              <a:gd name="connsiteX79" fmla="*/ 364480 w 395781"/>
              <a:gd name="connsiteY79" fmla="*/ 31433 h 303847"/>
              <a:gd name="connsiteX80" fmla="*/ 381553 w 395781"/>
              <a:gd name="connsiteY80" fmla="*/ 26670 h 303847"/>
              <a:gd name="connsiteX81" fmla="*/ 381553 w 395781"/>
              <a:gd name="connsiteY81" fmla="*/ 63817 h 303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95781" h="303847">
                <a:moveTo>
                  <a:pt x="391987" y="12382"/>
                </a:moveTo>
                <a:cubicBezTo>
                  <a:pt x="390090" y="11430"/>
                  <a:pt x="388193" y="10477"/>
                  <a:pt x="386296" y="11430"/>
                </a:cubicBezTo>
                <a:lnTo>
                  <a:pt x="364480" y="17145"/>
                </a:lnTo>
                <a:lnTo>
                  <a:pt x="364480" y="17145"/>
                </a:lnTo>
                <a:cubicBezTo>
                  <a:pt x="364480" y="7620"/>
                  <a:pt x="356891" y="0"/>
                  <a:pt x="347406" y="0"/>
                </a:cubicBezTo>
                <a:lnTo>
                  <a:pt x="267728" y="0"/>
                </a:lnTo>
                <a:cubicBezTo>
                  <a:pt x="258242" y="0"/>
                  <a:pt x="250654" y="7620"/>
                  <a:pt x="250654" y="17145"/>
                </a:cubicBezTo>
                <a:lnTo>
                  <a:pt x="250654" y="38100"/>
                </a:lnTo>
                <a:lnTo>
                  <a:pt x="60944" y="38100"/>
                </a:lnTo>
                <a:cubicBezTo>
                  <a:pt x="39128" y="38100"/>
                  <a:pt x="21105" y="57150"/>
                  <a:pt x="21105" y="80010"/>
                </a:cubicBezTo>
                <a:lnTo>
                  <a:pt x="21105" y="247650"/>
                </a:lnTo>
                <a:lnTo>
                  <a:pt x="2134" y="280035"/>
                </a:lnTo>
                <a:cubicBezTo>
                  <a:pt x="-711" y="284798"/>
                  <a:pt x="-711" y="291465"/>
                  <a:pt x="2134" y="296228"/>
                </a:cubicBezTo>
                <a:cubicBezTo>
                  <a:pt x="4980" y="300990"/>
                  <a:pt x="9723" y="303848"/>
                  <a:pt x="16362" y="303848"/>
                </a:cubicBezTo>
                <a:lnTo>
                  <a:pt x="343611" y="303848"/>
                </a:lnTo>
                <a:cubicBezTo>
                  <a:pt x="349303" y="303848"/>
                  <a:pt x="354994" y="300990"/>
                  <a:pt x="357840" y="296228"/>
                </a:cubicBezTo>
                <a:cubicBezTo>
                  <a:pt x="360685" y="291465"/>
                  <a:pt x="360685" y="284798"/>
                  <a:pt x="357840" y="280035"/>
                </a:cubicBezTo>
                <a:lnTo>
                  <a:pt x="338869" y="247650"/>
                </a:lnTo>
                <a:lnTo>
                  <a:pt x="338869" y="89535"/>
                </a:lnTo>
                <a:lnTo>
                  <a:pt x="348354" y="89535"/>
                </a:lnTo>
                <a:cubicBezTo>
                  <a:pt x="357840" y="89535"/>
                  <a:pt x="365428" y="81915"/>
                  <a:pt x="365428" y="72390"/>
                </a:cubicBezTo>
                <a:lnTo>
                  <a:pt x="365428" y="72390"/>
                </a:lnTo>
                <a:cubicBezTo>
                  <a:pt x="365428" y="72390"/>
                  <a:pt x="387245" y="78105"/>
                  <a:pt x="387245" y="78105"/>
                </a:cubicBezTo>
                <a:cubicBezTo>
                  <a:pt x="387245" y="78105"/>
                  <a:pt x="388193" y="78105"/>
                  <a:pt x="389142" y="78105"/>
                </a:cubicBezTo>
                <a:cubicBezTo>
                  <a:pt x="390090" y="78105"/>
                  <a:pt x="391987" y="78105"/>
                  <a:pt x="392936" y="77152"/>
                </a:cubicBezTo>
                <a:cubicBezTo>
                  <a:pt x="394833" y="76200"/>
                  <a:pt x="395782" y="74295"/>
                  <a:pt x="395782" y="72390"/>
                </a:cubicBezTo>
                <a:lnTo>
                  <a:pt x="395782" y="18098"/>
                </a:lnTo>
                <a:cubicBezTo>
                  <a:pt x="395782" y="16193"/>
                  <a:pt x="395782" y="14288"/>
                  <a:pt x="392936" y="13335"/>
                </a:cubicBezTo>
                <a:close/>
                <a:moveTo>
                  <a:pt x="345509" y="289560"/>
                </a:moveTo>
                <a:cubicBezTo>
                  <a:pt x="345509" y="289560"/>
                  <a:pt x="344560" y="291465"/>
                  <a:pt x="342663" y="291465"/>
                </a:cubicBezTo>
                <a:lnTo>
                  <a:pt x="15414" y="291465"/>
                </a:lnTo>
                <a:cubicBezTo>
                  <a:pt x="13517" y="291465"/>
                  <a:pt x="12568" y="290513"/>
                  <a:pt x="12568" y="289560"/>
                </a:cubicBezTo>
                <a:cubicBezTo>
                  <a:pt x="12568" y="289560"/>
                  <a:pt x="12568" y="287655"/>
                  <a:pt x="12568" y="286703"/>
                </a:cubicBezTo>
                <a:lnTo>
                  <a:pt x="30591" y="255270"/>
                </a:lnTo>
                <a:lnTo>
                  <a:pt x="326538" y="255270"/>
                </a:lnTo>
                <a:lnTo>
                  <a:pt x="344560" y="286703"/>
                </a:lnTo>
                <a:cubicBezTo>
                  <a:pt x="344560" y="287655"/>
                  <a:pt x="344560" y="289560"/>
                  <a:pt x="344560" y="289560"/>
                </a:cubicBezTo>
                <a:close/>
                <a:moveTo>
                  <a:pt x="179513" y="177165"/>
                </a:moveTo>
                <a:cubicBezTo>
                  <a:pt x="159593" y="177165"/>
                  <a:pt x="142519" y="160973"/>
                  <a:pt x="142519" y="140017"/>
                </a:cubicBezTo>
                <a:cubicBezTo>
                  <a:pt x="142519" y="119063"/>
                  <a:pt x="158645" y="102870"/>
                  <a:pt x="179513" y="102870"/>
                </a:cubicBezTo>
                <a:cubicBezTo>
                  <a:pt x="200381" y="102870"/>
                  <a:pt x="216506" y="119063"/>
                  <a:pt x="216506" y="140017"/>
                </a:cubicBezTo>
                <a:cubicBezTo>
                  <a:pt x="216506" y="160973"/>
                  <a:pt x="200381" y="177165"/>
                  <a:pt x="179513" y="177165"/>
                </a:cubicBezTo>
                <a:close/>
                <a:moveTo>
                  <a:pt x="179513" y="190500"/>
                </a:moveTo>
                <a:cubicBezTo>
                  <a:pt x="187101" y="190500"/>
                  <a:pt x="193741" y="188595"/>
                  <a:pt x="199432" y="185738"/>
                </a:cubicBezTo>
                <a:cubicBezTo>
                  <a:pt x="204175" y="189548"/>
                  <a:pt x="210815" y="192405"/>
                  <a:pt x="218403" y="195263"/>
                </a:cubicBezTo>
                <a:cubicBezTo>
                  <a:pt x="237374" y="201930"/>
                  <a:pt x="259191" y="210502"/>
                  <a:pt x="261088" y="243840"/>
                </a:cubicBezTo>
                <a:lnTo>
                  <a:pt x="97938" y="243840"/>
                </a:lnTo>
                <a:cubicBezTo>
                  <a:pt x="100783" y="210502"/>
                  <a:pt x="121651" y="202883"/>
                  <a:pt x="140622" y="195263"/>
                </a:cubicBezTo>
                <a:cubicBezTo>
                  <a:pt x="148211" y="192405"/>
                  <a:pt x="154850" y="190500"/>
                  <a:pt x="159593" y="186690"/>
                </a:cubicBezTo>
                <a:cubicBezTo>
                  <a:pt x="165284" y="189548"/>
                  <a:pt x="172873" y="191452"/>
                  <a:pt x="179513" y="191452"/>
                </a:cubicBezTo>
                <a:close/>
                <a:moveTo>
                  <a:pt x="324640" y="242888"/>
                </a:moveTo>
                <a:lnTo>
                  <a:pt x="273419" y="242888"/>
                </a:lnTo>
                <a:cubicBezTo>
                  <a:pt x="270573" y="200025"/>
                  <a:pt x="241168" y="189548"/>
                  <a:pt x="222197" y="182880"/>
                </a:cubicBezTo>
                <a:cubicBezTo>
                  <a:pt x="218403" y="180975"/>
                  <a:pt x="213660" y="180023"/>
                  <a:pt x="210815" y="178117"/>
                </a:cubicBezTo>
                <a:cubicBezTo>
                  <a:pt x="221249" y="168592"/>
                  <a:pt x="228837" y="155258"/>
                  <a:pt x="228837" y="140017"/>
                </a:cubicBezTo>
                <a:cubicBezTo>
                  <a:pt x="228837" y="112395"/>
                  <a:pt x="207021" y="90488"/>
                  <a:pt x="179513" y="90488"/>
                </a:cubicBezTo>
                <a:cubicBezTo>
                  <a:pt x="152005" y="90488"/>
                  <a:pt x="130188" y="112395"/>
                  <a:pt x="130188" y="140017"/>
                </a:cubicBezTo>
                <a:cubicBezTo>
                  <a:pt x="130188" y="167640"/>
                  <a:pt x="136828" y="168592"/>
                  <a:pt x="148211" y="178117"/>
                </a:cubicBezTo>
                <a:cubicBezTo>
                  <a:pt x="145365" y="180023"/>
                  <a:pt x="140622" y="180975"/>
                  <a:pt x="136828" y="182880"/>
                </a:cubicBezTo>
                <a:cubicBezTo>
                  <a:pt x="116909" y="190500"/>
                  <a:pt x="88452" y="200977"/>
                  <a:pt x="85606" y="242888"/>
                </a:cubicBezTo>
                <a:lnTo>
                  <a:pt x="34385" y="242888"/>
                </a:lnTo>
                <a:lnTo>
                  <a:pt x="34385" y="80010"/>
                </a:lnTo>
                <a:cubicBezTo>
                  <a:pt x="34385" y="63817"/>
                  <a:pt x="46716" y="51435"/>
                  <a:pt x="60944" y="51435"/>
                </a:cubicBezTo>
                <a:lnTo>
                  <a:pt x="250654" y="51435"/>
                </a:lnTo>
                <a:lnTo>
                  <a:pt x="250654" y="72390"/>
                </a:lnTo>
                <a:cubicBezTo>
                  <a:pt x="250654" y="81915"/>
                  <a:pt x="258242" y="89535"/>
                  <a:pt x="267728" y="89535"/>
                </a:cubicBezTo>
                <a:lnTo>
                  <a:pt x="325589" y="89535"/>
                </a:lnTo>
                <a:lnTo>
                  <a:pt x="325589" y="242888"/>
                </a:lnTo>
                <a:close/>
                <a:moveTo>
                  <a:pt x="351200" y="72390"/>
                </a:moveTo>
                <a:cubicBezTo>
                  <a:pt x="351200" y="74295"/>
                  <a:pt x="349303" y="76200"/>
                  <a:pt x="347406" y="76200"/>
                </a:cubicBezTo>
                <a:lnTo>
                  <a:pt x="267728" y="76200"/>
                </a:lnTo>
                <a:cubicBezTo>
                  <a:pt x="265830" y="76200"/>
                  <a:pt x="263933" y="74295"/>
                  <a:pt x="263933" y="72390"/>
                </a:cubicBezTo>
                <a:lnTo>
                  <a:pt x="263933" y="17145"/>
                </a:lnTo>
                <a:cubicBezTo>
                  <a:pt x="263933" y="15240"/>
                  <a:pt x="265830" y="13335"/>
                  <a:pt x="267728" y="13335"/>
                </a:cubicBezTo>
                <a:lnTo>
                  <a:pt x="347406" y="13335"/>
                </a:lnTo>
                <a:cubicBezTo>
                  <a:pt x="349303" y="13335"/>
                  <a:pt x="351200" y="15240"/>
                  <a:pt x="351200" y="17145"/>
                </a:cubicBezTo>
                <a:lnTo>
                  <a:pt x="351200" y="72390"/>
                </a:lnTo>
                <a:close/>
                <a:moveTo>
                  <a:pt x="381553" y="63817"/>
                </a:moveTo>
                <a:lnTo>
                  <a:pt x="364480" y="59055"/>
                </a:lnTo>
                <a:lnTo>
                  <a:pt x="364480" y="31433"/>
                </a:lnTo>
                <a:lnTo>
                  <a:pt x="381553" y="26670"/>
                </a:lnTo>
                <a:lnTo>
                  <a:pt x="381553" y="6381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3" name="Freeform 142">
            <a:extLst>
              <a:ext uri="{FF2B5EF4-FFF2-40B4-BE49-F238E27FC236}">
                <a16:creationId xmlns:a16="http://schemas.microsoft.com/office/drawing/2014/main" id="{A52DD7A5-8727-6A47-EF46-E4C34F80038D}"/>
              </a:ext>
            </a:extLst>
          </p:cNvPr>
          <p:cNvSpPr/>
          <p:nvPr/>
        </p:nvSpPr>
        <p:spPr>
          <a:xfrm>
            <a:off x="2924577" y="3528724"/>
            <a:ext cx="517906" cy="397604"/>
          </a:xfrm>
          <a:custGeom>
            <a:avLst/>
            <a:gdLst>
              <a:gd name="connsiteX0" fmla="*/ 391987 w 395781"/>
              <a:gd name="connsiteY0" fmla="*/ 12382 h 303847"/>
              <a:gd name="connsiteX1" fmla="*/ 386296 w 395781"/>
              <a:gd name="connsiteY1" fmla="*/ 11430 h 303847"/>
              <a:gd name="connsiteX2" fmla="*/ 364480 w 395781"/>
              <a:gd name="connsiteY2" fmla="*/ 17145 h 303847"/>
              <a:gd name="connsiteX3" fmla="*/ 364480 w 395781"/>
              <a:gd name="connsiteY3" fmla="*/ 17145 h 303847"/>
              <a:gd name="connsiteX4" fmla="*/ 347406 w 395781"/>
              <a:gd name="connsiteY4" fmla="*/ 0 h 303847"/>
              <a:gd name="connsiteX5" fmla="*/ 267728 w 395781"/>
              <a:gd name="connsiteY5" fmla="*/ 0 h 303847"/>
              <a:gd name="connsiteX6" fmla="*/ 250654 w 395781"/>
              <a:gd name="connsiteY6" fmla="*/ 17145 h 303847"/>
              <a:gd name="connsiteX7" fmla="*/ 250654 w 395781"/>
              <a:gd name="connsiteY7" fmla="*/ 38100 h 303847"/>
              <a:gd name="connsiteX8" fmla="*/ 60944 w 395781"/>
              <a:gd name="connsiteY8" fmla="*/ 38100 h 303847"/>
              <a:gd name="connsiteX9" fmla="*/ 21105 w 395781"/>
              <a:gd name="connsiteY9" fmla="*/ 80010 h 303847"/>
              <a:gd name="connsiteX10" fmla="*/ 21105 w 395781"/>
              <a:gd name="connsiteY10" fmla="*/ 247650 h 303847"/>
              <a:gd name="connsiteX11" fmla="*/ 2134 w 395781"/>
              <a:gd name="connsiteY11" fmla="*/ 280035 h 303847"/>
              <a:gd name="connsiteX12" fmla="*/ 2134 w 395781"/>
              <a:gd name="connsiteY12" fmla="*/ 296228 h 303847"/>
              <a:gd name="connsiteX13" fmla="*/ 16362 w 395781"/>
              <a:gd name="connsiteY13" fmla="*/ 303848 h 303847"/>
              <a:gd name="connsiteX14" fmla="*/ 343611 w 395781"/>
              <a:gd name="connsiteY14" fmla="*/ 303848 h 303847"/>
              <a:gd name="connsiteX15" fmla="*/ 357840 w 395781"/>
              <a:gd name="connsiteY15" fmla="*/ 296228 h 303847"/>
              <a:gd name="connsiteX16" fmla="*/ 357840 w 395781"/>
              <a:gd name="connsiteY16" fmla="*/ 280035 h 303847"/>
              <a:gd name="connsiteX17" fmla="*/ 338869 w 395781"/>
              <a:gd name="connsiteY17" fmla="*/ 247650 h 303847"/>
              <a:gd name="connsiteX18" fmla="*/ 338869 w 395781"/>
              <a:gd name="connsiteY18" fmla="*/ 89535 h 303847"/>
              <a:gd name="connsiteX19" fmla="*/ 348354 w 395781"/>
              <a:gd name="connsiteY19" fmla="*/ 89535 h 303847"/>
              <a:gd name="connsiteX20" fmla="*/ 365428 w 395781"/>
              <a:gd name="connsiteY20" fmla="*/ 72390 h 303847"/>
              <a:gd name="connsiteX21" fmla="*/ 365428 w 395781"/>
              <a:gd name="connsiteY21" fmla="*/ 72390 h 303847"/>
              <a:gd name="connsiteX22" fmla="*/ 387245 w 395781"/>
              <a:gd name="connsiteY22" fmla="*/ 78105 h 303847"/>
              <a:gd name="connsiteX23" fmla="*/ 389142 w 395781"/>
              <a:gd name="connsiteY23" fmla="*/ 78105 h 303847"/>
              <a:gd name="connsiteX24" fmla="*/ 392936 w 395781"/>
              <a:gd name="connsiteY24" fmla="*/ 77152 h 303847"/>
              <a:gd name="connsiteX25" fmla="*/ 395782 w 395781"/>
              <a:gd name="connsiteY25" fmla="*/ 72390 h 303847"/>
              <a:gd name="connsiteX26" fmla="*/ 395782 w 395781"/>
              <a:gd name="connsiteY26" fmla="*/ 18098 h 303847"/>
              <a:gd name="connsiteX27" fmla="*/ 392936 w 395781"/>
              <a:gd name="connsiteY27" fmla="*/ 13335 h 303847"/>
              <a:gd name="connsiteX28" fmla="*/ 345509 w 395781"/>
              <a:gd name="connsiteY28" fmla="*/ 289560 h 303847"/>
              <a:gd name="connsiteX29" fmla="*/ 342663 w 395781"/>
              <a:gd name="connsiteY29" fmla="*/ 291465 h 303847"/>
              <a:gd name="connsiteX30" fmla="*/ 15414 w 395781"/>
              <a:gd name="connsiteY30" fmla="*/ 291465 h 303847"/>
              <a:gd name="connsiteX31" fmla="*/ 12568 w 395781"/>
              <a:gd name="connsiteY31" fmla="*/ 289560 h 303847"/>
              <a:gd name="connsiteX32" fmla="*/ 12568 w 395781"/>
              <a:gd name="connsiteY32" fmla="*/ 286703 h 303847"/>
              <a:gd name="connsiteX33" fmla="*/ 30591 w 395781"/>
              <a:gd name="connsiteY33" fmla="*/ 255270 h 303847"/>
              <a:gd name="connsiteX34" fmla="*/ 326538 w 395781"/>
              <a:gd name="connsiteY34" fmla="*/ 255270 h 303847"/>
              <a:gd name="connsiteX35" fmla="*/ 344560 w 395781"/>
              <a:gd name="connsiteY35" fmla="*/ 286703 h 303847"/>
              <a:gd name="connsiteX36" fmla="*/ 344560 w 395781"/>
              <a:gd name="connsiteY36" fmla="*/ 289560 h 303847"/>
              <a:gd name="connsiteX37" fmla="*/ 179513 w 395781"/>
              <a:gd name="connsiteY37" fmla="*/ 177165 h 303847"/>
              <a:gd name="connsiteX38" fmla="*/ 142519 w 395781"/>
              <a:gd name="connsiteY38" fmla="*/ 140017 h 303847"/>
              <a:gd name="connsiteX39" fmla="*/ 179513 w 395781"/>
              <a:gd name="connsiteY39" fmla="*/ 102870 h 303847"/>
              <a:gd name="connsiteX40" fmla="*/ 216506 w 395781"/>
              <a:gd name="connsiteY40" fmla="*/ 140017 h 303847"/>
              <a:gd name="connsiteX41" fmla="*/ 179513 w 395781"/>
              <a:gd name="connsiteY41" fmla="*/ 177165 h 303847"/>
              <a:gd name="connsiteX42" fmla="*/ 179513 w 395781"/>
              <a:gd name="connsiteY42" fmla="*/ 190500 h 303847"/>
              <a:gd name="connsiteX43" fmla="*/ 199432 w 395781"/>
              <a:gd name="connsiteY43" fmla="*/ 185738 h 303847"/>
              <a:gd name="connsiteX44" fmla="*/ 218403 w 395781"/>
              <a:gd name="connsiteY44" fmla="*/ 195263 h 303847"/>
              <a:gd name="connsiteX45" fmla="*/ 261088 w 395781"/>
              <a:gd name="connsiteY45" fmla="*/ 243840 h 303847"/>
              <a:gd name="connsiteX46" fmla="*/ 97938 w 395781"/>
              <a:gd name="connsiteY46" fmla="*/ 243840 h 303847"/>
              <a:gd name="connsiteX47" fmla="*/ 140622 w 395781"/>
              <a:gd name="connsiteY47" fmla="*/ 195263 h 303847"/>
              <a:gd name="connsiteX48" fmla="*/ 159593 w 395781"/>
              <a:gd name="connsiteY48" fmla="*/ 186690 h 303847"/>
              <a:gd name="connsiteX49" fmla="*/ 179513 w 395781"/>
              <a:gd name="connsiteY49" fmla="*/ 191452 h 303847"/>
              <a:gd name="connsiteX50" fmla="*/ 324640 w 395781"/>
              <a:gd name="connsiteY50" fmla="*/ 242888 h 303847"/>
              <a:gd name="connsiteX51" fmla="*/ 273419 w 395781"/>
              <a:gd name="connsiteY51" fmla="*/ 242888 h 303847"/>
              <a:gd name="connsiteX52" fmla="*/ 222197 w 395781"/>
              <a:gd name="connsiteY52" fmla="*/ 182880 h 303847"/>
              <a:gd name="connsiteX53" fmla="*/ 210815 w 395781"/>
              <a:gd name="connsiteY53" fmla="*/ 178117 h 303847"/>
              <a:gd name="connsiteX54" fmla="*/ 228837 w 395781"/>
              <a:gd name="connsiteY54" fmla="*/ 140017 h 303847"/>
              <a:gd name="connsiteX55" fmla="*/ 179513 w 395781"/>
              <a:gd name="connsiteY55" fmla="*/ 90488 h 303847"/>
              <a:gd name="connsiteX56" fmla="*/ 130188 w 395781"/>
              <a:gd name="connsiteY56" fmla="*/ 140017 h 303847"/>
              <a:gd name="connsiteX57" fmla="*/ 148211 w 395781"/>
              <a:gd name="connsiteY57" fmla="*/ 178117 h 303847"/>
              <a:gd name="connsiteX58" fmla="*/ 136828 w 395781"/>
              <a:gd name="connsiteY58" fmla="*/ 182880 h 303847"/>
              <a:gd name="connsiteX59" fmla="*/ 85606 w 395781"/>
              <a:gd name="connsiteY59" fmla="*/ 242888 h 303847"/>
              <a:gd name="connsiteX60" fmla="*/ 34385 w 395781"/>
              <a:gd name="connsiteY60" fmla="*/ 242888 h 303847"/>
              <a:gd name="connsiteX61" fmla="*/ 34385 w 395781"/>
              <a:gd name="connsiteY61" fmla="*/ 80010 h 303847"/>
              <a:gd name="connsiteX62" fmla="*/ 60944 w 395781"/>
              <a:gd name="connsiteY62" fmla="*/ 51435 h 303847"/>
              <a:gd name="connsiteX63" fmla="*/ 250654 w 395781"/>
              <a:gd name="connsiteY63" fmla="*/ 51435 h 303847"/>
              <a:gd name="connsiteX64" fmla="*/ 250654 w 395781"/>
              <a:gd name="connsiteY64" fmla="*/ 72390 h 303847"/>
              <a:gd name="connsiteX65" fmla="*/ 267728 w 395781"/>
              <a:gd name="connsiteY65" fmla="*/ 89535 h 303847"/>
              <a:gd name="connsiteX66" fmla="*/ 325589 w 395781"/>
              <a:gd name="connsiteY66" fmla="*/ 89535 h 303847"/>
              <a:gd name="connsiteX67" fmla="*/ 325589 w 395781"/>
              <a:gd name="connsiteY67" fmla="*/ 242888 h 303847"/>
              <a:gd name="connsiteX68" fmla="*/ 351200 w 395781"/>
              <a:gd name="connsiteY68" fmla="*/ 72390 h 303847"/>
              <a:gd name="connsiteX69" fmla="*/ 347406 w 395781"/>
              <a:gd name="connsiteY69" fmla="*/ 76200 h 303847"/>
              <a:gd name="connsiteX70" fmla="*/ 267728 w 395781"/>
              <a:gd name="connsiteY70" fmla="*/ 76200 h 303847"/>
              <a:gd name="connsiteX71" fmla="*/ 263933 w 395781"/>
              <a:gd name="connsiteY71" fmla="*/ 72390 h 303847"/>
              <a:gd name="connsiteX72" fmla="*/ 263933 w 395781"/>
              <a:gd name="connsiteY72" fmla="*/ 17145 h 303847"/>
              <a:gd name="connsiteX73" fmla="*/ 267728 w 395781"/>
              <a:gd name="connsiteY73" fmla="*/ 13335 h 303847"/>
              <a:gd name="connsiteX74" fmla="*/ 347406 w 395781"/>
              <a:gd name="connsiteY74" fmla="*/ 13335 h 303847"/>
              <a:gd name="connsiteX75" fmla="*/ 351200 w 395781"/>
              <a:gd name="connsiteY75" fmla="*/ 17145 h 303847"/>
              <a:gd name="connsiteX76" fmla="*/ 351200 w 395781"/>
              <a:gd name="connsiteY76" fmla="*/ 72390 h 303847"/>
              <a:gd name="connsiteX77" fmla="*/ 381553 w 395781"/>
              <a:gd name="connsiteY77" fmla="*/ 63817 h 303847"/>
              <a:gd name="connsiteX78" fmla="*/ 364480 w 395781"/>
              <a:gd name="connsiteY78" fmla="*/ 59055 h 303847"/>
              <a:gd name="connsiteX79" fmla="*/ 364480 w 395781"/>
              <a:gd name="connsiteY79" fmla="*/ 31433 h 303847"/>
              <a:gd name="connsiteX80" fmla="*/ 381553 w 395781"/>
              <a:gd name="connsiteY80" fmla="*/ 26670 h 303847"/>
              <a:gd name="connsiteX81" fmla="*/ 381553 w 395781"/>
              <a:gd name="connsiteY81" fmla="*/ 63817 h 303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95781" h="303847">
                <a:moveTo>
                  <a:pt x="391987" y="12382"/>
                </a:moveTo>
                <a:cubicBezTo>
                  <a:pt x="390090" y="11430"/>
                  <a:pt x="388193" y="10477"/>
                  <a:pt x="386296" y="11430"/>
                </a:cubicBezTo>
                <a:lnTo>
                  <a:pt x="364480" y="17145"/>
                </a:lnTo>
                <a:lnTo>
                  <a:pt x="364480" y="17145"/>
                </a:lnTo>
                <a:cubicBezTo>
                  <a:pt x="364480" y="7620"/>
                  <a:pt x="356891" y="0"/>
                  <a:pt x="347406" y="0"/>
                </a:cubicBezTo>
                <a:lnTo>
                  <a:pt x="267728" y="0"/>
                </a:lnTo>
                <a:cubicBezTo>
                  <a:pt x="258242" y="0"/>
                  <a:pt x="250654" y="7620"/>
                  <a:pt x="250654" y="17145"/>
                </a:cubicBezTo>
                <a:lnTo>
                  <a:pt x="250654" y="38100"/>
                </a:lnTo>
                <a:lnTo>
                  <a:pt x="60944" y="38100"/>
                </a:lnTo>
                <a:cubicBezTo>
                  <a:pt x="39128" y="38100"/>
                  <a:pt x="21105" y="57150"/>
                  <a:pt x="21105" y="80010"/>
                </a:cubicBezTo>
                <a:lnTo>
                  <a:pt x="21105" y="247650"/>
                </a:lnTo>
                <a:lnTo>
                  <a:pt x="2134" y="280035"/>
                </a:lnTo>
                <a:cubicBezTo>
                  <a:pt x="-711" y="284798"/>
                  <a:pt x="-711" y="291465"/>
                  <a:pt x="2134" y="296228"/>
                </a:cubicBezTo>
                <a:cubicBezTo>
                  <a:pt x="4980" y="300990"/>
                  <a:pt x="9723" y="303848"/>
                  <a:pt x="16362" y="303848"/>
                </a:cubicBezTo>
                <a:lnTo>
                  <a:pt x="343611" y="303848"/>
                </a:lnTo>
                <a:cubicBezTo>
                  <a:pt x="349303" y="303848"/>
                  <a:pt x="354994" y="300990"/>
                  <a:pt x="357840" y="296228"/>
                </a:cubicBezTo>
                <a:cubicBezTo>
                  <a:pt x="360685" y="291465"/>
                  <a:pt x="360685" y="284798"/>
                  <a:pt x="357840" y="280035"/>
                </a:cubicBezTo>
                <a:lnTo>
                  <a:pt x="338869" y="247650"/>
                </a:lnTo>
                <a:lnTo>
                  <a:pt x="338869" y="89535"/>
                </a:lnTo>
                <a:lnTo>
                  <a:pt x="348354" y="89535"/>
                </a:lnTo>
                <a:cubicBezTo>
                  <a:pt x="357840" y="89535"/>
                  <a:pt x="365428" y="81915"/>
                  <a:pt x="365428" y="72390"/>
                </a:cubicBezTo>
                <a:lnTo>
                  <a:pt x="365428" y="72390"/>
                </a:lnTo>
                <a:cubicBezTo>
                  <a:pt x="365428" y="72390"/>
                  <a:pt x="387245" y="78105"/>
                  <a:pt x="387245" y="78105"/>
                </a:cubicBezTo>
                <a:cubicBezTo>
                  <a:pt x="387245" y="78105"/>
                  <a:pt x="388193" y="78105"/>
                  <a:pt x="389142" y="78105"/>
                </a:cubicBezTo>
                <a:cubicBezTo>
                  <a:pt x="390090" y="78105"/>
                  <a:pt x="391987" y="78105"/>
                  <a:pt x="392936" y="77152"/>
                </a:cubicBezTo>
                <a:cubicBezTo>
                  <a:pt x="394833" y="76200"/>
                  <a:pt x="395782" y="74295"/>
                  <a:pt x="395782" y="72390"/>
                </a:cubicBezTo>
                <a:lnTo>
                  <a:pt x="395782" y="18098"/>
                </a:lnTo>
                <a:cubicBezTo>
                  <a:pt x="395782" y="16193"/>
                  <a:pt x="395782" y="14288"/>
                  <a:pt x="392936" y="13335"/>
                </a:cubicBezTo>
                <a:close/>
                <a:moveTo>
                  <a:pt x="345509" y="289560"/>
                </a:moveTo>
                <a:cubicBezTo>
                  <a:pt x="345509" y="289560"/>
                  <a:pt x="344560" y="291465"/>
                  <a:pt x="342663" y="291465"/>
                </a:cubicBezTo>
                <a:lnTo>
                  <a:pt x="15414" y="291465"/>
                </a:lnTo>
                <a:cubicBezTo>
                  <a:pt x="13517" y="291465"/>
                  <a:pt x="12568" y="290513"/>
                  <a:pt x="12568" y="289560"/>
                </a:cubicBezTo>
                <a:cubicBezTo>
                  <a:pt x="12568" y="289560"/>
                  <a:pt x="12568" y="287655"/>
                  <a:pt x="12568" y="286703"/>
                </a:cubicBezTo>
                <a:lnTo>
                  <a:pt x="30591" y="255270"/>
                </a:lnTo>
                <a:lnTo>
                  <a:pt x="326538" y="255270"/>
                </a:lnTo>
                <a:lnTo>
                  <a:pt x="344560" y="286703"/>
                </a:lnTo>
                <a:cubicBezTo>
                  <a:pt x="344560" y="287655"/>
                  <a:pt x="344560" y="289560"/>
                  <a:pt x="344560" y="289560"/>
                </a:cubicBezTo>
                <a:close/>
                <a:moveTo>
                  <a:pt x="179513" y="177165"/>
                </a:moveTo>
                <a:cubicBezTo>
                  <a:pt x="159593" y="177165"/>
                  <a:pt x="142519" y="160973"/>
                  <a:pt x="142519" y="140017"/>
                </a:cubicBezTo>
                <a:cubicBezTo>
                  <a:pt x="142519" y="119063"/>
                  <a:pt x="158645" y="102870"/>
                  <a:pt x="179513" y="102870"/>
                </a:cubicBezTo>
                <a:cubicBezTo>
                  <a:pt x="200381" y="102870"/>
                  <a:pt x="216506" y="119063"/>
                  <a:pt x="216506" y="140017"/>
                </a:cubicBezTo>
                <a:cubicBezTo>
                  <a:pt x="216506" y="160973"/>
                  <a:pt x="200381" y="177165"/>
                  <a:pt x="179513" y="177165"/>
                </a:cubicBezTo>
                <a:close/>
                <a:moveTo>
                  <a:pt x="179513" y="190500"/>
                </a:moveTo>
                <a:cubicBezTo>
                  <a:pt x="187101" y="190500"/>
                  <a:pt x="193741" y="188595"/>
                  <a:pt x="199432" y="185738"/>
                </a:cubicBezTo>
                <a:cubicBezTo>
                  <a:pt x="204175" y="189548"/>
                  <a:pt x="210815" y="192405"/>
                  <a:pt x="218403" y="195263"/>
                </a:cubicBezTo>
                <a:cubicBezTo>
                  <a:pt x="237374" y="201930"/>
                  <a:pt x="259191" y="210502"/>
                  <a:pt x="261088" y="243840"/>
                </a:cubicBezTo>
                <a:lnTo>
                  <a:pt x="97938" y="243840"/>
                </a:lnTo>
                <a:cubicBezTo>
                  <a:pt x="100783" y="210502"/>
                  <a:pt x="121651" y="202883"/>
                  <a:pt x="140622" y="195263"/>
                </a:cubicBezTo>
                <a:cubicBezTo>
                  <a:pt x="148211" y="192405"/>
                  <a:pt x="154850" y="190500"/>
                  <a:pt x="159593" y="186690"/>
                </a:cubicBezTo>
                <a:cubicBezTo>
                  <a:pt x="165284" y="189548"/>
                  <a:pt x="172873" y="191452"/>
                  <a:pt x="179513" y="191452"/>
                </a:cubicBezTo>
                <a:close/>
                <a:moveTo>
                  <a:pt x="324640" y="242888"/>
                </a:moveTo>
                <a:lnTo>
                  <a:pt x="273419" y="242888"/>
                </a:lnTo>
                <a:cubicBezTo>
                  <a:pt x="270573" y="200025"/>
                  <a:pt x="241168" y="189548"/>
                  <a:pt x="222197" y="182880"/>
                </a:cubicBezTo>
                <a:cubicBezTo>
                  <a:pt x="218403" y="180975"/>
                  <a:pt x="213660" y="180023"/>
                  <a:pt x="210815" y="178117"/>
                </a:cubicBezTo>
                <a:cubicBezTo>
                  <a:pt x="221249" y="168592"/>
                  <a:pt x="228837" y="155258"/>
                  <a:pt x="228837" y="140017"/>
                </a:cubicBezTo>
                <a:cubicBezTo>
                  <a:pt x="228837" y="112395"/>
                  <a:pt x="207021" y="90488"/>
                  <a:pt x="179513" y="90488"/>
                </a:cubicBezTo>
                <a:cubicBezTo>
                  <a:pt x="152005" y="90488"/>
                  <a:pt x="130188" y="112395"/>
                  <a:pt x="130188" y="140017"/>
                </a:cubicBezTo>
                <a:cubicBezTo>
                  <a:pt x="130188" y="167640"/>
                  <a:pt x="136828" y="168592"/>
                  <a:pt x="148211" y="178117"/>
                </a:cubicBezTo>
                <a:cubicBezTo>
                  <a:pt x="145365" y="180023"/>
                  <a:pt x="140622" y="180975"/>
                  <a:pt x="136828" y="182880"/>
                </a:cubicBezTo>
                <a:cubicBezTo>
                  <a:pt x="116909" y="190500"/>
                  <a:pt x="88452" y="200977"/>
                  <a:pt x="85606" y="242888"/>
                </a:cubicBezTo>
                <a:lnTo>
                  <a:pt x="34385" y="242888"/>
                </a:lnTo>
                <a:lnTo>
                  <a:pt x="34385" y="80010"/>
                </a:lnTo>
                <a:cubicBezTo>
                  <a:pt x="34385" y="63817"/>
                  <a:pt x="46716" y="51435"/>
                  <a:pt x="60944" y="51435"/>
                </a:cubicBezTo>
                <a:lnTo>
                  <a:pt x="250654" y="51435"/>
                </a:lnTo>
                <a:lnTo>
                  <a:pt x="250654" y="72390"/>
                </a:lnTo>
                <a:cubicBezTo>
                  <a:pt x="250654" y="81915"/>
                  <a:pt x="258242" y="89535"/>
                  <a:pt x="267728" y="89535"/>
                </a:cubicBezTo>
                <a:lnTo>
                  <a:pt x="325589" y="89535"/>
                </a:lnTo>
                <a:lnTo>
                  <a:pt x="325589" y="242888"/>
                </a:lnTo>
                <a:close/>
                <a:moveTo>
                  <a:pt x="351200" y="72390"/>
                </a:moveTo>
                <a:cubicBezTo>
                  <a:pt x="351200" y="74295"/>
                  <a:pt x="349303" y="76200"/>
                  <a:pt x="347406" y="76200"/>
                </a:cubicBezTo>
                <a:lnTo>
                  <a:pt x="267728" y="76200"/>
                </a:lnTo>
                <a:cubicBezTo>
                  <a:pt x="265830" y="76200"/>
                  <a:pt x="263933" y="74295"/>
                  <a:pt x="263933" y="72390"/>
                </a:cubicBezTo>
                <a:lnTo>
                  <a:pt x="263933" y="17145"/>
                </a:lnTo>
                <a:cubicBezTo>
                  <a:pt x="263933" y="15240"/>
                  <a:pt x="265830" y="13335"/>
                  <a:pt x="267728" y="13335"/>
                </a:cubicBezTo>
                <a:lnTo>
                  <a:pt x="347406" y="13335"/>
                </a:lnTo>
                <a:cubicBezTo>
                  <a:pt x="349303" y="13335"/>
                  <a:pt x="351200" y="15240"/>
                  <a:pt x="351200" y="17145"/>
                </a:cubicBezTo>
                <a:lnTo>
                  <a:pt x="351200" y="72390"/>
                </a:lnTo>
                <a:close/>
                <a:moveTo>
                  <a:pt x="381553" y="63817"/>
                </a:moveTo>
                <a:lnTo>
                  <a:pt x="364480" y="59055"/>
                </a:lnTo>
                <a:lnTo>
                  <a:pt x="364480" y="31433"/>
                </a:lnTo>
                <a:lnTo>
                  <a:pt x="381553" y="26670"/>
                </a:lnTo>
                <a:lnTo>
                  <a:pt x="381553" y="6381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EB254D82-A463-FB19-799F-079A1AC7E1D4}"/>
              </a:ext>
            </a:extLst>
          </p:cNvPr>
          <p:cNvGrpSpPr/>
          <p:nvPr/>
        </p:nvGrpSpPr>
        <p:grpSpPr>
          <a:xfrm>
            <a:off x="3876379" y="2870742"/>
            <a:ext cx="447246" cy="451483"/>
            <a:chOff x="5997351" y="3172777"/>
            <a:chExt cx="336734" cy="339924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281C1A92-E9B5-E54C-3B27-53CA4F3BDF5E}"/>
                </a:ext>
              </a:extLst>
            </p:cNvPr>
            <p:cNvSpPr/>
            <p:nvPr/>
          </p:nvSpPr>
          <p:spPr>
            <a:xfrm>
              <a:off x="6040035" y="3215639"/>
              <a:ext cx="90112" cy="91439"/>
            </a:xfrm>
            <a:custGeom>
              <a:avLst/>
              <a:gdLst>
                <a:gd name="connsiteX0" fmla="*/ 84421 w 90112"/>
                <a:gd name="connsiteY0" fmla="*/ 0 h 91439"/>
                <a:gd name="connsiteX1" fmla="*/ 0 w 90112"/>
                <a:gd name="connsiteY1" fmla="*/ 84773 h 91439"/>
                <a:gd name="connsiteX2" fmla="*/ 6640 w 90112"/>
                <a:gd name="connsiteY2" fmla="*/ 91440 h 91439"/>
                <a:gd name="connsiteX3" fmla="*/ 13280 w 90112"/>
                <a:gd name="connsiteY3" fmla="*/ 84773 h 91439"/>
                <a:gd name="connsiteX4" fmla="*/ 83472 w 90112"/>
                <a:gd name="connsiteY4" fmla="*/ 14288 h 91439"/>
                <a:gd name="connsiteX5" fmla="*/ 90112 w 90112"/>
                <a:gd name="connsiteY5" fmla="*/ 7620 h 91439"/>
                <a:gd name="connsiteX6" fmla="*/ 83472 w 90112"/>
                <a:gd name="connsiteY6" fmla="*/ 953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84421" y="0"/>
                  </a:moveTo>
                  <a:cubicBezTo>
                    <a:pt x="37942" y="0"/>
                    <a:pt x="0" y="38100"/>
                    <a:pt x="0" y="84773"/>
                  </a:cubicBezTo>
                  <a:cubicBezTo>
                    <a:pt x="0" y="88583"/>
                    <a:pt x="3794" y="91440"/>
                    <a:pt x="6640" y="91440"/>
                  </a:cubicBezTo>
                  <a:cubicBezTo>
                    <a:pt x="10434" y="91440"/>
                    <a:pt x="13280" y="87630"/>
                    <a:pt x="13280" y="84773"/>
                  </a:cubicBezTo>
                  <a:cubicBezTo>
                    <a:pt x="13280" y="45720"/>
                    <a:pt x="44582" y="14288"/>
                    <a:pt x="83472" y="14288"/>
                  </a:cubicBezTo>
                  <a:cubicBezTo>
                    <a:pt x="87266" y="14288"/>
                    <a:pt x="90112" y="10478"/>
                    <a:pt x="90112" y="7620"/>
                  </a:cubicBezTo>
                  <a:cubicBezTo>
                    <a:pt x="90112" y="2858"/>
                    <a:pt x="86318" y="953"/>
                    <a:pt x="83472" y="95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BECA78D5-8622-45B2-2004-D6F5412DCCD4}"/>
                </a:ext>
              </a:extLst>
            </p:cNvPr>
            <p:cNvSpPr/>
            <p:nvPr/>
          </p:nvSpPr>
          <p:spPr>
            <a:xfrm>
              <a:off x="5997351" y="3174682"/>
              <a:ext cx="133745" cy="133350"/>
            </a:xfrm>
            <a:custGeom>
              <a:avLst/>
              <a:gdLst>
                <a:gd name="connsiteX0" fmla="*/ 127105 w 133745"/>
                <a:gd name="connsiteY0" fmla="*/ 13335 h 133350"/>
                <a:gd name="connsiteX1" fmla="*/ 133745 w 133745"/>
                <a:gd name="connsiteY1" fmla="*/ 6668 h 133350"/>
                <a:gd name="connsiteX2" fmla="*/ 127105 w 133745"/>
                <a:gd name="connsiteY2" fmla="*/ 0 h 133350"/>
                <a:gd name="connsiteX3" fmla="*/ 0 w 133745"/>
                <a:gd name="connsiteY3" fmla="*/ 126682 h 133350"/>
                <a:gd name="connsiteX4" fmla="*/ 6640 w 133745"/>
                <a:gd name="connsiteY4" fmla="*/ 133350 h 133350"/>
                <a:gd name="connsiteX5" fmla="*/ 13280 w 133745"/>
                <a:gd name="connsiteY5" fmla="*/ 126682 h 133350"/>
                <a:gd name="connsiteX6" fmla="*/ 126157 w 133745"/>
                <a:gd name="connsiteY6" fmla="*/ 14288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133350">
                  <a:moveTo>
                    <a:pt x="127105" y="13335"/>
                  </a:moveTo>
                  <a:cubicBezTo>
                    <a:pt x="130900" y="13335"/>
                    <a:pt x="133745" y="9525"/>
                    <a:pt x="133745" y="6668"/>
                  </a:cubicBezTo>
                  <a:cubicBezTo>
                    <a:pt x="133745" y="1905"/>
                    <a:pt x="129951" y="0"/>
                    <a:pt x="127105" y="0"/>
                  </a:cubicBezTo>
                  <a:cubicBezTo>
                    <a:pt x="56913" y="0"/>
                    <a:pt x="0" y="56198"/>
                    <a:pt x="0" y="126682"/>
                  </a:cubicBezTo>
                  <a:cubicBezTo>
                    <a:pt x="0" y="130493"/>
                    <a:pt x="3794" y="133350"/>
                    <a:pt x="6640" y="133350"/>
                  </a:cubicBezTo>
                  <a:cubicBezTo>
                    <a:pt x="10434" y="133350"/>
                    <a:pt x="13280" y="129540"/>
                    <a:pt x="13280" y="126682"/>
                  </a:cubicBezTo>
                  <a:cubicBezTo>
                    <a:pt x="13280" y="64770"/>
                    <a:pt x="63553" y="13335"/>
                    <a:pt x="126157" y="14288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CCE6BBE8-A6C2-0017-CC2E-61C0DC4EBDF9}"/>
                </a:ext>
              </a:extLst>
            </p:cNvPr>
            <p:cNvSpPr/>
            <p:nvPr/>
          </p:nvSpPr>
          <p:spPr>
            <a:xfrm>
              <a:off x="6040509" y="3259096"/>
              <a:ext cx="251365" cy="253605"/>
            </a:xfrm>
            <a:custGeom>
              <a:avLst/>
              <a:gdLst>
                <a:gd name="connsiteX0" fmla="*/ 245200 w 251365"/>
                <a:gd name="connsiteY0" fmla="*/ 211813 h 253605"/>
                <a:gd name="connsiteX1" fmla="*/ 224332 w 251365"/>
                <a:gd name="connsiteY1" fmla="*/ 190858 h 253605"/>
                <a:gd name="connsiteX2" fmla="*/ 224332 w 251365"/>
                <a:gd name="connsiteY2" fmla="*/ 127041 h 253605"/>
                <a:gd name="connsiteX3" fmla="*/ 168367 w 251365"/>
                <a:gd name="connsiteY3" fmla="*/ 37506 h 253605"/>
                <a:gd name="connsiteX4" fmla="*/ 83946 w 251365"/>
                <a:gd name="connsiteY4" fmla="*/ 37506 h 253605"/>
                <a:gd name="connsiteX5" fmla="*/ 27982 w 251365"/>
                <a:gd name="connsiteY5" fmla="*/ 127041 h 253605"/>
                <a:gd name="connsiteX6" fmla="*/ 27982 w 251365"/>
                <a:gd name="connsiteY6" fmla="*/ 190858 h 253605"/>
                <a:gd name="connsiteX7" fmla="*/ 7114 w 251365"/>
                <a:gd name="connsiteY7" fmla="*/ 211813 h 253605"/>
                <a:gd name="connsiteX8" fmla="*/ 7114 w 251365"/>
                <a:gd name="connsiteY8" fmla="*/ 226101 h 253605"/>
                <a:gd name="connsiteX9" fmla="*/ 91535 w 251365"/>
                <a:gd name="connsiteY9" fmla="*/ 226101 h 253605"/>
                <a:gd name="connsiteX10" fmla="*/ 159830 w 251365"/>
                <a:gd name="connsiteY10" fmla="*/ 226101 h 253605"/>
                <a:gd name="connsiteX11" fmla="*/ 244251 w 251365"/>
                <a:gd name="connsiteY11" fmla="*/ 226101 h 253605"/>
                <a:gd name="connsiteX12" fmla="*/ 244251 w 251365"/>
                <a:gd name="connsiteY12" fmla="*/ 211813 h 253605"/>
                <a:gd name="connsiteX13" fmla="*/ 125683 w 251365"/>
                <a:gd name="connsiteY13" fmla="*/ 239436 h 253605"/>
                <a:gd name="connsiteX14" fmla="*/ 105763 w 251365"/>
                <a:gd name="connsiteY14" fmla="*/ 226101 h 253605"/>
                <a:gd name="connsiteX15" fmla="*/ 145602 w 251365"/>
                <a:gd name="connsiteY15" fmla="*/ 226101 h 253605"/>
                <a:gd name="connsiteX16" fmla="*/ 125683 w 251365"/>
                <a:gd name="connsiteY16" fmla="*/ 239436 h 253605"/>
                <a:gd name="connsiteX17" fmla="*/ 155088 w 251365"/>
                <a:gd name="connsiteY17" fmla="*/ 210861 h 253605"/>
                <a:gd name="connsiteX18" fmla="*/ 153190 w 251365"/>
                <a:gd name="connsiteY18" fmla="*/ 210861 h 253605"/>
                <a:gd name="connsiteX19" fmla="*/ 99123 w 251365"/>
                <a:gd name="connsiteY19" fmla="*/ 210861 h 253605"/>
                <a:gd name="connsiteX20" fmla="*/ 97226 w 251365"/>
                <a:gd name="connsiteY20" fmla="*/ 210861 h 253605"/>
                <a:gd name="connsiteX21" fmla="*/ 35571 w 251365"/>
                <a:gd name="connsiteY21" fmla="*/ 210861 h 253605"/>
                <a:gd name="connsiteX22" fmla="*/ 42210 w 251365"/>
                <a:gd name="connsiteY22" fmla="*/ 189906 h 253605"/>
                <a:gd name="connsiteX23" fmla="*/ 42210 w 251365"/>
                <a:gd name="connsiteY23" fmla="*/ 126088 h 253605"/>
                <a:gd name="connsiteX24" fmla="*/ 93432 w 251365"/>
                <a:gd name="connsiteY24" fmla="*/ 47031 h 253605"/>
                <a:gd name="connsiteX25" fmla="*/ 98175 w 251365"/>
                <a:gd name="connsiteY25" fmla="*/ 41316 h 253605"/>
                <a:gd name="connsiteX26" fmla="*/ 126631 w 251365"/>
                <a:gd name="connsiteY26" fmla="*/ 12741 h 253605"/>
                <a:gd name="connsiteX27" fmla="*/ 154139 w 251365"/>
                <a:gd name="connsiteY27" fmla="*/ 41316 h 253605"/>
                <a:gd name="connsiteX28" fmla="*/ 158882 w 251365"/>
                <a:gd name="connsiteY28" fmla="*/ 47031 h 253605"/>
                <a:gd name="connsiteX29" fmla="*/ 210103 w 251365"/>
                <a:gd name="connsiteY29" fmla="*/ 126088 h 253605"/>
                <a:gd name="connsiteX30" fmla="*/ 210103 w 251365"/>
                <a:gd name="connsiteY30" fmla="*/ 189906 h 253605"/>
                <a:gd name="connsiteX31" fmla="*/ 216743 w 251365"/>
                <a:gd name="connsiteY31" fmla="*/ 210861 h 253605"/>
                <a:gd name="connsiteX32" fmla="*/ 155088 w 251365"/>
                <a:gd name="connsiteY32" fmla="*/ 210861 h 25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51365" h="253605">
                  <a:moveTo>
                    <a:pt x="245200" y="211813"/>
                  </a:moveTo>
                  <a:cubicBezTo>
                    <a:pt x="233817" y="211813"/>
                    <a:pt x="224332" y="202288"/>
                    <a:pt x="224332" y="190858"/>
                  </a:cubicBezTo>
                  <a:lnTo>
                    <a:pt x="224332" y="127041"/>
                  </a:lnTo>
                  <a:cubicBezTo>
                    <a:pt x="224332" y="87988"/>
                    <a:pt x="202515" y="52746"/>
                    <a:pt x="168367" y="37506"/>
                  </a:cubicBezTo>
                  <a:cubicBezTo>
                    <a:pt x="162676" y="-12024"/>
                    <a:pt x="91535" y="-12977"/>
                    <a:pt x="83946" y="37506"/>
                  </a:cubicBezTo>
                  <a:cubicBezTo>
                    <a:pt x="49799" y="52746"/>
                    <a:pt x="27982" y="87988"/>
                    <a:pt x="27982" y="127041"/>
                  </a:cubicBezTo>
                  <a:lnTo>
                    <a:pt x="27982" y="190858"/>
                  </a:lnTo>
                  <a:cubicBezTo>
                    <a:pt x="27982" y="202288"/>
                    <a:pt x="18497" y="211813"/>
                    <a:pt x="7114" y="211813"/>
                  </a:cubicBezTo>
                  <a:cubicBezTo>
                    <a:pt x="-2371" y="211813"/>
                    <a:pt x="-2371" y="225148"/>
                    <a:pt x="7114" y="226101"/>
                  </a:cubicBezTo>
                  <a:cubicBezTo>
                    <a:pt x="7114" y="226101"/>
                    <a:pt x="7114" y="226101"/>
                    <a:pt x="91535" y="226101"/>
                  </a:cubicBezTo>
                  <a:cubicBezTo>
                    <a:pt x="99123" y="262296"/>
                    <a:pt x="152242" y="263248"/>
                    <a:pt x="159830" y="226101"/>
                  </a:cubicBezTo>
                  <a:cubicBezTo>
                    <a:pt x="184493" y="226101"/>
                    <a:pt x="212000" y="226101"/>
                    <a:pt x="244251" y="226101"/>
                  </a:cubicBezTo>
                  <a:cubicBezTo>
                    <a:pt x="253736" y="226101"/>
                    <a:pt x="253736" y="211813"/>
                    <a:pt x="244251" y="211813"/>
                  </a:cubicBezTo>
                  <a:close/>
                  <a:moveTo>
                    <a:pt x="125683" y="239436"/>
                  </a:moveTo>
                  <a:cubicBezTo>
                    <a:pt x="116197" y="239436"/>
                    <a:pt x="108609" y="233721"/>
                    <a:pt x="105763" y="226101"/>
                  </a:cubicBezTo>
                  <a:cubicBezTo>
                    <a:pt x="117146" y="226101"/>
                    <a:pt x="130425" y="226101"/>
                    <a:pt x="145602" y="226101"/>
                  </a:cubicBezTo>
                  <a:cubicBezTo>
                    <a:pt x="142756" y="233721"/>
                    <a:pt x="135168" y="239436"/>
                    <a:pt x="125683" y="239436"/>
                  </a:cubicBezTo>
                  <a:close/>
                  <a:moveTo>
                    <a:pt x="155088" y="210861"/>
                  </a:moveTo>
                  <a:cubicBezTo>
                    <a:pt x="155088" y="210861"/>
                    <a:pt x="154139" y="210861"/>
                    <a:pt x="153190" y="210861"/>
                  </a:cubicBezTo>
                  <a:cubicBezTo>
                    <a:pt x="138962" y="210861"/>
                    <a:pt x="120940" y="210861"/>
                    <a:pt x="99123" y="210861"/>
                  </a:cubicBezTo>
                  <a:cubicBezTo>
                    <a:pt x="99123" y="210861"/>
                    <a:pt x="98175" y="210861"/>
                    <a:pt x="97226" y="210861"/>
                  </a:cubicBezTo>
                  <a:cubicBezTo>
                    <a:pt x="79204" y="210861"/>
                    <a:pt x="59284" y="210861"/>
                    <a:pt x="35571" y="210861"/>
                  </a:cubicBezTo>
                  <a:cubicBezTo>
                    <a:pt x="40313" y="205146"/>
                    <a:pt x="42210" y="196573"/>
                    <a:pt x="42210" y="189906"/>
                  </a:cubicBezTo>
                  <a:lnTo>
                    <a:pt x="42210" y="126088"/>
                  </a:lnTo>
                  <a:cubicBezTo>
                    <a:pt x="42210" y="90846"/>
                    <a:pt x="62130" y="60366"/>
                    <a:pt x="93432" y="47031"/>
                  </a:cubicBezTo>
                  <a:cubicBezTo>
                    <a:pt x="97226" y="46078"/>
                    <a:pt x="98175" y="43221"/>
                    <a:pt x="98175" y="41316"/>
                  </a:cubicBezTo>
                  <a:cubicBezTo>
                    <a:pt x="98175" y="25123"/>
                    <a:pt x="111454" y="12741"/>
                    <a:pt x="126631" y="12741"/>
                  </a:cubicBezTo>
                  <a:cubicBezTo>
                    <a:pt x="141808" y="12741"/>
                    <a:pt x="155088" y="24171"/>
                    <a:pt x="154139" y="41316"/>
                  </a:cubicBezTo>
                  <a:cubicBezTo>
                    <a:pt x="154139" y="43221"/>
                    <a:pt x="155088" y="46078"/>
                    <a:pt x="158882" y="47031"/>
                  </a:cubicBezTo>
                  <a:cubicBezTo>
                    <a:pt x="190184" y="60366"/>
                    <a:pt x="210103" y="90846"/>
                    <a:pt x="210103" y="126088"/>
                  </a:cubicBezTo>
                  <a:lnTo>
                    <a:pt x="210103" y="189906"/>
                  </a:lnTo>
                  <a:cubicBezTo>
                    <a:pt x="210103" y="196573"/>
                    <a:pt x="212000" y="205146"/>
                    <a:pt x="216743" y="210861"/>
                  </a:cubicBezTo>
                  <a:cubicBezTo>
                    <a:pt x="216743" y="210861"/>
                    <a:pt x="216743" y="210861"/>
                    <a:pt x="155088" y="21086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8F32699-D26A-614C-1C91-58E981ED90D7}"/>
                </a:ext>
              </a:extLst>
            </p:cNvPr>
            <p:cNvSpPr/>
            <p:nvPr/>
          </p:nvSpPr>
          <p:spPr>
            <a:xfrm>
              <a:off x="6202237" y="3172777"/>
              <a:ext cx="131848" cy="134302"/>
            </a:xfrm>
            <a:custGeom>
              <a:avLst/>
              <a:gdLst>
                <a:gd name="connsiteX0" fmla="*/ 6640 w 131848"/>
                <a:gd name="connsiteY0" fmla="*/ 953 h 134302"/>
                <a:gd name="connsiteX1" fmla="*/ 0 w 131848"/>
                <a:gd name="connsiteY1" fmla="*/ 7620 h 134302"/>
                <a:gd name="connsiteX2" fmla="*/ 6640 w 131848"/>
                <a:gd name="connsiteY2" fmla="*/ 14288 h 134302"/>
                <a:gd name="connsiteX3" fmla="*/ 118568 w 131848"/>
                <a:gd name="connsiteY3" fmla="*/ 127635 h 134302"/>
                <a:gd name="connsiteX4" fmla="*/ 125208 w 131848"/>
                <a:gd name="connsiteY4" fmla="*/ 134302 h 134302"/>
                <a:gd name="connsiteX5" fmla="*/ 131848 w 131848"/>
                <a:gd name="connsiteY5" fmla="*/ 127635 h 134302"/>
                <a:gd name="connsiteX6" fmla="*/ 5691 w 131848"/>
                <a:gd name="connsiteY6" fmla="*/ 0 h 13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848" h="134302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68295" y="14288"/>
                    <a:pt x="119517" y="64770"/>
                    <a:pt x="118568" y="127635"/>
                  </a:cubicBezTo>
                  <a:cubicBezTo>
                    <a:pt x="118568" y="131445"/>
                    <a:pt x="122363" y="134302"/>
                    <a:pt x="125208" y="134302"/>
                  </a:cubicBezTo>
                  <a:cubicBezTo>
                    <a:pt x="129003" y="134302"/>
                    <a:pt x="131848" y="130493"/>
                    <a:pt x="131848" y="127635"/>
                  </a:cubicBezTo>
                  <a:cubicBezTo>
                    <a:pt x="131848" y="57150"/>
                    <a:pt x="75884" y="0"/>
                    <a:pt x="5691" y="0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9A677F97-A4B2-E511-01A0-EB7251CA0AE9}"/>
                </a:ext>
              </a:extLst>
            </p:cNvPr>
            <p:cNvSpPr/>
            <p:nvPr/>
          </p:nvSpPr>
          <p:spPr>
            <a:xfrm>
              <a:off x="6202237" y="3215639"/>
              <a:ext cx="90112" cy="91439"/>
            </a:xfrm>
            <a:custGeom>
              <a:avLst/>
              <a:gdLst>
                <a:gd name="connsiteX0" fmla="*/ 6640 w 90112"/>
                <a:gd name="connsiteY0" fmla="*/ 953 h 91439"/>
                <a:gd name="connsiteX1" fmla="*/ 0 w 90112"/>
                <a:gd name="connsiteY1" fmla="*/ 7620 h 91439"/>
                <a:gd name="connsiteX2" fmla="*/ 6640 w 90112"/>
                <a:gd name="connsiteY2" fmla="*/ 14288 h 91439"/>
                <a:gd name="connsiteX3" fmla="*/ 76832 w 90112"/>
                <a:gd name="connsiteY3" fmla="*/ 84773 h 91439"/>
                <a:gd name="connsiteX4" fmla="*/ 83472 w 90112"/>
                <a:gd name="connsiteY4" fmla="*/ 91440 h 91439"/>
                <a:gd name="connsiteX5" fmla="*/ 90112 w 90112"/>
                <a:gd name="connsiteY5" fmla="*/ 84773 h 91439"/>
                <a:gd name="connsiteX6" fmla="*/ 6640 w 90112"/>
                <a:gd name="connsiteY6" fmla="*/ 0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45530" y="14288"/>
                    <a:pt x="76832" y="46673"/>
                    <a:pt x="76832" y="84773"/>
                  </a:cubicBezTo>
                  <a:cubicBezTo>
                    <a:pt x="76832" y="88583"/>
                    <a:pt x="80627" y="91440"/>
                    <a:pt x="83472" y="91440"/>
                  </a:cubicBezTo>
                  <a:cubicBezTo>
                    <a:pt x="87266" y="91440"/>
                    <a:pt x="90112" y="87630"/>
                    <a:pt x="90112" y="84773"/>
                  </a:cubicBezTo>
                  <a:cubicBezTo>
                    <a:pt x="90112" y="37148"/>
                    <a:pt x="53119" y="0"/>
                    <a:pt x="6640" y="0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CF3C9AD-22CD-8EAB-B736-EDA460D69BD2}"/>
              </a:ext>
            </a:extLst>
          </p:cNvPr>
          <p:cNvGrpSpPr/>
          <p:nvPr/>
        </p:nvGrpSpPr>
        <p:grpSpPr>
          <a:xfrm>
            <a:off x="4641554" y="2870742"/>
            <a:ext cx="447246" cy="451483"/>
            <a:chOff x="5997351" y="3172777"/>
            <a:chExt cx="336734" cy="339924"/>
          </a:xfrm>
        </p:grpSpPr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1905E411-2D21-F8AB-1C29-34F03A26945F}"/>
                </a:ext>
              </a:extLst>
            </p:cNvPr>
            <p:cNvSpPr/>
            <p:nvPr/>
          </p:nvSpPr>
          <p:spPr>
            <a:xfrm>
              <a:off x="6040035" y="3215639"/>
              <a:ext cx="90112" cy="91439"/>
            </a:xfrm>
            <a:custGeom>
              <a:avLst/>
              <a:gdLst>
                <a:gd name="connsiteX0" fmla="*/ 84421 w 90112"/>
                <a:gd name="connsiteY0" fmla="*/ 0 h 91439"/>
                <a:gd name="connsiteX1" fmla="*/ 0 w 90112"/>
                <a:gd name="connsiteY1" fmla="*/ 84773 h 91439"/>
                <a:gd name="connsiteX2" fmla="*/ 6640 w 90112"/>
                <a:gd name="connsiteY2" fmla="*/ 91440 h 91439"/>
                <a:gd name="connsiteX3" fmla="*/ 13280 w 90112"/>
                <a:gd name="connsiteY3" fmla="*/ 84773 h 91439"/>
                <a:gd name="connsiteX4" fmla="*/ 83472 w 90112"/>
                <a:gd name="connsiteY4" fmla="*/ 14288 h 91439"/>
                <a:gd name="connsiteX5" fmla="*/ 90112 w 90112"/>
                <a:gd name="connsiteY5" fmla="*/ 7620 h 91439"/>
                <a:gd name="connsiteX6" fmla="*/ 83472 w 90112"/>
                <a:gd name="connsiteY6" fmla="*/ 953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84421" y="0"/>
                  </a:moveTo>
                  <a:cubicBezTo>
                    <a:pt x="37942" y="0"/>
                    <a:pt x="0" y="38100"/>
                    <a:pt x="0" y="84773"/>
                  </a:cubicBezTo>
                  <a:cubicBezTo>
                    <a:pt x="0" y="88583"/>
                    <a:pt x="3794" y="91440"/>
                    <a:pt x="6640" y="91440"/>
                  </a:cubicBezTo>
                  <a:cubicBezTo>
                    <a:pt x="10434" y="91440"/>
                    <a:pt x="13280" y="87630"/>
                    <a:pt x="13280" y="84773"/>
                  </a:cubicBezTo>
                  <a:cubicBezTo>
                    <a:pt x="13280" y="45720"/>
                    <a:pt x="44582" y="14288"/>
                    <a:pt x="83472" y="14288"/>
                  </a:cubicBezTo>
                  <a:cubicBezTo>
                    <a:pt x="87266" y="14288"/>
                    <a:pt x="90112" y="10478"/>
                    <a:pt x="90112" y="7620"/>
                  </a:cubicBezTo>
                  <a:cubicBezTo>
                    <a:pt x="90112" y="2858"/>
                    <a:pt x="86318" y="953"/>
                    <a:pt x="83472" y="953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FCDD1706-2058-3268-7330-9307C8F73882}"/>
                </a:ext>
              </a:extLst>
            </p:cNvPr>
            <p:cNvSpPr/>
            <p:nvPr/>
          </p:nvSpPr>
          <p:spPr>
            <a:xfrm>
              <a:off x="5997351" y="3174682"/>
              <a:ext cx="133745" cy="133350"/>
            </a:xfrm>
            <a:custGeom>
              <a:avLst/>
              <a:gdLst>
                <a:gd name="connsiteX0" fmla="*/ 127105 w 133745"/>
                <a:gd name="connsiteY0" fmla="*/ 13335 h 133350"/>
                <a:gd name="connsiteX1" fmla="*/ 133745 w 133745"/>
                <a:gd name="connsiteY1" fmla="*/ 6668 h 133350"/>
                <a:gd name="connsiteX2" fmla="*/ 127105 w 133745"/>
                <a:gd name="connsiteY2" fmla="*/ 0 h 133350"/>
                <a:gd name="connsiteX3" fmla="*/ 0 w 133745"/>
                <a:gd name="connsiteY3" fmla="*/ 126682 h 133350"/>
                <a:gd name="connsiteX4" fmla="*/ 6640 w 133745"/>
                <a:gd name="connsiteY4" fmla="*/ 133350 h 133350"/>
                <a:gd name="connsiteX5" fmla="*/ 13280 w 133745"/>
                <a:gd name="connsiteY5" fmla="*/ 126682 h 133350"/>
                <a:gd name="connsiteX6" fmla="*/ 126157 w 133745"/>
                <a:gd name="connsiteY6" fmla="*/ 14288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133350">
                  <a:moveTo>
                    <a:pt x="127105" y="13335"/>
                  </a:moveTo>
                  <a:cubicBezTo>
                    <a:pt x="130900" y="13335"/>
                    <a:pt x="133745" y="9525"/>
                    <a:pt x="133745" y="6668"/>
                  </a:cubicBezTo>
                  <a:cubicBezTo>
                    <a:pt x="133745" y="1905"/>
                    <a:pt x="129951" y="0"/>
                    <a:pt x="127105" y="0"/>
                  </a:cubicBezTo>
                  <a:cubicBezTo>
                    <a:pt x="56913" y="0"/>
                    <a:pt x="0" y="56198"/>
                    <a:pt x="0" y="126682"/>
                  </a:cubicBezTo>
                  <a:cubicBezTo>
                    <a:pt x="0" y="130493"/>
                    <a:pt x="3794" y="133350"/>
                    <a:pt x="6640" y="133350"/>
                  </a:cubicBezTo>
                  <a:cubicBezTo>
                    <a:pt x="10434" y="133350"/>
                    <a:pt x="13280" y="129540"/>
                    <a:pt x="13280" y="126682"/>
                  </a:cubicBezTo>
                  <a:cubicBezTo>
                    <a:pt x="13280" y="64770"/>
                    <a:pt x="63553" y="13335"/>
                    <a:pt x="126157" y="14288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7D0C5FC5-B7FE-C492-E693-DADDB5ABD846}"/>
                </a:ext>
              </a:extLst>
            </p:cNvPr>
            <p:cNvSpPr/>
            <p:nvPr/>
          </p:nvSpPr>
          <p:spPr>
            <a:xfrm>
              <a:off x="6040509" y="3259096"/>
              <a:ext cx="251365" cy="253605"/>
            </a:xfrm>
            <a:custGeom>
              <a:avLst/>
              <a:gdLst>
                <a:gd name="connsiteX0" fmla="*/ 245200 w 251365"/>
                <a:gd name="connsiteY0" fmla="*/ 211813 h 253605"/>
                <a:gd name="connsiteX1" fmla="*/ 224332 w 251365"/>
                <a:gd name="connsiteY1" fmla="*/ 190858 h 253605"/>
                <a:gd name="connsiteX2" fmla="*/ 224332 w 251365"/>
                <a:gd name="connsiteY2" fmla="*/ 127041 h 253605"/>
                <a:gd name="connsiteX3" fmla="*/ 168367 w 251365"/>
                <a:gd name="connsiteY3" fmla="*/ 37506 h 253605"/>
                <a:gd name="connsiteX4" fmla="*/ 83946 w 251365"/>
                <a:gd name="connsiteY4" fmla="*/ 37506 h 253605"/>
                <a:gd name="connsiteX5" fmla="*/ 27982 w 251365"/>
                <a:gd name="connsiteY5" fmla="*/ 127041 h 253605"/>
                <a:gd name="connsiteX6" fmla="*/ 27982 w 251365"/>
                <a:gd name="connsiteY6" fmla="*/ 190858 h 253605"/>
                <a:gd name="connsiteX7" fmla="*/ 7114 w 251365"/>
                <a:gd name="connsiteY7" fmla="*/ 211813 h 253605"/>
                <a:gd name="connsiteX8" fmla="*/ 7114 w 251365"/>
                <a:gd name="connsiteY8" fmla="*/ 226101 h 253605"/>
                <a:gd name="connsiteX9" fmla="*/ 91535 w 251365"/>
                <a:gd name="connsiteY9" fmla="*/ 226101 h 253605"/>
                <a:gd name="connsiteX10" fmla="*/ 159830 w 251365"/>
                <a:gd name="connsiteY10" fmla="*/ 226101 h 253605"/>
                <a:gd name="connsiteX11" fmla="*/ 244251 w 251365"/>
                <a:gd name="connsiteY11" fmla="*/ 226101 h 253605"/>
                <a:gd name="connsiteX12" fmla="*/ 244251 w 251365"/>
                <a:gd name="connsiteY12" fmla="*/ 211813 h 253605"/>
                <a:gd name="connsiteX13" fmla="*/ 125683 w 251365"/>
                <a:gd name="connsiteY13" fmla="*/ 239436 h 253605"/>
                <a:gd name="connsiteX14" fmla="*/ 105763 w 251365"/>
                <a:gd name="connsiteY14" fmla="*/ 226101 h 253605"/>
                <a:gd name="connsiteX15" fmla="*/ 145602 w 251365"/>
                <a:gd name="connsiteY15" fmla="*/ 226101 h 253605"/>
                <a:gd name="connsiteX16" fmla="*/ 125683 w 251365"/>
                <a:gd name="connsiteY16" fmla="*/ 239436 h 253605"/>
                <a:gd name="connsiteX17" fmla="*/ 155088 w 251365"/>
                <a:gd name="connsiteY17" fmla="*/ 210861 h 253605"/>
                <a:gd name="connsiteX18" fmla="*/ 153190 w 251365"/>
                <a:gd name="connsiteY18" fmla="*/ 210861 h 253605"/>
                <a:gd name="connsiteX19" fmla="*/ 99123 w 251365"/>
                <a:gd name="connsiteY19" fmla="*/ 210861 h 253605"/>
                <a:gd name="connsiteX20" fmla="*/ 97226 w 251365"/>
                <a:gd name="connsiteY20" fmla="*/ 210861 h 253605"/>
                <a:gd name="connsiteX21" fmla="*/ 35571 w 251365"/>
                <a:gd name="connsiteY21" fmla="*/ 210861 h 253605"/>
                <a:gd name="connsiteX22" fmla="*/ 42210 w 251365"/>
                <a:gd name="connsiteY22" fmla="*/ 189906 h 253605"/>
                <a:gd name="connsiteX23" fmla="*/ 42210 w 251365"/>
                <a:gd name="connsiteY23" fmla="*/ 126088 h 253605"/>
                <a:gd name="connsiteX24" fmla="*/ 93432 w 251365"/>
                <a:gd name="connsiteY24" fmla="*/ 47031 h 253605"/>
                <a:gd name="connsiteX25" fmla="*/ 98175 w 251365"/>
                <a:gd name="connsiteY25" fmla="*/ 41316 h 253605"/>
                <a:gd name="connsiteX26" fmla="*/ 126631 w 251365"/>
                <a:gd name="connsiteY26" fmla="*/ 12741 h 253605"/>
                <a:gd name="connsiteX27" fmla="*/ 154139 w 251365"/>
                <a:gd name="connsiteY27" fmla="*/ 41316 h 253605"/>
                <a:gd name="connsiteX28" fmla="*/ 158882 w 251365"/>
                <a:gd name="connsiteY28" fmla="*/ 47031 h 253605"/>
                <a:gd name="connsiteX29" fmla="*/ 210103 w 251365"/>
                <a:gd name="connsiteY29" fmla="*/ 126088 h 253605"/>
                <a:gd name="connsiteX30" fmla="*/ 210103 w 251365"/>
                <a:gd name="connsiteY30" fmla="*/ 189906 h 253605"/>
                <a:gd name="connsiteX31" fmla="*/ 216743 w 251365"/>
                <a:gd name="connsiteY31" fmla="*/ 210861 h 253605"/>
                <a:gd name="connsiteX32" fmla="*/ 155088 w 251365"/>
                <a:gd name="connsiteY32" fmla="*/ 210861 h 25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51365" h="253605">
                  <a:moveTo>
                    <a:pt x="245200" y="211813"/>
                  </a:moveTo>
                  <a:cubicBezTo>
                    <a:pt x="233817" y="211813"/>
                    <a:pt x="224332" y="202288"/>
                    <a:pt x="224332" y="190858"/>
                  </a:cubicBezTo>
                  <a:lnTo>
                    <a:pt x="224332" y="127041"/>
                  </a:lnTo>
                  <a:cubicBezTo>
                    <a:pt x="224332" y="87988"/>
                    <a:pt x="202515" y="52746"/>
                    <a:pt x="168367" y="37506"/>
                  </a:cubicBezTo>
                  <a:cubicBezTo>
                    <a:pt x="162676" y="-12024"/>
                    <a:pt x="91535" y="-12977"/>
                    <a:pt x="83946" y="37506"/>
                  </a:cubicBezTo>
                  <a:cubicBezTo>
                    <a:pt x="49799" y="52746"/>
                    <a:pt x="27982" y="87988"/>
                    <a:pt x="27982" y="127041"/>
                  </a:cubicBezTo>
                  <a:lnTo>
                    <a:pt x="27982" y="190858"/>
                  </a:lnTo>
                  <a:cubicBezTo>
                    <a:pt x="27982" y="202288"/>
                    <a:pt x="18497" y="211813"/>
                    <a:pt x="7114" y="211813"/>
                  </a:cubicBezTo>
                  <a:cubicBezTo>
                    <a:pt x="-2371" y="211813"/>
                    <a:pt x="-2371" y="225148"/>
                    <a:pt x="7114" y="226101"/>
                  </a:cubicBezTo>
                  <a:cubicBezTo>
                    <a:pt x="7114" y="226101"/>
                    <a:pt x="7114" y="226101"/>
                    <a:pt x="91535" y="226101"/>
                  </a:cubicBezTo>
                  <a:cubicBezTo>
                    <a:pt x="99123" y="262296"/>
                    <a:pt x="152242" y="263248"/>
                    <a:pt x="159830" y="226101"/>
                  </a:cubicBezTo>
                  <a:cubicBezTo>
                    <a:pt x="184493" y="226101"/>
                    <a:pt x="212000" y="226101"/>
                    <a:pt x="244251" y="226101"/>
                  </a:cubicBezTo>
                  <a:cubicBezTo>
                    <a:pt x="253736" y="226101"/>
                    <a:pt x="253736" y="211813"/>
                    <a:pt x="244251" y="211813"/>
                  </a:cubicBezTo>
                  <a:close/>
                  <a:moveTo>
                    <a:pt x="125683" y="239436"/>
                  </a:moveTo>
                  <a:cubicBezTo>
                    <a:pt x="116197" y="239436"/>
                    <a:pt x="108609" y="233721"/>
                    <a:pt x="105763" y="226101"/>
                  </a:cubicBezTo>
                  <a:cubicBezTo>
                    <a:pt x="117146" y="226101"/>
                    <a:pt x="130425" y="226101"/>
                    <a:pt x="145602" y="226101"/>
                  </a:cubicBezTo>
                  <a:cubicBezTo>
                    <a:pt x="142756" y="233721"/>
                    <a:pt x="135168" y="239436"/>
                    <a:pt x="125683" y="239436"/>
                  </a:cubicBezTo>
                  <a:close/>
                  <a:moveTo>
                    <a:pt x="155088" y="210861"/>
                  </a:moveTo>
                  <a:cubicBezTo>
                    <a:pt x="155088" y="210861"/>
                    <a:pt x="154139" y="210861"/>
                    <a:pt x="153190" y="210861"/>
                  </a:cubicBezTo>
                  <a:cubicBezTo>
                    <a:pt x="138962" y="210861"/>
                    <a:pt x="120940" y="210861"/>
                    <a:pt x="99123" y="210861"/>
                  </a:cubicBezTo>
                  <a:cubicBezTo>
                    <a:pt x="99123" y="210861"/>
                    <a:pt x="98175" y="210861"/>
                    <a:pt x="97226" y="210861"/>
                  </a:cubicBezTo>
                  <a:cubicBezTo>
                    <a:pt x="79204" y="210861"/>
                    <a:pt x="59284" y="210861"/>
                    <a:pt x="35571" y="210861"/>
                  </a:cubicBezTo>
                  <a:cubicBezTo>
                    <a:pt x="40313" y="205146"/>
                    <a:pt x="42210" y="196573"/>
                    <a:pt x="42210" y="189906"/>
                  </a:cubicBezTo>
                  <a:lnTo>
                    <a:pt x="42210" y="126088"/>
                  </a:lnTo>
                  <a:cubicBezTo>
                    <a:pt x="42210" y="90846"/>
                    <a:pt x="62130" y="60366"/>
                    <a:pt x="93432" y="47031"/>
                  </a:cubicBezTo>
                  <a:cubicBezTo>
                    <a:pt x="97226" y="46078"/>
                    <a:pt x="98175" y="43221"/>
                    <a:pt x="98175" y="41316"/>
                  </a:cubicBezTo>
                  <a:cubicBezTo>
                    <a:pt x="98175" y="25123"/>
                    <a:pt x="111454" y="12741"/>
                    <a:pt x="126631" y="12741"/>
                  </a:cubicBezTo>
                  <a:cubicBezTo>
                    <a:pt x="141808" y="12741"/>
                    <a:pt x="155088" y="24171"/>
                    <a:pt x="154139" y="41316"/>
                  </a:cubicBezTo>
                  <a:cubicBezTo>
                    <a:pt x="154139" y="43221"/>
                    <a:pt x="155088" y="46078"/>
                    <a:pt x="158882" y="47031"/>
                  </a:cubicBezTo>
                  <a:cubicBezTo>
                    <a:pt x="190184" y="60366"/>
                    <a:pt x="210103" y="90846"/>
                    <a:pt x="210103" y="126088"/>
                  </a:cubicBezTo>
                  <a:lnTo>
                    <a:pt x="210103" y="189906"/>
                  </a:lnTo>
                  <a:cubicBezTo>
                    <a:pt x="210103" y="196573"/>
                    <a:pt x="212000" y="205146"/>
                    <a:pt x="216743" y="210861"/>
                  </a:cubicBezTo>
                  <a:cubicBezTo>
                    <a:pt x="216743" y="210861"/>
                    <a:pt x="216743" y="210861"/>
                    <a:pt x="155088" y="210861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316A814D-5B25-ED2C-C2BE-416A11C8FEED}"/>
                </a:ext>
              </a:extLst>
            </p:cNvPr>
            <p:cNvSpPr/>
            <p:nvPr/>
          </p:nvSpPr>
          <p:spPr>
            <a:xfrm>
              <a:off x="6202237" y="3172777"/>
              <a:ext cx="131848" cy="134302"/>
            </a:xfrm>
            <a:custGeom>
              <a:avLst/>
              <a:gdLst>
                <a:gd name="connsiteX0" fmla="*/ 6640 w 131848"/>
                <a:gd name="connsiteY0" fmla="*/ 953 h 134302"/>
                <a:gd name="connsiteX1" fmla="*/ 0 w 131848"/>
                <a:gd name="connsiteY1" fmla="*/ 7620 h 134302"/>
                <a:gd name="connsiteX2" fmla="*/ 6640 w 131848"/>
                <a:gd name="connsiteY2" fmla="*/ 14288 h 134302"/>
                <a:gd name="connsiteX3" fmla="*/ 118568 w 131848"/>
                <a:gd name="connsiteY3" fmla="*/ 127635 h 134302"/>
                <a:gd name="connsiteX4" fmla="*/ 125208 w 131848"/>
                <a:gd name="connsiteY4" fmla="*/ 134302 h 134302"/>
                <a:gd name="connsiteX5" fmla="*/ 131848 w 131848"/>
                <a:gd name="connsiteY5" fmla="*/ 127635 h 134302"/>
                <a:gd name="connsiteX6" fmla="*/ 5691 w 131848"/>
                <a:gd name="connsiteY6" fmla="*/ 0 h 13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848" h="134302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68295" y="14288"/>
                    <a:pt x="119517" y="64770"/>
                    <a:pt x="118568" y="127635"/>
                  </a:cubicBezTo>
                  <a:cubicBezTo>
                    <a:pt x="118568" y="131445"/>
                    <a:pt x="122363" y="134302"/>
                    <a:pt x="125208" y="134302"/>
                  </a:cubicBezTo>
                  <a:cubicBezTo>
                    <a:pt x="129003" y="134302"/>
                    <a:pt x="131848" y="130493"/>
                    <a:pt x="131848" y="127635"/>
                  </a:cubicBezTo>
                  <a:cubicBezTo>
                    <a:pt x="131848" y="57150"/>
                    <a:pt x="75884" y="0"/>
                    <a:pt x="5691" y="0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BFE5B1FE-DDA6-63F2-E4B7-F5D3DA127368}"/>
                </a:ext>
              </a:extLst>
            </p:cNvPr>
            <p:cNvSpPr/>
            <p:nvPr/>
          </p:nvSpPr>
          <p:spPr>
            <a:xfrm>
              <a:off x="6202237" y="3215639"/>
              <a:ext cx="90112" cy="91439"/>
            </a:xfrm>
            <a:custGeom>
              <a:avLst/>
              <a:gdLst>
                <a:gd name="connsiteX0" fmla="*/ 6640 w 90112"/>
                <a:gd name="connsiteY0" fmla="*/ 953 h 91439"/>
                <a:gd name="connsiteX1" fmla="*/ 0 w 90112"/>
                <a:gd name="connsiteY1" fmla="*/ 7620 h 91439"/>
                <a:gd name="connsiteX2" fmla="*/ 6640 w 90112"/>
                <a:gd name="connsiteY2" fmla="*/ 14288 h 91439"/>
                <a:gd name="connsiteX3" fmla="*/ 76832 w 90112"/>
                <a:gd name="connsiteY3" fmla="*/ 84773 h 91439"/>
                <a:gd name="connsiteX4" fmla="*/ 83472 w 90112"/>
                <a:gd name="connsiteY4" fmla="*/ 91440 h 91439"/>
                <a:gd name="connsiteX5" fmla="*/ 90112 w 90112"/>
                <a:gd name="connsiteY5" fmla="*/ 84773 h 91439"/>
                <a:gd name="connsiteX6" fmla="*/ 6640 w 90112"/>
                <a:gd name="connsiteY6" fmla="*/ 0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45530" y="14288"/>
                    <a:pt x="76832" y="46673"/>
                    <a:pt x="76832" y="84773"/>
                  </a:cubicBezTo>
                  <a:cubicBezTo>
                    <a:pt x="76832" y="88583"/>
                    <a:pt x="80627" y="91440"/>
                    <a:pt x="83472" y="91440"/>
                  </a:cubicBezTo>
                  <a:cubicBezTo>
                    <a:pt x="87266" y="91440"/>
                    <a:pt x="90112" y="87630"/>
                    <a:pt x="90112" y="84773"/>
                  </a:cubicBezTo>
                  <a:cubicBezTo>
                    <a:pt x="90112" y="37148"/>
                    <a:pt x="53119" y="0"/>
                    <a:pt x="6640" y="0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4389611F-755B-23BE-3109-37E10E4E373C}"/>
              </a:ext>
            </a:extLst>
          </p:cNvPr>
          <p:cNvGrpSpPr/>
          <p:nvPr/>
        </p:nvGrpSpPr>
        <p:grpSpPr>
          <a:xfrm>
            <a:off x="3876379" y="3480342"/>
            <a:ext cx="447246" cy="451483"/>
            <a:chOff x="5997351" y="3172777"/>
            <a:chExt cx="336734" cy="339924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12E3A9F7-80FF-2B49-51A1-A1DEB36E5103}"/>
                </a:ext>
              </a:extLst>
            </p:cNvPr>
            <p:cNvSpPr/>
            <p:nvPr/>
          </p:nvSpPr>
          <p:spPr>
            <a:xfrm>
              <a:off x="6040035" y="3215639"/>
              <a:ext cx="90112" cy="91439"/>
            </a:xfrm>
            <a:custGeom>
              <a:avLst/>
              <a:gdLst>
                <a:gd name="connsiteX0" fmla="*/ 84421 w 90112"/>
                <a:gd name="connsiteY0" fmla="*/ 0 h 91439"/>
                <a:gd name="connsiteX1" fmla="*/ 0 w 90112"/>
                <a:gd name="connsiteY1" fmla="*/ 84773 h 91439"/>
                <a:gd name="connsiteX2" fmla="*/ 6640 w 90112"/>
                <a:gd name="connsiteY2" fmla="*/ 91440 h 91439"/>
                <a:gd name="connsiteX3" fmla="*/ 13280 w 90112"/>
                <a:gd name="connsiteY3" fmla="*/ 84773 h 91439"/>
                <a:gd name="connsiteX4" fmla="*/ 83472 w 90112"/>
                <a:gd name="connsiteY4" fmla="*/ 14288 h 91439"/>
                <a:gd name="connsiteX5" fmla="*/ 90112 w 90112"/>
                <a:gd name="connsiteY5" fmla="*/ 7620 h 91439"/>
                <a:gd name="connsiteX6" fmla="*/ 83472 w 90112"/>
                <a:gd name="connsiteY6" fmla="*/ 953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84421" y="0"/>
                  </a:moveTo>
                  <a:cubicBezTo>
                    <a:pt x="37942" y="0"/>
                    <a:pt x="0" y="38100"/>
                    <a:pt x="0" y="84773"/>
                  </a:cubicBezTo>
                  <a:cubicBezTo>
                    <a:pt x="0" y="88583"/>
                    <a:pt x="3794" y="91440"/>
                    <a:pt x="6640" y="91440"/>
                  </a:cubicBezTo>
                  <a:cubicBezTo>
                    <a:pt x="10434" y="91440"/>
                    <a:pt x="13280" y="87630"/>
                    <a:pt x="13280" y="84773"/>
                  </a:cubicBezTo>
                  <a:cubicBezTo>
                    <a:pt x="13280" y="45720"/>
                    <a:pt x="44582" y="14288"/>
                    <a:pt x="83472" y="14288"/>
                  </a:cubicBezTo>
                  <a:cubicBezTo>
                    <a:pt x="87266" y="14288"/>
                    <a:pt x="90112" y="10478"/>
                    <a:pt x="90112" y="7620"/>
                  </a:cubicBezTo>
                  <a:cubicBezTo>
                    <a:pt x="90112" y="2858"/>
                    <a:pt x="86318" y="953"/>
                    <a:pt x="83472" y="953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51667B3A-6065-9BEE-8378-60E9CD09CD29}"/>
                </a:ext>
              </a:extLst>
            </p:cNvPr>
            <p:cNvSpPr/>
            <p:nvPr/>
          </p:nvSpPr>
          <p:spPr>
            <a:xfrm>
              <a:off x="5997351" y="3174682"/>
              <a:ext cx="133745" cy="133350"/>
            </a:xfrm>
            <a:custGeom>
              <a:avLst/>
              <a:gdLst>
                <a:gd name="connsiteX0" fmla="*/ 127105 w 133745"/>
                <a:gd name="connsiteY0" fmla="*/ 13335 h 133350"/>
                <a:gd name="connsiteX1" fmla="*/ 133745 w 133745"/>
                <a:gd name="connsiteY1" fmla="*/ 6668 h 133350"/>
                <a:gd name="connsiteX2" fmla="*/ 127105 w 133745"/>
                <a:gd name="connsiteY2" fmla="*/ 0 h 133350"/>
                <a:gd name="connsiteX3" fmla="*/ 0 w 133745"/>
                <a:gd name="connsiteY3" fmla="*/ 126682 h 133350"/>
                <a:gd name="connsiteX4" fmla="*/ 6640 w 133745"/>
                <a:gd name="connsiteY4" fmla="*/ 133350 h 133350"/>
                <a:gd name="connsiteX5" fmla="*/ 13280 w 133745"/>
                <a:gd name="connsiteY5" fmla="*/ 126682 h 133350"/>
                <a:gd name="connsiteX6" fmla="*/ 126157 w 133745"/>
                <a:gd name="connsiteY6" fmla="*/ 14288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133350">
                  <a:moveTo>
                    <a:pt x="127105" y="13335"/>
                  </a:moveTo>
                  <a:cubicBezTo>
                    <a:pt x="130900" y="13335"/>
                    <a:pt x="133745" y="9525"/>
                    <a:pt x="133745" y="6668"/>
                  </a:cubicBezTo>
                  <a:cubicBezTo>
                    <a:pt x="133745" y="1905"/>
                    <a:pt x="129951" y="0"/>
                    <a:pt x="127105" y="0"/>
                  </a:cubicBezTo>
                  <a:cubicBezTo>
                    <a:pt x="56913" y="0"/>
                    <a:pt x="0" y="56198"/>
                    <a:pt x="0" y="126682"/>
                  </a:cubicBezTo>
                  <a:cubicBezTo>
                    <a:pt x="0" y="130493"/>
                    <a:pt x="3794" y="133350"/>
                    <a:pt x="6640" y="133350"/>
                  </a:cubicBezTo>
                  <a:cubicBezTo>
                    <a:pt x="10434" y="133350"/>
                    <a:pt x="13280" y="129540"/>
                    <a:pt x="13280" y="126682"/>
                  </a:cubicBezTo>
                  <a:cubicBezTo>
                    <a:pt x="13280" y="64770"/>
                    <a:pt x="63553" y="13335"/>
                    <a:pt x="126157" y="14288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2EE31178-419B-4C03-4F09-06C28B2CA149}"/>
                </a:ext>
              </a:extLst>
            </p:cNvPr>
            <p:cNvSpPr/>
            <p:nvPr/>
          </p:nvSpPr>
          <p:spPr>
            <a:xfrm>
              <a:off x="6040509" y="3259096"/>
              <a:ext cx="251365" cy="253605"/>
            </a:xfrm>
            <a:custGeom>
              <a:avLst/>
              <a:gdLst>
                <a:gd name="connsiteX0" fmla="*/ 245200 w 251365"/>
                <a:gd name="connsiteY0" fmla="*/ 211813 h 253605"/>
                <a:gd name="connsiteX1" fmla="*/ 224332 w 251365"/>
                <a:gd name="connsiteY1" fmla="*/ 190858 h 253605"/>
                <a:gd name="connsiteX2" fmla="*/ 224332 w 251365"/>
                <a:gd name="connsiteY2" fmla="*/ 127041 h 253605"/>
                <a:gd name="connsiteX3" fmla="*/ 168367 w 251365"/>
                <a:gd name="connsiteY3" fmla="*/ 37506 h 253605"/>
                <a:gd name="connsiteX4" fmla="*/ 83946 w 251365"/>
                <a:gd name="connsiteY4" fmla="*/ 37506 h 253605"/>
                <a:gd name="connsiteX5" fmla="*/ 27982 w 251365"/>
                <a:gd name="connsiteY5" fmla="*/ 127041 h 253605"/>
                <a:gd name="connsiteX6" fmla="*/ 27982 w 251365"/>
                <a:gd name="connsiteY6" fmla="*/ 190858 h 253605"/>
                <a:gd name="connsiteX7" fmla="*/ 7114 w 251365"/>
                <a:gd name="connsiteY7" fmla="*/ 211813 h 253605"/>
                <a:gd name="connsiteX8" fmla="*/ 7114 w 251365"/>
                <a:gd name="connsiteY8" fmla="*/ 226101 h 253605"/>
                <a:gd name="connsiteX9" fmla="*/ 91535 w 251365"/>
                <a:gd name="connsiteY9" fmla="*/ 226101 h 253605"/>
                <a:gd name="connsiteX10" fmla="*/ 159830 w 251365"/>
                <a:gd name="connsiteY10" fmla="*/ 226101 h 253605"/>
                <a:gd name="connsiteX11" fmla="*/ 244251 w 251365"/>
                <a:gd name="connsiteY11" fmla="*/ 226101 h 253605"/>
                <a:gd name="connsiteX12" fmla="*/ 244251 w 251365"/>
                <a:gd name="connsiteY12" fmla="*/ 211813 h 253605"/>
                <a:gd name="connsiteX13" fmla="*/ 125683 w 251365"/>
                <a:gd name="connsiteY13" fmla="*/ 239436 h 253605"/>
                <a:gd name="connsiteX14" fmla="*/ 105763 w 251365"/>
                <a:gd name="connsiteY14" fmla="*/ 226101 h 253605"/>
                <a:gd name="connsiteX15" fmla="*/ 145602 w 251365"/>
                <a:gd name="connsiteY15" fmla="*/ 226101 h 253605"/>
                <a:gd name="connsiteX16" fmla="*/ 125683 w 251365"/>
                <a:gd name="connsiteY16" fmla="*/ 239436 h 253605"/>
                <a:gd name="connsiteX17" fmla="*/ 155088 w 251365"/>
                <a:gd name="connsiteY17" fmla="*/ 210861 h 253605"/>
                <a:gd name="connsiteX18" fmla="*/ 153190 w 251365"/>
                <a:gd name="connsiteY18" fmla="*/ 210861 h 253605"/>
                <a:gd name="connsiteX19" fmla="*/ 99123 w 251365"/>
                <a:gd name="connsiteY19" fmla="*/ 210861 h 253605"/>
                <a:gd name="connsiteX20" fmla="*/ 97226 w 251365"/>
                <a:gd name="connsiteY20" fmla="*/ 210861 h 253605"/>
                <a:gd name="connsiteX21" fmla="*/ 35571 w 251365"/>
                <a:gd name="connsiteY21" fmla="*/ 210861 h 253605"/>
                <a:gd name="connsiteX22" fmla="*/ 42210 w 251365"/>
                <a:gd name="connsiteY22" fmla="*/ 189906 h 253605"/>
                <a:gd name="connsiteX23" fmla="*/ 42210 w 251365"/>
                <a:gd name="connsiteY23" fmla="*/ 126088 h 253605"/>
                <a:gd name="connsiteX24" fmla="*/ 93432 w 251365"/>
                <a:gd name="connsiteY24" fmla="*/ 47031 h 253605"/>
                <a:gd name="connsiteX25" fmla="*/ 98175 w 251365"/>
                <a:gd name="connsiteY25" fmla="*/ 41316 h 253605"/>
                <a:gd name="connsiteX26" fmla="*/ 126631 w 251365"/>
                <a:gd name="connsiteY26" fmla="*/ 12741 h 253605"/>
                <a:gd name="connsiteX27" fmla="*/ 154139 w 251365"/>
                <a:gd name="connsiteY27" fmla="*/ 41316 h 253605"/>
                <a:gd name="connsiteX28" fmla="*/ 158882 w 251365"/>
                <a:gd name="connsiteY28" fmla="*/ 47031 h 253605"/>
                <a:gd name="connsiteX29" fmla="*/ 210103 w 251365"/>
                <a:gd name="connsiteY29" fmla="*/ 126088 h 253605"/>
                <a:gd name="connsiteX30" fmla="*/ 210103 w 251365"/>
                <a:gd name="connsiteY30" fmla="*/ 189906 h 253605"/>
                <a:gd name="connsiteX31" fmla="*/ 216743 w 251365"/>
                <a:gd name="connsiteY31" fmla="*/ 210861 h 253605"/>
                <a:gd name="connsiteX32" fmla="*/ 155088 w 251365"/>
                <a:gd name="connsiteY32" fmla="*/ 210861 h 25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51365" h="253605">
                  <a:moveTo>
                    <a:pt x="245200" y="211813"/>
                  </a:moveTo>
                  <a:cubicBezTo>
                    <a:pt x="233817" y="211813"/>
                    <a:pt x="224332" y="202288"/>
                    <a:pt x="224332" y="190858"/>
                  </a:cubicBezTo>
                  <a:lnTo>
                    <a:pt x="224332" y="127041"/>
                  </a:lnTo>
                  <a:cubicBezTo>
                    <a:pt x="224332" y="87988"/>
                    <a:pt x="202515" y="52746"/>
                    <a:pt x="168367" y="37506"/>
                  </a:cubicBezTo>
                  <a:cubicBezTo>
                    <a:pt x="162676" y="-12024"/>
                    <a:pt x="91535" y="-12977"/>
                    <a:pt x="83946" y="37506"/>
                  </a:cubicBezTo>
                  <a:cubicBezTo>
                    <a:pt x="49799" y="52746"/>
                    <a:pt x="27982" y="87988"/>
                    <a:pt x="27982" y="127041"/>
                  </a:cubicBezTo>
                  <a:lnTo>
                    <a:pt x="27982" y="190858"/>
                  </a:lnTo>
                  <a:cubicBezTo>
                    <a:pt x="27982" y="202288"/>
                    <a:pt x="18497" y="211813"/>
                    <a:pt x="7114" y="211813"/>
                  </a:cubicBezTo>
                  <a:cubicBezTo>
                    <a:pt x="-2371" y="211813"/>
                    <a:pt x="-2371" y="225148"/>
                    <a:pt x="7114" y="226101"/>
                  </a:cubicBezTo>
                  <a:cubicBezTo>
                    <a:pt x="7114" y="226101"/>
                    <a:pt x="7114" y="226101"/>
                    <a:pt x="91535" y="226101"/>
                  </a:cubicBezTo>
                  <a:cubicBezTo>
                    <a:pt x="99123" y="262296"/>
                    <a:pt x="152242" y="263248"/>
                    <a:pt x="159830" y="226101"/>
                  </a:cubicBezTo>
                  <a:cubicBezTo>
                    <a:pt x="184493" y="226101"/>
                    <a:pt x="212000" y="226101"/>
                    <a:pt x="244251" y="226101"/>
                  </a:cubicBezTo>
                  <a:cubicBezTo>
                    <a:pt x="253736" y="226101"/>
                    <a:pt x="253736" y="211813"/>
                    <a:pt x="244251" y="211813"/>
                  </a:cubicBezTo>
                  <a:close/>
                  <a:moveTo>
                    <a:pt x="125683" y="239436"/>
                  </a:moveTo>
                  <a:cubicBezTo>
                    <a:pt x="116197" y="239436"/>
                    <a:pt x="108609" y="233721"/>
                    <a:pt x="105763" y="226101"/>
                  </a:cubicBezTo>
                  <a:cubicBezTo>
                    <a:pt x="117146" y="226101"/>
                    <a:pt x="130425" y="226101"/>
                    <a:pt x="145602" y="226101"/>
                  </a:cubicBezTo>
                  <a:cubicBezTo>
                    <a:pt x="142756" y="233721"/>
                    <a:pt x="135168" y="239436"/>
                    <a:pt x="125683" y="239436"/>
                  </a:cubicBezTo>
                  <a:close/>
                  <a:moveTo>
                    <a:pt x="155088" y="210861"/>
                  </a:moveTo>
                  <a:cubicBezTo>
                    <a:pt x="155088" y="210861"/>
                    <a:pt x="154139" y="210861"/>
                    <a:pt x="153190" y="210861"/>
                  </a:cubicBezTo>
                  <a:cubicBezTo>
                    <a:pt x="138962" y="210861"/>
                    <a:pt x="120940" y="210861"/>
                    <a:pt x="99123" y="210861"/>
                  </a:cubicBezTo>
                  <a:cubicBezTo>
                    <a:pt x="99123" y="210861"/>
                    <a:pt x="98175" y="210861"/>
                    <a:pt x="97226" y="210861"/>
                  </a:cubicBezTo>
                  <a:cubicBezTo>
                    <a:pt x="79204" y="210861"/>
                    <a:pt x="59284" y="210861"/>
                    <a:pt x="35571" y="210861"/>
                  </a:cubicBezTo>
                  <a:cubicBezTo>
                    <a:pt x="40313" y="205146"/>
                    <a:pt x="42210" y="196573"/>
                    <a:pt x="42210" y="189906"/>
                  </a:cubicBezTo>
                  <a:lnTo>
                    <a:pt x="42210" y="126088"/>
                  </a:lnTo>
                  <a:cubicBezTo>
                    <a:pt x="42210" y="90846"/>
                    <a:pt x="62130" y="60366"/>
                    <a:pt x="93432" y="47031"/>
                  </a:cubicBezTo>
                  <a:cubicBezTo>
                    <a:pt x="97226" y="46078"/>
                    <a:pt x="98175" y="43221"/>
                    <a:pt x="98175" y="41316"/>
                  </a:cubicBezTo>
                  <a:cubicBezTo>
                    <a:pt x="98175" y="25123"/>
                    <a:pt x="111454" y="12741"/>
                    <a:pt x="126631" y="12741"/>
                  </a:cubicBezTo>
                  <a:cubicBezTo>
                    <a:pt x="141808" y="12741"/>
                    <a:pt x="155088" y="24171"/>
                    <a:pt x="154139" y="41316"/>
                  </a:cubicBezTo>
                  <a:cubicBezTo>
                    <a:pt x="154139" y="43221"/>
                    <a:pt x="155088" y="46078"/>
                    <a:pt x="158882" y="47031"/>
                  </a:cubicBezTo>
                  <a:cubicBezTo>
                    <a:pt x="190184" y="60366"/>
                    <a:pt x="210103" y="90846"/>
                    <a:pt x="210103" y="126088"/>
                  </a:cubicBezTo>
                  <a:lnTo>
                    <a:pt x="210103" y="189906"/>
                  </a:lnTo>
                  <a:cubicBezTo>
                    <a:pt x="210103" y="196573"/>
                    <a:pt x="212000" y="205146"/>
                    <a:pt x="216743" y="210861"/>
                  </a:cubicBezTo>
                  <a:cubicBezTo>
                    <a:pt x="216743" y="210861"/>
                    <a:pt x="216743" y="210861"/>
                    <a:pt x="155088" y="210861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085C257F-C724-FD4C-6EA4-F7E9BCCB9BB4}"/>
                </a:ext>
              </a:extLst>
            </p:cNvPr>
            <p:cNvSpPr/>
            <p:nvPr/>
          </p:nvSpPr>
          <p:spPr>
            <a:xfrm>
              <a:off x="6202237" y="3172777"/>
              <a:ext cx="131848" cy="134302"/>
            </a:xfrm>
            <a:custGeom>
              <a:avLst/>
              <a:gdLst>
                <a:gd name="connsiteX0" fmla="*/ 6640 w 131848"/>
                <a:gd name="connsiteY0" fmla="*/ 953 h 134302"/>
                <a:gd name="connsiteX1" fmla="*/ 0 w 131848"/>
                <a:gd name="connsiteY1" fmla="*/ 7620 h 134302"/>
                <a:gd name="connsiteX2" fmla="*/ 6640 w 131848"/>
                <a:gd name="connsiteY2" fmla="*/ 14288 h 134302"/>
                <a:gd name="connsiteX3" fmla="*/ 118568 w 131848"/>
                <a:gd name="connsiteY3" fmla="*/ 127635 h 134302"/>
                <a:gd name="connsiteX4" fmla="*/ 125208 w 131848"/>
                <a:gd name="connsiteY4" fmla="*/ 134302 h 134302"/>
                <a:gd name="connsiteX5" fmla="*/ 131848 w 131848"/>
                <a:gd name="connsiteY5" fmla="*/ 127635 h 134302"/>
                <a:gd name="connsiteX6" fmla="*/ 5691 w 131848"/>
                <a:gd name="connsiteY6" fmla="*/ 0 h 13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848" h="134302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68295" y="14288"/>
                    <a:pt x="119517" y="64770"/>
                    <a:pt x="118568" y="127635"/>
                  </a:cubicBezTo>
                  <a:cubicBezTo>
                    <a:pt x="118568" y="131445"/>
                    <a:pt x="122363" y="134302"/>
                    <a:pt x="125208" y="134302"/>
                  </a:cubicBezTo>
                  <a:cubicBezTo>
                    <a:pt x="129003" y="134302"/>
                    <a:pt x="131848" y="130493"/>
                    <a:pt x="131848" y="127635"/>
                  </a:cubicBezTo>
                  <a:cubicBezTo>
                    <a:pt x="131848" y="57150"/>
                    <a:pt x="75884" y="0"/>
                    <a:pt x="5691" y="0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042B07D6-CB45-2189-CAB9-47B22128C578}"/>
                </a:ext>
              </a:extLst>
            </p:cNvPr>
            <p:cNvSpPr/>
            <p:nvPr/>
          </p:nvSpPr>
          <p:spPr>
            <a:xfrm>
              <a:off x="6202237" y="3215639"/>
              <a:ext cx="90112" cy="91439"/>
            </a:xfrm>
            <a:custGeom>
              <a:avLst/>
              <a:gdLst>
                <a:gd name="connsiteX0" fmla="*/ 6640 w 90112"/>
                <a:gd name="connsiteY0" fmla="*/ 953 h 91439"/>
                <a:gd name="connsiteX1" fmla="*/ 0 w 90112"/>
                <a:gd name="connsiteY1" fmla="*/ 7620 h 91439"/>
                <a:gd name="connsiteX2" fmla="*/ 6640 w 90112"/>
                <a:gd name="connsiteY2" fmla="*/ 14288 h 91439"/>
                <a:gd name="connsiteX3" fmla="*/ 76832 w 90112"/>
                <a:gd name="connsiteY3" fmla="*/ 84773 h 91439"/>
                <a:gd name="connsiteX4" fmla="*/ 83472 w 90112"/>
                <a:gd name="connsiteY4" fmla="*/ 91440 h 91439"/>
                <a:gd name="connsiteX5" fmla="*/ 90112 w 90112"/>
                <a:gd name="connsiteY5" fmla="*/ 84773 h 91439"/>
                <a:gd name="connsiteX6" fmla="*/ 6640 w 90112"/>
                <a:gd name="connsiteY6" fmla="*/ 0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45530" y="14288"/>
                    <a:pt x="76832" y="46673"/>
                    <a:pt x="76832" y="84773"/>
                  </a:cubicBezTo>
                  <a:cubicBezTo>
                    <a:pt x="76832" y="88583"/>
                    <a:pt x="80627" y="91440"/>
                    <a:pt x="83472" y="91440"/>
                  </a:cubicBezTo>
                  <a:cubicBezTo>
                    <a:pt x="87266" y="91440"/>
                    <a:pt x="90112" y="87630"/>
                    <a:pt x="90112" y="84773"/>
                  </a:cubicBezTo>
                  <a:cubicBezTo>
                    <a:pt x="90112" y="37148"/>
                    <a:pt x="53119" y="0"/>
                    <a:pt x="6640" y="0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F049D74-E73C-D317-D92D-FDF51D7663C3}"/>
              </a:ext>
            </a:extLst>
          </p:cNvPr>
          <p:cNvGrpSpPr/>
          <p:nvPr/>
        </p:nvGrpSpPr>
        <p:grpSpPr>
          <a:xfrm>
            <a:off x="4641554" y="3480342"/>
            <a:ext cx="447246" cy="451483"/>
            <a:chOff x="5997351" y="3172777"/>
            <a:chExt cx="336734" cy="339924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84C4862-BBB1-CD51-CCED-B0457770E0DA}"/>
                </a:ext>
              </a:extLst>
            </p:cNvPr>
            <p:cNvSpPr/>
            <p:nvPr/>
          </p:nvSpPr>
          <p:spPr>
            <a:xfrm>
              <a:off x="6040035" y="3215639"/>
              <a:ext cx="90112" cy="91439"/>
            </a:xfrm>
            <a:custGeom>
              <a:avLst/>
              <a:gdLst>
                <a:gd name="connsiteX0" fmla="*/ 84421 w 90112"/>
                <a:gd name="connsiteY0" fmla="*/ 0 h 91439"/>
                <a:gd name="connsiteX1" fmla="*/ 0 w 90112"/>
                <a:gd name="connsiteY1" fmla="*/ 84773 h 91439"/>
                <a:gd name="connsiteX2" fmla="*/ 6640 w 90112"/>
                <a:gd name="connsiteY2" fmla="*/ 91440 h 91439"/>
                <a:gd name="connsiteX3" fmla="*/ 13280 w 90112"/>
                <a:gd name="connsiteY3" fmla="*/ 84773 h 91439"/>
                <a:gd name="connsiteX4" fmla="*/ 83472 w 90112"/>
                <a:gd name="connsiteY4" fmla="*/ 14288 h 91439"/>
                <a:gd name="connsiteX5" fmla="*/ 90112 w 90112"/>
                <a:gd name="connsiteY5" fmla="*/ 7620 h 91439"/>
                <a:gd name="connsiteX6" fmla="*/ 83472 w 90112"/>
                <a:gd name="connsiteY6" fmla="*/ 953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84421" y="0"/>
                  </a:moveTo>
                  <a:cubicBezTo>
                    <a:pt x="37942" y="0"/>
                    <a:pt x="0" y="38100"/>
                    <a:pt x="0" y="84773"/>
                  </a:cubicBezTo>
                  <a:cubicBezTo>
                    <a:pt x="0" y="88583"/>
                    <a:pt x="3794" y="91440"/>
                    <a:pt x="6640" y="91440"/>
                  </a:cubicBezTo>
                  <a:cubicBezTo>
                    <a:pt x="10434" y="91440"/>
                    <a:pt x="13280" y="87630"/>
                    <a:pt x="13280" y="84773"/>
                  </a:cubicBezTo>
                  <a:cubicBezTo>
                    <a:pt x="13280" y="45720"/>
                    <a:pt x="44582" y="14288"/>
                    <a:pt x="83472" y="14288"/>
                  </a:cubicBezTo>
                  <a:cubicBezTo>
                    <a:pt x="87266" y="14288"/>
                    <a:pt x="90112" y="10478"/>
                    <a:pt x="90112" y="7620"/>
                  </a:cubicBezTo>
                  <a:cubicBezTo>
                    <a:pt x="90112" y="2858"/>
                    <a:pt x="86318" y="953"/>
                    <a:pt x="83472" y="953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200877F8-1829-CD86-40AA-5AECA7C746CB}"/>
                </a:ext>
              </a:extLst>
            </p:cNvPr>
            <p:cNvSpPr/>
            <p:nvPr/>
          </p:nvSpPr>
          <p:spPr>
            <a:xfrm>
              <a:off x="5997351" y="3174682"/>
              <a:ext cx="133745" cy="133350"/>
            </a:xfrm>
            <a:custGeom>
              <a:avLst/>
              <a:gdLst>
                <a:gd name="connsiteX0" fmla="*/ 127105 w 133745"/>
                <a:gd name="connsiteY0" fmla="*/ 13335 h 133350"/>
                <a:gd name="connsiteX1" fmla="*/ 133745 w 133745"/>
                <a:gd name="connsiteY1" fmla="*/ 6668 h 133350"/>
                <a:gd name="connsiteX2" fmla="*/ 127105 w 133745"/>
                <a:gd name="connsiteY2" fmla="*/ 0 h 133350"/>
                <a:gd name="connsiteX3" fmla="*/ 0 w 133745"/>
                <a:gd name="connsiteY3" fmla="*/ 126682 h 133350"/>
                <a:gd name="connsiteX4" fmla="*/ 6640 w 133745"/>
                <a:gd name="connsiteY4" fmla="*/ 133350 h 133350"/>
                <a:gd name="connsiteX5" fmla="*/ 13280 w 133745"/>
                <a:gd name="connsiteY5" fmla="*/ 126682 h 133350"/>
                <a:gd name="connsiteX6" fmla="*/ 126157 w 133745"/>
                <a:gd name="connsiteY6" fmla="*/ 14288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133350">
                  <a:moveTo>
                    <a:pt x="127105" y="13335"/>
                  </a:moveTo>
                  <a:cubicBezTo>
                    <a:pt x="130900" y="13335"/>
                    <a:pt x="133745" y="9525"/>
                    <a:pt x="133745" y="6668"/>
                  </a:cubicBezTo>
                  <a:cubicBezTo>
                    <a:pt x="133745" y="1905"/>
                    <a:pt x="129951" y="0"/>
                    <a:pt x="127105" y="0"/>
                  </a:cubicBezTo>
                  <a:cubicBezTo>
                    <a:pt x="56913" y="0"/>
                    <a:pt x="0" y="56198"/>
                    <a:pt x="0" y="126682"/>
                  </a:cubicBezTo>
                  <a:cubicBezTo>
                    <a:pt x="0" y="130493"/>
                    <a:pt x="3794" y="133350"/>
                    <a:pt x="6640" y="133350"/>
                  </a:cubicBezTo>
                  <a:cubicBezTo>
                    <a:pt x="10434" y="133350"/>
                    <a:pt x="13280" y="129540"/>
                    <a:pt x="13280" y="126682"/>
                  </a:cubicBezTo>
                  <a:cubicBezTo>
                    <a:pt x="13280" y="64770"/>
                    <a:pt x="63553" y="13335"/>
                    <a:pt x="126157" y="14288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3F31462-6B84-2DE3-D1CE-0C106E336616}"/>
                </a:ext>
              </a:extLst>
            </p:cNvPr>
            <p:cNvSpPr/>
            <p:nvPr/>
          </p:nvSpPr>
          <p:spPr>
            <a:xfrm>
              <a:off x="6040509" y="3259096"/>
              <a:ext cx="251365" cy="253605"/>
            </a:xfrm>
            <a:custGeom>
              <a:avLst/>
              <a:gdLst>
                <a:gd name="connsiteX0" fmla="*/ 245200 w 251365"/>
                <a:gd name="connsiteY0" fmla="*/ 211813 h 253605"/>
                <a:gd name="connsiteX1" fmla="*/ 224332 w 251365"/>
                <a:gd name="connsiteY1" fmla="*/ 190858 h 253605"/>
                <a:gd name="connsiteX2" fmla="*/ 224332 w 251365"/>
                <a:gd name="connsiteY2" fmla="*/ 127041 h 253605"/>
                <a:gd name="connsiteX3" fmla="*/ 168367 w 251365"/>
                <a:gd name="connsiteY3" fmla="*/ 37506 h 253605"/>
                <a:gd name="connsiteX4" fmla="*/ 83946 w 251365"/>
                <a:gd name="connsiteY4" fmla="*/ 37506 h 253605"/>
                <a:gd name="connsiteX5" fmla="*/ 27982 w 251365"/>
                <a:gd name="connsiteY5" fmla="*/ 127041 h 253605"/>
                <a:gd name="connsiteX6" fmla="*/ 27982 w 251365"/>
                <a:gd name="connsiteY6" fmla="*/ 190858 h 253605"/>
                <a:gd name="connsiteX7" fmla="*/ 7114 w 251365"/>
                <a:gd name="connsiteY7" fmla="*/ 211813 h 253605"/>
                <a:gd name="connsiteX8" fmla="*/ 7114 w 251365"/>
                <a:gd name="connsiteY8" fmla="*/ 226101 h 253605"/>
                <a:gd name="connsiteX9" fmla="*/ 91535 w 251365"/>
                <a:gd name="connsiteY9" fmla="*/ 226101 h 253605"/>
                <a:gd name="connsiteX10" fmla="*/ 159830 w 251365"/>
                <a:gd name="connsiteY10" fmla="*/ 226101 h 253605"/>
                <a:gd name="connsiteX11" fmla="*/ 244251 w 251365"/>
                <a:gd name="connsiteY11" fmla="*/ 226101 h 253605"/>
                <a:gd name="connsiteX12" fmla="*/ 244251 w 251365"/>
                <a:gd name="connsiteY12" fmla="*/ 211813 h 253605"/>
                <a:gd name="connsiteX13" fmla="*/ 125683 w 251365"/>
                <a:gd name="connsiteY13" fmla="*/ 239436 h 253605"/>
                <a:gd name="connsiteX14" fmla="*/ 105763 w 251365"/>
                <a:gd name="connsiteY14" fmla="*/ 226101 h 253605"/>
                <a:gd name="connsiteX15" fmla="*/ 145602 w 251365"/>
                <a:gd name="connsiteY15" fmla="*/ 226101 h 253605"/>
                <a:gd name="connsiteX16" fmla="*/ 125683 w 251365"/>
                <a:gd name="connsiteY16" fmla="*/ 239436 h 253605"/>
                <a:gd name="connsiteX17" fmla="*/ 155088 w 251365"/>
                <a:gd name="connsiteY17" fmla="*/ 210861 h 253605"/>
                <a:gd name="connsiteX18" fmla="*/ 153190 w 251365"/>
                <a:gd name="connsiteY18" fmla="*/ 210861 h 253605"/>
                <a:gd name="connsiteX19" fmla="*/ 99123 w 251365"/>
                <a:gd name="connsiteY19" fmla="*/ 210861 h 253605"/>
                <a:gd name="connsiteX20" fmla="*/ 97226 w 251365"/>
                <a:gd name="connsiteY20" fmla="*/ 210861 h 253605"/>
                <a:gd name="connsiteX21" fmla="*/ 35571 w 251365"/>
                <a:gd name="connsiteY21" fmla="*/ 210861 h 253605"/>
                <a:gd name="connsiteX22" fmla="*/ 42210 w 251365"/>
                <a:gd name="connsiteY22" fmla="*/ 189906 h 253605"/>
                <a:gd name="connsiteX23" fmla="*/ 42210 w 251365"/>
                <a:gd name="connsiteY23" fmla="*/ 126088 h 253605"/>
                <a:gd name="connsiteX24" fmla="*/ 93432 w 251365"/>
                <a:gd name="connsiteY24" fmla="*/ 47031 h 253605"/>
                <a:gd name="connsiteX25" fmla="*/ 98175 w 251365"/>
                <a:gd name="connsiteY25" fmla="*/ 41316 h 253605"/>
                <a:gd name="connsiteX26" fmla="*/ 126631 w 251365"/>
                <a:gd name="connsiteY26" fmla="*/ 12741 h 253605"/>
                <a:gd name="connsiteX27" fmla="*/ 154139 w 251365"/>
                <a:gd name="connsiteY27" fmla="*/ 41316 h 253605"/>
                <a:gd name="connsiteX28" fmla="*/ 158882 w 251365"/>
                <a:gd name="connsiteY28" fmla="*/ 47031 h 253605"/>
                <a:gd name="connsiteX29" fmla="*/ 210103 w 251365"/>
                <a:gd name="connsiteY29" fmla="*/ 126088 h 253605"/>
                <a:gd name="connsiteX30" fmla="*/ 210103 w 251365"/>
                <a:gd name="connsiteY30" fmla="*/ 189906 h 253605"/>
                <a:gd name="connsiteX31" fmla="*/ 216743 w 251365"/>
                <a:gd name="connsiteY31" fmla="*/ 210861 h 253605"/>
                <a:gd name="connsiteX32" fmla="*/ 155088 w 251365"/>
                <a:gd name="connsiteY32" fmla="*/ 210861 h 25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51365" h="253605">
                  <a:moveTo>
                    <a:pt x="245200" y="211813"/>
                  </a:moveTo>
                  <a:cubicBezTo>
                    <a:pt x="233817" y="211813"/>
                    <a:pt x="224332" y="202288"/>
                    <a:pt x="224332" y="190858"/>
                  </a:cubicBezTo>
                  <a:lnTo>
                    <a:pt x="224332" y="127041"/>
                  </a:lnTo>
                  <a:cubicBezTo>
                    <a:pt x="224332" y="87988"/>
                    <a:pt x="202515" y="52746"/>
                    <a:pt x="168367" y="37506"/>
                  </a:cubicBezTo>
                  <a:cubicBezTo>
                    <a:pt x="162676" y="-12024"/>
                    <a:pt x="91535" y="-12977"/>
                    <a:pt x="83946" y="37506"/>
                  </a:cubicBezTo>
                  <a:cubicBezTo>
                    <a:pt x="49799" y="52746"/>
                    <a:pt x="27982" y="87988"/>
                    <a:pt x="27982" y="127041"/>
                  </a:cubicBezTo>
                  <a:lnTo>
                    <a:pt x="27982" y="190858"/>
                  </a:lnTo>
                  <a:cubicBezTo>
                    <a:pt x="27982" y="202288"/>
                    <a:pt x="18497" y="211813"/>
                    <a:pt x="7114" y="211813"/>
                  </a:cubicBezTo>
                  <a:cubicBezTo>
                    <a:pt x="-2371" y="211813"/>
                    <a:pt x="-2371" y="225148"/>
                    <a:pt x="7114" y="226101"/>
                  </a:cubicBezTo>
                  <a:cubicBezTo>
                    <a:pt x="7114" y="226101"/>
                    <a:pt x="7114" y="226101"/>
                    <a:pt x="91535" y="226101"/>
                  </a:cubicBezTo>
                  <a:cubicBezTo>
                    <a:pt x="99123" y="262296"/>
                    <a:pt x="152242" y="263248"/>
                    <a:pt x="159830" y="226101"/>
                  </a:cubicBezTo>
                  <a:cubicBezTo>
                    <a:pt x="184493" y="226101"/>
                    <a:pt x="212000" y="226101"/>
                    <a:pt x="244251" y="226101"/>
                  </a:cubicBezTo>
                  <a:cubicBezTo>
                    <a:pt x="253736" y="226101"/>
                    <a:pt x="253736" y="211813"/>
                    <a:pt x="244251" y="211813"/>
                  </a:cubicBezTo>
                  <a:close/>
                  <a:moveTo>
                    <a:pt x="125683" y="239436"/>
                  </a:moveTo>
                  <a:cubicBezTo>
                    <a:pt x="116197" y="239436"/>
                    <a:pt x="108609" y="233721"/>
                    <a:pt x="105763" y="226101"/>
                  </a:cubicBezTo>
                  <a:cubicBezTo>
                    <a:pt x="117146" y="226101"/>
                    <a:pt x="130425" y="226101"/>
                    <a:pt x="145602" y="226101"/>
                  </a:cubicBezTo>
                  <a:cubicBezTo>
                    <a:pt x="142756" y="233721"/>
                    <a:pt x="135168" y="239436"/>
                    <a:pt x="125683" y="239436"/>
                  </a:cubicBezTo>
                  <a:close/>
                  <a:moveTo>
                    <a:pt x="155088" y="210861"/>
                  </a:moveTo>
                  <a:cubicBezTo>
                    <a:pt x="155088" y="210861"/>
                    <a:pt x="154139" y="210861"/>
                    <a:pt x="153190" y="210861"/>
                  </a:cubicBezTo>
                  <a:cubicBezTo>
                    <a:pt x="138962" y="210861"/>
                    <a:pt x="120940" y="210861"/>
                    <a:pt x="99123" y="210861"/>
                  </a:cubicBezTo>
                  <a:cubicBezTo>
                    <a:pt x="99123" y="210861"/>
                    <a:pt x="98175" y="210861"/>
                    <a:pt x="97226" y="210861"/>
                  </a:cubicBezTo>
                  <a:cubicBezTo>
                    <a:pt x="79204" y="210861"/>
                    <a:pt x="59284" y="210861"/>
                    <a:pt x="35571" y="210861"/>
                  </a:cubicBezTo>
                  <a:cubicBezTo>
                    <a:pt x="40313" y="205146"/>
                    <a:pt x="42210" y="196573"/>
                    <a:pt x="42210" y="189906"/>
                  </a:cubicBezTo>
                  <a:lnTo>
                    <a:pt x="42210" y="126088"/>
                  </a:lnTo>
                  <a:cubicBezTo>
                    <a:pt x="42210" y="90846"/>
                    <a:pt x="62130" y="60366"/>
                    <a:pt x="93432" y="47031"/>
                  </a:cubicBezTo>
                  <a:cubicBezTo>
                    <a:pt x="97226" y="46078"/>
                    <a:pt x="98175" y="43221"/>
                    <a:pt x="98175" y="41316"/>
                  </a:cubicBezTo>
                  <a:cubicBezTo>
                    <a:pt x="98175" y="25123"/>
                    <a:pt x="111454" y="12741"/>
                    <a:pt x="126631" y="12741"/>
                  </a:cubicBezTo>
                  <a:cubicBezTo>
                    <a:pt x="141808" y="12741"/>
                    <a:pt x="155088" y="24171"/>
                    <a:pt x="154139" y="41316"/>
                  </a:cubicBezTo>
                  <a:cubicBezTo>
                    <a:pt x="154139" y="43221"/>
                    <a:pt x="155088" y="46078"/>
                    <a:pt x="158882" y="47031"/>
                  </a:cubicBezTo>
                  <a:cubicBezTo>
                    <a:pt x="190184" y="60366"/>
                    <a:pt x="210103" y="90846"/>
                    <a:pt x="210103" y="126088"/>
                  </a:cubicBezTo>
                  <a:lnTo>
                    <a:pt x="210103" y="189906"/>
                  </a:lnTo>
                  <a:cubicBezTo>
                    <a:pt x="210103" y="196573"/>
                    <a:pt x="212000" y="205146"/>
                    <a:pt x="216743" y="210861"/>
                  </a:cubicBezTo>
                  <a:cubicBezTo>
                    <a:pt x="216743" y="210861"/>
                    <a:pt x="216743" y="210861"/>
                    <a:pt x="155088" y="210861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25C831B1-58CE-2BE1-DDA0-7D9BA936F756}"/>
                </a:ext>
              </a:extLst>
            </p:cNvPr>
            <p:cNvSpPr/>
            <p:nvPr/>
          </p:nvSpPr>
          <p:spPr>
            <a:xfrm>
              <a:off x="6202237" y="3172777"/>
              <a:ext cx="131848" cy="134302"/>
            </a:xfrm>
            <a:custGeom>
              <a:avLst/>
              <a:gdLst>
                <a:gd name="connsiteX0" fmla="*/ 6640 w 131848"/>
                <a:gd name="connsiteY0" fmla="*/ 953 h 134302"/>
                <a:gd name="connsiteX1" fmla="*/ 0 w 131848"/>
                <a:gd name="connsiteY1" fmla="*/ 7620 h 134302"/>
                <a:gd name="connsiteX2" fmla="*/ 6640 w 131848"/>
                <a:gd name="connsiteY2" fmla="*/ 14288 h 134302"/>
                <a:gd name="connsiteX3" fmla="*/ 118568 w 131848"/>
                <a:gd name="connsiteY3" fmla="*/ 127635 h 134302"/>
                <a:gd name="connsiteX4" fmla="*/ 125208 w 131848"/>
                <a:gd name="connsiteY4" fmla="*/ 134302 h 134302"/>
                <a:gd name="connsiteX5" fmla="*/ 131848 w 131848"/>
                <a:gd name="connsiteY5" fmla="*/ 127635 h 134302"/>
                <a:gd name="connsiteX6" fmla="*/ 5691 w 131848"/>
                <a:gd name="connsiteY6" fmla="*/ 0 h 13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848" h="134302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68295" y="14288"/>
                    <a:pt x="119517" y="64770"/>
                    <a:pt x="118568" y="127635"/>
                  </a:cubicBezTo>
                  <a:cubicBezTo>
                    <a:pt x="118568" y="131445"/>
                    <a:pt x="122363" y="134302"/>
                    <a:pt x="125208" y="134302"/>
                  </a:cubicBezTo>
                  <a:cubicBezTo>
                    <a:pt x="129003" y="134302"/>
                    <a:pt x="131848" y="130493"/>
                    <a:pt x="131848" y="127635"/>
                  </a:cubicBezTo>
                  <a:cubicBezTo>
                    <a:pt x="131848" y="57150"/>
                    <a:pt x="75884" y="0"/>
                    <a:pt x="5691" y="0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3848DDCD-A6EF-9050-AA01-5B9484AEC7E0}"/>
                </a:ext>
              </a:extLst>
            </p:cNvPr>
            <p:cNvSpPr/>
            <p:nvPr/>
          </p:nvSpPr>
          <p:spPr>
            <a:xfrm>
              <a:off x="6202237" y="3215639"/>
              <a:ext cx="90112" cy="91439"/>
            </a:xfrm>
            <a:custGeom>
              <a:avLst/>
              <a:gdLst>
                <a:gd name="connsiteX0" fmla="*/ 6640 w 90112"/>
                <a:gd name="connsiteY0" fmla="*/ 953 h 91439"/>
                <a:gd name="connsiteX1" fmla="*/ 0 w 90112"/>
                <a:gd name="connsiteY1" fmla="*/ 7620 h 91439"/>
                <a:gd name="connsiteX2" fmla="*/ 6640 w 90112"/>
                <a:gd name="connsiteY2" fmla="*/ 14288 h 91439"/>
                <a:gd name="connsiteX3" fmla="*/ 76832 w 90112"/>
                <a:gd name="connsiteY3" fmla="*/ 84773 h 91439"/>
                <a:gd name="connsiteX4" fmla="*/ 83472 w 90112"/>
                <a:gd name="connsiteY4" fmla="*/ 91440 h 91439"/>
                <a:gd name="connsiteX5" fmla="*/ 90112 w 90112"/>
                <a:gd name="connsiteY5" fmla="*/ 84773 h 91439"/>
                <a:gd name="connsiteX6" fmla="*/ 6640 w 90112"/>
                <a:gd name="connsiteY6" fmla="*/ 0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12" h="91439">
                  <a:moveTo>
                    <a:pt x="6640" y="953"/>
                  </a:moveTo>
                  <a:cubicBezTo>
                    <a:pt x="2846" y="953"/>
                    <a:pt x="0" y="2858"/>
                    <a:pt x="0" y="7620"/>
                  </a:cubicBezTo>
                  <a:cubicBezTo>
                    <a:pt x="0" y="11430"/>
                    <a:pt x="3794" y="14288"/>
                    <a:pt x="6640" y="14288"/>
                  </a:cubicBezTo>
                  <a:cubicBezTo>
                    <a:pt x="45530" y="14288"/>
                    <a:pt x="76832" y="46673"/>
                    <a:pt x="76832" y="84773"/>
                  </a:cubicBezTo>
                  <a:cubicBezTo>
                    <a:pt x="76832" y="88583"/>
                    <a:pt x="80627" y="91440"/>
                    <a:pt x="83472" y="91440"/>
                  </a:cubicBezTo>
                  <a:cubicBezTo>
                    <a:pt x="87266" y="91440"/>
                    <a:pt x="90112" y="87630"/>
                    <a:pt x="90112" y="84773"/>
                  </a:cubicBezTo>
                  <a:cubicBezTo>
                    <a:pt x="90112" y="37148"/>
                    <a:pt x="53119" y="0"/>
                    <a:pt x="6640" y="0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197" name="Graphic 195">
            <a:extLst>
              <a:ext uri="{FF2B5EF4-FFF2-40B4-BE49-F238E27FC236}">
                <a16:creationId xmlns:a16="http://schemas.microsoft.com/office/drawing/2014/main" id="{B0CE21F3-B0A8-657C-5F82-01E188EFCF61}"/>
              </a:ext>
            </a:extLst>
          </p:cNvPr>
          <p:cNvSpPr/>
          <p:nvPr/>
        </p:nvSpPr>
        <p:spPr>
          <a:xfrm>
            <a:off x="5505645" y="2949398"/>
            <a:ext cx="427990" cy="378740"/>
          </a:xfrm>
          <a:custGeom>
            <a:avLst/>
            <a:gdLst>
              <a:gd name="connsiteX0" fmla="*/ 316815 w 317526"/>
              <a:gd name="connsiteY0" fmla="*/ 1905 h 280987"/>
              <a:gd name="connsiteX1" fmla="*/ 311124 w 317526"/>
              <a:gd name="connsiteY1" fmla="*/ 0 h 280987"/>
              <a:gd name="connsiteX2" fmla="*/ 92009 w 317526"/>
              <a:gd name="connsiteY2" fmla="*/ 0 h 280987"/>
              <a:gd name="connsiteX3" fmla="*/ 52170 w 317526"/>
              <a:gd name="connsiteY3" fmla="*/ 40005 h 280987"/>
              <a:gd name="connsiteX4" fmla="*/ 52170 w 317526"/>
              <a:gd name="connsiteY4" fmla="*/ 100013 h 280987"/>
              <a:gd name="connsiteX5" fmla="*/ 58810 w 317526"/>
              <a:gd name="connsiteY5" fmla="*/ 106680 h 280987"/>
              <a:gd name="connsiteX6" fmla="*/ 66398 w 317526"/>
              <a:gd name="connsiteY6" fmla="*/ 106680 h 280987"/>
              <a:gd name="connsiteX7" fmla="*/ 98649 w 317526"/>
              <a:gd name="connsiteY7" fmla="*/ 133350 h 280987"/>
              <a:gd name="connsiteX8" fmla="*/ 258005 w 317526"/>
              <a:gd name="connsiteY8" fmla="*/ 133350 h 280987"/>
              <a:gd name="connsiteX9" fmla="*/ 264645 w 317526"/>
              <a:gd name="connsiteY9" fmla="*/ 126682 h 280987"/>
              <a:gd name="connsiteX10" fmla="*/ 264645 w 317526"/>
              <a:gd name="connsiteY10" fmla="*/ 62865 h 280987"/>
              <a:gd name="connsiteX11" fmla="*/ 298793 w 317526"/>
              <a:gd name="connsiteY11" fmla="*/ 53340 h 280987"/>
              <a:gd name="connsiteX12" fmla="*/ 303535 w 317526"/>
              <a:gd name="connsiteY12" fmla="*/ 48578 h 280987"/>
              <a:gd name="connsiteX13" fmla="*/ 316815 w 317526"/>
              <a:gd name="connsiteY13" fmla="*/ 8573 h 280987"/>
              <a:gd name="connsiteX14" fmla="*/ 316815 w 317526"/>
              <a:gd name="connsiteY14" fmla="*/ 1905 h 280987"/>
              <a:gd name="connsiteX15" fmla="*/ 252314 w 317526"/>
              <a:gd name="connsiteY15" fmla="*/ 120015 h 280987"/>
              <a:gd name="connsiteX16" fmla="*/ 99598 w 317526"/>
              <a:gd name="connsiteY16" fmla="*/ 120015 h 280987"/>
              <a:gd name="connsiteX17" fmla="*/ 80627 w 317526"/>
              <a:gd name="connsiteY17" fmla="*/ 106680 h 280987"/>
              <a:gd name="connsiteX18" fmla="*/ 205835 w 317526"/>
              <a:gd name="connsiteY18" fmla="*/ 106680 h 280987"/>
              <a:gd name="connsiteX19" fmla="*/ 212475 w 317526"/>
              <a:gd name="connsiteY19" fmla="*/ 100013 h 280987"/>
              <a:gd name="connsiteX20" fmla="*/ 212475 w 317526"/>
              <a:gd name="connsiteY20" fmla="*/ 78105 h 280987"/>
              <a:gd name="connsiteX21" fmla="*/ 252314 w 317526"/>
              <a:gd name="connsiteY21" fmla="*/ 66675 h 280987"/>
              <a:gd name="connsiteX22" fmla="*/ 252314 w 317526"/>
              <a:gd name="connsiteY22" fmla="*/ 120015 h 280987"/>
              <a:gd name="connsiteX23" fmla="*/ 293101 w 317526"/>
              <a:gd name="connsiteY23" fmla="*/ 40957 h 280987"/>
              <a:gd name="connsiteX24" fmla="*/ 257056 w 317526"/>
              <a:gd name="connsiteY24" fmla="*/ 51435 h 280987"/>
              <a:gd name="connsiteX25" fmla="*/ 257056 w 317526"/>
              <a:gd name="connsiteY25" fmla="*/ 51435 h 280987"/>
              <a:gd name="connsiteX26" fmla="*/ 204886 w 317526"/>
              <a:gd name="connsiteY26" fmla="*/ 66675 h 280987"/>
              <a:gd name="connsiteX27" fmla="*/ 200144 w 317526"/>
              <a:gd name="connsiteY27" fmla="*/ 73343 h 280987"/>
              <a:gd name="connsiteX28" fmla="*/ 200144 w 317526"/>
              <a:gd name="connsiteY28" fmla="*/ 93345 h 280987"/>
              <a:gd name="connsiteX29" fmla="*/ 67347 w 317526"/>
              <a:gd name="connsiteY29" fmla="*/ 93345 h 280987"/>
              <a:gd name="connsiteX30" fmla="*/ 67347 w 317526"/>
              <a:gd name="connsiteY30" fmla="*/ 40005 h 280987"/>
              <a:gd name="connsiteX31" fmla="*/ 93906 w 317526"/>
              <a:gd name="connsiteY31" fmla="*/ 13335 h 280987"/>
              <a:gd name="connsiteX32" fmla="*/ 302587 w 317526"/>
              <a:gd name="connsiteY32" fmla="*/ 13335 h 280987"/>
              <a:gd name="connsiteX33" fmla="*/ 294050 w 317526"/>
              <a:gd name="connsiteY33" fmla="*/ 40957 h 280987"/>
              <a:gd name="connsiteX34" fmla="*/ 292153 w 317526"/>
              <a:gd name="connsiteY34" fmla="*/ 80010 h 280987"/>
              <a:gd name="connsiteX35" fmla="*/ 292153 w 317526"/>
              <a:gd name="connsiteY35" fmla="*/ 106680 h 280987"/>
              <a:gd name="connsiteX36" fmla="*/ 285513 w 317526"/>
              <a:gd name="connsiteY36" fmla="*/ 113347 h 280987"/>
              <a:gd name="connsiteX37" fmla="*/ 278873 w 317526"/>
              <a:gd name="connsiteY37" fmla="*/ 106680 h 280987"/>
              <a:gd name="connsiteX38" fmla="*/ 278873 w 317526"/>
              <a:gd name="connsiteY38" fmla="*/ 80010 h 280987"/>
              <a:gd name="connsiteX39" fmla="*/ 285513 w 317526"/>
              <a:gd name="connsiteY39" fmla="*/ 73343 h 280987"/>
              <a:gd name="connsiteX40" fmla="*/ 292153 w 317526"/>
              <a:gd name="connsiteY40" fmla="*/ 80010 h 280987"/>
              <a:gd name="connsiteX41" fmla="*/ 172636 w 317526"/>
              <a:gd name="connsiteY41" fmla="*/ 153353 h 280987"/>
              <a:gd name="connsiteX42" fmla="*/ 165996 w 317526"/>
              <a:gd name="connsiteY42" fmla="*/ 160020 h 280987"/>
              <a:gd name="connsiteX43" fmla="*/ 146076 w 317526"/>
              <a:gd name="connsiteY43" fmla="*/ 160020 h 280987"/>
              <a:gd name="connsiteX44" fmla="*/ 146076 w 317526"/>
              <a:gd name="connsiteY44" fmla="*/ 220028 h 280987"/>
              <a:gd name="connsiteX45" fmla="*/ 140385 w 317526"/>
              <a:gd name="connsiteY45" fmla="*/ 226695 h 280987"/>
              <a:gd name="connsiteX46" fmla="*/ 13280 w 317526"/>
              <a:gd name="connsiteY46" fmla="*/ 252413 h 280987"/>
              <a:gd name="connsiteX47" fmla="*/ 13280 w 317526"/>
              <a:gd name="connsiteY47" fmla="*/ 274320 h 280987"/>
              <a:gd name="connsiteX48" fmla="*/ 6640 w 317526"/>
              <a:gd name="connsiteY48" fmla="*/ 280988 h 280987"/>
              <a:gd name="connsiteX49" fmla="*/ 0 w 317526"/>
              <a:gd name="connsiteY49" fmla="*/ 274320 h 280987"/>
              <a:gd name="connsiteX50" fmla="*/ 0 w 317526"/>
              <a:gd name="connsiteY50" fmla="*/ 249555 h 280987"/>
              <a:gd name="connsiteX51" fmla="*/ 0 w 317526"/>
              <a:gd name="connsiteY51" fmla="*/ 247650 h 280987"/>
              <a:gd name="connsiteX52" fmla="*/ 0 w 317526"/>
              <a:gd name="connsiteY52" fmla="*/ 243840 h 280987"/>
              <a:gd name="connsiteX53" fmla="*/ 0 w 317526"/>
              <a:gd name="connsiteY53" fmla="*/ 220980 h 280987"/>
              <a:gd name="connsiteX54" fmla="*/ 6640 w 317526"/>
              <a:gd name="connsiteY54" fmla="*/ 214313 h 280987"/>
              <a:gd name="connsiteX55" fmla="*/ 13280 w 317526"/>
              <a:gd name="connsiteY55" fmla="*/ 220980 h 280987"/>
              <a:gd name="connsiteX56" fmla="*/ 13280 w 317526"/>
              <a:gd name="connsiteY56" fmla="*/ 239078 h 280987"/>
              <a:gd name="connsiteX57" fmla="*/ 132797 w 317526"/>
              <a:gd name="connsiteY57" fmla="*/ 215265 h 280987"/>
              <a:gd name="connsiteX58" fmla="*/ 132797 w 317526"/>
              <a:gd name="connsiteY58" fmla="*/ 160972 h 280987"/>
              <a:gd name="connsiteX59" fmla="*/ 112877 w 317526"/>
              <a:gd name="connsiteY59" fmla="*/ 160972 h 280987"/>
              <a:gd name="connsiteX60" fmla="*/ 106237 w 317526"/>
              <a:gd name="connsiteY60" fmla="*/ 154305 h 280987"/>
              <a:gd name="connsiteX61" fmla="*/ 112877 w 317526"/>
              <a:gd name="connsiteY61" fmla="*/ 147638 h 280987"/>
              <a:gd name="connsiteX62" fmla="*/ 165996 w 317526"/>
              <a:gd name="connsiteY62" fmla="*/ 147638 h 280987"/>
              <a:gd name="connsiteX63" fmla="*/ 172636 w 317526"/>
              <a:gd name="connsiteY63" fmla="*/ 154305 h 28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317526" h="280987">
                <a:moveTo>
                  <a:pt x="316815" y="1905"/>
                </a:moveTo>
                <a:cubicBezTo>
                  <a:pt x="314918" y="953"/>
                  <a:pt x="313969" y="0"/>
                  <a:pt x="311124" y="0"/>
                </a:cubicBezTo>
                <a:lnTo>
                  <a:pt x="92009" y="0"/>
                </a:lnTo>
                <a:cubicBezTo>
                  <a:pt x="70193" y="0"/>
                  <a:pt x="52170" y="18097"/>
                  <a:pt x="52170" y="40005"/>
                </a:cubicBezTo>
                <a:lnTo>
                  <a:pt x="52170" y="100013"/>
                </a:lnTo>
                <a:cubicBezTo>
                  <a:pt x="52170" y="102870"/>
                  <a:pt x="54067" y="106680"/>
                  <a:pt x="58810" y="106680"/>
                </a:cubicBezTo>
                <a:lnTo>
                  <a:pt x="66398" y="106680"/>
                </a:lnTo>
                <a:cubicBezTo>
                  <a:pt x="69244" y="121920"/>
                  <a:pt x="82524" y="133350"/>
                  <a:pt x="98649" y="133350"/>
                </a:cubicBezTo>
                <a:lnTo>
                  <a:pt x="258005" y="133350"/>
                </a:lnTo>
                <a:cubicBezTo>
                  <a:pt x="260851" y="133350"/>
                  <a:pt x="264645" y="129540"/>
                  <a:pt x="264645" y="126682"/>
                </a:cubicBezTo>
                <a:lnTo>
                  <a:pt x="264645" y="62865"/>
                </a:lnTo>
                <a:cubicBezTo>
                  <a:pt x="274130" y="60007"/>
                  <a:pt x="285513" y="57150"/>
                  <a:pt x="298793" y="53340"/>
                </a:cubicBezTo>
                <a:cubicBezTo>
                  <a:pt x="300690" y="52388"/>
                  <a:pt x="303535" y="51435"/>
                  <a:pt x="303535" y="48578"/>
                </a:cubicBezTo>
                <a:lnTo>
                  <a:pt x="316815" y="8573"/>
                </a:lnTo>
                <a:cubicBezTo>
                  <a:pt x="317764" y="6668"/>
                  <a:pt x="317764" y="3810"/>
                  <a:pt x="316815" y="1905"/>
                </a:cubicBezTo>
                <a:close/>
                <a:moveTo>
                  <a:pt x="252314" y="120015"/>
                </a:moveTo>
                <a:lnTo>
                  <a:pt x="99598" y="120015"/>
                </a:lnTo>
                <a:cubicBezTo>
                  <a:pt x="90112" y="120015"/>
                  <a:pt x="82524" y="114300"/>
                  <a:pt x="80627" y="106680"/>
                </a:cubicBezTo>
                <a:lnTo>
                  <a:pt x="205835" y="106680"/>
                </a:lnTo>
                <a:cubicBezTo>
                  <a:pt x="208681" y="106680"/>
                  <a:pt x="212475" y="103822"/>
                  <a:pt x="212475" y="100013"/>
                </a:cubicBezTo>
                <a:lnTo>
                  <a:pt x="212475" y="78105"/>
                </a:lnTo>
                <a:cubicBezTo>
                  <a:pt x="212475" y="78105"/>
                  <a:pt x="212475" y="78105"/>
                  <a:pt x="252314" y="66675"/>
                </a:cubicBezTo>
                <a:lnTo>
                  <a:pt x="252314" y="120015"/>
                </a:lnTo>
                <a:close/>
                <a:moveTo>
                  <a:pt x="293101" y="40957"/>
                </a:moveTo>
                <a:cubicBezTo>
                  <a:pt x="293101" y="40957"/>
                  <a:pt x="293101" y="40957"/>
                  <a:pt x="257056" y="51435"/>
                </a:cubicBezTo>
                <a:cubicBezTo>
                  <a:pt x="257056" y="51435"/>
                  <a:pt x="257056" y="51435"/>
                  <a:pt x="257056" y="51435"/>
                </a:cubicBezTo>
                <a:cubicBezTo>
                  <a:pt x="244725" y="55245"/>
                  <a:pt x="227651" y="60007"/>
                  <a:pt x="204886" y="66675"/>
                </a:cubicBezTo>
                <a:cubicBezTo>
                  <a:pt x="202041" y="67628"/>
                  <a:pt x="200144" y="69532"/>
                  <a:pt x="200144" y="73343"/>
                </a:cubicBezTo>
                <a:lnTo>
                  <a:pt x="200144" y="93345"/>
                </a:lnTo>
                <a:lnTo>
                  <a:pt x="67347" y="93345"/>
                </a:lnTo>
                <a:lnTo>
                  <a:pt x="67347" y="40005"/>
                </a:lnTo>
                <a:cubicBezTo>
                  <a:pt x="67347" y="25718"/>
                  <a:pt x="78729" y="13335"/>
                  <a:pt x="93906" y="13335"/>
                </a:cubicBezTo>
                <a:lnTo>
                  <a:pt x="302587" y="13335"/>
                </a:lnTo>
                <a:lnTo>
                  <a:pt x="294050" y="40957"/>
                </a:lnTo>
                <a:close/>
                <a:moveTo>
                  <a:pt x="292153" y="80010"/>
                </a:moveTo>
                <a:lnTo>
                  <a:pt x="292153" y="106680"/>
                </a:lnTo>
                <a:cubicBezTo>
                  <a:pt x="292153" y="109538"/>
                  <a:pt x="288359" y="113347"/>
                  <a:pt x="285513" y="113347"/>
                </a:cubicBezTo>
                <a:cubicBezTo>
                  <a:pt x="282667" y="113347"/>
                  <a:pt x="278873" y="110490"/>
                  <a:pt x="278873" y="106680"/>
                </a:cubicBezTo>
                <a:lnTo>
                  <a:pt x="278873" y="80010"/>
                </a:lnTo>
                <a:cubicBezTo>
                  <a:pt x="278873" y="77153"/>
                  <a:pt x="280770" y="73343"/>
                  <a:pt x="285513" y="73343"/>
                </a:cubicBezTo>
                <a:cubicBezTo>
                  <a:pt x="290256" y="73343"/>
                  <a:pt x="292153" y="76200"/>
                  <a:pt x="292153" y="80010"/>
                </a:cubicBezTo>
                <a:close/>
                <a:moveTo>
                  <a:pt x="172636" y="153353"/>
                </a:moveTo>
                <a:cubicBezTo>
                  <a:pt x="172636" y="157163"/>
                  <a:pt x="168842" y="160020"/>
                  <a:pt x="165996" y="160020"/>
                </a:cubicBezTo>
                <a:lnTo>
                  <a:pt x="146076" y="160020"/>
                </a:lnTo>
                <a:lnTo>
                  <a:pt x="146076" y="220028"/>
                </a:lnTo>
                <a:cubicBezTo>
                  <a:pt x="146076" y="222885"/>
                  <a:pt x="144179" y="225743"/>
                  <a:pt x="140385" y="226695"/>
                </a:cubicBezTo>
                <a:cubicBezTo>
                  <a:pt x="55016" y="243840"/>
                  <a:pt x="24662" y="249555"/>
                  <a:pt x="13280" y="252413"/>
                </a:cubicBezTo>
                <a:lnTo>
                  <a:pt x="13280" y="274320"/>
                </a:lnTo>
                <a:cubicBezTo>
                  <a:pt x="13280" y="278130"/>
                  <a:pt x="9485" y="280988"/>
                  <a:pt x="6640" y="280988"/>
                </a:cubicBezTo>
                <a:cubicBezTo>
                  <a:pt x="3794" y="280988"/>
                  <a:pt x="0" y="277178"/>
                  <a:pt x="0" y="274320"/>
                </a:cubicBezTo>
                <a:lnTo>
                  <a:pt x="0" y="249555"/>
                </a:lnTo>
                <a:cubicBezTo>
                  <a:pt x="0" y="249555"/>
                  <a:pt x="0" y="248603"/>
                  <a:pt x="0" y="247650"/>
                </a:cubicBezTo>
                <a:cubicBezTo>
                  <a:pt x="0" y="245745"/>
                  <a:pt x="0" y="244793"/>
                  <a:pt x="0" y="243840"/>
                </a:cubicBezTo>
                <a:lnTo>
                  <a:pt x="0" y="220980"/>
                </a:lnTo>
                <a:cubicBezTo>
                  <a:pt x="0" y="217170"/>
                  <a:pt x="1897" y="214313"/>
                  <a:pt x="6640" y="214313"/>
                </a:cubicBezTo>
                <a:cubicBezTo>
                  <a:pt x="11383" y="214313"/>
                  <a:pt x="13280" y="218122"/>
                  <a:pt x="13280" y="220980"/>
                </a:cubicBezTo>
                <a:lnTo>
                  <a:pt x="13280" y="239078"/>
                </a:lnTo>
                <a:cubicBezTo>
                  <a:pt x="92322" y="223202"/>
                  <a:pt x="132161" y="215265"/>
                  <a:pt x="132797" y="215265"/>
                </a:cubicBezTo>
                <a:lnTo>
                  <a:pt x="132797" y="160972"/>
                </a:lnTo>
                <a:lnTo>
                  <a:pt x="112877" y="160972"/>
                </a:lnTo>
                <a:cubicBezTo>
                  <a:pt x="108134" y="160972"/>
                  <a:pt x="106237" y="157163"/>
                  <a:pt x="106237" y="154305"/>
                </a:cubicBezTo>
                <a:cubicBezTo>
                  <a:pt x="106237" y="151447"/>
                  <a:pt x="108134" y="147638"/>
                  <a:pt x="112877" y="147638"/>
                </a:cubicBezTo>
                <a:lnTo>
                  <a:pt x="165996" y="147638"/>
                </a:lnTo>
                <a:cubicBezTo>
                  <a:pt x="169790" y="147638"/>
                  <a:pt x="172636" y="151447"/>
                  <a:pt x="172636" y="15430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8" name="Graphic 195">
            <a:extLst>
              <a:ext uri="{FF2B5EF4-FFF2-40B4-BE49-F238E27FC236}">
                <a16:creationId xmlns:a16="http://schemas.microsoft.com/office/drawing/2014/main" id="{E1B56F55-B0F2-A75F-95FD-C2FE391BFDDC}"/>
              </a:ext>
            </a:extLst>
          </p:cNvPr>
          <p:cNvSpPr/>
          <p:nvPr/>
        </p:nvSpPr>
        <p:spPr>
          <a:xfrm>
            <a:off x="6267645" y="2949398"/>
            <a:ext cx="427990" cy="378740"/>
          </a:xfrm>
          <a:custGeom>
            <a:avLst/>
            <a:gdLst>
              <a:gd name="connsiteX0" fmla="*/ 316815 w 317526"/>
              <a:gd name="connsiteY0" fmla="*/ 1905 h 280987"/>
              <a:gd name="connsiteX1" fmla="*/ 311124 w 317526"/>
              <a:gd name="connsiteY1" fmla="*/ 0 h 280987"/>
              <a:gd name="connsiteX2" fmla="*/ 92009 w 317526"/>
              <a:gd name="connsiteY2" fmla="*/ 0 h 280987"/>
              <a:gd name="connsiteX3" fmla="*/ 52170 w 317526"/>
              <a:gd name="connsiteY3" fmla="*/ 40005 h 280987"/>
              <a:gd name="connsiteX4" fmla="*/ 52170 w 317526"/>
              <a:gd name="connsiteY4" fmla="*/ 100013 h 280987"/>
              <a:gd name="connsiteX5" fmla="*/ 58810 w 317526"/>
              <a:gd name="connsiteY5" fmla="*/ 106680 h 280987"/>
              <a:gd name="connsiteX6" fmla="*/ 66398 w 317526"/>
              <a:gd name="connsiteY6" fmla="*/ 106680 h 280987"/>
              <a:gd name="connsiteX7" fmla="*/ 98649 w 317526"/>
              <a:gd name="connsiteY7" fmla="*/ 133350 h 280987"/>
              <a:gd name="connsiteX8" fmla="*/ 258005 w 317526"/>
              <a:gd name="connsiteY8" fmla="*/ 133350 h 280987"/>
              <a:gd name="connsiteX9" fmla="*/ 264645 w 317526"/>
              <a:gd name="connsiteY9" fmla="*/ 126682 h 280987"/>
              <a:gd name="connsiteX10" fmla="*/ 264645 w 317526"/>
              <a:gd name="connsiteY10" fmla="*/ 62865 h 280987"/>
              <a:gd name="connsiteX11" fmla="*/ 298793 w 317526"/>
              <a:gd name="connsiteY11" fmla="*/ 53340 h 280987"/>
              <a:gd name="connsiteX12" fmla="*/ 303535 w 317526"/>
              <a:gd name="connsiteY12" fmla="*/ 48578 h 280987"/>
              <a:gd name="connsiteX13" fmla="*/ 316815 w 317526"/>
              <a:gd name="connsiteY13" fmla="*/ 8573 h 280987"/>
              <a:gd name="connsiteX14" fmla="*/ 316815 w 317526"/>
              <a:gd name="connsiteY14" fmla="*/ 1905 h 280987"/>
              <a:gd name="connsiteX15" fmla="*/ 252314 w 317526"/>
              <a:gd name="connsiteY15" fmla="*/ 120015 h 280987"/>
              <a:gd name="connsiteX16" fmla="*/ 99598 w 317526"/>
              <a:gd name="connsiteY16" fmla="*/ 120015 h 280987"/>
              <a:gd name="connsiteX17" fmla="*/ 80627 w 317526"/>
              <a:gd name="connsiteY17" fmla="*/ 106680 h 280987"/>
              <a:gd name="connsiteX18" fmla="*/ 205835 w 317526"/>
              <a:gd name="connsiteY18" fmla="*/ 106680 h 280987"/>
              <a:gd name="connsiteX19" fmla="*/ 212475 w 317526"/>
              <a:gd name="connsiteY19" fmla="*/ 100013 h 280987"/>
              <a:gd name="connsiteX20" fmla="*/ 212475 w 317526"/>
              <a:gd name="connsiteY20" fmla="*/ 78105 h 280987"/>
              <a:gd name="connsiteX21" fmla="*/ 252314 w 317526"/>
              <a:gd name="connsiteY21" fmla="*/ 66675 h 280987"/>
              <a:gd name="connsiteX22" fmla="*/ 252314 w 317526"/>
              <a:gd name="connsiteY22" fmla="*/ 120015 h 280987"/>
              <a:gd name="connsiteX23" fmla="*/ 293101 w 317526"/>
              <a:gd name="connsiteY23" fmla="*/ 40957 h 280987"/>
              <a:gd name="connsiteX24" fmla="*/ 257056 w 317526"/>
              <a:gd name="connsiteY24" fmla="*/ 51435 h 280987"/>
              <a:gd name="connsiteX25" fmla="*/ 257056 w 317526"/>
              <a:gd name="connsiteY25" fmla="*/ 51435 h 280987"/>
              <a:gd name="connsiteX26" fmla="*/ 204886 w 317526"/>
              <a:gd name="connsiteY26" fmla="*/ 66675 h 280987"/>
              <a:gd name="connsiteX27" fmla="*/ 200144 w 317526"/>
              <a:gd name="connsiteY27" fmla="*/ 73343 h 280987"/>
              <a:gd name="connsiteX28" fmla="*/ 200144 w 317526"/>
              <a:gd name="connsiteY28" fmla="*/ 93345 h 280987"/>
              <a:gd name="connsiteX29" fmla="*/ 67347 w 317526"/>
              <a:gd name="connsiteY29" fmla="*/ 93345 h 280987"/>
              <a:gd name="connsiteX30" fmla="*/ 67347 w 317526"/>
              <a:gd name="connsiteY30" fmla="*/ 40005 h 280987"/>
              <a:gd name="connsiteX31" fmla="*/ 93906 w 317526"/>
              <a:gd name="connsiteY31" fmla="*/ 13335 h 280987"/>
              <a:gd name="connsiteX32" fmla="*/ 302587 w 317526"/>
              <a:gd name="connsiteY32" fmla="*/ 13335 h 280987"/>
              <a:gd name="connsiteX33" fmla="*/ 294050 w 317526"/>
              <a:gd name="connsiteY33" fmla="*/ 40957 h 280987"/>
              <a:gd name="connsiteX34" fmla="*/ 292153 w 317526"/>
              <a:gd name="connsiteY34" fmla="*/ 80010 h 280987"/>
              <a:gd name="connsiteX35" fmla="*/ 292153 w 317526"/>
              <a:gd name="connsiteY35" fmla="*/ 106680 h 280987"/>
              <a:gd name="connsiteX36" fmla="*/ 285513 w 317526"/>
              <a:gd name="connsiteY36" fmla="*/ 113347 h 280987"/>
              <a:gd name="connsiteX37" fmla="*/ 278873 w 317526"/>
              <a:gd name="connsiteY37" fmla="*/ 106680 h 280987"/>
              <a:gd name="connsiteX38" fmla="*/ 278873 w 317526"/>
              <a:gd name="connsiteY38" fmla="*/ 80010 h 280987"/>
              <a:gd name="connsiteX39" fmla="*/ 285513 w 317526"/>
              <a:gd name="connsiteY39" fmla="*/ 73343 h 280987"/>
              <a:gd name="connsiteX40" fmla="*/ 292153 w 317526"/>
              <a:gd name="connsiteY40" fmla="*/ 80010 h 280987"/>
              <a:gd name="connsiteX41" fmla="*/ 172636 w 317526"/>
              <a:gd name="connsiteY41" fmla="*/ 153353 h 280987"/>
              <a:gd name="connsiteX42" fmla="*/ 165996 w 317526"/>
              <a:gd name="connsiteY42" fmla="*/ 160020 h 280987"/>
              <a:gd name="connsiteX43" fmla="*/ 146076 w 317526"/>
              <a:gd name="connsiteY43" fmla="*/ 160020 h 280987"/>
              <a:gd name="connsiteX44" fmla="*/ 146076 w 317526"/>
              <a:gd name="connsiteY44" fmla="*/ 220028 h 280987"/>
              <a:gd name="connsiteX45" fmla="*/ 140385 w 317526"/>
              <a:gd name="connsiteY45" fmla="*/ 226695 h 280987"/>
              <a:gd name="connsiteX46" fmla="*/ 13280 w 317526"/>
              <a:gd name="connsiteY46" fmla="*/ 252413 h 280987"/>
              <a:gd name="connsiteX47" fmla="*/ 13280 w 317526"/>
              <a:gd name="connsiteY47" fmla="*/ 274320 h 280987"/>
              <a:gd name="connsiteX48" fmla="*/ 6640 w 317526"/>
              <a:gd name="connsiteY48" fmla="*/ 280988 h 280987"/>
              <a:gd name="connsiteX49" fmla="*/ 0 w 317526"/>
              <a:gd name="connsiteY49" fmla="*/ 274320 h 280987"/>
              <a:gd name="connsiteX50" fmla="*/ 0 w 317526"/>
              <a:gd name="connsiteY50" fmla="*/ 249555 h 280987"/>
              <a:gd name="connsiteX51" fmla="*/ 0 w 317526"/>
              <a:gd name="connsiteY51" fmla="*/ 247650 h 280987"/>
              <a:gd name="connsiteX52" fmla="*/ 0 w 317526"/>
              <a:gd name="connsiteY52" fmla="*/ 243840 h 280987"/>
              <a:gd name="connsiteX53" fmla="*/ 0 w 317526"/>
              <a:gd name="connsiteY53" fmla="*/ 220980 h 280987"/>
              <a:gd name="connsiteX54" fmla="*/ 6640 w 317526"/>
              <a:gd name="connsiteY54" fmla="*/ 214313 h 280987"/>
              <a:gd name="connsiteX55" fmla="*/ 13280 w 317526"/>
              <a:gd name="connsiteY55" fmla="*/ 220980 h 280987"/>
              <a:gd name="connsiteX56" fmla="*/ 13280 w 317526"/>
              <a:gd name="connsiteY56" fmla="*/ 239078 h 280987"/>
              <a:gd name="connsiteX57" fmla="*/ 132797 w 317526"/>
              <a:gd name="connsiteY57" fmla="*/ 215265 h 280987"/>
              <a:gd name="connsiteX58" fmla="*/ 132797 w 317526"/>
              <a:gd name="connsiteY58" fmla="*/ 160972 h 280987"/>
              <a:gd name="connsiteX59" fmla="*/ 112877 w 317526"/>
              <a:gd name="connsiteY59" fmla="*/ 160972 h 280987"/>
              <a:gd name="connsiteX60" fmla="*/ 106237 w 317526"/>
              <a:gd name="connsiteY60" fmla="*/ 154305 h 280987"/>
              <a:gd name="connsiteX61" fmla="*/ 112877 w 317526"/>
              <a:gd name="connsiteY61" fmla="*/ 147638 h 280987"/>
              <a:gd name="connsiteX62" fmla="*/ 165996 w 317526"/>
              <a:gd name="connsiteY62" fmla="*/ 147638 h 280987"/>
              <a:gd name="connsiteX63" fmla="*/ 172636 w 317526"/>
              <a:gd name="connsiteY63" fmla="*/ 154305 h 28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317526" h="280987">
                <a:moveTo>
                  <a:pt x="316815" y="1905"/>
                </a:moveTo>
                <a:cubicBezTo>
                  <a:pt x="314918" y="953"/>
                  <a:pt x="313969" y="0"/>
                  <a:pt x="311124" y="0"/>
                </a:cubicBezTo>
                <a:lnTo>
                  <a:pt x="92009" y="0"/>
                </a:lnTo>
                <a:cubicBezTo>
                  <a:pt x="70193" y="0"/>
                  <a:pt x="52170" y="18097"/>
                  <a:pt x="52170" y="40005"/>
                </a:cubicBezTo>
                <a:lnTo>
                  <a:pt x="52170" y="100013"/>
                </a:lnTo>
                <a:cubicBezTo>
                  <a:pt x="52170" y="102870"/>
                  <a:pt x="54067" y="106680"/>
                  <a:pt x="58810" y="106680"/>
                </a:cubicBezTo>
                <a:lnTo>
                  <a:pt x="66398" y="106680"/>
                </a:lnTo>
                <a:cubicBezTo>
                  <a:pt x="69244" y="121920"/>
                  <a:pt x="82524" y="133350"/>
                  <a:pt x="98649" y="133350"/>
                </a:cubicBezTo>
                <a:lnTo>
                  <a:pt x="258005" y="133350"/>
                </a:lnTo>
                <a:cubicBezTo>
                  <a:pt x="260851" y="133350"/>
                  <a:pt x="264645" y="129540"/>
                  <a:pt x="264645" y="126682"/>
                </a:cubicBezTo>
                <a:lnTo>
                  <a:pt x="264645" y="62865"/>
                </a:lnTo>
                <a:cubicBezTo>
                  <a:pt x="274130" y="60007"/>
                  <a:pt x="285513" y="57150"/>
                  <a:pt x="298793" y="53340"/>
                </a:cubicBezTo>
                <a:cubicBezTo>
                  <a:pt x="300690" y="52388"/>
                  <a:pt x="303535" y="51435"/>
                  <a:pt x="303535" y="48578"/>
                </a:cubicBezTo>
                <a:lnTo>
                  <a:pt x="316815" y="8573"/>
                </a:lnTo>
                <a:cubicBezTo>
                  <a:pt x="317764" y="6668"/>
                  <a:pt x="317764" y="3810"/>
                  <a:pt x="316815" y="1905"/>
                </a:cubicBezTo>
                <a:close/>
                <a:moveTo>
                  <a:pt x="252314" y="120015"/>
                </a:moveTo>
                <a:lnTo>
                  <a:pt x="99598" y="120015"/>
                </a:lnTo>
                <a:cubicBezTo>
                  <a:pt x="90112" y="120015"/>
                  <a:pt x="82524" y="114300"/>
                  <a:pt x="80627" y="106680"/>
                </a:cubicBezTo>
                <a:lnTo>
                  <a:pt x="205835" y="106680"/>
                </a:lnTo>
                <a:cubicBezTo>
                  <a:pt x="208681" y="106680"/>
                  <a:pt x="212475" y="103822"/>
                  <a:pt x="212475" y="100013"/>
                </a:cubicBezTo>
                <a:lnTo>
                  <a:pt x="212475" y="78105"/>
                </a:lnTo>
                <a:cubicBezTo>
                  <a:pt x="212475" y="78105"/>
                  <a:pt x="212475" y="78105"/>
                  <a:pt x="252314" y="66675"/>
                </a:cubicBezTo>
                <a:lnTo>
                  <a:pt x="252314" y="120015"/>
                </a:lnTo>
                <a:close/>
                <a:moveTo>
                  <a:pt x="293101" y="40957"/>
                </a:moveTo>
                <a:cubicBezTo>
                  <a:pt x="293101" y="40957"/>
                  <a:pt x="293101" y="40957"/>
                  <a:pt x="257056" y="51435"/>
                </a:cubicBezTo>
                <a:cubicBezTo>
                  <a:pt x="257056" y="51435"/>
                  <a:pt x="257056" y="51435"/>
                  <a:pt x="257056" y="51435"/>
                </a:cubicBezTo>
                <a:cubicBezTo>
                  <a:pt x="244725" y="55245"/>
                  <a:pt x="227651" y="60007"/>
                  <a:pt x="204886" y="66675"/>
                </a:cubicBezTo>
                <a:cubicBezTo>
                  <a:pt x="202041" y="67628"/>
                  <a:pt x="200144" y="69532"/>
                  <a:pt x="200144" y="73343"/>
                </a:cubicBezTo>
                <a:lnTo>
                  <a:pt x="200144" y="93345"/>
                </a:lnTo>
                <a:lnTo>
                  <a:pt x="67347" y="93345"/>
                </a:lnTo>
                <a:lnTo>
                  <a:pt x="67347" y="40005"/>
                </a:lnTo>
                <a:cubicBezTo>
                  <a:pt x="67347" y="25718"/>
                  <a:pt x="78729" y="13335"/>
                  <a:pt x="93906" y="13335"/>
                </a:cubicBezTo>
                <a:lnTo>
                  <a:pt x="302587" y="13335"/>
                </a:lnTo>
                <a:lnTo>
                  <a:pt x="294050" y="40957"/>
                </a:lnTo>
                <a:close/>
                <a:moveTo>
                  <a:pt x="292153" y="80010"/>
                </a:moveTo>
                <a:lnTo>
                  <a:pt x="292153" y="106680"/>
                </a:lnTo>
                <a:cubicBezTo>
                  <a:pt x="292153" y="109538"/>
                  <a:pt x="288359" y="113347"/>
                  <a:pt x="285513" y="113347"/>
                </a:cubicBezTo>
                <a:cubicBezTo>
                  <a:pt x="282667" y="113347"/>
                  <a:pt x="278873" y="110490"/>
                  <a:pt x="278873" y="106680"/>
                </a:cubicBezTo>
                <a:lnTo>
                  <a:pt x="278873" y="80010"/>
                </a:lnTo>
                <a:cubicBezTo>
                  <a:pt x="278873" y="77153"/>
                  <a:pt x="280770" y="73343"/>
                  <a:pt x="285513" y="73343"/>
                </a:cubicBezTo>
                <a:cubicBezTo>
                  <a:pt x="290256" y="73343"/>
                  <a:pt x="292153" y="76200"/>
                  <a:pt x="292153" y="80010"/>
                </a:cubicBezTo>
                <a:close/>
                <a:moveTo>
                  <a:pt x="172636" y="153353"/>
                </a:moveTo>
                <a:cubicBezTo>
                  <a:pt x="172636" y="157163"/>
                  <a:pt x="168842" y="160020"/>
                  <a:pt x="165996" y="160020"/>
                </a:cubicBezTo>
                <a:lnTo>
                  <a:pt x="146076" y="160020"/>
                </a:lnTo>
                <a:lnTo>
                  <a:pt x="146076" y="220028"/>
                </a:lnTo>
                <a:cubicBezTo>
                  <a:pt x="146076" y="222885"/>
                  <a:pt x="144179" y="225743"/>
                  <a:pt x="140385" y="226695"/>
                </a:cubicBezTo>
                <a:cubicBezTo>
                  <a:pt x="55016" y="243840"/>
                  <a:pt x="24662" y="249555"/>
                  <a:pt x="13280" y="252413"/>
                </a:cubicBezTo>
                <a:lnTo>
                  <a:pt x="13280" y="274320"/>
                </a:lnTo>
                <a:cubicBezTo>
                  <a:pt x="13280" y="278130"/>
                  <a:pt x="9485" y="280988"/>
                  <a:pt x="6640" y="280988"/>
                </a:cubicBezTo>
                <a:cubicBezTo>
                  <a:pt x="3794" y="280988"/>
                  <a:pt x="0" y="277178"/>
                  <a:pt x="0" y="274320"/>
                </a:cubicBezTo>
                <a:lnTo>
                  <a:pt x="0" y="249555"/>
                </a:lnTo>
                <a:cubicBezTo>
                  <a:pt x="0" y="249555"/>
                  <a:pt x="0" y="248603"/>
                  <a:pt x="0" y="247650"/>
                </a:cubicBezTo>
                <a:cubicBezTo>
                  <a:pt x="0" y="245745"/>
                  <a:pt x="0" y="244793"/>
                  <a:pt x="0" y="243840"/>
                </a:cubicBezTo>
                <a:lnTo>
                  <a:pt x="0" y="220980"/>
                </a:lnTo>
                <a:cubicBezTo>
                  <a:pt x="0" y="217170"/>
                  <a:pt x="1897" y="214313"/>
                  <a:pt x="6640" y="214313"/>
                </a:cubicBezTo>
                <a:cubicBezTo>
                  <a:pt x="11383" y="214313"/>
                  <a:pt x="13280" y="218122"/>
                  <a:pt x="13280" y="220980"/>
                </a:cubicBezTo>
                <a:lnTo>
                  <a:pt x="13280" y="239078"/>
                </a:lnTo>
                <a:cubicBezTo>
                  <a:pt x="92322" y="223202"/>
                  <a:pt x="132161" y="215265"/>
                  <a:pt x="132797" y="215265"/>
                </a:cubicBezTo>
                <a:lnTo>
                  <a:pt x="132797" y="160972"/>
                </a:lnTo>
                <a:lnTo>
                  <a:pt x="112877" y="160972"/>
                </a:lnTo>
                <a:cubicBezTo>
                  <a:pt x="108134" y="160972"/>
                  <a:pt x="106237" y="157163"/>
                  <a:pt x="106237" y="154305"/>
                </a:cubicBezTo>
                <a:cubicBezTo>
                  <a:pt x="106237" y="151447"/>
                  <a:pt x="108134" y="147638"/>
                  <a:pt x="112877" y="147638"/>
                </a:cubicBezTo>
                <a:lnTo>
                  <a:pt x="165996" y="147638"/>
                </a:lnTo>
                <a:cubicBezTo>
                  <a:pt x="169790" y="147638"/>
                  <a:pt x="172636" y="151447"/>
                  <a:pt x="172636" y="15430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9" name="Graphic 195">
            <a:extLst>
              <a:ext uri="{FF2B5EF4-FFF2-40B4-BE49-F238E27FC236}">
                <a16:creationId xmlns:a16="http://schemas.microsoft.com/office/drawing/2014/main" id="{78BD86DB-2E71-DB52-210E-1BCE15919F5B}"/>
              </a:ext>
            </a:extLst>
          </p:cNvPr>
          <p:cNvSpPr/>
          <p:nvPr/>
        </p:nvSpPr>
        <p:spPr>
          <a:xfrm>
            <a:off x="5505645" y="3552648"/>
            <a:ext cx="427990" cy="378740"/>
          </a:xfrm>
          <a:custGeom>
            <a:avLst/>
            <a:gdLst>
              <a:gd name="connsiteX0" fmla="*/ 316815 w 317526"/>
              <a:gd name="connsiteY0" fmla="*/ 1905 h 280987"/>
              <a:gd name="connsiteX1" fmla="*/ 311124 w 317526"/>
              <a:gd name="connsiteY1" fmla="*/ 0 h 280987"/>
              <a:gd name="connsiteX2" fmla="*/ 92009 w 317526"/>
              <a:gd name="connsiteY2" fmla="*/ 0 h 280987"/>
              <a:gd name="connsiteX3" fmla="*/ 52170 w 317526"/>
              <a:gd name="connsiteY3" fmla="*/ 40005 h 280987"/>
              <a:gd name="connsiteX4" fmla="*/ 52170 w 317526"/>
              <a:gd name="connsiteY4" fmla="*/ 100013 h 280987"/>
              <a:gd name="connsiteX5" fmla="*/ 58810 w 317526"/>
              <a:gd name="connsiteY5" fmla="*/ 106680 h 280987"/>
              <a:gd name="connsiteX6" fmla="*/ 66398 w 317526"/>
              <a:gd name="connsiteY6" fmla="*/ 106680 h 280987"/>
              <a:gd name="connsiteX7" fmla="*/ 98649 w 317526"/>
              <a:gd name="connsiteY7" fmla="*/ 133350 h 280987"/>
              <a:gd name="connsiteX8" fmla="*/ 258005 w 317526"/>
              <a:gd name="connsiteY8" fmla="*/ 133350 h 280987"/>
              <a:gd name="connsiteX9" fmla="*/ 264645 w 317526"/>
              <a:gd name="connsiteY9" fmla="*/ 126682 h 280987"/>
              <a:gd name="connsiteX10" fmla="*/ 264645 w 317526"/>
              <a:gd name="connsiteY10" fmla="*/ 62865 h 280987"/>
              <a:gd name="connsiteX11" fmla="*/ 298793 w 317526"/>
              <a:gd name="connsiteY11" fmla="*/ 53340 h 280987"/>
              <a:gd name="connsiteX12" fmla="*/ 303535 w 317526"/>
              <a:gd name="connsiteY12" fmla="*/ 48578 h 280987"/>
              <a:gd name="connsiteX13" fmla="*/ 316815 w 317526"/>
              <a:gd name="connsiteY13" fmla="*/ 8573 h 280987"/>
              <a:gd name="connsiteX14" fmla="*/ 316815 w 317526"/>
              <a:gd name="connsiteY14" fmla="*/ 1905 h 280987"/>
              <a:gd name="connsiteX15" fmla="*/ 252314 w 317526"/>
              <a:gd name="connsiteY15" fmla="*/ 120015 h 280987"/>
              <a:gd name="connsiteX16" fmla="*/ 99598 w 317526"/>
              <a:gd name="connsiteY16" fmla="*/ 120015 h 280987"/>
              <a:gd name="connsiteX17" fmla="*/ 80627 w 317526"/>
              <a:gd name="connsiteY17" fmla="*/ 106680 h 280987"/>
              <a:gd name="connsiteX18" fmla="*/ 205835 w 317526"/>
              <a:gd name="connsiteY18" fmla="*/ 106680 h 280987"/>
              <a:gd name="connsiteX19" fmla="*/ 212475 w 317526"/>
              <a:gd name="connsiteY19" fmla="*/ 100013 h 280987"/>
              <a:gd name="connsiteX20" fmla="*/ 212475 w 317526"/>
              <a:gd name="connsiteY20" fmla="*/ 78105 h 280987"/>
              <a:gd name="connsiteX21" fmla="*/ 252314 w 317526"/>
              <a:gd name="connsiteY21" fmla="*/ 66675 h 280987"/>
              <a:gd name="connsiteX22" fmla="*/ 252314 w 317526"/>
              <a:gd name="connsiteY22" fmla="*/ 120015 h 280987"/>
              <a:gd name="connsiteX23" fmla="*/ 293101 w 317526"/>
              <a:gd name="connsiteY23" fmla="*/ 40957 h 280987"/>
              <a:gd name="connsiteX24" fmla="*/ 257056 w 317526"/>
              <a:gd name="connsiteY24" fmla="*/ 51435 h 280987"/>
              <a:gd name="connsiteX25" fmla="*/ 257056 w 317526"/>
              <a:gd name="connsiteY25" fmla="*/ 51435 h 280987"/>
              <a:gd name="connsiteX26" fmla="*/ 204886 w 317526"/>
              <a:gd name="connsiteY26" fmla="*/ 66675 h 280987"/>
              <a:gd name="connsiteX27" fmla="*/ 200144 w 317526"/>
              <a:gd name="connsiteY27" fmla="*/ 73343 h 280987"/>
              <a:gd name="connsiteX28" fmla="*/ 200144 w 317526"/>
              <a:gd name="connsiteY28" fmla="*/ 93345 h 280987"/>
              <a:gd name="connsiteX29" fmla="*/ 67347 w 317526"/>
              <a:gd name="connsiteY29" fmla="*/ 93345 h 280987"/>
              <a:gd name="connsiteX30" fmla="*/ 67347 w 317526"/>
              <a:gd name="connsiteY30" fmla="*/ 40005 h 280987"/>
              <a:gd name="connsiteX31" fmla="*/ 93906 w 317526"/>
              <a:gd name="connsiteY31" fmla="*/ 13335 h 280987"/>
              <a:gd name="connsiteX32" fmla="*/ 302587 w 317526"/>
              <a:gd name="connsiteY32" fmla="*/ 13335 h 280987"/>
              <a:gd name="connsiteX33" fmla="*/ 294050 w 317526"/>
              <a:gd name="connsiteY33" fmla="*/ 40957 h 280987"/>
              <a:gd name="connsiteX34" fmla="*/ 292153 w 317526"/>
              <a:gd name="connsiteY34" fmla="*/ 80010 h 280987"/>
              <a:gd name="connsiteX35" fmla="*/ 292153 w 317526"/>
              <a:gd name="connsiteY35" fmla="*/ 106680 h 280987"/>
              <a:gd name="connsiteX36" fmla="*/ 285513 w 317526"/>
              <a:gd name="connsiteY36" fmla="*/ 113347 h 280987"/>
              <a:gd name="connsiteX37" fmla="*/ 278873 w 317526"/>
              <a:gd name="connsiteY37" fmla="*/ 106680 h 280987"/>
              <a:gd name="connsiteX38" fmla="*/ 278873 w 317526"/>
              <a:gd name="connsiteY38" fmla="*/ 80010 h 280987"/>
              <a:gd name="connsiteX39" fmla="*/ 285513 w 317526"/>
              <a:gd name="connsiteY39" fmla="*/ 73343 h 280987"/>
              <a:gd name="connsiteX40" fmla="*/ 292153 w 317526"/>
              <a:gd name="connsiteY40" fmla="*/ 80010 h 280987"/>
              <a:gd name="connsiteX41" fmla="*/ 172636 w 317526"/>
              <a:gd name="connsiteY41" fmla="*/ 153353 h 280987"/>
              <a:gd name="connsiteX42" fmla="*/ 165996 w 317526"/>
              <a:gd name="connsiteY42" fmla="*/ 160020 h 280987"/>
              <a:gd name="connsiteX43" fmla="*/ 146076 w 317526"/>
              <a:gd name="connsiteY43" fmla="*/ 160020 h 280987"/>
              <a:gd name="connsiteX44" fmla="*/ 146076 w 317526"/>
              <a:gd name="connsiteY44" fmla="*/ 220028 h 280987"/>
              <a:gd name="connsiteX45" fmla="*/ 140385 w 317526"/>
              <a:gd name="connsiteY45" fmla="*/ 226695 h 280987"/>
              <a:gd name="connsiteX46" fmla="*/ 13280 w 317526"/>
              <a:gd name="connsiteY46" fmla="*/ 252413 h 280987"/>
              <a:gd name="connsiteX47" fmla="*/ 13280 w 317526"/>
              <a:gd name="connsiteY47" fmla="*/ 274320 h 280987"/>
              <a:gd name="connsiteX48" fmla="*/ 6640 w 317526"/>
              <a:gd name="connsiteY48" fmla="*/ 280988 h 280987"/>
              <a:gd name="connsiteX49" fmla="*/ 0 w 317526"/>
              <a:gd name="connsiteY49" fmla="*/ 274320 h 280987"/>
              <a:gd name="connsiteX50" fmla="*/ 0 w 317526"/>
              <a:gd name="connsiteY50" fmla="*/ 249555 h 280987"/>
              <a:gd name="connsiteX51" fmla="*/ 0 w 317526"/>
              <a:gd name="connsiteY51" fmla="*/ 247650 h 280987"/>
              <a:gd name="connsiteX52" fmla="*/ 0 w 317526"/>
              <a:gd name="connsiteY52" fmla="*/ 243840 h 280987"/>
              <a:gd name="connsiteX53" fmla="*/ 0 w 317526"/>
              <a:gd name="connsiteY53" fmla="*/ 220980 h 280987"/>
              <a:gd name="connsiteX54" fmla="*/ 6640 w 317526"/>
              <a:gd name="connsiteY54" fmla="*/ 214313 h 280987"/>
              <a:gd name="connsiteX55" fmla="*/ 13280 w 317526"/>
              <a:gd name="connsiteY55" fmla="*/ 220980 h 280987"/>
              <a:gd name="connsiteX56" fmla="*/ 13280 w 317526"/>
              <a:gd name="connsiteY56" fmla="*/ 239078 h 280987"/>
              <a:gd name="connsiteX57" fmla="*/ 132797 w 317526"/>
              <a:gd name="connsiteY57" fmla="*/ 215265 h 280987"/>
              <a:gd name="connsiteX58" fmla="*/ 132797 w 317526"/>
              <a:gd name="connsiteY58" fmla="*/ 160972 h 280987"/>
              <a:gd name="connsiteX59" fmla="*/ 112877 w 317526"/>
              <a:gd name="connsiteY59" fmla="*/ 160972 h 280987"/>
              <a:gd name="connsiteX60" fmla="*/ 106237 w 317526"/>
              <a:gd name="connsiteY60" fmla="*/ 154305 h 280987"/>
              <a:gd name="connsiteX61" fmla="*/ 112877 w 317526"/>
              <a:gd name="connsiteY61" fmla="*/ 147638 h 280987"/>
              <a:gd name="connsiteX62" fmla="*/ 165996 w 317526"/>
              <a:gd name="connsiteY62" fmla="*/ 147638 h 280987"/>
              <a:gd name="connsiteX63" fmla="*/ 172636 w 317526"/>
              <a:gd name="connsiteY63" fmla="*/ 154305 h 28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317526" h="280987">
                <a:moveTo>
                  <a:pt x="316815" y="1905"/>
                </a:moveTo>
                <a:cubicBezTo>
                  <a:pt x="314918" y="953"/>
                  <a:pt x="313969" y="0"/>
                  <a:pt x="311124" y="0"/>
                </a:cubicBezTo>
                <a:lnTo>
                  <a:pt x="92009" y="0"/>
                </a:lnTo>
                <a:cubicBezTo>
                  <a:pt x="70193" y="0"/>
                  <a:pt x="52170" y="18097"/>
                  <a:pt x="52170" y="40005"/>
                </a:cubicBezTo>
                <a:lnTo>
                  <a:pt x="52170" y="100013"/>
                </a:lnTo>
                <a:cubicBezTo>
                  <a:pt x="52170" y="102870"/>
                  <a:pt x="54067" y="106680"/>
                  <a:pt x="58810" y="106680"/>
                </a:cubicBezTo>
                <a:lnTo>
                  <a:pt x="66398" y="106680"/>
                </a:lnTo>
                <a:cubicBezTo>
                  <a:pt x="69244" y="121920"/>
                  <a:pt x="82524" y="133350"/>
                  <a:pt x="98649" y="133350"/>
                </a:cubicBezTo>
                <a:lnTo>
                  <a:pt x="258005" y="133350"/>
                </a:lnTo>
                <a:cubicBezTo>
                  <a:pt x="260851" y="133350"/>
                  <a:pt x="264645" y="129540"/>
                  <a:pt x="264645" y="126682"/>
                </a:cubicBezTo>
                <a:lnTo>
                  <a:pt x="264645" y="62865"/>
                </a:lnTo>
                <a:cubicBezTo>
                  <a:pt x="274130" y="60007"/>
                  <a:pt x="285513" y="57150"/>
                  <a:pt x="298793" y="53340"/>
                </a:cubicBezTo>
                <a:cubicBezTo>
                  <a:pt x="300690" y="52388"/>
                  <a:pt x="303535" y="51435"/>
                  <a:pt x="303535" y="48578"/>
                </a:cubicBezTo>
                <a:lnTo>
                  <a:pt x="316815" y="8573"/>
                </a:lnTo>
                <a:cubicBezTo>
                  <a:pt x="317764" y="6668"/>
                  <a:pt x="317764" y="3810"/>
                  <a:pt x="316815" y="1905"/>
                </a:cubicBezTo>
                <a:close/>
                <a:moveTo>
                  <a:pt x="252314" y="120015"/>
                </a:moveTo>
                <a:lnTo>
                  <a:pt x="99598" y="120015"/>
                </a:lnTo>
                <a:cubicBezTo>
                  <a:pt x="90112" y="120015"/>
                  <a:pt x="82524" y="114300"/>
                  <a:pt x="80627" y="106680"/>
                </a:cubicBezTo>
                <a:lnTo>
                  <a:pt x="205835" y="106680"/>
                </a:lnTo>
                <a:cubicBezTo>
                  <a:pt x="208681" y="106680"/>
                  <a:pt x="212475" y="103822"/>
                  <a:pt x="212475" y="100013"/>
                </a:cubicBezTo>
                <a:lnTo>
                  <a:pt x="212475" y="78105"/>
                </a:lnTo>
                <a:cubicBezTo>
                  <a:pt x="212475" y="78105"/>
                  <a:pt x="212475" y="78105"/>
                  <a:pt x="252314" y="66675"/>
                </a:cubicBezTo>
                <a:lnTo>
                  <a:pt x="252314" y="120015"/>
                </a:lnTo>
                <a:close/>
                <a:moveTo>
                  <a:pt x="293101" y="40957"/>
                </a:moveTo>
                <a:cubicBezTo>
                  <a:pt x="293101" y="40957"/>
                  <a:pt x="293101" y="40957"/>
                  <a:pt x="257056" y="51435"/>
                </a:cubicBezTo>
                <a:cubicBezTo>
                  <a:pt x="257056" y="51435"/>
                  <a:pt x="257056" y="51435"/>
                  <a:pt x="257056" y="51435"/>
                </a:cubicBezTo>
                <a:cubicBezTo>
                  <a:pt x="244725" y="55245"/>
                  <a:pt x="227651" y="60007"/>
                  <a:pt x="204886" y="66675"/>
                </a:cubicBezTo>
                <a:cubicBezTo>
                  <a:pt x="202041" y="67628"/>
                  <a:pt x="200144" y="69532"/>
                  <a:pt x="200144" y="73343"/>
                </a:cubicBezTo>
                <a:lnTo>
                  <a:pt x="200144" y="93345"/>
                </a:lnTo>
                <a:lnTo>
                  <a:pt x="67347" y="93345"/>
                </a:lnTo>
                <a:lnTo>
                  <a:pt x="67347" y="40005"/>
                </a:lnTo>
                <a:cubicBezTo>
                  <a:pt x="67347" y="25718"/>
                  <a:pt x="78729" y="13335"/>
                  <a:pt x="93906" y="13335"/>
                </a:cubicBezTo>
                <a:lnTo>
                  <a:pt x="302587" y="13335"/>
                </a:lnTo>
                <a:lnTo>
                  <a:pt x="294050" y="40957"/>
                </a:lnTo>
                <a:close/>
                <a:moveTo>
                  <a:pt x="292153" y="80010"/>
                </a:moveTo>
                <a:lnTo>
                  <a:pt x="292153" y="106680"/>
                </a:lnTo>
                <a:cubicBezTo>
                  <a:pt x="292153" y="109538"/>
                  <a:pt x="288359" y="113347"/>
                  <a:pt x="285513" y="113347"/>
                </a:cubicBezTo>
                <a:cubicBezTo>
                  <a:pt x="282667" y="113347"/>
                  <a:pt x="278873" y="110490"/>
                  <a:pt x="278873" y="106680"/>
                </a:cubicBezTo>
                <a:lnTo>
                  <a:pt x="278873" y="80010"/>
                </a:lnTo>
                <a:cubicBezTo>
                  <a:pt x="278873" y="77153"/>
                  <a:pt x="280770" y="73343"/>
                  <a:pt x="285513" y="73343"/>
                </a:cubicBezTo>
                <a:cubicBezTo>
                  <a:pt x="290256" y="73343"/>
                  <a:pt x="292153" y="76200"/>
                  <a:pt x="292153" y="80010"/>
                </a:cubicBezTo>
                <a:close/>
                <a:moveTo>
                  <a:pt x="172636" y="153353"/>
                </a:moveTo>
                <a:cubicBezTo>
                  <a:pt x="172636" y="157163"/>
                  <a:pt x="168842" y="160020"/>
                  <a:pt x="165996" y="160020"/>
                </a:cubicBezTo>
                <a:lnTo>
                  <a:pt x="146076" y="160020"/>
                </a:lnTo>
                <a:lnTo>
                  <a:pt x="146076" y="220028"/>
                </a:lnTo>
                <a:cubicBezTo>
                  <a:pt x="146076" y="222885"/>
                  <a:pt x="144179" y="225743"/>
                  <a:pt x="140385" y="226695"/>
                </a:cubicBezTo>
                <a:cubicBezTo>
                  <a:pt x="55016" y="243840"/>
                  <a:pt x="24662" y="249555"/>
                  <a:pt x="13280" y="252413"/>
                </a:cubicBezTo>
                <a:lnTo>
                  <a:pt x="13280" y="274320"/>
                </a:lnTo>
                <a:cubicBezTo>
                  <a:pt x="13280" y="278130"/>
                  <a:pt x="9485" y="280988"/>
                  <a:pt x="6640" y="280988"/>
                </a:cubicBezTo>
                <a:cubicBezTo>
                  <a:pt x="3794" y="280988"/>
                  <a:pt x="0" y="277178"/>
                  <a:pt x="0" y="274320"/>
                </a:cubicBezTo>
                <a:lnTo>
                  <a:pt x="0" y="249555"/>
                </a:lnTo>
                <a:cubicBezTo>
                  <a:pt x="0" y="249555"/>
                  <a:pt x="0" y="248603"/>
                  <a:pt x="0" y="247650"/>
                </a:cubicBezTo>
                <a:cubicBezTo>
                  <a:pt x="0" y="245745"/>
                  <a:pt x="0" y="244793"/>
                  <a:pt x="0" y="243840"/>
                </a:cubicBezTo>
                <a:lnTo>
                  <a:pt x="0" y="220980"/>
                </a:lnTo>
                <a:cubicBezTo>
                  <a:pt x="0" y="217170"/>
                  <a:pt x="1897" y="214313"/>
                  <a:pt x="6640" y="214313"/>
                </a:cubicBezTo>
                <a:cubicBezTo>
                  <a:pt x="11383" y="214313"/>
                  <a:pt x="13280" y="218122"/>
                  <a:pt x="13280" y="220980"/>
                </a:cubicBezTo>
                <a:lnTo>
                  <a:pt x="13280" y="239078"/>
                </a:lnTo>
                <a:cubicBezTo>
                  <a:pt x="92322" y="223202"/>
                  <a:pt x="132161" y="215265"/>
                  <a:pt x="132797" y="215265"/>
                </a:cubicBezTo>
                <a:lnTo>
                  <a:pt x="132797" y="160972"/>
                </a:lnTo>
                <a:lnTo>
                  <a:pt x="112877" y="160972"/>
                </a:lnTo>
                <a:cubicBezTo>
                  <a:pt x="108134" y="160972"/>
                  <a:pt x="106237" y="157163"/>
                  <a:pt x="106237" y="154305"/>
                </a:cubicBezTo>
                <a:cubicBezTo>
                  <a:pt x="106237" y="151447"/>
                  <a:pt x="108134" y="147638"/>
                  <a:pt x="112877" y="147638"/>
                </a:cubicBezTo>
                <a:lnTo>
                  <a:pt x="165996" y="147638"/>
                </a:lnTo>
                <a:cubicBezTo>
                  <a:pt x="169790" y="147638"/>
                  <a:pt x="172636" y="151447"/>
                  <a:pt x="172636" y="15430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0" name="Graphic 195">
            <a:extLst>
              <a:ext uri="{FF2B5EF4-FFF2-40B4-BE49-F238E27FC236}">
                <a16:creationId xmlns:a16="http://schemas.microsoft.com/office/drawing/2014/main" id="{5A05CC42-B860-98DE-B770-B4F98BFDE524}"/>
              </a:ext>
            </a:extLst>
          </p:cNvPr>
          <p:cNvSpPr/>
          <p:nvPr/>
        </p:nvSpPr>
        <p:spPr>
          <a:xfrm>
            <a:off x="6267645" y="3552648"/>
            <a:ext cx="427990" cy="378740"/>
          </a:xfrm>
          <a:custGeom>
            <a:avLst/>
            <a:gdLst>
              <a:gd name="connsiteX0" fmla="*/ 316815 w 317526"/>
              <a:gd name="connsiteY0" fmla="*/ 1905 h 280987"/>
              <a:gd name="connsiteX1" fmla="*/ 311124 w 317526"/>
              <a:gd name="connsiteY1" fmla="*/ 0 h 280987"/>
              <a:gd name="connsiteX2" fmla="*/ 92009 w 317526"/>
              <a:gd name="connsiteY2" fmla="*/ 0 h 280987"/>
              <a:gd name="connsiteX3" fmla="*/ 52170 w 317526"/>
              <a:gd name="connsiteY3" fmla="*/ 40005 h 280987"/>
              <a:gd name="connsiteX4" fmla="*/ 52170 w 317526"/>
              <a:gd name="connsiteY4" fmla="*/ 100013 h 280987"/>
              <a:gd name="connsiteX5" fmla="*/ 58810 w 317526"/>
              <a:gd name="connsiteY5" fmla="*/ 106680 h 280987"/>
              <a:gd name="connsiteX6" fmla="*/ 66398 w 317526"/>
              <a:gd name="connsiteY6" fmla="*/ 106680 h 280987"/>
              <a:gd name="connsiteX7" fmla="*/ 98649 w 317526"/>
              <a:gd name="connsiteY7" fmla="*/ 133350 h 280987"/>
              <a:gd name="connsiteX8" fmla="*/ 258005 w 317526"/>
              <a:gd name="connsiteY8" fmla="*/ 133350 h 280987"/>
              <a:gd name="connsiteX9" fmla="*/ 264645 w 317526"/>
              <a:gd name="connsiteY9" fmla="*/ 126682 h 280987"/>
              <a:gd name="connsiteX10" fmla="*/ 264645 w 317526"/>
              <a:gd name="connsiteY10" fmla="*/ 62865 h 280987"/>
              <a:gd name="connsiteX11" fmla="*/ 298793 w 317526"/>
              <a:gd name="connsiteY11" fmla="*/ 53340 h 280987"/>
              <a:gd name="connsiteX12" fmla="*/ 303535 w 317526"/>
              <a:gd name="connsiteY12" fmla="*/ 48578 h 280987"/>
              <a:gd name="connsiteX13" fmla="*/ 316815 w 317526"/>
              <a:gd name="connsiteY13" fmla="*/ 8573 h 280987"/>
              <a:gd name="connsiteX14" fmla="*/ 316815 w 317526"/>
              <a:gd name="connsiteY14" fmla="*/ 1905 h 280987"/>
              <a:gd name="connsiteX15" fmla="*/ 252314 w 317526"/>
              <a:gd name="connsiteY15" fmla="*/ 120015 h 280987"/>
              <a:gd name="connsiteX16" fmla="*/ 99598 w 317526"/>
              <a:gd name="connsiteY16" fmla="*/ 120015 h 280987"/>
              <a:gd name="connsiteX17" fmla="*/ 80627 w 317526"/>
              <a:gd name="connsiteY17" fmla="*/ 106680 h 280987"/>
              <a:gd name="connsiteX18" fmla="*/ 205835 w 317526"/>
              <a:gd name="connsiteY18" fmla="*/ 106680 h 280987"/>
              <a:gd name="connsiteX19" fmla="*/ 212475 w 317526"/>
              <a:gd name="connsiteY19" fmla="*/ 100013 h 280987"/>
              <a:gd name="connsiteX20" fmla="*/ 212475 w 317526"/>
              <a:gd name="connsiteY20" fmla="*/ 78105 h 280987"/>
              <a:gd name="connsiteX21" fmla="*/ 252314 w 317526"/>
              <a:gd name="connsiteY21" fmla="*/ 66675 h 280987"/>
              <a:gd name="connsiteX22" fmla="*/ 252314 w 317526"/>
              <a:gd name="connsiteY22" fmla="*/ 120015 h 280987"/>
              <a:gd name="connsiteX23" fmla="*/ 293101 w 317526"/>
              <a:gd name="connsiteY23" fmla="*/ 40957 h 280987"/>
              <a:gd name="connsiteX24" fmla="*/ 257056 w 317526"/>
              <a:gd name="connsiteY24" fmla="*/ 51435 h 280987"/>
              <a:gd name="connsiteX25" fmla="*/ 257056 w 317526"/>
              <a:gd name="connsiteY25" fmla="*/ 51435 h 280987"/>
              <a:gd name="connsiteX26" fmla="*/ 204886 w 317526"/>
              <a:gd name="connsiteY26" fmla="*/ 66675 h 280987"/>
              <a:gd name="connsiteX27" fmla="*/ 200144 w 317526"/>
              <a:gd name="connsiteY27" fmla="*/ 73343 h 280987"/>
              <a:gd name="connsiteX28" fmla="*/ 200144 w 317526"/>
              <a:gd name="connsiteY28" fmla="*/ 93345 h 280987"/>
              <a:gd name="connsiteX29" fmla="*/ 67347 w 317526"/>
              <a:gd name="connsiteY29" fmla="*/ 93345 h 280987"/>
              <a:gd name="connsiteX30" fmla="*/ 67347 w 317526"/>
              <a:gd name="connsiteY30" fmla="*/ 40005 h 280987"/>
              <a:gd name="connsiteX31" fmla="*/ 93906 w 317526"/>
              <a:gd name="connsiteY31" fmla="*/ 13335 h 280987"/>
              <a:gd name="connsiteX32" fmla="*/ 302587 w 317526"/>
              <a:gd name="connsiteY32" fmla="*/ 13335 h 280987"/>
              <a:gd name="connsiteX33" fmla="*/ 294050 w 317526"/>
              <a:gd name="connsiteY33" fmla="*/ 40957 h 280987"/>
              <a:gd name="connsiteX34" fmla="*/ 292153 w 317526"/>
              <a:gd name="connsiteY34" fmla="*/ 80010 h 280987"/>
              <a:gd name="connsiteX35" fmla="*/ 292153 w 317526"/>
              <a:gd name="connsiteY35" fmla="*/ 106680 h 280987"/>
              <a:gd name="connsiteX36" fmla="*/ 285513 w 317526"/>
              <a:gd name="connsiteY36" fmla="*/ 113347 h 280987"/>
              <a:gd name="connsiteX37" fmla="*/ 278873 w 317526"/>
              <a:gd name="connsiteY37" fmla="*/ 106680 h 280987"/>
              <a:gd name="connsiteX38" fmla="*/ 278873 w 317526"/>
              <a:gd name="connsiteY38" fmla="*/ 80010 h 280987"/>
              <a:gd name="connsiteX39" fmla="*/ 285513 w 317526"/>
              <a:gd name="connsiteY39" fmla="*/ 73343 h 280987"/>
              <a:gd name="connsiteX40" fmla="*/ 292153 w 317526"/>
              <a:gd name="connsiteY40" fmla="*/ 80010 h 280987"/>
              <a:gd name="connsiteX41" fmla="*/ 172636 w 317526"/>
              <a:gd name="connsiteY41" fmla="*/ 153353 h 280987"/>
              <a:gd name="connsiteX42" fmla="*/ 165996 w 317526"/>
              <a:gd name="connsiteY42" fmla="*/ 160020 h 280987"/>
              <a:gd name="connsiteX43" fmla="*/ 146076 w 317526"/>
              <a:gd name="connsiteY43" fmla="*/ 160020 h 280987"/>
              <a:gd name="connsiteX44" fmla="*/ 146076 w 317526"/>
              <a:gd name="connsiteY44" fmla="*/ 220028 h 280987"/>
              <a:gd name="connsiteX45" fmla="*/ 140385 w 317526"/>
              <a:gd name="connsiteY45" fmla="*/ 226695 h 280987"/>
              <a:gd name="connsiteX46" fmla="*/ 13280 w 317526"/>
              <a:gd name="connsiteY46" fmla="*/ 252413 h 280987"/>
              <a:gd name="connsiteX47" fmla="*/ 13280 w 317526"/>
              <a:gd name="connsiteY47" fmla="*/ 274320 h 280987"/>
              <a:gd name="connsiteX48" fmla="*/ 6640 w 317526"/>
              <a:gd name="connsiteY48" fmla="*/ 280988 h 280987"/>
              <a:gd name="connsiteX49" fmla="*/ 0 w 317526"/>
              <a:gd name="connsiteY49" fmla="*/ 274320 h 280987"/>
              <a:gd name="connsiteX50" fmla="*/ 0 w 317526"/>
              <a:gd name="connsiteY50" fmla="*/ 249555 h 280987"/>
              <a:gd name="connsiteX51" fmla="*/ 0 w 317526"/>
              <a:gd name="connsiteY51" fmla="*/ 247650 h 280987"/>
              <a:gd name="connsiteX52" fmla="*/ 0 w 317526"/>
              <a:gd name="connsiteY52" fmla="*/ 243840 h 280987"/>
              <a:gd name="connsiteX53" fmla="*/ 0 w 317526"/>
              <a:gd name="connsiteY53" fmla="*/ 220980 h 280987"/>
              <a:gd name="connsiteX54" fmla="*/ 6640 w 317526"/>
              <a:gd name="connsiteY54" fmla="*/ 214313 h 280987"/>
              <a:gd name="connsiteX55" fmla="*/ 13280 w 317526"/>
              <a:gd name="connsiteY55" fmla="*/ 220980 h 280987"/>
              <a:gd name="connsiteX56" fmla="*/ 13280 w 317526"/>
              <a:gd name="connsiteY56" fmla="*/ 239078 h 280987"/>
              <a:gd name="connsiteX57" fmla="*/ 132797 w 317526"/>
              <a:gd name="connsiteY57" fmla="*/ 215265 h 280987"/>
              <a:gd name="connsiteX58" fmla="*/ 132797 w 317526"/>
              <a:gd name="connsiteY58" fmla="*/ 160972 h 280987"/>
              <a:gd name="connsiteX59" fmla="*/ 112877 w 317526"/>
              <a:gd name="connsiteY59" fmla="*/ 160972 h 280987"/>
              <a:gd name="connsiteX60" fmla="*/ 106237 w 317526"/>
              <a:gd name="connsiteY60" fmla="*/ 154305 h 280987"/>
              <a:gd name="connsiteX61" fmla="*/ 112877 w 317526"/>
              <a:gd name="connsiteY61" fmla="*/ 147638 h 280987"/>
              <a:gd name="connsiteX62" fmla="*/ 165996 w 317526"/>
              <a:gd name="connsiteY62" fmla="*/ 147638 h 280987"/>
              <a:gd name="connsiteX63" fmla="*/ 172636 w 317526"/>
              <a:gd name="connsiteY63" fmla="*/ 154305 h 28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317526" h="280987">
                <a:moveTo>
                  <a:pt x="316815" y="1905"/>
                </a:moveTo>
                <a:cubicBezTo>
                  <a:pt x="314918" y="953"/>
                  <a:pt x="313969" y="0"/>
                  <a:pt x="311124" y="0"/>
                </a:cubicBezTo>
                <a:lnTo>
                  <a:pt x="92009" y="0"/>
                </a:lnTo>
                <a:cubicBezTo>
                  <a:pt x="70193" y="0"/>
                  <a:pt x="52170" y="18097"/>
                  <a:pt x="52170" y="40005"/>
                </a:cubicBezTo>
                <a:lnTo>
                  <a:pt x="52170" y="100013"/>
                </a:lnTo>
                <a:cubicBezTo>
                  <a:pt x="52170" y="102870"/>
                  <a:pt x="54067" y="106680"/>
                  <a:pt x="58810" y="106680"/>
                </a:cubicBezTo>
                <a:lnTo>
                  <a:pt x="66398" y="106680"/>
                </a:lnTo>
                <a:cubicBezTo>
                  <a:pt x="69244" y="121920"/>
                  <a:pt x="82524" y="133350"/>
                  <a:pt x="98649" y="133350"/>
                </a:cubicBezTo>
                <a:lnTo>
                  <a:pt x="258005" y="133350"/>
                </a:lnTo>
                <a:cubicBezTo>
                  <a:pt x="260851" y="133350"/>
                  <a:pt x="264645" y="129540"/>
                  <a:pt x="264645" y="126682"/>
                </a:cubicBezTo>
                <a:lnTo>
                  <a:pt x="264645" y="62865"/>
                </a:lnTo>
                <a:cubicBezTo>
                  <a:pt x="274130" y="60007"/>
                  <a:pt x="285513" y="57150"/>
                  <a:pt x="298793" y="53340"/>
                </a:cubicBezTo>
                <a:cubicBezTo>
                  <a:pt x="300690" y="52388"/>
                  <a:pt x="303535" y="51435"/>
                  <a:pt x="303535" y="48578"/>
                </a:cubicBezTo>
                <a:lnTo>
                  <a:pt x="316815" y="8573"/>
                </a:lnTo>
                <a:cubicBezTo>
                  <a:pt x="317764" y="6668"/>
                  <a:pt x="317764" y="3810"/>
                  <a:pt x="316815" y="1905"/>
                </a:cubicBezTo>
                <a:close/>
                <a:moveTo>
                  <a:pt x="252314" y="120015"/>
                </a:moveTo>
                <a:lnTo>
                  <a:pt x="99598" y="120015"/>
                </a:lnTo>
                <a:cubicBezTo>
                  <a:pt x="90112" y="120015"/>
                  <a:pt x="82524" y="114300"/>
                  <a:pt x="80627" y="106680"/>
                </a:cubicBezTo>
                <a:lnTo>
                  <a:pt x="205835" y="106680"/>
                </a:lnTo>
                <a:cubicBezTo>
                  <a:pt x="208681" y="106680"/>
                  <a:pt x="212475" y="103822"/>
                  <a:pt x="212475" y="100013"/>
                </a:cubicBezTo>
                <a:lnTo>
                  <a:pt x="212475" y="78105"/>
                </a:lnTo>
                <a:cubicBezTo>
                  <a:pt x="212475" y="78105"/>
                  <a:pt x="212475" y="78105"/>
                  <a:pt x="252314" y="66675"/>
                </a:cubicBezTo>
                <a:lnTo>
                  <a:pt x="252314" y="120015"/>
                </a:lnTo>
                <a:close/>
                <a:moveTo>
                  <a:pt x="293101" y="40957"/>
                </a:moveTo>
                <a:cubicBezTo>
                  <a:pt x="293101" y="40957"/>
                  <a:pt x="293101" y="40957"/>
                  <a:pt x="257056" y="51435"/>
                </a:cubicBezTo>
                <a:cubicBezTo>
                  <a:pt x="257056" y="51435"/>
                  <a:pt x="257056" y="51435"/>
                  <a:pt x="257056" y="51435"/>
                </a:cubicBezTo>
                <a:cubicBezTo>
                  <a:pt x="244725" y="55245"/>
                  <a:pt x="227651" y="60007"/>
                  <a:pt x="204886" y="66675"/>
                </a:cubicBezTo>
                <a:cubicBezTo>
                  <a:pt x="202041" y="67628"/>
                  <a:pt x="200144" y="69532"/>
                  <a:pt x="200144" y="73343"/>
                </a:cubicBezTo>
                <a:lnTo>
                  <a:pt x="200144" y="93345"/>
                </a:lnTo>
                <a:lnTo>
                  <a:pt x="67347" y="93345"/>
                </a:lnTo>
                <a:lnTo>
                  <a:pt x="67347" y="40005"/>
                </a:lnTo>
                <a:cubicBezTo>
                  <a:pt x="67347" y="25718"/>
                  <a:pt x="78729" y="13335"/>
                  <a:pt x="93906" y="13335"/>
                </a:cubicBezTo>
                <a:lnTo>
                  <a:pt x="302587" y="13335"/>
                </a:lnTo>
                <a:lnTo>
                  <a:pt x="294050" y="40957"/>
                </a:lnTo>
                <a:close/>
                <a:moveTo>
                  <a:pt x="292153" y="80010"/>
                </a:moveTo>
                <a:lnTo>
                  <a:pt x="292153" y="106680"/>
                </a:lnTo>
                <a:cubicBezTo>
                  <a:pt x="292153" y="109538"/>
                  <a:pt x="288359" y="113347"/>
                  <a:pt x="285513" y="113347"/>
                </a:cubicBezTo>
                <a:cubicBezTo>
                  <a:pt x="282667" y="113347"/>
                  <a:pt x="278873" y="110490"/>
                  <a:pt x="278873" y="106680"/>
                </a:cubicBezTo>
                <a:lnTo>
                  <a:pt x="278873" y="80010"/>
                </a:lnTo>
                <a:cubicBezTo>
                  <a:pt x="278873" y="77153"/>
                  <a:pt x="280770" y="73343"/>
                  <a:pt x="285513" y="73343"/>
                </a:cubicBezTo>
                <a:cubicBezTo>
                  <a:pt x="290256" y="73343"/>
                  <a:pt x="292153" y="76200"/>
                  <a:pt x="292153" y="80010"/>
                </a:cubicBezTo>
                <a:close/>
                <a:moveTo>
                  <a:pt x="172636" y="153353"/>
                </a:moveTo>
                <a:cubicBezTo>
                  <a:pt x="172636" y="157163"/>
                  <a:pt x="168842" y="160020"/>
                  <a:pt x="165996" y="160020"/>
                </a:cubicBezTo>
                <a:lnTo>
                  <a:pt x="146076" y="160020"/>
                </a:lnTo>
                <a:lnTo>
                  <a:pt x="146076" y="220028"/>
                </a:lnTo>
                <a:cubicBezTo>
                  <a:pt x="146076" y="222885"/>
                  <a:pt x="144179" y="225743"/>
                  <a:pt x="140385" y="226695"/>
                </a:cubicBezTo>
                <a:cubicBezTo>
                  <a:pt x="55016" y="243840"/>
                  <a:pt x="24662" y="249555"/>
                  <a:pt x="13280" y="252413"/>
                </a:cubicBezTo>
                <a:lnTo>
                  <a:pt x="13280" y="274320"/>
                </a:lnTo>
                <a:cubicBezTo>
                  <a:pt x="13280" y="278130"/>
                  <a:pt x="9485" y="280988"/>
                  <a:pt x="6640" y="280988"/>
                </a:cubicBezTo>
                <a:cubicBezTo>
                  <a:pt x="3794" y="280988"/>
                  <a:pt x="0" y="277178"/>
                  <a:pt x="0" y="274320"/>
                </a:cubicBezTo>
                <a:lnTo>
                  <a:pt x="0" y="249555"/>
                </a:lnTo>
                <a:cubicBezTo>
                  <a:pt x="0" y="249555"/>
                  <a:pt x="0" y="248603"/>
                  <a:pt x="0" y="247650"/>
                </a:cubicBezTo>
                <a:cubicBezTo>
                  <a:pt x="0" y="245745"/>
                  <a:pt x="0" y="244793"/>
                  <a:pt x="0" y="243840"/>
                </a:cubicBezTo>
                <a:lnTo>
                  <a:pt x="0" y="220980"/>
                </a:lnTo>
                <a:cubicBezTo>
                  <a:pt x="0" y="217170"/>
                  <a:pt x="1897" y="214313"/>
                  <a:pt x="6640" y="214313"/>
                </a:cubicBezTo>
                <a:cubicBezTo>
                  <a:pt x="11383" y="214313"/>
                  <a:pt x="13280" y="218122"/>
                  <a:pt x="13280" y="220980"/>
                </a:cubicBezTo>
                <a:lnTo>
                  <a:pt x="13280" y="239078"/>
                </a:lnTo>
                <a:cubicBezTo>
                  <a:pt x="92322" y="223202"/>
                  <a:pt x="132161" y="215265"/>
                  <a:pt x="132797" y="215265"/>
                </a:cubicBezTo>
                <a:lnTo>
                  <a:pt x="132797" y="160972"/>
                </a:lnTo>
                <a:lnTo>
                  <a:pt x="112877" y="160972"/>
                </a:lnTo>
                <a:cubicBezTo>
                  <a:pt x="108134" y="160972"/>
                  <a:pt x="106237" y="157163"/>
                  <a:pt x="106237" y="154305"/>
                </a:cubicBezTo>
                <a:cubicBezTo>
                  <a:pt x="106237" y="151447"/>
                  <a:pt x="108134" y="147638"/>
                  <a:pt x="112877" y="147638"/>
                </a:cubicBezTo>
                <a:lnTo>
                  <a:pt x="165996" y="147638"/>
                </a:lnTo>
                <a:cubicBezTo>
                  <a:pt x="169790" y="147638"/>
                  <a:pt x="172636" y="151447"/>
                  <a:pt x="172636" y="15430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" name="Graphic 3">
            <a:extLst>
              <a:ext uri="{FF2B5EF4-FFF2-40B4-BE49-F238E27FC236}">
                <a16:creationId xmlns:a16="http://schemas.microsoft.com/office/drawing/2014/main" id="{88D267E5-8711-BB74-7DD0-97CFA94723A3}"/>
              </a:ext>
            </a:extLst>
          </p:cNvPr>
          <p:cNvSpPr/>
          <p:nvPr/>
        </p:nvSpPr>
        <p:spPr>
          <a:xfrm>
            <a:off x="7879614" y="821078"/>
            <a:ext cx="468978" cy="471952"/>
          </a:xfrm>
          <a:custGeom>
            <a:avLst/>
            <a:gdLst>
              <a:gd name="connsiteX0" fmla="*/ 58431 w 350203"/>
              <a:gd name="connsiteY0" fmla="*/ 198406 h 352424"/>
              <a:gd name="connsiteX1" fmla="*/ 58431 w 350203"/>
              <a:gd name="connsiteY1" fmla="*/ 154305 h 352424"/>
              <a:gd name="connsiteX2" fmla="*/ 87646 w 350203"/>
              <a:gd name="connsiteY2" fmla="*/ 124968 h 352424"/>
              <a:gd name="connsiteX3" fmla="*/ 121793 w 350203"/>
              <a:gd name="connsiteY3" fmla="*/ 124968 h 352424"/>
              <a:gd name="connsiteX4" fmla="*/ 192555 w 350203"/>
              <a:gd name="connsiteY4" fmla="*/ 54007 h 352424"/>
              <a:gd name="connsiteX5" fmla="*/ 201092 w 350203"/>
              <a:gd name="connsiteY5" fmla="*/ 51530 h 352424"/>
              <a:gd name="connsiteX6" fmla="*/ 204791 w 350203"/>
              <a:gd name="connsiteY6" fmla="*/ 58864 h 352424"/>
              <a:gd name="connsiteX7" fmla="*/ 204791 w 350203"/>
              <a:gd name="connsiteY7" fmla="*/ 110299 h 352424"/>
              <a:gd name="connsiteX8" fmla="*/ 197488 w 350203"/>
              <a:gd name="connsiteY8" fmla="*/ 117634 h 352424"/>
              <a:gd name="connsiteX9" fmla="*/ 190184 w 350203"/>
              <a:gd name="connsiteY9" fmla="*/ 110299 h 352424"/>
              <a:gd name="connsiteX10" fmla="*/ 190184 w 350203"/>
              <a:gd name="connsiteY10" fmla="*/ 76009 h 352424"/>
              <a:gd name="connsiteX11" fmla="*/ 130425 w 350203"/>
              <a:gd name="connsiteY11" fmla="*/ 137160 h 352424"/>
              <a:gd name="connsiteX12" fmla="*/ 124355 w 350203"/>
              <a:gd name="connsiteY12" fmla="*/ 139637 h 352424"/>
              <a:gd name="connsiteX13" fmla="*/ 87741 w 350203"/>
              <a:gd name="connsiteY13" fmla="*/ 139637 h 352424"/>
              <a:gd name="connsiteX14" fmla="*/ 73133 w 350203"/>
              <a:gd name="connsiteY14" fmla="*/ 154305 h 352424"/>
              <a:gd name="connsiteX15" fmla="*/ 73133 w 350203"/>
              <a:gd name="connsiteY15" fmla="*/ 198406 h 352424"/>
              <a:gd name="connsiteX16" fmla="*/ 87741 w 350203"/>
              <a:gd name="connsiteY16" fmla="*/ 213074 h 352424"/>
              <a:gd name="connsiteX17" fmla="*/ 95044 w 350203"/>
              <a:gd name="connsiteY17" fmla="*/ 220408 h 352424"/>
              <a:gd name="connsiteX18" fmla="*/ 87741 w 350203"/>
              <a:gd name="connsiteY18" fmla="*/ 227743 h 352424"/>
              <a:gd name="connsiteX19" fmla="*/ 58525 w 350203"/>
              <a:gd name="connsiteY19" fmla="*/ 198406 h 352424"/>
              <a:gd name="connsiteX20" fmla="*/ 197393 w 350203"/>
              <a:gd name="connsiteY20" fmla="*/ 205549 h 352424"/>
              <a:gd name="connsiteX21" fmla="*/ 190089 w 350203"/>
              <a:gd name="connsiteY21" fmla="*/ 212884 h 352424"/>
              <a:gd name="connsiteX22" fmla="*/ 190089 w 350203"/>
              <a:gd name="connsiteY22" fmla="*/ 274987 h 352424"/>
              <a:gd name="connsiteX23" fmla="*/ 167039 w 350203"/>
              <a:gd name="connsiteY23" fmla="*/ 251841 h 352424"/>
              <a:gd name="connsiteX24" fmla="*/ 156131 w 350203"/>
              <a:gd name="connsiteY24" fmla="*/ 251841 h 352424"/>
              <a:gd name="connsiteX25" fmla="*/ 156131 w 350203"/>
              <a:gd name="connsiteY25" fmla="*/ 261556 h 352424"/>
              <a:gd name="connsiteX26" fmla="*/ 192555 w 350203"/>
              <a:gd name="connsiteY26" fmla="*/ 298037 h 352424"/>
              <a:gd name="connsiteX27" fmla="*/ 197393 w 350203"/>
              <a:gd name="connsiteY27" fmla="*/ 300514 h 352424"/>
              <a:gd name="connsiteX28" fmla="*/ 200997 w 350203"/>
              <a:gd name="connsiteY28" fmla="*/ 299276 h 352424"/>
              <a:gd name="connsiteX29" fmla="*/ 204602 w 350203"/>
              <a:gd name="connsiteY29" fmla="*/ 293179 h 352424"/>
              <a:gd name="connsiteX30" fmla="*/ 204602 w 350203"/>
              <a:gd name="connsiteY30" fmla="*/ 212884 h 352424"/>
              <a:gd name="connsiteX31" fmla="*/ 197298 w 350203"/>
              <a:gd name="connsiteY31" fmla="*/ 205549 h 352424"/>
              <a:gd name="connsiteX32" fmla="*/ 350204 w 350203"/>
              <a:gd name="connsiteY32" fmla="*/ 176212 h 352424"/>
              <a:gd name="connsiteX33" fmla="*/ 175102 w 350203"/>
              <a:gd name="connsiteY33" fmla="*/ 352425 h 352424"/>
              <a:gd name="connsiteX34" fmla="*/ 0 w 350203"/>
              <a:gd name="connsiteY34" fmla="*/ 176212 h 352424"/>
              <a:gd name="connsiteX35" fmla="*/ 175102 w 350203"/>
              <a:gd name="connsiteY35" fmla="*/ 0 h 352424"/>
              <a:gd name="connsiteX36" fmla="*/ 350204 w 350203"/>
              <a:gd name="connsiteY36" fmla="*/ 176212 h 352424"/>
              <a:gd name="connsiteX37" fmla="*/ 60707 w 350203"/>
              <a:gd name="connsiteY37" fmla="*/ 288989 h 352424"/>
              <a:gd name="connsiteX38" fmla="*/ 287695 w 350203"/>
              <a:gd name="connsiteY38" fmla="*/ 61055 h 352424"/>
              <a:gd name="connsiteX39" fmla="*/ 175102 w 350203"/>
              <a:gd name="connsiteY39" fmla="*/ 14668 h 352424"/>
              <a:gd name="connsiteX40" fmla="*/ 14608 w 350203"/>
              <a:gd name="connsiteY40" fmla="*/ 176212 h 352424"/>
              <a:gd name="connsiteX41" fmla="*/ 60707 w 350203"/>
              <a:gd name="connsiteY41" fmla="*/ 288989 h 352424"/>
              <a:gd name="connsiteX42" fmla="*/ 335596 w 350203"/>
              <a:gd name="connsiteY42" fmla="*/ 176212 h 352424"/>
              <a:gd name="connsiteX43" fmla="*/ 297180 w 350203"/>
              <a:gd name="connsiteY43" fmla="*/ 71437 h 352424"/>
              <a:gd name="connsiteX44" fmla="*/ 71331 w 350203"/>
              <a:gd name="connsiteY44" fmla="*/ 298990 h 352424"/>
              <a:gd name="connsiteX45" fmla="*/ 175102 w 350203"/>
              <a:gd name="connsiteY45" fmla="*/ 337756 h 352424"/>
              <a:gd name="connsiteX46" fmla="*/ 335596 w 350203"/>
              <a:gd name="connsiteY46" fmla="*/ 176212 h 35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0203" h="352424">
                <a:moveTo>
                  <a:pt x="58431" y="198406"/>
                </a:moveTo>
                <a:lnTo>
                  <a:pt x="58431" y="154305"/>
                </a:lnTo>
                <a:cubicBezTo>
                  <a:pt x="58431" y="138398"/>
                  <a:pt x="71805" y="124968"/>
                  <a:pt x="87646" y="124968"/>
                </a:cubicBezTo>
                <a:lnTo>
                  <a:pt x="121793" y="124968"/>
                </a:lnTo>
                <a:lnTo>
                  <a:pt x="192555" y="54007"/>
                </a:lnTo>
                <a:cubicBezTo>
                  <a:pt x="195021" y="51530"/>
                  <a:pt x="197393" y="50292"/>
                  <a:pt x="201092" y="51530"/>
                </a:cubicBezTo>
                <a:cubicBezTo>
                  <a:pt x="203558" y="52768"/>
                  <a:pt x="204791" y="55245"/>
                  <a:pt x="204791" y="58864"/>
                </a:cubicBezTo>
                <a:lnTo>
                  <a:pt x="204791" y="110299"/>
                </a:lnTo>
                <a:cubicBezTo>
                  <a:pt x="204791" y="114014"/>
                  <a:pt x="202325" y="117634"/>
                  <a:pt x="197488" y="117634"/>
                </a:cubicBezTo>
                <a:cubicBezTo>
                  <a:pt x="193788" y="117634"/>
                  <a:pt x="190184" y="113919"/>
                  <a:pt x="190184" y="110299"/>
                </a:cubicBezTo>
                <a:lnTo>
                  <a:pt x="190184" y="76009"/>
                </a:lnTo>
                <a:lnTo>
                  <a:pt x="130425" y="137160"/>
                </a:lnTo>
                <a:cubicBezTo>
                  <a:pt x="129192" y="138398"/>
                  <a:pt x="126726" y="139637"/>
                  <a:pt x="124355" y="139637"/>
                </a:cubicBezTo>
                <a:lnTo>
                  <a:pt x="87741" y="139637"/>
                </a:lnTo>
                <a:cubicBezTo>
                  <a:pt x="80437" y="139637"/>
                  <a:pt x="73133" y="145733"/>
                  <a:pt x="73133" y="154305"/>
                </a:cubicBezTo>
                <a:lnTo>
                  <a:pt x="73133" y="198406"/>
                </a:lnTo>
                <a:cubicBezTo>
                  <a:pt x="73133" y="205740"/>
                  <a:pt x="80437" y="213074"/>
                  <a:pt x="87741" y="213074"/>
                </a:cubicBezTo>
                <a:cubicBezTo>
                  <a:pt x="92578" y="213074"/>
                  <a:pt x="95044" y="216789"/>
                  <a:pt x="95044" y="220408"/>
                </a:cubicBezTo>
                <a:cubicBezTo>
                  <a:pt x="95044" y="224028"/>
                  <a:pt x="92578" y="227743"/>
                  <a:pt x="87741" y="227743"/>
                </a:cubicBezTo>
                <a:cubicBezTo>
                  <a:pt x="71900" y="227743"/>
                  <a:pt x="58525" y="214312"/>
                  <a:pt x="58525" y="198406"/>
                </a:cubicBezTo>
                <a:close/>
                <a:moveTo>
                  <a:pt x="197393" y="205549"/>
                </a:moveTo>
                <a:cubicBezTo>
                  <a:pt x="193788" y="205549"/>
                  <a:pt x="190089" y="209169"/>
                  <a:pt x="190089" y="212884"/>
                </a:cubicBezTo>
                <a:lnTo>
                  <a:pt x="190089" y="274987"/>
                </a:lnTo>
                <a:lnTo>
                  <a:pt x="167039" y="251841"/>
                </a:lnTo>
                <a:cubicBezTo>
                  <a:pt x="163435" y="248222"/>
                  <a:pt x="159735" y="248222"/>
                  <a:pt x="156131" y="251841"/>
                </a:cubicBezTo>
                <a:cubicBezTo>
                  <a:pt x="153665" y="254318"/>
                  <a:pt x="153665" y="259175"/>
                  <a:pt x="156131" y="261556"/>
                </a:cubicBezTo>
                <a:lnTo>
                  <a:pt x="192555" y="298037"/>
                </a:lnTo>
                <a:cubicBezTo>
                  <a:pt x="193788" y="299276"/>
                  <a:pt x="196160" y="300514"/>
                  <a:pt x="197393" y="300514"/>
                </a:cubicBezTo>
                <a:cubicBezTo>
                  <a:pt x="198626" y="300514"/>
                  <a:pt x="199859" y="300514"/>
                  <a:pt x="200997" y="299276"/>
                </a:cubicBezTo>
                <a:cubicBezTo>
                  <a:pt x="203463" y="298037"/>
                  <a:pt x="204602" y="295656"/>
                  <a:pt x="204602" y="293179"/>
                </a:cubicBezTo>
                <a:lnTo>
                  <a:pt x="204602" y="212884"/>
                </a:lnTo>
                <a:cubicBezTo>
                  <a:pt x="204602" y="209264"/>
                  <a:pt x="202136" y="205549"/>
                  <a:pt x="197298" y="205549"/>
                </a:cubicBezTo>
                <a:close/>
                <a:moveTo>
                  <a:pt x="350204" y="176212"/>
                </a:moveTo>
                <a:cubicBezTo>
                  <a:pt x="350204" y="272891"/>
                  <a:pt x="272423" y="352425"/>
                  <a:pt x="175102" y="352425"/>
                </a:cubicBezTo>
                <a:cubicBezTo>
                  <a:pt x="77781" y="352425"/>
                  <a:pt x="0" y="272891"/>
                  <a:pt x="0" y="176212"/>
                </a:cubicBezTo>
                <a:cubicBezTo>
                  <a:pt x="0" y="79534"/>
                  <a:pt x="79014" y="0"/>
                  <a:pt x="175102" y="0"/>
                </a:cubicBezTo>
                <a:cubicBezTo>
                  <a:pt x="271190" y="0"/>
                  <a:pt x="350204" y="78295"/>
                  <a:pt x="350204" y="176212"/>
                </a:cubicBezTo>
                <a:close/>
                <a:moveTo>
                  <a:pt x="60707" y="288989"/>
                </a:moveTo>
                <a:lnTo>
                  <a:pt x="287695" y="61055"/>
                </a:lnTo>
                <a:cubicBezTo>
                  <a:pt x="258764" y="32385"/>
                  <a:pt x="219020" y="14668"/>
                  <a:pt x="175102" y="14668"/>
                </a:cubicBezTo>
                <a:cubicBezTo>
                  <a:pt x="87551" y="14668"/>
                  <a:pt x="14608" y="86868"/>
                  <a:pt x="14608" y="176212"/>
                </a:cubicBezTo>
                <a:cubicBezTo>
                  <a:pt x="14608" y="220123"/>
                  <a:pt x="32345" y="259937"/>
                  <a:pt x="60707" y="288989"/>
                </a:cubicBezTo>
                <a:close/>
                <a:moveTo>
                  <a:pt x="335596" y="176212"/>
                </a:moveTo>
                <a:cubicBezTo>
                  <a:pt x="335596" y="136112"/>
                  <a:pt x="321083" y="99631"/>
                  <a:pt x="297180" y="71437"/>
                </a:cubicBezTo>
                <a:lnTo>
                  <a:pt x="71331" y="298990"/>
                </a:lnTo>
                <a:cubicBezTo>
                  <a:pt x="99503" y="323088"/>
                  <a:pt x="135737" y="337756"/>
                  <a:pt x="175102" y="337756"/>
                </a:cubicBezTo>
                <a:cubicBezTo>
                  <a:pt x="263886" y="337756"/>
                  <a:pt x="335596" y="265557"/>
                  <a:pt x="335596" y="17621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" name="Graphic 3">
            <a:extLst>
              <a:ext uri="{FF2B5EF4-FFF2-40B4-BE49-F238E27FC236}">
                <a16:creationId xmlns:a16="http://schemas.microsoft.com/office/drawing/2014/main" id="{4035212A-D7F6-55AD-0664-6385A887D1BB}"/>
              </a:ext>
            </a:extLst>
          </p:cNvPr>
          <p:cNvSpPr/>
          <p:nvPr/>
        </p:nvSpPr>
        <p:spPr>
          <a:xfrm>
            <a:off x="7114426" y="821078"/>
            <a:ext cx="468978" cy="471952"/>
          </a:xfrm>
          <a:custGeom>
            <a:avLst/>
            <a:gdLst>
              <a:gd name="connsiteX0" fmla="*/ 58431 w 350203"/>
              <a:gd name="connsiteY0" fmla="*/ 198406 h 352424"/>
              <a:gd name="connsiteX1" fmla="*/ 58431 w 350203"/>
              <a:gd name="connsiteY1" fmla="*/ 154305 h 352424"/>
              <a:gd name="connsiteX2" fmla="*/ 87646 w 350203"/>
              <a:gd name="connsiteY2" fmla="*/ 124968 h 352424"/>
              <a:gd name="connsiteX3" fmla="*/ 121793 w 350203"/>
              <a:gd name="connsiteY3" fmla="*/ 124968 h 352424"/>
              <a:gd name="connsiteX4" fmla="*/ 192555 w 350203"/>
              <a:gd name="connsiteY4" fmla="*/ 54007 h 352424"/>
              <a:gd name="connsiteX5" fmla="*/ 201092 w 350203"/>
              <a:gd name="connsiteY5" fmla="*/ 51530 h 352424"/>
              <a:gd name="connsiteX6" fmla="*/ 204791 w 350203"/>
              <a:gd name="connsiteY6" fmla="*/ 58864 h 352424"/>
              <a:gd name="connsiteX7" fmla="*/ 204791 w 350203"/>
              <a:gd name="connsiteY7" fmla="*/ 110299 h 352424"/>
              <a:gd name="connsiteX8" fmla="*/ 197488 w 350203"/>
              <a:gd name="connsiteY8" fmla="*/ 117634 h 352424"/>
              <a:gd name="connsiteX9" fmla="*/ 190184 w 350203"/>
              <a:gd name="connsiteY9" fmla="*/ 110299 h 352424"/>
              <a:gd name="connsiteX10" fmla="*/ 190184 w 350203"/>
              <a:gd name="connsiteY10" fmla="*/ 76009 h 352424"/>
              <a:gd name="connsiteX11" fmla="*/ 130425 w 350203"/>
              <a:gd name="connsiteY11" fmla="*/ 137160 h 352424"/>
              <a:gd name="connsiteX12" fmla="*/ 124355 w 350203"/>
              <a:gd name="connsiteY12" fmla="*/ 139637 h 352424"/>
              <a:gd name="connsiteX13" fmla="*/ 87741 w 350203"/>
              <a:gd name="connsiteY13" fmla="*/ 139637 h 352424"/>
              <a:gd name="connsiteX14" fmla="*/ 73133 w 350203"/>
              <a:gd name="connsiteY14" fmla="*/ 154305 h 352424"/>
              <a:gd name="connsiteX15" fmla="*/ 73133 w 350203"/>
              <a:gd name="connsiteY15" fmla="*/ 198406 h 352424"/>
              <a:gd name="connsiteX16" fmla="*/ 87741 w 350203"/>
              <a:gd name="connsiteY16" fmla="*/ 213074 h 352424"/>
              <a:gd name="connsiteX17" fmla="*/ 95044 w 350203"/>
              <a:gd name="connsiteY17" fmla="*/ 220408 h 352424"/>
              <a:gd name="connsiteX18" fmla="*/ 87741 w 350203"/>
              <a:gd name="connsiteY18" fmla="*/ 227743 h 352424"/>
              <a:gd name="connsiteX19" fmla="*/ 58525 w 350203"/>
              <a:gd name="connsiteY19" fmla="*/ 198406 h 352424"/>
              <a:gd name="connsiteX20" fmla="*/ 197393 w 350203"/>
              <a:gd name="connsiteY20" fmla="*/ 205549 h 352424"/>
              <a:gd name="connsiteX21" fmla="*/ 190089 w 350203"/>
              <a:gd name="connsiteY21" fmla="*/ 212884 h 352424"/>
              <a:gd name="connsiteX22" fmla="*/ 190089 w 350203"/>
              <a:gd name="connsiteY22" fmla="*/ 274987 h 352424"/>
              <a:gd name="connsiteX23" fmla="*/ 167039 w 350203"/>
              <a:gd name="connsiteY23" fmla="*/ 251841 h 352424"/>
              <a:gd name="connsiteX24" fmla="*/ 156131 w 350203"/>
              <a:gd name="connsiteY24" fmla="*/ 251841 h 352424"/>
              <a:gd name="connsiteX25" fmla="*/ 156131 w 350203"/>
              <a:gd name="connsiteY25" fmla="*/ 261556 h 352424"/>
              <a:gd name="connsiteX26" fmla="*/ 192555 w 350203"/>
              <a:gd name="connsiteY26" fmla="*/ 298037 h 352424"/>
              <a:gd name="connsiteX27" fmla="*/ 197393 w 350203"/>
              <a:gd name="connsiteY27" fmla="*/ 300514 h 352424"/>
              <a:gd name="connsiteX28" fmla="*/ 200997 w 350203"/>
              <a:gd name="connsiteY28" fmla="*/ 299276 h 352424"/>
              <a:gd name="connsiteX29" fmla="*/ 204602 w 350203"/>
              <a:gd name="connsiteY29" fmla="*/ 293179 h 352424"/>
              <a:gd name="connsiteX30" fmla="*/ 204602 w 350203"/>
              <a:gd name="connsiteY30" fmla="*/ 212884 h 352424"/>
              <a:gd name="connsiteX31" fmla="*/ 197298 w 350203"/>
              <a:gd name="connsiteY31" fmla="*/ 205549 h 352424"/>
              <a:gd name="connsiteX32" fmla="*/ 350204 w 350203"/>
              <a:gd name="connsiteY32" fmla="*/ 176212 h 352424"/>
              <a:gd name="connsiteX33" fmla="*/ 175102 w 350203"/>
              <a:gd name="connsiteY33" fmla="*/ 352425 h 352424"/>
              <a:gd name="connsiteX34" fmla="*/ 0 w 350203"/>
              <a:gd name="connsiteY34" fmla="*/ 176212 h 352424"/>
              <a:gd name="connsiteX35" fmla="*/ 175102 w 350203"/>
              <a:gd name="connsiteY35" fmla="*/ 0 h 352424"/>
              <a:gd name="connsiteX36" fmla="*/ 350204 w 350203"/>
              <a:gd name="connsiteY36" fmla="*/ 176212 h 352424"/>
              <a:gd name="connsiteX37" fmla="*/ 60707 w 350203"/>
              <a:gd name="connsiteY37" fmla="*/ 288989 h 352424"/>
              <a:gd name="connsiteX38" fmla="*/ 287695 w 350203"/>
              <a:gd name="connsiteY38" fmla="*/ 61055 h 352424"/>
              <a:gd name="connsiteX39" fmla="*/ 175102 w 350203"/>
              <a:gd name="connsiteY39" fmla="*/ 14668 h 352424"/>
              <a:gd name="connsiteX40" fmla="*/ 14608 w 350203"/>
              <a:gd name="connsiteY40" fmla="*/ 176212 h 352424"/>
              <a:gd name="connsiteX41" fmla="*/ 60707 w 350203"/>
              <a:gd name="connsiteY41" fmla="*/ 288989 h 352424"/>
              <a:gd name="connsiteX42" fmla="*/ 335596 w 350203"/>
              <a:gd name="connsiteY42" fmla="*/ 176212 h 352424"/>
              <a:gd name="connsiteX43" fmla="*/ 297180 w 350203"/>
              <a:gd name="connsiteY43" fmla="*/ 71437 h 352424"/>
              <a:gd name="connsiteX44" fmla="*/ 71331 w 350203"/>
              <a:gd name="connsiteY44" fmla="*/ 298990 h 352424"/>
              <a:gd name="connsiteX45" fmla="*/ 175102 w 350203"/>
              <a:gd name="connsiteY45" fmla="*/ 337756 h 352424"/>
              <a:gd name="connsiteX46" fmla="*/ 335596 w 350203"/>
              <a:gd name="connsiteY46" fmla="*/ 176212 h 35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0203" h="352424">
                <a:moveTo>
                  <a:pt x="58431" y="198406"/>
                </a:moveTo>
                <a:lnTo>
                  <a:pt x="58431" y="154305"/>
                </a:lnTo>
                <a:cubicBezTo>
                  <a:pt x="58431" y="138398"/>
                  <a:pt x="71805" y="124968"/>
                  <a:pt x="87646" y="124968"/>
                </a:cubicBezTo>
                <a:lnTo>
                  <a:pt x="121793" y="124968"/>
                </a:lnTo>
                <a:lnTo>
                  <a:pt x="192555" y="54007"/>
                </a:lnTo>
                <a:cubicBezTo>
                  <a:pt x="195021" y="51530"/>
                  <a:pt x="197393" y="50292"/>
                  <a:pt x="201092" y="51530"/>
                </a:cubicBezTo>
                <a:cubicBezTo>
                  <a:pt x="203558" y="52768"/>
                  <a:pt x="204791" y="55245"/>
                  <a:pt x="204791" y="58864"/>
                </a:cubicBezTo>
                <a:lnTo>
                  <a:pt x="204791" y="110299"/>
                </a:lnTo>
                <a:cubicBezTo>
                  <a:pt x="204791" y="114014"/>
                  <a:pt x="202325" y="117634"/>
                  <a:pt x="197488" y="117634"/>
                </a:cubicBezTo>
                <a:cubicBezTo>
                  <a:pt x="193788" y="117634"/>
                  <a:pt x="190184" y="113919"/>
                  <a:pt x="190184" y="110299"/>
                </a:cubicBezTo>
                <a:lnTo>
                  <a:pt x="190184" y="76009"/>
                </a:lnTo>
                <a:lnTo>
                  <a:pt x="130425" y="137160"/>
                </a:lnTo>
                <a:cubicBezTo>
                  <a:pt x="129192" y="138398"/>
                  <a:pt x="126726" y="139637"/>
                  <a:pt x="124355" y="139637"/>
                </a:cubicBezTo>
                <a:lnTo>
                  <a:pt x="87741" y="139637"/>
                </a:lnTo>
                <a:cubicBezTo>
                  <a:pt x="80437" y="139637"/>
                  <a:pt x="73133" y="145733"/>
                  <a:pt x="73133" y="154305"/>
                </a:cubicBezTo>
                <a:lnTo>
                  <a:pt x="73133" y="198406"/>
                </a:lnTo>
                <a:cubicBezTo>
                  <a:pt x="73133" y="205740"/>
                  <a:pt x="80437" y="213074"/>
                  <a:pt x="87741" y="213074"/>
                </a:cubicBezTo>
                <a:cubicBezTo>
                  <a:pt x="92578" y="213074"/>
                  <a:pt x="95044" y="216789"/>
                  <a:pt x="95044" y="220408"/>
                </a:cubicBezTo>
                <a:cubicBezTo>
                  <a:pt x="95044" y="224028"/>
                  <a:pt x="92578" y="227743"/>
                  <a:pt x="87741" y="227743"/>
                </a:cubicBezTo>
                <a:cubicBezTo>
                  <a:pt x="71900" y="227743"/>
                  <a:pt x="58525" y="214312"/>
                  <a:pt x="58525" y="198406"/>
                </a:cubicBezTo>
                <a:close/>
                <a:moveTo>
                  <a:pt x="197393" y="205549"/>
                </a:moveTo>
                <a:cubicBezTo>
                  <a:pt x="193788" y="205549"/>
                  <a:pt x="190089" y="209169"/>
                  <a:pt x="190089" y="212884"/>
                </a:cubicBezTo>
                <a:lnTo>
                  <a:pt x="190089" y="274987"/>
                </a:lnTo>
                <a:lnTo>
                  <a:pt x="167039" y="251841"/>
                </a:lnTo>
                <a:cubicBezTo>
                  <a:pt x="163435" y="248222"/>
                  <a:pt x="159735" y="248222"/>
                  <a:pt x="156131" y="251841"/>
                </a:cubicBezTo>
                <a:cubicBezTo>
                  <a:pt x="153665" y="254318"/>
                  <a:pt x="153665" y="259175"/>
                  <a:pt x="156131" y="261556"/>
                </a:cubicBezTo>
                <a:lnTo>
                  <a:pt x="192555" y="298037"/>
                </a:lnTo>
                <a:cubicBezTo>
                  <a:pt x="193788" y="299276"/>
                  <a:pt x="196160" y="300514"/>
                  <a:pt x="197393" y="300514"/>
                </a:cubicBezTo>
                <a:cubicBezTo>
                  <a:pt x="198626" y="300514"/>
                  <a:pt x="199859" y="300514"/>
                  <a:pt x="200997" y="299276"/>
                </a:cubicBezTo>
                <a:cubicBezTo>
                  <a:pt x="203463" y="298037"/>
                  <a:pt x="204602" y="295656"/>
                  <a:pt x="204602" y="293179"/>
                </a:cubicBezTo>
                <a:lnTo>
                  <a:pt x="204602" y="212884"/>
                </a:lnTo>
                <a:cubicBezTo>
                  <a:pt x="204602" y="209264"/>
                  <a:pt x="202136" y="205549"/>
                  <a:pt x="197298" y="205549"/>
                </a:cubicBezTo>
                <a:close/>
                <a:moveTo>
                  <a:pt x="350204" y="176212"/>
                </a:moveTo>
                <a:cubicBezTo>
                  <a:pt x="350204" y="272891"/>
                  <a:pt x="272423" y="352425"/>
                  <a:pt x="175102" y="352425"/>
                </a:cubicBezTo>
                <a:cubicBezTo>
                  <a:pt x="77781" y="352425"/>
                  <a:pt x="0" y="272891"/>
                  <a:pt x="0" y="176212"/>
                </a:cubicBezTo>
                <a:cubicBezTo>
                  <a:pt x="0" y="79534"/>
                  <a:pt x="79014" y="0"/>
                  <a:pt x="175102" y="0"/>
                </a:cubicBezTo>
                <a:cubicBezTo>
                  <a:pt x="271190" y="0"/>
                  <a:pt x="350204" y="78295"/>
                  <a:pt x="350204" y="176212"/>
                </a:cubicBezTo>
                <a:close/>
                <a:moveTo>
                  <a:pt x="60707" y="288989"/>
                </a:moveTo>
                <a:lnTo>
                  <a:pt x="287695" y="61055"/>
                </a:lnTo>
                <a:cubicBezTo>
                  <a:pt x="258764" y="32385"/>
                  <a:pt x="219020" y="14668"/>
                  <a:pt x="175102" y="14668"/>
                </a:cubicBezTo>
                <a:cubicBezTo>
                  <a:pt x="87551" y="14668"/>
                  <a:pt x="14608" y="86868"/>
                  <a:pt x="14608" y="176212"/>
                </a:cubicBezTo>
                <a:cubicBezTo>
                  <a:pt x="14608" y="220123"/>
                  <a:pt x="32345" y="259937"/>
                  <a:pt x="60707" y="288989"/>
                </a:cubicBezTo>
                <a:close/>
                <a:moveTo>
                  <a:pt x="335596" y="176212"/>
                </a:moveTo>
                <a:cubicBezTo>
                  <a:pt x="335596" y="136112"/>
                  <a:pt x="321083" y="99631"/>
                  <a:pt x="297180" y="71437"/>
                </a:cubicBezTo>
                <a:lnTo>
                  <a:pt x="71331" y="298990"/>
                </a:lnTo>
                <a:cubicBezTo>
                  <a:pt x="99503" y="323088"/>
                  <a:pt x="135737" y="337756"/>
                  <a:pt x="175102" y="337756"/>
                </a:cubicBezTo>
                <a:cubicBezTo>
                  <a:pt x="263886" y="337756"/>
                  <a:pt x="335596" y="265557"/>
                  <a:pt x="335596" y="17621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3">
            <a:extLst>
              <a:ext uri="{FF2B5EF4-FFF2-40B4-BE49-F238E27FC236}">
                <a16:creationId xmlns:a16="http://schemas.microsoft.com/office/drawing/2014/main" id="{51BB25DB-F405-2601-3B72-3AFEF2BEB38E}"/>
              </a:ext>
            </a:extLst>
          </p:cNvPr>
          <p:cNvSpPr/>
          <p:nvPr/>
        </p:nvSpPr>
        <p:spPr>
          <a:xfrm>
            <a:off x="7879614" y="1429403"/>
            <a:ext cx="468978" cy="471952"/>
          </a:xfrm>
          <a:custGeom>
            <a:avLst/>
            <a:gdLst>
              <a:gd name="connsiteX0" fmla="*/ 58431 w 350203"/>
              <a:gd name="connsiteY0" fmla="*/ 198406 h 352424"/>
              <a:gd name="connsiteX1" fmla="*/ 58431 w 350203"/>
              <a:gd name="connsiteY1" fmla="*/ 154305 h 352424"/>
              <a:gd name="connsiteX2" fmla="*/ 87646 w 350203"/>
              <a:gd name="connsiteY2" fmla="*/ 124968 h 352424"/>
              <a:gd name="connsiteX3" fmla="*/ 121793 w 350203"/>
              <a:gd name="connsiteY3" fmla="*/ 124968 h 352424"/>
              <a:gd name="connsiteX4" fmla="*/ 192555 w 350203"/>
              <a:gd name="connsiteY4" fmla="*/ 54007 h 352424"/>
              <a:gd name="connsiteX5" fmla="*/ 201092 w 350203"/>
              <a:gd name="connsiteY5" fmla="*/ 51530 h 352424"/>
              <a:gd name="connsiteX6" fmla="*/ 204791 w 350203"/>
              <a:gd name="connsiteY6" fmla="*/ 58864 h 352424"/>
              <a:gd name="connsiteX7" fmla="*/ 204791 w 350203"/>
              <a:gd name="connsiteY7" fmla="*/ 110299 h 352424"/>
              <a:gd name="connsiteX8" fmla="*/ 197488 w 350203"/>
              <a:gd name="connsiteY8" fmla="*/ 117634 h 352424"/>
              <a:gd name="connsiteX9" fmla="*/ 190184 w 350203"/>
              <a:gd name="connsiteY9" fmla="*/ 110299 h 352424"/>
              <a:gd name="connsiteX10" fmla="*/ 190184 w 350203"/>
              <a:gd name="connsiteY10" fmla="*/ 76009 h 352424"/>
              <a:gd name="connsiteX11" fmla="*/ 130425 w 350203"/>
              <a:gd name="connsiteY11" fmla="*/ 137160 h 352424"/>
              <a:gd name="connsiteX12" fmla="*/ 124355 w 350203"/>
              <a:gd name="connsiteY12" fmla="*/ 139637 h 352424"/>
              <a:gd name="connsiteX13" fmla="*/ 87741 w 350203"/>
              <a:gd name="connsiteY13" fmla="*/ 139637 h 352424"/>
              <a:gd name="connsiteX14" fmla="*/ 73133 w 350203"/>
              <a:gd name="connsiteY14" fmla="*/ 154305 h 352424"/>
              <a:gd name="connsiteX15" fmla="*/ 73133 w 350203"/>
              <a:gd name="connsiteY15" fmla="*/ 198406 h 352424"/>
              <a:gd name="connsiteX16" fmla="*/ 87741 w 350203"/>
              <a:gd name="connsiteY16" fmla="*/ 213074 h 352424"/>
              <a:gd name="connsiteX17" fmla="*/ 95044 w 350203"/>
              <a:gd name="connsiteY17" fmla="*/ 220408 h 352424"/>
              <a:gd name="connsiteX18" fmla="*/ 87741 w 350203"/>
              <a:gd name="connsiteY18" fmla="*/ 227743 h 352424"/>
              <a:gd name="connsiteX19" fmla="*/ 58525 w 350203"/>
              <a:gd name="connsiteY19" fmla="*/ 198406 h 352424"/>
              <a:gd name="connsiteX20" fmla="*/ 197393 w 350203"/>
              <a:gd name="connsiteY20" fmla="*/ 205549 h 352424"/>
              <a:gd name="connsiteX21" fmla="*/ 190089 w 350203"/>
              <a:gd name="connsiteY21" fmla="*/ 212884 h 352424"/>
              <a:gd name="connsiteX22" fmla="*/ 190089 w 350203"/>
              <a:gd name="connsiteY22" fmla="*/ 274987 h 352424"/>
              <a:gd name="connsiteX23" fmla="*/ 167039 w 350203"/>
              <a:gd name="connsiteY23" fmla="*/ 251841 h 352424"/>
              <a:gd name="connsiteX24" fmla="*/ 156131 w 350203"/>
              <a:gd name="connsiteY24" fmla="*/ 251841 h 352424"/>
              <a:gd name="connsiteX25" fmla="*/ 156131 w 350203"/>
              <a:gd name="connsiteY25" fmla="*/ 261556 h 352424"/>
              <a:gd name="connsiteX26" fmla="*/ 192555 w 350203"/>
              <a:gd name="connsiteY26" fmla="*/ 298037 h 352424"/>
              <a:gd name="connsiteX27" fmla="*/ 197393 w 350203"/>
              <a:gd name="connsiteY27" fmla="*/ 300514 h 352424"/>
              <a:gd name="connsiteX28" fmla="*/ 200997 w 350203"/>
              <a:gd name="connsiteY28" fmla="*/ 299276 h 352424"/>
              <a:gd name="connsiteX29" fmla="*/ 204602 w 350203"/>
              <a:gd name="connsiteY29" fmla="*/ 293179 h 352424"/>
              <a:gd name="connsiteX30" fmla="*/ 204602 w 350203"/>
              <a:gd name="connsiteY30" fmla="*/ 212884 h 352424"/>
              <a:gd name="connsiteX31" fmla="*/ 197298 w 350203"/>
              <a:gd name="connsiteY31" fmla="*/ 205549 h 352424"/>
              <a:gd name="connsiteX32" fmla="*/ 350204 w 350203"/>
              <a:gd name="connsiteY32" fmla="*/ 176212 h 352424"/>
              <a:gd name="connsiteX33" fmla="*/ 175102 w 350203"/>
              <a:gd name="connsiteY33" fmla="*/ 352425 h 352424"/>
              <a:gd name="connsiteX34" fmla="*/ 0 w 350203"/>
              <a:gd name="connsiteY34" fmla="*/ 176212 h 352424"/>
              <a:gd name="connsiteX35" fmla="*/ 175102 w 350203"/>
              <a:gd name="connsiteY35" fmla="*/ 0 h 352424"/>
              <a:gd name="connsiteX36" fmla="*/ 350204 w 350203"/>
              <a:gd name="connsiteY36" fmla="*/ 176212 h 352424"/>
              <a:gd name="connsiteX37" fmla="*/ 60707 w 350203"/>
              <a:gd name="connsiteY37" fmla="*/ 288989 h 352424"/>
              <a:gd name="connsiteX38" fmla="*/ 287695 w 350203"/>
              <a:gd name="connsiteY38" fmla="*/ 61055 h 352424"/>
              <a:gd name="connsiteX39" fmla="*/ 175102 w 350203"/>
              <a:gd name="connsiteY39" fmla="*/ 14668 h 352424"/>
              <a:gd name="connsiteX40" fmla="*/ 14608 w 350203"/>
              <a:gd name="connsiteY40" fmla="*/ 176212 h 352424"/>
              <a:gd name="connsiteX41" fmla="*/ 60707 w 350203"/>
              <a:gd name="connsiteY41" fmla="*/ 288989 h 352424"/>
              <a:gd name="connsiteX42" fmla="*/ 335596 w 350203"/>
              <a:gd name="connsiteY42" fmla="*/ 176212 h 352424"/>
              <a:gd name="connsiteX43" fmla="*/ 297180 w 350203"/>
              <a:gd name="connsiteY43" fmla="*/ 71437 h 352424"/>
              <a:gd name="connsiteX44" fmla="*/ 71331 w 350203"/>
              <a:gd name="connsiteY44" fmla="*/ 298990 h 352424"/>
              <a:gd name="connsiteX45" fmla="*/ 175102 w 350203"/>
              <a:gd name="connsiteY45" fmla="*/ 337756 h 352424"/>
              <a:gd name="connsiteX46" fmla="*/ 335596 w 350203"/>
              <a:gd name="connsiteY46" fmla="*/ 176212 h 35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0203" h="352424">
                <a:moveTo>
                  <a:pt x="58431" y="198406"/>
                </a:moveTo>
                <a:lnTo>
                  <a:pt x="58431" y="154305"/>
                </a:lnTo>
                <a:cubicBezTo>
                  <a:pt x="58431" y="138398"/>
                  <a:pt x="71805" y="124968"/>
                  <a:pt x="87646" y="124968"/>
                </a:cubicBezTo>
                <a:lnTo>
                  <a:pt x="121793" y="124968"/>
                </a:lnTo>
                <a:lnTo>
                  <a:pt x="192555" y="54007"/>
                </a:lnTo>
                <a:cubicBezTo>
                  <a:pt x="195021" y="51530"/>
                  <a:pt x="197393" y="50292"/>
                  <a:pt x="201092" y="51530"/>
                </a:cubicBezTo>
                <a:cubicBezTo>
                  <a:pt x="203558" y="52768"/>
                  <a:pt x="204791" y="55245"/>
                  <a:pt x="204791" y="58864"/>
                </a:cubicBezTo>
                <a:lnTo>
                  <a:pt x="204791" y="110299"/>
                </a:lnTo>
                <a:cubicBezTo>
                  <a:pt x="204791" y="114014"/>
                  <a:pt x="202325" y="117634"/>
                  <a:pt x="197488" y="117634"/>
                </a:cubicBezTo>
                <a:cubicBezTo>
                  <a:pt x="193788" y="117634"/>
                  <a:pt x="190184" y="113919"/>
                  <a:pt x="190184" y="110299"/>
                </a:cubicBezTo>
                <a:lnTo>
                  <a:pt x="190184" y="76009"/>
                </a:lnTo>
                <a:lnTo>
                  <a:pt x="130425" y="137160"/>
                </a:lnTo>
                <a:cubicBezTo>
                  <a:pt x="129192" y="138398"/>
                  <a:pt x="126726" y="139637"/>
                  <a:pt x="124355" y="139637"/>
                </a:cubicBezTo>
                <a:lnTo>
                  <a:pt x="87741" y="139637"/>
                </a:lnTo>
                <a:cubicBezTo>
                  <a:pt x="80437" y="139637"/>
                  <a:pt x="73133" y="145733"/>
                  <a:pt x="73133" y="154305"/>
                </a:cubicBezTo>
                <a:lnTo>
                  <a:pt x="73133" y="198406"/>
                </a:lnTo>
                <a:cubicBezTo>
                  <a:pt x="73133" y="205740"/>
                  <a:pt x="80437" y="213074"/>
                  <a:pt x="87741" y="213074"/>
                </a:cubicBezTo>
                <a:cubicBezTo>
                  <a:pt x="92578" y="213074"/>
                  <a:pt x="95044" y="216789"/>
                  <a:pt x="95044" y="220408"/>
                </a:cubicBezTo>
                <a:cubicBezTo>
                  <a:pt x="95044" y="224028"/>
                  <a:pt x="92578" y="227743"/>
                  <a:pt x="87741" y="227743"/>
                </a:cubicBezTo>
                <a:cubicBezTo>
                  <a:pt x="71900" y="227743"/>
                  <a:pt x="58525" y="214312"/>
                  <a:pt x="58525" y="198406"/>
                </a:cubicBezTo>
                <a:close/>
                <a:moveTo>
                  <a:pt x="197393" y="205549"/>
                </a:moveTo>
                <a:cubicBezTo>
                  <a:pt x="193788" y="205549"/>
                  <a:pt x="190089" y="209169"/>
                  <a:pt x="190089" y="212884"/>
                </a:cubicBezTo>
                <a:lnTo>
                  <a:pt x="190089" y="274987"/>
                </a:lnTo>
                <a:lnTo>
                  <a:pt x="167039" y="251841"/>
                </a:lnTo>
                <a:cubicBezTo>
                  <a:pt x="163435" y="248222"/>
                  <a:pt x="159735" y="248222"/>
                  <a:pt x="156131" y="251841"/>
                </a:cubicBezTo>
                <a:cubicBezTo>
                  <a:pt x="153665" y="254318"/>
                  <a:pt x="153665" y="259175"/>
                  <a:pt x="156131" y="261556"/>
                </a:cubicBezTo>
                <a:lnTo>
                  <a:pt x="192555" y="298037"/>
                </a:lnTo>
                <a:cubicBezTo>
                  <a:pt x="193788" y="299276"/>
                  <a:pt x="196160" y="300514"/>
                  <a:pt x="197393" y="300514"/>
                </a:cubicBezTo>
                <a:cubicBezTo>
                  <a:pt x="198626" y="300514"/>
                  <a:pt x="199859" y="300514"/>
                  <a:pt x="200997" y="299276"/>
                </a:cubicBezTo>
                <a:cubicBezTo>
                  <a:pt x="203463" y="298037"/>
                  <a:pt x="204602" y="295656"/>
                  <a:pt x="204602" y="293179"/>
                </a:cubicBezTo>
                <a:lnTo>
                  <a:pt x="204602" y="212884"/>
                </a:lnTo>
                <a:cubicBezTo>
                  <a:pt x="204602" y="209264"/>
                  <a:pt x="202136" y="205549"/>
                  <a:pt x="197298" y="205549"/>
                </a:cubicBezTo>
                <a:close/>
                <a:moveTo>
                  <a:pt x="350204" y="176212"/>
                </a:moveTo>
                <a:cubicBezTo>
                  <a:pt x="350204" y="272891"/>
                  <a:pt x="272423" y="352425"/>
                  <a:pt x="175102" y="352425"/>
                </a:cubicBezTo>
                <a:cubicBezTo>
                  <a:pt x="77781" y="352425"/>
                  <a:pt x="0" y="272891"/>
                  <a:pt x="0" y="176212"/>
                </a:cubicBezTo>
                <a:cubicBezTo>
                  <a:pt x="0" y="79534"/>
                  <a:pt x="79014" y="0"/>
                  <a:pt x="175102" y="0"/>
                </a:cubicBezTo>
                <a:cubicBezTo>
                  <a:pt x="271190" y="0"/>
                  <a:pt x="350204" y="78295"/>
                  <a:pt x="350204" y="176212"/>
                </a:cubicBezTo>
                <a:close/>
                <a:moveTo>
                  <a:pt x="60707" y="288989"/>
                </a:moveTo>
                <a:lnTo>
                  <a:pt x="287695" y="61055"/>
                </a:lnTo>
                <a:cubicBezTo>
                  <a:pt x="258764" y="32385"/>
                  <a:pt x="219020" y="14668"/>
                  <a:pt x="175102" y="14668"/>
                </a:cubicBezTo>
                <a:cubicBezTo>
                  <a:pt x="87551" y="14668"/>
                  <a:pt x="14608" y="86868"/>
                  <a:pt x="14608" y="176212"/>
                </a:cubicBezTo>
                <a:cubicBezTo>
                  <a:pt x="14608" y="220123"/>
                  <a:pt x="32345" y="259937"/>
                  <a:pt x="60707" y="288989"/>
                </a:cubicBezTo>
                <a:close/>
                <a:moveTo>
                  <a:pt x="335596" y="176212"/>
                </a:moveTo>
                <a:cubicBezTo>
                  <a:pt x="335596" y="136112"/>
                  <a:pt x="321083" y="99631"/>
                  <a:pt x="297180" y="71437"/>
                </a:cubicBezTo>
                <a:lnTo>
                  <a:pt x="71331" y="298990"/>
                </a:lnTo>
                <a:cubicBezTo>
                  <a:pt x="99503" y="323088"/>
                  <a:pt x="135737" y="337756"/>
                  <a:pt x="175102" y="337756"/>
                </a:cubicBezTo>
                <a:cubicBezTo>
                  <a:pt x="263886" y="337756"/>
                  <a:pt x="335596" y="265557"/>
                  <a:pt x="335596" y="17621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" name="Graphic 3">
            <a:extLst>
              <a:ext uri="{FF2B5EF4-FFF2-40B4-BE49-F238E27FC236}">
                <a16:creationId xmlns:a16="http://schemas.microsoft.com/office/drawing/2014/main" id="{2BEB0F58-27AD-1CE5-DB06-3099A0525782}"/>
              </a:ext>
            </a:extLst>
          </p:cNvPr>
          <p:cNvSpPr/>
          <p:nvPr/>
        </p:nvSpPr>
        <p:spPr>
          <a:xfrm>
            <a:off x="7114426" y="1429403"/>
            <a:ext cx="468978" cy="471952"/>
          </a:xfrm>
          <a:custGeom>
            <a:avLst/>
            <a:gdLst>
              <a:gd name="connsiteX0" fmla="*/ 58431 w 350203"/>
              <a:gd name="connsiteY0" fmla="*/ 198406 h 352424"/>
              <a:gd name="connsiteX1" fmla="*/ 58431 w 350203"/>
              <a:gd name="connsiteY1" fmla="*/ 154305 h 352424"/>
              <a:gd name="connsiteX2" fmla="*/ 87646 w 350203"/>
              <a:gd name="connsiteY2" fmla="*/ 124968 h 352424"/>
              <a:gd name="connsiteX3" fmla="*/ 121793 w 350203"/>
              <a:gd name="connsiteY3" fmla="*/ 124968 h 352424"/>
              <a:gd name="connsiteX4" fmla="*/ 192555 w 350203"/>
              <a:gd name="connsiteY4" fmla="*/ 54007 h 352424"/>
              <a:gd name="connsiteX5" fmla="*/ 201092 w 350203"/>
              <a:gd name="connsiteY5" fmla="*/ 51530 h 352424"/>
              <a:gd name="connsiteX6" fmla="*/ 204791 w 350203"/>
              <a:gd name="connsiteY6" fmla="*/ 58864 h 352424"/>
              <a:gd name="connsiteX7" fmla="*/ 204791 w 350203"/>
              <a:gd name="connsiteY7" fmla="*/ 110299 h 352424"/>
              <a:gd name="connsiteX8" fmla="*/ 197488 w 350203"/>
              <a:gd name="connsiteY8" fmla="*/ 117634 h 352424"/>
              <a:gd name="connsiteX9" fmla="*/ 190184 w 350203"/>
              <a:gd name="connsiteY9" fmla="*/ 110299 h 352424"/>
              <a:gd name="connsiteX10" fmla="*/ 190184 w 350203"/>
              <a:gd name="connsiteY10" fmla="*/ 76009 h 352424"/>
              <a:gd name="connsiteX11" fmla="*/ 130425 w 350203"/>
              <a:gd name="connsiteY11" fmla="*/ 137160 h 352424"/>
              <a:gd name="connsiteX12" fmla="*/ 124355 w 350203"/>
              <a:gd name="connsiteY12" fmla="*/ 139637 h 352424"/>
              <a:gd name="connsiteX13" fmla="*/ 87741 w 350203"/>
              <a:gd name="connsiteY13" fmla="*/ 139637 h 352424"/>
              <a:gd name="connsiteX14" fmla="*/ 73133 w 350203"/>
              <a:gd name="connsiteY14" fmla="*/ 154305 h 352424"/>
              <a:gd name="connsiteX15" fmla="*/ 73133 w 350203"/>
              <a:gd name="connsiteY15" fmla="*/ 198406 h 352424"/>
              <a:gd name="connsiteX16" fmla="*/ 87741 w 350203"/>
              <a:gd name="connsiteY16" fmla="*/ 213074 h 352424"/>
              <a:gd name="connsiteX17" fmla="*/ 95044 w 350203"/>
              <a:gd name="connsiteY17" fmla="*/ 220408 h 352424"/>
              <a:gd name="connsiteX18" fmla="*/ 87741 w 350203"/>
              <a:gd name="connsiteY18" fmla="*/ 227743 h 352424"/>
              <a:gd name="connsiteX19" fmla="*/ 58525 w 350203"/>
              <a:gd name="connsiteY19" fmla="*/ 198406 h 352424"/>
              <a:gd name="connsiteX20" fmla="*/ 197393 w 350203"/>
              <a:gd name="connsiteY20" fmla="*/ 205549 h 352424"/>
              <a:gd name="connsiteX21" fmla="*/ 190089 w 350203"/>
              <a:gd name="connsiteY21" fmla="*/ 212884 h 352424"/>
              <a:gd name="connsiteX22" fmla="*/ 190089 w 350203"/>
              <a:gd name="connsiteY22" fmla="*/ 274987 h 352424"/>
              <a:gd name="connsiteX23" fmla="*/ 167039 w 350203"/>
              <a:gd name="connsiteY23" fmla="*/ 251841 h 352424"/>
              <a:gd name="connsiteX24" fmla="*/ 156131 w 350203"/>
              <a:gd name="connsiteY24" fmla="*/ 251841 h 352424"/>
              <a:gd name="connsiteX25" fmla="*/ 156131 w 350203"/>
              <a:gd name="connsiteY25" fmla="*/ 261556 h 352424"/>
              <a:gd name="connsiteX26" fmla="*/ 192555 w 350203"/>
              <a:gd name="connsiteY26" fmla="*/ 298037 h 352424"/>
              <a:gd name="connsiteX27" fmla="*/ 197393 w 350203"/>
              <a:gd name="connsiteY27" fmla="*/ 300514 h 352424"/>
              <a:gd name="connsiteX28" fmla="*/ 200997 w 350203"/>
              <a:gd name="connsiteY28" fmla="*/ 299276 h 352424"/>
              <a:gd name="connsiteX29" fmla="*/ 204602 w 350203"/>
              <a:gd name="connsiteY29" fmla="*/ 293179 h 352424"/>
              <a:gd name="connsiteX30" fmla="*/ 204602 w 350203"/>
              <a:gd name="connsiteY30" fmla="*/ 212884 h 352424"/>
              <a:gd name="connsiteX31" fmla="*/ 197298 w 350203"/>
              <a:gd name="connsiteY31" fmla="*/ 205549 h 352424"/>
              <a:gd name="connsiteX32" fmla="*/ 350204 w 350203"/>
              <a:gd name="connsiteY32" fmla="*/ 176212 h 352424"/>
              <a:gd name="connsiteX33" fmla="*/ 175102 w 350203"/>
              <a:gd name="connsiteY33" fmla="*/ 352425 h 352424"/>
              <a:gd name="connsiteX34" fmla="*/ 0 w 350203"/>
              <a:gd name="connsiteY34" fmla="*/ 176212 h 352424"/>
              <a:gd name="connsiteX35" fmla="*/ 175102 w 350203"/>
              <a:gd name="connsiteY35" fmla="*/ 0 h 352424"/>
              <a:gd name="connsiteX36" fmla="*/ 350204 w 350203"/>
              <a:gd name="connsiteY36" fmla="*/ 176212 h 352424"/>
              <a:gd name="connsiteX37" fmla="*/ 60707 w 350203"/>
              <a:gd name="connsiteY37" fmla="*/ 288989 h 352424"/>
              <a:gd name="connsiteX38" fmla="*/ 287695 w 350203"/>
              <a:gd name="connsiteY38" fmla="*/ 61055 h 352424"/>
              <a:gd name="connsiteX39" fmla="*/ 175102 w 350203"/>
              <a:gd name="connsiteY39" fmla="*/ 14668 h 352424"/>
              <a:gd name="connsiteX40" fmla="*/ 14608 w 350203"/>
              <a:gd name="connsiteY40" fmla="*/ 176212 h 352424"/>
              <a:gd name="connsiteX41" fmla="*/ 60707 w 350203"/>
              <a:gd name="connsiteY41" fmla="*/ 288989 h 352424"/>
              <a:gd name="connsiteX42" fmla="*/ 335596 w 350203"/>
              <a:gd name="connsiteY42" fmla="*/ 176212 h 352424"/>
              <a:gd name="connsiteX43" fmla="*/ 297180 w 350203"/>
              <a:gd name="connsiteY43" fmla="*/ 71437 h 352424"/>
              <a:gd name="connsiteX44" fmla="*/ 71331 w 350203"/>
              <a:gd name="connsiteY44" fmla="*/ 298990 h 352424"/>
              <a:gd name="connsiteX45" fmla="*/ 175102 w 350203"/>
              <a:gd name="connsiteY45" fmla="*/ 337756 h 352424"/>
              <a:gd name="connsiteX46" fmla="*/ 335596 w 350203"/>
              <a:gd name="connsiteY46" fmla="*/ 176212 h 35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0203" h="352424">
                <a:moveTo>
                  <a:pt x="58431" y="198406"/>
                </a:moveTo>
                <a:lnTo>
                  <a:pt x="58431" y="154305"/>
                </a:lnTo>
                <a:cubicBezTo>
                  <a:pt x="58431" y="138398"/>
                  <a:pt x="71805" y="124968"/>
                  <a:pt x="87646" y="124968"/>
                </a:cubicBezTo>
                <a:lnTo>
                  <a:pt x="121793" y="124968"/>
                </a:lnTo>
                <a:lnTo>
                  <a:pt x="192555" y="54007"/>
                </a:lnTo>
                <a:cubicBezTo>
                  <a:pt x="195021" y="51530"/>
                  <a:pt x="197393" y="50292"/>
                  <a:pt x="201092" y="51530"/>
                </a:cubicBezTo>
                <a:cubicBezTo>
                  <a:pt x="203558" y="52768"/>
                  <a:pt x="204791" y="55245"/>
                  <a:pt x="204791" y="58864"/>
                </a:cubicBezTo>
                <a:lnTo>
                  <a:pt x="204791" y="110299"/>
                </a:lnTo>
                <a:cubicBezTo>
                  <a:pt x="204791" y="114014"/>
                  <a:pt x="202325" y="117634"/>
                  <a:pt x="197488" y="117634"/>
                </a:cubicBezTo>
                <a:cubicBezTo>
                  <a:pt x="193788" y="117634"/>
                  <a:pt x="190184" y="113919"/>
                  <a:pt x="190184" y="110299"/>
                </a:cubicBezTo>
                <a:lnTo>
                  <a:pt x="190184" y="76009"/>
                </a:lnTo>
                <a:lnTo>
                  <a:pt x="130425" y="137160"/>
                </a:lnTo>
                <a:cubicBezTo>
                  <a:pt x="129192" y="138398"/>
                  <a:pt x="126726" y="139637"/>
                  <a:pt x="124355" y="139637"/>
                </a:cubicBezTo>
                <a:lnTo>
                  <a:pt x="87741" y="139637"/>
                </a:lnTo>
                <a:cubicBezTo>
                  <a:pt x="80437" y="139637"/>
                  <a:pt x="73133" y="145733"/>
                  <a:pt x="73133" y="154305"/>
                </a:cubicBezTo>
                <a:lnTo>
                  <a:pt x="73133" y="198406"/>
                </a:lnTo>
                <a:cubicBezTo>
                  <a:pt x="73133" y="205740"/>
                  <a:pt x="80437" y="213074"/>
                  <a:pt x="87741" y="213074"/>
                </a:cubicBezTo>
                <a:cubicBezTo>
                  <a:pt x="92578" y="213074"/>
                  <a:pt x="95044" y="216789"/>
                  <a:pt x="95044" y="220408"/>
                </a:cubicBezTo>
                <a:cubicBezTo>
                  <a:pt x="95044" y="224028"/>
                  <a:pt x="92578" y="227743"/>
                  <a:pt x="87741" y="227743"/>
                </a:cubicBezTo>
                <a:cubicBezTo>
                  <a:pt x="71900" y="227743"/>
                  <a:pt x="58525" y="214312"/>
                  <a:pt x="58525" y="198406"/>
                </a:cubicBezTo>
                <a:close/>
                <a:moveTo>
                  <a:pt x="197393" y="205549"/>
                </a:moveTo>
                <a:cubicBezTo>
                  <a:pt x="193788" y="205549"/>
                  <a:pt x="190089" y="209169"/>
                  <a:pt x="190089" y="212884"/>
                </a:cubicBezTo>
                <a:lnTo>
                  <a:pt x="190089" y="274987"/>
                </a:lnTo>
                <a:lnTo>
                  <a:pt x="167039" y="251841"/>
                </a:lnTo>
                <a:cubicBezTo>
                  <a:pt x="163435" y="248222"/>
                  <a:pt x="159735" y="248222"/>
                  <a:pt x="156131" y="251841"/>
                </a:cubicBezTo>
                <a:cubicBezTo>
                  <a:pt x="153665" y="254318"/>
                  <a:pt x="153665" y="259175"/>
                  <a:pt x="156131" y="261556"/>
                </a:cubicBezTo>
                <a:lnTo>
                  <a:pt x="192555" y="298037"/>
                </a:lnTo>
                <a:cubicBezTo>
                  <a:pt x="193788" y="299276"/>
                  <a:pt x="196160" y="300514"/>
                  <a:pt x="197393" y="300514"/>
                </a:cubicBezTo>
                <a:cubicBezTo>
                  <a:pt x="198626" y="300514"/>
                  <a:pt x="199859" y="300514"/>
                  <a:pt x="200997" y="299276"/>
                </a:cubicBezTo>
                <a:cubicBezTo>
                  <a:pt x="203463" y="298037"/>
                  <a:pt x="204602" y="295656"/>
                  <a:pt x="204602" y="293179"/>
                </a:cubicBezTo>
                <a:lnTo>
                  <a:pt x="204602" y="212884"/>
                </a:lnTo>
                <a:cubicBezTo>
                  <a:pt x="204602" y="209264"/>
                  <a:pt x="202136" y="205549"/>
                  <a:pt x="197298" y="205549"/>
                </a:cubicBezTo>
                <a:close/>
                <a:moveTo>
                  <a:pt x="350204" y="176212"/>
                </a:moveTo>
                <a:cubicBezTo>
                  <a:pt x="350204" y="272891"/>
                  <a:pt x="272423" y="352425"/>
                  <a:pt x="175102" y="352425"/>
                </a:cubicBezTo>
                <a:cubicBezTo>
                  <a:pt x="77781" y="352425"/>
                  <a:pt x="0" y="272891"/>
                  <a:pt x="0" y="176212"/>
                </a:cubicBezTo>
                <a:cubicBezTo>
                  <a:pt x="0" y="79534"/>
                  <a:pt x="79014" y="0"/>
                  <a:pt x="175102" y="0"/>
                </a:cubicBezTo>
                <a:cubicBezTo>
                  <a:pt x="271190" y="0"/>
                  <a:pt x="350204" y="78295"/>
                  <a:pt x="350204" y="176212"/>
                </a:cubicBezTo>
                <a:close/>
                <a:moveTo>
                  <a:pt x="60707" y="288989"/>
                </a:moveTo>
                <a:lnTo>
                  <a:pt x="287695" y="61055"/>
                </a:lnTo>
                <a:cubicBezTo>
                  <a:pt x="258764" y="32385"/>
                  <a:pt x="219020" y="14668"/>
                  <a:pt x="175102" y="14668"/>
                </a:cubicBezTo>
                <a:cubicBezTo>
                  <a:pt x="87551" y="14668"/>
                  <a:pt x="14608" y="86868"/>
                  <a:pt x="14608" y="176212"/>
                </a:cubicBezTo>
                <a:cubicBezTo>
                  <a:pt x="14608" y="220123"/>
                  <a:pt x="32345" y="259937"/>
                  <a:pt x="60707" y="288989"/>
                </a:cubicBezTo>
                <a:close/>
                <a:moveTo>
                  <a:pt x="335596" y="176212"/>
                </a:moveTo>
                <a:cubicBezTo>
                  <a:pt x="335596" y="136112"/>
                  <a:pt x="321083" y="99631"/>
                  <a:pt x="297180" y="71437"/>
                </a:cubicBezTo>
                <a:lnTo>
                  <a:pt x="71331" y="298990"/>
                </a:lnTo>
                <a:cubicBezTo>
                  <a:pt x="99503" y="323088"/>
                  <a:pt x="135737" y="337756"/>
                  <a:pt x="175102" y="337756"/>
                </a:cubicBezTo>
                <a:cubicBezTo>
                  <a:pt x="263886" y="337756"/>
                  <a:pt x="335596" y="265557"/>
                  <a:pt x="335596" y="17621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2" hidden="1">
            <a:extLst>
              <a:ext uri="{FF2B5EF4-FFF2-40B4-BE49-F238E27FC236}">
                <a16:creationId xmlns:a16="http://schemas.microsoft.com/office/drawing/2014/main" id="{C64B5237-E7E3-D8A7-7F79-3EA2DE37AE8D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266077" y="-45480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Business Template 1 </a:t>
            </a:r>
          </a:p>
        </p:txBody>
      </p:sp>
      <p:sp>
        <p:nvSpPr>
          <p:cNvPr id="2" name="object 2"/>
          <p:cNvSpPr txBox="1"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Business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Graphik Semibold"/>
              <a:ea typeface="+mj-ea"/>
              <a:cs typeface="Graphik Semibold"/>
            </a:endParaRPr>
          </a:p>
        </p:txBody>
      </p:sp>
      <p:sp>
        <p:nvSpPr>
          <p:cNvPr id="153" name="Text Placeholder 152">
            <a:extLst>
              <a:ext uri="{FF2B5EF4-FFF2-40B4-BE49-F238E27FC236}">
                <a16:creationId xmlns:a16="http://schemas.microsoft.com/office/drawing/2014/main" id="{EDE381B2-55C7-39EB-ECE4-A078E8059237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auction; governance; law;</a:t>
            </a:r>
          </a:p>
          <a:p>
            <a:r>
              <a:rPr lang="en-US" dirty="0"/>
              <a:t>legal; justice; govern</a:t>
            </a:r>
          </a:p>
        </p:txBody>
      </p:sp>
      <p:sp>
        <p:nvSpPr>
          <p:cNvPr id="154" name="Text Placeholder 153">
            <a:extLst>
              <a:ext uri="{FF2B5EF4-FFF2-40B4-BE49-F238E27FC236}">
                <a16:creationId xmlns:a16="http://schemas.microsoft.com/office/drawing/2014/main" id="{66D3B948-B265-F4BD-FDFB-AC860E1E8216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bank; financial services; banking</a:t>
            </a:r>
          </a:p>
        </p:txBody>
      </p:sp>
      <p:sp>
        <p:nvSpPr>
          <p:cNvPr id="177" name="Text Placeholder 176">
            <a:extLst>
              <a:ext uri="{FF2B5EF4-FFF2-40B4-BE49-F238E27FC236}">
                <a16:creationId xmlns:a16="http://schemas.microsoft.com/office/drawing/2014/main" id="{3C59FB3D-26DB-02B1-9437-395487AC7758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credit; denied</a:t>
            </a:r>
          </a:p>
        </p:txBody>
      </p:sp>
      <p:sp>
        <p:nvSpPr>
          <p:cNvPr id="178" name="Text Placeholder 177">
            <a:extLst>
              <a:ext uri="{FF2B5EF4-FFF2-40B4-BE49-F238E27FC236}">
                <a16:creationId xmlns:a16="http://schemas.microsoft.com/office/drawing/2014/main" id="{1512E7F6-9022-95C5-40EB-656FD1F9355C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credit; check; confirm</a:t>
            </a:r>
          </a:p>
        </p:txBody>
      </p:sp>
      <p:sp>
        <p:nvSpPr>
          <p:cNvPr id="179" name="Text Placeholder 178">
            <a:extLst>
              <a:ext uri="{FF2B5EF4-FFF2-40B4-BE49-F238E27FC236}">
                <a16:creationId xmlns:a16="http://schemas.microsoft.com/office/drawing/2014/main" id="{3BF34DE6-9FB5-4B9E-707C-4D44BA88B600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bar; graph; chart; performance; decrease; shrink; loss</a:t>
            </a:r>
          </a:p>
        </p:txBody>
      </p:sp>
      <p:sp>
        <p:nvSpPr>
          <p:cNvPr id="180" name="Text Placeholder 179">
            <a:extLst>
              <a:ext uri="{FF2B5EF4-FFF2-40B4-BE49-F238E27FC236}">
                <a16:creationId xmlns:a16="http://schemas.microsoft.com/office/drawing/2014/main" id="{08F3EC1E-8628-212F-8407-7BD970F149AD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bar; graph; chart; performance; increase; gain; grow; growth</a:t>
            </a:r>
          </a:p>
        </p:txBody>
      </p:sp>
      <p:sp>
        <p:nvSpPr>
          <p:cNvPr id="181" name="Text Placeholder 180">
            <a:extLst>
              <a:ext uri="{FF2B5EF4-FFF2-40B4-BE49-F238E27FC236}">
                <a16:creationId xmlns:a16="http://schemas.microsoft.com/office/drawing/2014/main" id="{57179F82-5158-D283-EAD6-825B523306F5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bar; graph; chart; grow; growth; increase; profit; performance</a:t>
            </a:r>
          </a:p>
        </p:txBody>
      </p:sp>
      <p:sp>
        <p:nvSpPr>
          <p:cNvPr id="212" name="Text Placeholder 211">
            <a:extLst>
              <a:ext uri="{FF2B5EF4-FFF2-40B4-BE49-F238E27FC236}">
                <a16:creationId xmlns:a16="http://schemas.microsoft.com/office/drawing/2014/main" id="{2649EB7A-23C5-708D-9984-B60140AB0B5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/>
              <a:t>bar; graph; chart; grow; growth; increase; performance</a:t>
            </a:r>
          </a:p>
        </p:txBody>
      </p:sp>
      <p:sp>
        <p:nvSpPr>
          <p:cNvPr id="213" name="Text Placeholder 212">
            <a:extLst>
              <a:ext uri="{FF2B5EF4-FFF2-40B4-BE49-F238E27FC236}">
                <a16:creationId xmlns:a16="http://schemas.microsoft.com/office/drawing/2014/main" id="{B31CDD7D-4701-C553-BEC7-137AEB50217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/>
              <a:t>graph; chart; pie; segment</a:t>
            </a:r>
          </a:p>
        </p:txBody>
      </p:sp>
      <p:sp>
        <p:nvSpPr>
          <p:cNvPr id="214" name="Text Placeholder 213">
            <a:extLst>
              <a:ext uri="{FF2B5EF4-FFF2-40B4-BE49-F238E27FC236}">
                <a16:creationId xmlns:a16="http://schemas.microsoft.com/office/drawing/2014/main" id="{EC39CDD2-E8B7-7C3B-40C3-CBA71E842ED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/>
              <a:t>value; diamond; care; attain; reach; achieve; quality; vip</a:t>
            </a:r>
          </a:p>
        </p:txBody>
      </p:sp>
      <p:sp>
        <p:nvSpPr>
          <p:cNvPr id="215" name="Text Placeholder 214">
            <a:extLst>
              <a:ext uri="{FF2B5EF4-FFF2-40B4-BE49-F238E27FC236}">
                <a16:creationId xmlns:a16="http://schemas.microsoft.com/office/drawing/2014/main" id="{E560B022-270A-54BF-A86C-465A2099A07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partner; partners; deal; handshake</a:t>
            </a:r>
          </a:p>
        </p:txBody>
      </p:sp>
      <p:sp>
        <p:nvSpPr>
          <p:cNvPr id="216" name="Text Placeholder 215">
            <a:extLst>
              <a:ext uri="{FF2B5EF4-FFF2-40B4-BE49-F238E27FC236}">
                <a16:creationId xmlns:a16="http://schemas.microsoft.com/office/drawing/2014/main" id="{C3299132-C18A-03DD-1E05-49A40EBFC47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/>
              <a:t>scales; legal; justice; equal; balanced; balance</a:t>
            </a:r>
          </a:p>
        </p:txBody>
      </p:sp>
      <p:sp>
        <p:nvSpPr>
          <p:cNvPr id="217" name="Text Placeholder 216">
            <a:extLst>
              <a:ext uri="{FF2B5EF4-FFF2-40B4-BE49-F238E27FC236}">
                <a16:creationId xmlns:a16="http://schemas.microsoft.com/office/drawing/2014/main" id="{FCC397C1-81D6-41DA-26A6-5E380C448B4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/>
              <a:t>plan; planning; strategy; coach; play; game plan</a:t>
            </a:r>
          </a:p>
        </p:txBody>
      </p:sp>
      <p:sp>
        <p:nvSpPr>
          <p:cNvPr id="218" name="Text Placeholder 217">
            <a:extLst>
              <a:ext uri="{FF2B5EF4-FFF2-40B4-BE49-F238E27FC236}">
                <a16:creationId xmlns:a16="http://schemas.microsoft.com/office/drawing/2014/main" id="{D4C746F5-3FDC-A1AA-C222-013DADA30F8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/>
              <a:t>wallet</a:t>
            </a:r>
          </a:p>
        </p:txBody>
      </p:sp>
      <p:sp>
        <p:nvSpPr>
          <p:cNvPr id="219" name="Text Placeholder 218">
            <a:extLst>
              <a:ext uri="{FF2B5EF4-FFF2-40B4-BE49-F238E27FC236}">
                <a16:creationId xmlns:a16="http://schemas.microsoft.com/office/drawing/2014/main" id="{ADC3CDCB-A402-40AA-31FE-25AA97C782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</p:spPr>
        <p:txBody>
          <a:bodyPr/>
          <a:lstStyle/>
          <a:p>
            <a:r>
              <a:rPr lang="en-US"/>
              <a:t>bitcoin</a:t>
            </a:r>
          </a:p>
        </p:txBody>
      </p:sp>
      <p:sp>
        <p:nvSpPr>
          <p:cNvPr id="220" name="Text Placeholder 219">
            <a:extLst>
              <a:ext uri="{FF2B5EF4-FFF2-40B4-BE49-F238E27FC236}">
                <a16:creationId xmlns:a16="http://schemas.microsoft.com/office/drawing/2014/main" id="{F252D848-EC96-4972-2BFA-69EA9152CE0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</p:spPr>
        <p:txBody>
          <a:bodyPr/>
          <a:lstStyle/>
          <a:p>
            <a:r>
              <a:rPr lang="en-US"/>
              <a:t>decrease; sales; roi; loss</a:t>
            </a:r>
          </a:p>
        </p:txBody>
      </p:sp>
      <p:sp>
        <p:nvSpPr>
          <p:cNvPr id="221" name="Text Placeholder 220">
            <a:extLst>
              <a:ext uri="{FF2B5EF4-FFF2-40B4-BE49-F238E27FC236}">
                <a16:creationId xmlns:a16="http://schemas.microsoft.com/office/drawing/2014/main" id="{92F2A7EB-108B-51D1-5186-41847DCFF321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633641" y="6153948"/>
            <a:ext cx="1638000" cy="640800"/>
          </a:xfrm>
        </p:spPr>
        <p:txBody>
          <a:bodyPr/>
          <a:lstStyle/>
          <a:p>
            <a:r>
              <a:rPr lang="en-US"/>
              <a:t>increase; sales; gain; </a:t>
            </a:r>
            <a:br>
              <a:rPr lang="en-US"/>
            </a:br>
            <a:r>
              <a:rPr lang="en-US"/>
              <a:t>grow; growth</a:t>
            </a:r>
          </a:p>
        </p:txBody>
      </p:sp>
      <p:sp>
        <p:nvSpPr>
          <p:cNvPr id="222" name="Text Placeholder 221">
            <a:extLst>
              <a:ext uri="{FF2B5EF4-FFF2-40B4-BE49-F238E27FC236}">
                <a16:creationId xmlns:a16="http://schemas.microsoft.com/office/drawing/2014/main" id="{084B2A1A-2655-FE52-4FF9-C242BD3EF1A4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285231" y="6153948"/>
            <a:ext cx="1638000" cy="640800"/>
          </a:xfrm>
        </p:spPr>
        <p:txBody>
          <a:bodyPr/>
          <a:lstStyle/>
          <a:p>
            <a:r>
              <a:rPr lang="en-US"/>
              <a:t>euro</a:t>
            </a:r>
          </a:p>
        </p:txBody>
      </p:sp>
      <p:sp>
        <p:nvSpPr>
          <p:cNvPr id="223" name="Text Placeholder 222">
            <a:extLst>
              <a:ext uri="{FF2B5EF4-FFF2-40B4-BE49-F238E27FC236}">
                <a16:creationId xmlns:a16="http://schemas.microsoft.com/office/drawing/2014/main" id="{77240507-1337-2FD5-6F35-58EFBC2E3C2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926898" y="6153948"/>
            <a:ext cx="1638000" cy="640800"/>
          </a:xfrm>
        </p:spPr>
        <p:txBody>
          <a:bodyPr/>
          <a:lstStyle/>
          <a:p>
            <a:r>
              <a:rPr lang="en-US"/>
              <a:t>pound; sterling</a:t>
            </a:r>
          </a:p>
        </p:txBody>
      </p:sp>
      <p:sp>
        <p:nvSpPr>
          <p:cNvPr id="224" name="Text Placeholder 223">
            <a:extLst>
              <a:ext uri="{FF2B5EF4-FFF2-40B4-BE49-F238E27FC236}">
                <a16:creationId xmlns:a16="http://schemas.microsoft.com/office/drawing/2014/main" id="{4A1FFE7C-8106-2722-E165-FE46D4F9A1BE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571401" y="6153948"/>
            <a:ext cx="1638000" cy="640800"/>
          </a:xfrm>
        </p:spPr>
        <p:txBody>
          <a:bodyPr/>
          <a:lstStyle/>
          <a:p>
            <a:r>
              <a:rPr lang="en-US"/>
              <a:t>yen</a:t>
            </a:r>
          </a:p>
        </p:txBody>
      </p:sp>
      <p:sp>
        <p:nvSpPr>
          <p:cNvPr id="225" name="Text Placeholder 224">
            <a:extLst>
              <a:ext uri="{FF2B5EF4-FFF2-40B4-BE49-F238E27FC236}">
                <a16:creationId xmlns:a16="http://schemas.microsoft.com/office/drawing/2014/main" id="{A901CFF1-E198-42E0-2619-2F3ACF134036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0222991" y="6153948"/>
            <a:ext cx="1638000" cy="640800"/>
          </a:xfrm>
        </p:spPr>
        <p:txBody>
          <a:bodyPr/>
          <a:lstStyle/>
          <a:p>
            <a:r>
              <a:rPr lang="en-US"/>
              <a:t>coin; $; money</a:t>
            </a:r>
          </a:p>
        </p:txBody>
      </p:sp>
      <p:sp>
        <p:nvSpPr>
          <p:cNvPr id="105" name="object 105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855369" y="4869628"/>
            <a:ext cx="281940" cy="468630"/>
          </a:xfrm>
          <a:custGeom>
            <a:avLst/>
            <a:gdLst/>
            <a:ahLst/>
            <a:cxnLst/>
            <a:rect l="l" t="t" r="r" b="b"/>
            <a:pathLst>
              <a:path w="281940" h="468629">
                <a:moveTo>
                  <a:pt x="271437" y="0"/>
                </a:moveTo>
                <a:lnTo>
                  <a:pt x="264782" y="1612"/>
                </a:lnTo>
                <a:lnTo>
                  <a:pt x="261442" y="6477"/>
                </a:lnTo>
                <a:lnTo>
                  <a:pt x="141554" y="205562"/>
                </a:lnTo>
                <a:lnTo>
                  <a:pt x="19989" y="6477"/>
                </a:lnTo>
                <a:lnTo>
                  <a:pt x="16662" y="1612"/>
                </a:lnTo>
                <a:lnTo>
                  <a:pt x="10007" y="0"/>
                </a:lnTo>
                <a:lnTo>
                  <a:pt x="6667" y="3238"/>
                </a:lnTo>
                <a:lnTo>
                  <a:pt x="1676" y="4851"/>
                </a:lnTo>
                <a:lnTo>
                  <a:pt x="0" y="11328"/>
                </a:lnTo>
                <a:lnTo>
                  <a:pt x="1676" y="16179"/>
                </a:lnTo>
                <a:lnTo>
                  <a:pt x="131483" y="229717"/>
                </a:lnTo>
                <a:lnTo>
                  <a:pt x="131483" y="234696"/>
                </a:lnTo>
                <a:lnTo>
                  <a:pt x="44627" y="234696"/>
                </a:lnTo>
                <a:lnTo>
                  <a:pt x="41300" y="239585"/>
                </a:lnTo>
                <a:lnTo>
                  <a:pt x="41300" y="249364"/>
                </a:lnTo>
                <a:lnTo>
                  <a:pt x="44627" y="254254"/>
                </a:lnTo>
                <a:lnTo>
                  <a:pt x="131483" y="254254"/>
                </a:lnTo>
                <a:lnTo>
                  <a:pt x="131483" y="293370"/>
                </a:lnTo>
                <a:lnTo>
                  <a:pt x="44627" y="293370"/>
                </a:lnTo>
                <a:lnTo>
                  <a:pt x="41300" y="298259"/>
                </a:lnTo>
                <a:lnTo>
                  <a:pt x="41300" y="308038"/>
                </a:lnTo>
                <a:lnTo>
                  <a:pt x="44627" y="312928"/>
                </a:lnTo>
                <a:lnTo>
                  <a:pt x="131483" y="312928"/>
                </a:lnTo>
                <a:lnTo>
                  <a:pt x="131483" y="463461"/>
                </a:lnTo>
                <a:lnTo>
                  <a:pt x="134747" y="468312"/>
                </a:lnTo>
                <a:lnTo>
                  <a:pt x="146151" y="468312"/>
                </a:lnTo>
                <a:lnTo>
                  <a:pt x="151041" y="463461"/>
                </a:lnTo>
                <a:lnTo>
                  <a:pt x="151041" y="312928"/>
                </a:lnTo>
                <a:lnTo>
                  <a:pt x="236232" y="312928"/>
                </a:lnTo>
                <a:lnTo>
                  <a:pt x="241236" y="308038"/>
                </a:lnTo>
                <a:lnTo>
                  <a:pt x="241236" y="298259"/>
                </a:lnTo>
                <a:lnTo>
                  <a:pt x="236232" y="293370"/>
                </a:lnTo>
                <a:lnTo>
                  <a:pt x="151041" y="293370"/>
                </a:lnTo>
                <a:lnTo>
                  <a:pt x="151041" y="254254"/>
                </a:lnTo>
                <a:lnTo>
                  <a:pt x="236232" y="254254"/>
                </a:lnTo>
                <a:lnTo>
                  <a:pt x="241236" y="249364"/>
                </a:lnTo>
                <a:lnTo>
                  <a:pt x="241236" y="239585"/>
                </a:lnTo>
                <a:lnTo>
                  <a:pt x="236232" y="234696"/>
                </a:lnTo>
                <a:lnTo>
                  <a:pt x="151041" y="234696"/>
                </a:lnTo>
                <a:lnTo>
                  <a:pt x="151041" y="227926"/>
                </a:lnTo>
                <a:lnTo>
                  <a:pt x="279768" y="16179"/>
                </a:lnTo>
                <a:lnTo>
                  <a:pt x="281432" y="11328"/>
                </a:lnTo>
                <a:lnTo>
                  <a:pt x="281432" y="4851"/>
                </a:lnTo>
                <a:lnTo>
                  <a:pt x="276440" y="3238"/>
                </a:lnTo>
                <a:lnTo>
                  <a:pt x="271437" y="0"/>
                </a:lnTo>
                <a:close/>
              </a:path>
            </a:pathLst>
          </a:custGeom>
          <a:solidFill>
            <a:srgbClr val="9595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9621049" y="4869628"/>
            <a:ext cx="281940" cy="468630"/>
          </a:xfrm>
          <a:custGeom>
            <a:avLst/>
            <a:gdLst/>
            <a:ahLst/>
            <a:cxnLst/>
            <a:rect l="l" t="t" r="r" b="b"/>
            <a:pathLst>
              <a:path w="281940" h="468629">
                <a:moveTo>
                  <a:pt x="271437" y="0"/>
                </a:moveTo>
                <a:lnTo>
                  <a:pt x="264782" y="1612"/>
                </a:lnTo>
                <a:lnTo>
                  <a:pt x="261442" y="6477"/>
                </a:lnTo>
                <a:lnTo>
                  <a:pt x="141554" y="205562"/>
                </a:lnTo>
                <a:lnTo>
                  <a:pt x="19989" y="6477"/>
                </a:lnTo>
                <a:lnTo>
                  <a:pt x="16662" y="1612"/>
                </a:lnTo>
                <a:lnTo>
                  <a:pt x="10007" y="0"/>
                </a:lnTo>
                <a:lnTo>
                  <a:pt x="6667" y="3238"/>
                </a:lnTo>
                <a:lnTo>
                  <a:pt x="1676" y="4851"/>
                </a:lnTo>
                <a:lnTo>
                  <a:pt x="0" y="11328"/>
                </a:lnTo>
                <a:lnTo>
                  <a:pt x="1676" y="16179"/>
                </a:lnTo>
                <a:lnTo>
                  <a:pt x="131483" y="229717"/>
                </a:lnTo>
                <a:lnTo>
                  <a:pt x="131483" y="234696"/>
                </a:lnTo>
                <a:lnTo>
                  <a:pt x="44627" y="234696"/>
                </a:lnTo>
                <a:lnTo>
                  <a:pt x="41300" y="239585"/>
                </a:lnTo>
                <a:lnTo>
                  <a:pt x="41300" y="249364"/>
                </a:lnTo>
                <a:lnTo>
                  <a:pt x="44627" y="254254"/>
                </a:lnTo>
                <a:lnTo>
                  <a:pt x="131483" y="254254"/>
                </a:lnTo>
                <a:lnTo>
                  <a:pt x="131483" y="293370"/>
                </a:lnTo>
                <a:lnTo>
                  <a:pt x="44627" y="293370"/>
                </a:lnTo>
                <a:lnTo>
                  <a:pt x="41300" y="298259"/>
                </a:lnTo>
                <a:lnTo>
                  <a:pt x="41300" y="308038"/>
                </a:lnTo>
                <a:lnTo>
                  <a:pt x="44627" y="312928"/>
                </a:lnTo>
                <a:lnTo>
                  <a:pt x="131483" y="312928"/>
                </a:lnTo>
                <a:lnTo>
                  <a:pt x="131483" y="463461"/>
                </a:lnTo>
                <a:lnTo>
                  <a:pt x="134747" y="468312"/>
                </a:lnTo>
                <a:lnTo>
                  <a:pt x="146151" y="468312"/>
                </a:lnTo>
                <a:lnTo>
                  <a:pt x="151041" y="463461"/>
                </a:lnTo>
                <a:lnTo>
                  <a:pt x="151041" y="312928"/>
                </a:lnTo>
                <a:lnTo>
                  <a:pt x="236232" y="312928"/>
                </a:lnTo>
                <a:lnTo>
                  <a:pt x="241236" y="308038"/>
                </a:lnTo>
                <a:lnTo>
                  <a:pt x="241236" y="298259"/>
                </a:lnTo>
                <a:lnTo>
                  <a:pt x="236232" y="293370"/>
                </a:lnTo>
                <a:lnTo>
                  <a:pt x="151041" y="293370"/>
                </a:lnTo>
                <a:lnTo>
                  <a:pt x="151041" y="254254"/>
                </a:lnTo>
                <a:lnTo>
                  <a:pt x="236232" y="254254"/>
                </a:lnTo>
                <a:lnTo>
                  <a:pt x="241236" y="249364"/>
                </a:lnTo>
                <a:lnTo>
                  <a:pt x="241236" y="239585"/>
                </a:lnTo>
                <a:lnTo>
                  <a:pt x="236232" y="234696"/>
                </a:lnTo>
                <a:lnTo>
                  <a:pt x="151041" y="234696"/>
                </a:lnTo>
                <a:lnTo>
                  <a:pt x="151041" y="227926"/>
                </a:lnTo>
                <a:lnTo>
                  <a:pt x="279768" y="16179"/>
                </a:lnTo>
                <a:lnTo>
                  <a:pt x="281432" y="11328"/>
                </a:lnTo>
                <a:lnTo>
                  <a:pt x="281432" y="4851"/>
                </a:lnTo>
                <a:lnTo>
                  <a:pt x="276440" y="3238"/>
                </a:lnTo>
                <a:lnTo>
                  <a:pt x="271437" y="0"/>
                </a:lnTo>
                <a:close/>
              </a:path>
            </a:pathLst>
          </a:custGeom>
          <a:solidFill>
            <a:srgbClr val="A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9621049" y="5535392"/>
            <a:ext cx="281940" cy="468630"/>
          </a:xfrm>
          <a:custGeom>
            <a:avLst/>
            <a:gdLst/>
            <a:ahLst/>
            <a:cxnLst/>
            <a:rect l="l" t="t" r="r" b="b"/>
            <a:pathLst>
              <a:path w="281940" h="468629">
                <a:moveTo>
                  <a:pt x="271437" y="0"/>
                </a:moveTo>
                <a:lnTo>
                  <a:pt x="264782" y="1612"/>
                </a:lnTo>
                <a:lnTo>
                  <a:pt x="261442" y="6476"/>
                </a:lnTo>
                <a:lnTo>
                  <a:pt x="141554" y="205562"/>
                </a:lnTo>
                <a:lnTo>
                  <a:pt x="19989" y="6476"/>
                </a:lnTo>
                <a:lnTo>
                  <a:pt x="16662" y="1612"/>
                </a:lnTo>
                <a:lnTo>
                  <a:pt x="10007" y="0"/>
                </a:lnTo>
                <a:lnTo>
                  <a:pt x="6667" y="3238"/>
                </a:lnTo>
                <a:lnTo>
                  <a:pt x="1676" y="4851"/>
                </a:lnTo>
                <a:lnTo>
                  <a:pt x="0" y="11328"/>
                </a:lnTo>
                <a:lnTo>
                  <a:pt x="1676" y="16179"/>
                </a:lnTo>
                <a:lnTo>
                  <a:pt x="131483" y="229717"/>
                </a:lnTo>
                <a:lnTo>
                  <a:pt x="131483" y="234695"/>
                </a:lnTo>
                <a:lnTo>
                  <a:pt x="44627" y="234695"/>
                </a:lnTo>
                <a:lnTo>
                  <a:pt x="41300" y="239585"/>
                </a:lnTo>
                <a:lnTo>
                  <a:pt x="41300" y="249364"/>
                </a:lnTo>
                <a:lnTo>
                  <a:pt x="44627" y="254253"/>
                </a:lnTo>
                <a:lnTo>
                  <a:pt x="131483" y="254253"/>
                </a:lnTo>
                <a:lnTo>
                  <a:pt x="131483" y="293369"/>
                </a:lnTo>
                <a:lnTo>
                  <a:pt x="44627" y="293369"/>
                </a:lnTo>
                <a:lnTo>
                  <a:pt x="41300" y="298259"/>
                </a:lnTo>
                <a:lnTo>
                  <a:pt x="41300" y="308038"/>
                </a:lnTo>
                <a:lnTo>
                  <a:pt x="44627" y="312927"/>
                </a:lnTo>
                <a:lnTo>
                  <a:pt x="131483" y="312927"/>
                </a:lnTo>
                <a:lnTo>
                  <a:pt x="131483" y="463461"/>
                </a:lnTo>
                <a:lnTo>
                  <a:pt x="134747" y="468312"/>
                </a:lnTo>
                <a:lnTo>
                  <a:pt x="146151" y="468312"/>
                </a:lnTo>
                <a:lnTo>
                  <a:pt x="151041" y="463461"/>
                </a:lnTo>
                <a:lnTo>
                  <a:pt x="151041" y="312927"/>
                </a:lnTo>
                <a:lnTo>
                  <a:pt x="236232" y="312927"/>
                </a:lnTo>
                <a:lnTo>
                  <a:pt x="241236" y="308038"/>
                </a:lnTo>
                <a:lnTo>
                  <a:pt x="241236" y="298259"/>
                </a:lnTo>
                <a:lnTo>
                  <a:pt x="236232" y="293369"/>
                </a:lnTo>
                <a:lnTo>
                  <a:pt x="151041" y="293369"/>
                </a:lnTo>
                <a:lnTo>
                  <a:pt x="151041" y="254253"/>
                </a:lnTo>
                <a:lnTo>
                  <a:pt x="236232" y="254253"/>
                </a:lnTo>
                <a:lnTo>
                  <a:pt x="241236" y="249364"/>
                </a:lnTo>
                <a:lnTo>
                  <a:pt x="241236" y="239585"/>
                </a:lnTo>
                <a:lnTo>
                  <a:pt x="236232" y="234695"/>
                </a:lnTo>
                <a:lnTo>
                  <a:pt x="151041" y="234695"/>
                </a:lnTo>
                <a:lnTo>
                  <a:pt x="151041" y="227926"/>
                </a:lnTo>
                <a:lnTo>
                  <a:pt x="279768" y="16179"/>
                </a:lnTo>
                <a:lnTo>
                  <a:pt x="281432" y="11328"/>
                </a:lnTo>
                <a:lnTo>
                  <a:pt x="281432" y="4851"/>
                </a:lnTo>
                <a:lnTo>
                  <a:pt x="276440" y="3238"/>
                </a:lnTo>
                <a:lnTo>
                  <a:pt x="2714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855369" y="5535392"/>
            <a:ext cx="281940" cy="468630"/>
          </a:xfrm>
          <a:custGeom>
            <a:avLst/>
            <a:gdLst/>
            <a:ahLst/>
            <a:cxnLst/>
            <a:rect l="l" t="t" r="r" b="b"/>
            <a:pathLst>
              <a:path w="281940" h="468629">
                <a:moveTo>
                  <a:pt x="271437" y="0"/>
                </a:moveTo>
                <a:lnTo>
                  <a:pt x="264782" y="1612"/>
                </a:lnTo>
                <a:lnTo>
                  <a:pt x="261442" y="6476"/>
                </a:lnTo>
                <a:lnTo>
                  <a:pt x="141554" y="205562"/>
                </a:lnTo>
                <a:lnTo>
                  <a:pt x="19989" y="6476"/>
                </a:lnTo>
                <a:lnTo>
                  <a:pt x="16662" y="1612"/>
                </a:lnTo>
                <a:lnTo>
                  <a:pt x="10007" y="0"/>
                </a:lnTo>
                <a:lnTo>
                  <a:pt x="6667" y="3238"/>
                </a:lnTo>
                <a:lnTo>
                  <a:pt x="1676" y="4851"/>
                </a:lnTo>
                <a:lnTo>
                  <a:pt x="0" y="11328"/>
                </a:lnTo>
                <a:lnTo>
                  <a:pt x="1676" y="16179"/>
                </a:lnTo>
                <a:lnTo>
                  <a:pt x="131483" y="229717"/>
                </a:lnTo>
                <a:lnTo>
                  <a:pt x="131483" y="234695"/>
                </a:lnTo>
                <a:lnTo>
                  <a:pt x="44627" y="234695"/>
                </a:lnTo>
                <a:lnTo>
                  <a:pt x="41300" y="239585"/>
                </a:lnTo>
                <a:lnTo>
                  <a:pt x="41300" y="249364"/>
                </a:lnTo>
                <a:lnTo>
                  <a:pt x="44627" y="254253"/>
                </a:lnTo>
                <a:lnTo>
                  <a:pt x="131483" y="254253"/>
                </a:lnTo>
                <a:lnTo>
                  <a:pt x="131483" y="293369"/>
                </a:lnTo>
                <a:lnTo>
                  <a:pt x="44627" y="293369"/>
                </a:lnTo>
                <a:lnTo>
                  <a:pt x="41300" y="298259"/>
                </a:lnTo>
                <a:lnTo>
                  <a:pt x="41300" y="308038"/>
                </a:lnTo>
                <a:lnTo>
                  <a:pt x="44627" y="312927"/>
                </a:lnTo>
                <a:lnTo>
                  <a:pt x="131483" y="312927"/>
                </a:lnTo>
                <a:lnTo>
                  <a:pt x="131483" y="463461"/>
                </a:lnTo>
                <a:lnTo>
                  <a:pt x="134747" y="468312"/>
                </a:lnTo>
                <a:lnTo>
                  <a:pt x="146151" y="468312"/>
                </a:lnTo>
                <a:lnTo>
                  <a:pt x="151041" y="463461"/>
                </a:lnTo>
                <a:lnTo>
                  <a:pt x="151041" y="312927"/>
                </a:lnTo>
                <a:lnTo>
                  <a:pt x="236232" y="312927"/>
                </a:lnTo>
                <a:lnTo>
                  <a:pt x="241236" y="308038"/>
                </a:lnTo>
                <a:lnTo>
                  <a:pt x="241236" y="298259"/>
                </a:lnTo>
                <a:lnTo>
                  <a:pt x="236232" y="293369"/>
                </a:lnTo>
                <a:lnTo>
                  <a:pt x="151041" y="293369"/>
                </a:lnTo>
                <a:lnTo>
                  <a:pt x="151041" y="254253"/>
                </a:lnTo>
                <a:lnTo>
                  <a:pt x="236232" y="254253"/>
                </a:lnTo>
                <a:lnTo>
                  <a:pt x="241236" y="249364"/>
                </a:lnTo>
                <a:lnTo>
                  <a:pt x="241236" y="239585"/>
                </a:lnTo>
                <a:lnTo>
                  <a:pt x="236232" y="234695"/>
                </a:lnTo>
                <a:lnTo>
                  <a:pt x="151041" y="234695"/>
                </a:lnTo>
                <a:lnTo>
                  <a:pt x="151041" y="227926"/>
                </a:lnTo>
                <a:lnTo>
                  <a:pt x="279768" y="16179"/>
                </a:lnTo>
                <a:lnTo>
                  <a:pt x="281432" y="11328"/>
                </a:lnTo>
                <a:lnTo>
                  <a:pt x="281432" y="4851"/>
                </a:lnTo>
                <a:lnTo>
                  <a:pt x="276440" y="3238"/>
                </a:lnTo>
                <a:lnTo>
                  <a:pt x="27143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Graphic 10">
            <a:extLst>
              <a:ext uri="{FF2B5EF4-FFF2-40B4-BE49-F238E27FC236}">
                <a16:creationId xmlns:a16="http://schemas.microsoft.com/office/drawing/2014/main" id="{ED31E984-EFDC-1FC7-B4D4-A217F3429E96}"/>
              </a:ext>
            </a:extLst>
          </p:cNvPr>
          <p:cNvSpPr/>
          <p:nvPr/>
        </p:nvSpPr>
        <p:spPr>
          <a:xfrm>
            <a:off x="476760" y="763639"/>
            <a:ext cx="546100" cy="536735"/>
          </a:xfrm>
          <a:custGeom>
            <a:avLst/>
            <a:gdLst>
              <a:gd name="connsiteX0" fmla="*/ 169790 w 405978"/>
              <a:gd name="connsiteY0" fmla="*/ 349486 h 399016"/>
              <a:gd name="connsiteX1" fmla="*/ 169790 w 405978"/>
              <a:gd name="connsiteY1" fmla="*/ 339009 h 399016"/>
              <a:gd name="connsiteX2" fmla="*/ 144179 w 405978"/>
              <a:gd name="connsiteY2" fmla="*/ 313291 h 399016"/>
              <a:gd name="connsiteX3" fmla="*/ 42685 w 405978"/>
              <a:gd name="connsiteY3" fmla="*/ 313291 h 399016"/>
              <a:gd name="connsiteX4" fmla="*/ 17074 w 405978"/>
              <a:gd name="connsiteY4" fmla="*/ 339009 h 399016"/>
              <a:gd name="connsiteX5" fmla="*/ 17074 w 405978"/>
              <a:gd name="connsiteY5" fmla="*/ 349486 h 399016"/>
              <a:gd name="connsiteX6" fmla="*/ 0 w 405978"/>
              <a:gd name="connsiteY6" fmla="*/ 373299 h 399016"/>
              <a:gd name="connsiteX7" fmla="*/ 0 w 405978"/>
              <a:gd name="connsiteY7" fmla="*/ 390444 h 399016"/>
              <a:gd name="connsiteX8" fmla="*/ 8537 w 405978"/>
              <a:gd name="connsiteY8" fmla="*/ 399016 h 399016"/>
              <a:gd name="connsiteX9" fmla="*/ 177378 w 405978"/>
              <a:gd name="connsiteY9" fmla="*/ 399016 h 399016"/>
              <a:gd name="connsiteX10" fmla="*/ 185915 w 405978"/>
              <a:gd name="connsiteY10" fmla="*/ 390444 h 399016"/>
              <a:gd name="connsiteX11" fmla="*/ 185915 w 405978"/>
              <a:gd name="connsiteY11" fmla="*/ 373299 h 399016"/>
              <a:gd name="connsiteX12" fmla="*/ 168841 w 405978"/>
              <a:gd name="connsiteY12" fmla="*/ 349486 h 399016"/>
              <a:gd name="connsiteX13" fmla="*/ 35096 w 405978"/>
              <a:gd name="connsiteY13" fmla="*/ 339961 h 399016"/>
              <a:gd name="connsiteX14" fmla="*/ 43633 w 405978"/>
              <a:gd name="connsiteY14" fmla="*/ 331389 h 399016"/>
              <a:gd name="connsiteX15" fmla="*/ 145128 w 405978"/>
              <a:gd name="connsiteY15" fmla="*/ 331389 h 399016"/>
              <a:gd name="connsiteX16" fmla="*/ 153665 w 405978"/>
              <a:gd name="connsiteY16" fmla="*/ 339961 h 399016"/>
              <a:gd name="connsiteX17" fmla="*/ 153665 w 405978"/>
              <a:gd name="connsiteY17" fmla="*/ 348534 h 399016"/>
              <a:gd name="connsiteX18" fmla="*/ 35096 w 405978"/>
              <a:gd name="connsiteY18" fmla="*/ 348534 h 399016"/>
              <a:gd name="connsiteX19" fmla="*/ 35096 w 405978"/>
              <a:gd name="connsiteY19" fmla="*/ 339961 h 399016"/>
              <a:gd name="connsiteX20" fmla="*/ 169790 w 405978"/>
              <a:gd name="connsiteY20" fmla="*/ 382824 h 399016"/>
              <a:gd name="connsiteX21" fmla="*/ 18022 w 405978"/>
              <a:gd name="connsiteY21" fmla="*/ 382824 h 399016"/>
              <a:gd name="connsiteX22" fmla="*/ 18022 w 405978"/>
              <a:gd name="connsiteY22" fmla="*/ 374251 h 399016"/>
              <a:gd name="connsiteX23" fmla="*/ 26559 w 405978"/>
              <a:gd name="connsiteY23" fmla="*/ 365679 h 399016"/>
              <a:gd name="connsiteX24" fmla="*/ 161253 w 405978"/>
              <a:gd name="connsiteY24" fmla="*/ 365679 h 399016"/>
              <a:gd name="connsiteX25" fmla="*/ 169790 w 405978"/>
              <a:gd name="connsiteY25" fmla="*/ 374251 h 399016"/>
              <a:gd name="connsiteX26" fmla="*/ 169790 w 405978"/>
              <a:gd name="connsiteY26" fmla="*/ 382824 h 399016"/>
              <a:gd name="connsiteX27" fmla="*/ 405978 w 405978"/>
              <a:gd name="connsiteY27" fmla="*/ 322816 h 399016"/>
              <a:gd name="connsiteX28" fmla="*/ 238085 w 405978"/>
              <a:gd name="connsiteY28" fmla="*/ 154224 h 399016"/>
              <a:gd name="connsiteX29" fmla="*/ 272233 w 405978"/>
              <a:gd name="connsiteY29" fmla="*/ 119934 h 399016"/>
              <a:gd name="connsiteX30" fmla="*/ 274130 w 405978"/>
              <a:gd name="connsiteY30" fmla="*/ 121839 h 399016"/>
              <a:gd name="connsiteX31" fmla="*/ 292153 w 405978"/>
              <a:gd name="connsiteY31" fmla="*/ 130411 h 399016"/>
              <a:gd name="connsiteX32" fmla="*/ 310175 w 405978"/>
              <a:gd name="connsiteY32" fmla="*/ 121839 h 399016"/>
              <a:gd name="connsiteX33" fmla="*/ 311124 w 405978"/>
              <a:gd name="connsiteY33" fmla="*/ 84691 h 399016"/>
              <a:gd name="connsiteX34" fmla="*/ 234291 w 405978"/>
              <a:gd name="connsiteY34" fmla="*/ 7539 h 399016"/>
              <a:gd name="connsiteX35" fmla="*/ 197298 w 405978"/>
              <a:gd name="connsiteY35" fmla="*/ 7539 h 399016"/>
              <a:gd name="connsiteX36" fmla="*/ 196349 w 405978"/>
              <a:gd name="connsiteY36" fmla="*/ 44686 h 399016"/>
              <a:gd name="connsiteX37" fmla="*/ 199195 w 405978"/>
              <a:gd name="connsiteY37" fmla="*/ 47544 h 399016"/>
              <a:gd name="connsiteX38" fmla="*/ 118568 w 405978"/>
              <a:gd name="connsiteY38" fmla="*/ 129459 h 399016"/>
              <a:gd name="connsiteX39" fmla="*/ 115723 w 405978"/>
              <a:gd name="connsiteY39" fmla="*/ 126601 h 399016"/>
              <a:gd name="connsiteX40" fmla="*/ 78729 w 405978"/>
              <a:gd name="connsiteY40" fmla="*/ 126601 h 399016"/>
              <a:gd name="connsiteX41" fmla="*/ 77781 w 405978"/>
              <a:gd name="connsiteY41" fmla="*/ 163749 h 399016"/>
              <a:gd name="connsiteX42" fmla="*/ 154613 w 405978"/>
              <a:gd name="connsiteY42" fmla="*/ 240901 h 399016"/>
              <a:gd name="connsiteX43" fmla="*/ 172636 w 405978"/>
              <a:gd name="connsiteY43" fmla="*/ 249474 h 399016"/>
              <a:gd name="connsiteX44" fmla="*/ 190658 w 405978"/>
              <a:gd name="connsiteY44" fmla="*/ 240901 h 399016"/>
              <a:gd name="connsiteX45" fmla="*/ 191607 w 405978"/>
              <a:gd name="connsiteY45" fmla="*/ 203754 h 399016"/>
              <a:gd name="connsiteX46" fmla="*/ 188761 w 405978"/>
              <a:gd name="connsiteY46" fmla="*/ 200896 h 399016"/>
              <a:gd name="connsiteX47" fmla="*/ 222909 w 405978"/>
              <a:gd name="connsiteY47" fmla="*/ 165654 h 399016"/>
              <a:gd name="connsiteX48" fmla="*/ 389853 w 405978"/>
              <a:gd name="connsiteY48" fmla="*/ 334246 h 399016"/>
              <a:gd name="connsiteX49" fmla="*/ 395544 w 405978"/>
              <a:gd name="connsiteY49" fmla="*/ 337104 h 399016"/>
              <a:gd name="connsiteX50" fmla="*/ 402184 w 405978"/>
              <a:gd name="connsiteY50" fmla="*/ 334246 h 399016"/>
              <a:gd name="connsiteX51" fmla="*/ 402184 w 405978"/>
              <a:gd name="connsiteY51" fmla="*/ 322816 h 399016"/>
              <a:gd name="connsiteX52" fmla="*/ 210578 w 405978"/>
              <a:gd name="connsiteY52" fmla="*/ 19921 h 399016"/>
              <a:gd name="connsiteX53" fmla="*/ 222909 w 405978"/>
              <a:gd name="connsiteY53" fmla="*/ 18969 h 399016"/>
              <a:gd name="connsiteX54" fmla="*/ 299741 w 405978"/>
              <a:gd name="connsiteY54" fmla="*/ 96121 h 399016"/>
              <a:gd name="connsiteX55" fmla="*/ 299741 w 405978"/>
              <a:gd name="connsiteY55" fmla="*/ 108504 h 399016"/>
              <a:gd name="connsiteX56" fmla="*/ 287410 w 405978"/>
              <a:gd name="connsiteY56" fmla="*/ 109456 h 399016"/>
              <a:gd name="connsiteX57" fmla="*/ 278873 w 405978"/>
              <a:gd name="connsiteY57" fmla="*/ 100884 h 399016"/>
              <a:gd name="connsiteX58" fmla="*/ 278873 w 405978"/>
              <a:gd name="connsiteY58" fmla="*/ 100884 h 399016"/>
              <a:gd name="connsiteX59" fmla="*/ 220063 w 405978"/>
              <a:gd name="connsiteY59" fmla="*/ 41829 h 399016"/>
              <a:gd name="connsiteX60" fmla="*/ 220063 w 405978"/>
              <a:gd name="connsiteY60" fmla="*/ 41829 h 399016"/>
              <a:gd name="connsiteX61" fmla="*/ 220063 w 405978"/>
              <a:gd name="connsiteY61" fmla="*/ 41829 h 399016"/>
              <a:gd name="connsiteX62" fmla="*/ 211526 w 405978"/>
              <a:gd name="connsiteY62" fmla="*/ 33256 h 399016"/>
              <a:gd name="connsiteX63" fmla="*/ 211526 w 405978"/>
              <a:gd name="connsiteY63" fmla="*/ 20874 h 399016"/>
              <a:gd name="connsiteX64" fmla="*/ 212475 w 405978"/>
              <a:gd name="connsiteY64" fmla="*/ 60879 h 399016"/>
              <a:gd name="connsiteX65" fmla="*/ 259902 w 405978"/>
              <a:gd name="connsiteY65" fmla="*/ 107551 h 399016"/>
              <a:gd name="connsiteX66" fmla="*/ 221012 w 405978"/>
              <a:gd name="connsiteY66" fmla="*/ 147556 h 399016"/>
              <a:gd name="connsiteX67" fmla="*/ 219115 w 405978"/>
              <a:gd name="connsiteY67" fmla="*/ 147556 h 399016"/>
              <a:gd name="connsiteX68" fmla="*/ 218166 w 405978"/>
              <a:gd name="connsiteY68" fmla="*/ 149461 h 399016"/>
              <a:gd name="connsiteX69" fmla="*/ 178327 w 405978"/>
              <a:gd name="connsiteY69" fmla="*/ 189466 h 399016"/>
              <a:gd name="connsiteX70" fmla="*/ 131848 w 405978"/>
              <a:gd name="connsiteY70" fmla="*/ 140889 h 399016"/>
              <a:gd name="connsiteX71" fmla="*/ 212475 w 405978"/>
              <a:gd name="connsiteY71" fmla="*/ 59926 h 399016"/>
              <a:gd name="connsiteX72" fmla="*/ 181173 w 405978"/>
              <a:gd name="connsiteY72" fmla="*/ 227566 h 399016"/>
              <a:gd name="connsiteX73" fmla="*/ 168841 w 405978"/>
              <a:gd name="connsiteY73" fmla="*/ 228519 h 399016"/>
              <a:gd name="connsiteX74" fmla="*/ 92009 w 405978"/>
              <a:gd name="connsiteY74" fmla="*/ 151366 h 399016"/>
              <a:gd name="connsiteX75" fmla="*/ 92009 w 405978"/>
              <a:gd name="connsiteY75" fmla="*/ 138984 h 399016"/>
              <a:gd name="connsiteX76" fmla="*/ 104340 w 405978"/>
              <a:gd name="connsiteY76" fmla="*/ 138031 h 399016"/>
              <a:gd name="connsiteX77" fmla="*/ 112877 w 405978"/>
              <a:gd name="connsiteY77" fmla="*/ 146604 h 399016"/>
              <a:gd name="connsiteX78" fmla="*/ 112877 w 405978"/>
              <a:gd name="connsiteY78" fmla="*/ 146604 h 399016"/>
              <a:gd name="connsiteX79" fmla="*/ 112877 w 405978"/>
              <a:gd name="connsiteY79" fmla="*/ 146604 h 399016"/>
              <a:gd name="connsiteX80" fmla="*/ 171687 w 405978"/>
              <a:gd name="connsiteY80" fmla="*/ 206611 h 399016"/>
              <a:gd name="connsiteX81" fmla="*/ 174533 w 405978"/>
              <a:gd name="connsiteY81" fmla="*/ 209469 h 399016"/>
              <a:gd name="connsiteX82" fmla="*/ 180224 w 405978"/>
              <a:gd name="connsiteY82" fmla="*/ 215184 h 399016"/>
              <a:gd name="connsiteX83" fmla="*/ 180224 w 405978"/>
              <a:gd name="connsiteY83" fmla="*/ 227566 h 399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405978" h="399016">
                <a:moveTo>
                  <a:pt x="169790" y="349486"/>
                </a:moveTo>
                <a:lnTo>
                  <a:pt x="169790" y="339009"/>
                </a:lnTo>
                <a:cubicBezTo>
                  <a:pt x="169790" y="324721"/>
                  <a:pt x="158407" y="313291"/>
                  <a:pt x="144179" y="313291"/>
                </a:cubicBezTo>
                <a:lnTo>
                  <a:pt x="42685" y="313291"/>
                </a:lnTo>
                <a:cubicBezTo>
                  <a:pt x="30353" y="313291"/>
                  <a:pt x="17074" y="324721"/>
                  <a:pt x="17074" y="339009"/>
                </a:cubicBezTo>
                <a:lnTo>
                  <a:pt x="17074" y="349486"/>
                </a:lnTo>
                <a:cubicBezTo>
                  <a:pt x="7588" y="353296"/>
                  <a:pt x="0" y="362821"/>
                  <a:pt x="0" y="373299"/>
                </a:cubicBezTo>
                <a:lnTo>
                  <a:pt x="0" y="390444"/>
                </a:lnTo>
                <a:cubicBezTo>
                  <a:pt x="0" y="395206"/>
                  <a:pt x="3794" y="399016"/>
                  <a:pt x="8537" y="399016"/>
                </a:cubicBezTo>
                <a:lnTo>
                  <a:pt x="177378" y="399016"/>
                </a:lnTo>
                <a:cubicBezTo>
                  <a:pt x="183070" y="399016"/>
                  <a:pt x="185915" y="394254"/>
                  <a:pt x="185915" y="390444"/>
                </a:cubicBezTo>
                <a:lnTo>
                  <a:pt x="185915" y="373299"/>
                </a:lnTo>
                <a:cubicBezTo>
                  <a:pt x="185915" y="361869"/>
                  <a:pt x="179276" y="352344"/>
                  <a:pt x="168841" y="349486"/>
                </a:cubicBezTo>
                <a:close/>
                <a:moveTo>
                  <a:pt x="35096" y="339961"/>
                </a:moveTo>
                <a:cubicBezTo>
                  <a:pt x="35096" y="334246"/>
                  <a:pt x="38890" y="331389"/>
                  <a:pt x="43633" y="331389"/>
                </a:cubicBezTo>
                <a:lnTo>
                  <a:pt x="145128" y="331389"/>
                </a:lnTo>
                <a:cubicBezTo>
                  <a:pt x="150819" y="331389"/>
                  <a:pt x="153665" y="334246"/>
                  <a:pt x="153665" y="339961"/>
                </a:cubicBezTo>
                <a:lnTo>
                  <a:pt x="153665" y="348534"/>
                </a:lnTo>
                <a:lnTo>
                  <a:pt x="35096" y="348534"/>
                </a:lnTo>
                <a:lnTo>
                  <a:pt x="35096" y="339961"/>
                </a:lnTo>
                <a:close/>
                <a:moveTo>
                  <a:pt x="169790" y="382824"/>
                </a:moveTo>
                <a:lnTo>
                  <a:pt x="18022" y="382824"/>
                </a:lnTo>
                <a:lnTo>
                  <a:pt x="18022" y="374251"/>
                </a:lnTo>
                <a:cubicBezTo>
                  <a:pt x="18022" y="368536"/>
                  <a:pt x="21817" y="365679"/>
                  <a:pt x="26559" y="365679"/>
                </a:cubicBezTo>
                <a:lnTo>
                  <a:pt x="161253" y="365679"/>
                </a:lnTo>
                <a:cubicBezTo>
                  <a:pt x="166944" y="365679"/>
                  <a:pt x="169790" y="368536"/>
                  <a:pt x="169790" y="374251"/>
                </a:cubicBezTo>
                <a:lnTo>
                  <a:pt x="169790" y="382824"/>
                </a:lnTo>
                <a:close/>
                <a:moveTo>
                  <a:pt x="405978" y="322816"/>
                </a:moveTo>
                <a:cubicBezTo>
                  <a:pt x="405978" y="322816"/>
                  <a:pt x="405978" y="322816"/>
                  <a:pt x="238085" y="154224"/>
                </a:cubicBezTo>
                <a:cubicBezTo>
                  <a:pt x="247571" y="144699"/>
                  <a:pt x="258953" y="133269"/>
                  <a:pt x="272233" y="119934"/>
                </a:cubicBezTo>
                <a:cubicBezTo>
                  <a:pt x="272233" y="119934"/>
                  <a:pt x="273182" y="120886"/>
                  <a:pt x="274130" y="121839"/>
                </a:cubicBezTo>
                <a:cubicBezTo>
                  <a:pt x="279822" y="127554"/>
                  <a:pt x="285513" y="130411"/>
                  <a:pt x="292153" y="130411"/>
                </a:cubicBezTo>
                <a:cubicBezTo>
                  <a:pt x="298792" y="130411"/>
                  <a:pt x="306381" y="127554"/>
                  <a:pt x="310175" y="121839"/>
                </a:cubicBezTo>
                <a:cubicBezTo>
                  <a:pt x="319661" y="112314"/>
                  <a:pt x="322506" y="96121"/>
                  <a:pt x="311124" y="84691"/>
                </a:cubicBezTo>
                <a:lnTo>
                  <a:pt x="234291" y="7539"/>
                </a:lnTo>
                <a:cubicBezTo>
                  <a:pt x="221960" y="-3891"/>
                  <a:pt x="205835" y="-1034"/>
                  <a:pt x="197298" y="7539"/>
                </a:cubicBezTo>
                <a:cubicBezTo>
                  <a:pt x="187812" y="17064"/>
                  <a:pt x="184967" y="33256"/>
                  <a:pt x="196349" y="44686"/>
                </a:cubicBezTo>
                <a:cubicBezTo>
                  <a:pt x="196349" y="44686"/>
                  <a:pt x="196349" y="44686"/>
                  <a:pt x="199195" y="47544"/>
                </a:cubicBezTo>
                <a:cubicBezTo>
                  <a:pt x="190658" y="56116"/>
                  <a:pt x="169790" y="77071"/>
                  <a:pt x="118568" y="129459"/>
                </a:cubicBezTo>
                <a:cubicBezTo>
                  <a:pt x="118568" y="129459"/>
                  <a:pt x="116671" y="127554"/>
                  <a:pt x="115723" y="126601"/>
                </a:cubicBezTo>
                <a:cubicBezTo>
                  <a:pt x="103392" y="115171"/>
                  <a:pt x="87266" y="118029"/>
                  <a:pt x="78729" y="126601"/>
                </a:cubicBezTo>
                <a:cubicBezTo>
                  <a:pt x="69244" y="136126"/>
                  <a:pt x="66398" y="152319"/>
                  <a:pt x="77781" y="163749"/>
                </a:cubicBezTo>
                <a:lnTo>
                  <a:pt x="154613" y="240901"/>
                </a:lnTo>
                <a:cubicBezTo>
                  <a:pt x="160305" y="246616"/>
                  <a:pt x="165996" y="249474"/>
                  <a:pt x="172636" y="249474"/>
                </a:cubicBezTo>
                <a:cubicBezTo>
                  <a:pt x="179276" y="249474"/>
                  <a:pt x="186864" y="246616"/>
                  <a:pt x="190658" y="240901"/>
                </a:cubicBezTo>
                <a:cubicBezTo>
                  <a:pt x="200144" y="231376"/>
                  <a:pt x="202989" y="215184"/>
                  <a:pt x="191607" y="203754"/>
                </a:cubicBezTo>
                <a:cubicBezTo>
                  <a:pt x="191607" y="203754"/>
                  <a:pt x="191607" y="203754"/>
                  <a:pt x="188761" y="200896"/>
                </a:cubicBezTo>
                <a:cubicBezTo>
                  <a:pt x="194452" y="195181"/>
                  <a:pt x="203938" y="185656"/>
                  <a:pt x="222909" y="165654"/>
                </a:cubicBezTo>
                <a:cubicBezTo>
                  <a:pt x="236188" y="178989"/>
                  <a:pt x="275079" y="218041"/>
                  <a:pt x="389853" y="334246"/>
                </a:cubicBezTo>
                <a:cubicBezTo>
                  <a:pt x="390802" y="337104"/>
                  <a:pt x="393647" y="337104"/>
                  <a:pt x="395544" y="337104"/>
                </a:cubicBezTo>
                <a:cubicBezTo>
                  <a:pt x="398390" y="337104"/>
                  <a:pt x="401236" y="337104"/>
                  <a:pt x="402184" y="334246"/>
                </a:cubicBezTo>
                <a:cubicBezTo>
                  <a:pt x="405030" y="331389"/>
                  <a:pt x="405030" y="325674"/>
                  <a:pt x="402184" y="322816"/>
                </a:cubicBezTo>
                <a:close/>
                <a:moveTo>
                  <a:pt x="210578" y="19921"/>
                </a:moveTo>
                <a:cubicBezTo>
                  <a:pt x="211526" y="18969"/>
                  <a:pt x="217217" y="13254"/>
                  <a:pt x="222909" y="18969"/>
                </a:cubicBezTo>
                <a:lnTo>
                  <a:pt x="299741" y="96121"/>
                </a:lnTo>
                <a:cubicBezTo>
                  <a:pt x="305432" y="101836"/>
                  <a:pt x="300690" y="108504"/>
                  <a:pt x="299741" y="108504"/>
                </a:cubicBezTo>
                <a:cubicBezTo>
                  <a:pt x="298792" y="109456"/>
                  <a:pt x="293101" y="115171"/>
                  <a:pt x="287410" y="109456"/>
                </a:cubicBezTo>
                <a:lnTo>
                  <a:pt x="278873" y="100884"/>
                </a:lnTo>
                <a:cubicBezTo>
                  <a:pt x="278873" y="100884"/>
                  <a:pt x="278873" y="100884"/>
                  <a:pt x="278873" y="100884"/>
                </a:cubicBezTo>
                <a:cubicBezTo>
                  <a:pt x="277924" y="99931"/>
                  <a:pt x="269388" y="9135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lnTo>
                  <a:pt x="211526" y="33256"/>
                </a:lnTo>
                <a:cubicBezTo>
                  <a:pt x="205835" y="27541"/>
                  <a:pt x="210578" y="21826"/>
                  <a:pt x="211526" y="20874"/>
                </a:cubicBezTo>
                <a:close/>
                <a:moveTo>
                  <a:pt x="212475" y="60879"/>
                </a:moveTo>
                <a:lnTo>
                  <a:pt x="259902" y="107551"/>
                </a:lnTo>
                <a:cubicBezTo>
                  <a:pt x="259902" y="107551"/>
                  <a:pt x="259902" y="107551"/>
                  <a:pt x="221012" y="147556"/>
                </a:cubicBezTo>
                <a:cubicBezTo>
                  <a:pt x="221012" y="147556"/>
                  <a:pt x="220063" y="147556"/>
                  <a:pt x="219115" y="147556"/>
                </a:cubicBezTo>
                <a:cubicBezTo>
                  <a:pt x="219115" y="147556"/>
                  <a:pt x="218166" y="148509"/>
                  <a:pt x="218166" y="149461"/>
                </a:cubicBezTo>
                <a:cubicBezTo>
                  <a:pt x="207732" y="159939"/>
                  <a:pt x="194452" y="173274"/>
                  <a:pt x="178327" y="189466"/>
                </a:cubicBezTo>
                <a:lnTo>
                  <a:pt x="131848" y="140889"/>
                </a:lnTo>
                <a:lnTo>
                  <a:pt x="212475" y="59926"/>
                </a:lnTo>
                <a:close/>
                <a:moveTo>
                  <a:pt x="181173" y="227566"/>
                </a:moveTo>
                <a:cubicBezTo>
                  <a:pt x="180224" y="228519"/>
                  <a:pt x="174533" y="234234"/>
                  <a:pt x="168841" y="228519"/>
                </a:cubicBezTo>
                <a:lnTo>
                  <a:pt x="92009" y="151366"/>
                </a:lnTo>
                <a:cubicBezTo>
                  <a:pt x="86318" y="145651"/>
                  <a:pt x="91061" y="139936"/>
                  <a:pt x="92009" y="138984"/>
                </a:cubicBezTo>
                <a:cubicBezTo>
                  <a:pt x="92958" y="138031"/>
                  <a:pt x="98649" y="132316"/>
                  <a:pt x="104340" y="138031"/>
                </a:cubicBezTo>
                <a:lnTo>
                  <a:pt x="112877" y="146604"/>
                </a:lnTo>
                <a:cubicBezTo>
                  <a:pt x="112877" y="146604"/>
                  <a:pt x="112877" y="146604"/>
                  <a:pt x="112877" y="146604"/>
                </a:cubicBezTo>
                <a:cubicBezTo>
                  <a:pt x="112877" y="146604"/>
                  <a:pt x="112877" y="146604"/>
                  <a:pt x="112877" y="146604"/>
                </a:cubicBezTo>
                <a:lnTo>
                  <a:pt x="171687" y="206611"/>
                </a:lnTo>
                <a:cubicBezTo>
                  <a:pt x="171687" y="207564"/>
                  <a:pt x="173584" y="208516"/>
                  <a:pt x="174533" y="209469"/>
                </a:cubicBezTo>
                <a:cubicBezTo>
                  <a:pt x="175481" y="210421"/>
                  <a:pt x="177378" y="212326"/>
                  <a:pt x="180224" y="215184"/>
                </a:cubicBezTo>
                <a:cubicBezTo>
                  <a:pt x="185915" y="220899"/>
                  <a:pt x="181173" y="227566"/>
                  <a:pt x="180224" y="22756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" name="Graphic 10">
            <a:extLst>
              <a:ext uri="{FF2B5EF4-FFF2-40B4-BE49-F238E27FC236}">
                <a16:creationId xmlns:a16="http://schemas.microsoft.com/office/drawing/2014/main" id="{84F5E334-4283-A3C9-79A7-F751513AC195}"/>
              </a:ext>
            </a:extLst>
          </p:cNvPr>
          <p:cNvSpPr/>
          <p:nvPr/>
        </p:nvSpPr>
        <p:spPr>
          <a:xfrm>
            <a:off x="1241457" y="763639"/>
            <a:ext cx="546100" cy="536735"/>
          </a:xfrm>
          <a:custGeom>
            <a:avLst/>
            <a:gdLst>
              <a:gd name="connsiteX0" fmla="*/ 169790 w 405978"/>
              <a:gd name="connsiteY0" fmla="*/ 349486 h 399016"/>
              <a:gd name="connsiteX1" fmla="*/ 169790 w 405978"/>
              <a:gd name="connsiteY1" fmla="*/ 339009 h 399016"/>
              <a:gd name="connsiteX2" fmla="*/ 144179 w 405978"/>
              <a:gd name="connsiteY2" fmla="*/ 313291 h 399016"/>
              <a:gd name="connsiteX3" fmla="*/ 42685 w 405978"/>
              <a:gd name="connsiteY3" fmla="*/ 313291 h 399016"/>
              <a:gd name="connsiteX4" fmla="*/ 17074 w 405978"/>
              <a:gd name="connsiteY4" fmla="*/ 339009 h 399016"/>
              <a:gd name="connsiteX5" fmla="*/ 17074 w 405978"/>
              <a:gd name="connsiteY5" fmla="*/ 349486 h 399016"/>
              <a:gd name="connsiteX6" fmla="*/ 0 w 405978"/>
              <a:gd name="connsiteY6" fmla="*/ 373299 h 399016"/>
              <a:gd name="connsiteX7" fmla="*/ 0 w 405978"/>
              <a:gd name="connsiteY7" fmla="*/ 390444 h 399016"/>
              <a:gd name="connsiteX8" fmla="*/ 8537 w 405978"/>
              <a:gd name="connsiteY8" fmla="*/ 399016 h 399016"/>
              <a:gd name="connsiteX9" fmla="*/ 177378 w 405978"/>
              <a:gd name="connsiteY9" fmla="*/ 399016 h 399016"/>
              <a:gd name="connsiteX10" fmla="*/ 185915 w 405978"/>
              <a:gd name="connsiteY10" fmla="*/ 390444 h 399016"/>
              <a:gd name="connsiteX11" fmla="*/ 185915 w 405978"/>
              <a:gd name="connsiteY11" fmla="*/ 373299 h 399016"/>
              <a:gd name="connsiteX12" fmla="*/ 168841 w 405978"/>
              <a:gd name="connsiteY12" fmla="*/ 349486 h 399016"/>
              <a:gd name="connsiteX13" fmla="*/ 35096 w 405978"/>
              <a:gd name="connsiteY13" fmla="*/ 339961 h 399016"/>
              <a:gd name="connsiteX14" fmla="*/ 43633 w 405978"/>
              <a:gd name="connsiteY14" fmla="*/ 331389 h 399016"/>
              <a:gd name="connsiteX15" fmla="*/ 145128 w 405978"/>
              <a:gd name="connsiteY15" fmla="*/ 331389 h 399016"/>
              <a:gd name="connsiteX16" fmla="*/ 153665 w 405978"/>
              <a:gd name="connsiteY16" fmla="*/ 339961 h 399016"/>
              <a:gd name="connsiteX17" fmla="*/ 153665 w 405978"/>
              <a:gd name="connsiteY17" fmla="*/ 348534 h 399016"/>
              <a:gd name="connsiteX18" fmla="*/ 35096 w 405978"/>
              <a:gd name="connsiteY18" fmla="*/ 348534 h 399016"/>
              <a:gd name="connsiteX19" fmla="*/ 35096 w 405978"/>
              <a:gd name="connsiteY19" fmla="*/ 339961 h 399016"/>
              <a:gd name="connsiteX20" fmla="*/ 169790 w 405978"/>
              <a:gd name="connsiteY20" fmla="*/ 382824 h 399016"/>
              <a:gd name="connsiteX21" fmla="*/ 18022 w 405978"/>
              <a:gd name="connsiteY21" fmla="*/ 382824 h 399016"/>
              <a:gd name="connsiteX22" fmla="*/ 18022 w 405978"/>
              <a:gd name="connsiteY22" fmla="*/ 374251 h 399016"/>
              <a:gd name="connsiteX23" fmla="*/ 26559 w 405978"/>
              <a:gd name="connsiteY23" fmla="*/ 365679 h 399016"/>
              <a:gd name="connsiteX24" fmla="*/ 161253 w 405978"/>
              <a:gd name="connsiteY24" fmla="*/ 365679 h 399016"/>
              <a:gd name="connsiteX25" fmla="*/ 169790 w 405978"/>
              <a:gd name="connsiteY25" fmla="*/ 374251 h 399016"/>
              <a:gd name="connsiteX26" fmla="*/ 169790 w 405978"/>
              <a:gd name="connsiteY26" fmla="*/ 382824 h 399016"/>
              <a:gd name="connsiteX27" fmla="*/ 405978 w 405978"/>
              <a:gd name="connsiteY27" fmla="*/ 322816 h 399016"/>
              <a:gd name="connsiteX28" fmla="*/ 238085 w 405978"/>
              <a:gd name="connsiteY28" fmla="*/ 154224 h 399016"/>
              <a:gd name="connsiteX29" fmla="*/ 272233 w 405978"/>
              <a:gd name="connsiteY29" fmla="*/ 119934 h 399016"/>
              <a:gd name="connsiteX30" fmla="*/ 274130 w 405978"/>
              <a:gd name="connsiteY30" fmla="*/ 121839 h 399016"/>
              <a:gd name="connsiteX31" fmla="*/ 292153 w 405978"/>
              <a:gd name="connsiteY31" fmla="*/ 130411 h 399016"/>
              <a:gd name="connsiteX32" fmla="*/ 310175 w 405978"/>
              <a:gd name="connsiteY32" fmla="*/ 121839 h 399016"/>
              <a:gd name="connsiteX33" fmla="*/ 311124 w 405978"/>
              <a:gd name="connsiteY33" fmla="*/ 84691 h 399016"/>
              <a:gd name="connsiteX34" fmla="*/ 234291 w 405978"/>
              <a:gd name="connsiteY34" fmla="*/ 7539 h 399016"/>
              <a:gd name="connsiteX35" fmla="*/ 197298 w 405978"/>
              <a:gd name="connsiteY35" fmla="*/ 7539 h 399016"/>
              <a:gd name="connsiteX36" fmla="*/ 196349 w 405978"/>
              <a:gd name="connsiteY36" fmla="*/ 44686 h 399016"/>
              <a:gd name="connsiteX37" fmla="*/ 199195 w 405978"/>
              <a:gd name="connsiteY37" fmla="*/ 47544 h 399016"/>
              <a:gd name="connsiteX38" fmla="*/ 118568 w 405978"/>
              <a:gd name="connsiteY38" fmla="*/ 129459 h 399016"/>
              <a:gd name="connsiteX39" fmla="*/ 115723 w 405978"/>
              <a:gd name="connsiteY39" fmla="*/ 126601 h 399016"/>
              <a:gd name="connsiteX40" fmla="*/ 78729 w 405978"/>
              <a:gd name="connsiteY40" fmla="*/ 126601 h 399016"/>
              <a:gd name="connsiteX41" fmla="*/ 77781 w 405978"/>
              <a:gd name="connsiteY41" fmla="*/ 163749 h 399016"/>
              <a:gd name="connsiteX42" fmla="*/ 154613 w 405978"/>
              <a:gd name="connsiteY42" fmla="*/ 240901 h 399016"/>
              <a:gd name="connsiteX43" fmla="*/ 172636 w 405978"/>
              <a:gd name="connsiteY43" fmla="*/ 249474 h 399016"/>
              <a:gd name="connsiteX44" fmla="*/ 190658 w 405978"/>
              <a:gd name="connsiteY44" fmla="*/ 240901 h 399016"/>
              <a:gd name="connsiteX45" fmla="*/ 191607 w 405978"/>
              <a:gd name="connsiteY45" fmla="*/ 203754 h 399016"/>
              <a:gd name="connsiteX46" fmla="*/ 188761 w 405978"/>
              <a:gd name="connsiteY46" fmla="*/ 200896 h 399016"/>
              <a:gd name="connsiteX47" fmla="*/ 222909 w 405978"/>
              <a:gd name="connsiteY47" fmla="*/ 165654 h 399016"/>
              <a:gd name="connsiteX48" fmla="*/ 389853 w 405978"/>
              <a:gd name="connsiteY48" fmla="*/ 334246 h 399016"/>
              <a:gd name="connsiteX49" fmla="*/ 395544 w 405978"/>
              <a:gd name="connsiteY49" fmla="*/ 337104 h 399016"/>
              <a:gd name="connsiteX50" fmla="*/ 402184 w 405978"/>
              <a:gd name="connsiteY50" fmla="*/ 334246 h 399016"/>
              <a:gd name="connsiteX51" fmla="*/ 402184 w 405978"/>
              <a:gd name="connsiteY51" fmla="*/ 322816 h 399016"/>
              <a:gd name="connsiteX52" fmla="*/ 210578 w 405978"/>
              <a:gd name="connsiteY52" fmla="*/ 19921 h 399016"/>
              <a:gd name="connsiteX53" fmla="*/ 222909 w 405978"/>
              <a:gd name="connsiteY53" fmla="*/ 18969 h 399016"/>
              <a:gd name="connsiteX54" fmla="*/ 299741 w 405978"/>
              <a:gd name="connsiteY54" fmla="*/ 96121 h 399016"/>
              <a:gd name="connsiteX55" fmla="*/ 299741 w 405978"/>
              <a:gd name="connsiteY55" fmla="*/ 108504 h 399016"/>
              <a:gd name="connsiteX56" fmla="*/ 287410 w 405978"/>
              <a:gd name="connsiteY56" fmla="*/ 109456 h 399016"/>
              <a:gd name="connsiteX57" fmla="*/ 278873 w 405978"/>
              <a:gd name="connsiteY57" fmla="*/ 100884 h 399016"/>
              <a:gd name="connsiteX58" fmla="*/ 278873 w 405978"/>
              <a:gd name="connsiteY58" fmla="*/ 100884 h 399016"/>
              <a:gd name="connsiteX59" fmla="*/ 220063 w 405978"/>
              <a:gd name="connsiteY59" fmla="*/ 41829 h 399016"/>
              <a:gd name="connsiteX60" fmla="*/ 220063 w 405978"/>
              <a:gd name="connsiteY60" fmla="*/ 41829 h 399016"/>
              <a:gd name="connsiteX61" fmla="*/ 220063 w 405978"/>
              <a:gd name="connsiteY61" fmla="*/ 41829 h 399016"/>
              <a:gd name="connsiteX62" fmla="*/ 211526 w 405978"/>
              <a:gd name="connsiteY62" fmla="*/ 33256 h 399016"/>
              <a:gd name="connsiteX63" fmla="*/ 211526 w 405978"/>
              <a:gd name="connsiteY63" fmla="*/ 20874 h 399016"/>
              <a:gd name="connsiteX64" fmla="*/ 212475 w 405978"/>
              <a:gd name="connsiteY64" fmla="*/ 60879 h 399016"/>
              <a:gd name="connsiteX65" fmla="*/ 259902 w 405978"/>
              <a:gd name="connsiteY65" fmla="*/ 107551 h 399016"/>
              <a:gd name="connsiteX66" fmla="*/ 221012 w 405978"/>
              <a:gd name="connsiteY66" fmla="*/ 147556 h 399016"/>
              <a:gd name="connsiteX67" fmla="*/ 219115 w 405978"/>
              <a:gd name="connsiteY67" fmla="*/ 147556 h 399016"/>
              <a:gd name="connsiteX68" fmla="*/ 218166 w 405978"/>
              <a:gd name="connsiteY68" fmla="*/ 149461 h 399016"/>
              <a:gd name="connsiteX69" fmla="*/ 178327 w 405978"/>
              <a:gd name="connsiteY69" fmla="*/ 189466 h 399016"/>
              <a:gd name="connsiteX70" fmla="*/ 131848 w 405978"/>
              <a:gd name="connsiteY70" fmla="*/ 140889 h 399016"/>
              <a:gd name="connsiteX71" fmla="*/ 212475 w 405978"/>
              <a:gd name="connsiteY71" fmla="*/ 59926 h 399016"/>
              <a:gd name="connsiteX72" fmla="*/ 181173 w 405978"/>
              <a:gd name="connsiteY72" fmla="*/ 227566 h 399016"/>
              <a:gd name="connsiteX73" fmla="*/ 168841 w 405978"/>
              <a:gd name="connsiteY73" fmla="*/ 228519 h 399016"/>
              <a:gd name="connsiteX74" fmla="*/ 92009 w 405978"/>
              <a:gd name="connsiteY74" fmla="*/ 151366 h 399016"/>
              <a:gd name="connsiteX75" fmla="*/ 92009 w 405978"/>
              <a:gd name="connsiteY75" fmla="*/ 138984 h 399016"/>
              <a:gd name="connsiteX76" fmla="*/ 104340 w 405978"/>
              <a:gd name="connsiteY76" fmla="*/ 138031 h 399016"/>
              <a:gd name="connsiteX77" fmla="*/ 112877 w 405978"/>
              <a:gd name="connsiteY77" fmla="*/ 146604 h 399016"/>
              <a:gd name="connsiteX78" fmla="*/ 112877 w 405978"/>
              <a:gd name="connsiteY78" fmla="*/ 146604 h 399016"/>
              <a:gd name="connsiteX79" fmla="*/ 112877 w 405978"/>
              <a:gd name="connsiteY79" fmla="*/ 146604 h 399016"/>
              <a:gd name="connsiteX80" fmla="*/ 171687 w 405978"/>
              <a:gd name="connsiteY80" fmla="*/ 206611 h 399016"/>
              <a:gd name="connsiteX81" fmla="*/ 174533 w 405978"/>
              <a:gd name="connsiteY81" fmla="*/ 209469 h 399016"/>
              <a:gd name="connsiteX82" fmla="*/ 180224 w 405978"/>
              <a:gd name="connsiteY82" fmla="*/ 215184 h 399016"/>
              <a:gd name="connsiteX83" fmla="*/ 180224 w 405978"/>
              <a:gd name="connsiteY83" fmla="*/ 227566 h 399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405978" h="399016">
                <a:moveTo>
                  <a:pt x="169790" y="349486"/>
                </a:moveTo>
                <a:lnTo>
                  <a:pt x="169790" y="339009"/>
                </a:lnTo>
                <a:cubicBezTo>
                  <a:pt x="169790" y="324721"/>
                  <a:pt x="158407" y="313291"/>
                  <a:pt x="144179" y="313291"/>
                </a:cubicBezTo>
                <a:lnTo>
                  <a:pt x="42685" y="313291"/>
                </a:lnTo>
                <a:cubicBezTo>
                  <a:pt x="30353" y="313291"/>
                  <a:pt x="17074" y="324721"/>
                  <a:pt x="17074" y="339009"/>
                </a:cubicBezTo>
                <a:lnTo>
                  <a:pt x="17074" y="349486"/>
                </a:lnTo>
                <a:cubicBezTo>
                  <a:pt x="7588" y="353296"/>
                  <a:pt x="0" y="362821"/>
                  <a:pt x="0" y="373299"/>
                </a:cubicBezTo>
                <a:lnTo>
                  <a:pt x="0" y="390444"/>
                </a:lnTo>
                <a:cubicBezTo>
                  <a:pt x="0" y="395206"/>
                  <a:pt x="3794" y="399016"/>
                  <a:pt x="8537" y="399016"/>
                </a:cubicBezTo>
                <a:lnTo>
                  <a:pt x="177378" y="399016"/>
                </a:lnTo>
                <a:cubicBezTo>
                  <a:pt x="183070" y="399016"/>
                  <a:pt x="185915" y="394254"/>
                  <a:pt x="185915" y="390444"/>
                </a:cubicBezTo>
                <a:lnTo>
                  <a:pt x="185915" y="373299"/>
                </a:lnTo>
                <a:cubicBezTo>
                  <a:pt x="185915" y="361869"/>
                  <a:pt x="179276" y="352344"/>
                  <a:pt x="168841" y="349486"/>
                </a:cubicBezTo>
                <a:close/>
                <a:moveTo>
                  <a:pt x="35096" y="339961"/>
                </a:moveTo>
                <a:cubicBezTo>
                  <a:pt x="35096" y="334246"/>
                  <a:pt x="38890" y="331389"/>
                  <a:pt x="43633" y="331389"/>
                </a:cubicBezTo>
                <a:lnTo>
                  <a:pt x="145128" y="331389"/>
                </a:lnTo>
                <a:cubicBezTo>
                  <a:pt x="150819" y="331389"/>
                  <a:pt x="153665" y="334246"/>
                  <a:pt x="153665" y="339961"/>
                </a:cubicBezTo>
                <a:lnTo>
                  <a:pt x="153665" y="348534"/>
                </a:lnTo>
                <a:lnTo>
                  <a:pt x="35096" y="348534"/>
                </a:lnTo>
                <a:lnTo>
                  <a:pt x="35096" y="339961"/>
                </a:lnTo>
                <a:close/>
                <a:moveTo>
                  <a:pt x="169790" y="382824"/>
                </a:moveTo>
                <a:lnTo>
                  <a:pt x="18022" y="382824"/>
                </a:lnTo>
                <a:lnTo>
                  <a:pt x="18022" y="374251"/>
                </a:lnTo>
                <a:cubicBezTo>
                  <a:pt x="18022" y="368536"/>
                  <a:pt x="21817" y="365679"/>
                  <a:pt x="26559" y="365679"/>
                </a:cubicBezTo>
                <a:lnTo>
                  <a:pt x="161253" y="365679"/>
                </a:lnTo>
                <a:cubicBezTo>
                  <a:pt x="166944" y="365679"/>
                  <a:pt x="169790" y="368536"/>
                  <a:pt x="169790" y="374251"/>
                </a:cubicBezTo>
                <a:lnTo>
                  <a:pt x="169790" y="382824"/>
                </a:lnTo>
                <a:close/>
                <a:moveTo>
                  <a:pt x="405978" y="322816"/>
                </a:moveTo>
                <a:cubicBezTo>
                  <a:pt x="405978" y="322816"/>
                  <a:pt x="405978" y="322816"/>
                  <a:pt x="238085" y="154224"/>
                </a:cubicBezTo>
                <a:cubicBezTo>
                  <a:pt x="247571" y="144699"/>
                  <a:pt x="258953" y="133269"/>
                  <a:pt x="272233" y="119934"/>
                </a:cubicBezTo>
                <a:cubicBezTo>
                  <a:pt x="272233" y="119934"/>
                  <a:pt x="273182" y="120886"/>
                  <a:pt x="274130" y="121839"/>
                </a:cubicBezTo>
                <a:cubicBezTo>
                  <a:pt x="279822" y="127554"/>
                  <a:pt x="285513" y="130411"/>
                  <a:pt x="292153" y="130411"/>
                </a:cubicBezTo>
                <a:cubicBezTo>
                  <a:pt x="298792" y="130411"/>
                  <a:pt x="306381" y="127554"/>
                  <a:pt x="310175" y="121839"/>
                </a:cubicBezTo>
                <a:cubicBezTo>
                  <a:pt x="319661" y="112314"/>
                  <a:pt x="322506" y="96121"/>
                  <a:pt x="311124" y="84691"/>
                </a:cubicBezTo>
                <a:lnTo>
                  <a:pt x="234291" y="7539"/>
                </a:lnTo>
                <a:cubicBezTo>
                  <a:pt x="221960" y="-3891"/>
                  <a:pt x="205835" y="-1034"/>
                  <a:pt x="197298" y="7539"/>
                </a:cubicBezTo>
                <a:cubicBezTo>
                  <a:pt x="187812" y="17064"/>
                  <a:pt x="184967" y="33256"/>
                  <a:pt x="196349" y="44686"/>
                </a:cubicBezTo>
                <a:cubicBezTo>
                  <a:pt x="196349" y="44686"/>
                  <a:pt x="196349" y="44686"/>
                  <a:pt x="199195" y="47544"/>
                </a:cubicBezTo>
                <a:cubicBezTo>
                  <a:pt x="190658" y="56116"/>
                  <a:pt x="169790" y="77071"/>
                  <a:pt x="118568" y="129459"/>
                </a:cubicBezTo>
                <a:cubicBezTo>
                  <a:pt x="118568" y="129459"/>
                  <a:pt x="116671" y="127554"/>
                  <a:pt x="115723" y="126601"/>
                </a:cubicBezTo>
                <a:cubicBezTo>
                  <a:pt x="103392" y="115171"/>
                  <a:pt x="87266" y="118029"/>
                  <a:pt x="78729" y="126601"/>
                </a:cubicBezTo>
                <a:cubicBezTo>
                  <a:pt x="69244" y="136126"/>
                  <a:pt x="66398" y="152319"/>
                  <a:pt x="77781" y="163749"/>
                </a:cubicBezTo>
                <a:lnTo>
                  <a:pt x="154613" y="240901"/>
                </a:lnTo>
                <a:cubicBezTo>
                  <a:pt x="160305" y="246616"/>
                  <a:pt x="165996" y="249474"/>
                  <a:pt x="172636" y="249474"/>
                </a:cubicBezTo>
                <a:cubicBezTo>
                  <a:pt x="179276" y="249474"/>
                  <a:pt x="186864" y="246616"/>
                  <a:pt x="190658" y="240901"/>
                </a:cubicBezTo>
                <a:cubicBezTo>
                  <a:pt x="200144" y="231376"/>
                  <a:pt x="202989" y="215184"/>
                  <a:pt x="191607" y="203754"/>
                </a:cubicBezTo>
                <a:cubicBezTo>
                  <a:pt x="191607" y="203754"/>
                  <a:pt x="191607" y="203754"/>
                  <a:pt x="188761" y="200896"/>
                </a:cubicBezTo>
                <a:cubicBezTo>
                  <a:pt x="194452" y="195181"/>
                  <a:pt x="203938" y="185656"/>
                  <a:pt x="222909" y="165654"/>
                </a:cubicBezTo>
                <a:cubicBezTo>
                  <a:pt x="236188" y="178989"/>
                  <a:pt x="275079" y="218041"/>
                  <a:pt x="389853" y="334246"/>
                </a:cubicBezTo>
                <a:cubicBezTo>
                  <a:pt x="390802" y="337104"/>
                  <a:pt x="393647" y="337104"/>
                  <a:pt x="395544" y="337104"/>
                </a:cubicBezTo>
                <a:cubicBezTo>
                  <a:pt x="398390" y="337104"/>
                  <a:pt x="401236" y="337104"/>
                  <a:pt x="402184" y="334246"/>
                </a:cubicBezTo>
                <a:cubicBezTo>
                  <a:pt x="405030" y="331389"/>
                  <a:pt x="405030" y="325674"/>
                  <a:pt x="402184" y="322816"/>
                </a:cubicBezTo>
                <a:close/>
                <a:moveTo>
                  <a:pt x="210578" y="19921"/>
                </a:moveTo>
                <a:cubicBezTo>
                  <a:pt x="211526" y="18969"/>
                  <a:pt x="217217" y="13254"/>
                  <a:pt x="222909" y="18969"/>
                </a:cubicBezTo>
                <a:lnTo>
                  <a:pt x="299741" y="96121"/>
                </a:lnTo>
                <a:cubicBezTo>
                  <a:pt x="305432" y="101836"/>
                  <a:pt x="300690" y="108504"/>
                  <a:pt x="299741" y="108504"/>
                </a:cubicBezTo>
                <a:cubicBezTo>
                  <a:pt x="298792" y="109456"/>
                  <a:pt x="293101" y="115171"/>
                  <a:pt x="287410" y="109456"/>
                </a:cubicBezTo>
                <a:lnTo>
                  <a:pt x="278873" y="100884"/>
                </a:lnTo>
                <a:cubicBezTo>
                  <a:pt x="278873" y="100884"/>
                  <a:pt x="278873" y="100884"/>
                  <a:pt x="278873" y="100884"/>
                </a:cubicBezTo>
                <a:cubicBezTo>
                  <a:pt x="277924" y="99931"/>
                  <a:pt x="269388" y="9135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lnTo>
                  <a:pt x="211526" y="33256"/>
                </a:lnTo>
                <a:cubicBezTo>
                  <a:pt x="205835" y="27541"/>
                  <a:pt x="210578" y="21826"/>
                  <a:pt x="211526" y="20874"/>
                </a:cubicBezTo>
                <a:close/>
                <a:moveTo>
                  <a:pt x="212475" y="60879"/>
                </a:moveTo>
                <a:lnTo>
                  <a:pt x="259902" y="107551"/>
                </a:lnTo>
                <a:cubicBezTo>
                  <a:pt x="259902" y="107551"/>
                  <a:pt x="259902" y="107551"/>
                  <a:pt x="221012" y="147556"/>
                </a:cubicBezTo>
                <a:cubicBezTo>
                  <a:pt x="221012" y="147556"/>
                  <a:pt x="220063" y="147556"/>
                  <a:pt x="219115" y="147556"/>
                </a:cubicBezTo>
                <a:cubicBezTo>
                  <a:pt x="219115" y="147556"/>
                  <a:pt x="218166" y="148509"/>
                  <a:pt x="218166" y="149461"/>
                </a:cubicBezTo>
                <a:cubicBezTo>
                  <a:pt x="207732" y="159939"/>
                  <a:pt x="194452" y="173274"/>
                  <a:pt x="178327" y="189466"/>
                </a:cubicBezTo>
                <a:lnTo>
                  <a:pt x="131848" y="140889"/>
                </a:lnTo>
                <a:lnTo>
                  <a:pt x="212475" y="59926"/>
                </a:lnTo>
                <a:close/>
                <a:moveTo>
                  <a:pt x="181173" y="227566"/>
                </a:moveTo>
                <a:cubicBezTo>
                  <a:pt x="180224" y="228519"/>
                  <a:pt x="174533" y="234234"/>
                  <a:pt x="168841" y="228519"/>
                </a:cubicBezTo>
                <a:lnTo>
                  <a:pt x="92009" y="151366"/>
                </a:lnTo>
                <a:cubicBezTo>
                  <a:pt x="86318" y="145651"/>
                  <a:pt x="91061" y="139936"/>
                  <a:pt x="92009" y="138984"/>
                </a:cubicBezTo>
                <a:cubicBezTo>
                  <a:pt x="92958" y="138031"/>
                  <a:pt x="98649" y="132316"/>
                  <a:pt x="104340" y="138031"/>
                </a:cubicBezTo>
                <a:lnTo>
                  <a:pt x="112877" y="146604"/>
                </a:lnTo>
                <a:cubicBezTo>
                  <a:pt x="112877" y="146604"/>
                  <a:pt x="112877" y="146604"/>
                  <a:pt x="112877" y="146604"/>
                </a:cubicBezTo>
                <a:cubicBezTo>
                  <a:pt x="112877" y="146604"/>
                  <a:pt x="112877" y="146604"/>
                  <a:pt x="112877" y="146604"/>
                </a:cubicBezTo>
                <a:lnTo>
                  <a:pt x="171687" y="206611"/>
                </a:lnTo>
                <a:cubicBezTo>
                  <a:pt x="171687" y="207564"/>
                  <a:pt x="173584" y="208516"/>
                  <a:pt x="174533" y="209469"/>
                </a:cubicBezTo>
                <a:cubicBezTo>
                  <a:pt x="175481" y="210421"/>
                  <a:pt x="177378" y="212326"/>
                  <a:pt x="180224" y="215184"/>
                </a:cubicBezTo>
                <a:cubicBezTo>
                  <a:pt x="185915" y="220899"/>
                  <a:pt x="181173" y="227566"/>
                  <a:pt x="180224" y="22756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10">
            <a:extLst>
              <a:ext uri="{FF2B5EF4-FFF2-40B4-BE49-F238E27FC236}">
                <a16:creationId xmlns:a16="http://schemas.microsoft.com/office/drawing/2014/main" id="{D8BBED26-5FCB-9FCD-63EF-9E0C21DDDFF2}"/>
              </a:ext>
            </a:extLst>
          </p:cNvPr>
          <p:cNvSpPr/>
          <p:nvPr/>
        </p:nvSpPr>
        <p:spPr>
          <a:xfrm>
            <a:off x="476760" y="1382680"/>
            <a:ext cx="546100" cy="536735"/>
          </a:xfrm>
          <a:custGeom>
            <a:avLst/>
            <a:gdLst>
              <a:gd name="connsiteX0" fmla="*/ 169790 w 405978"/>
              <a:gd name="connsiteY0" fmla="*/ 349486 h 399016"/>
              <a:gd name="connsiteX1" fmla="*/ 169790 w 405978"/>
              <a:gd name="connsiteY1" fmla="*/ 339009 h 399016"/>
              <a:gd name="connsiteX2" fmla="*/ 144179 w 405978"/>
              <a:gd name="connsiteY2" fmla="*/ 313291 h 399016"/>
              <a:gd name="connsiteX3" fmla="*/ 42685 w 405978"/>
              <a:gd name="connsiteY3" fmla="*/ 313291 h 399016"/>
              <a:gd name="connsiteX4" fmla="*/ 17074 w 405978"/>
              <a:gd name="connsiteY4" fmla="*/ 339009 h 399016"/>
              <a:gd name="connsiteX5" fmla="*/ 17074 w 405978"/>
              <a:gd name="connsiteY5" fmla="*/ 349486 h 399016"/>
              <a:gd name="connsiteX6" fmla="*/ 0 w 405978"/>
              <a:gd name="connsiteY6" fmla="*/ 373299 h 399016"/>
              <a:gd name="connsiteX7" fmla="*/ 0 w 405978"/>
              <a:gd name="connsiteY7" fmla="*/ 390444 h 399016"/>
              <a:gd name="connsiteX8" fmla="*/ 8537 w 405978"/>
              <a:gd name="connsiteY8" fmla="*/ 399016 h 399016"/>
              <a:gd name="connsiteX9" fmla="*/ 177378 w 405978"/>
              <a:gd name="connsiteY9" fmla="*/ 399016 h 399016"/>
              <a:gd name="connsiteX10" fmla="*/ 185915 w 405978"/>
              <a:gd name="connsiteY10" fmla="*/ 390444 h 399016"/>
              <a:gd name="connsiteX11" fmla="*/ 185915 w 405978"/>
              <a:gd name="connsiteY11" fmla="*/ 373299 h 399016"/>
              <a:gd name="connsiteX12" fmla="*/ 168841 w 405978"/>
              <a:gd name="connsiteY12" fmla="*/ 349486 h 399016"/>
              <a:gd name="connsiteX13" fmla="*/ 35096 w 405978"/>
              <a:gd name="connsiteY13" fmla="*/ 339961 h 399016"/>
              <a:gd name="connsiteX14" fmla="*/ 43633 w 405978"/>
              <a:gd name="connsiteY14" fmla="*/ 331389 h 399016"/>
              <a:gd name="connsiteX15" fmla="*/ 145128 w 405978"/>
              <a:gd name="connsiteY15" fmla="*/ 331389 h 399016"/>
              <a:gd name="connsiteX16" fmla="*/ 153665 w 405978"/>
              <a:gd name="connsiteY16" fmla="*/ 339961 h 399016"/>
              <a:gd name="connsiteX17" fmla="*/ 153665 w 405978"/>
              <a:gd name="connsiteY17" fmla="*/ 348534 h 399016"/>
              <a:gd name="connsiteX18" fmla="*/ 35096 w 405978"/>
              <a:gd name="connsiteY18" fmla="*/ 348534 h 399016"/>
              <a:gd name="connsiteX19" fmla="*/ 35096 w 405978"/>
              <a:gd name="connsiteY19" fmla="*/ 339961 h 399016"/>
              <a:gd name="connsiteX20" fmla="*/ 169790 w 405978"/>
              <a:gd name="connsiteY20" fmla="*/ 382824 h 399016"/>
              <a:gd name="connsiteX21" fmla="*/ 18022 w 405978"/>
              <a:gd name="connsiteY21" fmla="*/ 382824 h 399016"/>
              <a:gd name="connsiteX22" fmla="*/ 18022 w 405978"/>
              <a:gd name="connsiteY22" fmla="*/ 374251 h 399016"/>
              <a:gd name="connsiteX23" fmla="*/ 26559 w 405978"/>
              <a:gd name="connsiteY23" fmla="*/ 365679 h 399016"/>
              <a:gd name="connsiteX24" fmla="*/ 161253 w 405978"/>
              <a:gd name="connsiteY24" fmla="*/ 365679 h 399016"/>
              <a:gd name="connsiteX25" fmla="*/ 169790 w 405978"/>
              <a:gd name="connsiteY25" fmla="*/ 374251 h 399016"/>
              <a:gd name="connsiteX26" fmla="*/ 169790 w 405978"/>
              <a:gd name="connsiteY26" fmla="*/ 382824 h 399016"/>
              <a:gd name="connsiteX27" fmla="*/ 405978 w 405978"/>
              <a:gd name="connsiteY27" fmla="*/ 322816 h 399016"/>
              <a:gd name="connsiteX28" fmla="*/ 238085 w 405978"/>
              <a:gd name="connsiteY28" fmla="*/ 154224 h 399016"/>
              <a:gd name="connsiteX29" fmla="*/ 272233 w 405978"/>
              <a:gd name="connsiteY29" fmla="*/ 119934 h 399016"/>
              <a:gd name="connsiteX30" fmla="*/ 274130 w 405978"/>
              <a:gd name="connsiteY30" fmla="*/ 121839 h 399016"/>
              <a:gd name="connsiteX31" fmla="*/ 292153 w 405978"/>
              <a:gd name="connsiteY31" fmla="*/ 130411 h 399016"/>
              <a:gd name="connsiteX32" fmla="*/ 310175 w 405978"/>
              <a:gd name="connsiteY32" fmla="*/ 121839 h 399016"/>
              <a:gd name="connsiteX33" fmla="*/ 311124 w 405978"/>
              <a:gd name="connsiteY33" fmla="*/ 84691 h 399016"/>
              <a:gd name="connsiteX34" fmla="*/ 234291 w 405978"/>
              <a:gd name="connsiteY34" fmla="*/ 7539 h 399016"/>
              <a:gd name="connsiteX35" fmla="*/ 197298 w 405978"/>
              <a:gd name="connsiteY35" fmla="*/ 7539 h 399016"/>
              <a:gd name="connsiteX36" fmla="*/ 196349 w 405978"/>
              <a:gd name="connsiteY36" fmla="*/ 44686 h 399016"/>
              <a:gd name="connsiteX37" fmla="*/ 199195 w 405978"/>
              <a:gd name="connsiteY37" fmla="*/ 47544 h 399016"/>
              <a:gd name="connsiteX38" fmla="*/ 118568 w 405978"/>
              <a:gd name="connsiteY38" fmla="*/ 129459 h 399016"/>
              <a:gd name="connsiteX39" fmla="*/ 115723 w 405978"/>
              <a:gd name="connsiteY39" fmla="*/ 126601 h 399016"/>
              <a:gd name="connsiteX40" fmla="*/ 78729 w 405978"/>
              <a:gd name="connsiteY40" fmla="*/ 126601 h 399016"/>
              <a:gd name="connsiteX41" fmla="*/ 77781 w 405978"/>
              <a:gd name="connsiteY41" fmla="*/ 163749 h 399016"/>
              <a:gd name="connsiteX42" fmla="*/ 154613 w 405978"/>
              <a:gd name="connsiteY42" fmla="*/ 240901 h 399016"/>
              <a:gd name="connsiteX43" fmla="*/ 172636 w 405978"/>
              <a:gd name="connsiteY43" fmla="*/ 249474 h 399016"/>
              <a:gd name="connsiteX44" fmla="*/ 190658 w 405978"/>
              <a:gd name="connsiteY44" fmla="*/ 240901 h 399016"/>
              <a:gd name="connsiteX45" fmla="*/ 191607 w 405978"/>
              <a:gd name="connsiteY45" fmla="*/ 203754 h 399016"/>
              <a:gd name="connsiteX46" fmla="*/ 188761 w 405978"/>
              <a:gd name="connsiteY46" fmla="*/ 200896 h 399016"/>
              <a:gd name="connsiteX47" fmla="*/ 222909 w 405978"/>
              <a:gd name="connsiteY47" fmla="*/ 165654 h 399016"/>
              <a:gd name="connsiteX48" fmla="*/ 389853 w 405978"/>
              <a:gd name="connsiteY48" fmla="*/ 334246 h 399016"/>
              <a:gd name="connsiteX49" fmla="*/ 395544 w 405978"/>
              <a:gd name="connsiteY49" fmla="*/ 337104 h 399016"/>
              <a:gd name="connsiteX50" fmla="*/ 402184 w 405978"/>
              <a:gd name="connsiteY50" fmla="*/ 334246 h 399016"/>
              <a:gd name="connsiteX51" fmla="*/ 402184 w 405978"/>
              <a:gd name="connsiteY51" fmla="*/ 322816 h 399016"/>
              <a:gd name="connsiteX52" fmla="*/ 210578 w 405978"/>
              <a:gd name="connsiteY52" fmla="*/ 19921 h 399016"/>
              <a:gd name="connsiteX53" fmla="*/ 222909 w 405978"/>
              <a:gd name="connsiteY53" fmla="*/ 18969 h 399016"/>
              <a:gd name="connsiteX54" fmla="*/ 299741 w 405978"/>
              <a:gd name="connsiteY54" fmla="*/ 96121 h 399016"/>
              <a:gd name="connsiteX55" fmla="*/ 299741 w 405978"/>
              <a:gd name="connsiteY55" fmla="*/ 108504 h 399016"/>
              <a:gd name="connsiteX56" fmla="*/ 287410 w 405978"/>
              <a:gd name="connsiteY56" fmla="*/ 109456 h 399016"/>
              <a:gd name="connsiteX57" fmla="*/ 278873 w 405978"/>
              <a:gd name="connsiteY57" fmla="*/ 100884 h 399016"/>
              <a:gd name="connsiteX58" fmla="*/ 278873 w 405978"/>
              <a:gd name="connsiteY58" fmla="*/ 100884 h 399016"/>
              <a:gd name="connsiteX59" fmla="*/ 220063 w 405978"/>
              <a:gd name="connsiteY59" fmla="*/ 41829 h 399016"/>
              <a:gd name="connsiteX60" fmla="*/ 220063 w 405978"/>
              <a:gd name="connsiteY60" fmla="*/ 41829 h 399016"/>
              <a:gd name="connsiteX61" fmla="*/ 220063 w 405978"/>
              <a:gd name="connsiteY61" fmla="*/ 41829 h 399016"/>
              <a:gd name="connsiteX62" fmla="*/ 211526 w 405978"/>
              <a:gd name="connsiteY62" fmla="*/ 33256 h 399016"/>
              <a:gd name="connsiteX63" fmla="*/ 211526 w 405978"/>
              <a:gd name="connsiteY63" fmla="*/ 20874 h 399016"/>
              <a:gd name="connsiteX64" fmla="*/ 212475 w 405978"/>
              <a:gd name="connsiteY64" fmla="*/ 60879 h 399016"/>
              <a:gd name="connsiteX65" fmla="*/ 259902 w 405978"/>
              <a:gd name="connsiteY65" fmla="*/ 107551 h 399016"/>
              <a:gd name="connsiteX66" fmla="*/ 221012 w 405978"/>
              <a:gd name="connsiteY66" fmla="*/ 147556 h 399016"/>
              <a:gd name="connsiteX67" fmla="*/ 219115 w 405978"/>
              <a:gd name="connsiteY67" fmla="*/ 147556 h 399016"/>
              <a:gd name="connsiteX68" fmla="*/ 218166 w 405978"/>
              <a:gd name="connsiteY68" fmla="*/ 149461 h 399016"/>
              <a:gd name="connsiteX69" fmla="*/ 178327 w 405978"/>
              <a:gd name="connsiteY69" fmla="*/ 189466 h 399016"/>
              <a:gd name="connsiteX70" fmla="*/ 131848 w 405978"/>
              <a:gd name="connsiteY70" fmla="*/ 140889 h 399016"/>
              <a:gd name="connsiteX71" fmla="*/ 212475 w 405978"/>
              <a:gd name="connsiteY71" fmla="*/ 59926 h 399016"/>
              <a:gd name="connsiteX72" fmla="*/ 181173 w 405978"/>
              <a:gd name="connsiteY72" fmla="*/ 227566 h 399016"/>
              <a:gd name="connsiteX73" fmla="*/ 168841 w 405978"/>
              <a:gd name="connsiteY73" fmla="*/ 228519 h 399016"/>
              <a:gd name="connsiteX74" fmla="*/ 92009 w 405978"/>
              <a:gd name="connsiteY74" fmla="*/ 151366 h 399016"/>
              <a:gd name="connsiteX75" fmla="*/ 92009 w 405978"/>
              <a:gd name="connsiteY75" fmla="*/ 138984 h 399016"/>
              <a:gd name="connsiteX76" fmla="*/ 104340 w 405978"/>
              <a:gd name="connsiteY76" fmla="*/ 138031 h 399016"/>
              <a:gd name="connsiteX77" fmla="*/ 112877 w 405978"/>
              <a:gd name="connsiteY77" fmla="*/ 146604 h 399016"/>
              <a:gd name="connsiteX78" fmla="*/ 112877 w 405978"/>
              <a:gd name="connsiteY78" fmla="*/ 146604 h 399016"/>
              <a:gd name="connsiteX79" fmla="*/ 112877 w 405978"/>
              <a:gd name="connsiteY79" fmla="*/ 146604 h 399016"/>
              <a:gd name="connsiteX80" fmla="*/ 171687 w 405978"/>
              <a:gd name="connsiteY80" fmla="*/ 206611 h 399016"/>
              <a:gd name="connsiteX81" fmla="*/ 174533 w 405978"/>
              <a:gd name="connsiteY81" fmla="*/ 209469 h 399016"/>
              <a:gd name="connsiteX82" fmla="*/ 180224 w 405978"/>
              <a:gd name="connsiteY82" fmla="*/ 215184 h 399016"/>
              <a:gd name="connsiteX83" fmla="*/ 180224 w 405978"/>
              <a:gd name="connsiteY83" fmla="*/ 227566 h 399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405978" h="399016">
                <a:moveTo>
                  <a:pt x="169790" y="349486"/>
                </a:moveTo>
                <a:lnTo>
                  <a:pt x="169790" y="339009"/>
                </a:lnTo>
                <a:cubicBezTo>
                  <a:pt x="169790" y="324721"/>
                  <a:pt x="158407" y="313291"/>
                  <a:pt x="144179" y="313291"/>
                </a:cubicBezTo>
                <a:lnTo>
                  <a:pt x="42685" y="313291"/>
                </a:lnTo>
                <a:cubicBezTo>
                  <a:pt x="30353" y="313291"/>
                  <a:pt x="17074" y="324721"/>
                  <a:pt x="17074" y="339009"/>
                </a:cubicBezTo>
                <a:lnTo>
                  <a:pt x="17074" y="349486"/>
                </a:lnTo>
                <a:cubicBezTo>
                  <a:pt x="7588" y="353296"/>
                  <a:pt x="0" y="362821"/>
                  <a:pt x="0" y="373299"/>
                </a:cubicBezTo>
                <a:lnTo>
                  <a:pt x="0" y="390444"/>
                </a:lnTo>
                <a:cubicBezTo>
                  <a:pt x="0" y="395206"/>
                  <a:pt x="3794" y="399016"/>
                  <a:pt x="8537" y="399016"/>
                </a:cubicBezTo>
                <a:lnTo>
                  <a:pt x="177378" y="399016"/>
                </a:lnTo>
                <a:cubicBezTo>
                  <a:pt x="183070" y="399016"/>
                  <a:pt x="185915" y="394254"/>
                  <a:pt x="185915" y="390444"/>
                </a:cubicBezTo>
                <a:lnTo>
                  <a:pt x="185915" y="373299"/>
                </a:lnTo>
                <a:cubicBezTo>
                  <a:pt x="185915" y="361869"/>
                  <a:pt x="179276" y="352344"/>
                  <a:pt x="168841" y="349486"/>
                </a:cubicBezTo>
                <a:close/>
                <a:moveTo>
                  <a:pt x="35096" y="339961"/>
                </a:moveTo>
                <a:cubicBezTo>
                  <a:pt x="35096" y="334246"/>
                  <a:pt x="38890" y="331389"/>
                  <a:pt x="43633" y="331389"/>
                </a:cubicBezTo>
                <a:lnTo>
                  <a:pt x="145128" y="331389"/>
                </a:lnTo>
                <a:cubicBezTo>
                  <a:pt x="150819" y="331389"/>
                  <a:pt x="153665" y="334246"/>
                  <a:pt x="153665" y="339961"/>
                </a:cubicBezTo>
                <a:lnTo>
                  <a:pt x="153665" y="348534"/>
                </a:lnTo>
                <a:lnTo>
                  <a:pt x="35096" y="348534"/>
                </a:lnTo>
                <a:lnTo>
                  <a:pt x="35096" y="339961"/>
                </a:lnTo>
                <a:close/>
                <a:moveTo>
                  <a:pt x="169790" y="382824"/>
                </a:moveTo>
                <a:lnTo>
                  <a:pt x="18022" y="382824"/>
                </a:lnTo>
                <a:lnTo>
                  <a:pt x="18022" y="374251"/>
                </a:lnTo>
                <a:cubicBezTo>
                  <a:pt x="18022" y="368536"/>
                  <a:pt x="21817" y="365679"/>
                  <a:pt x="26559" y="365679"/>
                </a:cubicBezTo>
                <a:lnTo>
                  <a:pt x="161253" y="365679"/>
                </a:lnTo>
                <a:cubicBezTo>
                  <a:pt x="166944" y="365679"/>
                  <a:pt x="169790" y="368536"/>
                  <a:pt x="169790" y="374251"/>
                </a:cubicBezTo>
                <a:lnTo>
                  <a:pt x="169790" y="382824"/>
                </a:lnTo>
                <a:close/>
                <a:moveTo>
                  <a:pt x="405978" y="322816"/>
                </a:moveTo>
                <a:cubicBezTo>
                  <a:pt x="405978" y="322816"/>
                  <a:pt x="405978" y="322816"/>
                  <a:pt x="238085" y="154224"/>
                </a:cubicBezTo>
                <a:cubicBezTo>
                  <a:pt x="247571" y="144699"/>
                  <a:pt x="258953" y="133269"/>
                  <a:pt x="272233" y="119934"/>
                </a:cubicBezTo>
                <a:cubicBezTo>
                  <a:pt x="272233" y="119934"/>
                  <a:pt x="273182" y="120886"/>
                  <a:pt x="274130" y="121839"/>
                </a:cubicBezTo>
                <a:cubicBezTo>
                  <a:pt x="279822" y="127554"/>
                  <a:pt x="285513" y="130411"/>
                  <a:pt x="292153" y="130411"/>
                </a:cubicBezTo>
                <a:cubicBezTo>
                  <a:pt x="298792" y="130411"/>
                  <a:pt x="306381" y="127554"/>
                  <a:pt x="310175" y="121839"/>
                </a:cubicBezTo>
                <a:cubicBezTo>
                  <a:pt x="319661" y="112314"/>
                  <a:pt x="322506" y="96121"/>
                  <a:pt x="311124" y="84691"/>
                </a:cubicBezTo>
                <a:lnTo>
                  <a:pt x="234291" y="7539"/>
                </a:lnTo>
                <a:cubicBezTo>
                  <a:pt x="221960" y="-3891"/>
                  <a:pt x="205835" y="-1034"/>
                  <a:pt x="197298" y="7539"/>
                </a:cubicBezTo>
                <a:cubicBezTo>
                  <a:pt x="187812" y="17064"/>
                  <a:pt x="184967" y="33256"/>
                  <a:pt x="196349" y="44686"/>
                </a:cubicBezTo>
                <a:cubicBezTo>
                  <a:pt x="196349" y="44686"/>
                  <a:pt x="196349" y="44686"/>
                  <a:pt x="199195" y="47544"/>
                </a:cubicBezTo>
                <a:cubicBezTo>
                  <a:pt x="190658" y="56116"/>
                  <a:pt x="169790" y="77071"/>
                  <a:pt x="118568" y="129459"/>
                </a:cubicBezTo>
                <a:cubicBezTo>
                  <a:pt x="118568" y="129459"/>
                  <a:pt x="116671" y="127554"/>
                  <a:pt x="115723" y="126601"/>
                </a:cubicBezTo>
                <a:cubicBezTo>
                  <a:pt x="103392" y="115171"/>
                  <a:pt x="87266" y="118029"/>
                  <a:pt x="78729" y="126601"/>
                </a:cubicBezTo>
                <a:cubicBezTo>
                  <a:pt x="69244" y="136126"/>
                  <a:pt x="66398" y="152319"/>
                  <a:pt x="77781" y="163749"/>
                </a:cubicBezTo>
                <a:lnTo>
                  <a:pt x="154613" y="240901"/>
                </a:lnTo>
                <a:cubicBezTo>
                  <a:pt x="160305" y="246616"/>
                  <a:pt x="165996" y="249474"/>
                  <a:pt x="172636" y="249474"/>
                </a:cubicBezTo>
                <a:cubicBezTo>
                  <a:pt x="179276" y="249474"/>
                  <a:pt x="186864" y="246616"/>
                  <a:pt x="190658" y="240901"/>
                </a:cubicBezTo>
                <a:cubicBezTo>
                  <a:pt x="200144" y="231376"/>
                  <a:pt x="202989" y="215184"/>
                  <a:pt x="191607" y="203754"/>
                </a:cubicBezTo>
                <a:cubicBezTo>
                  <a:pt x="191607" y="203754"/>
                  <a:pt x="191607" y="203754"/>
                  <a:pt x="188761" y="200896"/>
                </a:cubicBezTo>
                <a:cubicBezTo>
                  <a:pt x="194452" y="195181"/>
                  <a:pt x="203938" y="185656"/>
                  <a:pt x="222909" y="165654"/>
                </a:cubicBezTo>
                <a:cubicBezTo>
                  <a:pt x="236188" y="178989"/>
                  <a:pt x="275079" y="218041"/>
                  <a:pt x="389853" y="334246"/>
                </a:cubicBezTo>
                <a:cubicBezTo>
                  <a:pt x="390802" y="337104"/>
                  <a:pt x="393647" y="337104"/>
                  <a:pt x="395544" y="337104"/>
                </a:cubicBezTo>
                <a:cubicBezTo>
                  <a:pt x="398390" y="337104"/>
                  <a:pt x="401236" y="337104"/>
                  <a:pt x="402184" y="334246"/>
                </a:cubicBezTo>
                <a:cubicBezTo>
                  <a:pt x="405030" y="331389"/>
                  <a:pt x="405030" y="325674"/>
                  <a:pt x="402184" y="322816"/>
                </a:cubicBezTo>
                <a:close/>
                <a:moveTo>
                  <a:pt x="210578" y="19921"/>
                </a:moveTo>
                <a:cubicBezTo>
                  <a:pt x="211526" y="18969"/>
                  <a:pt x="217217" y="13254"/>
                  <a:pt x="222909" y="18969"/>
                </a:cubicBezTo>
                <a:lnTo>
                  <a:pt x="299741" y="96121"/>
                </a:lnTo>
                <a:cubicBezTo>
                  <a:pt x="305432" y="101836"/>
                  <a:pt x="300690" y="108504"/>
                  <a:pt x="299741" y="108504"/>
                </a:cubicBezTo>
                <a:cubicBezTo>
                  <a:pt x="298792" y="109456"/>
                  <a:pt x="293101" y="115171"/>
                  <a:pt x="287410" y="109456"/>
                </a:cubicBezTo>
                <a:lnTo>
                  <a:pt x="278873" y="100884"/>
                </a:lnTo>
                <a:cubicBezTo>
                  <a:pt x="278873" y="100884"/>
                  <a:pt x="278873" y="100884"/>
                  <a:pt x="278873" y="100884"/>
                </a:cubicBezTo>
                <a:cubicBezTo>
                  <a:pt x="277924" y="99931"/>
                  <a:pt x="269388" y="9135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lnTo>
                  <a:pt x="211526" y="33256"/>
                </a:lnTo>
                <a:cubicBezTo>
                  <a:pt x="205835" y="27541"/>
                  <a:pt x="210578" y="21826"/>
                  <a:pt x="211526" y="20874"/>
                </a:cubicBezTo>
                <a:close/>
                <a:moveTo>
                  <a:pt x="212475" y="60879"/>
                </a:moveTo>
                <a:lnTo>
                  <a:pt x="259902" y="107551"/>
                </a:lnTo>
                <a:cubicBezTo>
                  <a:pt x="259902" y="107551"/>
                  <a:pt x="259902" y="107551"/>
                  <a:pt x="221012" y="147556"/>
                </a:cubicBezTo>
                <a:cubicBezTo>
                  <a:pt x="221012" y="147556"/>
                  <a:pt x="220063" y="147556"/>
                  <a:pt x="219115" y="147556"/>
                </a:cubicBezTo>
                <a:cubicBezTo>
                  <a:pt x="219115" y="147556"/>
                  <a:pt x="218166" y="148509"/>
                  <a:pt x="218166" y="149461"/>
                </a:cubicBezTo>
                <a:cubicBezTo>
                  <a:pt x="207732" y="159939"/>
                  <a:pt x="194452" y="173274"/>
                  <a:pt x="178327" y="189466"/>
                </a:cubicBezTo>
                <a:lnTo>
                  <a:pt x="131848" y="140889"/>
                </a:lnTo>
                <a:lnTo>
                  <a:pt x="212475" y="59926"/>
                </a:lnTo>
                <a:close/>
                <a:moveTo>
                  <a:pt x="181173" y="227566"/>
                </a:moveTo>
                <a:cubicBezTo>
                  <a:pt x="180224" y="228519"/>
                  <a:pt x="174533" y="234234"/>
                  <a:pt x="168841" y="228519"/>
                </a:cubicBezTo>
                <a:lnTo>
                  <a:pt x="92009" y="151366"/>
                </a:lnTo>
                <a:cubicBezTo>
                  <a:pt x="86318" y="145651"/>
                  <a:pt x="91061" y="139936"/>
                  <a:pt x="92009" y="138984"/>
                </a:cubicBezTo>
                <a:cubicBezTo>
                  <a:pt x="92958" y="138031"/>
                  <a:pt x="98649" y="132316"/>
                  <a:pt x="104340" y="138031"/>
                </a:cubicBezTo>
                <a:lnTo>
                  <a:pt x="112877" y="146604"/>
                </a:lnTo>
                <a:cubicBezTo>
                  <a:pt x="112877" y="146604"/>
                  <a:pt x="112877" y="146604"/>
                  <a:pt x="112877" y="146604"/>
                </a:cubicBezTo>
                <a:cubicBezTo>
                  <a:pt x="112877" y="146604"/>
                  <a:pt x="112877" y="146604"/>
                  <a:pt x="112877" y="146604"/>
                </a:cubicBezTo>
                <a:lnTo>
                  <a:pt x="171687" y="206611"/>
                </a:lnTo>
                <a:cubicBezTo>
                  <a:pt x="171687" y="207564"/>
                  <a:pt x="173584" y="208516"/>
                  <a:pt x="174533" y="209469"/>
                </a:cubicBezTo>
                <a:cubicBezTo>
                  <a:pt x="175481" y="210421"/>
                  <a:pt x="177378" y="212326"/>
                  <a:pt x="180224" y="215184"/>
                </a:cubicBezTo>
                <a:cubicBezTo>
                  <a:pt x="185915" y="220899"/>
                  <a:pt x="181173" y="227566"/>
                  <a:pt x="180224" y="22756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" name="Graphic 10">
            <a:extLst>
              <a:ext uri="{FF2B5EF4-FFF2-40B4-BE49-F238E27FC236}">
                <a16:creationId xmlns:a16="http://schemas.microsoft.com/office/drawing/2014/main" id="{73812D7E-07E8-C23C-A924-C4A8A7E30E8F}"/>
              </a:ext>
            </a:extLst>
          </p:cNvPr>
          <p:cNvSpPr/>
          <p:nvPr/>
        </p:nvSpPr>
        <p:spPr>
          <a:xfrm>
            <a:off x="1241457" y="1382680"/>
            <a:ext cx="546100" cy="536735"/>
          </a:xfrm>
          <a:custGeom>
            <a:avLst/>
            <a:gdLst>
              <a:gd name="connsiteX0" fmla="*/ 169790 w 405978"/>
              <a:gd name="connsiteY0" fmla="*/ 349486 h 399016"/>
              <a:gd name="connsiteX1" fmla="*/ 169790 w 405978"/>
              <a:gd name="connsiteY1" fmla="*/ 339009 h 399016"/>
              <a:gd name="connsiteX2" fmla="*/ 144179 w 405978"/>
              <a:gd name="connsiteY2" fmla="*/ 313291 h 399016"/>
              <a:gd name="connsiteX3" fmla="*/ 42685 w 405978"/>
              <a:gd name="connsiteY3" fmla="*/ 313291 h 399016"/>
              <a:gd name="connsiteX4" fmla="*/ 17074 w 405978"/>
              <a:gd name="connsiteY4" fmla="*/ 339009 h 399016"/>
              <a:gd name="connsiteX5" fmla="*/ 17074 w 405978"/>
              <a:gd name="connsiteY5" fmla="*/ 349486 h 399016"/>
              <a:gd name="connsiteX6" fmla="*/ 0 w 405978"/>
              <a:gd name="connsiteY6" fmla="*/ 373299 h 399016"/>
              <a:gd name="connsiteX7" fmla="*/ 0 w 405978"/>
              <a:gd name="connsiteY7" fmla="*/ 390444 h 399016"/>
              <a:gd name="connsiteX8" fmla="*/ 8537 w 405978"/>
              <a:gd name="connsiteY8" fmla="*/ 399016 h 399016"/>
              <a:gd name="connsiteX9" fmla="*/ 177378 w 405978"/>
              <a:gd name="connsiteY9" fmla="*/ 399016 h 399016"/>
              <a:gd name="connsiteX10" fmla="*/ 185915 w 405978"/>
              <a:gd name="connsiteY10" fmla="*/ 390444 h 399016"/>
              <a:gd name="connsiteX11" fmla="*/ 185915 w 405978"/>
              <a:gd name="connsiteY11" fmla="*/ 373299 h 399016"/>
              <a:gd name="connsiteX12" fmla="*/ 168841 w 405978"/>
              <a:gd name="connsiteY12" fmla="*/ 349486 h 399016"/>
              <a:gd name="connsiteX13" fmla="*/ 35096 w 405978"/>
              <a:gd name="connsiteY13" fmla="*/ 339961 h 399016"/>
              <a:gd name="connsiteX14" fmla="*/ 43633 w 405978"/>
              <a:gd name="connsiteY14" fmla="*/ 331389 h 399016"/>
              <a:gd name="connsiteX15" fmla="*/ 145128 w 405978"/>
              <a:gd name="connsiteY15" fmla="*/ 331389 h 399016"/>
              <a:gd name="connsiteX16" fmla="*/ 153665 w 405978"/>
              <a:gd name="connsiteY16" fmla="*/ 339961 h 399016"/>
              <a:gd name="connsiteX17" fmla="*/ 153665 w 405978"/>
              <a:gd name="connsiteY17" fmla="*/ 348534 h 399016"/>
              <a:gd name="connsiteX18" fmla="*/ 35096 w 405978"/>
              <a:gd name="connsiteY18" fmla="*/ 348534 h 399016"/>
              <a:gd name="connsiteX19" fmla="*/ 35096 w 405978"/>
              <a:gd name="connsiteY19" fmla="*/ 339961 h 399016"/>
              <a:gd name="connsiteX20" fmla="*/ 169790 w 405978"/>
              <a:gd name="connsiteY20" fmla="*/ 382824 h 399016"/>
              <a:gd name="connsiteX21" fmla="*/ 18022 w 405978"/>
              <a:gd name="connsiteY21" fmla="*/ 382824 h 399016"/>
              <a:gd name="connsiteX22" fmla="*/ 18022 w 405978"/>
              <a:gd name="connsiteY22" fmla="*/ 374251 h 399016"/>
              <a:gd name="connsiteX23" fmla="*/ 26559 w 405978"/>
              <a:gd name="connsiteY23" fmla="*/ 365679 h 399016"/>
              <a:gd name="connsiteX24" fmla="*/ 161253 w 405978"/>
              <a:gd name="connsiteY24" fmla="*/ 365679 h 399016"/>
              <a:gd name="connsiteX25" fmla="*/ 169790 w 405978"/>
              <a:gd name="connsiteY25" fmla="*/ 374251 h 399016"/>
              <a:gd name="connsiteX26" fmla="*/ 169790 w 405978"/>
              <a:gd name="connsiteY26" fmla="*/ 382824 h 399016"/>
              <a:gd name="connsiteX27" fmla="*/ 405978 w 405978"/>
              <a:gd name="connsiteY27" fmla="*/ 322816 h 399016"/>
              <a:gd name="connsiteX28" fmla="*/ 238085 w 405978"/>
              <a:gd name="connsiteY28" fmla="*/ 154224 h 399016"/>
              <a:gd name="connsiteX29" fmla="*/ 272233 w 405978"/>
              <a:gd name="connsiteY29" fmla="*/ 119934 h 399016"/>
              <a:gd name="connsiteX30" fmla="*/ 274130 w 405978"/>
              <a:gd name="connsiteY30" fmla="*/ 121839 h 399016"/>
              <a:gd name="connsiteX31" fmla="*/ 292153 w 405978"/>
              <a:gd name="connsiteY31" fmla="*/ 130411 h 399016"/>
              <a:gd name="connsiteX32" fmla="*/ 310175 w 405978"/>
              <a:gd name="connsiteY32" fmla="*/ 121839 h 399016"/>
              <a:gd name="connsiteX33" fmla="*/ 311124 w 405978"/>
              <a:gd name="connsiteY33" fmla="*/ 84691 h 399016"/>
              <a:gd name="connsiteX34" fmla="*/ 234291 w 405978"/>
              <a:gd name="connsiteY34" fmla="*/ 7539 h 399016"/>
              <a:gd name="connsiteX35" fmla="*/ 197298 w 405978"/>
              <a:gd name="connsiteY35" fmla="*/ 7539 h 399016"/>
              <a:gd name="connsiteX36" fmla="*/ 196349 w 405978"/>
              <a:gd name="connsiteY36" fmla="*/ 44686 h 399016"/>
              <a:gd name="connsiteX37" fmla="*/ 199195 w 405978"/>
              <a:gd name="connsiteY37" fmla="*/ 47544 h 399016"/>
              <a:gd name="connsiteX38" fmla="*/ 118568 w 405978"/>
              <a:gd name="connsiteY38" fmla="*/ 129459 h 399016"/>
              <a:gd name="connsiteX39" fmla="*/ 115723 w 405978"/>
              <a:gd name="connsiteY39" fmla="*/ 126601 h 399016"/>
              <a:gd name="connsiteX40" fmla="*/ 78729 w 405978"/>
              <a:gd name="connsiteY40" fmla="*/ 126601 h 399016"/>
              <a:gd name="connsiteX41" fmla="*/ 77781 w 405978"/>
              <a:gd name="connsiteY41" fmla="*/ 163749 h 399016"/>
              <a:gd name="connsiteX42" fmla="*/ 154613 w 405978"/>
              <a:gd name="connsiteY42" fmla="*/ 240901 h 399016"/>
              <a:gd name="connsiteX43" fmla="*/ 172636 w 405978"/>
              <a:gd name="connsiteY43" fmla="*/ 249474 h 399016"/>
              <a:gd name="connsiteX44" fmla="*/ 190658 w 405978"/>
              <a:gd name="connsiteY44" fmla="*/ 240901 h 399016"/>
              <a:gd name="connsiteX45" fmla="*/ 191607 w 405978"/>
              <a:gd name="connsiteY45" fmla="*/ 203754 h 399016"/>
              <a:gd name="connsiteX46" fmla="*/ 188761 w 405978"/>
              <a:gd name="connsiteY46" fmla="*/ 200896 h 399016"/>
              <a:gd name="connsiteX47" fmla="*/ 222909 w 405978"/>
              <a:gd name="connsiteY47" fmla="*/ 165654 h 399016"/>
              <a:gd name="connsiteX48" fmla="*/ 389853 w 405978"/>
              <a:gd name="connsiteY48" fmla="*/ 334246 h 399016"/>
              <a:gd name="connsiteX49" fmla="*/ 395544 w 405978"/>
              <a:gd name="connsiteY49" fmla="*/ 337104 h 399016"/>
              <a:gd name="connsiteX50" fmla="*/ 402184 w 405978"/>
              <a:gd name="connsiteY50" fmla="*/ 334246 h 399016"/>
              <a:gd name="connsiteX51" fmla="*/ 402184 w 405978"/>
              <a:gd name="connsiteY51" fmla="*/ 322816 h 399016"/>
              <a:gd name="connsiteX52" fmla="*/ 210578 w 405978"/>
              <a:gd name="connsiteY52" fmla="*/ 19921 h 399016"/>
              <a:gd name="connsiteX53" fmla="*/ 222909 w 405978"/>
              <a:gd name="connsiteY53" fmla="*/ 18969 h 399016"/>
              <a:gd name="connsiteX54" fmla="*/ 299741 w 405978"/>
              <a:gd name="connsiteY54" fmla="*/ 96121 h 399016"/>
              <a:gd name="connsiteX55" fmla="*/ 299741 w 405978"/>
              <a:gd name="connsiteY55" fmla="*/ 108504 h 399016"/>
              <a:gd name="connsiteX56" fmla="*/ 287410 w 405978"/>
              <a:gd name="connsiteY56" fmla="*/ 109456 h 399016"/>
              <a:gd name="connsiteX57" fmla="*/ 278873 w 405978"/>
              <a:gd name="connsiteY57" fmla="*/ 100884 h 399016"/>
              <a:gd name="connsiteX58" fmla="*/ 278873 w 405978"/>
              <a:gd name="connsiteY58" fmla="*/ 100884 h 399016"/>
              <a:gd name="connsiteX59" fmla="*/ 220063 w 405978"/>
              <a:gd name="connsiteY59" fmla="*/ 41829 h 399016"/>
              <a:gd name="connsiteX60" fmla="*/ 220063 w 405978"/>
              <a:gd name="connsiteY60" fmla="*/ 41829 h 399016"/>
              <a:gd name="connsiteX61" fmla="*/ 220063 w 405978"/>
              <a:gd name="connsiteY61" fmla="*/ 41829 h 399016"/>
              <a:gd name="connsiteX62" fmla="*/ 211526 w 405978"/>
              <a:gd name="connsiteY62" fmla="*/ 33256 h 399016"/>
              <a:gd name="connsiteX63" fmla="*/ 211526 w 405978"/>
              <a:gd name="connsiteY63" fmla="*/ 20874 h 399016"/>
              <a:gd name="connsiteX64" fmla="*/ 212475 w 405978"/>
              <a:gd name="connsiteY64" fmla="*/ 60879 h 399016"/>
              <a:gd name="connsiteX65" fmla="*/ 259902 w 405978"/>
              <a:gd name="connsiteY65" fmla="*/ 107551 h 399016"/>
              <a:gd name="connsiteX66" fmla="*/ 221012 w 405978"/>
              <a:gd name="connsiteY66" fmla="*/ 147556 h 399016"/>
              <a:gd name="connsiteX67" fmla="*/ 219115 w 405978"/>
              <a:gd name="connsiteY67" fmla="*/ 147556 h 399016"/>
              <a:gd name="connsiteX68" fmla="*/ 218166 w 405978"/>
              <a:gd name="connsiteY68" fmla="*/ 149461 h 399016"/>
              <a:gd name="connsiteX69" fmla="*/ 178327 w 405978"/>
              <a:gd name="connsiteY69" fmla="*/ 189466 h 399016"/>
              <a:gd name="connsiteX70" fmla="*/ 131848 w 405978"/>
              <a:gd name="connsiteY70" fmla="*/ 140889 h 399016"/>
              <a:gd name="connsiteX71" fmla="*/ 212475 w 405978"/>
              <a:gd name="connsiteY71" fmla="*/ 59926 h 399016"/>
              <a:gd name="connsiteX72" fmla="*/ 181173 w 405978"/>
              <a:gd name="connsiteY72" fmla="*/ 227566 h 399016"/>
              <a:gd name="connsiteX73" fmla="*/ 168841 w 405978"/>
              <a:gd name="connsiteY73" fmla="*/ 228519 h 399016"/>
              <a:gd name="connsiteX74" fmla="*/ 92009 w 405978"/>
              <a:gd name="connsiteY74" fmla="*/ 151366 h 399016"/>
              <a:gd name="connsiteX75" fmla="*/ 92009 w 405978"/>
              <a:gd name="connsiteY75" fmla="*/ 138984 h 399016"/>
              <a:gd name="connsiteX76" fmla="*/ 104340 w 405978"/>
              <a:gd name="connsiteY76" fmla="*/ 138031 h 399016"/>
              <a:gd name="connsiteX77" fmla="*/ 112877 w 405978"/>
              <a:gd name="connsiteY77" fmla="*/ 146604 h 399016"/>
              <a:gd name="connsiteX78" fmla="*/ 112877 w 405978"/>
              <a:gd name="connsiteY78" fmla="*/ 146604 h 399016"/>
              <a:gd name="connsiteX79" fmla="*/ 112877 w 405978"/>
              <a:gd name="connsiteY79" fmla="*/ 146604 h 399016"/>
              <a:gd name="connsiteX80" fmla="*/ 171687 w 405978"/>
              <a:gd name="connsiteY80" fmla="*/ 206611 h 399016"/>
              <a:gd name="connsiteX81" fmla="*/ 174533 w 405978"/>
              <a:gd name="connsiteY81" fmla="*/ 209469 h 399016"/>
              <a:gd name="connsiteX82" fmla="*/ 180224 w 405978"/>
              <a:gd name="connsiteY82" fmla="*/ 215184 h 399016"/>
              <a:gd name="connsiteX83" fmla="*/ 180224 w 405978"/>
              <a:gd name="connsiteY83" fmla="*/ 227566 h 399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405978" h="399016">
                <a:moveTo>
                  <a:pt x="169790" y="349486"/>
                </a:moveTo>
                <a:lnTo>
                  <a:pt x="169790" y="339009"/>
                </a:lnTo>
                <a:cubicBezTo>
                  <a:pt x="169790" y="324721"/>
                  <a:pt x="158407" y="313291"/>
                  <a:pt x="144179" y="313291"/>
                </a:cubicBezTo>
                <a:lnTo>
                  <a:pt x="42685" y="313291"/>
                </a:lnTo>
                <a:cubicBezTo>
                  <a:pt x="30353" y="313291"/>
                  <a:pt x="17074" y="324721"/>
                  <a:pt x="17074" y="339009"/>
                </a:cubicBezTo>
                <a:lnTo>
                  <a:pt x="17074" y="349486"/>
                </a:lnTo>
                <a:cubicBezTo>
                  <a:pt x="7588" y="353296"/>
                  <a:pt x="0" y="362821"/>
                  <a:pt x="0" y="373299"/>
                </a:cubicBezTo>
                <a:lnTo>
                  <a:pt x="0" y="390444"/>
                </a:lnTo>
                <a:cubicBezTo>
                  <a:pt x="0" y="395206"/>
                  <a:pt x="3794" y="399016"/>
                  <a:pt x="8537" y="399016"/>
                </a:cubicBezTo>
                <a:lnTo>
                  <a:pt x="177378" y="399016"/>
                </a:lnTo>
                <a:cubicBezTo>
                  <a:pt x="183070" y="399016"/>
                  <a:pt x="185915" y="394254"/>
                  <a:pt x="185915" y="390444"/>
                </a:cubicBezTo>
                <a:lnTo>
                  <a:pt x="185915" y="373299"/>
                </a:lnTo>
                <a:cubicBezTo>
                  <a:pt x="185915" y="361869"/>
                  <a:pt x="179276" y="352344"/>
                  <a:pt x="168841" y="349486"/>
                </a:cubicBezTo>
                <a:close/>
                <a:moveTo>
                  <a:pt x="35096" y="339961"/>
                </a:moveTo>
                <a:cubicBezTo>
                  <a:pt x="35096" y="334246"/>
                  <a:pt x="38890" y="331389"/>
                  <a:pt x="43633" y="331389"/>
                </a:cubicBezTo>
                <a:lnTo>
                  <a:pt x="145128" y="331389"/>
                </a:lnTo>
                <a:cubicBezTo>
                  <a:pt x="150819" y="331389"/>
                  <a:pt x="153665" y="334246"/>
                  <a:pt x="153665" y="339961"/>
                </a:cubicBezTo>
                <a:lnTo>
                  <a:pt x="153665" y="348534"/>
                </a:lnTo>
                <a:lnTo>
                  <a:pt x="35096" y="348534"/>
                </a:lnTo>
                <a:lnTo>
                  <a:pt x="35096" y="339961"/>
                </a:lnTo>
                <a:close/>
                <a:moveTo>
                  <a:pt x="169790" y="382824"/>
                </a:moveTo>
                <a:lnTo>
                  <a:pt x="18022" y="382824"/>
                </a:lnTo>
                <a:lnTo>
                  <a:pt x="18022" y="374251"/>
                </a:lnTo>
                <a:cubicBezTo>
                  <a:pt x="18022" y="368536"/>
                  <a:pt x="21817" y="365679"/>
                  <a:pt x="26559" y="365679"/>
                </a:cubicBezTo>
                <a:lnTo>
                  <a:pt x="161253" y="365679"/>
                </a:lnTo>
                <a:cubicBezTo>
                  <a:pt x="166944" y="365679"/>
                  <a:pt x="169790" y="368536"/>
                  <a:pt x="169790" y="374251"/>
                </a:cubicBezTo>
                <a:lnTo>
                  <a:pt x="169790" y="382824"/>
                </a:lnTo>
                <a:close/>
                <a:moveTo>
                  <a:pt x="405978" y="322816"/>
                </a:moveTo>
                <a:cubicBezTo>
                  <a:pt x="405978" y="322816"/>
                  <a:pt x="405978" y="322816"/>
                  <a:pt x="238085" y="154224"/>
                </a:cubicBezTo>
                <a:cubicBezTo>
                  <a:pt x="247571" y="144699"/>
                  <a:pt x="258953" y="133269"/>
                  <a:pt x="272233" y="119934"/>
                </a:cubicBezTo>
                <a:cubicBezTo>
                  <a:pt x="272233" y="119934"/>
                  <a:pt x="273182" y="120886"/>
                  <a:pt x="274130" y="121839"/>
                </a:cubicBezTo>
                <a:cubicBezTo>
                  <a:pt x="279822" y="127554"/>
                  <a:pt x="285513" y="130411"/>
                  <a:pt x="292153" y="130411"/>
                </a:cubicBezTo>
                <a:cubicBezTo>
                  <a:pt x="298792" y="130411"/>
                  <a:pt x="306381" y="127554"/>
                  <a:pt x="310175" y="121839"/>
                </a:cubicBezTo>
                <a:cubicBezTo>
                  <a:pt x="319661" y="112314"/>
                  <a:pt x="322506" y="96121"/>
                  <a:pt x="311124" y="84691"/>
                </a:cubicBezTo>
                <a:lnTo>
                  <a:pt x="234291" y="7539"/>
                </a:lnTo>
                <a:cubicBezTo>
                  <a:pt x="221960" y="-3891"/>
                  <a:pt x="205835" y="-1034"/>
                  <a:pt x="197298" y="7539"/>
                </a:cubicBezTo>
                <a:cubicBezTo>
                  <a:pt x="187812" y="17064"/>
                  <a:pt x="184967" y="33256"/>
                  <a:pt x="196349" y="44686"/>
                </a:cubicBezTo>
                <a:cubicBezTo>
                  <a:pt x="196349" y="44686"/>
                  <a:pt x="196349" y="44686"/>
                  <a:pt x="199195" y="47544"/>
                </a:cubicBezTo>
                <a:cubicBezTo>
                  <a:pt x="190658" y="56116"/>
                  <a:pt x="169790" y="77071"/>
                  <a:pt x="118568" y="129459"/>
                </a:cubicBezTo>
                <a:cubicBezTo>
                  <a:pt x="118568" y="129459"/>
                  <a:pt x="116671" y="127554"/>
                  <a:pt x="115723" y="126601"/>
                </a:cubicBezTo>
                <a:cubicBezTo>
                  <a:pt x="103392" y="115171"/>
                  <a:pt x="87266" y="118029"/>
                  <a:pt x="78729" y="126601"/>
                </a:cubicBezTo>
                <a:cubicBezTo>
                  <a:pt x="69244" y="136126"/>
                  <a:pt x="66398" y="152319"/>
                  <a:pt x="77781" y="163749"/>
                </a:cubicBezTo>
                <a:lnTo>
                  <a:pt x="154613" y="240901"/>
                </a:lnTo>
                <a:cubicBezTo>
                  <a:pt x="160305" y="246616"/>
                  <a:pt x="165996" y="249474"/>
                  <a:pt x="172636" y="249474"/>
                </a:cubicBezTo>
                <a:cubicBezTo>
                  <a:pt x="179276" y="249474"/>
                  <a:pt x="186864" y="246616"/>
                  <a:pt x="190658" y="240901"/>
                </a:cubicBezTo>
                <a:cubicBezTo>
                  <a:pt x="200144" y="231376"/>
                  <a:pt x="202989" y="215184"/>
                  <a:pt x="191607" y="203754"/>
                </a:cubicBezTo>
                <a:cubicBezTo>
                  <a:pt x="191607" y="203754"/>
                  <a:pt x="191607" y="203754"/>
                  <a:pt x="188761" y="200896"/>
                </a:cubicBezTo>
                <a:cubicBezTo>
                  <a:pt x="194452" y="195181"/>
                  <a:pt x="203938" y="185656"/>
                  <a:pt x="222909" y="165654"/>
                </a:cubicBezTo>
                <a:cubicBezTo>
                  <a:pt x="236188" y="178989"/>
                  <a:pt x="275079" y="218041"/>
                  <a:pt x="389853" y="334246"/>
                </a:cubicBezTo>
                <a:cubicBezTo>
                  <a:pt x="390802" y="337104"/>
                  <a:pt x="393647" y="337104"/>
                  <a:pt x="395544" y="337104"/>
                </a:cubicBezTo>
                <a:cubicBezTo>
                  <a:pt x="398390" y="337104"/>
                  <a:pt x="401236" y="337104"/>
                  <a:pt x="402184" y="334246"/>
                </a:cubicBezTo>
                <a:cubicBezTo>
                  <a:pt x="405030" y="331389"/>
                  <a:pt x="405030" y="325674"/>
                  <a:pt x="402184" y="322816"/>
                </a:cubicBezTo>
                <a:close/>
                <a:moveTo>
                  <a:pt x="210578" y="19921"/>
                </a:moveTo>
                <a:cubicBezTo>
                  <a:pt x="211526" y="18969"/>
                  <a:pt x="217217" y="13254"/>
                  <a:pt x="222909" y="18969"/>
                </a:cubicBezTo>
                <a:lnTo>
                  <a:pt x="299741" y="96121"/>
                </a:lnTo>
                <a:cubicBezTo>
                  <a:pt x="305432" y="101836"/>
                  <a:pt x="300690" y="108504"/>
                  <a:pt x="299741" y="108504"/>
                </a:cubicBezTo>
                <a:cubicBezTo>
                  <a:pt x="298792" y="109456"/>
                  <a:pt x="293101" y="115171"/>
                  <a:pt x="287410" y="109456"/>
                </a:cubicBezTo>
                <a:lnTo>
                  <a:pt x="278873" y="100884"/>
                </a:lnTo>
                <a:cubicBezTo>
                  <a:pt x="278873" y="100884"/>
                  <a:pt x="278873" y="100884"/>
                  <a:pt x="278873" y="100884"/>
                </a:cubicBezTo>
                <a:cubicBezTo>
                  <a:pt x="277924" y="99931"/>
                  <a:pt x="269388" y="9135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cubicBezTo>
                  <a:pt x="220063" y="41829"/>
                  <a:pt x="220063" y="41829"/>
                  <a:pt x="220063" y="41829"/>
                </a:cubicBezTo>
                <a:lnTo>
                  <a:pt x="211526" y="33256"/>
                </a:lnTo>
                <a:cubicBezTo>
                  <a:pt x="205835" y="27541"/>
                  <a:pt x="210578" y="21826"/>
                  <a:pt x="211526" y="20874"/>
                </a:cubicBezTo>
                <a:close/>
                <a:moveTo>
                  <a:pt x="212475" y="60879"/>
                </a:moveTo>
                <a:lnTo>
                  <a:pt x="259902" y="107551"/>
                </a:lnTo>
                <a:cubicBezTo>
                  <a:pt x="259902" y="107551"/>
                  <a:pt x="259902" y="107551"/>
                  <a:pt x="221012" y="147556"/>
                </a:cubicBezTo>
                <a:cubicBezTo>
                  <a:pt x="221012" y="147556"/>
                  <a:pt x="220063" y="147556"/>
                  <a:pt x="219115" y="147556"/>
                </a:cubicBezTo>
                <a:cubicBezTo>
                  <a:pt x="219115" y="147556"/>
                  <a:pt x="218166" y="148509"/>
                  <a:pt x="218166" y="149461"/>
                </a:cubicBezTo>
                <a:cubicBezTo>
                  <a:pt x="207732" y="159939"/>
                  <a:pt x="194452" y="173274"/>
                  <a:pt x="178327" y="189466"/>
                </a:cubicBezTo>
                <a:lnTo>
                  <a:pt x="131848" y="140889"/>
                </a:lnTo>
                <a:lnTo>
                  <a:pt x="212475" y="59926"/>
                </a:lnTo>
                <a:close/>
                <a:moveTo>
                  <a:pt x="181173" y="227566"/>
                </a:moveTo>
                <a:cubicBezTo>
                  <a:pt x="180224" y="228519"/>
                  <a:pt x="174533" y="234234"/>
                  <a:pt x="168841" y="228519"/>
                </a:cubicBezTo>
                <a:lnTo>
                  <a:pt x="92009" y="151366"/>
                </a:lnTo>
                <a:cubicBezTo>
                  <a:pt x="86318" y="145651"/>
                  <a:pt x="91061" y="139936"/>
                  <a:pt x="92009" y="138984"/>
                </a:cubicBezTo>
                <a:cubicBezTo>
                  <a:pt x="92958" y="138031"/>
                  <a:pt x="98649" y="132316"/>
                  <a:pt x="104340" y="138031"/>
                </a:cubicBezTo>
                <a:lnTo>
                  <a:pt x="112877" y="146604"/>
                </a:lnTo>
                <a:cubicBezTo>
                  <a:pt x="112877" y="146604"/>
                  <a:pt x="112877" y="146604"/>
                  <a:pt x="112877" y="146604"/>
                </a:cubicBezTo>
                <a:cubicBezTo>
                  <a:pt x="112877" y="146604"/>
                  <a:pt x="112877" y="146604"/>
                  <a:pt x="112877" y="146604"/>
                </a:cubicBezTo>
                <a:lnTo>
                  <a:pt x="171687" y="206611"/>
                </a:lnTo>
                <a:cubicBezTo>
                  <a:pt x="171687" y="207564"/>
                  <a:pt x="173584" y="208516"/>
                  <a:pt x="174533" y="209469"/>
                </a:cubicBezTo>
                <a:cubicBezTo>
                  <a:pt x="175481" y="210421"/>
                  <a:pt x="177378" y="212326"/>
                  <a:pt x="180224" y="215184"/>
                </a:cubicBezTo>
                <a:cubicBezTo>
                  <a:pt x="185915" y="220899"/>
                  <a:pt x="181173" y="227566"/>
                  <a:pt x="180224" y="22756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" name="Graphic 16">
            <a:extLst>
              <a:ext uri="{FF2B5EF4-FFF2-40B4-BE49-F238E27FC236}">
                <a16:creationId xmlns:a16="http://schemas.microsoft.com/office/drawing/2014/main" id="{3CF28F03-5BD7-42FF-D05D-3FE00661B0C2}"/>
              </a:ext>
            </a:extLst>
          </p:cNvPr>
          <p:cNvSpPr/>
          <p:nvPr/>
        </p:nvSpPr>
        <p:spPr>
          <a:xfrm>
            <a:off x="2920415" y="739366"/>
            <a:ext cx="547370" cy="547575"/>
          </a:xfrm>
          <a:custGeom>
            <a:avLst/>
            <a:gdLst>
              <a:gd name="connsiteX0" fmla="*/ 398746 w 408231"/>
              <a:gd name="connsiteY0" fmla="*/ 408384 h 408384"/>
              <a:gd name="connsiteX1" fmla="*/ 8893 w 408231"/>
              <a:gd name="connsiteY1" fmla="*/ 408384 h 408384"/>
              <a:gd name="connsiteX2" fmla="*/ 356 w 408231"/>
              <a:gd name="connsiteY2" fmla="*/ 399812 h 408384"/>
              <a:gd name="connsiteX3" fmla="*/ 8893 w 408231"/>
              <a:gd name="connsiteY3" fmla="*/ 391239 h 408384"/>
              <a:gd name="connsiteX4" fmla="*/ 398746 w 408231"/>
              <a:gd name="connsiteY4" fmla="*/ 391239 h 408384"/>
              <a:gd name="connsiteX5" fmla="*/ 407283 w 408231"/>
              <a:gd name="connsiteY5" fmla="*/ 399812 h 408384"/>
              <a:gd name="connsiteX6" fmla="*/ 398746 w 408231"/>
              <a:gd name="connsiteY6" fmla="*/ 408384 h 408384"/>
              <a:gd name="connsiteX7" fmla="*/ 407283 w 408231"/>
              <a:gd name="connsiteY7" fmla="*/ 366474 h 408384"/>
              <a:gd name="connsiteX8" fmla="*/ 398746 w 408231"/>
              <a:gd name="connsiteY8" fmla="*/ 357902 h 408384"/>
              <a:gd name="connsiteX9" fmla="*/ 8893 w 408231"/>
              <a:gd name="connsiteY9" fmla="*/ 357902 h 408384"/>
              <a:gd name="connsiteX10" fmla="*/ 356 w 408231"/>
              <a:gd name="connsiteY10" fmla="*/ 366474 h 408384"/>
              <a:gd name="connsiteX11" fmla="*/ 8893 w 408231"/>
              <a:gd name="connsiteY11" fmla="*/ 375047 h 408384"/>
              <a:gd name="connsiteX12" fmla="*/ 398746 w 408231"/>
              <a:gd name="connsiteY12" fmla="*/ 375047 h 408384"/>
              <a:gd name="connsiteX13" fmla="*/ 407283 w 408231"/>
              <a:gd name="connsiteY13" fmla="*/ 366474 h 408384"/>
              <a:gd name="connsiteX14" fmla="*/ 101850 w 408231"/>
              <a:gd name="connsiteY14" fmla="*/ 203597 h 408384"/>
              <a:gd name="connsiteX15" fmla="*/ 101850 w 408231"/>
              <a:gd name="connsiteY15" fmla="*/ 322659 h 408384"/>
              <a:gd name="connsiteX16" fmla="*/ 110387 w 408231"/>
              <a:gd name="connsiteY16" fmla="*/ 322659 h 408384"/>
              <a:gd name="connsiteX17" fmla="*/ 118924 w 408231"/>
              <a:gd name="connsiteY17" fmla="*/ 331232 h 408384"/>
              <a:gd name="connsiteX18" fmla="*/ 110387 w 408231"/>
              <a:gd name="connsiteY18" fmla="*/ 339804 h 408384"/>
              <a:gd name="connsiteX19" fmla="*/ 25967 w 408231"/>
              <a:gd name="connsiteY19" fmla="*/ 339804 h 408384"/>
              <a:gd name="connsiteX20" fmla="*/ 17430 w 408231"/>
              <a:gd name="connsiteY20" fmla="*/ 331232 h 408384"/>
              <a:gd name="connsiteX21" fmla="*/ 25967 w 408231"/>
              <a:gd name="connsiteY21" fmla="*/ 322659 h 408384"/>
              <a:gd name="connsiteX22" fmla="*/ 34503 w 408231"/>
              <a:gd name="connsiteY22" fmla="*/ 322659 h 408384"/>
              <a:gd name="connsiteX23" fmla="*/ 34503 w 408231"/>
              <a:gd name="connsiteY23" fmla="*/ 203597 h 408384"/>
              <a:gd name="connsiteX24" fmla="*/ 25967 w 408231"/>
              <a:gd name="connsiteY24" fmla="*/ 203597 h 408384"/>
              <a:gd name="connsiteX25" fmla="*/ 17430 w 408231"/>
              <a:gd name="connsiteY25" fmla="*/ 195024 h 408384"/>
              <a:gd name="connsiteX26" fmla="*/ 25967 w 408231"/>
              <a:gd name="connsiteY26" fmla="*/ 186452 h 408384"/>
              <a:gd name="connsiteX27" fmla="*/ 110387 w 408231"/>
              <a:gd name="connsiteY27" fmla="*/ 186452 h 408384"/>
              <a:gd name="connsiteX28" fmla="*/ 118924 w 408231"/>
              <a:gd name="connsiteY28" fmla="*/ 195024 h 408384"/>
              <a:gd name="connsiteX29" fmla="*/ 110387 w 408231"/>
              <a:gd name="connsiteY29" fmla="*/ 203597 h 408384"/>
              <a:gd name="connsiteX30" fmla="*/ 101850 w 408231"/>
              <a:gd name="connsiteY30" fmla="*/ 203597 h 408384"/>
              <a:gd name="connsiteX31" fmla="*/ 84776 w 408231"/>
              <a:gd name="connsiteY31" fmla="*/ 203597 h 408384"/>
              <a:gd name="connsiteX32" fmla="*/ 50629 w 408231"/>
              <a:gd name="connsiteY32" fmla="*/ 203597 h 408384"/>
              <a:gd name="connsiteX33" fmla="*/ 50629 w 408231"/>
              <a:gd name="connsiteY33" fmla="*/ 322659 h 408384"/>
              <a:gd name="connsiteX34" fmla="*/ 84776 w 408231"/>
              <a:gd name="connsiteY34" fmla="*/ 322659 h 408384"/>
              <a:gd name="connsiteX35" fmla="*/ 84776 w 408231"/>
              <a:gd name="connsiteY35" fmla="*/ 203597 h 408384"/>
              <a:gd name="connsiteX36" fmla="*/ 237493 w 408231"/>
              <a:gd name="connsiteY36" fmla="*/ 203597 h 408384"/>
              <a:gd name="connsiteX37" fmla="*/ 237493 w 408231"/>
              <a:gd name="connsiteY37" fmla="*/ 322659 h 408384"/>
              <a:gd name="connsiteX38" fmla="*/ 246978 w 408231"/>
              <a:gd name="connsiteY38" fmla="*/ 322659 h 408384"/>
              <a:gd name="connsiteX39" fmla="*/ 255515 w 408231"/>
              <a:gd name="connsiteY39" fmla="*/ 331232 h 408384"/>
              <a:gd name="connsiteX40" fmla="*/ 246978 w 408231"/>
              <a:gd name="connsiteY40" fmla="*/ 339804 h 408384"/>
              <a:gd name="connsiteX41" fmla="*/ 161609 w 408231"/>
              <a:gd name="connsiteY41" fmla="*/ 339804 h 408384"/>
              <a:gd name="connsiteX42" fmla="*/ 153072 w 408231"/>
              <a:gd name="connsiteY42" fmla="*/ 331232 h 408384"/>
              <a:gd name="connsiteX43" fmla="*/ 161609 w 408231"/>
              <a:gd name="connsiteY43" fmla="*/ 322659 h 408384"/>
              <a:gd name="connsiteX44" fmla="*/ 171094 w 408231"/>
              <a:gd name="connsiteY44" fmla="*/ 322659 h 408384"/>
              <a:gd name="connsiteX45" fmla="*/ 171094 w 408231"/>
              <a:gd name="connsiteY45" fmla="*/ 203597 h 408384"/>
              <a:gd name="connsiteX46" fmla="*/ 161609 w 408231"/>
              <a:gd name="connsiteY46" fmla="*/ 203597 h 408384"/>
              <a:gd name="connsiteX47" fmla="*/ 153072 w 408231"/>
              <a:gd name="connsiteY47" fmla="*/ 195024 h 408384"/>
              <a:gd name="connsiteX48" fmla="*/ 161609 w 408231"/>
              <a:gd name="connsiteY48" fmla="*/ 186452 h 408384"/>
              <a:gd name="connsiteX49" fmla="*/ 246978 w 408231"/>
              <a:gd name="connsiteY49" fmla="*/ 186452 h 408384"/>
              <a:gd name="connsiteX50" fmla="*/ 255515 w 408231"/>
              <a:gd name="connsiteY50" fmla="*/ 195024 h 408384"/>
              <a:gd name="connsiteX51" fmla="*/ 246978 w 408231"/>
              <a:gd name="connsiteY51" fmla="*/ 203597 h 408384"/>
              <a:gd name="connsiteX52" fmla="*/ 237493 w 408231"/>
              <a:gd name="connsiteY52" fmla="*/ 203597 h 408384"/>
              <a:gd name="connsiteX53" fmla="*/ 220419 w 408231"/>
              <a:gd name="connsiteY53" fmla="*/ 203597 h 408384"/>
              <a:gd name="connsiteX54" fmla="*/ 187220 w 408231"/>
              <a:gd name="connsiteY54" fmla="*/ 203597 h 408384"/>
              <a:gd name="connsiteX55" fmla="*/ 187220 w 408231"/>
              <a:gd name="connsiteY55" fmla="*/ 322659 h 408384"/>
              <a:gd name="connsiteX56" fmla="*/ 220419 w 408231"/>
              <a:gd name="connsiteY56" fmla="*/ 322659 h 408384"/>
              <a:gd name="connsiteX57" fmla="*/ 220419 w 408231"/>
              <a:gd name="connsiteY57" fmla="*/ 203597 h 408384"/>
              <a:gd name="connsiteX58" fmla="*/ 390209 w 408231"/>
              <a:gd name="connsiteY58" fmla="*/ 331232 h 408384"/>
              <a:gd name="connsiteX59" fmla="*/ 381672 w 408231"/>
              <a:gd name="connsiteY59" fmla="*/ 339804 h 408384"/>
              <a:gd name="connsiteX60" fmla="*/ 297251 w 408231"/>
              <a:gd name="connsiteY60" fmla="*/ 339804 h 408384"/>
              <a:gd name="connsiteX61" fmla="*/ 288714 w 408231"/>
              <a:gd name="connsiteY61" fmla="*/ 331232 h 408384"/>
              <a:gd name="connsiteX62" fmla="*/ 297251 w 408231"/>
              <a:gd name="connsiteY62" fmla="*/ 322659 h 408384"/>
              <a:gd name="connsiteX63" fmla="*/ 305788 w 408231"/>
              <a:gd name="connsiteY63" fmla="*/ 322659 h 408384"/>
              <a:gd name="connsiteX64" fmla="*/ 305788 w 408231"/>
              <a:gd name="connsiteY64" fmla="*/ 203597 h 408384"/>
              <a:gd name="connsiteX65" fmla="*/ 297251 w 408231"/>
              <a:gd name="connsiteY65" fmla="*/ 203597 h 408384"/>
              <a:gd name="connsiteX66" fmla="*/ 288714 w 408231"/>
              <a:gd name="connsiteY66" fmla="*/ 195024 h 408384"/>
              <a:gd name="connsiteX67" fmla="*/ 297251 w 408231"/>
              <a:gd name="connsiteY67" fmla="*/ 186452 h 408384"/>
              <a:gd name="connsiteX68" fmla="*/ 381672 w 408231"/>
              <a:gd name="connsiteY68" fmla="*/ 186452 h 408384"/>
              <a:gd name="connsiteX69" fmla="*/ 390209 w 408231"/>
              <a:gd name="connsiteY69" fmla="*/ 195024 h 408384"/>
              <a:gd name="connsiteX70" fmla="*/ 381672 w 408231"/>
              <a:gd name="connsiteY70" fmla="*/ 203597 h 408384"/>
              <a:gd name="connsiteX71" fmla="*/ 373135 w 408231"/>
              <a:gd name="connsiteY71" fmla="*/ 203597 h 408384"/>
              <a:gd name="connsiteX72" fmla="*/ 373135 w 408231"/>
              <a:gd name="connsiteY72" fmla="*/ 322659 h 408384"/>
              <a:gd name="connsiteX73" fmla="*/ 381672 w 408231"/>
              <a:gd name="connsiteY73" fmla="*/ 322659 h 408384"/>
              <a:gd name="connsiteX74" fmla="*/ 390209 w 408231"/>
              <a:gd name="connsiteY74" fmla="*/ 331232 h 408384"/>
              <a:gd name="connsiteX75" fmla="*/ 321913 w 408231"/>
              <a:gd name="connsiteY75" fmla="*/ 322659 h 408384"/>
              <a:gd name="connsiteX76" fmla="*/ 356061 w 408231"/>
              <a:gd name="connsiteY76" fmla="*/ 322659 h 408384"/>
              <a:gd name="connsiteX77" fmla="*/ 356061 w 408231"/>
              <a:gd name="connsiteY77" fmla="*/ 203597 h 408384"/>
              <a:gd name="connsiteX78" fmla="*/ 321913 w 408231"/>
              <a:gd name="connsiteY78" fmla="*/ 203597 h 408384"/>
              <a:gd name="connsiteX79" fmla="*/ 321913 w 408231"/>
              <a:gd name="connsiteY79" fmla="*/ 322659 h 408384"/>
              <a:gd name="connsiteX80" fmla="*/ 203345 w 408231"/>
              <a:gd name="connsiteY80" fmla="*/ 18812 h 408384"/>
              <a:gd name="connsiteX81" fmla="*/ 373135 w 408231"/>
              <a:gd name="connsiteY81" fmla="*/ 152162 h 408384"/>
              <a:gd name="connsiteX82" fmla="*/ 32606 w 408231"/>
              <a:gd name="connsiteY82" fmla="*/ 152162 h 408384"/>
              <a:gd name="connsiteX83" fmla="*/ 203345 w 408231"/>
              <a:gd name="connsiteY83" fmla="*/ 18812 h 408384"/>
              <a:gd name="connsiteX84" fmla="*/ 407283 w 408231"/>
              <a:gd name="connsiteY84" fmla="*/ 163592 h 408384"/>
              <a:gd name="connsiteX85" fmla="*/ 404437 w 408231"/>
              <a:gd name="connsiteY85" fmla="*/ 154067 h 408384"/>
              <a:gd name="connsiteX86" fmla="*/ 209036 w 408231"/>
              <a:gd name="connsiteY86" fmla="*/ 714 h 408384"/>
              <a:gd name="connsiteX87" fmla="*/ 199551 w 408231"/>
              <a:gd name="connsiteY87" fmla="*/ 714 h 408384"/>
              <a:gd name="connsiteX88" fmla="*/ 3201 w 408231"/>
              <a:gd name="connsiteY88" fmla="*/ 154067 h 408384"/>
              <a:gd name="connsiteX89" fmla="*/ 356 w 408231"/>
              <a:gd name="connsiteY89" fmla="*/ 163592 h 408384"/>
              <a:gd name="connsiteX90" fmla="*/ 8893 w 408231"/>
              <a:gd name="connsiteY90" fmla="*/ 169307 h 408384"/>
              <a:gd name="connsiteX91" fmla="*/ 399694 w 408231"/>
              <a:gd name="connsiteY91" fmla="*/ 169307 h 408384"/>
              <a:gd name="connsiteX92" fmla="*/ 408231 w 408231"/>
              <a:gd name="connsiteY92" fmla="*/ 163592 h 40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408231" h="408384">
                <a:moveTo>
                  <a:pt x="398746" y="408384"/>
                </a:moveTo>
                <a:lnTo>
                  <a:pt x="8893" y="408384"/>
                </a:lnTo>
                <a:cubicBezTo>
                  <a:pt x="5098" y="408384"/>
                  <a:pt x="356" y="404574"/>
                  <a:pt x="356" y="399812"/>
                </a:cubicBezTo>
                <a:cubicBezTo>
                  <a:pt x="356" y="395049"/>
                  <a:pt x="4150" y="391239"/>
                  <a:pt x="8893" y="391239"/>
                </a:cubicBezTo>
                <a:lnTo>
                  <a:pt x="398746" y="391239"/>
                </a:lnTo>
                <a:cubicBezTo>
                  <a:pt x="402540" y="391239"/>
                  <a:pt x="407283" y="395049"/>
                  <a:pt x="407283" y="399812"/>
                </a:cubicBezTo>
                <a:cubicBezTo>
                  <a:pt x="407283" y="404574"/>
                  <a:pt x="403488" y="408384"/>
                  <a:pt x="398746" y="408384"/>
                </a:cubicBezTo>
                <a:close/>
                <a:moveTo>
                  <a:pt x="407283" y="366474"/>
                </a:moveTo>
                <a:cubicBezTo>
                  <a:pt x="407283" y="362664"/>
                  <a:pt x="403488" y="357902"/>
                  <a:pt x="398746" y="357902"/>
                </a:cubicBezTo>
                <a:lnTo>
                  <a:pt x="8893" y="357902"/>
                </a:lnTo>
                <a:cubicBezTo>
                  <a:pt x="5098" y="357902"/>
                  <a:pt x="356" y="361712"/>
                  <a:pt x="356" y="366474"/>
                </a:cubicBezTo>
                <a:cubicBezTo>
                  <a:pt x="356" y="371237"/>
                  <a:pt x="4150" y="375047"/>
                  <a:pt x="8893" y="375047"/>
                </a:cubicBezTo>
                <a:lnTo>
                  <a:pt x="398746" y="375047"/>
                </a:lnTo>
                <a:cubicBezTo>
                  <a:pt x="402540" y="375047"/>
                  <a:pt x="407283" y="371237"/>
                  <a:pt x="407283" y="366474"/>
                </a:cubicBezTo>
                <a:close/>
                <a:moveTo>
                  <a:pt x="101850" y="203597"/>
                </a:moveTo>
                <a:lnTo>
                  <a:pt x="101850" y="322659"/>
                </a:lnTo>
                <a:lnTo>
                  <a:pt x="110387" y="322659"/>
                </a:lnTo>
                <a:cubicBezTo>
                  <a:pt x="114181" y="322659"/>
                  <a:pt x="118924" y="326469"/>
                  <a:pt x="118924" y="331232"/>
                </a:cubicBezTo>
                <a:cubicBezTo>
                  <a:pt x="118924" y="335994"/>
                  <a:pt x="115130" y="339804"/>
                  <a:pt x="110387" y="339804"/>
                </a:cubicBezTo>
                <a:lnTo>
                  <a:pt x="25967" y="339804"/>
                </a:lnTo>
                <a:cubicBezTo>
                  <a:pt x="22172" y="339804"/>
                  <a:pt x="17430" y="335994"/>
                  <a:pt x="17430" y="331232"/>
                </a:cubicBezTo>
                <a:cubicBezTo>
                  <a:pt x="17430" y="326469"/>
                  <a:pt x="21224" y="322659"/>
                  <a:pt x="25967" y="322659"/>
                </a:cubicBezTo>
                <a:lnTo>
                  <a:pt x="34503" y="322659"/>
                </a:lnTo>
                <a:lnTo>
                  <a:pt x="34503" y="203597"/>
                </a:lnTo>
                <a:lnTo>
                  <a:pt x="25967" y="203597"/>
                </a:lnTo>
                <a:cubicBezTo>
                  <a:pt x="22172" y="203597"/>
                  <a:pt x="17430" y="199787"/>
                  <a:pt x="17430" y="195024"/>
                </a:cubicBezTo>
                <a:cubicBezTo>
                  <a:pt x="17430" y="190262"/>
                  <a:pt x="21224" y="186452"/>
                  <a:pt x="25967" y="186452"/>
                </a:cubicBezTo>
                <a:lnTo>
                  <a:pt x="110387" y="186452"/>
                </a:lnTo>
                <a:cubicBezTo>
                  <a:pt x="114181" y="186452"/>
                  <a:pt x="118924" y="190262"/>
                  <a:pt x="118924" y="195024"/>
                </a:cubicBezTo>
                <a:cubicBezTo>
                  <a:pt x="118924" y="199787"/>
                  <a:pt x="115130" y="203597"/>
                  <a:pt x="110387" y="203597"/>
                </a:cubicBezTo>
                <a:lnTo>
                  <a:pt x="101850" y="203597"/>
                </a:lnTo>
                <a:close/>
                <a:moveTo>
                  <a:pt x="84776" y="203597"/>
                </a:moveTo>
                <a:lnTo>
                  <a:pt x="50629" y="203597"/>
                </a:lnTo>
                <a:lnTo>
                  <a:pt x="50629" y="322659"/>
                </a:lnTo>
                <a:lnTo>
                  <a:pt x="84776" y="322659"/>
                </a:lnTo>
                <a:lnTo>
                  <a:pt x="84776" y="203597"/>
                </a:lnTo>
                <a:close/>
                <a:moveTo>
                  <a:pt x="237493" y="203597"/>
                </a:moveTo>
                <a:lnTo>
                  <a:pt x="237493" y="322659"/>
                </a:lnTo>
                <a:lnTo>
                  <a:pt x="246978" y="322659"/>
                </a:lnTo>
                <a:cubicBezTo>
                  <a:pt x="251721" y="322659"/>
                  <a:pt x="255515" y="326469"/>
                  <a:pt x="255515" y="331232"/>
                </a:cubicBezTo>
                <a:cubicBezTo>
                  <a:pt x="255515" y="335994"/>
                  <a:pt x="250772" y="339804"/>
                  <a:pt x="246978" y="339804"/>
                </a:cubicBezTo>
                <a:lnTo>
                  <a:pt x="161609" y="339804"/>
                </a:lnTo>
                <a:cubicBezTo>
                  <a:pt x="156866" y="339804"/>
                  <a:pt x="153072" y="335994"/>
                  <a:pt x="153072" y="331232"/>
                </a:cubicBezTo>
                <a:cubicBezTo>
                  <a:pt x="153072" y="326469"/>
                  <a:pt x="157815" y="322659"/>
                  <a:pt x="161609" y="322659"/>
                </a:cubicBezTo>
                <a:lnTo>
                  <a:pt x="171094" y="322659"/>
                </a:lnTo>
                <a:lnTo>
                  <a:pt x="171094" y="203597"/>
                </a:lnTo>
                <a:lnTo>
                  <a:pt x="161609" y="203597"/>
                </a:lnTo>
                <a:cubicBezTo>
                  <a:pt x="156866" y="203597"/>
                  <a:pt x="153072" y="199787"/>
                  <a:pt x="153072" y="195024"/>
                </a:cubicBezTo>
                <a:cubicBezTo>
                  <a:pt x="153072" y="190262"/>
                  <a:pt x="157815" y="186452"/>
                  <a:pt x="161609" y="186452"/>
                </a:cubicBezTo>
                <a:lnTo>
                  <a:pt x="246978" y="186452"/>
                </a:lnTo>
                <a:cubicBezTo>
                  <a:pt x="251721" y="186452"/>
                  <a:pt x="255515" y="190262"/>
                  <a:pt x="255515" y="195024"/>
                </a:cubicBezTo>
                <a:cubicBezTo>
                  <a:pt x="255515" y="199787"/>
                  <a:pt x="250772" y="203597"/>
                  <a:pt x="246978" y="203597"/>
                </a:cubicBezTo>
                <a:lnTo>
                  <a:pt x="237493" y="203597"/>
                </a:lnTo>
                <a:close/>
                <a:moveTo>
                  <a:pt x="220419" y="203597"/>
                </a:moveTo>
                <a:lnTo>
                  <a:pt x="187220" y="203597"/>
                </a:lnTo>
                <a:lnTo>
                  <a:pt x="187220" y="322659"/>
                </a:lnTo>
                <a:lnTo>
                  <a:pt x="220419" y="322659"/>
                </a:lnTo>
                <a:lnTo>
                  <a:pt x="220419" y="203597"/>
                </a:lnTo>
                <a:close/>
                <a:moveTo>
                  <a:pt x="390209" y="331232"/>
                </a:moveTo>
                <a:cubicBezTo>
                  <a:pt x="390209" y="335042"/>
                  <a:pt x="386415" y="339804"/>
                  <a:pt x="381672" y="339804"/>
                </a:cubicBezTo>
                <a:lnTo>
                  <a:pt x="297251" y="339804"/>
                </a:lnTo>
                <a:cubicBezTo>
                  <a:pt x="293457" y="339804"/>
                  <a:pt x="288714" y="335994"/>
                  <a:pt x="288714" y="331232"/>
                </a:cubicBezTo>
                <a:cubicBezTo>
                  <a:pt x="288714" y="326469"/>
                  <a:pt x="292508" y="322659"/>
                  <a:pt x="297251" y="322659"/>
                </a:cubicBezTo>
                <a:lnTo>
                  <a:pt x="305788" y="322659"/>
                </a:lnTo>
                <a:lnTo>
                  <a:pt x="305788" y="203597"/>
                </a:lnTo>
                <a:lnTo>
                  <a:pt x="297251" y="203597"/>
                </a:lnTo>
                <a:cubicBezTo>
                  <a:pt x="293457" y="203597"/>
                  <a:pt x="288714" y="199787"/>
                  <a:pt x="288714" y="195024"/>
                </a:cubicBezTo>
                <a:cubicBezTo>
                  <a:pt x="288714" y="190262"/>
                  <a:pt x="292508" y="186452"/>
                  <a:pt x="297251" y="186452"/>
                </a:cubicBezTo>
                <a:lnTo>
                  <a:pt x="381672" y="186452"/>
                </a:lnTo>
                <a:cubicBezTo>
                  <a:pt x="385466" y="186452"/>
                  <a:pt x="390209" y="190262"/>
                  <a:pt x="390209" y="195024"/>
                </a:cubicBezTo>
                <a:cubicBezTo>
                  <a:pt x="390209" y="199787"/>
                  <a:pt x="386415" y="203597"/>
                  <a:pt x="381672" y="203597"/>
                </a:cubicBezTo>
                <a:lnTo>
                  <a:pt x="373135" y="203597"/>
                </a:lnTo>
                <a:lnTo>
                  <a:pt x="373135" y="322659"/>
                </a:lnTo>
                <a:lnTo>
                  <a:pt x="381672" y="322659"/>
                </a:lnTo>
                <a:cubicBezTo>
                  <a:pt x="385466" y="322659"/>
                  <a:pt x="390209" y="326469"/>
                  <a:pt x="390209" y="331232"/>
                </a:cubicBezTo>
                <a:close/>
                <a:moveTo>
                  <a:pt x="321913" y="322659"/>
                </a:moveTo>
                <a:lnTo>
                  <a:pt x="356061" y="322659"/>
                </a:lnTo>
                <a:lnTo>
                  <a:pt x="356061" y="203597"/>
                </a:lnTo>
                <a:lnTo>
                  <a:pt x="321913" y="203597"/>
                </a:lnTo>
                <a:lnTo>
                  <a:pt x="321913" y="322659"/>
                </a:lnTo>
                <a:close/>
                <a:moveTo>
                  <a:pt x="203345" y="18812"/>
                </a:moveTo>
                <a:lnTo>
                  <a:pt x="373135" y="152162"/>
                </a:lnTo>
                <a:lnTo>
                  <a:pt x="32606" y="152162"/>
                </a:lnTo>
                <a:lnTo>
                  <a:pt x="203345" y="18812"/>
                </a:lnTo>
                <a:close/>
                <a:moveTo>
                  <a:pt x="407283" y="163592"/>
                </a:moveTo>
                <a:cubicBezTo>
                  <a:pt x="407283" y="160734"/>
                  <a:pt x="407283" y="156924"/>
                  <a:pt x="404437" y="154067"/>
                </a:cubicBezTo>
                <a:lnTo>
                  <a:pt x="209036" y="714"/>
                </a:lnTo>
                <a:cubicBezTo>
                  <a:pt x="206191" y="-238"/>
                  <a:pt x="202396" y="-238"/>
                  <a:pt x="199551" y="714"/>
                </a:cubicBezTo>
                <a:lnTo>
                  <a:pt x="3201" y="154067"/>
                </a:lnTo>
                <a:cubicBezTo>
                  <a:pt x="356" y="156924"/>
                  <a:pt x="-593" y="160734"/>
                  <a:pt x="356" y="163592"/>
                </a:cubicBezTo>
                <a:cubicBezTo>
                  <a:pt x="1304" y="166449"/>
                  <a:pt x="4150" y="169307"/>
                  <a:pt x="8893" y="169307"/>
                </a:cubicBezTo>
                <a:lnTo>
                  <a:pt x="399694" y="169307"/>
                </a:lnTo>
                <a:cubicBezTo>
                  <a:pt x="402540" y="169307"/>
                  <a:pt x="406334" y="166449"/>
                  <a:pt x="408231" y="16359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" name="Graphic 16">
            <a:extLst>
              <a:ext uri="{FF2B5EF4-FFF2-40B4-BE49-F238E27FC236}">
                <a16:creationId xmlns:a16="http://schemas.microsoft.com/office/drawing/2014/main" id="{4C4A69CF-EFB2-33B6-385E-F5AED4CE6BE9}"/>
              </a:ext>
            </a:extLst>
          </p:cNvPr>
          <p:cNvSpPr/>
          <p:nvPr/>
        </p:nvSpPr>
        <p:spPr>
          <a:xfrm>
            <a:off x="2151671" y="739366"/>
            <a:ext cx="547370" cy="547575"/>
          </a:xfrm>
          <a:custGeom>
            <a:avLst/>
            <a:gdLst>
              <a:gd name="connsiteX0" fmla="*/ 398746 w 408231"/>
              <a:gd name="connsiteY0" fmla="*/ 408384 h 408384"/>
              <a:gd name="connsiteX1" fmla="*/ 8893 w 408231"/>
              <a:gd name="connsiteY1" fmla="*/ 408384 h 408384"/>
              <a:gd name="connsiteX2" fmla="*/ 356 w 408231"/>
              <a:gd name="connsiteY2" fmla="*/ 399812 h 408384"/>
              <a:gd name="connsiteX3" fmla="*/ 8893 w 408231"/>
              <a:gd name="connsiteY3" fmla="*/ 391239 h 408384"/>
              <a:gd name="connsiteX4" fmla="*/ 398746 w 408231"/>
              <a:gd name="connsiteY4" fmla="*/ 391239 h 408384"/>
              <a:gd name="connsiteX5" fmla="*/ 407283 w 408231"/>
              <a:gd name="connsiteY5" fmla="*/ 399812 h 408384"/>
              <a:gd name="connsiteX6" fmla="*/ 398746 w 408231"/>
              <a:gd name="connsiteY6" fmla="*/ 408384 h 408384"/>
              <a:gd name="connsiteX7" fmla="*/ 407283 w 408231"/>
              <a:gd name="connsiteY7" fmla="*/ 366474 h 408384"/>
              <a:gd name="connsiteX8" fmla="*/ 398746 w 408231"/>
              <a:gd name="connsiteY8" fmla="*/ 357902 h 408384"/>
              <a:gd name="connsiteX9" fmla="*/ 8893 w 408231"/>
              <a:gd name="connsiteY9" fmla="*/ 357902 h 408384"/>
              <a:gd name="connsiteX10" fmla="*/ 356 w 408231"/>
              <a:gd name="connsiteY10" fmla="*/ 366474 h 408384"/>
              <a:gd name="connsiteX11" fmla="*/ 8893 w 408231"/>
              <a:gd name="connsiteY11" fmla="*/ 375047 h 408384"/>
              <a:gd name="connsiteX12" fmla="*/ 398746 w 408231"/>
              <a:gd name="connsiteY12" fmla="*/ 375047 h 408384"/>
              <a:gd name="connsiteX13" fmla="*/ 407283 w 408231"/>
              <a:gd name="connsiteY13" fmla="*/ 366474 h 408384"/>
              <a:gd name="connsiteX14" fmla="*/ 101850 w 408231"/>
              <a:gd name="connsiteY14" fmla="*/ 203597 h 408384"/>
              <a:gd name="connsiteX15" fmla="*/ 101850 w 408231"/>
              <a:gd name="connsiteY15" fmla="*/ 322659 h 408384"/>
              <a:gd name="connsiteX16" fmla="*/ 110387 w 408231"/>
              <a:gd name="connsiteY16" fmla="*/ 322659 h 408384"/>
              <a:gd name="connsiteX17" fmla="*/ 118924 w 408231"/>
              <a:gd name="connsiteY17" fmla="*/ 331232 h 408384"/>
              <a:gd name="connsiteX18" fmla="*/ 110387 w 408231"/>
              <a:gd name="connsiteY18" fmla="*/ 339804 h 408384"/>
              <a:gd name="connsiteX19" fmla="*/ 25967 w 408231"/>
              <a:gd name="connsiteY19" fmla="*/ 339804 h 408384"/>
              <a:gd name="connsiteX20" fmla="*/ 17430 w 408231"/>
              <a:gd name="connsiteY20" fmla="*/ 331232 h 408384"/>
              <a:gd name="connsiteX21" fmla="*/ 25967 w 408231"/>
              <a:gd name="connsiteY21" fmla="*/ 322659 h 408384"/>
              <a:gd name="connsiteX22" fmla="*/ 34503 w 408231"/>
              <a:gd name="connsiteY22" fmla="*/ 322659 h 408384"/>
              <a:gd name="connsiteX23" fmla="*/ 34503 w 408231"/>
              <a:gd name="connsiteY23" fmla="*/ 203597 h 408384"/>
              <a:gd name="connsiteX24" fmla="*/ 25967 w 408231"/>
              <a:gd name="connsiteY24" fmla="*/ 203597 h 408384"/>
              <a:gd name="connsiteX25" fmla="*/ 17430 w 408231"/>
              <a:gd name="connsiteY25" fmla="*/ 195024 h 408384"/>
              <a:gd name="connsiteX26" fmla="*/ 25967 w 408231"/>
              <a:gd name="connsiteY26" fmla="*/ 186452 h 408384"/>
              <a:gd name="connsiteX27" fmla="*/ 110387 w 408231"/>
              <a:gd name="connsiteY27" fmla="*/ 186452 h 408384"/>
              <a:gd name="connsiteX28" fmla="*/ 118924 w 408231"/>
              <a:gd name="connsiteY28" fmla="*/ 195024 h 408384"/>
              <a:gd name="connsiteX29" fmla="*/ 110387 w 408231"/>
              <a:gd name="connsiteY29" fmla="*/ 203597 h 408384"/>
              <a:gd name="connsiteX30" fmla="*/ 101850 w 408231"/>
              <a:gd name="connsiteY30" fmla="*/ 203597 h 408384"/>
              <a:gd name="connsiteX31" fmla="*/ 84776 w 408231"/>
              <a:gd name="connsiteY31" fmla="*/ 203597 h 408384"/>
              <a:gd name="connsiteX32" fmla="*/ 50629 w 408231"/>
              <a:gd name="connsiteY32" fmla="*/ 203597 h 408384"/>
              <a:gd name="connsiteX33" fmla="*/ 50629 w 408231"/>
              <a:gd name="connsiteY33" fmla="*/ 322659 h 408384"/>
              <a:gd name="connsiteX34" fmla="*/ 84776 w 408231"/>
              <a:gd name="connsiteY34" fmla="*/ 322659 h 408384"/>
              <a:gd name="connsiteX35" fmla="*/ 84776 w 408231"/>
              <a:gd name="connsiteY35" fmla="*/ 203597 h 408384"/>
              <a:gd name="connsiteX36" fmla="*/ 237493 w 408231"/>
              <a:gd name="connsiteY36" fmla="*/ 203597 h 408384"/>
              <a:gd name="connsiteX37" fmla="*/ 237493 w 408231"/>
              <a:gd name="connsiteY37" fmla="*/ 322659 h 408384"/>
              <a:gd name="connsiteX38" fmla="*/ 246978 w 408231"/>
              <a:gd name="connsiteY38" fmla="*/ 322659 h 408384"/>
              <a:gd name="connsiteX39" fmla="*/ 255515 w 408231"/>
              <a:gd name="connsiteY39" fmla="*/ 331232 h 408384"/>
              <a:gd name="connsiteX40" fmla="*/ 246978 w 408231"/>
              <a:gd name="connsiteY40" fmla="*/ 339804 h 408384"/>
              <a:gd name="connsiteX41" fmla="*/ 161609 w 408231"/>
              <a:gd name="connsiteY41" fmla="*/ 339804 h 408384"/>
              <a:gd name="connsiteX42" fmla="*/ 153072 w 408231"/>
              <a:gd name="connsiteY42" fmla="*/ 331232 h 408384"/>
              <a:gd name="connsiteX43" fmla="*/ 161609 w 408231"/>
              <a:gd name="connsiteY43" fmla="*/ 322659 h 408384"/>
              <a:gd name="connsiteX44" fmla="*/ 171094 w 408231"/>
              <a:gd name="connsiteY44" fmla="*/ 322659 h 408384"/>
              <a:gd name="connsiteX45" fmla="*/ 171094 w 408231"/>
              <a:gd name="connsiteY45" fmla="*/ 203597 h 408384"/>
              <a:gd name="connsiteX46" fmla="*/ 161609 w 408231"/>
              <a:gd name="connsiteY46" fmla="*/ 203597 h 408384"/>
              <a:gd name="connsiteX47" fmla="*/ 153072 w 408231"/>
              <a:gd name="connsiteY47" fmla="*/ 195024 h 408384"/>
              <a:gd name="connsiteX48" fmla="*/ 161609 w 408231"/>
              <a:gd name="connsiteY48" fmla="*/ 186452 h 408384"/>
              <a:gd name="connsiteX49" fmla="*/ 246978 w 408231"/>
              <a:gd name="connsiteY49" fmla="*/ 186452 h 408384"/>
              <a:gd name="connsiteX50" fmla="*/ 255515 w 408231"/>
              <a:gd name="connsiteY50" fmla="*/ 195024 h 408384"/>
              <a:gd name="connsiteX51" fmla="*/ 246978 w 408231"/>
              <a:gd name="connsiteY51" fmla="*/ 203597 h 408384"/>
              <a:gd name="connsiteX52" fmla="*/ 237493 w 408231"/>
              <a:gd name="connsiteY52" fmla="*/ 203597 h 408384"/>
              <a:gd name="connsiteX53" fmla="*/ 220419 w 408231"/>
              <a:gd name="connsiteY53" fmla="*/ 203597 h 408384"/>
              <a:gd name="connsiteX54" fmla="*/ 187220 w 408231"/>
              <a:gd name="connsiteY54" fmla="*/ 203597 h 408384"/>
              <a:gd name="connsiteX55" fmla="*/ 187220 w 408231"/>
              <a:gd name="connsiteY55" fmla="*/ 322659 h 408384"/>
              <a:gd name="connsiteX56" fmla="*/ 220419 w 408231"/>
              <a:gd name="connsiteY56" fmla="*/ 322659 h 408384"/>
              <a:gd name="connsiteX57" fmla="*/ 220419 w 408231"/>
              <a:gd name="connsiteY57" fmla="*/ 203597 h 408384"/>
              <a:gd name="connsiteX58" fmla="*/ 390209 w 408231"/>
              <a:gd name="connsiteY58" fmla="*/ 331232 h 408384"/>
              <a:gd name="connsiteX59" fmla="*/ 381672 w 408231"/>
              <a:gd name="connsiteY59" fmla="*/ 339804 h 408384"/>
              <a:gd name="connsiteX60" fmla="*/ 297251 w 408231"/>
              <a:gd name="connsiteY60" fmla="*/ 339804 h 408384"/>
              <a:gd name="connsiteX61" fmla="*/ 288714 w 408231"/>
              <a:gd name="connsiteY61" fmla="*/ 331232 h 408384"/>
              <a:gd name="connsiteX62" fmla="*/ 297251 w 408231"/>
              <a:gd name="connsiteY62" fmla="*/ 322659 h 408384"/>
              <a:gd name="connsiteX63" fmla="*/ 305788 w 408231"/>
              <a:gd name="connsiteY63" fmla="*/ 322659 h 408384"/>
              <a:gd name="connsiteX64" fmla="*/ 305788 w 408231"/>
              <a:gd name="connsiteY64" fmla="*/ 203597 h 408384"/>
              <a:gd name="connsiteX65" fmla="*/ 297251 w 408231"/>
              <a:gd name="connsiteY65" fmla="*/ 203597 h 408384"/>
              <a:gd name="connsiteX66" fmla="*/ 288714 w 408231"/>
              <a:gd name="connsiteY66" fmla="*/ 195024 h 408384"/>
              <a:gd name="connsiteX67" fmla="*/ 297251 w 408231"/>
              <a:gd name="connsiteY67" fmla="*/ 186452 h 408384"/>
              <a:gd name="connsiteX68" fmla="*/ 381672 w 408231"/>
              <a:gd name="connsiteY68" fmla="*/ 186452 h 408384"/>
              <a:gd name="connsiteX69" fmla="*/ 390209 w 408231"/>
              <a:gd name="connsiteY69" fmla="*/ 195024 h 408384"/>
              <a:gd name="connsiteX70" fmla="*/ 381672 w 408231"/>
              <a:gd name="connsiteY70" fmla="*/ 203597 h 408384"/>
              <a:gd name="connsiteX71" fmla="*/ 373135 w 408231"/>
              <a:gd name="connsiteY71" fmla="*/ 203597 h 408384"/>
              <a:gd name="connsiteX72" fmla="*/ 373135 w 408231"/>
              <a:gd name="connsiteY72" fmla="*/ 322659 h 408384"/>
              <a:gd name="connsiteX73" fmla="*/ 381672 w 408231"/>
              <a:gd name="connsiteY73" fmla="*/ 322659 h 408384"/>
              <a:gd name="connsiteX74" fmla="*/ 390209 w 408231"/>
              <a:gd name="connsiteY74" fmla="*/ 331232 h 408384"/>
              <a:gd name="connsiteX75" fmla="*/ 321913 w 408231"/>
              <a:gd name="connsiteY75" fmla="*/ 322659 h 408384"/>
              <a:gd name="connsiteX76" fmla="*/ 356061 w 408231"/>
              <a:gd name="connsiteY76" fmla="*/ 322659 h 408384"/>
              <a:gd name="connsiteX77" fmla="*/ 356061 w 408231"/>
              <a:gd name="connsiteY77" fmla="*/ 203597 h 408384"/>
              <a:gd name="connsiteX78" fmla="*/ 321913 w 408231"/>
              <a:gd name="connsiteY78" fmla="*/ 203597 h 408384"/>
              <a:gd name="connsiteX79" fmla="*/ 321913 w 408231"/>
              <a:gd name="connsiteY79" fmla="*/ 322659 h 408384"/>
              <a:gd name="connsiteX80" fmla="*/ 203345 w 408231"/>
              <a:gd name="connsiteY80" fmla="*/ 18812 h 408384"/>
              <a:gd name="connsiteX81" fmla="*/ 373135 w 408231"/>
              <a:gd name="connsiteY81" fmla="*/ 152162 h 408384"/>
              <a:gd name="connsiteX82" fmla="*/ 32606 w 408231"/>
              <a:gd name="connsiteY82" fmla="*/ 152162 h 408384"/>
              <a:gd name="connsiteX83" fmla="*/ 203345 w 408231"/>
              <a:gd name="connsiteY83" fmla="*/ 18812 h 408384"/>
              <a:gd name="connsiteX84" fmla="*/ 407283 w 408231"/>
              <a:gd name="connsiteY84" fmla="*/ 163592 h 408384"/>
              <a:gd name="connsiteX85" fmla="*/ 404437 w 408231"/>
              <a:gd name="connsiteY85" fmla="*/ 154067 h 408384"/>
              <a:gd name="connsiteX86" fmla="*/ 209036 w 408231"/>
              <a:gd name="connsiteY86" fmla="*/ 714 h 408384"/>
              <a:gd name="connsiteX87" fmla="*/ 199551 w 408231"/>
              <a:gd name="connsiteY87" fmla="*/ 714 h 408384"/>
              <a:gd name="connsiteX88" fmla="*/ 3201 w 408231"/>
              <a:gd name="connsiteY88" fmla="*/ 154067 h 408384"/>
              <a:gd name="connsiteX89" fmla="*/ 356 w 408231"/>
              <a:gd name="connsiteY89" fmla="*/ 163592 h 408384"/>
              <a:gd name="connsiteX90" fmla="*/ 8893 w 408231"/>
              <a:gd name="connsiteY90" fmla="*/ 169307 h 408384"/>
              <a:gd name="connsiteX91" fmla="*/ 399694 w 408231"/>
              <a:gd name="connsiteY91" fmla="*/ 169307 h 408384"/>
              <a:gd name="connsiteX92" fmla="*/ 408231 w 408231"/>
              <a:gd name="connsiteY92" fmla="*/ 163592 h 40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408231" h="408384">
                <a:moveTo>
                  <a:pt x="398746" y="408384"/>
                </a:moveTo>
                <a:lnTo>
                  <a:pt x="8893" y="408384"/>
                </a:lnTo>
                <a:cubicBezTo>
                  <a:pt x="5098" y="408384"/>
                  <a:pt x="356" y="404574"/>
                  <a:pt x="356" y="399812"/>
                </a:cubicBezTo>
                <a:cubicBezTo>
                  <a:pt x="356" y="395049"/>
                  <a:pt x="4150" y="391239"/>
                  <a:pt x="8893" y="391239"/>
                </a:cubicBezTo>
                <a:lnTo>
                  <a:pt x="398746" y="391239"/>
                </a:lnTo>
                <a:cubicBezTo>
                  <a:pt x="402540" y="391239"/>
                  <a:pt x="407283" y="395049"/>
                  <a:pt x="407283" y="399812"/>
                </a:cubicBezTo>
                <a:cubicBezTo>
                  <a:pt x="407283" y="404574"/>
                  <a:pt x="403488" y="408384"/>
                  <a:pt x="398746" y="408384"/>
                </a:cubicBezTo>
                <a:close/>
                <a:moveTo>
                  <a:pt x="407283" y="366474"/>
                </a:moveTo>
                <a:cubicBezTo>
                  <a:pt x="407283" y="362664"/>
                  <a:pt x="403488" y="357902"/>
                  <a:pt x="398746" y="357902"/>
                </a:cubicBezTo>
                <a:lnTo>
                  <a:pt x="8893" y="357902"/>
                </a:lnTo>
                <a:cubicBezTo>
                  <a:pt x="5098" y="357902"/>
                  <a:pt x="356" y="361712"/>
                  <a:pt x="356" y="366474"/>
                </a:cubicBezTo>
                <a:cubicBezTo>
                  <a:pt x="356" y="371237"/>
                  <a:pt x="4150" y="375047"/>
                  <a:pt x="8893" y="375047"/>
                </a:cubicBezTo>
                <a:lnTo>
                  <a:pt x="398746" y="375047"/>
                </a:lnTo>
                <a:cubicBezTo>
                  <a:pt x="402540" y="375047"/>
                  <a:pt x="407283" y="371237"/>
                  <a:pt x="407283" y="366474"/>
                </a:cubicBezTo>
                <a:close/>
                <a:moveTo>
                  <a:pt x="101850" y="203597"/>
                </a:moveTo>
                <a:lnTo>
                  <a:pt x="101850" y="322659"/>
                </a:lnTo>
                <a:lnTo>
                  <a:pt x="110387" y="322659"/>
                </a:lnTo>
                <a:cubicBezTo>
                  <a:pt x="114181" y="322659"/>
                  <a:pt x="118924" y="326469"/>
                  <a:pt x="118924" y="331232"/>
                </a:cubicBezTo>
                <a:cubicBezTo>
                  <a:pt x="118924" y="335994"/>
                  <a:pt x="115130" y="339804"/>
                  <a:pt x="110387" y="339804"/>
                </a:cubicBezTo>
                <a:lnTo>
                  <a:pt x="25967" y="339804"/>
                </a:lnTo>
                <a:cubicBezTo>
                  <a:pt x="22172" y="339804"/>
                  <a:pt x="17430" y="335994"/>
                  <a:pt x="17430" y="331232"/>
                </a:cubicBezTo>
                <a:cubicBezTo>
                  <a:pt x="17430" y="326469"/>
                  <a:pt x="21224" y="322659"/>
                  <a:pt x="25967" y="322659"/>
                </a:cubicBezTo>
                <a:lnTo>
                  <a:pt x="34503" y="322659"/>
                </a:lnTo>
                <a:lnTo>
                  <a:pt x="34503" y="203597"/>
                </a:lnTo>
                <a:lnTo>
                  <a:pt x="25967" y="203597"/>
                </a:lnTo>
                <a:cubicBezTo>
                  <a:pt x="22172" y="203597"/>
                  <a:pt x="17430" y="199787"/>
                  <a:pt x="17430" y="195024"/>
                </a:cubicBezTo>
                <a:cubicBezTo>
                  <a:pt x="17430" y="190262"/>
                  <a:pt x="21224" y="186452"/>
                  <a:pt x="25967" y="186452"/>
                </a:cubicBezTo>
                <a:lnTo>
                  <a:pt x="110387" y="186452"/>
                </a:lnTo>
                <a:cubicBezTo>
                  <a:pt x="114181" y="186452"/>
                  <a:pt x="118924" y="190262"/>
                  <a:pt x="118924" y="195024"/>
                </a:cubicBezTo>
                <a:cubicBezTo>
                  <a:pt x="118924" y="199787"/>
                  <a:pt x="115130" y="203597"/>
                  <a:pt x="110387" y="203597"/>
                </a:cubicBezTo>
                <a:lnTo>
                  <a:pt x="101850" y="203597"/>
                </a:lnTo>
                <a:close/>
                <a:moveTo>
                  <a:pt x="84776" y="203597"/>
                </a:moveTo>
                <a:lnTo>
                  <a:pt x="50629" y="203597"/>
                </a:lnTo>
                <a:lnTo>
                  <a:pt x="50629" y="322659"/>
                </a:lnTo>
                <a:lnTo>
                  <a:pt x="84776" y="322659"/>
                </a:lnTo>
                <a:lnTo>
                  <a:pt x="84776" y="203597"/>
                </a:lnTo>
                <a:close/>
                <a:moveTo>
                  <a:pt x="237493" y="203597"/>
                </a:moveTo>
                <a:lnTo>
                  <a:pt x="237493" y="322659"/>
                </a:lnTo>
                <a:lnTo>
                  <a:pt x="246978" y="322659"/>
                </a:lnTo>
                <a:cubicBezTo>
                  <a:pt x="251721" y="322659"/>
                  <a:pt x="255515" y="326469"/>
                  <a:pt x="255515" y="331232"/>
                </a:cubicBezTo>
                <a:cubicBezTo>
                  <a:pt x="255515" y="335994"/>
                  <a:pt x="250772" y="339804"/>
                  <a:pt x="246978" y="339804"/>
                </a:cubicBezTo>
                <a:lnTo>
                  <a:pt x="161609" y="339804"/>
                </a:lnTo>
                <a:cubicBezTo>
                  <a:pt x="156866" y="339804"/>
                  <a:pt x="153072" y="335994"/>
                  <a:pt x="153072" y="331232"/>
                </a:cubicBezTo>
                <a:cubicBezTo>
                  <a:pt x="153072" y="326469"/>
                  <a:pt x="157815" y="322659"/>
                  <a:pt x="161609" y="322659"/>
                </a:cubicBezTo>
                <a:lnTo>
                  <a:pt x="171094" y="322659"/>
                </a:lnTo>
                <a:lnTo>
                  <a:pt x="171094" y="203597"/>
                </a:lnTo>
                <a:lnTo>
                  <a:pt x="161609" y="203597"/>
                </a:lnTo>
                <a:cubicBezTo>
                  <a:pt x="156866" y="203597"/>
                  <a:pt x="153072" y="199787"/>
                  <a:pt x="153072" y="195024"/>
                </a:cubicBezTo>
                <a:cubicBezTo>
                  <a:pt x="153072" y="190262"/>
                  <a:pt x="157815" y="186452"/>
                  <a:pt x="161609" y="186452"/>
                </a:cubicBezTo>
                <a:lnTo>
                  <a:pt x="246978" y="186452"/>
                </a:lnTo>
                <a:cubicBezTo>
                  <a:pt x="251721" y="186452"/>
                  <a:pt x="255515" y="190262"/>
                  <a:pt x="255515" y="195024"/>
                </a:cubicBezTo>
                <a:cubicBezTo>
                  <a:pt x="255515" y="199787"/>
                  <a:pt x="250772" y="203597"/>
                  <a:pt x="246978" y="203597"/>
                </a:cubicBezTo>
                <a:lnTo>
                  <a:pt x="237493" y="203597"/>
                </a:lnTo>
                <a:close/>
                <a:moveTo>
                  <a:pt x="220419" y="203597"/>
                </a:moveTo>
                <a:lnTo>
                  <a:pt x="187220" y="203597"/>
                </a:lnTo>
                <a:lnTo>
                  <a:pt x="187220" y="322659"/>
                </a:lnTo>
                <a:lnTo>
                  <a:pt x="220419" y="322659"/>
                </a:lnTo>
                <a:lnTo>
                  <a:pt x="220419" y="203597"/>
                </a:lnTo>
                <a:close/>
                <a:moveTo>
                  <a:pt x="390209" y="331232"/>
                </a:moveTo>
                <a:cubicBezTo>
                  <a:pt x="390209" y="335042"/>
                  <a:pt x="386415" y="339804"/>
                  <a:pt x="381672" y="339804"/>
                </a:cubicBezTo>
                <a:lnTo>
                  <a:pt x="297251" y="339804"/>
                </a:lnTo>
                <a:cubicBezTo>
                  <a:pt x="293457" y="339804"/>
                  <a:pt x="288714" y="335994"/>
                  <a:pt x="288714" y="331232"/>
                </a:cubicBezTo>
                <a:cubicBezTo>
                  <a:pt x="288714" y="326469"/>
                  <a:pt x="292508" y="322659"/>
                  <a:pt x="297251" y="322659"/>
                </a:cubicBezTo>
                <a:lnTo>
                  <a:pt x="305788" y="322659"/>
                </a:lnTo>
                <a:lnTo>
                  <a:pt x="305788" y="203597"/>
                </a:lnTo>
                <a:lnTo>
                  <a:pt x="297251" y="203597"/>
                </a:lnTo>
                <a:cubicBezTo>
                  <a:pt x="293457" y="203597"/>
                  <a:pt x="288714" y="199787"/>
                  <a:pt x="288714" y="195024"/>
                </a:cubicBezTo>
                <a:cubicBezTo>
                  <a:pt x="288714" y="190262"/>
                  <a:pt x="292508" y="186452"/>
                  <a:pt x="297251" y="186452"/>
                </a:cubicBezTo>
                <a:lnTo>
                  <a:pt x="381672" y="186452"/>
                </a:lnTo>
                <a:cubicBezTo>
                  <a:pt x="385466" y="186452"/>
                  <a:pt x="390209" y="190262"/>
                  <a:pt x="390209" y="195024"/>
                </a:cubicBezTo>
                <a:cubicBezTo>
                  <a:pt x="390209" y="199787"/>
                  <a:pt x="386415" y="203597"/>
                  <a:pt x="381672" y="203597"/>
                </a:cubicBezTo>
                <a:lnTo>
                  <a:pt x="373135" y="203597"/>
                </a:lnTo>
                <a:lnTo>
                  <a:pt x="373135" y="322659"/>
                </a:lnTo>
                <a:lnTo>
                  <a:pt x="381672" y="322659"/>
                </a:lnTo>
                <a:cubicBezTo>
                  <a:pt x="385466" y="322659"/>
                  <a:pt x="390209" y="326469"/>
                  <a:pt x="390209" y="331232"/>
                </a:cubicBezTo>
                <a:close/>
                <a:moveTo>
                  <a:pt x="321913" y="322659"/>
                </a:moveTo>
                <a:lnTo>
                  <a:pt x="356061" y="322659"/>
                </a:lnTo>
                <a:lnTo>
                  <a:pt x="356061" y="203597"/>
                </a:lnTo>
                <a:lnTo>
                  <a:pt x="321913" y="203597"/>
                </a:lnTo>
                <a:lnTo>
                  <a:pt x="321913" y="322659"/>
                </a:lnTo>
                <a:close/>
                <a:moveTo>
                  <a:pt x="203345" y="18812"/>
                </a:moveTo>
                <a:lnTo>
                  <a:pt x="373135" y="152162"/>
                </a:lnTo>
                <a:lnTo>
                  <a:pt x="32606" y="152162"/>
                </a:lnTo>
                <a:lnTo>
                  <a:pt x="203345" y="18812"/>
                </a:lnTo>
                <a:close/>
                <a:moveTo>
                  <a:pt x="407283" y="163592"/>
                </a:moveTo>
                <a:cubicBezTo>
                  <a:pt x="407283" y="160734"/>
                  <a:pt x="407283" y="156924"/>
                  <a:pt x="404437" y="154067"/>
                </a:cubicBezTo>
                <a:lnTo>
                  <a:pt x="209036" y="714"/>
                </a:lnTo>
                <a:cubicBezTo>
                  <a:pt x="206191" y="-238"/>
                  <a:pt x="202396" y="-238"/>
                  <a:pt x="199551" y="714"/>
                </a:cubicBezTo>
                <a:lnTo>
                  <a:pt x="3201" y="154067"/>
                </a:lnTo>
                <a:cubicBezTo>
                  <a:pt x="356" y="156924"/>
                  <a:pt x="-593" y="160734"/>
                  <a:pt x="356" y="163592"/>
                </a:cubicBezTo>
                <a:cubicBezTo>
                  <a:pt x="1304" y="166449"/>
                  <a:pt x="4150" y="169307"/>
                  <a:pt x="8893" y="169307"/>
                </a:cubicBezTo>
                <a:lnTo>
                  <a:pt x="399694" y="169307"/>
                </a:lnTo>
                <a:cubicBezTo>
                  <a:pt x="402540" y="169307"/>
                  <a:pt x="406334" y="166449"/>
                  <a:pt x="408231" y="16359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16">
            <a:extLst>
              <a:ext uri="{FF2B5EF4-FFF2-40B4-BE49-F238E27FC236}">
                <a16:creationId xmlns:a16="http://schemas.microsoft.com/office/drawing/2014/main" id="{F222437A-5269-4DC6-2B31-7FABE1AEF58F}"/>
              </a:ext>
            </a:extLst>
          </p:cNvPr>
          <p:cNvSpPr/>
          <p:nvPr/>
        </p:nvSpPr>
        <p:spPr>
          <a:xfrm>
            <a:off x="2920415" y="1358406"/>
            <a:ext cx="547370" cy="547575"/>
          </a:xfrm>
          <a:custGeom>
            <a:avLst/>
            <a:gdLst>
              <a:gd name="connsiteX0" fmla="*/ 398746 w 408231"/>
              <a:gd name="connsiteY0" fmla="*/ 408384 h 408384"/>
              <a:gd name="connsiteX1" fmla="*/ 8893 w 408231"/>
              <a:gd name="connsiteY1" fmla="*/ 408384 h 408384"/>
              <a:gd name="connsiteX2" fmla="*/ 356 w 408231"/>
              <a:gd name="connsiteY2" fmla="*/ 399812 h 408384"/>
              <a:gd name="connsiteX3" fmla="*/ 8893 w 408231"/>
              <a:gd name="connsiteY3" fmla="*/ 391239 h 408384"/>
              <a:gd name="connsiteX4" fmla="*/ 398746 w 408231"/>
              <a:gd name="connsiteY4" fmla="*/ 391239 h 408384"/>
              <a:gd name="connsiteX5" fmla="*/ 407283 w 408231"/>
              <a:gd name="connsiteY5" fmla="*/ 399812 h 408384"/>
              <a:gd name="connsiteX6" fmla="*/ 398746 w 408231"/>
              <a:gd name="connsiteY6" fmla="*/ 408384 h 408384"/>
              <a:gd name="connsiteX7" fmla="*/ 407283 w 408231"/>
              <a:gd name="connsiteY7" fmla="*/ 366474 h 408384"/>
              <a:gd name="connsiteX8" fmla="*/ 398746 w 408231"/>
              <a:gd name="connsiteY8" fmla="*/ 357902 h 408384"/>
              <a:gd name="connsiteX9" fmla="*/ 8893 w 408231"/>
              <a:gd name="connsiteY9" fmla="*/ 357902 h 408384"/>
              <a:gd name="connsiteX10" fmla="*/ 356 w 408231"/>
              <a:gd name="connsiteY10" fmla="*/ 366474 h 408384"/>
              <a:gd name="connsiteX11" fmla="*/ 8893 w 408231"/>
              <a:gd name="connsiteY11" fmla="*/ 375047 h 408384"/>
              <a:gd name="connsiteX12" fmla="*/ 398746 w 408231"/>
              <a:gd name="connsiteY12" fmla="*/ 375047 h 408384"/>
              <a:gd name="connsiteX13" fmla="*/ 407283 w 408231"/>
              <a:gd name="connsiteY13" fmla="*/ 366474 h 408384"/>
              <a:gd name="connsiteX14" fmla="*/ 101850 w 408231"/>
              <a:gd name="connsiteY14" fmla="*/ 203597 h 408384"/>
              <a:gd name="connsiteX15" fmla="*/ 101850 w 408231"/>
              <a:gd name="connsiteY15" fmla="*/ 322659 h 408384"/>
              <a:gd name="connsiteX16" fmla="*/ 110387 w 408231"/>
              <a:gd name="connsiteY16" fmla="*/ 322659 h 408384"/>
              <a:gd name="connsiteX17" fmla="*/ 118924 w 408231"/>
              <a:gd name="connsiteY17" fmla="*/ 331232 h 408384"/>
              <a:gd name="connsiteX18" fmla="*/ 110387 w 408231"/>
              <a:gd name="connsiteY18" fmla="*/ 339804 h 408384"/>
              <a:gd name="connsiteX19" fmla="*/ 25967 w 408231"/>
              <a:gd name="connsiteY19" fmla="*/ 339804 h 408384"/>
              <a:gd name="connsiteX20" fmla="*/ 17430 w 408231"/>
              <a:gd name="connsiteY20" fmla="*/ 331232 h 408384"/>
              <a:gd name="connsiteX21" fmla="*/ 25967 w 408231"/>
              <a:gd name="connsiteY21" fmla="*/ 322659 h 408384"/>
              <a:gd name="connsiteX22" fmla="*/ 34503 w 408231"/>
              <a:gd name="connsiteY22" fmla="*/ 322659 h 408384"/>
              <a:gd name="connsiteX23" fmla="*/ 34503 w 408231"/>
              <a:gd name="connsiteY23" fmla="*/ 203597 h 408384"/>
              <a:gd name="connsiteX24" fmla="*/ 25967 w 408231"/>
              <a:gd name="connsiteY24" fmla="*/ 203597 h 408384"/>
              <a:gd name="connsiteX25" fmla="*/ 17430 w 408231"/>
              <a:gd name="connsiteY25" fmla="*/ 195024 h 408384"/>
              <a:gd name="connsiteX26" fmla="*/ 25967 w 408231"/>
              <a:gd name="connsiteY26" fmla="*/ 186452 h 408384"/>
              <a:gd name="connsiteX27" fmla="*/ 110387 w 408231"/>
              <a:gd name="connsiteY27" fmla="*/ 186452 h 408384"/>
              <a:gd name="connsiteX28" fmla="*/ 118924 w 408231"/>
              <a:gd name="connsiteY28" fmla="*/ 195024 h 408384"/>
              <a:gd name="connsiteX29" fmla="*/ 110387 w 408231"/>
              <a:gd name="connsiteY29" fmla="*/ 203597 h 408384"/>
              <a:gd name="connsiteX30" fmla="*/ 101850 w 408231"/>
              <a:gd name="connsiteY30" fmla="*/ 203597 h 408384"/>
              <a:gd name="connsiteX31" fmla="*/ 84776 w 408231"/>
              <a:gd name="connsiteY31" fmla="*/ 203597 h 408384"/>
              <a:gd name="connsiteX32" fmla="*/ 50629 w 408231"/>
              <a:gd name="connsiteY32" fmla="*/ 203597 h 408384"/>
              <a:gd name="connsiteX33" fmla="*/ 50629 w 408231"/>
              <a:gd name="connsiteY33" fmla="*/ 322659 h 408384"/>
              <a:gd name="connsiteX34" fmla="*/ 84776 w 408231"/>
              <a:gd name="connsiteY34" fmla="*/ 322659 h 408384"/>
              <a:gd name="connsiteX35" fmla="*/ 84776 w 408231"/>
              <a:gd name="connsiteY35" fmla="*/ 203597 h 408384"/>
              <a:gd name="connsiteX36" fmla="*/ 237493 w 408231"/>
              <a:gd name="connsiteY36" fmla="*/ 203597 h 408384"/>
              <a:gd name="connsiteX37" fmla="*/ 237493 w 408231"/>
              <a:gd name="connsiteY37" fmla="*/ 322659 h 408384"/>
              <a:gd name="connsiteX38" fmla="*/ 246978 w 408231"/>
              <a:gd name="connsiteY38" fmla="*/ 322659 h 408384"/>
              <a:gd name="connsiteX39" fmla="*/ 255515 w 408231"/>
              <a:gd name="connsiteY39" fmla="*/ 331232 h 408384"/>
              <a:gd name="connsiteX40" fmla="*/ 246978 w 408231"/>
              <a:gd name="connsiteY40" fmla="*/ 339804 h 408384"/>
              <a:gd name="connsiteX41" fmla="*/ 161609 w 408231"/>
              <a:gd name="connsiteY41" fmla="*/ 339804 h 408384"/>
              <a:gd name="connsiteX42" fmla="*/ 153072 w 408231"/>
              <a:gd name="connsiteY42" fmla="*/ 331232 h 408384"/>
              <a:gd name="connsiteX43" fmla="*/ 161609 w 408231"/>
              <a:gd name="connsiteY43" fmla="*/ 322659 h 408384"/>
              <a:gd name="connsiteX44" fmla="*/ 171094 w 408231"/>
              <a:gd name="connsiteY44" fmla="*/ 322659 h 408384"/>
              <a:gd name="connsiteX45" fmla="*/ 171094 w 408231"/>
              <a:gd name="connsiteY45" fmla="*/ 203597 h 408384"/>
              <a:gd name="connsiteX46" fmla="*/ 161609 w 408231"/>
              <a:gd name="connsiteY46" fmla="*/ 203597 h 408384"/>
              <a:gd name="connsiteX47" fmla="*/ 153072 w 408231"/>
              <a:gd name="connsiteY47" fmla="*/ 195024 h 408384"/>
              <a:gd name="connsiteX48" fmla="*/ 161609 w 408231"/>
              <a:gd name="connsiteY48" fmla="*/ 186452 h 408384"/>
              <a:gd name="connsiteX49" fmla="*/ 246978 w 408231"/>
              <a:gd name="connsiteY49" fmla="*/ 186452 h 408384"/>
              <a:gd name="connsiteX50" fmla="*/ 255515 w 408231"/>
              <a:gd name="connsiteY50" fmla="*/ 195024 h 408384"/>
              <a:gd name="connsiteX51" fmla="*/ 246978 w 408231"/>
              <a:gd name="connsiteY51" fmla="*/ 203597 h 408384"/>
              <a:gd name="connsiteX52" fmla="*/ 237493 w 408231"/>
              <a:gd name="connsiteY52" fmla="*/ 203597 h 408384"/>
              <a:gd name="connsiteX53" fmla="*/ 220419 w 408231"/>
              <a:gd name="connsiteY53" fmla="*/ 203597 h 408384"/>
              <a:gd name="connsiteX54" fmla="*/ 187220 w 408231"/>
              <a:gd name="connsiteY54" fmla="*/ 203597 h 408384"/>
              <a:gd name="connsiteX55" fmla="*/ 187220 w 408231"/>
              <a:gd name="connsiteY55" fmla="*/ 322659 h 408384"/>
              <a:gd name="connsiteX56" fmla="*/ 220419 w 408231"/>
              <a:gd name="connsiteY56" fmla="*/ 322659 h 408384"/>
              <a:gd name="connsiteX57" fmla="*/ 220419 w 408231"/>
              <a:gd name="connsiteY57" fmla="*/ 203597 h 408384"/>
              <a:gd name="connsiteX58" fmla="*/ 390209 w 408231"/>
              <a:gd name="connsiteY58" fmla="*/ 331232 h 408384"/>
              <a:gd name="connsiteX59" fmla="*/ 381672 w 408231"/>
              <a:gd name="connsiteY59" fmla="*/ 339804 h 408384"/>
              <a:gd name="connsiteX60" fmla="*/ 297251 w 408231"/>
              <a:gd name="connsiteY60" fmla="*/ 339804 h 408384"/>
              <a:gd name="connsiteX61" fmla="*/ 288714 w 408231"/>
              <a:gd name="connsiteY61" fmla="*/ 331232 h 408384"/>
              <a:gd name="connsiteX62" fmla="*/ 297251 w 408231"/>
              <a:gd name="connsiteY62" fmla="*/ 322659 h 408384"/>
              <a:gd name="connsiteX63" fmla="*/ 305788 w 408231"/>
              <a:gd name="connsiteY63" fmla="*/ 322659 h 408384"/>
              <a:gd name="connsiteX64" fmla="*/ 305788 w 408231"/>
              <a:gd name="connsiteY64" fmla="*/ 203597 h 408384"/>
              <a:gd name="connsiteX65" fmla="*/ 297251 w 408231"/>
              <a:gd name="connsiteY65" fmla="*/ 203597 h 408384"/>
              <a:gd name="connsiteX66" fmla="*/ 288714 w 408231"/>
              <a:gd name="connsiteY66" fmla="*/ 195024 h 408384"/>
              <a:gd name="connsiteX67" fmla="*/ 297251 w 408231"/>
              <a:gd name="connsiteY67" fmla="*/ 186452 h 408384"/>
              <a:gd name="connsiteX68" fmla="*/ 381672 w 408231"/>
              <a:gd name="connsiteY68" fmla="*/ 186452 h 408384"/>
              <a:gd name="connsiteX69" fmla="*/ 390209 w 408231"/>
              <a:gd name="connsiteY69" fmla="*/ 195024 h 408384"/>
              <a:gd name="connsiteX70" fmla="*/ 381672 w 408231"/>
              <a:gd name="connsiteY70" fmla="*/ 203597 h 408384"/>
              <a:gd name="connsiteX71" fmla="*/ 373135 w 408231"/>
              <a:gd name="connsiteY71" fmla="*/ 203597 h 408384"/>
              <a:gd name="connsiteX72" fmla="*/ 373135 w 408231"/>
              <a:gd name="connsiteY72" fmla="*/ 322659 h 408384"/>
              <a:gd name="connsiteX73" fmla="*/ 381672 w 408231"/>
              <a:gd name="connsiteY73" fmla="*/ 322659 h 408384"/>
              <a:gd name="connsiteX74" fmla="*/ 390209 w 408231"/>
              <a:gd name="connsiteY74" fmla="*/ 331232 h 408384"/>
              <a:gd name="connsiteX75" fmla="*/ 321913 w 408231"/>
              <a:gd name="connsiteY75" fmla="*/ 322659 h 408384"/>
              <a:gd name="connsiteX76" fmla="*/ 356061 w 408231"/>
              <a:gd name="connsiteY76" fmla="*/ 322659 h 408384"/>
              <a:gd name="connsiteX77" fmla="*/ 356061 w 408231"/>
              <a:gd name="connsiteY77" fmla="*/ 203597 h 408384"/>
              <a:gd name="connsiteX78" fmla="*/ 321913 w 408231"/>
              <a:gd name="connsiteY78" fmla="*/ 203597 h 408384"/>
              <a:gd name="connsiteX79" fmla="*/ 321913 w 408231"/>
              <a:gd name="connsiteY79" fmla="*/ 322659 h 408384"/>
              <a:gd name="connsiteX80" fmla="*/ 203345 w 408231"/>
              <a:gd name="connsiteY80" fmla="*/ 18812 h 408384"/>
              <a:gd name="connsiteX81" fmla="*/ 373135 w 408231"/>
              <a:gd name="connsiteY81" fmla="*/ 152162 h 408384"/>
              <a:gd name="connsiteX82" fmla="*/ 32606 w 408231"/>
              <a:gd name="connsiteY82" fmla="*/ 152162 h 408384"/>
              <a:gd name="connsiteX83" fmla="*/ 203345 w 408231"/>
              <a:gd name="connsiteY83" fmla="*/ 18812 h 408384"/>
              <a:gd name="connsiteX84" fmla="*/ 407283 w 408231"/>
              <a:gd name="connsiteY84" fmla="*/ 163592 h 408384"/>
              <a:gd name="connsiteX85" fmla="*/ 404437 w 408231"/>
              <a:gd name="connsiteY85" fmla="*/ 154067 h 408384"/>
              <a:gd name="connsiteX86" fmla="*/ 209036 w 408231"/>
              <a:gd name="connsiteY86" fmla="*/ 714 h 408384"/>
              <a:gd name="connsiteX87" fmla="*/ 199551 w 408231"/>
              <a:gd name="connsiteY87" fmla="*/ 714 h 408384"/>
              <a:gd name="connsiteX88" fmla="*/ 3201 w 408231"/>
              <a:gd name="connsiteY88" fmla="*/ 154067 h 408384"/>
              <a:gd name="connsiteX89" fmla="*/ 356 w 408231"/>
              <a:gd name="connsiteY89" fmla="*/ 163592 h 408384"/>
              <a:gd name="connsiteX90" fmla="*/ 8893 w 408231"/>
              <a:gd name="connsiteY90" fmla="*/ 169307 h 408384"/>
              <a:gd name="connsiteX91" fmla="*/ 399694 w 408231"/>
              <a:gd name="connsiteY91" fmla="*/ 169307 h 408384"/>
              <a:gd name="connsiteX92" fmla="*/ 408231 w 408231"/>
              <a:gd name="connsiteY92" fmla="*/ 163592 h 40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408231" h="408384">
                <a:moveTo>
                  <a:pt x="398746" y="408384"/>
                </a:moveTo>
                <a:lnTo>
                  <a:pt x="8893" y="408384"/>
                </a:lnTo>
                <a:cubicBezTo>
                  <a:pt x="5098" y="408384"/>
                  <a:pt x="356" y="404574"/>
                  <a:pt x="356" y="399812"/>
                </a:cubicBezTo>
                <a:cubicBezTo>
                  <a:pt x="356" y="395049"/>
                  <a:pt x="4150" y="391239"/>
                  <a:pt x="8893" y="391239"/>
                </a:cubicBezTo>
                <a:lnTo>
                  <a:pt x="398746" y="391239"/>
                </a:lnTo>
                <a:cubicBezTo>
                  <a:pt x="402540" y="391239"/>
                  <a:pt x="407283" y="395049"/>
                  <a:pt x="407283" y="399812"/>
                </a:cubicBezTo>
                <a:cubicBezTo>
                  <a:pt x="407283" y="404574"/>
                  <a:pt x="403488" y="408384"/>
                  <a:pt x="398746" y="408384"/>
                </a:cubicBezTo>
                <a:close/>
                <a:moveTo>
                  <a:pt x="407283" y="366474"/>
                </a:moveTo>
                <a:cubicBezTo>
                  <a:pt x="407283" y="362664"/>
                  <a:pt x="403488" y="357902"/>
                  <a:pt x="398746" y="357902"/>
                </a:cubicBezTo>
                <a:lnTo>
                  <a:pt x="8893" y="357902"/>
                </a:lnTo>
                <a:cubicBezTo>
                  <a:pt x="5098" y="357902"/>
                  <a:pt x="356" y="361712"/>
                  <a:pt x="356" y="366474"/>
                </a:cubicBezTo>
                <a:cubicBezTo>
                  <a:pt x="356" y="371237"/>
                  <a:pt x="4150" y="375047"/>
                  <a:pt x="8893" y="375047"/>
                </a:cubicBezTo>
                <a:lnTo>
                  <a:pt x="398746" y="375047"/>
                </a:lnTo>
                <a:cubicBezTo>
                  <a:pt x="402540" y="375047"/>
                  <a:pt x="407283" y="371237"/>
                  <a:pt x="407283" y="366474"/>
                </a:cubicBezTo>
                <a:close/>
                <a:moveTo>
                  <a:pt x="101850" y="203597"/>
                </a:moveTo>
                <a:lnTo>
                  <a:pt x="101850" y="322659"/>
                </a:lnTo>
                <a:lnTo>
                  <a:pt x="110387" y="322659"/>
                </a:lnTo>
                <a:cubicBezTo>
                  <a:pt x="114181" y="322659"/>
                  <a:pt x="118924" y="326469"/>
                  <a:pt x="118924" y="331232"/>
                </a:cubicBezTo>
                <a:cubicBezTo>
                  <a:pt x="118924" y="335994"/>
                  <a:pt x="115130" y="339804"/>
                  <a:pt x="110387" y="339804"/>
                </a:cubicBezTo>
                <a:lnTo>
                  <a:pt x="25967" y="339804"/>
                </a:lnTo>
                <a:cubicBezTo>
                  <a:pt x="22172" y="339804"/>
                  <a:pt x="17430" y="335994"/>
                  <a:pt x="17430" y="331232"/>
                </a:cubicBezTo>
                <a:cubicBezTo>
                  <a:pt x="17430" y="326469"/>
                  <a:pt x="21224" y="322659"/>
                  <a:pt x="25967" y="322659"/>
                </a:cubicBezTo>
                <a:lnTo>
                  <a:pt x="34503" y="322659"/>
                </a:lnTo>
                <a:lnTo>
                  <a:pt x="34503" y="203597"/>
                </a:lnTo>
                <a:lnTo>
                  <a:pt x="25967" y="203597"/>
                </a:lnTo>
                <a:cubicBezTo>
                  <a:pt x="22172" y="203597"/>
                  <a:pt x="17430" y="199787"/>
                  <a:pt x="17430" y="195024"/>
                </a:cubicBezTo>
                <a:cubicBezTo>
                  <a:pt x="17430" y="190262"/>
                  <a:pt x="21224" y="186452"/>
                  <a:pt x="25967" y="186452"/>
                </a:cubicBezTo>
                <a:lnTo>
                  <a:pt x="110387" y="186452"/>
                </a:lnTo>
                <a:cubicBezTo>
                  <a:pt x="114181" y="186452"/>
                  <a:pt x="118924" y="190262"/>
                  <a:pt x="118924" y="195024"/>
                </a:cubicBezTo>
                <a:cubicBezTo>
                  <a:pt x="118924" y="199787"/>
                  <a:pt x="115130" y="203597"/>
                  <a:pt x="110387" y="203597"/>
                </a:cubicBezTo>
                <a:lnTo>
                  <a:pt x="101850" y="203597"/>
                </a:lnTo>
                <a:close/>
                <a:moveTo>
                  <a:pt x="84776" y="203597"/>
                </a:moveTo>
                <a:lnTo>
                  <a:pt x="50629" y="203597"/>
                </a:lnTo>
                <a:lnTo>
                  <a:pt x="50629" y="322659"/>
                </a:lnTo>
                <a:lnTo>
                  <a:pt x="84776" y="322659"/>
                </a:lnTo>
                <a:lnTo>
                  <a:pt x="84776" y="203597"/>
                </a:lnTo>
                <a:close/>
                <a:moveTo>
                  <a:pt x="237493" y="203597"/>
                </a:moveTo>
                <a:lnTo>
                  <a:pt x="237493" y="322659"/>
                </a:lnTo>
                <a:lnTo>
                  <a:pt x="246978" y="322659"/>
                </a:lnTo>
                <a:cubicBezTo>
                  <a:pt x="251721" y="322659"/>
                  <a:pt x="255515" y="326469"/>
                  <a:pt x="255515" y="331232"/>
                </a:cubicBezTo>
                <a:cubicBezTo>
                  <a:pt x="255515" y="335994"/>
                  <a:pt x="250772" y="339804"/>
                  <a:pt x="246978" y="339804"/>
                </a:cubicBezTo>
                <a:lnTo>
                  <a:pt x="161609" y="339804"/>
                </a:lnTo>
                <a:cubicBezTo>
                  <a:pt x="156866" y="339804"/>
                  <a:pt x="153072" y="335994"/>
                  <a:pt x="153072" y="331232"/>
                </a:cubicBezTo>
                <a:cubicBezTo>
                  <a:pt x="153072" y="326469"/>
                  <a:pt x="157815" y="322659"/>
                  <a:pt x="161609" y="322659"/>
                </a:cubicBezTo>
                <a:lnTo>
                  <a:pt x="171094" y="322659"/>
                </a:lnTo>
                <a:lnTo>
                  <a:pt x="171094" y="203597"/>
                </a:lnTo>
                <a:lnTo>
                  <a:pt x="161609" y="203597"/>
                </a:lnTo>
                <a:cubicBezTo>
                  <a:pt x="156866" y="203597"/>
                  <a:pt x="153072" y="199787"/>
                  <a:pt x="153072" y="195024"/>
                </a:cubicBezTo>
                <a:cubicBezTo>
                  <a:pt x="153072" y="190262"/>
                  <a:pt x="157815" y="186452"/>
                  <a:pt x="161609" y="186452"/>
                </a:cubicBezTo>
                <a:lnTo>
                  <a:pt x="246978" y="186452"/>
                </a:lnTo>
                <a:cubicBezTo>
                  <a:pt x="251721" y="186452"/>
                  <a:pt x="255515" y="190262"/>
                  <a:pt x="255515" y="195024"/>
                </a:cubicBezTo>
                <a:cubicBezTo>
                  <a:pt x="255515" y="199787"/>
                  <a:pt x="250772" y="203597"/>
                  <a:pt x="246978" y="203597"/>
                </a:cubicBezTo>
                <a:lnTo>
                  <a:pt x="237493" y="203597"/>
                </a:lnTo>
                <a:close/>
                <a:moveTo>
                  <a:pt x="220419" y="203597"/>
                </a:moveTo>
                <a:lnTo>
                  <a:pt x="187220" y="203597"/>
                </a:lnTo>
                <a:lnTo>
                  <a:pt x="187220" y="322659"/>
                </a:lnTo>
                <a:lnTo>
                  <a:pt x="220419" y="322659"/>
                </a:lnTo>
                <a:lnTo>
                  <a:pt x="220419" y="203597"/>
                </a:lnTo>
                <a:close/>
                <a:moveTo>
                  <a:pt x="390209" y="331232"/>
                </a:moveTo>
                <a:cubicBezTo>
                  <a:pt x="390209" y="335042"/>
                  <a:pt x="386415" y="339804"/>
                  <a:pt x="381672" y="339804"/>
                </a:cubicBezTo>
                <a:lnTo>
                  <a:pt x="297251" y="339804"/>
                </a:lnTo>
                <a:cubicBezTo>
                  <a:pt x="293457" y="339804"/>
                  <a:pt x="288714" y="335994"/>
                  <a:pt x="288714" y="331232"/>
                </a:cubicBezTo>
                <a:cubicBezTo>
                  <a:pt x="288714" y="326469"/>
                  <a:pt x="292508" y="322659"/>
                  <a:pt x="297251" y="322659"/>
                </a:cubicBezTo>
                <a:lnTo>
                  <a:pt x="305788" y="322659"/>
                </a:lnTo>
                <a:lnTo>
                  <a:pt x="305788" y="203597"/>
                </a:lnTo>
                <a:lnTo>
                  <a:pt x="297251" y="203597"/>
                </a:lnTo>
                <a:cubicBezTo>
                  <a:pt x="293457" y="203597"/>
                  <a:pt x="288714" y="199787"/>
                  <a:pt x="288714" y="195024"/>
                </a:cubicBezTo>
                <a:cubicBezTo>
                  <a:pt x="288714" y="190262"/>
                  <a:pt x="292508" y="186452"/>
                  <a:pt x="297251" y="186452"/>
                </a:cubicBezTo>
                <a:lnTo>
                  <a:pt x="381672" y="186452"/>
                </a:lnTo>
                <a:cubicBezTo>
                  <a:pt x="385466" y="186452"/>
                  <a:pt x="390209" y="190262"/>
                  <a:pt x="390209" y="195024"/>
                </a:cubicBezTo>
                <a:cubicBezTo>
                  <a:pt x="390209" y="199787"/>
                  <a:pt x="386415" y="203597"/>
                  <a:pt x="381672" y="203597"/>
                </a:cubicBezTo>
                <a:lnTo>
                  <a:pt x="373135" y="203597"/>
                </a:lnTo>
                <a:lnTo>
                  <a:pt x="373135" y="322659"/>
                </a:lnTo>
                <a:lnTo>
                  <a:pt x="381672" y="322659"/>
                </a:lnTo>
                <a:cubicBezTo>
                  <a:pt x="385466" y="322659"/>
                  <a:pt x="390209" y="326469"/>
                  <a:pt x="390209" y="331232"/>
                </a:cubicBezTo>
                <a:close/>
                <a:moveTo>
                  <a:pt x="321913" y="322659"/>
                </a:moveTo>
                <a:lnTo>
                  <a:pt x="356061" y="322659"/>
                </a:lnTo>
                <a:lnTo>
                  <a:pt x="356061" y="203597"/>
                </a:lnTo>
                <a:lnTo>
                  <a:pt x="321913" y="203597"/>
                </a:lnTo>
                <a:lnTo>
                  <a:pt x="321913" y="322659"/>
                </a:lnTo>
                <a:close/>
                <a:moveTo>
                  <a:pt x="203345" y="18812"/>
                </a:moveTo>
                <a:lnTo>
                  <a:pt x="373135" y="152162"/>
                </a:lnTo>
                <a:lnTo>
                  <a:pt x="32606" y="152162"/>
                </a:lnTo>
                <a:lnTo>
                  <a:pt x="203345" y="18812"/>
                </a:lnTo>
                <a:close/>
                <a:moveTo>
                  <a:pt x="407283" y="163592"/>
                </a:moveTo>
                <a:cubicBezTo>
                  <a:pt x="407283" y="160734"/>
                  <a:pt x="407283" y="156924"/>
                  <a:pt x="404437" y="154067"/>
                </a:cubicBezTo>
                <a:lnTo>
                  <a:pt x="209036" y="714"/>
                </a:lnTo>
                <a:cubicBezTo>
                  <a:pt x="206191" y="-238"/>
                  <a:pt x="202396" y="-238"/>
                  <a:pt x="199551" y="714"/>
                </a:cubicBezTo>
                <a:lnTo>
                  <a:pt x="3201" y="154067"/>
                </a:lnTo>
                <a:cubicBezTo>
                  <a:pt x="356" y="156924"/>
                  <a:pt x="-593" y="160734"/>
                  <a:pt x="356" y="163592"/>
                </a:cubicBezTo>
                <a:cubicBezTo>
                  <a:pt x="1304" y="166449"/>
                  <a:pt x="4150" y="169307"/>
                  <a:pt x="8893" y="169307"/>
                </a:cubicBezTo>
                <a:lnTo>
                  <a:pt x="399694" y="169307"/>
                </a:lnTo>
                <a:cubicBezTo>
                  <a:pt x="402540" y="169307"/>
                  <a:pt x="406334" y="166449"/>
                  <a:pt x="408231" y="16359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" name="Graphic 16">
            <a:extLst>
              <a:ext uri="{FF2B5EF4-FFF2-40B4-BE49-F238E27FC236}">
                <a16:creationId xmlns:a16="http://schemas.microsoft.com/office/drawing/2014/main" id="{5F83E397-1028-F69F-D372-3B4E11941D3B}"/>
              </a:ext>
            </a:extLst>
          </p:cNvPr>
          <p:cNvSpPr/>
          <p:nvPr/>
        </p:nvSpPr>
        <p:spPr>
          <a:xfrm>
            <a:off x="2151671" y="1358406"/>
            <a:ext cx="547370" cy="547575"/>
          </a:xfrm>
          <a:custGeom>
            <a:avLst/>
            <a:gdLst>
              <a:gd name="connsiteX0" fmla="*/ 398746 w 408231"/>
              <a:gd name="connsiteY0" fmla="*/ 408384 h 408384"/>
              <a:gd name="connsiteX1" fmla="*/ 8893 w 408231"/>
              <a:gd name="connsiteY1" fmla="*/ 408384 h 408384"/>
              <a:gd name="connsiteX2" fmla="*/ 356 w 408231"/>
              <a:gd name="connsiteY2" fmla="*/ 399812 h 408384"/>
              <a:gd name="connsiteX3" fmla="*/ 8893 w 408231"/>
              <a:gd name="connsiteY3" fmla="*/ 391239 h 408384"/>
              <a:gd name="connsiteX4" fmla="*/ 398746 w 408231"/>
              <a:gd name="connsiteY4" fmla="*/ 391239 h 408384"/>
              <a:gd name="connsiteX5" fmla="*/ 407283 w 408231"/>
              <a:gd name="connsiteY5" fmla="*/ 399812 h 408384"/>
              <a:gd name="connsiteX6" fmla="*/ 398746 w 408231"/>
              <a:gd name="connsiteY6" fmla="*/ 408384 h 408384"/>
              <a:gd name="connsiteX7" fmla="*/ 407283 w 408231"/>
              <a:gd name="connsiteY7" fmla="*/ 366474 h 408384"/>
              <a:gd name="connsiteX8" fmla="*/ 398746 w 408231"/>
              <a:gd name="connsiteY8" fmla="*/ 357902 h 408384"/>
              <a:gd name="connsiteX9" fmla="*/ 8893 w 408231"/>
              <a:gd name="connsiteY9" fmla="*/ 357902 h 408384"/>
              <a:gd name="connsiteX10" fmla="*/ 356 w 408231"/>
              <a:gd name="connsiteY10" fmla="*/ 366474 h 408384"/>
              <a:gd name="connsiteX11" fmla="*/ 8893 w 408231"/>
              <a:gd name="connsiteY11" fmla="*/ 375047 h 408384"/>
              <a:gd name="connsiteX12" fmla="*/ 398746 w 408231"/>
              <a:gd name="connsiteY12" fmla="*/ 375047 h 408384"/>
              <a:gd name="connsiteX13" fmla="*/ 407283 w 408231"/>
              <a:gd name="connsiteY13" fmla="*/ 366474 h 408384"/>
              <a:gd name="connsiteX14" fmla="*/ 101850 w 408231"/>
              <a:gd name="connsiteY14" fmla="*/ 203597 h 408384"/>
              <a:gd name="connsiteX15" fmla="*/ 101850 w 408231"/>
              <a:gd name="connsiteY15" fmla="*/ 322659 h 408384"/>
              <a:gd name="connsiteX16" fmla="*/ 110387 w 408231"/>
              <a:gd name="connsiteY16" fmla="*/ 322659 h 408384"/>
              <a:gd name="connsiteX17" fmla="*/ 118924 w 408231"/>
              <a:gd name="connsiteY17" fmla="*/ 331232 h 408384"/>
              <a:gd name="connsiteX18" fmla="*/ 110387 w 408231"/>
              <a:gd name="connsiteY18" fmla="*/ 339804 h 408384"/>
              <a:gd name="connsiteX19" fmla="*/ 25967 w 408231"/>
              <a:gd name="connsiteY19" fmla="*/ 339804 h 408384"/>
              <a:gd name="connsiteX20" fmla="*/ 17430 w 408231"/>
              <a:gd name="connsiteY20" fmla="*/ 331232 h 408384"/>
              <a:gd name="connsiteX21" fmla="*/ 25967 w 408231"/>
              <a:gd name="connsiteY21" fmla="*/ 322659 h 408384"/>
              <a:gd name="connsiteX22" fmla="*/ 34503 w 408231"/>
              <a:gd name="connsiteY22" fmla="*/ 322659 h 408384"/>
              <a:gd name="connsiteX23" fmla="*/ 34503 w 408231"/>
              <a:gd name="connsiteY23" fmla="*/ 203597 h 408384"/>
              <a:gd name="connsiteX24" fmla="*/ 25967 w 408231"/>
              <a:gd name="connsiteY24" fmla="*/ 203597 h 408384"/>
              <a:gd name="connsiteX25" fmla="*/ 17430 w 408231"/>
              <a:gd name="connsiteY25" fmla="*/ 195024 h 408384"/>
              <a:gd name="connsiteX26" fmla="*/ 25967 w 408231"/>
              <a:gd name="connsiteY26" fmla="*/ 186452 h 408384"/>
              <a:gd name="connsiteX27" fmla="*/ 110387 w 408231"/>
              <a:gd name="connsiteY27" fmla="*/ 186452 h 408384"/>
              <a:gd name="connsiteX28" fmla="*/ 118924 w 408231"/>
              <a:gd name="connsiteY28" fmla="*/ 195024 h 408384"/>
              <a:gd name="connsiteX29" fmla="*/ 110387 w 408231"/>
              <a:gd name="connsiteY29" fmla="*/ 203597 h 408384"/>
              <a:gd name="connsiteX30" fmla="*/ 101850 w 408231"/>
              <a:gd name="connsiteY30" fmla="*/ 203597 h 408384"/>
              <a:gd name="connsiteX31" fmla="*/ 84776 w 408231"/>
              <a:gd name="connsiteY31" fmla="*/ 203597 h 408384"/>
              <a:gd name="connsiteX32" fmla="*/ 50629 w 408231"/>
              <a:gd name="connsiteY32" fmla="*/ 203597 h 408384"/>
              <a:gd name="connsiteX33" fmla="*/ 50629 w 408231"/>
              <a:gd name="connsiteY33" fmla="*/ 322659 h 408384"/>
              <a:gd name="connsiteX34" fmla="*/ 84776 w 408231"/>
              <a:gd name="connsiteY34" fmla="*/ 322659 h 408384"/>
              <a:gd name="connsiteX35" fmla="*/ 84776 w 408231"/>
              <a:gd name="connsiteY35" fmla="*/ 203597 h 408384"/>
              <a:gd name="connsiteX36" fmla="*/ 237493 w 408231"/>
              <a:gd name="connsiteY36" fmla="*/ 203597 h 408384"/>
              <a:gd name="connsiteX37" fmla="*/ 237493 w 408231"/>
              <a:gd name="connsiteY37" fmla="*/ 322659 h 408384"/>
              <a:gd name="connsiteX38" fmla="*/ 246978 w 408231"/>
              <a:gd name="connsiteY38" fmla="*/ 322659 h 408384"/>
              <a:gd name="connsiteX39" fmla="*/ 255515 w 408231"/>
              <a:gd name="connsiteY39" fmla="*/ 331232 h 408384"/>
              <a:gd name="connsiteX40" fmla="*/ 246978 w 408231"/>
              <a:gd name="connsiteY40" fmla="*/ 339804 h 408384"/>
              <a:gd name="connsiteX41" fmla="*/ 161609 w 408231"/>
              <a:gd name="connsiteY41" fmla="*/ 339804 h 408384"/>
              <a:gd name="connsiteX42" fmla="*/ 153072 w 408231"/>
              <a:gd name="connsiteY42" fmla="*/ 331232 h 408384"/>
              <a:gd name="connsiteX43" fmla="*/ 161609 w 408231"/>
              <a:gd name="connsiteY43" fmla="*/ 322659 h 408384"/>
              <a:gd name="connsiteX44" fmla="*/ 171094 w 408231"/>
              <a:gd name="connsiteY44" fmla="*/ 322659 h 408384"/>
              <a:gd name="connsiteX45" fmla="*/ 171094 w 408231"/>
              <a:gd name="connsiteY45" fmla="*/ 203597 h 408384"/>
              <a:gd name="connsiteX46" fmla="*/ 161609 w 408231"/>
              <a:gd name="connsiteY46" fmla="*/ 203597 h 408384"/>
              <a:gd name="connsiteX47" fmla="*/ 153072 w 408231"/>
              <a:gd name="connsiteY47" fmla="*/ 195024 h 408384"/>
              <a:gd name="connsiteX48" fmla="*/ 161609 w 408231"/>
              <a:gd name="connsiteY48" fmla="*/ 186452 h 408384"/>
              <a:gd name="connsiteX49" fmla="*/ 246978 w 408231"/>
              <a:gd name="connsiteY49" fmla="*/ 186452 h 408384"/>
              <a:gd name="connsiteX50" fmla="*/ 255515 w 408231"/>
              <a:gd name="connsiteY50" fmla="*/ 195024 h 408384"/>
              <a:gd name="connsiteX51" fmla="*/ 246978 w 408231"/>
              <a:gd name="connsiteY51" fmla="*/ 203597 h 408384"/>
              <a:gd name="connsiteX52" fmla="*/ 237493 w 408231"/>
              <a:gd name="connsiteY52" fmla="*/ 203597 h 408384"/>
              <a:gd name="connsiteX53" fmla="*/ 220419 w 408231"/>
              <a:gd name="connsiteY53" fmla="*/ 203597 h 408384"/>
              <a:gd name="connsiteX54" fmla="*/ 187220 w 408231"/>
              <a:gd name="connsiteY54" fmla="*/ 203597 h 408384"/>
              <a:gd name="connsiteX55" fmla="*/ 187220 w 408231"/>
              <a:gd name="connsiteY55" fmla="*/ 322659 h 408384"/>
              <a:gd name="connsiteX56" fmla="*/ 220419 w 408231"/>
              <a:gd name="connsiteY56" fmla="*/ 322659 h 408384"/>
              <a:gd name="connsiteX57" fmla="*/ 220419 w 408231"/>
              <a:gd name="connsiteY57" fmla="*/ 203597 h 408384"/>
              <a:gd name="connsiteX58" fmla="*/ 390209 w 408231"/>
              <a:gd name="connsiteY58" fmla="*/ 331232 h 408384"/>
              <a:gd name="connsiteX59" fmla="*/ 381672 w 408231"/>
              <a:gd name="connsiteY59" fmla="*/ 339804 h 408384"/>
              <a:gd name="connsiteX60" fmla="*/ 297251 w 408231"/>
              <a:gd name="connsiteY60" fmla="*/ 339804 h 408384"/>
              <a:gd name="connsiteX61" fmla="*/ 288714 w 408231"/>
              <a:gd name="connsiteY61" fmla="*/ 331232 h 408384"/>
              <a:gd name="connsiteX62" fmla="*/ 297251 w 408231"/>
              <a:gd name="connsiteY62" fmla="*/ 322659 h 408384"/>
              <a:gd name="connsiteX63" fmla="*/ 305788 w 408231"/>
              <a:gd name="connsiteY63" fmla="*/ 322659 h 408384"/>
              <a:gd name="connsiteX64" fmla="*/ 305788 w 408231"/>
              <a:gd name="connsiteY64" fmla="*/ 203597 h 408384"/>
              <a:gd name="connsiteX65" fmla="*/ 297251 w 408231"/>
              <a:gd name="connsiteY65" fmla="*/ 203597 h 408384"/>
              <a:gd name="connsiteX66" fmla="*/ 288714 w 408231"/>
              <a:gd name="connsiteY66" fmla="*/ 195024 h 408384"/>
              <a:gd name="connsiteX67" fmla="*/ 297251 w 408231"/>
              <a:gd name="connsiteY67" fmla="*/ 186452 h 408384"/>
              <a:gd name="connsiteX68" fmla="*/ 381672 w 408231"/>
              <a:gd name="connsiteY68" fmla="*/ 186452 h 408384"/>
              <a:gd name="connsiteX69" fmla="*/ 390209 w 408231"/>
              <a:gd name="connsiteY69" fmla="*/ 195024 h 408384"/>
              <a:gd name="connsiteX70" fmla="*/ 381672 w 408231"/>
              <a:gd name="connsiteY70" fmla="*/ 203597 h 408384"/>
              <a:gd name="connsiteX71" fmla="*/ 373135 w 408231"/>
              <a:gd name="connsiteY71" fmla="*/ 203597 h 408384"/>
              <a:gd name="connsiteX72" fmla="*/ 373135 w 408231"/>
              <a:gd name="connsiteY72" fmla="*/ 322659 h 408384"/>
              <a:gd name="connsiteX73" fmla="*/ 381672 w 408231"/>
              <a:gd name="connsiteY73" fmla="*/ 322659 h 408384"/>
              <a:gd name="connsiteX74" fmla="*/ 390209 w 408231"/>
              <a:gd name="connsiteY74" fmla="*/ 331232 h 408384"/>
              <a:gd name="connsiteX75" fmla="*/ 321913 w 408231"/>
              <a:gd name="connsiteY75" fmla="*/ 322659 h 408384"/>
              <a:gd name="connsiteX76" fmla="*/ 356061 w 408231"/>
              <a:gd name="connsiteY76" fmla="*/ 322659 h 408384"/>
              <a:gd name="connsiteX77" fmla="*/ 356061 w 408231"/>
              <a:gd name="connsiteY77" fmla="*/ 203597 h 408384"/>
              <a:gd name="connsiteX78" fmla="*/ 321913 w 408231"/>
              <a:gd name="connsiteY78" fmla="*/ 203597 h 408384"/>
              <a:gd name="connsiteX79" fmla="*/ 321913 w 408231"/>
              <a:gd name="connsiteY79" fmla="*/ 322659 h 408384"/>
              <a:gd name="connsiteX80" fmla="*/ 203345 w 408231"/>
              <a:gd name="connsiteY80" fmla="*/ 18812 h 408384"/>
              <a:gd name="connsiteX81" fmla="*/ 373135 w 408231"/>
              <a:gd name="connsiteY81" fmla="*/ 152162 h 408384"/>
              <a:gd name="connsiteX82" fmla="*/ 32606 w 408231"/>
              <a:gd name="connsiteY82" fmla="*/ 152162 h 408384"/>
              <a:gd name="connsiteX83" fmla="*/ 203345 w 408231"/>
              <a:gd name="connsiteY83" fmla="*/ 18812 h 408384"/>
              <a:gd name="connsiteX84" fmla="*/ 407283 w 408231"/>
              <a:gd name="connsiteY84" fmla="*/ 163592 h 408384"/>
              <a:gd name="connsiteX85" fmla="*/ 404437 w 408231"/>
              <a:gd name="connsiteY85" fmla="*/ 154067 h 408384"/>
              <a:gd name="connsiteX86" fmla="*/ 209036 w 408231"/>
              <a:gd name="connsiteY86" fmla="*/ 714 h 408384"/>
              <a:gd name="connsiteX87" fmla="*/ 199551 w 408231"/>
              <a:gd name="connsiteY87" fmla="*/ 714 h 408384"/>
              <a:gd name="connsiteX88" fmla="*/ 3201 w 408231"/>
              <a:gd name="connsiteY88" fmla="*/ 154067 h 408384"/>
              <a:gd name="connsiteX89" fmla="*/ 356 w 408231"/>
              <a:gd name="connsiteY89" fmla="*/ 163592 h 408384"/>
              <a:gd name="connsiteX90" fmla="*/ 8893 w 408231"/>
              <a:gd name="connsiteY90" fmla="*/ 169307 h 408384"/>
              <a:gd name="connsiteX91" fmla="*/ 399694 w 408231"/>
              <a:gd name="connsiteY91" fmla="*/ 169307 h 408384"/>
              <a:gd name="connsiteX92" fmla="*/ 408231 w 408231"/>
              <a:gd name="connsiteY92" fmla="*/ 163592 h 40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408231" h="408384">
                <a:moveTo>
                  <a:pt x="398746" y="408384"/>
                </a:moveTo>
                <a:lnTo>
                  <a:pt x="8893" y="408384"/>
                </a:lnTo>
                <a:cubicBezTo>
                  <a:pt x="5098" y="408384"/>
                  <a:pt x="356" y="404574"/>
                  <a:pt x="356" y="399812"/>
                </a:cubicBezTo>
                <a:cubicBezTo>
                  <a:pt x="356" y="395049"/>
                  <a:pt x="4150" y="391239"/>
                  <a:pt x="8893" y="391239"/>
                </a:cubicBezTo>
                <a:lnTo>
                  <a:pt x="398746" y="391239"/>
                </a:lnTo>
                <a:cubicBezTo>
                  <a:pt x="402540" y="391239"/>
                  <a:pt x="407283" y="395049"/>
                  <a:pt x="407283" y="399812"/>
                </a:cubicBezTo>
                <a:cubicBezTo>
                  <a:pt x="407283" y="404574"/>
                  <a:pt x="403488" y="408384"/>
                  <a:pt x="398746" y="408384"/>
                </a:cubicBezTo>
                <a:close/>
                <a:moveTo>
                  <a:pt x="407283" y="366474"/>
                </a:moveTo>
                <a:cubicBezTo>
                  <a:pt x="407283" y="362664"/>
                  <a:pt x="403488" y="357902"/>
                  <a:pt x="398746" y="357902"/>
                </a:cubicBezTo>
                <a:lnTo>
                  <a:pt x="8893" y="357902"/>
                </a:lnTo>
                <a:cubicBezTo>
                  <a:pt x="5098" y="357902"/>
                  <a:pt x="356" y="361712"/>
                  <a:pt x="356" y="366474"/>
                </a:cubicBezTo>
                <a:cubicBezTo>
                  <a:pt x="356" y="371237"/>
                  <a:pt x="4150" y="375047"/>
                  <a:pt x="8893" y="375047"/>
                </a:cubicBezTo>
                <a:lnTo>
                  <a:pt x="398746" y="375047"/>
                </a:lnTo>
                <a:cubicBezTo>
                  <a:pt x="402540" y="375047"/>
                  <a:pt x="407283" y="371237"/>
                  <a:pt x="407283" y="366474"/>
                </a:cubicBezTo>
                <a:close/>
                <a:moveTo>
                  <a:pt x="101850" y="203597"/>
                </a:moveTo>
                <a:lnTo>
                  <a:pt x="101850" y="322659"/>
                </a:lnTo>
                <a:lnTo>
                  <a:pt x="110387" y="322659"/>
                </a:lnTo>
                <a:cubicBezTo>
                  <a:pt x="114181" y="322659"/>
                  <a:pt x="118924" y="326469"/>
                  <a:pt x="118924" y="331232"/>
                </a:cubicBezTo>
                <a:cubicBezTo>
                  <a:pt x="118924" y="335994"/>
                  <a:pt x="115130" y="339804"/>
                  <a:pt x="110387" y="339804"/>
                </a:cubicBezTo>
                <a:lnTo>
                  <a:pt x="25967" y="339804"/>
                </a:lnTo>
                <a:cubicBezTo>
                  <a:pt x="22172" y="339804"/>
                  <a:pt x="17430" y="335994"/>
                  <a:pt x="17430" y="331232"/>
                </a:cubicBezTo>
                <a:cubicBezTo>
                  <a:pt x="17430" y="326469"/>
                  <a:pt x="21224" y="322659"/>
                  <a:pt x="25967" y="322659"/>
                </a:cubicBezTo>
                <a:lnTo>
                  <a:pt x="34503" y="322659"/>
                </a:lnTo>
                <a:lnTo>
                  <a:pt x="34503" y="203597"/>
                </a:lnTo>
                <a:lnTo>
                  <a:pt x="25967" y="203597"/>
                </a:lnTo>
                <a:cubicBezTo>
                  <a:pt x="22172" y="203597"/>
                  <a:pt x="17430" y="199787"/>
                  <a:pt x="17430" y="195024"/>
                </a:cubicBezTo>
                <a:cubicBezTo>
                  <a:pt x="17430" y="190262"/>
                  <a:pt x="21224" y="186452"/>
                  <a:pt x="25967" y="186452"/>
                </a:cubicBezTo>
                <a:lnTo>
                  <a:pt x="110387" y="186452"/>
                </a:lnTo>
                <a:cubicBezTo>
                  <a:pt x="114181" y="186452"/>
                  <a:pt x="118924" y="190262"/>
                  <a:pt x="118924" y="195024"/>
                </a:cubicBezTo>
                <a:cubicBezTo>
                  <a:pt x="118924" y="199787"/>
                  <a:pt x="115130" y="203597"/>
                  <a:pt x="110387" y="203597"/>
                </a:cubicBezTo>
                <a:lnTo>
                  <a:pt x="101850" y="203597"/>
                </a:lnTo>
                <a:close/>
                <a:moveTo>
                  <a:pt x="84776" y="203597"/>
                </a:moveTo>
                <a:lnTo>
                  <a:pt x="50629" y="203597"/>
                </a:lnTo>
                <a:lnTo>
                  <a:pt x="50629" y="322659"/>
                </a:lnTo>
                <a:lnTo>
                  <a:pt x="84776" y="322659"/>
                </a:lnTo>
                <a:lnTo>
                  <a:pt x="84776" y="203597"/>
                </a:lnTo>
                <a:close/>
                <a:moveTo>
                  <a:pt x="237493" y="203597"/>
                </a:moveTo>
                <a:lnTo>
                  <a:pt x="237493" y="322659"/>
                </a:lnTo>
                <a:lnTo>
                  <a:pt x="246978" y="322659"/>
                </a:lnTo>
                <a:cubicBezTo>
                  <a:pt x="251721" y="322659"/>
                  <a:pt x="255515" y="326469"/>
                  <a:pt x="255515" y="331232"/>
                </a:cubicBezTo>
                <a:cubicBezTo>
                  <a:pt x="255515" y="335994"/>
                  <a:pt x="250772" y="339804"/>
                  <a:pt x="246978" y="339804"/>
                </a:cubicBezTo>
                <a:lnTo>
                  <a:pt x="161609" y="339804"/>
                </a:lnTo>
                <a:cubicBezTo>
                  <a:pt x="156866" y="339804"/>
                  <a:pt x="153072" y="335994"/>
                  <a:pt x="153072" y="331232"/>
                </a:cubicBezTo>
                <a:cubicBezTo>
                  <a:pt x="153072" y="326469"/>
                  <a:pt x="157815" y="322659"/>
                  <a:pt x="161609" y="322659"/>
                </a:cubicBezTo>
                <a:lnTo>
                  <a:pt x="171094" y="322659"/>
                </a:lnTo>
                <a:lnTo>
                  <a:pt x="171094" y="203597"/>
                </a:lnTo>
                <a:lnTo>
                  <a:pt x="161609" y="203597"/>
                </a:lnTo>
                <a:cubicBezTo>
                  <a:pt x="156866" y="203597"/>
                  <a:pt x="153072" y="199787"/>
                  <a:pt x="153072" y="195024"/>
                </a:cubicBezTo>
                <a:cubicBezTo>
                  <a:pt x="153072" y="190262"/>
                  <a:pt x="157815" y="186452"/>
                  <a:pt x="161609" y="186452"/>
                </a:cubicBezTo>
                <a:lnTo>
                  <a:pt x="246978" y="186452"/>
                </a:lnTo>
                <a:cubicBezTo>
                  <a:pt x="251721" y="186452"/>
                  <a:pt x="255515" y="190262"/>
                  <a:pt x="255515" y="195024"/>
                </a:cubicBezTo>
                <a:cubicBezTo>
                  <a:pt x="255515" y="199787"/>
                  <a:pt x="250772" y="203597"/>
                  <a:pt x="246978" y="203597"/>
                </a:cubicBezTo>
                <a:lnTo>
                  <a:pt x="237493" y="203597"/>
                </a:lnTo>
                <a:close/>
                <a:moveTo>
                  <a:pt x="220419" y="203597"/>
                </a:moveTo>
                <a:lnTo>
                  <a:pt x="187220" y="203597"/>
                </a:lnTo>
                <a:lnTo>
                  <a:pt x="187220" y="322659"/>
                </a:lnTo>
                <a:lnTo>
                  <a:pt x="220419" y="322659"/>
                </a:lnTo>
                <a:lnTo>
                  <a:pt x="220419" y="203597"/>
                </a:lnTo>
                <a:close/>
                <a:moveTo>
                  <a:pt x="390209" y="331232"/>
                </a:moveTo>
                <a:cubicBezTo>
                  <a:pt x="390209" y="335042"/>
                  <a:pt x="386415" y="339804"/>
                  <a:pt x="381672" y="339804"/>
                </a:cubicBezTo>
                <a:lnTo>
                  <a:pt x="297251" y="339804"/>
                </a:lnTo>
                <a:cubicBezTo>
                  <a:pt x="293457" y="339804"/>
                  <a:pt x="288714" y="335994"/>
                  <a:pt x="288714" y="331232"/>
                </a:cubicBezTo>
                <a:cubicBezTo>
                  <a:pt x="288714" y="326469"/>
                  <a:pt x="292508" y="322659"/>
                  <a:pt x="297251" y="322659"/>
                </a:cubicBezTo>
                <a:lnTo>
                  <a:pt x="305788" y="322659"/>
                </a:lnTo>
                <a:lnTo>
                  <a:pt x="305788" y="203597"/>
                </a:lnTo>
                <a:lnTo>
                  <a:pt x="297251" y="203597"/>
                </a:lnTo>
                <a:cubicBezTo>
                  <a:pt x="293457" y="203597"/>
                  <a:pt x="288714" y="199787"/>
                  <a:pt x="288714" y="195024"/>
                </a:cubicBezTo>
                <a:cubicBezTo>
                  <a:pt x="288714" y="190262"/>
                  <a:pt x="292508" y="186452"/>
                  <a:pt x="297251" y="186452"/>
                </a:cubicBezTo>
                <a:lnTo>
                  <a:pt x="381672" y="186452"/>
                </a:lnTo>
                <a:cubicBezTo>
                  <a:pt x="385466" y="186452"/>
                  <a:pt x="390209" y="190262"/>
                  <a:pt x="390209" y="195024"/>
                </a:cubicBezTo>
                <a:cubicBezTo>
                  <a:pt x="390209" y="199787"/>
                  <a:pt x="386415" y="203597"/>
                  <a:pt x="381672" y="203597"/>
                </a:cubicBezTo>
                <a:lnTo>
                  <a:pt x="373135" y="203597"/>
                </a:lnTo>
                <a:lnTo>
                  <a:pt x="373135" y="322659"/>
                </a:lnTo>
                <a:lnTo>
                  <a:pt x="381672" y="322659"/>
                </a:lnTo>
                <a:cubicBezTo>
                  <a:pt x="385466" y="322659"/>
                  <a:pt x="390209" y="326469"/>
                  <a:pt x="390209" y="331232"/>
                </a:cubicBezTo>
                <a:close/>
                <a:moveTo>
                  <a:pt x="321913" y="322659"/>
                </a:moveTo>
                <a:lnTo>
                  <a:pt x="356061" y="322659"/>
                </a:lnTo>
                <a:lnTo>
                  <a:pt x="356061" y="203597"/>
                </a:lnTo>
                <a:lnTo>
                  <a:pt x="321913" y="203597"/>
                </a:lnTo>
                <a:lnTo>
                  <a:pt x="321913" y="322659"/>
                </a:lnTo>
                <a:close/>
                <a:moveTo>
                  <a:pt x="203345" y="18812"/>
                </a:moveTo>
                <a:lnTo>
                  <a:pt x="373135" y="152162"/>
                </a:lnTo>
                <a:lnTo>
                  <a:pt x="32606" y="152162"/>
                </a:lnTo>
                <a:lnTo>
                  <a:pt x="203345" y="18812"/>
                </a:lnTo>
                <a:close/>
                <a:moveTo>
                  <a:pt x="407283" y="163592"/>
                </a:moveTo>
                <a:cubicBezTo>
                  <a:pt x="407283" y="160734"/>
                  <a:pt x="407283" y="156924"/>
                  <a:pt x="404437" y="154067"/>
                </a:cubicBezTo>
                <a:lnTo>
                  <a:pt x="209036" y="714"/>
                </a:lnTo>
                <a:cubicBezTo>
                  <a:pt x="206191" y="-238"/>
                  <a:pt x="202396" y="-238"/>
                  <a:pt x="199551" y="714"/>
                </a:cubicBezTo>
                <a:lnTo>
                  <a:pt x="3201" y="154067"/>
                </a:lnTo>
                <a:cubicBezTo>
                  <a:pt x="356" y="156924"/>
                  <a:pt x="-593" y="160734"/>
                  <a:pt x="356" y="163592"/>
                </a:cubicBezTo>
                <a:cubicBezTo>
                  <a:pt x="1304" y="166449"/>
                  <a:pt x="4150" y="169307"/>
                  <a:pt x="8893" y="169307"/>
                </a:cubicBezTo>
                <a:lnTo>
                  <a:pt x="399694" y="169307"/>
                </a:lnTo>
                <a:cubicBezTo>
                  <a:pt x="402540" y="169307"/>
                  <a:pt x="406334" y="166449"/>
                  <a:pt x="408231" y="16359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0" name="Graphic 128">
            <a:extLst>
              <a:ext uri="{FF2B5EF4-FFF2-40B4-BE49-F238E27FC236}">
                <a16:creationId xmlns:a16="http://schemas.microsoft.com/office/drawing/2014/main" id="{2912DDA0-8AEC-E92B-F6F8-1B94CD458056}"/>
              </a:ext>
            </a:extLst>
          </p:cNvPr>
          <p:cNvSpPr/>
          <p:nvPr/>
        </p:nvSpPr>
        <p:spPr>
          <a:xfrm>
            <a:off x="5444709" y="729493"/>
            <a:ext cx="543636" cy="547166"/>
          </a:xfrm>
          <a:custGeom>
            <a:avLst/>
            <a:gdLst>
              <a:gd name="connsiteX0" fmla="*/ 203938 w 408824"/>
              <a:gd name="connsiteY0" fmla="*/ 214313 h 411479"/>
              <a:gd name="connsiteX1" fmla="*/ 195401 w 408824"/>
              <a:gd name="connsiteY1" fmla="*/ 205740 h 411479"/>
              <a:gd name="connsiteX2" fmla="*/ 42685 w 408824"/>
              <a:gd name="connsiteY2" fmla="*/ 205740 h 411479"/>
              <a:gd name="connsiteX3" fmla="*/ 17074 w 408824"/>
              <a:gd name="connsiteY3" fmla="*/ 180023 h 411479"/>
              <a:gd name="connsiteX4" fmla="*/ 17074 w 408824"/>
              <a:gd name="connsiteY4" fmla="*/ 68580 h 411479"/>
              <a:gd name="connsiteX5" fmla="*/ 289307 w 408824"/>
              <a:gd name="connsiteY5" fmla="*/ 68580 h 411479"/>
              <a:gd name="connsiteX6" fmla="*/ 289307 w 408824"/>
              <a:gd name="connsiteY6" fmla="*/ 111442 h 411479"/>
              <a:gd name="connsiteX7" fmla="*/ 297844 w 408824"/>
              <a:gd name="connsiteY7" fmla="*/ 120015 h 411479"/>
              <a:gd name="connsiteX8" fmla="*/ 306381 w 408824"/>
              <a:gd name="connsiteY8" fmla="*/ 111442 h 411479"/>
              <a:gd name="connsiteX9" fmla="*/ 306381 w 408824"/>
              <a:gd name="connsiteY9" fmla="*/ 42863 h 411479"/>
              <a:gd name="connsiteX10" fmla="*/ 263696 w 408824"/>
              <a:gd name="connsiteY10" fmla="*/ 0 h 411479"/>
              <a:gd name="connsiteX11" fmla="*/ 42685 w 408824"/>
              <a:gd name="connsiteY11" fmla="*/ 0 h 411479"/>
              <a:gd name="connsiteX12" fmla="*/ 0 w 408824"/>
              <a:gd name="connsiteY12" fmla="*/ 42863 h 411479"/>
              <a:gd name="connsiteX13" fmla="*/ 0 w 408824"/>
              <a:gd name="connsiteY13" fmla="*/ 180023 h 411479"/>
              <a:gd name="connsiteX14" fmla="*/ 42685 w 408824"/>
              <a:gd name="connsiteY14" fmla="*/ 222885 h 411479"/>
              <a:gd name="connsiteX15" fmla="*/ 195401 w 408824"/>
              <a:gd name="connsiteY15" fmla="*/ 222885 h 411479"/>
              <a:gd name="connsiteX16" fmla="*/ 203938 w 408824"/>
              <a:gd name="connsiteY16" fmla="*/ 214313 h 411479"/>
              <a:gd name="connsiteX17" fmla="*/ 42685 w 408824"/>
              <a:gd name="connsiteY17" fmla="*/ 17145 h 411479"/>
              <a:gd name="connsiteX18" fmla="*/ 263696 w 408824"/>
              <a:gd name="connsiteY18" fmla="*/ 17145 h 411479"/>
              <a:gd name="connsiteX19" fmla="*/ 289307 w 408824"/>
              <a:gd name="connsiteY19" fmla="*/ 42863 h 411479"/>
              <a:gd name="connsiteX20" fmla="*/ 289307 w 408824"/>
              <a:gd name="connsiteY20" fmla="*/ 51435 h 411479"/>
              <a:gd name="connsiteX21" fmla="*/ 17074 w 408824"/>
              <a:gd name="connsiteY21" fmla="*/ 51435 h 411479"/>
              <a:gd name="connsiteX22" fmla="*/ 17074 w 408824"/>
              <a:gd name="connsiteY22" fmla="*/ 42863 h 411479"/>
              <a:gd name="connsiteX23" fmla="*/ 42685 w 408824"/>
              <a:gd name="connsiteY23" fmla="*/ 17145 h 411479"/>
              <a:gd name="connsiteX24" fmla="*/ 144179 w 408824"/>
              <a:gd name="connsiteY24" fmla="*/ 103823 h 411479"/>
              <a:gd name="connsiteX25" fmla="*/ 58810 w 408824"/>
              <a:gd name="connsiteY25" fmla="*/ 103823 h 411479"/>
              <a:gd name="connsiteX26" fmla="*/ 50273 w 408824"/>
              <a:gd name="connsiteY26" fmla="*/ 95250 h 411479"/>
              <a:gd name="connsiteX27" fmla="*/ 58810 w 408824"/>
              <a:gd name="connsiteY27" fmla="*/ 86677 h 411479"/>
              <a:gd name="connsiteX28" fmla="*/ 144179 w 408824"/>
              <a:gd name="connsiteY28" fmla="*/ 86677 h 411479"/>
              <a:gd name="connsiteX29" fmla="*/ 152716 w 408824"/>
              <a:gd name="connsiteY29" fmla="*/ 95250 h 411479"/>
              <a:gd name="connsiteX30" fmla="*/ 144179 w 408824"/>
              <a:gd name="connsiteY30" fmla="*/ 103823 h 411479"/>
              <a:gd name="connsiteX31" fmla="*/ 263696 w 408824"/>
              <a:gd name="connsiteY31" fmla="*/ 85725 h 411479"/>
              <a:gd name="connsiteX32" fmla="*/ 272233 w 408824"/>
              <a:gd name="connsiteY32" fmla="*/ 94298 h 411479"/>
              <a:gd name="connsiteX33" fmla="*/ 263696 w 408824"/>
              <a:gd name="connsiteY33" fmla="*/ 102870 h 411479"/>
              <a:gd name="connsiteX34" fmla="*/ 230497 w 408824"/>
              <a:gd name="connsiteY34" fmla="*/ 102870 h 411479"/>
              <a:gd name="connsiteX35" fmla="*/ 221960 w 408824"/>
              <a:gd name="connsiteY35" fmla="*/ 94298 h 411479"/>
              <a:gd name="connsiteX36" fmla="*/ 230497 w 408824"/>
              <a:gd name="connsiteY36" fmla="*/ 85725 h 411479"/>
              <a:gd name="connsiteX37" fmla="*/ 263696 w 408824"/>
              <a:gd name="connsiteY37" fmla="*/ 85725 h 411479"/>
              <a:gd name="connsiteX38" fmla="*/ 110032 w 408824"/>
              <a:gd name="connsiteY38" fmla="*/ 120015 h 411479"/>
              <a:gd name="connsiteX39" fmla="*/ 118568 w 408824"/>
              <a:gd name="connsiteY39" fmla="*/ 128588 h 411479"/>
              <a:gd name="connsiteX40" fmla="*/ 110032 w 408824"/>
              <a:gd name="connsiteY40" fmla="*/ 137160 h 411479"/>
              <a:gd name="connsiteX41" fmla="*/ 58810 w 408824"/>
              <a:gd name="connsiteY41" fmla="*/ 137160 h 411479"/>
              <a:gd name="connsiteX42" fmla="*/ 50273 w 408824"/>
              <a:gd name="connsiteY42" fmla="*/ 128588 h 411479"/>
              <a:gd name="connsiteX43" fmla="*/ 58810 w 408824"/>
              <a:gd name="connsiteY43" fmla="*/ 120015 h 411479"/>
              <a:gd name="connsiteX44" fmla="*/ 110032 w 408824"/>
              <a:gd name="connsiteY44" fmla="*/ 120015 h 411479"/>
              <a:gd name="connsiteX45" fmla="*/ 297844 w 408824"/>
              <a:gd name="connsiteY45" fmla="*/ 188595 h 411479"/>
              <a:gd name="connsiteX46" fmla="*/ 186864 w 408824"/>
              <a:gd name="connsiteY46" fmla="*/ 300038 h 411479"/>
              <a:gd name="connsiteX47" fmla="*/ 297844 w 408824"/>
              <a:gd name="connsiteY47" fmla="*/ 411480 h 411479"/>
              <a:gd name="connsiteX48" fmla="*/ 408824 w 408824"/>
              <a:gd name="connsiteY48" fmla="*/ 300038 h 411479"/>
              <a:gd name="connsiteX49" fmla="*/ 297844 w 408824"/>
              <a:gd name="connsiteY49" fmla="*/ 188595 h 411479"/>
              <a:gd name="connsiteX50" fmla="*/ 297844 w 408824"/>
              <a:gd name="connsiteY50" fmla="*/ 393382 h 411479"/>
              <a:gd name="connsiteX51" fmla="*/ 203938 w 408824"/>
              <a:gd name="connsiteY51" fmla="*/ 299085 h 411479"/>
              <a:gd name="connsiteX52" fmla="*/ 297844 w 408824"/>
              <a:gd name="connsiteY52" fmla="*/ 204788 h 411479"/>
              <a:gd name="connsiteX53" fmla="*/ 391750 w 408824"/>
              <a:gd name="connsiteY53" fmla="*/ 299085 h 411479"/>
              <a:gd name="connsiteX54" fmla="*/ 297844 w 408824"/>
              <a:gd name="connsiteY54" fmla="*/ 393382 h 411479"/>
              <a:gd name="connsiteX55" fmla="*/ 353808 w 408824"/>
              <a:gd name="connsiteY55" fmla="*/ 268605 h 411479"/>
              <a:gd name="connsiteX56" fmla="*/ 353808 w 408824"/>
              <a:gd name="connsiteY56" fmla="*/ 280035 h 411479"/>
              <a:gd name="connsiteX57" fmla="*/ 294050 w 408824"/>
              <a:gd name="connsiteY57" fmla="*/ 345757 h 411479"/>
              <a:gd name="connsiteX58" fmla="*/ 288358 w 408824"/>
              <a:gd name="connsiteY58" fmla="*/ 348615 h 411479"/>
              <a:gd name="connsiteX59" fmla="*/ 282667 w 408824"/>
              <a:gd name="connsiteY59" fmla="*/ 347663 h 411479"/>
              <a:gd name="connsiteX60" fmla="*/ 239983 w 408824"/>
              <a:gd name="connsiteY60" fmla="*/ 304800 h 411479"/>
              <a:gd name="connsiteX61" fmla="*/ 239983 w 408824"/>
              <a:gd name="connsiteY61" fmla="*/ 292417 h 411479"/>
              <a:gd name="connsiteX62" fmla="*/ 251365 w 408824"/>
              <a:gd name="connsiteY62" fmla="*/ 292417 h 411479"/>
              <a:gd name="connsiteX63" fmla="*/ 288358 w 408824"/>
              <a:gd name="connsiteY63" fmla="*/ 329565 h 411479"/>
              <a:gd name="connsiteX64" fmla="*/ 340529 w 408824"/>
              <a:gd name="connsiteY64" fmla="*/ 269557 h 411479"/>
              <a:gd name="connsiteX65" fmla="*/ 352860 w 408824"/>
              <a:gd name="connsiteY65" fmla="*/ 269557 h 411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408824" h="411479">
                <a:moveTo>
                  <a:pt x="203938" y="214313"/>
                </a:moveTo>
                <a:cubicBezTo>
                  <a:pt x="203938" y="210502"/>
                  <a:pt x="200144" y="205740"/>
                  <a:pt x="195401" y="205740"/>
                </a:cubicBezTo>
                <a:lnTo>
                  <a:pt x="42685" y="205740"/>
                </a:lnTo>
                <a:cubicBezTo>
                  <a:pt x="28456" y="205740"/>
                  <a:pt x="17074" y="194310"/>
                  <a:pt x="17074" y="180023"/>
                </a:cubicBezTo>
                <a:lnTo>
                  <a:pt x="17074" y="68580"/>
                </a:lnTo>
                <a:lnTo>
                  <a:pt x="289307" y="68580"/>
                </a:lnTo>
                <a:lnTo>
                  <a:pt x="289307" y="111442"/>
                </a:lnTo>
                <a:cubicBezTo>
                  <a:pt x="289307" y="117157"/>
                  <a:pt x="293101" y="120015"/>
                  <a:pt x="297844" y="120015"/>
                </a:cubicBezTo>
                <a:cubicBezTo>
                  <a:pt x="302587" y="120015"/>
                  <a:pt x="306381" y="117157"/>
                  <a:pt x="306381" y="111442"/>
                </a:cubicBezTo>
                <a:lnTo>
                  <a:pt x="306381" y="42863"/>
                </a:lnTo>
                <a:cubicBezTo>
                  <a:pt x="306381" y="20002"/>
                  <a:pt x="286461" y="0"/>
                  <a:pt x="263696" y="0"/>
                </a:cubicBezTo>
                <a:lnTo>
                  <a:pt x="42685" y="0"/>
                </a:lnTo>
                <a:cubicBezTo>
                  <a:pt x="19919" y="0"/>
                  <a:pt x="0" y="20002"/>
                  <a:pt x="0" y="42863"/>
                </a:cubicBezTo>
                <a:lnTo>
                  <a:pt x="0" y="180023"/>
                </a:lnTo>
                <a:cubicBezTo>
                  <a:pt x="0" y="203835"/>
                  <a:pt x="19919" y="222885"/>
                  <a:pt x="42685" y="222885"/>
                </a:cubicBezTo>
                <a:lnTo>
                  <a:pt x="195401" y="222885"/>
                </a:lnTo>
                <a:cubicBezTo>
                  <a:pt x="199195" y="222885"/>
                  <a:pt x="203938" y="220027"/>
                  <a:pt x="203938" y="214313"/>
                </a:cubicBezTo>
                <a:close/>
                <a:moveTo>
                  <a:pt x="42685" y="17145"/>
                </a:moveTo>
                <a:lnTo>
                  <a:pt x="263696" y="17145"/>
                </a:lnTo>
                <a:cubicBezTo>
                  <a:pt x="277925" y="17145"/>
                  <a:pt x="289307" y="28575"/>
                  <a:pt x="289307" y="42863"/>
                </a:cubicBezTo>
                <a:lnTo>
                  <a:pt x="289307" y="51435"/>
                </a:lnTo>
                <a:lnTo>
                  <a:pt x="17074" y="51435"/>
                </a:lnTo>
                <a:lnTo>
                  <a:pt x="17074" y="42863"/>
                </a:lnTo>
                <a:cubicBezTo>
                  <a:pt x="17074" y="28575"/>
                  <a:pt x="28456" y="17145"/>
                  <a:pt x="42685" y="17145"/>
                </a:cubicBezTo>
                <a:close/>
                <a:moveTo>
                  <a:pt x="144179" y="103823"/>
                </a:moveTo>
                <a:lnTo>
                  <a:pt x="58810" y="103823"/>
                </a:lnTo>
                <a:cubicBezTo>
                  <a:pt x="54067" y="103823"/>
                  <a:pt x="50273" y="100965"/>
                  <a:pt x="50273" y="95250"/>
                </a:cubicBezTo>
                <a:cubicBezTo>
                  <a:pt x="50273" y="89535"/>
                  <a:pt x="55016" y="86677"/>
                  <a:pt x="58810" y="86677"/>
                </a:cubicBezTo>
                <a:lnTo>
                  <a:pt x="144179" y="86677"/>
                </a:lnTo>
                <a:cubicBezTo>
                  <a:pt x="148922" y="86677"/>
                  <a:pt x="152716" y="91440"/>
                  <a:pt x="152716" y="95250"/>
                </a:cubicBezTo>
                <a:cubicBezTo>
                  <a:pt x="152716" y="99060"/>
                  <a:pt x="147973" y="103823"/>
                  <a:pt x="144179" y="103823"/>
                </a:cubicBezTo>
                <a:close/>
                <a:moveTo>
                  <a:pt x="263696" y="85725"/>
                </a:moveTo>
                <a:cubicBezTo>
                  <a:pt x="267490" y="85725"/>
                  <a:pt x="272233" y="90488"/>
                  <a:pt x="272233" y="94298"/>
                </a:cubicBezTo>
                <a:cubicBezTo>
                  <a:pt x="272233" y="98107"/>
                  <a:pt x="268439" y="102870"/>
                  <a:pt x="263696" y="102870"/>
                </a:cubicBezTo>
                <a:lnTo>
                  <a:pt x="230497" y="102870"/>
                </a:lnTo>
                <a:cubicBezTo>
                  <a:pt x="226703" y="102870"/>
                  <a:pt x="221960" y="100013"/>
                  <a:pt x="221960" y="94298"/>
                </a:cubicBezTo>
                <a:cubicBezTo>
                  <a:pt x="221960" y="88582"/>
                  <a:pt x="225754" y="85725"/>
                  <a:pt x="230497" y="85725"/>
                </a:cubicBezTo>
                <a:lnTo>
                  <a:pt x="263696" y="85725"/>
                </a:lnTo>
                <a:close/>
                <a:moveTo>
                  <a:pt x="110032" y="120015"/>
                </a:moveTo>
                <a:cubicBezTo>
                  <a:pt x="113826" y="120015"/>
                  <a:pt x="118568" y="123825"/>
                  <a:pt x="118568" y="128588"/>
                </a:cubicBezTo>
                <a:cubicBezTo>
                  <a:pt x="118568" y="133350"/>
                  <a:pt x="114774" y="137160"/>
                  <a:pt x="110032" y="137160"/>
                </a:cubicBezTo>
                <a:lnTo>
                  <a:pt x="58810" y="137160"/>
                </a:lnTo>
                <a:cubicBezTo>
                  <a:pt x="55016" y="137160"/>
                  <a:pt x="50273" y="134302"/>
                  <a:pt x="50273" y="128588"/>
                </a:cubicBezTo>
                <a:cubicBezTo>
                  <a:pt x="50273" y="122873"/>
                  <a:pt x="54067" y="120015"/>
                  <a:pt x="58810" y="120015"/>
                </a:cubicBezTo>
                <a:lnTo>
                  <a:pt x="110032" y="120015"/>
                </a:lnTo>
                <a:close/>
                <a:moveTo>
                  <a:pt x="297844" y="188595"/>
                </a:moveTo>
                <a:cubicBezTo>
                  <a:pt x="237137" y="188595"/>
                  <a:pt x="186864" y="238125"/>
                  <a:pt x="186864" y="300038"/>
                </a:cubicBezTo>
                <a:cubicBezTo>
                  <a:pt x="186864" y="361950"/>
                  <a:pt x="236188" y="411480"/>
                  <a:pt x="297844" y="411480"/>
                </a:cubicBezTo>
                <a:cubicBezTo>
                  <a:pt x="359500" y="411480"/>
                  <a:pt x="408824" y="361950"/>
                  <a:pt x="408824" y="300038"/>
                </a:cubicBezTo>
                <a:cubicBezTo>
                  <a:pt x="408824" y="238125"/>
                  <a:pt x="359500" y="188595"/>
                  <a:pt x="297844" y="188595"/>
                </a:cubicBezTo>
                <a:close/>
                <a:moveTo>
                  <a:pt x="297844" y="393382"/>
                </a:moveTo>
                <a:cubicBezTo>
                  <a:pt x="246622" y="393382"/>
                  <a:pt x="203938" y="352425"/>
                  <a:pt x="203938" y="299085"/>
                </a:cubicBezTo>
                <a:cubicBezTo>
                  <a:pt x="203938" y="245745"/>
                  <a:pt x="246622" y="204788"/>
                  <a:pt x="297844" y="204788"/>
                </a:cubicBezTo>
                <a:cubicBezTo>
                  <a:pt x="349066" y="204788"/>
                  <a:pt x="391750" y="247650"/>
                  <a:pt x="391750" y="299085"/>
                </a:cubicBezTo>
                <a:cubicBezTo>
                  <a:pt x="391750" y="350520"/>
                  <a:pt x="349066" y="393382"/>
                  <a:pt x="297844" y="393382"/>
                </a:cubicBezTo>
                <a:close/>
                <a:moveTo>
                  <a:pt x="353808" y="268605"/>
                </a:moveTo>
                <a:cubicBezTo>
                  <a:pt x="356654" y="271463"/>
                  <a:pt x="357602" y="277178"/>
                  <a:pt x="353808" y="280035"/>
                </a:cubicBezTo>
                <a:lnTo>
                  <a:pt x="294050" y="345757"/>
                </a:lnTo>
                <a:cubicBezTo>
                  <a:pt x="293101" y="348615"/>
                  <a:pt x="291204" y="348615"/>
                  <a:pt x="288358" y="348615"/>
                </a:cubicBezTo>
                <a:cubicBezTo>
                  <a:pt x="285513" y="348615"/>
                  <a:pt x="284564" y="348615"/>
                  <a:pt x="282667" y="347663"/>
                </a:cubicBezTo>
                <a:lnTo>
                  <a:pt x="239983" y="304800"/>
                </a:lnTo>
                <a:cubicBezTo>
                  <a:pt x="236188" y="300990"/>
                  <a:pt x="236188" y="295275"/>
                  <a:pt x="239983" y="292417"/>
                </a:cubicBezTo>
                <a:cubicBezTo>
                  <a:pt x="242828" y="289560"/>
                  <a:pt x="248519" y="289560"/>
                  <a:pt x="251365" y="292417"/>
                </a:cubicBezTo>
                <a:lnTo>
                  <a:pt x="288358" y="329565"/>
                </a:lnTo>
                <a:lnTo>
                  <a:pt x="340529" y="269557"/>
                </a:lnTo>
                <a:cubicBezTo>
                  <a:pt x="344323" y="266700"/>
                  <a:pt x="350014" y="266700"/>
                  <a:pt x="352860" y="26955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8" name="Graphic 128">
            <a:extLst>
              <a:ext uri="{FF2B5EF4-FFF2-40B4-BE49-F238E27FC236}">
                <a16:creationId xmlns:a16="http://schemas.microsoft.com/office/drawing/2014/main" id="{84185447-2C3D-3E09-F84C-22A1E6955B1B}"/>
              </a:ext>
            </a:extLst>
          </p:cNvPr>
          <p:cNvSpPr/>
          <p:nvPr/>
        </p:nvSpPr>
        <p:spPr>
          <a:xfrm>
            <a:off x="6215002" y="729289"/>
            <a:ext cx="543636" cy="547166"/>
          </a:xfrm>
          <a:custGeom>
            <a:avLst/>
            <a:gdLst>
              <a:gd name="connsiteX0" fmla="*/ 203938 w 408824"/>
              <a:gd name="connsiteY0" fmla="*/ 214313 h 411479"/>
              <a:gd name="connsiteX1" fmla="*/ 195401 w 408824"/>
              <a:gd name="connsiteY1" fmla="*/ 205740 h 411479"/>
              <a:gd name="connsiteX2" fmla="*/ 42685 w 408824"/>
              <a:gd name="connsiteY2" fmla="*/ 205740 h 411479"/>
              <a:gd name="connsiteX3" fmla="*/ 17074 w 408824"/>
              <a:gd name="connsiteY3" fmla="*/ 180023 h 411479"/>
              <a:gd name="connsiteX4" fmla="*/ 17074 w 408824"/>
              <a:gd name="connsiteY4" fmla="*/ 68580 h 411479"/>
              <a:gd name="connsiteX5" fmla="*/ 289307 w 408824"/>
              <a:gd name="connsiteY5" fmla="*/ 68580 h 411479"/>
              <a:gd name="connsiteX6" fmla="*/ 289307 w 408824"/>
              <a:gd name="connsiteY6" fmla="*/ 111442 h 411479"/>
              <a:gd name="connsiteX7" fmla="*/ 297844 w 408824"/>
              <a:gd name="connsiteY7" fmla="*/ 120015 h 411479"/>
              <a:gd name="connsiteX8" fmla="*/ 306381 w 408824"/>
              <a:gd name="connsiteY8" fmla="*/ 111442 h 411479"/>
              <a:gd name="connsiteX9" fmla="*/ 306381 w 408824"/>
              <a:gd name="connsiteY9" fmla="*/ 42863 h 411479"/>
              <a:gd name="connsiteX10" fmla="*/ 263696 w 408824"/>
              <a:gd name="connsiteY10" fmla="*/ 0 h 411479"/>
              <a:gd name="connsiteX11" fmla="*/ 42685 w 408824"/>
              <a:gd name="connsiteY11" fmla="*/ 0 h 411479"/>
              <a:gd name="connsiteX12" fmla="*/ 0 w 408824"/>
              <a:gd name="connsiteY12" fmla="*/ 42863 h 411479"/>
              <a:gd name="connsiteX13" fmla="*/ 0 w 408824"/>
              <a:gd name="connsiteY13" fmla="*/ 180023 h 411479"/>
              <a:gd name="connsiteX14" fmla="*/ 42685 w 408824"/>
              <a:gd name="connsiteY14" fmla="*/ 222885 h 411479"/>
              <a:gd name="connsiteX15" fmla="*/ 195401 w 408824"/>
              <a:gd name="connsiteY15" fmla="*/ 222885 h 411479"/>
              <a:gd name="connsiteX16" fmla="*/ 203938 w 408824"/>
              <a:gd name="connsiteY16" fmla="*/ 214313 h 411479"/>
              <a:gd name="connsiteX17" fmla="*/ 42685 w 408824"/>
              <a:gd name="connsiteY17" fmla="*/ 17145 h 411479"/>
              <a:gd name="connsiteX18" fmla="*/ 263696 w 408824"/>
              <a:gd name="connsiteY18" fmla="*/ 17145 h 411479"/>
              <a:gd name="connsiteX19" fmla="*/ 289307 w 408824"/>
              <a:gd name="connsiteY19" fmla="*/ 42863 h 411479"/>
              <a:gd name="connsiteX20" fmla="*/ 289307 w 408824"/>
              <a:gd name="connsiteY20" fmla="*/ 51435 h 411479"/>
              <a:gd name="connsiteX21" fmla="*/ 17074 w 408824"/>
              <a:gd name="connsiteY21" fmla="*/ 51435 h 411479"/>
              <a:gd name="connsiteX22" fmla="*/ 17074 w 408824"/>
              <a:gd name="connsiteY22" fmla="*/ 42863 h 411479"/>
              <a:gd name="connsiteX23" fmla="*/ 42685 w 408824"/>
              <a:gd name="connsiteY23" fmla="*/ 17145 h 411479"/>
              <a:gd name="connsiteX24" fmla="*/ 144179 w 408824"/>
              <a:gd name="connsiteY24" fmla="*/ 103823 h 411479"/>
              <a:gd name="connsiteX25" fmla="*/ 58810 w 408824"/>
              <a:gd name="connsiteY25" fmla="*/ 103823 h 411479"/>
              <a:gd name="connsiteX26" fmla="*/ 50273 w 408824"/>
              <a:gd name="connsiteY26" fmla="*/ 95250 h 411479"/>
              <a:gd name="connsiteX27" fmla="*/ 58810 w 408824"/>
              <a:gd name="connsiteY27" fmla="*/ 86677 h 411479"/>
              <a:gd name="connsiteX28" fmla="*/ 144179 w 408824"/>
              <a:gd name="connsiteY28" fmla="*/ 86677 h 411479"/>
              <a:gd name="connsiteX29" fmla="*/ 152716 w 408824"/>
              <a:gd name="connsiteY29" fmla="*/ 95250 h 411479"/>
              <a:gd name="connsiteX30" fmla="*/ 144179 w 408824"/>
              <a:gd name="connsiteY30" fmla="*/ 103823 h 411479"/>
              <a:gd name="connsiteX31" fmla="*/ 263696 w 408824"/>
              <a:gd name="connsiteY31" fmla="*/ 85725 h 411479"/>
              <a:gd name="connsiteX32" fmla="*/ 272233 w 408824"/>
              <a:gd name="connsiteY32" fmla="*/ 94298 h 411479"/>
              <a:gd name="connsiteX33" fmla="*/ 263696 w 408824"/>
              <a:gd name="connsiteY33" fmla="*/ 102870 h 411479"/>
              <a:gd name="connsiteX34" fmla="*/ 230497 w 408824"/>
              <a:gd name="connsiteY34" fmla="*/ 102870 h 411479"/>
              <a:gd name="connsiteX35" fmla="*/ 221960 w 408824"/>
              <a:gd name="connsiteY35" fmla="*/ 94298 h 411479"/>
              <a:gd name="connsiteX36" fmla="*/ 230497 w 408824"/>
              <a:gd name="connsiteY36" fmla="*/ 85725 h 411479"/>
              <a:gd name="connsiteX37" fmla="*/ 263696 w 408824"/>
              <a:gd name="connsiteY37" fmla="*/ 85725 h 411479"/>
              <a:gd name="connsiteX38" fmla="*/ 110032 w 408824"/>
              <a:gd name="connsiteY38" fmla="*/ 120015 h 411479"/>
              <a:gd name="connsiteX39" fmla="*/ 118568 w 408824"/>
              <a:gd name="connsiteY39" fmla="*/ 128588 h 411479"/>
              <a:gd name="connsiteX40" fmla="*/ 110032 w 408824"/>
              <a:gd name="connsiteY40" fmla="*/ 137160 h 411479"/>
              <a:gd name="connsiteX41" fmla="*/ 58810 w 408824"/>
              <a:gd name="connsiteY41" fmla="*/ 137160 h 411479"/>
              <a:gd name="connsiteX42" fmla="*/ 50273 w 408824"/>
              <a:gd name="connsiteY42" fmla="*/ 128588 h 411479"/>
              <a:gd name="connsiteX43" fmla="*/ 58810 w 408824"/>
              <a:gd name="connsiteY43" fmla="*/ 120015 h 411479"/>
              <a:gd name="connsiteX44" fmla="*/ 110032 w 408824"/>
              <a:gd name="connsiteY44" fmla="*/ 120015 h 411479"/>
              <a:gd name="connsiteX45" fmla="*/ 297844 w 408824"/>
              <a:gd name="connsiteY45" fmla="*/ 188595 h 411479"/>
              <a:gd name="connsiteX46" fmla="*/ 186864 w 408824"/>
              <a:gd name="connsiteY46" fmla="*/ 300038 h 411479"/>
              <a:gd name="connsiteX47" fmla="*/ 297844 w 408824"/>
              <a:gd name="connsiteY47" fmla="*/ 411480 h 411479"/>
              <a:gd name="connsiteX48" fmla="*/ 408824 w 408824"/>
              <a:gd name="connsiteY48" fmla="*/ 300038 h 411479"/>
              <a:gd name="connsiteX49" fmla="*/ 297844 w 408824"/>
              <a:gd name="connsiteY49" fmla="*/ 188595 h 411479"/>
              <a:gd name="connsiteX50" fmla="*/ 297844 w 408824"/>
              <a:gd name="connsiteY50" fmla="*/ 393382 h 411479"/>
              <a:gd name="connsiteX51" fmla="*/ 203938 w 408824"/>
              <a:gd name="connsiteY51" fmla="*/ 299085 h 411479"/>
              <a:gd name="connsiteX52" fmla="*/ 297844 w 408824"/>
              <a:gd name="connsiteY52" fmla="*/ 204788 h 411479"/>
              <a:gd name="connsiteX53" fmla="*/ 391750 w 408824"/>
              <a:gd name="connsiteY53" fmla="*/ 299085 h 411479"/>
              <a:gd name="connsiteX54" fmla="*/ 297844 w 408824"/>
              <a:gd name="connsiteY54" fmla="*/ 393382 h 411479"/>
              <a:gd name="connsiteX55" fmla="*/ 353808 w 408824"/>
              <a:gd name="connsiteY55" fmla="*/ 268605 h 411479"/>
              <a:gd name="connsiteX56" fmla="*/ 353808 w 408824"/>
              <a:gd name="connsiteY56" fmla="*/ 280035 h 411479"/>
              <a:gd name="connsiteX57" fmla="*/ 294050 w 408824"/>
              <a:gd name="connsiteY57" fmla="*/ 345757 h 411479"/>
              <a:gd name="connsiteX58" fmla="*/ 288358 w 408824"/>
              <a:gd name="connsiteY58" fmla="*/ 348615 h 411479"/>
              <a:gd name="connsiteX59" fmla="*/ 282667 w 408824"/>
              <a:gd name="connsiteY59" fmla="*/ 347663 h 411479"/>
              <a:gd name="connsiteX60" fmla="*/ 239983 w 408824"/>
              <a:gd name="connsiteY60" fmla="*/ 304800 h 411479"/>
              <a:gd name="connsiteX61" fmla="*/ 239983 w 408824"/>
              <a:gd name="connsiteY61" fmla="*/ 292417 h 411479"/>
              <a:gd name="connsiteX62" fmla="*/ 251365 w 408824"/>
              <a:gd name="connsiteY62" fmla="*/ 292417 h 411479"/>
              <a:gd name="connsiteX63" fmla="*/ 288358 w 408824"/>
              <a:gd name="connsiteY63" fmla="*/ 329565 h 411479"/>
              <a:gd name="connsiteX64" fmla="*/ 340529 w 408824"/>
              <a:gd name="connsiteY64" fmla="*/ 269557 h 411479"/>
              <a:gd name="connsiteX65" fmla="*/ 352860 w 408824"/>
              <a:gd name="connsiteY65" fmla="*/ 269557 h 411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408824" h="411479">
                <a:moveTo>
                  <a:pt x="203938" y="214313"/>
                </a:moveTo>
                <a:cubicBezTo>
                  <a:pt x="203938" y="210502"/>
                  <a:pt x="200144" y="205740"/>
                  <a:pt x="195401" y="205740"/>
                </a:cubicBezTo>
                <a:lnTo>
                  <a:pt x="42685" y="205740"/>
                </a:lnTo>
                <a:cubicBezTo>
                  <a:pt x="28456" y="205740"/>
                  <a:pt x="17074" y="194310"/>
                  <a:pt x="17074" y="180023"/>
                </a:cubicBezTo>
                <a:lnTo>
                  <a:pt x="17074" y="68580"/>
                </a:lnTo>
                <a:lnTo>
                  <a:pt x="289307" y="68580"/>
                </a:lnTo>
                <a:lnTo>
                  <a:pt x="289307" y="111442"/>
                </a:lnTo>
                <a:cubicBezTo>
                  <a:pt x="289307" y="117157"/>
                  <a:pt x="293101" y="120015"/>
                  <a:pt x="297844" y="120015"/>
                </a:cubicBezTo>
                <a:cubicBezTo>
                  <a:pt x="302587" y="120015"/>
                  <a:pt x="306381" y="117157"/>
                  <a:pt x="306381" y="111442"/>
                </a:cubicBezTo>
                <a:lnTo>
                  <a:pt x="306381" y="42863"/>
                </a:lnTo>
                <a:cubicBezTo>
                  <a:pt x="306381" y="20002"/>
                  <a:pt x="286461" y="0"/>
                  <a:pt x="263696" y="0"/>
                </a:cubicBezTo>
                <a:lnTo>
                  <a:pt x="42685" y="0"/>
                </a:lnTo>
                <a:cubicBezTo>
                  <a:pt x="19919" y="0"/>
                  <a:pt x="0" y="20002"/>
                  <a:pt x="0" y="42863"/>
                </a:cubicBezTo>
                <a:lnTo>
                  <a:pt x="0" y="180023"/>
                </a:lnTo>
                <a:cubicBezTo>
                  <a:pt x="0" y="203835"/>
                  <a:pt x="19919" y="222885"/>
                  <a:pt x="42685" y="222885"/>
                </a:cubicBezTo>
                <a:lnTo>
                  <a:pt x="195401" y="222885"/>
                </a:lnTo>
                <a:cubicBezTo>
                  <a:pt x="199195" y="222885"/>
                  <a:pt x="203938" y="220027"/>
                  <a:pt x="203938" y="214313"/>
                </a:cubicBezTo>
                <a:close/>
                <a:moveTo>
                  <a:pt x="42685" y="17145"/>
                </a:moveTo>
                <a:lnTo>
                  <a:pt x="263696" y="17145"/>
                </a:lnTo>
                <a:cubicBezTo>
                  <a:pt x="277925" y="17145"/>
                  <a:pt x="289307" y="28575"/>
                  <a:pt x="289307" y="42863"/>
                </a:cubicBezTo>
                <a:lnTo>
                  <a:pt x="289307" y="51435"/>
                </a:lnTo>
                <a:lnTo>
                  <a:pt x="17074" y="51435"/>
                </a:lnTo>
                <a:lnTo>
                  <a:pt x="17074" y="42863"/>
                </a:lnTo>
                <a:cubicBezTo>
                  <a:pt x="17074" y="28575"/>
                  <a:pt x="28456" y="17145"/>
                  <a:pt x="42685" y="17145"/>
                </a:cubicBezTo>
                <a:close/>
                <a:moveTo>
                  <a:pt x="144179" y="103823"/>
                </a:moveTo>
                <a:lnTo>
                  <a:pt x="58810" y="103823"/>
                </a:lnTo>
                <a:cubicBezTo>
                  <a:pt x="54067" y="103823"/>
                  <a:pt x="50273" y="100965"/>
                  <a:pt x="50273" y="95250"/>
                </a:cubicBezTo>
                <a:cubicBezTo>
                  <a:pt x="50273" y="89535"/>
                  <a:pt x="55016" y="86677"/>
                  <a:pt x="58810" y="86677"/>
                </a:cubicBezTo>
                <a:lnTo>
                  <a:pt x="144179" y="86677"/>
                </a:lnTo>
                <a:cubicBezTo>
                  <a:pt x="148922" y="86677"/>
                  <a:pt x="152716" y="91440"/>
                  <a:pt x="152716" y="95250"/>
                </a:cubicBezTo>
                <a:cubicBezTo>
                  <a:pt x="152716" y="99060"/>
                  <a:pt x="147973" y="103823"/>
                  <a:pt x="144179" y="103823"/>
                </a:cubicBezTo>
                <a:close/>
                <a:moveTo>
                  <a:pt x="263696" y="85725"/>
                </a:moveTo>
                <a:cubicBezTo>
                  <a:pt x="267490" y="85725"/>
                  <a:pt x="272233" y="90488"/>
                  <a:pt x="272233" y="94298"/>
                </a:cubicBezTo>
                <a:cubicBezTo>
                  <a:pt x="272233" y="98107"/>
                  <a:pt x="268439" y="102870"/>
                  <a:pt x="263696" y="102870"/>
                </a:cubicBezTo>
                <a:lnTo>
                  <a:pt x="230497" y="102870"/>
                </a:lnTo>
                <a:cubicBezTo>
                  <a:pt x="226703" y="102870"/>
                  <a:pt x="221960" y="100013"/>
                  <a:pt x="221960" y="94298"/>
                </a:cubicBezTo>
                <a:cubicBezTo>
                  <a:pt x="221960" y="88582"/>
                  <a:pt x="225754" y="85725"/>
                  <a:pt x="230497" y="85725"/>
                </a:cubicBezTo>
                <a:lnTo>
                  <a:pt x="263696" y="85725"/>
                </a:lnTo>
                <a:close/>
                <a:moveTo>
                  <a:pt x="110032" y="120015"/>
                </a:moveTo>
                <a:cubicBezTo>
                  <a:pt x="113826" y="120015"/>
                  <a:pt x="118568" y="123825"/>
                  <a:pt x="118568" y="128588"/>
                </a:cubicBezTo>
                <a:cubicBezTo>
                  <a:pt x="118568" y="133350"/>
                  <a:pt x="114774" y="137160"/>
                  <a:pt x="110032" y="137160"/>
                </a:cubicBezTo>
                <a:lnTo>
                  <a:pt x="58810" y="137160"/>
                </a:lnTo>
                <a:cubicBezTo>
                  <a:pt x="55016" y="137160"/>
                  <a:pt x="50273" y="134302"/>
                  <a:pt x="50273" y="128588"/>
                </a:cubicBezTo>
                <a:cubicBezTo>
                  <a:pt x="50273" y="122873"/>
                  <a:pt x="54067" y="120015"/>
                  <a:pt x="58810" y="120015"/>
                </a:cubicBezTo>
                <a:lnTo>
                  <a:pt x="110032" y="120015"/>
                </a:lnTo>
                <a:close/>
                <a:moveTo>
                  <a:pt x="297844" y="188595"/>
                </a:moveTo>
                <a:cubicBezTo>
                  <a:pt x="237137" y="188595"/>
                  <a:pt x="186864" y="238125"/>
                  <a:pt x="186864" y="300038"/>
                </a:cubicBezTo>
                <a:cubicBezTo>
                  <a:pt x="186864" y="361950"/>
                  <a:pt x="236188" y="411480"/>
                  <a:pt x="297844" y="411480"/>
                </a:cubicBezTo>
                <a:cubicBezTo>
                  <a:pt x="359500" y="411480"/>
                  <a:pt x="408824" y="361950"/>
                  <a:pt x="408824" y="300038"/>
                </a:cubicBezTo>
                <a:cubicBezTo>
                  <a:pt x="408824" y="238125"/>
                  <a:pt x="359500" y="188595"/>
                  <a:pt x="297844" y="188595"/>
                </a:cubicBezTo>
                <a:close/>
                <a:moveTo>
                  <a:pt x="297844" y="393382"/>
                </a:moveTo>
                <a:cubicBezTo>
                  <a:pt x="246622" y="393382"/>
                  <a:pt x="203938" y="352425"/>
                  <a:pt x="203938" y="299085"/>
                </a:cubicBezTo>
                <a:cubicBezTo>
                  <a:pt x="203938" y="245745"/>
                  <a:pt x="246622" y="204788"/>
                  <a:pt x="297844" y="204788"/>
                </a:cubicBezTo>
                <a:cubicBezTo>
                  <a:pt x="349066" y="204788"/>
                  <a:pt x="391750" y="247650"/>
                  <a:pt x="391750" y="299085"/>
                </a:cubicBezTo>
                <a:cubicBezTo>
                  <a:pt x="391750" y="350520"/>
                  <a:pt x="349066" y="393382"/>
                  <a:pt x="297844" y="393382"/>
                </a:cubicBezTo>
                <a:close/>
                <a:moveTo>
                  <a:pt x="353808" y="268605"/>
                </a:moveTo>
                <a:cubicBezTo>
                  <a:pt x="356654" y="271463"/>
                  <a:pt x="357602" y="277178"/>
                  <a:pt x="353808" y="280035"/>
                </a:cubicBezTo>
                <a:lnTo>
                  <a:pt x="294050" y="345757"/>
                </a:lnTo>
                <a:cubicBezTo>
                  <a:pt x="293101" y="348615"/>
                  <a:pt x="291204" y="348615"/>
                  <a:pt x="288358" y="348615"/>
                </a:cubicBezTo>
                <a:cubicBezTo>
                  <a:pt x="285513" y="348615"/>
                  <a:pt x="284564" y="348615"/>
                  <a:pt x="282667" y="347663"/>
                </a:cubicBezTo>
                <a:lnTo>
                  <a:pt x="239983" y="304800"/>
                </a:lnTo>
                <a:cubicBezTo>
                  <a:pt x="236188" y="300990"/>
                  <a:pt x="236188" y="295275"/>
                  <a:pt x="239983" y="292417"/>
                </a:cubicBezTo>
                <a:cubicBezTo>
                  <a:pt x="242828" y="289560"/>
                  <a:pt x="248519" y="289560"/>
                  <a:pt x="251365" y="292417"/>
                </a:cubicBezTo>
                <a:lnTo>
                  <a:pt x="288358" y="329565"/>
                </a:lnTo>
                <a:lnTo>
                  <a:pt x="340529" y="269557"/>
                </a:lnTo>
                <a:cubicBezTo>
                  <a:pt x="344323" y="266700"/>
                  <a:pt x="350014" y="266700"/>
                  <a:pt x="352860" y="26955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9" name="Graphic 128">
            <a:extLst>
              <a:ext uri="{FF2B5EF4-FFF2-40B4-BE49-F238E27FC236}">
                <a16:creationId xmlns:a16="http://schemas.microsoft.com/office/drawing/2014/main" id="{F8479EAC-F30C-ABC5-56EF-46D5E9220899}"/>
              </a:ext>
            </a:extLst>
          </p:cNvPr>
          <p:cNvSpPr/>
          <p:nvPr/>
        </p:nvSpPr>
        <p:spPr>
          <a:xfrm>
            <a:off x="5443477" y="1367464"/>
            <a:ext cx="543636" cy="547166"/>
          </a:xfrm>
          <a:custGeom>
            <a:avLst/>
            <a:gdLst>
              <a:gd name="connsiteX0" fmla="*/ 203938 w 408824"/>
              <a:gd name="connsiteY0" fmla="*/ 214313 h 411479"/>
              <a:gd name="connsiteX1" fmla="*/ 195401 w 408824"/>
              <a:gd name="connsiteY1" fmla="*/ 205740 h 411479"/>
              <a:gd name="connsiteX2" fmla="*/ 42685 w 408824"/>
              <a:gd name="connsiteY2" fmla="*/ 205740 h 411479"/>
              <a:gd name="connsiteX3" fmla="*/ 17074 w 408824"/>
              <a:gd name="connsiteY3" fmla="*/ 180023 h 411479"/>
              <a:gd name="connsiteX4" fmla="*/ 17074 w 408824"/>
              <a:gd name="connsiteY4" fmla="*/ 68580 h 411479"/>
              <a:gd name="connsiteX5" fmla="*/ 289307 w 408824"/>
              <a:gd name="connsiteY5" fmla="*/ 68580 h 411479"/>
              <a:gd name="connsiteX6" fmla="*/ 289307 w 408824"/>
              <a:gd name="connsiteY6" fmla="*/ 111442 h 411479"/>
              <a:gd name="connsiteX7" fmla="*/ 297844 w 408824"/>
              <a:gd name="connsiteY7" fmla="*/ 120015 h 411479"/>
              <a:gd name="connsiteX8" fmla="*/ 306381 w 408824"/>
              <a:gd name="connsiteY8" fmla="*/ 111442 h 411479"/>
              <a:gd name="connsiteX9" fmla="*/ 306381 w 408824"/>
              <a:gd name="connsiteY9" fmla="*/ 42863 h 411479"/>
              <a:gd name="connsiteX10" fmla="*/ 263696 w 408824"/>
              <a:gd name="connsiteY10" fmla="*/ 0 h 411479"/>
              <a:gd name="connsiteX11" fmla="*/ 42685 w 408824"/>
              <a:gd name="connsiteY11" fmla="*/ 0 h 411479"/>
              <a:gd name="connsiteX12" fmla="*/ 0 w 408824"/>
              <a:gd name="connsiteY12" fmla="*/ 42863 h 411479"/>
              <a:gd name="connsiteX13" fmla="*/ 0 w 408824"/>
              <a:gd name="connsiteY13" fmla="*/ 180023 h 411479"/>
              <a:gd name="connsiteX14" fmla="*/ 42685 w 408824"/>
              <a:gd name="connsiteY14" fmla="*/ 222885 h 411479"/>
              <a:gd name="connsiteX15" fmla="*/ 195401 w 408824"/>
              <a:gd name="connsiteY15" fmla="*/ 222885 h 411479"/>
              <a:gd name="connsiteX16" fmla="*/ 203938 w 408824"/>
              <a:gd name="connsiteY16" fmla="*/ 214313 h 411479"/>
              <a:gd name="connsiteX17" fmla="*/ 42685 w 408824"/>
              <a:gd name="connsiteY17" fmla="*/ 17145 h 411479"/>
              <a:gd name="connsiteX18" fmla="*/ 263696 w 408824"/>
              <a:gd name="connsiteY18" fmla="*/ 17145 h 411479"/>
              <a:gd name="connsiteX19" fmla="*/ 289307 w 408824"/>
              <a:gd name="connsiteY19" fmla="*/ 42863 h 411479"/>
              <a:gd name="connsiteX20" fmla="*/ 289307 w 408824"/>
              <a:gd name="connsiteY20" fmla="*/ 51435 h 411479"/>
              <a:gd name="connsiteX21" fmla="*/ 17074 w 408824"/>
              <a:gd name="connsiteY21" fmla="*/ 51435 h 411479"/>
              <a:gd name="connsiteX22" fmla="*/ 17074 w 408824"/>
              <a:gd name="connsiteY22" fmla="*/ 42863 h 411479"/>
              <a:gd name="connsiteX23" fmla="*/ 42685 w 408824"/>
              <a:gd name="connsiteY23" fmla="*/ 17145 h 411479"/>
              <a:gd name="connsiteX24" fmla="*/ 144179 w 408824"/>
              <a:gd name="connsiteY24" fmla="*/ 103823 h 411479"/>
              <a:gd name="connsiteX25" fmla="*/ 58810 w 408824"/>
              <a:gd name="connsiteY25" fmla="*/ 103823 h 411479"/>
              <a:gd name="connsiteX26" fmla="*/ 50273 w 408824"/>
              <a:gd name="connsiteY26" fmla="*/ 95250 h 411479"/>
              <a:gd name="connsiteX27" fmla="*/ 58810 w 408824"/>
              <a:gd name="connsiteY27" fmla="*/ 86677 h 411479"/>
              <a:gd name="connsiteX28" fmla="*/ 144179 w 408824"/>
              <a:gd name="connsiteY28" fmla="*/ 86677 h 411479"/>
              <a:gd name="connsiteX29" fmla="*/ 152716 w 408824"/>
              <a:gd name="connsiteY29" fmla="*/ 95250 h 411479"/>
              <a:gd name="connsiteX30" fmla="*/ 144179 w 408824"/>
              <a:gd name="connsiteY30" fmla="*/ 103823 h 411479"/>
              <a:gd name="connsiteX31" fmla="*/ 263696 w 408824"/>
              <a:gd name="connsiteY31" fmla="*/ 85725 h 411479"/>
              <a:gd name="connsiteX32" fmla="*/ 272233 w 408824"/>
              <a:gd name="connsiteY32" fmla="*/ 94298 h 411479"/>
              <a:gd name="connsiteX33" fmla="*/ 263696 w 408824"/>
              <a:gd name="connsiteY33" fmla="*/ 102870 h 411479"/>
              <a:gd name="connsiteX34" fmla="*/ 230497 w 408824"/>
              <a:gd name="connsiteY34" fmla="*/ 102870 h 411479"/>
              <a:gd name="connsiteX35" fmla="*/ 221960 w 408824"/>
              <a:gd name="connsiteY35" fmla="*/ 94298 h 411479"/>
              <a:gd name="connsiteX36" fmla="*/ 230497 w 408824"/>
              <a:gd name="connsiteY36" fmla="*/ 85725 h 411479"/>
              <a:gd name="connsiteX37" fmla="*/ 263696 w 408824"/>
              <a:gd name="connsiteY37" fmla="*/ 85725 h 411479"/>
              <a:gd name="connsiteX38" fmla="*/ 110032 w 408824"/>
              <a:gd name="connsiteY38" fmla="*/ 120015 h 411479"/>
              <a:gd name="connsiteX39" fmla="*/ 118568 w 408824"/>
              <a:gd name="connsiteY39" fmla="*/ 128588 h 411479"/>
              <a:gd name="connsiteX40" fmla="*/ 110032 w 408824"/>
              <a:gd name="connsiteY40" fmla="*/ 137160 h 411479"/>
              <a:gd name="connsiteX41" fmla="*/ 58810 w 408824"/>
              <a:gd name="connsiteY41" fmla="*/ 137160 h 411479"/>
              <a:gd name="connsiteX42" fmla="*/ 50273 w 408824"/>
              <a:gd name="connsiteY42" fmla="*/ 128588 h 411479"/>
              <a:gd name="connsiteX43" fmla="*/ 58810 w 408824"/>
              <a:gd name="connsiteY43" fmla="*/ 120015 h 411479"/>
              <a:gd name="connsiteX44" fmla="*/ 110032 w 408824"/>
              <a:gd name="connsiteY44" fmla="*/ 120015 h 411479"/>
              <a:gd name="connsiteX45" fmla="*/ 297844 w 408824"/>
              <a:gd name="connsiteY45" fmla="*/ 188595 h 411479"/>
              <a:gd name="connsiteX46" fmla="*/ 186864 w 408824"/>
              <a:gd name="connsiteY46" fmla="*/ 300038 h 411479"/>
              <a:gd name="connsiteX47" fmla="*/ 297844 w 408824"/>
              <a:gd name="connsiteY47" fmla="*/ 411480 h 411479"/>
              <a:gd name="connsiteX48" fmla="*/ 408824 w 408824"/>
              <a:gd name="connsiteY48" fmla="*/ 300038 h 411479"/>
              <a:gd name="connsiteX49" fmla="*/ 297844 w 408824"/>
              <a:gd name="connsiteY49" fmla="*/ 188595 h 411479"/>
              <a:gd name="connsiteX50" fmla="*/ 297844 w 408824"/>
              <a:gd name="connsiteY50" fmla="*/ 393382 h 411479"/>
              <a:gd name="connsiteX51" fmla="*/ 203938 w 408824"/>
              <a:gd name="connsiteY51" fmla="*/ 299085 h 411479"/>
              <a:gd name="connsiteX52" fmla="*/ 297844 w 408824"/>
              <a:gd name="connsiteY52" fmla="*/ 204788 h 411479"/>
              <a:gd name="connsiteX53" fmla="*/ 391750 w 408824"/>
              <a:gd name="connsiteY53" fmla="*/ 299085 h 411479"/>
              <a:gd name="connsiteX54" fmla="*/ 297844 w 408824"/>
              <a:gd name="connsiteY54" fmla="*/ 393382 h 411479"/>
              <a:gd name="connsiteX55" fmla="*/ 353808 w 408824"/>
              <a:gd name="connsiteY55" fmla="*/ 268605 h 411479"/>
              <a:gd name="connsiteX56" fmla="*/ 353808 w 408824"/>
              <a:gd name="connsiteY56" fmla="*/ 280035 h 411479"/>
              <a:gd name="connsiteX57" fmla="*/ 294050 w 408824"/>
              <a:gd name="connsiteY57" fmla="*/ 345757 h 411479"/>
              <a:gd name="connsiteX58" fmla="*/ 288358 w 408824"/>
              <a:gd name="connsiteY58" fmla="*/ 348615 h 411479"/>
              <a:gd name="connsiteX59" fmla="*/ 282667 w 408824"/>
              <a:gd name="connsiteY59" fmla="*/ 347663 h 411479"/>
              <a:gd name="connsiteX60" fmla="*/ 239983 w 408824"/>
              <a:gd name="connsiteY60" fmla="*/ 304800 h 411479"/>
              <a:gd name="connsiteX61" fmla="*/ 239983 w 408824"/>
              <a:gd name="connsiteY61" fmla="*/ 292417 h 411479"/>
              <a:gd name="connsiteX62" fmla="*/ 251365 w 408824"/>
              <a:gd name="connsiteY62" fmla="*/ 292417 h 411479"/>
              <a:gd name="connsiteX63" fmla="*/ 288358 w 408824"/>
              <a:gd name="connsiteY63" fmla="*/ 329565 h 411479"/>
              <a:gd name="connsiteX64" fmla="*/ 340529 w 408824"/>
              <a:gd name="connsiteY64" fmla="*/ 269557 h 411479"/>
              <a:gd name="connsiteX65" fmla="*/ 352860 w 408824"/>
              <a:gd name="connsiteY65" fmla="*/ 269557 h 411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408824" h="411479">
                <a:moveTo>
                  <a:pt x="203938" y="214313"/>
                </a:moveTo>
                <a:cubicBezTo>
                  <a:pt x="203938" y="210502"/>
                  <a:pt x="200144" y="205740"/>
                  <a:pt x="195401" y="205740"/>
                </a:cubicBezTo>
                <a:lnTo>
                  <a:pt x="42685" y="205740"/>
                </a:lnTo>
                <a:cubicBezTo>
                  <a:pt x="28456" y="205740"/>
                  <a:pt x="17074" y="194310"/>
                  <a:pt x="17074" y="180023"/>
                </a:cubicBezTo>
                <a:lnTo>
                  <a:pt x="17074" y="68580"/>
                </a:lnTo>
                <a:lnTo>
                  <a:pt x="289307" y="68580"/>
                </a:lnTo>
                <a:lnTo>
                  <a:pt x="289307" y="111442"/>
                </a:lnTo>
                <a:cubicBezTo>
                  <a:pt x="289307" y="117157"/>
                  <a:pt x="293101" y="120015"/>
                  <a:pt x="297844" y="120015"/>
                </a:cubicBezTo>
                <a:cubicBezTo>
                  <a:pt x="302587" y="120015"/>
                  <a:pt x="306381" y="117157"/>
                  <a:pt x="306381" y="111442"/>
                </a:cubicBezTo>
                <a:lnTo>
                  <a:pt x="306381" y="42863"/>
                </a:lnTo>
                <a:cubicBezTo>
                  <a:pt x="306381" y="20002"/>
                  <a:pt x="286461" y="0"/>
                  <a:pt x="263696" y="0"/>
                </a:cubicBezTo>
                <a:lnTo>
                  <a:pt x="42685" y="0"/>
                </a:lnTo>
                <a:cubicBezTo>
                  <a:pt x="19919" y="0"/>
                  <a:pt x="0" y="20002"/>
                  <a:pt x="0" y="42863"/>
                </a:cubicBezTo>
                <a:lnTo>
                  <a:pt x="0" y="180023"/>
                </a:lnTo>
                <a:cubicBezTo>
                  <a:pt x="0" y="203835"/>
                  <a:pt x="19919" y="222885"/>
                  <a:pt x="42685" y="222885"/>
                </a:cubicBezTo>
                <a:lnTo>
                  <a:pt x="195401" y="222885"/>
                </a:lnTo>
                <a:cubicBezTo>
                  <a:pt x="199195" y="222885"/>
                  <a:pt x="203938" y="220027"/>
                  <a:pt x="203938" y="214313"/>
                </a:cubicBezTo>
                <a:close/>
                <a:moveTo>
                  <a:pt x="42685" y="17145"/>
                </a:moveTo>
                <a:lnTo>
                  <a:pt x="263696" y="17145"/>
                </a:lnTo>
                <a:cubicBezTo>
                  <a:pt x="277925" y="17145"/>
                  <a:pt x="289307" y="28575"/>
                  <a:pt x="289307" y="42863"/>
                </a:cubicBezTo>
                <a:lnTo>
                  <a:pt x="289307" y="51435"/>
                </a:lnTo>
                <a:lnTo>
                  <a:pt x="17074" y="51435"/>
                </a:lnTo>
                <a:lnTo>
                  <a:pt x="17074" y="42863"/>
                </a:lnTo>
                <a:cubicBezTo>
                  <a:pt x="17074" y="28575"/>
                  <a:pt x="28456" y="17145"/>
                  <a:pt x="42685" y="17145"/>
                </a:cubicBezTo>
                <a:close/>
                <a:moveTo>
                  <a:pt x="144179" y="103823"/>
                </a:moveTo>
                <a:lnTo>
                  <a:pt x="58810" y="103823"/>
                </a:lnTo>
                <a:cubicBezTo>
                  <a:pt x="54067" y="103823"/>
                  <a:pt x="50273" y="100965"/>
                  <a:pt x="50273" y="95250"/>
                </a:cubicBezTo>
                <a:cubicBezTo>
                  <a:pt x="50273" y="89535"/>
                  <a:pt x="55016" y="86677"/>
                  <a:pt x="58810" y="86677"/>
                </a:cubicBezTo>
                <a:lnTo>
                  <a:pt x="144179" y="86677"/>
                </a:lnTo>
                <a:cubicBezTo>
                  <a:pt x="148922" y="86677"/>
                  <a:pt x="152716" y="91440"/>
                  <a:pt x="152716" y="95250"/>
                </a:cubicBezTo>
                <a:cubicBezTo>
                  <a:pt x="152716" y="99060"/>
                  <a:pt x="147973" y="103823"/>
                  <a:pt x="144179" y="103823"/>
                </a:cubicBezTo>
                <a:close/>
                <a:moveTo>
                  <a:pt x="263696" y="85725"/>
                </a:moveTo>
                <a:cubicBezTo>
                  <a:pt x="267490" y="85725"/>
                  <a:pt x="272233" y="90488"/>
                  <a:pt x="272233" y="94298"/>
                </a:cubicBezTo>
                <a:cubicBezTo>
                  <a:pt x="272233" y="98107"/>
                  <a:pt x="268439" y="102870"/>
                  <a:pt x="263696" y="102870"/>
                </a:cubicBezTo>
                <a:lnTo>
                  <a:pt x="230497" y="102870"/>
                </a:lnTo>
                <a:cubicBezTo>
                  <a:pt x="226703" y="102870"/>
                  <a:pt x="221960" y="100013"/>
                  <a:pt x="221960" y="94298"/>
                </a:cubicBezTo>
                <a:cubicBezTo>
                  <a:pt x="221960" y="88582"/>
                  <a:pt x="225754" y="85725"/>
                  <a:pt x="230497" y="85725"/>
                </a:cubicBezTo>
                <a:lnTo>
                  <a:pt x="263696" y="85725"/>
                </a:lnTo>
                <a:close/>
                <a:moveTo>
                  <a:pt x="110032" y="120015"/>
                </a:moveTo>
                <a:cubicBezTo>
                  <a:pt x="113826" y="120015"/>
                  <a:pt x="118568" y="123825"/>
                  <a:pt x="118568" y="128588"/>
                </a:cubicBezTo>
                <a:cubicBezTo>
                  <a:pt x="118568" y="133350"/>
                  <a:pt x="114774" y="137160"/>
                  <a:pt x="110032" y="137160"/>
                </a:cubicBezTo>
                <a:lnTo>
                  <a:pt x="58810" y="137160"/>
                </a:lnTo>
                <a:cubicBezTo>
                  <a:pt x="55016" y="137160"/>
                  <a:pt x="50273" y="134302"/>
                  <a:pt x="50273" y="128588"/>
                </a:cubicBezTo>
                <a:cubicBezTo>
                  <a:pt x="50273" y="122873"/>
                  <a:pt x="54067" y="120015"/>
                  <a:pt x="58810" y="120015"/>
                </a:cubicBezTo>
                <a:lnTo>
                  <a:pt x="110032" y="120015"/>
                </a:lnTo>
                <a:close/>
                <a:moveTo>
                  <a:pt x="297844" y="188595"/>
                </a:moveTo>
                <a:cubicBezTo>
                  <a:pt x="237137" y="188595"/>
                  <a:pt x="186864" y="238125"/>
                  <a:pt x="186864" y="300038"/>
                </a:cubicBezTo>
                <a:cubicBezTo>
                  <a:pt x="186864" y="361950"/>
                  <a:pt x="236188" y="411480"/>
                  <a:pt x="297844" y="411480"/>
                </a:cubicBezTo>
                <a:cubicBezTo>
                  <a:pt x="359500" y="411480"/>
                  <a:pt x="408824" y="361950"/>
                  <a:pt x="408824" y="300038"/>
                </a:cubicBezTo>
                <a:cubicBezTo>
                  <a:pt x="408824" y="238125"/>
                  <a:pt x="359500" y="188595"/>
                  <a:pt x="297844" y="188595"/>
                </a:cubicBezTo>
                <a:close/>
                <a:moveTo>
                  <a:pt x="297844" y="393382"/>
                </a:moveTo>
                <a:cubicBezTo>
                  <a:pt x="246622" y="393382"/>
                  <a:pt x="203938" y="352425"/>
                  <a:pt x="203938" y="299085"/>
                </a:cubicBezTo>
                <a:cubicBezTo>
                  <a:pt x="203938" y="245745"/>
                  <a:pt x="246622" y="204788"/>
                  <a:pt x="297844" y="204788"/>
                </a:cubicBezTo>
                <a:cubicBezTo>
                  <a:pt x="349066" y="204788"/>
                  <a:pt x="391750" y="247650"/>
                  <a:pt x="391750" y="299085"/>
                </a:cubicBezTo>
                <a:cubicBezTo>
                  <a:pt x="391750" y="350520"/>
                  <a:pt x="349066" y="393382"/>
                  <a:pt x="297844" y="393382"/>
                </a:cubicBezTo>
                <a:close/>
                <a:moveTo>
                  <a:pt x="353808" y="268605"/>
                </a:moveTo>
                <a:cubicBezTo>
                  <a:pt x="356654" y="271463"/>
                  <a:pt x="357602" y="277178"/>
                  <a:pt x="353808" y="280035"/>
                </a:cubicBezTo>
                <a:lnTo>
                  <a:pt x="294050" y="345757"/>
                </a:lnTo>
                <a:cubicBezTo>
                  <a:pt x="293101" y="348615"/>
                  <a:pt x="291204" y="348615"/>
                  <a:pt x="288358" y="348615"/>
                </a:cubicBezTo>
                <a:cubicBezTo>
                  <a:pt x="285513" y="348615"/>
                  <a:pt x="284564" y="348615"/>
                  <a:pt x="282667" y="347663"/>
                </a:cubicBezTo>
                <a:lnTo>
                  <a:pt x="239983" y="304800"/>
                </a:lnTo>
                <a:cubicBezTo>
                  <a:pt x="236188" y="300990"/>
                  <a:pt x="236188" y="295275"/>
                  <a:pt x="239983" y="292417"/>
                </a:cubicBezTo>
                <a:cubicBezTo>
                  <a:pt x="242828" y="289560"/>
                  <a:pt x="248519" y="289560"/>
                  <a:pt x="251365" y="292417"/>
                </a:cubicBezTo>
                <a:lnTo>
                  <a:pt x="288358" y="329565"/>
                </a:lnTo>
                <a:lnTo>
                  <a:pt x="340529" y="269557"/>
                </a:lnTo>
                <a:cubicBezTo>
                  <a:pt x="344323" y="266700"/>
                  <a:pt x="350014" y="266700"/>
                  <a:pt x="352860" y="26955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0" name="Graphic 128">
            <a:extLst>
              <a:ext uri="{FF2B5EF4-FFF2-40B4-BE49-F238E27FC236}">
                <a16:creationId xmlns:a16="http://schemas.microsoft.com/office/drawing/2014/main" id="{002A6254-4000-36BD-7BF0-A89B69C5C75F}"/>
              </a:ext>
            </a:extLst>
          </p:cNvPr>
          <p:cNvSpPr/>
          <p:nvPr/>
        </p:nvSpPr>
        <p:spPr>
          <a:xfrm>
            <a:off x="6215002" y="1367464"/>
            <a:ext cx="543636" cy="547166"/>
          </a:xfrm>
          <a:custGeom>
            <a:avLst/>
            <a:gdLst>
              <a:gd name="connsiteX0" fmla="*/ 203938 w 408824"/>
              <a:gd name="connsiteY0" fmla="*/ 214313 h 411479"/>
              <a:gd name="connsiteX1" fmla="*/ 195401 w 408824"/>
              <a:gd name="connsiteY1" fmla="*/ 205740 h 411479"/>
              <a:gd name="connsiteX2" fmla="*/ 42685 w 408824"/>
              <a:gd name="connsiteY2" fmla="*/ 205740 h 411479"/>
              <a:gd name="connsiteX3" fmla="*/ 17074 w 408824"/>
              <a:gd name="connsiteY3" fmla="*/ 180023 h 411479"/>
              <a:gd name="connsiteX4" fmla="*/ 17074 w 408824"/>
              <a:gd name="connsiteY4" fmla="*/ 68580 h 411479"/>
              <a:gd name="connsiteX5" fmla="*/ 289307 w 408824"/>
              <a:gd name="connsiteY5" fmla="*/ 68580 h 411479"/>
              <a:gd name="connsiteX6" fmla="*/ 289307 w 408824"/>
              <a:gd name="connsiteY6" fmla="*/ 111442 h 411479"/>
              <a:gd name="connsiteX7" fmla="*/ 297844 w 408824"/>
              <a:gd name="connsiteY7" fmla="*/ 120015 h 411479"/>
              <a:gd name="connsiteX8" fmla="*/ 306381 w 408824"/>
              <a:gd name="connsiteY8" fmla="*/ 111442 h 411479"/>
              <a:gd name="connsiteX9" fmla="*/ 306381 w 408824"/>
              <a:gd name="connsiteY9" fmla="*/ 42863 h 411479"/>
              <a:gd name="connsiteX10" fmla="*/ 263696 w 408824"/>
              <a:gd name="connsiteY10" fmla="*/ 0 h 411479"/>
              <a:gd name="connsiteX11" fmla="*/ 42685 w 408824"/>
              <a:gd name="connsiteY11" fmla="*/ 0 h 411479"/>
              <a:gd name="connsiteX12" fmla="*/ 0 w 408824"/>
              <a:gd name="connsiteY12" fmla="*/ 42863 h 411479"/>
              <a:gd name="connsiteX13" fmla="*/ 0 w 408824"/>
              <a:gd name="connsiteY13" fmla="*/ 180023 h 411479"/>
              <a:gd name="connsiteX14" fmla="*/ 42685 w 408824"/>
              <a:gd name="connsiteY14" fmla="*/ 222885 h 411479"/>
              <a:gd name="connsiteX15" fmla="*/ 195401 w 408824"/>
              <a:gd name="connsiteY15" fmla="*/ 222885 h 411479"/>
              <a:gd name="connsiteX16" fmla="*/ 203938 w 408824"/>
              <a:gd name="connsiteY16" fmla="*/ 214313 h 411479"/>
              <a:gd name="connsiteX17" fmla="*/ 42685 w 408824"/>
              <a:gd name="connsiteY17" fmla="*/ 17145 h 411479"/>
              <a:gd name="connsiteX18" fmla="*/ 263696 w 408824"/>
              <a:gd name="connsiteY18" fmla="*/ 17145 h 411479"/>
              <a:gd name="connsiteX19" fmla="*/ 289307 w 408824"/>
              <a:gd name="connsiteY19" fmla="*/ 42863 h 411479"/>
              <a:gd name="connsiteX20" fmla="*/ 289307 w 408824"/>
              <a:gd name="connsiteY20" fmla="*/ 51435 h 411479"/>
              <a:gd name="connsiteX21" fmla="*/ 17074 w 408824"/>
              <a:gd name="connsiteY21" fmla="*/ 51435 h 411479"/>
              <a:gd name="connsiteX22" fmla="*/ 17074 w 408824"/>
              <a:gd name="connsiteY22" fmla="*/ 42863 h 411479"/>
              <a:gd name="connsiteX23" fmla="*/ 42685 w 408824"/>
              <a:gd name="connsiteY23" fmla="*/ 17145 h 411479"/>
              <a:gd name="connsiteX24" fmla="*/ 144179 w 408824"/>
              <a:gd name="connsiteY24" fmla="*/ 103823 h 411479"/>
              <a:gd name="connsiteX25" fmla="*/ 58810 w 408824"/>
              <a:gd name="connsiteY25" fmla="*/ 103823 h 411479"/>
              <a:gd name="connsiteX26" fmla="*/ 50273 w 408824"/>
              <a:gd name="connsiteY26" fmla="*/ 95250 h 411479"/>
              <a:gd name="connsiteX27" fmla="*/ 58810 w 408824"/>
              <a:gd name="connsiteY27" fmla="*/ 86677 h 411479"/>
              <a:gd name="connsiteX28" fmla="*/ 144179 w 408824"/>
              <a:gd name="connsiteY28" fmla="*/ 86677 h 411479"/>
              <a:gd name="connsiteX29" fmla="*/ 152716 w 408824"/>
              <a:gd name="connsiteY29" fmla="*/ 95250 h 411479"/>
              <a:gd name="connsiteX30" fmla="*/ 144179 w 408824"/>
              <a:gd name="connsiteY30" fmla="*/ 103823 h 411479"/>
              <a:gd name="connsiteX31" fmla="*/ 263696 w 408824"/>
              <a:gd name="connsiteY31" fmla="*/ 85725 h 411479"/>
              <a:gd name="connsiteX32" fmla="*/ 272233 w 408824"/>
              <a:gd name="connsiteY32" fmla="*/ 94298 h 411479"/>
              <a:gd name="connsiteX33" fmla="*/ 263696 w 408824"/>
              <a:gd name="connsiteY33" fmla="*/ 102870 h 411479"/>
              <a:gd name="connsiteX34" fmla="*/ 230497 w 408824"/>
              <a:gd name="connsiteY34" fmla="*/ 102870 h 411479"/>
              <a:gd name="connsiteX35" fmla="*/ 221960 w 408824"/>
              <a:gd name="connsiteY35" fmla="*/ 94298 h 411479"/>
              <a:gd name="connsiteX36" fmla="*/ 230497 w 408824"/>
              <a:gd name="connsiteY36" fmla="*/ 85725 h 411479"/>
              <a:gd name="connsiteX37" fmla="*/ 263696 w 408824"/>
              <a:gd name="connsiteY37" fmla="*/ 85725 h 411479"/>
              <a:gd name="connsiteX38" fmla="*/ 110032 w 408824"/>
              <a:gd name="connsiteY38" fmla="*/ 120015 h 411479"/>
              <a:gd name="connsiteX39" fmla="*/ 118568 w 408824"/>
              <a:gd name="connsiteY39" fmla="*/ 128588 h 411479"/>
              <a:gd name="connsiteX40" fmla="*/ 110032 w 408824"/>
              <a:gd name="connsiteY40" fmla="*/ 137160 h 411479"/>
              <a:gd name="connsiteX41" fmla="*/ 58810 w 408824"/>
              <a:gd name="connsiteY41" fmla="*/ 137160 h 411479"/>
              <a:gd name="connsiteX42" fmla="*/ 50273 w 408824"/>
              <a:gd name="connsiteY42" fmla="*/ 128588 h 411479"/>
              <a:gd name="connsiteX43" fmla="*/ 58810 w 408824"/>
              <a:gd name="connsiteY43" fmla="*/ 120015 h 411479"/>
              <a:gd name="connsiteX44" fmla="*/ 110032 w 408824"/>
              <a:gd name="connsiteY44" fmla="*/ 120015 h 411479"/>
              <a:gd name="connsiteX45" fmla="*/ 297844 w 408824"/>
              <a:gd name="connsiteY45" fmla="*/ 188595 h 411479"/>
              <a:gd name="connsiteX46" fmla="*/ 186864 w 408824"/>
              <a:gd name="connsiteY46" fmla="*/ 300038 h 411479"/>
              <a:gd name="connsiteX47" fmla="*/ 297844 w 408824"/>
              <a:gd name="connsiteY47" fmla="*/ 411480 h 411479"/>
              <a:gd name="connsiteX48" fmla="*/ 408824 w 408824"/>
              <a:gd name="connsiteY48" fmla="*/ 300038 h 411479"/>
              <a:gd name="connsiteX49" fmla="*/ 297844 w 408824"/>
              <a:gd name="connsiteY49" fmla="*/ 188595 h 411479"/>
              <a:gd name="connsiteX50" fmla="*/ 297844 w 408824"/>
              <a:gd name="connsiteY50" fmla="*/ 393382 h 411479"/>
              <a:gd name="connsiteX51" fmla="*/ 203938 w 408824"/>
              <a:gd name="connsiteY51" fmla="*/ 299085 h 411479"/>
              <a:gd name="connsiteX52" fmla="*/ 297844 w 408824"/>
              <a:gd name="connsiteY52" fmla="*/ 204788 h 411479"/>
              <a:gd name="connsiteX53" fmla="*/ 391750 w 408824"/>
              <a:gd name="connsiteY53" fmla="*/ 299085 h 411479"/>
              <a:gd name="connsiteX54" fmla="*/ 297844 w 408824"/>
              <a:gd name="connsiteY54" fmla="*/ 393382 h 411479"/>
              <a:gd name="connsiteX55" fmla="*/ 353808 w 408824"/>
              <a:gd name="connsiteY55" fmla="*/ 268605 h 411479"/>
              <a:gd name="connsiteX56" fmla="*/ 353808 w 408824"/>
              <a:gd name="connsiteY56" fmla="*/ 280035 h 411479"/>
              <a:gd name="connsiteX57" fmla="*/ 294050 w 408824"/>
              <a:gd name="connsiteY57" fmla="*/ 345757 h 411479"/>
              <a:gd name="connsiteX58" fmla="*/ 288358 w 408824"/>
              <a:gd name="connsiteY58" fmla="*/ 348615 h 411479"/>
              <a:gd name="connsiteX59" fmla="*/ 282667 w 408824"/>
              <a:gd name="connsiteY59" fmla="*/ 347663 h 411479"/>
              <a:gd name="connsiteX60" fmla="*/ 239983 w 408824"/>
              <a:gd name="connsiteY60" fmla="*/ 304800 h 411479"/>
              <a:gd name="connsiteX61" fmla="*/ 239983 w 408824"/>
              <a:gd name="connsiteY61" fmla="*/ 292417 h 411479"/>
              <a:gd name="connsiteX62" fmla="*/ 251365 w 408824"/>
              <a:gd name="connsiteY62" fmla="*/ 292417 h 411479"/>
              <a:gd name="connsiteX63" fmla="*/ 288358 w 408824"/>
              <a:gd name="connsiteY63" fmla="*/ 329565 h 411479"/>
              <a:gd name="connsiteX64" fmla="*/ 340529 w 408824"/>
              <a:gd name="connsiteY64" fmla="*/ 269557 h 411479"/>
              <a:gd name="connsiteX65" fmla="*/ 352860 w 408824"/>
              <a:gd name="connsiteY65" fmla="*/ 269557 h 411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408824" h="411479">
                <a:moveTo>
                  <a:pt x="203938" y="214313"/>
                </a:moveTo>
                <a:cubicBezTo>
                  <a:pt x="203938" y="210502"/>
                  <a:pt x="200144" y="205740"/>
                  <a:pt x="195401" y="205740"/>
                </a:cubicBezTo>
                <a:lnTo>
                  <a:pt x="42685" y="205740"/>
                </a:lnTo>
                <a:cubicBezTo>
                  <a:pt x="28456" y="205740"/>
                  <a:pt x="17074" y="194310"/>
                  <a:pt x="17074" y="180023"/>
                </a:cubicBezTo>
                <a:lnTo>
                  <a:pt x="17074" y="68580"/>
                </a:lnTo>
                <a:lnTo>
                  <a:pt x="289307" y="68580"/>
                </a:lnTo>
                <a:lnTo>
                  <a:pt x="289307" y="111442"/>
                </a:lnTo>
                <a:cubicBezTo>
                  <a:pt x="289307" y="117157"/>
                  <a:pt x="293101" y="120015"/>
                  <a:pt x="297844" y="120015"/>
                </a:cubicBezTo>
                <a:cubicBezTo>
                  <a:pt x="302587" y="120015"/>
                  <a:pt x="306381" y="117157"/>
                  <a:pt x="306381" y="111442"/>
                </a:cubicBezTo>
                <a:lnTo>
                  <a:pt x="306381" y="42863"/>
                </a:lnTo>
                <a:cubicBezTo>
                  <a:pt x="306381" y="20002"/>
                  <a:pt x="286461" y="0"/>
                  <a:pt x="263696" y="0"/>
                </a:cubicBezTo>
                <a:lnTo>
                  <a:pt x="42685" y="0"/>
                </a:lnTo>
                <a:cubicBezTo>
                  <a:pt x="19919" y="0"/>
                  <a:pt x="0" y="20002"/>
                  <a:pt x="0" y="42863"/>
                </a:cubicBezTo>
                <a:lnTo>
                  <a:pt x="0" y="180023"/>
                </a:lnTo>
                <a:cubicBezTo>
                  <a:pt x="0" y="203835"/>
                  <a:pt x="19919" y="222885"/>
                  <a:pt x="42685" y="222885"/>
                </a:cubicBezTo>
                <a:lnTo>
                  <a:pt x="195401" y="222885"/>
                </a:lnTo>
                <a:cubicBezTo>
                  <a:pt x="199195" y="222885"/>
                  <a:pt x="203938" y="220027"/>
                  <a:pt x="203938" y="214313"/>
                </a:cubicBezTo>
                <a:close/>
                <a:moveTo>
                  <a:pt x="42685" y="17145"/>
                </a:moveTo>
                <a:lnTo>
                  <a:pt x="263696" y="17145"/>
                </a:lnTo>
                <a:cubicBezTo>
                  <a:pt x="277925" y="17145"/>
                  <a:pt x="289307" y="28575"/>
                  <a:pt x="289307" y="42863"/>
                </a:cubicBezTo>
                <a:lnTo>
                  <a:pt x="289307" y="51435"/>
                </a:lnTo>
                <a:lnTo>
                  <a:pt x="17074" y="51435"/>
                </a:lnTo>
                <a:lnTo>
                  <a:pt x="17074" y="42863"/>
                </a:lnTo>
                <a:cubicBezTo>
                  <a:pt x="17074" y="28575"/>
                  <a:pt x="28456" y="17145"/>
                  <a:pt x="42685" y="17145"/>
                </a:cubicBezTo>
                <a:close/>
                <a:moveTo>
                  <a:pt x="144179" y="103823"/>
                </a:moveTo>
                <a:lnTo>
                  <a:pt x="58810" y="103823"/>
                </a:lnTo>
                <a:cubicBezTo>
                  <a:pt x="54067" y="103823"/>
                  <a:pt x="50273" y="100965"/>
                  <a:pt x="50273" y="95250"/>
                </a:cubicBezTo>
                <a:cubicBezTo>
                  <a:pt x="50273" y="89535"/>
                  <a:pt x="55016" y="86677"/>
                  <a:pt x="58810" y="86677"/>
                </a:cubicBezTo>
                <a:lnTo>
                  <a:pt x="144179" y="86677"/>
                </a:lnTo>
                <a:cubicBezTo>
                  <a:pt x="148922" y="86677"/>
                  <a:pt x="152716" y="91440"/>
                  <a:pt x="152716" y="95250"/>
                </a:cubicBezTo>
                <a:cubicBezTo>
                  <a:pt x="152716" y="99060"/>
                  <a:pt x="147973" y="103823"/>
                  <a:pt x="144179" y="103823"/>
                </a:cubicBezTo>
                <a:close/>
                <a:moveTo>
                  <a:pt x="263696" y="85725"/>
                </a:moveTo>
                <a:cubicBezTo>
                  <a:pt x="267490" y="85725"/>
                  <a:pt x="272233" y="90488"/>
                  <a:pt x="272233" y="94298"/>
                </a:cubicBezTo>
                <a:cubicBezTo>
                  <a:pt x="272233" y="98107"/>
                  <a:pt x="268439" y="102870"/>
                  <a:pt x="263696" y="102870"/>
                </a:cubicBezTo>
                <a:lnTo>
                  <a:pt x="230497" y="102870"/>
                </a:lnTo>
                <a:cubicBezTo>
                  <a:pt x="226703" y="102870"/>
                  <a:pt x="221960" y="100013"/>
                  <a:pt x="221960" y="94298"/>
                </a:cubicBezTo>
                <a:cubicBezTo>
                  <a:pt x="221960" y="88582"/>
                  <a:pt x="225754" y="85725"/>
                  <a:pt x="230497" y="85725"/>
                </a:cubicBezTo>
                <a:lnTo>
                  <a:pt x="263696" y="85725"/>
                </a:lnTo>
                <a:close/>
                <a:moveTo>
                  <a:pt x="110032" y="120015"/>
                </a:moveTo>
                <a:cubicBezTo>
                  <a:pt x="113826" y="120015"/>
                  <a:pt x="118568" y="123825"/>
                  <a:pt x="118568" y="128588"/>
                </a:cubicBezTo>
                <a:cubicBezTo>
                  <a:pt x="118568" y="133350"/>
                  <a:pt x="114774" y="137160"/>
                  <a:pt x="110032" y="137160"/>
                </a:cubicBezTo>
                <a:lnTo>
                  <a:pt x="58810" y="137160"/>
                </a:lnTo>
                <a:cubicBezTo>
                  <a:pt x="55016" y="137160"/>
                  <a:pt x="50273" y="134302"/>
                  <a:pt x="50273" y="128588"/>
                </a:cubicBezTo>
                <a:cubicBezTo>
                  <a:pt x="50273" y="122873"/>
                  <a:pt x="54067" y="120015"/>
                  <a:pt x="58810" y="120015"/>
                </a:cubicBezTo>
                <a:lnTo>
                  <a:pt x="110032" y="120015"/>
                </a:lnTo>
                <a:close/>
                <a:moveTo>
                  <a:pt x="297844" y="188595"/>
                </a:moveTo>
                <a:cubicBezTo>
                  <a:pt x="237137" y="188595"/>
                  <a:pt x="186864" y="238125"/>
                  <a:pt x="186864" y="300038"/>
                </a:cubicBezTo>
                <a:cubicBezTo>
                  <a:pt x="186864" y="361950"/>
                  <a:pt x="236188" y="411480"/>
                  <a:pt x="297844" y="411480"/>
                </a:cubicBezTo>
                <a:cubicBezTo>
                  <a:pt x="359500" y="411480"/>
                  <a:pt x="408824" y="361950"/>
                  <a:pt x="408824" y="300038"/>
                </a:cubicBezTo>
                <a:cubicBezTo>
                  <a:pt x="408824" y="238125"/>
                  <a:pt x="359500" y="188595"/>
                  <a:pt x="297844" y="188595"/>
                </a:cubicBezTo>
                <a:close/>
                <a:moveTo>
                  <a:pt x="297844" y="393382"/>
                </a:moveTo>
                <a:cubicBezTo>
                  <a:pt x="246622" y="393382"/>
                  <a:pt x="203938" y="352425"/>
                  <a:pt x="203938" y="299085"/>
                </a:cubicBezTo>
                <a:cubicBezTo>
                  <a:pt x="203938" y="245745"/>
                  <a:pt x="246622" y="204788"/>
                  <a:pt x="297844" y="204788"/>
                </a:cubicBezTo>
                <a:cubicBezTo>
                  <a:pt x="349066" y="204788"/>
                  <a:pt x="391750" y="247650"/>
                  <a:pt x="391750" y="299085"/>
                </a:cubicBezTo>
                <a:cubicBezTo>
                  <a:pt x="391750" y="350520"/>
                  <a:pt x="349066" y="393382"/>
                  <a:pt x="297844" y="393382"/>
                </a:cubicBezTo>
                <a:close/>
                <a:moveTo>
                  <a:pt x="353808" y="268605"/>
                </a:moveTo>
                <a:cubicBezTo>
                  <a:pt x="356654" y="271463"/>
                  <a:pt x="357602" y="277178"/>
                  <a:pt x="353808" y="280035"/>
                </a:cubicBezTo>
                <a:lnTo>
                  <a:pt x="294050" y="345757"/>
                </a:lnTo>
                <a:cubicBezTo>
                  <a:pt x="293101" y="348615"/>
                  <a:pt x="291204" y="348615"/>
                  <a:pt x="288358" y="348615"/>
                </a:cubicBezTo>
                <a:cubicBezTo>
                  <a:pt x="285513" y="348615"/>
                  <a:pt x="284564" y="348615"/>
                  <a:pt x="282667" y="347663"/>
                </a:cubicBezTo>
                <a:lnTo>
                  <a:pt x="239983" y="304800"/>
                </a:lnTo>
                <a:cubicBezTo>
                  <a:pt x="236188" y="300990"/>
                  <a:pt x="236188" y="295275"/>
                  <a:pt x="239983" y="292417"/>
                </a:cubicBezTo>
                <a:cubicBezTo>
                  <a:pt x="242828" y="289560"/>
                  <a:pt x="248519" y="289560"/>
                  <a:pt x="251365" y="292417"/>
                </a:cubicBezTo>
                <a:lnTo>
                  <a:pt x="288358" y="329565"/>
                </a:lnTo>
                <a:lnTo>
                  <a:pt x="340529" y="269557"/>
                </a:lnTo>
                <a:cubicBezTo>
                  <a:pt x="344323" y="266700"/>
                  <a:pt x="350014" y="266700"/>
                  <a:pt x="352860" y="26955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7" name="Graphic 225">
            <a:extLst>
              <a:ext uri="{FF2B5EF4-FFF2-40B4-BE49-F238E27FC236}">
                <a16:creationId xmlns:a16="http://schemas.microsoft.com/office/drawing/2014/main" id="{E146FB9A-13B6-440F-0DE8-46AC89329B12}"/>
              </a:ext>
            </a:extLst>
          </p:cNvPr>
          <p:cNvSpPr/>
          <p:nvPr/>
        </p:nvSpPr>
        <p:spPr>
          <a:xfrm>
            <a:off x="7095975" y="812802"/>
            <a:ext cx="490123" cy="464185"/>
          </a:xfrm>
          <a:custGeom>
            <a:avLst/>
            <a:gdLst>
              <a:gd name="connsiteX0" fmla="*/ 357603 w 367088"/>
              <a:gd name="connsiteY0" fmla="*/ 332422 h 347662"/>
              <a:gd name="connsiteX1" fmla="*/ 350014 w 367088"/>
              <a:gd name="connsiteY1" fmla="*/ 332422 h 347662"/>
              <a:gd name="connsiteX2" fmla="*/ 350014 w 367088"/>
              <a:gd name="connsiteY2" fmla="*/ 295275 h 347662"/>
              <a:gd name="connsiteX3" fmla="*/ 342426 w 367088"/>
              <a:gd name="connsiteY3" fmla="*/ 287655 h 347662"/>
              <a:gd name="connsiteX4" fmla="*/ 296895 w 367088"/>
              <a:gd name="connsiteY4" fmla="*/ 287655 h 347662"/>
              <a:gd name="connsiteX5" fmla="*/ 289307 w 367088"/>
              <a:gd name="connsiteY5" fmla="*/ 295275 h 347662"/>
              <a:gd name="connsiteX6" fmla="*/ 289307 w 367088"/>
              <a:gd name="connsiteY6" fmla="*/ 332422 h 347662"/>
              <a:gd name="connsiteX7" fmla="*/ 258953 w 367088"/>
              <a:gd name="connsiteY7" fmla="*/ 332422 h 347662"/>
              <a:gd name="connsiteX8" fmla="*/ 258953 w 367088"/>
              <a:gd name="connsiteY8" fmla="*/ 234315 h 347662"/>
              <a:gd name="connsiteX9" fmla="*/ 251365 w 367088"/>
              <a:gd name="connsiteY9" fmla="*/ 226695 h 347662"/>
              <a:gd name="connsiteX10" fmla="*/ 205835 w 367088"/>
              <a:gd name="connsiteY10" fmla="*/ 226695 h 347662"/>
              <a:gd name="connsiteX11" fmla="*/ 198246 w 367088"/>
              <a:gd name="connsiteY11" fmla="*/ 234315 h 347662"/>
              <a:gd name="connsiteX12" fmla="*/ 198246 w 367088"/>
              <a:gd name="connsiteY12" fmla="*/ 332422 h 347662"/>
              <a:gd name="connsiteX13" fmla="*/ 166944 w 367088"/>
              <a:gd name="connsiteY13" fmla="*/ 332422 h 347662"/>
              <a:gd name="connsiteX14" fmla="*/ 166944 w 367088"/>
              <a:gd name="connsiteY14" fmla="*/ 174307 h 347662"/>
              <a:gd name="connsiteX15" fmla="*/ 159356 w 367088"/>
              <a:gd name="connsiteY15" fmla="*/ 166688 h 347662"/>
              <a:gd name="connsiteX16" fmla="*/ 113826 w 367088"/>
              <a:gd name="connsiteY16" fmla="*/ 166688 h 347662"/>
              <a:gd name="connsiteX17" fmla="*/ 106237 w 367088"/>
              <a:gd name="connsiteY17" fmla="*/ 174307 h 347662"/>
              <a:gd name="connsiteX18" fmla="*/ 106237 w 367088"/>
              <a:gd name="connsiteY18" fmla="*/ 332422 h 347662"/>
              <a:gd name="connsiteX19" fmla="*/ 75884 w 367088"/>
              <a:gd name="connsiteY19" fmla="*/ 332422 h 347662"/>
              <a:gd name="connsiteX20" fmla="*/ 75884 w 367088"/>
              <a:gd name="connsiteY20" fmla="*/ 115253 h 347662"/>
              <a:gd name="connsiteX21" fmla="*/ 68295 w 367088"/>
              <a:gd name="connsiteY21" fmla="*/ 107632 h 347662"/>
              <a:gd name="connsiteX22" fmla="*/ 22765 w 367088"/>
              <a:gd name="connsiteY22" fmla="*/ 107632 h 347662"/>
              <a:gd name="connsiteX23" fmla="*/ 15177 w 367088"/>
              <a:gd name="connsiteY23" fmla="*/ 115253 h 347662"/>
              <a:gd name="connsiteX24" fmla="*/ 15177 w 367088"/>
              <a:gd name="connsiteY24" fmla="*/ 332422 h 347662"/>
              <a:gd name="connsiteX25" fmla="*/ 7588 w 367088"/>
              <a:gd name="connsiteY25" fmla="*/ 332422 h 347662"/>
              <a:gd name="connsiteX26" fmla="*/ 0 w 367088"/>
              <a:gd name="connsiteY26" fmla="*/ 340043 h 347662"/>
              <a:gd name="connsiteX27" fmla="*/ 7588 w 367088"/>
              <a:gd name="connsiteY27" fmla="*/ 347663 h 347662"/>
              <a:gd name="connsiteX28" fmla="*/ 359500 w 367088"/>
              <a:gd name="connsiteY28" fmla="*/ 347663 h 347662"/>
              <a:gd name="connsiteX29" fmla="*/ 367088 w 367088"/>
              <a:gd name="connsiteY29" fmla="*/ 340043 h 347662"/>
              <a:gd name="connsiteX30" fmla="*/ 359500 w 367088"/>
              <a:gd name="connsiteY30" fmla="*/ 332422 h 347662"/>
              <a:gd name="connsiteX31" fmla="*/ 303535 w 367088"/>
              <a:gd name="connsiteY31" fmla="*/ 302895 h 347662"/>
              <a:gd name="connsiteX32" fmla="*/ 333889 w 367088"/>
              <a:gd name="connsiteY32" fmla="*/ 302895 h 347662"/>
              <a:gd name="connsiteX33" fmla="*/ 333889 w 367088"/>
              <a:gd name="connsiteY33" fmla="*/ 332422 h 347662"/>
              <a:gd name="connsiteX34" fmla="*/ 303535 w 367088"/>
              <a:gd name="connsiteY34" fmla="*/ 332422 h 347662"/>
              <a:gd name="connsiteX35" fmla="*/ 303535 w 367088"/>
              <a:gd name="connsiteY35" fmla="*/ 302895 h 347662"/>
              <a:gd name="connsiteX36" fmla="*/ 212475 w 367088"/>
              <a:gd name="connsiteY36" fmla="*/ 241935 h 347662"/>
              <a:gd name="connsiteX37" fmla="*/ 242828 w 367088"/>
              <a:gd name="connsiteY37" fmla="*/ 241935 h 347662"/>
              <a:gd name="connsiteX38" fmla="*/ 242828 w 367088"/>
              <a:gd name="connsiteY38" fmla="*/ 332422 h 347662"/>
              <a:gd name="connsiteX39" fmla="*/ 212475 w 367088"/>
              <a:gd name="connsiteY39" fmla="*/ 332422 h 347662"/>
              <a:gd name="connsiteX40" fmla="*/ 212475 w 367088"/>
              <a:gd name="connsiteY40" fmla="*/ 241935 h 347662"/>
              <a:gd name="connsiteX41" fmla="*/ 119517 w 367088"/>
              <a:gd name="connsiteY41" fmla="*/ 181928 h 347662"/>
              <a:gd name="connsiteX42" fmla="*/ 149871 w 367088"/>
              <a:gd name="connsiteY42" fmla="*/ 181928 h 347662"/>
              <a:gd name="connsiteX43" fmla="*/ 149871 w 367088"/>
              <a:gd name="connsiteY43" fmla="*/ 332422 h 347662"/>
              <a:gd name="connsiteX44" fmla="*/ 119517 w 367088"/>
              <a:gd name="connsiteY44" fmla="*/ 332422 h 347662"/>
              <a:gd name="connsiteX45" fmla="*/ 119517 w 367088"/>
              <a:gd name="connsiteY45" fmla="*/ 181928 h 347662"/>
              <a:gd name="connsiteX46" fmla="*/ 28456 w 367088"/>
              <a:gd name="connsiteY46" fmla="*/ 122872 h 347662"/>
              <a:gd name="connsiteX47" fmla="*/ 58810 w 367088"/>
              <a:gd name="connsiteY47" fmla="*/ 122872 h 347662"/>
              <a:gd name="connsiteX48" fmla="*/ 58810 w 367088"/>
              <a:gd name="connsiteY48" fmla="*/ 332422 h 347662"/>
              <a:gd name="connsiteX49" fmla="*/ 28456 w 367088"/>
              <a:gd name="connsiteY49" fmla="*/ 332422 h 347662"/>
              <a:gd name="connsiteX50" fmla="*/ 28456 w 367088"/>
              <a:gd name="connsiteY50" fmla="*/ 122872 h 347662"/>
              <a:gd name="connsiteX51" fmla="*/ 36993 w 367088"/>
              <a:gd name="connsiteY51" fmla="*/ 3810 h 347662"/>
              <a:gd name="connsiteX52" fmla="*/ 48376 w 367088"/>
              <a:gd name="connsiteY52" fmla="*/ 953 h 347662"/>
              <a:gd name="connsiteX53" fmla="*/ 309227 w 367088"/>
              <a:gd name="connsiteY53" fmla="*/ 172403 h 347662"/>
              <a:gd name="connsiteX54" fmla="*/ 302587 w 367088"/>
              <a:gd name="connsiteY54" fmla="*/ 129540 h 347662"/>
              <a:gd name="connsiteX55" fmla="*/ 309227 w 367088"/>
              <a:gd name="connsiteY55" fmla="*/ 121920 h 347662"/>
              <a:gd name="connsiteX56" fmla="*/ 317763 w 367088"/>
              <a:gd name="connsiteY56" fmla="*/ 128588 h 347662"/>
              <a:gd name="connsiteX57" fmla="*/ 325352 w 367088"/>
              <a:gd name="connsiteY57" fmla="*/ 186690 h 347662"/>
              <a:gd name="connsiteX58" fmla="*/ 325352 w 367088"/>
              <a:gd name="connsiteY58" fmla="*/ 188595 h 347662"/>
              <a:gd name="connsiteX59" fmla="*/ 325352 w 367088"/>
              <a:gd name="connsiteY59" fmla="*/ 188595 h 347662"/>
              <a:gd name="connsiteX60" fmla="*/ 318712 w 367088"/>
              <a:gd name="connsiteY60" fmla="*/ 196215 h 347662"/>
              <a:gd name="connsiteX61" fmla="*/ 258005 w 367088"/>
              <a:gd name="connsiteY61" fmla="*/ 204788 h 347662"/>
              <a:gd name="connsiteX62" fmla="*/ 257056 w 367088"/>
              <a:gd name="connsiteY62" fmla="*/ 204788 h 347662"/>
              <a:gd name="connsiteX63" fmla="*/ 249468 w 367088"/>
              <a:gd name="connsiteY63" fmla="*/ 197168 h 347662"/>
              <a:gd name="connsiteX64" fmla="*/ 256108 w 367088"/>
              <a:gd name="connsiteY64" fmla="*/ 189547 h 347662"/>
              <a:gd name="connsiteX65" fmla="*/ 297844 w 367088"/>
              <a:gd name="connsiteY65" fmla="*/ 183832 h 347662"/>
              <a:gd name="connsiteX66" fmla="*/ 38890 w 367088"/>
              <a:gd name="connsiteY66" fmla="*/ 14287 h 347662"/>
              <a:gd name="connsiteX67" fmla="*/ 36045 w 367088"/>
              <a:gd name="connsiteY67" fmla="*/ 3810 h 347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7088" h="347662">
                <a:moveTo>
                  <a:pt x="357603" y="332422"/>
                </a:moveTo>
                <a:lnTo>
                  <a:pt x="350014" y="332422"/>
                </a:lnTo>
                <a:lnTo>
                  <a:pt x="350014" y="295275"/>
                </a:lnTo>
                <a:cubicBezTo>
                  <a:pt x="350014" y="290513"/>
                  <a:pt x="347168" y="287655"/>
                  <a:pt x="342426" y="287655"/>
                </a:cubicBezTo>
                <a:lnTo>
                  <a:pt x="296895" y="287655"/>
                </a:lnTo>
                <a:cubicBezTo>
                  <a:pt x="293101" y="287655"/>
                  <a:pt x="289307" y="290513"/>
                  <a:pt x="289307" y="295275"/>
                </a:cubicBezTo>
                <a:lnTo>
                  <a:pt x="289307" y="332422"/>
                </a:lnTo>
                <a:lnTo>
                  <a:pt x="258953" y="332422"/>
                </a:lnTo>
                <a:lnTo>
                  <a:pt x="258953" y="234315"/>
                </a:lnTo>
                <a:cubicBezTo>
                  <a:pt x="258953" y="229553"/>
                  <a:pt x="256108" y="226695"/>
                  <a:pt x="251365" y="226695"/>
                </a:cubicBezTo>
                <a:lnTo>
                  <a:pt x="205835" y="226695"/>
                </a:lnTo>
                <a:cubicBezTo>
                  <a:pt x="202041" y="226695"/>
                  <a:pt x="198246" y="229553"/>
                  <a:pt x="198246" y="234315"/>
                </a:cubicBezTo>
                <a:lnTo>
                  <a:pt x="198246" y="332422"/>
                </a:lnTo>
                <a:lnTo>
                  <a:pt x="166944" y="332422"/>
                </a:lnTo>
                <a:lnTo>
                  <a:pt x="166944" y="174307"/>
                </a:lnTo>
                <a:cubicBezTo>
                  <a:pt x="166944" y="169545"/>
                  <a:pt x="164099" y="166688"/>
                  <a:pt x="159356" y="166688"/>
                </a:cubicBezTo>
                <a:lnTo>
                  <a:pt x="113826" y="166688"/>
                </a:lnTo>
                <a:cubicBezTo>
                  <a:pt x="110032" y="166688"/>
                  <a:pt x="106237" y="169545"/>
                  <a:pt x="106237" y="174307"/>
                </a:cubicBezTo>
                <a:lnTo>
                  <a:pt x="106237" y="332422"/>
                </a:lnTo>
                <a:lnTo>
                  <a:pt x="75884" y="332422"/>
                </a:lnTo>
                <a:lnTo>
                  <a:pt x="75884" y="115253"/>
                </a:lnTo>
                <a:cubicBezTo>
                  <a:pt x="75884" y="110490"/>
                  <a:pt x="73038" y="107632"/>
                  <a:pt x="68295" y="107632"/>
                </a:cubicBezTo>
                <a:lnTo>
                  <a:pt x="22765" y="107632"/>
                </a:lnTo>
                <a:cubicBezTo>
                  <a:pt x="18971" y="107632"/>
                  <a:pt x="15177" y="110490"/>
                  <a:pt x="15177" y="115253"/>
                </a:cubicBezTo>
                <a:lnTo>
                  <a:pt x="15177" y="332422"/>
                </a:lnTo>
                <a:lnTo>
                  <a:pt x="7588" y="332422"/>
                </a:lnTo>
                <a:cubicBezTo>
                  <a:pt x="3794" y="332422"/>
                  <a:pt x="0" y="335280"/>
                  <a:pt x="0" y="340043"/>
                </a:cubicBezTo>
                <a:cubicBezTo>
                  <a:pt x="0" y="344805"/>
                  <a:pt x="3794" y="347663"/>
                  <a:pt x="7588" y="347663"/>
                </a:cubicBezTo>
                <a:lnTo>
                  <a:pt x="359500" y="347663"/>
                </a:lnTo>
                <a:cubicBezTo>
                  <a:pt x="364242" y="347663"/>
                  <a:pt x="367088" y="343853"/>
                  <a:pt x="367088" y="340043"/>
                </a:cubicBezTo>
                <a:cubicBezTo>
                  <a:pt x="367088" y="336232"/>
                  <a:pt x="364242" y="332422"/>
                  <a:pt x="359500" y="332422"/>
                </a:cubicBezTo>
                <a:close/>
                <a:moveTo>
                  <a:pt x="303535" y="302895"/>
                </a:moveTo>
                <a:lnTo>
                  <a:pt x="333889" y="302895"/>
                </a:lnTo>
                <a:lnTo>
                  <a:pt x="333889" y="332422"/>
                </a:lnTo>
                <a:lnTo>
                  <a:pt x="303535" y="332422"/>
                </a:lnTo>
                <a:lnTo>
                  <a:pt x="303535" y="302895"/>
                </a:lnTo>
                <a:close/>
                <a:moveTo>
                  <a:pt x="212475" y="241935"/>
                </a:moveTo>
                <a:lnTo>
                  <a:pt x="242828" y="241935"/>
                </a:lnTo>
                <a:lnTo>
                  <a:pt x="242828" y="332422"/>
                </a:lnTo>
                <a:lnTo>
                  <a:pt x="212475" y="332422"/>
                </a:lnTo>
                <a:lnTo>
                  <a:pt x="212475" y="241935"/>
                </a:lnTo>
                <a:close/>
                <a:moveTo>
                  <a:pt x="119517" y="181928"/>
                </a:moveTo>
                <a:lnTo>
                  <a:pt x="149871" y="181928"/>
                </a:lnTo>
                <a:lnTo>
                  <a:pt x="149871" y="332422"/>
                </a:lnTo>
                <a:lnTo>
                  <a:pt x="119517" y="332422"/>
                </a:lnTo>
                <a:lnTo>
                  <a:pt x="119517" y="181928"/>
                </a:lnTo>
                <a:close/>
                <a:moveTo>
                  <a:pt x="28456" y="122872"/>
                </a:moveTo>
                <a:lnTo>
                  <a:pt x="58810" y="122872"/>
                </a:lnTo>
                <a:lnTo>
                  <a:pt x="58810" y="332422"/>
                </a:lnTo>
                <a:lnTo>
                  <a:pt x="28456" y="332422"/>
                </a:lnTo>
                <a:lnTo>
                  <a:pt x="28456" y="122872"/>
                </a:lnTo>
                <a:close/>
                <a:moveTo>
                  <a:pt x="36993" y="3810"/>
                </a:moveTo>
                <a:cubicBezTo>
                  <a:pt x="39839" y="0"/>
                  <a:pt x="44582" y="-952"/>
                  <a:pt x="48376" y="953"/>
                </a:cubicBezTo>
                <a:cubicBezTo>
                  <a:pt x="221960" y="114300"/>
                  <a:pt x="285513" y="156210"/>
                  <a:pt x="309227" y="172403"/>
                </a:cubicBezTo>
                <a:cubicBezTo>
                  <a:pt x="304797" y="143828"/>
                  <a:pt x="302587" y="129540"/>
                  <a:pt x="302587" y="129540"/>
                </a:cubicBezTo>
                <a:cubicBezTo>
                  <a:pt x="302587" y="125730"/>
                  <a:pt x="305432" y="121920"/>
                  <a:pt x="309227" y="121920"/>
                </a:cubicBezTo>
                <a:cubicBezTo>
                  <a:pt x="313969" y="120967"/>
                  <a:pt x="317763" y="124778"/>
                  <a:pt x="317763" y="128588"/>
                </a:cubicBezTo>
                <a:cubicBezTo>
                  <a:pt x="323455" y="169545"/>
                  <a:pt x="324403" y="181928"/>
                  <a:pt x="325352" y="186690"/>
                </a:cubicBezTo>
                <a:cubicBezTo>
                  <a:pt x="325352" y="186690"/>
                  <a:pt x="325352" y="187643"/>
                  <a:pt x="325352" y="188595"/>
                </a:cubicBezTo>
                <a:cubicBezTo>
                  <a:pt x="325352" y="188595"/>
                  <a:pt x="325352" y="188595"/>
                  <a:pt x="325352" y="188595"/>
                </a:cubicBezTo>
                <a:cubicBezTo>
                  <a:pt x="326300" y="192405"/>
                  <a:pt x="322506" y="196215"/>
                  <a:pt x="318712" y="196215"/>
                </a:cubicBezTo>
                <a:lnTo>
                  <a:pt x="258005" y="204788"/>
                </a:lnTo>
                <a:lnTo>
                  <a:pt x="257056" y="204788"/>
                </a:lnTo>
                <a:cubicBezTo>
                  <a:pt x="253262" y="204788"/>
                  <a:pt x="250417" y="200978"/>
                  <a:pt x="249468" y="197168"/>
                </a:cubicBezTo>
                <a:cubicBezTo>
                  <a:pt x="249468" y="193357"/>
                  <a:pt x="252314" y="189547"/>
                  <a:pt x="256108" y="189547"/>
                </a:cubicBezTo>
                <a:cubicBezTo>
                  <a:pt x="276976" y="186690"/>
                  <a:pt x="290256" y="184785"/>
                  <a:pt x="297844" y="183832"/>
                </a:cubicBezTo>
                <a:cubicBezTo>
                  <a:pt x="125208" y="70802"/>
                  <a:pt x="38890" y="14287"/>
                  <a:pt x="38890" y="14287"/>
                </a:cubicBezTo>
                <a:cubicBezTo>
                  <a:pt x="35096" y="11430"/>
                  <a:pt x="34148" y="7620"/>
                  <a:pt x="36045" y="381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8" name="Graphic 225">
            <a:extLst>
              <a:ext uri="{FF2B5EF4-FFF2-40B4-BE49-F238E27FC236}">
                <a16:creationId xmlns:a16="http://schemas.microsoft.com/office/drawing/2014/main" id="{0B797E18-E573-6489-BFE4-E91F321AD691}"/>
              </a:ext>
            </a:extLst>
          </p:cNvPr>
          <p:cNvSpPr/>
          <p:nvPr/>
        </p:nvSpPr>
        <p:spPr>
          <a:xfrm>
            <a:off x="7867500" y="812802"/>
            <a:ext cx="490123" cy="464185"/>
          </a:xfrm>
          <a:custGeom>
            <a:avLst/>
            <a:gdLst>
              <a:gd name="connsiteX0" fmla="*/ 357603 w 367088"/>
              <a:gd name="connsiteY0" fmla="*/ 332422 h 347662"/>
              <a:gd name="connsiteX1" fmla="*/ 350014 w 367088"/>
              <a:gd name="connsiteY1" fmla="*/ 332422 h 347662"/>
              <a:gd name="connsiteX2" fmla="*/ 350014 w 367088"/>
              <a:gd name="connsiteY2" fmla="*/ 295275 h 347662"/>
              <a:gd name="connsiteX3" fmla="*/ 342426 w 367088"/>
              <a:gd name="connsiteY3" fmla="*/ 287655 h 347662"/>
              <a:gd name="connsiteX4" fmla="*/ 296895 w 367088"/>
              <a:gd name="connsiteY4" fmla="*/ 287655 h 347662"/>
              <a:gd name="connsiteX5" fmla="*/ 289307 w 367088"/>
              <a:gd name="connsiteY5" fmla="*/ 295275 h 347662"/>
              <a:gd name="connsiteX6" fmla="*/ 289307 w 367088"/>
              <a:gd name="connsiteY6" fmla="*/ 332422 h 347662"/>
              <a:gd name="connsiteX7" fmla="*/ 258953 w 367088"/>
              <a:gd name="connsiteY7" fmla="*/ 332422 h 347662"/>
              <a:gd name="connsiteX8" fmla="*/ 258953 w 367088"/>
              <a:gd name="connsiteY8" fmla="*/ 234315 h 347662"/>
              <a:gd name="connsiteX9" fmla="*/ 251365 w 367088"/>
              <a:gd name="connsiteY9" fmla="*/ 226695 h 347662"/>
              <a:gd name="connsiteX10" fmla="*/ 205835 w 367088"/>
              <a:gd name="connsiteY10" fmla="*/ 226695 h 347662"/>
              <a:gd name="connsiteX11" fmla="*/ 198246 w 367088"/>
              <a:gd name="connsiteY11" fmla="*/ 234315 h 347662"/>
              <a:gd name="connsiteX12" fmla="*/ 198246 w 367088"/>
              <a:gd name="connsiteY12" fmla="*/ 332422 h 347662"/>
              <a:gd name="connsiteX13" fmla="*/ 166944 w 367088"/>
              <a:gd name="connsiteY13" fmla="*/ 332422 h 347662"/>
              <a:gd name="connsiteX14" fmla="*/ 166944 w 367088"/>
              <a:gd name="connsiteY14" fmla="*/ 174307 h 347662"/>
              <a:gd name="connsiteX15" fmla="*/ 159356 w 367088"/>
              <a:gd name="connsiteY15" fmla="*/ 166688 h 347662"/>
              <a:gd name="connsiteX16" fmla="*/ 113826 w 367088"/>
              <a:gd name="connsiteY16" fmla="*/ 166688 h 347662"/>
              <a:gd name="connsiteX17" fmla="*/ 106237 w 367088"/>
              <a:gd name="connsiteY17" fmla="*/ 174307 h 347662"/>
              <a:gd name="connsiteX18" fmla="*/ 106237 w 367088"/>
              <a:gd name="connsiteY18" fmla="*/ 332422 h 347662"/>
              <a:gd name="connsiteX19" fmla="*/ 75884 w 367088"/>
              <a:gd name="connsiteY19" fmla="*/ 332422 h 347662"/>
              <a:gd name="connsiteX20" fmla="*/ 75884 w 367088"/>
              <a:gd name="connsiteY20" fmla="*/ 115253 h 347662"/>
              <a:gd name="connsiteX21" fmla="*/ 68295 w 367088"/>
              <a:gd name="connsiteY21" fmla="*/ 107632 h 347662"/>
              <a:gd name="connsiteX22" fmla="*/ 22765 w 367088"/>
              <a:gd name="connsiteY22" fmla="*/ 107632 h 347662"/>
              <a:gd name="connsiteX23" fmla="*/ 15177 w 367088"/>
              <a:gd name="connsiteY23" fmla="*/ 115253 h 347662"/>
              <a:gd name="connsiteX24" fmla="*/ 15177 w 367088"/>
              <a:gd name="connsiteY24" fmla="*/ 332422 h 347662"/>
              <a:gd name="connsiteX25" fmla="*/ 7588 w 367088"/>
              <a:gd name="connsiteY25" fmla="*/ 332422 h 347662"/>
              <a:gd name="connsiteX26" fmla="*/ 0 w 367088"/>
              <a:gd name="connsiteY26" fmla="*/ 340043 h 347662"/>
              <a:gd name="connsiteX27" fmla="*/ 7588 w 367088"/>
              <a:gd name="connsiteY27" fmla="*/ 347663 h 347662"/>
              <a:gd name="connsiteX28" fmla="*/ 359500 w 367088"/>
              <a:gd name="connsiteY28" fmla="*/ 347663 h 347662"/>
              <a:gd name="connsiteX29" fmla="*/ 367088 w 367088"/>
              <a:gd name="connsiteY29" fmla="*/ 340043 h 347662"/>
              <a:gd name="connsiteX30" fmla="*/ 359500 w 367088"/>
              <a:gd name="connsiteY30" fmla="*/ 332422 h 347662"/>
              <a:gd name="connsiteX31" fmla="*/ 303535 w 367088"/>
              <a:gd name="connsiteY31" fmla="*/ 302895 h 347662"/>
              <a:gd name="connsiteX32" fmla="*/ 333889 w 367088"/>
              <a:gd name="connsiteY32" fmla="*/ 302895 h 347662"/>
              <a:gd name="connsiteX33" fmla="*/ 333889 w 367088"/>
              <a:gd name="connsiteY33" fmla="*/ 332422 h 347662"/>
              <a:gd name="connsiteX34" fmla="*/ 303535 w 367088"/>
              <a:gd name="connsiteY34" fmla="*/ 332422 h 347662"/>
              <a:gd name="connsiteX35" fmla="*/ 303535 w 367088"/>
              <a:gd name="connsiteY35" fmla="*/ 302895 h 347662"/>
              <a:gd name="connsiteX36" fmla="*/ 212475 w 367088"/>
              <a:gd name="connsiteY36" fmla="*/ 241935 h 347662"/>
              <a:gd name="connsiteX37" fmla="*/ 242828 w 367088"/>
              <a:gd name="connsiteY37" fmla="*/ 241935 h 347662"/>
              <a:gd name="connsiteX38" fmla="*/ 242828 w 367088"/>
              <a:gd name="connsiteY38" fmla="*/ 332422 h 347662"/>
              <a:gd name="connsiteX39" fmla="*/ 212475 w 367088"/>
              <a:gd name="connsiteY39" fmla="*/ 332422 h 347662"/>
              <a:gd name="connsiteX40" fmla="*/ 212475 w 367088"/>
              <a:gd name="connsiteY40" fmla="*/ 241935 h 347662"/>
              <a:gd name="connsiteX41" fmla="*/ 119517 w 367088"/>
              <a:gd name="connsiteY41" fmla="*/ 181928 h 347662"/>
              <a:gd name="connsiteX42" fmla="*/ 149871 w 367088"/>
              <a:gd name="connsiteY42" fmla="*/ 181928 h 347662"/>
              <a:gd name="connsiteX43" fmla="*/ 149871 w 367088"/>
              <a:gd name="connsiteY43" fmla="*/ 332422 h 347662"/>
              <a:gd name="connsiteX44" fmla="*/ 119517 w 367088"/>
              <a:gd name="connsiteY44" fmla="*/ 332422 h 347662"/>
              <a:gd name="connsiteX45" fmla="*/ 119517 w 367088"/>
              <a:gd name="connsiteY45" fmla="*/ 181928 h 347662"/>
              <a:gd name="connsiteX46" fmla="*/ 28456 w 367088"/>
              <a:gd name="connsiteY46" fmla="*/ 122872 h 347662"/>
              <a:gd name="connsiteX47" fmla="*/ 58810 w 367088"/>
              <a:gd name="connsiteY47" fmla="*/ 122872 h 347662"/>
              <a:gd name="connsiteX48" fmla="*/ 58810 w 367088"/>
              <a:gd name="connsiteY48" fmla="*/ 332422 h 347662"/>
              <a:gd name="connsiteX49" fmla="*/ 28456 w 367088"/>
              <a:gd name="connsiteY49" fmla="*/ 332422 h 347662"/>
              <a:gd name="connsiteX50" fmla="*/ 28456 w 367088"/>
              <a:gd name="connsiteY50" fmla="*/ 122872 h 347662"/>
              <a:gd name="connsiteX51" fmla="*/ 36993 w 367088"/>
              <a:gd name="connsiteY51" fmla="*/ 3810 h 347662"/>
              <a:gd name="connsiteX52" fmla="*/ 48376 w 367088"/>
              <a:gd name="connsiteY52" fmla="*/ 953 h 347662"/>
              <a:gd name="connsiteX53" fmla="*/ 309227 w 367088"/>
              <a:gd name="connsiteY53" fmla="*/ 172403 h 347662"/>
              <a:gd name="connsiteX54" fmla="*/ 302587 w 367088"/>
              <a:gd name="connsiteY54" fmla="*/ 129540 h 347662"/>
              <a:gd name="connsiteX55" fmla="*/ 309227 w 367088"/>
              <a:gd name="connsiteY55" fmla="*/ 121920 h 347662"/>
              <a:gd name="connsiteX56" fmla="*/ 317763 w 367088"/>
              <a:gd name="connsiteY56" fmla="*/ 128588 h 347662"/>
              <a:gd name="connsiteX57" fmla="*/ 325352 w 367088"/>
              <a:gd name="connsiteY57" fmla="*/ 186690 h 347662"/>
              <a:gd name="connsiteX58" fmla="*/ 325352 w 367088"/>
              <a:gd name="connsiteY58" fmla="*/ 188595 h 347662"/>
              <a:gd name="connsiteX59" fmla="*/ 325352 w 367088"/>
              <a:gd name="connsiteY59" fmla="*/ 188595 h 347662"/>
              <a:gd name="connsiteX60" fmla="*/ 318712 w 367088"/>
              <a:gd name="connsiteY60" fmla="*/ 196215 h 347662"/>
              <a:gd name="connsiteX61" fmla="*/ 258005 w 367088"/>
              <a:gd name="connsiteY61" fmla="*/ 204788 h 347662"/>
              <a:gd name="connsiteX62" fmla="*/ 257056 w 367088"/>
              <a:gd name="connsiteY62" fmla="*/ 204788 h 347662"/>
              <a:gd name="connsiteX63" fmla="*/ 249468 w 367088"/>
              <a:gd name="connsiteY63" fmla="*/ 197168 h 347662"/>
              <a:gd name="connsiteX64" fmla="*/ 256108 w 367088"/>
              <a:gd name="connsiteY64" fmla="*/ 189547 h 347662"/>
              <a:gd name="connsiteX65" fmla="*/ 297844 w 367088"/>
              <a:gd name="connsiteY65" fmla="*/ 183832 h 347662"/>
              <a:gd name="connsiteX66" fmla="*/ 38890 w 367088"/>
              <a:gd name="connsiteY66" fmla="*/ 14287 h 347662"/>
              <a:gd name="connsiteX67" fmla="*/ 36045 w 367088"/>
              <a:gd name="connsiteY67" fmla="*/ 3810 h 347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7088" h="347662">
                <a:moveTo>
                  <a:pt x="357603" y="332422"/>
                </a:moveTo>
                <a:lnTo>
                  <a:pt x="350014" y="332422"/>
                </a:lnTo>
                <a:lnTo>
                  <a:pt x="350014" y="295275"/>
                </a:lnTo>
                <a:cubicBezTo>
                  <a:pt x="350014" y="290513"/>
                  <a:pt x="347168" y="287655"/>
                  <a:pt x="342426" y="287655"/>
                </a:cubicBezTo>
                <a:lnTo>
                  <a:pt x="296895" y="287655"/>
                </a:lnTo>
                <a:cubicBezTo>
                  <a:pt x="293101" y="287655"/>
                  <a:pt x="289307" y="290513"/>
                  <a:pt x="289307" y="295275"/>
                </a:cubicBezTo>
                <a:lnTo>
                  <a:pt x="289307" y="332422"/>
                </a:lnTo>
                <a:lnTo>
                  <a:pt x="258953" y="332422"/>
                </a:lnTo>
                <a:lnTo>
                  <a:pt x="258953" y="234315"/>
                </a:lnTo>
                <a:cubicBezTo>
                  <a:pt x="258953" y="229553"/>
                  <a:pt x="256108" y="226695"/>
                  <a:pt x="251365" y="226695"/>
                </a:cubicBezTo>
                <a:lnTo>
                  <a:pt x="205835" y="226695"/>
                </a:lnTo>
                <a:cubicBezTo>
                  <a:pt x="202041" y="226695"/>
                  <a:pt x="198246" y="229553"/>
                  <a:pt x="198246" y="234315"/>
                </a:cubicBezTo>
                <a:lnTo>
                  <a:pt x="198246" y="332422"/>
                </a:lnTo>
                <a:lnTo>
                  <a:pt x="166944" y="332422"/>
                </a:lnTo>
                <a:lnTo>
                  <a:pt x="166944" y="174307"/>
                </a:lnTo>
                <a:cubicBezTo>
                  <a:pt x="166944" y="169545"/>
                  <a:pt x="164099" y="166688"/>
                  <a:pt x="159356" y="166688"/>
                </a:cubicBezTo>
                <a:lnTo>
                  <a:pt x="113826" y="166688"/>
                </a:lnTo>
                <a:cubicBezTo>
                  <a:pt x="110032" y="166688"/>
                  <a:pt x="106237" y="169545"/>
                  <a:pt x="106237" y="174307"/>
                </a:cubicBezTo>
                <a:lnTo>
                  <a:pt x="106237" y="332422"/>
                </a:lnTo>
                <a:lnTo>
                  <a:pt x="75884" y="332422"/>
                </a:lnTo>
                <a:lnTo>
                  <a:pt x="75884" y="115253"/>
                </a:lnTo>
                <a:cubicBezTo>
                  <a:pt x="75884" y="110490"/>
                  <a:pt x="73038" y="107632"/>
                  <a:pt x="68295" y="107632"/>
                </a:cubicBezTo>
                <a:lnTo>
                  <a:pt x="22765" y="107632"/>
                </a:lnTo>
                <a:cubicBezTo>
                  <a:pt x="18971" y="107632"/>
                  <a:pt x="15177" y="110490"/>
                  <a:pt x="15177" y="115253"/>
                </a:cubicBezTo>
                <a:lnTo>
                  <a:pt x="15177" y="332422"/>
                </a:lnTo>
                <a:lnTo>
                  <a:pt x="7588" y="332422"/>
                </a:lnTo>
                <a:cubicBezTo>
                  <a:pt x="3794" y="332422"/>
                  <a:pt x="0" y="335280"/>
                  <a:pt x="0" y="340043"/>
                </a:cubicBezTo>
                <a:cubicBezTo>
                  <a:pt x="0" y="344805"/>
                  <a:pt x="3794" y="347663"/>
                  <a:pt x="7588" y="347663"/>
                </a:cubicBezTo>
                <a:lnTo>
                  <a:pt x="359500" y="347663"/>
                </a:lnTo>
                <a:cubicBezTo>
                  <a:pt x="364242" y="347663"/>
                  <a:pt x="367088" y="343853"/>
                  <a:pt x="367088" y="340043"/>
                </a:cubicBezTo>
                <a:cubicBezTo>
                  <a:pt x="367088" y="336232"/>
                  <a:pt x="364242" y="332422"/>
                  <a:pt x="359500" y="332422"/>
                </a:cubicBezTo>
                <a:close/>
                <a:moveTo>
                  <a:pt x="303535" y="302895"/>
                </a:moveTo>
                <a:lnTo>
                  <a:pt x="333889" y="302895"/>
                </a:lnTo>
                <a:lnTo>
                  <a:pt x="333889" y="332422"/>
                </a:lnTo>
                <a:lnTo>
                  <a:pt x="303535" y="332422"/>
                </a:lnTo>
                <a:lnTo>
                  <a:pt x="303535" y="302895"/>
                </a:lnTo>
                <a:close/>
                <a:moveTo>
                  <a:pt x="212475" y="241935"/>
                </a:moveTo>
                <a:lnTo>
                  <a:pt x="242828" y="241935"/>
                </a:lnTo>
                <a:lnTo>
                  <a:pt x="242828" y="332422"/>
                </a:lnTo>
                <a:lnTo>
                  <a:pt x="212475" y="332422"/>
                </a:lnTo>
                <a:lnTo>
                  <a:pt x="212475" y="241935"/>
                </a:lnTo>
                <a:close/>
                <a:moveTo>
                  <a:pt x="119517" y="181928"/>
                </a:moveTo>
                <a:lnTo>
                  <a:pt x="149871" y="181928"/>
                </a:lnTo>
                <a:lnTo>
                  <a:pt x="149871" y="332422"/>
                </a:lnTo>
                <a:lnTo>
                  <a:pt x="119517" y="332422"/>
                </a:lnTo>
                <a:lnTo>
                  <a:pt x="119517" y="181928"/>
                </a:lnTo>
                <a:close/>
                <a:moveTo>
                  <a:pt x="28456" y="122872"/>
                </a:moveTo>
                <a:lnTo>
                  <a:pt x="58810" y="122872"/>
                </a:lnTo>
                <a:lnTo>
                  <a:pt x="58810" y="332422"/>
                </a:lnTo>
                <a:lnTo>
                  <a:pt x="28456" y="332422"/>
                </a:lnTo>
                <a:lnTo>
                  <a:pt x="28456" y="122872"/>
                </a:lnTo>
                <a:close/>
                <a:moveTo>
                  <a:pt x="36993" y="3810"/>
                </a:moveTo>
                <a:cubicBezTo>
                  <a:pt x="39839" y="0"/>
                  <a:pt x="44582" y="-952"/>
                  <a:pt x="48376" y="953"/>
                </a:cubicBezTo>
                <a:cubicBezTo>
                  <a:pt x="221960" y="114300"/>
                  <a:pt x="285513" y="156210"/>
                  <a:pt x="309227" y="172403"/>
                </a:cubicBezTo>
                <a:cubicBezTo>
                  <a:pt x="304797" y="143828"/>
                  <a:pt x="302587" y="129540"/>
                  <a:pt x="302587" y="129540"/>
                </a:cubicBezTo>
                <a:cubicBezTo>
                  <a:pt x="302587" y="125730"/>
                  <a:pt x="305432" y="121920"/>
                  <a:pt x="309227" y="121920"/>
                </a:cubicBezTo>
                <a:cubicBezTo>
                  <a:pt x="313969" y="120967"/>
                  <a:pt x="317763" y="124778"/>
                  <a:pt x="317763" y="128588"/>
                </a:cubicBezTo>
                <a:cubicBezTo>
                  <a:pt x="323455" y="169545"/>
                  <a:pt x="324403" y="181928"/>
                  <a:pt x="325352" y="186690"/>
                </a:cubicBezTo>
                <a:cubicBezTo>
                  <a:pt x="325352" y="186690"/>
                  <a:pt x="325352" y="187643"/>
                  <a:pt x="325352" y="188595"/>
                </a:cubicBezTo>
                <a:cubicBezTo>
                  <a:pt x="325352" y="188595"/>
                  <a:pt x="325352" y="188595"/>
                  <a:pt x="325352" y="188595"/>
                </a:cubicBezTo>
                <a:cubicBezTo>
                  <a:pt x="326300" y="192405"/>
                  <a:pt x="322506" y="196215"/>
                  <a:pt x="318712" y="196215"/>
                </a:cubicBezTo>
                <a:lnTo>
                  <a:pt x="258005" y="204788"/>
                </a:lnTo>
                <a:lnTo>
                  <a:pt x="257056" y="204788"/>
                </a:lnTo>
                <a:cubicBezTo>
                  <a:pt x="253262" y="204788"/>
                  <a:pt x="250417" y="200978"/>
                  <a:pt x="249468" y="197168"/>
                </a:cubicBezTo>
                <a:cubicBezTo>
                  <a:pt x="249468" y="193357"/>
                  <a:pt x="252314" y="189547"/>
                  <a:pt x="256108" y="189547"/>
                </a:cubicBezTo>
                <a:cubicBezTo>
                  <a:pt x="276976" y="186690"/>
                  <a:pt x="290256" y="184785"/>
                  <a:pt x="297844" y="183832"/>
                </a:cubicBezTo>
                <a:cubicBezTo>
                  <a:pt x="125208" y="70802"/>
                  <a:pt x="38890" y="14287"/>
                  <a:pt x="38890" y="14287"/>
                </a:cubicBezTo>
                <a:cubicBezTo>
                  <a:pt x="35096" y="11430"/>
                  <a:pt x="34148" y="7620"/>
                  <a:pt x="36045" y="381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9" name="Graphic 225">
            <a:extLst>
              <a:ext uri="{FF2B5EF4-FFF2-40B4-BE49-F238E27FC236}">
                <a16:creationId xmlns:a16="http://schemas.microsoft.com/office/drawing/2014/main" id="{EB021E7A-BB61-5BC7-6B55-F11B2A6C2FAF}"/>
              </a:ext>
            </a:extLst>
          </p:cNvPr>
          <p:cNvSpPr/>
          <p:nvPr/>
        </p:nvSpPr>
        <p:spPr>
          <a:xfrm>
            <a:off x="7095975" y="1441452"/>
            <a:ext cx="490123" cy="464185"/>
          </a:xfrm>
          <a:custGeom>
            <a:avLst/>
            <a:gdLst>
              <a:gd name="connsiteX0" fmla="*/ 357603 w 367088"/>
              <a:gd name="connsiteY0" fmla="*/ 332422 h 347662"/>
              <a:gd name="connsiteX1" fmla="*/ 350014 w 367088"/>
              <a:gd name="connsiteY1" fmla="*/ 332422 h 347662"/>
              <a:gd name="connsiteX2" fmla="*/ 350014 w 367088"/>
              <a:gd name="connsiteY2" fmla="*/ 295275 h 347662"/>
              <a:gd name="connsiteX3" fmla="*/ 342426 w 367088"/>
              <a:gd name="connsiteY3" fmla="*/ 287655 h 347662"/>
              <a:gd name="connsiteX4" fmla="*/ 296895 w 367088"/>
              <a:gd name="connsiteY4" fmla="*/ 287655 h 347662"/>
              <a:gd name="connsiteX5" fmla="*/ 289307 w 367088"/>
              <a:gd name="connsiteY5" fmla="*/ 295275 h 347662"/>
              <a:gd name="connsiteX6" fmla="*/ 289307 w 367088"/>
              <a:gd name="connsiteY6" fmla="*/ 332422 h 347662"/>
              <a:gd name="connsiteX7" fmla="*/ 258953 w 367088"/>
              <a:gd name="connsiteY7" fmla="*/ 332422 h 347662"/>
              <a:gd name="connsiteX8" fmla="*/ 258953 w 367088"/>
              <a:gd name="connsiteY8" fmla="*/ 234315 h 347662"/>
              <a:gd name="connsiteX9" fmla="*/ 251365 w 367088"/>
              <a:gd name="connsiteY9" fmla="*/ 226695 h 347662"/>
              <a:gd name="connsiteX10" fmla="*/ 205835 w 367088"/>
              <a:gd name="connsiteY10" fmla="*/ 226695 h 347662"/>
              <a:gd name="connsiteX11" fmla="*/ 198246 w 367088"/>
              <a:gd name="connsiteY11" fmla="*/ 234315 h 347662"/>
              <a:gd name="connsiteX12" fmla="*/ 198246 w 367088"/>
              <a:gd name="connsiteY12" fmla="*/ 332422 h 347662"/>
              <a:gd name="connsiteX13" fmla="*/ 166944 w 367088"/>
              <a:gd name="connsiteY13" fmla="*/ 332422 h 347662"/>
              <a:gd name="connsiteX14" fmla="*/ 166944 w 367088"/>
              <a:gd name="connsiteY14" fmla="*/ 174307 h 347662"/>
              <a:gd name="connsiteX15" fmla="*/ 159356 w 367088"/>
              <a:gd name="connsiteY15" fmla="*/ 166688 h 347662"/>
              <a:gd name="connsiteX16" fmla="*/ 113826 w 367088"/>
              <a:gd name="connsiteY16" fmla="*/ 166688 h 347662"/>
              <a:gd name="connsiteX17" fmla="*/ 106237 w 367088"/>
              <a:gd name="connsiteY17" fmla="*/ 174307 h 347662"/>
              <a:gd name="connsiteX18" fmla="*/ 106237 w 367088"/>
              <a:gd name="connsiteY18" fmla="*/ 332422 h 347662"/>
              <a:gd name="connsiteX19" fmla="*/ 75884 w 367088"/>
              <a:gd name="connsiteY19" fmla="*/ 332422 h 347662"/>
              <a:gd name="connsiteX20" fmla="*/ 75884 w 367088"/>
              <a:gd name="connsiteY20" fmla="*/ 115253 h 347662"/>
              <a:gd name="connsiteX21" fmla="*/ 68295 w 367088"/>
              <a:gd name="connsiteY21" fmla="*/ 107632 h 347662"/>
              <a:gd name="connsiteX22" fmla="*/ 22765 w 367088"/>
              <a:gd name="connsiteY22" fmla="*/ 107632 h 347662"/>
              <a:gd name="connsiteX23" fmla="*/ 15177 w 367088"/>
              <a:gd name="connsiteY23" fmla="*/ 115253 h 347662"/>
              <a:gd name="connsiteX24" fmla="*/ 15177 w 367088"/>
              <a:gd name="connsiteY24" fmla="*/ 332422 h 347662"/>
              <a:gd name="connsiteX25" fmla="*/ 7588 w 367088"/>
              <a:gd name="connsiteY25" fmla="*/ 332422 h 347662"/>
              <a:gd name="connsiteX26" fmla="*/ 0 w 367088"/>
              <a:gd name="connsiteY26" fmla="*/ 340043 h 347662"/>
              <a:gd name="connsiteX27" fmla="*/ 7588 w 367088"/>
              <a:gd name="connsiteY27" fmla="*/ 347663 h 347662"/>
              <a:gd name="connsiteX28" fmla="*/ 359500 w 367088"/>
              <a:gd name="connsiteY28" fmla="*/ 347663 h 347662"/>
              <a:gd name="connsiteX29" fmla="*/ 367088 w 367088"/>
              <a:gd name="connsiteY29" fmla="*/ 340043 h 347662"/>
              <a:gd name="connsiteX30" fmla="*/ 359500 w 367088"/>
              <a:gd name="connsiteY30" fmla="*/ 332422 h 347662"/>
              <a:gd name="connsiteX31" fmla="*/ 303535 w 367088"/>
              <a:gd name="connsiteY31" fmla="*/ 302895 h 347662"/>
              <a:gd name="connsiteX32" fmla="*/ 333889 w 367088"/>
              <a:gd name="connsiteY32" fmla="*/ 302895 h 347662"/>
              <a:gd name="connsiteX33" fmla="*/ 333889 w 367088"/>
              <a:gd name="connsiteY33" fmla="*/ 332422 h 347662"/>
              <a:gd name="connsiteX34" fmla="*/ 303535 w 367088"/>
              <a:gd name="connsiteY34" fmla="*/ 332422 h 347662"/>
              <a:gd name="connsiteX35" fmla="*/ 303535 w 367088"/>
              <a:gd name="connsiteY35" fmla="*/ 302895 h 347662"/>
              <a:gd name="connsiteX36" fmla="*/ 212475 w 367088"/>
              <a:gd name="connsiteY36" fmla="*/ 241935 h 347662"/>
              <a:gd name="connsiteX37" fmla="*/ 242828 w 367088"/>
              <a:gd name="connsiteY37" fmla="*/ 241935 h 347662"/>
              <a:gd name="connsiteX38" fmla="*/ 242828 w 367088"/>
              <a:gd name="connsiteY38" fmla="*/ 332422 h 347662"/>
              <a:gd name="connsiteX39" fmla="*/ 212475 w 367088"/>
              <a:gd name="connsiteY39" fmla="*/ 332422 h 347662"/>
              <a:gd name="connsiteX40" fmla="*/ 212475 w 367088"/>
              <a:gd name="connsiteY40" fmla="*/ 241935 h 347662"/>
              <a:gd name="connsiteX41" fmla="*/ 119517 w 367088"/>
              <a:gd name="connsiteY41" fmla="*/ 181928 h 347662"/>
              <a:gd name="connsiteX42" fmla="*/ 149871 w 367088"/>
              <a:gd name="connsiteY42" fmla="*/ 181928 h 347662"/>
              <a:gd name="connsiteX43" fmla="*/ 149871 w 367088"/>
              <a:gd name="connsiteY43" fmla="*/ 332422 h 347662"/>
              <a:gd name="connsiteX44" fmla="*/ 119517 w 367088"/>
              <a:gd name="connsiteY44" fmla="*/ 332422 h 347662"/>
              <a:gd name="connsiteX45" fmla="*/ 119517 w 367088"/>
              <a:gd name="connsiteY45" fmla="*/ 181928 h 347662"/>
              <a:gd name="connsiteX46" fmla="*/ 28456 w 367088"/>
              <a:gd name="connsiteY46" fmla="*/ 122872 h 347662"/>
              <a:gd name="connsiteX47" fmla="*/ 58810 w 367088"/>
              <a:gd name="connsiteY47" fmla="*/ 122872 h 347662"/>
              <a:gd name="connsiteX48" fmla="*/ 58810 w 367088"/>
              <a:gd name="connsiteY48" fmla="*/ 332422 h 347662"/>
              <a:gd name="connsiteX49" fmla="*/ 28456 w 367088"/>
              <a:gd name="connsiteY49" fmla="*/ 332422 h 347662"/>
              <a:gd name="connsiteX50" fmla="*/ 28456 w 367088"/>
              <a:gd name="connsiteY50" fmla="*/ 122872 h 347662"/>
              <a:gd name="connsiteX51" fmla="*/ 36993 w 367088"/>
              <a:gd name="connsiteY51" fmla="*/ 3810 h 347662"/>
              <a:gd name="connsiteX52" fmla="*/ 48376 w 367088"/>
              <a:gd name="connsiteY52" fmla="*/ 953 h 347662"/>
              <a:gd name="connsiteX53" fmla="*/ 309227 w 367088"/>
              <a:gd name="connsiteY53" fmla="*/ 172403 h 347662"/>
              <a:gd name="connsiteX54" fmla="*/ 302587 w 367088"/>
              <a:gd name="connsiteY54" fmla="*/ 129540 h 347662"/>
              <a:gd name="connsiteX55" fmla="*/ 309227 w 367088"/>
              <a:gd name="connsiteY55" fmla="*/ 121920 h 347662"/>
              <a:gd name="connsiteX56" fmla="*/ 317763 w 367088"/>
              <a:gd name="connsiteY56" fmla="*/ 128588 h 347662"/>
              <a:gd name="connsiteX57" fmla="*/ 325352 w 367088"/>
              <a:gd name="connsiteY57" fmla="*/ 186690 h 347662"/>
              <a:gd name="connsiteX58" fmla="*/ 325352 w 367088"/>
              <a:gd name="connsiteY58" fmla="*/ 188595 h 347662"/>
              <a:gd name="connsiteX59" fmla="*/ 325352 w 367088"/>
              <a:gd name="connsiteY59" fmla="*/ 188595 h 347662"/>
              <a:gd name="connsiteX60" fmla="*/ 318712 w 367088"/>
              <a:gd name="connsiteY60" fmla="*/ 196215 h 347662"/>
              <a:gd name="connsiteX61" fmla="*/ 258005 w 367088"/>
              <a:gd name="connsiteY61" fmla="*/ 204788 h 347662"/>
              <a:gd name="connsiteX62" fmla="*/ 257056 w 367088"/>
              <a:gd name="connsiteY62" fmla="*/ 204788 h 347662"/>
              <a:gd name="connsiteX63" fmla="*/ 249468 w 367088"/>
              <a:gd name="connsiteY63" fmla="*/ 197168 h 347662"/>
              <a:gd name="connsiteX64" fmla="*/ 256108 w 367088"/>
              <a:gd name="connsiteY64" fmla="*/ 189547 h 347662"/>
              <a:gd name="connsiteX65" fmla="*/ 297844 w 367088"/>
              <a:gd name="connsiteY65" fmla="*/ 183832 h 347662"/>
              <a:gd name="connsiteX66" fmla="*/ 38890 w 367088"/>
              <a:gd name="connsiteY66" fmla="*/ 14287 h 347662"/>
              <a:gd name="connsiteX67" fmla="*/ 36045 w 367088"/>
              <a:gd name="connsiteY67" fmla="*/ 3810 h 347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7088" h="347662">
                <a:moveTo>
                  <a:pt x="357603" y="332422"/>
                </a:moveTo>
                <a:lnTo>
                  <a:pt x="350014" y="332422"/>
                </a:lnTo>
                <a:lnTo>
                  <a:pt x="350014" y="295275"/>
                </a:lnTo>
                <a:cubicBezTo>
                  <a:pt x="350014" y="290513"/>
                  <a:pt x="347168" y="287655"/>
                  <a:pt x="342426" y="287655"/>
                </a:cubicBezTo>
                <a:lnTo>
                  <a:pt x="296895" y="287655"/>
                </a:lnTo>
                <a:cubicBezTo>
                  <a:pt x="293101" y="287655"/>
                  <a:pt x="289307" y="290513"/>
                  <a:pt x="289307" y="295275"/>
                </a:cubicBezTo>
                <a:lnTo>
                  <a:pt x="289307" y="332422"/>
                </a:lnTo>
                <a:lnTo>
                  <a:pt x="258953" y="332422"/>
                </a:lnTo>
                <a:lnTo>
                  <a:pt x="258953" y="234315"/>
                </a:lnTo>
                <a:cubicBezTo>
                  <a:pt x="258953" y="229553"/>
                  <a:pt x="256108" y="226695"/>
                  <a:pt x="251365" y="226695"/>
                </a:cubicBezTo>
                <a:lnTo>
                  <a:pt x="205835" y="226695"/>
                </a:lnTo>
                <a:cubicBezTo>
                  <a:pt x="202041" y="226695"/>
                  <a:pt x="198246" y="229553"/>
                  <a:pt x="198246" y="234315"/>
                </a:cubicBezTo>
                <a:lnTo>
                  <a:pt x="198246" y="332422"/>
                </a:lnTo>
                <a:lnTo>
                  <a:pt x="166944" y="332422"/>
                </a:lnTo>
                <a:lnTo>
                  <a:pt x="166944" y="174307"/>
                </a:lnTo>
                <a:cubicBezTo>
                  <a:pt x="166944" y="169545"/>
                  <a:pt x="164099" y="166688"/>
                  <a:pt x="159356" y="166688"/>
                </a:cubicBezTo>
                <a:lnTo>
                  <a:pt x="113826" y="166688"/>
                </a:lnTo>
                <a:cubicBezTo>
                  <a:pt x="110032" y="166688"/>
                  <a:pt x="106237" y="169545"/>
                  <a:pt x="106237" y="174307"/>
                </a:cubicBezTo>
                <a:lnTo>
                  <a:pt x="106237" y="332422"/>
                </a:lnTo>
                <a:lnTo>
                  <a:pt x="75884" y="332422"/>
                </a:lnTo>
                <a:lnTo>
                  <a:pt x="75884" y="115253"/>
                </a:lnTo>
                <a:cubicBezTo>
                  <a:pt x="75884" y="110490"/>
                  <a:pt x="73038" y="107632"/>
                  <a:pt x="68295" y="107632"/>
                </a:cubicBezTo>
                <a:lnTo>
                  <a:pt x="22765" y="107632"/>
                </a:lnTo>
                <a:cubicBezTo>
                  <a:pt x="18971" y="107632"/>
                  <a:pt x="15177" y="110490"/>
                  <a:pt x="15177" y="115253"/>
                </a:cubicBezTo>
                <a:lnTo>
                  <a:pt x="15177" y="332422"/>
                </a:lnTo>
                <a:lnTo>
                  <a:pt x="7588" y="332422"/>
                </a:lnTo>
                <a:cubicBezTo>
                  <a:pt x="3794" y="332422"/>
                  <a:pt x="0" y="335280"/>
                  <a:pt x="0" y="340043"/>
                </a:cubicBezTo>
                <a:cubicBezTo>
                  <a:pt x="0" y="344805"/>
                  <a:pt x="3794" y="347663"/>
                  <a:pt x="7588" y="347663"/>
                </a:cubicBezTo>
                <a:lnTo>
                  <a:pt x="359500" y="347663"/>
                </a:lnTo>
                <a:cubicBezTo>
                  <a:pt x="364242" y="347663"/>
                  <a:pt x="367088" y="343853"/>
                  <a:pt x="367088" y="340043"/>
                </a:cubicBezTo>
                <a:cubicBezTo>
                  <a:pt x="367088" y="336232"/>
                  <a:pt x="364242" y="332422"/>
                  <a:pt x="359500" y="332422"/>
                </a:cubicBezTo>
                <a:close/>
                <a:moveTo>
                  <a:pt x="303535" y="302895"/>
                </a:moveTo>
                <a:lnTo>
                  <a:pt x="333889" y="302895"/>
                </a:lnTo>
                <a:lnTo>
                  <a:pt x="333889" y="332422"/>
                </a:lnTo>
                <a:lnTo>
                  <a:pt x="303535" y="332422"/>
                </a:lnTo>
                <a:lnTo>
                  <a:pt x="303535" y="302895"/>
                </a:lnTo>
                <a:close/>
                <a:moveTo>
                  <a:pt x="212475" y="241935"/>
                </a:moveTo>
                <a:lnTo>
                  <a:pt x="242828" y="241935"/>
                </a:lnTo>
                <a:lnTo>
                  <a:pt x="242828" y="332422"/>
                </a:lnTo>
                <a:lnTo>
                  <a:pt x="212475" y="332422"/>
                </a:lnTo>
                <a:lnTo>
                  <a:pt x="212475" y="241935"/>
                </a:lnTo>
                <a:close/>
                <a:moveTo>
                  <a:pt x="119517" y="181928"/>
                </a:moveTo>
                <a:lnTo>
                  <a:pt x="149871" y="181928"/>
                </a:lnTo>
                <a:lnTo>
                  <a:pt x="149871" y="332422"/>
                </a:lnTo>
                <a:lnTo>
                  <a:pt x="119517" y="332422"/>
                </a:lnTo>
                <a:lnTo>
                  <a:pt x="119517" y="181928"/>
                </a:lnTo>
                <a:close/>
                <a:moveTo>
                  <a:pt x="28456" y="122872"/>
                </a:moveTo>
                <a:lnTo>
                  <a:pt x="58810" y="122872"/>
                </a:lnTo>
                <a:lnTo>
                  <a:pt x="58810" y="332422"/>
                </a:lnTo>
                <a:lnTo>
                  <a:pt x="28456" y="332422"/>
                </a:lnTo>
                <a:lnTo>
                  <a:pt x="28456" y="122872"/>
                </a:lnTo>
                <a:close/>
                <a:moveTo>
                  <a:pt x="36993" y="3810"/>
                </a:moveTo>
                <a:cubicBezTo>
                  <a:pt x="39839" y="0"/>
                  <a:pt x="44582" y="-952"/>
                  <a:pt x="48376" y="953"/>
                </a:cubicBezTo>
                <a:cubicBezTo>
                  <a:pt x="221960" y="114300"/>
                  <a:pt x="285513" y="156210"/>
                  <a:pt x="309227" y="172403"/>
                </a:cubicBezTo>
                <a:cubicBezTo>
                  <a:pt x="304797" y="143828"/>
                  <a:pt x="302587" y="129540"/>
                  <a:pt x="302587" y="129540"/>
                </a:cubicBezTo>
                <a:cubicBezTo>
                  <a:pt x="302587" y="125730"/>
                  <a:pt x="305432" y="121920"/>
                  <a:pt x="309227" y="121920"/>
                </a:cubicBezTo>
                <a:cubicBezTo>
                  <a:pt x="313969" y="120967"/>
                  <a:pt x="317763" y="124778"/>
                  <a:pt x="317763" y="128588"/>
                </a:cubicBezTo>
                <a:cubicBezTo>
                  <a:pt x="323455" y="169545"/>
                  <a:pt x="324403" y="181928"/>
                  <a:pt x="325352" y="186690"/>
                </a:cubicBezTo>
                <a:cubicBezTo>
                  <a:pt x="325352" y="186690"/>
                  <a:pt x="325352" y="187643"/>
                  <a:pt x="325352" y="188595"/>
                </a:cubicBezTo>
                <a:cubicBezTo>
                  <a:pt x="325352" y="188595"/>
                  <a:pt x="325352" y="188595"/>
                  <a:pt x="325352" y="188595"/>
                </a:cubicBezTo>
                <a:cubicBezTo>
                  <a:pt x="326300" y="192405"/>
                  <a:pt x="322506" y="196215"/>
                  <a:pt x="318712" y="196215"/>
                </a:cubicBezTo>
                <a:lnTo>
                  <a:pt x="258005" y="204788"/>
                </a:lnTo>
                <a:lnTo>
                  <a:pt x="257056" y="204788"/>
                </a:lnTo>
                <a:cubicBezTo>
                  <a:pt x="253262" y="204788"/>
                  <a:pt x="250417" y="200978"/>
                  <a:pt x="249468" y="197168"/>
                </a:cubicBezTo>
                <a:cubicBezTo>
                  <a:pt x="249468" y="193357"/>
                  <a:pt x="252314" y="189547"/>
                  <a:pt x="256108" y="189547"/>
                </a:cubicBezTo>
                <a:cubicBezTo>
                  <a:pt x="276976" y="186690"/>
                  <a:pt x="290256" y="184785"/>
                  <a:pt x="297844" y="183832"/>
                </a:cubicBezTo>
                <a:cubicBezTo>
                  <a:pt x="125208" y="70802"/>
                  <a:pt x="38890" y="14287"/>
                  <a:pt x="38890" y="14287"/>
                </a:cubicBezTo>
                <a:cubicBezTo>
                  <a:pt x="35096" y="11430"/>
                  <a:pt x="34148" y="7620"/>
                  <a:pt x="36045" y="381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0" name="Graphic 225">
            <a:extLst>
              <a:ext uri="{FF2B5EF4-FFF2-40B4-BE49-F238E27FC236}">
                <a16:creationId xmlns:a16="http://schemas.microsoft.com/office/drawing/2014/main" id="{C6FBF355-C448-6A78-2E20-1E8798CC4F5E}"/>
              </a:ext>
            </a:extLst>
          </p:cNvPr>
          <p:cNvSpPr/>
          <p:nvPr/>
        </p:nvSpPr>
        <p:spPr>
          <a:xfrm>
            <a:off x="7867500" y="1441452"/>
            <a:ext cx="490123" cy="464185"/>
          </a:xfrm>
          <a:custGeom>
            <a:avLst/>
            <a:gdLst>
              <a:gd name="connsiteX0" fmla="*/ 357603 w 367088"/>
              <a:gd name="connsiteY0" fmla="*/ 332422 h 347662"/>
              <a:gd name="connsiteX1" fmla="*/ 350014 w 367088"/>
              <a:gd name="connsiteY1" fmla="*/ 332422 h 347662"/>
              <a:gd name="connsiteX2" fmla="*/ 350014 w 367088"/>
              <a:gd name="connsiteY2" fmla="*/ 295275 h 347662"/>
              <a:gd name="connsiteX3" fmla="*/ 342426 w 367088"/>
              <a:gd name="connsiteY3" fmla="*/ 287655 h 347662"/>
              <a:gd name="connsiteX4" fmla="*/ 296895 w 367088"/>
              <a:gd name="connsiteY4" fmla="*/ 287655 h 347662"/>
              <a:gd name="connsiteX5" fmla="*/ 289307 w 367088"/>
              <a:gd name="connsiteY5" fmla="*/ 295275 h 347662"/>
              <a:gd name="connsiteX6" fmla="*/ 289307 w 367088"/>
              <a:gd name="connsiteY6" fmla="*/ 332422 h 347662"/>
              <a:gd name="connsiteX7" fmla="*/ 258953 w 367088"/>
              <a:gd name="connsiteY7" fmla="*/ 332422 h 347662"/>
              <a:gd name="connsiteX8" fmla="*/ 258953 w 367088"/>
              <a:gd name="connsiteY8" fmla="*/ 234315 h 347662"/>
              <a:gd name="connsiteX9" fmla="*/ 251365 w 367088"/>
              <a:gd name="connsiteY9" fmla="*/ 226695 h 347662"/>
              <a:gd name="connsiteX10" fmla="*/ 205835 w 367088"/>
              <a:gd name="connsiteY10" fmla="*/ 226695 h 347662"/>
              <a:gd name="connsiteX11" fmla="*/ 198246 w 367088"/>
              <a:gd name="connsiteY11" fmla="*/ 234315 h 347662"/>
              <a:gd name="connsiteX12" fmla="*/ 198246 w 367088"/>
              <a:gd name="connsiteY12" fmla="*/ 332422 h 347662"/>
              <a:gd name="connsiteX13" fmla="*/ 166944 w 367088"/>
              <a:gd name="connsiteY13" fmla="*/ 332422 h 347662"/>
              <a:gd name="connsiteX14" fmla="*/ 166944 w 367088"/>
              <a:gd name="connsiteY14" fmla="*/ 174307 h 347662"/>
              <a:gd name="connsiteX15" fmla="*/ 159356 w 367088"/>
              <a:gd name="connsiteY15" fmla="*/ 166688 h 347662"/>
              <a:gd name="connsiteX16" fmla="*/ 113826 w 367088"/>
              <a:gd name="connsiteY16" fmla="*/ 166688 h 347662"/>
              <a:gd name="connsiteX17" fmla="*/ 106237 w 367088"/>
              <a:gd name="connsiteY17" fmla="*/ 174307 h 347662"/>
              <a:gd name="connsiteX18" fmla="*/ 106237 w 367088"/>
              <a:gd name="connsiteY18" fmla="*/ 332422 h 347662"/>
              <a:gd name="connsiteX19" fmla="*/ 75884 w 367088"/>
              <a:gd name="connsiteY19" fmla="*/ 332422 h 347662"/>
              <a:gd name="connsiteX20" fmla="*/ 75884 w 367088"/>
              <a:gd name="connsiteY20" fmla="*/ 115253 h 347662"/>
              <a:gd name="connsiteX21" fmla="*/ 68295 w 367088"/>
              <a:gd name="connsiteY21" fmla="*/ 107632 h 347662"/>
              <a:gd name="connsiteX22" fmla="*/ 22765 w 367088"/>
              <a:gd name="connsiteY22" fmla="*/ 107632 h 347662"/>
              <a:gd name="connsiteX23" fmla="*/ 15177 w 367088"/>
              <a:gd name="connsiteY23" fmla="*/ 115253 h 347662"/>
              <a:gd name="connsiteX24" fmla="*/ 15177 w 367088"/>
              <a:gd name="connsiteY24" fmla="*/ 332422 h 347662"/>
              <a:gd name="connsiteX25" fmla="*/ 7588 w 367088"/>
              <a:gd name="connsiteY25" fmla="*/ 332422 h 347662"/>
              <a:gd name="connsiteX26" fmla="*/ 0 w 367088"/>
              <a:gd name="connsiteY26" fmla="*/ 340043 h 347662"/>
              <a:gd name="connsiteX27" fmla="*/ 7588 w 367088"/>
              <a:gd name="connsiteY27" fmla="*/ 347663 h 347662"/>
              <a:gd name="connsiteX28" fmla="*/ 359500 w 367088"/>
              <a:gd name="connsiteY28" fmla="*/ 347663 h 347662"/>
              <a:gd name="connsiteX29" fmla="*/ 367088 w 367088"/>
              <a:gd name="connsiteY29" fmla="*/ 340043 h 347662"/>
              <a:gd name="connsiteX30" fmla="*/ 359500 w 367088"/>
              <a:gd name="connsiteY30" fmla="*/ 332422 h 347662"/>
              <a:gd name="connsiteX31" fmla="*/ 303535 w 367088"/>
              <a:gd name="connsiteY31" fmla="*/ 302895 h 347662"/>
              <a:gd name="connsiteX32" fmla="*/ 333889 w 367088"/>
              <a:gd name="connsiteY32" fmla="*/ 302895 h 347662"/>
              <a:gd name="connsiteX33" fmla="*/ 333889 w 367088"/>
              <a:gd name="connsiteY33" fmla="*/ 332422 h 347662"/>
              <a:gd name="connsiteX34" fmla="*/ 303535 w 367088"/>
              <a:gd name="connsiteY34" fmla="*/ 332422 h 347662"/>
              <a:gd name="connsiteX35" fmla="*/ 303535 w 367088"/>
              <a:gd name="connsiteY35" fmla="*/ 302895 h 347662"/>
              <a:gd name="connsiteX36" fmla="*/ 212475 w 367088"/>
              <a:gd name="connsiteY36" fmla="*/ 241935 h 347662"/>
              <a:gd name="connsiteX37" fmla="*/ 242828 w 367088"/>
              <a:gd name="connsiteY37" fmla="*/ 241935 h 347662"/>
              <a:gd name="connsiteX38" fmla="*/ 242828 w 367088"/>
              <a:gd name="connsiteY38" fmla="*/ 332422 h 347662"/>
              <a:gd name="connsiteX39" fmla="*/ 212475 w 367088"/>
              <a:gd name="connsiteY39" fmla="*/ 332422 h 347662"/>
              <a:gd name="connsiteX40" fmla="*/ 212475 w 367088"/>
              <a:gd name="connsiteY40" fmla="*/ 241935 h 347662"/>
              <a:gd name="connsiteX41" fmla="*/ 119517 w 367088"/>
              <a:gd name="connsiteY41" fmla="*/ 181928 h 347662"/>
              <a:gd name="connsiteX42" fmla="*/ 149871 w 367088"/>
              <a:gd name="connsiteY42" fmla="*/ 181928 h 347662"/>
              <a:gd name="connsiteX43" fmla="*/ 149871 w 367088"/>
              <a:gd name="connsiteY43" fmla="*/ 332422 h 347662"/>
              <a:gd name="connsiteX44" fmla="*/ 119517 w 367088"/>
              <a:gd name="connsiteY44" fmla="*/ 332422 h 347662"/>
              <a:gd name="connsiteX45" fmla="*/ 119517 w 367088"/>
              <a:gd name="connsiteY45" fmla="*/ 181928 h 347662"/>
              <a:gd name="connsiteX46" fmla="*/ 28456 w 367088"/>
              <a:gd name="connsiteY46" fmla="*/ 122872 h 347662"/>
              <a:gd name="connsiteX47" fmla="*/ 58810 w 367088"/>
              <a:gd name="connsiteY47" fmla="*/ 122872 h 347662"/>
              <a:gd name="connsiteX48" fmla="*/ 58810 w 367088"/>
              <a:gd name="connsiteY48" fmla="*/ 332422 h 347662"/>
              <a:gd name="connsiteX49" fmla="*/ 28456 w 367088"/>
              <a:gd name="connsiteY49" fmla="*/ 332422 h 347662"/>
              <a:gd name="connsiteX50" fmla="*/ 28456 w 367088"/>
              <a:gd name="connsiteY50" fmla="*/ 122872 h 347662"/>
              <a:gd name="connsiteX51" fmla="*/ 36993 w 367088"/>
              <a:gd name="connsiteY51" fmla="*/ 3810 h 347662"/>
              <a:gd name="connsiteX52" fmla="*/ 48376 w 367088"/>
              <a:gd name="connsiteY52" fmla="*/ 953 h 347662"/>
              <a:gd name="connsiteX53" fmla="*/ 309227 w 367088"/>
              <a:gd name="connsiteY53" fmla="*/ 172403 h 347662"/>
              <a:gd name="connsiteX54" fmla="*/ 302587 w 367088"/>
              <a:gd name="connsiteY54" fmla="*/ 129540 h 347662"/>
              <a:gd name="connsiteX55" fmla="*/ 309227 w 367088"/>
              <a:gd name="connsiteY55" fmla="*/ 121920 h 347662"/>
              <a:gd name="connsiteX56" fmla="*/ 317763 w 367088"/>
              <a:gd name="connsiteY56" fmla="*/ 128588 h 347662"/>
              <a:gd name="connsiteX57" fmla="*/ 325352 w 367088"/>
              <a:gd name="connsiteY57" fmla="*/ 186690 h 347662"/>
              <a:gd name="connsiteX58" fmla="*/ 325352 w 367088"/>
              <a:gd name="connsiteY58" fmla="*/ 188595 h 347662"/>
              <a:gd name="connsiteX59" fmla="*/ 325352 w 367088"/>
              <a:gd name="connsiteY59" fmla="*/ 188595 h 347662"/>
              <a:gd name="connsiteX60" fmla="*/ 318712 w 367088"/>
              <a:gd name="connsiteY60" fmla="*/ 196215 h 347662"/>
              <a:gd name="connsiteX61" fmla="*/ 258005 w 367088"/>
              <a:gd name="connsiteY61" fmla="*/ 204788 h 347662"/>
              <a:gd name="connsiteX62" fmla="*/ 257056 w 367088"/>
              <a:gd name="connsiteY62" fmla="*/ 204788 h 347662"/>
              <a:gd name="connsiteX63" fmla="*/ 249468 w 367088"/>
              <a:gd name="connsiteY63" fmla="*/ 197168 h 347662"/>
              <a:gd name="connsiteX64" fmla="*/ 256108 w 367088"/>
              <a:gd name="connsiteY64" fmla="*/ 189547 h 347662"/>
              <a:gd name="connsiteX65" fmla="*/ 297844 w 367088"/>
              <a:gd name="connsiteY65" fmla="*/ 183832 h 347662"/>
              <a:gd name="connsiteX66" fmla="*/ 38890 w 367088"/>
              <a:gd name="connsiteY66" fmla="*/ 14287 h 347662"/>
              <a:gd name="connsiteX67" fmla="*/ 36045 w 367088"/>
              <a:gd name="connsiteY67" fmla="*/ 3810 h 347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7088" h="347662">
                <a:moveTo>
                  <a:pt x="357603" y="332422"/>
                </a:moveTo>
                <a:lnTo>
                  <a:pt x="350014" y="332422"/>
                </a:lnTo>
                <a:lnTo>
                  <a:pt x="350014" y="295275"/>
                </a:lnTo>
                <a:cubicBezTo>
                  <a:pt x="350014" y="290513"/>
                  <a:pt x="347168" y="287655"/>
                  <a:pt x="342426" y="287655"/>
                </a:cubicBezTo>
                <a:lnTo>
                  <a:pt x="296895" y="287655"/>
                </a:lnTo>
                <a:cubicBezTo>
                  <a:pt x="293101" y="287655"/>
                  <a:pt x="289307" y="290513"/>
                  <a:pt x="289307" y="295275"/>
                </a:cubicBezTo>
                <a:lnTo>
                  <a:pt x="289307" y="332422"/>
                </a:lnTo>
                <a:lnTo>
                  <a:pt x="258953" y="332422"/>
                </a:lnTo>
                <a:lnTo>
                  <a:pt x="258953" y="234315"/>
                </a:lnTo>
                <a:cubicBezTo>
                  <a:pt x="258953" y="229553"/>
                  <a:pt x="256108" y="226695"/>
                  <a:pt x="251365" y="226695"/>
                </a:cubicBezTo>
                <a:lnTo>
                  <a:pt x="205835" y="226695"/>
                </a:lnTo>
                <a:cubicBezTo>
                  <a:pt x="202041" y="226695"/>
                  <a:pt x="198246" y="229553"/>
                  <a:pt x="198246" y="234315"/>
                </a:cubicBezTo>
                <a:lnTo>
                  <a:pt x="198246" y="332422"/>
                </a:lnTo>
                <a:lnTo>
                  <a:pt x="166944" y="332422"/>
                </a:lnTo>
                <a:lnTo>
                  <a:pt x="166944" y="174307"/>
                </a:lnTo>
                <a:cubicBezTo>
                  <a:pt x="166944" y="169545"/>
                  <a:pt x="164099" y="166688"/>
                  <a:pt x="159356" y="166688"/>
                </a:cubicBezTo>
                <a:lnTo>
                  <a:pt x="113826" y="166688"/>
                </a:lnTo>
                <a:cubicBezTo>
                  <a:pt x="110032" y="166688"/>
                  <a:pt x="106237" y="169545"/>
                  <a:pt x="106237" y="174307"/>
                </a:cubicBezTo>
                <a:lnTo>
                  <a:pt x="106237" y="332422"/>
                </a:lnTo>
                <a:lnTo>
                  <a:pt x="75884" y="332422"/>
                </a:lnTo>
                <a:lnTo>
                  <a:pt x="75884" y="115253"/>
                </a:lnTo>
                <a:cubicBezTo>
                  <a:pt x="75884" y="110490"/>
                  <a:pt x="73038" y="107632"/>
                  <a:pt x="68295" y="107632"/>
                </a:cubicBezTo>
                <a:lnTo>
                  <a:pt x="22765" y="107632"/>
                </a:lnTo>
                <a:cubicBezTo>
                  <a:pt x="18971" y="107632"/>
                  <a:pt x="15177" y="110490"/>
                  <a:pt x="15177" y="115253"/>
                </a:cubicBezTo>
                <a:lnTo>
                  <a:pt x="15177" y="332422"/>
                </a:lnTo>
                <a:lnTo>
                  <a:pt x="7588" y="332422"/>
                </a:lnTo>
                <a:cubicBezTo>
                  <a:pt x="3794" y="332422"/>
                  <a:pt x="0" y="335280"/>
                  <a:pt x="0" y="340043"/>
                </a:cubicBezTo>
                <a:cubicBezTo>
                  <a:pt x="0" y="344805"/>
                  <a:pt x="3794" y="347663"/>
                  <a:pt x="7588" y="347663"/>
                </a:cubicBezTo>
                <a:lnTo>
                  <a:pt x="359500" y="347663"/>
                </a:lnTo>
                <a:cubicBezTo>
                  <a:pt x="364242" y="347663"/>
                  <a:pt x="367088" y="343853"/>
                  <a:pt x="367088" y="340043"/>
                </a:cubicBezTo>
                <a:cubicBezTo>
                  <a:pt x="367088" y="336232"/>
                  <a:pt x="364242" y="332422"/>
                  <a:pt x="359500" y="332422"/>
                </a:cubicBezTo>
                <a:close/>
                <a:moveTo>
                  <a:pt x="303535" y="302895"/>
                </a:moveTo>
                <a:lnTo>
                  <a:pt x="333889" y="302895"/>
                </a:lnTo>
                <a:lnTo>
                  <a:pt x="333889" y="332422"/>
                </a:lnTo>
                <a:lnTo>
                  <a:pt x="303535" y="332422"/>
                </a:lnTo>
                <a:lnTo>
                  <a:pt x="303535" y="302895"/>
                </a:lnTo>
                <a:close/>
                <a:moveTo>
                  <a:pt x="212475" y="241935"/>
                </a:moveTo>
                <a:lnTo>
                  <a:pt x="242828" y="241935"/>
                </a:lnTo>
                <a:lnTo>
                  <a:pt x="242828" y="332422"/>
                </a:lnTo>
                <a:lnTo>
                  <a:pt x="212475" y="332422"/>
                </a:lnTo>
                <a:lnTo>
                  <a:pt x="212475" y="241935"/>
                </a:lnTo>
                <a:close/>
                <a:moveTo>
                  <a:pt x="119517" y="181928"/>
                </a:moveTo>
                <a:lnTo>
                  <a:pt x="149871" y="181928"/>
                </a:lnTo>
                <a:lnTo>
                  <a:pt x="149871" y="332422"/>
                </a:lnTo>
                <a:lnTo>
                  <a:pt x="119517" y="332422"/>
                </a:lnTo>
                <a:lnTo>
                  <a:pt x="119517" y="181928"/>
                </a:lnTo>
                <a:close/>
                <a:moveTo>
                  <a:pt x="28456" y="122872"/>
                </a:moveTo>
                <a:lnTo>
                  <a:pt x="58810" y="122872"/>
                </a:lnTo>
                <a:lnTo>
                  <a:pt x="58810" y="332422"/>
                </a:lnTo>
                <a:lnTo>
                  <a:pt x="28456" y="332422"/>
                </a:lnTo>
                <a:lnTo>
                  <a:pt x="28456" y="122872"/>
                </a:lnTo>
                <a:close/>
                <a:moveTo>
                  <a:pt x="36993" y="3810"/>
                </a:moveTo>
                <a:cubicBezTo>
                  <a:pt x="39839" y="0"/>
                  <a:pt x="44582" y="-952"/>
                  <a:pt x="48376" y="953"/>
                </a:cubicBezTo>
                <a:cubicBezTo>
                  <a:pt x="221960" y="114300"/>
                  <a:pt x="285513" y="156210"/>
                  <a:pt x="309227" y="172403"/>
                </a:cubicBezTo>
                <a:cubicBezTo>
                  <a:pt x="304797" y="143828"/>
                  <a:pt x="302587" y="129540"/>
                  <a:pt x="302587" y="129540"/>
                </a:cubicBezTo>
                <a:cubicBezTo>
                  <a:pt x="302587" y="125730"/>
                  <a:pt x="305432" y="121920"/>
                  <a:pt x="309227" y="121920"/>
                </a:cubicBezTo>
                <a:cubicBezTo>
                  <a:pt x="313969" y="120967"/>
                  <a:pt x="317763" y="124778"/>
                  <a:pt x="317763" y="128588"/>
                </a:cubicBezTo>
                <a:cubicBezTo>
                  <a:pt x="323455" y="169545"/>
                  <a:pt x="324403" y="181928"/>
                  <a:pt x="325352" y="186690"/>
                </a:cubicBezTo>
                <a:cubicBezTo>
                  <a:pt x="325352" y="186690"/>
                  <a:pt x="325352" y="187643"/>
                  <a:pt x="325352" y="188595"/>
                </a:cubicBezTo>
                <a:cubicBezTo>
                  <a:pt x="325352" y="188595"/>
                  <a:pt x="325352" y="188595"/>
                  <a:pt x="325352" y="188595"/>
                </a:cubicBezTo>
                <a:cubicBezTo>
                  <a:pt x="326300" y="192405"/>
                  <a:pt x="322506" y="196215"/>
                  <a:pt x="318712" y="196215"/>
                </a:cubicBezTo>
                <a:lnTo>
                  <a:pt x="258005" y="204788"/>
                </a:lnTo>
                <a:lnTo>
                  <a:pt x="257056" y="204788"/>
                </a:lnTo>
                <a:cubicBezTo>
                  <a:pt x="253262" y="204788"/>
                  <a:pt x="250417" y="200978"/>
                  <a:pt x="249468" y="197168"/>
                </a:cubicBezTo>
                <a:cubicBezTo>
                  <a:pt x="249468" y="193357"/>
                  <a:pt x="252314" y="189547"/>
                  <a:pt x="256108" y="189547"/>
                </a:cubicBezTo>
                <a:cubicBezTo>
                  <a:pt x="276976" y="186690"/>
                  <a:pt x="290256" y="184785"/>
                  <a:pt x="297844" y="183832"/>
                </a:cubicBezTo>
                <a:cubicBezTo>
                  <a:pt x="125208" y="70802"/>
                  <a:pt x="38890" y="14287"/>
                  <a:pt x="38890" y="14287"/>
                </a:cubicBezTo>
                <a:cubicBezTo>
                  <a:pt x="35096" y="11430"/>
                  <a:pt x="34148" y="7620"/>
                  <a:pt x="36045" y="381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3" name="Graphic 231">
            <a:extLst>
              <a:ext uri="{FF2B5EF4-FFF2-40B4-BE49-F238E27FC236}">
                <a16:creationId xmlns:a16="http://schemas.microsoft.com/office/drawing/2014/main" id="{0673D7E7-3617-D283-16F3-B39CD7872A39}"/>
              </a:ext>
            </a:extLst>
          </p:cNvPr>
          <p:cNvSpPr/>
          <p:nvPr/>
        </p:nvSpPr>
        <p:spPr>
          <a:xfrm>
            <a:off x="8749771" y="805647"/>
            <a:ext cx="492125" cy="473796"/>
          </a:xfrm>
          <a:custGeom>
            <a:avLst/>
            <a:gdLst>
              <a:gd name="connsiteX0" fmla="*/ 358551 w 368036"/>
              <a:gd name="connsiteY0" fmla="*/ 339090 h 354329"/>
              <a:gd name="connsiteX1" fmla="*/ 350963 w 368036"/>
              <a:gd name="connsiteY1" fmla="*/ 339090 h 354329"/>
              <a:gd name="connsiteX2" fmla="*/ 350963 w 368036"/>
              <a:gd name="connsiteY2" fmla="*/ 121920 h 354329"/>
              <a:gd name="connsiteX3" fmla="*/ 343374 w 368036"/>
              <a:gd name="connsiteY3" fmla="*/ 114300 h 354329"/>
              <a:gd name="connsiteX4" fmla="*/ 297844 w 368036"/>
              <a:gd name="connsiteY4" fmla="*/ 114300 h 354329"/>
              <a:gd name="connsiteX5" fmla="*/ 290256 w 368036"/>
              <a:gd name="connsiteY5" fmla="*/ 121920 h 354329"/>
              <a:gd name="connsiteX6" fmla="*/ 290256 w 368036"/>
              <a:gd name="connsiteY6" fmla="*/ 339090 h 354329"/>
              <a:gd name="connsiteX7" fmla="*/ 259902 w 368036"/>
              <a:gd name="connsiteY7" fmla="*/ 339090 h 354329"/>
              <a:gd name="connsiteX8" fmla="*/ 259902 w 368036"/>
              <a:gd name="connsiteY8" fmla="*/ 180975 h 354329"/>
              <a:gd name="connsiteX9" fmla="*/ 252314 w 368036"/>
              <a:gd name="connsiteY9" fmla="*/ 173355 h 354329"/>
              <a:gd name="connsiteX10" fmla="*/ 206783 w 368036"/>
              <a:gd name="connsiteY10" fmla="*/ 173355 h 354329"/>
              <a:gd name="connsiteX11" fmla="*/ 199195 w 368036"/>
              <a:gd name="connsiteY11" fmla="*/ 180975 h 354329"/>
              <a:gd name="connsiteX12" fmla="*/ 199195 w 368036"/>
              <a:gd name="connsiteY12" fmla="*/ 339090 h 354329"/>
              <a:gd name="connsiteX13" fmla="*/ 167893 w 368036"/>
              <a:gd name="connsiteY13" fmla="*/ 339090 h 354329"/>
              <a:gd name="connsiteX14" fmla="*/ 167893 w 368036"/>
              <a:gd name="connsiteY14" fmla="*/ 240982 h 354329"/>
              <a:gd name="connsiteX15" fmla="*/ 160305 w 368036"/>
              <a:gd name="connsiteY15" fmla="*/ 233363 h 354329"/>
              <a:gd name="connsiteX16" fmla="*/ 114774 w 368036"/>
              <a:gd name="connsiteY16" fmla="*/ 233363 h 354329"/>
              <a:gd name="connsiteX17" fmla="*/ 107186 w 368036"/>
              <a:gd name="connsiteY17" fmla="*/ 240982 h 354329"/>
              <a:gd name="connsiteX18" fmla="*/ 107186 w 368036"/>
              <a:gd name="connsiteY18" fmla="*/ 339090 h 354329"/>
              <a:gd name="connsiteX19" fmla="*/ 75884 w 368036"/>
              <a:gd name="connsiteY19" fmla="*/ 339090 h 354329"/>
              <a:gd name="connsiteX20" fmla="*/ 75884 w 368036"/>
              <a:gd name="connsiteY20" fmla="*/ 301942 h 354329"/>
              <a:gd name="connsiteX21" fmla="*/ 68295 w 368036"/>
              <a:gd name="connsiteY21" fmla="*/ 294323 h 354329"/>
              <a:gd name="connsiteX22" fmla="*/ 22765 w 368036"/>
              <a:gd name="connsiteY22" fmla="*/ 294323 h 354329"/>
              <a:gd name="connsiteX23" fmla="*/ 15177 w 368036"/>
              <a:gd name="connsiteY23" fmla="*/ 301942 h 354329"/>
              <a:gd name="connsiteX24" fmla="*/ 15177 w 368036"/>
              <a:gd name="connsiteY24" fmla="*/ 339090 h 354329"/>
              <a:gd name="connsiteX25" fmla="*/ 7588 w 368036"/>
              <a:gd name="connsiteY25" fmla="*/ 339090 h 354329"/>
              <a:gd name="connsiteX26" fmla="*/ 0 w 368036"/>
              <a:gd name="connsiteY26" fmla="*/ 346710 h 354329"/>
              <a:gd name="connsiteX27" fmla="*/ 7588 w 368036"/>
              <a:gd name="connsiteY27" fmla="*/ 354330 h 354329"/>
              <a:gd name="connsiteX28" fmla="*/ 360448 w 368036"/>
              <a:gd name="connsiteY28" fmla="*/ 354330 h 354329"/>
              <a:gd name="connsiteX29" fmla="*/ 368037 w 368036"/>
              <a:gd name="connsiteY29" fmla="*/ 346710 h 354329"/>
              <a:gd name="connsiteX30" fmla="*/ 360448 w 368036"/>
              <a:gd name="connsiteY30" fmla="*/ 339090 h 354329"/>
              <a:gd name="connsiteX31" fmla="*/ 304484 w 368036"/>
              <a:gd name="connsiteY31" fmla="*/ 128588 h 354329"/>
              <a:gd name="connsiteX32" fmla="*/ 334837 w 368036"/>
              <a:gd name="connsiteY32" fmla="*/ 128588 h 354329"/>
              <a:gd name="connsiteX33" fmla="*/ 334837 w 368036"/>
              <a:gd name="connsiteY33" fmla="*/ 338138 h 354329"/>
              <a:gd name="connsiteX34" fmla="*/ 304484 w 368036"/>
              <a:gd name="connsiteY34" fmla="*/ 338138 h 354329"/>
              <a:gd name="connsiteX35" fmla="*/ 304484 w 368036"/>
              <a:gd name="connsiteY35" fmla="*/ 128588 h 354329"/>
              <a:gd name="connsiteX36" fmla="*/ 213423 w 368036"/>
              <a:gd name="connsiteY36" fmla="*/ 188595 h 354329"/>
              <a:gd name="connsiteX37" fmla="*/ 243777 w 368036"/>
              <a:gd name="connsiteY37" fmla="*/ 188595 h 354329"/>
              <a:gd name="connsiteX38" fmla="*/ 243777 w 368036"/>
              <a:gd name="connsiteY38" fmla="*/ 339090 h 354329"/>
              <a:gd name="connsiteX39" fmla="*/ 213423 w 368036"/>
              <a:gd name="connsiteY39" fmla="*/ 339090 h 354329"/>
              <a:gd name="connsiteX40" fmla="*/ 213423 w 368036"/>
              <a:gd name="connsiteY40" fmla="*/ 188595 h 354329"/>
              <a:gd name="connsiteX41" fmla="*/ 121414 w 368036"/>
              <a:gd name="connsiteY41" fmla="*/ 248602 h 354329"/>
              <a:gd name="connsiteX42" fmla="*/ 151768 w 368036"/>
              <a:gd name="connsiteY42" fmla="*/ 248602 h 354329"/>
              <a:gd name="connsiteX43" fmla="*/ 151768 w 368036"/>
              <a:gd name="connsiteY43" fmla="*/ 339090 h 354329"/>
              <a:gd name="connsiteX44" fmla="*/ 121414 w 368036"/>
              <a:gd name="connsiteY44" fmla="*/ 339090 h 354329"/>
              <a:gd name="connsiteX45" fmla="*/ 121414 w 368036"/>
              <a:gd name="connsiteY45" fmla="*/ 248602 h 354329"/>
              <a:gd name="connsiteX46" fmla="*/ 29405 w 368036"/>
              <a:gd name="connsiteY46" fmla="*/ 308610 h 354329"/>
              <a:gd name="connsiteX47" fmla="*/ 59758 w 368036"/>
              <a:gd name="connsiteY47" fmla="*/ 308610 h 354329"/>
              <a:gd name="connsiteX48" fmla="*/ 59758 w 368036"/>
              <a:gd name="connsiteY48" fmla="*/ 338138 h 354329"/>
              <a:gd name="connsiteX49" fmla="*/ 29405 w 368036"/>
              <a:gd name="connsiteY49" fmla="*/ 338138 h 354329"/>
              <a:gd name="connsiteX50" fmla="*/ 29405 w 368036"/>
              <a:gd name="connsiteY50" fmla="*/ 308610 h 354329"/>
              <a:gd name="connsiteX51" fmla="*/ 37942 w 368036"/>
              <a:gd name="connsiteY51" fmla="*/ 200025 h 354329"/>
              <a:gd name="connsiteX52" fmla="*/ 40788 w 368036"/>
              <a:gd name="connsiteY52" fmla="*/ 189548 h 354329"/>
              <a:gd name="connsiteX53" fmla="*/ 300690 w 368036"/>
              <a:gd name="connsiteY53" fmla="*/ 20002 h 354329"/>
              <a:gd name="connsiteX54" fmla="*/ 259902 w 368036"/>
              <a:gd name="connsiteY54" fmla="*/ 15240 h 354329"/>
              <a:gd name="connsiteX55" fmla="*/ 252314 w 368036"/>
              <a:gd name="connsiteY55" fmla="*/ 7620 h 354329"/>
              <a:gd name="connsiteX56" fmla="*/ 260851 w 368036"/>
              <a:gd name="connsiteY56" fmla="*/ 0 h 354329"/>
              <a:gd name="connsiteX57" fmla="*/ 321558 w 368036"/>
              <a:gd name="connsiteY57" fmla="*/ 7620 h 354329"/>
              <a:gd name="connsiteX58" fmla="*/ 326300 w 368036"/>
              <a:gd name="connsiteY58" fmla="*/ 10477 h 354329"/>
              <a:gd name="connsiteX59" fmla="*/ 328197 w 368036"/>
              <a:gd name="connsiteY59" fmla="*/ 16192 h 354329"/>
              <a:gd name="connsiteX60" fmla="*/ 328197 w 368036"/>
              <a:gd name="connsiteY60" fmla="*/ 20955 h 354329"/>
              <a:gd name="connsiteX61" fmla="*/ 320609 w 368036"/>
              <a:gd name="connsiteY61" fmla="*/ 78105 h 354329"/>
              <a:gd name="connsiteX62" fmla="*/ 313021 w 368036"/>
              <a:gd name="connsiteY62" fmla="*/ 84773 h 354329"/>
              <a:gd name="connsiteX63" fmla="*/ 305432 w 368036"/>
              <a:gd name="connsiteY63" fmla="*/ 77152 h 354329"/>
              <a:gd name="connsiteX64" fmla="*/ 312072 w 368036"/>
              <a:gd name="connsiteY64" fmla="*/ 32385 h 354329"/>
              <a:gd name="connsiteX65" fmla="*/ 50273 w 368036"/>
              <a:gd name="connsiteY65" fmla="*/ 203835 h 354329"/>
              <a:gd name="connsiteX66" fmla="*/ 45530 w 368036"/>
              <a:gd name="connsiteY66" fmla="*/ 204788 h 354329"/>
              <a:gd name="connsiteX67" fmla="*/ 38890 w 368036"/>
              <a:gd name="connsiteY67" fmla="*/ 200977 h 35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8036" h="354329">
                <a:moveTo>
                  <a:pt x="358551" y="339090"/>
                </a:moveTo>
                <a:lnTo>
                  <a:pt x="350963" y="339090"/>
                </a:lnTo>
                <a:lnTo>
                  <a:pt x="350963" y="121920"/>
                </a:lnTo>
                <a:cubicBezTo>
                  <a:pt x="350963" y="118110"/>
                  <a:pt x="348117" y="114300"/>
                  <a:pt x="343374" y="114300"/>
                </a:cubicBezTo>
                <a:lnTo>
                  <a:pt x="297844" y="114300"/>
                </a:lnTo>
                <a:cubicBezTo>
                  <a:pt x="294050" y="114300"/>
                  <a:pt x="290256" y="118110"/>
                  <a:pt x="290256" y="121920"/>
                </a:cubicBezTo>
                <a:lnTo>
                  <a:pt x="290256" y="339090"/>
                </a:lnTo>
                <a:lnTo>
                  <a:pt x="259902" y="339090"/>
                </a:lnTo>
                <a:lnTo>
                  <a:pt x="259902" y="180975"/>
                </a:lnTo>
                <a:cubicBezTo>
                  <a:pt x="259902" y="177165"/>
                  <a:pt x="257056" y="173355"/>
                  <a:pt x="252314" y="173355"/>
                </a:cubicBezTo>
                <a:lnTo>
                  <a:pt x="206783" y="173355"/>
                </a:lnTo>
                <a:cubicBezTo>
                  <a:pt x="202989" y="173355"/>
                  <a:pt x="199195" y="177165"/>
                  <a:pt x="199195" y="180975"/>
                </a:cubicBezTo>
                <a:lnTo>
                  <a:pt x="199195" y="339090"/>
                </a:lnTo>
                <a:lnTo>
                  <a:pt x="167893" y="339090"/>
                </a:lnTo>
                <a:lnTo>
                  <a:pt x="167893" y="240982"/>
                </a:lnTo>
                <a:cubicBezTo>
                  <a:pt x="167893" y="237173"/>
                  <a:pt x="165047" y="233363"/>
                  <a:pt x="160305" y="233363"/>
                </a:cubicBezTo>
                <a:lnTo>
                  <a:pt x="114774" y="233363"/>
                </a:lnTo>
                <a:cubicBezTo>
                  <a:pt x="110980" y="233363"/>
                  <a:pt x="107186" y="237173"/>
                  <a:pt x="107186" y="240982"/>
                </a:cubicBezTo>
                <a:lnTo>
                  <a:pt x="107186" y="339090"/>
                </a:lnTo>
                <a:lnTo>
                  <a:pt x="75884" y="339090"/>
                </a:lnTo>
                <a:lnTo>
                  <a:pt x="75884" y="301942"/>
                </a:lnTo>
                <a:cubicBezTo>
                  <a:pt x="75884" y="298132"/>
                  <a:pt x="73038" y="294323"/>
                  <a:pt x="68295" y="294323"/>
                </a:cubicBezTo>
                <a:lnTo>
                  <a:pt x="22765" y="294323"/>
                </a:lnTo>
                <a:cubicBezTo>
                  <a:pt x="18971" y="294323"/>
                  <a:pt x="15177" y="298132"/>
                  <a:pt x="15177" y="301942"/>
                </a:cubicBezTo>
                <a:lnTo>
                  <a:pt x="15177" y="339090"/>
                </a:lnTo>
                <a:lnTo>
                  <a:pt x="7588" y="339090"/>
                </a:lnTo>
                <a:cubicBezTo>
                  <a:pt x="3794" y="339090"/>
                  <a:pt x="0" y="342900"/>
                  <a:pt x="0" y="346710"/>
                </a:cubicBezTo>
                <a:cubicBezTo>
                  <a:pt x="0" y="350520"/>
                  <a:pt x="3794" y="354330"/>
                  <a:pt x="7588" y="354330"/>
                </a:cubicBezTo>
                <a:lnTo>
                  <a:pt x="360448" y="354330"/>
                </a:lnTo>
                <a:cubicBezTo>
                  <a:pt x="365191" y="354330"/>
                  <a:pt x="368037" y="351473"/>
                  <a:pt x="368037" y="346710"/>
                </a:cubicBezTo>
                <a:cubicBezTo>
                  <a:pt x="368037" y="341948"/>
                  <a:pt x="365191" y="339090"/>
                  <a:pt x="360448" y="339090"/>
                </a:cubicBezTo>
                <a:close/>
                <a:moveTo>
                  <a:pt x="304484" y="128588"/>
                </a:moveTo>
                <a:lnTo>
                  <a:pt x="334837" y="128588"/>
                </a:lnTo>
                <a:lnTo>
                  <a:pt x="334837" y="338138"/>
                </a:lnTo>
                <a:lnTo>
                  <a:pt x="304484" y="338138"/>
                </a:lnTo>
                <a:lnTo>
                  <a:pt x="304484" y="128588"/>
                </a:lnTo>
                <a:close/>
                <a:moveTo>
                  <a:pt x="213423" y="188595"/>
                </a:moveTo>
                <a:lnTo>
                  <a:pt x="243777" y="188595"/>
                </a:lnTo>
                <a:lnTo>
                  <a:pt x="243777" y="339090"/>
                </a:lnTo>
                <a:lnTo>
                  <a:pt x="213423" y="339090"/>
                </a:lnTo>
                <a:lnTo>
                  <a:pt x="213423" y="188595"/>
                </a:lnTo>
                <a:close/>
                <a:moveTo>
                  <a:pt x="121414" y="248602"/>
                </a:moveTo>
                <a:lnTo>
                  <a:pt x="151768" y="248602"/>
                </a:lnTo>
                <a:lnTo>
                  <a:pt x="151768" y="339090"/>
                </a:lnTo>
                <a:lnTo>
                  <a:pt x="121414" y="339090"/>
                </a:lnTo>
                <a:lnTo>
                  <a:pt x="121414" y="248602"/>
                </a:lnTo>
                <a:close/>
                <a:moveTo>
                  <a:pt x="29405" y="308610"/>
                </a:moveTo>
                <a:lnTo>
                  <a:pt x="59758" y="308610"/>
                </a:lnTo>
                <a:lnTo>
                  <a:pt x="59758" y="338138"/>
                </a:lnTo>
                <a:lnTo>
                  <a:pt x="29405" y="338138"/>
                </a:lnTo>
                <a:lnTo>
                  <a:pt x="29405" y="308610"/>
                </a:lnTo>
                <a:close/>
                <a:moveTo>
                  <a:pt x="37942" y="200025"/>
                </a:moveTo>
                <a:cubicBezTo>
                  <a:pt x="36993" y="197167"/>
                  <a:pt x="36993" y="192405"/>
                  <a:pt x="40788" y="189548"/>
                </a:cubicBezTo>
                <a:cubicBezTo>
                  <a:pt x="209629" y="79057"/>
                  <a:pt x="275079" y="36195"/>
                  <a:pt x="300690" y="20002"/>
                </a:cubicBezTo>
                <a:cubicBezTo>
                  <a:pt x="259902" y="15240"/>
                  <a:pt x="259902" y="15240"/>
                  <a:pt x="259902" y="15240"/>
                </a:cubicBezTo>
                <a:cubicBezTo>
                  <a:pt x="255159" y="15240"/>
                  <a:pt x="252314" y="11430"/>
                  <a:pt x="252314" y="7620"/>
                </a:cubicBezTo>
                <a:cubicBezTo>
                  <a:pt x="253262" y="2857"/>
                  <a:pt x="257056" y="0"/>
                  <a:pt x="260851" y="0"/>
                </a:cubicBezTo>
                <a:lnTo>
                  <a:pt x="321558" y="7620"/>
                </a:lnTo>
                <a:cubicBezTo>
                  <a:pt x="324403" y="7620"/>
                  <a:pt x="325352" y="8572"/>
                  <a:pt x="326300" y="10477"/>
                </a:cubicBezTo>
                <a:cubicBezTo>
                  <a:pt x="327249" y="12382"/>
                  <a:pt x="328197" y="14288"/>
                  <a:pt x="328197" y="16192"/>
                </a:cubicBezTo>
                <a:cubicBezTo>
                  <a:pt x="328197" y="18097"/>
                  <a:pt x="328197" y="19050"/>
                  <a:pt x="328197" y="20955"/>
                </a:cubicBezTo>
                <a:cubicBezTo>
                  <a:pt x="320609" y="78105"/>
                  <a:pt x="320609" y="78105"/>
                  <a:pt x="320609" y="78105"/>
                </a:cubicBezTo>
                <a:cubicBezTo>
                  <a:pt x="320609" y="81915"/>
                  <a:pt x="316815" y="84773"/>
                  <a:pt x="313021" y="84773"/>
                </a:cubicBezTo>
                <a:cubicBezTo>
                  <a:pt x="309226" y="84773"/>
                  <a:pt x="305432" y="80963"/>
                  <a:pt x="305432" y="77152"/>
                </a:cubicBezTo>
                <a:cubicBezTo>
                  <a:pt x="309226" y="53340"/>
                  <a:pt x="310175" y="40005"/>
                  <a:pt x="312072" y="32385"/>
                </a:cubicBezTo>
                <a:cubicBezTo>
                  <a:pt x="137539" y="146050"/>
                  <a:pt x="50273" y="203200"/>
                  <a:pt x="50273" y="203835"/>
                </a:cubicBezTo>
                <a:cubicBezTo>
                  <a:pt x="49324" y="204788"/>
                  <a:pt x="47427" y="204788"/>
                  <a:pt x="45530" y="204788"/>
                </a:cubicBezTo>
                <a:cubicBezTo>
                  <a:pt x="43633" y="204788"/>
                  <a:pt x="41736" y="203835"/>
                  <a:pt x="38890" y="20097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4" name="Graphic 231">
            <a:extLst>
              <a:ext uri="{FF2B5EF4-FFF2-40B4-BE49-F238E27FC236}">
                <a16:creationId xmlns:a16="http://schemas.microsoft.com/office/drawing/2014/main" id="{15B05129-3831-2B74-2521-036B143ECCB8}"/>
              </a:ext>
            </a:extLst>
          </p:cNvPr>
          <p:cNvSpPr/>
          <p:nvPr/>
        </p:nvSpPr>
        <p:spPr>
          <a:xfrm>
            <a:off x="9521296" y="805647"/>
            <a:ext cx="492125" cy="473796"/>
          </a:xfrm>
          <a:custGeom>
            <a:avLst/>
            <a:gdLst>
              <a:gd name="connsiteX0" fmla="*/ 358551 w 368036"/>
              <a:gd name="connsiteY0" fmla="*/ 339090 h 354329"/>
              <a:gd name="connsiteX1" fmla="*/ 350963 w 368036"/>
              <a:gd name="connsiteY1" fmla="*/ 339090 h 354329"/>
              <a:gd name="connsiteX2" fmla="*/ 350963 w 368036"/>
              <a:gd name="connsiteY2" fmla="*/ 121920 h 354329"/>
              <a:gd name="connsiteX3" fmla="*/ 343374 w 368036"/>
              <a:gd name="connsiteY3" fmla="*/ 114300 h 354329"/>
              <a:gd name="connsiteX4" fmla="*/ 297844 w 368036"/>
              <a:gd name="connsiteY4" fmla="*/ 114300 h 354329"/>
              <a:gd name="connsiteX5" fmla="*/ 290256 w 368036"/>
              <a:gd name="connsiteY5" fmla="*/ 121920 h 354329"/>
              <a:gd name="connsiteX6" fmla="*/ 290256 w 368036"/>
              <a:gd name="connsiteY6" fmla="*/ 339090 h 354329"/>
              <a:gd name="connsiteX7" fmla="*/ 259902 w 368036"/>
              <a:gd name="connsiteY7" fmla="*/ 339090 h 354329"/>
              <a:gd name="connsiteX8" fmla="*/ 259902 w 368036"/>
              <a:gd name="connsiteY8" fmla="*/ 180975 h 354329"/>
              <a:gd name="connsiteX9" fmla="*/ 252314 w 368036"/>
              <a:gd name="connsiteY9" fmla="*/ 173355 h 354329"/>
              <a:gd name="connsiteX10" fmla="*/ 206783 w 368036"/>
              <a:gd name="connsiteY10" fmla="*/ 173355 h 354329"/>
              <a:gd name="connsiteX11" fmla="*/ 199195 w 368036"/>
              <a:gd name="connsiteY11" fmla="*/ 180975 h 354329"/>
              <a:gd name="connsiteX12" fmla="*/ 199195 w 368036"/>
              <a:gd name="connsiteY12" fmla="*/ 339090 h 354329"/>
              <a:gd name="connsiteX13" fmla="*/ 167893 w 368036"/>
              <a:gd name="connsiteY13" fmla="*/ 339090 h 354329"/>
              <a:gd name="connsiteX14" fmla="*/ 167893 w 368036"/>
              <a:gd name="connsiteY14" fmla="*/ 240982 h 354329"/>
              <a:gd name="connsiteX15" fmla="*/ 160305 w 368036"/>
              <a:gd name="connsiteY15" fmla="*/ 233363 h 354329"/>
              <a:gd name="connsiteX16" fmla="*/ 114774 w 368036"/>
              <a:gd name="connsiteY16" fmla="*/ 233363 h 354329"/>
              <a:gd name="connsiteX17" fmla="*/ 107186 w 368036"/>
              <a:gd name="connsiteY17" fmla="*/ 240982 h 354329"/>
              <a:gd name="connsiteX18" fmla="*/ 107186 w 368036"/>
              <a:gd name="connsiteY18" fmla="*/ 339090 h 354329"/>
              <a:gd name="connsiteX19" fmla="*/ 75884 w 368036"/>
              <a:gd name="connsiteY19" fmla="*/ 339090 h 354329"/>
              <a:gd name="connsiteX20" fmla="*/ 75884 w 368036"/>
              <a:gd name="connsiteY20" fmla="*/ 301942 h 354329"/>
              <a:gd name="connsiteX21" fmla="*/ 68295 w 368036"/>
              <a:gd name="connsiteY21" fmla="*/ 294323 h 354329"/>
              <a:gd name="connsiteX22" fmla="*/ 22765 w 368036"/>
              <a:gd name="connsiteY22" fmla="*/ 294323 h 354329"/>
              <a:gd name="connsiteX23" fmla="*/ 15177 w 368036"/>
              <a:gd name="connsiteY23" fmla="*/ 301942 h 354329"/>
              <a:gd name="connsiteX24" fmla="*/ 15177 w 368036"/>
              <a:gd name="connsiteY24" fmla="*/ 339090 h 354329"/>
              <a:gd name="connsiteX25" fmla="*/ 7588 w 368036"/>
              <a:gd name="connsiteY25" fmla="*/ 339090 h 354329"/>
              <a:gd name="connsiteX26" fmla="*/ 0 w 368036"/>
              <a:gd name="connsiteY26" fmla="*/ 346710 h 354329"/>
              <a:gd name="connsiteX27" fmla="*/ 7588 w 368036"/>
              <a:gd name="connsiteY27" fmla="*/ 354330 h 354329"/>
              <a:gd name="connsiteX28" fmla="*/ 360448 w 368036"/>
              <a:gd name="connsiteY28" fmla="*/ 354330 h 354329"/>
              <a:gd name="connsiteX29" fmla="*/ 368037 w 368036"/>
              <a:gd name="connsiteY29" fmla="*/ 346710 h 354329"/>
              <a:gd name="connsiteX30" fmla="*/ 360448 w 368036"/>
              <a:gd name="connsiteY30" fmla="*/ 339090 h 354329"/>
              <a:gd name="connsiteX31" fmla="*/ 304484 w 368036"/>
              <a:gd name="connsiteY31" fmla="*/ 128588 h 354329"/>
              <a:gd name="connsiteX32" fmla="*/ 334837 w 368036"/>
              <a:gd name="connsiteY32" fmla="*/ 128588 h 354329"/>
              <a:gd name="connsiteX33" fmla="*/ 334837 w 368036"/>
              <a:gd name="connsiteY33" fmla="*/ 338138 h 354329"/>
              <a:gd name="connsiteX34" fmla="*/ 304484 w 368036"/>
              <a:gd name="connsiteY34" fmla="*/ 338138 h 354329"/>
              <a:gd name="connsiteX35" fmla="*/ 304484 w 368036"/>
              <a:gd name="connsiteY35" fmla="*/ 128588 h 354329"/>
              <a:gd name="connsiteX36" fmla="*/ 213423 w 368036"/>
              <a:gd name="connsiteY36" fmla="*/ 188595 h 354329"/>
              <a:gd name="connsiteX37" fmla="*/ 243777 w 368036"/>
              <a:gd name="connsiteY37" fmla="*/ 188595 h 354329"/>
              <a:gd name="connsiteX38" fmla="*/ 243777 w 368036"/>
              <a:gd name="connsiteY38" fmla="*/ 339090 h 354329"/>
              <a:gd name="connsiteX39" fmla="*/ 213423 w 368036"/>
              <a:gd name="connsiteY39" fmla="*/ 339090 h 354329"/>
              <a:gd name="connsiteX40" fmla="*/ 213423 w 368036"/>
              <a:gd name="connsiteY40" fmla="*/ 188595 h 354329"/>
              <a:gd name="connsiteX41" fmla="*/ 121414 w 368036"/>
              <a:gd name="connsiteY41" fmla="*/ 248602 h 354329"/>
              <a:gd name="connsiteX42" fmla="*/ 151768 w 368036"/>
              <a:gd name="connsiteY42" fmla="*/ 248602 h 354329"/>
              <a:gd name="connsiteX43" fmla="*/ 151768 w 368036"/>
              <a:gd name="connsiteY43" fmla="*/ 339090 h 354329"/>
              <a:gd name="connsiteX44" fmla="*/ 121414 w 368036"/>
              <a:gd name="connsiteY44" fmla="*/ 339090 h 354329"/>
              <a:gd name="connsiteX45" fmla="*/ 121414 w 368036"/>
              <a:gd name="connsiteY45" fmla="*/ 248602 h 354329"/>
              <a:gd name="connsiteX46" fmla="*/ 29405 w 368036"/>
              <a:gd name="connsiteY46" fmla="*/ 308610 h 354329"/>
              <a:gd name="connsiteX47" fmla="*/ 59758 w 368036"/>
              <a:gd name="connsiteY47" fmla="*/ 308610 h 354329"/>
              <a:gd name="connsiteX48" fmla="*/ 59758 w 368036"/>
              <a:gd name="connsiteY48" fmla="*/ 338138 h 354329"/>
              <a:gd name="connsiteX49" fmla="*/ 29405 w 368036"/>
              <a:gd name="connsiteY49" fmla="*/ 338138 h 354329"/>
              <a:gd name="connsiteX50" fmla="*/ 29405 w 368036"/>
              <a:gd name="connsiteY50" fmla="*/ 308610 h 354329"/>
              <a:gd name="connsiteX51" fmla="*/ 37942 w 368036"/>
              <a:gd name="connsiteY51" fmla="*/ 200025 h 354329"/>
              <a:gd name="connsiteX52" fmla="*/ 40788 w 368036"/>
              <a:gd name="connsiteY52" fmla="*/ 189548 h 354329"/>
              <a:gd name="connsiteX53" fmla="*/ 300690 w 368036"/>
              <a:gd name="connsiteY53" fmla="*/ 20002 h 354329"/>
              <a:gd name="connsiteX54" fmla="*/ 259902 w 368036"/>
              <a:gd name="connsiteY54" fmla="*/ 15240 h 354329"/>
              <a:gd name="connsiteX55" fmla="*/ 252314 w 368036"/>
              <a:gd name="connsiteY55" fmla="*/ 7620 h 354329"/>
              <a:gd name="connsiteX56" fmla="*/ 260851 w 368036"/>
              <a:gd name="connsiteY56" fmla="*/ 0 h 354329"/>
              <a:gd name="connsiteX57" fmla="*/ 321558 w 368036"/>
              <a:gd name="connsiteY57" fmla="*/ 7620 h 354329"/>
              <a:gd name="connsiteX58" fmla="*/ 326300 w 368036"/>
              <a:gd name="connsiteY58" fmla="*/ 10477 h 354329"/>
              <a:gd name="connsiteX59" fmla="*/ 328197 w 368036"/>
              <a:gd name="connsiteY59" fmla="*/ 16192 h 354329"/>
              <a:gd name="connsiteX60" fmla="*/ 328197 w 368036"/>
              <a:gd name="connsiteY60" fmla="*/ 20955 h 354329"/>
              <a:gd name="connsiteX61" fmla="*/ 320609 w 368036"/>
              <a:gd name="connsiteY61" fmla="*/ 78105 h 354329"/>
              <a:gd name="connsiteX62" fmla="*/ 313021 w 368036"/>
              <a:gd name="connsiteY62" fmla="*/ 84773 h 354329"/>
              <a:gd name="connsiteX63" fmla="*/ 305432 w 368036"/>
              <a:gd name="connsiteY63" fmla="*/ 77152 h 354329"/>
              <a:gd name="connsiteX64" fmla="*/ 312072 w 368036"/>
              <a:gd name="connsiteY64" fmla="*/ 32385 h 354329"/>
              <a:gd name="connsiteX65" fmla="*/ 50273 w 368036"/>
              <a:gd name="connsiteY65" fmla="*/ 203835 h 354329"/>
              <a:gd name="connsiteX66" fmla="*/ 45530 w 368036"/>
              <a:gd name="connsiteY66" fmla="*/ 204788 h 354329"/>
              <a:gd name="connsiteX67" fmla="*/ 38890 w 368036"/>
              <a:gd name="connsiteY67" fmla="*/ 200977 h 35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8036" h="354329">
                <a:moveTo>
                  <a:pt x="358551" y="339090"/>
                </a:moveTo>
                <a:lnTo>
                  <a:pt x="350963" y="339090"/>
                </a:lnTo>
                <a:lnTo>
                  <a:pt x="350963" y="121920"/>
                </a:lnTo>
                <a:cubicBezTo>
                  <a:pt x="350963" y="118110"/>
                  <a:pt x="348117" y="114300"/>
                  <a:pt x="343374" y="114300"/>
                </a:cubicBezTo>
                <a:lnTo>
                  <a:pt x="297844" y="114300"/>
                </a:lnTo>
                <a:cubicBezTo>
                  <a:pt x="294050" y="114300"/>
                  <a:pt x="290256" y="118110"/>
                  <a:pt x="290256" y="121920"/>
                </a:cubicBezTo>
                <a:lnTo>
                  <a:pt x="290256" y="339090"/>
                </a:lnTo>
                <a:lnTo>
                  <a:pt x="259902" y="339090"/>
                </a:lnTo>
                <a:lnTo>
                  <a:pt x="259902" y="180975"/>
                </a:lnTo>
                <a:cubicBezTo>
                  <a:pt x="259902" y="177165"/>
                  <a:pt x="257056" y="173355"/>
                  <a:pt x="252314" y="173355"/>
                </a:cubicBezTo>
                <a:lnTo>
                  <a:pt x="206783" y="173355"/>
                </a:lnTo>
                <a:cubicBezTo>
                  <a:pt x="202989" y="173355"/>
                  <a:pt x="199195" y="177165"/>
                  <a:pt x="199195" y="180975"/>
                </a:cubicBezTo>
                <a:lnTo>
                  <a:pt x="199195" y="339090"/>
                </a:lnTo>
                <a:lnTo>
                  <a:pt x="167893" y="339090"/>
                </a:lnTo>
                <a:lnTo>
                  <a:pt x="167893" y="240982"/>
                </a:lnTo>
                <a:cubicBezTo>
                  <a:pt x="167893" y="237173"/>
                  <a:pt x="165047" y="233363"/>
                  <a:pt x="160305" y="233363"/>
                </a:cubicBezTo>
                <a:lnTo>
                  <a:pt x="114774" y="233363"/>
                </a:lnTo>
                <a:cubicBezTo>
                  <a:pt x="110980" y="233363"/>
                  <a:pt x="107186" y="237173"/>
                  <a:pt x="107186" y="240982"/>
                </a:cubicBezTo>
                <a:lnTo>
                  <a:pt x="107186" y="339090"/>
                </a:lnTo>
                <a:lnTo>
                  <a:pt x="75884" y="339090"/>
                </a:lnTo>
                <a:lnTo>
                  <a:pt x="75884" y="301942"/>
                </a:lnTo>
                <a:cubicBezTo>
                  <a:pt x="75884" y="298132"/>
                  <a:pt x="73038" y="294323"/>
                  <a:pt x="68295" y="294323"/>
                </a:cubicBezTo>
                <a:lnTo>
                  <a:pt x="22765" y="294323"/>
                </a:lnTo>
                <a:cubicBezTo>
                  <a:pt x="18971" y="294323"/>
                  <a:pt x="15177" y="298132"/>
                  <a:pt x="15177" y="301942"/>
                </a:cubicBezTo>
                <a:lnTo>
                  <a:pt x="15177" y="339090"/>
                </a:lnTo>
                <a:lnTo>
                  <a:pt x="7588" y="339090"/>
                </a:lnTo>
                <a:cubicBezTo>
                  <a:pt x="3794" y="339090"/>
                  <a:pt x="0" y="342900"/>
                  <a:pt x="0" y="346710"/>
                </a:cubicBezTo>
                <a:cubicBezTo>
                  <a:pt x="0" y="350520"/>
                  <a:pt x="3794" y="354330"/>
                  <a:pt x="7588" y="354330"/>
                </a:cubicBezTo>
                <a:lnTo>
                  <a:pt x="360448" y="354330"/>
                </a:lnTo>
                <a:cubicBezTo>
                  <a:pt x="365191" y="354330"/>
                  <a:pt x="368037" y="351473"/>
                  <a:pt x="368037" y="346710"/>
                </a:cubicBezTo>
                <a:cubicBezTo>
                  <a:pt x="368037" y="341948"/>
                  <a:pt x="365191" y="339090"/>
                  <a:pt x="360448" y="339090"/>
                </a:cubicBezTo>
                <a:close/>
                <a:moveTo>
                  <a:pt x="304484" y="128588"/>
                </a:moveTo>
                <a:lnTo>
                  <a:pt x="334837" y="128588"/>
                </a:lnTo>
                <a:lnTo>
                  <a:pt x="334837" y="338138"/>
                </a:lnTo>
                <a:lnTo>
                  <a:pt x="304484" y="338138"/>
                </a:lnTo>
                <a:lnTo>
                  <a:pt x="304484" y="128588"/>
                </a:lnTo>
                <a:close/>
                <a:moveTo>
                  <a:pt x="213423" y="188595"/>
                </a:moveTo>
                <a:lnTo>
                  <a:pt x="243777" y="188595"/>
                </a:lnTo>
                <a:lnTo>
                  <a:pt x="243777" y="339090"/>
                </a:lnTo>
                <a:lnTo>
                  <a:pt x="213423" y="339090"/>
                </a:lnTo>
                <a:lnTo>
                  <a:pt x="213423" y="188595"/>
                </a:lnTo>
                <a:close/>
                <a:moveTo>
                  <a:pt x="121414" y="248602"/>
                </a:moveTo>
                <a:lnTo>
                  <a:pt x="151768" y="248602"/>
                </a:lnTo>
                <a:lnTo>
                  <a:pt x="151768" y="339090"/>
                </a:lnTo>
                <a:lnTo>
                  <a:pt x="121414" y="339090"/>
                </a:lnTo>
                <a:lnTo>
                  <a:pt x="121414" y="248602"/>
                </a:lnTo>
                <a:close/>
                <a:moveTo>
                  <a:pt x="29405" y="308610"/>
                </a:moveTo>
                <a:lnTo>
                  <a:pt x="59758" y="308610"/>
                </a:lnTo>
                <a:lnTo>
                  <a:pt x="59758" y="338138"/>
                </a:lnTo>
                <a:lnTo>
                  <a:pt x="29405" y="338138"/>
                </a:lnTo>
                <a:lnTo>
                  <a:pt x="29405" y="308610"/>
                </a:lnTo>
                <a:close/>
                <a:moveTo>
                  <a:pt x="37942" y="200025"/>
                </a:moveTo>
                <a:cubicBezTo>
                  <a:pt x="36993" y="197167"/>
                  <a:pt x="36993" y="192405"/>
                  <a:pt x="40788" y="189548"/>
                </a:cubicBezTo>
                <a:cubicBezTo>
                  <a:pt x="209629" y="79057"/>
                  <a:pt x="275079" y="36195"/>
                  <a:pt x="300690" y="20002"/>
                </a:cubicBezTo>
                <a:cubicBezTo>
                  <a:pt x="259902" y="15240"/>
                  <a:pt x="259902" y="15240"/>
                  <a:pt x="259902" y="15240"/>
                </a:cubicBezTo>
                <a:cubicBezTo>
                  <a:pt x="255159" y="15240"/>
                  <a:pt x="252314" y="11430"/>
                  <a:pt x="252314" y="7620"/>
                </a:cubicBezTo>
                <a:cubicBezTo>
                  <a:pt x="253262" y="2857"/>
                  <a:pt x="257056" y="0"/>
                  <a:pt x="260851" y="0"/>
                </a:cubicBezTo>
                <a:lnTo>
                  <a:pt x="321558" y="7620"/>
                </a:lnTo>
                <a:cubicBezTo>
                  <a:pt x="324403" y="7620"/>
                  <a:pt x="325352" y="8572"/>
                  <a:pt x="326300" y="10477"/>
                </a:cubicBezTo>
                <a:cubicBezTo>
                  <a:pt x="327249" y="12382"/>
                  <a:pt x="328197" y="14288"/>
                  <a:pt x="328197" y="16192"/>
                </a:cubicBezTo>
                <a:cubicBezTo>
                  <a:pt x="328197" y="18097"/>
                  <a:pt x="328197" y="19050"/>
                  <a:pt x="328197" y="20955"/>
                </a:cubicBezTo>
                <a:cubicBezTo>
                  <a:pt x="320609" y="78105"/>
                  <a:pt x="320609" y="78105"/>
                  <a:pt x="320609" y="78105"/>
                </a:cubicBezTo>
                <a:cubicBezTo>
                  <a:pt x="320609" y="81915"/>
                  <a:pt x="316815" y="84773"/>
                  <a:pt x="313021" y="84773"/>
                </a:cubicBezTo>
                <a:cubicBezTo>
                  <a:pt x="309226" y="84773"/>
                  <a:pt x="305432" y="80963"/>
                  <a:pt x="305432" y="77152"/>
                </a:cubicBezTo>
                <a:cubicBezTo>
                  <a:pt x="309226" y="53340"/>
                  <a:pt x="310175" y="40005"/>
                  <a:pt x="312072" y="32385"/>
                </a:cubicBezTo>
                <a:cubicBezTo>
                  <a:pt x="137539" y="146050"/>
                  <a:pt x="50273" y="203200"/>
                  <a:pt x="50273" y="203835"/>
                </a:cubicBezTo>
                <a:cubicBezTo>
                  <a:pt x="49324" y="204788"/>
                  <a:pt x="47427" y="204788"/>
                  <a:pt x="45530" y="204788"/>
                </a:cubicBezTo>
                <a:cubicBezTo>
                  <a:pt x="43633" y="204788"/>
                  <a:pt x="41736" y="203835"/>
                  <a:pt x="38890" y="20097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5" name="Graphic 231">
            <a:extLst>
              <a:ext uri="{FF2B5EF4-FFF2-40B4-BE49-F238E27FC236}">
                <a16:creationId xmlns:a16="http://schemas.microsoft.com/office/drawing/2014/main" id="{B0EFED22-9FA1-403D-D791-CEE68970DEE3}"/>
              </a:ext>
            </a:extLst>
          </p:cNvPr>
          <p:cNvSpPr/>
          <p:nvPr/>
        </p:nvSpPr>
        <p:spPr>
          <a:xfrm>
            <a:off x="8749771" y="1431122"/>
            <a:ext cx="492125" cy="473796"/>
          </a:xfrm>
          <a:custGeom>
            <a:avLst/>
            <a:gdLst>
              <a:gd name="connsiteX0" fmla="*/ 358551 w 368036"/>
              <a:gd name="connsiteY0" fmla="*/ 339090 h 354329"/>
              <a:gd name="connsiteX1" fmla="*/ 350963 w 368036"/>
              <a:gd name="connsiteY1" fmla="*/ 339090 h 354329"/>
              <a:gd name="connsiteX2" fmla="*/ 350963 w 368036"/>
              <a:gd name="connsiteY2" fmla="*/ 121920 h 354329"/>
              <a:gd name="connsiteX3" fmla="*/ 343374 w 368036"/>
              <a:gd name="connsiteY3" fmla="*/ 114300 h 354329"/>
              <a:gd name="connsiteX4" fmla="*/ 297844 w 368036"/>
              <a:gd name="connsiteY4" fmla="*/ 114300 h 354329"/>
              <a:gd name="connsiteX5" fmla="*/ 290256 w 368036"/>
              <a:gd name="connsiteY5" fmla="*/ 121920 h 354329"/>
              <a:gd name="connsiteX6" fmla="*/ 290256 w 368036"/>
              <a:gd name="connsiteY6" fmla="*/ 339090 h 354329"/>
              <a:gd name="connsiteX7" fmla="*/ 259902 w 368036"/>
              <a:gd name="connsiteY7" fmla="*/ 339090 h 354329"/>
              <a:gd name="connsiteX8" fmla="*/ 259902 w 368036"/>
              <a:gd name="connsiteY8" fmla="*/ 180975 h 354329"/>
              <a:gd name="connsiteX9" fmla="*/ 252314 w 368036"/>
              <a:gd name="connsiteY9" fmla="*/ 173355 h 354329"/>
              <a:gd name="connsiteX10" fmla="*/ 206783 w 368036"/>
              <a:gd name="connsiteY10" fmla="*/ 173355 h 354329"/>
              <a:gd name="connsiteX11" fmla="*/ 199195 w 368036"/>
              <a:gd name="connsiteY11" fmla="*/ 180975 h 354329"/>
              <a:gd name="connsiteX12" fmla="*/ 199195 w 368036"/>
              <a:gd name="connsiteY12" fmla="*/ 339090 h 354329"/>
              <a:gd name="connsiteX13" fmla="*/ 167893 w 368036"/>
              <a:gd name="connsiteY13" fmla="*/ 339090 h 354329"/>
              <a:gd name="connsiteX14" fmla="*/ 167893 w 368036"/>
              <a:gd name="connsiteY14" fmla="*/ 240982 h 354329"/>
              <a:gd name="connsiteX15" fmla="*/ 160305 w 368036"/>
              <a:gd name="connsiteY15" fmla="*/ 233363 h 354329"/>
              <a:gd name="connsiteX16" fmla="*/ 114774 w 368036"/>
              <a:gd name="connsiteY16" fmla="*/ 233363 h 354329"/>
              <a:gd name="connsiteX17" fmla="*/ 107186 w 368036"/>
              <a:gd name="connsiteY17" fmla="*/ 240982 h 354329"/>
              <a:gd name="connsiteX18" fmla="*/ 107186 w 368036"/>
              <a:gd name="connsiteY18" fmla="*/ 339090 h 354329"/>
              <a:gd name="connsiteX19" fmla="*/ 75884 w 368036"/>
              <a:gd name="connsiteY19" fmla="*/ 339090 h 354329"/>
              <a:gd name="connsiteX20" fmla="*/ 75884 w 368036"/>
              <a:gd name="connsiteY20" fmla="*/ 301942 h 354329"/>
              <a:gd name="connsiteX21" fmla="*/ 68295 w 368036"/>
              <a:gd name="connsiteY21" fmla="*/ 294323 h 354329"/>
              <a:gd name="connsiteX22" fmla="*/ 22765 w 368036"/>
              <a:gd name="connsiteY22" fmla="*/ 294323 h 354329"/>
              <a:gd name="connsiteX23" fmla="*/ 15177 w 368036"/>
              <a:gd name="connsiteY23" fmla="*/ 301942 h 354329"/>
              <a:gd name="connsiteX24" fmla="*/ 15177 w 368036"/>
              <a:gd name="connsiteY24" fmla="*/ 339090 h 354329"/>
              <a:gd name="connsiteX25" fmla="*/ 7588 w 368036"/>
              <a:gd name="connsiteY25" fmla="*/ 339090 h 354329"/>
              <a:gd name="connsiteX26" fmla="*/ 0 w 368036"/>
              <a:gd name="connsiteY26" fmla="*/ 346710 h 354329"/>
              <a:gd name="connsiteX27" fmla="*/ 7588 w 368036"/>
              <a:gd name="connsiteY27" fmla="*/ 354330 h 354329"/>
              <a:gd name="connsiteX28" fmla="*/ 360448 w 368036"/>
              <a:gd name="connsiteY28" fmla="*/ 354330 h 354329"/>
              <a:gd name="connsiteX29" fmla="*/ 368037 w 368036"/>
              <a:gd name="connsiteY29" fmla="*/ 346710 h 354329"/>
              <a:gd name="connsiteX30" fmla="*/ 360448 w 368036"/>
              <a:gd name="connsiteY30" fmla="*/ 339090 h 354329"/>
              <a:gd name="connsiteX31" fmla="*/ 304484 w 368036"/>
              <a:gd name="connsiteY31" fmla="*/ 128588 h 354329"/>
              <a:gd name="connsiteX32" fmla="*/ 334837 w 368036"/>
              <a:gd name="connsiteY32" fmla="*/ 128588 h 354329"/>
              <a:gd name="connsiteX33" fmla="*/ 334837 w 368036"/>
              <a:gd name="connsiteY33" fmla="*/ 338138 h 354329"/>
              <a:gd name="connsiteX34" fmla="*/ 304484 w 368036"/>
              <a:gd name="connsiteY34" fmla="*/ 338138 h 354329"/>
              <a:gd name="connsiteX35" fmla="*/ 304484 w 368036"/>
              <a:gd name="connsiteY35" fmla="*/ 128588 h 354329"/>
              <a:gd name="connsiteX36" fmla="*/ 213423 w 368036"/>
              <a:gd name="connsiteY36" fmla="*/ 188595 h 354329"/>
              <a:gd name="connsiteX37" fmla="*/ 243777 w 368036"/>
              <a:gd name="connsiteY37" fmla="*/ 188595 h 354329"/>
              <a:gd name="connsiteX38" fmla="*/ 243777 w 368036"/>
              <a:gd name="connsiteY38" fmla="*/ 339090 h 354329"/>
              <a:gd name="connsiteX39" fmla="*/ 213423 w 368036"/>
              <a:gd name="connsiteY39" fmla="*/ 339090 h 354329"/>
              <a:gd name="connsiteX40" fmla="*/ 213423 w 368036"/>
              <a:gd name="connsiteY40" fmla="*/ 188595 h 354329"/>
              <a:gd name="connsiteX41" fmla="*/ 121414 w 368036"/>
              <a:gd name="connsiteY41" fmla="*/ 248602 h 354329"/>
              <a:gd name="connsiteX42" fmla="*/ 151768 w 368036"/>
              <a:gd name="connsiteY42" fmla="*/ 248602 h 354329"/>
              <a:gd name="connsiteX43" fmla="*/ 151768 w 368036"/>
              <a:gd name="connsiteY43" fmla="*/ 339090 h 354329"/>
              <a:gd name="connsiteX44" fmla="*/ 121414 w 368036"/>
              <a:gd name="connsiteY44" fmla="*/ 339090 h 354329"/>
              <a:gd name="connsiteX45" fmla="*/ 121414 w 368036"/>
              <a:gd name="connsiteY45" fmla="*/ 248602 h 354329"/>
              <a:gd name="connsiteX46" fmla="*/ 29405 w 368036"/>
              <a:gd name="connsiteY46" fmla="*/ 308610 h 354329"/>
              <a:gd name="connsiteX47" fmla="*/ 59758 w 368036"/>
              <a:gd name="connsiteY47" fmla="*/ 308610 h 354329"/>
              <a:gd name="connsiteX48" fmla="*/ 59758 w 368036"/>
              <a:gd name="connsiteY48" fmla="*/ 338138 h 354329"/>
              <a:gd name="connsiteX49" fmla="*/ 29405 w 368036"/>
              <a:gd name="connsiteY49" fmla="*/ 338138 h 354329"/>
              <a:gd name="connsiteX50" fmla="*/ 29405 w 368036"/>
              <a:gd name="connsiteY50" fmla="*/ 308610 h 354329"/>
              <a:gd name="connsiteX51" fmla="*/ 37942 w 368036"/>
              <a:gd name="connsiteY51" fmla="*/ 200025 h 354329"/>
              <a:gd name="connsiteX52" fmla="*/ 40788 w 368036"/>
              <a:gd name="connsiteY52" fmla="*/ 189548 h 354329"/>
              <a:gd name="connsiteX53" fmla="*/ 300690 w 368036"/>
              <a:gd name="connsiteY53" fmla="*/ 20002 h 354329"/>
              <a:gd name="connsiteX54" fmla="*/ 259902 w 368036"/>
              <a:gd name="connsiteY54" fmla="*/ 15240 h 354329"/>
              <a:gd name="connsiteX55" fmla="*/ 252314 w 368036"/>
              <a:gd name="connsiteY55" fmla="*/ 7620 h 354329"/>
              <a:gd name="connsiteX56" fmla="*/ 260851 w 368036"/>
              <a:gd name="connsiteY56" fmla="*/ 0 h 354329"/>
              <a:gd name="connsiteX57" fmla="*/ 321558 w 368036"/>
              <a:gd name="connsiteY57" fmla="*/ 7620 h 354329"/>
              <a:gd name="connsiteX58" fmla="*/ 326300 w 368036"/>
              <a:gd name="connsiteY58" fmla="*/ 10477 h 354329"/>
              <a:gd name="connsiteX59" fmla="*/ 328197 w 368036"/>
              <a:gd name="connsiteY59" fmla="*/ 16192 h 354329"/>
              <a:gd name="connsiteX60" fmla="*/ 328197 w 368036"/>
              <a:gd name="connsiteY60" fmla="*/ 20955 h 354329"/>
              <a:gd name="connsiteX61" fmla="*/ 320609 w 368036"/>
              <a:gd name="connsiteY61" fmla="*/ 78105 h 354329"/>
              <a:gd name="connsiteX62" fmla="*/ 313021 w 368036"/>
              <a:gd name="connsiteY62" fmla="*/ 84773 h 354329"/>
              <a:gd name="connsiteX63" fmla="*/ 305432 w 368036"/>
              <a:gd name="connsiteY63" fmla="*/ 77152 h 354329"/>
              <a:gd name="connsiteX64" fmla="*/ 312072 w 368036"/>
              <a:gd name="connsiteY64" fmla="*/ 32385 h 354329"/>
              <a:gd name="connsiteX65" fmla="*/ 50273 w 368036"/>
              <a:gd name="connsiteY65" fmla="*/ 203835 h 354329"/>
              <a:gd name="connsiteX66" fmla="*/ 45530 w 368036"/>
              <a:gd name="connsiteY66" fmla="*/ 204788 h 354329"/>
              <a:gd name="connsiteX67" fmla="*/ 38890 w 368036"/>
              <a:gd name="connsiteY67" fmla="*/ 200977 h 35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8036" h="354329">
                <a:moveTo>
                  <a:pt x="358551" y="339090"/>
                </a:moveTo>
                <a:lnTo>
                  <a:pt x="350963" y="339090"/>
                </a:lnTo>
                <a:lnTo>
                  <a:pt x="350963" y="121920"/>
                </a:lnTo>
                <a:cubicBezTo>
                  <a:pt x="350963" y="118110"/>
                  <a:pt x="348117" y="114300"/>
                  <a:pt x="343374" y="114300"/>
                </a:cubicBezTo>
                <a:lnTo>
                  <a:pt x="297844" y="114300"/>
                </a:lnTo>
                <a:cubicBezTo>
                  <a:pt x="294050" y="114300"/>
                  <a:pt x="290256" y="118110"/>
                  <a:pt x="290256" y="121920"/>
                </a:cubicBezTo>
                <a:lnTo>
                  <a:pt x="290256" y="339090"/>
                </a:lnTo>
                <a:lnTo>
                  <a:pt x="259902" y="339090"/>
                </a:lnTo>
                <a:lnTo>
                  <a:pt x="259902" y="180975"/>
                </a:lnTo>
                <a:cubicBezTo>
                  <a:pt x="259902" y="177165"/>
                  <a:pt x="257056" y="173355"/>
                  <a:pt x="252314" y="173355"/>
                </a:cubicBezTo>
                <a:lnTo>
                  <a:pt x="206783" y="173355"/>
                </a:lnTo>
                <a:cubicBezTo>
                  <a:pt x="202989" y="173355"/>
                  <a:pt x="199195" y="177165"/>
                  <a:pt x="199195" y="180975"/>
                </a:cubicBezTo>
                <a:lnTo>
                  <a:pt x="199195" y="339090"/>
                </a:lnTo>
                <a:lnTo>
                  <a:pt x="167893" y="339090"/>
                </a:lnTo>
                <a:lnTo>
                  <a:pt x="167893" y="240982"/>
                </a:lnTo>
                <a:cubicBezTo>
                  <a:pt x="167893" y="237173"/>
                  <a:pt x="165047" y="233363"/>
                  <a:pt x="160305" y="233363"/>
                </a:cubicBezTo>
                <a:lnTo>
                  <a:pt x="114774" y="233363"/>
                </a:lnTo>
                <a:cubicBezTo>
                  <a:pt x="110980" y="233363"/>
                  <a:pt x="107186" y="237173"/>
                  <a:pt x="107186" y="240982"/>
                </a:cubicBezTo>
                <a:lnTo>
                  <a:pt x="107186" y="339090"/>
                </a:lnTo>
                <a:lnTo>
                  <a:pt x="75884" y="339090"/>
                </a:lnTo>
                <a:lnTo>
                  <a:pt x="75884" y="301942"/>
                </a:lnTo>
                <a:cubicBezTo>
                  <a:pt x="75884" y="298132"/>
                  <a:pt x="73038" y="294323"/>
                  <a:pt x="68295" y="294323"/>
                </a:cubicBezTo>
                <a:lnTo>
                  <a:pt x="22765" y="294323"/>
                </a:lnTo>
                <a:cubicBezTo>
                  <a:pt x="18971" y="294323"/>
                  <a:pt x="15177" y="298132"/>
                  <a:pt x="15177" y="301942"/>
                </a:cubicBezTo>
                <a:lnTo>
                  <a:pt x="15177" y="339090"/>
                </a:lnTo>
                <a:lnTo>
                  <a:pt x="7588" y="339090"/>
                </a:lnTo>
                <a:cubicBezTo>
                  <a:pt x="3794" y="339090"/>
                  <a:pt x="0" y="342900"/>
                  <a:pt x="0" y="346710"/>
                </a:cubicBezTo>
                <a:cubicBezTo>
                  <a:pt x="0" y="350520"/>
                  <a:pt x="3794" y="354330"/>
                  <a:pt x="7588" y="354330"/>
                </a:cubicBezTo>
                <a:lnTo>
                  <a:pt x="360448" y="354330"/>
                </a:lnTo>
                <a:cubicBezTo>
                  <a:pt x="365191" y="354330"/>
                  <a:pt x="368037" y="351473"/>
                  <a:pt x="368037" y="346710"/>
                </a:cubicBezTo>
                <a:cubicBezTo>
                  <a:pt x="368037" y="341948"/>
                  <a:pt x="365191" y="339090"/>
                  <a:pt x="360448" y="339090"/>
                </a:cubicBezTo>
                <a:close/>
                <a:moveTo>
                  <a:pt x="304484" y="128588"/>
                </a:moveTo>
                <a:lnTo>
                  <a:pt x="334837" y="128588"/>
                </a:lnTo>
                <a:lnTo>
                  <a:pt x="334837" y="338138"/>
                </a:lnTo>
                <a:lnTo>
                  <a:pt x="304484" y="338138"/>
                </a:lnTo>
                <a:lnTo>
                  <a:pt x="304484" y="128588"/>
                </a:lnTo>
                <a:close/>
                <a:moveTo>
                  <a:pt x="213423" y="188595"/>
                </a:moveTo>
                <a:lnTo>
                  <a:pt x="243777" y="188595"/>
                </a:lnTo>
                <a:lnTo>
                  <a:pt x="243777" y="339090"/>
                </a:lnTo>
                <a:lnTo>
                  <a:pt x="213423" y="339090"/>
                </a:lnTo>
                <a:lnTo>
                  <a:pt x="213423" y="188595"/>
                </a:lnTo>
                <a:close/>
                <a:moveTo>
                  <a:pt x="121414" y="248602"/>
                </a:moveTo>
                <a:lnTo>
                  <a:pt x="151768" y="248602"/>
                </a:lnTo>
                <a:lnTo>
                  <a:pt x="151768" y="339090"/>
                </a:lnTo>
                <a:lnTo>
                  <a:pt x="121414" y="339090"/>
                </a:lnTo>
                <a:lnTo>
                  <a:pt x="121414" y="248602"/>
                </a:lnTo>
                <a:close/>
                <a:moveTo>
                  <a:pt x="29405" y="308610"/>
                </a:moveTo>
                <a:lnTo>
                  <a:pt x="59758" y="308610"/>
                </a:lnTo>
                <a:lnTo>
                  <a:pt x="59758" y="338138"/>
                </a:lnTo>
                <a:lnTo>
                  <a:pt x="29405" y="338138"/>
                </a:lnTo>
                <a:lnTo>
                  <a:pt x="29405" y="308610"/>
                </a:lnTo>
                <a:close/>
                <a:moveTo>
                  <a:pt x="37942" y="200025"/>
                </a:moveTo>
                <a:cubicBezTo>
                  <a:pt x="36993" y="197167"/>
                  <a:pt x="36993" y="192405"/>
                  <a:pt x="40788" y="189548"/>
                </a:cubicBezTo>
                <a:cubicBezTo>
                  <a:pt x="209629" y="79057"/>
                  <a:pt x="275079" y="36195"/>
                  <a:pt x="300690" y="20002"/>
                </a:cubicBezTo>
                <a:cubicBezTo>
                  <a:pt x="259902" y="15240"/>
                  <a:pt x="259902" y="15240"/>
                  <a:pt x="259902" y="15240"/>
                </a:cubicBezTo>
                <a:cubicBezTo>
                  <a:pt x="255159" y="15240"/>
                  <a:pt x="252314" y="11430"/>
                  <a:pt x="252314" y="7620"/>
                </a:cubicBezTo>
                <a:cubicBezTo>
                  <a:pt x="253262" y="2857"/>
                  <a:pt x="257056" y="0"/>
                  <a:pt x="260851" y="0"/>
                </a:cubicBezTo>
                <a:lnTo>
                  <a:pt x="321558" y="7620"/>
                </a:lnTo>
                <a:cubicBezTo>
                  <a:pt x="324403" y="7620"/>
                  <a:pt x="325352" y="8572"/>
                  <a:pt x="326300" y="10477"/>
                </a:cubicBezTo>
                <a:cubicBezTo>
                  <a:pt x="327249" y="12382"/>
                  <a:pt x="328197" y="14288"/>
                  <a:pt x="328197" y="16192"/>
                </a:cubicBezTo>
                <a:cubicBezTo>
                  <a:pt x="328197" y="18097"/>
                  <a:pt x="328197" y="19050"/>
                  <a:pt x="328197" y="20955"/>
                </a:cubicBezTo>
                <a:cubicBezTo>
                  <a:pt x="320609" y="78105"/>
                  <a:pt x="320609" y="78105"/>
                  <a:pt x="320609" y="78105"/>
                </a:cubicBezTo>
                <a:cubicBezTo>
                  <a:pt x="320609" y="81915"/>
                  <a:pt x="316815" y="84773"/>
                  <a:pt x="313021" y="84773"/>
                </a:cubicBezTo>
                <a:cubicBezTo>
                  <a:pt x="309226" y="84773"/>
                  <a:pt x="305432" y="80963"/>
                  <a:pt x="305432" y="77152"/>
                </a:cubicBezTo>
                <a:cubicBezTo>
                  <a:pt x="309226" y="53340"/>
                  <a:pt x="310175" y="40005"/>
                  <a:pt x="312072" y="32385"/>
                </a:cubicBezTo>
                <a:cubicBezTo>
                  <a:pt x="137539" y="146050"/>
                  <a:pt x="50273" y="203200"/>
                  <a:pt x="50273" y="203835"/>
                </a:cubicBezTo>
                <a:cubicBezTo>
                  <a:pt x="49324" y="204788"/>
                  <a:pt x="47427" y="204788"/>
                  <a:pt x="45530" y="204788"/>
                </a:cubicBezTo>
                <a:cubicBezTo>
                  <a:pt x="43633" y="204788"/>
                  <a:pt x="41736" y="203835"/>
                  <a:pt x="38890" y="20097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6" name="Graphic 231">
            <a:extLst>
              <a:ext uri="{FF2B5EF4-FFF2-40B4-BE49-F238E27FC236}">
                <a16:creationId xmlns:a16="http://schemas.microsoft.com/office/drawing/2014/main" id="{4171245D-C024-4E09-52E6-3C0BD6E832EF}"/>
              </a:ext>
            </a:extLst>
          </p:cNvPr>
          <p:cNvSpPr/>
          <p:nvPr/>
        </p:nvSpPr>
        <p:spPr>
          <a:xfrm>
            <a:off x="9521296" y="1431122"/>
            <a:ext cx="492125" cy="473796"/>
          </a:xfrm>
          <a:custGeom>
            <a:avLst/>
            <a:gdLst>
              <a:gd name="connsiteX0" fmla="*/ 358551 w 368036"/>
              <a:gd name="connsiteY0" fmla="*/ 339090 h 354329"/>
              <a:gd name="connsiteX1" fmla="*/ 350963 w 368036"/>
              <a:gd name="connsiteY1" fmla="*/ 339090 h 354329"/>
              <a:gd name="connsiteX2" fmla="*/ 350963 w 368036"/>
              <a:gd name="connsiteY2" fmla="*/ 121920 h 354329"/>
              <a:gd name="connsiteX3" fmla="*/ 343374 w 368036"/>
              <a:gd name="connsiteY3" fmla="*/ 114300 h 354329"/>
              <a:gd name="connsiteX4" fmla="*/ 297844 w 368036"/>
              <a:gd name="connsiteY4" fmla="*/ 114300 h 354329"/>
              <a:gd name="connsiteX5" fmla="*/ 290256 w 368036"/>
              <a:gd name="connsiteY5" fmla="*/ 121920 h 354329"/>
              <a:gd name="connsiteX6" fmla="*/ 290256 w 368036"/>
              <a:gd name="connsiteY6" fmla="*/ 339090 h 354329"/>
              <a:gd name="connsiteX7" fmla="*/ 259902 w 368036"/>
              <a:gd name="connsiteY7" fmla="*/ 339090 h 354329"/>
              <a:gd name="connsiteX8" fmla="*/ 259902 w 368036"/>
              <a:gd name="connsiteY8" fmla="*/ 180975 h 354329"/>
              <a:gd name="connsiteX9" fmla="*/ 252314 w 368036"/>
              <a:gd name="connsiteY9" fmla="*/ 173355 h 354329"/>
              <a:gd name="connsiteX10" fmla="*/ 206783 w 368036"/>
              <a:gd name="connsiteY10" fmla="*/ 173355 h 354329"/>
              <a:gd name="connsiteX11" fmla="*/ 199195 w 368036"/>
              <a:gd name="connsiteY11" fmla="*/ 180975 h 354329"/>
              <a:gd name="connsiteX12" fmla="*/ 199195 w 368036"/>
              <a:gd name="connsiteY12" fmla="*/ 339090 h 354329"/>
              <a:gd name="connsiteX13" fmla="*/ 167893 w 368036"/>
              <a:gd name="connsiteY13" fmla="*/ 339090 h 354329"/>
              <a:gd name="connsiteX14" fmla="*/ 167893 w 368036"/>
              <a:gd name="connsiteY14" fmla="*/ 240982 h 354329"/>
              <a:gd name="connsiteX15" fmla="*/ 160305 w 368036"/>
              <a:gd name="connsiteY15" fmla="*/ 233363 h 354329"/>
              <a:gd name="connsiteX16" fmla="*/ 114774 w 368036"/>
              <a:gd name="connsiteY16" fmla="*/ 233363 h 354329"/>
              <a:gd name="connsiteX17" fmla="*/ 107186 w 368036"/>
              <a:gd name="connsiteY17" fmla="*/ 240982 h 354329"/>
              <a:gd name="connsiteX18" fmla="*/ 107186 w 368036"/>
              <a:gd name="connsiteY18" fmla="*/ 339090 h 354329"/>
              <a:gd name="connsiteX19" fmla="*/ 75884 w 368036"/>
              <a:gd name="connsiteY19" fmla="*/ 339090 h 354329"/>
              <a:gd name="connsiteX20" fmla="*/ 75884 w 368036"/>
              <a:gd name="connsiteY20" fmla="*/ 301942 h 354329"/>
              <a:gd name="connsiteX21" fmla="*/ 68295 w 368036"/>
              <a:gd name="connsiteY21" fmla="*/ 294323 h 354329"/>
              <a:gd name="connsiteX22" fmla="*/ 22765 w 368036"/>
              <a:gd name="connsiteY22" fmla="*/ 294323 h 354329"/>
              <a:gd name="connsiteX23" fmla="*/ 15177 w 368036"/>
              <a:gd name="connsiteY23" fmla="*/ 301942 h 354329"/>
              <a:gd name="connsiteX24" fmla="*/ 15177 w 368036"/>
              <a:gd name="connsiteY24" fmla="*/ 339090 h 354329"/>
              <a:gd name="connsiteX25" fmla="*/ 7588 w 368036"/>
              <a:gd name="connsiteY25" fmla="*/ 339090 h 354329"/>
              <a:gd name="connsiteX26" fmla="*/ 0 w 368036"/>
              <a:gd name="connsiteY26" fmla="*/ 346710 h 354329"/>
              <a:gd name="connsiteX27" fmla="*/ 7588 w 368036"/>
              <a:gd name="connsiteY27" fmla="*/ 354330 h 354329"/>
              <a:gd name="connsiteX28" fmla="*/ 360448 w 368036"/>
              <a:gd name="connsiteY28" fmla="*/ 354330 h 354329"/>
              <a:gd name="connsiteX29" fmla="*/ 368037 w 368036"/>
              <a:gd name="connsiteY29" fmla="*/ 346710 h 354329"/>
              <a:gd name="connsiteX30" fmla="*/ 360448 w 368036"/>
              <a:gd name="connsiteY30" fmla="*/ 339090 h 354329"/>
              <a:gd name="connsiteX31" fmla="*/ 304484 w 368036"/>
              <a:gd name="connsiteY31" fmla="*/ 128588 h 354329"/>
              <a:gd name="connsiteX32" fmla="*/ 334837 w 368036"/>
              <a:gd name="connsiteY32" fmla="*/ 128588 h 354329"/>
              <a:gd name="connsiteX33" fmla="*/ 334837 w 368036"/>
              <a:gd name="connsiteY33" fmla="*/ 338138 h 354329"/>
              <a:gd name="connsiteX34" fmla="*/ 304484 w 368036"/>
              <a:gd name="connsiteY34" fmla="*/ 338138 h 354329"/>
              <a:gd name="connsiteX35" fmla="*/ 304484 w 368036"/>
              <a:gd name="connsiteY35" fmla="*/ 128588 h 354329"/>
              <a:gd name="connsiteX36" fmla="*/ 213423 w 368036"/>
              <a:gd name="connsiteY36" fmla="*/ 188595 h 354329"/>
              <a:gd name="connsiteX37" fmla="*/ 243777 w 368036"/>
              <a:gd name="connsiteY37" fmla="*/ 188595 h 354329"/>
              <a:gd name="connsiteX38" fmla="*/ 243777 w 368036"/>
              <a:gd name="connsiteY38" fmla="*/ 339090 h 354329"/>
              <a:gd name="connsiteX39" fmla="*/ 213423 w 368036"/>
              <a:gd name="connsiteY39" fmla="*/ 339090 h 354329"/>
              <a:gd name="connsiteX40" fmla="*/ 213423 w 368036"/>
              <a:gd name="connsiteY40" fmla="*/ 188595 h 354329"/>
              <a:gd name="connsiteX41" fmla="*/ 121414 w 368036"/>
              <a:gd name="connsiteY41" fmla="*/ 248602 h 354329"/>
              <a:gd name="connsiteX42" fmla="*/ 151768 w 368036"/>
              <a:gd name="connsiteY42" fmla="*/ 248602 h 354329"/>
              <a:gd name="connsiteX43" fmla="*/ 151768 w 368036"/>
              <a:gd name="connsiteY43" fmla="*/ 339090 h 354329"/>
              <a:gd name="connsiteX44" fmla="*/ 121414 w 368036"/>
              <a:gd name="connsiteY44" fmla="*/ 339090 h 354329"/>
              <a:gd name="connsiteX45" fmla="*/ 121414 w 368036"/>
              <a:gd name="connsiteY45" fmla="*/ 248602 h 354329"/>
              <a:gd name="connsiteX46" fmla="*/ 29405 w 368036"/>
              <a:gd name="connsiteY46" fmla="*/ 308610 h 354329"/>
              <a:gd name="connsiteX47" fmla="*/ 59758 w 368036"/>
              <a:gd name="connsiteY47" fmla="*/ 308610 h 354329"/>
              <a:gd name="connsiteX48" fmla="*/ 59758 w 368036"/>
              <a:gd name="connsiteY48" fmla="*/ 338138 h 354329"/>
              <a:gd name="connsiteX49" fmla="*/ 29405 w 368036"/>
              <a:gd name="connsiteY49" fmla="*/ 338138 h 354329"/>
              <a:gd name="connsiteX50" fmla="*/ 29405 w 368036"/>
              <a:gd name="connsiteY50" fmla="*/ 308610 h 354329"/>
              <a:gd name="connsiteX51" fmla="*/ 37942 w 368036"/>
              <a:gd name="connsiteY51" fmla="*/ 200025 h 354329"/>
              <a:gd name="connsiteX52" fmla="*/ 40788 w 368036"/>
              <a:gd name="connsiteY52" fmla="*/ 189548 h 354329"/>
              <a:gd name="connsiteX53" fmla="*/ 300690 w 368036"/>
              <a:gd name="connsiteY53" fmla="*/ 20002 h 354329"/>
              <a:gd name="connsiteX54" fmla="*/ 259902 w 368036"/>
              <a:gd name="connsiteY54" fmla="*/ 15240 h 354329"/>
              <a:gd name="connsiteX55" fmla="*/ 252314 w 368036"/>
              <a:gd name="connsiteY55" fmla="*/ 7620 h 354329"/>
              <a:gd name="connsiteX56" fmla="*/ 260851 w 368036"/>
              <a:gd name="connsiteY56" fmla="*/ 0 h 354329"/>
              <a:gd name="connsiteX57" fmla="*/ 321558 w 368036"/>
              <a:gd name="connsiteY57" fmla="*/ 7620 h 354329"/>
              <a:gd name="connsiteX58" fmla="*/ 326300 w 368036"/>
              <a:gd name="connsiteY58" fmla="*/ 10477 h 354329"/>
              <a:gd name="connsiteX59" fmla="*/ 328197 w 368036"/>
              <a:gd name="connsiteY59" fmla="*/ 16192 h 354329"/>
              <a:gd name="connsiteX60" fmla="*/ 328197 w 368036"/>
              <a:gd name="connsiteY60" fmla="*/ 20955 h 354329"/>
              <a:gd name="connsiteX61" fmla="*/ 320609 w 368036"/>
              <a:gd name="connsiteY61" fmla="*/ 78105 h 354329"/>
              <a:gd name="connsiteX62" fmla="*/ 313021 w 368036"/>
              <a:gd name="connsiteY62" fmla="*/ 84773 h 354329"/>
              <a:gd name="connsiteX63" fmla="*/ 305432 w 368036"/>
              <a:gd name="connsiteY63" fmla="*/ 77152 h 354329"/>
              <a:gd name="connsiteX64" fmla="*/ 312072 w 368036"/>
              <a:gd name="connsiteY64" fmla="*/ 32385 h 354329"/>
              <a:gd name="connsiteX65" fmla="*/ 50273 w 368036"/>
              <a:gd name="connsiteY65" fmla="*/ 203835 h 354329"/>
              <a:gd name="connsiteX66" fmla="*/ 45530 w 368036"/>
              <a:gd name="connsiteY66" fmla="*/ 204788 h 354329"/>
              <a:gd name="connsiteX67" fmla="*/ 38890 w 368036"/>
              <a:gd name="connsiteY67" fmla="*/ 200977 h 35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8036" h="354329">
                <a:moveTo>
                  <a:pt x="358551" y="339090"/>
                </a:moveTo>
                <a:lnTo>
                  <a:pt x="350963" y="339090"/>
                </a:lnTo>
                <a:lnTo>
                  <a:pt x="350963" y="121920"/>
                </a:lnTo>
                <a:cubicBezTo>
                  <a:pt x="350963" y="118110"/>
                  <a:pt x="348117" y="114300"/>
                  <a:pt x="343374" y="114300"/>
                </a:cubicBezTo>
                <a:lnTo>
                  <a:pt x="297844" y="114300"/>
                </a:lnTo>
                <a:cubicBezTo>
                  <a:pt x="294050" y="114300"/>
                  <a:pt x="290256" y="118110"/>
                  <a:pt x="290256" y="121920"/>
                </a:cubicBezTo>
                <a:lnTo>
                  <a:pt x="290256" y="339090"/>
                </a:lnTo>
                <a:lnTo>
                  <a:pt x="259902" y="339090"/>
                </a:lnTo>
                <a:lnTo>
                  <a:pt x="259902" y="180975"/>
                </a:lnTo>
                <a:cubicBezTo>
                  <a:pt x="259902" y="177165"/>
                  <a:pt x="257056" y="173355"/>
                  <a:pt x="252314" y="173355"/>
                </a:cubicBezTo>
                <a:lnTo>
                  <a:pt x="206783" y="173355"/>
                </a:lnTo>
                <a:cubicBezTo>
                  <a:pt x="202989" y="173355"/>
                  <a:pt x="199195" y="177165"/>
                  <a:pt x="199195" y="180975"/>
                </a:cubicBezTo>
                <a:lnTo>
                  <a:pt x="199195" y="339090"/>
                </a:lnTo>
                <a:lnTo>
                  <a:pt x="167893" y="339090"/>
                </a:lnTo>
                <a:lnTo>
                  <a:pt x="167893" y="240982"/>
                </a:lnTo>
                <a:cubicBezTo>
                  <a:pt x="167893" y="237173"/>
                  <a:pt x="165047" y="233363"/>
                  <a:pt x="160305" y="233363"/>
                </a:cubicBezTo>
                <a:lnTo>
                  <a:pt x="114774" y="233363"/>
                </a:lnTo>
                <a:cubicBezTo>
                  <a:pt x="110980" y="233363"/>
                  <a:pt x="107186" y="237173"/>
                  <a:pt x="107186" y="240982"/>
                </a:cubicBezTo>
                <a:lnTo>
                  <a:pt x="107186" y="339090"/>
                </a:lnTo>
                <a:lnTo>
                  <a:pt x="75884" y="339090"/>
                </a:lnTo>
                <a:lnTo>
                  <a:pt x="75884" y="301942"/>
                </a:lnTo>
                <a:cubicBezTo>
                  <a:pt x="75884" y="298132"/>
                  <a:pt x="73038" y="294323"/>
                  <a:pt x="68295" y="294323"/>
                </a:cubicBezTo>
                <a:lnTo>
                  <a:pt x="22765" y="294323"/>
                </a:lnTo>
                <a:cubicBezTo>
                  <a:pt x="18971" y="294323"/>
                  <a:pt x="15177" y="298132"/>
                  <a:pt x="15177" y="301942"/>
                </a:cubicBezTo>
                <a:lnTo>
                  <a:pt x="15177" y="339090"/>
                </a:lnTo>
                <a:lnTo>
                  <a:pt x="7588" y="339090"/>
                </a:lnTo>
                <a:cubicBezTo>
                  <a:pt x="3794" y="339090"/>
                  <a:pt x="0" y="342900"/>
                  <a:pt x="0" y="346710"/>
                </a:cubicBezTo>
                <a:cubicBezTo>
                  <a:pt x="0" y="350520"/>
                  <a:pt x="3794" y="354330"/>
                  <a:pt x="7588" y="354330"/>
                </a:cubicBezTo>
                <a:lnTo>
                  <a:pt x="360448" y="354330"/>
                </a:lnTo>
                <a:cubicBezTo>
                  <a:pt x="365191" y="354330"/>
                  <a:pt x="368037" y="351473"/>
                  <a:pt x="368037" y="346710"/>
                </a:cubicBezTo>
                <a:cubicBezTo>
                  <a:pt x="368037" y="341948"/>
                  <a:pt x="365191" y="339090"/>
                  <a:pt x="360448" y="339090"/>
                </a:cubicBezTo>
                <a:close/>
                <a:moveTo>
                  <a:pt x="304484" y="128588"/>
                </a:moveTo>
                <a:lnTo>
                  <a:pt x="334837" y="128588"/>
                </a:lnTo>
                <a:lnTo>
                  <a:pt x="334837" y="338138"/>
                </a:lnTo>
                <a:lnTo>
                  <a:pt x="304484" y="338138"/>
                </a:lnTo>
                <a:lnTo>
                  <a:pt x="304484" y="128588"/>
                </a:lnTo>
                <a:close/>
                <a:moveTo>
                  <a:pt x="213423" y="188595"/>
                </a:moveTo>
                <a:lnTo>
                  <a:pt x="243777" y="188595"/>
                </a:lnTo>
                <a:lnTo>
                  <a:pt x="243777" y="339090"/>
                </a:lnTo>
                <a:lnTo>
                  <a:pt x="213423" y="339090"/>
                </a:lnTo>
                <a:lnTo>
                  <a:pt x="213423" y="188595"/>
                </a:lnTo>
                <a:close/>
                <a:moveTo>
                  <a:pt x="121414" y="248602"/>
                </a:moveTo>
                <a:lnTo>
                  <a:pt x="151768" y="248602"/>
                </a:lnTo>
                <a:lnTo>
                  <a:pt x="151768" y="339090"/>
                </a:lnTo>
                <a:lnTo>
                  <a:pt x="121414" y="339090"/>
                </a:lnTo>
                <a:lnTo>
                  <a:pt x="121414" y="248602"/>
                </a:lnTo>
                <a:close/>
                <a:moveTo>
                  <a:pt x="29405" y="308610"/>
                </a:moveTo>
                <a:lnTo>
                  <a:pt x="59758" y="308610"/>
                </a:lnTo>
                <a:lnTo>
                  <a:pt x="59758" y="338138"/>
                </a:lnTo>
                <a:lnTo>
                  <a:pt x="29405" y="338138"/>
                </a:lnTo>
                <a:lnTo>
                  <a:pt x="29405" y="308610"/>
                </a:lnTo>
                <a:close/>
                <a:moveTo>
                  <a:pt x="37942" y="200025"/>
                </a:moveTo>
                <a:cubicBezTo>
                  <a:pt x="36993" y="197167"/>
                  <a:pt x="36993" y="192405"/>
                  <a:pt x="40788" y="189548"/>
                </a:cubicBezTo>
                <a:cubicBezTo>
                  <a:pt x="209629" y="79057"/>
                  <a:pt x="275079" y="36195"/>
                  <a:pt x="300690" y="20002"/>
                </a:cubicBezTo>
                <a:cubicBezTo>
                  <a:pt x="259902" y="15240"/>
                  <a:pt x="259902" y="15240"/>
                  <a:pt x="259902" y="15240"/>
                </a:cubicBezTo>
                <a:cubicBezTo>
                  <a:pt x="255159" y="15240"/>
                  <a:pt x="252314" y="11430"/>
                  <a:pt x="252314" y="7620"/>
                </a:cubicBezTo>
                <a:cubicBezTo>
                  <a:pt x="253262" y="2857"/>
                  <a:pt x="257056" y="0"/>
                  <a:pt x="260851" y="0"/>
                </a:cubicBezTo>
                <a:lnTo>
                  <a:pt x="321558" y="7620"/>
                </a:lnTo>
                <a:cubicBezTo>
                  <a:pt x="324403" y="7620"/>
                  <a:pt x="325352" y="8572"/>
                  <a:pt x="326300" y="10477"/>
                </a:cubicBezTo>
                <a:cubicBezTo>
                  <a:pt x="327249" y="12382"/>
                  <a:pt x="328197" y="14288"/>
                  <a:pt x="328197" y="16192"/>
                </a:cubicBezTo>
                <a:cubicBezTo>
                  <a:pt x="328197" y="18097"/>
                  <a:pt x="328197" y="19050"/>
                  <a:pt x="328197" y="20955"/>
                </a:cubicBezTo>
                <a:cubicBezTo>
                  <a:pt x="320609" y="78105"/>
                  <a:pt x="320609" y="78105"/>
                  <a:pt x="320609" y="78105"/>
                </a:cubicBezTo>
                <a:cubicBezTo>
                  <a:pt x="320609" y="81915"/>
                  <a:pt x="316815" y="84773"/>
                  <a:pt x="313021" y="84773"/>
                </a:cubicBezTo>
                <a:cubicBezTo>
                  <a:pt x="309226" y="84773"/>
                  <a:pt x="305432" y="80963"/>
                  <a:pt x="305432" y="77152"/>
                </a:cubicBezTo>
                <a:cubicBezTo>
                  <a:pt x="309226" y="53340"/>
                  <a:pt x="310175" y="40005"/>
                  <a:pt x="312072" y="32385"/>
                </a:cubicBezTo>
                <a:cubicBezTo>
                  <a:pt x="137539" y="146050"/>
                  <a:pt x="50273" y="203200"/>
                  <a:pt x="50273" y="203835"/>
                </a:cubicBezTo>
                <a:cubicBezTo>
                  <a:pt x="49324" y="204788"/>
                  <a:pt x="47427" y="204788"/>
                  <a:pt x="45530" y="204788"/>
                </a:cubicBezTo>
                <a:cubicBezTo>
                  <a:pt x="43633" y="204788"/>
                  <a:pt x="41736" y="203835"/>
                  <a:pt x="38890" y="20097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9" name="Graphic 237">
            <a:extLst>
              <a:ext uri="{FF2B5EF4-FFF2-40B4-BE49-F238E27FC236}">
                <a16:creationId xmlns:a16="http://schemas.microsoft.com/office/drawing/2014/main" id="{017B6587-350B-D017-36A1-3227460E23CC}"/>
              </a:ext>
            </a:extLst>
          </p:cNvPr>
          <p:cNvSpPr/>
          <p:nvPr/>
        </p:nvSpPr>
        <p:spPr>
          <a:xfrm>
            <a:off x="10395997" y="799355"/>
            <a:ext cx="492125" cy="487790"/>
          </a:xfrm>
          <a:custGeom>
            <a:avLst/>
            <a:gdLst>
              <a:gd name="connsiteX0" fmla="*/ 357603 w 367088"/>
              <a:gd name="connsiteY0" fmla="*/ 348615 h 363855"/>
              <a:gd name="connsiteX1" fmla="*/ 350014 w 367088"/>
              <a:gd name="connsiteY1" fmla="*/ 348615 h 363855"/>
              <a:gd name="connsiteX2" fmla="*/ 350014 w 367088"/>
              <a:gd name="connsiteY2" fmla="*/ 131445 h 363855"/>
              <a:gd name="connsiteX3" fmla="*/ 342426 w 367088"/>
              <a:gd name="connsiteY3" fmla="*/ 123825 h 363855"/>
              <a:gd name="connsiteX4" fmla="*/ 296895 w 367088"/>
              <a:gd name="connsiteY4" fmla="*/ 123825 h 363855"/>
              <a:gd name="connsiteX5" fmla="*/ 289307 w 367088"/>
              <a:gd name="connsiteY5" fmla="*/ 131445 h 363855"/>
              <a:gd name="connsiteX6" fmla="*/ 289307 w 367088"/>
              <a:gd name="connsiteY6" fmla="*/ 348615 h 363855"/>
              <a:gd name="connsiteX7" fmla="*/ 258953 w 367088"/>
              <a:gd name="connsiteY7" fmla="*/ 348615 h 363855"/>
              <a:gd name="connsiteX8" fmla="*/ 258953 w 367088"/>
              <a:gd name="connsiteY8" fmla="*/ 236220 h 363855"/>
              <a:gd name="connsiteX9" fmla="*/ 251365 w 367088"/>
              <a:gd name="connsiteY9" fmla="*/ 228600 h 363855"/>
              <a:gd name="connsiteX10" fmla="*/ 205835 w 367088"/>
              <a:gd name="connsiteY10" fmla="*/ 228600 h 363855"/>
              <a:gd name="connsiteX11" fmla="*/ 198246 w 367088"/>
              <a:gd name="connsiteY11" fmla="*/ 236220 h 363855"/>
              <a:gd name="connsiteX12" fmla="*/ 198246 w 367088"/>
              <a:gd name="connsiteY12" fmla="*/ 348615 h 363855"/>
              <a:gd name="connsiteX13" fmla="*/ 166944 w 367088"/>
              <a:gd name="connsiteY13" fmla="*/ 348615 h 363855"/>
              <a:gd name="connsiteX14" fmla="*/ 166944 w 367088"/>
              <a:gd name="connsiteY14" fmla="*/ 206693 h 363855"/>
              <a:gd name="connsiteX15" fmla="*/ 159356 w 367088"/>
              <a:gd name="connsiteY15" fmla="*/ 199072 h 363855"/>
              <a:gd name="connsiteX16" fmla="*/ 113826 w 367088"/>
              <a:gd name="connsiteY16" fmla="*/ 199072 h 363855"/>
              <a:gd name="connsiteX17" fmla="*/ 106237 w 367088"/>
              <a:gd name="connsiteY17" fmla="*/ 206693 h 363855"/>
              <a:gd name="connsiteX18" fmla="*/ 106237 w 367088"/>
              <a:gd name="connsiteY18" fmla="*/ 348615 h 363855"/>
              <a:gd name="connsiteX19" fmla="*/ 75884 w 367088"/>
              <a:gd name="connsiteY19" fmla="*/ 348615 h 363855"/>
              <a:gd name="connsiteX20" fmla="*/ 75884 w 367088"/>
              <a:gd name="connsiteY20" fmla="*/ 280988 h 363855"/>
              <a:gd name="connsiteX21" fmla="*/ 68295 w 367088"/>
              <a:gd name="connsiteY21" fmla="*/ 273368 h 363855"/>
              <a:gd name="connsiteX22" fmla="*/ 22765 w 367088"/>
              <a:gd name="connsiteY22" fmla="*/ 273368 h 363855"/>
              <a:gd name="connsiteX23" fmla="*/ 15177 w 367088"/>
              <a:gd name="connsiteY23" fmla="*/ 280988 h 363855"/>
              <a:gd name="connsiteX24" fmla="*/ 15177 w 367088"/>
              <a:gd name="connsiteY24" fmla="*/ 348615 h 363855"/>
              <a:gd name="connsiteX25" fmla="*/ 7588 w 367088"/>
              <a:gd name="connsiteY25" fmla="*/ 348615 h 363855"/>
              <a:gd name="connsiteX26" fmla="*/ 0 w 367088"/>
              <a:gd name="connsiteY26" fmla="*/ 356235 h 363855"/>
              <a:gd name="connsiteX27" fmla="*/ 7588 w 367088"/>
              <a:gd name="connsiteY27" fmla="*/ 363855 h 363855"/>
              <a:gd name="connsiteX28" fmla="*/ 359500 w 367088"/>
              <a:gd name="connsiteY28" fmla="*/ 363855 h 363855"/>
              <a:gd name="connsiteX29" fmla="*/ 367088 w 367088"/>
              <a:gd name="connsiteY29" fmla="*/ 356235 h 363855"/>
              <a:gd name="connsiteX30" fmla="*/ 359500 w 367088"/>
              <a:gd name="connsiteY30" fmla="*/ 348615 h 363855"/>
              <a:gd name="connsiteX31" fmla="*/ 303535 w 367088"/>
              <a:gd name="connsiteY31" fmla="*/ 138113 h 363855"/>
              <a:gd name="connsiteX32" fmla="*/ 333889 w 367088"/>
              <a:gd name="connsiteY32" fmla="*/ 138113 h 363855"/>
              <a:gd name="connsiteX33" fmla="*/ 333889 w 367088"/>
              <a:gd name="connsiteY33" fmla="*/ 347663 h 363855"/>
              <a:gd name="connsiteX34" fmla="*/ 303535 w 367088"/>
              <a:gd name="connsiteY34" fmla="*/ 347663 h 363855"/>
              <a:gd name="connsiteX35" fmla="*/ 303535 w 367088"/>
              <a:gd name="connsiteY35" fmla="*/ 138113 h 363855"/>
              <a:gd name="connsiteX36" fmla="*/ 212475 w 367088"/>
              <a:gd name="connsiteY36" fmla="*/ 242888 h 363855"/>
              <a:gd name="connsiteX37" fmla="*/ 242828 w 367088"/>
              <a:gd name="connsiteY37" fmla="*/ 242888 h 363855"/>
              <a:gd name="connsiteX38" fmla="*/ 242828 w 367088"/>
              <a:gd name="connsiteY38" fmla="*/ 347663 h 363855"/>
              <a:gd name="connsiteX39" fmla="*/ 212475 w 367088"/>
              <a:gd name="connsiteY39" fmla="*/ 347663 h 363855"/>
              <a:gd name="connsiteX40" fmla="*/ 212475 w 367088"/>
              <a:gd name="connsiteY40" fmla="*/ 242888 h 363855"/>
              <a:gd name="connsiteX41" fmla="*/ 119517 w 367088"/>
              <a:gd name="connsiteY41" fmla="*/ 213360 h 363855"/>
              <a:gd name="connsiteX42" fmla="*/ 149871 w 367088"/>
              <a:gd name="connsiteY42" fmla="*/ 213360 h 363855"/>
              <a:gd name="connsiteX43" fmla="*/ 149871 w 367088"/>
              <a:gd name="connsiteY43" fmla="*/ 347663 h 363855"/>
              <a:gd name="connsiteX44" fmla="*/ 119517 w 367088"/>
              <a:gd name="connsiteY44" fmla="*/ 347663 h 363855"/>
              <a:gd name="connsiteX45" fmla="*/ 119517 w 367088"/>
              <a:gd name="connsiteY45" fmla="*/ 213360 h 363855"/>
              <a:gd name="connsiteX46" fmla="*/ 28456 w 367088"/>
              <a:gd name="connsiteY46" fmla="*/ 287655 h 363855"/>
              <a:gd name="connsiteX47" fmla="*/ 58810 w 367088"/>
              <a:gd name="connsiteY47" fmla="*/ 287655 h 363855"/>
              <a:gd name="connsiteX48" fmla="*/ 58810 w 367088"/>
              <a:gd name="connsiteY48" fmla="*/ 347663 h 363855"/>
              <a:gd name="connsiteX49" fmla="*/ 28456 w 367088"/>
              <a:gd name="connsiteY49" fmla="*/ 347663 h 363855"/>
              <a:gd name="connsiteX50" fmla="*/ 28456 w 367088"/>
              <a:gd name="connsiteY50" fmla="*/ 287655 h 363855"/>
              <a:gd name="connsiteX51" fmla="*/ 43633 w 367088"/>
              <a:gd name="connsiteY51" fmla="*/ 198120 h 363855"/>
              <a:gd name="connsiteX52" fmla="*/ 66398 w 367088"/>
              <a:gd name="connsiteY52" fmla="*/ 175260 h 363855"/>
              <a:gd name="connsiteX53" fmla="*/ 64501 w 367088"/>
              <a:gd name="connsiteY53" fmla="*/ 166688 h 363855"/>
              <a:gd name="connsiteX54" fmla="*/ 123311 w 367088"/>
              <a:gd name="connsiteY54" fmla="*/ 119063 h 363855"/>
              <a:gd name="connsiteX55" fmla="*/ 134694 w 367088"/>
              <a:gd name="connsiteY55" fmla="*/ 121920 h 363855"/>
              <a:gd name="connsiteX56" fmla="*/ 152716 w 367088"/>
              <a:gd name="connsiteY56" fmla="*/ 113347 h 363855"/>
              <a:gd name="connsiteX57" fmla="*/ 203938 w 367088"/>
              <a:gd name="connsiteY57" fmla="*/ 129540 h 363855"/>
              <a:gd name="connsiteX58" fmla="*/ 226703 w 367088"/>
              <a:gd name="connsiteY58" fmla="*/ 151447 h 363855"/>
              <a:gd name="connsiteX59" fmla="*/ 249468 w 367088"/>
              <a:gd name="connsiteY59" fmla="*/ 128588 h 363855"/>
              <a:gd name="connsiteX60" fmla="*/ 245674 w 367088"/>
              <a:gd name="connsiteY60" fmla="*/ 117157 h 363855"/>
              <a:gd name="connsiteX61" fmla="*/ 309227 w 367088"/>
              <a:gd name="connsiteY61" fmla="*/ 43815 h 363855"/>
              <a:gd name="connsiteX62" fmla="*/ 318712 w 367088"/>
              <a:gd name="connsiteY62" fmla="*/ 45720 h 363855"/>
              <a:gd name="connsiteX63" fmla="*/ 342426 w 367088"/>
              <a:gd name="connsiteY63" fmla="*/ 22860 h 363855"/>
              <a:gd name="connsiteX64" fmla="*/ 318712 w 367088"/>
              <a:gd name="connsiteY64" fmla="*/ 0 h 363855"/>
              <a:gd name="connsiteX65" fmla="*/ 294998 w 367088"/>
              <a:gd name="connsiteY65" fmla="*/ 22860 h 363855"/>
              <a:gd name="connsiteX66" fmla="*/ 297844 w 367088"/>
              <a:gd name="connsiteY66" fmla="*/ 34290 h 363855"/>
              <a:gd name="connsiteX67" fmla="*/ 233343 w 367088"/>
              <a:gd name="connsiteY67" fmla="*/ 107632 h 363855"/>
              <a:gd name="connsiteX68" fmla="*/ 225754 w 367088"/>
              <a:gd name="connsiteY68" fmla="*/ 105728 h 363855"/>
              <a:gd name="connsiteX69" fmla="*/ 207732 w 367088"/>
              <a:gd name="connsiteY69" fmla="*/ 115253 h 363855"/>
              <a:gd name="connsiteX70" fmla="*/ 156510 w 367088"/>
              <a:gd name="connsiteY70" fmla="*/ 98107 h 363855"/>
              <a:gd name="connsiteX71" fmla="*/ 156510 w 367088"/>
              <a:gd name="connsiteY71" fmla="*/ 98107 h 363855"/>
              <a:gd name="connsiteX72" fmla="*/ 133745 w 367088"/>
              <a:gd name="connsiteY72" fmla="*/ 75247 h 363855"/>
              <a:gd name="connsiteX73" fmla="*/ 110980 w 367088"/>
              <a:gd name="connsiteY73" fmla="*/ 98107 h 363855"/>
              <a:gd name="connsiteX74" fmla="*/ 112877 w 367088"/>
              <a:gd name="connsiteY74" fmla="*/ 106680 h 363855"/>
              <a:gd name="connsiteX75" fmla="*/ 53119 w 367088"/>
              <a:gd name="connsiteY75" fmla="*/ 154305 h 363855"/>
              <a:gd name="connsiteX76" fmla="*/ 42685 w 367088"/>
              <a:gd name="connsiteY76" fmla="*/ 151447 h 363855"/>
              <a:gd name="connsiteX77" fmla="*/ 19919 w 367088"/>
              <a:gd name="connsiteY77" fmla="*/ 174308 h 363855"/>
              <a:gd name="connsiteX78" fmla="*/ 42685 w 367088"/>
              <a:gd name="connsiteY78" fmla="*/ 197168 h 363855"/>
              <a:gd name="connsiteX79" fmla="*/ 319661 w 367088"/>
              <a:gd name="connsiteY79" fmla="*/ 18098 h 363855"/>
              <a:gd name="connsiteX80" fmla="*/ 327249 w 367088"/>
              <a:gd name="connsiteY80" fmla="*/ 25718 h 363855"/>
              <a:gd name="connsiteX81" fmla="*/ 319661 w 367088"/>
              <a:gd name="connsiteY81" fmla="*/ 33338 h 363855"/>
              <a:gd name="connsiteX82" fmla="*/ 312072 w 367088"/>
              <a:gd name="connsiteY82" fmla="*/ 25718 h 363855"/>
              <a:gd name="connsiteX83" fmla="*/ 319661 w 367088"/>
              <a:gd name="connsiteY83" fmla="*/ 18098 h 363855"/>
              <a:gd name="connsiteX84" fmla="*/ 227651 w 367088"/>
              <a:gd name="connsiteY84" fmla="*/ 122872 h 363855"/>
              <a:gd name="connsiteX85" fmla="*/ 235240 w 367088"/>
              <a:gd name="connsiteY85" fmla="*/ 130493 h 363855"/>
              <a:gd name="connsiteX86" fmla="*/ 227651 w 367088"/>
              <a:gd name="connsiteY86" fmla="*/ 138113 h 363855"/>
              <a:gd name="connsiteX87" fmla="*/ 220063 w 367088"/>
              <a:gd name="connsiteY87" fmla="*/ 130493 h 363855"/>
              <a:gd name="connsiteX88" fmla="*/ 227651 w 367088"/>
              <a:gd name="connsiteY88" fmla="*/ 122872 h 363855"/>
              <a:gd name="connsiteX89" fmla="*/ 134694 w 367088"/>
              <a:gd name="connsiteY89" fmla="*/ 93345 h 363855"/>
              <a:gd name="connsiteX90" fmla="*/ 142282 w 367088"/>
              <a:gd name="connsiteY90" fmla="*/ 100965 h 363855"/>
              <a:gd name="connsiteX91" fmla="*/ 142282 w 367088"/>
              <a:gd name="connsiteY91" fmla="*/ 101918 h 363855"/>
              <a:gd name="connsiteX92" fmla="*/ 142282 w 367088"/>
              <a:gd name="connsiteY92" fmla="*/ 101918 h 363855"/>
              <a:gd name="connsiteX93" fmla="*/ 142282 w 367088"/>
              <a:gd name="connsiteY93" fmla="*/ 103822 h 363855"/>
              <a:gd name="connsiteX94" fmla="*/ 135642 w 367088"/>
              <a:gd name="connsiteY94" fmla="*/ 107632 h 363855"/>
              <a:gd name="connsiteX95" fmla="*/ 128054 w 367088"/>
              <a:gd name="connsiteY95" fmla="*/ 100013 h 363855"/>
              <a:gd name="connsiteX96" fmla="*/ 135642 w 367088"/>
              <a:gd name="connsiteY96" fmla="*/ 92393 h 363855"/>
              <a:gd name="connsiteX97" fmla="*/ 43633 w 367088"/>
              <a:gd name="connsiteY97" fmla="*/ 168593 h 363855"/>
              <a:gd name="connsiteX98" fmla="*/ 47427 w 367088"/>
              <a:gd name="connsiteY98" fmla="*/ 169545 h 363855"/>
              <a:gd name="connsiteX99" fmla="*/ 47427 w 367088"/>
              <a:gd name="connsiteY99" fmla="*/ 171450 h 363855"/>
              <a:gd name="connsiteX100" fmla="*/ 49324 w 367088"/>
              <a:gd name="connsiteY100" fmla="*/ 172403 h 363855"/>
              <a:gd name="connsiteX101" fmla="*/ 49324 w 367088"/>
              <a:gd name="connsiteY101" fmla="*/ 175260 h 363855"/>
              <a:gd name="connsiteX102" fmla="*/ 41736 w 367088"/>
              <a:gd name="connsiteY102" fmla="*/ 182880 h 363855"/>
              <a:gd name="connsiteX103" fmla="*/ 34148 w 367088"/>
              <a:gd name="connsiteY103" fmla="*/ 175260 h 363855"/>
              <a:gd name="connsiteX104" fmla="*/ 41736 w 367088"/>
              <a:gd name="connsiteY104" fmla="*/ 167640 h 363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367088" h="363855">
                <a:moveTo>
                  <a:pt x="357603" y="348615"/>
                </a:moveTo>
                <a:lnTo>
                  <a:pt x="350014" y="348615"/>
                </a:lnTo>
                <a:lnTo>
                  <a:pt x="350014" y="131445"/>
                </a:lnTo>
                <a:cubicBezTo>
                  <a:pt x="350014" y="127635"/>
                  <a:pt x="346220" y="123825"/>
                  <a:pt x="342426" y="123825"/>
                </a:cubicBezTo>
                <a:lnTo>
                  <a:pt x="296895" y="123825"/>
                </a:lnTo>
                <a:cubicBezTo>
                  <a:pt x="292153" y="123825"/>
                  <a:pt x="289307" y="127635"/>
                  <a:pt x="289307" y="131445"/>
                </a:cubicBezTo>
                <a:lnTo>
                  <a:pt x="289307" y="348615"/>
                </a:lnTo>
                <a:lnTo>
                  <a:pt x="258953" y="348615"/>
                </a:lnTo>
                <a:lnTo>
                  <a:pt x="258953" y="236220"/>
                </a:lnTo>
                <a:cubicBezTo>
                  <a:pt x="258953" y="232410"/>
                  <a:pt x="255159" y="228600"/>
                  <a:pt x="251365" y="228600"/>
                </a:cubicBezTo>
                <a:lnTo>
                  <a:pt x="205835" y="228600"/>
                </a:lnTo>
                <a:cubicBezTo>
                  <a:pt x="201092" y="228600"/>
                  <a:pt x="198246" y="232410"/>
                  <a:pt x="198246" y="236220"/>
                </a:cubicBezTo>
                <a:lnTo>
                  <a:pt x="198246" y="348615"/>
                </a:lnTo>
                <a:lnTo>
                  <a:pt x="166944" y="348615"/>
                </a:lnTo>
                <a:lnTo>
                  <a:pt x="166944" y="206693"/>
                </a:lnTo>
                <a:cubicBezTo>
                  <a:pt x="166944" y="202883"/>
                  <a:pt x="163150" y="199072"/>
                  <a:pt x="159356" y="199072"/>
                </a:cubicBezTo>
                <a:lnTo>
                  <a:pt x="113826" y="199072"/>
                </a:lnTo>
                <a:cubicBezTo>
                  <a:pt x="109083" y="199072"/>
                  <a:pt x="106237" y="202883"/>
                  <a:pt x="106237" y="206693"/>
                </a:cubicBezTo>
                <a:lnTo>
                  <a:pt x="106237" y="348615"/>
                </a:lnTo>
                <a:lnTo>
                  <a:pt x="75884" y="348615"/>
                </a:lnTo>
                <a:lnTo>
                  <a:pt x="75884" y="280988"/>
                </a:lnTo>
                <a:cubicBezTo>
                  <a:pt x="75884" y="277178"/>
                  <a:pt x="72090" y="273368"/>
                  <a:pt x="68295" y="273368"/>
                </a:cubicBezTo>
                <a:lnTo>
                  <a:pt x="22765" y="273368"/>
                </a:lnTo>
                <a:cubicBezTo>
                  <a:pt x="18022" y="273368"/>
                  <a:pt x="15177" y="277178"/>
                  <a:pt x="15177" y="280988"/>
                </a:cubicBezTo>
                <a:lnTo>
                  <a:pt x="15177" y="348615"/>
                </a:lnTo>
                <a:lnTo>
                  <a:pt x="7588" y="348615"/>
                </a:lnTo>
                <a:cubicBezTo>
                  <a:pt x="2846" y="348615"/>
                  <a:pt x="0" y="352425"/>
                  <a:pt x="0" y="356235"/>
                </a:cubicBezTo>
                <a:cubicBezTo>
                  <a:pt x="0" y="360045"/>
                  <a:pt x="2846" y="363855"/>
                  <a:pt x="7588" y="363855"/>
                </a:cubicBezTo>
                <a:lnTo>
                  <a:pt x="359500" y="363855"/>
                </a:lnTo>
                <a:cubicBezTo>
                  <a:pt x="363294" y="363855"/>
                  <a:pt x="367088" y="360997"/>
                  <a:pt x="367088" y="356235"/>
                </a:cubicBezTo>
                <a:cubicBezTo>
                  <a:pt x="367088" y="351472"/>
                  <a:pt x="363294" y="348615"/>
                  <a:pt x="359500" y="348615"/>
                </a:cubicBezTo>
                <a:close/>
                <a:moveTo>
                  <a:pt x="303535" y="138113"/>
                </a:moveTo>
                <a:lnTo>
                  <a:pt x="333889" y="138113"/>
                </a:lnTo>
                <a:lnTo>
                  <a:pt x="333889" y="347663"/>
                </a:lnTo>
                <a:lnTo>
                  <a:pt x="303535" y="347663"/>
                </a:lnTo>
                <a:lnTo>
                  <a:pt x="303535" y="138113"/>
                </a:lnTo>
                <a:close/>
                <a:moveTo>
                  <a:pt x="212475" y="242888"/>
                </a:moveTo>
                <a:lnTo>
                  <a:pt x="242828" y="242888"/>
                </a:lnTo>
                <a:lnTo>
                  <a:pt x="242828" y="347663"/>
                </a:lnTo>
                <a:lnTo>
                  <a:pt x="212475" y="347663"/>
                </a:lnTo>
                <a:lnTo>
                  <a:pt x="212475" y="242888"/>
                </a:lnTo>
                <a:close/>
                <a:moveTo>
                  <a:pt x="119517" y="213360"/>
                </a:moveTo>
                <a:lnTo>
                  <a:pt x="149871" y="213360"/>
                </a:lnTo>
                <a:lnTo>
                  <a:pt x="149871" y="347663"/>
                </a:lnTo>
                <a:lnTo>
                  <a:pt x="119517" y="347663"/>
                </a:lnTo>
                <a:lnTo>
                  <a:pt x="119517" y="213360"/>
                </a:lnTo>
                <a:close/>
                <a:moveTo>
                  <a:pt x="28456" y="287655"/>
                </a:moveTo>
                <a:lnTo>
                  <a:pt x="58810" y="287655"/>
                </a:lnTo>
                <a:lnTo>
                  <a:pt x="58810" y="347663"/>
                </a:lnTo>
                <a:lnTo>
                  <a:pt x="28456" y="347663"/>
                </a:lnTo>
                <a:lnTo>
                  <a:pt x="28456" y="287655"/>
                </a:lnTo>
                <a:close/>
                <a:moveTo>
                  <a:pt x="43633" y="198120"/>
                </a:moveTo>
                <a:cubicBezTo>
                  <a:pt x="55964" y="198120"/>
                  <a:pt x="66398" y="187643"/>
                  <a:pt x="66398" y="175260"/>
                </a:cubicBezTo>
                <a:cubicBezTo>
                  <a:pt x="66398" y="162878"/>
                  <a:pt x="66398" y="169545"/>
                  <a:pt x="64501" y="166688"/>
                </a:cubicBezTo>
                <a:cubicBezTo>
                  <a:pt x="71141" y="160972"/>
                  <a:pt x="86318" y="148590"/>
                  <a:pt x="123311" y="119063"/>
                </a:cubicBezTo>
                <a:cubicBezTo>
                  <a:pt x="127105" y="120968"/>
                  <a:pt x="130900" y="121920"/>
                  <a:pt x="134694" y="121920"/>
                </a:cubicBezTo>
                <a:cubicBezTo>
                  <a:pt x="142282" y="121920"/>
                  <a:pt x="147973" y="118110"/>
                  <a:pt x="152716" y="113347"/>
                </a:cubicBezTo>
                <a:cubicBezTo>
                  <a:pt x="159356" y="115253"/>
                  <a:pt x="173584" y="120015"/>
                  <a:pt x="203938" y="129540"/>
                </a:cubicBezTo>
                <a:cubicBezTo>
                  <a:pt x="203938" y="141922"/>
                  <a:pt x="214372" y="151447"/>
                  <a:pt x="226703" y="151447"/>
                </a:cubicBezTo>
                <a:cubicBezTo>
                  <a:pt x="239034" y="151447"/>
                  <a:pt x="249468" y="140970"/>
                  <a:pt x="249468" y="128588"/>
                </a:cubicBezTo>
                <a:cubicBezTo>
                  <a:pt x="249468" y="116205"/>
                  <a:pt x="248519" y="120968"/>
                  <a:pt x="245674" y="117157"/>
                </a:cubicBezTo>
                <a:cubicBezTo>
                  <a:pt x="252314" y="109538"/>
                  <a:pt x="268439" y="91440"/>
                  <a:pt x="309227" y="43815"/>
                </a:cubicBezTo>
                <a:cubicBezTo>
                  <a:pt x="312072" y="44768"/>
                  <a:pt x="314918" y="45720"/>
                  <a:pt x="318712" y="45720"/>
                </a:cubicBezTo>
                <a:cubicBezTo>
                  <a:pt x="331992" y="45720"/>
                  <a:pt x="342426" y="35243"/>
                  <a:pt x="342426" y="22860"/>
                </a:cubicBezTo>
                <a:cubicBezTo>
                  <a:pt x="342426" y="10478"/>
                  <a:pt x="331992" y="0"/>
                  <a:pt x="318712" y="0"/>
                </a:cubicBezTo>
                <a:cubicBezTo>
                  <a:pt x="305432" y="0"/>
                  <a:pt x="294998" y="11430"/>
                  <a:pt x="294998" y="22860"/>
                </a:cubicBezTo>
                <a:cubicBezTo>
                  <a:pt x="294998" y="34290"/>
                  <a:pt x="295947" y="30480"/>
                  <a:pt x="297844" y="34290"/>
                </a:cubicBezTo>
                <a:cubicBezTo>
                  <a:pt x="292153" y="40957"/>
                  <a:pt x="276976" y="59055"/>
                  <a:pt x="233343" y="107632"/>
                </a:cubicBezTo>
                <a:cubicBezTo>
                  <a:pt x="231446" y="107632"/>
                  <a:pt x="228600" y="105728"/>
                  <a:pt x="225754" y="105728"/>
                </a:cubicBezTo>
                <a:cubicBezTo>
                  <a:pt x="218166" y="105728"/>
                  <a:pt x="212475" y="109538"/>
                  <a:pt x="207732" y="115253"/>
                </a:cubicBezTo>
                <a:cubicBezTo>
                  <a:pt x="201092" y="113347"/>
                  <a:pt x="187812" y="108585"/>
                  <a:pt x="156510" y="98107"/>
                </a:cubicBezTo>
                <a:cubicBezTo>
                  <a:pt x="156510" y="98107"/>
                  <a:pt x="156510" y="98107"/>
                  <a:pt x="156510" y="98107"/>
                </a:cubicBezTo>
                <a:cubicBezTo>
                  <a:pt x="156510" y="86678"/>
                  <a:pt x="146076" y="75247"/>
                  <a:pt x="133745" y="75247"/>
                </a:cubicBezTo>
                <a:cubicBezTo>
                  <a:pt x="121414" y="75247"/>
                  <a:pt x="110980" y="86678"/>
                  <a:pt x="110980" y="98107"/>
                </a:cubicBezTo>
                <a:cubicBezTo>
                  <a:pt x="110980" y="109538"/>
                  <a:pt x="110980" y="103822"/>
                  <a:pt x="112877" y="106680"/>
                </a:cubicBezTo>
                <a:cubicBezTo>
                  <a:pt x="106237" y="111443"/>
                  <a:pt x="91061" y="123825"/>
                  <a:pt x="53119" y="154305"/>
                </a:cubicBezTo>
                <a:cubicBezTo>
                  <a:pt x="50273" y="152400"/>
                  <a:pt x="46479" y="151447"/>
                  <a:pt x="42685" y="151447"/>
                </a:cubicBezTo>
                <a:cubicBezTo>
                  <a:pt x="30353" y="151447"/>
                  <a:pt x="19919" y="162878"/>
                  <a:pt x="19919" y="174308"/>
                </a:cubicBezTo>
                <a:cubicBezTo>
                  <a:pt x="19919" y="185738"/>
                  <a:pt x="30353" y="197168"/>
                  <a:pt x="42685" y="197168"/>
                </a:cubicBezTo>
                <a:close/>
                <a:moveTo>
                  <a:pt x="319661" y="18098"/>
                </a:moveTo>
                <a:cubicBezTo>
                  <a:pt x="323455" y="18098"/>
                  <a:pt x="327249" y="21907"/>
                  <a:pt x="327249" y="25718"/>
                </a:cubicBezTo>
                <a:cubicBezTo>
                  <a:pt x="327249" y="29528"/>
                  <a:pt x="323455" y="33338"/>
                  <a:pt x="319661" y="33338"/>
                </a:cubicBezTo>
                <a:cubicBezTo>
                  <a:pt x="315866" y="33338"/>
                  <a:pt x="312072" y="30480"/>
                  <a:pt x="312072" y="25718"/>
                </a:cubicBezTo>
                <a:cubicBezTo>
                  <a:pt x="312072" y="20955"/>
                  <a:pt x="314918" y="18098"/>
                  <a:pt x="319661" y="18098"/>
                </a:cubicBezTo>
                <a:close/>
                <a:moveTo>
                  <a:pt x="227651" y="122872"/>
                </a:moveTo>
                <a:cubicBezTo>
                  <a:pt x="231446" y="122872"/>
                  <a:pt x="235240" y="126682"/>
                  <a:pt x="235240" y="130493"/>
                </a:cubicBezTo>
                <a:cubicBezTo>
                  <a:pt x="235240" y="134303"/>
                  <a:pt x="231446" y="138113"/>
                  <a:pt x="227651" y="138113"/>
                </a:cubicBezTo>
                <a:cubicBezTo>
                  <a:pt x="223857" y="138113"/>
                  <a:pt x="220063" y="135255"/>
                  <a:pt x="220063" y="130493"/>
                </a:cubicBezTo>
                <a:cubicBezTo>
                  <a:pt x="220063" y="125730"/>
                  <a:pt x="222909" y="122872"/>
                  <a:pt x="227651" y="122872"/>
                </a:cubicBezTo>
                <a:close/>
                <a:moveTo>
                  <a:pt x="134694" y="93345"/>
                </a:moveTo>
                <a:cubicBezTo>
                  <a:pt x="138488" y="93345"/>
                  <a:pt x="142282" y="97155"/>
                  <a:pt x="142282" y="100965"/>
                </a:cubicBezTo>
                <a:cubicBezTo>
                  <a:pt x="142282" y="104775"/>
                  <a:pt x="142282" y="100965"/>
                  <a:pt x="142282" y="101918"/>
                </a:cubicBezTo>
                <a:cubicBezTo>
                  <a:pt x="142282" y="101918"/>
                  <a:pt x="142282" y="101918"/>
                  <a:pt x="142282" y="101918"/>
                </a:cubicBezTo>
                <a:cubicBezTo>
                  <a:pt x="142282" y="101918"/>
                  <a:pt x="142282" y="102870"/>
                  <a:pt x="142282" y="103822"/>
                </a:cubicBezTo>
                <a:cubicBezTo>
                  <a:pt x="141334" y="106680"/>
                  <a:pt x="138488" y="107632"/>
                  <a:pt x="135642" y="107632"/>
                </a:cubicBezTo>
                <a:cubicBezTo>
                  <a:pt x="130900" y="107632"/>
                  <a:pt x="128054" y="104775"/>
                  <a:pt x="128054" y="100013"/>
                </a:cubicBezTo>
                <a:cubicBezTo>
                  <a:pt x="128054" y="95250"/>
                  <a:pt x="130900" y="92393"/>
                  <a:pt x="135642" y="92393"/>
                </a:cubicBezTo>
                <a:close/>
                <a:moveTo>
                  <a:pt x="43633" y="168593"/>
                </a:moveTo>
                <a:cubicBezTo>
                  <a:pt x="44582" y="168593"/>
                  <a:pt x="46479" y="168593"/>
                  <a:pt x="47427" y="169545"/>
                </a:cubicBezTo>
                <a:cubicBezTo>
                  <a:pt x="47427" y="169545"/>
                  <a:pt x="47427" y="170497"/>
                  <a:pt x="47427" y="171450"/>
                </a:cubicBezTo>
                <a:cubicBezTo>
                  <a:pt x="47427" y="171450"/>
                  <a:pt x="48376" y="172403"/>
                  <a:pt x="49324" y="172403"/>
                </a:cubicBezTo>
                <a:cubicBezTo>
                  <a:pt x="49324" y="172403"/>
                  <a:pt x="49324" y="174308"/>
                  <a:pt x="49324" y="175260"/>
                </a:cubicBezTo>
                <a:cubicBezTo>
                  <a:pt x="49324" y="180022"/>
                  <a:pt x="45530" y="182880"/>
                  <a:pt x="41736" y="182880"/>
                </a:cubicBezTo>
                <a:cubicBezTo>
                  <a:pt x="37942" y="182880"/>
                  <a:pt x="34148" y="180022"/>
                  <a:pt x="34148" y="175260"/>
                </a:cubicBezTo>
                <a:cubicBezTo>
                  <a:pt x="34148" y="170497"/>
                  <a:pt x="36993" y="167640"/>
                  <a:pt x="41736" y="16764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0" name="Graphic 237">
            <a:extLst>
              <a:ext uri="{FF2B5EF4-FFF2-40B4-BE49-F238E27FC236}">
                <a16:creationId xmlns:a16="http://schemas.microsoft.com/office/drawing/2014/main" id="{9B2344DA-72D3-EC3A-C48E-0D695661CDCE}"/>
              </a:ext>
            </a:extLst>
          </p:cNvPr>
          <p:cNvSpPr/>
          <p:nvPr/>
        </p:nvSpPr>
        <p:spPr>
          <a:xfrm>
            <a:off x="11154822" y="799355"/>
            <a:ext cx="492125" cy="487790"/>
          </a:xfrm>
          <a:custGeom>
            <a:avLst/>
            <a:gdLst>
              <a:gd name="connsiteX0" fmla="*/ 357603 w 367088"/>
              <a:gd name="connsiteY0" fmla="*/ 348615 h 363855"/>
              <a:gd name="connsiteX1" fmla="*/ 350014 w 367088"/>
              <a:gd name="connsiteY1" fmla="*/ 348615 h 363855"/>
              <a:gd name="connsiteX2" fmla="*/ 350014 w 367088"/>
              <a:gd name="connsiteY2" fmla="*/ 131445 h 363855"/>
              <a:gd name="connsiteX3" fmla="*/ 342426 w 367088"/>
              <a:gd name="connsiteY3" fmla="*/ 123825 h 363855"/>
              <a:gd name="connsiteX4" fmla="*/ 296895 w 367088"/>
              <a:gd name="connsiteY4" fmla="*/ 123825 h 363855"/>
              <a:gd name="connsiteX5" fmla="*/ 289307 w 367088"/>
              <a:gd name="connsiteY5" fmla="*/ 131445 h 363855"/>
              <a:gd name="connsiteX6" fmla="*/ 289307 w 367088"/>
              <a:gd name="connsiteY6" fmla="*/ 348615 h 363855"/>
              <a:gd name="connsiteX7" fmla="*/ 258953 w 367088"/>
              <a:gd name="connsiteY7" fmla="*/ 348615 h 363855"/>
              <a:gd name="connsiteX8" fmla="*/ 258953 w 367088"/>
              <a:gd name="connsiteY8" fmla="*/ 236220 h 363855"/>
              <a:gd name="connsiteX9" fmla="*/ 251365 w 367088"/>
              <a:gd name="connsiteY9" fmla="*/ 228600 h 363855"/>
              <a:gd name="connsiteX10" fmla="*/ 205835 w 367088"/>
              <a:gd name="connsiteY10" fmla="*/ 228600 h 363855"/>
              <a:gd name="connsiteX11" fmla="*/ 198246 w 367088"/>
              <a:gd name="connsiteY11" fmla="*/ 236220 h 363855"/>
              <a:gd name="connsiteX12" fmla="*/ 198246 w 367088"/>
              <a:gd name="connsiteY12" fmla="*/ 348615 h 363855"/>
              <a:gd name="connsiteX13" fmla="*/ 166944 w 367088"/>
              <a:gd name="connsiteY13" fmla="*/ 348615 h 363855"/>
              <a:gd name="connsiteX14" fmla="*/ 166944 w 367088"/>
              <a:gd name="connsiteY14" fmla="*/ 206693 h 363855"/>
              <a:gd name="connsiteX15" fmla="*/ 159356 w 367088"/>
              <a:gd name="connsiteY15" fmla="*/ 199072 h 363855"/>
              <a:gd name="connsiteX16" fmla="*/ 113826 w 367088"/>
              <a:gd name="connsiteY16" fmla="*/ 199072 h 363855"/>
              <a:gd name="connsiteX17" fmla="*/ 106237 w 367088"/>
              <a:gd name="connsiteY17" fmla="*/ 206693 h 363855"/>
              <a:gd name="connsiteX18" fmla="*/ 106237 w 367088"/>
              <a:gd name="connsiteY18" fmla="*/ 348615 h 363855"/>
              <a:gd name="connsiteX19" fmla="*/ 75884 w 367088"/>
              <a:gd name="connsiteY19" fmla="*/ 348615 h 363855"/>
              <a:gd name="connsiteX20" fmla="*/ 75884 w 367088"/>
              <a:gd name="connsiteY20" fmla="*/ 280988 h 363855"/>
              <a:gd name="connsiteX21" fmla="*/ 68295 w 367088"/>
              <a:gd name="connsiteY21" fmla="*/ 273368 h 363855"/>
              <a:gd name="connsiteX22" fmla="*/ 22765 w 367088"/>
              <a:gd name="connsiteY22" fmla="*/ 273368 h 363855"/>
              <a:gd name="connsiteX23" fmla="*/ 15177 w 367088"/>
              <a:gd name="connsiteY23" fmla="*/ 280988 h 363855"/>
              <a:gd name="connsiteX24" fmla="*/ 15177 w 367088"/>
              <a:gd name="connsiteY24" fmla="*/ 348615 h 363855"/>
              <a:gd name="connsiteX25" fmla="*/ 7588 w 367088"/>
              <a:gd name="connsiteY25" fmla="*/ 348615 h 363855"/>
              <a:gd name="connsiteX26" fmla="*/ 0 w 367088"/>
              <a:gd name="connsiteY26" fmla="*/ 356235 h 363855"/>
              <a:gd name="connsiteX27" fmla="*/ 7588 w 367088"/>
              <a:gd name="connsiteY27" fmla="*/ 363855 h 363855"/>
              <a:gd name="connsiteX28" fmla="*/ 359500 w 367088"/>
              <a:gd name="connsiteY28" fmla="*/ 363855 h 363855"/>
              <a:gd name="connsiteX29" fmla="*/ 367088 w 367088"/>
              <a:gd name="connsiteY29" fmla="*/ 356235 h 363855"/>
              <a:gd name="connsiteX30" fmla="*/ 359500 w 367088"/>
              <a:gd name="connsiteY30" fmla="*/ 348615 h 363855"/>
              <a:gd name="connsiteX31" fmla="*/ 303535 w 367088"/>
              <a:gd name="connsiteY31" fmla="*/ 138113 h 363855"/>
              <a:gd name="connsiteX32" fmla="*/ 333889 w 367088"/>
              <a:gd name="connsiteY32" fmla="*/ 138113 h 363855"/>
              <a:gd name="connsiteX33" fmla="*/ 333889 w 367088"/>
              <a:gd name="connsiteY33" fmla="*/ 347663 h 363855"/>
              <a:gd name="connsiteX34" fmla="*/ 303535 w 367088"/>
              <a:gd name="connsiteY34" fmla="*/ 347663 h 363855"/>
              <a:gd name="connsiteX35" fmla="*/ 303535 w 367088"/>
              <a:gd name="connsiteY35" fmla="*/ 138113 h 363855"/>
              <a:gd name="connsiteX36" fmla="*/ 212475 w 367088"/>
              <a:gd name="connsiteY36" fmla="*/ 242888 h 363855"/>
              <a:gd name="connsiteX37" fmla="*/ 242828 w 367088"/>
              <a:gd name="connsiteY37" fmla="*/ 242888 h 363855"/>
              <a:gd name="connsiteX38" fmla="*/ 242828 w 367088"/>
              <a:gd name="connsiteY38" fmla="*/ 347663 h 363855"/>
              <a:gd name="connsiteX39" fmla="*/ 212475 w 367088"/>
              <a:gd name="connsiteY39" fmla="*/ 347663 h 363855"/>
              <a:gd name="connsiteX40" fmla="*/ 212475 w 367088"/>
              <a:gd name="connsiteY40" fmla="*/ 242888 h 363855"/>
              <a:gd name="connsiteX41" fmla="*/ 119517 w 367088"/>
              <a:gd name="connsiteY41" fmla="*/ 213360 h 363855"/>
              <a:gd name="connsiteX42" fmla="*/ 149871 w 367088"/>
              <a:gd name="connsiteY42" fmla="*/ 213360 h 363855"/>
              <a:gd name="connsiteX43" fmla="*/ 149871 w 367088"/>
              <a:gd name="connsiteY43" fmla="*/ 347663 h 363855"/>
              <a:gd name="connsiteX44" fmla="*/ 119517 w 367088"/>
              <a:gd name="connsiteY44" fmla="*/ 347663 h 363855"/>
              <a:gd name="connsiteX45" fmla="*/ 119517 w 367088"/>
              <a:gd name="connsiteY45" fmla="*/ 213360 h 363855"/>
              <a:gd name="connsiteX46" fmla="*/ 28456 w 367088"/>
              <a:gd name="connsiteY46" fmla="*/ 287655 h 363855"/>
              <a:gd name="connsiteX47" fmla="*/ 58810 w 367088"/>
              <a:gd name="connsiteY47" fmla="*/ 287655 h 363855"/>
              <a:gd name="connsiteX48" fmla="*/ 58810 w 367088"/>
              <a:gd name="connsiteY48" fmla="*/ 347663 h 363855"/>
              <a:gd name="connsiteX49" fmla="*/ 28456 w 367088"/>
              <a:gd name="connsiteY49" fmla="*/ 347663 h 363855"/>
              <a:gd name="connsiteX50" fmla="*/ 28456 w 367088"/>
              <a:gd name="connsiteY50" fmla="*/ 287655 h 363855"/>
              <a:gd name="connsiteX51" fmla="*/ 43633 w 367088"/>
              <a:gd name="connsiteY51" fmla="*/ 198120 h 363855"/>
              <a:gd name="connsiteX52" fmla="*/ 66398 w 367088"/>
              <a:gd name="connsiteY52" fmla="*/ 175260 h 363855"/>
              <a:gd name="connsiteX53" fmla="*/ 64501 w 367088"/>
              <a:gd name="connsiteY53" fmla="*/ 166688 h 363855"/>
              <a:gd name="connsiteX54" fmla="*/ 123311 w 367088"/>
              <a:gd name="connsiteY54" fmla="*/ 119063 h 363855"/>
              <a:gd name="connsiteX55" fmla="*/ 134694 w 367088"/>
              <a:gd name="connsiteY55" fmla="*/ 121920 h 363855"/>
              <a:gd name="connsiteX56" fmla="*/ 152716 w 367088"/>
              <a:gd name="connsiteY56" fmla="*/ 113347 h 363855"/>
              <a:gd name="connsiteX57" fmla="*/ 203938 w 367088"/>
              <a:gd name="connsiteY57" fmla="*/ 129540 h 363855"/>
              <a:gd name="connsiteX58" fmla="*/ 226703 w 367088"/>
              <a:gd name="connsiteY58" fmla="*/ 151447 h 363855"/>
              <a:gd name="connsiteX59" fmla="*/ 249468 w 367088"/>
              <a:gd name="connsiteY59" fmla="*/ 128588 h 363855"/>
              <a:gd name="connsiteX60" fmla="*/ 245674 w 367088"/>
              <a:gd name="connsiteY60" fmla="*/ 117157 h 363855"/>
              <a:gd name="connsiteX61" fmla="*/ 309227 w 367088"/>
              <a:gd name="connsiteY61" fmla="*/ 43815 h 363855"/>
              <a:gd name="connsiteX62" fmla="*/ 318712 w 367088"/>
              <a:gd name="connsiteY62" fmla="*/ 45720 h 363855"/>
              <a:gd name="connsiteX63" fmla="*/ 342426 w 367088"/>
              <a:gd name="connsiteY63" fmla="*/ 22860 h 363855"/>
              <a:gd name="connsiteX64" fmla="*/ 318712 w 367088"/>
              <a:gd name="connsiteY64" fmla="*/ 0 h 363855"/>
              <a:gd name="connsiteX65" fmla="*/ 294998 w 367088"/>
              <a:gd name="connsiteY65" fmla="*/ 22860 h 363855"/>
              <a:gd name="connsiteX66" fmla="*/ 297844 w 367088"/>
              <a:gd name="connsiteY66" fmla="*/ 34290 h 363855"/>
              <a:gd name="connsiteX67" fmla="*/ 233343 w 367088"/>
              <a:gd name="connsiteY67" fmla="*/ 107632 h 363855"/>
              <a:gd name="connsiteX68" fmla="*/ 225754 w 367088"/>
              <a:gd name="connsiteY68" fmla="*/ 105728 h 363855"/>
              <a:gd name="connsiteX69" fmla="*/ 207732 w 367088"/>
              <a:gd name="connsiteY69" fmla="*/ 115253 h 363855"/>
              <a:gd name="connsiteX70" fmla="*/ 156510 w 367088"/>
              <a:gd name="connsiteY70" fmla="*/ 98107 h 363855"/>
              <a:gd name="connsiteX71" fmla="*/ 156510 w 367088"/>
              <a:gd name="connsiteY71" fmla="*/ 98107 h 363855"/>
              <a:gd name="connsiteX72" fmla="*/ 133745 w 367088"/>
              <a:gd name="connsiteY72" fmla="*/ 75247 h 363855"/>
              <a:gd name="connsiteX73" fmla="*/ 110980 w 367088"/>
              <a:gd name="connsiteY73" fmla="*/ 98107 h 363855"/>
              <a:gd name="connsiteX74" fmla="*/ 112877 w 367088"/>
              <a:gd name="connsiteY74" fmla="*/ 106680 h 363855"/>
              <a:gd name="connsiteX75" fmla="*/ 53119 w 367088"/>
              <a:gd name="connsiteY75" fmla="*/ 154305 h 363855"/>
              <a:gd name="connsiteX76" fmla="*/ 42685 w 367088"/>
              <a:gd name="connsiteY76" fmla="*/ 151447 h 363855"/>
              <a:gd name="connsiteX77" fmla="*/ 19919 w 367088"/>
              <a:gd name="connsiteY77" fmla="*/ 174308 h 363855"/>
              <a:gd name="connsiteX78" fmla="*/ 42685 w 367088"/>
              <a:gd name="connsiteY78" fmla="*/ 197168 h 363855"/>
              <a:gd name="connsiteX79" fmla="*/ 319661 w 367088"/>
              <a:gd name="connsiteY79" fmla="*/ 18098 h 363855"/>
              <a:gd name="connsiteX80" fmla="*/ 327249 w 367088"/>
              <a:gd name="connsiteY80" fmla="*/ 25718 h 363855"/>
              <a:gd name="connsiteX81" fmla="*/ 319661 w 367088"/>
              <a:gd name="connsiteY81" fmla="*/ 33338 h 363855"/>
              <a:gd name="connsiteX82" fmla="*/ 312072 w 367088"/>
              <a:gd name="connsiteY82" fmla="*/ 25718 h 363855"/>
              <a:gd name="connsiteX83" fmla="*/ 319661 w 367088"/>
              <a:gd name="connsiteY83" fmla="*/ 18098 h 363855"/>
              <a:gd name="connsiteX84" fmla="*/ 227651 w 367088"/>
              <a:gd name="connsiteY84" fmla="*/ 122872 h 363855"/>
              <a:gd name="connsiteX85" fmla="*/ 235240 w 367088"/>
              <a:gd name="connsiteY85" fmla="*/ 130493 h 363855"/>
              <a:gd name="connsiteX86" fmla="*/ 227651 w 367088"/>
              <a:gd name="connsiteY86" fmla="*/ 138113 h 363855"/>
              <a:gd name="connsiteX87" fmla="*/ 220063 w 367088"/>
              <a:gd name="connsiteY87" fmla="*/ 130493 h 363855"/>
              <a:gd name="connsiteX88" fmla="*/ 227651 w 367088"/>
              <a:gd name="connsiteY88" fmla="*/ 122872 h 363855"/>
              <a:gd name="connsiteX89" fmla="*/ 134694 w 367088"/>
              <a:gd name="connsiteY89" fmla="*/ 93345 h 363855"/>
              <a:gd name="connsiteX90" fmla="*/ 142282 w 367088"/>
              <a:gd name="connsiteY90" fmla="*/ 100965 h 363855"/>
              <a:gd name="connsiteX91" fmla="*/ 142282 w 367088"/>
              <a:gd name="connsiteY91" fmla="*/ 101918 h 363855"/>
              <a:gd name="connsiteX92" fmla="*/ 142282 w 367088"/>
              <a:gd name="connsiteY92" fmla="*/ 101918 h 363855"/>
              <a:gd name="connsiteX93" fmla="*/ 142282 w 367088"/>
              <a:gd name="connsiteY93" fmla="*/ 103822 h 363855"/>
              <a:gd name="connsiteX94" fmla="*/ 135642 w 367088"/>
              <a:gd name="connsiteY94" fmla="*/ 107632 h 363855"/>
              <a:gd name="connsiteX95" fmla="*/ 128054 w 367088"/>
              <a:gd name="connsiteY95" fmla="*/ 100013 h 363855"/>
              <a:gd name="connsiteX96" fmla="*/ 135642 w 367088"/>
              <a:gd name="connsiteY96" fmla="*/ 92393 h 363855"/>
              <a:gd name="connsiteX97" fmla="*/ 43633 w 367088"/>
              <a:gd name="connsiteY97" fmla="*/ 168593 h 363855"/>
              <a:gd name="connsiteX98" fmla="*/ 47427 w 367088"/>
              <a:gd name="connsiteY98" fmla="*/ 169545 h 363855"/>
              <a:gd name="connsiteX99" fmla="*/ 47427 w 367088"/>
              <a:gd name="connsiteY99" fmla="*/ 171450 h 363855"/>
              <a:gd name="connsiteX100" fmla="*/ 49324 w 367088"/>
              <a:gd name="connsiteY100" fmla="*/ 172403 h 363855"/>
              <a:gd name="connsiteX101" fmla="*/ 49324 w 367088"/>
              <a:gd name="connsiteY101" fmla="*/ 175260 h 363855"/>
              <a:gd name="connsiteX102" fmla="*/ 41736 w 367088"/>
              <a:gd name="connsiteY102" fmla="*/ 182880 h 363855"/>
              <a:gd name="connsiteX103" fmla="*/ 34148 w 367088"/>
              <a:gd name="connsiteY103" fmla="*/ 175260 h 363855"/>
              <a:gd name="connsiteX104" fmla="*/ 41736 w 367088"/>
              <a:gd name="connsiteY104" fmla="*/ 167640 h 363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367088" h="363855">
                <a:moveTo>
                  <a:pt x="357603" y="348615"/>
                </a:moveTo>
                <a:lnTo>
                  <a:pt x="350014" y="348615"/>
                </a:lnTo>
                <a:lnTo>
                  <a:pt x="350014" y="131445"/>
                </a:lnTo>
                <a:cubicBezTo>
                  <a:pt x="350014" y="127635"/>
                  <a:pt x="346220" y="123825"/>
                  <a:pt x="342426" y="123825"/>
                </a:cubicBezTo>
                <a:lnTo>
                  <a:pt x="296895" y="123825"/>
                </a:lnTo>
                <a:cubicBezTo>
                  <a:pt x="292153" y="123825"/>
                  <a:pt x="289307" y="127635"/>
                  <a:pt x="289307" y="131445"/>
                </a:cubicBezTo>
                <a:lnTo>
                  <a:pt x="289307" y="348615"/>
                </a:lnTo>
                <a:lnTo>
                  <a:pt x="258953" y="348615"/>
                </a:lnTo>
                <a:lnTo>
                  <a:pt x="258953" y="236220"/>
                </a:lnTo>
                <a:cubicBezTo>
                  <a:pt x="258953" y="232410"/>
                  <a:pt x="255159" y="228600"/>
                  <a:pt x="251365" y="228600"/>
                </a:cubicBezTo>
                <a:lnTo>
                  <a:pt x="205835" y="228600"/>
                </a:lnTo>
                <a:cubicBezTo>
                  <a:pt x="201092" y="228600"/>
                  <a:pt x="198246" y="232410"/>
                  <a:pt x="198246" y="236220"/>
                </a:cubicBezTo>
                <a:lnTo>
                  <a:pt x="198246" y="348615"/>
                </a:lnTo>
                <a:lnTo>
                  <a:pt x="166944" y="348615"/>
                </a:lnTo>
                <a:lnTo>
                  <a:pt x="166944" y="206693"/>
                </a:lnTo>
                <a:cubicBezTo>
                  <a:pt x="166944" y="202883"/>
                  <a:pt x="163150" y="199072"/>
                  <a:pt x="159356" y="199072"/>
                </a:cubicBezTo>
                <a:lnTo>
                  <a:pt x="113826" y="199072"/>
                </a:lnTo>
                <a:cubicBezTo>
                  <a:pt x="109083" y="199072"/>
                  <a:pt x="106237" y="202883"/>
                  <a:pt x="106237" y="206693"/>
                </a:cubicBezTo>
                <a:lnTo>
                  <a:pt x="106237" y="348615"/>
                </a:lnTo>
                <a:lnTo>
                  <a:pt x="75884" y="348615"/>
                </a:lnTo>
                <a:lnTo>
                  <a:pt x="75884" y="280988"/>
                </a:lnTo>
                <a:cubicBezTo>
                  <a:pt x="75884" y="277178"/>
                  <a:pt x="72090" y="273368"/>
                  <a:pt x="68295" y="273368"/>
                </a:cubicBezTo>
                <a:lnTo>
                  <a:pt x="22765" y="273368"/>
                </a:lnTo>
                <a:cubicBezTo>
                  <a:pt x="18022" y="273368"/>
                  <a:pt x="15177" y="277178"/>
                  <a:pt x="15177" y="280988"/>
                </a:cubicBezTo>
                <a:lnTo>
                  <a:pt x="15177" y="348615"/>
                </a:lnTo>
                <a:lnTo>
                  <a:pt x="7588" y="348615"/>
                </a:lnTo>
                <a:cubicBezTo>
                  <a:pt x="2846" y="348615"/>
                  <a:pt x="0" y="352425"/>
                  <a:pt x="0" y="356235"/>
                </a:cubicBezTo>
                <a:cubicBezTo>
                  <a:pt x="0" y="360045"/>
                  <a:pt x="2846" y="363855"/>
                  <a:pt x="7588" y="363855"/>
                </a:cubicBezTo>
                <a:lnTo>
                  <a:pt x="359500" y="363855"/>
                </a:lnTo>
                <a:cubicBezTo>
                  <a:pt x="363294" y="363855"/>
                  <a:pt x="367088" y="360997"/>
                  <a:pt x="367088" y="356235"/>
                </a:cubicBezTo>
                <a:cubicBezTo>
                  <a:pt x="367088" y="351472"/>
                  <a:pt x="363294" y="348615"/>
                  <a:pt x="359500" y="348615"/>
                </a:cubicBezTo>
                <a:close/>
                <a:moveTo>
                  <a:pt x="303535" y="138113"/>
                </a:moveTo>
                <a:lnTo>
                  <a:pt x="333889" y="138113"/>
                </a:lnTo>
                <a:lnTo>
                  <a:pt x="333889" y="347663"/>
                </a:lnTo>
                <a:lnTo>
                  <a:pt x="303535" y="347663"/>
                </a:lnTo>
                <a:lnTo>
                  <a:pt x="303535" y="138113"/>
                </a:lnTo>
                <a:close/>
                <a:moveTo>
                  <a:pt x="212475" y="242888"/>
                </a:moveTo>
                <a:lnTo>
                  <a:pt x="242828" y="242888"/>
                </a:lnTo>
                <a:lnTo>
                  <a:pt x="242828" y="347663"/>
                </a:lnTo>
                <a:lnTo>
                  <a:pt x="212475" y="347663"/>
                </a:lnTo>
                <a:lnTo>
                  <a:pt x="212475" y="242888"/>
                </a:lnTo>
                <a:close/>
                <a:moveTo>
                  <a:pt x="119517" y="213360"/>
                </a:moveTo>
                <a:lnTo>
                  <a:pt x="149871" y="213360"/>
                </a:lnTo>
                <a:lnTo>
                  <a:pt x="149871" y="347663"/>
                </a:lnTo>
                <a:lnTo>
                  <a:pt x="119517" y="347663"/>
                </a:lnTo>
                <a:lnTo>
                  <a:pt x="119517" y="213360"/>
                </a:lnTo>
                <a:close/>
                <a:moveTo>
                  <a:pt x="28456" y="287655"/>
                </a:moveTo>
                <a:lnTo>
                  <a:pt x="58810" y="287655"/>
                </a:lnTo>
                <a:lnTo>
                  <a:pt x="58810" y="347663"/>
                </a:lnTo>
                <a:lnTo>
                  <a:pt x="28456" y="347663"/>
                </a:lnTo>
                <a:lnTo>
                  <a:pt x="28456" y="287655"/>
                </a:lnTo>
                <a:close/>
                <a:moveTo>
                  <a:pt x="43633" y="198120"/>
                </a:moveTo>
                <a:cubicBezTo>
                  <a:pt x="55964" y="198120"/>
                  <a:pt x="66398" y="187643"/>
                  <a:pt x="66398" y="175260"/>
                </a:cubicBezTo>
                <a:cubicBezTo>
                  <a:pt x="66398" y="162878"/>
                  <a:pt x="66398" y="169545"/>
                  <a:pt x="64501" y="166688"/>
                </a:cubicBezTo>
                <a:cubicBezTo>
                  <a:pt x="71141" y="160972"/>
                  <a:pt x="86318" y="148590"/>
                  <a:pt x="123311" y="119063"/>
                </a:cubicBezTo>
                <a:cubicBezTo>
                  <a:pt x="127105" y="120968"/>
                  <a:pt x="130900" y="121920"/>
                  <a:pt x="134694" y="121920"/>
                </a:cubicBezTo>
                <a:cubicBezTo>
                  <a:pt x="142282" y="121920"/>
                  <a:pt x="147973" y="118110"/>
                  <a:pt x="152716" y="113347"/>
                </a:cubicBezTo>
                <a:cubicBezTo>
                  <a:pt x="159356" y="115253"/>
                  <a:pt x="173584" y="120015"/>
                  <a:pt x="203938" y="129540"/>
                </a:cubicBezTo>
                <a:cubicBezTo>
                  <a:pt x="203938" y="141922"/>
                  <a:pt x="214372" y="151447"/>
                  <a:pt x="226703" y="151447"/>
                </a:cubicBezTo>
                <a:cubicBezTo>
                  <a:pt x="239034" y="151447"/>
                  <a:pt x="249468" y="140970"/>
                  <a:pt x="249468" y="128588"/>
                </a:cubicBezTo>
                <a:cubicBezTo>
                  <a:pt x="249468" y="116205"/>
                  <a:pt x="248519" y="120968"/>
                  <a:pt x="245674" y="117157"/>
                </a:cubicBezTo>
                <a:cubicBezTo>
                  <a:pt x="252314" y="109538"/>
                  <a:pt x="268439" y="91440"/>
                  <a:pt x="309227" y="43815"/>
                </a:cubicBezTo>
                <a:cubicBezTo>
                  <a:pt x="312072" y="44768"/>
                  <a:pt x="314918" y="45720"/>
                  <a:pt x="318712" y="45720"/>
                </a:cubicBezTo>
                <a:cubicBezTo>
                  <a:pt x="331992" y="45720"/>
                  <a:pt x="342426" y="35243"/>
                  <a:pt x="342426" y="22860"/>
                </a:cubicBezTo>
                <a:cubicBezTo>
                  <a:pt x="342426" y="10478"/>
                  <a:pt x="331992" y="0"/>
                  <a:pt x="318712" y="0"/>
                </a:cubicBezTo>
                <a:cubicBezTo>
                  <a:pt x="305432" y="0"/>
                  <a:pt x="294998" y="11430"/>
                  <a:pt x="294998" y="22860"/>
                </a:cubicBezTo>
                <a:cubicBezTo>
                  <a:pt x="294998" y="34290"/>
                  <a:pt x="295947" y="30480"/>
                  <a:pt x="297844" y="34290"/>
                </a:cubicBezTo>
                <a:cubicBezTo>
                  <a:pt x="292153" y="40957"/>
                  <a:pt x="276976" y="59055"/>
                  <a:pt x="233343" y="107632"/>
                </a:cubicBezTo>
                <a:cubicBezTo>
                  <a:pt x="231446" y="107632"/>
                  <a:pt x="228600" y="105728"/>
                  <a:pt x="225754" y="105728"/>
                </a:cubicBezTo>
                <a:cubicBezTo>
                  <a:pt x="218166" y="105728"/>
                  <a:pt x="212475" y="109538"/>
                  <a:pt x="207732" y="115253"/>
                </a:cubicBezTo>
                <a:cubicBezTo>
                  <a:pt x="201092" y="113347"/>
                  <a:pt x="187812" y="108585"/>
                  <a:pt x="156510" y="98107"/>
                </a:cubicBezTo>
                <a:cubicBezTo>
                  <a:pt x="156510" y="98107"/>
                  <a:pt x="156510" y="98107"/>
                  <a:pt x="156510" y="98107"/>
                </a:cubicBezTo>
                <a:cubicBezTo>
                  <a:pt x="156510" y="86678"/>
                  <a:pt x="146076" y="75247"/>
                  <a:pt x="133745" y="75247"/>
                </a:cubicBezTo>
                <a:cubicBezTo>
                  <a:pt x="121414" y="75247"/>
                  <a:pt x="110980" y="86678"/>
                  <a:pt x="110980" y="98107"/>
                </a:cubicBezTo>
                <a:cubicBezTo>
                  <a:pt x="110980" y="109538"/>
                  <a:pt x="110980" y="103822"/>
                  <a:pt x="112877" y="106680"/>
                </a:cubicBezTo>
                <a:cubicBezTo>
                  <a:pt x="106237" y="111443"/>
                  <a:pt x="91061" y="123825"/>
                  <a:pt x="53119" y="154305"/>
                </a:cubicBezTo>
                <a:cubicBezTo>
                  <a:pt x="50273" y="152400"/>
                  <a:pt x="46479" y="151447"/>
                  <a:pt x="42685" y="151447"/>
                </a:cubicBezTo>
                <a:cubicBezTo>
                  <a:pt x="30353" y="151447"/>
                  <a:pt x="19919" y="162878"/>
                  <a:pt x="19919" y="174308"/>
                </a:cubicBezTo>
                <a:cubicBezTo>
                  <a:pt x="19919" y="185738"/>
                  <a:pt x="30353" y="197168"/>
                  <a:pt x="42685" y="197168"/>
                </a:cubicBezTo>
                <a:close/>
                <a:moveTo>
                  <a:pt x="319661" y="18098"/>
                </a:moveTo>
                <a:cubicBezTo>
                  <a:pt x="323455" y="18098"/>
                  <a:pt x="327249" y="21907"/>
                  <a:pt x="327249" y="25718"/>
                </a:cubicBezTo>
                <a:cubicBezTo>
                  <a:pt x="327249" y="29528"/>
                  <a:pt x="323455" y="33338"/>
                  <a:pt x="319661" y="33338"/>
                </a:cubicBezTo>
                <a:cubicBezTo>
                  <a:pt x="315866" y="33338"/>
                  <a:pt x="312072" y="30480"/>
                  <a:pt x="312072" y="25718"/>
                </a:cubicBezTo>
                <a:cubicBezTo>
                  <a:pt x="312072" y="20955"/>
                  <a:pt x="314918" y="18098"/>
                  <a:pt x="319661" y="18098"/>
                </a:cubicBezTo>
                <a:close/>
                <a:moveTo>
                  <a:pt x="227651" y="122872"/>
                </a:moveTo>
                <a:cubicBezTo>
                  <a:pt x="231446" y="122872"/>
                  <a:pt x="235240" y="126682"/>
                  <a:pt x="235240" y="130493"/>
                </a:cubicBezTo>
                <a:cubicBezTo>
                  <a:pt x="235240" y="134303"/>
                  <a:pt x="231446" y="138113"/>
                  <a:pt x="227651" y="138113"/>
                </a:cubicBezTo>
                <a:cubicBezTo>
                  <a:pt x="223857" y="138113"/>
                  <a:pt x="220063" y="135255"/>
                  <a:pt x="220063" y="130493"/>
                </a:cubicBezTo>
                <a:cubicBezTo>
                  <a:pt x="220063" y="125730"/>
                  <a:pt x="222909" y="122872"/>
                  <a:pt x="227651" y="122872"/>
                </a:cubicBezTo>
                <a:close/>
                <a:moveTo>
                  <a:pt x="134694" y="93345"/>
                </a:moveTo>
                <a:cubicBezTo>
                  <a:pt x="138488" y="93345"/>
                  <a:pt x="142282" y="97155"/>
                  <a:pt x="142282" y="100965"/>
                </a:cubicBezTo>
                <a:cubicBezTo>
                  <a:pt x="142282" y="104775"/>
                  <a:pt x="142282" y="100965"/>
                  <a:pt x="142282" y="101918"/>
                </a:cubicBezTo>
                <a:cubicBezTo>
                  <a:pt x="142282" y="101918"/>
                  <a:pt x="142282" y="101918"/>
                  <a:pt x="142282" y="101918"/>
                </a:cubicBezTo>
                <a:cubicBezTo>
                  <a:pt x="142282" y="101918"/>
                  <a:pt x="142282" y="102870"/>
                  <a:pt x="142282" y="103822"/>
                </a:cubicBezTo>
                <a:cubicBezTo>
                  <a:pt x="141334" y="106680"/>
                  <a:pt x="138488" y="107632"/>
                  <a:pt x="135642" y="107632"/>
                </a:cubicBezTo>
                <a:cubicBezTo>
                  <a:pt x="130900" y="107632"/>
                  <a:pt x="128054" y="104775"/>
                  <a:pt x="128054" y="100013"/>
                </a:cubicBezTo>
                <a:cubicBezTo>
                  <a:pt x="128054" y="95250"/>
                  <a:pt x="130900" y="92393"/>
                  <a:pt x="135642" y="92393"/>
                </a:cubicBezTo>
                <a:close/>
                <a:moveTo>
                  <a:pt x="43633" y="168593"/>
                </a:moveTo>
                <a:cubicBezTo>
                  <a:pt x="44582" y="168593"/>
                  <a:pt x="46479" y="168593"/>
                  <a:pt x="47427" y="169545"/>
                </a:cubicBezTo>
                <a:cubicBezTo>
                  <a:pt x="47427" y="169545"/>
                  <a:pt x="47427" y="170497"/>
                  <a:pt x="47427" y="171450"/>
                </a:cubicBezTo>
                <a:cubicBezTo>
                  <a:pt x="47427" y="171450"/>
                  <a:pt x="48376" y="172403"/>
                  <a:pt x="49324" y="172403"/>
                </a:cubicBezTo>
                <a:cubicBezTo>
                  <a:pt x="49324" y="172403"/>
                  <a:pt x="49324" y="174308"/>
                  <a:pt x="49324" y="175260"/>
                </a:cubicBezTo>
                <a:cubicBezTo>
                  <a:pt x="49324" y="180022"/>
                  <a:pt x="45530" y="182880"/>
                  <a:pt x="41736" y="182880"/>
                </a:cubicBezTo>
                <a:cubicBezTo>
                  <a:pt x="37942" y="182880"/>
                  <a:pt x="34148" y="180022"/>
                  <a:pt x="34148" y="175260"/>
                </a:cubicBezTo>
                <a:cubicBezTo>
                  <a:pt x="34148" y="170497"/>
                  <a:pt x="36993" y="167640"/>
                  <a:pt x="41736" y="16764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1" name="Graphic 237">
            <a:extLst>
              <a:ext uri="{FF2B5EF4-FFF2-40B4-BE49-F238E27FC236}">
                <a16:creationId xmlns:a16="http://schemas.microsoft.com/office/drawing/2014/main" id="{4B562035-BF31-2AB8-5E99-E390D8C6AE40}"/>
              </a:ext>
            </a:extLst>
          </p:cNvPr>
          <p:cNvSpPr/>
          <p:nvPr/>
        </p:nvSpPr>
        <p:spPr>
          <a:xfrm>
            <a:off x="10395997" y="1421655"/>
            <a:ext cx="492125" cy="487790"/>
          </a:xfrm>
          <a:custGeom>
            <a:avLst/>
            <a:gdLst>
              <a:gd name="connsiteX0" fmla="*/ 357603 w 367088"/>
              <a:gd name="connsiteY0" fmla="*/ 348615 h 363855"/>
              <a:gd name="connsiteX1" fmla="*/ 350014 w 367088"/>
              <a:gd name="connsiteY1" fmla="*/ 348615 h 363855"/>
              <a:gd name="connsiteX2" fmla="*/ 350014 w 367088"/>
              <a:gd name="connsiteY2" fmla="*/ 131445 h 363855"/>
              <a:gd name="connsiteX3" fmla="*/ 342426 w 367088"/>
              <a:gd name="connsiteY3" fmla="*/ 123825 h 363855"/>
              <a:gd name="connsiteX4" fmla="*/ 296895 w 367088"/>
              <a:gd name="connsiteY4" fmla="*/ 123825 h 363855"/>
              <a:gd name="connsiteX5" fmla="*/ 289307 w 367088"/>
              <a:gd name="connsiteY5" fmla="*/ 131445 h 363855"/>
              <a:gd name="connsiteX6" fmla="*/ 289307 w 367088"/>
              <a:gd name="connsiteY6" fmla="*/ 348615 h 363855"/>
              <a:gd name="connsiteX7" fmla="*/ 258953 w 367088"/>
              <a:gd name="connsiteY7" fmla="*/ 348615 h 363855"/>
              <a:gd name="connsiteX8" fmla="*/ 258953 w 367088"/>
              <a:gd name="connsiteY8" fmla="*/ 236220 h 363855"/>
              <a:gd name="connsiteX9" fmla="*/ 251365 w 367088"/>
              <a:gd name="connsiteY9" fmla="*/ 228600 h 363855"/>
              <a:gd name="connsiteX10" fmla="*/ 205835 w 367088"/>
              <a:gd name="connsiteY10" fmla="*/ 228600 h 363855"/>
              <a:gd name="connsiteX11" fmla="*/ 198246 w 367088"/>
              <a:gd name="connsiteY11" fmla="*/ 236220 h 363855"/>
              <a:gd name="connsiteX12" fmla="*/ 198246 w 367088"/>
              <a:gd name="connsiteY12" fmla="*/ 348615 h 363855"/>
              <a:gd name="connsiteX13" fmla="*/ 166944 w 367088"/>
              <a:gd name="connsiteY13" fmla="*/ 348615 h 363855"/>
              <a:gd name="connsiteX14" fmla="*/ 166944 w 367088"/>
              <a:gd name="connsiteY14" fmla="*/ 206693 h 363855"/>
              <a:gd name="connsiteX15" fmla="*/ 159356 w 367088"/>
              <a:gd name="connsiteY15" fmla="*/ 199072 h 363855"/>
              <a:gd name="connsiteX16" fmla="*/ 113826 w 367088"/>
              <a:gd name="connsiteY16" fmla="*/ 199072 h 363855"/>
              <a:gd name="connsiteX17" fmla="*/ 106237 w 367088"/>
              <a:gd name="connsiteY17" fmla="*/ 206693 h 363855"/>
              <a:gd name="connsiteX18" fmla="*/ 106237 w 367088"/>
              <a:gd name="connsiteY18" fmla="*/ 348615 h 363855"/>
              <a:gd name="connsiteX19" fmla="*/ 75884 w 367088"/>
              <a:gd name="connsiteY19" fmla="*/ 348615 h 363855"/>
              <a:gd name="connsiteX20" fmla="*/ 75884 w 367088"/>
              <a:gd name="connsiteY20" fmla="*/ 280988 h 363855"/>
              <a:gd name="connsiteX21" fmla="*/ 68295 w 367088"/>
              <a:gd name="connsiteY21" fmla="*/ 273368 h 363855"/>
              <a:gd name="connsiteX22" fmla="*/ 22765 w 367088"/>
              <a:gd name="connsiteY22" fmla="*/ 273368 h 363855"/>
              <a:gd name="connsiteX23" fmla="*/ 15177 w 367088"/>
              <a:gd name="connsiteY23" fmla="*/ 280988 h 363855"/>
              <a:gd name="connsiteX24" fmla="*/ 15177 w 367088"/>
              <a:gd name="connsiteY24" fmla="*/ 348615 h 363855"/>
              <a:gd name="connsiteX25" fmla="*/ 7588 w 367088"/>
              <a:gd name="connsiteY25" fmla="*/ 348615 h 363855"/>
              <a:gd name="connsiteX26" fmla="*/ 0 w 367088"/>
              <a:gd name="connsiteY26" fmla="*/ 356235 h 363855"/>
              <a:gd name="connsiteX27" fmla="*/ 7588 w 367088"/>
              <a:gd name="connsiteY27" fmla="*/ 363855 h 363855"/>
              <a:gd name="connsiteX28" fmla="*/ 359500 w 367088"/>
              <a:gd name="connsiteY28" fmla="*/ 363855 h 363855"/>
              <a:gd name="connsiteX29" fmla="*/ 367088 w 367088"/>
              <a:gd name="connsiteY29" fmla="*/ 356235 h 363855"/>
              <a:gd name="connsiteX30" fmla="*/ 359500 w 367088"/>
              <a:gd name="connsiteY30" fmla="*/ 348615 h 363855"/>
              <a:gd name="connsiteX31" fmla="*/ 303535 w 367088"/>
              <a:gd name="connsiteY31" fmla="*/ 138113 h 363855"/>
              <a:gd name="connsiteX32" fmla="*/ 333889 w 367088"/>
              <a:gd name="connsiteY32" fmla="*/ 138113 h 363855"/>
              <a:gd name="connsiteX33" fmla="*/ 333889 w 367088"/>
              <a:gd name="connsiteY33" fmla="*/ 347663 h 363855"/>
              <a:gd name="connsiteX34" fmla="*/ 303535 w 367088"/>
              <a:gd name="connsiteY34" fmla="*/ 347663 h 363855"/>
              <a:gd name="connsiteX35" fmla="*/ 303535 w 367088"/>
              <a:gd name="connsiteY35" fmla="*/ 138113 h 363855"/>
              <a:gd name="connsiteX36" fmla="*/ 212475 w 367088"/>
              <a:gd name="connsiteY36" fmla="*/ 242888 h 363855"/>
              <a:gd name="connsiteX37" fmla="*/ 242828 w 367088"/>
              <a:gd name="connsiteY37" fmla="*/ 242888 h 363855"/>
              <a:gd name="connsiteX38" fmla="*/ 242828 w 367088"/>
              <a:gd name="connsiteY38" fmla="*/ 347663 h 363855"/>
              <a:gd name="connsiteX39" fmla="*/ 212475 w 367088"/>
              <a:gd name="connsiteY39" fmla="*/ 347663 h 363855"/>
              <a:gd name="connsiteX40" fmla="*/ 212475 w 367088"/>
              <a:gd name="connsiteY40" fmla="*/ 242888 h 363855"/>
              <a:gd name="connsiteX41" fmla="*/ 119517 w 367088"/>
              <a:gd name="connsiteY41" fmla="*/ 213360 h 363855"/>
              <a:gd name="connsiteX42" fmla="*/ 149871 w 367088"/>
              <a:gd name="connsiteY42" fmla="*/ 213360 h 363855"/>
              <a:gd name="connsiteX43" fmla="*/ 149871 w 367088"/>
              <a:gd name="connsiteY43" fmla="*/ 347663 h 363855"/>
              <a:gd name="connsiteX44" fmla="*/ 119517 w 367088"/>
              <a:gd name="connsiteY44" fmla="*/ 347663 h 363855"/>
              <a:gd name="connsiteX45" fmla="*/ 119517 w 367088"/>
              <a:gd name="connsiteY45" fmla="*/ 213360 h 363855"/>
              <a:gd name="connsiteX46" fmla="*/ 28456 w 367088"/>
              <a:gd name="connsiteY46" fmla="*/ 287655 h 363855"/>
              <a:gd name="connsiteX47" fmla="*/ 58810 w 367088"/>
              <a:gd name="connsiteY47" fmla="*/ 287655 h 363855"/>
              <a:gd name="connsiteX48" fmla="*/ 58810 w 367088"/>
              <a:gd name="connsiteY48" fmla="*/ 347663 h 363855"/>
              <a:gd name="connsiteX49" fmla="*/ 28456 w 367088"/>
              <a:gd name="connsiteY49" fmla="*/ 347663 h 363855"/>
              <a:gd name="connsiteX50" fmla="*/ 28456 w 367088"/>
              <a:gd name="connsiteY50" fmla="*/ 287655 h 363855"/>
              <a:gd name="connsiteX51" fmla="*/ 43633 w 367088"/>
              <a:gd name="connsiteY51" fmla="*/ 198120 h 363855"/>
              <a:gd name="connsiteX52" fmla="*/ 66398 w 367088"/>
              <a:gd name="connsiteY52" fmla="*/ 175260 h 363855"/>
              <a:gd name="connsiteX53" fmla="*/ 64501 w 367088"/>
              <a:gd name="connsiteY53" fmla="*/ 166688 h 363855"/>
              <a:gd name="connsiteX54" fmla="*/ 123311 w 367088"/>
              <a:gd name="connsiteY54" fmla="*/ 119063 h 363855"/>
              <a:gd name="connsiteX55" fmla="*/ 134694 w 367088"/>
              <a:gd name="connsiteY55" fmla="*/ 121920 h 363855"/>
              <a:gd name="connsiteX56" fmla="*/ 152716 w 367088"/>
              <a:gd name="connsiteY56" fmla="*/ 113347 h 363855"/>
              <a:gd name="connsiteX57" fmla="*/ 203938 w 367088"/>
              <a:gd name="connsiteY57" fmla="*/ 129540 h 363855"/>
              <a:gd name="connsiteX58" fmla="*/ 226703 w 367088"/>
              <a:gd name="connsiteY58" fmla="*/ 151447 h 363855"/>
              <a:gd name="connsiteX59" fmla="*/ 249468 w 367088"/>
              <a:gd name="connsiteY59" fmla="*/ 128588 h 363855"/>
              <a:gd name="connsiteX60" fmla="*/ 245674 w 367088"/>
              <a:gd name="connsiteY60" fmla="*/ 117157 h 363855"/>
              <a:gd name="connsiteX61" fmla="*/ 309227 w 367088"/>
              <a:gd name="connsiteY61" fmla="*/ 43815 h 363855"/>
              <a:gd name="connsiteX62" fmla="*/ 318712 w 367088"/>
              <a:gd name="connsiteY62" fmla="*/ 45720 h 363855"/>
              <a:gd name="connsiteX63" fmla="*/ 342426 w 367088"/>
              <a:gd name="connsiteY63" fmla="*/ 22860 h 363855"/>
              <a:gd name="connsiteX64" fmla="*/ 318712 w 367088"/>
              <a:gd name="connsiteY64" fmla="*/ 0 h 363855"/>
              <a:gd name="connsiteX65" fmla="*/ 294998 w 367088"/>
              <a:gd name="connsiteY65" fmla="*/ 22860 h 363855"/>
              <a:gd name="connsiteX66" fmla="*/ 297844 w 367088"/>
              <a:gd name="connsiteY66" fmla="*/ 34290 h 363855"/>
              <a:gd name="connsiteX67" fmla="*/ 233343 w 367088"/>
              <a:gd name="connsiteY67" fmla="*/ 107632 h 363855"/>
              <a:gd name="connsiteX68" fmla="*/ 225754 w 367088"/>
              <a:gd name="connsiteY68" fmla="*/ 105728 h 363855"/>
              <a:gd name="connsiteX69" fmla="*/ 207732 w 367088"/>
              <a:gd name="connsiteY69" fmla="*/ 115253 h 363855"/>
              <a:gd name="connsiteX70" fmla="*/ 156510 w 367088"/>
              <a:gd name="connsiteY70" fmla="*/ 98107 h 363855"/>
              <a:gd name="connsiteX71" fmla="*/ 156510 w 367088"/>
              <a:gd name="connsiteY71" fmla="*/ 98107 h 363855"/>
              <a:gd name="connsiteX72" fmla="*/ 133745 w 367088"/>
              <a:gd name="connsiteY72" fmla="*/ 75247 h 363855"/>
              <a:gd name="connsiteX73" fmla="*/ 110980 w 367088"/>
              <a:gd name="connsiteY73" fmla="*/ 98107 h 363855"/>
              <a:gd name="connsiteX74" fmla="*/ 112877 w 367088"/>
              <a:gd name="connsiteY74" fmla="*/ 106680 h 363855"/>
              <a:gd name="connsiteX75" fmla="*/ 53119 w 367088"/>
              <a:gd name="connsiteY75" fmla="*/ 154305 h 363855"/>
              <a:gd name="connsiteX76" fmla="*/ 42685 w 367088"/>
              <a:gd name="connsiteY76" fmla="*/ 151447 h 363855"/>
              <a:gd name="connsiteX77" fmla="*/ 19919 w 367088"/>
              <a:gd name="connsiteY77" fmla="*/ 174308 h 363855"/>
              <a:gd name="connsiteX78" fmla="*/ 42685 w 367088"/>
              <a:gd name="connsiteY78" fmla="*/ 197168 h 363855"/>
              <a:gd name="connsiteX79" fmla="*/ 319661 w 367088"/>
              <a:gd name="connsiteY79" fmla="*/ 18098 h 363855"/>
              <a:gd name="connsiteX80" fmla="*/ 327249 w 367088"/>
              <a:gd name="connsiteY80" fmla="*/ 25718 h 363855"/>
              <a:gd name="connsiteX81" fmla="*/ 319661 w 367088"/>
              <a:gd name="connsiteY81" fmla="*/ 33338 h 363855"/>
              <a:gd name="connsiteX82" fmla="*/ 312072 w 367088"/>
              <a:gd name="connsiteY82" fmla="*/ 25718 h 363855"/>
              <a:gd name="connsiteX83" fmla="*/ 319661 w 367088"/>
              <a:gd name="connsiteY83" fmla="*/ 18098 h 363855"/>
              <a:gd name="connsiteX84" fmla="*/ 227651 w 367088"/>
              <a:gd name="connsiteY84" fmla="*/ 122872 h 363855"/>
              <a:gd name="connsiteX85" fmla="*/ 235240 w 367088"/>
              <a:gd name="connsiteY85" fmla="*/ 130493 h 363855"/>
              <a:gd name="connsiteX86" fmla="*/ 227651 w 367088"/>
              <a:gd name="connsiteY86" fmla="*/ 138113 h 363855"/>
              <a:gd name="connsiteX87" fmla="*/ 220063 w 367088"/>
              <a:gd name="connsiteY87" fmla="*/ 130493 h 363855"/>
              <a:gd name="connsiteX88" fmla="*/ 227651 w 367088"/>
              <a:gd name="connsiteY88" fmla="*/ 122872 h 363855"/>
              <a:gd name="connsiteX89" fmla="*/ 134694 w 367088"/>
              <a:gd name="connsiteY89" fmla="*/ 93345 h 363855"/>
              <a:gd name="connsiteX90" fmla="*/ 142282 w 367088"/>
              <a:gd name="connsiteY90" fmla="*/ 100965 h 363855"/>
              <a:gd name="connsiteX91" fmla="*/ 142282 w 367088"/>
              <a:gd name="connsiteY91" fmla="*/ 101918 h 363855"/>
              <a:gd name="connsiteX92" fmla="*/ 142282 w 367088"/>
              <a:gd name="connsiteY92" fmla="*/ 101918 h 363855"/>
              <a:gd name="connsiteX93" fmla="*/ 142282 w 367088"/>
              <a:gd name="connsiteY93" fmla="*/ 103822 h 363855"/>
              <a:gd name="connsiteX94" fmla="*/ 135642 w 367088"/>
              <a:gd name="connsiteY94" fmla="*/ 107632 h 363855"/>
              <a:gd name="connsiteX95" fmla="*/ 128054 w 367088"/>
              <a:gd name="connsiteY95" fmla="*/ 100013 h 363855"/>
              <a:gd name="connsiteX96" fmla="*/ 135642 w 367088"/>
              <a:gd name="connsiteY96" fmla="*/ 92393 h 363855"/>
              <a:gd name="connsiteX97" fmla="*/ 43633 w 367088"/>
              <a:gd name="connsiteY97" fmla="*/ 168593 h 363855"/>
              <a:gd name="connsiteX98" fmla="*/ 47427 w 367088"/>
              <a:gd name="connsiteY98" fmla="*/ 169545 h 363855"/>
              <a:gd name="connsiteX99" fmla="*/ 47427 w 367088"/>
              <a:gd name="connsiteY99" fmla="*/ 171450 h 363855"/>
              <a:gd name="connsiteX100" fmla="*/ 49324 w 367088"/>
              <a:gd name="connsiteY100" fmla="*/ 172403 h 363855"/>
              <a:gd name="connsiteX101" fmla="*/ 49324 w 367088"/>
              <a:gd name="connsiteY101" fmla="*/ 175260 h 363855"/>
              <a:gd name="connsiteX102" fmla="*/ 41736 w 367088"/>
              <a:gd name="connsiteY102" fmla="*/ 182880 h 363855"/>
              <a:gd name="connsiteX103" fmla="*/ 34148 w 367088"/>
              <a:gd name="connsiteY103" fmla="*/ 175260 h 363855"/>
              <a:gd name="connsiteX104" fmla="*/ 41736 w 367088"/>
              <a:gd name="connsiteY104" fmla="*/ 167640 h 363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367088" h="363855">
                <a:moveTo>
                  <a:pt x="357603" y="348615"/>
                </a:moveTo>
                <a:lnTo>
                  <a:pt x="350014" y="348615"/>
                </a:lnTo>
                <a:lnTo>
                  <a:pt x="350014" y="131445"/>
                </a:lnTo>
                <a:cubicBezTo>
                  <a:pt x="350014" y="127635"/>
                  <a:pt x="346220" y="123825"/>
                  <a:pt x="342426" y="123825"/>
                </a:cubicBezTo>
                <a:lnTo>
                  <a:pt x="296895" y="123825"/>
                </a:lnTo>
                <a:cubicBezTo>
                  <a:pt x="292153" y="123825"/>
                  <a:pt x="289307" y="127635"/>
                  <a:pt x="289307" y="131445"/>
                </a:cubicBezTo>
                <a:lnTo>
                  <a:pt x="289307" y="348615"/>
                </a:lnTo>
                <a:lnTo>
                  <a:pt x="258953" y="348615"/>
                </a:lnTo>
                <a:lnTo>
                  <a:pt x="258953" y="236220"/>
                </a:lnTo>
                <a:cubicBezTo>
                  <a:pt x="258953" y="232410"/>
                  <a:pt x="255159" y="228600"/>
                  <a:pt x="251365" y="228600"/>
                </a:cubicBezTo>
                <a:lnTo>
                  <a:pt x="205835" y="228600"/>
                </a:lnTo>
                <a:cubicBezTo>
                  <a:pt x="201092" y="228600"/>
                  <a:pt x="198246" y="232410"/>
                  <a:pt x="198246" y="236220"/>
                </a:cubicBezTo>
                <a:lnTo>
                  <a:pt x="198246" y="348615"/>
                </a:lnTo>
                <a:lnTo>
                  <a:pt x="166944" y="348615"/>
                </a:lnTo>
                <a:lnTo>
                  <a:pt x="166944" y="206693"/>
                </a:lnTo>
                <a:cubicBezTo>
                  <a:pt x="166944" y="202883"/>
                  <a:pt x="163150" y="199072"/>
                  <a:pt x="159356" y="199072"/>
                </a:cubicBezTo>
                <a:lnTo>
                  <a:pt x="113826" y="199072"/>
                </a:lnTo>
                <a:cubicBezTo>
                  <a:pt x="109083" y="199072"/>
                  <a:pt x="106237" y="202883"/>
                  <a:pt x="106237" y="206693"/>
                </a:cubicBezTo>
                <a:lnTo>
                  <a:pt x="106237" y="348615"/>
                </a:lnTo>
                <a:lnTo>
                  <a:pt x="75884" y="348615"/>
                </a:lnTo>
                <a:lnTo>
                  <a:pt x="75884" y="280988"/>
                </a:lnTo>
                <a:cubicBezTo>
                  <a:pt x="75884" y="277178"/>
                  <a:pt x="72090" y="273368"/>
                  <a:pt x="68295" y="273368"/>
                </a:cubicBezTo>
                <a:lnTo>
                  <a:pt x="22765" y="273368"/>
                </a:lnTo>
                <a:cubicBezTo>
                  <a:pt x="18022" y="273368"/>
                  <a:pt x="15177" y="277178"/>
                  <a:pt x="15177" y="280988"/>
                </a:cubicBezTo>
                <a:lnTo>
                  <a:pt x="15177" y="348615"/>
                </a:lnTo>
                <a:lnTo>
                  <a:pt x="7588" y="348615"/>
                </a:lnTo>
                <a:cubicBezTo>
                  <a:pt x="2846" y="348615"/>
                  <a:pt x="0" y="352425"/>
                  <a:pt x="0" y="356235"/>
                </a:cubicBezTo>
                <a:cubicBezTo>
                  <a:pt x="0" y="360045"/>
                  <a:pt x="2846" y="363855"/>
                  <a:pt x="7588" y="363855"/>
                </a:cubicBezTo>
                <a:lnTo>
                  <a:pt x="359500" y="363855"/>
                </a:lnTo>
                <a:cubicBezTo>
                  <a:pt x="363294" y="363855"/>
                  <a:pt x="367088" y="360997"/>
                  <a:pt x="367088" y="356235"/>
                </a:cubicBezTo>
                <a:cubicBezTo>
                  <a:pt x="367088" y="351472"/>
                  <a:pt x="363294" y="348615"/>
                  <a:pt x="359500" y="348615"/>
                </a:cubicBezTo>
                <a:close/>
                <a:moveTo>
                  <a:pt x="303535" y="138113"/>
                </a:moveTo>
                <a:lnTo>
                  <a:pt x="333889" y="138113"/>
                </a:lnTo>
                <a:lnTo>
                  <a:pt x="333889" y="347663"/>
                </a:lnTo>
                <a:lnTo>
                  <a:pt x="303535" y="347663"/>
                </a:lnTo>
                <a:lnTo>
                  <a:pt x="303535" y="138113"/>
                </a:lnTo>
                <a:close/>
                <a:moveTo>
                  <a:pt x="212475" y="242888"/>
                </a:moveTo>
                <a:lnTo>
                  <a:pt x="242828" y="242888"/>
                </a:lnTo>
                <a:lnTo>
                  <a:pt x="242828" y="347663"/>
                </a:lnTo>
                <a:lnTo>
                  <a:pt x="212475" y="347663"/>
                </a:lnTo>
                <a:lnTo>
                  <a:pt x="212475" y="242888"/>
                </a:lnTo>
                <a:close/>
                <a:moveTo>
                  <a:pt x="119517" y="213360"/>
                </a:moveTo>
                <a:lnTo>
                  <a:pt x="149871" y="213360"/>
                </a:lnTo>
                <a:lnTo>
                  <a:pt x="149871" y="347663"/>
                </a:lnTo>
                <a:lnTo>
                  <a:pt x="119517" y="347663"/>
                </a:lnTo>
                <a:lnTo>
                  <a:pt x="119517" y="213360"/>
                </a:lnTo>
                <a:close/>
                <a:moveTo>
                  <a:pt x="28456" y="287655"/>
                </a:moveTo>
                <a:lnTo>
                  <a:pt x="58810" y="287655"/>
                </a:lnTo>
                <a:lnTo>
                  <a:pt x="58810" y="347663"/>
                </a:lnTo>
                <a:lnTo>
                  <a:pt x="28456" y="347663"/>
                </a:lnTo>
                <a:lnTo>
                  <a:pt x="28456" y="287655"/>
                </a:lnTo>
                <a:close/>
                <a:moveTo>
                  <a:pt x="43633" y="198120"/>
                </a:moveTo>
                <a:cubicBezTo>
                  <a:pt x="55964" y="198120"/>
                  <a:pt x="66398" y="187643"/>
                  <a:pt x="66398" y="175260"/>
                </a:cubicBezTo>
                <a:cubicBezTo>
                  <a:pt x="66398" y="162878"/>
                  <a:pt x="66398" y="169545"/>
                  <a:pt x="64501" y="166688"/>
                </a:cubicBezTo>
                <a:cubicBezTo>
                  <a:pt x="71141" y="160972"/>
                  <a:pt x="86318" y="148590"/>
                  <a:pt x="123311" y="119063"/>
                </a:cubicBezTo>
                <a:cubicBezTo>
                  <a:pt x="127105" y="120968"/>
                  <a:pt x="130900" y="121920"/>
                  <a:pt x="134694" y="121920"/>
                </a:cubicBezTo>
                <a:cubicBezTo>
                  <a:pt x="142282" y="121920"/>
                  <a:pt x="147973" y="118110"/>
                  <a:pt x="152716" y="113347"/>
                </a:cubicBezTo>
                <a:cubicBezTo>
                  <a:pt x="159356" y="115253"/>
                  <a:pt x="173584" y="120015"/>
                  <a:pt x="203938" y="129540"/>
                </a:cubicBezTo>
                <a:cubicBezTo>
                  <a:pt x="203938" y="141922"/>
                  <a:pt x="214372" y="151447"/>
                  <a:pt x="226703" y="151447"/>
                </a:cubicBezTo>
                <a:cubicBezTo>
                  <a:pt x="239034" y="151447"/>
                  <a:pt x="249468" y="140970"/>
                  <a:pt x="249468" y="128588"/>
                </a:cubicBezTo>
                <a:cubicBezTo>
                  <a:pt x="249468" y="116205"/>
                  <a:pt x="248519" y="120968"/>
                  <a:pt x="245674" y="117157"/>
                </a:cubicBezTo>
                <a:cubicBezTo>
                  <a:pt x="252314" y="109538"/>
                  <a:pt x="268439" y="91440"/>
                  <a:pt x="309227" y="43815"/>
                </a:cubicBezTo>
                <a:cubicBezTo>
                  <a:pt x="312072" y="44768"/>
                  <a:pt x="314918" y="45720"/>
                  <a:pt x="318712" y="45720"/>
                </a:cubicBezTo>
                <a:cubicBezTo>
                  <a:pt x="331992" y="45720"/>
                  <a:pt x="342426" y="35243"/>
                  <a:pt x="342426" y="22860"/>
                </a:cubicBezTo>
                <a:cubicBezTo>
                  <a:pt x="342426" y="10478"/>
                  <a:pt x="331992" y="0"/>
                  <a:pt x="318712" y="0"/>
                </a:cubicBezTo>
                <a:cubicBezTo>
                  <a:pt x="305432" y="0"/>
                  <a:pt x="294998" y="11430"/>
                  <a:pt x="294998" y="22860"/>
                </a:cubicBezTo>
                <a:cubicBezTo>
                  <a:pt x="294998" y="34290"/>
                  <a:pt x="295947" y="30480"/>
                  <a:pt x="297844" y="34290"/>
                </a:cubicBezTo>
                <a:cubicBezTo>
                  <a:pt x="292153" y="40957"/>
                  <a:pt x="276976" y="59055"/>
                  <a:pt x="233343" y="107632"/>
                </a:cubicBezTo>
                <a:cubicBezTo>
                  <a:pt x="231446" y="107632"/>
                  <a:pt x="228600" y="105728"/>
                  <a:pt x="225754" y="105728"/>
                </a:cubicBezTo>
                <a:cubicBezTo>
                  <a:pt x="218166" y="105728"/>
                  <a:pt x="212475" y="109538"/>
                  <a:pt x="207732" y="115253"/>
                </a:cubicBezTo>
                <a:cubicBezTo>
                  <a:pt x="201092" y="113347"/>
                  <a:pt x="187812" y="108585"/>
                  <a:pt x="156510" y="98107"/>
                </a:cubicBezTo>
                <a:cubicBezTo>
                  <a:pt x="156510" y="98107"/>
                  <a:pt x="156510" y="98107"/>
                  <a:pt x="156510" y="98107"/>
                </a:cubicBezTo>
                <a:cubicBezTo>
                  <a:pt x="156510" y="86678"/>
                  <a:pt x="146076" y="75247"/>
                  <a:pt x="133745" y="75247"/>
                </a:cubicBezTo>
                <a:cubicBezTo>
                  <a:pt x="121414" y="75247"/>
                  <a:pt x="110980" y="86678"/>
                  <a:pt x="110980" y="98107"/>
                </a:cubicBezTo>
                <a:cubicBezTo>
                  <a:pt x="110980" y="109538"/>
                  <a:pt x="110980" y="103822"/>
                  <a:pt x="112877" y="106680"/>
                </a:cubicBezTo>
                <a:cubicBezTo>
                  <a:pt x="106237" y="111443"/>
                  <a:pt x="91061" y="123825"/>
                  <a:pt x="53119" y="154305"/>
                </a:cubicBezTo>
                <a:cubicBezTo>
                  <a:pt x="50273" y="152400"/>
                  <a:pt x="46479" y="151447"/>
                  <a:pt x="42685" y="151447"/>
                </a:cubicBezTo>
                <a:cubicBezTo>
                  <a:pt x="30353" y="151447"/>
                  <a:pt x="19919" y="162878"/>
                  <a:pt x="19919" y="174308"/>
                </a:cubicBezTo>
                <a:cubicBezTo>
                  <a:pt x="19919" y="185738"/>
                  <a:pt x="30353" y="197168"/>
                  <a:pt x="42685" y="197168"/>
                </a:cubicBezTo>
                <a:close/>
                <a:moveTo>
                  <a:pt x="319661" y="18098"/>
                </a:moveTo>
                <a:cubicBezTo>
                  <a:pt x="323455" y="18098"/>
                  <a:pt x="327249" y="21907"/>
                  <a:pt x="327249" y="25718"/>
                </a:cubicBezTo>
                <a:cubicBezTo>
                  <a:pt x="327249" y="29528"/>
                  <a:pt x="323455" y="33338"/>
                  <a:pt x="319661" y="33338"/>
                </a:cubicBezTo>
                <a:cubicBezTo>
                  <a:pt x="315866" y="33338"/>
                  <a:pt x="312072" y="30480"/>
                  <a:pt x="312072" y="25718"/>
                </a:cubicBezTo>
                <a:cubicBezTo>
                  <a:pt x="312072" y="20955"/>
                  <a:pt x="314918" y="18098"/>
                  <a:pt x="319661" y="18098"/>
                </a:cubicBezTo>
                <a:close/>
                <a:moveTo>
                  <a:pt x="227651" y="122872"/>
                </a:moveTo>
                <a:cubicBezTo>
                  <a:pt x="231446" y="122872"/>
                  <a:pt x="235240" y="126682"/>
                  <a:pt x="235240" y="130493"/>
                </a:cubicBezTo>
                <a:cubicBezTo>
                  <a:pt x="235240" y="134303"/>
                  <a:pt x="231446" y="138113"/>
                  <a:pt x="227651" y="138113"/>
                </a:cubicBezTo>
                <a:cubicBezTo>
                  <a:pt x="223857" y="138113"/>
                  <a:pt x="220063" y="135255"/>
                  <a:pt x="220063" y="130493"/>
                </a:cubicBezTo>
                <a:cubicBezTo>
                  <a:pt x="220063" y="125730"/>
                  <a:pt x="222909" y="122872"/>
                  <a:pt x="227651" y="122872"/>
                </a:cubicBezTo>
                <a:close/>
                <a:moveTo>
                  <a:pt x="134694" y="93345"/>
                </a:moveTo>
                <a:cubicBezTo>
                  <a:pt x="138488" y="93345"/>
                  <a:pt x="142282" y="97155"/>
                  <a:pt x="142282" y="100965"/>
                </a:cubicBezTo>
                <a:cubicBezTo>
                  <a:pt x="142282" y="104775"/>
                  <a:pt x="142282" y="100965"/>
                  <a:pt x="142282" y="101918"/>
                </a:cubicBezTo>
                <a:cubicBezTo>
                  <a:pt x="142282" y="101918"/>
                  <a:pt x="142282" y="101918"/>
                  <a:pt x="142282" y="101918"/>
                </a:cubicBezTo>
                <a:cubicBezTo>
                  <a:pt x="142282" y="101918"/>
                  <a:pt x="142282" y="102870"/>
                  <a:pt x="142282" y="103822"/>
                </a:cubicBezTo>
                <a:cubicBezTo>
                  <a:pt x="141334" y="106680"/>
                  <a:pt x="138488" y="107632"/>
                  <a:pt x="135642" y="107632"/>
                </a:cubicBezTo>
                <a:cubicBezTo>
                  <a:pt x="130900" y="107632"/>
                  <a:pt x="128054" y="104775"/>
                  <a:pt x="128054" y="100013"/>
                </a:cubicBezTo>
                <a:cubicBezTo>
                  <a:pt x="128054" y="95250"/>
                  <a:pt x="130900" y="92393"/>
                  <a:pt x="135642" y="92393"/>
                </a:cubicBezTo>
                <a:close/>
                <a:moveTo>
                  <a:pt x="43633" y="168593"/>
                </a:moveTo>
                <a:cubicBezTo>
                  <a:pt x="44582" y="168593"/>
                  <a:pt x="46479" y="168593"/>
                  <a:pt x="47427" y="169545"/>
                </a:cubicBezTo>
                <a:cubicBezTo>
                  <a:pt x="47427" y="169545"/>
                  <a:pt x="47427" y="170497"/>
                  <a:pt x="47427" y="171450"/>
                </a:cubicBezTo>
                <a:cubicBezTo>
                  <a:pt x="47427" y="171450"/>
                  <a:pt x="48376" y="172403"/>
                  <a:pt x="49324" y="172403"/>
                </a:cubicBezTo>
                <a:cubicBezTo>
                  <a:pt x="49324" y="172403"/>
                  <a:pt x="49324" y="174308"/>
                  <a:pt x="49324" y="175260"/>
                </a:cubicBezTo>
                <a:cubicBezTo>
                  <a:pt x="49324" y="180022"/>
                  <a:pt x="45530" y="182880"/>
                  <a:pt x="41736" y="182880"/>
                </a:cubicBezTo>
                <a:cubicBezTo>
                  <a:pt x="37942" y="182880"/>
                  <a:pt x="34148" y="180022"/>
                  <a:pt x="34148" y="175260"/>
                </a:cubicBezTo>
                <a:cubicBezTo>
                  <a:pt x="34148" y="170497"/>
                  <a:pt x="36993" y="167640"/>
                  <a:pt x="41736" y="16764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2" name="Graphic 237">
            <a:extLst>
              <a:ext uri="{FF2B5EF4-FFF2-40B4-BE49-F238E27FC236}">
                <a16:creationId xmlns:a16="http://schemas.microsoft.com/office/drawing/2014/main" id="{5266415C-6010-D51E-29C9-28D583B0CBA9}"/>
              </a:ext>
            </a:extLst>
          </p:cNvPr>
          <p:cNvSpPr/>
          <p:nvPr/>
        </p:nvSpPr>
        <p:spPr>
          <a:xfrm>
            <a:off x="11154822" y="1421655"/>
            <a:ext cx="492125" cy="487790"/>
          </a:xfrm>
          <a:custGeom>
            <a:avLst/>
            <a:gdLst>
              <a:gd name="connsiteX0" fmla="*/ 357603 w 367088"/>
              <a:gd name="connsiteY0" fmla="*/ 348615 h 363855"/>
              <a:gd name="connsiteX1" fmla="*/ 350014 w 367088"/>
              <a:gd name="connsiteY1" fmla="*/ 348615 h 363855"/>
              <a:gd name="connsiteX2" fmla="*/ 350014 w 367088"/>
              <a:gd name="connsiteY2" fmla="*/ 131445 h 363855"/>
              <a:gd name="connsiteX3" fmla="*/ 342426 w 367088"/>
              <a:gd name="connsiteY3" fmla="*/ 123825 h 363855"/>
              <a:gd name="connsiteX4" fmla="*/ 296895 w 367088"/>
              <a:gd name="connsiteY4" fmla="*/ 123825 h 363855"/>
              <a:gd name="connsiteX5" fmla="*/ 289307 w 367088"/>
              <a:gd name="connsiteY5" fmla="*/ 131445 h 363855"/>
              <a:gd name="connsiteX6" fmla="*/ 289307 w 367088"/>
              <a:gd name="connsiteY6" fmla="*/ 348615 h 363855"/>
              <a:gd name="connsiteX7" fmla="*/ 258953 w 367088"/>
              <a:gd name="connsiteY7" fmla="*/ 348615 h 363855"/>
              <a:gd name="connsiteX8" fmla="*/ 258953 w 367088"/>
              <a:gd name="connsiteY8" fmla="*/ 236220 h 363855"/>
              <a:gd name="connsiteX9" fmla="*/ 251365 w 367088"/>
              <a:gd name="connsiteY9" fmla="*/ 228600 h 363855"/>
              <a:gd name="connsiteX10" fmla="*/ 205835 w 367088"/>
              <a:gd name="connsiteY10" fmla="*/ 228600 h 363855"/>
              <a:gd name="connsiteX11" fmla="*/ 198246 w 367088"/>
              <a:gd name="connsiteY11" fmla="*/ 236220 h 363855"/>
              <a:gd name="connsiteX12" fmla="*/ 198246 w 367088"/>
              <a:gd name="connsiteY12" fmla="*/ 348615 h 363855"/>
              <a:gd name="connsiteX13" fmla="*/ 166944 w 367088"/>
              <a:gd name="connsiteY13" fmla="*/ 348615 h 363855"/>
              <a:gd name="connsiteX14" fmla="*/ 166944 w 367088"/>
              <a:gd name="connsiteY14" fmla="*/ 206693 h 363855"/>
              <a:gd name="connsiteX15" fmla="*/ 159356 w 367088"/>
              <a:gd name="connsiteY15" fmla="*/ 199072 h 363855"/>
              <a:gd name="connsiteX16" fmla="*/ 113826 w 367088"/>
              <a:gd name="connsiteY16" fmla="*/ 199072 h 363855"/>
              <a:gd name="connsiteX17" fmla="*/ 106237 w 367088"/>
              <a:gd name="connsiteY17" fmla="*/ 206693 h 363855"/>
              <a:gd name="connsiteX18" fmla="*/ 106237 w 367088"/>
              <a:gd name="connsiteY18" fmla="*/ 348615 h 363855"/>
              <a:gd name="connsiteX19" fmla="*/ 75884 w 367088"/>
              <a:gd name="connsiteY19" fmla="*/ 348615 h 363855"/>
              <a:gd name="connsiteX20" fmla="*/ 75884 w 367088"/>
              <a:gd name="connsiteY20" fmla="*/ 280988 h 363855"/>
              <a:gd name="connsiteX21" fmla="*/ 68295 w 367088"/>
              <a:gd name="connsiteY21" fmla="*/ 273368 h 363855"/>
              <a:gd name="connsiteX22" fmla="*/ 22765 w 367088"/>
              <a:gd name="connsiteY22" fmla="*/ 273368 h 363855"/>
              <a:gd name="connsiteX23" fmla="*/ 15177 w 367088"/>
              <a:gd name="connsiteY23" fmla="*/ 280988 h 363855"/>
              <a:gd name="connsiteX24" fmla="*/ 15177 w 367088"/>
              <a:gd name="connsiteY24" fmla="*/ 348615 h 363855"/>
              <a:gd name="connsiteX25" fmla="*/ 7588 w 367088"/>
              <a:gd name="connsiteY25" fmla="*/ 348615 h 363855"/>
              <a:gd name="connsiteX26" fmla="*/ 0 w 367088"/>
              <a:gd name="connsiteY26" fmla="*/ 356235 h 363855"/>
              <a:gd name="connsiteX27" fmla="*/ 7588 w 367088"/>
              <a:gd name="connsiteY27" fmla="*/ 363855 h 363855"/>
              <a:gd name="connsiteX28" fmla="*/ 359500 w 367088"/>
              <a:gd name="connsiteY28" fmla="*/ 363855 h 363855"/>
              <a:gd name="connsiteX29" fmla="*/ 367088 w 367088"/>
              <a:gd name="connsiteY29" fmla="*/ 356235 h 363855"/>
              <a:gd name="connsiteX30" fmla="*/ 359500 w 367088"/>
              <a:gd name="connsiteY30" fmla="*/ 348615 h 363855"/>
              <a:gd name="connsiteX31" fmla="*/ 303535 w 367088"/>
              <a:gd name="connsiteY31" fmla="*/ 138113 h 363855"/>
              <a:gd name="connsiteX32" fmla="*/ 333889 w 367088"/>
              <a:gd name="connsiteY32" fmla="*/ 138113 h 363855"/>
              <a:gd name="connsiteX33" fmla="*/ 333889 w 367088"/>
              <a:gd name="connsiteY33" fmla="*/ 347663 h 363855"/>
              <a:gd name="connsiteX34" fmla="*/ 303535 w 367088"/>
              <a:gd name="connsiteY34" fmla="*/ 347663 h 363855"/>
              <a:gd name="connsiteX35" fmla="*/ 303535 w 367088"/>
              <a:gd name="connsiteY35" fmla="*/ 138113 h 363855"/>
              <a:gd name="connsiteX36" fmla="*/ 212475 w 367088"/>
              <a:gd name="connsiteY36" fmla="*/ 242888 h 363855"/>
              <a:gd name="connsiteX37" fmla="*/ 242828 w 367088"/>
              <a:gd name="connsiteY37" fmla="*/ 242888 h 363855"/>
              <a:gd name="connsiteX38" fmla="*/ 242828 w 367088"/>
              <a:gd name="connsiteY38" fmla="*/ 347663 h 363855"/>
              <a:gd name="connsiteX39" fmla="*/ 212475 w 367088"/>
              <a:gd name="connsiteY39" fmla="*/ 347663 h 363855"/>
              <a:gd name="connsiteX40" fmla="*/ 212475 w 367088"/>
              <a:gd name="connsiteY40" fmla="*/ 242888 h 363855"/>
              <a:gd name="connsiteX41" fmla="*/ 119517 w 367088"/>
              <a:gd name="connsiteY41" fmla="*/ 213360 h 363855"/>
              <a:gd name="connsiteX42" fmla="*/ 149871 w 367088"/>
              <a:gd name="connsiteY42" fmla="*/ 213360 h 363855"/>
              <a:gd name="connsiteX43" fmla="*/ 149871 w 367088"/>
              <a:gd name="connsiteY43" fmla="*/ 347663 h 363855"/>
              <a:gd name="connsiteX44" fmla="*/ 119517 w 367088"/>
              <a:gd name="connsiteY44" fmla="*/ 347663 h 363855"/>
              <a:gd name="connsiteX45" fmla="*/ 119517 w 367088"/>
              <a:gd name="connsiteY45" fmla="*/ 213360 h 363855"/>
              <a:gd name="connsiteX46" fmla="*/ 28456 w 367088"/>
              <a:gd name="connsiteY46" fmla="*/ 287655 h 363855"/>
              <a:gd name="connsiteX47" fmla="*/ 58810 w 367088"/>
              <a:gd name="connsiteY47" fmla="*/ 287655 h 363855"/>
              <a:gd name="connsiteX48" fmla="*/ 58810 w 367088"/>
              <a:gd name="connsiteY48" fmla="*/ 347663 h 363855"/>
              <a:gd name="connsiteX49" fmla="*/ 28456 w 367088"/>
              <a:gd name="connsiteY49" fmla="*/ 347663 h 363855"/>
              <a:gd name="connsiteX50" fmla="*/ 28456 w 367088"/>
              <a:gd name="connsiteY50" fmla="*/ 287655 h 363855"/>
              <a:gd name="connsiteX51" fmla="*/ 43633 w 367088"/>
              <a:gd name="connsiteY51" fmla="*/ 198120 h 363855"/>
              <a:gd name="connsiteX52" fmla="*/ 66398 w 367088"/>
              <a:gd name="connsiteY52" fmla="*/ 175260 h 363855"/>
              <a:gd name="connsiteX53" fmla="*/ 64501 w 367088"/>
              <a:gd name="connsiteY53" fmla="*/ 166688 h 363855"/>
              <a:gd name="connsiteX54" fmla="*/ 123311 w 367088"/>
              <a:gd name="connsiteY54" fmla="*/ 119063 h 363855"/>
              <a:gd name="connsiteX55" fmla="*/ 134694 w 367088"/>
              <a:gd name="connsiteY55" fmla="*/ 121920 h 363855"/>
              <a:gd name="connsiteX56" fmla="*/ 152716 w 367088"/>
              <a:gd name="connsiteY56" fmla="*/ 113347 h 363855"/>
              <a:gd name="connsiteX57" fmla="*/ 203938 w 367088"/>
              <a:gd name="connsiteY57" fmla="*/ 129540 h 363855"/>
              <a:gd name="connsiteX58" fmla="*/ 226703 w 367088"/>
              <a:gd name="connsiteY58" fmla="*/ 151447 h 363855"/>
              <a:gd name="connsiteX59" fmla="*/ 249468 w 367088"/>
              <a:gd name="connsiteY59" fmla="*/ 128588 h 363855"/>
              <a:gd name="connsiteX60" fmla="*/ 245674 w 367088"/>
              <a:gd name="connsiteY60" fmla="*/ 117157 h 363855"/>
              <a:gd name="connsiteX61" fmla="*/ 309227 w 367088"/>
              <a:gd name="connsiteY61" fmla="*/ 43815 h 363855"/>
              <a:gd name="connsiteX62" fmla="*/ 318712 w 367088"/>
              <a:gd name="connsiteY62" fmla="*/ 45720 h 363855"/>
              <a:gd name="connsiteX63" fmla="*/ 342426 w 367088"/>
              <a:gd name="connsiteY63" fmla="*/ 22860 h 363855"/>
              <a:gd name="connsiteX64" fmla="*/ 318712 w 367088"/>
              <a:gd name="connsiteY64" fmla="*/ 0 h 363855"/>
              <a:gd name="connsiteX65" fmla="*/ 294998 w 367088"/>
              <a:gd name="connsiteY65" fmla="*/ 22860 h 363855"/>
              <a:gd name="connsiteX66" fmla="*/ 297844 w 367088"/>
              <a:gd name="connsiteY66" fmla="*/ 34290 h 363855"/>
              <a:gd name="connsiteX67" fmla="*/ 233343 w 367088"/>
              <a:gd name="connsiteY67" fmla="*/ 107632 h 363855"/>
              <a:gd name="connsiteX68" fmla="*/ 225754 w 367088"/>
              <a:gd name="connsiteY68" fmla="*/ 105728 h 363855"/>
              <a:gd name="connsiteX69" fmla="*/ 207732 w 367088"/>
              <a:gd name="connsiteY69" fmla="*/ 115253 h 363855"/>
              <a:gd name="connsiteX70" fmla="*/ 156510 w 367088"/>
              <a:gd name="connsiteY70" fmla="*/ 98107 h 363855"/>
              <a:gd name="connsiteX71" fmla="*/ 156510 w 367088"/>
              <a:gd name="connsiteY71" fmla="*/ 98107 h 363855"/>
              <a:gd name="connsiteX72" fmla="*/ 133745 w 367088"/>
              <a:gd name="connsiteY72" fmla="*/ 75247 h 363855"/>
              <a:gd name="connsiteX73" fmla="*/ 110980 w 367088"/>
              <a:gd name="connsiteY73" fmla="*/ 98107 h 363855"/>
              <a:gd name="connsiteX74" fmla="*/ 112877 w 367088"/>
              <a:gd name="connsiteY74" fmla="*/ 106680 h 363855"/>
              <a:gd name="connsiteX75" fmla="*/ 53119 w 367088"/>
              <a:gd name="connsiteY75" fmla="*/ 154305 h 363855"/>
              <a:gd name="connsiteX76" fmla="*/ 42685 w 367088"/>
              <a:gd name="connsiteY76" fmla="*/ 151447 h 363855"/>
              <a:gd name="connsiteX77" fmla="*/ 19919 w 367088"/>
              <a:gd name="connsiteY77" fmla="*/ 174308 h 363855"/>
              <a:gd name="connsiteX78" fmla="*/ 42685 w 367088"/>
              <a:gd name="connsiteY78" fmla="*/ 197168 h 363855"/>
              <a:gd name="connsiteX79" fmla="*/ 319661 w 367088"/>
              <a:gd name="connsiteY79" fmla="*/ 18098 h 363855"/>
              <a:gd name="connsiteX80" fmla="*/ 327249 w 367088"/>
              <a:gd name="connsiteY80" fmla="*/ 25718 h 363855"/>
              <a:gd name="connsiteX81" fmla="*/ 319661 w 367088"/>
              <a:gd name="connsiteY81" fmla="*/ 33338 h 363855"/>
              <a:gd name="connsiteX82" fmla="*/ 312072 w 367088"/>
              <a:gd name="connsiteY82" fmla="*/ 25718 h 363855"/>
              <a:gd name="connsiteX83" fmla="*/ 319661 w 367088"/>
              <a:gd name="connsiteY83" fmla="*/ 18098 h 363855"/>
              <a:gd name="connsiteX84" fmla="*/ 227651 w 367088"/>
              <a:gd name="connsiteY84" fmla="*/ 122872 h 363855"/>
              <a:gd name="connsiteX85" fmla="*/ 235240 w 367088"/>
              <a:gd name="connsiteY85" fmla="*/ 130493 h 363855"/>
              <a:gd name="connsiteX86" fmla="*/ 227651 w 367088"/>
              <a:gd name="connsiteY86" fmla="*/ 138113 h 363855"/>
              <a:gd name="connsiteX87" fmla="*/ 220063 w 367088"/>
              <a:gd name="connsiteY87" fmla="*/ 130493 h 363855"/>
              <a:gd name="connsiteX88" fmla="*/ 227651 w 367088"/>
              <a:gd name="connsiteY88" fmla="*/ 122872 h 363855"/>
              <a:gd name="connsiteX89" fmla="*/ 134694 w 367088"/>
              <a:gd name="connsiteY89" fmla="*/ 93345 h 363855"/>
              <a:gd name="connsiteX90" fmla="*/ 142282 w 367088"/>
              <a:gd name="connsiteY90" fmla="*/ 100965 h 363855"/>
              <a:gd name="connsiteX91" fmla="*/ 142282 w 367088"/>
              <a:gd name="connsiteY91" fmla="*/ 101918 h 363855"/>
              <a:gd name="connsiteX92" fmla="*/ 142282 w 367088"/>
              <a:gd name="connsiteY92" fmla="*/ 101918 h 363855"/>
              <a:gd name="connsiteX93" fmla="*/ 142282 w 367088"/>
              <a:gd name="connsiteY93" fmla="*/ 103822 h 363855"/>
              <a:gd name="connsiteX94" fmla="*/ 135642 w 367088"/>
              <a:gd name="connsiteY94" fmla="*/ 107632 h 363855"/>
              <a:gd name="connsiteX95" fmla="*/ 128054 w 367088"/>
              <a:gd name="connsiteY95" fmla="*/ 100013 h 363855"/>
              <a:gd name="connsiteX96" fmla="*/ 135642 w 367088"/>
              <a:gd name="connsiteY96" fmla="*/ 92393 h 363855"/>
              <a:gd name="connsiteX97" fmla="*/ 43633 w 367088"/>
              <a:gd name="connsiteY97" fmla="*/ 168593 h 363855"/>
              <a:gd name="connsiteX98" fmla="*/ 47427 w 367088"/>
              <a:gd name="connsiteY98" fmla="*/ 169545 h 363855"/>
              <a:gd name="connsiteX99" fmla="*/ 47427 w 367088"/>
              <a:gd name="connsiteY99" fmla="*/ 171450 h 363855"/>
              <a:gd name="connsiteX100" fmla="*/ 49324 w 367088"/>
              <a:gd name="connsiteY100" fmla="*/ 172403 h 363855"/>
              <a:gd name="connsiteX101" fmla="*/ 49324 w 367088"/>
              <a:gd name="connsiteY101" fmla="*/ 175260 h 363855"/>
              <a:gd name="connsiteX102" fmla="*/ 41736 w 367088"/>
              <a:gd name="connsiteY102" fmla="*/ 182880 h 363855"/>
              <a:gd name="connsiteX103" fmla="*/ 34148 w 367088"/>
              <a:gd name="connsiteY103" fmla="*/ 175260 h 363855"/>
              <a:gd name="connsiteX104" fmla="*/ 41736 w 367088"/>
              <a:gd name="connsiteY104" fmla="*/ 167640 h 363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367088" h="363855">
                <a:moveTo>
                  <a:pt x="357603" y="348615"/>
                </a:moveTo>
                <a:lnTo>
                  <a:pt x="350014" y="348615"/>
                </a:lnTo>
                <a:lnTo>
                  <a:pt x="350014" y="131445"/>
                </a:lnTo>
                <a:cubicBezTo>
                  <a:pt x="350014" y="127635"/>
                  <a:pt x="346220" y="123825"/>
                  <a:pt x="342426" y="123825"/>
                </a:cubicBezTo>
                <a:lnTo>
                  <a:pt x="296895" y="123825"/>
                </a:lnTo>
                <a:cubicBezTo>
                  <a:pt x="292153" y="123825"/>
                  <a:pt x="289307" y="127635"/>
                  <a:pt x="289307" y="131445"/>
                </a:cubicBezTo>
                <a:lnTo>
                  <a:pt x="289307" y="348615"/>
                </a:lnTo>
                <a:lnTo>
                  <a:pt x="258953" y="348615"/>
                </a:lnTo>
                <a:lnTo>
                  <a:pt x="258953" y="236220"/>
                </a:lnTo>
                <a:cubicBezTo>
                  <a:pt x="258953" y="232410"/>
                  <a:pt x="255159" y="228600"/>
                  <a:pt x="251365" y="228600"/>
                </a:cubicBezTo>
                <a:lnTo>
                  <a:pt x="205835" y="228600"/>
                </a:lnTo>
                <a:cubicBezTo>
                  <a:pt x="201092" y="228600"/>
                  <a:pt x="198246" y="232410"/>
                  <a:pt x="198246" y="236220"/>
                </a:cubicBezTo>
                <a:lnTo>
                  <a:pt x="198246" y="348615"/>
                </a:lnTo>
                <a:lnTo>
                  <a:pt x="166944" y="348615"/>
                </a:lnTo>
                <a:lnTo>
                  <a:pt x="166944" y="206693"/>
                </a:lnTo>
                <a:cubicBezTo>
                  <a:pt x="166944" y="202883"/>
                  <a:pt x="163150" y="199072"/>
                  <a:pt x="159356" y="199072"/>
                </a:cubicBezTo>
                <a:lnTo>
                  <a:pt x="113826" y="199072"/>
                </a:lnTo>
                <a:cubicBezTo>
                  <a:pt x="109083" y="199072"/>
                  <a:pt x="106237" y="202883"/>
                  <a:pt x="106237" y="206693"/>
                </a:cubicBezTo>
                <a:lnTo>
                  <a:pt x="106237" y="348615"/>
                </a:lnTo>
                <a:lnTo>
                  <a:pt x="75884" y="348615"/>
                </a:lnTo>
                <a:lnTo>
                  <a:pt x="75884" y="280988"/>
                </a:lnTo>
                <a:cubicBezTo>
                  <a:pt x="75884" y="277178"/>
                  <a:pt x="72090" y="273368"/>
                  <a:pt x="68295" y="273368"/>
                </a:cubicBezTo>
                <a:lnTo>
                  <a:pt x="22765" y="273368"/>
                </a:lnTo>
                <a:cubicBezTo>
                  <a:pt x="18022" y="273368"/>
                  <a:pt x="15177" y="277178"/>
                  <a:pt x="15177" y="280988"/>
                </a:cubicBezTo>
                <a:lnTo>
                  <a:pt x="15177" y="348615"/>
                </a:lnTo>
                <a:lnTo>
                  <a:pt x="7588" y="348615"/>
                </a:lnTo>
                <a:cubicBezTo>
                  <a:pt x="2846" y="348615"/>
                  <a:pt x="0" y="352425"/>
                  <a:pt x="0" y="356235"/>
                </a:cubicBezTo>
                <a:cubicBezTo>
                  <a:pt x="0" y="360045"/>
                  <a:pt x="2846" y="363855"/>
                  <a:pt x="7588" y="363855"/>
                </a:cubicBezTo>
                <a:lnTo>
                  <a:pt x="359500" y="363855"/>
                </a:lnTo>
                <a:cubicBezTo>
                  <a:pt x="363294" y="363855"/>
                  <a:pt x="367088" y="360997"/>
                  <a:pt x="367088" y="356235"/>
                </a:cubicBezTo>
                <a:cubicBezTo>
                  <a:pt x="367088" y="351472"/>
                  <a:pt x="363294" y="348615"/>
                  <a:pt x="359500" y="348615"/>
                </a:cubicBezTo>
                <a:close/>
                <a:moveTo>
                  <a:pt x="303535" y="138113"/>
                </a:moveTo>
                <a:lnTo>
                  <a:pt x="333889" y="138113"/>
                </a:lnTo>
                <a:lnTo>
                  <a:pt x="333889" y="347663"/>
                </a:lnTo>
                <a:lnTo>
                  <a:pt x="303535" y="347663"/>
                </a:lnTo>
                <a:lnTo>
                  <a:pt x="303535" y="138113"/>
                </a:lnTo>
                <a:close/>
                <a:moveTo>
                  <a:pt x="212475" y="242888"/>
                </a:moveTo>
                <a:lnTo>
                  <a:pt x="242828" y="242888"/>
                </a:lnTo>
                <a:lnTo>
                  <a:pt x="242828" y="347663"/>
                </a:lnTo>
                <a:lnTo>
                  <a:pt x="212475" y="347663"/>
                </a:lnTo>
                <a:lnTo>
                  <a:pt x="212475" y="242888"/>
                </a:lnTo>
                <a:close/>
                <a:moveTo>
                  <a:pt x="119517" y="213360"/>
                </a:moveTo>
                <a:lnTo>
                  <a:pt x="149871" y="213360"/>
                </a:lnTo>
                <a:lnTo>
                  <a:pt x="149871" y="347663"/>
                </a:lnTo>
                <a:lnTo>
                  <a:pt x="119517" y="347663"/>
                </a:lnTo>
                <a:lnTo>
                  <a:pt x="119517" y="213360"/>
                </a:lnTo>
                <a:close/>
                <a:moveTo>
                  <a:pt x="28456" y="287655"/>
                </a:moveTo>
                <a:lnTo>
                  <a:pt x="58810" y="287655"/>
                </a:lnTo>
                <a:lnTo>
                  <a:pt x="58810" y="347663"/>
                </a:lnTo>
                <a:lnTo>
                  <a:pt x="28456" y="347663"/>
                </a:lnTo>
                <a:lnTo>
                  <a:pt x="28456" y="287655"/>
                </a:lnTo>
                <a:close/>
                <a:moveTo>
                  <a:pt x="43633" y="198120"/>
                </a:moveTo>
                <a:cubicBezTo>
                  <a:pt x="55964" y="198120"/>
                  <a:pt x="66398" y="187643"/>
                  <a:pt x="66398" y="175260"/>
                </a:cubicBezTo>
                <a:cubicBezTo>
                  <a:pt x="66398" y="162878"/>
                  <a:pt x="66398" y="169545"/>
                  <a:pt x="64501" y="166688"/>
                </a:cubicBezTo>
                <a:cubicBezTo>
                  <a:pt x="71141" y="160972"/>
                  <a:pt x="86318" y="148590"/>
                  <a:pt x="123311" y="119063"/>
                </a:cubicBezTo>
                <a:cubicBezTo>
                  <a:pt x="127105" y="120968"/>
                  <a:pt x="130900" y="121920"/>
                  <a:pt x="134694" y="121920"/>
                </a:cubicBezTo>
                <a:cubicBezTo>
                  <a:pt x="142282" y="121920"/>
                  <a:pt x="147973" y="118110"/>
                  <a:pt x="152716" y="113347"/>
                </a:cubicBezTo>
                <a:cubicBezTo>
                  <a:pt x="159356" y="115253"/>
                  <a:pt x="173584" y="120015"/>
                  <a:pt x="203938" y="129540"/>
                </a:cubicBezTo>
                <a:cubicBezTo>
                  <a:pt x="203938" y="141922"/>
                  <a:pt x="214372" y="151447"/>
                  <a:pt x="226703" y="151447"/>
                </a:cubicBezTo>
                <a:cubicBezTo>
                  <a:pt x="239034" y="151447"/>
                  <a:pt x="249468" y="140970"/>
                  <a:pt x="249468" y="128588"/>
                </a:cubicBezTo>
                <a:cubicBezTo>
                  <a:pt x="249468" y="116205"/>
                  <a:pt x="248519" y="120968"/>
                  <a:pt x="245674" y="117157"/>
                </a:cubicBezTo>
                <a:cubicBezTo>
                  <a:pt x="252314" y="109538"/>
                  <a:pt x="268439" y="91440"/>
                  <a:pt x="309227" y="43815"/>
                </a:cubicBezTo>
                <a:cubicBezTo>
                  <a:pt x="312072" y="44768"/>
                  <a:pt x="314918" y="45720"/>
                  <a:pt x="318712" y="45720"/>
                </a:cubicBezTo>
                <a:cubicBezTo>
                  <a:pt x="331992" y="45720"/>
                  <a:pt x="342426" y="35243"/>
                  <a:pt x="342426" y="22860"/>
                </a:cubicBezTo>
                <a:cubicBezTo>
                  <a:pt x="342426" y="10478"/>
                  <a:pt x="331992" y="0"/>
                  <a:pt x="318712" y="0"/>
                </a:cubicBezTo>
                <a:cubicBezTo>
                  <a:pt x="305432" y="0"/>
                  <a:pt x="294998" y="11430"/>
                  <a:pt x="294998" y="22860"/>
                </a:cubicBezTo>
                <a:cubicBezTo>
                  <a:pt x="294998" y="34290"/>
                  <a:pt x="295947" y="30480"/>
                  <a:pt x="297844" y="34290"/>
                </a:cubicBezTo>
                <a:cubicBezTo>
                  <a:pt x="292153" y="40957"/>
                  <a:pt x="276976" y="59055"/>
                  <a:pt x="233343" y="107632"/>
                </a:cubicBezTo>
                <a:cubicBezTo>
                  <a:pt x="231446" y="107632"/>
                  <a:pt x="228600" y="105728"/>
                  <a:pt x="225754" y="105728"/>
                </a:cubicBezTo>
                <a:cubicBezTo>
                  <a:pt x="218166" y="105728"/>
                  <a:pt x="212475" y="109538"/>
                  <a:pt x="207732" y="115253"/>
                </a:cubicBezTo>
                <a:cubicBezTo>
                  <a:pt x="201092" y="113347"/>
                  <a:pt x="187812" y="108585"/>
                  <a:pt x="156510" y="98107"/>
                </a:cubicBezTo>
                <a:cubicBezTo>
                  <a:pt x="156510" y="98107"/>
                  <a:pt x="156510" y="98107"/>
                  <a:pt x="156510" y="98107"/>
                </a:cubicBezTo>
                <a:cubicBezTo>
                  <a:pt x="156510" y="86678"/>
                  <a:pt x="146076" y="75247"/>
                  <a:pt x="133745" y="75247"/>
                </a:cubicBezTo>
                <a:cubicBezTo>
                  <a:pt x="121414" y="75247"/>
                  <a:pt x="110980" y="86678"/>
                  <a:pt x="110980" y="98107"/>
                </a:cubicBezTo>
                <a:cubicBezTo>
                  <a:pt x="110980" y="109538"/>
                  <a:pt x="110980" y="103822"/>
                  <a:pt x="112877" y="106680"/>
                </a:cubicBezTo>
                <a:cubicBezTo>
                  <a:pt x="106237" y="111443"/>
                  <a:pt x="91061" y="123825"/>
                  <a:pt x="53119" y="154305"/>
                </a:cubicBezTo>
                <a:cubicBezTo>
                  <a:pt x="50273" y="152400"/>
                  <a:pt x="46479" y="151447"/>
                  <a:pt x="42685" y="151447"/>
                </a:cubicBezTo>
                <a:cubicBezTo>
                  <a:pt x="30353" y="151447"/>
                  <a:pt x="19919" y="162878"/>
                  <a:pt x="19919" y="174308"/>
                </a:cubicBezTo>
                <a:cubicBezTo>
                  <a:pt x="19919" y="185738"/>
                  <a:pt x="30353" y="197168"/>
                  <a:pt x="42685" y="197168"/>
                </a:cubicBezTo>
                <a:close/>
                <a:moveTo>
                  <a:pt x="319661" y="18098"/>
                </a:moveTo>
                <a:cubicBezTo>
                  <a:pt x="323455" y="18098"/>
                  <a:pt x="327249" y="21907"/>
                  <a:pt x="327249" y="25718"/>
                </a:cubicBezTo>
                <a:cubicBezTo>
                  <a:pt x="327249" y="29528"/>
                  <a:pt x="323455" y="33338"/>
                  <a:pt x="319661" y="33338"/>
                </a:cubicBezTo>
                <a:cubicBezTo>
                  <a:pt x="315866" y="33338"/>
                  <a:pt x="312072" y="30480"/>
                  <a:pt x="312072" y="25718"/>
                </a:cubicBezTo>
                <a:cubicBezTo>
                  <a:pt x="312072" y="20955"/>
                  <a:pt x="314918" y="18098"/>
                  <a:pt x="319661" y="18098"/>
                </a:cubicBezTo>
                <a:close/>
                <a:moveTo>
                  <a:pt x="227651" y="122872"/>
                </a:moveTo>
                <a:cubicBezTo>
                  <a:pt x="231446" y="122872"/>
                  <a:pt x="235240" y="126682"/>
                  <a:pt x="235240" y="130493"/>
                </a:cubicBezTo>
                <a:cubicBezTo>
                  <a:pt x="235240" y="134303"/>
                  <a:pt x="231446" y="138113"/>
                  <a:pt x="227651" y="138113"/>
                </a:cubicBezTo>
                <a:cubicBezTo>
                  <a:pt x="223857" y="138113"/>
                  <a:pt x="220063" y="135255"/>
                  <a:pt x="220063" y="130493"/>
                </a:cubicBezTo>
                <a:cubicBezTo>
                  <a:pt x="220063" y="125730"/>
                  <a:pt x="222909" y="122872"/>
                  <a:pt x="227651" y="122872"/>
                </a:cubicBezTo>
                <a:close/>
                <a:moveTo>
                  <a:pt x="134694" y="93345"/>
                </a:moveTo>
                <a:cubicBezTo>
                  <a:pt x="138488" y="93345"/>
                  <a:pt x="142282" y="97155"/>
                  <a:pt x="142282" y="100965"/>
                </a:cubicBezTo>
                <a:cubicBezTo>
                  <a:pt x="142282" y="104775"/>
                  <a:pt x="142282" y="100965"/>
                  <a:pt x="142282" y="101918"/>
                </a:cubicBezTo>
                <a:cubicBezTo>
                  <a:pt x="142282" y="101918"/>
                  <a:pt x="142282" y="101918"/>
                  <a:pt x="142282" y="101918"/>
                </a:cubicBezTo>
                <a:cubicBezTo>
                  <a:pt x="142282" y="101918"/>
                  <a:pt x="142282" y="102870"/>
                  <a:pt x="142282" y="103822"/>
                </a:cubicBezTo>
                <a:cubicBezTo>
                  <a:pt x="141334" y="106680"/>
                  <a:pt x="138488" y="107632"/>
                  <a:pt x="135642" y="107632"/>
                </a:cubicBezTo>
                <a:cubicBezTo>
                  <a:pt x="130900" y="107632"/>
                  <a:pt x="128054" y="104775"/>
                  <a:pt x="128054" y="100013"/>
                </a:cubicBezTo>
                <a:cubicBezTo>
                  <a:pt x="128054" y="95250"/>
                  <a:pt x="130900" y="92393"/>
                  <a:pt x="135642" y="92393"/>
                </a:cubicBezTo>
                <a:close/>
                <a:moveTo>
                  <a:pt x="43633" y="168593"/>
                </a:moveTo>
                <a:cubicBezTo>
                  <a:pt x="44582" y="168593"/>
                  <a:pt x="46479" y="168593"/>
                  <a:pt x="47427" y="169545"/>
                </a:cubicBezTo>
                <a:cubicBezTo>
                  <a:pt x="47427" y="169545"/>
                  <a:pt x="47427" y="170497"/>
                  <a:pt x="47427" y="171450"/>
                </a:cubicBezTo>
                <a:cubicBezTo>
                  <a:pt x="47427" y="171450"/>
                  <a:pt x="48376" y="172403"/>
                  <a:pt x="49324" y="172403"/>
                </a:cubicBezTo>
                <a:cubicBezTo>
                  <a:pt x="49324" y="172403"/>
                  <a:pt x="49324" y="174308"/>
                  <a:pt x="49324" y="175260"/>
                </a:cubicBezTo>
                <a:cubicBezTo>
                  <a:pt x="49324" y="180022"/>
                  <a:pt x="45530" y="182880"/>
                  <a:pt x="41736" y="182880"/>
                </a:cubicBezTo>
                <a:cubicBezTo>
                  <a:pt x="37942" y="182880"/>
                  <a:pt x="34148" y="180022"/>
                  <a:pt x="34148" y="175260"/>
                </a:cubicBezTo>
                <a:cubicBezTo>
                  <a:pt x="34148" y="170497"/>
                  <a:pt x="36993" y="167640"/>
                  <a:pt x="41736" y="16764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5" name="Graphic 243">
            <a:extLst>
              <a:ext uri="{FF2B5EF4-FFF2-40B4-BE49-F238E27FC236}">
                <a16:creationId xmlns:a16="http://schemas.microsoft.com/office/drawing/2014/main" id="{018C144B-37CC-6CD5-EEC9-BE3E9A3DB21F}"/>
              </a:ext>
            </a:extLst>
          </p:cNvPr>
          <p:cNvSpPr/>
          <p:nvPr/>
        </p:nvSpPr>
        <p:spPr>
          <a:xfrm>
            <a:off x="502781" y="2839877"/>
            <a:ext cx="493395" cy="482614"/>
          </a:xfrm>
          <a:custGeom>
            <a:avLst/>
            <a:gdLst>
              <a:gd name="connsiteX0" fmla="*/ 335786 w 366139"/>
              <a:gd name="connsiteY0" fmla="*/ 216218 h 358139"/>
              <a:gd name="connsiteX1" fmla="*/ 366139 w 366139"/>
              <a:gd name="connsiteY1" fmla="*/ 185738 h 358139"/>
              <a:gd name="connsiteX2" fmla="*/ 335786 w 366139"/>
              <a:gd name="connsiteY2" fmla="*/ 155258 h 358139"/>
              <a:gd name="connsiteX3" fmla="*/ 305432 w 366139"/>
              <a:gd name="connsiteY3" fmla="*/ 185738 h 358139"/>
              <a:gd name="connsiteX4" fmla="*/ 306381 w 366139"/>
              <a:gd name="connsiteY4" fmla="*/ 193358 h 358139"/>
              <a:gd name="connsiteX5" fmla="*/ 252314 w 366139"/>
              <a:gd name="connsiteY5" fmla="*/ 224790 h 358139"/>
              <a:gd name="connsiteX6" fmla="*/ 230497 w 366139"/>
              <a:gd name="connsiteY6" fmla="*/ 216218 h 358139"/>
              <a:gd name="connsiteX7" fmla="*/ 201092 w 366139"/>
              <a:gd name="connsiteY7" fmla="*/ 239077 h 358139"/>
              <a:gd name="connsiteX8" fmla="*/ 146076 w 366139"/>
              <a:gd name="connsiteY8" fmla="*/ 239077 h 358139"/>
              <a:gd name="connsiteX9" fmla="*/ 116671 w 366139"/>
              <a:gd name="connsiteY9" fmla="*/ 216218 h 358139"/>
              <a:gd name="connsiteX10" fmla="*/ 86318 w 366139"/>
              <a:gd name="connsiteY10" fmla="*/ 245745 h 358139"/>
              <a:gd name="connsiteX11" fmla="*/ 87266 w 366139"/>
              <a:gd name="connsiteY11" fmla="*/ 254318 h 358139"/>
              <a:gd name="connsiteX12" fmla="*/ 13280 w 366139"/>
              <a:gd name="connsiteY12" fmla="*/ 302895 h 358139"/>
              <a:gd name="connsiteX13" fmla="*/ 13280 w 366139"/>
              <a:gd name="connsiteY13" fmla="*/ 181927 h 358139"/>
              <a:gd name="connsiteX14" fmla="*/ 107186 w 366139"/>
              <a:gd name="connsiteY14" fmla="*/ 125730 h 358139"/>
              <a:gd name="connsiteX15" fmla="*/ 129002 w 366139"/>
              <a:gd name="connsiteY15" fmla="*/ 135255 h 358139"/>
              <a:gd name="connsiteX16" fmla="*/ 154613 w 366139"/>
              <a:gd name="connsiteY16" fmla="*/ 120968 h 358139"/>
              <a:gd name="connsiteX17" fmla="*/ 215320 w 366139"/>
              <a:gd name="connsiteY17" fmla="*/ 140018 h 358139"/>
              <a:gd name="connsiteX18" fmla="*/ 215320 w 366139"/>
              <a:gd name="connsiteY18" fmla="*/ 140018 h 358139"/>
              <a:gd name="connsiteX19" fmla="*/ 245674 w 366139"/>
              <a:gd name="connsiteY19" fmla="*/ 170498 h 358139"/>
              <a:gd name="connsiteX20" fmla="*/ 276027 w 366139"/>
              <a:gd name="connsiteY20" fmla="*/ 140018 h 358139"/>
              <a:gd name="connsiteX21" fmla="*/ 269388 w 366139"/>
              <a:gd name="connsiteY21" fmla="*/ 120968 h 358139"/>
              <a:gd name="connsiteX22" fmla="*/ 321558 w 366139"/>
              <a:gd name="connsiteY22" fmla="*/ 57150 h 358139"/>
              <a:gd name="connsiteX23" fmla="*/ 335786 w 366139"/>
              <a:gd name="connsiteY23" fmla="*/ 60960 h 358139"/>
              <a:gd name="connsiteX24" fmla="*/ 366139 w 366139"/>
              <a:gd name="connsiteY24" fmla="*/ 30480 h 358139"/>
              <a:gd name="connsiteX25" fmla="*/ 335786 w 366139"/>
              <a:gd name="connsiteY25" fmla="*/ 0 h 358139"/>
              <a:gd name="connsiteX26" fmla="*/ 305432 w 366139"/>
              <a:gd name="connsiteY26" fmla="*/ 30480 h 358139"/>
              <a:gd name="connsiteX27" fmla="*/ 310175 w 366139"/>
              <a:gd name="connsiteY27" fmla="*/ 45720 h 358139"/>
              <a:gd name="connsiteX28" fmla="*/ 258005 w 366139"/>
              <a:gd name="connsiteY28" fmla="*/ 111443 h 358139"/>
              <a:gd name="connsiteX29" fmla="*/ 246622 w 366139"/>
              <a:gd name="connsiteY29" fmla="*/ 109538 h 358139"/>
              <a:gd name="connsiteX30" fmla="*/ 220063 w 366139"/>
              <a:gd name="connsiteY30" fmla="*/ 125730 h 358139"/>
              <a:gd name="connsiteX31" fmla="*/ 160305 w 366139"/>
              <a:gd name="connsiteY31" fmla="*/ 106680 h 358139"/>
              <a:gd name="connsiteX32" fmla="*/ 160305 w 366139"/>
              <a:gd name="connsiteY32" fmla="*/ 104775 h 358139"/>
              <a:gd name="connsiteX33" fmla="*/ 129951 w 366139"/>
              <a:gd name="connsiteY33" fmla="*/ 74295 h 358139"/>
              <a:gd name="connsiteX34" fmla="*/ 99598 w 366139"/>
              <a:gd name="connsiteY34" fmla="*/ 104775 h 358139"/>
              <a:gd name="connsiteX35" fmla="*/ 101495 w 366139"/>
              <a:gd name="connsiteY35" fmla="*/ 113348 h 358139"/>
              <a:gd name="connsiteX36" fmla="*/ 15177 w 366139"/>
              <a:gd name="connsiteY36" fmla="*/ 164783 h 358139"/>
              <a:gd name="connsiteX37" fmla="*/ 15177 w 366139"/>
              <a:gd name="connsiteY37" fmla="*/ 11430 h 358139"/>
              <a:gd name="connsiteX38" fmla="*/ 7588 w 366139"/>
              <a:gd name="connsiteY38" fmla="*/ 3810 h 358139"/>
              <a:gd name="connsiteX39" fmla="*/ 0 w 366139"/>
              <a:gd name="connsiteY39" fmla="*/ 11430 h 358139"/>
              <a:gd name="connsiteX40" fmla="*/ 0 w 366139"/>
              <a:gd name="connsiteY40" fmla="*/ 350520 h 358139"/>
              <a:gd name="connsiteX41" fmla="*/ 7588 w 366139"/>
              <a:gd name="connsiteY41" fmla="*/ 358140 h 358139"/>
              <a:gd name="connsiteX42" fmla="*/ 352860 w 366139"/>
              <a:gd name="connsiteY42" fmla="*/ 358140 h 358139"/>
              <a:gd name="connsiteX43" fmla="*/ 360448 w 366139"/>
              <a:gd name="connsiteY43" fmla="*/ 350520 h 358139"/>
              <a:gd name="connsiteX44" fmla="*/ 352860 w 366139"/>
              <a:gd name="connsiteY44" fmla="*/ 342900 h 358139"/>
              <a:gd name="connsiteX45" fmla="*/ 15177 w 366139"/>
              <a:gd name="connsiteY45" fmla="*/ 342900 h 358139"/>
              <a:gd name="connsiteX46" fmla="*/ 15177 w 366139"/>
              <a:gd name="connsiteY46" fmla="*/ 320993 h 358139"/>
              <a:gd name="connsiteX47" fmla="*/ 15177 w 366139"/>
              <a:gd name="connsiteY47" fmla="*/ 320993 h 358139"/>
              <a:gd name="connsiteX48" fmla="*/ 97700 w 366139"/>
              <a:gd name="connsiteY48" fmla="*/ 268605 h 358139"/>
              <a:gd name="connsiteX49" fmla="*/ 118568 w 366139"/>
              <a:gd name="connsiteY49" fmla="*/ 276225 h 358139"/>
              <a:gd name="connsiteX50" fmla="*/ 147973 w 366139"/>
              <a:gd name="connsiteY50" fmla="*/ 253365 h 358139"/>
              <a:gd name="connsiteX51" fmla="*/ 202041 w 366139"/>
              <a:gd name="connsiteY51" fmla="*/ 253365 h 358139"/>
              <a:gd name="connsiteX52" fmla="*/ 231446 w 366139"/>
              <a:gd name="connsiteY52" fmla="*/ 276225 h 358139"/>
              <a:gd name="connsiteX53" fmla="*/ 261799 w 366139"/>
              <a:gd name="connsiteY53" fmla="*/ 246698 h 358139"/>
              <a:gd name="connsiteX54" fmla="*/ 260851 w 366139"/>
              <a:gd name="connsiteY54" fmla="*/ 239077 h 358139"/>
              <a:gd name="connsiteX55" fmla="*/ 314918 w 366139"/>
              <a:gd name="connsiteY55" fmla="*/ 208598 h 358139"/>
              <a:gd name="connsiteX56" fmla="*/ 336734 w 366139"/>
              <a:gd name="connsiteY56" fmla="*/ 217170 h 358139"/>
              <a:gd name="connsiteX57" fmla="*/ 335786 w 366139"/>
              <a:gd name="connsiteY57" fmla="*/ 16193 h 358139"/>
              <a:gd name="connsiteX58" fmla="*/ 350963 w 366139"/>
              <a:gd name="connsiteY58" fmla="*/ 31433 h 358139"/>
              <a:gd name="connsiteX59" fmla="*/ 335786 w 366139"/>
              <a:gd name="connsiteY59" fmla="*/ 46673 h 358139"/>
              <a:gd name="connsiteX60" fmla="*/ 327249 w 366139"/>
              <a:gd name="connsiteY60" fmla="*/ 43815 h 358139"/>
              <a:gd name="connsiteX61" fmla="*/ 325352 w 366139"/>
              <a:gd name="connsiteY61" fmla="*/ 40958 h 358139"/>
              <a:gd name="connsiteX62" fmla="*/ 323455 w 366139"/>
              <a:gd name="connsiteY62" fmla="*/ 40958 h 358139"/>
              <a:gd name="connsiteX63" fmla="*/ 320609 w 366139"/>
              <a:gd name="connsiteY63" fmla="*/ 32385 h 358139"/>
              <a:gd name="connsiteX64" fmla="*/ 335786 w 366139"/>
              <a:gd name="connsiteY64" fmla="*/ 17145 h 358139"/>
              <a:gd name="connsiteX65" fmla="*/ 245674 w 366139"/>
              <a:gd name="connsiteY65" fmla="*/ 125730 h 358139"/>
              <a:gd name="connsiteX66" fmla="*/ 253262 w 366139"/>
              <a:gd name="connsiteY66" fmla="*/ 128588 h 358139"/>
              <a:gd name="connsiteX67" fmla="*/ 254211 w 366139"/>
              <a:gd name="connsiteY67" fmla="*/ 129540 h 358139"/>
              <a:gd name="connsiteX68" fmla="*/ 255159 w 366139"/>
              <a:gd name="connsiteY68" fmla="*/ 129540 h 358139"/>
              <a:gd name="connsiteX69" fmla="*/ 260851 w 366139"/>
              <a:gd name="connsiteY69" fmla="*/ 140970 h 358139"/>
              <a:gd name="connsiteX70" fmla="*/ 245674 w 366139"/>
              <a:gd name="connsiteY70" fmla="*/ 156210 h 358139"/>
              <a:gd name="connsiteX71" fmla="*/ 230497 w 366139"/>
              <a:gd name="connsiteY71" fmla="*/ 140970 h 358139"/>
              <a:gd name="connsiteX72" fmla="*/ 245674 w 366139"/>
              <a:gd name="connsiteY72" fmla="*/ 125730 h 358139"/>
              <a:gd name="connsiteX73" fmla="*/ 129002 w 366139"/>
              <a:gd name="connsiteY73" fmla="*/ 89535 h 358139"/>
              <a:gd name="connsiteX74" fmla="*/ 144179 w 366139"/>
              <a:gd name="connsiteY74" fmla="*/ 104775 h 358139"/>
              <a:gd name="connsiteX75" fmla="*/ 129002 w 366139"/>
              <a:gd name="connsiteY75" fmla="*/ 120015 h 358139"/>
              <a:gd name="connsiteX76" fmla="*/ 113826 w 366139"/>
              <a:gd name="connsiteY76" fmla="*/ 104775 h 358139"/>
              <a:gd name="connsiteX77" fmla="*/ 129002 w 366139"/>
              <a:gd name="connsiteY77" fmla="*/ 89535 h 358139"/>
              <a:gd name="connsiteX78" fmla="*/ 335786 w 366139"/>
              <a:gd name="connsiteY78" fmla="*/ 170498 h 358139"/>
              <a:gd name="connsiteX79" fmla="*/ 350963 w 366139"/>
              <a:gd name="connsiteY79" fmla="*/ 185738 h 358139"/>
              <a:gd name="connsiteX80" fmla="*/ 335786 w 366139"/>
              <a:gd name="connsiteY80" fmla="*/ 200977 h 358139"/>
              <a:gd name="connsiteX81" fmla="*/ 323455 w 366139"/>
              <a:gd name="connsiteY81" fmla="*/ 194310 h 358139"/>
              <a:gd name="connsiteX82" fmla="*/ 323455 w 366139"/>
              <a:gd name="connsiteY82" fmla="*/ 192405 h 358139"/>
              <a:gd name="connsiteX83" fmla="*/ 322506 w 366139"/>
              <a:gd name="connsiteY83" fmla="*/ 192405 h 358139"/>
              <a:gd name="connsiteX84" fmla="*/ 321558 w 366139"/>
              <a:gd name="connsiteY84" fmla="*/ 185738 h 358139"/>
              <a:gd name="connsiteX85" fmla="*/ 336734 w 366139"/>
              <a:gd name="connsiteY85" fmla="*/ 170498 h 358139"/>
              <a:gd name="connsiteX86" fmla="*/ 116671 w 366139"/>
              <a:gd name="connsiteY86" fmla="*/ 260985 h 358139"/>
              <a:gd name="connsiteX87" fmla="*/ 101495 w 366139"/>
              <a:gd name="connsiteY87" fmla="*/ 245745 h 358139"/>
              <a:gd name="connsiteX88" fmla="*/ 116671 w 366139"/>
              <a:gd name="connsiteY88" fmla="*/ 230505 h 358139"/>
              <a:gd name="connsiteX89" fmla="*/ 131848 w 366139"/>
              <a:gd name="connsiteY89" fmla="*/ 245745 h 358139"/>
              <a:gd name="connsiteX90" fmla="*/ 116671 w 366139"/>
              <a:gd name="connsiteY90" fmla="*/ 260985 h 358139"/>
              <a:gd name="connsiteX91" fmla="*/ 230497 w 366139"/>
              <a:gd name="connsiteY91" fmla="*/ 260985 h 358139"/>
              <a:gd name="connsiteX92" fmla="*/ 215320 w 366139"/>
              <a:gd name="connsiteY92" fmla="*/ 246698 h 358139"/>
              <a:gd name="connsiteX93" fmla="*/ 215320 w 366139"/>
              <a:gd name="connsiteY93" fmla="*/ 246698 h 358139"/>
              <a:gd name="connsiteX94" fmla="*/ 215320 w 366139"/>
              <a:gd name="connsiteY94" fmla="*/ 246698 h 358139"/>
              <a:gd name="connsiteX95" fmla="*/ 230497 w 366139"/>
              <a:gd name="connsiteY95" fmla="*/ 232410 h 358139"/>
              <a:gd name="connsiteX96" fmla="*/ 245674 w 366139"/>
              <a:gd name="connsiteY96" fmla="*/ 247650 h 358139"/>
              <a:gd name="connsiteX97" fmla="*/ 230497 w 366139"/>
              <a:gd name="connsiteY97" fmla="*/ 262890 h 35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366139" h="358139">
                <a:moveTo>
                  <a:pt x="335786" y="216218"/>
                </a:moveTo>
                <a:cubicBezTo>
                  <a:pt x="351911" y="216218"/>
                  <a:pt x="366139" y="203835"/>
                  <a:pt x="366139" y="185738"/>
                </a:cubicBezTo>
                <a:cubicBezTo>
                  <a:pt x="366139" y="167640"/>
                  <a:pt x="351911" y="155258"/>
                  <a:pt x="335786" y="155258"/>
                </a:cubicBezTo>
                <a:cubicBezTo>
                  <a:pt x="319661" y="155258"/>
                  <a:pt x="305432" y="169545"/>
                  <a:pt x="305432" y="185738"/>
                </a:cubicBezTo>
                <a:cubicBezTo>
                  <a:pt x="305432" y="201930"/>
                  <a:pt x="305432" y="191452"/>
                  <a:pt x="306381" y="193358"/>
                </a:cubicBezTo>
                <a:cubicBezTo>
                  <a:pt x="299741" y="197168"/>
                  <a:pt x="285513" y="205740"/>
                  <a:pt x="252314" y="224790"/>
                </a:cubicBezTo>
                <a:cubicBezTo>
                  <a:pt x="246622" y="219075"/>
                  <a:pt x="239034" y="216218"/>
                  <a:pt x="230497" y="216218"/>
                </a:cubicBezTo>
                <a:cubicBezTo>
                  <a:pt x="215320" y="216218"/>
                  <a:pt x="203938" y="225743"/>
                  <a:pt x="201092" y="239077"/>
                </a:cubicBezTo>
                <a:lnTo>
                  <a:pt x="146076" y="239077"/>
                </a:lnTo>
                <a:cubicBezTo>
                  <a:pt x="142282" y="226695"/>
                  <a:pt x="130900" y="216218"/>
                  <a:pt x="116671" y="216218"/>
                </a:cubicBezTo>
                <a:cubicBezTo>
                  <a:pt x="102443" y="216218"/>
                  <a:pt x="86318" y="229552"/>
                  <a:pt x="86318" y="245745"/>
                </a:cubicBezTo>
                <a:cubicBezTo>
                  <a:pt x="86318" y="261938"/>
                  <a:pt x="86318" y="251460"/>
                  <a:pt x="87266" y="254318"/>
                </a:cubicBezTo>
                <a:cubicBezTo>
                  <a:pt x="79678" y="259080"/>
                  <a:pt x="59758" y="272415"/>
                  <a:pt x="13280" y="302895"/>
                </a:cubicBezTo>
                <a:lnTo>
                  <a:pt x="13280" y="181927"/>
                </a:lnTo>
                <a:cubicBezTo>
                  <a:pt x="19919" y="178118"/>
                  <a:pt x="41736" y="164783"/>
                  <a:pt x="107186" y="125730"/>
                </a:cubicBezTo>
                <a:cubicBezTo>
                  <a:pt x="112877" y="131445"/>
                  <a:pt x="120466" y="135255"/>
                  <a:pt x="129002" y="135255"/>
                </a:cubicBezTo>
                <a:cubicBezTo>
                  <a:pt x="137539" y="135255"/>
                  <a:pt x="148922" y="129540"/>
                  <a:pt x="154613" y="120968"/>
                </a:cubicBezTo>
                <a:cubicBezTo>
                  <a:pt x="162202" y="122873"/>
                  <a:pt x="179275" y="128588"/>
                  <a:pt x="215320" y="140018"/>
                </a:cubicBezTo>
                <a:cubicBezTo>
                  <a:pt x="215320" y="140018"/>
                  <a:pt x="215320" y="140018"/>
                  <a:pt x="215320" y="140018"/>
                </a:cubicBezTo>
                <a:cubicBezTo>
                  <a:pt x="215320" y="158115"/>
                  <a:pt x="227651" y="170498"/>
                  <a:pt x="245674" y="170498"/>
                </a:cubicBezTo>
                <a:cubicBezTo>
                  <a:pt x="263696" y="170498"/>
                  <a:pt x="276027" y="158115"/>
                  <a:pt x="276027" y="140018"/>
                </a:cubicBezTo>
                <a:cubicBezTo>
                  <a:pt x="276027" y="121920"/>
                  <a:pt x="273182" y="126683"/>
                  <a:pt x="269388" y="120968"/>
                </a:cubicBezTo>
                <a:cubicBezTo>
                  <a:pt x="275079" y="113348"/>
                  <a:pt x="289307" y="96202"/>
                  <a:pt x="321558" y="57150"/>
                </a:cubicBezTo>
                <a:cubicBezTo>
                  <a:pt x="325352" y="59055"/>
                  <a:pt x="330095" y="60960"/>
                  <a:pt x="335786" y="60960"/>
                </a:cubicBezTo>
                <a:cubicBezTo>
                  <a:pt x="351911" y="60960"/>
                  <a:pt x="366139" y="46673"/>
                  <a:pt x="366139" y="30480"/>
                </a:cubicBezTo>
                <a:cubicBezTo>
                  <a:pt x="366139" y="14288"/>
                  <a:pt x="351911" y="0"/>
                  <a:pt x="335786" y="0"/>
                </a:cubicBezTo>
                <a:cubicBezTo>
                  <a:pt x="319661" y="0"/>
                  <a:pt x="305432" y="12383"/>
                  <a:pt x="305432" y="30480"/>
                </a:cubicBezTo>
                <a:cubicBezTo>
                  <a:pt x="305432" y="48578"/>
                  <a:pt x="307329" y="41910"/>
                  <a:pt x="310175" y="45720"/>
                </a:cubicBezTo>
                <a:cubicBezTo>
                  <a:pt x="304484" y="52388"/>
                  <a:pt x="291204" y="69533"/>
                  <a:pt x="258005" y="111443"/>
                </a:cubicBezTo>
                <a:cubicBezTo>
                  <a:pt x="254211" y="109538"/>
                  <a:pt x="250417" y="109538"/>
                  <a:pt x="246622" y="109538"/>
                </a:cubicBezTo>
                <a:cubicBezTo>
                  <a:pt x="234291" y="109538"/>
                  <a:pt x="224806" y="116205"/>
                  <a:pt x="220063" y="125730"/>
                </a:cubicBezTo>
                <a:cubicBezTo>
                  <a:pt x="212475" y="123825"/>
                  <a:pt x="196349" y="118110"/>
                  <a:pt x="160305" y="106680"/>
                </a:cubicBezTo>
                <a:cubicBezTo>
                  <a:pt x="160305" y="106680"/>
                  <a:pt x="160305" y="104775"/>
                  <a:pt x="160305" y="104775"/>
                </a:cubicBezTo>
                <a:cubicBezTo>
                  <a:pt x="160305" y="86677"/>
                  <a:pt x="146076" y="74295"/>
                  <a:pt x="129951" y="74295"/>
                </a:cubicBezTo>
                <a:cubicBezTo>
                  <a:pt x="113826" y="74295"/>
                  <a:pt x="99598" y="86677"/>
                  <a:pt x="99598" y="104775"/>
                </a:cubicBezTo>
                <a:cubicBezTo>
                  <a:pt x="99598" y="122873"/>
                  <a:pt x="99598" y="110490"/>
                  <a:pt x="101495" y="113348"/>
                </a:cubicBezTo>
                <a:cubicBezTo>
                  <a:pt x="92958" y="118110"/>
                  <a:pt x="71141" y="131445"/>
                  <a:pt x="15177" y="164783"/>
                </a:cubicBezTo>
                <a:lnTo>
                  <a:pt x="15177" y="11430"/>
                </a:lnTo>
                <a:cubicBezTo>
                  <a:pt x="15177" y="7620"/>
                  <a:pt x="11383" y="3810"/>
                  <a:pt x="7588" y="3810"/>
                </a:cubicBezTo>
                <a:cubicBezTo>
                  <a:pt x="3794" y="3810"/>
                  <a:pt x="0" y="7620"/>
                  <a:pt x="0" y="11430"/>
                </a:cubicBezTo>
                <a:lnTo>
                  <a:pt x="0" y="350520"/>
                </a:lnTo>
                <a:cubicBezTo>
                  <a:pt x="0" y="355283"/>
                  <a:pt x="3794" y="358140"/>
                  <a:pt x="7588" y="358140"/>
                </a:cubicBezTo>
                <a:lnTo>
                  <a:pt x="352860" y="358140"/>
                </a:lnTo>
                <a:cubicBezTo>
                  <a:pt x="356654" y="358140"/>
                  <a:pt x="360448" y="355283"/>
                  <a:pt x="360448" y="350520"/>
                </a:cubicBezTo>
                <a:cubicBezTo>
                  <a:pt x="360448" y="345758"/>
                  <a:pt x="356654" y="342900"/>
                  <a:pt x="352860" y="342900"/>
                </a:cubicBezTo>
                <a:lnTo>
                  <a:pt x="15177" y="342900"/>
                </a:lnTo>
                <a:lnTo>
                  <a:pt x="15177" y="320993"/>
                </a:lnTo>
                <a:cubicBezTo>
                  <a:pt x="15177" y="320993"/>
                  <a:pt x="15177" y="320993"/>
                  <a:pt x="15177" y="320993"/>
                </a:cubicBezTo>
                <a:cubicBezTo>
                  <a:pt x="15177" y="320993"/>
                  <a:pt x="15177" y="320993"/>
                  <a:pt x="97700" y="268605"/>
                </a:cubicBezTo>
                <a:cubicBezTo>
                  <a:pt x="103392" y="273368"/>
                  <a:pt x="110032" y="276225"/>
                  <a:pt x="118568" y="276225"/>
                </a:cubicBezTo>
                <a:cubicBezTo>
                  <a:pt x="132797" y="276225"/>
                  <a:pt x="145128" y="266700"/>
                  <a:pt x="147973" y="253365"/>
                </a:cubicBezTo>
                <a:lnTo>
                  <a:pt x="202041" y="253365"/>
                </a:lnTo>
                <a:cubicBezTo>
                  <a:pt x="204886" y="266700"/>
                  <a:pt x="216269" y="276225"/>
                  <a:pt x="231446" y="276225"/>
                </a:cubicBezTo>
                <a:cubicBezTo>
                  <a:pt x="246622" y="276225"/>
                  <a:pt x="261799" y="263843"/>
                  <a:pt x="261799" y="246698"/>
                </a:cubicBezTo>
                <a:cubicBezTo>
                  <a:pt x="261799" y="229552"/>
                  <a:pt x="261799" y="241935"/>
                  <a:pt x="260851" y="239077"/>
                </a:cubicBezTo>
                <a:cubicBezTo>
                  <a:pt x="267490" y="235268"/>
                  <a:pt x="282667" y="226695"/>
                  <a:pt x="314918" y="208598"/>
                </a:cubicBezTo>
                <a:cubicBezTo>
                  <a:pt x="320609" y="214313"/>
                  <a:pt x="328197" y="217170"/>
                  <a:pt x="336734" y="217170"/>
                </a:cubicBezTo>
                <a:close/>
                <a:moveTo>
                  <a:pt x="335786" y="16193"/>
                </a:moveTo>
                <a:cubicBezTo>
                  <a:pt x="344323" y="16193"/>
                  <a:pt x="350963" y="22860"/>
                  <a:pt x="350963" y="31433"/>
                </a:cubicBezTo>
                <a:cubicBezTo>
                  <a:pt x="350963" y="40005"/>
                  <a:pt x="344323" y="46673"/>
                  <a:pt x="335786" y="46673"/>
                </a:cubicBezTo>
                <a:cubicBezTo>
                  <a:pt x="327249" y="46673"/>
                  <a:pt x="330095" y="45720"/>
                  <a:pt x="327249" y="43815"/>
                </a:cubicBezTo>
                <a:cubicBezTo>
                  <a:pt x="327249" y="42863"/>
                  <a:pt x="326300" y="41910"/>
                  <a:pt x="325352" y="40958"/>
                </a:cubicBezTo>
                <a:cubicBezTo>
                  <a:pt x="325352" y="40958"/>
                  <a:pt x="324403" y="40958"/>
                  <a:pt x="323455" y="40958"/>
                </a:cubicBezTo>
                <a:cubicBezTo>
                  <a:pt x="321558" y="38100"/>
                  <a:pt x="320609" y="35243"/>
                  <a:pt x="320609" y="32385"/>
                </a:cubicBezTo>
                <a:cubicBezTo>
                  <a:pt x="320609" y="23813"/>
                  <a:pt x="327249" y="17145"/>
                  <a:pt x="335786" y="17145"/>
                </a:cubicBezTo>
                <a:close/>
                <a:moveTo>
                  <a:pt x="245674" y="125730"/>
                </a:moveTo>
                <a:cubicBezTo>
                  <a:pt x="248519" y="125730"/>
                  <a:pt x="251365" y="125730"/>
                  <a:pt x="253262" y="128588"/>
                </a:cubicBezTo>
                <a:cubicBezTo>
                  <a:pt x="253262" y="128588"/>
                  <a:pt x="253262" y="128588"/>
                  <a:pt x="254211" y="129540"/>
                </a:cubicBezTo>
                <a:cubicBezTo>
                  <a:pt x="254211" y="129540"/>
                  <a:pt x="254211" y="129540"/>
                  <a:pt x="255159" y="129540"/>
                </a:cubicBezTo>
                <a:cubicBezTo>
                  <a:pt x="258005" y="132398"/>
                  <a:pt x="260851" y="136208"/>
                  <a:pt x="260851" y="140970"/>
                </a:cubicBezTo>
                <a:cubicBezTo>
                  <a:pt x="260851" y="149543"/>
                  <a:pt x="253262" y="156210"/>
                  <a:pt x="245674" y="156210"/>
                </a:cubicBezTo>
                <a:cubicBezTo>
                  <a:pt x="238085" y="156210"/>
                  <a:pt x="230497" y="149543"/>
                  <a:pt x="230497" y="140970"/>
                </a:cubicBezTo>
                <a:cubicBezTo>
                  <a:pt x="230497" y="132398"/>
                  <a:pt x="237137" y="125730"/>
                  <a:pt x="245674" y="125730"/>
                </a:cubicBezTo>
                <a:close/>
                <a:moveTo>
                  <a:pt x="129002" y="89535"/>
                </a:moveTo>
                <a:cubicBezTo>
                  <a:pt x="137539" y="89535"/>
                  <a:pt x="144179" y="96202"/>
                  <a:pt x="144179" y="104775"/>
                </a:cubicBezTo>
                <a:cubicBezTo>
                  <a:pt x="144179" y="113348"/>
                  <a:pt x="137539" y="120015"/>
                  <a:pt x="129002" y="120015"/>
                </a:cubicBezTo>
                <a:cubicBezTo>
                  <a:pt x="120466" y="120015"/>
                  <a:pt x="113826" y="112395"/>
                  <a:pt x="113826" y="104775"/>
                </a:cubicBezTo>
                <a:cubicBezTo>
                  <a:pt x="113826" y="97155"/>
                  <a:pt x="120466" y="89535"/>
                  <a:pt x="129002" y="89535"/>
                </a:cubicBezTo>
                <a:close/>
                <a:moveTo>
                  <a:pt x="335786" y="170498"/>
                </a:moveTo>
                <a:cubicBezTo>
                  <a:pt x="344323" y="170498"/>
                  <a:pt x="350963" y="178118"/>
                  <a:pt x="350963" y="185738"/>
                </a:cubicBezTo>
                <a:cubicBezTo>
                  <a:pt x="350963" y="193358"/>
                  <a:pt x="344323" y="200977"/>
                  <a:pt x="335786" y="200977"/>
                </a:cubicBezTo>
                <a:cubicBezTo>
                  <a:pt x="327249" y="200977"/>
                  <a:pt x="325352" y="198120"/>
                  <a:pt x="323455" y="194310"/>
                </a:cubicBezTo>
                <a:cubicBezTo>
                  <a:pt x="323455" y="194310"/>
                  <a:pt x="323455" y="193358"/>
                  <a:pt x="323455" y="192405"/>
                </a:cubicBezTo>
                <a:cubicBezTo>
                  <a:pt x="323455" y="192405"/>
                  <a:pt x="323455" y="192405"/>
                  <a:pt x="322506" y="192405"/>
                </a:cubicBezTo>
                <a:cubicBezTo>
                  <a:pt x="322506" y="190500"/>
                  <a:pt x="321558" y="188595"/>
                  <a:pt x="321558" y="185738"/>
                </a:cubicBezTo>
                <a:cubicBezTo>
                  <a:pt x="321558" y="178118"/>
                  <a:pt x="328197" y="170498"/>
                  <a:pt x="336734" y="170498"/>
                </a:cubicBezTo>
                <a:close/>
                <a:moveTo>
                  <a:pt x="116671" y="260985"/>
                </a:moveTo>
                <a:cubicBezTo>
                  <a:pt x="108134" y="260985"/>
                  <a:pt x="101495" y="254318"/>
                  <a:pt x="101495" y="245745"/>
                </a:cubicBezTo>
                <a:cubicBezTo>
                  <a:pt x="101495" y="237173"/>
                  <a:pt x="108134" y="230505"/>
                  <a:pt x="116671" y="230505"/>
                </a:cubicBezTo>
                <a:cubicBezTo>
                  <a:pt x="125208" y="230505"/>
                  <a:pt x="131848" y="238125"/>
                  <a:pt x="131848" y="245745"/>
                </a:cubicBezTo>
                <a:cubicBezTo>
                  <a:pt x="131848" y="253365"/>
                  <a:pt x="124260" y="260985"/>
                  <a:pt x="116671" y="260985"/>
                </a:cubicBezTo>
                <a:close/>
                <a:moveTo>
                  <a:pt x="230497" y="260985"/>
                </a:moveTo>
                <a:cubicBezTo>
                  <a:pt x="221960" y="260985"/>
                  <a:pt x="215320" y="255270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39077"/>
                  <a:pt x="221960" y="232410"/>
                  <a:pt x="230497" y="232410"/>
                </a:cubicBezTo>
                <a:cubicBezTo>
                  <a:pt x="239034" y="232410"/>
                  <a:pt x="245674" y="240030"/>
                  <a:pt x="245674" y="247650"/>
                </a:cubicBezTo>
                <a:cubicBezTo>
                  <a:pt x="245674" y="255270"/>
                  <a:pt x="238085" y="262890"/>
                  <a:pt x="230497" y="26289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6" name="Graphic 243">
            <a:extLst>
              <a:ext uri="{FF2B5EF4-FFF2-40B4-BE49-F238E27FC236}">
                <a16:creationId xmlns:a16="http://schemas.microsoft.com/office/drawing/2014/main" id="{92384B44-1A6B-CBB1-7F1A-A019094CFC8D}"/>
              </a:ext>
            </a:extLst>
          </p:cNvPr>
          <p:cNvSpPr/>
          <p:nvPr/>
        </p:nvSpPr>
        <p:spPr>
          <a:xfrm>
            <a:off x="1271131" y="2839877"/>
            <a:ext cx="493395" cy="482614"/>
          </a:xfrm>
          <a:custGeom>
            <a:avLst/>
            <a:gdLst>
              <a:gd name="connsiteX0" fmla="*/ 335786 w 366139"/>
              <a:gd name="connsiteY0" fmla="*/ 216218 h 358139"/>
              <a:gd name="connsiteX1" fmla="*/ 366139 w 366139"/>
              <a:gd name="connsiteY1" fmla="*/ 185738 h 358139"/>
              <a:gd name="connsiteX2" fmla="*/ 335786 w 366139"/>
              <a:gd name="connsiteY2" fmla="*/ 155258 h 358139"/>
              <a:gd name="connsiteX3" fmla="*/ 305432 w 366139"/>
              <a:gd name="connsiteY3" fmla="*/ 185738 h 358139"/>
              <a:gd name="connsiteX4" fmla="*/ 306381 w 366139"/>
              <a:gd name="connsiteY4" fmla="*/ 193358 h 358139"/>
              <a:gd name="connsiteX5" fmla="*/ 252314 w 366139"/>
              <a:gd name="connsiteY5" fmla="*/ 224790 h 358139"/>
              <a:gd name="connsiteX6" fmla="*/ 230497 w 366139"/>
              <a:gd name="connsiteY6" fmla="*/ 216218 h 358139"/>
              <a:gd name="connsiteX7" fmla="*/ 201092 w 366139"/>
              <a:gd name="connsiteY7" fmla="*/ 239077 h 358139"/>
              <a:gd name="connsiteX8" fmla="*/ 146076 w 366139"/>
              <a:gd name="connsiteY8" fmla="*/ 239077 h 358139"/>
              <a:gd name="connsiteX9" fmla="*/ 116671 w 366139"/>
              <a:gd name="connsiteY9" fmla="*/ 216218 h 358139"/>
              <a:gd name="connsiteX10" fmla="*/ 86318 w 366139"/>
              <a:gd name="connsiteY10" fmla="*/ 245745 h 358139"/>
              <a:gd name="connsiteX11" fmla="*/ 87266 w 366139"/>
              <a:gd name="connsiteY11" fmla="*/ 254318 h 358139"/>
              <a:gd name="connsiteX12" fmla="*/ 13280 w 366139"/>
              <a:gd name="connsiteY12" fmla="*/ 302895 h 358139"/>
              <a:gd name="connsiteX13" fmla="*/ 13280 w 366139"/>
              <a:gd name="connsiteY13" fmla="*/ 181927 h 358139"/>
              <a:gd name="connsiteX14" fmla="*/ 107186 w 366139"/>
              <a:gd name="connsiteY14" fmla="*/ 125730 h 358139"/>
              <a:gd name="connsiteX15" fmla="*/ 129002 w 366139"/>
              <a:gd name="connsiteY15" fmla="*/ 135255 h 358139"/>
              <a:gd name="connsiteX16" fmla="*/ 154613 w 366139"/>
              <a:gd name="connsiteY16" fmla="*/ 120968 h 358139"/>
              <a:gd name="connsiteX17" fmla="*/ 215320 w 366139"/>
              <a:gd name="connsiteY17" fmla="*/ 140018 h 358139"/>
              <a:gd name="connsiteX18" fmla="*/ 215320 w 366139"/>
              <a:gd name="connsiteY18" fmla="*/ 140018 h 358139"/>
              <a:gd name="connsiteX19" fmla="*/ 245674 w 366139"/>
              <a:gd name="connsiteY19" fmla="*/ 170498 h 358139"/>
              <a:gd name="connsiteX20" fmla="*/ 276027 w 366139"/>
              <a:gd name="connsiteY20" fmla="*/ 140018 h 358139"/>
              <a:gd name="connsiteX21" fmla="*/ 269388 w 366139"/>
              <a:gd name="connsiteY21" fmla="*/ 120968 h 358139"/>
              <a:gd name="connsiteX22" fmla="*/ 321558 w 366139"/>
              <a:gd name="connsiteY22" fmla="*/ 57150 h 358139"/>
              <a:gd name="connsiteX23" fmla="*/ 335786 w 366139"/>
              <a:gd name="connsiteY23" fmla="*/ 60960 h 358139"/>
              <a:gd name="connsiteX24" fmla="*/ 366139 w 366139"/>
              <a:gd name="connsiteY24" fmla="*/ 30480 h 358139"/>
              <a:gd name="connsiteX25" fmla="*/ 335786 w 366139"/>
              <a:gd name="connsiteY25" fmla="*/ 0 h 358139"/>
              <a:gd name="connsiteX26" fmla="*/ 305432 w 366139"/>
              <a:gd name="connsiteY26" fmla="*/ 30480 h 358139"/>
              <a:gd name="connsiteX27" fmla="*/ 310175 w 366139"/>
              <a:gd name="connsiteY27" fmla="*/ 45720 h 358139"/>
              <a:gd name="connsiteX28" fmla="*/ 258005 w 366139"/>
              <a:gd name="connsiteY28" fmla="*/ 111443 h 358139"/>
              <a:gd name="connsiteX29" fmla="*/ 246622 w 366139"/>
              <a:gd name="connsiteY29" fmla="*/ 109538 h 358139"/>
              <a:gd name="connsiteX30" fmla="*/ 220063 w 366139"/>
              <a:gd name="connsiteY30" fmla="*/ 125730 h 358139"/>
              <a:gd name="connsiteX31" fmla="*/ 160305 w 366139"/>
              <a:gd name="connsiteY31" fmla="*/ 106680 h 358139"/>
              <a:gd name="connsiteX32" fmla="*/ 160305 w 366139"/>
              <a:gd name="connsiteY32" fmla="*/ 104775 h 358139"/>
              <a:gd name="connsiteX33" fmla="*/ 129951 w 366139"/>
              <a:gd name="connsiteY33" fmla="*/ 74295 h 358139"/>
              <a:gd name="connsiteX34" fmla="*/ 99598 w 366139"/>
              <a:gd name="connsiteY34" fmla="*/ 104775 h 358139"/>
              <a:gd name="connsiteX35" fmla="*/ 101495 w 366139"/>
              <a:gd name="connsiteY35" fmla="*/ 113348 h 358139"/>
              <a:gd name="connsiteX36" fmla="*/ 15177 w 366139"/>
              <a:gd name="connsiteY36" fmla="*/ 164783 h 358139"/>
              <a:gd name="connsiteX37" fmla="*/ 15177 w 366139"/>
              <a:gd name="connsiteY37" fmla="*/ 11430 h 358139"/>
              <a:gd name="connsiteX38" fmla="*/ 7588 w 366139"/>
              <a:gd name="connsiteY38" fmla="*/ 3810 h 358139"/>
              <a:gd name="connsiteX39" fmla="*/ 0 w 366139"/>
              <a:gd name="connsiteY39" fmla="*/ 11430 h 358139"/>
              <a:gd name="connsiteX40" fmla="*/ 0 w 366139"/>
              <a:gd name="connsiteY40" fmla="*/ 350520 h 358139"/>
              <a:gd name="connsiteX41" fmla="*/ 7588 w 366139"/>
              <a:gd name="connsiteY41" fmla="*/ 358140 h 358139"/>
              <a:gd name="connsiteX42" fmla="*/ 352860 w 366139"/>
              <a:gd name="connsiteY42" fmla="*/ 358140 h 358139"/>
              <a:gd name="connsiteX43" fmla="*/ 360448 w 366139"/>
              <a:gd name="connsiteY43" fmla="*/ 350520 h 358139"/>
              <a:gd name="connsiteX44" fmla="*/ 352860 w 366139"/>
              <a:gd name="connsiteY44" fmla="*/ 342900 h 358139"/>
              <a:gd name="connsiteX45" fmla="*/ 15177 w 366139"/>
              <a:gd name="connsiteY45" fmla="*/ 342900 h 358139"/>
              <a:gd name="connsiteX46" fmla="*/ 15177 w 366139"/>
              <a:gd name="connsiteY46" fmla="*/ 320993 h 358139"/>
              <a:gd name="connsiteX47" fmla="*/ 15177 w 366139"/>
              <a:gd name="connsiteY47" fmla="*/ 320993 h 358139"/>
              <a:gd name="connsiteX48" fmla="*/ 97700 w 366139"/>
              <a:gd name="connsiteY48" fmla="*/ 268605 h 358139"/>
              <a:gd name="connsiteX49" fmla="*/ 118568 w 366139"/>
              <a:gd name="connsiteY49" fmla="*/ 276225 h 358139"/>
              <a:gd name="connsiteX50" fmla="*/ 147973 w 366139"/>
              <a:gd name="connsiteY50" fmla="*/ 253365 h 358139"/>
              <a:gd name="connsiteX51" fmla="*/ 202041 w 366139"/>
              <a:gd name="connsiteY51" fmla="*/ 253365 h 358139"/>
              <a:gd name="connsiteX52" fmla="*/ 231446 w 366139"/>
              <a:gd name="connsiteY52" fmla="*/ 276225 h 358139"/>
              <a:gd name="connsiteX53" fmla="*/ 261799 w 366139"/>
              <a:gd name="connsiteY53" fmla="*/ 246698 h 358139"/>
              <a:gd name="connsiteX54" fmla="*/ 260851 w 366139"/>
              <a:gd name="connsiteY54" fmla="*/ 239077 h 358139"/>
              <a:gd name="connsiteX55" fmla="*/ 314918 w 366139"/>
              <a:gd name="connsiteY55" fmla="*/ 208598 h 358139"/>
              <a:gd name="connsiteX56" fmla="*/ 336734 w 366139"/>
              <a:gd name="connsiteY56" fmla="*/ 217170 h 358139"/>
              <a:gd name="connsiteX57" fmla="*/ 335786 w 366139"/>
              <a:gd name="connsiteY57" fmla="*/ 16193 h 358139"/>
              <a:gd name="connsiteX58" fmla="*/ 350963 w 366139"/>
              <a:gd name="connsiteY58" fmla="*/ 31433 h 358139"/>
              <a:gd name="connsiteX59" fmla="*/ 335786 w 366139"/>
              <a:gd name="connsiteY59" fmla="*/ 46673 h 358139"/>
              <a:gd name="connsiteX60" fmla="*/ 327249 w 366139"/>
              <a:gd name="connsiteY60" fmla="*/ 43815 h 358139"/>
              <a:gd name="connsiteX61" fmla="*/ 325352 w 366139"/>
              <a:gd name="connsiteY61" fmla="*/ 40958 h 358139"/>
              <a:gd name="connsiteX62" fmla="*/ 323455 w 366139"/>
              <a:gd name="connsiteY62" fmla="*/ 40958 h 358139"/>
              <a:gd name="connsiteX63" fmla="*/ 320609 w 366139"/>
              <a:gd name="connsiteY63" fmla="*/ 32385 h 358139"/>
              <a:gd name="connsiteX64" fmla="*/ 335786 w 366139"/>
              <a:gd name="connsiteY64" fmla="*/ 17145 h 358139"/>
              <a:gd name="connsiteX65" fmla="*/ 245674 w 366139"/>
              <a:gd name="connsiteY65" fmla="*/ 125730 h 358139"/>
              <a:gd name="connsiteX66" fmla="*/ 253262 w 366139"/>
              <a:gd name="connsiteY66" fmla="*/ 128588 h 358139"/>
              <a:gd name="connsiteX67" fmla="*/ 254211 w 366139"/>
              <a:gd name="connsiteY67" fmla="*/ 129540 h 358139"/>
              <a:gd name="connsiteX68" fmla="*/ 255159 w 366139"/>
              <a:gd name="connsiteY68" fmla="*/ 129540 h 358139"/>
              <a:gd name="connsiteX69" fmla="*/ 260851 w 366139"/>
              <a:gd name="connsiteY69" fmla="*/ 140970 h 358139"/>
              <a:gd name="connsiteX70" fmla="*/ 245674 w 366139"/>
              <a:gd name="connsiteY70" fmla="*/ 156210 h 358139"/>
              <a:gd name="connsiteX71" fmla="*/ 230497 w 366139"/>
              <a:gd name="connsiteY71" fmla="*/ 140970 h 358139"/>
              <a:gd name="connsiteX72" fmla="*/ 245674 w 366139"/>
              <a:gd name="connsiteY72" fmla="*/ 125730 h 358139"/>
              <a:gd name="connsiteX73" fmla="*/ 129002 w 366139"/>
              <a:gd name="connsiteY73" fmla="*/ 89535 h 358139"/>
              <a:gd name="connsiteX74" fmla="*/ 144179 w 366139"/>
              <a:gd name="connsiteY74" fmla="*/ 104775 h 358139"/>
              <a:gd name="connsiteX75" fmla="*/ 129002 w 366139"/>
              <a:gd name="connsiteY75" fmla="*/ 120015 h 358139"/>
              <a:gd name="connsiteX76" fmla="*/ 113826 w 366139"/>
              <a:gd name="connsiteY76" fmla="*/ 104775 h 358139"/>
              <a:gd name="connsiteX77" fmla="*/ 129002 w 366139"/>
              <a:gd name="connsiteY77" fmla="*/ 89535 h 358139"/>
              <a:gd name="connsiteX78" fmla="*/ 335786 w 366139"/>
              <a:gd name="connsiteY78" fmla="*/ 170498 h 358139"/>
              <a:gd name="connsiteX79" fmla="*/ 350963 w 366139"/>
              <a:gd name="connsiteY79" fmla="*/ 185738 h 358139"/>
              <a:gd name="connsiteX80" fmla="*/ 335786 w 366139"/>
              <a:gd name="connsiteY80" fmla="*/ 200977 h 358139"/>
              <a:gd name="connsiteX81" fmla="*/ 323455 w 366139"/>
              <a:gd name="connsiteY81" fmla="*/ 194310 h 358139"/>
              <a:gd name="connsiteX82" fmla="*/ 323455 w 366139"/>
              <a:gd name="connsiteY82" fmla="*/ 192405 h 358139"/>
              <a:gd name="connsiteX83" fmla="*/ 322506 w 366139"/>
              <a:gd name="connsiteY83" fmla="*/ 192405 h 358139"/>
              <a:gd name="connsiteX84" fmla="*/ 321558 w 366139"/>
              <a:gd name="connsiteY84" fmla="*/ 185738 h 358139"/>
              <a:gd name="connsiteX85" fmla="*/ 336734 w 366139"/>
              <a:gd name="connsiteY85" fmla="*/ 170498 h 358139"/>
              <a:gd name="connsiteX86" fmla="*/ 116671 w 366139"/>
              <a:gd name="connsiteY86" fmla="*/ 260985 h 358139"/>
              <a:gd name="connsiteX87" fmla="*/ 101495 w 366139"/>
              <a:gd name="connsiteY87" fmla="*/ 245745 h 358139"/>
              <a:gd name="connsiteX88" fmla="*/ 116671 w 366139"/>
              <a:gd name="connsiteY88" fmla="*/ 230505 h 358139"/>
              <a:gd name="connsiteX89" fmla="*/ 131848 w 366139"/>
              <a:gd name="connsiteY89" fmla="*/ 245745 h 358139"/>
              <a:gd name="connsiteX90" fmla="*/ 116671 w 366139"/>
              <a:gd name="connsiteY90" fmla="*/ 260985 h 358139"/>
              <a:gd name="connsiteX91" fmla="*/ 230497 w 366139"/>
              <a:gd name="connsiteY91" fmla="*/ 260985 h 358139"/>
              <a:gd name="connsiteX92" fmla="*/ 215320 w 366139"/>
              <a:gd name="connsiteY92" fmla="*/ 246698 h 358139"/>
              <a:gd name="connsiteX93" fmla="*/ 215320 w 366139"/>
              <a:gd name="connsiteY93" fmla="*/ 246698 h 358139"/>
              <a:gd name="connsiteX94" fmla="*/ 215320 w 366139"/>
              <a:gd name="connsiteY94" fmla="*/ 246698 h 358139"/>
              <a:gd name="connsiteX95" fmla="*/ 230497 w 366139"/>
              <a:gd name="connsiteY95" fmla="*/ 232410 h 358139"/>
              <a:gd name="connsiteX96" fmla="*/ 245674 w 366139"/>
              <a:gd name="connsiteY96" fmla="*/ 247650 h 358139"/>
              <a:gd name="connsiteX97" fmla="*/ 230497 w 366139"/>
              <a:gd name="connsiteY97" fmla="*/ 262890 h 35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366139" h="358139">
                <a:moveTo>
                  <a:pt x="335786" y="216218"/>
                </a:moveTo>
                <a:cubicBezTo>
                  <a:pt x="351911" y="216218"/>
                  <a:pt x="366139" y="203835"/>
                  <a:pt x="366139" y="185738"/>
                </a:cubicBezTo>
                <a:cubicBezTo>
                  <a:pt x="366139" y="167640"/>
                  <a:pt x="351911" y="155258"/>
                  <a:pt x="335786" y="155258"/>
                </a:cubicBezTo>
                <a:cubicBezTo>
                  <a:pt x="319661" y="155258"/>
                  <a:pt x="305432" y="169545"/>
                  <a:pt x="305432" y="185738"/>
                </a:cubicBezTo>
                <a:cubicBezTo>
                  <a:pt x="305432" y="201930"/>
                  <a:pt x="305432" y="191452"/>
                  <a:pt x="306381" y="193358"/>
                </a:cubicBezTo>
                <a:cubicBezTo>
                  <a:pt x="299741" y="197168"/>
                  <a:pt x="285513" y="205740"/>
                  <a:pt x="252314" y="224790"/>
                </a:cubicBezTo>
                <a:cubicBezTo>
                  <a:pt x="246622" y="219075"/>
                  <a:pt x="239034" y="216218"/>
                  <a:pt x="230497" y="216218"/>
                </a:cubicBezTo>
                <a:cubicBezTo>
                  <a:pt x="215320" y="216218"/>
                  <a:pt x="203938" y="225743"/>
                  <a:pt x="201092" y="239077"/>
                </a:cubicBezTo>
                <a:lnTo>
                  <a:pt x="146076" y="239077"/>
                </a:lnTo>
                <a:cubicBezTo>
                  <a:pt x="142282" y="226695"/>
                  <a:pt x="130900" y="216218"/>
                  <a:pt x="116671" y="216218"/>
                </a:cubicBezTo>
                <a:cubicBezTo>
                  <a:pt x="102443" y="216218"/>
                  <a:pt x="86318" y="229552"/>
                  <a:pt x="86318" y="245745"/>
                </a:cubicBezTo>
                <a:cubicBezTo>
                  <a:pt x="86318" y="261938"/>
                  <a:pt x="86318" y="251460"/>
                  <a:pt x="87266" y="254318"/>
                </a:cubicBezTo>
                <a:cubicBezTo>
                  <a:pt x="79678" y="259080"/>
                  <a:pt x="59758" y="272415"/>
                  <a:pt x="13280" y="302895"/>
                </a:cubicBezTo>
                <a:lnTo>
                  <a:pt x="13280" y="181927"/>
                </a:lnTo>
                <a:cubicBezTo>
                  <a:pt x="19919" y="178118"/>
                  <a:pt x="41736" y="164783"/>
                  <a:pt x="107186" y="125730"/>
                </a:cubicBezTo>
                <a:cubicBezTo>
                  <a:pt x="112877" y="131445"/>
                  <a:pt x="120466" y="135255"/>
                  <a:pt x="129002" y="135255"/>
                </a:cubicBezTo>
                <a:cubicBezTo>
                  <a:pt x="137539" y="135255"/>
                  <a:pt x="148922" y="129540"/>
                  <a:pt x="154613" y="120968"/>
                </a:cubicBezTo>
                <a:cubicBezTo>
                  <a:pt x="162202" y="122873"/>
                  <a:pt x="179275" y="128588"/>
                  <a:pt x="215320" y="140018"/>
                </a:cubicBezTo>
                <a:cubicBezTo>
                  <a:pt x="215320" y="140018"/>
                  <a:pt x="215320" y="140018"/>
                  <a:pt x="215320" y="140018"/>
                </a:cubicBezTo>
                <a:cubicBezTo>
                  <a:pt x="215320" y="158115"/>
                  <a:pt x="227651" y="170498"/>
                  <a:pt x="245674" y="170498"/>
                </a:cubicBezTo>
                <a:cubicBezTo>
                  <a:pt x="263696" y="170498"/>
                  <a:pt x="276027" y="158115"/>
                  <a:pt x="276027" y="140018"/>
                </a:cubicBezTo>
                <a:cubicBezTo>
                  <a:pt x="276027" y="121920"/>
                  <a:pt x="273182" y="126683"/>
                  <a:pt x="269388" y="120968"/>
                </a:cubicBezTo>
                <a:cubicBezTo>
                  <a:pt x="275079" y="113348"/>
                  <a:pt x="289307" y="96202"/>
                  <a:pt x="321558" y="57150"/>
                </a:cubicBezTo>
                <a:cubicBezTo>
                  <a:pt x="325352" y="59055"/>
                  <a:pt x="330095" y="60960"/>
                  <a:pt x="335786" y="60960"/>
                </a:cubicBezTo>
                <a:cubicBezTo>
                  <a:pt x="351911" y="60960"/>
                  <a:pt x="366139" y="46673"/>
                  <a:pt x="366139" y="30480"/>
                </a:cubicBezTo>
                <a:cubicBezTo>
                  <a:pt x="366139" y="14288"/>
                  <a:pt x="351911" y="0"/>
                  <a:pt x="335786" y="0"/>
                </a:cubicBezTo>
                <a:cubicBezTo>
                  <a:pt x="319661" y="0"/>
                  <a:pt x="305432" y="12383"/>
                  <a:pt x="305432" y="30480"/>
                </a:cubicBezTo>
                <a:cubicBezTo>
                  <a:pt x="305432" y="48578"/>
                  <a:pt x="307329" y="41910"/>
                  <a:pt x="310175" y="45720"/>
                </a:cubicBezTo>
                <a:cubicBezTo>
                  <a:pt x="304484" y="52388"/>
                  <a:pt x="291204" y="69533"/>
                  <a:pt x="258005" y="111443"/>
                </a:cubicBezTo>
                <a:cubicBezTo>
                  <a:pt x="254211" y="109538"/>
                  <a:pt x="250417" y="109538"/>
                  <a:pt x="246622" y="109538"/>
                </a:cubicBezTo>
                <a:cubicBezTo>
                  <a:pt x="234291" y="109538"/>
                  <a:pt x="224806" y="116205"/>
                  <a:pt x="220063" y="125730"/>
                </a:cubicBezTo>
                <a:cubicBezTo>
                  <a:pt x="212475" y="123825"/>
                  <a:pt x="196349" y="118110"/>
                  <a:pt x="160305" y="106680"/>
                </a:cubicBezTo>
                <a:cubicBezTo>
                  <a:pt x="160305" y="106680"/>
                  <a:pt x="160305" y="104775"/>
                  <a:pt x="160305" y="104775"/>
                </a:cubicBezTo>
                <a:cubicBezTo>
                  <a:pt x="160305" y="86677"/>
                  <a:pt x="146076" y="74295"/>
                  <a:pt x="129951" y="74295"/>
                </a:cubicBezTo>
                <a:cubicBezTo>
                  <a:pt x="113826" y="74295"/>
                  <a:pt x="99598" y="86677"/>
                  <a:pt x="99598" y="104775"/>
                </a:cubicBezTo>
                <a:cubicBezTo>
                  <a:pt x="99598" y="122873"/>
                  <a:pt x="99598" y="110490"/>
                  <a:pt x="101495" y="113348"/>
                </a:cubicBezTo>
                <a:cubicBezTo>
                  <a:pt x="92958" y="118110"/>
                  <a:pt x="71141" y="131445"/>
                  <a:pt x="15177" y="164783"/>
                </a:cubicBezTo>
                <a:lnTo>
                  <a:pt x="15177" y="11430"/>
                </a:lnTo>
                <a:cubicBezTo>
                  <a:pt x="15177" y="7620"/>
                  <a:pt x="11383" y="3810"/>
                  <a:pt x="7588" y="3810"/>
                </a:cubicBezTo>
                <a:cubicBezTo>
                  <a:pt x="3794" y="3810"/>
                  <a:pt x="0" y="7620"/>
                  <a:pt x="0" y="11430"/>
                </a:cubicBezTo>
                <a:lnTo>
                  <a:pt x="0" y="350520"/>
                </a:lnTo>
                <a:cubicBezTo>
                  <a:pt x="0" y="355283"/>
                  <a:pt x="3794" y="358140"/>
                  <a:pt x="7588" y="358140"/>
                </a:cubicBezTo>
                <a:lnTo>
                  <a:pt x="352860" y="358140"/>
                </a:lnTo>
                <a:cubicBezTo>
                  <a:pt x="356654" y="358140"/>
                  <a:pt x="360448" y="355283"/>
                  <a:pt x="360448" y="350520"/>
                </a:cubicBezTo>
                <a:cubicBezTo>
                  <a:pt x="360448" y="345758"/>
                  <a:pt x="356654" y="342900"/>
                  <a:pt x="352860" y="342900"/>
                </a:cubicBezTo>
                <a:lnTo>
                  <a:pt x="15177" y="342900"/>
                </a:lnTo>
                <a:lnTo>
                  <a:pt x="15177" y="320993"/>
                </a:lnTo>
                <a:cubicBezTo>
                  <a:pt x="15177" y="320993"/>
                  <a:pt x="15177" y="320993"/>
                  <a:pt x="15177" y="320993"/>
                </a:cubicBezTo>
                <a:cubicBezTo>
                  <a:pt x="15177" y="320993"/>
                  <a:pt x="15177" y="320993"/>
                  <a:pt x="97700" y="268605"/>
                </a:cubicBezTo>
                <a:cubicBezTo>
                  <a:pt x="103392" y="273368"/>
                  <a:pt x="110032" y="276225"/>
                  <a:pt x="118568" y="276225"/>
                </a:cubicBezTo>
                <a:cubicBezTo>
                  <a:pt x="132797" y="276225"/>
                  <a:pt x="145128" y="266700"/>
                  <a:pt x="147973" y="253365"/>
                </a:cubicBezTo>
                <a:lnTo>
                  <a:pt x="202041" y="253365"/>
                </a:lnTo>
                <a:cubicBezTo>
                  <a:pt x="204886" y="266700"/>
                  <a:pt x="216269" y="276225"/>
                  <a:pt x="231446" y="276225"/>
                </a:cubicBezTo>
                <a:cubicBezTo>
                  <a:pt x="246622" y="276225"/>
                  <a:pt x="261799" y="263843"/>
                  <a:pt x="261799" y="246698"/>
                </a:cubicBezTo>
                <a:cubicBezTo>
                  <a:pt x="261799" y="229552"/>
                  <a:pt x="261799" y="241935"/>
                  <a:pt x="260851" y="239077"/>
                </a:cubicBezTo>
                <a:cubicBezTo>
                  <a:pt x="267490" y="235268"/>
                  <a:pt x="282667" y="226695"/>
                  <a:pt x="314918" y="208598"/>
                </a:cubicBezTo>
                <a:cubicBezTo>
                  <a:pt x="320609" y="214313"/>
                  <a:pt x="328197" y="217170"/>
                  <a:pt x="336734" y="217170"/>
                </a:cubicBezTo>
                <a:close/>
                <a:moveTo>
                  <a:pt x="335786" y="16193"/>
                </a:moveTo>
                <a:cubicBezTo>
                  <a:pt x="344323" y="16193"/>
                  <a:pt x="350963" y="22860"/>
                  <a:pt x="350963" y="31433"/>
                </a:cubicBezTo>
                <a:cubicBezTo>
                  <a:pt x="350963" y="40005"/>
                  <a:pt x="344323" y="46673"/>
                  <a:pt x="335786" y="46673"/>
                </a:cubicBezTo>
                <a:cubicBezTo>
                  <a:pt x="327249" y="46673"/>
                  <a:pt x="330095" y="45720"/>
                  <a:pt x="327249" y="43815"/>
                </a:cubicBezTo>
                <a:cubicBezTo>
                  <a:pt x="327249" y="42863"/>
                  <a:pt x="326300" y="41910"/>
                  <a:pt x="325352" y="40958"/>
                </a:cubicBezTo>
                <a:cubicBezTo>
                  <a:pt x="325352" y="40958"/>
                  <a:pt x="324403" y="40958"/>
                  <a:pt x="323455" y="40958"/>
                </a:cubicBezTo>
                <a:cubicBezTo>
                  <a:pt x="321558" y="38100"/>
                  <a:pt x="320609" y="35243"/>
                  <a:pt x="320609" y="32385"/>
                </a:cubicBezTo>
                <a:cubicBezTo>
                  <a:pt x="320609" y="23813"/>
                  <a:pt x="327249" y="17145"/>
                  <a:pt x="335786" y="17145"/>
                </a:cubicBezTo>
                <a:close/>
                <a:moveTo>
                  <a:pt x="245674" y="125730"/>
                </a:moveTo>
                <a:cubicBezTo>
                  <a:pt x="248519" y="125730"/>
                  <a:pt x="251365" y="125730"/>
                  <a:pt x="253262" y="128588"/>
                </a:cubicBezTo>
                <a:cubicBezTo>
                  <a:pt x="253262" y="128588"/>
                  <a:pt x="253262" y="128588"/>
                  <a:pt x="254211" y="129540"/>
                </a:cubicBezTo>
                <a:cubicBezTo>
                  <a:pt x="254211" y="129540"/>
                  <a:pt x="254211" y="129540"/>
                  <a:pt x="255159" y="129540"/>
                </a:cubicBezTo>
                <a:cubicBezTo>
                  <a:pt x="258005" y="132398"/>
                  <a:pt x="260851" y="136208"/>
                  <a:pt x="260851" y="140970"/>
                </a:cubicBezTo>
                <a:cubicBezTo>
                  <a:pt x="260851" y="149543"/>
                  <a:pt x="253262" y="156210"/>
                  <a:pt x="245674" y="156210"/>
                </a:cubicBezTo>
                <a:cubicBezTo>
                  <a:pt x="238085" y="156210"/>
                  <a:pt x="230497" y="149543"/>
                  <a:pt x="230497" y="140970"/>
                </a:cubicBezTo>
                <a:cubicBezTo>
                  <a:pt x="230497" y="132398"/>
                  <a:pt x="237137" y="125730"/>
                  <a:pt x="245674" y="125730"/>
                </a:cubicBezTo>
                <a:close/>
                <a:moveTo>
                  <a:pt x="129002" y="89535"/>
                </a:moveTo>
                <a:cubicBezTo>
                  <a:pt x="137539" y="89535"/>
                  <a:pt x="144179" y="96202"/>
                  <a:pt x="144179" y="104775"/>
                </a:cubicBezTo>
                <a:cubicBezTo>
                  <a:pt x="144179" y="113348"/>
                  <a:pt x="137539" y="120015"/>
                  <a:pt x="129002" y="120015"/>
                </a:cubicBezTo>
                <a:cubicBezTo>
                  <a:pt x="120466" y="120015"/>
                  <a:pt x="113826" y="112395"/>
                  <a:pt x="113826" y="104775"/>
                </a:cubicBezTo>
                <a:cubicBezTo>
                  <a:pt x="113826" y="97155"/>
                  <a:pt x="120466" y="89535"/>
                  <a:pt x="129002" y="89535"/>
                </a:cubicBezTo>
                <a:close/>
                <a:moveTo>
                  <a:pt x="335786" y="170498"/>
                </a:moveTo>
                <a:cubicBezTo>
                  <a:pt x="344323" y="170498"/>
                  <a:pt x="350963" y="178118"/>
                  <a:pt x="350963" y="185738"/>
                </a:cubicBezTo>
                <a:cubicBezTo>
                  <a:pt x="350963" y="193358"/>
                  <a:pt x="344323" y="200977"/>
                  <a:pt x="335786" y="200977"/>
                </a:cubicBezTo>
                <a:cubicBezTo>
                  <a:pt x="327249" y="200977"/>
                  <a:pt x="325352" y="198120"/>
                  <a:pt x="323455" y="194310"/>
                </a:cubicBezTo>
                <a:cubicBezTo>
                  <a:pt x="323455" y="194310"/>
                  <a:pt x="323455" y="193358"/>
                  <a:pt x="323455" y="192405"/>
                </a:cubicBezTo>
                <a:cubicBezTo>
                  <a:pt x="323455" y="192405"/>
                  <a:pt x="323455" y="192405"/>
                  <a:pt x="322506" y="192405"/>
                </a:cubicBezTo>
                <a:cubicBezTo>
                  <a:pt x="322506" y="190500"/>
                  <a:pt x="321558" y="188595"/>
                  <a:pt x="321558" y="185738"/>
                </a:cubicBezTo>
                <a:cubicBezTo>
                  <a:pt x="321558" y="178118"/>
                  <a:pt x="328197" y="170498"/>
                  <a:pt x="336734" y="170498"/>
                </a:cubicBezTo>
                <a:close/>
                <a:moveTo>
                  <a:pt x="116671" y="260985"/>
                </a:moveTo>
                <a:cubicBezTo>
                  <a:pt x="108134" y="260985"/>
                  <a:pt x="101495" y="254318"/>
                  <a:pt x="101495" y="245745"/>
                </a:cubicBezTo>
                <a:cubicBezTo>
                  <a:pt x="101495" y="237173"/>
                  <a:pt x="108134" y="230505"/>
                  <a:pt x="116671" y="230505"/>
                </a:cubicBezTo>
                <a:cubicBezTo>
                  <a:pt x="125208" y="230505"/>
                  <a:pt x="131848" y="238125"/>
                  <a:pt x="131848" y="245745"/>
                </a:cubicBezTo>
                <a:cubicBezTo>
                  <a:pt x="131848" y="253365"/>
                  <a:pt x="124260" y="260985"/>
                  <a:pt x="116671" y="260985"/>
                </a:cubicBezTo>
                <a:close/>
                <a:moveTo>
                  <a:pt x="230497" y="260985"/>
                </a:moveTo>
                <a:cubicBezTo>
                  <a:pt x="221960" y="260985"/>
                  <a:pt x="215320" y="255270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39077"/>
                  <a:pt x="221960" y="232410"/>
                  <a:pt x="230497" y="232410"/>
                </a:cubicBezTo>
                <a:cubicBezTo>
                  <a:pt x="239034" y="232410"/>
                  <a:pt x="245674" y="240030"/>
                  <a:pt x="245674" y="247650"/>
                </a:cubicBezTo>
                <a:cubicBezTo>
                  <a:pt x="245674" y="255270"/>
                  <a:pt x="238085" y="262890"/>
                  <a:pt x="230497" y="26289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7" name="Graphic 243">
            <a:extLst>
              <a:ext uri="{FF2B5EF4-FFF2-40B4-BE49-F238E27FC236}">
                <a16:creationId xmlns:a16="http://schemas.microsoft.com/office/drawing/2014/main" id="{58875943-74A7-852A-1E39-7F20868B825B}"/>
              </a:ext>
            </a:extLst>
          </p:cNvPr>
          <p:cNvSpPr/>
          <p:nvPr/>
        </p:nvSpPr>
        <p:spPr>
          <a:xfrm>
            <a:off x="502781" y="3481227"/>
            <a:ext cx="493395" cy="482614"/>
          </a:xfrm>
          <a:custGeom>
            <a:avLst/>
            <a:gdLst>
              <a:gd name="connsiteX0" fmla="*/ 335786 w 366139"/>
              <a:gd name="connsiteY0" fmla="*/ 216218 h 358139"/>
              <a:gd name="connsiteX1" fmla="*/ 366139 w 366139"/>
              <a:gd name="connsiteY1" fmla="*/ 185738 h 358139"/>
              <a:gd name="connsiteX2" fmla="*/ 335786 w 366139"/>
              <a:gd name="connsiteY2" fmla="*/ 155258 h 358139"/>
              <a:gd name="connsiteX3" fmla="*/ 305432 w 366139"/>
              <a:gd name="connsiteY3" fmla="*/ 185738 h 358139"/>
              <a:gd name="connsiteX4" fmla="*/ 306381 w 366139"/>
              <a:gd name="connsiteY4" fmla="*/ 193358 h 358139"/>
              <a:gd name="connsiteX5" fmla="*/ 252314 w 366139"/>
              <a:gd name="connsiteY5" fmla="*/ 224790 h 358139"/>
              <a:gd name="connsiteX6" fmla="*/ 230497 w 366139"/>
              <a:gd name="connsiteY6" fmla="*/ 216218 h 358139"/>
              <a:gd name="connsiteX7" fmla="*/ 201092 w 366139"/>
              <a:gd name="connsiteY7" fmla="*/ 239077 h 358139"/>
              <a:gd name="connsiteX8" fmla="*/ 146076 w 366139"/>
              <a:gd name="connsiteY8" fmla="*/ 239077 h 358139"/>
              <a:gd name="connsiteX9" fmla="*/ 116671 w 366139"/>
              <a:gd name="connsiteY9" fmla="*/ 216218 h 358139"/>
              <a:gd name="connsiteX10" fmla="*/ 86318 w 366139"/>
              <a:gd name="connsiteY10" fmla="*/ 245745 h 358139"/>
              <a:gd name="connsiteX11" fmla="*/ 87266 w 366139"/>
              <a:gd name="connsiteY11" fmla="*/ 254318 h 358139"/>
              <a:gd name="connsiteX12" fmla="*/ 13280 w 366139"/>
              <a:gd name="connsiteY12" fmla="*/ 302895 h 358139"/>
              <a:gd name="connsiteX13" fmla="*/ 13280 w 366139"/>
              <a:gd name="connsiteY13" fmla="*/ 181927 h 358139"/>
              <a:gd name="connsiteX14" fmla="*/ 107186 w 366139"/>
              <a:gd name="connsiteY14" fmla="*/ 125730 h 358139"/>
              <a:gd name="connsiteX15" fmla="*/ 129002 w 366139"/>
              <a:gd name="connsiteY15" fmla="*/ 135255 h 358139"/>
              <a:gd name="connsiteX16" fmla="*/ 154613 w 366139"/>
              <a:gd name="connsiteY16" fmla="*/ 120968 h 358139"/>
              <a:gd name="connsiteX17" fmla="*/ 215320 w 366139"/>
              <a:gd name="connsiteY17" fmla="*/ 140018 h 358139"/>
              <a:gd name="connsiteX18" fmla="*/ 215320 w 366139"/>
              <a:gd name="connsiteY18" fmla="*/ 140018 h 358139"/>
              <a:gd name="connsiteX19" fmla="*/ 245674 w 366139"/>
              <a:gd name="connsiteY19" fmla="*/ 170498 h 358139"/>
              <a:gd name="connsiteX20" fmla="*/ 276027 w 366139"/>
              <a:gd name="connsiteY20" fmla="*/ 140018 h 358139"/>
              <a:gd name="connsiteX21" fmla="*/ 269388 w 366139"/>
              <a:gd name="connsiteY21" fmla="*/ 120968 h 358139"/>
              <a:gd name="connsiteX22" fmla="*/ 321558 w 366139"/>
              <a:gd name="connsiteY22" fmla="*/ 57150 h 358139"/>
              <a:gd name="connsiteX23" fmla="*/ 335786 w 366139"/>
              <a:gd name="connsiteY23" fmla="*/ 60960 h 358139"/>
              <a:gd name="connsiteX24" fmla="*/ 366139 w 366139"/>
              <a:gd name="connsiteY24" fmla="*/ 30480 h 358139"/>
              <a:gd name="connsiteX25" fmla="*/ 335786 w 366139"/>
              <a:gd name="connsiteY25" fmla="*/ 0 h 358139"/>
              <a:gd name="connsiteX26" fmla="*/ 305432 w 366139"/>
              <a:gd name="connsiteY26" fmla="*/ 30480 h 358139"/>
              <a:gd name="connsiteX27" fmla="*/ 310175 w 366139"/>
              <a:gd name="connsiteY27" fmla="*/ 45720 h 358139"/>
              <a:gd name="connsiteX28" fmla="*/ 258005 w 366139"/>
              <a:gd name="connsiteY28" fmla="*/ 111443 h 358139"/>
              <a:gd name="connsiteX29" fmla="*/ 246622 w 366139"/>
              <a:gd name="connsiteY29" fmla="*/ 109538 h 358139"/>
              <a:gd name="connsiteX30" fmla="*/ 220063 w 366139"/>
              <a:gd name="connsiteY30" fmla="*/ 125730 h 358139"/>
              <a:gd name="connsiteX31" fmla="*/ 160305 w 366139"/>
              <a:gd name="connsiteY31" fmla="*/ 106680 h 358139"/>
              <a:gd name="connsiteX32" fmla="*/ 160305 w 366139"/>
              <a:gd name="connsiteY32" fmla="*/ 104775 h 358139"/>
              <a:gd name="connsiteX33" fmla="*/ 129951 w 366139"/>
              <a:gd name="connsiteY33" fmla="*/ 74295 h 358139"/>
              <a:gd name="connsiteX34" fmla="*/ 99598 w 366139"/>
              <a:gd name="connsiteY34" fmla="*/ 104775 h 358139"/>
              <a:gd name="connsiteX35" fmla="*/ 101495 w 366139"/>
              <a:gd name="connsiteY35" fmla="*/ 113348 h 358139"/>
              <a:gd name="connsiteX36" fmla="*/ 15177 w 366139"/>
              <a:gd name="connsiteY36" fmla="*/ 164783 h 358139"/>
              <a:gd name="connsiteX37" fmla="*/ 15177 w 366139"/>
              <a:gd name="connsiteY37" fmla="*/ 11430 h 358139"/>
              <a:gd name="connsiteX38" fmla="*/ 7588 w 366139"/>
              <a:gd name="connsiteY38" fmla="*/ 3810 h 358139"/>
              <a:gd name="connsiteX39" fmla="*/ 0 w 366139"/>
              <a:gd name="connsiteY39" fmla="*/ 11430 h 358139"/>
              <a:gd name="connsiteX40" fmla="*/ 0 w 366139"/>
              <a:gd name="connsiteY40" fmla="*/ 350520 h 358139"/>
              <a:gd name="connsiteX41" fmla="*/ 7588 w 366139"/>
              <a:gd name="connsiteY41" fmla="*/ 358140 h 358139"/>
              <a:gd name="connsiteX42" fmla="*/ 352860 w 366139"/>
              <a:gd name="connsiteY42" fmla="*/ 358140 h 358139"/>
              <a:gd name="connsiteX43" fmla="*/ 360448 w 366139"/>
              <a:gd name="connsiteY43" fmla="*/ 350520 h 358139"/>
              <a:gd name="connsiteX44" fmla="*/ 352860 w 366139"/>
              <a:gd name="connsiteY44" fmla="*/ 342900 h 358139"/>
              <a:gd name="connsiteX45" fmla="*/ 15177 w 366139"/>
              <a:gd name="connsiteY45" fmla="*/ 342900 h 358139"/>
              <a:gd name="connsiteX46" fmla="*/ 15177 w 366139"/>
              <a:gd name="connsiteY46" fmla="*/ 320993 h 358139"/>
              <a:gd name="connsiteX47" fmla="*/ 15177 w 366139"/>
              <a:gd name="connsiteY47" fmla="*/ 320993 h 358139"/>
              <a:gd name="connsiteX48" fmla="*/ 97700 w 366139"/>
              <a:gd name="connsiteY48" fmla="*/ 268605 h 358139"/>
              <a:gd name="connsiteX49" fmla="*/ 118568 w 366139"/>
              <a:gd name="connsiteY49" fmla="*/ 276225 h 358139"/>
              <a:gd name="connsiteX50" fmla="*/ 147973 w 366139"/>
              <a:gd name="connsiteY50" fmla="*/ 253365 h 358139"/>
              <a:gd name="connsiteX51" fmla="*/ 202041 w 366139"/>
              <a:gd name="connsiteY51" fmla="*/ 253365 h 358139"/>
              <a:gd name="connsiteX52" fmla="*/ 231446 w 366139"/>
              <a:gd name="connsiteY52" fmla="*/ 276225 h 358139"/>
              <a:gd name="connsiteX53" fmla="*/ 261799 w 366139"/>
              <a:gd name="connsiteY53" fmla="*/ 246698 h 358139"/>
              <a:gd name="connsiteX54" fmla="*/ 260851 w 366139"/>
              <a:gd name="connsiteY54" fmla="*/ 239077 h 358139"/>
              <a:gd name="connsiteX55" fmla="*/ 314918 w 366139"/>
              <a:gd name="connsiteY55" fmla="*/ 208598 h 358139"/>
              <a:gd name="connsiteX56" fmla="*/ 336734 w 366139"/>
              <a:gd name="connsiteY56" fmla="*/ 217170 h 358139"/>
              <a:gd name="connsiteX57" fmla="*/ 335786 w 366139"/>
              <a:gd name="connsiteY57" fmla="*/ 16193 h 358139"/>
              <a:gd name="connsiteX58" fmla="*/ 350963 w 366139"/>
              <a:gd name="connsiteY58" fmla="*/ 31433 h 358139"/>
              <a:gd name="connsiteX59" fmla="*/ 335786 w 366139"/>
              <a:gd name="connsiteY59" fmla="*/ 46673 h 358139"/>
              <a:gd name="connsiteX60" fmla="*/ 327249 w 366139"/>
              <a:gd name="connsiteY60" fmla="*/ 43815 h 358139"/>
              <a:gd name="connsiteX61" fmla="*/ 325352 w 366139"/>
              <a:gd name="connsiteY61" fmla="*/ 40958 h 358139"/>
              <a:gd name="connsiteX62" fmla="*/ 323455 w 366139"/>
              <a:gd name="connsiteY62" fmla="*/ 40958 h 358139"/>
              <a:gd name="connsiteX63" fmla="*/ 320609 w 366139"/>
              <a:gd name="connsiteY63" fmla="*/ 32385 h 358139"/>
              <a:gd name="connsiteX64" fmla="*/ 335786 w 366139"/>
              <a:gd name="connsiteY64" fmla="*/ 17145 h 358139"/>
              <a:gd name="connsiteX65" fmla="*/ 245674 w 366139"/>
              <a:gd name="connsiteY65" fmla="*/ 125730 h 358139"/>
              <a:gd name="connsiteX66" fmla="*/ 253262 w 366139"/>
              <a:gd name="connsiteY66" fmla="*/ 128588 h 358139"/>
              <a:gd name="connsiteX67" fmla="*/ 254211 w 366139"/>
              <a:gd name="connsiteY67" fmla="*/ 129540 h 358139"/>
              <a:gd name="connsiteX68" fmla="*/ 255159 w 366139"/>
              <a:gd name="connsiteY68" fmla="*/ 129540 h 358139"/>
              <a:gd name="connsiteX69" fmla="*/ 260851 w 366139"/>
              <a:gd name="connsiteY69" fmla="*/ 140970 h 358139"/>
              <a:gd name="connsiteX70" fmla="*/ 245674 w 366139"/>
              <a:gd name="connsiteY70" fmla="*/ 156210 h 358139"/>
              <a:gd name="connsiteX71" fmla="*/ 230497 w 366139"/>
              <a:gd name="connsiteY71" fmla="*/ 140970 h 358139"/>
              <a:gd name="connsiteX72" fmla="*/ 245674 w 366139"/>
              <a:gd name="connsiteY72" fmla="*/ 125730 h 358139"/>
              <a:gd name="connsiteX73" fmla="*/ 129002 w 366139"/>
              <a:gd name="connsiteY73" fmla="*/ 89535 h 358139"/>
              <a:gd name="connsiteX74" fmla="*/ 144179 w 366139"/>
              <a:gd name="connsiteY74" fmla="*/ 104775 h 358139"/>
              <a:gd name="connsiteX75" fmla="*/ 129002 w 366139"/>
              <a:gd name="connsiteY75" fmla="*/ 120015 h 358139"/>
              <a:gd name="connsiteX76" fmla="*/ 113826 w 366139"/>
              <a:gd name="connsiteY76" fmla="*/ 104775 h 358139"/>
              <a:gd name="connsiteX77" fmla="*/ 129002 w 366139"/>
              <a:gd name="connsiteY77" fmla="*/ 89535 h 358139"/>
              <a:gd name="connsiteX78" fmla="*/ 335786 w 366139"/>
              <a:gd name="connsiteY78" fmla="*/ 170498 h 358139"/>
              <a:gd name="connsiteX79" fmla="*/ 350963 w 366139"/>
              <a:gd name="connsiteY79" fmla="*/ 185738 h 358139"/>
              <a:gd name="connsiteX80" fmla="*/ 335786 w 366139"/>
              <a:gd name="connsiteY80" fmla="*/ 200977 h 358139"/>
              <a:gd name="connsiteX81" fmla="*/ 323455 w 366139"/>
              <a:gd name="connsiteY81" fmla="*/ 194310 h 358139"/>
              <a:gd name="connsiteX82" fmla="*/ 323455 w 366139"/>
              <a:gd name="connsiteY82" fmla="*/ 192405 h 358139"/>
              <a:gd name="connsiteX83" fmla="*/ 322506 w 366139"/>
              <a:gd name="connsiteY83" fmla="*/ 192405 h 358139"/>
              <a:gd name="connsiteX84" fmla="*/ 321558 w 366139"/>
              <a:gd name="connsiteY84" fmla="*/ 185738 h 358139"/>
              <a:gd name="connsiteX85" fmla="*/ 336734 w 366139"/>
              <a:gd name="connsiteY85" fmla="*/ 170498 h 358139"/>
              <a:gd name="connsiteX86" fmla="*/ 116671 w 366139"/>
              <a:gd name="connsiteY86" fmla="*/ 260985 h 358139"/>
              <a:gd name="connsiteX87" fmla="*/ 101495 w 366139"/>
              <a:gd name="connsiteY87" fmla="*/ 245745 h 358139"/>
              <a:gd name="connsiteX88" fmla="*/ 116671 w 366139"/>
              <a:gd name="connsiteY88" fmla="*/ 230505 h 358139"/>
              <a:gd name="connsiteX89" fmla="*/ 131848 w 366139"/>
              <a:gd name="connsiteY89" fmla="*/ 245745 h 358139"/>
              <a:gd name="connsiteX90" fmla="*/ 116671 w 366139"/>
              <a:gd name="connsiteY90" fmla="*/ 260985 h 358139"/>
              <a:gd name="connsiteX91" fmla="*/ 230497 w 366139"/>
              <a:gd name="connsiteY91" fmla="*/ 260985 h 358139"/>
              <a:gd name="connsiteX92" fmla="*/ 215320 w 366139"/>
              <a:gd name="connsiteY92" fmla="*/ 246698 h 358139"/>
              <a:gd name="connsiteX93" fmla="*/ 215320 w 366139"/>
              <a:gd name="connsiteY93" fmla="*/ 246698 h 358139"/>
              <a:gd name="connsiteX94" fmla="*/ 215320 w 366139"/>
              <a:gd name="connsiteY94" fmla="*/ 246698 h 358139"/>
              <a:gd name="connsiteX95" fmla="*/ 230497 w 366139"/>
              <a:gd name="connsiteY95" fmla="*/ 232410 h 358139"/>
              <a:gd name="connsiteX96" fmla="*/ 245674 w 366139"/>
              <a:gd name="connsiteY96" fmla="*/ 247650 h 358139"/>
              <a:gd name="connsiteX97" fmla="*/ 230497 w 366139"/>
              <a:gd name="connsiteY97" fmla="*/ 262890 h 35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366139" h="358139">
                <a:moveTo>
                  <a:pt x="335786" y="216218"/>
                </a:moveTo>
                <a:cubicBezTo>
                  <a:pt x="351911" y="216218"/>
                  <a:pt x="366139" y="203835"/>
                  <a:pt x="366139" y="185738"/>
                </a:cubicBezTo>
                <a:cubicBezTo>
                  <a:pt x="366139" y="167640"/>
                  <a:pt x="351911" y="155258"/>
                  <a:pt x="335786" y="155258"/>
                </a:cubicBezTo>
                <a:cubicBezTo>
                  <a:pt x="319661" y="155258"/>
                  <a:pt x="305432" y="169545"/>
                  <a:pt x="305432" y="185738"/>
                </a:cubicBezTo>
                <a:cubicBezTo>
                  <a:pt x="305432" y="201930"/>
                  <a:pt x="305432" y="191452"/>
                  <a:pt x="306381" y="193358"/>
                </a:cubicBezTo>
                <a:cubicBezTo>
                  <a:pt x="299741" y="197168"/>
                  <a:pt x="285513" y="205740"/>
                  <a:pt x="252314" y="224790"/>
                </a:cubicBezTo>
                <a:cubicBezTo>
                  <a:pt x="246622" y="219075"/>
                  <a:pt x="239034" y="216218"/>
                  <a:pt x="230497" y="216218"/>
                </a:cubicBezTo>
                <a:cubicBezTo>
                  <a:pt x="215320" y="216218"/>
                  <a:pt x="203938" y="225743"/>
                  <a:pt x="201092" y="239077"/>
                </a:cubicBezTo>
                <a:lnTo>
                  <a:pt x="146076" y="239077"/>
                </a:lnTo>
                <a:cubicBezTo>
                  <a:pt x="142282" y="226695"/>
                  <a:pt x="130900" y="216218"/>
                  <a:pt x="116671" y="216218"/>
                </a:cubicBezTo>
                <a:cubicBezTo>
                  <a:pt x="102443" y="216218"/>
                  <a:pt x="86318" y="229552"/>
                  <a:pt x="86318" y="245745"/>
                </a:cubicBezTo>
                <a:cubicBezTo>
                  <a:pt x="86318" y="261938"/>
                  <a:pt x="86318" y="251460"/>
                  <a:pt x="87266" y="254318"/>
                </a:cubicBezTo>
                <a:cubicBezTo>
                  <a:pt x="79678" y="259080"/>
                  <a:pt x="59758" y="272415"/>
                  <a:pt x="13280" y="302895"/>
                </a:cubicBezTo>
                <a:lnTo>
                  <a:pt x="13280" y="181927"/>
                </a:lnTo>
                <a:cubicBezTo>
                  <a:pt x="19919" y="178118"/>
                  <a:pt x="41736" y="164783"/>
                  <a:pt x="107186" y="125730"/>
                </a:cubicBezTo>
                <a:cubicBezTo>
                  <a:pt x="112877" y="131445"/>
                  <a:pt x="120466" y="135255"/>
                  <a:pt x="129002" y="135255"/>
                </a:cubicBezTo>
                <a:cubicBezTo>
                  <a:pt x="137539" y="135255"/>
                  <a:pt x="148922" y="129540"/>
                  <a:pt x="154613" y="120968"/>
                </a:cubicBezTo>
                <a:cubicBezTo>
                  <a:pt x="162202" y="122873"/>
                  <a:pt x="179275" y="128588"/>
                  <a:pt x="215320" y="140018"/>
                </a:cubicBezTo>
                <a:cubicBezTo>
                  <a:pt x="215320" y="140018"/>
                  <a:pt x="215320" y="140018"/>
                  <a:pt x="215320" y="140018"/>
                </a:cubicBezTo>
                <a:cubicBezTo>
                  <a:pt x="215320" y="158115"/>
                  <a:pt x="227651" y="170498"/>
                  <a:pt x="245674" y="170498"/>
                </a:cubicBezTo>
                <a:cubicBezTo>
                  <a:pt x="263696" y="170498"/>
                  <a:pt x="276027" y="158115"/>
                  <a:pt x="276027" y="140018"/>
                </a:cubicBezTo>
                <a:cubicBezTo>
                  <a:pt x="276027" y="121920"/>
                  <a:pt x="273182" y="126683"/>
                  <a:pt x="269388" y="120968"/>
                </a:cubicBezTo>
                <a:cubicBezTo>
                  <a:pt x="275079" y="113348"/>
                  <a:pt x="289307" y="96202"/>
                  <a:pt x="321558" y="57150"/>
                </a:cubicBezTo>
                <a:cubicBezTo>
                  <a:pt x="325352" y="59055"/>
                  <a:pt x="330095" y="60960"/>
                  <a:pt x="335786" y="60960"/>
                </a:cubicBezTo>
                <a:cubicBezTo>
                  <a:pt x="351911" y="60960"/>
                  <a:pt x="366139" y="46673"/>
                  <a:pt x="366139" y="30480"/>
                </a:cubicBezTo>
                <a:cubicBezTo>
                  <a:pt x="366139" y="14288"/>
                  <a:pt x="351911" y="0"/>
                  <a:pt x="335786" y="0"/>
                </a:cubicBezTo>
                <a:cubicBezTo>
                  <a:pt x="319661" y="0"/>
                  <a:pt x="305432" y="12383"/>
                  <a:pt x="305432" y="30480"/>
                </a:cubicBezTo>
                <a:cubicBezTo>
                  <a:pt x="305432" y="48578"/>
                  <a:pt x="307329" y="41910"/>
                  <a:pt x="310175" y="45720"/>
                </a:cubicBezTo>
                <a:cubicBezTo>
                  <a:pt x="304484" y="52388"/>
                  <a:pt x="291204" y="69533"/>
                  <a:pt x="258005" y="111443"/>
                </a:cubicBezTo>
                <a:cubicBezTo>
                  <a:pt x="254211" y="109538"/>
                  <a:pt x="250417" y="109538"/>
                  <a:pt x="246622" y="109538"/>
                </a:cubicBezTo>
                <a:cubicBezTo>
                  <a:pt x="234291" y="109538"/>
                  <a:pt x="224806" y="116205"/>
                  <a:pt x="220063" y="125730"/>
                </a:cubicBezTo>
                <a:cubicBezTo>
                  <a:pt x="212475" y="123825"/>
                  <a:pt x="196349" y="118110"/>
                  <a:pt x="160305" y="106680"/>
                </a:cubicBezTo>
                <a:cubicBezTo>
                  <a:pt x="160305" y="106680"/>
                  <a:pt x="160305" y="104775"/>
                  <a:pt x="160305" y="104775"/>
                </a:cubicBezTo>
                <a:cubicBezTo>
                  <a:pt x="160305" y="86677"/>
                  <a:pt x="146076" y="74295"/>
                  <a:pt x="129951" y="74295"/>
                </a:cubicBezTo>
                <a:cubicBezTo>
                  <a:pt x="113826" y="74295"/>
                  <a:pt x="99598" y="86677"/>
                  <a:pt x="99598" y="104775"/>
                </a:cubicBezTo>
                <a:cubicBezTo>
                  <a:pt x="99598" y="122873"/>
                  <a:pt x="99598" y="110490"/>
                  <a:pt x="101495" y="113348"/>
                </a:cubicBezTo>
                <a:cubicBezTo>
                  <a:pt x="92958" y="118110"/>
                  <a:pt x="71141" y="131445"/>
                  <a:pt x="15177" y="164783"/>
                </a:cubicBezTo>
                <a:lnTo>
                  <a:pt x="15177" y="11430"/>
                </a:lnTo>
                <a:cubicBezTo>
                  <a:pt x="15177" y="7620"/>
                  <a:pt x="11383" y="3810"/>
                  <a:pt x="7588" y="3810"/>
                </a:cubicBezTo>
                <a:cubicBezTo>
                  <a:pt x="3794" y="3810"/>
                  <a:pt x="0" y="7620"/>
                  <a:pt x="0" y="11430"/>
                </a:cubicBezTo>
                <a:lnTo>
                  <a:pt x="0" y="350520"/>
                </a:lnTo>
                <a:cubicBezTo>
                  <a:pt x="0" y="355283"/>
                  <a:pt x="3794" y="358140"/>
                  <a:pt x="7588" y="358140"/>
                </a:cubicBezTo>
                <a:lnTo>
                  <a:pt x="352860" y="358140"/>
                </a:lnTo>
                <a:cubicBezTo>
                  <a:pt x="356654" y="358140"/>
                  <a:pt x="360448" y="355283"/>
                  <a:pt x="360448" y="350520"/>
                </a:cubicBezTo>
                <a:cubicBezTo>
                  <a:pt x="360448" y="345758"/>
                  <a:pt x="356654" y="342900"/>
                  <a:pt x="352860" y="342900"/>
                </a:cubicBezTo>
                <a:lnTo>
                  <a:pt x="15177" y="342900"/>
                </a:lnTo>
                <a:lnTo>
                  <a:pt x="15177" y="320993"/>
                </a:lnTo>
                <a:cubicBezTo>
                  <a:pt x="15177" y="320993"/>
                  <a:pt x="15177" y="320993"/>
                  <a:pt x="15177" y="320993"/>
                </a:cubicBezTo>
                <a:cubicBezTo>
                  <a:pt x="15177" y="320993"/>
                  <a:pt x="15177" y="320993"/>
                  <a:pt x="97700" y="268605"/>
                </a:cubicBezTo>
                <a:cubicBezTo>
                  <a:pt x="103392" y="273368"/>
                  <a:pt x="110032" y="276225"/>
                  <a:pt x="118568" y="276225"/>
                </a:cubicBezTo>
                <a:cubicBezTo>
                  <a:pt x="132797" y="276225"/>
                  <a:pt x="145128" y="266700"/>
                  <a:pt x="147973" y="253365"/>
                </a:cubicBezTo>
                <a:lnTo>
                  <a:pt x="202041" y="253365"/>
                </a:lnTo>
                <a:cubicBezTo>
                  <a:pt x="204886" y="266700"/>
                  <a:pt x="216269" y="276225"/>
                  <a:pt x="231446" y="276225"/>
                </a:cubicBezTo>
                <a:cubicBezTo>
                  <a:pt x="246622" y="276225"/>
                  <a:pt x="261799" y="263843"/>
                  <a:pt x="261799" y="246698"/>
                </a:cubicBezTo>
                <a:cubicBezTo>
                  <a:pt x="261799" y="229552"/>
                  <a:pt x="261799" y="241935"/>
                  <a:pt x="260851" y="239077"/>
                </a:cubicBezTo>
                <a:cubicBezTo>
                  <a:pt x="267490" y="235268"/>
                  <a:pt x="282667" y="226695"/>
                  <a:pt x="314918" y="208598"/>
                </a:cubicBezTo>
                <a:cubicBezTo>
                  <a:pt x="320609" y="214313"/>
                  <a:pt x="328197" y="217170"/>
                  <a:pt x="336734" y="217170"/>
                </a:cubicBezTo>
                <a:close/>
                <a:moveTo>
                  <a:pt x="335786" y="16193"/>
                </a:moveTo>
                <a:cubicBezTo>
                  <a:pt x="344323" y="16193"/>
                  <a:pt x="350963" y="22860"/>
                  <a:pt x="350963" y="31433"/>
                </a:cubicBezTo>
                <a:cubicBezTo>
                  <a:pt x="350963" y="40005"/>
                  <a:pt x="344323" y="46673"/>
                  <a:pt x="335786" y="46673"/>
                </a:cubicBezTo>
                <a:cubicBezTo>
                  <a:pt x="327249" y="46673"/>
                  <a:pt x="330095" y="45720"/>
                  <a:pt x="327249" y="43815"/>
                </a:cubicBezTo>
                <a:cubicBezTo>
                  <a:pt x="327249" y="42863"/>
                  <a:pt x="326300" y="41910"/>
                  <a:pt x="325352" y="40958"/>
                </a:cubicBezTo>
                <a:cubicBezTo>
                  <a:pt x="325352" y="40958"/>
                  <a:pt x="324403" y="40958"/>
                  <a:pt x="323455" y="40958"/>
                </a:cubicBezTo>
                <a:cubicBezTo>
                  <a:pt x="321558" y="38100"/>
                  <a:pt x="320609" y="35243"/>
                  <a:pt x="320609" y="32385"/>
                </a:cubicBezTo>
                <a:cubicBezTo>
                  <a:pt x="320609" y="23813"/>
                  <a:pt x="327249" y="17145"/>
                  <a:pt x="335786" y="17145"/>
                </a:cubicBezTo>
                <a:close/>
                <a:moveTo>
                  <a:pt x="245674" y="125730"/>
                </a:moveTo>
                <a:cubicBezTo>
                  <a:pt x="248519" y="125730"/>
                  <a:pt x="251365" y="125730"/>
                  <a:pt x="253262" y="128588"/>
                </a:cubicBezTo>
                <a:cubicBezTo>
                  <a:pt x="253262" y="128588"/>
                  <a:pt x="253262" y="128588"/>
                  <a:pt x="254211" y="129540"/>
                </a:cubicBezTo>
                <a:cubicBezTo>
                  <a:pt x="254211" y="129540"/>
                  <a:pt x="254211" y="129540"/>
                  <a:pt x="255159" y="129540"/>
                </a:cubicBezTo>
                <a:cubicBezTo>
                  <a:pt x="258005" y="132398"/>
                  <a:pt x="260851" y="136208"/>
                  <a:pt x="260851" y="140970"/>
                </a:cubicBezTo>
                <a:cubicBezTo>
                  <a:pt x="260851" y="149543"/>
                  <a:pt x="253262" y="156210"/>
                  <a:pt x="245674" y="156210"/>
                </a:cubicBezTo>
                <a:cubicBezTo>
                  <a:pt x="238085" y="156210"/>
                  <a:pt x="230497" y="149543"/>
                  <a:pt x="230497" y="140970"/>
                </a:cubicBezTo>
                <a:cubicBezTo>
                  <a:pt x="230497" y="132398"/>
                  <a:pt x="237137" y="125730"/>
                  <a:pt x="245674" y="125730"/>
                </a:cubicBezTo>
                <a:close/>
                <a:moveTo>
                  <a:pt x="129002" y="89535"/>
                </a:moveTo>
                <a:cubicBezTo>
                  <a:pt x="137539" y="89535"/>
                  <a:pt x="144179" y="96202"/>
                  <a:pt x="144179" y="104775"/>
                </a:cubicBezTo>
                <a:cubicBezTo>
                  <a:pt x="144179" y="113348"/>
                  <a:pt x="137539" y="120015"/>
                  <a:pt x="129002" y="120015"/>
                </a:cubicBezTo>
                <a:cubicBezTo>
                  <a:pt x="120466" y="120015"/>
                  <a:pt x="113826" y="112395"/>
                  <a:pt x="113826" y="104775"/>
                </a:cubicBezTo>
                <a:cubicBezTo>
                  <a:pt x="113826" y="97155"/>
                  <a:pt x="120466" y="89535"/>
                  <a:pt x="129002" y="89535"/>
                </a:cubicBezTo>
                <a:close/>
                <a:moveTo>
                  <a:pt x="335786" y="170498"/>
                </a:moveTo>
                <a:cubicBezTo>
                  <a:pt x="344323" y="170498"/>
                  <a:pt x="350963" y="178118"/>
                  <a:pt x="350963" y="185738"/>
                </a:cubicBezTo>
                <a:cubicBezTo>
                  <a:pt x="350963" y="193358"/>
                  <a:pt x="344323" y="200977"/>
                  <a:pt x="335786" y="200977"/>
                </a:cubicBezTo>
                <a:cubicBezTo>
                  <a:pt x="327249" y="200977"/>
                  <a:pt x="325352" y="198120"/>
                  <a:pt x="323455" y="194310"/>
                </a:cubicBezTo>
                <a:cubicBezTo>
                  <a:pt x="323455" y="194310"/>
                  <a:pt x="323455" y="193358"/>
                  <a:pt x="323455" y="192405"/>
                </a:cubicBezTo>
                <a:cubicBezTo>
                  <a:pt x="323455" y="192405"/>
                  <a:pt x="323455" y="192405"/>
                  <a:pt x="322506" y="192405"/>
                </a:cubicBezTo>
                <a:cubicBezTo>
                  <a:pt x="322506" y="190500"/>
                  <a:pt x="321558" y="188595"/>
                  <a:pt x="321558" y="185738"/>
                </a:cubicBezTo>
                <a:cubicBezTo>
                  <a:pt x="321558" y="178118"/>
                  <a:pt x="328197" y="170498"/>
                  <a:pt x="336734" y="170498"/>
                </a:cubicBezTo>
                <a:close/>
                <a:moveTo>
                  <a:pt x="116671" y="260985"/>
                </a:moveTo>
                <a:cubicBezTo>
                  <a:pt x="108134" y="260985"/>
                  <a:pt x="101495" y="254318"/>
                  <a:pt x="101495" y="245745"/>
                </a:cubicBezTo>
                <a:cubicBezTo>
                  <a:pt x="101495" y="237173"/>
                  <a:pt x="108134" y="230505"/>
                  <a:pt x="116671" y="230505"/>
                </a:cubicBezTo>
                <a:cubicBezTo>
                  <a:pt x="125208" y="230505"/>
                  <a:pt x="131848" y="238125"/>
                  <a:pt x="131848" y="245745"/>
                </a:cubicBezTo>
                <a:cubicBezTo>
                  <a:pt x="131848" y="253365"/>
                  <a:pt x="124260" y="260985"/>
                  <a:pt x="116671" y="260985"/>
                </a:cubicBezTo>
                <a:close/>
                <a:moveTo>
                  <a:pt x="230497" y="260985"/>
                </a:moveTo>
                <a:cubicBezTo>
                  <a:pt x="221960" y="260985"/>
                  <a:pt x="215320" y="255270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39077"/>
                  <a:pt x="221960" y="232410"/>
                  <a:pt x="230497" y="232410"/>
                </a:cubicBezTo>
                <a:cubicBezTo>
                  <a:pt x="239034" y="232410"/>
                  <a:pt x="245674" y="240030"/>
                  <a:pt x="245674" y="247650"/>
                </a:cubicBezTo>
                <a:cubicBezTo>
                  <a:pt x="245674" y="255270"/>
                  <a:pt x="238085" y="262890"/>
                  <a:pt x="230497" y="26289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8" name="Graphic 243">
            <a:extLst>
              <a:ext uri="{FF2B5EF4-FFF2-40B4-BE49-F238E27FC236}">
                <a16:creationId xmlns:a16="http://schemas.microsoft.com/office/drawing/2014/main" id="{D1E9ACB0-1CBE-8E32-4034-206F1A8562B1}"/>
              </a:ext>
            </a:extLst>
          </p:cNvPr>
          <p:cNvSpPr/>
          <p:nvPr/>
        </p:nvSpPr>
        <p:spPr>
          <a:xfrm>
            <a:off x="1271131" y="3481227"/>
            <a:ext cx="493395" cy="482614"/>
          </a:xfrm>
          <a:custGeom>
            <a:avLst/>
            <a:gdLst>
              <a:gd name="connsiteX0" fmla="*/ 335786 w 366139"/>
              <a:gd name="connsiteY0" fmla="*/ 216218 h 358139"/>
              <a:gd name="connsiteX1" fmla="*/ 366139 w 366139"/>
              <a:gd name="connsiteY1" fmla="*/ 185738 h 358139"/>
              <a:gd name="connsiteX2" fmla="*/ 335786 w 366139"/>
              <a:gd name="connsiteY2" fmla="*/ 155258 h 358139"/>
              <a:gd name="connsiteX3" fmla="*/ 305432 w 366139"/>
              <a:gd name="connsiteY3" fmla="*/ 185738 h 358139"/>
              <a:gd name="connsiteX4" fmla="*/ 306381 w 366139"/>
              <a:gd name="connsiteY4" fmla="*/ 193358 h 358139"/>
              <a:gd name="connsiteX5" fmla="*/ 252314 w 366139"/>
              <a:gd name="connsiteY5" fmla="*/ 224790 h 358139"/>
              <a:gd name="connsiteX6" fmla="*/ 230497 w 366139"/>
              <a:gd name="connsiteY6" fmla="*/ 216218 h 358139"/>
              <a:gd name="connsiteX7" fmla="*/ 201092 w 366139"/>
              <a:gd name="connsiteY7" fmla="*/ 239077 h 358139"/>
              <a:gd name="connsiteX8" fmla="*/ 146076 w 366139"/>
              <a:gd name="connsiteY8" fmla="*/ 239077 h 358139"/>
              <a:gd name="connsiteX9" fmla="*/ 116671 w 366139"/>
              <a:gd name="connsiteY9" fmla="*/ 216218 h 358139"/>
              <a:gd name="connsiteX10" fmla="*/ 86318 w 366139"/>
              <a:gd name="connsiteY10" fmla="*/ 245745 h 358139"/>
              <a:gd name="connsiteX11" fmla="*/ 87266 w 366139"/>
              <a:gd name="connsiteY11" fmla="*/ 254318 h 358139"/>
              <a:gd name="connsiteX12" fmla="*/ 13280 w 366139"/>
              <a:gd name="connsiteY12" fmla="*/ 302895 h 358139"/>
              <a:gd name="connsiteX13" fmla="*/ 13280 w 366139"/>
              <a:gd name="connsiteY13" fmla="*/ 181927 h 358139"/>
              <a:gd name="connsiteX14" fmla="*/ 107186 w 366139"/>
              <a:gd name="connsiteY14" fmla="*/ 125730 h 358139"/>
              <a:gd name="connsiteX15" fmla="*/ 129002 w 366139"/>
              <a:gd name="connsiteY15" fmla="*/ 135255 h 358139"/>
              <a:gd name="connsiteX16" fmla="*/ 154613 w 366139"/>
              <a:gd name="connsiteY16" fmla="*/ 120968 h 358139"/>
              <a:gd name="connsiteX17" fmla="*/ 215320 w 366139"/>
              <a:gd name="connsiteY17" fmla="*/ 140018 h 358139"/>
              <a:gd name="connsiteX18" fmla="*/ 215320 w 366139"/>
              <a:gd name="connsiteY18" fmla="*/ 140018 h 358139"/>
              <a:gd name="connsiteX19" fmla="*/ 245674 w 366139"/>
              <a:gd name="connsiteY19" fmla="*/ 170498 h 358139"/>
              <a:gd name="connsiteX20" fmla="*/ 276027 w 366139"/>
              <a:gd name="connsiteY20" fmla="*/ 140018 h 358139"/>
              <a:gd name="connsiteX21" fmla="*/ 269388 w 366139"/>
              <a:gd name="connsiteY21" fmla="*/ 120968 h 358139"/>
              <a:gd name="connsiteX22" fmla="*/ 321558 w 366139"/>
              <a:gd name="connsiteY22" fmla="*/ 57150 h 358139"/>
              <a:gd name="connsiteX23" fmla="*/ 335786 w 366139"/>
              <a:gd name="connsiteY23" fmla="*/ 60960 h 358139"/>
              <a:gd name="connsiteX24" fmla="*/ 366139 w 366139"/>
              <a:gd name="connsiteY24" fmla="*/ 30480 h 358139"/>
              <a:gd name="connsiteX25" fmla="*/ 335786 w 366139"/>
              <a:gd name="connsiteY25" fmla="*/ 0 h 358139"/>
              <a:gd name="connsiteX26" fmla="*/ 305432 w 366139"/>
              <a:gd name="connsiteY26" fmla="*/ 30480 h 358139"/>
              <a:gd name="connsiteX27" fmla="*/ 310175 w 366139"/>
              <a:gd name="connsiteY27" fmla="*/ 45720 h 358139"/>
              <a:gd name="connsiteX28" fmla="*/ 258005 w 366139"/>
              <a:gd name="connsiteY28" fmla="*/ 111443 h 358139"/>
              <a:gd name="connsiteX29" fmla="*/ 246622 w 366139"/>
              <a:gd name="connsiteY29" fmla="*/ 109538 h 358139"/>
              <a:gd name="connsiteX30" fmla="*/ 220063 w 366139"/>
              <a:gd name="connsiteY30" fmla="*/ 125730 h 358139"/>
              <a:gd name="connsiteX31" fmla="*/ 160305 w 366139"/>
              <a:gd name="connsiteY31" fmla="*/ 106680 h 358139"/>
              <a:gd name="connsiteX32" fmla="*/ 160305 w 366139"/>
              <a:gd name="connsiteY32" fmla="*/ 104775 h 358139"/>
              <a:gd name="connsiteX33" fmla="*/ 129951 w 366139"/>
              <a:gd name="connsiteY33" fmla="*/ 74295 h 358139"/>
              <a:gd name="connsiteX34" fmla="*/ 99598 w 366139"/>
              <a:gd name="connsiteY34" fmla="*/ 104775 h 358139"/>
              <a:gd name="connsiteX35" fmla="*/ 101495 w 366139"/>
              <a:gd name="connsiteY35" fmla="*/ 113348 h 358139"/>
              <a:gd name="connsiteX36" fmla="*/ 15177 w 366139"/>
              <a:gd name="connsiteY36" fmla="*/ 164783 h 358139"/>
              <a:gd name="connsiteX37" fmla="*/ 15177 w 366139"/>
              <a:gd name="connsiteY37" fmla="*/ 11430 h 358139"/>
              <a:gd name="connsiteX38" fmla="*/ 7588 w 366139"/>
              <a:gd name="connsiteY38" fmla="*/ 3810 h 358139"/>
              <a:gd name="connsiteX39" fmla="*/ 0 w 366139"/>
              <a:gd name="connsiteY39" fmla="*/ 11430 h 358139"/>
              <a:gd name="connsiteX40" fmla="*/ 0 w 366139"/>
              <a:gd name="connsiteY40" fmla="*/ 350520 h 358139"/>
              <a:gd name="connsiteX41" fmla="*/ 7588 w 366139"/>
              <a:gd name="connsiteY41" fmla="*/ 358140 h 358139"/>
              <a:gd name="connsiteX42" fmla="*/ 352860 w 366139"/>
              <a:gd name="connsiteY42" fmla="*/ 358140 h 358139"/>
              <a:gd name="connsiteX43" fmla="*/ 360448 w 366139"/>
              <a:gd name="connsiteY43" fmla="*/ 350520 h 358139"/>
              <a:gd name="connsiteX44" fmla="*/ 352860 w 366139"/>
              <a:gd name="connsiteY44" fmla="*/ 342900 h 358139"/>
              <a:gd name="connsiteX45" fmla="*/ 15177 w 366139"/>
              <a:gd name="connsiteY45" fmla="*/ 342900 h 358139"/>
              <a:gd name="connsiteX46" fmla="*/ 15177 w 366139"/>
              <a:gd name="connsiteY46" fmla="*/ 320993 h 358139"/>
              <a:gd name="connsiteX47" fmla="*/ 15177 w 366139"/>
              <a:gd name="connsiteY47" fmla="*/ 320993 h 358139"/>
              <a:gd name="connsiteX48" fmla="*/ 97700 w 366139"/>
              <a:gd name="connsiteY48" fmla="*/ 268605 h 358139"/>
              <a:gd name="connsiteX49" fmla="*/ 118568 w 366139"/>
              <a:gd name="connsiteY49" fmla="*/ 276225 h 358139"/>
              <a:gd name="connsiteX50" fmla="*/ 147973 w 366139"/>
              <a:gd name="connsiteY50" fmla="*/ 253365 h 358139"/>
              <a:gd name="connsiteX51" fmla="*/ 202041 w 366139"/>
              <a:gd name="connsiteY51" fmla="*/ 253365 h 358139"/>
              <a:gd name="connsiteX52" fmla="*/ 231446 w 366139"/>
              <a:gd name="connsiteY52" fmla="*/ 276225 h 358139"/>
              <a:gd name="connsiteX53" fmla="*/ 261799 w 366139"/>
              <a:gd name="connsiteY53" fmla="*/ 246698 h 358139"/>
              <a:gd name="connsiteX54" fmla="*/ 260851 w 366139"/>
              <a:gd name="connsiteY54" fmla="*/ 239077 h 358139"/>
              <a:gd name="connsiteX55" fmla="*/ 314918 w 366139"/>
              <a:gd name="connsiteY55" fmla="*/ 208598 h 358139"/>
              <a:gd name="connsiteX56" fmla="*/ 336734 w 366139"/>
              <a:gd name="connsiteY56" fmla="*/ 217170 h 358139"/>
              <a:gd name="connsiteX57" fmla="*/ 335786 w 366139"/>
              <a:gd name="connsiteY57" fmla="*/ 16193 h 358139"/>
              <a:gd name="connsiteX58" fmla="*/ 350963 w 366139"/>
              <a:gd name="connsiteY58" fmla="*/ 31433 h 358139"/>
              <a:gd name="connsiteX59" fmla="*/ 335786 w 366139"/>
              <a:gd name="connsiteY59" fmla="*/ 46673 h 358139"/>
              <a:gd name="connsiteX60" fmla="*/ 327249 w 366139"/>
              <a:gd name="connsiteY60" fmla="*/ 43815 h 358139"/>
              <a:gd name="connsiteX61" fmla="*/ 325352 w 366139"/>
              <a:gd name="connsiteY61" fmla="*/ 40958 h 358139"/>
              <a:gd name="connsiteX62" fmla="*/ 323455 w 366139"/>
              <a:gd name="connsiteY62" fmla="*/ 40958 h 358139"/>
              <a:gd name="connsiteX63" fmla="*/ 320609 w 366139"/>
              <a:gd name="connsiteY63" fmla="*/ 32385 h 358139"/>
              <a:gd name="connsiteX64" fmla="*/ 335786 w 366139"/>
              <a:gd name="connsiteY64" fmla="*/ 17145 h 358139"/>
              <a:gd name="connsiteX65" fmla="*/ 245674 w 366139"/>
              <a:gd name="connsiteY65" fmla="*/ 125730 h 358139"/>
              <a:gd name="connsiteX66" fmla="*/ 253262 w 366139"/>
              <a:gd name="connsiteY66" fmla="*/ 128588 h 358139"/>
              <a:gd name="connsiteX67" fmla="*/ 254211 w 366139"/>
              <a:gd name="connsiteY67" fmla="*/ 129540 h 358139"/>
              <a:gd name="connsiteX68" fmla="*/ 255159 w 366139"/>
              <a:gd name="connsiteY68" fmla="*/ 129540 h 358139"/>
              <a:gd name="connsiteX69" fmla="*/ 260851 w 366139"/>
              <a:gd name="connsiteY69" fmla="*/ 140970 h 358139"/>
              <a:gd name="connsiteX70" fmla="*/ 245674 w 366139"/>
              <a:gd name="connsiteY70" fmla="*/ 156210 h 358139"/>
              <a:gd name="connsiteX71" fmla="*/ 230497 w 366139"/>
              <a:gd name="connsiteY71" fmla="*/ 140970 h 358139"/>
              <a:gd name="connsiteX72" fmla="*/ 245674 w 366139"/>
              <a:gd name="connsiteY72" fmla="*/ 125730 h 358139"/>
              <a:gd name="connsiteX73" fmla="*/ 129002 w 366139"/>
              <a:gd name="connsiteY73" fmla="*/ 89535 h 358139"/>
              <a:gd name="connsiteX74" fmla="*/ 144179 w 366139"/>
              <a:gd name="connsiteY74" fmla="*/ 104775 h 358139"/>
              <a:gd name="connsiteX75" fmla="*/ 129002 w 366139"/>
              <a:gd name="connsiteY75" fmla="*/ 120015 h 358139"/>
              <a:gd name="connsiteX76" fmla="*/ 113826 w 366139"/>
              <a:gd name="connsiteY76" fmla="*/ 104775 h 358139"/>
              <a:gd name="connsiteX77" fmla="*/ 129002 w 366139"/>
              <a:gd name="connsiteY77" fmla="*/ 89535 h 358139"/>
              <a:gd name="connsiteX78" fmla="*/ 335786 w 366139"/>
              <a:gd name="connsiteY78" fmla="*/ 170498 h 358139"/>
              <a:gd name="connsiteX79" fmla="*/ 350963 w 366139"/>
              <a:gd name="connsiteY79" fmla="*/ 185738 h 358139"/>
              <a:gd name="connsiteX80" fmla="*/ 335786 w 366139"/>
              <a:gd name="connsiteY80" fmla="*/ 200977 h 358139"/>
              <a:gd name="connsiteX81" fmla="*/ 323455 w 366139"/>
              <a:gd name="connsiteY81" fmla="*/ 194310 h 358139"/>
              <a:gd name="connsiteX82" fmla="*/ 323455 w 366139"/>
              <a:gd name="connsiteY82" fmla="*/ 192405 h 358139"/>
              <a:gd name="connsiteX83" fmla="*/ 322506 w 366139"/>
              <a:gd name="connsiteY83" fmla="*/ 192405 h 358139"/>
              <a:gd name="connsiteX84" fmla="*/ 321558 w 366139"/>
              <a:gd name="connsiteY84" fmla="*/ 185738 h 358139"/>
              <a:gd name="connsiteX85" fmla="*/ 336734 w 366139"/>
              <a:gd name="connsiteY85" fmla="*/ 170498 h 358139"/>
              <a:gd name="connsiteX86" fmla="*/ 116671 w 366139"/>
              <a:gd name="connsiteY86" fmla="*/ 260985 h 358139"/>
              <a:gd name="connsiteX87" fmla="*/ 101495 w 366139"/>
              <a:gd name="connsiteY87" fmla="*/ 245745 h 358139"/>
              <a:gd name="connsiteX88" fmla="*/ 116671 w 366139"/>
              <a:gd name="connsiteY88" fmla="*/ 230505 h 358139"/>
              <a:gd name="connsiteX89" fmla="*/ 131848 w 366139"/>
              <a:gd name="connsiteY89" fmla="*/ 245745 h 358139"/>
              <a:gd name="connsiteX90" fmla="*/ 116671 w 366139"/>
              <a:gd name="connsiteY90" fmla="*/ 260985 h 358139"/>
              <a:gd name="connsiteX91" fmla="*/ 230497 w 366139"/>
              <a:gd name="connsiteY91" fmla="*/ 260985 h 358139"/>
              <a:gd name="connsiteX92" fmla="*/ 215320 w 366139"/>
              <a:gd name="connsiteY92" fmla="*/ 246698 h 358139"/>
              <a:gd name="connsiteX93" fmla="*/ 215320 w 366139"/>
              <a:gd name="connsiteY93" fmla="*/ 246698 h 358139"/>
              <a:gd name="connsiteX94" fmla="*/ 215320 w 366139"/>
              <a:gd name="connsiteY94" fmla="*/ 246698 h 358139"/>
              <a:gd name="connsiteX95" fmla="*/ 230497 w 366139"/>
              <a:gd name="connsiteY95" fmla="*/ 232410 h 358139"/>
              <a:gd name="connsiteX96" fmla="*/ 245674 w 366139"/>
              <a:gd name="connsiteY96" fmla="*/ 247650 h 358139"/>
              <a:gd name="connsiteX97" fmla="*/ 230497 w 366139"/>
              <a:gd name="connsiteY97" fmla="*/ 262890 h 35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366139" h="358139">
                <a:moveTo>
                  <a:pt x="335786" y="216218"/>
                </a:moveTo>
                <a:cubicBezTo>
                  <a:pt x="351911" y="216218"/>
                  <a:pt x="366139" y="203835"/>
                  <a:pt x="366139" y="185738"/>
                </a:cubicBezTo>
                <a:cubicBezTo>
                  <a:pt x="366139" y="167640"/>
                  <a:pt x="351911" y="155258"/>
                  <a:pt x="335786" y="155258"/>
                </a:cubicBezTo>
                <a:cubicBezTo>
                  <a:pt x="319661" y="155258"/>
                  <a:pt x="305432" y="169545"/>
                  <a:pt x="305432" y="185738"/>
                </a:cubicBezTo>
                <a:cubicBezTo>
                  <a:pt x="305432" y="201930"/>
                  <a:pt x="305432" y="191452"/>
                  <a:pt x="306381" y="193358"/>
                </a:cubicBezTo>
                <a:cubicBezTo>
                  <a:pt x="299741" y="197168"/>
                  <a:pt x="285513" y="205740"/>
                  <a:pt x="252314" y="224790"/>
                </a:cubicBezTo>
                <a:cubicBezTo>
                  <a:pt x="246622" y="219075"/>
                  <a:pt x="239034" y="216218"/>
                  <a:pt x="230497" y="216218"/>
                </a:cubicBezTo>
                <a:cubicBezTo>
                  <a:pt x="215320" y="216218"/>
                  <a:pt x="203938" y="225743"/>
                  <a:pt x="201092" y="239077"/>
                </a:cubicBezTo>
                <a:lnTo>
                  <a:pt x="146076" y="239077"/>
                </a:lnTo>
                <a:cubicBezTo>
                  <a:pt x="142282" y="226695"/>
                  <a:pt x="130900" y="216218"/>
                  <a:pt x="116671" y="216218"/>
                </a:cubicBezTo>
                <a:cubicBezTo>
                  <a:pt x="102443" y="216218"/>
                  <a:pt x="86318" y="229552"/>
                  <a:pt x="86318" y="245745"/>
                </a:cubicBezTo>
                <a:cubicBezTo>
                  <a:pt x="86318" y="261938"/>
                  <a:pt x="86318" y="251460"/>
                  <a:pt x="87266" y="254318"/>
                </a:cubicBezTo>
                <a:cubicBezTo>
                  <a:pt x="79678" y="259080"/>
                  <a:pt x="59758" y="272415"/>
                  <a:pt x="13280" y="302895"/>
                </a:cubicBezTo>
                <a:lnTo>
                  <a:pt x="13280" y="181927"/>
                </a:lnTo>
                <a:cubicBezTo>
                  <a:pt x="19919" y="178118"/>
                  <a:pt x="41736" y="164783"/>
                  <a:pt x="107186" y="125730"/>
                </a:cubicBezTo>
                <a:cubicBezTo>
                  <a:pt x="112877" y="131445"/>
                  <a:pt x="120466" y="135255"/>
                  <a:pt x="129002" y="135255"/>
                </a:cubicBezTo>
                <a:cubicBezTo>
                  <a:pt x="137539" y="135255"/>
                  <a:pt x="148922" y="129540"/>
                  <a:pt x="154613" y="120968"/>
                </a:cubicBezTo>
                <a:cubicBezTo>
                  <a:pt x="162202" y="122873"/>
                  <a:pt x="179275" y="128588"/>
                  <a:pt x="215320" y="140018"/>
                </a:cubicBezTo>
                <a:cubicBezTo>
                  <a:pt x="215320" y="140018"/>
                  <a:pt x="215320" y="140018"/>
                  <a:pt x="215320" y="140018"/>
                </a:cubicBezTo>
                <a:cubicBezTo>
                  <a:pt x="215320" y="158115"/>
                  <a:pt x="227651" y="170498"/>
                  <a:pt x="245674" y="170498"/>
                </a:cubicBezTo>
                <a:cubicBezTo>
                  <a:pt x="263696" y="170498"/>
                  <a:pt x="276027" y="158115"/>
                  <a:pt x="276027" y="140018"/>
                </a:cubicBezTo>
                <a:cubicBezTo>
                  <a:pt x="276027" y="121920"/>
                  <a:pt x="273182" y="126683"/>
                  <a:pt x="269388" y="120968"/>
                </a:cubicBezTo>
                <a:cubicBezTo>
                  <a:pt x="275079" y="113348"/>
                  <a:pt x="289307" y="96202"/>
                  <a:pt x="321558" y="57150"/>
                </a:cubicBezTo>
                <a:cubicBezTo>
                  <a:pt x="325352" y="59055"/>
                  <a:pt x="330095" y="60960"/>
                  <a:pt x="335786" y="60960"/>
                </a:cubicBezTo>
                <a:cubicBezTo>
                  <a:pt x="351911" y="60960"/>
                  <a:pt x="366139" y="46673"/>
                  <a:pt x="366139" y="30480"/>
                </a:cubicBezTo>
                <a:cubicBezTo>
                  <a:pt x="366139" y="14288"/>
                  <a:pt x="351911" y="0"/>
                  <a:pt x="335786" y="0"/>
                </a:cubicBezTo>
                <a:cubicBezTo>
                  <a:pt x="319661" y="0"/>
                  <a:pt x="305432" y="12383"/>
                  <a:pt x="305432" y="30480"/>
                </a:cubicBezTo>
                <a:cubicBezTo>
                  <a:pt x="305432" y="48578"/>
                  <a:pt x="307329" y="41910"/>
                  <a:pt x="310175" y="45720"/>
                </a:cubicBezTo>
                <a:cubicBezTo>
                  <a:pt x="304484" y="52388"/>
                  <a:pt x="291204" y="69533"/>
                  <a:pt x="258005" y="111443"/>
                </a:cubicBezTo>
                <a:cubicBezTo>
                  <a:pt x="254211" y="109538"/>
                  <a:pt x="250417" y="109538"/>
                  <a:pt x="246622" y="109538"/>
                </a:cubicBezTo>
                <a:cubicBezTo>
                  <a:pt x="234291" y="109538"/>
                  <a:pt x="224806" y="116205"/>
                  <a:pt x="220063" y="125730"/>
                </a:cubicBezTo>
                <a:cubicBezTo>
                  <a:pt x="212475" y="123825"/>
                  <a:pt x="196349" y="118110"/>
                  <a:pt x="160305" y="106680"/>
                </a:cubicBezTo>
                <a:cubicBezTo>
                  <a:pt x="160305" y="106680"/>
                  <a:pt x="160305" y="104775"/>
                  <a:pt x="160305" y="104775"/>
                </a:cubicBezTo>
                <a:cubicBezTo>
                  <a:pt x="160305" y="86677"/>
                  <a:pt x="146076" y="74295"/>
                  <a:pt x="129951" y="74295"/>
                </a:cubicBezTo>
                <a:cubicBezTo>
                  <a:pt x="113826" y="74295"/>
                  <a:pt x="99598" y="86677"/>
                  <a:pt x="99598" y="104775"/>
                </a:cubicBezTo>
                <a:cubicBezTo>
                  <a:pt x="99598" y="122873"/>
                  <a:pt x="99598" y="110490"/>
                  <a:pt x="101495" y="113348"/>
                </a:cubicBezTo>
                <a:cubicBezTo>
                  <a:pt x="92958" y="118110"/>
                  <a:pt x="71141" y="131445"/>
                  <a:pt x="15177" y="164783"/>
                </a:cubicBezTo>
                <a:lnTo>
                  <a:pt x="15177" y="11430"/>
                </a:lnTo>
                <a:cubicBezTo>
                  <a:pt x="15177" y="7620"/>
                  <a:pt x="11383" y="3810"/>
                  <a:pt x="7588" y="3810"/>
                </a:cubicBezTo>
                <a:cubicBezTo>
                  <a:pt x="3794" y="3810"/>
                  <a:pt x="0" y="7620"/>
                  <a:pt x="0" y="11430"/>
                </a:cubicBezTo>
                <a:lnTo>
                  <a:pt x="0" y="350520"/>
                </a:lnTo>
                <a:cubicBezTo>
                  <a:pt x="0" y="355283"/>
                  <a:pt x="3794" y="358140"/>
                  <a:pt x="7588" y="358140"/>
                </a:cubicBezTo>
                <a:lnTo>
                  <a:pt x="352860" y="358140"/>
                </a:lnTo>
                <a:cubicBezTo>
                  <a:pt x="356654" y="358140"/>
                  <a:pt x="360448" y="355283"/>
                  <a:pt x="360448" y="350520"/>
                </a:cubicBezTo>
                <a:cubicBezTo>
                  <a:pt x="360448" y="345758"/>
                  <a:pt x="356654" y="342900"/>
                  <a:pt x="352860" y="342900"/>
                </a:cubicBezTo>
                <a:lnTo>
                  <a:pt x="15177" y="342900"/>
                </a:lnTo>
                <a:lnTo>
                  <a:pt x="15177" y="320993"/>
                </a:lnTo>
                <a:cubicBezTo>
                  <a:pt x="15177" y="320993"/>
                  <a:pt x="15177" y="320993"/>
                  <a:pt x="15177" y="320993"/>
                </a:cubicBezTo>
                <a:cubicBezTo>
                  <a:pt x="15177" y="320993"/>
                  <a:pt x="15177" y="320993"/>
                  <a:pt x="97700" y="268605"/>
                </a:cubicBezTo>
                <a:cubicBezTo>
                  <a:pt x="103392" y="273368"/>
                  <a:pt x="110032" y="276225"/>
                  <a:pt x="118568" y="276225"/>
                </a:cubicBezTo>
                <a:cubicBezTo>
                  <a:pt x="132797" y="276225"/>
                  <a:pt x="145128" y="266700"/>
                  <a:pt x="147973" y="253365"/>
                </a:cubicBezTo>
                <a:lnTo>
                  <a:pt x="202041" y="253365"/>
                </a:lnTo>
                <a:cubicBezTo>
                  <a:pt x="204886" y="266700"/>
                  <a:pt x="216269" y="276225"/>
                  <a:pt x="231446" y="276225"/>
                </a:cubicBezTo>
                <a:cubicBezTo>
                  <a:pt x="246622" y="276225"/>
                  <a:pt x="261799" y="263843"/>
                  <a:pt x="261799" y="246698"/>
                </a:cubicBezTo>
                <a:cubicBezTo>
                  <a:pt x="261799" y="229552"/>
                  <a:pt x="261799" y="241935"/>
                  <a:pt x="260851" y="239077"/>
                </a:cubicBezTo>
                <a:cubicBezTo>
                  <a:pt x="267490" y="235268"/>
                  <a:pt x="282667" y="226695"/>
                  <a:pt x="314918" y="208598"/>
                </a:cubicBezTo>
                <a:cubicBezTo>
                  <a:pt x="320609" y="214313"/>
                  <a:pt x="328197" y="217170"/>
                  <a:pt x="336734" y="217170"/>
                </a:cubicBezTo>
                <a:close/>
                <a:moveTo>
                  <a:pt x="335786" y="16193"/>
                </a:moveTo>
                <a:cubicBezTo>
                  <a:pt x="344323" y="16193"/>
                  <a:pt x="350963" y="22860"/>
                  <a:pt x="350963" y="31433"/>
                </a:cubicBezTo>
                <a:cubicBezTo>
                  <a:pt x="350963" y="40005"/>
                  <a:pt x="344323" y="46673"/>
                  <a:pt x="335786" y="46673"/>
                </a:cubicBezTo>
                <a:cubicBezTo>
                  <a:pt x="327249" y="46673"/>
                  <a:pt x="330095" y="45720"/>
                  <a:pt x="327249" y="43815"/>
                </a:cubicBezTo>
                <a:cubicBezTo>
                  <a:pt x="327249" y="42863"/>
                  <a:pt x="326300" y="41910"/>
                  <a:pt x="325352" y="40958"/>
                </a:cubicBezTo>
                <a:cubicBezTo>
                  <a:pt x="325352" y="40958"/>
                  <a:pt x="324403" y="40958"/>
                  <a:pt x="323455" y="40958"/>
                </a:cubicBezTo>
                <a:cubicBezTo>
                  <a:pt x="321558" y="38100"/>
                  <a:pt x="320609" y="35243"/>
                  <a:pt x="320609" y="32385"/>
                </a:cubicBezTo>
                <a:cubicBezTo>
                  <a:pt x="320609" y="23813"/>
                  <a:pt x="327249" y="17145"/>
                  <a:pt x="335786" y="17145"/>
                </a:cubicBezTo>
                <a:close/>
                <a:moveTo>
                  <a:pt x="245674" y="125730"/>
                </a:moveTo>
                <a:cubicBezTo>
                  <a:pt x="248519" y="125730"/>
                  <a:pt x="251365" y="125730"/>
                  <a:pt x="253262" y="128588"/>
                </a:cubicBezTo>
                <a:cubicBezTo>
                  <a:pt x="253262" y="128588"/>
                  <a:pt x="253262" y="128588"/>
                  <a:pt x="254211" y="129540"/>
                </a:cubicBezTo>
                <a:cubicBezTo>
                  <a:pt x="254211" y="129540"/>
                  <a:pt x="254211" y="129540"/>
                  <a:pt x="255159" y="129540"/>
                </a:cubicBezTo>
                <a:cubicBezTo>
                  <a:pt x="258005" y="132398"/>
                  <a:pt x="260851" y="136208"/>
                  <a:pt x="260851" y="140970"/>
                </a:cubicBezTo>
                <a:cubicBezTo>
                  <a:pt x="260851" y="149543"/>
                  <a:pt x="253262" y="156210"/>
                  <a:pt x="245674" y="156210"/>
                </a:cubicBezTo>
                <a:cubicBezTo>
                  <a:pt x="238085" y="156210"/>
                  <a:pt x="230497" y="149543"/>
                  <a:pt x="230497" y="140970"/>
                </a:cubicBezTo>
                <a:cubicBezTo>
                  <a:pt x="230497" y="132398"/>
                  <a:pt x="237137" y="125730"/>
                  <a:pt x="245674" y="125730"/>
                </a:cubicBezTo>
                <a:close/>
                <a:moveTo>
                  <a:pt x="129002" y="89535"/>
                </a:moveTo>
                <a:cubicBezTo>
                  <a:pt x="137539" y="89535"/>
                  <a:pt x="144179" y="96202"/>
                  <a:pt x="144179" y="104775"/>
                </a:cubicBezTo>
                <a:cubicBezTo>
                  <a:pt x="144179" y="113348"/>
                  <a:pt x="137539" y="120015"/>
                  <a:pt x="129002" y="120015"/>
                </a:cubicBezTo>
                <a:cubicBezTo>
                  <a:pt x="120466" y="120015"/>
                  <a:pt x="113826" y="112395"/>
                  <a:pt x="113826" y="104775"/>
                </a:cubicBezTo>
                <a:cubicBezTo>
                  <a:pt x="113826" y="97155"/>
                  <a:pt x="120466" y="89535"/>
                  <a:pt x="129002" y="89535"/>
                </a:cubicBezTo>
                <a:close/>
                <a:moveTo>
                  <a:pt x="335786" y="170498"/>
                </a:moveTo>
                <a:cubicBezTo>
                  <a:pt x="344323" y="170498"/>
                  <a:pt x="350963" y="178118"/>
                  <a:pt x="350963" y="185738"/>
                </a:cubicBezTo>
                <a:cubicBezTo>
                  <a:pt x="350963" y="193358"/>
                  <a:pt x="344323" y="200977"/>
                  <a:pt x="335786" y="200977"/>
                </a:cubicBezTo>
                <a:cubicBezTo>
                  <a:pt x="327249" y="200977"/>
                  <a:pt x="325352" y="198120"/>
                  <a:pt x="323455" y="194310"/>
                </a:cubicBezTo>
                <a:cubicBezTo>
                  <a:pt x="323455" y="194310"/>
                  <a:pt x="323455" y="193358"/>
                  <a:pt x="323455" y="192405"/>
                </a:cubicBezTo>
                <a:cubicBezTo>
                  <a:pt x="323455" y="192405"/>
                  <a:pt x="323455" y="192405"/>
                  <a:pt x="322506" y="192405"/>
                </a:cubicBezTo>
                <a:cubicBezTo>
                  <a:pt x="322506" y="190500"/>
                  <a:pt x="321558" y="188595"/>
                  <a:pt x="321558" y="185738"/>
                </a:cubicBezTo>
                <a:cubicBezTo>
                  <a:pt x="321558" y="178118"/>
                  <a:pt x="328197" y="170498"/>
                  <a:pt x="336734" y="170498"/>
                </a:cubicBezTo>
                <a:close/>
                <a:moveTo>
                  <a:pt x="116671" y="260985"/>
                </a:moveTo>
                <a:cubicBezTo>
                  <a:pt x="108134" y="260985"/>
                  <a:pt x="101495" y="254318"/>
                  <a:pt x="101495" y="245745"/>
                </a:cubicBezTo>
                <a:cubicBezTo>
                  <a:pt x="101495" y="237173"/>
                  <a:pt x="108134" y="230505"/>
                  <a:pt x="116671" y="230505"/>
                </a:cubicBezTo>
                <a:cubicBezTo>
                  <a:pt x="125208" y="230505"/>
                  <a:pt x="131848" y="238125"/>
                  <a:pt x="131848" y="245745"/>
                </a:cubicBezTo>
                <a:cubicBezTo>
                  <a:pt x="131848" y="253365"/>
                  <a:pt x="124260" y="260985"/>
                  <a:pt x="116671" y="260985"/>
                </a:cubicBezTo>
                <a:close/>
                <a:moveTo>
                  <a:pt x="230497" y="260985"/>
                </a:moveTo>
                <a:cubicBezTo>
                  <a:pt x="221960" y="260985"/>
                  <a:pt x="215320" y="255270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46698"/>
                  <a:pt x="215320" y="246698"/>
                  <a:pt x="215320" y="246698"/>
                </a:cubicBezTo>
                <a:cubicBezTo>
                  <a:pt x="215320" y="239077"/>
                  <a:pt x="221960" y="232410"/>
                  <a:pt x="230497" y="232410"/>
                </a:cubicBezTo>
                <a:cubicBezTo>
                  <a:pt x="239034" y="232410"/>
                  <a:pt x="245674" y="240030"/>
                  <a:pt x="245674" y="247650"/>
                </a:cubicBezTo>
                <a:cubicBezTo>
                  <a:pt x="245674" y="255270"/>
                  <a:pt x="238085" y="262890"/>
                  <a:pt x="230497" y="26289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4" name="Graphic 272">
            <a:extLst>
              <a:ext uri="{FF2B5EF4-FFF2-40B4-BE49-F238E27FC236}">
                <a16:creationId xmlns:a16="http://schemas.microsoft.com/office/drawing/2014/main" id="{F9048E1B-602E-022D-665A-84FE8EF8E25A}"/>
              </a:ext>
            </a:extLst>
          </p:cNvPr>
          <p:cNvSpPr/>
          <p:nvPr/>
        </p:nvSpPr>
        <p:spPr>
          <a:xfrm>
            <a:off x="5466589" y="2916528"/>
            <a:ext cx="504048" cy="388612"/>
          </a:xfrm>
          <a:custGeom>
            <a:avLst/>
            <a:gdLst>
              <a:gd name="connsiteX0" fmla="*/ 163506 w 384380"/>
              <a:gd name="connsiteY0" fmla="*/ 225866 h 296350"/>
              <a:gd name="connsiteX1" fmla="*/ 154020 w 384380"/>
              <a:gd name="connsiteY1" fmla="*/ 225866 h 296350"/>
              <a:gd name="connsiteX2" fmla="*/ 154020 w 384380"/>
              <a:gd name="connsiteY2" fmla="*/ 222056 h 296350"/>
              <a:gd name="connsiteX3" fmla="*/ 122718 w 384380"/>
              <a:gd name="connsiteY3" fmla="*/ 203006 h 296350"/>
              <a:gd name="connsiteX4" fmla="*/ 122718 w 384380"/>
              <a:gd name="connsiteY4" fmla="*/ 203006 h 296350"/>
              <a:gd name="connsiteX5" fmla="*/ 105645 w 384380"/>
              <a:gd name="connsiteY5" fmla="*/ 185861 h 296350"/>
              <a:gd name="connsiteX6" fmla="*/ 85725 w 384380"/>
              <a:gd name="connsiteY6" fmla="*/ 183003 h 296350"/>
              <a:gd name="connsiteX7" fmla="*/ 76240 w 384380"/>
              <a:gd name="connsiteY7" fmla="*/ 190623 h 296350"/>
              <a:gd name="connsiteX8" fmla="*/ 75291 w 384380"/>
              <a:gd name="connsiteY8" fmla="*/ 190623 h 296350"/>
              <a:gd name="connsiteX9" fmla="*/ 20275 w 384380"/>
              <a:gd name="connsiteY9" fmla="*/ 154428 h 296350"/>
              <a:gd name="connsiteX10" fmla="*/ 63908 w 384380"/>
              <a:gd name="connsiteY10" fmla="*/ 37271 h 296350"/>
              <a:gd name="connsiteX11" fmla="*/ 135050 w 384380"/>
              <a:gd name="connsiteY11" fmla="*/ 37271 h 296350"/>
              <a:gd name="connsiteX12" fmla="*/ 103747 w 384380"/>
              <a:gd name="connsiteY12" fmla="*/ 107756 h 296350"/>
              <a:gd name="connsiteX13" fmla="*/ 103747 w 384380"/>
              <a:gd name="connsiteY13" fmla="*/ 107756 h 296350"/>
              <a:gd name="connsiteX14" fmla="*/ 108490 w 384380"/>
              <a:gd name="connsiteY14" fmla="*/ 129663 h 296350"/>
              <a:gd name="connsiteX15" fmla="*/ 141689 w 384380"/>
              <a:gd name="connsiteY15" fmla="*/ 139188 h 296350"/>
              <a:gd name="connsiteX16" fmla="*/ 185323 w 384380"/>
              <a:gd name="connsiteY16" fmla="*/ 108708 h 296350"/>
              <a:gd name="connsiteX17" fmla="*/ 193859 w 384380"/>
              <a:gd name="connsiteY17" fmla="*/ 94421 h 296350"/>
              <a:gd name="connsiteX18" fmla="*/ 233699 w 384380"/>
              <a:gd name="connsiteY18" fmla="*/ 88706 h 296350"/>
              <a:gd name="connsiteX19" fmla="*/ 288714 w 384380"/>
              <a:gd name="connsiteY19" fmla="*/ 138236 h 296350"/>
              <a:gd name="connsiteX20" fmla="*/ 339936 w 384380"/>
              <a:gd name="connsiteY20" fmla="*/ 186813 h 296350"/>
              <a:gd name="connsiteX21" fmla="*/ 330450 w 384380"/>
              <a:gd name="connsiteY21" fmla="*/ 201101 h 296350"/>
              <a:gd name="connsiteX22" fmla="*/ 318119 w 384380"/>
              <a:gd name="connsiteY22" fmla="*/ 206816 h 296350"/>
              <a:gd name="connsiteX23" fmla="*/ 317171 w 384380"/>
              <a:gd name="connsiteY23" fmla="*/ 206816 h 296350"/>
              <a:gd name="connsiteX24" fmla="*/ 276383 w 384380"/>
              <a:gd name="connsiteY24" fmla="*/ 173478 h 296350"/>
              <a:gd name="connsiteX25" fmla="*/ 266898 w 384380"/>
              <a:gd name="connsiteY25" fmla="*/ 157286 h 296350"/>
              <a:gd name="connsiteX26" fmla="*/ 258361 w 384380"/>
              <a:gd name="connsiteY26" fmla="*/ 149666 h 296350"/>
              <a:gd name="connsiteX27" fmla="*/ 250772 w 384380"/>
              <a:gd name="connsiteY27" fmla="*/ 158238 h 296350"/>
              <a:gd name="connsiteX28" fmla="*/ 265949 w 384380"/>
              <a:gd name="connsiteY28" fmla="*/ 183956 h 296350"/>
              <a:gd name="connsiteX29" fmla="*/ 266898 w 384380"/>
              <a:gd name="connsiteY29" fmla="*/ 184908 h 296350"/>
              <a:gd name="connsiteX30" fmla="*/ 307685 w 384380"/>
              <a:gd name="connsiteY30" fmla="*/ 218246 h 296350"/>
              <a:gd name="connsiteX31" fmla="*/ 308634 w 384380"/>
              <a:gd name="connsiteY31" fmla="*/ 219198 h 296350"/>
              <a:gd name="connsiteX32" fmla="*/ 301045 w 384380"/>
              <a:gd name="connsiteY32" fmla="*/ 230628 h 296350"/>
              <a:gd name="connsiteX33" fmla="*/ 285869 w 384380"/>
              <a:gd name="connsiteY33" fmla="*/ 236343 h 296350"/>
              <a:gd name="connsiteX34" fmla="*/ 242235 w 384380"/>
              <a:gd name="connsiteY34" fmla="*/ 201101 h 296350"/>
              <a:gd name="connsiteX35" fmla="*/ 235596 w 384380"/>
              <a:gd name="connsiteY35" fmla="*/ 200148 h 296350"/>
              <a:gd name="connsiteX36" fmla="*/ 230853 w 384380"/>
              <a:gd name="connsiteY36" fmla="*/ 203006 h 296350"/>
              <a:gd name="connsiteX37" fmla="*/ 228007 w 384380"/>
              <a:gd name="connsiteY37" fmla="*/ 208721 h 296350"/>
              <a:gd name="connsiteX38" fmla="*/ 231801 w 384380"/>
              <a:gd name="connsiteY38" fmla="*/ 213483 h 296350"/>
              <a:gd name="connsiteX39" fmla="*/ 274486 w 384380"/>
              <a:gd name="connsiteY39" fmla="*/ 247773 h 296350"/>
              <a:gd name="connsiteX40" fmla="*/ 266898 w 384380"/>
              <a:gd name="connsiteY40" fmla="*/ 259203 h 296350"/>
              <a:gd name="connsiteX41" fmla="*/ 255515 w 384380"/>
              <a:gd name="connsiteY41" fmla="*/ 263966 h 296350"/>
              <a:gd name="connsiteX42" fmla="*/ 214728 w 384380"/>
              <a:gd name="connsiteY42" fmla="*/ 233486 h 296350"/>
              <a:gd name="connsiteX43" fmla="*/ 208088 w 384380"/>
              <a:gd name="connsiteY43" fmla="*/ 232533 h 296350"/>
              <a:gd name="connsiteX44" fmla="*/ 203345 w 384380"/>
              <a:gd name="connsiteY44" fmla="*/ 236343 h 296350"/>
              <a:gd name="connsiteX45" fmla="*/ 202396 w 384380"/>
              <a:gd name="connsiteY45" fmla="*/ 242058 h 296350"/>
              <a:gd name="connsiteX46" fmla="*/ 205242 w 384380"/>
              <a:gd name="connsiteY46" fmla="*/ 246821 h 296350"/>
              <a:gd name="connsiteX47" fmla="*/ 236544 w 384380"/>
              <a:gd name="connsiteY47" fmla="*/ 269681 h 296350"/>
              <a:gd name="connsiteX48" fmla="*/ 232750 w 384380"/>
              <a:gd name="connsiteY48" fmla="*/ 270633 h 296350"/>
              <a:gd name="connsiteX49" fmla="*/ 221367 w 384380"/>
              <a:gd name="connsiteY49" fmla="*/ 271586 h 296350"/>
              <a:gd name="connsiteX50" fmla="*/ 190065 w 384380"/>
              <a:gd name="connsiteY50" fmla="*/ 263966 h 296350"/>
              <a:gd name="connsiteX51" fmla="*/ 190065 w 384380"/>
              <a:gd name="connsiteY51" fmla="*/ 241106 h 296350"/>
              <a:gd name="connsiteX52" fmla="*/ 165403 w 384380"/>
              <a:gd name="connsiteY52" fmla="*/ 223961 h 296350"/>
              <a:gd name="connsiteX53" fmla="*/ 172991 w 384380"/>
              <a:gd name="connsiteY53" fmla="*/ 263966 h 296350"/>
              <a:gd name="connsiteX54" fmla="*/ 172991 w 384380"/>
              <a:gd name="connsiteY54" fmla="*/ 263966 h 296350"/>
              <a:gd name="connsiteX55" fmla="*/ 172043 w 384380"/>
              <a:gd name="connsiteY55" fmla="*/ 264918 h 296350"/>
              <a:gd name="connsiteX56" fmla="*/ 171094 w 384380"/>
              <a:gd name="connsiteY56" fmla="*/ 272538 h 296350"/>
              <a:gd name="connsiteX57" fmla="*/ 166352 w 384380"/>
              <a:gd name="connsiteY57" fmla="*/ 278253 h 296350"/>
              <a:gd name="connsiteX58" fmla="*/ 161609 w 384380"/>
              <a:gd name="connsiteY58" fmla="*/ 279206 h 296350"/>
              <a:gd name="connsiteX59" fmla="*/ 145484 w 384380"/>
              <a:gd name="connsiteY59" fmla="*/ 271586 h 296350"/>
              <a:gd name="connsiteX60" fmla="*/ 154020 w 384380"/>
              <a:gd name="connsiteY60" fmla="*/ 242058 h 296350"/>
              <a:gd name="connsiteX61" fmla="*/ 162557 w 384380"/>
              <a:gd name="connsiteY61" fmla="*/ 241106 h 296350"/>
              <a:gd name="connsiteX62" fmla="*/ 173940 w 384380"/>
              <a:gd name="connsiteY62" fmla="*/ 246821 h 296350"/>
              <a:gd name="connsiteX63" fmla="*/ 173940 w 384380"/>
              <a:gd name="connsiteY63" fmla="*/ 263013 h 296350"/>
              <a:gd name="connsiteX64" fmla="*/ 137895 w 384380"/>
              <a:gd name="connsiteY64" fmla="*/ 238248 h 296350"/>
              <a:gd name="connsiteX65" fmla="*/ 137895 w 384380"/>
              <a:gd name="connsiteY65" fmla="*/ 238248 h 296350"/>
              <a:gd name="connsiteX66" fmla="*/ 128410 w 384380"/>
              <a:gd name="connsiteY66" fmla="*/ 267776 h 296350"/>
              <a:gd name="connsiteX67" fmla="*/ 113233 w 384380"/>
              <a:gd name="connsiteY67" fmla="*/ 263013 h 296350"/>
              <a:gd name="connsiteX68" fmla="*/ 106593 w 384380"/>
              <a:gd name="connsiteY68" fmla="*/ 257298 h 296350"/>
              <a:gd name="connsiteX69" fmla="*/ 121770 w 384380"/>
              <a:gd name="connsiteY69" fmla="*/ 219198 h 296350"/>
              <a:gd name="connsiteX70" fmla="*/ 137895 w 384380"/>
              <a:gd name="connsiteY70" fmla="*/ 226818 h 296350"/>
              <a:gd name="connsiteX71" fmla="*/ 137895 w 384380"/>
              <a:gd name="connsiteY71" fmla="*/ 239201 h 296350"/>
              <a:gd name="connsiteX72" fmla="*/ 91416 w 384380"/>
              <a:gd name="connsiteY72" fmla="*/ 248726 h 296350"/>
              <a:gd name="connsiteX73" fmla="*/ 90468 w 384380"/>
              <a:gd name="connsiteY73" fmla="*/ 248726 h 296350"/>
              <a:gd name="connsiteX74" fmla="*/ 81931 w 384380"/>
              <a:gd name="connsiteY74" fmla="*/ 247773 h 296350"/>
              <a:gd name="connsiteX75" fmla="*/ 72445 w 384380"/>
              <a:gd name="connsiteY75" fmla="*/ 239201 h 296350"/>
              <a:gd name="connsiteX76" fmla="*/ 72445 w 384380"/>
              <a:gd name="connsiteY76" fmla="*/ 235391 h 296350"/>
              <a:gd name="connsiteX77" fmla="*/ 72445 w 384380"/>
              <a:gd name="connsiteY77" fmla="*/ 235391 h 296350"/>
              <a:gd name="connsiteX78" fmla="*/ 81931 w 384380"/>
              <a:gd name="connsiteY78" fmla="*/ 208721 h 296350"/>
              <a:gd name="connsiteX79" fmla="*/ 84776 w 384380"/>
              <a:gd name="connsiteY79" fmla="*/ 207768 h 296350"/>
              <a:gd name="connsiteX80" fmla="*/ 85725 w 384380"/>
              <a:gd name="connsiteY80" fmla="*/ 203958 h 296350"/>
              <a:gd name="connsiteX81" fmla="*/ 90468 w 384380"/>
              <a:gd name="connsiteY81" fmla="*/ 198243 h 296350"/>
              <a:gd name="connsiteX82" fmla="*/ 106593 w 384380"/>
              <a:gd name="connsiteY82" fmla="*/ 206816 h 296350"/>
              <a:gd name="connsiteX83" fmla="*/ 106593 w 384380"/>
              <a:gd name="connsiteY83" fmla="*/ 206816 h 296350"/>
              <a:gd name="connsiteX84" fmla="*/ 106593 w 384380"/>
              <a:gd name="connsiteY84" fmla="*/ 211578 h 296350"/>
              <a:gd name="connsiteX85" fmla="*/ 91416 w 384380"/>
              <a:gd name="connsiteY85" fmla="*/ 249678 h 296350"/>
              <a:gd name="connsiteX86" fmla="*/ 65806 w 384380"/>
              <a:gd name="connsiteY86" fmla="*/ 204911 h 296350"/>
              <a:gd name="connsiteX87" fmla="*/ 58217 w 384380"/>
              <a:gd name="connsiteY87" fmla="*/ 223961 h 296350"/>
              <a:gd name="connsiteX88" fmla="*/ 57269 w 384380"/>
              <a:gd name="connsiteY88" fmla="*/ 223961 h 296350"/>
              <a:gd name="connsiteX89" fmla="*/ 33555 w 384380"/>
              <a:gd name="connsiteY89" fmla="*/ 205863 h 296350"/>
              <a:gd name="connsiteX90" fmla="*/ 40195 w 384380"/>
              <a:gd name="connsiteY90" fmla="*/ 187766 h 296350"/>
              <a:gd name="connsiteX91" fmla="*/ 41143 w 384380"/>
              <a:gd name="connsiteY91" fmla="*/ 187766 h 296350"/>
              <a:gd name="connsiteX92" fmla="*/ 65806 w 384380"/>
              <a:gd name="connsiteY92" fmla="*/ 204911 h 296350"/>
              <a:gd name="connsiteX93" fmla="*/ 153072 w 384380"/>
              <a:gd name="connsiteY93" fmla="*/ 34413 h 296350"/>
              <a:gd name="connsiteX94" fmla="*/ 153072 w 384380"/>
              <a:gd name="connsiteY94" fmla="*/ 34413 h 296350"/>
              <a:gd name="connsiteX95" fmla="*/ 204293 w 384380"/>
              <a:gd name="connsiteY95" fmla="*/ 15363 h 296350"/>
              <a:gd name="connsiteX96" fmla="*/ 205242 w 384380"/>
              <a:gd name="connsiteY96" fmla="*/ 15363 h 296350"/>
              <a:gd name="connsiteX97" fmla="*/ 242235 w 384380"/>
              <a:gd name="connsiteY97" fmla="*/ 22983 h 296350"/>
              <a:gd name="connsiteX98" fmla="*/ 269743 w 384380"/>
              <a:gd name="connsiteY98" fmla="*/ 28698 h 296350"/>
              <a:gd name="connsiteX99" fmla="*/ 326656 w 384380"/>
              <a:gd name="connsiteY99" fmla="*/ 36318 h 296350"/>
              <a:gd name="connsiteX100" fmla="*/ 327605 w 384380"/>
              <a:gd name="connsiteY100" fmla="*/ 36318 h 296350"/>
              <a:gd name="connsiteX101" fmla="*/ 367444 w 384380"/>
              <a:gd name="connsiteY101" fmla="*/ 155381 h 296350"/>
              <a:gd name="connsiteX102" fmla="*/ 366495 w 384380"/>
              <a:gd name="connsiteY102" fmla="*/ 155381 h 296350"/>
              <a:gd name="connsiteX103" fmla="*/ 347524 w 384380"/>
              <a:gd name="connsiteY103" fmla="*/ 172526 h 296350"/>
              <a:gd name="connsiteX104" fmla="*/ 346576 w 384380"/>
              <a:gd name="connsiteY104" fmla="*/ 172526 h 296350"/>
              <a:gd name="connsiteX105" fmla="*/ 301045 w 384380"/>
              <a:gd name="connsiteY105" fmla="*/ 127758 h 296350"/>
              <a:gd name="connsiteX106" fmla="*/ 239390 w 384380"/>
              <a:gd name="connsiteY106" fmla="*/ 72513 h 296350"/>
              <a:gd name="connsiteX107" fmla="*/ 184374 w 384380"/>
              <a:gd name="connsiteY107" fmla="*/ 82038 h 296350"/>
              <a:gd name="connsiteX108" fmla="*/ 171094 w 384380"/>
              <a:gd name="connsiteY108" fmla="*/ 101088 h 296350"/>
              <a:gd name="connsiteX109" fmla="*/ 139792 w 384380"/>
              <a:gd name="connsiteY109" fmla="*/ 122996 h 296350"/>
              <a:gd name="connsiteX110" fmla="*/ 120821 w 384380"/>
              <a:gd name="connsiteY110" fmla="*/ 119186 h 296350"/>
              <a:gd name="connsiteX111" fmla="*/ 119873 w 384380"/>
              <a:gd name="connsiteY111" fmla="*/ 113471 h 296350"/>
              <a:gd name="connsiteX112" fmla="*/ 153072 w 384380"/>
              <a:gd name="connsiteY112" fmla="*/ 34413 h 296350"/>
              <a:gd name="connsiteX113" fmla="*/ 219470 w 384380"/>
              <a:gd name="connsiteY113" fmla="*/ 289683 h 296350"/>
              <a:gd name="connsiteX114" fmla="*/ 234647 w 384380"/>
              <a:gd name="connsiteY114" fmla="*/ 288731 h 296350"/>
              <a:gd name="connsiteX115" fmla="*/ 247927 w 384380"/>
              <a:gd name="connsiteY115" fmla="*/ 281111 h 296350"/>
              <a:gd name="connsiteX116" fmla="*/ 250772 w 384380"/>
              <a:gd name="connsiteY116" fmla="*/ 281111 h 296350"/>
              <a:gd name="connsiteX117" fmla="*/ 254567 w 384380"/>
              <a:gd name="connsiteY117" fmla="*/ 282063 h 296350"/>
              <a:gd name="connsiteX118" fmla="*/ 277332 w 384380"/>
              <a:gd name="connsiteY118" fmla="*/ 272538 h 296350"/>
              <a:gd name="connsiteX119" fmla="*/ 289663 w 384380"/>
              <a:gd name="connsiteY119" fmla="*/ 254441 h 296350"/>
              <a:gd name="connsiteX120" fmla="*/ 309582 w 384380"/>
              <a:gd name="connsiteY120" fmla="*/ 244916 h 296350"/>
              <a:gd name="connsiteX121" fmla="*/ 322862 w 384380"/>
              <a:gd name="connsiteY121" fmla="*/ 223961 h 296350"/>
              <a:gd name="connsiteX122" fmla="*/ 339936 w 384380"/>
              <a:gd name="connsiteY122" fmla="*/ 214436 h 296350"/>
              <a:gd name="connsiteX123" fmla="*/ 355113 w 384380"/>
              <a:gd name="connsiteY123" fmla="*/ 187766 h 296350"/>
              <a:gd name="connsiteX124" fmla="*/ 382620 w 384380"/>
              <a:gd name="connsiteY124" fmla="*/ 163001 h 296350"/>
              <a:gd name="connsiteX125" fmla="*/ 383569 w 384380"/>
              <a:gd name="connsiteY125" fmla="*/ 154428 h 296350"/>
              <a:gd name="connsiteX126" fmla="*/ 340884 w 384380"/>
              <a:gd name="connsiteY126" fmla="*/ 26793 h 296350"/>
              <a:gd name="connsiteX127" fmla="*/ 334244 w 384380"/>
              <a:gd name="connsiteY127" fmla="*/ 22031 h 296350"/>
              <a:gd name="connsiteX128" fmla="*/ 268795 w 384380"/>
              <a:gd name="connsiteY128" fmla="*/ 13458 h 296350"/>
              <a:gd name="connsiteX129" fmla="*/ 246030 w 384380"/>
              <a:gd name="connsiteY129" fmla="*/ 7743 h 296350"/>
              <a:gd name="connsiteX130" fmla="*/ 201448 w 384380"/>
              <a:gd name="connsiteY130" fmla="*/ 123 h 296350"/>
              <a:gd name="connsiteX131" fmla="*/ 142638 w 384380"/>
              <a:gd name="connsiteY131" fmla="*/ 22031 h 296350"/>
              <a:gd name="connsiteX132" fmla="*/ 55371 w 384380"/>
              <a:gd name="connsiteY132" fmla="*/ 22031 h 296350"/>
              <a:gd name="connsiteX133" fmla="*/ 47783 w 384380"/>
              <a:gd name="connsiteY133" fmla="*/ 26793 h 296350"/>
              <a:gd name="connsiteX134" fmla="*/ 356 w 384380"/>
              <a:gd name="connsiteY134" fmla="*/ 154428 h 296350"/>
              <a:gd name="connsiteX135" fmla="*/ 3201 w 384380"/>
              <a:gd name="connsiteY135" fmla="*/ 163953 h 296350"/>
              <a:gd name="connsiteX136" fmla="*/ 25967 w 384380"/>
              <a:gd name="connsiteY136" fmla="*/ 178241 h 296350"/>
              <a:gd name="connsiteX137" fmla="*/ 17430 w 384380"/>
              <a:gd name="connsiteY137" fmla="*/ 211578 h 296350"/>
              <a:gd name="connsiteX138" fmla="*/ 54423 w 384380"/>
              <a:gd name="connsiteY138" fmla="*/ 241106 h 296350"/>
              <a:gd name="connsiteX139" fmla="*/ 54423 w 384380"/>
              <a:gd name="connsiteY139" fmla="*/ 243963 h 296350"/>
              <a:gd name="connsiteX140" fmla="*/ 74342 w 384380"/>
              <a:gd name="connsiteY140" fmla="*/ 263013 h 296350"/>
              <a:gd name="connsiteX141" fmla="*/ 91416 w 384380"/>
              <a:gd name="connsiteY141" fmla="*/ 266823 h 296350"/>
              <a:gd name="connsiteX142" fmla="*/ 100902 w 384380"/>
              <a:gd name="connsiteY142" fmla="*/ 276348 h 296350"/>
              <a:gd name="connsiteX143" fmla="*/ 130307 w 384380"/>
              <a:gd name="connsiteY143" fmla="*/ 283968 h 296350"/>
              <a:gd name="connsiteX144" fmla="*/ 157815 w 384380"/>
              <a:gd name="connsiteY144" fmla="*/ 296351 h 296350"/>
              <a:gd name="connsiteX145" fmla="*/ 171094 w 384380"/>
              <a:gd name="connsiteY145" fmla="*/ 292541 h 296350"/>
              <a:gd name="connsiteX146" fmla="*/ 180580 w 384380"/>
              <a:gd name="connsiteY146" fmla="*/ 283016 h 296350"/>
              <a:gd name="connsiteX147" fmla="*/ 216625 w 384380"/>
              <a:gd name="connsiteY147" fmla="*/ 290636 h 296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384380" h="296350">
                <a:moveTo>
                  <a:pt x="163506" y="225866"/>
                </a:moveTo>
                <a:lnTo>
                  <a:pt x="154020" y="225866"/>
                </a:lnTo>
                <a:lnTo>
                  <a:pt x="154020" y="222056"/>
                </a:lnTo>
                <a:cubicBezTo>
                  <a:pt x="151175" y="210626"/>
                  <a:pt x="136947" y="203958"/>
                  <a:pt x="122718" y="203006"/>
                </a:cubicBezTo>
                <a:lnTo>
                  <a:pt x="122718" y="203006"/>
                </a:lnTo>
                <a:cubicBezTo>
                  <a:pt x="119873" y="195386"/>
                  <a:pt x="113233" y="188718"/>
                  <a:pt x="105645" y="185861"/>
                </a:cubicBezTo>
                <a:cubicBezTo>
                  <a:pt x="98056" y="182051"/>
                  <a:pt x="92365" y="181098"/>
                  <a:pt x="85725" y="183003"/>
                </a:cubicBezTo>
                <a:cubicBezTo>
                  <a:pt x="81931" y="183956"/>
                  <a:pt x="79085" y="186813"/>
                  <a:pt x="76240" y="190623"/>
                </a:cubicBezTo>
                <a:lnTo>
                  <a:pt x="75291" y="190623"/>
                </a:lnTo>
                <a:lnTo>
                  <a:pt x="20275" y="154428"/>
                </a:lnTo>
                <a:lnTo>
                  <a:pt x="63908" y="37271"/>
                </a:lnTo>
                <a:lnTo>
                  <a:pt x="135050" y="37271"/>
                </a:lnTo>
                <a:lnTo>
                  <a:pt x="103747" y="107756"/>
                </a:lnTo>
                <a:lnTo>
                  <a:pt x="103747" y="107756"/>
                </a:lnTo>
                <a:cubicBezTo>
                  <a:pt x="103747" y="110613"/>
                  <a:pt x="99953" y="121091"/>
                  <a:pt x="108490" y="129663"/>
                </a:cubicBezTo>
                <a:cubicBezTo>
                  <a:pt x="115130" y="138236"/>
                  <a:pt x="125564" y="141093"/>
                  <a:pt x="141689" y="139188"/>
                </a:cubicBezTo>
                <a:cubicBezTo>
                  <a:pt x="169197" y="136331"/>
                  <a:pt x="177734" y="121091"/>
                  <a:pt x="185323" y="108708"/>
                </a:cubicBezTo>
                <a:cubicBezTo>
                  <a:pt x="188168" y="102993"/>
                  <a:pt x="190065" y="97278"/>
                  <a:pt x="193859" y="94421"/>
                </a:cubicBezTo>
                <a:cubicBezTo>
                  <a:pt x="205242" y="85848"/>
                  <a:pt x="217573" y="82991"/>
                  <a:pt x="233699" y="88706"/>
                </a:cubicBezTo>
                <a:cubicBezTo>
                  <a:pt x="241287" y="89658"/>
                  <a:pt x="266898" y="115376"/>
                  <a:pt x="288714" y="138236"/>
                </a:cubicBezTo>
                <a:lnTo>
                  <a:pt x="339936" y="186813"/>
                </a:lnTo>
                <a:cubicBezTo>
                  <a:pt x="338987" y="191576"/>
                  <a:pt x="335193" y="198243"/>
                  <a:pt x="330450" y="201101"/>
                </a:cubicBezTo>
                <a:cubicBezTo>
                  <a:pt x="326656" y="204911"/>
                  <a:pt x="321913" y="206816"/>
                  <a:pt x="318119" y="206816"/>
                </a:cubicBezTo>
                <a:lnTo>
                  <a:pt x="317171" y="206816"/>
                </a:lnTo>
                <a:lnTo>
                  <a:pt x="276383" y="173478"/>
                </a:lnTo>
                <a:cubicBezTo>
                  <a:pt x="272589" y="169668"/>
                  <a:pt x="266898" y="161096"/>
                  <a:pt x="266898" y="157286"/>
                </a:cubicBezTo>
                <a:cubicBezTo>
                  <a:pt x="266898" y="153476"/>
                  <a:pt x="263103" y="149666"/>
                  <a:pt x="258361" y="149666"/>
                </a:cubicBezTo>
                <a:cubicBezTo>
                  <a:pt x="253618" y="149666"/>
                  <a:pt x="250772" y="153476"/>
                  <a:pt x="250772" y="158238"/>
                </a:cubicBezTo>
                <a:cubicBezTo>
                  <a:pt x="251721" y="169668"/>
                  <a:pt x="263103" y="181098"/>
                  <a:pt x="265949" y="183956"/>
                </a:cubicBezTo>
                <a:cubicBezTo>
                  <a:pt x="265949" y="184591"/>
                  <a:pt x="266262" y="184908"/>
                  <a:pt x="266898" y="184908"/>
                </a:cubicBezTo>
                <a:lnTo>
                  <a:pt x="307685" y="218246"/>
                </a:lnTo>
                <a:cubicBezTo>
                  <a:pt x="307685" y="218246"/>
                  <a:pt x="307685" y="219198"/>
                  <a:pt x="308634" y="219198"/>
                </a:cubicBezTo>
                <a:cubicBezTo>
                  <a:pt x="307685" y="223008"/>
                  <a:pt x="304840" y="226818"/>
                  <a:pt x="301045" y="230628"/>
                </a:cubicBezTo>
                <a:cubicBezTo>
                  <a:pt x="296303" y="234438"/>
                  <a:pt x="291560" y="236343"/>
                  <a:pt x="285869" y="236343"/>
                </a:cubicBezTo>
                <a:lnTo>
                  <a:pt x="242235" y="201101"/>
                </a:lnTo>
                <a:cubicBezTo>
                  <a:pt x="241287" y="200148"/>
                  <a:pt x="238441" y="200148"/>
                  <a:pt x="235596" y="200148"/>
                </a:cubicBezTo>
                <a:cubicBezTo>
                  <a:pt x="232750" y="200148"/>
                  <a:pt x="231801" y="201101"/>
                  <a:pt x="230853" y="203006"/>
                </a:cubicBezTo>
                <a:cubicBezTo>
                  <a:pt x="229904" y="205863"/>
                  <a:pt x="228007" y="206816"/>
                  <a:pt x="228007" y="208721"/>
                </a:cubicBezTo>
                <a:cubicBezTo>
                  <a:pt x="228007" y="210626"/>
                  <a:pt x="228956" y="212531"/>
                  <a:pt x="231801" y="213483"/>
                </a:cubicBezTo>
                <a:lnTo>
                  <a:pt x="274486" y="247773"/>
                </a:lnTo>
                <a:cubicBezTo>
                  <a:pt x="273537" y="252536"/>
                  <a:pt x="270692" y="256346"/>
                  <a:pt x="266898" y="259203"/>
                </a:cubicBezTo>
                <a:cubicBezTo>
                  <a:pt x="264052" y="263013"/>
                  <a:pt x="259309" y="263966"/>
                  <a:pt x="255515" y="263966"/>
                </a:cubicBezTo>
                <a:lnTo>
                  <a:pt x="214728" y="233486"/>
                </a:lnTo>
                <a:cubicBezTo>
                  <a:pt x="213779" y="232533"/>
                  <a:pt x="210933" y="232533"/>
                  <a:pt x="208088" y="232533"/>
                </a:cubicBezTo>
                <a:cubicBezTo>
                  <a:pt x="205242" y="232533"/>
                  <a:pt x="204293" y="233486"/>
                  <a:pt x="203345" y="236343"/>
                </a:cubicBezTo>
                <a:cubicBezTo>
                  <a:pt x="202396" y="237296"/>
                  <a:pt x="202396" y="240153"/>
                  <a:pt x="202396" y="242058"/>
                </a:cubicBezTo>
                <a:cubicBezTo>
                  <a:pt x="202396" y="243963"/>
                  <a:pt x="203345" y="245868"/>
                  <a:pt x="205242" y="246821"/>
                </a:cubicBezTo>
                <a:lnTo>
                  <a:pt x="236544" y="269681"/>
                </a:lnTo>
                <a:cubicBezTo>
                  <a:pt x="235596" y="269681"/>
                  <a:pt x="233699" y="270633"/>
                  <a:pt x="232750" y="270633"/>
                </a:cubicBezTo>
                <a:cubicBezTo>
                  <a:pt x="228956" y="270633"/>
                  <a:pt x="225162" y="271586"/>
                  <a:pt x="221367" y="271586"/>
                </a:cubicBezTo>
                <a:cubicBezTo>
                  <a:pt x="211882" y="271586"/>
                  <a:pt x="198602" y="267776"/>
                  <a:pt x="190065" y="263966"/>
                </a:cubicBezTo>
                <a:cubicBezTo>
                  <a:pt x="192911" y="254441"/>
                  <a:pt x="191014" y="245868"/>
                  <a:pt x="190065" y="241106"/>
                </a:cubicBezTo>
                <a:cubicBezTo>
                  <a:pt x="187220" y="231581"/>
                  <a:pt x="177734" y="224913"/>
                  <a:pt x="165403" y="223961"/>
                </a:cubicBezTo>
                <a:close/>
                <a:moveTo>
                  <a:pt x="172991" y="263966"/>
                </a:moveTo>
                <a:lnTo>
                  <a:pt x="172991" y="263966"/>
                </a:lnTo>
                <a:cubicBezTo>
                  <a:pt x="172991" y="264918"/>
                  <a:pt x="172043" y="264918"/>
                  <a:pt x="172043" y="264918"/>
                </a:cubicBezTo>
                <a:cubicBezTo>
                  <a:pt x="171094" y="267776"/>
                  <a:pt x="171094" y="269681"/>
                  <a:pt x="171094" y="272538"/>
                </a:cubicBezTo>
                <a:cubicBezTo>
                  <a:pt x="170146" y="275396"/>
                  <a:pt x="168249" y="277301"/>
                  <a:pt x="166352" y="278253"/>
                </a:cubicBezTo>
                <a:cubicBezTo>
                  <a:pt x="165403" y="279206"/>
                  <a:pt x="163506" y="279206"/>
                  <a:pt x="161609" y="279206"/>
                </a:cubicBezTo>
                <a:cubicBezTo>
                  <a:pt x="156866" y="279206"/>
                  <a:pt x="149278" y="275396"/>
                  <a:pt x="145484" y="271586"/>
                </a:cubicBezTo>
                <a:lnTo>
                  <a:pt x="154020" y="242058"/>
                </a:lnTo>
                <a:cubicBezTo>
                  <a:pt x="156866" y="241106"/>
                  <a:pt x="160660" y="239201"/>
                  <a:pt x="162557" y="241106"/>
                </a:cubicBezTo>
                <a:cubicBezTo>
                  <a:pt x="166352" y="241106"/>
                  <a:pt x="172043" y="242058"/>
                  <a:pt x="173940" y="246821"/>
                </a:cubicBezTo>
                <a:cubicBezTo>
                  <a:pt x="174889" y="250631"/>
                  <a:pt x="174889" y="256346"/>
                  <a:pt x="173940" y="263013"/>
                </a:cubicBezTo>
                <a:close/>
                <a:moveTo>
                  <a:pt x="137895" y="238248"/>
                </a:moveTo>
                <a:lnTo>
                  <a:pt x="137895" y="238248"/>
                </a:lnTo>
                <a:lnTo>
                  <a:pt x="128410" y="267776"/>
                </a:lnTo>
                <a:cubicBezTo>
                  <a:pt x="124616" y="267776"/>
                  <a:pt x="118924" y="266823"/>
                  <a:pt x="113233" y="263013"/>
                </a:cubicBezTo>
                <a:cubicBezTo>
                  <a:pt x="109439" y="260156"/>
                  <a:pt x="108490" y="259203"/>
                  <a:pt x="106593" y="257298"/>
                </a:cubicBezTo>
                <a:lnTo>
                  <a:pt x="121770" y="219198"/>
                </a:lnTo>
                <a:cubicBezTo>
                  <a:pt x="129358" y="220151"/>
                  <a:pt x="136947" y="223961"/>
                  <a:pt x="137895" y="226818"/>
                </a:cubicBezTo>
                <a:cubicBezTo>
                  <a:pt x="137895" y="227771"/>
                  <a:pt x="138844" y="231581"/>
                  <a:pt x="137895" y="239201"/>
                </a:cubicBezTo>
                <a:close/>
                <a:moveTo>
                  <a:pt x="91416" y="248726"/>
                </a:moveTo>
                <a:lnTo>
                  <a:pt x="90468" y="248726"/>
                </a:lnTo>
                <a:cubicBezTo>
                  <a:pt x="89519" y="248726"/>
                  <a:pt x="85725" y="248726"/>
                  <a:pt x="81931" y="247773"/>
                </a:cubicBezTo>
                <a:cubicBezTo>
                  <a:pt x="75291" y="244916"/>
                  <a:pt x="72445" y="242058"/>
                  <a:pt x="72445" y="239201"/>
                </a:cubicBezTo>
                <a:lnTo>
                  <a:pt x="72445" y="235391"/>
                </a:lnTo>
                <a:lnTo>
                  <a:pt x="72445" y="235391"/>
                </a:lnTo>
                <a:cubicBezTo>
                  <a:pt x="73394" y="226818"/>
                  <a:pt x="79085" y="216341"/>
                  <a:pt x="81931" y="208721"/>
                </a:cubicBezTo>
                <a:cubicBezTo>
                  <a:pt x="82879" y="208721"/>
                  <a:pt x="84776" y="207768"/>
                  <a:pt x="84776" y="207768"/>
                </a:cubicBezTo>
                <a:cubicBezTo>
                  <a:pt x="84776" y="206816"/>
                  <a:pt x="85725" y="204911"/>
                  <a:pt x="85725" y="203958"/>
                </a:cubicBezTo>
                <a:cubicBezTo>
                  <a:pt x="88571" y="200148"/>
                  <a:pt x="89519" y="199196"/>
                  <a:pt x="90468" y="198243"/>
                </a:cubicBezTo>
                <a:cubicBezTo>
                  <a:pt x="95210" y="197291"/>
                  <a:pt x="105645" y="203958"/>
                  <a:pt x="106593" y="206816"/>
                </a:cubicBezTo>
                <a:lnTo>
                  <a:pt x="106593" y="206816"/>
                </a:lnTo>
                <a:cubicBezTo>
                  <a:pt x="107542" y="207768"/>
                  <a:pt x="107542" y="209673"/>
                  <a:pt x="106593" y="211578"/>
                </a:cubicBezTo>
                <a:lnTo>
                  <a:pt x="91416" y="249678"/>
                </a:lnTo>
                <a:close/>
                <a:moveTo>
                  <a:pt x="65806" y="204911"/>
                </a:moveTo>
                <a:cubicBezTo>
                  <a:pt x="62960" y="210626"/>
                  <a:pt x="59166" y="217293"/>
                  <a:pt x="58217" y="223961"/>
                </a:cubicBezTo>
                <a:lnTo>
                  <a:pt x="57269" y="223961"/>
                </a:lnTo>
                <a:cubicBezTo>
                  <a:pt x="49680" y="220151"/>
                  <a:pt x="36401" y="211578"/>
                  <a:pt x="33555" y="205863"/>
                </a:cubicBezTo>
                <a:cubicBezTo>
                  <a:pt x="32606" y="203006"/>
                  <a:pt x="36401" y="193481"/>
                  <a:pt x="40195" y="187766"/>
                </a:cubicBezTo>
                <a:lnTo>
                  <a:pt x="41143" y="187766"/>
                </a:lnTo>
                <a:lnTo>
                  <a:pt x="65806" y="204911"/>
                </a:lnTo>
                <a:close/>
                <a:moveTo>
                  <a:pt x="153072" y="34413"/>
                </a:moveTo>
                <a:lnTo>
                  <a:pt x="153072" y="34413"/>
                </a:lnTo>
                <a:cubicBezTo>
                  <a:pt x="165403" y="28698"/>
                  <a:pt x="191962" y="15363"/>
                  <a:pt x="204293" y="15363"/>
                </a:cubicBezTo>
                <a:lnTo>
                  <a:pt x="205242" y="15363"/>
                </a:lnTo>
                <a:cubicBezTo>
                  <a:pt x="213779" y="15363"/>
                  <a:pt x="229904" y="19173"/>
                  <a:pt x="242235" y="22983"/>
                </a:cubicBezTo>
                <a:cubicBezTo>
                  <a:pt x="253618" y="26793"/>
                  <a:pt x="263103" y="28698"/>
                  <a:pt x="269743" y="28698"/>
                </a:cubicBezTo>
                <a:cubicBezTo>
                  <a:pt x="276383" y="28698"/>
                  <a:pt x="305788" y="33461"/>
                  <a:pt x="326656" y="36318"/>
                </a:cubicBezTo>
                <a:lnTo>
                  <a:pt x="327605" y="36318"/>
                </a:lnTo>
                <a:lnTo>
                  <a:pt x="367444" y="155381"/>
                </a:lnTo>
                <a:lnTo>
                  <a:pt x="366495" y="155381"/>
                </a:lnTo>
                <a:lnTo>
                  <a:pt x="347524" y="172526"/>
                </a:lnTo>
                <a:lnTo>
                  <a:pt x="346576" y="172526"/>
                </a:lnTo>
                <a:lnTo>
                  <a:pt x="301045" y="127758"/>
                </a:lnTo>
                <a:cubicBezTo>
                  <a:pt x="289663" y="115376"/>
                  <a:pt x="252669" y="76323"/>
                  <a:pt x="239390" y="72513"/>
                </a:cubicBezTo>
                <a:cubicBezTo>
                  <a:pt x="218522" y="66798"/>
                  <a:pt x="199551" y="69656"/>
                  <a:pt x="184374" y="82038"/>
                </a:cubicBezTo>
                <a:cubicBezTo>
                  <a:pt x="177734" y="87753"/>
                  <a:pt x="174889" y="94421"/>
                  <a:pt x="171094" y="101088"/>
                </a:cubicBezTo>
                <a:cubicBezTo>
                  <a:pt x="164454" y="112518"/>
                  <a:pt x="159712" y="122043"/>
                  <a:pt x="139792" y="122996"/>
                </a:cubicBezTo>
                <a:cubicBezTo>
                  <a:pt x="131255" y="123948"/>
                  <a:pt x="123667" y="122996"/>
                  <a:pt x="120821" y="119186"/>
                </a:cubicBezTo>
                <a:cubicBezTo>
                  <a:pt x="117976" y="116328"/>
                  <a:pt x="117976" y="114423"/>
                  <a:pt x="119873" y="113471"/>
                </a:cubicBezTo>
                <a:lnTo>
                  <a:pt x="153072" y="34413"/>
                </a:lnTo>
                <a:close/>
                <a:moveTo>
                  <a:pt x="219470" y="289683"/>
                </a:moveTo>
                <a:cubicBezTo>
                  <a:pt x="226110" y="289683"/>
                  <a:pt x="228956" y="288731"/>
                  <a:pt x="234647" y="288731"/>
                </a:cubicBezTo>
                <a:cubicBezTo>
                  <a:pt x="239390" y="285873"/>
                  <a:pt x="244133" y="284921"/>
                  <a:pt x="247927" y="281111"/>
                </a:cubicBezTo>
                <a:lnTo>
                  <a:pt x="250772" y="281111"/>
                </a:lnTo>
                <a:cubicBezTo>
                  <a:pt x="251721" y="281111"/>
                  <a:pt x="253618" y="282063"/>
                  <a:pt x="254567" y="282063"/>
                </a:cubicBezTo>
                <a:cubicBezTo>
                  <a:pt x="262155" y="282063"/>
                  <a:pt x="270692" y="278253"/>
                  <a:pt x="277332" y="272538"/>
                </a:cubicBezTo>
                <a:cubicBezTo>
                  <a:pt x="283972" y="267776"/>
                  <a:pt x="286817" y="261108"/>
                  <a:pt x="289663" y="254441"/>
                </a:cubicBezTo>
                <a:cubicBezTo>
                  <a:pt x="297251" y="253488"/>
                  <a:pt x="302943" y="249678"/>
                  <a:pt x="309582" y="244916"/>
                </a:cubicBezTo>
                <a:cubicBezTo>
                  <a:pt x="317171" y="239201"/>
                  <a:pt x="320965" y="231581"/>
                  <a:pt x="322862" y="223961"/>
                </a:cubicBezTo>
                <a:cubicBezTo>
                  <a:pt x="329502" y="223008"/>
                  <a:pt x="335193" y="219198"/>
                  <a:pt x="339936" y="214436"/>
                </a:cubicBezTo>
                <a:cubicBezTo>
                  <a:pt x="348473" y="206816"/>
                  <a:pt x="353215" y="198243"/>
                  <a:pt x="355113" y="187766"/>
                </a:cubicBezTo>
                <a:lnTo>
                  <a:pt x="382620" y="163001"/>
                </a:lnTo>
                <a:cubicBezTo>
                  <a:pt x="383569" y="162048"/>
                  <a:pt x="385466" y="158238"/>
                  <a:pt x="383569" y="154428"/>
                </a:cubicBezTo>
                <a:lnTo>
                  <a:pt x="340884" y="26793"/>
                </a:lnTo>
                <a:cubicBezTo>
                  <a:pt x="339936" y="23936"/>
                  <a:pt x="337090" y="22031"/>
                  <a:pt x="334244" y="22031"/>
                </a:cubicBezTo>
                <a:cubicBezTo>
                  <a:pt x="327605" y="21078"/>
                  <a:pt x="281126" y="13458"/>
                  <a:pt x="268795" y="13458"/>
                </a:cubicBezTo>
                <a:cubicBezTo>
                  <a:pt x="256464" y="13458"/>
                  <a:pt x="255515" y="10601"/>
                  <a:pt x="246030" y="7743"/>
                </a:cubicBezTo>
                <a:cubicBezTo>
                  <a:pt x="229904" y="3933"/>
                  <a:pt x="212830" y="-829"/>
                  <a:pt x="201448" y="123"/>
                </a:cubicBezTo>
                <a:cubicBezTo>
                  <a:pt x="184374" y="1076"/>
                  <a:pt x="153072" y="17268"/>
                  <a:pt x="142638" y="22031"/>
                </a:cubicBezTo>
                <a:lnTo>
                  <a:pt x="55371" y="22031"/>
                </a:lnTo>
                <a:cubicBezTo>
                  <a:pt x="51577" y="22031"/>
                  <a:pt x="48732" y="24888"/>
                  <a:pt x="47783" y="26793"/>
                </a:cubicBezTo>
                <a:lnTo>
                  <a:pt x="356" y="154428"/>
                </a:lnTo>
                <a:cubicBezTo>
                  <a:pt x="-593" y="158238"/>
                  <a:pt x="356" y="162048"/>
                  <a:pt x="3201" y="163953"/>
                </a:cubicBezTo>
                <a:lnTo>
                  <a:pt x="25967" y="178241"/>
                </a:lnTo>
                <a:cubicBezTo>
                  <a:pt x="19327" y="187766"/>
                  <a:pt x="13635" y="203006"/>
                  <a:pt x="17430" y="211578"/>
                </a:cubicBezTo>
                <a:cubicBezTo>
                  <a:pt x="21224" y="223008"/>
                  <a:pt x="41143" y="237296"/>
                  <a:pt x="54423" y="241106"/>
                </a:cubicBezTo>
                <a:lnTo>
                  <a:pt x="54423" y="243963"/>
                </a:lnTo>
                <a:cubicBezTo>
                  <a:pt x="57269" y="252536"/>
                  <a:pt x="62960" y="258251"/>
                  <a:pt x="74342" y="263013"/>
                </a:cubicBezTo>
                <a:cubicBezTo>
                  <a:pt x="80982" y="265871"/>
                  <a:pt x="86674" y="266823"/>
                  <a:pt x="91416" y="266823"/>
                </a:cubicBezTo>
                <a:cubicBezTo>
                  <a:pt x="94262" y="270633"/>
                  <a:pt x="98056" y="272538"/>
                  <a:pt x="100902" y="276348"/>
                </a:cubicBezTo>
                <a:cubicBezTo>
                  <a:pt x="109439" y="282063"/>
                  <a:pt x="121770" y="284921"/>
                  <a:pt x="130307" y="283968"/>
                </a:cubicBezTo>
                <a:cubicBezTo>
                  <a:pt x="136947" y="289683"/>
                  <a:pt x="146432" y="296351"/>
                  <a:pt x="157815" y="296351"/>
                </a:cubicBezTo>
                <a:cubicBezTo>
                  <a:pt x="169197" y="296351"/>
                  <a:pt x="167300" y="295398"/>
                  <a:pt x="171094" y="292541"/>
                </a:cubicBezTo>
                <a:cubicBezTo>
                  <a:pt x="174889" y="289683"/>
                  <a:pt x="178683" y="287778"/>
                  <a:pt x="180580" y="283016"/>
                </a:cubicBezTo>
                <a:cubicBezTo>
                  <a:pt x="191962" y="287778"/>
                  <a:pt x="205242" y="290636"/>
                  <a:pt x="216625" y="29063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5" name="Graphic 272">
            <a:extLst>
              <a:ext uri="{FF2B5EF4-FFF2-40B4-BE49-F238E27FC236}">
                <a16:creationId xmlns:a16="http://schemas.microsoft.com/office/drawing/2014/main" id="{C59F438F-1FFD-F54B-4763-4A5AE023348B}"/>
              </a:ext>
            </a:extLst>
          </p:cNvPr>
          <p:cNvSpPr/>
          <p:nvPr/>
        </p:nvSpPr>
        <p:spPr>
          <a:xfrm>
            <a:off x="6231764" y="2916528"/>
            <a:ext cx="504048" cy="388612"/>
          </a:xfrm>
          <a:custGeom>
            <a:avLst/>
            <a:gdLst>
              <a:gd name="connsiteX0" fmla="*/ 163506 w 384380"/>
              <a:gd name="connsiteY0" fmla="*/ 225866 h 296350"/>
              <a:gd name="connsiteX1" fmla="*/ 154020 w 384380"/>
              <a:gd name="connsiteY1" fmla="*/ 225866 h 296350"/>
              <a:gd name="connsiteX2" fmla="*/ 154020 w 384380"/>
              <a:gd name="connsiteY2" fmla="*/ 222056 h 296350"/>
              <a:gd name="connsiteX3" fmla="*/ 122718 w 384380"/>
              <a:gd name="connsiteY3" fmla="*/ 203006 h 296350"/>
              <a:gd name="connsiteX4" fmla="*/ 122718 w 384380"/>
              <a:gd name="connsiteY4" fmla="*/ 203006 h 296350"/>
              <a:gd name="connsiteX5" fmla="*/ 105645 w 384380"/>
              <a:gd name="connsiteY5" fmla="*/ 185861 h 296350"/>
              <a:gd name="connsiteX6" fmla="*/ 85725 w 384380"/>
              <a:gd name="connsiteY6" fmla="*/ 183003 h 296350"/>
              <a:gd name="connsiteX7" fmla="*/ 76240 w 384380"/>
              <a:gd name="connsiteY7" fmla="*/ 190623 h 296350"/>
              <a:gd name="connsiteX8" fmla="*/ 75291 w 384380"/>
              <a:gd name="connsiteY8" fmla="*/ 190623 h 296350"/>
              <a:gd name="connsiteX9" fmla="*/ 20275 w 384380"/>
              <a:gd name="connsiteY9" fmla="*/ 154428 h 296350"/>
              <a:gd name="connsiteX10" fmla="*/ 63908 w 384380"/>
              <a:gd name="connsiteY10" fmla="*/ 37271 h 296350"/>
              <a:gd name="connsiteX11" fmla="*/ 135050 w 384380"/>
              <a:gd name="connsiteY11" fmla="*/ 37271 h 296350"/>
              <a:gd name="connsiteX12" fmla="*/ 103747 w 384380"/>
              <a:gd name="connsiteY12" fmla="*/ 107756 h 296350"/>
              <a:gd name="connsiteX13" fmla="*/ 103747 w 384380"/>
              <a:gd name="connsiteY13" fmla="*/ 107756 h 296350"/>
              <a:gd name="connsiteX14" fmla="*/ 108490 w 384380"/>
              <a:gd name="connsiteY14" fmla="*/ 129663 h 296350"/>
              <a:gd name="connsiteX15" fmla="*/ 141689 w 384380"/>
              <a:gd name="connsiteY15" fmla="*/ 139188 h 296350"/>
              <a:gd name="connsiteX16" fmla="*/ 185323 w 384380"/>
              <a:gd name="connsiteY16" fmla="*/ 108708 h 296350"/>
              <a:gd name="connsiteX17" fmla="*/ 193859 w 384380"/>
              <a:gd name="connsiteY17" fmla="*/ 94421 h 296350"/>
              <a:gd name="connsiteX18" fmla="*/ 233699 w 384380"/>
              <a:gd name="connsiteY18" fmla="*/ 88706 h 296350"/>
              <a:gd name="connsiteX19" fmla="*/ 288714 w 384380"/>
              <a:gd name="connsiteY19" fmla="*/ 138236 h 296350"/>
              <a:gd name="connsiteX20" fmla="*/ 339936 w 384380"/>
              <a:gd name="connsiteY20" fmla="*/ 186813 h 296350"/>
              <a:gd name="connsiteX21" fmla="*/ 330450 w 384380"/>
              <a:gd name="connsiteY21" fmla="*/ 201101 h 296350"/>
              <a:gd name="connsiteX22" fmla="*/ 318119 w 384380"/>
              <a:gd name="connsiteY22" fmla="*/ 206816 h 296350"/>
              <a:gd name="connsiteX23" fmla="*/ 317171 w 384380"/>
              <a:gd name="connsiteY23" fmla="*/ 206816 h 296350"/>
              <a:gd name="connsiteX24" fmla="*/ 276383 w 384380"/>
              <a:gd name="connsiteY24" fmla="*/ 173478 h 296350"/>
              <a:gd name="connsiteX25" fmla="*/ 266898 w 384380"/>
              <a:gd name="connsiteY25" fmla="*/ 157286 h 296350"/>
              <a:gd name="connsiteX26" fmla="*/ 258361 w 384380"/>
              <a:gd name="connsiteY26" fmla="*/ 149666 h 296350"/>
              <a:gd name="connsiteX27" fmla="*/ 250772 w 384380"/>
              <a:gd name="connsiteY27" fmla="*/ 158238 h 296350"/>
              <a:gd name="connsiteX28" fmla="*/ 265949 w 384380"/>
              <a:gd name="connsiteY28" fmla="*/ 183956 h 296350"/>
              <a:gd name="connsiteX29" fmla="*/ 266898 w 384380"/>
              <a:gd name="connsiteY29" fmla="*/ 184908 h 296350"/>
              <a:gd name="connsiteX30" fmla="*/ 307685 w 384380"/>
              <a:gd name="connsiteY30" fmla="*/ 218246 h 296350"/>
              <a:gd name="connsiteX31" fmla="*/ 308634 w 384380"/>
              <a:gd name="connsiteY31" fmla="*/ 219198 h 296350"/>
              <a:gd name="connsiteX32" fmla="*/ 301045 w 384380"/>
              <a:gd name="connsiteY32" fmla="*/ 230628 h 296350"/>
              <a:gd name="connsiteX33" fmla="*/ 285869 w 384380"/>
              <a:gd name="connsiteY33" fmla="*/ 236343 h 296350"/>
              <a:gd name="connsiteX34" fmla="*/ 242235 w 384380"/>
              <a:gd name="connsiteY34" fmla="*/ 201101 h 296350"/>
              <a:gd name="connsiteX35" fmla="*/ 235596 w 384380"/>
              <a:gd name="connsiteY35" fmla="*/ 200148 h 296350"/>
              <a:gd name="connsiteX36" fmla="*/ 230853 w 384380"/>
              <a:gd name="connsiteY36" fmla="*/ 203006 h 296350"/>
              <a:gd name="connsiteX37" fmla="*/ 228007 w 384380"/>
              <a:gd name="connsiteY37" fmla="*/ 208721 h 296350"/>
              <a:gd name="connsiteX38" fmla="*/ 231801 w 384380"/>
              <a:gd name="connsiteY38" fmla="*/ 213483 h 296350"/>
              <a:gd name="connsiteX39" fmla="*/ 274486 w 384380"/>
              <a:gd name="connsiteY39" fmla="*/ 247773 h 296350"/>
              <a:gd name="connsiteX40" fmla="*/ 266898 w 384380"/>
              <a:gd name="connsiteY40" fmla="*/ 259203 h 296350"/>
              <a:gd name="connsiteX41" fmla="*/ 255515 w 384380"/>
              <a:gd name="connsiteY41" fmla="*/ 263966 h 296350"/>
              <a:gd name="connsiteX42" fmla="*/ 214728 w 384380"/>
              <a:gd name="connsiteY42" fmla="*/ 233486 h 296350"/>
              <a:gd name="connsiteX43" fmla="*/ 208088 w 384380"/>
              <a:gd name="connsiteY43" fmla="*/ 232533 h 296350"/>
              <a:gd name="connsiteX44" fmla="*/ 203345 w 384380"/>
              <a:gd name="connsiteY44" fmla="*/ 236343 h 296350"/>
              <a:gd name="connsiteX45" fmla="*/ 202396 w 384380"/>
              <a:gd name="connsiteY45" fmla="*/ 242058 h 296350"/>
              <a:gd name="connsiteX46" fmla="*/ 205242 w 384380"/>
              <a:gd name="connsiteY46" fmla="*/ 246821 h 296350"/>
              <a:gd name="connsiteX47" fmla="*/ 236544 w 384380"/>
              <a:gd name="connsiteY47" fmla="*/ 269681 h 296350"/>
              <a:gd name="connsiteX48" fmla="*/ 232750 w 384380"/>
              <a:gd name="connsiteY48" fmla="*/ 270633 h 296350"/>
              <a:gd name="connsiteX49" fmla="*/ 221367 w 384380"/>
              <a:gd name="connsiteY49" fmla="*/ 271586 h 296350"/>
              <a:gd name="connsiteX50" fmla="*/ 190065 w 384380"/>
              <a:gd name="connsiteY50" fmla="*/ 263966 h 296350"/>
              <a:gd name="connsiteX51" fmla="*/ 190065 w 384380"/>
              <a:gd name="connsiteY51" fmla="*/ 241106 h 296350"/>
              <a:gd name="connsiteX52" fmla="*/ 165403 w 384380"/>
              <a:gd name="connsiteY52" fmla="*/ 223961 h 296350"/>
              <a:gd name="connsiteX53" fmla="*/ 172991 w 384380"/>
              <a:gd name="connsiteY53" fmla="*/ 263966 h 296350"/>
              <a:gd name="connsiteX54" fmla="*/ 172991 w 384380"/>
              <a:gd name="connsiteY54" fmla="*/ 263966 h 296350"/>
              <a:gd name="connsiteX55" fmla="*/ 172043 w 384380"/>
              <a:gd name="connsiteY55" fmla="*/ 264918 h 296350"/>
              <a:gd name="connsiteX56" fmla="*/ 171094 w 384380"/>
              <a:gd name="connsiteY56" fmla="*/ 272538 h 296350"/>
              <a:gd name="connsiteX57" fmla="*/ 166352 w 384380"/>
              <a:gd name="connsiteY57" fmla="*/ 278253 h 296350"/>
              <a:gd name="connsiteX58" fmla="*/ 161609 w 384380"/>
              <a:gd name="connsiteY58" fmla="*/ 279206 h 296350"/>
              <a:gd name="connsiteX59" fmla="*/ 145484 w 384380"/>
              <a:gd name="connsiteY59" fmla="*/ 271586 h 296350"/>
              <a:gd name="connsiteX60" fmla="*/ 154020 w 384380"/>
              <a:gd name="connsiteY60" fmla="*/ 242058 h 296350"/>
              <a:gd name="connsiteX61" fmla="*/ 162557 w 384380"/>
              <a:gd name="connsiteY61" fmla="*/ 241106 h 296350"/>
              <a:gd name="connsiteX62" fmla="*/ 173940 w 384380"/>
              <a:gd name="connsiteY62" fmla="*/ 246821 h 296350"/>
              <a:gd name="connsiteX63" fmla="*/ 173940 w 384380"/>
              <a:gd name="connsiteY63" fmla="*/ 263013 h 296350"/>
              <a:gd name="connsiteX64" fmla="*/ 137895 w 384380"/>
              <a:gd name="connsiteY64" fmla="*/ 238248 h 296350"/>
              <a:gd name="connsiteX65" fmla="*/ 137895 w 384380"/>
              <a:gd name="connsiteY65" fmla="*/ 238248 h 296350"/>
              <a:gd name="connsiteX66" fmla="*/ 128410 w 384380"/>
              <a:gd name="connsiteY66" fmla="*/ 267776 h 296350"/>
              <a:gd name="connsiteX67" fmla="*/ 113233 w 384380"/>
              <a:gd name="connsiteY67" fmla="*/ 263013 h 296350"/>
              <a:gd name="connsiteX68" fmla="*/ 106593 w 384380"/>
              <a:gd name="connsiteY68" fmla="*/ 257298 h 296350"/>
              <a:gd name="connsiteX69" fmla="*/ 121770 w 384380"/>
              <a:gd name="connsiteY69" fmla="*/ 219198 h 296350"/>
              <a:gd name="connsiteX70" fmla="*/ 137895 w 384380"/>
              <a:gd name="connsiteY70" fmla="*/ 226818 h 296350"/>
              <a:gd name="connsiteX71" fmla="*/ 137895 w 384380"/>
              <a:gd name="connsiteY71" fmla="*/ 239201 h 296350"/>
              <a:gd name="connsiteX72" fmla="*/ 91416 w 384380"/>
              <a:gd name="connsiteY72" fmla="*/ 248726 h 296350"/>
              <a:gd name="connsiteX73" fmla="*/ 90468 w 384380"/>
              <a:gd name="connsiteY73" fmla="*/ 248726 h 296350"/>
              <a:gd name="connsiteX74" fmla="*/ 81931 w 384380"/>
              <a:gd name="connsiteY74" fmla="*/ 247773 h 296350"/>
              <a:gd name="connsiteX75" fmla="*/ 72445 w 384380"/>
              <a:gd name="connsiteY75" fmla="*/ 239201 h 296350"/>
              <a:gd name="connsiteX76" fmla="*/ 72445 w 384380"/>
              <a:gd name="connsiteY76" fmla="*/ 235391 h 296350"/>
              <a:gd name="connsiteX77" fmla="*/ 72445 w 384380"/>
              <a:gd name="connsiteY77" fmla="*/ 235391 h 296350"/>
              <a:gd name="connsiteX78" fmla="*/ 81931 w 384380"/>
              <a:gd name="connsiteY78" fmla="*/ 208721 h 296350"/>
              <a:gd name="connsiteX79" fmla="*/ 84776 w 384380"/>
              <a:gd name="connsiteY79" fmla="*/ 207768 h 296350"/>
              <a:gd name="connsiteX80" fmla="*/ 85725 w 384380"/>
              <a:gd name="connsiteY80" fmla="*/ 203958 h 296350"/>
              <a:gd name="connsiteX81" fmla="*/ 90468 w 384380"/>
              <a:gd name="connsiteY81" fmla="*/ 198243 h 296350"/>
              <a:gd name="connsiteX82" fmla="*/ 106593 w 384380"/>
              <a:gd name="connsiteY82" fmla="*/ 206816 h 296350"/>
              <a:gd name="connsiteX83" fmla="*/ 106593 w 384380"/>
              <a:gd name="connsiteY83" fmla="*/ 206816 h 296350"/>
              <a:gd name="connsiteX84" fmla="*/ 106593 w 384380"/>
              <a:gd name="connsiteY84" fmla="*/ 211578 h 296350"/>
              <a:gd name="connsiteX85" fmla="*/ 91416 w 384380"/>
              <a:gd name="connsiteY85" fmla="*/ 249678 h 296350"/>
              <a:gd name="connsiteX86" fmla="*/ 65806 w 384380"/>
              <a:gd name="connsiteY86" fmla="*/ 204911 h 296350"/>
              <a:gd name="connsiteX87" fmla="*/ 58217 w 384380"/>
              <a:gd name="connsiteY87" fmla="*/ 223961 h 296350"/>
              <a:gd name="connsiteX88" fmla="*/ 57269 w 384380"/>
              <a:gd name="connsiteY88" fmla="*/ 223961 h 296350"/>
              <a:gd name="connsiteX89" fmla="*/ 33555 w 384380"/>
              <a:gd name="connsiteY89" fmla="*/ 205863 h 296350"/>
              <a:gd name="connsiteX90" fmla="*/ 40195 w 384380"/>
              <a:gd name="connsiteY90" fmla="*/ 187766 h 296350"/>
              <a:gd name="connsiteX91" fmla="*/ 41143 w 384380"/>
              <a:gd name="connsiteY91" fmla="*/ 187766 h 296350"/>
              <a:gd name="connsiteX92" fmla="*/ 65806 w 384380"/>
              <a:gd name="connsiteY92" fmla="*/ 204911 h 296350"/>
              <a:gd name="connsiteX93" fmla="*/ 153072 w 384380"/>
              <a:gd name="connsiteY93" fmla="*/ 34413 h 296350"/>
              <a:gd name="connsiteX94" fmla="*/ 153072 w 384380"/>
              <a:gd name="connsiteY94" fmla="*/ 34413 h 296350"/>
              <a:gd name="connsiteX95" fmla="*/ 204293 w 384380"/>
              <a:gd name="connsiteY95" fmla="*/ 15363 h 296350"/>
              <a:gd name="connsiteX96" fmla="*/ 205242 w 384380"/>
              <a:gd name="connsiteY96" fmla="*/ 15363 h 296350"/>
              <a:gd name="connsiteX97" fmla="*/ 242235 w 384380"/>
              <a:gd name="connsiteY97" fmla="*/ 22983 h 296350"/>
              <a:gd name="connsiteX98" fmla="*/ 269743 w 384380"/>
              <a:gd name="connsiteY98" fmla="*/ 28698 h 296350"/>
              <a:gd name="connsiteX99" fmla="*/ 326656 w 384380"/>
              <a:gd name="connsiteY99" fmla="*/ 36318 h 296350"/>
              <a:gd name="connsiteX100" fmla="*/ 327605 w 384380"/>
              <a:gd name="connsiteY100" fmla="*/ 36318 h 296350"/>
              <a:gd name="connsiteX101" fmla="*/ 367444 w 384380"/>
              <a:gd name="connsiteY101" fmla="*/ 155381 h 296350"/>
              <a:gd name="connsiteX102" fmla="*/ 366495 w 384380"/>
              <a:gd name="connsiteY102" fmla="*/ 155381 h 296350"/>
              <a:gd name="connsiteX103" fmla="*/ 347524 w 384380"/>
              <a:gd name="connsiteY103" fmla="*/ 172526 h 296350"/>
              <a:gd name="connsiteX104" fmla="*/ 346576 w 384380"/>
              <a:gd name="connsiteY104" fmla="*/ 172526 h 296350"/>
              <a:gd name="connsiteX105" fmla="*/ 301045 w 384380"/>
              <a:gd name="connsiteY105" fmla="*/ 127758 h 296350"/>
              <a:gd name="connsiteX106" fmla="*/ 239390 w 384380"/>
              <a:gd name="connsiteY106" fmla="*/ 72513 h 296350"/>
              <a:gd name="connsiteX107" fmla="*/ 184374 w 384380"/>
              <a:gd name="connsiteY107" fmla="*/ 82038 h 296350"/>
              <a:gd name="connsiteX108" fmla="*/ 171094 w 384380"/>
              <a:gd name="connsiteY108" fmla="*/ 101088 h 296350"/>
              <a:gd name="connsiteX109" fmla="*/ 139792 w 384380"/>
              <a:gd name="connsiteY109" fmla="*/ 122996 h 296350"/>
              <a:gd name="connsiteX110" fmla="*/ 120821 w 384380"/>
              <a:gd name="connsiteY110" fmla="*/ 119186 h 296350"/>
              <a:gd name="connsiteX111" fmla="*/ 119873 w 384380"/>
              <a:gd name="connsiteY111" fmla="*/ 113471 h 296350"/>
              <a:gd name="connsiteX112" fmla="*/ 153072 w 384380"/>
              <a:gd name="connsiteY112" fmla="*/ 34413 h 296350"/>
              <a:gd name="connsiteX113" fmla="*/ 219470 w 384380"/>
              <a:gd name="connsiteY113" fmla="*/ 289683 h 296350"/>
              <a:gd name="connsiteX114" fmla="*/ 234647 w 384380"/>
              <a:gd name="connsiteY114" fmla="*/ 288731 h 296350"/>
              <a:gd name="connsiteX115" fmla="*/ 247927 w 384380"/>
              <a:gd name="connsiteY115" fmla="*/ 281111 h 296350"/>
              <a:gd name="connsiteX116" fmla="*/ 250772 w 384380"/>
              <a:gd name="connsiteY116" fmla="*/ 281111 h 296350"/>
              <a:gd name="connsiteX117" fmla="*/ 254567 w 384380"/>
              <a:gd name="connsiteY117" fmla="*/ 282063 h 296350"/>
              <a:gd name="connsiteX118" fmla="*/ 277332 w 384380"/>
              <a:gd name="connsiteY118" fmla="*/ 272538 h 296350"/>
              <a:gd name="connsiteX119" fmla="*/ 289663 w 384380"/>
              <a:gd name="connsiteY119" fmla="*/ 254441 h 296350"/>
              <a:gd name="connsiteX120" fmla="*/ 309582 w 384380"/>
              <a:gd name="connsiteY120" fmla="*/ 244916 h 296350"/>
              <a:gd name="connsiteX121" fmla="*/ 322862 w 384380"/>
              <a:gd name="connsiteY121" fmla="*/ 223961 h 296350"/>
              <a:gd name="connsiteX122" fmla="*/ 339936 w 384380"/>
              <a:gd name="connsiteY122" fmla="*/ 214436 h 296350"/>
              <a:gd name="connsiteX123" fmla="*/ 355113 w 384380"/>
              <a:gd name="connsiteY123" fmla="*/ 187766 h 296350"/>
              <a:gd name="connsiteX124" fmla="*/ 382620 w 384380"/>
              <a:gd name="connsiteY124" fmla="*/ 163001 h 296350"/>
              <a:gd name="connsiteX125" fmla="*/ 383569 w 384380"/>
              <a:gd name="connsiteY125" fmla="*/ 154428 h 296350"/>
              <a:gd name="connsiteX126" fmla="*/ 340884 w 384380"/>
              <a:gd name="connsiteY126" fmla="*/ 26793 h 296350"/>
              <a:gd name="connsiteX127" fmla="*/ 334244 w 384380"/>
              <a:gd name="connsiteY127" fmla="*/ 22031 h 296350"/>
              <a:gd name="connsiteX128" fmla="*/ 268795 w 384380"/>
              <a:gd name="connsiteY128" fmla="*/ 13458 h 296350"/>
              <a:gd name="connsiteX129" fmla="*/ 246030 w 384380"/>
              <a:gd name="connsiteY129" fmla="*/ 7743 h 296350"/>
              <a:gd name="connsiteX130" fmla="*/ 201448 w 384380"/>
              <a:gd name="connsiteY130" fmla="*/ 123 h 296350"/>
              <a:gd name="connsiteX131" fmla="*/ 142638 w 384380"/>
              <a:gd name="connsiteY131" fmla="*/ 22031 h 296350"/>
              <a:gd name="connsiteX132" fmla="*/ 55371 w 384380"/>
              <a:gd name="connsiteY132" fmla="*/ 22031 h 296350"/>
              <a:gd name="connsiteX133" fmla="*/ 47783 w 384380"/>
              <a:gd name="connsiteY133" fmla="*/ 26793 h 296350"/>
              <a:gd name="connsiteX134" fmla="*/ 356 w 384380"/>
              <a:gd name="connsiteY134" fmla="*/ 154428 h 296350"/>
              <a:gd name="connsiteX135" fmla="*/ 3201 w 384380"/>
              <a:gd name="connsiteY135" fmla="*/ 163953 h 296350"/>
              <a:gd name="connsiteX136" fmla="*/ 25967 w 384380"/>
              <a:gd name="connsiteY136" fmla="*/ 178241 h 296350"/>
              <a:gd name="connsiteX137" fmla="*/ 17430 w 384380"/>
              <a:gd name="connsiteY137" fmla="*/ 211578 h 296350"/>
              <a:gd name="connsiteX138" fmla="*/ 54423 w 384380"/>
              <a:gd name="connsiteY138" fmla="*/ 241106 h 296350"/>
              <a:gd name="connsiteX139" fmla="*/ 54423 w 384380"/>
              <a:gd name="connsiteY139" fmla="*/ 243963 h 296350"/>
              <a:gd name="connsiteX140" fmla="*/ 74342 w 384380"/>
              <a:gd name="connsiteY140" fmla="*/ 263013 h 296350"/>
              <a:gd name="connsiteX141" fmla="*/ 91416 w 384380"/>
              <a:gd name="connsiteY141" fmla="*/ 266823 h 296350"/>
              <a:gd name="connsiteX142" fmla="*/ 100902 w 384380"/>
              <a:gd name="connsiteY142" fmla="*/ 276348 h 296350"/>
              <a:gd name="connsiteX143" fmla="*/ 130307 w 384380"/>
              <a:gd name="connsiteY143" fmla="*/ 283968 h 296350"/>
              <a:gd name="connsiteX144" fmla="*/ 157815 w 384380"/>
              <a:gd name="connsiteY144" fmla="*/ 296351 h 296350"/>
              <a:gd name="connsiteX145" fmla="*/ 171094 w 384380"/>
              <a:gd name="connsiteY145" fmla="*/ 292541 h 296350"/>
              <a:gd name="connsiteX146" fmla="*/ 180580 w 384380"/>
              <a:gd name="connsiteY146" fmla="*/ 283016 h 296350"/>
              <a:gd name="connsiteX147" fmla="*/ 216625 w 384380"/>
              <a:gd name="connsiteY147" fmla="*/ 290636 h 296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384380" h="296350">
                <a:moveTo>
                  <a:pt x="163506" y="225866"/>
                </a:moveTo>
                <a:lnTo>
                  <a:pt x="154020" y="225866"/>
                </a:lnTo>
                <a:lnTo>
                  <a:pt x="154020" y="222056"/>
                </a:lnTo>
                <a:cubicBezTo>
                  <a:pt x="151175" y="210626"/>
                  <a:pt x="136947" y="203958"/>
                  <a:pt x="122718" y="203006"/>
                </a:cubicBezTo>
                <a:lnTo>
                  <a:pt x="122718" y="203006"/>
                </a:lnTo>
                <a:cubicBezTo>
                  <a:pt x="119873" y="195386"/>
                  <a:pt x="113233" y="188718"/>
                  <a:pt x="105645" y="185861"/>
                </a:cubicBezTo>
                <a:cubicBezTo>
                  <a:pt x="98056" y="182051"/>
                  <a:pt x="92365" y="181098"/>
                  <a:pt x="85725" y="183003"/>
                </a:cubicBezTo>
                <a:cubicBezTo>
                  <a:pt x="81931" y="183956"/>
                  <a:pt x="79085" y="186813"/>
                  <a:pt x="76240" y="190623"/>
                </a:cubicBezTo>
                <a:lnTo>
                  <a:pt x="75291" y="190623"/>
                </a:lnTo>
                <a:lnTo>
                  <a:pt x="20275" y="154428"/>
                </a:lnTo>
                <a:lnTo>
                  <a:pt x="63908" y="37271"/>
                </a:lnTo>
                <a:lnTo>
                  <a:pt x="135050" y="37271"/>
                </a:lnTo>
                <a:lnTo>
                  <a:pt x="103747" y="107756"/>
                </a:lnTo>
                <a:lnTo>
                  <a:pt x="103747" y="107756"/>
                </a:lnTo>
                <a:cubicBezTo>
                  <a:pt x="103747" y="110613"/>
                  <a:pt x="99953" y="121091"/>
                  <a:pt x="108490" y="129663"/>
                </a:cubicBezTo>
                <a:cubicBezTo>
                  <a:pt x="115130" y="138236"/>
                  <a:pt x="125564" y="141093"/>
                  <a:pt x="141689" y="139188"/>
                </a:cubicBezTo>
                <a:cubicBezTo>
                  <a:pt x="169197" y="136331"/>
                  <a:pt x="177734" y="121091"/>
                  <a:pt x="185323" y="108708"/>
                </a:cubicBezTo>
                <a:cubicBezTo>
                  <a:pt x="188168" y="102993"/>
                  <a:pt x="190065" y="97278"/>
                  <a:pt x="193859" y="94421"/>
                </a:cubicBezTo>
                <a:cubicBezTo>
                  <a:pt x="205242" y="85848"/>
                  <a:pt x="217573" y="82991"/>
                  <a:pt x="233699" y="88706"/>
                </a:cubicBezTo>
                <a:cubicBezTo>
                  <a:pt x="241287" y="89658"/>
                  <a:pt x="266898" y="115376"/>
                  <a:pt x="288714" y="138236"/>
                </a:cubicBezTo>
                <a:lnTo>
                  <a:pt x="339936" y="186813"/>
                </a:lnTo>
                <a:cubicBezTo>
                  <a:pt x="338987" y="191576"/>
                  <a:pt x="335193" y="198243"/>
                  <a:pt x="330450" y="201101"/>
                </a:cubicBezTo>
                <a:cubicBezTo>
                  <a:pt x="326656" y="204911"/>
                  <a:pt x="321913" y="206816"/>
                  <a:pt x="318119" y="206816"/>
                </a:cubicBezTo>
                <a:lnTo>
                  <a:pt x="317171" y="206816"/>
                </a:lnTo>
                <a:lnTo>
                  <a:pt x="276383" y="173478"/>
                </a:lnTo>
                <a:cubicBezTo>
                  <a:pt x="272589" y="169668"/>
                  <a:pt x="266898" y="161096"/>
                  <a:pt x="266898" y="157286"/>
                </a:cubicBezTo>
                <a:cubicBezTo>
                  <a:pt x="266898" y="153476"/>
                  <a:pt x="263103" y="149666"/>
                  <a:pt x="258361" y="149666"/>
                </a:cubicBezTo>
                <a:cubicBezTo>
                  <a:pt x="253618" y="149666"/>
                  <a:pt x="250772" y="153476"/>
                  <a:pt x="250772" y="158238"/>
                </a:cubicBezTo>
                <a:cubicBezTo>
                  <a:pt x="251721" y="169668"/>
                  <a:pt x="263103" y="181098"/>
                  <a:pt x="265949" y="183956"/>
                </a:cubicBezTo>
                <a:cubicBezTo>
                  <a:pt x="265949" y="184591"/>
                  <a:pt x="266262" y="184908"/>
                  <a:pt x="266898" y="184908"/>
                </a:cubicBezTo>
                <a:lnTo>
                  <a:pt x="307685" y="218246"/>
                </a:lnTo>
                <a:cubicBezTo>
                  <a:pt x="307685" y="218246"/>
                  <a:pt x="307685" y="219198"/>
                  <a:pt x="308634" y="219198"/>
                </a:cubicBezTo>
                <a:cubicBezTo>
                  <a:pt x="307685" y="223008"/>
                  <a:pt x="304840" y="226818"/>
                  <a:pt x="301045" y="230628"/>
                </a:cubicBezTo>
                <a:cubicBezTo>
                  <a:pt x="296303" y="234438"/>
                  <a:pt x="291560" y="236343"/>
                  <a:pt x="285869" y="236343"/>
                </a:cubicBezTo>
                <a:lnTo>
                  <a:pt x="242235" y="201101"/>
                </a:lnTo>
                <a:cubicBezTo>
                  <a:pt x="241287" y="200148"/>
                  <a:pt x="238441" y="200148"/>
                  <a:pt x="235596" y="200148"/>
                </a:cubicBezTo>
                <a:cubicBezTo>
                  <a:pt x="232750" y="200148"/>
                  <a:pt x="231801" y="201101"/>
                  <a:pt x="230853" y="203006"/>
                </a:cubicBezTo>
                <a:cubicBezTo>
                  <a:pt x="229904" y="205863"/>
                  <a:pt x="228007" y="206816"/>
                  <a:pt x="228007" y="208721"/>
                </a:cubicBezTo>
                <a:cubicBezTo>
                  <a:pt x="228007" y="210626"/>
                  <a:pt x="228956" y="212531"/>
                  <a:pt x="231801" y="213483"/>
                </a:cubicBezTo>
                <a:lnTo>
                  <a:pt x="274486" y="247773"/>
                </a:lnTo>
                <a:cubicBezTo>
                  <a:pt x="273537" y="252536"/>
                  <a:pt x="270692" y="256346"/>
                  <a:pt x="266898" y="259203"/>
                </a:cubicBezTo>
                <a:cubicBezTo>
                  <a:pt x="264052" y="263013"/>
                  <a:pt x="259309" y="263966"/>
                  <a:pt x="255515" y="263966"/>
                </a:cubicBezTo>
                <a:lnTo>
                  <a:pt x="214728" y="233486"/>
                </a:lnTo>
                <a:cubicBezTo>
                  <a:pt x="213779" y="232533"/>
                  <a:pt x="210933" y="232533"/>
                  <a:pt x="208088" y="232533"/>
                </a:cubicBezTo>
                <a:cubicBezTo>
                  <a:pt x="205242" y="232533"/>
                  <a:pt x="204293" y="233486"/>
                  <a:pt x="203345" y="236343"/>
                </a:cubicBezTo>
                <a:cubicBezTo>
                  <a:pt x="202396" y="237296"/>
                  <a:pt x="202396" y="240153"/>
                  <a:pt x="202396" y="242058"/>
                </a:cubicBezTo>
                <a:cubicBezTo>
                  <a:pt x="202396" y="243963"/>
                  <a:pt x="203345" y="245868"/>
                  <a:pt x="205242" y="246821"/>
                </a:cubicBezTo>
                <a:lnTo>
                  <a:pt x="236544" y="269681"/>
                </a:lnTo>
                <a:cubicBezTo>
                  <a:pt x="235596" y="269681"/>
                  <a:pt x="233699" y="270633"/>
                  <a:pt x="232750" y="270633"/>
                </a:cubicBezTo>
                <a:cubicBezTo>
                  <a:pt x="228956" y="270633"/>
                  <a:pt x="225162" y="271586"/>
                  <a:pt x="221367" y="271586"/>
                </a:cubicBezTo>
                <a:cubicBezTo>
                  <a:pt x="211882" y="271586"/>
                  <a:pt x="198602" y="267776"/>
                  <a:pt x="190065" y="263966"/>
                </a:cubicBezTo>
                <a:cubicBezTo>
                  <a:pt x="192911" y="254441"/>
                  <a:pt x="191014" y="245868"/>
                  <a:pt x="190065" y="241106"/>
                </a:cubicBezTo>
                <a:cubicBezTo>
                  <a:pt x="187220" y="231581"/>
                  <a:pt x="177734" y="224913"/>
                  <a:pt x="165403" y="223961"/>
                </a:cubicBezTo>
                <a:close/>
                <a:moveTo>
                  <a:pt x="172991" y="263966"/>
                </a:moveTo>
                <a:lnTo>
                  <a:pt x="172991" y="263966"/>
                </a:lnTo>
                <a:cubicBezTo>
                  <a:pt x="172991" y="264918"/>
                  <a:pt x="172043" y="264918"/>
                  <a:pt x="172043" y="264918"/>
                </a:cubicBezTo>
                <a:cubicBezTo>
                  <a:pt x="171094" y="267776"/>
                  <a:pt x="171094" y="269681"/>
                  <a:pt x="171094" y="272538"/>
                </a:cubicBezTo>
                <a:cubicBezTo>
                  <a:pt x="170146" y="275396"/>
                  <a:pt x="168249" y="277301"/>
                  <a:pt x="166352" y="278253"/>
                </a:cubicBezTo>
                <a:cubicBezTo>
                  <a:pt x="165403" y="279206"/>
                  <a:pt x="163506" y="279206"/>
                  <a:pt x="161609" y="279206"/>
                </a:cubicBezTo>
                <a:cubicBezTo>
                  <a:pt x="156866" y="279206"/>
                  <a:pt x="149278" y="275396"/>
                  <a:pt x="145484" y="271586"/>
                </a:cubicBezTo>
                <a:lnTo>
                  <a:pt x="154020" y="242058"/>
                </a:lnTo>
                <a:cubicBezTo>
                  <a:pt x="156866" y="241106"/>
                  <a:pt x="160660" y="239201"/>
                  <a:pt x="162557" y="241106"/>
                </a:cubicBezTo>
                <a:cubicBezTo>
                  <a:pt x="166352" y="241106"/>
                  <a:pt x="172043" y="242058"/>
                  <a:pt x="173940" y="246821"/>
                </a:cubicBezTo>
                <a:cubicBezTo>
                  <a:pt x="174889" y="250631"/>
                  <a:pt x="174889" y="256346"/>
                  <a:pt x="173940" y="263013"/>
                </a:cubicBezTo>
                <a:close/>
                <a:moveTo>
                  <a:pt x="137895" y="238248"/>
                </a:moveTo>
                <a:lnTo>
                  <a:pt x="137895" y="238248"/>
                </a:lnTo>
                <a:lnTo>
                  <a:pt x="128410" y="267776"/>
                </a:lnTo>
                <a:cubicBezTo>
                  <a:pt x="124616" y="267776"/>
                  <a:pt x="118924" y="266823"/>
                  <a:pt x="113233" y="263013"/>
                </a:cubicBezTo>
                <a:cubicBezTo>
                  <a:pt x="109439" y="260156"/>
                  <a:pt x="108490" y="259203"/>
                  <a:pt x="106593" y="257298"/>
                </a:cubicBezTo>
                <a:lnTo>
                  <a:pt x="121770" y="219198"/>
                </a:lnTo>
                <a:cubicBezTo>
                  <a:pt x="129358" y="220151"/>
                  <a:pt x="136947" y="223961"/>
                  <a:pt x="137895" y="226818"/>
                </a:cubicBezTo>
                <a:cubicBezTo>
                  <a:pt x="137895" y="227771"/>
                  <a:pt x="138844" y="231581"/>
                  <a:pt x="137895" y="239201"/>
                </a:cubicBezTo>
                <a:close/>
                <a:moveTo>
                  <a:pt x="91416" y="248726"/>
                </a:moveTo>
                <a:lnTo>
                  <a:pt x="90468" y="248726"/>
                </a:lnTo>
                <a:cubicBezTo>
                  <a:pt x="89519" y="248726"/>
                  <a:pt x="85725" y="248726"/>
                  <a:pt x="81931" y="247773"/>
                </a:cubicBezTo>
                <a:cubicBezTo>
                  <a:pt x="75291" y="244916"/>
                  <a:pt x="72445" y="242058"/>
                  <a:pt x="72445" y="239201"/>
                </a:cubicBezTo>
                <a:lnTo>
                  <a:pt x="72445" y="235391"/>
                </a:lnTo>
                <a:lnTo>
                  <a:pt x="72445" y="235391"/>
                </a:lnTo>
                <a:cubicBezTo>
                  <a:pt x="73394" y="226818"/>
                  <a:pt x="79085" y="216341"/>
                  <a:pt x="81931" y="208721"/>
                </a:cubicBezTo>
                <a:cubicBezTo>
                  <a:pt x="82879" y="208721"/>
                  <a:pt x="84776" y="207768"/>
                  <a:pt x="84776" y="207768"/>
                </a:cubicBezTo>
                <a:cubicBezTo>
                  <a:pt x="84776" y="206816"/>
                  <a:pt x="85725" y="204911"/>
                  <a:pt x="85725" y="203958"/>
                </a:cubicBezTo>
                <a:cubicBezTo>
                  <a:pt x="88571" y="200148"/>
                  <a:pt x="89519" y="199196"/>
                  <a:pt x="90468" y="198243"/>
                </a:cubicBezTo>
                <a:cubicBezTo>
                  <a:pt x="95210" y="197291"/>
                  <a:pt x="105645" y="203958"/>
                  <a:pt x="106593" y="206816"/>
                </a:cubicBezTo>
                <a:lnTo>
                  <a:pt x="106593" y="206816"/>
                </a:lnTo>
                <a:cubicBezTo>
                  <a:pt x="107542" y="207768"/>
                  <a:pt x="107542" y="209673"/>
                  <a:pt x="106593" y="211578"/>
                </a:cubicBezTo>
                <a:lnTo>
                  <a:pt x="91416" y="249678"/>
                </a:lnTo>
                <a:close/>
                <a:moveTo>
                  <a:pt x="65806" y="204911"/>
                </a:moveTo>
                <a:cubicBezTo>
                  <a:pt x="62960" y="210626"/>
                  <a:pt x="59166" y="217293"/>
                  <a:pt x="58217" y="223961"/>
                </a:cubicBezTo>
                <a:lnTo>
                  <a:pt x="57269" y="223961"/>
                </a:lnTo>
                <a:cubicBezTo>
                  <a:pt x="49680" y="220151"/>
                  <a:pt x="36401" y="211578"/>
                  <a:pt x="33555" y="205863"/>
                </a:cubicBezTo>
                <a:cubicBezTo>
                  <a:pt x="32606" y="203006"/>
                  <a:pt x="36401" y="193481"/>
                  <a:pt x="40195" y="187766"/>
                </a:cubicBezTo>
                <a:lnTo>
                  <a:pt x="41143" y="187766"/>
                </a:lnTo>
                <a:lnTo>
                  <a:pt x="65806" y="204911"/>
                </a:lnTo>
                <a:close/>
                <a:moveTo>
                  <a:pt x="153072" y="34413"/>
                </a:moveTo>
                <a:lnTo>
                  <a:pt x="153072" y="34413"/>
                </a:lnTo>
                <a:cubicBezTo>
                  <a:pt x="165403" y="28698"/>
                  <a:pt x="191962" y="15363"/>
                  <a:pt x="204293" y="15363"/>
                </a:cubicBezTo>
                <a:lnTo>
                  <a:pt x="205242" y="15363"/>
                </a:lnTo>
                <a:cubicBezTo>
                  <a:pt x="213779" y="15363"/>
                  <a:pt x="229904" y="19173"/>
                  <a:pt x="242235" y="22983"/>
                </a:cubicBezTo>
                <a:cubicBezTo>
                  <a:pt x="253618" y="26793"/>
                  <a:pt x="263103" y="28698"/>
                  <a:pt x="269743" y="28698"/>
                </a:cubicBezTo>
                <a:cubicBezTo>
                  <a:pt x="276383" y="28698"/>
                  <a:pt x="305788" y="33461"/>
                  <a:pt x="326656" y="36318"/>
                </a:cubicBezTo>
                <a:lnTo>
                  <a:pt x="327605" y="36318"/>
                </a:lnTo>
                <a:lnTo>
                  <a:pt x="367444" y="155381"/>
                </a:lnTo>
                <a:lnTo>
                  <a:pt x="366495" y="155381"/>
                </a:lnTo>
                <a:lnTo>
                  <a:pt x="347524" y="172526"/>
                </a:lnTo>
                <a:lnTo>
                  <a:pt x="346576" y="172526"/>
                </a:lnTo>
                <a:lnTo>
                  <a:pt x="301045" y="127758"/>
                </a:lnTo>
                <a:cubicBezTo>
                  <a:pt x="289663" y="115376"/>
                  <a:pt x="252669" y="76323"/>
                  <a:pt x="239390" y="72513"/>
                </a:cubicBezTo>
                <a:cubicBezTo>
                  <a:pt x="218522" y="66798"/>
                  <a:pt x="199551" y="69656"/>
                  <a:pt x="184374" y="82038"/>
                </a:cubicBezTo>
                <a:cubicBezTo>
                  <a:pt x="177734" y="87753"/>
                  <a:pt x="174889" y="94421"/>
                  <a:pt x="171094" y="101088"/>
                </a:cubicBezTo>
                <a:cubicBezTo>
                  <a:pt x="164454" y="112518"/>
                  <a:pt x="159712" y="122043"/>
                  <a:pt x="139792" y="122996"/>
                </a:cubicBezTo>
                <a:cubicBezTo>
                  <a:pt x="131255" y="123948"/>
                  <a:pt x="123667" y="122996"/>
                  <a:pt x="120821" y="119186"/>
                </a:cubicBezTo>
                <a:cubicBezTo>
                  <a:pt x="117976" y="116328"/>
                  <a:pt x="117976" y="114423"/>
                  <a:pt x="119873" y="113471"/>
                </a:cubicBezTo>
                <a:lnTo>
                  <a:pt x="153072" y="34413"/>
                </a:lnTo>
                <a:close/>
                <a:moveTo>
                  <a:pt x="219470" y="289683"/>
                </a:moveTo>
                <a:cubicBezTo>
                  <a:pt x="226110" y="289683"/>
                  <a:pt x="228956" y="288731"/>
                  <a:pt x="234647" y="288731"/>
                </a:cubicBezTo>
                <a:cubicBezTo>
                  <a:pt x="239390" y="285873"/>
                  <a:pt x="244133" y="284921"/>
                  <a:pt x="247927" y="281111"/>
                </a:cubicBezTo>
                <a:lnTo>
                  <a:pt x="250772" y="281111"/>
                </a:lnTo>
                <a:cubicBezTo>
                  <a:pt x="251721" y="281111"/>
                  <a:pt x="253618" y="282063"/>
                  <a:pt x="254567" y="282063"/>
                </a:cubicBezTo>
                <a:cubicBezTo>
                  <a:pt x="262155" y="282063"/>
                  <a:pt x="270692" y="278253"/>
                  <a:pt x="277332" y="272538"/>
                </a:cubicBezTo>
                <a:cubicBezTo>
                  <a:pt x="283972" y="267776"/>
                  <a:pt x="286817" y="261108"/>
                  <a:pt x="289663" y="254441"/>
                </a:cubicBezTo>
                <a:cubicBezTo>
                  <a:pt x="297251" y="253488"/>
                  <a:pt x="302943" y="249678"/>
                  <a:pt x="309582" y="244916"/>
                </a:cubicBezTo>
                <a:cubicBezTo>
                  <a:pt x="317171" y="239201"/>
                  <a:pt x="320965" y="231581"/>
                  <a:pt x="322862" y="223961"/>
                </a:cubicBezTo>
                <a:cubicBezTo>
                  <a:pt x="329502" y="223008"/>
                  <a:pt x="335193" y="219198"/>
                  <a:pt x="339936" y="214436"/>
                </a:cubicBezTo>
                <a:cubicBezTo>
                  <a:pt x="348473" y="206816"/>
                  <a:pt x="353215" y="198243"/>
                  <a:pt x="355113" y="187766"/>
                </a:cubicBezTo>
                <a:lnTo>
                  <a:pt x="382620" y="163001"/>
                </a:lnTo>
                <a:cubicBezTo>
                  <a:pt x="383569" y="162048"/>
                  <a:pt x="385466" y="158238"/>
                  <a:pt x="383569" y="154428"/>
                </a:cubicBezTo>
                <a:lnTo>
                  <a:pt x="340884" y="26793"/>
                </a:lnTo>
                <a:cubicBezTo>
                  <a:pt x="339936" y="23936"/>
                  <a:pt x="337090" y="22031"/>
                  <a:pt x="334244" y="22031"/>
                </a:cubicBezTo>
                <a:cubicBezTo>
                  <a:pt x="327605" y="21078"/>
                  <a:pt x="281126" y="13458"/>
                  <a:pt x="268795" y="13458"/>
                </a:cubicBezTo>
                <a:cubicBezTo>
                  <a:pt x="256464" y="13458"/>
                  <a:pt x="255515" y="10601"/>
                  <a:pt x="246030" y="7743"/>
                </a:cubicBezTo>
                <a:cubicBezTo>
                  <a:pt x="229904" y="3933"/>
                  <a:pt x="212830" y="-829"/>
                  <a:pt x="201448" y="123"/>
                </a:cubicBezTo>
                <a:cubicBezTo>
                  <a:pt x="184374" y="1076"/>
                  <a:pt x="153072" y="17268"/>
                  <a:pt x="142638" y="22031"/>
                </a:cubicBezTo>
                <a:lnTo>
                  <a:pt x="55371" y="22031"/>
                </a:lnTo>
                <a:cubicBezTo>
                  <a:pt x="51577" y="22031"/>
                  <a:pt x="48732" y="24888"/>
                  <a:pt x="47783" y="26793"/>
                </a:cubicBezTo>
                <a:lnTo>
                  <a:pt x="356" y="154428"/>
                </a:lnTo>
                <a:cubicBezTo>
                  <a:pt x="-593" y="158238"/>
                  <a:pt x="356" y="162048"/>
                  <a:pt x="3201" y="163953"/>
                </a:cubicBezTo>
                <a:lnTo>
                  <a:pt x="25967" y="178241"/>
                </a:lnTo>
                <a:cubicBezTo>
                  <a:pt x="19327" y="187766"/>
                  <a:pt x="13635" y="203006"/>
                  <a:pt x="17430" y="211578"/>
                </a:cubicBezTo>
                <a:cubicBezTo>
                  <a:pt x="21224" y="223008"/>
                  <a:pt x="41143" y="237296"/>
                  <a:pt x="54423" y="241106"/>
                </a:cubicBezTo>
                <a:lnTo>
                  <a:pt x="54423" y="243963"/>
                </a:lnTo>
                <a:cubicBezTo>
                  <a:pt x="57269" y="252536"/>
                  <a:pt x="62960" y="258251"/>
                  <a:pt x="74342" y="263013"/>
                </a:cubicBezTo>
                <a:cubicBezTo>
                  <a:pt x="80982" y="265871"/>
                  <a:pt x="86674" y="266823"/>
                  <a:pt x="91416" y="266823"/>
                </a:cubicBezTo>
                <a:cubicBezTo>
                  <a:pt x="94262" y="270633"/>
                  <a:pt x="98056" y="272538"/>
                  <a:pt x="100902" y="276348"/>
                </a:cubicBezTo>
                <a:cubicBezTo>
                  <a:pt x="109439" y="282063"/>
                  <a:pt x="121770" y="284921"/>
                  <a:pt x="130307" y="283968"/>
                </a:cubicBezTo>
                <a:cubicBezTo>
                  <a:pt x="136947" y="289683"/>
                  <a:pt x="146432" y="296351"/>
                  <a:pt x="157815" y="296351"/>
                </a:cubicBezTo>
                <a:cubicBezTo>
                  <a:pt x="169197" y="296351"/>
                  <a:pt x="167300" y="295398"/>
                  <a:pt x="171094" y="292541"/>
                </a:cubicBezTo>
                <a:cubicBezTo>
                  <a:pt x="174889" y="289683"/>
                  <a:pt x="178683" y="287778"/>
                  <a:pt x="180580" y="283016"/>
                </a:cubicBezTo>
                <a:cubicBezTo>
                  <a:pt x="191962" y="287778"/>
                  <a:pt x="205242" y="290636"/>
                  <a:pt x="216625" y="29063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6" name="Graphic 272">
            <a:extLst>
              <a:ext uri="{FF2B5EF4-FFF2-40B4-BE49-F238E27FC236}">
                <a16:creationId xmlns:a16="http://schemas.microsoft.com/office/drawing/2014/main" id="{543B63F8-2A58-19EF-D60A-86F1B544BF2F}"/>
              </a:ext>
            </a:extLst>
          </p:cNvPr>
          <p:cNvSpPr/>
          <p:nvPr/>
        </p:nvSpPr>
        <p:spPr>
          <a:xfrm>
            <a:off x="5466589" y="3551528"/>
            <a:ext cx="504048" cy="388612"/>
          </a:xfrm>
          <a:custGeom>
            <a:avLst/>
            <a:gdLst>
              <a:gd name="connsiteX0" fmla="*/ 163506 w 384380"/>
              <a:gd name="connsiteY0" fmla="*/ 225866 h 296350"/>
              <a:gd name="connsiteX1" fmla="*/ 154020 w 384380"/>
              <a:gd name="connsiteY1" fmla="*/ 225866 h 296350"/>
              <a:gd name="connsiteX2" fmla="*/ 154020 w 384380"/>
              <a:gd name="connsiteY2" fmla="*/ 222056 h 296350"/>
              <a:gd name="connsiteX3" fmla="*/ 122718 w 384380"/>
              <a:gd name="connsiteY3" fmla="*/ 203006 h 296350"/>
              <a:gd name="connsiteX4" fmla="*/ 122718 w 384380"/>
              <a:gd name="connsiteY4" fmla="*/ 203006 h 296350"/>
              <a:gd name="connsiteX5" fmla="*/ 105645 w 384380"/>
              <a:gd name="connsiteY5" fmla="*/ 185861 h 296350"/>
              <a:gd name="connsiteX6" fmla="*/ 85725 w 384380"/>
              <a:gd name="connsiteY6" fmla="*/ 183003 h 296350"/>
              <a:gd name="connsiteX7" fmla="*/ 76240 w 384380"/>
              <a:gd name="connsiteY7" fmla="*/ 190623 h 296350"/>
              <a:gd name="connsiteX8" fmla="*/ 75291 w 384380"/>
              <a:gd name="connsiteY8" fmla="*/ 190623 h 296350"/>
              <a:gd name="connsiteX9" fmla="*/ 20275 w 384380"/>
              <a:gd name="connsiteY9" fmla="*/ 154428 h 296350"/>
              <a:gd name="connsiteX10" fmla="*/ 63908 w 384380"/>
              <a:gd name="connsiteY10" fmla="*/ 37271 h 296350"/>
              <a:gd name="connsiteX11" fmla="*/ 135050 w 384380"/>
              <a:gd name="connsiteY11" fmla="*/ 37271 h 296350"/>
              <a:gd name="connsiteX12" fmla="*/ 103747 w 384380"/>
              <a:gd name="connsiteY12" fmla="*/ 107756 h 296350"/>
              <a:gd name="connsiteX13" fmla="*/ 103747 w 384380"/>
              <a:gd name="connsiteY13" fmla="*/ 107756 h 296350"/>
              <a:gd name="connsiteX14" fmla="*/ 108490 w 384380"/>
              <a:gd name="connsiteY14" fmla="*/ 129663 h 296350"/>
              <a:gd name="connsiteX15" fmla="*/ 141689 w 384380"/>
              <a:gd name="connsiteY15" fmla="*/ 139188 h 296350"/>
              <a:gd name="connsiteX16" fmla="*/ 185323 w 384380"/>
              <a:gd name="connsiteY16" fmla="*/ 108708 h 296350"/>
              <a:gd name="connsiteX17" fmla="*/ 193859 w 384380"/>
              <a:gd name="connsiteY17" fmla="*/ 94421 h 296350"/>
              <a:gd name="connsiteX18" fmla="*/ 233699 w 384380"/>
              <a:gd name="connsiteY18" fmla="*/ 88706 h 296350"/>
              <a:gd name="connsiteX19" fmla="*/ 288714 w 384380"/>
              <a:gd name="connsiteY19" fmla="*/ 138236 h 296350"/>
              <a:gd name="connsiteX20" fmla="*/ 339936 w 384380"/>
              <a:gd name="connsiteY20" fmla="*/ 186813 h 296350"/>
              <a:gd name="connsiteX21" fmla="*/ 330450 w 384380"/>
              <a:gd name="connsiteY21" fmla="*/ 201101 h 296350"/>
              <a:gd name="connsiteX22" fmla="*/ 318119 w 384380"/>
              <a:gd name="connsiteY22" fmla="*/ 206816 h 296350"/>
              <a:gd name="connsiteX23" fmla="*/ 317171 w 384380"/>
              <a:gd name="connsiteY23" fmla="*/ 206816 h 296350"/>
              <a:gd name="connsiteX24" fmla="*/ 276383 w 384380"/>
              <a:gd name="connsiteY24" fmla="*/ 173478 h 296350"/>
              <a:gd name="connsiteX25" fmla="*/ 266898 w 384380"/>
              <a:gd name="connsiteY25" fmla="*/ 157286 h 296350"/>
              <a:gd name="connsiteX26" fmla="*/ 258361 w 384380"/>
              <a:gd name="connsiteY26" fmla="*/ 149666 h 296350"/>
              <a:gd name="connsiteX27" fmla="*/ 250772 w 384380"/>
              <a:gd name="connsiteY27" fmla="*/ 158238 h 296350"/>
              <a:gd name="connsiteX28" fmla="*/ 265949 w 384380"/>
              <a:gd name="connsiteY28" fmla="*/ 183956 h 296350"/>
              <a:gd name="connsiteX29" fmla="*/ 266898 w 384380"/>
              <a:gd name="connsiteY29" fmla="*/ 184908 h 296350"/>
              <a:gd name="connsiteX30" fmla="*/ 307685 w 384380"/>
              <a:gd name="connsiteY30" fmla="*/ 218246 h 296350"/>
              <a:gd name="connsiteX31" fmla="*/ 308634 w 384380"/>
              <a:gd name="connsiteY31" fmla="*/ 219198 h 296350"/>
              <a:gd name="connsiteX32" fmla="*/ 301045 w 384380"/>
              <a:gd name="connsiteY32" fmla="*/ 230628 h 296350"/>
              <a:gd name="connsiteX33" fmla="*/ 285869 w 384380"/>
              <a:gd name="connsiteY33" fmla="*/ 236343 h 296350"/>
              <a:gd name="connsiteX34" fmla="*/ 242235 w 384380"/>
              <a:gd name="connsiteY34" fmla="*/ 201101 h 296350"/>
              <a:gd name="connsiteX35" fmla="*/ 235596 w 384380"/>
              <a:gd name="connsiteY35" fmla="*/ 200148 h 296350"/>
              <a:gd name="connsiteX36" fmla="*/ 230853 w 384380"/>
              <a:gd name="connsiteY36" fmla="*/ 203006 h 296350"/>
              <a:gd name="connsiteX37" fmla="*/ 228007 w 384380"/>
              <a:gd name="connsiteY37" fmla="*/ 208721 h 296350"/>
              <a:gd name="connsiteX38" fmla="*/ 231801 w 384380"/>
              <a:gd name="connsiteY38" fmla="*/ 213483 h 296350"/>
              <a:gd name="connsiteX39" fmla="*/ 274486 w 384380"/>
              <a:gd name="connsiteY39" fmla="*/ 247773 h 296350"/>
              <a:gd name="connsiteX40" fmla="*/ 266898 w 384380"/>
              <a:gd name="connsiteY40" fmla="*/ 259203 h 296350"/>
              <a:gd name="connsiteX41" fmla="*/ 255515 w 384380"/>
              <a:gd name="connsiteY41" fmla="*/ 263966 h 296350"/>
              <a:gd name="connsiteX42" fmla="*/ 214728 w 384380"/>
              <a:gd name="connsiteY42" fmla="*/ 233486 h 296350"/>
              <a:gd name="connsiteX43" fmla="*/ 208088 w 384380"/>
              <a:gd name="connsiteY43" fmla="*/ 232533 h 296350"/>
              <a:gd name="connsiteX44" fmla="*/ 203345 w 384380"/>
              <a:gd name="connsiteY44" fmla="*/ 236343 h 296350"/>
              <a:gd name="connsiteX45" fmla="*/ 202396 w 384380"/>
              <a:gd name="connsiteY45" fmla="*/ 242058 h 296350"/>
              <a:gd name="connsiteX46" fmla="*/ 205242 w 384380"/>
              <a:gd name="connsiteY46" fmla="*/ 246821 h 296350"/>
              <a:gd name="connsiteX47" fmla="*/ 236544 w 384380"/>
              <a:gd name="connsiteY47" fmla="*/ 269681 h 296350"/>
              <a:gd name="connsiteX48" fmla="*/ 232750 w 384380"/>
              <a:gd name="connsiteY48" fmla="*/ 270633 h 296350"/>
              <a:gd name="connsiteX49" fmla="*/ 221367 w 384380"/>
              <a:gd name="connsiteY49" fmla="*/ 271586 h 296350"/>
              <a:gd name="connsiteX50" fmla="*/ 190065 w 384380"/>
              <a:gd name="connsiteY50" fmla="*/ 263966 h 296350"/>
              <a:gd name="connsiteX51" fmla="*/ 190065 w 384380"/>
              <a:gd name="connsiteY51" fmla="*/ 241106 h 296350"/>
              <a:gd name="connsiteX52" fmla="*/ 165403 w 384380"/>
              <a:gd name="connsiteY52" fmla="*/ 223961 h 296350"/>
              <a:gd name="connsiteX53" fmla="*/ 172991 w 384380"/>
              <a:gd name="connsiteY53" fmla="*/ 263966 h 296350"/>
              <a:gd name="connsiteX54" fmla="*/ 172991 w 384380"/>
              <a:gd name="connsiteY54" fmla="*/ 263966 h 296350"/>
              <a:gd name="connsiteX55" fmla="*/ 172043 w 384380"/>
              <a:gd name="connsiteY55" fmla="*/ 264918 h 296350"/>
              <a:gd name="connsiteX56" fmla="*/ 171094 w 384380"/>
              <a:gd name="connsiteY56" fmla="*/ 272538 h 296350"/>
              <a:gd name="connsiteX57" fmla="*/ 166352 w 384380"/>
              <a:gd name="connsiteY57" fmla="*/ 278253 h 296350"/>
              <a:gd name="connsiteX58" fmla="*/ 161609 w 384380"/>
              <a:gd name="connsiteY58" fmla="*/ 279206 h 296350"/>
              <a:gd name="connsiteX59" fmla="*/ 145484 w 384380"/>
              <a:gd name="connsiteY59" fmla="*/ 271586 h 296350"/>
              <a:gd name="connsiteX60" fmla="*/ 154020 w 384380"/>
              <a:gd name="connsiteY60" fmla="*/ 242058 h 296350"/>
              <a:gd name="connsiteX61" fmla="*/ 162557 w 384380"/>
              <a:gd name="connsiteY61" fmla="*/ 241106 h 296350"/>
              <a:gd name="connsiteX62" fmla="*/ 173940 w 384380"/>
              <a:gd name="connsiteY62" fmla="*/ 246821 h 296350"/>
              <a:gd name="connsiteX63" fmla="*/ 173940 w 384380"/>
              <a:gd name="connsiteY63" fmla="*/ 263013 h 296350"/>
              <a:gd name="connsiteX64" fmla="*/ 137895 w 384380"/>
              <a:gd name="connsiteY64" fmla="*/ 238248 h 296350"/>
              <a:gd name="connsiteX65" fmla="*/ 137895 w 384380"/>
              <a:gd name="connsiteY65" fmla="*/ 238248 h 296350"/>
              <a:gd name="connsiteX66" fmla="*/ 128410 w 384380"/>
              <a:gd name="connsiteY66" fmla="*/ 267776 h 296350"/>
              <a:gd name="connsiteX67" fmla="*/ 113233 w 384380"/>
              <a:gd name="connsiteY67" fmla="*/ 263013 h 296350"/>
              <a:gd name="connsiteX68" fmla="*/ 106593 w 384380"/>
              <a:gd name="connsiteY68" fmla="*/ 257298 h 296350"/>
              <a:gd name="connsiteX69" fmla="*/ 121770 w 384380"/>
              <a:gd name="connsiteY69" fmla="*/ 219198 h 296350"/>
              <a:gd name="connsiteX70" fmla="*/ 137895 w 384380"/>
              <a:gd name="connsiteY70" fmla="*/ 226818 h 296350"/>
              <a:gd name="connsiteX71" fmla="*/ 137895 w 384380"/>
              <a:gd name="connsiteY71" fmla="*/ 239201 h 296350"/>
              <a:gd name="connsiteX72" fmla="*/ 91416 w 384380"/>
              <a:gd name="connsiteY72" fmla="*/ 248726 h 296350"/>
              <a:gd name="connsiteX73" fmla="*/ 90468 w 384380"/>
              <a:gd name="connsiteY73" fmla="*/ 248726 h 296350"/>
              <a:gd name="connsiteX74" fmla="*/ 81931 w 384380"/>
              <a:gd name="connsiteY74" fmla="*/ 247773 h 296350"/>
              <a:gd name="connsiteX75" fmla="*/ 72445 w 384380"/>
              <a:gd name="connsiteY75" fmla="*/ 239201 h 296350"/>
              <a:gd name="connsiteX76" fmla="*/ 72445 w 384380"/>
              <a:gd name="connsiteY76" fmla="*/ 235391 h 296350"/>
              <a:gd name="connsiteX77" fmla="*/ 72445 w 384380"/>
              <a:gd name="connsiteY77" fmla="*/ 235391 h 296350"/>
              <a:gd name="connsiteX78" fmla="*/ 81931 w 384380"/>
              <a:gd name="connsiteY78" fmla="*/ 208721 h 296350"/>
              <a:gd name="connsiteX79" fmla="*/ 84776 w 384380"/>
              <a:gd name="connsiteY79" fmla="*/ 207768 h 296350"/>
              <a:gd name="connsiteX80" fmla="*/ 85725 w 384380"/>
              <a:gd name="connsiteY80" fmla="*/ 203958 h 296350"/>
              <a:gd name="connsiteX81" fmla="*/ 90468 w 384380"/>
              <a:gd name="connsiteY81" fmla="*/ 198243 h 296350"/>
              <a:gd name="connsiteX82" fmla="*/ 106593 w 384380"/>
              <a:gd name="connsiteY82" fmla="*/ 206816 h 296350"/>
              <a:gd name="connsiteX83" fmla="*/ 106593 w 384380"/>
              <a:gd name="connsiteY83" fmla="*/ 206816 h 296350"/>
              <a:gd name="connsiteX84" fmla="*/ 106593 w 384380"/>
              <a:gd name="connsiteY84" fmla="*/ 211578 h 296350"/>
              <a:gd name="connsiteX85" fmla="*/ 91416 w 384380"/>
              <a:gd name="connsiteY85" fmla="*/ 249678 h 296350"/>
              <a:gd name="connsiteX86" fmla="*/ 65806 w 384380"/>
              <a:gd name="connsiteY86" fmla="*/ 204911 h 296350"/>
              <a:gd name="connsiteX87" fmla="*/ 58217 w 384380"/>
              <a:gd name="connsiteY87" fmla="*/ 223961 h 296350"/>
              <a:gd name="connsiteX88" fmla="*/ 57269 w 384380"/>
              <a:gd name="connsiteY88" fmla="*/ 223961 h 296350"/>
              <a:gd name="connsiteX89" fmla="*/ 33555 w 384380"/>
              <a:gd name="connsiteY89" fmla="*/ 205863 h 296350"/>
              <a:gd name="connsiteX90" fmla="*/ 40195 w 384380"/>
              <a:gd name="connsiteY90" fmla="*/ 187766 h 296350"/>
              <a:gd name="connsiteX91" fmla="*/ 41143 w 384380"/>
              <a:gd name="connsiteY91" fmla="*/ 187766 h 296350"/>
              <a:gd name="connsiteX92" fmla="*/ 65806 w 384380"/>
              <a:gd name="connsiteY92" fmla="*/ 204911 h 296350"/>
              <a:gd name="connsiteX93" fmla="*/ 153072 w 384380"/>
              <a:gd name="connsiteY93" fmla="*/ 34413 h 296350"/>
              <a:gd name="connsiteX94" fmla="*/ 153072 w 384380"/>
              <a:gd name="connsiteY94" fmla="*/ 34413 h 296350"/>
              <a:gd name="connsiteX95" fmla="*/ 204293 w 384380"/>
              <a:gd name="connsiteY95" fmla="*/ 15363 h 296350"/>
              <a:gd name="connsiteX96" fmla="*/ 205242 w 384380"/>
              <a:gd name="connsiteY96" fmla="*/ 15363 h 296350"/>
              <a:gd name="connsiteX97" fmla="*/ 242235 w 384380"/>
              <a:gd name="connsiteY97" fmla="*/ 22983 h 296350"/>
              <a:gd name="connsiteX98" fmla="*/ 269743 w 384380"/>
              <a:gd name="connsiteY98" fmla="*/ 28698 h 296350"/>
              <a:gd name="connsiteX99" fmla="*/ 326656 w 384380"/>
              <a:gd name="connsiteY99" fmla="*/ 36318 h 296350"/>
              <a:gd name="connsiteX100" fmla="*/ 327605 w 384380"/>
              <a:gd name="connsiteY100" fmla="*/ 36318 h 296350"/>
              <a:gd name="connsiteX101" fmla="*/ 367444 w 384380"/>
              <a:gd name="connsiteY101" fmla="*/ 155381 h 296350"/>
              <a:gd name="connsiteX102" fmla="*/ 366495 w 384380"/>
              <a:gd name="connsiteY102" fmla="*/ 155381 h 296350"/>
              <a:gd name="connsiteX103" fmla="*/ 347524 w 384380"/>
              <a:gd name="connsiteY103" fmla="*/ 172526 h 296350"/>
              <a:gd name="connsiteX104" fmla="*/ 346576 w 384380"/>
              <a:gd name="connsiteY104" fmla="*/ 172526 h 296350"/>
              <a:gd name="connsiteX105" fmla="*/ 301045 w 384380"/>
              <a:gd name="connsiteY105" fmla="*/ 127758 h 296350"/>
              <a:gd name="connsiteX106" fmla="*/ 239390 w 384380"/>
              <a:gd name="connsiteY106" fmla="*/ 72513 h 296350"/>
              <a:gd name="connsiteX107" fmla="*/ 184374 w 384380"/>
              <a:gd name="connsiteY107" fmla="*/ 82038 h 296350"/>
              <a:gd name="connsiteX108" fmla="*/ 171094 w 384380"/>
              <a:gd name="connsiteY108" fmla="*/ 101088 h 296350"/>
              <a:gd name="connsiteX109" fmla="*/ 139792 w 384380"/>
              <a:gd name="connsiteY109" fmla="*/ 122996 h 296350"/>
              <a:gd name="connsiteX110" fmla="*/ 120821 w 384380"/>
              <a:gd name="connsiteY110" fmla="*/ 119186 h 296350"/>
              <a:gd name="connsiteX111" fmla="*/ 119873 w 384380"/>
              <a:gd name="connsiteY111" fmla="*/ 113471 h 296350"/>
              <a:gd name="connsiteX112" fmla="*/ 153072 w 384380"/>
              <a:gd name="connsiteY112" fmla="*/ 34413 h 296350"/>
              <a:gd name="connsiteX113" fmla="*/ 219470 w 384380"/>
              <a:gd name="connsiteY113" fmla="*/ 289683 h 296350"/>
              <a:gd name="connsiteX114" fmla="*/ 234647 w 384380"/>
              <a:gd name="connsiteY114" fmla="*/ 288731 h 296350"/>
              <a:gd name="connsiteX115" fmla="*/ 247927 w 384380"/>
              <a:gd name="connsiteY115" fmla="*/ 281111 h 296350"/>
              <a:gd name="connsiteX116" fmla="*/ 250772 w 384380"/>
              <a:gd name="connsiteY116" fmla="*/ 281111 h 296350"/>
              <a:gd name="connsiteX117" fmla="*/ 254567 w 384380"/>
              <a:gd name="connsiteY117" fmla="*/ 282063 h 296350"/>
              <a:gd name="connsiteX118" fmla="*/ 277332 w 384380"/>
              <a:gd name="connsiteY118" fmla="*/ 272538 h 296350"/>
              <a:gd name="connsiteX119" fmla="*/ 289663 w 384380"/>
              <a:gd name="connsiteY119" fmla="*/ 254441 h 296350"/>
              <a:gd name="connsiteX120" fmla="*/ 309582 w 384380"/>
              <a:gd name="connsiteY120" fmla="*/ 244916 h 296350"/>
              <a:gd name="connsiteX121" fmla="*/ 322862 w 384380"/>
              <a:gd name="connsiteY121" fmla="*/ 223961 h 296350"/>
              <a:gd name="connsiteX122" fmla="*/ 339936 w 384380"/>
              <a:gd name="connsiteY122" fmla="*/ 214436 h 296350"/>
              <a:gd name="connsiteX123" fmla="*/ 355113 w 384380"/>
              <a:gd name="connsiteY123" fmla="*/ 187766 h 296350"/>
              <a:gd name="connsiteX124" fmla="*/ 382620 w 384380"/>
              <a:gd name="connsiteY124" fmla="*/ 163001 h 296350"/>
              <a:gd name="connsiteX125" fmla="*/ 383569 w 384380"/>
              <a:gd name="connsiteY125" fmla="*/ 154428 h 296350"/>
              <a:gd name="connsiteX126" fmla="*/ 340884 w 384380"/>
              <a:gd name="connsiteY126" fmla="*/ 26793 h 296350"/>
              <a:gd name="connsiteX127" fmla="*/ 334244 w 384380"/>
              <a:gd name="connsiteY127" fmla="*/ 22031 h 296350"/>
              <a:gd name="connsiteX128" fmla="*/ 268795 w 384380"/>
              <a:gd name="connsiteY128" fmla="*/ 13458 h 296350"/>
              <a:gd name="connsiteX129" fmla="*/ 246030 w 384380"/>
              <a:gd name="connsiteY129" fmla="*/ 7743 h 296350"/>
              <a:gd name="connsiteX130" fmla="*/ 201448 w 384380"/>
              <a:gd name="connsiteY130" fmla="*/ 123 h 296350"/>
              <a:gd name="connsiteX131" fmla="*/ 142638 w 384380"/>
              <a:gd name="connsiteY131" fmla="*/ 22031 h 296350"/>
              <a:gd name="connsiteX132" fmla="*/ 55371 w 384380"/>
              <a:gd name="connsiteY132" fmla="*/ 22031 h 296350"/>
              <a:gd name="connsiteX133" fmla="*/ 47783 w 384380"/>
              <a:gd name="connsiteY133" fmla="*/ 26793 h 296350"/>
              <a:gd name="connsiteX134" fmla="*/ 356 w 384380"/>
              <a:gd name="connsiteY134" fmla="*/ 154428 h 296350"/>
              <a:gd name="connsiteX135" fmla="*/ 3201 w 384380"/>
              <a:gd name="connsiteY135" fmla="*/ 163953 h 296350"/>
              <a:gd name="connsiteX136" fmla="*/ 25967 w 384380"/>
              <a:gd name="connsiteY136" fmla="*/ 178241 h 296350"/>
              <a:gd name="connsiteX137" fmla="*/ 17430 w 384380"/>
              <a:gd name="connsiteY137" fmla="*/ 211578 h 296350"/>
              <a:gd name="connsiteX138" fmla="*/ 54423 w 384380"/>
              <a:gd name="connsiteY138" fmla="*/ 241106 h 296350"/>
              <a:gd name="connsiteX139" fmla="*/ 54423 w 384380"/>
              <a:gd name="connsiteY139" fmla="*/ 243963 h 296350"/>
              <a:gd name="connsiteX140" fmla="*/ 74342 w 384380"/>
              <a:gd name="connsiteY140" fmla="*/ 263013 h 296350"/>
              <a:gd name="connsiteX141" fmla="*/ 91416 w 384380"/>
              <a:gd name="connsiteY141" fmla="*/ 266823 h 296350"/>
              <a:gd name="connsiteX142" fmla="*/ 100902 w 384380"/>
              <a:gd name="connsiteY142" fmla="*/ 276348 h 296350"/>
              <a:gd name="connsiteX143" fmla="*/ 130307 w 384380"/>
              <a:gd name="connsiteY143" fmla="*/ 283968 h 296350"/>
              <a:gd name="connsiteX144" fmla="*/ 157815 w 384380"/>
              <a:gd name="connsiteY144" fmla="*/ 296351 h 296350"/>
              <a:gd name="connsiteX145" fmla="*/ 171094 w 384380"/>
              <a:gd name="connsiteY145" fmla="*/ 292541 h 296350"/>
              <a:gd name="connsiteX146" fmla="*/ 180580 w 384380"/>
              <a:gd name="connsiteY146" fmla="*/ 283016 h 296350"/>
              <a:gd name="connsiteX147" fmla="*/ 216625 w 384380"/>
              <a:gd name="connsiteY147" fmla="*/ 290636 h 296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384380" h="296350">
                <a:moveTo>
                  <a:pt x="163506" y="225866"/>
                </a:moveTo>
                <a:lnTo>
                  <a:pt x="154020" y="225866"/>
                </a:lnTo>
                <a:lnTo>
                  <a:pt x="154020" y="222056"/>
                </a:lnTo>
                <a:cubicBezTo>
                  <a:pt x="151175" y="210626"/>
                  <a:pt x="136947" y="203958"/>
                  <a:pt x="122718" y="203006"/>
                </a:cubicBezTo>
                <a:lnTo>
                  <a:pt x="122718" y="203006"/>
                </a:lnTo>
                <a:cubicBezTo>
                  <a:pt x="119873" y="195386"/>
                  <a:pt x="113233" y="188718"/>
                  <a:pt x="105645" y="185861"/>
                </a:cubicBezTo>
                <a:cubicBezTo>
                  <a:pt x="98056" y="182051"/>
                  <a:pt x="92365" y="181098"/>
                  <a:pt x="85725" y="183003"/>
                </a:cubicBezTo>
                <a:cubicBezTo>
                  <a:pt x="81931" y="183956"/>
                  <a:pt x="79085" y="186813"/>
                  <a:pt x="76240" y="190623"/>
                </a:cubicBezTo>
                <a:lnTo>
                  <a:pt x="75291" y="190623"/>
                </a:lnTo>
                <a:lnTo>
                  <a:pt x="20275" y="154428"/>
                </a:lnTo>
                <a:lnTo>
                  <a:pt x="63908" y="37271"/>
                </a:lnTo>
                <a:lnTo>
                  <a:pt x="135050" y="37271"/>
                </a:lnTo>
                <a:lnTo>
                  <a:pt x="103747" y="107756"/>
                </a:lnTo>
                <a:lnTo>
                  <a:pt x="103747" y="107756"/>
                </a:lnTo>
                <a:cubicBezTo>
                  <a:pt x="103747" y="110613"/>
                  <a:pt x="99953" y="121091"/>
                  <a:pt x="108490" y="129663"/>
                </a:cubicBezTo>
                <a:cubicBezTo>
                  <a:pt x="115130" y="138236"/>
                  <a:pt x="125564" y="141093"/>
                  <a:pt x="141689" y="139188"/>
                </a:cubicBezTo>
                <a:cubicBezTo>
                  <a:pt x="169197" y="136331"/>
                  <a:pt x="177734" y="121091"/>
                  <a:pt x="185323" y="108708"/>
                </a:cubicBezTo>
                <a:cubicBezTo>
                  <a:pt x="188168" y="102993"/>
                  <a:pt x="190065" y="97278"/>
                  <a:pt x="193859" y="94421"/>
                </a:cubicBezTo>
                <a:cubicBezTo>
                  <a:pt x="205242" y="85848"/>
                  <a:pt x="217573" y="82991"/>
                  <a:pt x="233699" y="88706"/>
                </a:cubicBezTo>
                <a:cubicBezTo>
                  <a:pt x="241287" y="89658"/>
                  <a:pt x="266898" y="115376"/>
                  <a:pt x="288714" y="138236"/>
                </a:cubicBezTo>
                <a:lnTo>
                  <a:pt x="339936" y="186813"/>
                </a:lnTo>
                <a:cubicBezTo>
                  <a:pt x="338987" y="191576"/>
                  <a:pt x="335193" y="198243"/>
                  <a:pt x="330450" y="201101"/>
                </a:cubicBezTo>
                <a:cubicBezTo>
                  <a:pt x="326656" y="204911"/>
                  <a:pt x="321913" y="206816"/>
                  <a:pt x="318119" y="206816"/>
                </a:cubicBezTo>
                <a:lnTo>
                  <a:pt x="317171" y="206816"/>
                </a:lnTo>
                <a:lnTo>
                  <a:pt x="276383" y="173478"/>
                </a:lnTo>
                <a:cubicBezTo>
                  <a:pt x="272589" y="169668"/>
                  <a:pt x="266898" y="161096"/>
                  <a:pt x="266898" y="157286"/>
                </a:cubicBezTo>
                <a:cubicBezTo>
                  <a:pt x="266898" y="153476"/>
                  <a:pt x="263103" y="149666"/>
                  <a:pt x="258361" y="149666"/>
                </a:cubicBezTo>
                <a:cubicBezTo>
                  <a:pt x="253618" y="149666"/>
                  <a:pt x="250772" y="153476"/>
                  <a:pt x="250772" y="158238"/>
                </a:cubicBezTo>
                <a:cubicBezTo>
                  <a:pt x="251721" y="169668"/>
                  <a:pt x="263103" y="181098"/>
                  <a:pt x="265949" y="183956"/>
                </a:cubicBezTo>
                <a:cubicBezTo>
                  <a:pt x="265949" y="184591"/>
                  <a:pt x="266262" y="184908"/>
                  <a:pt x="266898" y="184908"/>
                </a:cubicBezTo>
                <a:lnTo>
                  <a:pt x="307685" y="218246"/>
                </a:lnTo>
                <a:cubicBezTo>
                  <a:pt x="307685" y="218246"/>
                  <a:pt x="307685" y="219198"/>
                  <a:pt x="308634" y="219198"/>
                </a:cubicBezTo>
                <a:cubicBezTo>
                  <a:pt x="307685" y="223008"/>
                  <a:pt x="304840" y="226818"/>
                  <a:pt x="301045" y="230628"/>
                </a:cubicBezTo>
                <a:cubicBezTo>
                  <a:pt x="296303" y="234438"/>
                  <a:pt x="291560" y="236343"/>
                  <a:pt x="285869" y="236343"/>
                </a:cubicBezTo>
                <a:lnTo>
                  <a:pt x="242235" y="201101"/>
                </a:lnTo>
                <a:cubicBezTo>
                  <a:pt x="241287" y="200148"/>
                  <a:pt x="238441" y="200148"/>
                  <a:pt x="235596" y="200148"/>
                </a:cubicBezTo>
                <a:cubicBezTo>
                  <a:pt x="232750" y="200148"/>
                  <a:pt x="231801" y="201101"/>
                  <a:pt x="230853" y="203006"/>
                </a:cubicBezTo>
                <a:cubicBezTo>
                  <a:pt x="229904" y="205863"/>
                  <a:pt x="228007" y="206816"/>
                  <a:pt x="228007" y="208721"/>
                </a:cubicBezTo>
                <a:cubicBezTo>
                  <a:pt x="228007" y="210626"/>
                  <a:pt x="228956" y="212531"/>
                  <a:pt x="231801" y="213483"/>
                </a:cubicBezTo>
                <a:lnTo>
                  <a:pt x="274486" y="247773"/>
                </a:lnTo>
                <a:cubicBezTo>
                  <a:pt x="273537" y="252536"/>
                  <a:pt x="270692" y="256346"/>
                  <a:pt x="266898" y="259203"/>
                </a:cubicBezTo>
                <a:cubicBezTo>
                  <a:pt x="264052" y="263013"/>
                  <a:pt x="259309" y="263966"/>
                  <a:pt x="255515" y="263966"/>
                </a:cubicBezTo>
                <a:lnTo>
                  <a:pt x="214728" y="233486"/>
                </a:lnTo>
                <a:cubicBezTo>
                  <a:pt x="213779" y="232533"/>
                  <a:pt x="210933" y="232533"/>
                  <a:pt x="208088" y="232533"/>
                </a:cubicBezTo>
                <a:cubicBezTo>
                  <a:pt x="205242" y="232533"/>
                  <a:pt x="204293" y="233486"/>
                  <a:pt x="203345" y="236343"/>
                </a:cubicBezTo>
                <a:cubicBezTo>
                  <a:pt x="202396" y="237296"/>
                  <a:pt x="202396" y="240153"/>
                  <a:pt x="202396" y="242058"/>
                </a:cubicBezTo>
                <a:cubicBezTo>
                  <a:pt x="202396" y="243963"/>
                  <a:pt x="203345" y="245868"/>
                  <a:pt x="205242" y="246821"/>
                </a:cubicBezTo>
                <a:lnTo>
                  <a:pt x="236544" y="269681"/>
                </a:lnTo>
                <a:cubicBezTo>
                  <a:pt x="235596" y="269681"/>
                  <a:pt x="233699" y="270633"/>
                  <a:pt x="232750" y="270633"/>
                </a:cubicBezTo>
                <a:cubicBezTo>
                  <a:pt x="228956" y="270633"/>
                  <a:pt x="225162" y="271586"/>
                  <a:pt x="221367" y="271586"/>
                </a:cubicBezTo>
                <a:cubicBezTo>
                  <a:pt x="211882" y="271586"/>
                  <a:pt x="198602" y="267776"/>
                  <a:pt x="190065" y="263966"/>
                </a:cubicBezTo>
                <a:cubicBezTo>
                  <a:pt x="192911" y="254441"/>
                  <a:pt x="191014" y="245868"/>
                  <a:pt x="190065" y="241106"/>
                </a:cubicBezTo>
                <a:cubicBezTo>
                  <a:pt x="187220" y="231581"/>
                  <a:pt x="177734" y="224913"/>
                  <a:pt x="165403" y="223961"/>
                </a:cubicBezTo>
                <a:close/>
                <a:moveTo>
                  <a:pt x="172991" y="263966"/>
                </a:moveTo>
                <a:lnTo>
                  <a:pt x="172991" y="263966"/>
                </a:lnTo>
                <a:cubicBezTo>
                  <a:pt x="172991" y="264918"/>
                  <a:pt x="172043" y="264918"/>
                  <a:pt x="172043" y="264918"/>
                </a:cubicBezTo>
                <a:cubicBezTo>
                  <a:pt x="171094" y="267776"/>
                  <a:pt x="171094" y="269681"/>
                  <a:pt x="171094" y="272538"/>
                </a:cubicBezTo>
                <a:cubicBezTo>
                  <a:pt x="170146" y="275396"/>
                  <a:pt x="168249" y="277301"/>
                  <a:pt x="166352" y="278253"/>
                </a:cubicBezTo>
                <a:cubicBezTo>
                  <a:pt x="165403" y="279206"/>
                  <a:pt x="163506" y="279206"/>
                  <a:pt x="161609" y="279206"/>
                </a:cubicBezTo>
                <a:cubicBezTo>
                  <a:pt x="156866" y="279206"/>
                  <a:pt x="149278" y="275396"/>
                  <a:pt x="145484" y="271586"/>
                </a:cubicBezTo>
                <a:lnTo>
                  <a:pt x="154020" y="242058"/>
                </a:lnTo>
                <a:cubicBezTo>
                  <a:pt x="156866" y="241106"/>
                  <a:pt x="160660" y="239201"/>
                  <a:pt x="162557" y="241106"/>
                </a:cubicBezTo>
                <a:cubicBezTo>
                  <a:pt x="166352" y="241106"/>
                  <a:pt x="172043" y="242058"/>
                  <a:pt x="173940" y="246821"/>
                </a:cubicBezTo>
                <a:cubicBezTo>
                  <a:pt x="174889" y="250631"/>
                  <a:pt x="174889" y="256346"/>
                  <a:pt x="173940" y="263013"/>
                </a:cubicBezTo>
                <a:close/>
                <a:moveTo>
                  <a:pt x="137895" y="238248"/>
                </a:moveTo>
                <a:lnTo>
                  <a:pt x="137895" y="238248"/>
                </a:lnTo>
                <a:lnTo>
                  <a:pt x="128410" y="267776"/>
                </a:lnTo>
                <a:cubicBezTo>
                  <a:pt x="124616" y="267776"/>
                  <a:pt x="118924" y="266823"/>
                  <a:pt x="113233" y="263013"/>
                </a:cubicBezTo>
                <a:cubicBezTo>
                  <a:pt x="109439" y="260156"/>
                  <a:pt x="108490" y="259203"/>
                  <a:pt x="106593" y="257298"/>
                </a:cubicBezTo>
                <a:lnTo>
                  <a:pt x="121770" y="219198"/>
                </a:lnTo>
                <a:cubicBezTo>
                  <a:pt x="129358" y="220151"/>
                  <a:pt x="136947" y="223961"/>
                  <a:pt x="137895" y="226818"/>
                </a:cubicBezTo>
                <a:cubicBezTo>
                  <a:pt x="137895" y="227771"/>
                  <a:pt x="138844" y="231581"/>
                  <a:pt x="137895" y="239201"/>
                </a:cubicBezTo>
                <a:close/>
                <a:moveTo>
                  <a:pt x="91416" y="248726"/>
                </a:moveTo>
                <a:lnTo>
                  <a:pt x="90468" y="248726"/>
                </a:lnTo>
                <a:cubicBezTo>
                  <a:pt x="89519" y="248726"/>
                  <a:pt x="85725" y="248726"/>
                  <a:pt x="81931" y="247773"/>
                </a:cubicBezTo>
                <a:cubicBezTo>
                  <a:pt x="75291" y="244916"/>
                  <a:pt x="72445" y="242058"/>
                  <a:pt x="72445" y="239201"/>
                </a:cubicBezTo>
                <a:lnTo>
                  <a:pt x="72445" y="235391"/>
                </a:lnTo>
                <a:lnTo>
                  <a:pt x="72445" y="235391"/>
                </a:lnTo>
                <a:cubicBezTo>
                  <a:pt x="73394" y="226818"/>
                  <a:pt x="79085" y="216341"/>
                  <a:pt x="81931" y="208721"/>
                </a:cubicBezTo>
                <a:cubicBezTo>
                  <a:pt x="82879" y="208721"/>
                  <a:pt x="84776" y="207768"/>
                  <a:pt x="84776" y="207768"/>
                </a:cubicBezTo>
                <a:cubicBezTo>
                  <a:pt x="84776" y="206816"/>
                  <a:pt x="85725" y="204911"/>
                  <a:pt x="85725" y="203958"/>
                </a:cubicBezTo>
                <a:cubicBezTo>
                  <a:pt x="88571" y="200148"/>
                  <a:pt x="89519" y="199196"/>
                  <a:pt x="90468" y="198243"/>
                </a:cubicBezTo>
                <a:cubicBezTo>
                  <a:pt x="95210" y="197291"/>
                  <a:pt x="105645" y="203958"/>
                  <a:pt x="106593" y="206816"/>
                </a:cubicBezTo>
                <a:lnTo>
                  <a:pt x="106593" y="206816"/>
                </a:lnTo>
                <a:cubicBezTo>
                  <a:pt x="107542" y="207768"/>
                  <a:pt x="107542" y="209673"/>
                  <a:pt x="106593" y="211578"/>
                </a:cubicBezTo>
                <a:lnTo>
                  <a:pt x="91416" y="249678"/>
                </a:lnTo>
                <a:close/>
                <a:moveTo>
                  <a:pt x="65806" y="204911"/>
                </a:moveTo>
                <a:cubicBezTo>
                  <a:pt x="62960" y="210626"/>
                  <a:pt x="59166" y="217293"/>
                  <a:pt x="58217" y="223961"/>
                </a:cubicBezTo>
                <a:lnTo>
                  <a:pt x="57269" y="223961"/>
                </a:lnTo>
                <a:cubicBezTo>
                  <a:pt x="49680" y="220151"/>
                  <a:pt x="36401" y="211578"/>
                  <a:pt x="33555" y="205863"/>
                </a:cubicBezTo>
                <a:cubicBezTo>
                  <a:pt x="32606" y="203006"/>
                  <a:pt x="36401" y="193481"/>
                  <a:pt x="40195" y="187766"/>
                </a:cubicBezTo>
                <a:lnTo>
                  <a:pt x="41143" y="187766"/>
                </a:lnTo>
                <a:lnTo>
                  <a:pt x="65806" y="204911"/>
                </a:lnTo>
                <a:close/>
                <a:moveTo>
                  <a:pt x="153072" y="34413"/>
                </a:moveTo>
                <a:lnTo>
                  <a:pt x="153072" y="34413"/>
                </a:lnTo>
                <a:cubicBezTo>
                  <a:pt x="165403" y="28698"/>
                  <a:pt x="191962" y="15363"/>
                  <a:pt x="204293" y="15363"/>
                </a:cubicBezTo>
                <a:lnTo>
                  <a:pt x="205242" y="15363"/>
                </a:lnTo>
                <a:cubicBezTo>
                  <a:pt x="213779" y="15363"/>
                  <a:pt x="229904" y="19173"/>
                  <a:pt x="242235" y="22983"/>
                </a:cubicBezTo>
                <a:cubicBezTo>
                  <a:pt x="253618" y="26793"/>
                  <a:pt x="263103" y="28698"/>
                  <a:pt x="269743" y="28698"/>
                </a:cubicBezTo>
                <a:cubicBezTo>
                  <a:pt x="276383" y="28698"/>
                  <a:pt x="305788" y="33461"/>
                  <a:pt x="326656" y="36318"/>
                </a:cubicBezTo>
                <a:lnTo>
                  <a:pt x="327605" y="36318"/>
                </a:lnTo>
                <a:lnTo>
                  <a:pt x="367444" y="155381"/>
                </a:lnTo>
                <a:lnTo>
                  <a:pt x="366495" y="155381"/>
                </a:lnTo>
                <a:lnTo>
                  <a:pt x="347524" y="172526"/>
                </a:lnTo>
                <a:lnTo>
                  <a:pt x="346576" y="172526"/>
                </a:lnTo>
                <a:lnTo>
                  <a:pt x="301045" y="127758"/>
                </a:lnTo>
                <a:cubicBezTo>
                  <a:pt x="289663" y="115376"/>
                  <a:pt x="252669" y="76323"/>
                  <a:pt x="239390" y="72513"/>
                </a:cubicBezTo>
                <a:cubicBezTo>
                  <a:pt x="218522" y="66798"/>
                  <a:pt x="199551" y="69656"/>
                  <a:pt x="184374" y="82038"/>
                </a:cubicBezTo>
                <a:cubicBezTo>
                  <a:pt x="177734" y="87753"/>
                  <a:pt x="174889" y="94421"/>
                  <a:pt x="171094" y="101088"/>
                </a:cubicBezTo>
                <a:cubicBezTo>
                  <a:pt x="164454" y="112518"/>
                  <a:pt x="159712" y="122043"/>
                  <a:pt x="139792" y="122996"/>
                </a:cubicBezTo>
                <a:cubicBezTo>
                  <a:pt x="131255" y="123948"/>
                  <a:pt x="123667" y="122996"/>
                  <a:pt x="120821" y="119186"/>
                </a:cubicBezTo>
                <a:cubicBezTo>
                  <a:pt x="117976" y="116328"/>
                  <a:pt x="117976" y="114423"/>
                  <a:pt x="119873" y="113471"/>
                </a:cubicBezTo>
                <a:lnTo>
                  <a:pt x="153072" y="34413"/>
                </a:lnTo>
                <a:close/>
                <a:moveTo>
                  <a:pt x="219470" y="289683"/>
                </a:moveTo>
                <a:cubicBezTo>
                  <a:pt x="226110" y="289683"/>
                  <a:pt x="228956" y="288731"/>
                  <a:pt x="234647" y="288731"/>
                </a:cubicBezTo>
                <a:cubicBezTo>
                  <a:pt x="239390" y="285873"/>
                  <a:pt x="244133" y="284921"/>
                  <a:pt x="247927" y="281111"/>
                </a:cubicBezTo>
                <a:lnTo>
                  <a:pt x="250772" y="281111"/>
                </a:lnTo>
                <a:cubicBezTo>
                  <a:pt x="251721" y="281111"/>
                  <a:pt x="253618" y="282063"/>
                  <a:pt x="254567" y="282063"/>
                </a:cubicBezTo>
                <a:cubicBezTo>
                  <a:pt x="262155" y="282063"/>
                  <a:pt x="270692" y="278253"/>
                  <a:pt x="277332" y="272538"/>
                </a:cubicBezTo>
                <a:cubicBezTo>
                  <a:pt x="283972" y="267776"/>
                  <a:pt x="286817" y="261108"/>
                  <a:pt x="289663" y="254441"/>
                </a:cubicBezTo>
                <a:cubicBezTo>
                  <a:pt x="297251" y="253488"/>
                  <a:pt x="302943" y="249678"/>
                  <a:pt x="309582" y="244916"/>
                </a:cubicBezTo>
                <a:cubicBezTo>
                  <a:pt x="317171" y="239201"/>
                  <a:pt x="320965" y="231581"/>
                  <a:pt x="322862" y="223961"/>
                </a:cubicBezTo>
                <a:cubicBezTo>
                  <a:pt x="329502" y="223008"/>
                  <a:pt x="335193" y="219198"/>
                  <a:pt x="339936" y="214436"/>
                </a:cubicBezTo>
                <a:cubicBezTo>
                  <a:pt x="348473" y="206816"/>
                  <a:pt x="353215" y="198243"/>
                  <a:pt x="355113" y="187766"/>
                </a:cubicBezTo>
                <a:lnTo>
                  <a:pt x="382620" y="163001"/>
                </a:lnTo>
                <a:cubicBezTo>
                  <a:pt x="383569" y="162048"/>
                  <a:pt x="385466" y="158238"/>
                  <a:pt x="383569" y="154428"/>
                </a:cubicBezTo>
                <a:lnTo>
                  <a:pt x="340884" y="26793"/>
                </a:lnTo>
                <a:cubicBezTo>
                  <a:pt x="339936" y="23936"/>
                  <a:pt x="337090" y="22031"/>
                  <a:pt x="334244" y="22031"/>
                </a:cubicBezTo>
                <a:cubicBezTo>
                  <a:pt x="327605" y="21078"/>
                  <a:pt x="281126" y="13458"/>
                  <a:pt x="268795" y="13458"/>
                </a:cubicBezTo>
                <a:cubicBezTo>
                  <a:pt x="256464" y="13458"/>
                  <a:pt x="255515" y="10601"/>
                  <a:pt x="246030" y="7743"/>
                </a:cubicBezTo>
                <a:cubicBezTo>
                  <a:pt x="229904" y="3933"/>
                  <a:pt x="212830" y="-829"/>
                  <a:pt x="201448" y="123"/>
                </a:cubicBezTo>
                <a:cubicBezTo>
                  <a:pt x="184374" y="1076"/>
                  <a:pt x="153072" y="17268"/>
                  <a:pt x="142638" y="22031"/>
                </a:cubicBezTo>
                <a:lnTo>
                  <a:pt x="55371" y="22031"/>
                </a:lnTo>
                <a:cubicBezTo>
                  <a:pt x="51577" y="22031"/>
                  <a:pt x="48732" y="24888"/>
                  <a:pt x="47783" y="26793"/>
                </a:cubicBezTo>
                <a:lnTo>
                  <a:pt x="356" y="154428"/>
                </a:lnTo>
                <a:cubicBezTo>
                  <a:pt x="-593" y="158238"/>
                  <a:pt x="356" y="162048"/>
                  <a:pt x="3201" y="163953"/>
                </a:cubicBezTo>
                <a:lnTo>
                  <a:pt x="25967" y="178241"/>
                </a:lnTo>
                <a:cubicBezTo>
                  <a:pt x="19327" y="187766"/>
                  <a:pt x="13635" y="203006"/>
                  <a:pt x="17430" y="211578"/>
                </a:cubicBezTo>
                <a:cubicBezTo>
                  <a:pt x="21224" y="223008"/>
                  <a:pt x="41143" y="237296"/>
                  <a:pt x="54423" y="241106"/>
                </a:cubicBezTo>
                <a:lnTo>
                  <a:pt x="54423" y="243963"/>
                </a:lnTo>
                <a:cubicBezTo>
                  <a:pt x="57269" y="252536"/>
                  <a:pt x="62960" y="258251"/>
                  <a:pt x="74342" y="263013"/>
                </a:cubicBezTo>
                <a:cubicBezTo>
                  <a:pt x="80982" y="265871"/>
                  <a:pt x="86674" y="266823"/>
                  <a:pt x="91416" y="266823"/>
                </a:cubicBezTo>
                <a:cubicBezTo>
                  <a:pt x="94262" y="270633"/>
                  <a:pt x="98056" y="272538"/>
                  <a:pt x="100902" y="276348"/>
                </a:cubicBezTo>
                <a:cubicBezTo>
                  <a:pt x="109439" y="282063"/>
                  <a:pt x="121770" y="284921"/>
                  <a:pt x="130307" y="283968"/>
                </a:cubicBezTo>
                <a:cubicBezTo>
                  <a:pt x="136947" y="289683"/>
                  <a:pt x="146432" y="296351"/>
                  <a:pt x="157815" y="296351"/>
                </a:cubicBezTo>
                <a:cubicBezTo>
                  <a:pt x="169197" y="296351"/>
                  <a:pt x="167300" y="295398"/>
                  <a:pt x="171094" y="292541"/>
                </a:cubicBezTo>
                <a:cubicBezTo>
                  <a:pt x="174889" y="289683"/>
                  <a:pt x="178683" y="287778"/>
                  <a:pt x="180580" y="283016"/>
                </a:cubicBezTo>
                <a:cubicBezTo>
                  <a:pt x="191962" y="287778"/>
                  <a:pt x="205242" y="290636"/>
                  <a:pt x="216625" y="29063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7" name="Graphic 272">
            <a:extLst>
              <a:ext uri="{FF2B5EF4-FFF2-40B4-BE49-F238E27FC236}">
                <a16:creationId xmlns:a16="http://schemas.microsoft.com/office/drawing/2014/main" id="{FA2FB045-9F95-2549-D68B-8F13EF5EB7CB}"/>
              </a:ext>
            </a:extLst>
          </p:cNvPr>
          <p:cNvSpPr/>
          <p:nvPr/>
        </p:nvSpPr>
        <p:spPr>
          <a:xfrm>
            <a:off x="6231764" y="3551528"/>
            <a:ext cx="504048" cy="388612"/>
          </a:xfrm>
          <a:custGeom>
            <a:avLst/>
            <a:gdLst>
              <a:gd name="connsiteX0" fmla="*/ 163506 w 384380"/>
              <a:gd name="connsiteY0" fmla="*/ 225866 h 296350"/>
              <a:gd name="connsiteX1" fmla="*/ 154020 w 384380"/>
              <a:gd name="connsiteY1" fmla="*/ 225866 h 296350"/>
              <a:gd name="connsiteX2" fmla="*/ 154020 w 384380"/>
              <a:gd name="connsiteY2" fmla="*/ 222056 h 296350"/>
              <a:gd name="connsiteX3" fmla="*/ 122718 w 384380"/>
              <a:gd name="connsiteY3" fmla="*/ 203006 h 296350"/>
              <a:gd name="connsiteX4" fmla="*/ 122718 w 384380"/>
              <a:gd name="connsiteY4" fmla="*/ 203006 h 296350"/>
              <a:gd name="connsiteX5" fmla="*/ 105645 w 384380"/>
              <a:gd name="connsiteY5" fmla="*/ 185861 h 296350"/>
              <a:gd name="connsiteX6" fmla="*/ 85725 w 384380"/>
              <a:gd name="connsiteY6" fmla="*/ 183003 h 296350"/>
              <a:gd name="connsiteX7" fmla="*/ 76240 w 384380"/>
              <a:gd name="connsiteY7" fmla="*/ 190623 h 296350"/>
              <a:gd name="connsiteX8" fmla="*/ 75291 w 384380"/>
              <a:gd name="connsiteY8" fmla="*/ 190623 h 296350"/>
              <a:gd name="connsiteX9" fmla="*/ 20275 w 384380"/>
              <a:gd name="connsiteY9" fmla="*/ 154428 h 296350"/>
              <a:gd name="connsiteX10" fmla="*/ 63908 w 384380"/>
              <a:gd name="connsiteY10" fmla="*/ 37271 h 296350"/>
              <a:gd name="connsiteX11" fmla="*/ 135050 w 384380"/>
              <a:gd name="connsiteY11" fmla="*/ 37271 h 296350"/>
              <a:gd name="connsiteX12" fmla="*/ 103747 w 384380"/>
              <a:gd name="connsiteY12" fmla="*/ 107756 h 296350"/>
              <a:gd name="connsiteX13" fmla="*/ 103747 w 384380"/>
              <a:gd name="connsiteY13" fmla="*/ 107756 h 296350"/>
              <a:gd name="connsiteX14" fmla="*/ 108490 w 384380"/>
              <a:gd name="connsiteY14" fmla="*/ 129663 h 296350"/>
              <a:gd name="connsiteX15" fmla="*/ 141689 w 384380"/>
              <a:gd name="connsiteY15" fmla="*/ 139188 h 296350"/>
              <a:gd name="connsiteX16" fmla="*/ 185323 w 384380"/>
              <a:gd name="connsiteY16" fmla="*/ 108708 h 296350"/>
              <a:gd name="connsiteX17" fmla="*/ 193859 w 384380"/>
              <a:gd name="connsiteY17" fmla="*/ 94421 h 296350"/>
              <a:gd name="connsiteX18" fmla="*/ 233699 w 384380"/>
              <a:gd name="connsiteY18" fmla="*/ 88706 h 296350"/>
              <a:gd name="connsiteX19" fmla="*/ 288714 w 384380"/>
              <a:gd name="connsiteY19" fmla="*/ 138236 h 296350"/>
              <a:gd name="connsiteX20" fmla="*/ 339936 w 384380"/>
              <a:gd name="connsiteY20" fmla="*/ 186813 h 296350"/>
              <a:gd name="connsiteX21" fmla="*/ 330450 w 384380"/>
              <a:gd name="connsiteY21" fmla="*/ 201101 h 296350"/>
              <a:gd name="connsiteX22" fmla="*/ 318119 w 384380"/>
              <a:gd name="connsiteY22" fmla="*/ 206816 h 296350"/>
              <a:gd name="connsiteX23" fmla="*/ 317171 w 384380"/>
              <a:gd name="connsiteY23" fmla="*/ 206816 h 296350"/>
              <a:gd name="connsiteX24" fmla="*/ 276383 w 384380"/>
              <a:gd name="connsiteY24" fmla="*/ 173478 h 296350"/>
              <a:gd name="connsiteX25" fmla="*/ 266898 w 384380"/>
              <a:gd name="connsiteY25" fmla="*/ 157286 h 296350"/>
              <a:gd name="connsiteX26" fmla="*/ 258361 w 384380"/>
              <a:gd name="connsiteY26" fmla="*/ 149666 h 296350"/>
              <a:gd name="connsiteX27" fmla="*/ 250772 w 384380"/>
              <a:gd name="connsiteY27" fmla="*/ 158238 h 296350"/>
              <a:gd name="connsiteX28" fmla="*/ 265949 w 384380"/>
              <a:gd name="connsiteY28" fmla="*/ 183956 h 296350"/>
              <a:gd name="connsiteX29" fmla="*/ 266898 w 384380"/>
              <a:gd name="connsiteY29" fmla="*/ 184908 h 296350"/>
              <a:gd name="connsiteX30" fmla="*/ 307685 w 384380"/>
              <a:gd name="connsiteY30" fmla="*/ 218246 h 296350"/>
              <a:gd name="connsiteX31" fmla="*/ 308634 w 384380"/>
              <a:gd name="connsiteY31" fmla="*/ 219198 h 296350"/>
              <a:gd name="connsiteX32" fmla="*/ 301045 w 384380"/>
              <a:gd name="connsiteY32" fmla="*/ 230628 h 296350"/>
              <a:gd name="connsiteX33" fmla="*/ 285869 w 384380"/>
              <a:gd name="connsiteY33" fmla="*/ 236343 h 296350"/>
              <a:gd name="connsiteX34" fmla="*/ 242235 w 384380"/>
              <a:gd name="connsiteY34" fmla="*/ 201101 h 296350"/>
              <a:gd name="connsiteX35" fmla="*/ 235596 w 384380"/>
              <a:gd name="connsiteY35" fmla="*/ 200148 h 296350"/>
              <a:gd name="connsiteX36" fmla="*/ 230853 w 384380"/>
              <a:gd name="connsiteY36" fmla="*/ 203006 h 296350"/>
              <a:gd name="connsiteX37" fmla="*/ 228007 w 384380"/>
              <a:gd name="connsiteY37" fmla="*/ 208721 h 296350"/>
              <a:gd name="connsiteX38" fmla="*/ 231801 w 384380"/>
              <a:gd name="connsiteY38" fmla="*/ 213483 h 296350"/>
              <a:gd name="connsiteX39" fmla="*/ 274486 w 384380"/>
              <a:gd name="connsiteY39" fmla="*/ 247773 h 296350"/>
              <a:gd name="connsiteX40" fmla="*/ 266898 w 384380"/>
              <a:gd name="connsiteY40" fmla="*/ 259203 h 296350"/>
              <a:gd name="connsiteX41" fmla="*/ 255515 w 384380"/>
              <a:gd name="connsiteY41" fmla="*/ 263966 h 296350"/>
              <a:gd name="connsiteX42" fmla="*/ 214728 w 384380"/>
              <a:gd name="connsiteY42" fmla="*/ 233486 h 296350"/>
              <a:gd name="connsiteX43" fmla="*/ 208088 w 384380"/>
              <a:gd name="connsiteY43" fmla="*/ 232533 h 296350"/>
              <a:gd name="connsiteX44" fmla="*/ 203345 w 384380"/>
              <a:gd name="connsiteY44" fmla="*/ 236343 h 296350"/>
              <a:gd name="connsiteX45" fmla="*/ 202396 w 384380"/>
              <a:gd name="connsiteY45" fmla="*/ 242058 h 296350"/>
              <a:gd name="connsiteX46" fmla="*/ 205242 w 384380"/>
              <a:gd name="connsiteY46" fmla="*/ 246821 h 296350"/>
              <a:gd name="connsiteX47" fmla="*/ 236544 w 384380"/>
              <a:gd name="connsiteY47" fmla="*/ 269681 h 296350"/>
              <a:gd name="connsiteX48" fmla="*/ 232750 w 384380"/>
              <a:gd name="connsiteY48" fmla="*/ 270633 h 296350"/>
              <a:gd name="connsiteX49" fmla="*/ 221367 w 384380"/>
              <a:gd name="connsiteY49" fmla="*/ 271586 h 296350"/>
              <a:gd name="connsiteX50" fmla="*/ 190065 w 384380"/>
              <a:gd name="connsiteY50" fmla="*/ 263966 h 296350"/>
              <a:gd name="connsiteX51" fmla="*/ 190065 w 384380"/>
              <a:gd name="connsiteY51" fmla="*/ 241106 h 296350"/>
              <a:gd name="connsiteX52" fmla="*/ 165403 w 384380"/>
              <a:gd name="connsiteY52" fmla="*/ 223961 h 296350"/>
              <a:gd name="connsiteX53" fmla="*/ 172991 w 384380"/>
              <a:gd name="connsiteY53" fmla="*/ 263966 h 296350"/>
              <a:gd name="connsiteX54" fmla="*/ 172991 w 384380"/>
              <a:gd name="connsiteY54" fmla="*/ 263966 h 296350"/>
              <a:gd name="connsiteX55" fmla="*/ 172043 w 384380"/>
              <a:gd name="connsiteY55" fmla="*/ 264918 h 296350"/>
              <a:gd name="connsiteX56" fmla="*/ 171094 w 384380"/>
              <a:gd name="connsiteY56" fmla="*/ 272538 h 296350"/>
              <a:gd name="connsiteX57" fmla="*/ 166352 w 384380"/>
              <a:gd name="connsiteY57" fmla="*/ 278253 h 296350"/>
              <a:gd name="connsiteX58" fmla="*/ 161609 w 384380"/>
              <a:gd name="connsiteY58" fmla="*/ 279206 h 296350"/>
              <a:gd name="connsiteX59" fmla="*/ 145484 w 384380"/>
              <a:gd name="connsiteY59" fmla="*/ 271586 h 296350"/>
              <a:gd name="connsiteX60" fmla="*/ 154020 w 384380"/>
              <a:gd name="connsiteY60" fmla="*/ 242058 h 296350"/>
              <a:gd name="connsiteX61" fmla="*/ 162557 w 384380"/>
              <a:gd name="connsiteY61" fmla="*/ 241106 h 296350"/>
              <a:gd name="connsiteX62" fmla="*/ 173940 w 384380"/>
              <a:gd name="connsiteY62" fmla="*/ 246821 h 296350"/>
              <a:gd name="connsiteX63" fmla="*/ 173940 w 384380"/>
              <a:gd name="connsiteY63" fmla="*/ 263013 h 296350"/>
              <a:gd name="connsiteX64" fmla="*/ 137895 w 384380"/>
              <a:gd name="connsiteY64" fmla="*/ 238248 h 296350"/>
              <a:gd name="connsiteX65" fmla="*/ 137895 w 384380"/>
              <a:gd name="connsiteY65" fmla="*/ 238248 h 296350"/>
              <a:gd name="connsiteX66" fmla="*/ 128410 w 384380"/>
              <a:gd name="connsiteY66" fmla="*/ 267776 h 296350"/>
              <a:gd name="connsiteX67" fmla="*/ 113233 w 384380"/>
              <a:gd name="connsiteY67" fmla="*/ 263013 h 296350"/>
              <a:gd name="connsiteX68" fmla="*/ 106593 w 384380"/>
              <a:gd name="connsiteY68" fmla="*/ 257298 h 296350"/>
              <a:gd name="connsiteX69" fmla="*/ 121770 w 384380"/>
              <a:gd name="connsiteY69" fmla="*/ 219198 h 296350"/>
              <a:gd name="connsiteX70" fmla="*/ 137895 w 384380"/>
              <a:gd name="connsiteY70" fmla="*/ 226818 h 296350"/>
              <a:gd name="connsiteX71" fmla="*/ 137895 w 384380"/>
              <a:gd name="connsiteY71" fmla="*/ 239201 h 296350"/>
              <a:gd name="connsiteX72" fmla="*/ 91416 w 384380"/>
              <a:gd name="connsiteY72" fmla="*/ 248726 h 296350"/>
              <a:gd name="connsiteX73" fmla="*/ 90468 w 384380"/>
              <a:gd name="connsiteY73" fmla="*/ 248726 h 296350"/>
              <a:gd name="connsiteX74" fmla="*/ 81931 w 384380"/>
              <a:gd name="connsiteY74" fmla="*/ 247773 h 296350"/>
              <a:gd name="connsiteX75" fmla="*/ 72445 w 384380"/>
              <a:gd name="connsiteY75" fmla="*/ 239201 h 296350"/>
              <a:gd name="connsiteX76" fmla="*/ 72445 w 384380"/>
              <a:gd name="connsiteY76" fmla="*/ 235391 h 296350"/>
              <a:gd name="connsiteX77" fmla="*/ 72445 w 384380"/>
              <a:gd name="connsiteY77" fmla="*/ 235391 h 296350"/>
              <a:gd name="connsiteX78" fmla="*/ 81931 w 384380"/>
              <a:gd name="connsiteY78" fmla="*/ 208721 h 296350"/>
              <a:gd name="connsiteX79" fmla="*/ 84776 w 384380"/>
              <a:gd name="connsiteY79" fmla="*/ 207768 h 296350"/>
              <a:gd name="connsiteX80" fmla="*/ 85725 w 384380"/>
              <a:gd name="connsiteY80" fmla="*/ 203958 h 296350"/>
              <a:gd name="connsiteX81" fmla="*/ 90468 w 384380"/>
              <a:gd name="connsiteY81" fmla="*/ 198243 h 296350"/>
              <a:gd name="connsiteX82" fmla="*/ 106593 w 384380"/>
              <a:gd name="connsiteY82" fmla="*/ 206816 h 296350"/>
              <a:gd name="connsiteX83" fmla="*/ 106593 w 384380"/>
              <a:gd name="connsiteY83" fmla="*/ 206816 h 296350"/>
              <a:gd name="connsiteX84" fmla="*/ 106593 w 384380"/>
              <a:gd name="connsiteY84" fmla="*/ 211578 h 296350"/>
              <a:gd name="connsiteX85" fmla="*/ 91416 w 384380"/>
              <a:gd name="connsiteY85" fmla="*/ 249678 h 296350"/>
              <a:gd name="connsiteX86" fmla="*/ 65806 w 384380"/>
              <a:gd name="connsiteY86" fmla="*/ 204911 h 296350"/>
              <a:gd name="connsiteX87" fmla="*/ 58217 w 384380"/>
              <a:gd name="connsiteY87" fmla="*/ 223961 h 296350"/>
              <a:gd name="connsiteX88" fmla="*/ 57269 w 384380"/>
              <a:gd name="connsiteY88" fmla="*/ 223961 h 296350"/>
              <a:gd name="connsiteX89" fmla="*/ 33555 w 384380"/>
              <a:gd name="connsiteY89" fmla="*/ 205863 h 296350"/>
              <a:gd name="connsiteX90" fmla="*/ 40195 w 384380"/>
              <a:gd name="connsiteY90" fmla="*/ 187766 h 296350"/>
              <a:gd name="connsiteX91" fmla="*/ 41143 w 384380"/>
              <a:gd name="connsiteY91" fmla="*/ 187766 h 296350"/>
              <a:gd name="connsiteX92" fmla="*/ 65806 w 384380"/>
              <a:gd name="connsiteY92" fmla="*/ 204911 h 296350"/>
              <a:gd name="connsiteX93" fmla="*/ 153072 w 384380"/>
              <a:gd name="connsiteY93" fmla="*/ 34413 h 296350"/>
              <a:gd name="connsiteX94" fmla="*/ 153072 w 384380"/>
              <a:gd name="connsiteY94" fmla="*/ 34413 h 296350"/>
              <a:gd name="connsiteX95" fmla="*/ 204293 w 384380"/>
              <a:gd name="connsiteY95" fmla="*/ 15363 h 296350"/>
              <a:gd name="connsiteX96" fmla="*/ 205242 w 384380"/>
              <a:gd name="connsiteY96" fmla="*/ 15363 h 296350"/>
              <a:gd name="connsiteX97" fmla="*/ 242235 w 384380"/>
              <a:gd name="connsiteY97" fmla="*/ 22983 h 296350"/>
              <a:gd name="connsiteX98" fmla="*/ 269743 w 384380"/>
              <a:gd name="connsiteY98" fmla="*/ 28698 h 296350"/>
              <a:gd name="connsiteX99" fmla="*/ 326656 w 384380"/>
              <a:gd name="connsiteY99" fmla="*/ 36318 h 296350"/>
              <a:gd name="connsiteX100" fmla="*/ 327605 w 384380"/>
              <a:gd name="connsiteY100" fmla="*/ 36318 h 296350"/>
              <a:gd name="connsiteX101" fmla="*/ 367444 w 384380"/>
              <a:gd name="connsiteY101" fmla="*/ 155381 h 296350"/>
              <a:gd name="connsiteX102" fmla="*/ 366495 w 384380"/>
              <a:gd name="connsiteY102" fmla="*/ 155381 h 296350"/>
              <a:gd name="connsiteX103" fmla="*/ 347524 w 384380"/>
              <a:gd name="connsiteY103" fmla="*/ 172526 h 296350"/>
              <a:gd name="connsiteX104" fmla="*/ 346576 w 384380"/>
              <a:gd name="connsiteY104" fmla="*/ 172526 h 296350"/>
              <a:gd name="connsiteX105" fmla="*/ 301045 w 384380"/>
              <a:gd name="connsiteY105" fmla="*/ 127758 h 296350"/>
              <a:gd name="connsiteX106" fmla="*/ 239390 w 384380"/>
              <a:gd name="connsiteY106" fmla="*/ 72513 h 296350"/>
              <a:gd name="connsiteX107" fmla="*/ 184374 w 384380"/>
              <a:gd name="connsiteY107" fmla="*/ 82038 h 296350"/>
              <a:gd name="connsiteX108" fmla="*/ 171094 w 384380"/>
              <a:gd name="connsiteY108" fmla="*/ 101088 h 296350"/>
              <a:gd name="connsiteX109" fmla="*/ 139792 w 384380"/>
              <a:gd name="connsiteY109" fmla="*/ 122996 h 296350"/>
              <a:gd name="connsiteX110" fmla="*/ 120821 w 384380"/>
              <a:gd name="connsiteY110" fmla="*/ 119186 h 296350"/>
              <a:gd name="connsiteX111" fmla="*/ 119873 w 384380"/>
              <a:gd name="connsiteY111" fmla="*/ 113471 h 296350"/>
              <a:gd name="connsiteX112" fmla="*/ 153072 w 384380"/>
              <a:gd name="connsiteY112" fmla="*/ 34413 h 296350"/>
              <a:gd name="connsiteX113" fmla="*/ 219470 w 384380"/>
              <a:gd name="connsiteY113" fmla="*/ 289683 h 296350"/>
              <a:gd name="connsiteX114" fmla="*/ 234647 w 384380"/>
              <a:gd name="connsiteY114" fmla="*/ 288731 h 296350"/>
              <a:gd name="connsiteX115" fmla="*/ 247927 w 384380"/>
              <a:gd name="connsiteY115" fmla="*/ 281111 h 296350"/>
              <a:gd name="connsiteX116" fmla="*/ 250772 w 384380"/>
              <a:gd name="connsiteY116" fmla="*/ 281111 h 296350"/>
              <a:gd name="connsiteX117" fmla="*/ 254567 w 384380"/>
              <a:gd name="connsiteY117" fmla="*/ 282063 h 296350"/>
              <a:gd name="connsiteX118" fmla="*/ 277332 w 384380"/>
              <a:gd name="connsiteY118" fmla="*/ 272538 h 296350"/>
              <a:gd name="connsiteX119" fmla="*/ 289663 w 384380"/>
              <a:gd name="connsiteY119" fmla="*/ 254441 h 296350"/>
              <a:gd name="connsiteX120" fmla="*/ 309582 w 384380"/>
              <a:gd name="connsiteY120" fmla="*/ 244916 h 296350"/>
              <a:gd name="connsiteX121" fmla="*/ 322862 w 384380"/>
              <a:gd name="connsiteY121" fmla="*/ 223961 h 296350"/>
              <a:gd name="connsiteX122" fmla="*/ 339936 w 384380"/>
              <a:gd name="connsiteY122" fmla="*/ 214436 h 296350"/>
              <a:gd name="connsiteX123" fmla="*/ 355113 w 384380"/>
              <a:gd name="connsiteY123" fmla="*/ 187766 h 296350"/>
              <a:gd name="connsiteX124" fmla="*/ 382620 w 384380"/>
              <a:gd name="connsiteY124" fmla="*/ 163001 h 296350"/>
              <a:gd name="connsiteX125" fmla="*/ 383569 w 384380"/>
              <a:gd name="connsiteY125" fmla="*/ 154428 h 296350"/>
              <a:gd name="connsiteX126" fmla="*/ 340884 w 384380"/>
              <a:gd name="connsiteY126" fmla="*/ 26793 h 296350"/>
              <a:gd name="connsiteX127" fmla="*/ 334244 w 384380"/>
              <a:gd name="connsiteY127" fmla="*/ 22031 h 296350"/>
              <a:gd name="connsiteX128" fmla="*/ 268795 w 384380"/>
              <a:gd name="connsiteY128" fmla="*/ 13458 h 296350"/>
              <a:gd name="connsiteX129" fmla="*/ 246030 w 384380"/>
              <a:gd name="connsiteY129" fmla="*/ 7743 h 296350"/>
              <a:gd name="connsiteX130" fmla="*/ 201448 w 384380"/>
              <a:gd name="connsiteY130" fmla="*/ 123 h 296350"/>
              <a:gd name="connsiteX131" fmla="*/ 142638 w 384380"/>
              <a:gd name="connsiteY131" fmla="*/ 22031 h 296350"/>
              <a:gd name="connsiteX132" fmla="*/ 55371 w 384380"/>
              <a:gd name="connsiteY132" fmla="*/ 22031 h 296350"/>
              <a:gd name="connsiteX133" fmla="*/ 47783 w 384380"/>
              <a:gd name="connsiteY133" fmla="*/ 26793 h 296350"/>
              <a:gd name="connsiteX134" fmla="*/ 356 w 384380"/>
              <a:gd name="connsiteY134" fmla="*/ 154428 h 296350"/>
              <a:gd name="connsiteX135" fmla="*/ 3201 w 384380"/>
              <a:gd name="connsiteY135" fmla="*/ 163953 h 296350"/>
              <a:gd name="connsiteX136" fmla="*/ 25967 w 384380"/>
              <a:gd name="connsiteY136" fmla="*/ 178241 h 296350"/>
              <a:gd name="connsiteX137" fmla="*/ 17430 w 384380"/>
              <a:gd name="connsiteY137" fmla="*/ 211578 h 296350"/>
              <a:gd name="connsiteX138" fmla="*/ 54423 w 384380"/>
              <a:gd name="connsiteY138" fmla="*/ 241106 h 296350"/>
              <a:gd name="connsiteX139" fmla="*/ 54423 w 384380"/>
              <a:gd name="connsiteY139" fmla="*/ 243963 h 296350"/>
              <a:gd name="connsiteX140" fmla="*/ 74342 w 384380"/>
              <a:gd name="connsiteY140" fmla="*/ 263013 h 296350"/>
              <a:gd name="connsiteX141" fmla="*/ 91416 w 384380"/>
              <a:gd name="connsiteY141" fmla="*/ 266823 h 296350"/>
              <a:gd name="connsiteX142" fmla="*/ 100902 w 384380"/>
              <a:gd name="connsiteY142" fmla="*/ 276348 h 296350"/>
              <a:gd name="connsiteX143" fmla="*/ 130307 w 384380"/>
              <a:gd name="connsiteY143" fmla="*/ 283968 h 296350"/>
              <a:gd name="connsiteX144" fmla="*/ 157815 w 384380"/>
              <a:gd name="connsiteY144" fmla="*/ 296351 h 296350"/>
              <a:gd name="connsiteX145" fmla="*/ 171094 w 384380"/>
              <a:gd name="connsiteY145" fmla="*/ 292541 h 296350"/>
              <a:gd name="connsiteX146" fmla="*/ 180580 w 384380"/>
              <a:gd name="connsiteY146" fmla="*/ 283016 h 296350"/>
              <a:gd name="connsiteX147" fmla="*/ 216625 w 384380"/>
              <a:gd name="connsiteY147" fmla="*/ 290636 h 296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384380" h="296350">
                <a:moveTo>
                  <a:pt x="163506" y="225866"/>
                </a:moveTo>
                <a:lnTo>
                  <a:pt x="154020" y="225866"/>
                </a:lnTo>
                <a:lnTo>
                  <a:pt x="154020" y="222056"/>
                </a:lnTo>
                <a:cubicBezTo>
                  <a:pt x="151175" y="210626"/>
                  <a:pt x="136947" y="203958"/>
                  <a:pt x="122718" y="203006"/>
                </a:cubicBezTo>
                <a:lnTo>
                  <a:pt x="122718" y="203006"/>
                </a:lnTo>
                <a:cubicBezTo>
                  <a:pt x="119873" y="195386"/>
                  <a:pt x="113233" y="188718"/>
                  <a:pt x="105645" y="185861"/>
                </a:cubicBezTo>
                <a:cubicBezTo>
                  <a:pt x="98056" y="182051"/>
                  <a:pt x="92365" y="181098"/>
                  <a:pt x="85725" y="183003"/>
                </a:cubicBezTo>
                <a:cubicBezTo>
                  <a:pt x="81931" y="183956"/>
                  <a:pt x="79085" y="186813"/>
                  <a:pt x="76240" y="190623"/>
                </a:cubicBezTo>
                <a:lnTo>
                  <a:pt x="75291" y="190623"/>
                </a:lnTo>
                <a:lnTo>
                  <a:pt x="20275" y="154428"/>
                </a:lnTo>
                <a:lnTo>
                  <a:pt x="63908" y="37271"/>
                </a:lnTo>
                <a:lnTo>
                  <a:pt x="135050" y="37271"/>
                </a:lnTo>
                <a:lnTo>
                  <a:pt x="103747" y="107756"/>
                </a:lnTo>
                <a:lnTo>
                  <a:pt x="103747" y="107756"/>
                </a:lnTo>
                <a:cubicBezTo>
                  <a:pt x="103747" y="110613"/>
                  <a:pt x="99953" y="121091"/>
                  <a:pt x="108490" y="129663"/>
                </a:cubicBezTo>
                <a:cubicBezTo>
                  <a:pt x="115130" y="138236"/>
                  <a:pt x="125564" y="141093"/>
                  <a:pt x="141689" y="139188"/>
                </a:cubicBezTo>
                <a:cubicBezTo>
                  <a:pt x="169197" y="136331"/>
                  <a:pt x="177734" y="121091"/>
                  <a:pt x="185323" y="108708"/>
                </a:cubicBezTo>
                <a:cubicBezTo>
                  <a:pt x="188168" y="102993"/>
                  <a:pt x="190065" y="97278"/>
                  <a:pt x="193859" y="94421"/>
                </a:cubicBezTo>
                <a:cubicBezTo>
                  <a:pt x="205242" y="85848"/>
                  <a:pt x="217573" y="82991"/>
                  <a:pt x="233699" y="88706"/>
                </a:cubicBezTo>
                <a:cubicBezTo>
                  <a:pt x="241287" y="89658"/>
                  <a:pt x="266898" y="115376"/>
                  <a:pt x="288714" y="138236"/>
                </a:cubicBezTo>
                <a:lnTo>
                  <a:pt x="339936" y="186813"/>
                </a:lnTo>
                <a:cubicBezTo>
                  <a:pt x="338987" y="191576"/>
                  <a:pt x="335193" y="198243"/>
                  <a:pt x="330450" y="201101"/>
                </a:cubicBezTo>
                <a:cubicBezTo>
                  <a:pt x="326656" y="204911"/>
                  <a:pt x="321913" y="206816"/>
                  <a:pt x="318119" y="206816"/>
                </a:cubicBezTo>
                <a:lnTo>
                  <a:pt x="317171" y="206816"/>
                </a:lnTo>
                <a:lnTo>
                  <a:pt x="276383" y="173478"/>
                </a:lnTo>
                <a:cubicBezTo>
                  <a:pt x="272589" y="169668"/>
                  <a:pt x="266898" y="161096"/>
                  <a:pt x="266898" y="157286"/>
                </a:cubicBezTo>
                <a:cubicBezTo>
                  <a:pt x="266898" y="153476"/>
                  <a:pt x="263103" y="149666"/>
                  <a:pt x="258361" y="149666"/>
                </a:cubicBezTo>
                <a:cubicBezTo>
                  <a:pt x="253618" y="149666"/>
                  <a:pt x="250772" y="153476"/>
                  <a:pt x="250772" y="158238"/>
                </a:cubicBezTo>
                <a:cubicBezTo>
                  <a:pt x="251721" y="169668"/>
                  <a:pt x="263103" y="181098"/>
                  <a:pt x="265949" y="183956"/>
                </a:cubicBezTo>
                <a:cubicBezTo>
                  <a:pt x="265949" y="184591"/>
                  <a:pt x="266262" y="184908"/>
                  <a:pt x="266898" y="184908"/>
                </a:cubicBezTo>
                <a:lnTo>
                  <a:pt x="307685" y="218246"/>
                </a:lnTo>
                <a:cubicBezTo>
                  <a:pt x="307685" y="218246"/>
                  <a:pt x="307685" y="219198"/>
                  <a:pt x="308634" y="219198"/>
                </a:cubicBezTo>
                <a:cubicBezTo>
                  <a:pt x="307685" y="223008"/>
                  <a:pt x="304840" y="226818"/>
                  <a:pt x="301045" y="230628"/>
                </a:cubicBezTo>
                <a:cubicBezTo>
                  <a:pt x="296303" y="234438"/>
                  <a:pt x="291560" y="236343"/>
                  <a:pt x="285869" y="236343"/>
                </a:cubicBezTo>
                <a:lnTo>
                  <a:pt x="242235" y="201101"/>
                </a:lnTo>
                <a:cubicBezTo>
                  <a:pt x="241287" y="200148"/>
                  <a:pt x="238441" y="200148"/>
                  <a:pt x="235596" y="200148"/>
                </a:cubicBezTo>
                <a:cubicBezTo>
                  <a:pt x="232750" y="200148"/>
                  <a:pt x="231801" y="201101"/>
                  <a:pt x="230853" y="203006"/>
                </a:cubicBezTo>
                <a:cubicBezTo>
                  <a:pt x="229904" y="205863"/>
                  <a:pt x="228007" y="206816"/>
                  <a:pt x="228007" y="208721"/>
                </a:cubicBezTo>
                <a:cubicBezTo>
                  <a:pt x="228007" y="210626"/>
                  <a:pt x="228956" y="212531"/>
                  <a:pt x="231801" y="213483"/>
                </a:cubicBezTo>
                <a:lnTo>
                  <a:pt x="274486" y="247773"/>
                </a:lnTo>
                <a:cubicBezTo>
                  <a:pt x="273537" y="252536"/>
                  <a:pt x="270692" y="256346"/>
                  <a:pt x="266898" y="259203"/>
                </a:cubicBezTo>
                <a:cubicBezTo>
                  <a:pt x="264052" y="263013"/>
                  <a:pt x="259309" y="263966"/>
                  <a:pt x="255515" y="263966"/>
                </a:cubicBezTo>
                <a:lnTo>
                  <a:pt x="214728" y="233486"/>
                </a:lnTo>
                <a:cubicBezTo>
                  <a:pt x="213779" y="232533"/>
                  <a:pt x="210933" y="232533"/>
                  <a:pt x="208088" y="232533"/>
                </a:cubicBezTo>
                <a:cubicBezTo>
                  <a:pt x="205242" y="232533"/>
                  <a:pt x="204293" y="233486"/>
                  <a:pt x="203345" y="236343"/>
                </a:cubicBezTo>
                <a:cubicBezTo>
                  <a:pt x="202396" y="237296"/>
                  <a:pt x="202396" y="240153"/>
                  <a:pt x="202396" y="242058"/>
                </a:cubicBezTo>
                <a:cubicBezTo>
                  <a:pt x="202396" y="243963"/>
                  <a:pt x="203345" y="245868"/>
                  <a:pt x="205242" y="246821"/>
                </a:cubicBezTo>
                <a:lnTo>
                  <a:pt x="236544" y="269681"/>
                </a:lnTo>
                <a:cubicBezTo>
                  <a:pt x="235596" y="269681"/>
                  <a:pt x="233699" y="270633"/>
                  <a:pt x="232750" y="270633"/>
                </a:cubicBezTo>
                <a:cubicBezTo>
                  <a:pt x="228956" y="270633"/>
                  <a:pt x="225162" y="271586"/>
                  <a:pt x="221367" y="271586"/>
                </a:cubicBezTo>
                <a:cubicBezTo>
                  <a:pt x="211882" y="271586"/>
                  <a:pt x="198602" y="267776"/>
                  <a:pt x="190065" y="263966"/>
                </a:cubicBezTo>
                <a:cubicBezTo>
                  <a:pt x="192911" y="254441"/>
                  <a:pt x="191014" y="245868"/>
                  <a:pt x="190065" y="241106"/>
                </a:cubicBezTo>
                <a:cubicBezTo>
                  <a:pt x="187220" y="231581"/>
                  <a:pt x="177734" y="224913"/>
                  <a:pt x="165403" y="223961"/>
                </a:cubicBezTo>
                <a:close/>
                <a:moveTo>
                  <a:pt x="172991" y="263966"/>
                </a:moveTo>
                <a:lnTo>
                  <a:pt x="172991" y="263966"/>
                </a:lnTo>
                <a:cubicBezTo>
                  <a:pt x="172991" y="264918"/>
                  <a:pt x="172043" y="264918"/>
                  <a:pt x="172043" y="264918"/>
                </a:cubicBezTo>
                <a:cubicBezTo>
                  <a:pt x="171094" y="267776"/>
                  <a:pt x="171094" y="269681"/>
                  <a:pt x="171094" y="272538"/>
                </a:cubicBezTo>
                <a:cubicBezTo>
                  <a:pt x="170146" y="275396"/>
                  <a:pt x="168249" y="277301"/>
                  <a:pt x="166352" y="278253"/>
                </a:cubicBezTo>
                <a:cubicBezTo>
                  <a:pt x="165403" y="279206"/>
                  <a:pt x="163506" y="279206"/>
                  <a:pt x="161609" y="279206"/>
                </a:cubicBezTo>
                <a:cubicBezTo>
                  <a:pt x="156866" y="279206"/>
                  <a:pt x="149278" y="275396"/>
                  <a:pt x="145484" y="271586"/>
                </a:cubicBezTo>
                <a:lnTo>
                  <a:pt x="154020" y="242058"/>
                </a:lnTo>
                <a:cubicBezTo>
                  <a:pt x="156866" y="241106"/>
                  <a:pt x="160660" y="239201"/>
                  <a:pt x="162557" y="241106"/>
                </a:cubicBezTo>
                <a:cubicBezTo>
                  <a:pt x="166352" y="241106"/>
                  <a:pt x="172043" y="242058"/>
                  <a:pt x="173940" y="246821"/>
                </a:cubicBezTo>
                <a:cubicBezTo>
                  <a:pt x="174889" y="250631"/>
                  <a:pt x="174889" y="256346"/>
                  <a:pt x="173940" y="263013"/>
                </a:cubicBezTo>
                <a:close/>
                <a:moveTo>
                  <a:pt x="137895" y="238248"/>
                </a:moveTo>
                <a:lnTo>
                  <a:pt x="137895" y="238248"/>
                </a:lnTo>
                <a:lnTo>
                  <a:pt x="128410" y="267776"/>
                </a:lnTo>
                <a:cubicBezTo>
                  <a:pt x="124616" y="267776"/>
                  <a:pt x="118924" y="266823"/>
                  <a:pt x="113233" y="263013"/>
                </a:cubicBezTo>
                <a:cubicBezTo>
                  <a:pt x="109439" y="260156"/>
                  <a:pt x="108490" y="259203"/>
                  <a:pt x="106593" y="257298"/>
                </a:cubicBezTo>
                <a:lnTo>
                  <a:pt x="121770" y="219198"/>
                </a:lnTo>
                <a:cubicBezTo>
                  <a:pt x="129358" y="220151"/>
                  <a:pt x="136947" y="223961"/>
                  <a:pt x="137895" y="226818"/>
                </a:cubicBezTo>
                <a:cubicBezTo>
                  <a:pt x="137895" y="227771"/>
                  <a:pt x="138844" y="231581"/>
                  <a:pt x="137895" y="239201"/>
                </a:cubicBezTo>
                <a:close/>
                <a:moveTo>
                  <a:pt x="91416" y="248726"/>
                </a:moveTo>
                <a:lnTo>
                  <a:pt x="90468" y="248726"/>
                </a:lnTo>
                <a:cubicBezTo>
                  <a:pt x="89519" y="248726"/>
                  <a:pt x="85725" y="248726"/>
                  <a:pt x="81931" y="247773"/>
                </a:cubicBezTo>
                <a:cubicBezTo>
                  <a:pt x="75291" y="244916"/>
                  <a:pt x="72445" y="242058"/>
                  <a:pt x="72445" y="239201"/>
                </a:cubicBezTo>
                <a:lnTo>
                  <a:pt x="72445" y="235391"/>
                </a:lnTo>
                <a:lnTo>
                  <a:pt x="72445" y="235391"/>
                </a:lnTo>
                <a:cubicBezTo>
                  <a:pt x="73394" y="226818"/>
                  <a:pt x="79085" y="216341"/>
                  <a:pt x="81931" y="208721"/>
                </a:cubicBezTo>
                <a:cubicBezTo>
                  <a:pt x="82879" y="208721"/>
                  <a:pt x="84776" y="207768"/>
                  <a:pt x="84776" y="207768"/>
                </a:cubicBezTo>
                <a:cubicBezTo>
                  <a:pt x="84776" y="206816"/>
                  <a:pt x="85725" y="204911"/>
                  <a:pt x="85725" y="203958"/>
                </a:cubicBezTo>
                <a:cubicBezTo>
                  <a:pt x="88571" y="200148"/>
                  <a:pt x="89519" y="199196"/>
                  <a:pt x="90468" y="198243"/>
                </a:cubicBezTo>
                <a:cubicBezTo>
                  <a:pt x="95210" y="197291"/>
                  <a:pt x="105645" y="203958"/>
                  <a:pt x="106593" y="206816"/>
                </a:cubicBezTo>
                <a:lnTo>
                  <a:pt x="106593" y="206816"/>
                </a:lnTo>
                <a:cubicBezTo>
                  <a:pt x="107542" y="207768"/>
                  <a:pt x="107542" y="209673"/>
                  <a:pt x="106593" y="211578"/>
                </a:cubicBezTo>
                <a:lnTo>
                  <a:pt x="91416" y="249678"/>
                </a:lnTo>
                <a:close/>
                <a:moveTo>
                  <a:pt x="65806" y="204911"/>
                </a:moveTo>
                <a:cubicBezTo>
                  <a:pt x="62960" y="210626"/>
                  <a:pt x="59166" y="217293"/>
                  <a:pt x="58217" y="223961"/>
                </a:cubicBezTo>
                <a:lnTo>
                  <a:pt x="57269" y="223961"/>
                </a:lnTo>
                <a:cubicBezTo>
                  <a:pt x="49680" y="220151"/>
                  <a:pt x="36401" y="211578"/>
                  <a:pt x="33555" y="205863"/>
                </a:cubicBezTo>
                <a:cubicBezTo>
                  <a:pt x="32606" y="203006"/>
                  <a:pt x="36401" y="193481"/>
                  <a:pt x="40195" y="187766"/>
                </a:cubicBezTo>
                <a:lnTo>
                  <a:pt x="41143" y="187766"/>
                </a:lnTo>
                <a:lnTo>
                  <a:pt x="65806" y="204911"/>
                </a:lnTo>
                <a:close/>
                <a:moveTo>
                  <a:pt x="153072" y="34413"/>
                </a:moveTo>
                <a:lnTo>
                  <a:pt x="153072" y="34413"/>
                </a:lnTo>
                <a:cubicBezTo>
                  <a:pt x="165403" y="28698"/>
                  <a:pt x="191962" y="15363"/>
                  <a:pt x="204293" y="15363"/>
                </a:cubicBezTo>
                <a:lnTo>
                  <a:pt x="205242" y="15363"/>
                </a:lnTo>
                <a:cubicBezTo>
                  <a:pt x="213779" y="15363"/>
                  <a:pt x="229904" y="19173"/>
                  <a:pt x="242235" y="22983"/>
                </a:cubicBezTo>
                <a:cubicBezTo>
                  <a:pt x="253618" y="26793"/>
                  <a:pt x="263103" y="28698"/>
                  <a:pt x="269743" y="28698"/>
                </a:cubicBezTo>
                <a:cubicBezTo>
                  <a:pt x="276383" y="28698"/>
                  <a:pt x="305788" y="33461"/>
                  <a:pt x="326656" y="36318"/>
                </a:cubicBezTo>
                <a:lnTo>
                  <a:pt x="327605" y="36318"/>
                </a:lnTo>
                <a:lnTo>
                  <a:pt x="367444" y="155381"/>
                </a:lnTo>
                <a:lnTo>
                  <a:pt x="366495" y="155381"/>
                </a:lnTo>
                <a:lnTo>
                  <a:pt x="347524" y="172526"/>
                </a:lnTo>
                <a:lnTo>
                  <a:pt x="346576" y="172526"/>
                </a:lnTo>
                <a:lnTo>
                  <a:pt x="301045" y="127758"/>
                </a:lnTo>
                <a:cubicBezTo>
                  <a:pt x="289663" y="115376"/>
                  <a:pt x="252669" y="76323"/>
                  <a:pt x="239390" y="72513"/>
                </a:cubicBezTo>
                <a:cubicBezTo>
                  <a:pt x="218522" y="66798"/>
                  <a:pt x="199551" y="69656"/>
                  <a:pt x="184374" y="82038"/>
                </a:cubicBezTo>
                <a:cubicBezTo>
                  <a:pt x="177734" y="87753"/>
                  <a:pt x="174889" y="94421"/>
                  <a:pt x="171094" y="101088"/>
                </a:cubicBezTo>
                <a:cubicBezTo>
                  <a:pt x="164454" y="112518"/>
                  <a:pt x="159712" y="122043"/>
                  <a:pt x="139792" y="122996"/>
                </a:cubicBezTo>
                <a:cubicBezTo>
                  <a:pt x="131255" y="123948"/>
                  <a:pt x="123667" y="122996"/>
                  <a:pt x="120821" y="119186"/>
                </a:cubicBezTo>
                <a:cubicBezTo>
                  <a:pt x="117976" y="116328"/>
                  <a:pt x="117976" y="114423"/>
                  <a:pt x="119873" y="113471"/>
                </a:cubicBezTo>
                <a:lnTo>
                  <a:pt x="153072" y="34413"/>
                </a:lnTo>
                <a:close/>
                <a:moveTo>
                  <a:pt x="219470" y="289683"/>
                </a:moveTo>
                <a:cubicBezTo>
                  <a:pt x="226110" y="289683"/>
                  <a:pt x="228956" y="288731"/>
                  <a:pt x="234647" y="288731"/>
                </a:cubicBezTo>
                <a:cubicBezTo>
                  <a:pt x="239390" y="285873"/>
                  <a:pt x="244133" y="284921"/>
                  <a:pt x="247927" y="281111"/>
                </a:cubicBezTo>
                <a:lnTo>
                  <a:pt x="250772" y="281111"/>
                </a:lnTo>
                <a:cubicBezTo>
                  <a:pt x="251721" y="281111"/>
                  <a:pt x="253618" y="282063"/>
                  <a:pt x="254567" y="282063"/>
                </a:cubicBezTo>
                <a:cubicBezTo>
                  <a:pt x="262155" y="282063"/>
                  <a:pt x="270692" y="278253"/>
                  <a:pt x="277332" y="272538"/>
                </a:cubicBezTo>
                <a:cubicBezTo>
                  <a:pt x="283972" y="267776"/>
                  <a:pt x="286817" y="261108"/>
                  <a:pt x="289663" y="254441"/>
                </a:cubicBezTo>
                <a:cubicBezTo>
                  <a:pt x="297251" y="253488"/>
                  <a:pt x="302943" y="249678"/>
                  <a:pt x="309582" y="244916"/>
                </a:cubicBezTo>
                <a:cubicBezTo>
                  <a:pt x="317171" y="239201"/>
                  <a:pt x="320965" y="231581"/>
                  <a:pt x="322862" y="223961"/>
                </a:cubicBezTo>
                <a:cubicBezTo>
                  <a:pt x="329502" y="223008"/>
                  <a:pt x="335193" y="219198"/>
                  <a:pt x="339936" y="214436"/>
                </a:cubicBezTo>
                <a:cubicBezTo>
                  <a:pt x="348473" y="206816"/>
                  <a:pt x="353215" y="198243"/>
                  <a:pt x="355113" y="187766"/>
                </a:cubicBezTo>
                <a:lnTo>
                  <a:pt x="382620" y="163001"/>
                </a:lnTo>
                <a:cubicBezTo>
                  <a:pt x="383569" y="162048"/>
                  <a:pt x="385466" y="158238"/>
                  <a:pt x="383569" y="154428"/>
                </a:cubicBezTo>
                <a:lnTo>
                  <a:pt x="340884" y="26793"/>
                </a:lnTo>
                <a:cubicBezTo>
                  <a:pt x="339936" y="23936"/>
                  <a:pt x="337090" y="22031"/>
                  <a:pt x="334244" y="22031"/>
                </a:cubicBezTo>
                <a:cubicBezTo>
                  <a:pt x="327605" y="21078"/>
                  <a:pt x="281126" y="13458"/>
                  <a:pt x="268795" y="13458"/>
                </a:cubicBezTo>
                <a:cubicBezTo>
                  <a:pt x="256464" y="13458"/>
                  <a:pt x="255515" y="10601"/>
                  <a:pt x="246030" y="7743"/>
                </a:cubicBezTo>
                <a:cubicBezTo>
                  <a:pt x="229904" y="3933"/>
                  <a:pt x="212830" y="-829"/>
                  <a:pt x="201448" y="123"/>
                </a:cubicBezTo>
                <a:cubicBezTo>
                  <a:pt x="184374" y="1076"/>
                  <a:pt x="153072" y="17268"/>
                  <a:pt x="142638" y="22031"/>
                </a:cubicBezTo>
                <a:lnTo>
                  <a:pt x="55371" y="22031"/>
                </a:lnTo>
                <a:cubicBezTo>
                  <a:pt x="51577" y="22031"/>
                  <a:pt x="48732" y="24888"/>
                  <a:pt x="47783" y="26793"/>
                </a:cubicBezTo>
                <a:lnTo>
                  <a:pt x="356" y="154428"/>
                </a:lnTo>
                <a:cubicBezTo>
                  <a:pt x="-593" y="158238"/>
                  <a:pt x="356" y="162048"/>
                  <a:pt x="3201" y="163953"/>
                </a:cubicBezTo>
                <a:lnTo>
                  <a:pt x="25967" y="178241"/>
                </a:lnTo>
                <a:cubicBezTo>
                  <a:pt x="19327" y="187766"/>
                  <a:pt x="13635" y="203006"/>
                  <a:pt x="17430" y="211578"/>
                </a:cubicBezTo>
                <a:cubicBezTo>
                  <a:pt x="21224" y="223008"/>
                  <a:pt x="41143" y="237296"/>
                  <a:pt x="54423" y="241106"/>
                </a:cubicBezTo>
                <a:lnTo>
                  <a:pt x="54423" y="243963"/>
                </a:lnTo>
                <a:cubicBezTo>
                  <a:pt x="57269" y="252536"/>
                  <a:pt x="62960" y="258251"/>
                  <a:pt x="74342" y="263013"/>
                </a:cubicBezTo>
                <a:cubicBezTo>
                  <a:pt x="80982" y="265871"/>
                  <a:pt x="86674" y="266823"/>
                  <a:pt x="91416" y="266823"/>
                </a:cubicBezTo>
                <a:cubicBezTo>
                  <a:pt x="94262" y="270633"/>
                  <a:pt x="98056" y="272538"/>
                  <a:pt x="100902" y="276348"/>
                </a:cubicBezTo>
                <a:cubicBezTo>
                  <a:pt x="109439" y="282063"/>
                  <a:pt x="121770" y="284921"/>
                  <a:pt x="130307" y="283968"/>
                </a:cubicBezTo>
                <a:cubicBezTo>
                  <a:pt x="136947" y="289683"/>
                  <a:pt x="146432" y="296351"/>
                  <a:pt x="157815" y="296351"/>
                </a:cubicBezTo>
                <a:cubicBezTo>
                  <a:pt x="169197" y="296351"/>
                  <a:pt x="167300" y="295398"/>
                  <a:pt x="171094" y="292541"/>
                </a:cubicBezTo>
                <a:cubicBezTo>
                  <a:pt x="174889" y="289683"/>
                  <a:pt x="178683" y="287778"/>
                  <a:pt x="180580" y="283016"/>
                </a:cubicBezTo>
                <a:cubicBezTo>
                  <a:pt x="191962" y="287778"/>
                  <a:pt x="205242" y="290636"/>
                  <a:pt x="216625" y="29063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0" name="Graphic 278">
            <a:extLst>
              <a:ext uri="{FF2B5EF4-FFF2-40B4-BE49-F238E27FC236}">
                <a16:creationId xmlns:a16="http://schemas.microsoft.com/office/drawing/2014/main" id="{E46BB44A-7B8F-4C23-A723-4F951BDC3311}"/>
              </a:ext>
            </a:extLst>
          </p:cNvPr>
          <p:cNvSpPr/>
          <p:nvPr/>
        </p:nvSpPr>
        <p:spPr>
          <a:xfrm>
            <a:off x="7101160" y="2923012"/>
            <a:ext cx="492125" cy="391306"/>
          </a:xfrm>
          <a:custGeom>
            <a:avLst/>
            <a:gdLst>
              <a:gd name="connsiteX0" fmla="*/ 366139 w 366560"/>
              <a:gd name="connsiteY0" fmla="*/ 142875 h 291465"/>
              <a:gd name="connsiteX1" fmla="*/ 316815 w 366560"/>
              <a:gd name="connsiteY1" fmla="*/ 30480 h 291465"/>
              <a:gd name="connsiteX2" fmla="*/ 328197 w 366560"/>
              <a:gd name="connsiteY2" fmla="*/ 30480 h 291465"/>
              <a:gd name="connsiteX3" fmla="*/ 335786 w 366560"/>
              <a:gd name="connsiteY3" fmla="*/ 22860 h 291465"/>
              <a:gd name="connsiteX4" fmla="*/ 328197 w 366560"/>
              <a:gd name="connsiteY4" fmla="*/ 15240 h 291465"/>
              <a:gd name="connsiteX5" fmla="*/ 202041 w 366560"/>
              <a:gd name="connsiteY5" fmla="*/ 15240 h 291465"/>
              <a:gd name="connsiteX6" fmla="*/ 175481 w 366560"/>
              <a:gd name="connsiteY6" fmla="*/ 0 h 291465"/>
              <a:gd name="connsiteX7" fmla="*/ 148922 w 366560"/>
              <a:gd name="connsiteY7" fmla="*/ 15240 h 291465"/>
              <a:gd name="connsiteX8" fmla="*/ 37942 w 366560"/>
              <a:gd name="connsiteY8" fmla="*/ 15240 h 291465"/>
              <a:gd name="connsiteX9" fmla="*/ 30353 w 366560"/>
              <a:gd name="connsiteY9" fmla="*/ 22860 h 291465"/>
              <a:gd name="connsiteX10" fmla="*/ 37942 w 366560"/>
              <a:gd name="connsiteY10" fmla="*/ 30480 h 291465"/>
              <a:gd name="connsiteX11" fmla="*/ 49324 w 366560"/>
              <a:gd name="connsiteY11" fmla="*/ 30480 h 291465"/>
              <a:gd name="connsiteX12" fmla="*/ 0 w 366560"/>
              <a:gd name="connsiteY12" fmla="*/ 142875 h 291465"/>
              <a:gd name="connsiteX13" fmla="*/ 0 w 366560"/>
              <a:gd name="connsiteY13" fmla="*/ 149543 h 291465"/>
              <a:gd name="connsiteX14" fmla="*/ 59758 w 366560"/>
              <a:gd name="connsiteY14" fmla="*/ 210503 h 291465"/>
              <a:gd name="connsiteX15" fmla="*/ 120466 w 366560"/>
              <a:gd name="connsiteY15" fmla="*/ 149543 h 291465"/>
              <a:gd name="connsiteX16" fmla="*/ 120466 w 366560"/>
              <a:gd name="connsiteY16" fmla="*/ 143828 h 291465"/>
              <a:gd name="connsiteX17" fmla="*/ 71141 w 366560"/>
              <a:gd name="connsiteY17" fmla="*/ 31432 h 291465"/>
              <a:gd name="connsiteX18" fmla="*/ 143231 w 366560"/>
              <a:gd name="connsiteY18" fmla="*/ 31432 h 291465"/>
              <a:gd name="connsiteX19" fmla="*/ 165996 w 366560"/>
              <a:gd name="connsiteY19" fmla="*/ 59055 h 291465"/>
              <a:gd name="connsiteX20" fmla="*/ 165996 w 366560"/>
              <a:gd name="connsiteY20" fmla="*/ 276225 h 291465"/>
              <a:gd name="connsiteX21" fmla="*/ 128054 w 366560"/>
              <a:gd name="connsiteY21" fmla="*/ 276225 h 291465"/>
              <a:gd name="connsiteX22" fmla="*/ 120466 w 366560"/>
              <a:gd name="connsiteY22" fmla="*/ 283845 h 291465"/>
              <a:gd name="connsiteX23" fmla="*/ 128054 w 366560"/>
              <a:gd name="connsiteY23" fmla="*/ 291465 h 291465"/>
              <a:gd name="connsiteX24" fmla="*/ 220063 w 366560"/>
              <a:gd name="connsiteY24" fmla="*/ 291465 h 291465"/>
              <a:gd name="connsiteX25" fmla="*/ 227651 w 366560"/>
              <a:gd name="connsiteY25" fmla="*/ 283845 h 291465"/>
              <a:gd name="connsiteX26" fmla="*/ 220063 w 366560"/>
              <a:gd name="connsiteY26" fmla="*/ 276225 h 291465"/>
              <a:gd name="connsiteX27" fmla="*/ 183070 w 366560"/>
              <a:gd name="connsiteY27" fmla="*/ 276225 h 291465"/>
              <a:gd name="connsiteX28" fmla="*/ 183070 w 366560"/>
              <a:gd name="connsiteY28" fmla="*/ 59055 h 291465"/>
              <a:gd name="connsiteX29" fmla="*/ 205835 w 366560"/>
              <a:gd name="connsiteY29" fmla="*/ 31432 h 291465"/>
              <a:gd name="connsiteX30" fmla="*/ 293101 w 366560"/>
              <a:gd name="connsiteY30" fmla="*/ 31432 h 291465"/>
              <a:gd name="connsiteX31" fmla="*/ 244725 w 366560"/>
              <a:gd name="connsiteY31" fmla="*/ 140970 h 291465"/>
              <a:gd name="connsiteX32" fmla="*/ 242828 w 366560"/>
              <a:gd name="connsiteY32" fmla="*/ 145733 h 291465"/>
              <a:gd name="connsiteX33" fmla="*/ 304484 w 366560"/>
              <a:gd name="connsiteY33" fmla="*/ 210503 h 291465"/>
              <a:gd name="connsiteX34" fmla="*/ 366139 w 366560"/>
              <a:gd name="connsiteY34" fmla="*/ 148590 h 291465"/>
              <a:gd name="connsiteX35" fmla="*/ 366139 w 366560"/>
              <a:gd name="connsiteY35" fmla="*/ 143828 h 291465"/>
              <a:gd name="connsiteX36" fmla="*/ 58810 w 366560"/>
              <a:gd name="connsiteY36" fmla="*/ 42862 h 291465"/>
              <a:gd name="connsiteX37" fmla="*/ 101495 w 366560"/>
              <a:gd name="connsiteY37" fmla="*/ 138112 h 291465"/>
              <a:gd name="connsiteX38" fmla="*/ 18022 w 366560"/>
              <a:gd name="connsiteY38" fmla="*/ 138112 h 291465"/>
              <a:gd name="connsiteX39" fmla="*/ 58810 w 366560"/>
              <a:gd name="connsiteY39" fmla="*/ 42862 h 291465"/>
              <a:gd name="connsiteX40" fmla="*/ 58810 w 366560"/>
              <a:gd name="connsiteY40" fmla="*/ 194310 h 291465"/>
              <a:gd name="connsiteX41" fmla="*/ 14228 w 366560"/>
              <a:gd name="connsiteY41" fmla="*/ 153353 h 291465"/>
              <a:gd name="connsiteX42" fmla="*/ 104340 w 366560"/>
              <a:gd name="connsiteY42" fmla="*/ 153353 h 291465"/>
              <a:gd name="connsiteX43" fmla="*/ 58810 w 366560"/>
              <a:gd name="connsiteY43" fmla="*/ 194310 h 291465"/>
              <a:gd name="connsiteX44" fmla="*/ 174533 w 366560"/>
              <a:gd name="connsiteY44" fmla="*/ 44768 h 291465"/>
              <a:gd name="connsiteX45" fmla="*/ 174533 w 366560"/>
              <a:gd name="connsiteY45" fmla="*/ 44768 h 291465"/>
              <a:gd name="connsiteX46" fmla="*/ 174533 w 366560"/>
              <a:gd name="connsiteY46" fmla="*/ 44768 h 291465"/>
              <a:gd name="connsiteX47" fmla="*/ 159356 w 366560"/>
              <a:gd name="connsiteY47" fmla="*/ 30480 h 291465"/>
              <a:gd name="connsiteX48" fmla="*/ 174533 w 366560"/>
              <a:gd name="connsiteY48" fmla="*/ 15240 h 291465"/>
              <a:gd name="connsiteX49" fmla="*/ 188761 w 366560"/>
              <a:gd name="connsiteY49" fmla="*/ 24765 h 291465"/>
              <a:gd name="connsiteX50" fmla="*/ 188761 w 366560"/>
              <a:gd name="connsiteY50" fmla="*/ 26670 h 291465"/>
              <a:gd name="connsiteX51" fmla="*/ 188761 w 366560"/>
              <a:gd name="connsiteY51" fmla="*/ 30480 h 291465"/>
              <a:gd name="connsiteX52" fmla="*/ 173584 w 366560"/>
              <a:gd name="connsiteY52" fmla="*/ 44768 h 291465"/>
              <a:gd name="connsiteX53" fmla="*/ 346220 w 366560"/>
              <a:gd name="connsiteY53" fmla="*/ 138112 h 291465"/>
              <a:gd name="connsiteX54" fmla="*/ 262748 w 366560"/>
              <a:gd name="connsiteY54" fmla="*/ 138112 h 291465"/>
              <a:gd name="connsiteX55" fmla="*/ 303535 w 366560"/>
              <a:gd name="connsiteY55" fmla="*/ 43815 h 291465"/>
              <a:gd name="connsiteX56" fmla="*/ 346220 w 366560"/>
              <a:gd name="connsiteY56" fmla="*/ 138112 h 291465"/>
              <a:gd name="connsiteX57" fmla="*/ 304484 w 366560"/>
              <a:gd name="connsiteY57" fmla="*/ 194310 h 291465"/>
              <a:gd name="connsiteX58" fmla="*/ 259902 w 366560"/>
              <a:gd name="connsiteY58" fmla="*/ 153353 h 291465"/>
              <a:gd name="connsiteX59" fmla="*/ 350014 w 366560"/>
              <a:gd name="connsiteY59" fmla="*/ 153353 h 291465"/>
              <a:gd name="connsiteX60" fmla="*/ 304484 w 366560"/>
              <a:gd name="connsiteY60" fmla="*/ 194310 h 291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6560" h="291465">
                <a:moveTo>
                  <a:pt x="366139" y="142875"/>
                </a:moveTo>
                <a:cubicBezTo>
                  <a:pt x="366139" y="142875"/>
                  <a:pt x="366139" y="142875"/>
                  <a:pt x="316815" y="30480"/>
                </a:cubicBezTo>
                <a:lnTo>
                  <a:pt x="328197" y="30480"/>
                </a:lnTo>
                <a:cubicBezTo>
                  <a:pt x="331992" y="30480"/>
                  <a:pt x="335786" y="26670"/>
                  <a:pt x="335786" y="22860"/>
                </a:cubicBezTo>
                <a:cubicBezTo>
                  <a:pt x="335786" y="19050"/>
                  <a:pt x="331992" y="15240"/>
                  <a:pt x="328197" y="15240"/>
                </a:cubicBezTo>
                <a:lnTo>
                  <a:pt x="202041" y="15240"/>
                </a:lnTo>
                <a:cubicBezTo>
                  <a:pt x="196349" y="5715"/>
                  <a:pt x="186864" y="0"/>
                  <a:pt x="175481" y="0"/>
                </a:cubicBezTo>
                <a:cubicBezTo>
                  <a:pt x="164099" y="0"/>
                  <a:pt x="154613" y="6668"/>
                  <a:pt x="148922" y="15240"/>
                </a:cubicBezTo>
                <a:lnTo>
                  <a:pt x="37942" y="15240"/>
                </a:lnTo>
                <a:cubicBezTo>
                  <a:pt x="32251" y="15240"/>
                  <a:pt x="30353" y="19050"/>
                  <a:pt x="30353" y="22860"/>
                </a:cubicBezTo>
                <a:cubicBezTo>
                  <a:pt x="30353" y="26670"/>
                  <a:pt x="33199" y="30480"/>
                  <a:pt x="37942" y="30480"/>
                </a:cubicBezTo>
                <a:lnTo>
                  <a:pt x="49324" y="30480"/>
                </a:lnTo>
                <a:cubicBezTo>
                  <a:pt x="43633" y="43815"/>
                  <a:pt x="30353" y="74295"/>
                  <a:pt x="0" y="142875"/>
                </a:cubicBezTo>
                <a:cubicBezTo>
                  <a:pt x="0" y="144780"/>
                  <a:pt x="0" y="147637"/>
                  <a:pt x="0" y="149543"/>
                </a:cubicBezTo>
                <a:cubicBezTo>
                  <a:pt x="1897" y="184785"/>
                  <a:pt x="27508" y="210503"/>
                  <a:pt x="59758" y="210503"/>
                </a:cubicBezTo>
                <a:cubicBezTo>
                  <a:pt x="92009" y="210503"/>
                  <a:pt x="119517" y="184785"/>
                  <a:pt x="120466" y="149543"/>
                </a:cubicBezTo>
                <a:cubicBezTo>
                  <a:pt x="121414" y="147637"/>
                  <a:pt x="121414" y="145733"/>
                  <a:pt x="120466" y="143828"/>
                </a:cubicBezTo>
                <a:cubicBezTo>
                  <a:pt x="120466" y="143828"/>
                  <a:pt x="104027" y="106363"/>
                  <a:pt x="71141" y="31432"/>
                </a:cubicBezTo>
                <a:lnTo>
                  <a:pt x="143231" y="31432"/>
                </a:lnTo>
                <a:cubicBezTo>
                  <a:pt x="143231" y="44768"/>
                  <a:pt x="153665" y="56197"/>
                  <a:pt x="165996" y="59055"/>
                </a:cubicBezTo>
                <a:lnTo>
                  <a:pt x="165996" y="276225"/>
                </a:lnTo>
                <a:lnTo>
                  <a:pt x="128054" y="276225"/>
                </a:lnTo>
                <a:cubicBezTo>
                  <a:pt x="124260" y="276225"/>
                  <a:pt x="120466" y="280035"/>
                  <a:pt x="120466" y="283845"/>
                </a:cubicBezTo>
                <a:cubicBezTo>
                  <a:pt x="120466" y="287655"/>
                  <a:pt x="124260" y="291465"/>
                  <a:pt x="128054" y="291465"/>
                </a:cubicBezTo>
                <a:lnTo>
                  <a:pt x="220063" y="291465"/>
                </a:lnTo>
                <a:cubicBezTo>
                  <a:pt x="223857" y="291465"/>
                  <a:pt x="227651" y="288608"/>
                  <a:pt x="227651" y="283845"/>
                </a:cubicBezTo>
                <a:cubicBezTo>
                  <a:pt x="227651" y="279083"/>
                  <a:pt x="223857" y="276225"/>
                  <a:pt x="220063" y="276225"/>
                </a:cubicBezTo>
                <a:lnTo>
                  <a:pt x="183070" y="276225"/>
                </a:lnTo>
                <a:lnTo>
                  <a:pt x="183070" y="59055"/>
                </a:lnTo>
                <a:cubicBezTo>
                  <a:pt x="196349" y="56197"/>
                  <a:pt x="205835" y="44768"/>
                  <a:pt x="205835" y="31432"/>
                </a:cubicBezTo>
                <a:lnTo>
                  <a:pt x="293101" y="31432"/>
                </a:lnTo>
                <a:cubicBezTo>
                  <a:pt x="287410" y="44768"/>
                  <a:pt x="274130" y="74295"/>
                  <a:pt x="244725" y="140970"/>
                </a:cubicBezTo>
                <a:cubicBezTo>
                  <a:pt x="243777" y="141922"/>
                  <a:pt x="242828" y="143828"/>
                  <a:pt x="242828" y="145733"/>
                </a:cubicBezTo>
                <a:cubicBezTo>
                  <a:pt x="242828" y="182880"/>
                  <a:pt x="270336" y="210503"/>
                  <a:pt x="304484" y="210503"/>
                </a:cubicBezTo>
                <a:cubicBezTo>
                  <a:pt x="338632" y="210503"/>
                  <a:pt x="365191" y="182880"/>
                  <a:pt x="366139" y="148590"/>
                </a:cubicBezTo>
                <a:cubicBezTo>
                  <a:pt x="366139" y="146685"/>
                  <a:pt x="367088" y="144780"/>
                  <a:pt x="366139" y="143828"/>
                </a:cubicBezTo>
                <a:close/>
                <a:moveTo>
                  <a:pt x="58810" y="42862"/>
                </a:moveTo>
                <a:cubicBezTo>
                  <a:pt x="58810" y="42862"/>
                  <a:pt x="58810" y="42862"/>
                  <a:pt x="101495" y="138112"/>
                </a:cubicBezTo>
                <a:lnTo>
                  <a:pt x="18022" y="138112"/>
                </a:lnTo>
                <a:cubicBezTo>
                  <a:pt x="23714" y="125730"/>
                  <a:pt x="35096" y="99060"/>
                  <a:pt x="58810" y="42862"/>
                </a:cubicBezTo>
                <a:close/>
                <a:moveTo>
                  <a:pt x="58810" y="194310"/>
                </a:moveTo>
                <a:cubicBezTo>
                  <a:pt x="35096" y="194310"/>
                  <a:pt x="17074" y="177165"/>
                  <a:pt x="14228" y="153353"/>
                </a:cubicBezTo>
                <a:lnTo>
                  <a:pt x="104340" y="153353"/>
                </a:lnTo>
                <a:cubicBezTo>
                  <a:pt x="100546" y="178118"/>
                  <a:pt x="82524" y="194310"/>
                  <a:pt x="58810" y="194310"/>
                </a:cubicBezTo>
                <a:close/>
                <a:moveTo>
                  <a:pt x="174533" y="44768"/>
                </a:moveTo>
                <a:cubicBezTo>
                  <a:pt x="174533" y="44768"/>
                  <a:pt x="174533" y="44768"/>
                  <a:pt x="174533" y="44768"/>
                </a:cubicBezTo>
                <a:cubicBezTo>
                  <a:pt x="174533" y="44768"/>
                  <a:pt x="174533" y="44768"/>
                  <a:pt x="174533" y="44768"/>
                </a:cubicBezTo>
                <a:cubicBezTo>
                  <a:pt x="166944" y="44768"/>
                  <a:pt x="159356" y="38100"/>
                  <a:pt x="159356" y="30480"/>
                </a:cubicBezTo>
                <a:cubicBezTo>
                  <a:pt x="159356" y="22860"/>
                  <a:pt x="166944" y="15240"/>
                  <a:pt x="174533" y="15240"/>
                </a:cubicBezTo>
                <a:cubicBezTo>
                  <a:pt x="182121" y="15240"/>
                  <a:pt x="186864" y="19050"/>
                  <a:pt x="188761" y="24765"/>
                </a:cubicBezTo>
                <a:cubicBezTo>
                  <a:pt x="188761" y="24765"/>
                  <a:pt x="188761" y="25718"/>
                  <a:pt x="188761" y="26670"/>
                </a:cubicBezTo>
                <a:cubicBezTo>
                  <a:pt x="188761" y="27622"/>
                  <a:pt x="188761" y="29528"/>
                  <a:pt x="188761" y="30480"/>
                </a:cubicBezTo>
                <a:cubicBezTo>
                  <a:pt x="188761" y="38100"/>
                  <a:pt x="181173" y="44768"/>
                  <a:pt x="173584" y="44768"/>
                </a:cubicBezTo>
                <a:close/>
                <a:moveTo>
                  <a:pt x="346220" y="138112"/>
                </a:moveTo>
                <a:lnTo>
                  <a:pt x="262748" y="138112"/>
                </a:lnTo>
                <a:cubicBezTo>
                  <a:pt x="268439" y="125730"/>
                  <a:pt x="279822" y="99060"/>
                  <a:pt x="303535" y="43815"/>
                </a:cubicBezTo>
                <a:cubicBezTo>
                  <a:pt x="303535" y="43815"/>
                  <a:pt x="317764" y="75247"/>
                  <a:pt x="346220" y="138112"/>
                </a:cubicBezTo>
                <a:close/>
                <a:moveTo>
                  <a:pt x="304484" y="194310"/>
                </a:moveTo>
                <a:cubicBezTo>
                  <a:pt x="280770" y="194310"/>
                  <a:pt x="262748" y="177165"/>
                  <a:pt x="259902" y="153353"/>
                </a:cubicBezTo>
                <a:lnTo>
                  <a:pt x="350014" y="153353"/>
                </a:lnTo>
                <a:cubicBezTo>
                  <a:pt x="346220" y="178118"/>
                  <a:pt x="328197" y="194310"/>
                  <a:pt x="304484" y="19431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1" name="Graphic 278">
            <a:extLst>
              <a:ext uri="{FF2B5EF4-FFF2-40B4-BE49-F238E27FC236}">
                <a16:creationId xmlns:a16="http://schemas.microsoft.com/office/drawing/2014/main" id="{175162B8-150D-E053-13D1-790DF66DC4F0}"/>
              </a:ext>
            </a:extLst>
          </p:cNvPr>
          <p:cNvSpPr/>
          <p:nvPr/>
        </p:nvSpPr>
        <p:spPr>
          <a:xfrm>
            <a:off x="7872685" y="2923012"/>
            <a:ext cx="492125" cy="391306"/>
          </a:xfrm>
          <a:custGeom>
            <a:avLst/>
            <a:gdLst>
              <a:gd name="connsiteX0" fmla="*/ 366139 w 366560"/>
              <a:gd name="connsiteY0" fmla="*/ 142875 h 291465"/>
              <a:gd name="connsiteX1" fmla="*/ 316815 w 366560"/>
              <a:gd name="connsiteY1" fmla="*/ 30480 h 291465"/>
              <a:gd name="connsiteX2" fmla="*/ 328197 w 366560"/>
              <a:gd name="connsiteY2" fmla="*/ 30480 h 291465"/>
              <a:gd name="connsiteX3" fmla="*/ 335786 w 366560"/>
              <a:gd name="connsiteY3" fmla="*/ 22860 h 291465"/>
              <a:gd name="connsiteX4" fmla="*/ 328197 w 366560"/>
              <a:gd name="connsiteY4" fmla="*/ 15240 h 291465"/>
              <a:gd name="connsiteX5" fmla="*/ 202041 w 366560"/>
              <a:gd name="connsiteY5" fmla="*/ 15240 h 291465"/>
              <a:gd name="connsiteX6" fmla="*/ 175481 w 366560"/>
              <a:gd name="connsiteY6" fmla="*/ 0 h 291465"/>
              <a:gd name="connsiteX7" fmla="*/ 148922 w 366560"/>
              <a:gd name="connsiteY7" fmla="*/ 15240 h 291465"/>
              <a:gd name="connsiteX8" fmla="*/ 37942 w 366560"/>
              <a:gd name="connsiteY8" fmla="*/ 15240 h 291465"/>
              <a:gd name="connsiteX9" fmla="*/ 30353 w 366560"/>
              <a:gd name="connsiteY9" fmla="*/ 22860 h 291465"/>
              <a:gd name="connsiteX10" fmla="*/ 37942 w 366560"/>
              <a:gd name="connsiteY10" fmla="*/ 30480 h 291465"/>
              <a:gd name="connsiteX11" fmla="*/ 49324 w 366560"/>
              <a:gd name="connsiteY11" fmla="*/ 30480 h 291465"/>
              <a:gd name="connsiteX12" fmla="*/ 0 w 366560"/>
              <a:gd name="connsiteY12" fmla="*/ 142875 h 291465"/>
              <a:gd name="connsiteX13" fmla="*/ 0 w 366560"/>
              <a:gd name="connsiteY13" fmla="*/ 149543 h 291465"/>
              <a:gd name="connsiteX14" fmla="*/ 59758 w 366560"/>
              <a:gd name="connsiteY14" fmla="*/ 210503 h 291465"/>
              <a:gd name="connsiteX15" fmla="*/ 120466 w 366560"/>
              <a:gd name="connsiteY15" fmla="*/ 149543 h 291465"/>
              <a:gd name="connsiteX16" fmla="*/ 120466 w 366560"/>
              <a:gd name="connsiteY16" fmla="*/ 143828 h 291465"/>
              <a:gd name="connsiteX17" fmla="*/ 71141 w 366560"/>
              <a:gd name="connsiteY17" fmla="*/ 31432 h 291465"/>
              <a:gd name="connsiteX18" fmla="*/ 143231 w 366560"/>
              <a:gd name="connsiteY18" fmla="*/ 31432 h 291465"/>
              <a:gd name="connsiteX19" fmla="*/ 165996 w 366560"/>
              <a:gd name="connsiteY19" fmla="*/ 59055 h 291465"/>
              <a:gd name="connsiteX20" fmla="*/ 165996 w 366560"/>
              <a:gd name="connsiteY20" fmla="*/ 276225 h 291465"/>
              <a:gd name="connsiteX21" fmla="*/ 128054 w 366560"/>
              <a:gd name="connsiteY21" fmla="*/ 276225 h 291465"/>
              <a:gd name="connsiteX22" fmla="*/ 120466 w 366560"/>
              <a:gd name="connsiteY22" fmla="*/ 283845 h 291465"/>
              <a:gd name="connsiteX23" fmla="*/ 128054 w 366560"/>
              <a:gd name="connsiteY23" fmla="*/ 291465 h 291465"/>
              <a:gd name="connsiteX24" fmla="*/ 220063 w 366560"/>
              <a:gd name="connsiteY24" fmla="*/ 291465 h 291465"/>
              <a:gd name="connsiteX25" fmla="*/ 227651 w 366560"/>
              <a:gd name="connsiteY25" fmla="*/ 283845 h 291465"/>
              <a:gd name="connsiteX26" fmla="*/ 220063 w 366560"/>
              <a:gd name="connsiteY26" fmla="*/ 276225 h 291465"/>
              <a:gd name="connsiteX27" fmla="*/ 183070 w 366560"/>
              <a:gd name="connsiteY27" fmla="*/ 276225 h 291465"/>
              <a:gd name="connsiteX28" fmla="*/ 183070 w 366560"/>
              <a:gd name="connsiteY28" fmla="*/ 59055 h 291465"/>
              <a:gd name="connsiteX29" fmla="*/ 205835 w 366560"/>
              <a:gd name="connsiteY29" fmla="*/ 31432 h 291465"/>
              <a:gd name="connsiteX30" fmla="*/ 293101 w 366560"/>
              <a:gd name="connsiteY30" fmla="*/ 31432 h 291465"/>
              <a:gd name="connsiteX31" fmla="*/ 244725 w 366560"/>
              <a:gd name="connsiteY31" fmla="*/ 140970 h 291465"/>
              <a:gd name="connsiteX32" fmla="*/ 242828 w 366560"/>
              <a:gd name="connsiteY32" fmla="*/ 145733 h 291465"/>
              <a:gd name="connsiteX33" fmla="*/ 304484 w 366560"/>
              <a:gd name="connsiteY33" fmla="*/ 210503 h 291465"/>
              <a:gd name="connsiteX34" fmla="*/ 366139 w 366560"/>
              <a:gd name="connsiteY34" fmla="*/ 148590 h 291465"/>
              <a:gd name="connsiteX35" fmla="*/ 366139 w 366560"/>
              <a:gd name="connsiteY35" fmla="*/ 143828 h 291465"/>
              <a:gd name="connsiteX36" fmla="*/ 58810 w 366560"/>
              <a:gd name="connsiteY36" fmla="*/ 42862 h 291465"/>
              <a:gd name="connsiteX37" fmla="*/ 101495 w 366560"/>
              <a:gd name="connsiteY37" fmla="*/ 138112 h 291465"/>
              <a:gd name="connsiteX38" fmla="*/ 18022 w 366560"/>
              <a:gd name="connsiteY38" fmla="*/ 138112 h 291465"/>
              <a:gd name="connsiteX39" fmla="*/ 58810 w 366560"/>
              <a:gd name="connsiteY39" fmla="*/ 42862 h 291465"/>
              <a:gd name="connsiteX40" fmla="*/ 58810 w 366560"/>
              <a:gd name="connsiteY40" fmla="*/ 194310 h 291465"/>
              <a:gd name="connsiteX41" fmla="*/ 14228 w 366560"/>
              <a:gd name="connsiteY41" fmla="*/ 153353 h 291465"/>
              <a:gd name="connsiteX42" fmla="*/ 104340 w 366560"/>
              <a:gd name="connsiteY42" fmla="*/ 153353 h 291465"/>
              <a:gd name="connsiteX43" fmla="*/ 58810 w 366560"/>
              <a:gd name="connsiteY43" fmla="*/ 194310 h 291465"/>
              <a:gd name="connsiteX44" fmla="*/ 174533 w 366560"/>
              <a:gd name="connsiteY44" fmla="*/ 44768 h 291465"/>
              <a:gd name="connsiteX45" fmla="*/ 174533 w 366560"/>
              <a:gd name="connsiteY45" fmla="*/ 44768 h 291465"/>
              <a:gd name="connsiteX46" fmla="*/ 174533 w 366560"/>
              <a:gd name="connsiteY46" fmla="*/ 44768 h 291465"/>
              <a:gd name="connsiteX47" fmla="*/ 159356 w 366560"/>
              <a:gd name="connsiteY47" fmla="*/ 30480 h 291465"/>
              <a:gd name="connsiteX48" fmla="*/ 174533 w 366560"/>
              <a:gd name="connsiteY48" fmla="*/ 15240 h 291465"/>
              <a:gd name="connsiteX49" fmla="*/ 188761 w 366560"/>
              <a:gd name="connsiteY49" fmla="*/ 24765 h 291465"/>
              <a:gd name="connsiteX50" fmla="*/ 188761 w 366560"/>
              <a:gd name="connsiteY50" fmla="*/ 26670 h 291465"/>
              <a:gd name="connsiteX51" fmla="*/ 188761 w 366560"/>
              <a:gd name="connsiteY51" fmla="*/ 30480 h 291465"/>
              <a:gd name="connsiteX52" fmla="*/ 173584 w 366560"/>
              <a:gd name="connsiteY52" fmla="*/ 44768 h 291465"/>
              <a:gd name="connsiteX53" fmla="*/ 346220 w 366560"/>
              <a:gd name="connsiteY53" fmla="*/ 138112 h 291465"/>
              <a:gd name="connsiteX54" fmla="*/ 262748 w 366560"/>
              <a:gd name="connsiteY54" fmla="*/ 138112 h 291465"/>
              <a:gd name="connsiteX55" fmla="*/ 303535 w 366560"/>
              <a:gd name="connsiteY55" fmla="*/ 43815 h 291465"/>
              <a:gd name="connsiteX56" fmla="*/ 346220 w 366560"/>
              <a:gd name="connsiteY56" fmla="*/ 138112 h 291465"/>
              <a:gd name="connsiteX57" fmla="*/ 304484 w 366560"/>
              <a:gd name="connsiteY57" fmla="*/ 194310 h 291465"/>
              <a:gd name="connsiteX58" fmla="*/ 259902 w 366560"/>
              <a:gd name="connsiteY58" fmla="*/ 153353 h 291465"/>
              <a:gd name="connsiteX59" fmla="*/ 350014 w 366560"/>
              <a:gd name="connsiteY59" fmla="*/ 153353 h 291465"/>
              <a:gd name="connsiteX60" fmla="*/ 304484 w 366560"/>
              <a:gd name="connsiteY60" fmla="*/ 194310 h 291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6560" h="291465">
                <a:moveTo>
                  <a:pt x="366139" y="142875"/>
                </a:moveTo>
                <a:cubicBezTo>
                  <a:pt x="366139" y="142875"/>
                  <a:pt x="366139" y="142875"/>
                  <a:pt x="316815" y="30480"/>
                </a:cubicBezTo>
                <a:lnTo>
                  <a:pt x="328197" y="30480"/>
                </a:lnTo>
                <a:cubicBezTo>
                  <a:pt x="331992" y="30480"/>
                  <a:pt x="335786" y="26670"/>
                  <a:pt x="335786" y="22860"/>
                </a:cubicBezTo>
                <a:cubicBezTo>
                  <a:pt x="335786" y="19050"/>
                  <a:pt x="331992" y="15240"/>
                  <a:pt x="328197" y="15240"/>
                </a:cubicBezTo>
                <a:lnTo>
                  <a:pt x="202041" y="15240"/>
                </a:lnTo>
                <a:cubicBezTo>
                  <a:pt x="196349" y="5715"/>
                  <a:pt x="186864" y="0"/>
                  <a:pt x="175481" y="0"/>
                </a:cubicBezTo>
                <a:cubicBezTo>
                  <a:pt x="164099" y="0"/>
                  <a:pt x="154613" y="6668"/>
                  <a:pt x="148922" y="15240"/>
                </a:cubicBezTo>
                <a:lnTo>
                  <a:pt x="37942" y="15240"/>
                </a:lnTo>
                <a:cubicBezTo>
                  <a:pt x="32251" y="15240"/>
                  <a:pt x="30353" y="19050"/>
                  <a:pt x="30353" y="22860"/>
                </a:cubicBezTo>
                <a:cubicBezTo>
                  <a:pt x="30353" y="26670"/>
                  <a:pt x="33199" y="30480"/>
                  <a:pt x="37942" y="30480"/>
                </a:cubicBezTo>
                <a:lnTo>
                  <a:pt x="49324" y="30480"/>
                </a:lnTo>
                <a:cubicBezTo>
                  <a:pt x="43633" y="43815"/>
                  <a:pt x="30353" y="74295"/>
                  <a:pt x="0" y="142875"/>
                </a:cubicBezTo>
                <a:cubicBezTo>
                  <a:pt x="0" y="144780"/>
                  <a:pt x="0" y="147637"/>
                  <a:pt x="0" y="149543"/>
                </a:cubicBezTo>
                <a:cubicBezTo>
                  <a:pt x="1897" y="184785"/>
                  <a:pt x="27508" y="210503"/>
                  <a:pt x="59758" y="210503"/>
                </a:cubicBezTo>
                <a:cubicBezTo>
                  <a:pt x="92009" y="210503"/>
                  <a:pt x="119517" y="184785"/>
                  <a:pt x="120466" y="149543"/>
                </a:cubicBezTo>
                <a:cubicBezTo>
                  <a:pt x="121414" y="147637"/>
                  <a:pt x="121414" y="145733"/>
                  <a:pt x="120466" y="143828"/>
                </a:cubicBezTo>
                <a:cubicBezTo>
                  <a:pt x="120466" y="143828"/>
                  <a:pt x="104027" y="106363"/>
                  <a:pt x="71141" y="31432"/>
                </a:cubicBezTo>
                <a:lnTo>
                  <a:pt x="143231" y="31432"/>
                </a:lnTo>
                <a:cubicBezTo>
                  <a:pt x="143231" y="44768"/>
                  <a:pt x="153665" y="56197"/>
                  <a:pt x="165996" y="59055"/>
                </a:cubicBezTo>
                <a:lnTo>
                  <a:pt x="165996" y="276225"/>
                </a:lnTo>
                <a:lnTo>
                  <a:pt x="128054" y="276225"/>
                </a:lnTo>
                <a:cubicBezTo>
                  <a:pt x="124260" y="276225"/>
                  <a:pt x="120466" y="280035"/>
                  <a:pt x="120466" y="283845"/>
                </a:cubicBezTo>
                <a:cubicBezTo>
                  <a:pt x="120466" y="287655"/>
                  <a:pt x="124260" y="291465"/>
                  <a:pt x="128054" y="291465"/>
                </a:cubicBezTo>
                <a:lnTo>
                  <a:pt x="220063" y="291465"/>
                </a:lnTo>
                <a:cubicBezTo>
                  <a:pt x="223857" y="291465"/>
                  <a:pt x="227651" y="288608"/>
                  <a:pt x="227651" y="283845"/>
                </a:cubicBezTo>
                <a:cubicBezTo>
                  <a:pt x="227651" y="279083"/>
                  <a:pt x="223857" y="276225"/>
                  <a:pt x="220063" y="276225"/>
                </a:cubicBezTo>
                <a:lnTo>
                  <a:pt x="183070" y="276225"/>
                </a:lnTo>
                <a:lnTo>
                  <a:pt x="183070" y="59055"/>
                </a:lnTo>
                <a:cubicBezTo>
                  <a:pt x="196349" y="56197"/>
                  <a:pt x="205835" y="44768"/>
                  <a:pt x="205835" y="31432"/>
                </a:cubicBezTo>
                <a:lnTo>
                  <a:pt x="293101" y="31432"/>
                </a:lnTo>
                <a:cubicBezTo>
                  <a:pt x="287410" y="44768"/>
                  <a:pt x="274130" y="74295"/>
                  <a:pt x="244725" y="140970"/>
                </a:cubicBezTo>
                <a:cubicBezTo>
                  <a:pt x="243777" y="141922"/>
                  <a:pt x="242828" y="143828"/>
                  <a:pt x="242828" y="145733"/>
                </a:cubicBezTo>
                <a:cubicBezTo>
                  <a:pt x="242828" y="182880"/>
                  <a:pt x="270336" y="210503"/>
                  <a:pt x="304484" y="210503"/>
                </a:cubicBezTo>
                <a:cubicBezTo>
                  <a:pt x="338632" y="210503"/>
                  <a:pt x="365191" y="182880"/>
                  <a:pt x="366139" y="148590"/>
                </a:cubicBezTo>
                <a:cubicBezTo>
                  <a:pt x="366139" y="146685"/>
                  <a:pt x="367088" y="144780"/>
                  <a:pt x="366139" y="143828"/>
                </a:cubicBezTo>
                <a:close/>
                <a:moveTo>
                  <a:pt x="58810" y="42862"/>
                </a:moveTo>
                <a:cubicBezTo>
                  <a:pt x="58810" y="42862"/>
                  <a:pt x="58810" y="42862"/>
                  <a:pt x="101495" y="138112"/>
                </a:cubicBezTo>
                <a:lnTo>
                  <a:pt x="18022" y="138112"/>
                </a:lnTo>
                <a:cubicBezTo>
                  <a:pt x="23714" y="125730"/>
                  <a:pt x="35096" y="99060"/>
                  <a:pt x="58810" y="42862"/>
                </a:cubicBezTo>
                <a:close/>
                <a:moveTo>
                  <a:pt x="58810" y="194310"/>
                </a:moveTo>
                <a:cubicBezTo>
                  <a:pt x="35096" y="194310"/>
                  <a:pt x="17074" y="177165"/>
                  <a:pt x="14228" y="153353"/>
                </a:cubicBezTo>
                <a:lnTo>
                  <a:pt x="104340" y="153353"/>
                </a:lnTo>
                <a:cubicBezTo>
                  <a:pt x="100546" y="178118"/>
                  <a:pt x="82524" y="194310"/>
                  <a:pt x="58810" y="194310"/>
                </a:cubicBezTo>
                <a:close/>
                <a:moveTo>
                  <a:pt x="174533" y="44768"/>
                </a:moveTo>
                <a:cubicBezTo>
                  <a:pt x="174533" y="44768"/>
                  <a:pt x="174533" y="44768"/>
                  <a:pt x="174533" y="44768"/>
                </a:cubicBezTo>
                <a:cubicBezTo>
                  <a:pt x="174533" y="44768"/>
                  <a:pt x="174533" y="44768"/>
                  <a:pt x="174533" y="44768"/>
                </a:cubicBezTo>
                <a:cubicBezTo>
                  <a:pt x="166944" y="44768"/>
                  <a:pt x="159356" y="38100"/>
                  <a:pt x="159356" y="30480"/>
                </a:cubicBezTo>
                <a:cubicBezTo>
                  <a:pt x="159356" y="22860"/>
                  <a:pt x="166944" y="15240"/>
                  <a:pt x="174533" y="15240"/>
                </a:cubicBezTo>
                <a:cubicBezTo>
                  <a:pt x="182121" y="15240"/>
                  <a:pt x="186864" y="19050"/>
                  <a:pt x="188761" y="24765"/>
                </a:cubicBezTo>
                <a:cubicBezTo>
                  <a:pt x="188761" y="24765"/>
                  <a:pt x="188761" y="25718"/>
                  <a:pt x="188761" y="26670"/>
                </a:cubicBezTo>
                <a:cubicBezTo>
                  <a:pt x="188761" y="27622"/>
                  <a:pt x="188761" y="29528"/>
                  <a:pt x="188761" y="30480"/>
                </a:cubicBezTo>
                <a:cubicBezTo>
                  <a:pt x="188761" y="38100"/>
                  <a:pt x="181173" y="44768"/>
                  <a:pt x="173584" y="44768"/>
                </a:cubicBezTo>
                <a:close/>
                <a:moveTo>
                  <a:pt x="346220" y="138112"/>
                </a:moveTo>
                <a:lnTo>
                  <a:pt x="262748" y="138112"/>
                </a:lnTo>
                <a:cubicBezTo>
                  <a:pt x="268439" y="125730"/>
                  <a:pt x="279822" y="99060"/>
                  <a:pt x="303535" y="43815"/>
                </a:cubicBezTo>
                <a:cubicBezTo>
                  <a:pt x="303535" y="43815"/>
                  <a:pt x="317764" y="75247"/>
                  <a:pt x="346220" y="138112"/>
                </a:cubicBezTo>
                <a:close/>
                <a:moveTo>
                  <a:pt x="304484" y="194310"/>
                </a:moveTo>
                <a:cubicBezTo>
                  <a:pt x="280770" y="194310"/>
                  <a:pt x="262748" y="177165"/>
                  <a:pt x="259902" y="153353"/>
                </a:cubicBezTo>
                <a:lnTo>
                  <a:pt x="350014" y="153353"/>
                </a:lnTo>
                <a:cubicBezTo>
                  <a:pt x="346220" y="178118"/>
                  <a:pt x="328197" y="194310"/>
                  <a:pt x="304484" y="19431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2" name="Graphic 278">
            <a:extLst>
              <a:ext uri="{FF2B5EF4-FFF2-40B4-BE49-F238E27FC236}">
                <a16:creationId xmlns:a16="http://schemas.microsoft.com/office/drawing/2014/main" id="{A17F1431-6777-A0EF-62C7-472141978B6C}"/>
              </a:ext>
            </a:extLst>
          </p:cNvPr>
          <p:cNvSpPr/>
          <p:nvPr/>
        </p:nvSpPr>
        <p:spPr>
          <a:xfrm>
            <a:off x="7101160" y="3561187"/>
            <a:ext cx="492125" cy="391306"/>
          </a:xfrm>
          <a:custGeom>
            <a:avLst/>
            <a:gdLst>
              <a:gd name="connsiteX0" fmla="*/ 366139 w 366560"/>
              <a:gd name="connsiteY0" fmla="*/ 142875 h 291465"/>
              <a:gd name="connsiteX1" fmla="*/ 316815 w 366560"/>
              <a:gd name="connsiteY1" fmla="*/ 30480 h 291465"/>
              <a:gd name="connsiteX2" fmla="*/ 328197 w 366560"/>
              <a:gd name="connsiteY2" fmla="*/ 30480 h 291465"/>
              <a:gd name="connsiteX3" fmla="*/ 335786 w 366560"/>
              <a:gd name="connsiteY3" fmla="*/ 22860 h 291465"/>
              <a:gd name="connsiteX4" fmla="*/ 328197 w 366560"/>
              <a:gd name="connsiteY4" fmla="*/ 15240 h 291465"/>
              <a:gd name="connsiteX5" fmla="*/ 202041 w 366560"/>
              <a:gd name="connsiteY5" fmla="*/ 15240 h 291465"/>
              <a:gd name="connsiteX6" fmla="*/ 175481 w 366560"/>
              <a:gd name="connsiteY6" fmla="*/ 0 h 291465"/>
              <a:gd name="connsiteX7" fmla="*/ 148922 w 366560"/>
              <a:gd name="connsiteY7" fmla="*/ 15240 h 291465"/>
              <a:gd name="connsiteX8" fmla="*/ 37942 w 366560"/>
              <a:gd name="connsiteY8" fmla="*/ 15240 h 291465"/>
              <a:gd name="connsiteX9" fmla="*/ 30353 w 366560"/>
              <a:gd name="connsiteY9" fmla="*/ 22860 h 291465"/>
              <a:gd name="connsiteX10" fmla="*/ 37942 w 366560"/>
              <a:gd name="connsiteY10" fmla="*/ 30480 h 291465"/>
              <a:gd name="connsiteX11" fmla="*/ 49324 w 366560"/>
              <a:gd name="connsiteY11" fmla="*/ 30480 h 291465"/>
              <a:gd name="connsiteX12" fmla="*/ 0 w 366560"/>
              <a:gd name="connsiteY12" fmla="*/ 142875 h 291465"/>
              <a:gd name="connsiteX13" fmla="*/ 0 w 366560"/>
              <a:gd name="connsiteY13" fmla="*/ 149543 h 291465"/>
              <a:gd name="connsiteX14" fmla="*/ 59758 w 366560"/>
              <a:gd name="connsiteY14" fmla="*/ 210503 h 291465"/>
              <a:gd name="connsiteX15" fmla="*/ 120466 w 366560"/>
              <a:gd name="connsiteY15" fmla="*/ 149543 h 291465"/>
              <a:gd name="connsiteX16" fmla="*/ 120466 w 366560"/>
              <a:gd name="connsiteY16" fmla="*/ 143828 h 291465"/>
              <a:gd name="connsiteX17" fmla="*/ 71141 w 366560"/>
              <a:gd name="connsiteY17" fmla="*/ 31432 h 291465"/>
              <a:gd name="connsiteX18" fmla="*/ 143231 w 366560"/>
              <a:gd name="connsiteY18" fmla="*/ 31432 h 291465"/>
              <a:gd name="connsiteX19" fmla="*/ 165996 w 366560"/>
              <a:gd name="connsiteY19" fmla="*/ 59055 h 291465"/>
              <a:gd name="connsiteX20" fmla="*/ 165996 w 366560"/>
              <a:gd name="connsiteY20" fmla="*/ 276225 h 291465"/>
              <a:gd name="connsiteX21" fmla="*/ 128054 w 366560"/>
              <a:gd name="connsiteY21" fmla="*/ 276225 h 291465"/>
              <a:gd name="connsiteX22" fmla="*/ 120466 w 366560"/>
              <a:gd name="connsiteY22" fmla="*/ 283845 h 291465"/>
              <a:gd name="connsiteX23" fmla="*/ 128054 w 366560"/>
              <a:gd name="connsiteY23" fmla="*/ 291465 h 291465"/>
              <a:gd name="connsiteX24" fmla="*/ 220063 w 366560"/>
              <a:gd name="connsiteY24" fmla="*/ 291465 h 291465"/>
              <a:gd name="connsiteX25" fmla="*/ 227651 w 366560"/>
              <a:gd name="connsiteY25" fmla="*/ 283845 h 291465"/>
              <a:gd name="connsiteX26" fmla="*/ 220063 w 366560"/>
              <a:gd name="connsiteY26" fmla="*/ 276225 h 291465"/>
              <a:gd name="connsiteX27" fmla="*/ 183070 w 366560"/>
              <a:gd name="connsiteY27" fmla="*/ 276225 h 291465"/>
              <a:gd name="connsiteX28" fmla="*/ 183070 w 366560"/>
              <a:gd name="connsiteY28" fmla="*/ 59055 h 291465"/>
              <a:gd name="connsiteX29" fmla="*/ 205835 w 366560"/>
              <a:gd name="connsiteY29" fmla="*/ 31432 h 291465"/>
              <a:gd name="connsiteX30" fmla="*/ 293101 w 366560"/>
              <a:gd name="connsiteY30" fmla="*/ 31432 h 291465"/>
              <a:gd name="connsiteX31" fmla="*/ 244725 w 366560"/>
              <a:gd name="connsiteY31" fmla="*/ 140970 h 291465"/>
              <a:gd name="connsiteX32" fmla="*/ 242828 w 366560"/>
              <a:gd name="connsiteY32" fmla="*/ 145733 h 291465"/>
              <a:gd name="connsiteX33" fmla="*/ 304484 w 366560"/>
              <a:gd name="connsiteY33" fmla="*/ 210503 h 291465"/>
              <a:gd name="connsiteX34" fmla="*/ 366139 w 366560"/>
              <a:gd name="connsiteY34" fmla="*/ 148590 h 291465"/>
              <a:gd name="connsiteX35" fmla="*/ 366139 w 366560"/>
              <a:gd name="connsiteY35" fmla="*/ 143828 h 291465"/>
              <a:gd name="connsiteX36" fmla="*/ 58810 w 366560"/>
              <a:gd name="connsiteY36" fmla="*/ 42862 h 291465"/>
              <a:gd name="connsiteX37" fmla="*/ 101495 w 366560"/>
              <a:gd name="connsiteY37" fmla="*/ 138112 h 291465"/>
              <a:gd name="connsiteX38" fmla="*/ 18022 w 366560"/>
              <a:gd name="connsiteY38" fmla="*/ 138112 h 291465"/>
              <a:gd name="connsiteX39" fmla="*/ 58810 w 366560"/>
              <a:gd name="connsiteY39" fmla="*/ 42862 h 291465"/>
              <a:gd name="connsiteX40" fmla="*/ 58810 w 366560"/>
              <a:gd name="connsiteY40" fmla="*/ 194310 h 291465"/>
              <a:gd name="connsiteX41" fmla="*/ 14228 w 366560"/>
              <a:gd name="connsiteY41" fmla="*/ 153353 h 291465"/>
              <a:gd name="connsiteX42" fmla="*/ 104340 w 366560"/>
              <a:gd name="connsiteY42" fmla="*/ 153353 h 291465"/>
              <a:gd name="connsiteX43" fmla="*/ 58810 w 366560"/>
              <a:gd name="connsiteY43" fmla="*/ 194310 h 291465"/>
              <a:gd name="connsiteX44" fmla="*/ 174533 w 366560"/>
              <a:gd name="connsiteY44" fmla="*/ 44768 h 291465"/>
              <a:gd name="connsiteX45" fmla="*/ 174533 w 366560"/>
              <a:gd name="connsiteY45" fmla="*/ 44768 h 291465"/>
              <a:gd name="connsiteX46" fmla="*/ 174533 w 366560"/>
              <a:gd name="connsiteY46" fmla="*/ 44768 h 291465"/>
              <a:gd name="connsiteX47" fmla="*/ 159356 w 366560"/>
              <a:gd name="connsiteY47" fmla="*/ 30480 h 291465"/>
              <a:gd name="connsiteX48" fmla="*/ 174533 w 366560"/>
              <a:gd name="connsiteY48" fmla="*/ 15240 h 291465"/>
              <a:gd name="connsiteX49" fmla="*/ 188761 w 366560"/>
              <a:gd name="connsiteY49" fmla="*/ 24765 h 291465"/>
              <a:gd name="connsiteX50" fmla="*/ 188761 w 366560"/>
              <a:gd name="connsiteY50" fmla="*/ 26670 h 291465"/>
              <a:gd name="connsiteX51" fmla="*/ 188761 w 366560"/>
              <a:gd name="connsiteY51" fmla="*/ 30480 h 291465"/>
              <a:gd name="connsiteX52" fmla="*/ 173584 w 366560"/>
              <a:gd name="connsiteY52" fmla="*/ 44768 h 291465"/>
              <a:gd name="connsiteX53" fmla="*/ 346220 w 366560"/>
              <a:gd name="connsiteY53" fmla="*/ 138112 h 291465"/>
              <a:gd name="connsiteX54" fmla="*/ 262748 w 366560"/>
              <a:gd name="connsiteY54" fmla="*/ 138112 h 291465"/>
              <a:gd name="connsiteX55" fmla="*/ 303535 w 366560"/>
              <a:gd name="connsiteY55" fmla="*/ 43815 h 291465"/>
              <a:gd name="connsiteX56" fmla="*/ 346220 w 366560"/>
              <a:gd name="connsiteY56" fmla="*/ 138112 h 291465"/>
              <a:gd name="connsiteX57" fmla="*/ 304484 w 366560"/>
              <a:gd name="connsiteY57" fmla="*/ 194310 h 291465"/>
              <a:gd name="connsiteX58" fmla="*/ 259902 w 366560"/>
              <a:gd name="connsiteY58" fmla="*/ 153353 h 291465"/>
              <a:gd name="connsiteX59" fmla="*/ 350014 w 366560"/>
              <a:gd name="connsiteY59" fmla="*/ 153353 h 291465"/>
              <a:gd name="connsiteX60" fmla="*/ 304484 w 366560"/>
              <a:gd name="connsiteY60" fmla="*/ 194310 h 291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6560" h="291465">
                <a:moveTo>
                  <a:pt x="366139" y="142875"/>
                </a:moveTo>
                <a:cubicBezTo>
                  <a:pt x="366139" y="142875"/>
                  <a:pt x="366139" y="142875"/>
                  <a:pt x="316815" y="30480"/>
                </a:cubicBezTo>
                <a:lnTo>
                  <a:pt x="328197" y="30480"/>
                </a:lnTo>
                <a:cubicBezTo>
                  <a:pt x="331992" y="30480"/>
                  <a:pt x="335786" y="26670"/>
                  <a:pt x="335786" y="22860"/>
                </a:cubicBezTo>
                <a:cubicBezTo>
                  <a:pt x="335786" y="19050"/>
                  <a:pt x="331992" y="15240"/>
                  <a:pt x="328197" y="15240"/>
                </a:cubicBezTo>
                <a:lnTo>
                  <a:pt x="202041" y="15240"/>
                </a:lnTo>
                <a:cubicBezTo>
                  <a:pt x="196349" y="5715"/>
                  <a:pt x="186864" y="0"/>
                  <a:pt x="175481" y="0"/>
                </a:cubicBezTo>
                <a:cubicBezTo>
                  <a:pt x="164099" y="0"/>
                  <a:pt x="154613" y="6668"/>
                  <a:pt x="148922" y="15240"/>
                </a:cubicBezTo>
                <a:lnTo>
                  <a:pt x="37942" y="15240"/>
                </a:lnTo>
                <a:cubicBezTo>
                  <a:pt x="32251" y="15240"/>
                  <a:pt x="30353" y="19050"/>
                  <a:pt x="30353" y="22860"/>
                </a:cubicBezTo>
                <a:cubicBezTo>
                  <a:pt x="30353" y="26670"/>
                  <a:pt x="33199" y="30480"/>
                  <a:pt x="37942" y="30480"/>
                </a:cubicBezTo>
                <a:lnTo>
                  <a:pt x="49324" y="30480"/>
                </a:lnTo>
                <a:cubicBezTo>
                  <a:pt x="43633" y="43815"/>
                  <a:pt x="30353" y="74295"/>
                  <a:pt x="0" y="142875"/>
                </a:cubicBezTo>
                <a:cubicBezTo>
                  <a:pt x="0" y="144780"/>
                  <a:pt x="0" y="147637"/>
                  <a:pt x="0" y="149543"/>
                </a:cubicBezTo>
                <a:cubicBezTo>
                  <a:pt x="1897" y="184785"/>
                  <a:pt x="27508" y="210503"/>
                  <a:pt x="59758" y="210503"/>
                </a:cubicBezTo>
                <a:cubicBezTo>
                  <a:pt x="92009" y="210503"/>
                  <a:pt x="119517" y="184785"/>
                  <a:pt x="120466" y="149543"/>
                </a:cubicBezTo>
                <a:cubicBezTo>
                  <a:pt x="121414" y="147637"/>
                  <a:pt x="121414" y="145733"/>
                  <a:pt x="120466" y="143828"/>
                </a:cubicBezTo>
                <a:cubicBezTo>
                  <a:pt x="120466" y="143828"/>
                  <a:pt x="104027" y="106363"/>
                  <a:pt x="71141" y="31432"/>
                </a:cubicBezTo>
                <a:lnTo>
                  <a:pt x="143231" y="31432"/>
                </a:lnTo>
                <a:cubicBezTo>
                  <a:pt x="143231" y="44768"/>
                  <a:pt x="153665" y="56197"/>
                  <a:pt x="165996" y="59055"/>
                </a:cubicBezTo>
                <a:lnTo>
                  <a:pt x="165996" y="276225"/>
                </a:lnTo>
                <a:lnTo>
                  <a:pt x="128054" y="276225"/>
                </a:lnTo>
                <a:cubicBezTo>
                  <a:pt x="124260" y="276225"/>
                  <a:pt x="120466" y="280035"/>
                  <a:pt x="120466" y="283845"/>
                </a:cubicBezTo>
                <a:cubicBezTo>
                  <a:pt x="120466" y="287655"/>
                  <a:pt x="124260" y="291465"/>
                  <a:pt x="128054" y="291465"/>
                </a:cubicBezTo>
                <a:lnTo>
                  <a:pt x="220063" y="291465"/>
                </a:lnTo>
                <a:cubicBezTo>
                  <a:pt x="223857" y="291465"/>
                  <a:pt x="227651" y="288608"/>
                  <a:pt x="227651" y="283845"/>
                </a:cubicBezTo>
                <a:cubicBezTo>
                  <a:pt x="227651" y="279083"/>
                  <a:pt x="223857" y="276225"/>
                  <a:pt x="220063" y="276225"/>
                </a:cubicBezTo>
                <a:lnTo>
                  <a:pt x="183070" y="276225"/>
                </a:lnTo>
                <a:lnTo>
                  <a:pt x="183070" y="59055"/>
                </a:lnTo>
                <a:cubicBezTo>
                  <a:pt x="196349" y="56197"/>
                  <a:pt x="205835" y="44768"/>
                  <a:pt x="205835" y="31432"/>
                </a:cubicBezTo>
                <a:lnTo>
                  <a:pt x="293101" y="31432"/>
                </a:lnTo>
                <a:cubicBezTo>
                  <a:pt x="287410" y="44768"/>
                  <a:pt x="274130" y="74295"/>
                  <a:pt x="244725" y="140970"/>
                </a:cubicBezTo>
                <a:cubicBezTo>
                  <a:pt x="243777" y="141922"/>
                  <a:pt x="242828" y="143828"/>
                  <a:pt x="242828" y="145733"/>
                </a:cubicBezTo>
                <a:cubicBezTo>
                  <a:pt x="242828" y="182880"/>
                  <a:pt x="270336" y="210503"/>
                  <a:pt x="304484" y="210503"/>
                </a:cubicBezTo>
                <a:cubicBezTo>
                  <a:pt x="338632" y="210503"/>
                  <a:pt x="365191" y="182880"/>
                  <a:pt x="366139" y="148590"/>
                </a:cubicBezTo>
                <a:cubicBezTo>
                  <a:pt x="366139" y="146685"/>
                  <a:pt x="367088" y="144780"/>
                  <a:pt x="366139" y="143828"/>
                </a:cubicBezTo>
                <a:close/>
                <a:moveTo>
                  <a:pt x="58810" y="42862"/>
                </a:moveTo>
                <a:cubicBezTo>
                  <a:pt x="58810" y="42862"/>
                  <a:pt x="58810" y="42862"/>
                  <a:pt x="101495" y="138112"/>
                </a:cubicBezTo>
                <a:lnTo>
                  <a:pt x="18022" y="138112"/>
                </a:lnTo>
                <a:cubicBezTo>
                  <a:pt x="23714" y="125730"/>
                  <a:pt x="35096" y="99060"/>
                  <a:pt x="58810" y="42862"/>
                </a:cubicBezTo>
                <a:close/>
                <a:moveTo>
                  <a:pt x="58810" y="194310"/>
                </a:moveTo>
                <a:cubicBezTo>
                  <a:pt x="35096" y="194310"/>
                  <a:pt x="17074" y="177165"/>
                  <a:pt x="14228" y="153353"/>
                </a:cubicBezTo>
                <a:lnTo>
                  <a:pt x="104340" y="153353"/>
                </a:lnTo>
                <a:cubicBezTo>
                  <a:pt x="100546" y="178118"/>
                  <a:pt x="82524" y="194310"/>
                  <a:pt x="58810" y="194310"/>
                </a:cubicBezTo>
                <a:close/>
                <a:moveTo>
                  <a:pt x="174533" y="44768"/>
                </a:moveTo>
                <a:cubicBezTo>
                  <a:pt x="174533" y="44768"/>
                  <a:pt x="174533" y="44768"/>
                  <a:pt x="174533" y="44768"/>
                </a:cubicBezTo>
                <a:cubicBezTo>
                  <a:pt x="174533" y="44768"/>
                  <a:pt x="174533" y="44768"/>
                  <a:pt x="174533" y="44768"/>
                </a:cubicBezTo>
                <a:cubicBezTo>
                  <a:pt x="166944" y="44768"/>
                  <a:pt x="159356" y="38100"/>
                  <a:pt x="159356" y="30480"/>
                </a:cubicBezTo>
                <a:cubicBezTo>
                  <a:pt x="159356" y="22860"/>
                  <a:pt x="166944" y="15240"/>
                  <a:pt x="174533" y="15240"/>
                </a:cubicBezTo>
                <a:cubicBezTo>
                  <a:pt x="182121" y="15240"/>
                  <a:pt x="186864" y="19050"/>
                  <a:pt x="188761" y="24765"/>
                </a:cubicBezTo>
                <a:cubicBezTo>
                  <a:pt x="188761" y="24765"/>
                  <a:pt x="188761" y="25718"/>
                  <a:pt x="188761" y="26670"/>
                </a:cubicBezTo>
                <a:cubicBezTo>
                  <a:pt x="188761" y="27622"/>
                  <a:pt x="188761" y="29528"/>
                  <a:pt x="188761" y="30480"/>
                </a:cubicBezTo>
                <a:cubicBezTo>
                  <a:pt x="188761" y="38100"/>
                  <a:pt x="181173" y="44768"/>
                  <a:pt x="173584" y="44768"/>
                </a:cubicBezTo>
                <a:close/>
                <a:moveTo>
                  <a:pt x="346220" y="138112"/>
                </a:moveTo>
                <a:lnTo>
                  <a:pt x="262748" y="138112"/>
                </a:lnTo>
                <a:cubicBezTo>
                  <a:pt x="268439" y="125730"/>
                  <a:pt x="279822" y="99060"/>
                  <a:pt x="303535" y="43815"/>
                </a:cubicBezTo>
                <a:cubicBezTo>
                  <a:pt x="303535" y="43815"/>
                  <a:pt x="317764" y="75247"/>
                  <a:pt x="346220" y="138112"/>
                </a:cubicBezTo>
                <a:close/>
                <a:moveTo>
                  <a:pt x="304484" y="194310"/>
                </a:moveTo>
                <a:cubicBezTo>
                  <a:pt x="280770" y="194310"/>
                  <a:pt x="262748" y="177165"/>
                  <a:pt x="259902" y="153353"/>
                </a:cubicBezTo>
                <a:lnTo>
                  <a:pt x="350014" y="153353"/>
                </a:lnTo>
                <a:cubicBezTo>
                  <a:pt x="346220" y="178118"/>
                  <a:pt x="328197" y="194310"/>
                  <a:pt x="304484" y="19431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3" name="Graphic 278">
            <a:extLst>
              <a:ext uri="{FF2B5EF4-FFF2-40B4-BE49-F238E27FC236}">
                <a16:creationId xmlns:a16="http://schemas.microsoft.com/office/drawing/2014/main" id="{4DC356DF-6AAF-D4EB-9417-E65F07FF67E4}"/>
              </a:ext>
            </a:extLst>
          </p:cNvPr>
          <p:cNvSpPr/>
          <p:nvPr/>
        </p:nvSpPr>
        <p:spPr>
          <a:xfrm>
            <a:off x="7872685" y="3561187"/>
            <a:ext cx="492125" cy="391306"/>
          </a:xfrm>
          <a:custGeom>
            <a:avLst/>
            <a:gdLst>
              <a:gd name="connsiteX0" fmla="*/ 366139 w 366560"/>
              <a:gd name="connsiteY0" fmla="*/ 142875 h 291465"/>
              <a:gd name="connsiteX1" fmla="*/ 316815 w 366560"/>
              <a:gd name="connsiteY1" fmla="*/ 30480 h 291465"/>
              <a:gd name="connsiteX2" fmla="*/ 328197 w 366560"/>
              <a:gd name="connsiteY2" fmla="*/ 30480 h 291465"/>
              <a:gd name="connsiteX3" fmla="*/ 335786 w 366560"/>
              <a:gd name="connsiteY3" fmla="*/ 22860 h 291465"/>
              <a:gd name="connsiteX4" fmla="*/ 328197 w 366560"/>
              <a:gd name="connsiteY4" fmla="*/ 15240 h 291465"/>
              <a:gd name="connsiteX5" fmla="*/ 202041 w 366560"/>
              <a:gd name="connsiteY5" fmla="*/ 15240 h 291465"/>
              <a:gd name="connsiteX6" fmla="*/ 175481 w 366560"/>
              <a:gd name="connsiteY6" fmla="*/ 0 h 291465"/>
              <a:gd name="connsiteX7" fmla="*/ 148922 w 366560"/>
              <a:gd name="connsiteY7" fmla="*/ 15240 h 291465"/>
              <a:gd name="connsiteX8" fmla="*/ 37942 w 366560"/>
              <a:gd name="connsiteY8" fmla="*/ 15240 h 291465"/>
              <a:gd name="connsiteX9" fmla="*/ 30353 w 366560"/>
              <a:gd name="connsiteY9" fmla="*/ 22860 h 291465"/>
              <a:gd name="connsiteX10" fmla="*/ 37942 w 366560"/>
              <a:gd name="connsiteY10" fmla="*/ 30480 h 291465"/>
              <a:gd name="connsiteX11" fmla="*/ 49324 w 366560"/>
              <a:gd name="connsiteY11" fmla="*/ 30480 h 291465"/>
              <a:gd name="connsiteX12" fmla="*/ 0 w 366560"/>
              <a:gd name="connsiteY12" fmla="*/ 142875 h 291465"/>
              <a:gd name="connsiteX13" fmla="*/ 0 w 366560"/>
              <a:gd name="connsiteY13" fmla="*/ 149543 h 291465"/>
              <a:gd name="connsiteX14" fmla="*/ 59758 w 366560"/>
              <a:gd name="connsiteY14" fmla="*/ 210503 h 291465"/>
              <a:gd name="connsiteX15" fmla="*/ 120466 w 366560"/>
              <a:gd name="connsiteY15" fmla="*/ 149543 h 291465"/>
              <a:gd name="connsiteX16" fmla="*/ 120466 w 366560"/>
              <a:gd name="connsiteY16" fmla="*/ 143828 h 291465"/>
              <a:gd name="connsiteX17" fmla="*/ 71141 w 366560"/>
              <a:gd name="connsiteY17" fmla="*/ 31432 h 291465"/>
              <a:gd name="connsiteX18" fmla="*/ 143231 w 366560"/>
              <a:gd name="connsiteY18" fmla="*/ 31432 h 291465"/>
              <a:gd name="connsiteX19" fmla="*/ 165996 w 366560"/>
              <a:gd name="connsiteY19" fmla="*/ 59055 h 291465"/>
              <a:gd name="connsiteX20" fmla="*/ 165996 w 366560"/>
              <a:gd name="connsiteY20" fmla="*/ 276225 h 291465"/>
              <a:gd name="connsiteX21" fmla="*/ 128054 w 366560"/>
              <a:gd name="connsiteY21" fmla="*/ 276225 h 291465"/>
              <a:gd name="connsiteX22" fmla="*/ 120466 w 366560"/>
              <a:gd name="connsiteY22" fmla="*/ 283845 h 291465"/>
              <a:gd name="connsiteX23" fmla="*/ 128054 w 366560"/>
              <a:gd name="connsiteY23" fmla="*/ 291465 h 291465"/>
              <a:gd name="connsiteX24" fmla="*/ 220063 w 366560"/>
              <a:gd name="connsiteY24" fmla="*/ 291465 h 291465"/>
              <a:gd name="connsiteX25" fmla="*/ 227651 w 366560"/>
              <a:gd name="connsiteY25" fmla="*/ 283845 h 291465"/>
              <a:gd name="connsiteX26" fmla="*/ 220063 w 366560"/>
              <a:gd name="connsiteY26" fmla="*/ 276225 h 291465"/>
              <a:gd name="connsiteX27" fmla="*/ 183070 w 366560"/>
              <a:gd name="connsiteY27" fmla="*/ 276225 h 291465"/>
              <a:gd name="connsiteX28" fmla="*/ 183070 w 366560"/>
              <a:gd name="connsiteY28" fmla="*/ 59055 h 291465"/>
              <a:gd name="connsiteX29" fmla="*/ 205835 w 366560"/>
              <a:gd name="connsiteY29" fmla="*/ 31432 h 291465"/>
              <a:gd name="connsiteX30" fmla="*/ 293101 w 366560"/>
              <a:gd name="connsiteY30" fmla="*/ 31432 h 291465"/>
              <a:gd name="connsiteX31" fmla="*/ 244725 w 366560"/>
              <a:gd name="connsiteY31" fmla="*/ 140970 h 291465"/>
              <a:gd name="connsiteX32" fmla="*/ 242828 w 366560"/>
              <a:gd name="connsiteY32" fmla="*/ 145733 h 291465"/>
              <a:gd name="connsiteX33" fmla="*/ 304484 w 366560"/>
              <a:gd name="connsiteY33" fmla="*/ 210503 h 291465"/>
              <a:gd name="connsiteX34" fmla="*/ 366139 w 366560"/>
              <a:gd name="connsiteY34" fmla="*/ 148590 h 291465"/>
              <a:gd name="connsiteX35" fmla="*/ 366139 w 366560"/>
              <a:gd name="connsiteY35" fmla="*/ 143828 h 291465"/>
              <a:gd name="connsiteX36" fmla="*/ 58810 w 366560"/>
              <a:gd name="connsiteY36" fmla="*/ 42862 h 291465"/>
              <a:gd name="connsiteX37" fmla="*/ 101495 w 366560"/>
              <a:gd name="connsiteY37" fmla="*/ 138112 h 291465"/>
              <a:gd name="connsiteX38" fmla="*/ 18022 w 366560"/>
              <a:gd name="connsiteY38" fmla="*/ 138112 h 291465"/>
              <a:gd name="connsiteX39" fmla="*/ 58810 w 366560"/>
              <a:gd name="connsiteY39" fmla="*/ 42862 h 291465"/>
              <a:gd name="connsiteX40" fmla="*/ 58810 w 366560"/>
              <a:gd name="connsiteY40" fmla="*/ 194310 h 291465"/>
              <a:gd name="connsiteX41" fmla="*/ 14228 w 366560"/>
              <a:gd name="connsiteY41" fmla="*/ 153353 h 291465"/>
              <a:gd name="connsiteX42" fmla="*/ 104340 w 366560"/>
              <a:gd name="connsiteY42" fmla="*/ 153353 h 291465"/>
              <a:gd name="connsiteX43" fmla="*/ 58810 w 366560"/>
              <a:gd name="connsiteY43" fmla="*/ 194310 h 291465"/>
              <a:gd name="connsiteX44" fmla="*/ 174533 w 366560"/>
              <a:gd name="connsiteY44" fmla="*/ 44768 h 291465"/>
              <a:gd name="connsiteX45" fmla="*/ 174533 w 366560"/>
              <a:gd name="connsiteY45" fmla="*/ 44768 h 291465"/>
              <a:gd name="connsiteX46" fmla="*/ 174533 w 366560"/>
              <a:gd name="connsiteY46" fmla="*/ 44768 h 291465"/>
              <a:gd name="connsiteX47" fmla="*/ 159356 w 366560"/>
              <a:gd name="connsiteY47" fmla="*/ 30480 h 291465"/>
              <a:gd name="connsiteX48" fmla="*/ 174533 w 366560"/>
              <a:gd name="connsiteY48" fmla="*/ 15240 h 291465"/>
              <a:gd name="connsiteX49" fmla="*/ 188761 w 366560"/>
              <a:gd name="connsiteY49" fmla="*/ 24765 h 291465"/>
              <a:gd name="connsiteX50" fmla="*/ 188761 w 366560"/>
              <a:gd name="connsiteY50" fmla="*/ 26670 h 291465"/>
              <a:gd name="connsiteX51" fmla="*/ 188761 w 366560"/>
              <a:gd name="connsiteY51" fmla="*/ 30480 h 291465"/>
              <a:gd name="connsiteX52" fmla="*/ 173584 w 366560"/>
              <a:gd name="connsiteY52" fmla="*/ 44768 h 291465"/>
              <a:gd name="connsiteX53" fmla="*/ 346220 w 366560"/>
              <a:gd name="connsiteY53" fmla="*/ 138112 h 291465"/>
              <a:gd name="connsiteX54" fmla="*/ 262748 w 366560"/>
              <a:gd name="connsiteY54" fmla="*/ 138112 h 291465"/>
              <a:gd name="connsiteX55" fmla="*/ 303535 w 366560"/>
              <a:gd name="connsiteY55" fmla="*/ 43815 h 291465"/>
              <a:gd name="connsiteX56" fmla="*/ 346220 w 366560"/>
              <a:gd name="connsiteY56" fmla="*/ 138112 h 291465"/>
              <a:gd name="connsiteX57" fmla="*/ 304484 w 366560"/>
              <a:gd name="connsiteY57" fmla="*/ 194310 h 291465"/>
              <a:gd name="connsiteX58" fmla="*/ 259902 w 366560"/>
              <a:gd name="connsiteY58" fmla="*/ 153353 h 291465"/>
              <a:gd name="connsiteX59" fmla="*/ 350014 w 366560"/>
              <a:gd name="connsiteY59" fmla="*/ 153353 h 291465"/>
              <a:gd name="connsiteX60" fmla="*/ 304484 w 366560"/>
              <a:gd name="connsiteY60" fmla="*/ 194310 h 291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6560" h="291465">
                <a:moveTo>
                  <a:pt x="366139" y="142875"/>
                </a:moveTo>
                <a:cubicBezTo>
                  <a:pt x="366139" y="142875"/>
                  <a:pt x="366139" y="142875"/>
                  <a:pt x="316815" y="30480"/>
                </a:cubicBezTo>
                <a:lnTo>
                  <a:pt x="328197" y="30480"/>
                </a:lnTo>
                <a:cubicBezTo>
                  <a:pt x="331992" y="30480"/>
                  <a:pt x="335786" y="26670"/>
                  <a:pt x="335786" y="22860"/>
                </a:cubicBezTo>
                <a:cubicBezTo>
                  <a:pt x="335786" y="19050"/>
                  <a:pt x="331992" y="15240"/>
                  <a:pt x="328197" y="15240"/>
                </a:cubicBezTo>
                <a:lnTo>
                  <a:pt x="202041" y="15240"/>
                </a:lnTo>
                <a:cubicBezTo>
                  <a:pt x="196349" y="5715"/>
                  <a:pt x="186864" y="0"/>
                  <a:pt x="175481" y="0"/>
                </a:cubicBezTo>
                <a:cubicBezTo>
                  <a:pt x="164099" y="0"/>
                  <a:pt x="154613" y="6668"/>
                  <a:pt x="148922" y="15240"/>
                </a:cubicBezTo>
                <a:lnTo>
                  <a:pt x="37942" y="15240"/>
                </a:lnTo>
                <a:cubicBezTo>
                  <a:pt x="32251" y="15240"/>
                  <a:pt x="30353" y="19050"/>
                  <a:pt x="30353" y="22860"/>
                </a:cubicBezTo>
                <a:cubicBezTo>
                  <a:pt x="30353" y="26670"/>
                  <a:pt x="33199" y="30480"/>
                  <a:pt x="37942" y="30480"/>
                </a:cubicBezTo>
                <a:lnTo>
                  <a:pt x="49324" y="30480"/>
                </a:lnTo>
                <a:cubicBezTo>
                  <a:pt x="43633" y="43815"/>
                  <a:pt x="30353" y="74295"/>
                  <a:pt x="0" y="142875"/>
                </a:cubicBezTo>
                <a:cubicBezTo>
                  <a:pt x="0" y="144780"/>
                  <a:pt x="0" y="147637"/>
                  <a:pt x="0" y="149543"/>
                </a:cubicBezTo>
                <a:cubicBezTo>
                  <a:pt x="1897" y="184785"/>
                  <a:pt x="27508" y="210503"/>
                  <a:pt x="59758" y="210503"/>
                </a:cubicBezTo>
                <a:cubicBezTo>
                  <a:pt x="92009" y="210503"/>
                  <a:pt x="119517" y="184785"/>
                  <a:pt x="120466" y="149543"/>
                </a:cubicBezTo>
                <a:cubicBezTo>
                  <a:pt x="121414" y="147637"/>
                  <a:pt x="121414" y="145733"/>
                  <a:pt x="120466" y="143828"/>
                </a:cubicBezTo>
                <a:cubicBezTo>
                  <a:pt x="120466" y="143828"/>
                  <a:pt x="104027" y="106363"/>
                  <a:pt x="71141" y="31432"/>
                </a:cubicBezTo>
                <a:lnTo>
                  <a:pt x="143231" y="31432"/>
                </a:lnTo>
                <a:cubicBezTo>
                  <a:pt x="143231" y="44768"/>
                  <a:pt x="153665" y="56197"/>
                  <a:pt x="165996" y="59055"/>
                </a:cubicBezTo>
                <a:lnTo>
                  <a:pt x="165996" y="276225"/>
                </a:lnTo>
                <a:lnTo>
                  <a:pt x="128054" y="276225"/>
                </a:lnTo>
                <a:cubicBezTo>
                  <a:pt x="124260" y="276225"/>
                  <a:pt x="120466" y="280035"/>
                  <a:pt x="120466" y="283845"/>
                </a:cubicBezTo>
                <a:cubicBezTo>
                  <a:pt x="120466" y="287655"/>
                  <a:pt x="124260" y="291465"/>
                  <a:pt x="128054" y="291465"/>
                </a:cubicBezTo>
                <a:lnTo>
                  <a:pt x="220063" y="291465"/>
                </a:lnTo>
                <a:cubicBezTo>
                  <a:pt x="223857" y="291465"/>
                  <a:pt x="227651" y="288608"/>
                  <a:pt x="227651" y="283845"/>
                </a:cubicBezTo>
                <a:cubicBezTo>
                  <a:pt x="227651" y="279083"/>
                  <a:pt x="223857" y="276225"/>
                  <a:pt x="220063" y="276225"/>
                </a:cubicBezTo>
                <a:lnTo>
                  <a:pt x="183070" y="276225"/>
                </a:lnTo>
                <a:lnTo>
                  <a:pt x="183070" y="59055"/>
                </a:lnTo>
                <a:cubicBezTo>
                  <a:pt x="196349" y="56197"/>
                  <a:pt x="205835" y="44768"/>
                  <a:pt x="205835" y="31432"/>
                </a:cubicBezTo>
                <a:lnTo>
                  <a:pt x="293101" y="31432"/>
                </a:lnTo>
                <a:cubicBezTo>
                  <a:pt x="287410" y="44768"/>
                  <a:pt x="274130" y="74295"/>
                  <a:pt x="244725" y="140970"/>
                </a:cubicBezTo>
                <a:cubicBezTo>
                  <a:pt x="243777" y="141922"/>
                  <a:pt x="242828" y="143828"/>
                  <a:pt x="242828" y="145733"/>
                </a:cubicBezTo>
                <a:cubicBezTo>
                  <a:pt x="242828" y="182880"/>
                  <a:pt x="270336" y="210503"/>
                  <a:pt x="304484" y="210503"/>
                </a:cubicBezTo>
                <a:cubicBezTo>
                  <a:pt x="338632" y="210503"/>
                  <a:pt x="365191" y="182880"/>
                  <a:pt x="366139" y="148590"/>
                </a:cubicBezTo>
                <a:cubicBezTo>
                  <a:pt x="366139" y="146685"/>
                  <a:pt x="367088" y="144780"/>
                  <a:pt x="366139" y="143828"/>
                </a:cubicBezTo>
                <a:close/>
                <a:moveTo>
                  <a:pt x="58810" y="42862"/>
                </a:moveTo>
                <a:cubicBezTo>
                  <a:pt x="58810" y="42862"/>
                  <a:pt x="58810" y="42862"/>
                  <a:pt x="101495" y="138112"/>
                </a:cubicBezTo>
                <a:lnTo>
                  <a:pt x="18022" y="138112"/>
                </a:lnTo>
                <a:cubicBezTo>
                  <a:pt x="23714" y="125730"/>
                  <a:pt x="35096" y="99060"/>
                  <a:pt x="58810" y="42862"/>
                </a:cubicBezTo>
                <a:close/>
                <a:moveTo>
                  <a:pt x="58810" y="194310"/>
                </a:moveTo>
                <a:cubicBezTo>
                  <a:pt x="35096" y="194310"/>
                  <a:pt x="17074" y="177165"/>
                  <a:pt x="14228" y="153353"/>
                </a:cubicBezTo>
                <a:lnTo>
                  <a:pt x="104340" y="153353"/>
                </a:lnTo>
                <a:cubicBezTo>
                  <a:pt x="100546" y="178118"/>
                  <a:pt x="82524" y="194310"/>
                  <a:pt x="58810" y="194310"/>
                </a:cubicBezTo>
                <a:close/>
                <a:moveTo>
                  <a:pt x="174533" y="44768"/>
                </a:moveTo>
                <a:cubicBezTo>
                  <a:pt x="174533" y="44768"/>
                  <a:pt x="174533" y="44768"/>
                  <a:pt x="174533" y="44768"/>
                </a:cubicBezTo>
                <a:cubicBezTo>
                  <a:pt x="174533" y="44768"/>
                  <a:pt x="174533" y="44768"/>
                  <a:pt x="174533" y="44768"/>
                </a:cubicBezTo>
                <a:cubicBezTo>
                  <a:pt x="166944" y="44768"/>
                  <a:pt x="159356" y="38100"/>
                  <a:pt x="159356" y="30480"/>
                </a:cubicBezTo>
                <a:cubicBezTo>
                  <a:pt x="159356" y="22860"/>
                  <a:pt x="166944" y="15240"/>
                  <a:pt x="174533" y="15240"/>
                </a:cubicBezTo>
                <a:cubicBezTo>
                  <a:pt x="182121" y="15240"/>
                  <a:pt x="186864" y="19050"/>
                  <a:pt x="188761" y="24765"/>
                </a:cubicBezTo>
                <a:cubicBezTo>
                  <a:pt x="188761" y="24765"/>
                  <a:pt x="188761" y="25718"/>
                  <a:pt x="188761" y="26670"/>
                </a:cubicBezTo>
                <a:cubicBezTo>
                  <a:pt x="188761" y="27622"/>
                  <a:pt x="188761" y="29528"/>
                  <a:pt x="188761" y="30480"/>
                </a:cubicBezTo>
                <a:cubicBezTo>
                  <a:pt x="188761" y="38100"/>
                  <a:pt x="181173" y="44768"/>
                  <a:pt x="173584" y="44768"/>
                </a:cubicBezTo>
                <a:close/>
                <a:moveTo>
                  <a:pt x="346220" y="138112"/>
                </a:moveTo>
                <a:lnTo>
                  <a:pt x="262748" y="138112"/>
                </a:lnTo>
                <a:cubicBezTo>
                  <a:pt x="268439" y="125730"/>
                  <a:pt x="279822" y="99060"/>
                  <a:pt x="303535" y="43815"/>
                </a:cubicBezTo>
                <a:cubicBezTo>
                  <a:pt x="303535" y="43815"/>
                  <a:pt x="317764" y="75247"/>
                  <a:pt x="346220" y="138112"/>
                </a:cubicBezTo>
                <a:close/>
                <a:moveTo>
                  <a:pt x="304484" y="194310"/>
                </a:moveTo>
                <a:cubicBezTo>
                  <a:pt x="280770" y="194310"/>
                  <a:pt x="262748" y="177165"/>
                  <a:pt x="259902" y="153353"/>
                </a:cubicBezTo>
                <a:lnTo>
                  <a:pt x="350014" y="153353"/>
                </a:lnTo>
                <a:cubicBezTo>
                  <a:pt x="346220" y="178118"/>
                  <a:pt x="328197" y="194310"/>
                  <a:pt x="304484" y="19431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3" name="Graphic 291">
            <a:extLst>
              <a:ext uri="{FF2B5EF4-FFF2-40B4-BE49-F238E27FC236}">
                <a16:creationId xmlns:a16="http://schemas.microsoft.com/office/drawing/2014/main" id="{C7ADD1BF-CA85-9433-1AA0-0F173542B6CE}"/>
              </a:ext>
            </a:extLst>
          </p:cNvPr>
          <p:cNvSpPr/>
          <p:nvPr/>
        </p:nvSpPr>
        <p:spPr>
          <a:xfrm>
            <a:off x="3817988" y="2840066"/>
            <a:ext cx="492125" cy="483734"/>
          </a:xfrm>
          <a:custGeom>
            <a:avLst/>
            <a:gdLst>
              <a:gd name="connsiteX0" fmla="*/ 289781 w 367372"/>
              <a:gd name="connsiteY0" fmla="*/ 73454 h 361108"/>
              <a:gd name="connsiteX1" fmla="*/ 289781 w 367372"/>
              <a:gd name="connsiteY1" fmla="*/ 63452 h 361108"/>
              <a:gd name="connsiteX2" fmla="*/ 245105 w 367372"/>
              <a:gd name="connsiteY2" fmla="*/ 4969 h 361108"/>
              <a:gd name="connsiteX3" fmla="*/ 240172 w 367372"/>
              <a:gd name="connsiteY3" fmla="*/ 302 h 361108"/>
              <a:gd name="connsiteX4" fmla="*/ 234102 w 367372"/>
              <a:gd name="connsiteY4" fmla="*/ 778 h 361108"/>
              <a:gd name="connsiteX5" fmla="*/ 133745 w 367372"/>
              <a:gd name="connsiteY5" fmla="*/ 778 h 361108"/>
              <a:gd name="connsiteX6" fmla="*/ 128813 w 367372"/>
              <a:gd name="connsiteY6" fmla="*/ 302 h 361108"/>
              <a:gd name="connsiteX7" fmla="*/ 125398 w 367372"/>
              <a:gd name="connsiteY7" fmla="*/ 2492 h 361108"/>
              <a:gd name="connsiteX8" fmla="*/ 123880 w 367372"/>
              <a:gd name="connsiteY8" fmla="*/ 3254 h 361108"/>
              <a:gd name="connsiteX9" fmla="*/ 77971 w 367372"/>
              <a:gd name="connsiteY9" fmla="*/ 63357 h 361108"/>
              <a:gd name="connsiteX10" fmla="*/ 77591 w 367372"/>
              <a:gd name="connsiteY10" fmla="*/ 64500 h 361108"/>
              <a:gd name="connsiteX11" fmla="*/ 76737 w 367372"/>
              <a:gd name="connsiteY11" fmla="*/ 68215 h 361108"/>
              <a:gd name="connsiteX12" fmla="*/ 80152 w 367372"/>
              <a:gd name="connsiteY12" fmla="*/ 74311 h 361108"/>
              <a:gd name="connsiteX13" fmla="*/ 177378 w 367372"/>
              <a:gd name="connsiteY13" fmla="*/ 184420 h 361108"/>
              <a:gd name="connsiteX14" fmla="*/ 183449 w 367372"/>
              <a:gd name="connsiteY14" fmla="*/ 188516 h 361108"/>
              <a:gd name="connsiteX15" fmla="*/ 183829 w 367372"/>
              <a:gd name="connsiteY15" fmla="*/ 188516 h 361108"/>
              <a:gd name="connsiteX16" fmla="*/ 183923 w 367372"/>
              <a:gd name="connsiteY16" fmla="*/ 188516 h 361108"/>
              <a:gd name="connsiteX17" fmla="*/ 184208 w 367372"/>
              <a:gd name="connsiteY17" fmla="*/ 188516 h 361108"/>
              <a:gd name="connsiteX18" fmla="*/ 184967 w 367372"/>
              <a:gd name="connsiteY18" fmla="*/ 188516 h 361108"/>
              <a:gd name="connsiteX19" fmla="*/ 189615 w 367372"/>
              <a:gd name="connsiteY19" fmla="*/ 186420 h 361108"/>
              <a:gd name="connsiteX20" fmla="*/ 190279 w 367372"/>
              <a:gd name="connsiteY20" fmla="*/ 185944 h 361108"/>
              <a:gd name="connsiteX21" fmla="*/ 289781 w 367372"/>
              <a:gd name="connsiteY21" fmla="*/ 73168 h 361108"/>
              <a:gd name="connsiteX22" fmla="*/ 269198 w 367372"/>
              <a:gd name="connsiteY22" fmla="*/ 60595 h 361108"/>
              <a:gd name="connsiteX23" fmla="*/ 232204 w 367372"/>
              <a:gd name="connsiteY23" fmla="*/ 60595 h 361108"/>
              <a:gd name="connsiteX24" fmla="*/ 241216 w 367372"/>
              <a:gd name="connsiteY24" fmla="*/ 25352 h 361108"/>
              <a:gd name="connsiteX25" fmla="*/ 269198 w 367372"/>
              <a:gd name="connsiteY25" fmla="*/ 60595 h 361108"/>
              <a:gd name="connsiteX26" fmla="*/ 266447 w 367372"/>
              <a:gd name="connsiteY26" fmla="*/ 76216 h 361108"/>
              <a:gd name="connsiteX27" fmla="*/ 204222 w 367372"/>
              <a:gd name="connsiteY27" fmla="*/ 145939 h 361108"/>
              <a:gd name="connsiteX28" fmla="*/ 228031 w 367372"/>
              <a:gd name="connsiteY28" fmla="*/ 76216 h 361108"/>
              <a:gd name="connsiteX29" fmla="*/ 266447 w 367372"/>
              <a:gd name="connsiteY29" fmla="*/ 76216 h 361108"/>
              <a:gd name="connsiteX30" fmla="*/ 215795 w 367372"/>
              <a:gd name="connsiteY30" fmla="*/ 60595 h 361108"/>
              <a:gd name="connsiteX31" fmla="*/ 151673 w 367372"/>
              <a:gd name="connsiteY31" fmla="*/ 60595 h 361108"/>
              <a:gd name="connsiteX32" fmla="*/ 140385 w 367372"/>
              <a:gd name="connsiteY32" fmla="*/ 15923 h 361108"/>
              <a:gd name="connsiteX33" fmla="*/ 227272 w 367372"/>
              <a:gd name="connsiteY33" fmla="*/ 15923 h 361108"/>
              <a:gd name="connsiteX34" fmla="*/ 215795 w 367372"/>
              <a:gd name="connsiteY34" fmla="*/ 60595 h 361108"/>
              <a:gd name="connsiteX35" fmla="*/ 211052 w 367372"/>
              <a:gd name="connsiteY35" fmla="*/ 76216 h 361108"/>
              <a:gd name="connsiteX36" fmla="*/ 184113 w 367372"/>
              <a:gd name="connsiteY36" fmla="*/ 158036 h 361108"/>
              <a:gd name="connsiteX37" fmla="*/ 156510 w 367372"/>
              <a:gd name="connsiteY37" fmla="*/ 76216 h 361108"/>
              <a:gd name="connsiteX38" fmla="*/ 211052 w 367372"/>
              <a:gd name="connsiteY38" fmla="*/ 76216 h 361108"/>
              <a:gd name="connsiteX39" fmla="*/ 135453 w 367372"/>
              <a:gd name="connsiteY39" fmla="*/ 60595 h 361108"/>
              <a:gd name="connsiteX40" fmla="*/ 99692 w 367372"/>
              <a:gd name="connsiteY40" fmla="*/ 60595 h 361108"/>
              <a:gd name="connsiteX41" fmla="*/ 126631 w 367372"/>
              <a:gd name="connsiteY41" fmla="*/ 25638 h 361108"/>
              <a:gd name="connsiteX42" fmla="*/ 135453 w 367372"/>
              <a:gd name="connsiteY42" fmla="*/ 60595 h 361108"/>
              <a:gd name="connsiteX43" fmla="*/ 139626 w 367372"/>
              <a:gd name="connsiteY43" fmla="*/ 76216 h 361108"/>
              <a:gd name="connsiteX44" fmla="*/ 163909 w 367372"/>
              <a:gd name="connsiteY44" fmla="*/ 146034 h 361108"/>
              <a:gd name="connsiteX45" fmla="*/ 102443 w 367372"/>
              <a:gd name="connsiteY45" fmla="*/ 76216 h 361108"/>
              <a:gd name="connsiteX46" fmla="*/ 139531 w 367372"/>
              <a:gd name="connsiteY46" fmla="*/ 76216 h 361108"/>
              <a:gd name="connsiteX47" fmla="*/ 362250 w 367372"/>
              <a:gd name="connsiteY47" fmla="*/ 97266 h 361108"/>
              <a:gd name="connsiteX48" fmla="*/ 340529 w 367372"/>
              <a:gd name="connsiteY48" fmla="*/ 100981 h 361108"/>
              <a:gd name="connsiteX49" fmla="*/ 313685 w 367372"/>
              <a:gd name="connsiteY49" fmla="*/ 192230 h 361108"/>
              <a:gd name="connsiteX50" fmla="*/ 289402 w 367372"/>
              <a:gd name="connsiteY50" fmla="*/ 215948 h 361108"/>
              <a:gd name="connsiteX51" fmla="*/ 294524 w 367372"/>
              <a:gd name="connsiteY51" fmla="*/ 197183 h 361108"/>
              <a:gd name="connsiteX52" fmla="*/ 281719 w 367372"/>
              <a:gd name="connsiteY52" fmla="*/ 165941 h 361108"/>
              <a:gd name="connsiteX53" fmla="*/ 254875 w 367372"/>
              <a:gd name="connsiteY53" fmla="*/ 177181 h 361108"/>
              <a:gd name="connsiteX54" fmla="*/ 229359 w 367372"/>
              <a:gd name="connsiteY54" fmla="*/ 238427 h 361108"/>
              <a:gd name="connsiteX55" fmla="*/ 229359 w 367372"/>
              <a:gd name="connsiteY55" fmla="*/ 301196 h 361108"/>
              <a:gd name="connsiteX56" fmla="*/ 222340 w 367372"/>
              <a:gd name="connsiteY56" fmla="*/ 301196 h 361108"/>
              <a:gd name="connsiteX57" fmla="*/ 214656 w 367372"/>
              <a:gd name="connsiteY57" fmla="*/ 308626 h 361108"/>
              <a:gd name="connsiteX58" fmla="*/ 214656 w 367372"/>
              <a:gd name="connsiteY58" fmla="*/ 353393 h 361108"/>
              <a:gd name="connsiteX59" fmla="*/ 222340 w 367372"/>
              <a:gd name="connsiteY59" fmla="*/ 360823 h 361108"/>
              <a:gd name="connsiteX60" fmla="*/ 313969 w 367372"/>
              <a:gd name="connsiteY60" fmla="*/ 360823 h 361108"/>
              <a:gd name="connsiteX61" fmla="*/ 321653 w 367372"/>
              <a:gd name="connsiteY61" fmla="*/ 353393 h 361108"/>
              <a:gd name="connsiteX62" fmla="*/ 321653 w 367372"/>
              <a:gd name="connsiteY62" fmla="*/ 308626 h 361108"/>
              <a:gd name="connsiteX63" fmla="*/ 313969 w 367372"/>
              <a:gd name="connsiteY63" fmla="*/ 301196 h 361108"/>
              <a:gd name="connsiteX64" fmla="*/ 306002 w 367372"/>
              <a:gd name="connsiteY64" fmla="*/ 301196 h 361108"/>
              <a:gd name="connsiteX65" fmla="*/ 306002 w 367372"/>
              <a:gd name="connsiteY65" fmla="*/ 288433 h 361108"/>
              <a:gd name="connsiteX66" fmla="*/ 364811 w 367372"/>
              <a:gd name="connsiteY66" fmla="*/ 230902 h 361108"/>
              <a:gd name="connsiteX67" fmla="*/ 367373 w 367372"/>
              <a:gd name="connsiteY67" fmla="*/ 225854 h 361108"/>
              <a:gd name="connsiteX68" fmla="*/ 367373 w 367372"/>
              <a:gd name="connsiteY68" fmla="*/ 104600 h 361108"/>
              <a:gd name="connsiteX69" fmla="*/ 362250 w 367372"/>
              <a:gd name="connsiteY69" fmla="*/ 97076 h 361108"/>
              <a:gd name="connsiteX70" fmla="*/ 306381 w 367372"/>
              <a:gd name="connsiteY70" fmla="*/ 346154 h 361108"/>
              <a:gd name="connsiteX71" fmla="*/ 230023 w 367372"/>
              <a:gd name="connsiteY71" fmla="*/ 346154 h 361108"/>
              <a:gd name="connsiteX72" fmla="*/ 230023 w 367372"/>
              <a:gd name="connsiteY72" fmla="*/ 316246 h 361108"/>
              <a:gd name="connsiteX73" fmla="*/ 306381 w 367372"/>
              <a:gd name="connsiteY73" fmla="*/ 316246 h 361108"/>
              <a:gd name="connsiteX74" fmla="*/ 306381 w 367372"/>
              <a:gd name="connsiteY74" fmla="*/ 346154 h 361108"/>
              <a:gd name="connsiteX75" fmla="*/ 352006 w 367372"/>
              <a:gd name="connsiteY75" fmla="*/ 222234 h 361108"/>
              <a:gd name="connsiteX76" fmla="*/ 293196 w 367372"/>
              <a:gd name="connsiteY76" fmla="*/ 279765 h 361108"/>
              <a:gd name="connsiteX77" fmla="*/ 290635 w 367372"/>
              <a:gd name="connsiteY77" fmla="*/ 284813 h 361108"/>
              <a:gd name="connsiteX78" fmla="*/ 290635 w 367372"/>
              <a:gd name="connsiteY78" fmla="*/ 301387 h 361108"/>
              <a:gd name="connsiteX79" fmla="*/ 244630 w 367372"/>
              <a:gd name="connsiteY79" fmla="*/ 301387 h 361108"/>
              <a:gd name="connsiteX80" fmla="*/ 244630 w 367372"/>
              <a:gd name="connsiteY80" fmla="*/ 241094 h 361108"/>
              <a:gd name="connsiteX81" fmla="*/ 267585 w 367372"/>
              <a:gd name="connsiteY81" fmla="*/ 184801 h 361108"/>
              <a:gd name="connsiteX82" fmla="*/ 276502 w 367372"/>
              <a:gd name="connsiteY82" fmla="*/ 179753 h 361108"/>
              <a:gd name="connsiteX83" fmla="*/ 279063 w 367372"/>
              <a:gd name="connsiteY83" fmla="*/ 193469 h 361108"/>
              <a:gd name="connsiteX84" fmla="*/ 268818 w 367372"/>
              <a:gd name="connsiteY84" fmla="*/ 238522 h 361108"/>
              <a:gd name="connsiteX85" fmla="*/ 272613 w 367372"/>
              <a:gd name="connsiteY85" fmla="*/ 247285 h 361108"/>
              <a:gd name="connsiteX86" fmla="*/ 281529 w 367372"/>
              <a:gd name="connsiteY86" fmla="*/ 246047 h 361108"/>
              <a:gd name="connsiteX87" fmla="*/ 326205 w 367372"/>
              <a:gd name="connsiteY87" fmla="*/ 200993 h 361108"/>
              <a:gd name="connsiteX88" fmla="*/ 328767 w 367372"/>
              <a:gd name="connsiteY88" fmla="*/ 195945 h 361108"/>
              <a:gd name="connsiteX89" fmla="*/ 347927 w 367372"/>
              <a:gd name="connsiteY89" fmla="*/ 113459 h 361108"/>
              <a:gd name="connsiteX90" fmla="*/ 351721 w 367372"/>
              <a:gd name="connsiteY90" fmla="*/ 112220 h 361108"/>
              <a:gd name="connsiteX91" fmla="*/ 351721 w 367372"/>
              <a:gd name="connsiteY91" fmla="*/ 222234 h 361108"/>
              <a:gd name="connsiteX92" fmla="*/ 144938 w 367372"/>
              <a:gd name="connsiteY92" fmla="*/ 301292 h 361108"/>
              <a:gd name="connsiteX93" fmla="*/ 137919 w 367372"/>
              <a:gd name="connsiteY93" fmla="*/ 301292 h 361108"/>
              <a:gd name="connsiteX94" fmla="*/ 137919 w 367372"/>
              <a:gd name="connsiteY94" fmla="*/ 238522 h 361108"/>
              <a:gd name="connsiteX95" fmla="*/ 113636 w 367372"/>
              <a:gd name="connsiteY95" fmla="*/ 177276 h 361108"/>
              <a:gd name="connsiteX96" fmla="*/ 85559 w 367372"/>
              <a:gd name="connsiteY96" fmla="*/ 166037 h 361108"/>
              <a:gd name="connsiteX97" fmla="*/ 74082 w 367372"/>
              <a:gd name="connsiteY97" fmla="*/ 197279 h 361108"/>
              <a:gd name="connsiteX98" fmla="*/ 77876 w 367372"/>
              <a:gd name="connsiteY98" fmla="*/ 216043 h 361108"/>
              <a:gd name="connsiteX99" fmla="*/ 53593 w 367372"/>
              <a:gd name="connsiteY99" fmla="*/ 192326 h 361108"/>
              <a:gd name="connsiteX100" fmla="*/ 28077 w 367372"/>
              <a:gd name="connsiteY100" fmla="*/ 101076 h 361108"/>
              <a:gd name="connsiteX101" fmla="*/ 5122 w 367372"/>
              <a:gd name="connsiteY101" fmla="*/ 97361 h 361108"/>
              <a:gd name="connsiteX102" fmla="*/ 0 w 367372"/>
              <a:gd name="connsiteY102" fmla="*/ 104886 h 361108"/>
              <a:gd name="connsiteX103" fmla="*/ 0 w 367372"/>
              <a:gd name="connsiteY103" fmla="*/ 226139 h 361108"/>
              <a:gd name="connsiteX104" fmla="*/ 2561 w 367372"/>
              <a:gd name="connsiteY104" fmla="*/ 231188 h 361108"/>
              <a:gd name="connsiteX105" fmla="*/ 61371 w 367372"/>
              <a:gd name="connsiteY105" fmla="*/ 288719 h 361108"/>
              <a:gd name="connsiteX106" fmla="*/ 61371 w 367372"/>
              <a:gd name="connsiteY106" fmla="*/ 301482 h 361108"/>
              <a:gd name="connsiteX107" fmla="*/ 53403 w 367372"/>
              <a:gd name="connsiteY107" fmla="*/ 301482 h 361108"/>
              <a:gd name="connsiteX108" fmla="*/ 45720 w 367372"/>
              <a:gd name="connsiteY108" fmla="*/ 308912 h 361108"/>
              <a:gd name="connsiteX109" fmla="*/ 45720 w 367372"/>
              <a:gd name="connsiteY109" fmla="*/ 353679 h 361108"/>
              <a:gd name="connsiteX110" fmla="*/ 53403 w 367372"/>
              <a:gd name="connsiteY110" fmla="*/ 361109 h 361108"/>
              <a:gd name="connsiteX111" fmla="*/ 145033 w 367372"/>
              <a:gd name="connsiteY111" fmla="*/ 361109 h 361108"/>
              <a:gd name="connsiteX112" fmla="*/ 152716 w 367372"/>
              <a:gd name="connsiteY112" fmla="*/ 353679 h 361108"/>
              <a:gd name="connsiteX113" fmla="*/ 152716 w 367372"/>
              <a:gd name="connsiteY113" fmla="*/ 308912 h 361108"/>
              <a:gd name="connsiteX114" fmla="*/ 145033 w 367372"/>
              <a:gd name="connsiteY114" fmla="*/ 301482 h 361108"/>
              <a:gd name="connsiteX115" fmla="*/ 75410 w 367372"/>
              <a:gd name="connsiteY115" fmla="*/ 279765 h 361108"/>
              <a:gd name="connsiteX116" fmla="*/ 15366 w 367372"/>
              <a:gd name="connsiteY116" fmla="*/ 222234 h 361108"/>
              <a:gd name="connsiteX117" fmla="*/ 15366 w 367372"/>
              <a:gd name="connsiteY117" fmla="*/ 112220 h 361108"/>
              <a:gd name="connsiteX118" fmla="*/ 19161 w 367372"/>
              <a:gd name="connsiteY118" fmla="*/ 113459 h 361108"/>
              <a:gd name="connsiteX119" fmla="*/ 38321 w 367372"/>
              <a:gd name="connsiteY119" fmla="*/ 195945 h 361108"/>
              <a:gd name="connsiteX120" fmla="*/ 40882 w 367372"/>
              <a:gd name="connsiteY120" fmla="*/ 200993 h 361108"/>
              <a:gd name="connsiteX121" fmla="*/ 86887 w 367372"/>
              <a:gd name="connsiteY121" fmla="*/ 246047 h 361108"/>
              <a:gd name="connsiteX122" fmla="*/ 95803 w 367372"/>
              <a:gd name="connsiteY122" fmla="*/ 247285 h 361108"/>
              <a:gd name="connsiteX123" fmla="*/ 99598 w 367372"/>
              <a:gd name="connsiteY123" fmla="*/ 238522 h 361108"/>
              <a:gd name="connsiteX124" fmla="*/ 88120 w 367372"/>
              <a:gd name="connsiteY124" fmla="*/ 193469 h 361108"/>
              <a:gd name="connsiteX125" fmla="*/ 91914 w 367372"/>
              <a:gd name="connsiteY125" fmla="*/ 179753 h 361108"/>
              <a:gd name="connsiteX126" fmla="*/ 100831 w 367372"/>
              <a:gd name="connsiteY126" fmla="*/ 184801 h 361108"/>
              <a:gd name="connsiteX127" fmla="*/ 122552 w 367372"/>
              <a:gd name="connsiteY127" fmla="*/ 241094 h 361108"/>
              <a:gd name="connsiteX128" fmla="*/ 122552 w 367372"/>
              <a:gd name="connsiteY128" fmla="*/ 301387 h 361108"/>
              <a:gd name="connsiteX129" fmla="*/ 76548 w 367372"/>
              <a:gd name="connsiteY129" fmla="*/ 301387 h 361108"/>
              <a:gd name="connsiteX130" fmla="*/ 76548 w 367372"/>
              <a:gd name="connsiteY130" fmla="*/ 284813 h 361108"/>
              <a:gd name="connsiteX131" fmla="*/ 75315 w 367372"/>
              <a:gd name="connsiteY131" fmla="*/ 279765 h 361108"/>
              <a:gd name="connsiteX132" fmla="*/ 137350 w 367372"/>
              <a:gd name="connsiteY132" fmla="*/ 346154 h 361108"/>
              <a:gd name="connsiteX133" fmla="*/ 60992 w 367372"/>
              <a:gd name="connsiteY133" fmla="*/ 346154 h 361108"/>
              <a:gd name="connsiteX134" fmla="*/ 60992 w 367372"/>
              <a:gd name="connsiteY134" fmla="*/ 316246 h 361108"/>
              <a:gd name="connsiteX135" fmla="*/ 137350 w 367372"/>
              <a:gd name="connsiteY135" fmla="*/ 316246 h 361108"/>
              <a:gd name="connsiteX136" fmla="*/ 137350 w 367372"/>
              <a:gd name="connsiteY136" fmla="*/ 346154 h 361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</a:cxnLst>
            <a:rect l="l" t="t" r="r" b="b"/>
            <a:pathLst>
              <a:path w="367372" h="361108">
                <a:moveTo>
                  <a:pt x="289781" y="73454"/>
                </a:moveTo>
                <a:cubicBezTo>
                  <a:pt x="292342" y="69739"/>
                  <a:pt x="292342" y="65929"/>
                  <a:pt x="289781" y="63452"/>
                </a:cubicBezTo>
                <a:cubicBezTo>
                  <a:pt x="289781" y="63452"/>
                  <a:pt x="274889" y="43958"/>
                  <a:pt x="245105" y="4969"/>
                </a:cubicBezTo>
                <a:cubicBezTo>
                  <a:pt x="244346" y="2873"/>
                  <a:pt x="242544" y="1064"/>
                  <a:pt x="240172" y="302"/>
                </a:cubicBezTo>
                <a:cubicBezTo>
                  <a:pt x="237801" y="-270"/>
                  <a:pt x="235809" y="16"/>
                  <a:pt x="234102" y="778"/>
                </a:cubicBezTo>
                <a:lnTo>
                  <a:pt x="133745" y="778"/>
                </a:lnTo>
                <a:cubicBezTo>
                  <a:pt x="132228" y="16"/>
                  <a:pt x="130520" y="-270"/>
                  <a:pt x="128813" y="302"/>
                </a:cubicBezTo>
                <a:cubicBezTo>
                  <a:pt x="127485" y="778"/>
                  <a:pt x="126441" y="1540"/>
                  <a:pt x="125398" y="2492"/>
                </a:cubicBezTo>
                <a:cubicBezTo>
                  <a:pt x="124924" y="2778"/>
                  <a:pt x="124544" y="2969"/>
                  <a:pt x="123880" y="3254"/>
                </a:cubicBezTo>
                <a:lnTo>
                  <a:pt x="77971" y="63357"/>
                </a:lnTo>
                <a:cubicBezTo>
                  <a:pt x="77971" y="63357"/>
                  <a:pt x="77686" y="64119"/>
                  <a:pt x="77591" y="64500"/>
                </a:cubicBezTo>
                <a:cubicBezTo>
                  <a:pt x="77022" y="65548"/>
                  <a:pt x="76737" y="66786"/>
                  <a:pt x="76737" y="68215"/>
                </a:cubicBezTo>
                <a:cubicBezTo>
                  <a:pt x="76737" y="70596"/>
                  <a:pt x="78255" y="72787"/>
                  <a:pt x="80152" y="74311"/>
                </a:cubicBezTo>
                <a:cubicBezTo>
                  <a:pt x="83472" y="78121"/>
                  <a:pt x="99598" y="96314"/>
                  <a:pt x="177378" y="184420"/>
                </a:cubicBezTo>
                <a:cubicBezTo>
                  <a:pt x="178137" y="186611"/>
                  <a:pt x="181173" y="188516"/>
                  <a:pt x="183449" y="188516"/>
                </a:cubicBezTo>
                <a:cubicBezTo>
                  <a:pt x="183544" y="188516"/>
                  <a:pt x="183639" y="188516"/>
                  <a:pt x="183829" y="188516"/>
                </a:cubicBezTo>
                <a:cubicBezTo>
                  <a:pt x="183829" y="188516"/>
                  <a:pt x="183829" y="188516"/>
                  <a:pt x="183923" y="188516"/>
                </a:cubicBezTo>
                <a:cubicBezTo>
                  <a:pt x="184018" y="188516"/>
                  <a:pt x="184113" y="188516"/>
                  <a:pt x="184208" y="188516"/>
                </a:cubicBezTo>
                <a:cubicBezTo>
                  <a:pt x="184493" y="188516"/>
                  <a:pt x="184682" y="188516"/>
                  <a:pt x="184967" y="188516"/>
                </a:cubicBezTo>
                <a:cubicBezTo>
                  <a:pt x="186484" y="188516"/>
                  <a:pt x="188287" y="187658"/>
                  <a:pt x="189615" y="186420"/>
                </a:cubicBezTo>
                <a:cubicBezTo>
                  <a:pt x="189804" y="186230"/>
                  <a:pt x="190184" y="186134"/>
                  <a:pt x="190279" y="185944"/>
                </a:cubicBezTo>
                <a:lnTo>
                  <a:pt x="289781" y="73168"/>
                </a:lnTo>
                <a:close/>
                <a:moveTo>
                  <a:pt x="269198" y="60595"/>
                </a:moveTo>
                <a:lnTo>
                  <a:pt x="232204" y="60595"/>
                </a:lnTo>
                <a:cubicBezTo>
                  <a:pt x="233817" y="54404"/>
                  <a:pt x="236568" y="43640"/>
                  <a:pt x="241216" y="25352"/>
                </a:cubicBezTo>
                <a:cubicBezTo>
                  <a:pt x="246338" y="31734"/>
                  <a:pt x="254875" y="42593"/>
                  <a:pt x="269198" y="60595"/>
                </a:cubicBezTo>
                <a:close/>
                <a:moveTo>
                  <a:pt x="266447" y="76216"/>
                </a:moveTo>
                <a:cubicBezTo>
                  <a:pt x="258005" y="85741"/>
                  <a:pt x="240362" y="105362"/>
                  <a:pt x="204222" y="145939"/>
                </a:cubicBezTo>
                <a:cubicBezTo>
                  <a:pt x="209629" y="130223"/>
                  <a:pt x="217217" y="107839"/>
                  <a:pt x="228031" y="76216"/>
                </a:cubicBezTo>
                <a:lnTo>
                  <a:pt x="266447" y="76216"/>
                </a:lnTo>
                <a:close/>
                <a:moveTo>
                  <a:pt x="215795" y="60595"/>
                </a:moveTo>
                <a:lnTo>
                  <a:pt x="151673" y="60595"/>
                </a:lnTo>
                <a:cubicBezTo>
                  <a:pt x="150250" y="54785"/>
                  <a:pt x="147120" y="42402"/>
                  <a:pt x="140385" y="15923"/>
                </a:cubicBezTo>
                <a:lnTo>
                  <a:pt x="227272" y="15923"/>
                </a:lnTo>
                <a:cubicBezTo>
                  <a:pt x="225280" y="23638"/>
                  <a:pt x="221770" y="37259"/>
                  <a:pt x="215795" y="60595"/>
                </a:cubicBezTo>
                <a:close/>
                <a:moveTo>
                  <a:pt x="211052" y="76216"/>
                </a:moveTo>
                <a:cubicBezTo>
                  <a:pt x="207353" y="87360"/>
                  <a:pt x="199764" y="110411"/>
                  <a:pt x="184113" y="158036"/>
                </a:cubicBezTo>
                <a:cubicBezTo>
                  <a:pt x="179181" y="143462"/>
                  <a:pt x="170833" y="118602"/>
                  <a:pt x="156510" y="76216"/>
                </a:cubicBezTo>
                <a:lnTo>
                  <a:pt x="211052" y="76216"/>
                </a:lnTo>
                <a:close/>
                <a:moveTo>
                  <a:pt x="135453" y="60595"/>
                </a:moveTo>
                <a:lnTo>
                  <a:pt x="99692" y="60595"/>
                </a:lnTo>
                <a:lnTo>
                  <a:pt x="126631" y="25638"/>
                </a:lnTo>
                <a:cubicBezTo>
                  <a:pt x="128528" y="33258"/>
                  <a:pt x="131374" y="44307"/>
                  <a:pt x="135453" y="60595"/>
                </a:cubicBezTo>
                <a:close/>
                <a:moveTo>
                  <a:pt x="139626" y="76216"/>
                </a:moveTo>
                <a:cubicBezTo>
                  <a:pt x="142282" y="83836"/>
                  <a:pt x="148637" y="102124"/>
                  <a:pt x="163909" y="146034"/>
                </a:cubicBezTo>
                <a:cubicBezTo>
                  <a:pt x="151957" y="132509"/>
                  <a:pt x="132986" y="110887"/>
                  <a:pt x="102443" y="76216"/>
                </a:cubicBezTo>
                <a:lnTo>
                  <a:pt x="139531" y="76216"/>
                </a:lnTo>
                <a:close/>
                <a:moveTo>
                  <a:pt x="362250" y="97266"/>
                </a:moveTo>
                <a:cubicBezTo>
                  <a:pt x="361017" y="97266"/>
                  <a:pt x="350773" y="93551"/>
                  <a:pt x="340529" y="100981"/>
                </a:cubicBezTo>
                <a:cubicBezTo>
                  <a:pt x="322601" y="113459"/>
                  <a:pt x="315013" y="143462"/>
                  <a:pt x="313685" y="192230"/>
                </a:cubicBezTo>
                <a:lnTo>
                  <a:pt x="289402" y="215948"/>
                </a:lnTo>
                <a:lnTo>
                  <a:pt x="294524" y="197183"/>
                </a:lnTo>
                <a:cubicBezTo>
                  <a:pt x="298318" y="180896"/>
                  <a:pt x="290730" y="169656"/>
                  <a:pt x="281719" y="165941"/>
                </a:cubicBezTo>
                <a:cubicBezTo>
                  <a:pt x="274035" y="163465"/>
                  <a:pt x="262558" y="164703"/>
                  <a:pt x="254875" y="177181"/>
                </a:cubicBezTo>
                <a:cubicBezTo>
                  <a:pt x="243397" y="193469"/>
                  <a:pt x="230592" y="235950"/>
                  <a:pt x="229359" y="238427"/>
                </a:cubicBezTo>
                <a:lnTo>
                  <a:pt x="229359" y="301196"/>
                </a:lnTo>
                <a:lnTo>
                  <a:pt x="222340" y="301196"/>
                </a:lnTo>
                <a:cubicBezTo>
                  <a:pt x="218545" y="301196"/>
                  <a:pt x="214656" y="303673"/>
                  <a:pt x="214656" y="308626"/>
                </a:cubicBezTo>
                <a:lnTo>
                  <a:pt x="214656" y="353393"/>
                </a:lnTo>
                <a:cubicBezTo>
                  <a:pt x="214656" y="357108"/>
                  <a:pt x="218451" y="360823"/>
                  <a:pt x="222340" y="360823"/>
                </a:cubicBezTo>
                <a:lnTo>
                  <a:pt x="313969" y="360823"/>
                </a:lnTo>
                <a:cubicBezTo>
                  <a:pt x="319091" y="360823"/>
                  <a:pt x="321653" y="357108"/>
                  <a:pt x="321653" y="353393"/>
                </a:cubicBezTo>
                <a:lnTo>
                  <a:pt x="321653" y="308626"/>
                </a:lnTo>
                <a:cubicBezTo>
                  <a:pt x="321653" y="303673"/>
                  <a:pt x="319091" y="301196"/>
                  <a:pt x="313969" y="301196"/>
                </a:cubicBezTo>
                <a:lnTo>
                  <a:pt x="306002" y="301196"/>
                </a:lnTo>
                <a:lnTo>
                  <a:pt x="306002" y="288433"/>
                </a:lnTo>
                <a:cubicBezTo>
                  <a:pt x="316246" y="278432"/>
                  <a:pt x="354567" y="240903"/>
                  <a:pt x="364811" y="230902"/>
                </a:cubicBezTo>
                <a:cubicBezTo>
                  <a:pt x="367373" y="229664"/>
                  <a:pt x="367373" y="227187"/>
                  <a:pt x="367373" y="225854"/>
                </a:cubicBezTo>
                <a:lnTo>
                  <a:pt x="367373" y="104600"/>
                </a:lnTo>
                <a:cubicBezTo>
                  <a:pt x="367373" y="100886"/>
                  <a:pt x="366139" y="98314"/>
                  <a:pt x="362250" y="97076"/>
                </a:cubicBezTo>
                <a:close/>
                <a:moveTo>
                  <a:pt x="306381" y="346154"/>
                </a:moveTo>
                <a:lnTo>
                  <a:pt x="230023" y="346154"/>
                </a:lnTo>
                <a:lnTo>
                  <a:pt x="230023" y="316246"/>
                </a:lnTo>
                <a:lnTo>
                  <a:pt x="306381" y="316246"/>
                </a:lnTo>
                <a:lnTo>
                  <a:pt x="306381" y="346154"/>
                </a:lnTo>
                <a:close/>
                <a:moveTo>
                  <a:pt x="352006" y="222234"/>
                </a:moveTo>
                <a:cubicBezTo>
                  <a:pt x="336640" y="237188"/>
                  <a:pt x="293196" y="279765"/>
                  <a:pt x="293196" y="279765"/>
                </a:cubicBezTo>
                <a:cubicBezTo>
                  <a:pt x="291963" y="281004"/>
                  <a:pt x="290635" y="283480"/>
                  <a:pt x="290635" y="284813"/>
                </a:cubicBezTo>
                <a:lnTo>
                  <a:pt x="290635" y="301387"/>
                </a:lnTo>
                <a:lnTo>
                  <a:pt x="244630" y="301387"/>
                </a:lnTo>
                <a:lnTo>
                  <a:pt x="244630" y="241094"/>
                </a:lnTo>
                <a:cubicBezTo>
                  <a:pt x="248425" y="228616"/>
                  <a:pt x="259997" y="197374"/>
                  <a:pt x="267585" y="184801"/>
                </a:cubicBezTo>
                <a:cubicBezTo>
                  <a:pt x="270146" y="181086"/>
                  <a:pt x="272707" y="179753"/>
                  <a:pt x="276502" y="179753"/>
                </a:cubicBezTo>
                <a:cubicBezTo>
                  <a:pt x="279063" y="180991"/>
                  <a:pt x="280296" y="186039"/>
                  <a:pt x="279063" y="193469"/>
                </a:cubicBezTo>
                <a:lnTo>
                  <a:pt x="268818" y="238522"/>
                </a:lnTo>
                <a:cubicBezTo>
                  <a:pt x="267585" y="242237"/>
                  <a:pt x="268818" y="244808"/>
                  <a:pt x="272613" y="247285"/>
                </a:cubicBezTo>
                <a:cubicBezTo>
                  <a:pt x="275174" y="248523"/>
                  <a:pt x="278968" y="247285"/>
                  <a:pt x="281529" y="246047"/>
                </a:cubicBezTo>
                <a:lnTo>
                  <a:pt x="326205" y="200993"/>
                </a:lnTo>
                <a:cubicBezTo>
                  <a:pt x="328767" y="199755"/>
                  <a:pt x="328767" y="197279"/>
                  <a:pt x="328767" y="195945"/>
                </a:cubicBezTo>
                <a:cubicBezTo>
                  <a:pt x="328767" y="137176"/>
                  <a:pt x="341572" y="119650"/>
                  <a:pt x="347927" y="113459"/>
                </a:cubicBezTo>
                <a:cubicBezTo>
                  <a:pt x="349160" y="113459"/>
                  <a:pt x="350488" y="112220"/>
                  <a:pt x="351721" y="112220"/>
                </a:cubicBezTo>
                <a:lnTo>
                  <a:pt x="351721" y="222234"/>
                </a:lnTo>
                <a:close/>
                <a:moveTo>
                  <a:pt x="144938" y="301292"/>
                </a:moveTo>
                <a:lnTo>
                  <a:pt x="137919" y="301292"/>
                </a:lnTo>
                <a:lnTo>
                  <a:pt x="137919" y="238522"/>
                </a:lnTo>
                <a:cubicBezTo>
                  <a:pt x="137919" y="236045"/>
                  <a:pt x="123880" y="193469"/>
                  <a:pt x="113636" y="177276"/>
                </a:cubicBezTo>
                <a:cubicBezTo>
                  <a:pt x="105953" y="164798"/>
                  <a:pt x="94475" y="163560"/>
                  <a:pt x="85559" y="166037"/>
                </a:cubicBezTo>
                <a:cubicBezTo>
                  <a:pt x="76643" y="169751"/>
                  <a:pt x="70193" y="181086"/>
                  <a:pt x="74082" y="197279"/>
                </a:cubicBezTo>
                <a:lnTo>
                  <a:pt x="77876" y="216043"/>
                </a:lnTo>
                <a:lnTo>
                  <a:pt x="53593" y="192326"/>
                </a:lnTo>
                <a:cubicBezTo>
                  <a:pt x="53593" y="143558"/>
                  <a:pt x="44677" y="113554"/>
                  <a:pt x="28077" y="101076"/>
                </a:cubicBezTo>
                <a:cubicBezTo>
                  <a:pt x="16600" y="93551"/>
                  <a:pt x="6355" y="97361"/>
                  <a:pt x="5122" y="97361"/>
                </a:cubicBezTo>
                <a:cubicBezTo>
                  <a:pt x="2561" y="98600"/>
                  <a:pt x="0" y="101076"/>
                  <a:pt x="0" y="104886"/>
                </a:cubicBezTo>
                <a:lnTo>
                  <a:pt x="0" y="226139"/>
                </a:lnTo>
                <a:cubicBezTo>
                  <a:pt x="0" y="227378"/>
                  <a:pt x="1233" y="229854"/>
                  <a:pt x="2561" y="231188"/>
                </a:cubicBezTo>
                <a:cubicBezTo>
                  <a:pt x="16600" y="242427"/>
                  <a:pt x="52360" y="278717"/>
                  <a:pt x="61371" y="288719"/>
                </a:cubicBezTo>
                <a:lnTo>
                  <a:pt x="61371" y="301482"/>
                </a:lnTo>
                <a:lnTo>
                  <a:pt x="53403" y="301482"/>
                </a:lnTo>
                <a:cubicBezTo>
                  <a:pt x="49609" y="301482"/>
                  <a:pt x="45720" y="303959"/>
                  <a:pt x="45720" y="308912"/>
                </a:cubicBezTo>
                <a:lnTo>
                  <a:pt x="45720" y="353679"/>
                </a:lnTo>
                <a:cubicBezTo>
                  <a:pt x="45720" y="357394"/>
                  <a:pt x="49514" y="361109"/>
                  <a:pt x="53403" y="361109"/>
                </a:cubicBezTo>
                <a:lnTo>
                  <a:pt x="145033" y="361109"/>
                </a:lnTo>
                <a:cubicBezTo>
                  <a:pt x="150155" y="361109"/>
                  <a:pt x="152716" y="357394"/>
                  <a:pt x="152716" y="353679"/>
                </a:cubicBezTo>
                <a:lnTo>
                  <a:pt x="152716" y="308912"/>
                </a:lnTo>
                <a:cubicBezTo>
                  <a:pt x="152716" y="303959"/>
                  <a:pt x="150155" y="301482"/>
                  <a:pt x="145033" y="301482"/>
                </a:cubicBezTo>
                <a:close/>
                <a:moveTo>
                  <a:pt x="75410" y="279765"/>
                </a:moveTo>
                <a:cubicBezTo>
                  <a:pt x="72848" y="278527"/>
                  <a:pt x="33294" y="237284"/>
                  <a:pt x="15366" y="222234"/>
                </a:cubicBezTo>
                <a:lnTo>
                  <a:pt x="15366" y="112220"/>
                </a:lnTo>
                <a:cubicBezTo>
                  <a:pt x="16600" y="112220"/>
                  <a:pt x="17928" y="113459"/>
                  <a:pt x="19161" y="113459"/>
                </a:cubicBezTo>
                <a:cubicBezTo>
                  <a:pt x="26844" y="119745"/>
                  <a:pt x="38321" y="137176"/>
                  <a:pt x="38321" y="195945"/>
                </a:cubicBezTo>
                <a:cubicBezTo>
                  <a:pt x="38321" y="197183"/>
                  <a:pt x="39554" y="199660"/>
                  <a:pt x="40882" y="200993"/>
                </a:cubicBezTo>
                <a:lnTo>
                  <a:pt x="86887" y="246047"/>
                </a:lnTo>
                <a:cubicBezTo>
                  <a:pt x="89448" y="247285"/>
                  <a:pt x="92009" y="248523"/>
                  <a:pt x="95803" y="247285"/>
                </a:cubicBezTo>
                <a:cubicBezTo>
                  <a:pt x="98364" y="244808"/>
                  <a:pt x="99598" y="242332"/>
                  <a:pt x="99598" y="238522"/>
                </a:cubicBezTo>
                <a:lnTo>
                  <a:pt x="88120" y="193469"/>
                </a:lnTo>
                <a:cubicBezTo>
                  <a:pt x="86887" y="185944"/>
                  <a:pt x="89353" y="180991"/>
                  <a:pt x="91914" y="179753"/>
                </a:cubicBezTo>
                <a:cubicBezTo>
                  <a:pt x="94475" y="179753"/>
                  <a:pt x="98270" y="180991"/>
                  <a:pt x="100831" y="184801"/>
                </a:cubicBezTo>
                <a:cubicBezTo>
                  <a:pt x="108514" y="196040"/>
                  <a:pt x="118758" y="228521"/>
                  <a:pt x="122552" y="241094"/>
                </a:cubicBezTo>
                <a:lnTo>
                  <a:pt x="122552" y="301387"/>
                </a:lnTo>
                <a:lnTo>
                  <a:pt x="76548" y="301387"/>
                </a:lnTo>
                <a:lnTo>
                  <a:pt x="76548" y="284813"/>
                </a:lnTo>
                <a:cubicBezTo>
                  <a:pt x="76548" y="283575"/>
                  <a:pt x="76548" y="281099"/>
                  <a:pt x="75315" y="279765"/>
                </a:cubicBezTo>
                <a:close/>
                <a:moveTo>
                  <a:pt x="137350" y="346154"/>
                </a:moveTo>
                <a:lnTo>
                  <a:pt x="60992" y="346154"/>
                </a:lnTo>
                <a:lnTo>
                  <a:pt x="60992" y="316246"/>
                </a:lnTo>
                <a:lnTo>
                  <a:pt x="137350" y="316246"/>
                </a:lnTo>
                <a:lnTo>
                  <a:pt x="137350" y="346154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6" name="Graphic 294">
            <a:extLst>
              <a:ext uri="{FF2B5EF4-FFF2-40B4-BE49-F238E27FC236}">
                <a16:creationId xmlns:a16="http://schemas.microsoft.com/office/drawing/2014/main" id="{12270C08-AAFE-9AC8-9BE8-6A329F381879}"/>
              </a:ext>
            </a:extLst>
          </p:cNvPr>
          <p:cNvSpPr/>
          <p:nvPr/>
        </p:nvSpPr>
        <p:spPr>
          <a:xfrm>
            <a:off x="2177927" y="2836915"/>
            <a:ext cx="481398" cy="471197"/>
          </a:xfrm>
          <a:custGeom>
            <a:avLst/>
            <a:gdLst>
              <a:gd name="connsiteX0" fmla="*/ 153096 w 368131"/>
              <a:gd name="connsiteY0" fmla="*/ 60103 h 360330"/>
              <a:gd name="connsiteX1" fmla="*/ 15272 w 368131"/>
              <a:gd name="connsiteY1" fmla="*/ 202692 h 360330"/>
              <a:gd name="connsiteX2" fmla="*/ 160779 w 368131"/>
              <a:gd name="connsiteY2" fmla="*/ 345281 h 360330"/>
              <a:gd name="connsiteX3" fmla="*/ 306286 w 368131"/>
              <a:gd name="connsiteY3" fmla="*/ 210217 h 360330"/>
              <a:gd name="connsiteX4" fmla="*/ 160779 w 368131"/>
              <a:gd name="connsiteY4" fmla="*/ 210217 h 360330"/>
              <a:gd name="connsiteX5" fmla="*/ 153096 w 368131"/>
              <a:gd name="connsiteY5" fmla="*/ 202692 h 360330"/>
              <a:gd name="connsiteX6" fmla="*/ 153096 w 368131"/>
              <a:gd name="connsiteY6" fmla="*/ 60103 h 360330"/>
              <a:gd name="connsiteX7" fmla="*/ 160779 w 368131"/>
              <a:gd name="connsiteY7" fmla="*/ 360331 h 360330"/>
              <a:gd name="connsiteX8" fmla="*/ 0 w 368131"/>
              <a:gd name="connsiteY8" fmla="*/ 202692 h 360330"/>
              <a:gd name="connsiteX9" fmla="*/ 160779 w 368131"/>
              <a:gd name="connsiteY9" fmla="*/ 45053 h 360330"/>
              <a:gd name="connsiteX10" fmla="*/ 168462 w 368131"/>
              <a:gd name="connsiteY10" fmla="*/ 52578 h 360330"/>
              <a:gd name="connsiteX11" fmla="*/ 168462 w 368131"/>
              <a:gd name="connsiteY11" fmla="*/ 195167 h 360330"/>
              <a:gd name="connsiteX12" fmla="*/ 313969 w 368131"/>
              <a:gd name="connsiteY12" fmla="*/ 195167 h 360330"/>
              <a:gd name="connsiteX13" fmla="*/ 321653 w 368131"/>
              <a:gd name="connsiteY13" fmla="*/ 202692 h 360330"/>
              <a:gd name="connsiteX14" fmla="*/ 160874 w 368131"/>
              <a:gd name="connsiteY14" fmla="*/ 360331 h 360330"/>
              <a:gd name="connsiteX15" fmla="*/ 214467 w 368131"/>
              <a:gd name="connsiteY15" fmla="*/ 150495 h 360330"/>
              <a:gd name="connsiteX16" fmla="*/ 352765 w 368131"/>
              <a:gd name="connsiteY16" fmla="*/ 150495 h 360330"/>
              <a:gd name="connsiteX17" fmla="*/ 214467 w 368131"/>
              <a:gd name="connsiteY17" fmla="*/ 15145 h 360330"/>
              <a:gd name="connsiteX18" fmla="*/ 214467 w 368131"/>
              <a:gd name="connsiteY18" fmla="*/ 150495 h 360330"/>
              <a:gd name="connsiteX19" fmla="*/ 360448 w 368131"/>
              <a:gd name="connsiteY19" fmla="*/ 165449 h 360330"/>
              <a:gd name="connsiteX20" fmla="*/ 206783 w 368131"/>
              <a:gd name="connsiteY20" fmla="*/ 165449 h 360330"/>
              <a:gd name="connsiteX21" fmla="*/ 199100 w 368131"/>
              <a:gd name="connsiteY21" fmla="*/ 157925 h 360330"/>
              <a:gd name="connsiteX22" fmla="*/ 199100 w 368131"/>
              <a:gd name="connsiteY22" fmla="*/ 7525 h 360330"/>
              <a:gd name="connsiteX23" fmla="*/ 206783 w 368131"/>
              <a:gd name="connsiteY23" fmla="*/ 0 h 360330"/>
              <a:gd name="connsiteX24" fmla="*/ 368131 w 368131"/>
              <a:gd name="connsiteY24" fmla="*/ 157829 h 360330"/>
              <a:gd name="connsiteX25" fmla="*/ 360448 w 368131"/>
              <a:gd name="connsiteY25" fmla="*/ 165354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68131" h="360330">
                <a:moveTo>
                  <a:pt x="153096" y="60103"/>
                </a:moveTo>
                <a:cubicBezTo>
                  <a:pt x="76548" y="63817"/>
                  <a:pt x="15272" y="126397"/>
                  <a:pt x="15272" y="202692"/>
                </a:cubicBezTo>
                <a:cubicBezTo>
                  <a:pt x="15272" y="278987"/>
                  <a:pt x="80342" y="345281"/>
                  <a:pt x="160779" y="345281"/>
                </a:cubicBezTo>
                <a:cubicBezTo>
                  <a:pt x="241216" y="345281"/>
                  <a:pt x="302492" y="285274"/>
                  <a:pt x="306286" y="210217"/>
                </a:cubicBezTo>
                <a:lnTo>
                  <a:pt x="160779" y="210217"/>
                </a:lnTo>
                <a:cubicBezTo>
                  <a:pt x="156985" y="210217"/>
                  <a:pt x="153096" y="206502"/>
                  <a:pt x="153096" y="202692"/>
                </a:cubicBezTo>
                <a:lnTo>
                  <a:pt x="153096" y="60103"/>
                </a:lnTo>
                <a:close/>
                <a:moveTo>
                  <a:pt x="160779" y="360331"/>
                </a:moveTo>
                <a:cubicBezTo>
                  <a:pt x="71426" y="360331"/>
                  <a:pt x="0" y="289084"/>
                  <a:pt x="0" y="202692"/>
                </a:cubicBezTo>
                <a:cubicBezTo>
                  <a:pt x="0" y="116300"/>
                  <a:pt x="71521" y="45053"/>
                  <a:pt x="160779" y="45053"/>
                </a:cubicBezTo>
                <a:cubicBezTo>
                  <a:pt x="164573" y="45053"/>
                  <a:pt x="168462" y="47530"/>
                  <a:pt x="168462" y="52578"/>
                </a:cubicBezTo>
                <a:lnTo>
                  <a:pt x="168462" y="195167"/>
                </a:lnTo>
                <a:lnTo>
                  <a:pt x="313969" y="195167"/>
                </a:lnTo>
                <a:cubicBezTo>
                  <a:pt x="317764" y="195167"/>
                  <a:pt x="321653" y="197644"/>
                  <a:pt x="321653" y="202692"/>
                </a:cubicBezTo>
                <a:cubicBezTo>
                  <a:pt x="321653" y="288989"/>
                  <a:pt x="248899" y="360331"/>
                  <a:pt x="160874" y="360331"/>
                </a:cubicBezTo>
                <a:close/>
                <a:moveTo>
                  <a:pt x="214467" y="150495"/>
                </a:moveTo>
                <a:lnTo>
                  <a:pt x="352765" y="150495"/>
                </a:lnTo>
                <a:cubicBezTo>
                  <a:pt x="348971" y="77819"/>
                  <a:pt x="288738" y="18955"/>
                  <a:pt x="214467" y="15145"/>
                </a:cubicBezTo>
                <a:lnTo>
                  <a:pt x="214467" y="150495"/>
                </a:lnTo>
                <a:close/>
                <a:moveTo>
                  <a:pt x="360448" y="165449"/>
                </a:moveTo>
                <a:lnTo>
                  <a:pt x="206783" y="165449"/>
                </a:lnTo>
                <a:cubicBezTo>
                  <a:pt x="202894" y="165449"/>
                  <a:pt x="199100" y="161735"/>
                  <a:pt x="199100" y="157925"/>
                </a:cubicBezTo>
                <a:lnTo>
                  <a:pt x="199100" y="7525"/>
                </a:lnTo>
                <a:cubicBezTo>
                  <a:pt x="199100" y="2477"/>
                  <a:pt x="202894" y="0"/>
                  <a:pt x="206783" y="0"/>
                </a:cubicBezTo>
                <a:cubicBezTo>
                  <a:pt x="295093" y="0"/>
                  <a:pt x="368131" y="70199"/>
                  <a:pt x="368131" y="157829"/>
                </a:cubicBezTo>
                <a:cubicBezTo>
                  <a:pt x="368131" y="161544"/>
                  <a:pt x="364242" y="165354"/>
                  <a:pt x="360448" y="16535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7" name="Graphic 294">
            <a:extLst>
              <a:ext uri="{FF2B5EF4-FFF2-40B4-BE49-F238E27FC236}">
                <a16:creationId xmlns:a16="http://schemas.microsoft.com/office/drawing/2014/main" id="{C8EB48D1-1EFF-6F97-2FA6-27354D4B8C73}"/>
              </a:ext>
            </a:extLst>
          </p:cNvPr>
          <p:cNvSpPr/>
          <p:nvPr/>
        </p:nvSpPr>
        <p:spPr>
          <a:xfrm>
            <a:off x="2950768" y="2836915"/>
            <a:ext cx="481398" cy="471197"/>
          </a:xfrm>
          <a:custGeom>
            <a:avLst/>
            <a:gdLst>
              <a:gd name="connsiteX0" fmla="*/ 153096 w 368131"/>
              <a:gd name="connsiteY0" fmla="*/ 60103 h 360330"/>
              <a:gd name="connsiteX1" fmla="*/ 15272 w 368131"/>
              <a:gd name="connsiteY1" fmla="*/ 202692 h 360330"/>
              <a:gd name="connsiteX2" fmla="*/ 160779 w 368131"/>
              <a:gd name="connsiteY2" fmla="*/ 345281 h 360330"/>
              <a:gd name="connsiteX3" fmla="*/ 306286 w 368131"/>
              <a:gd name="connsiteY3" fmla="*/ 210217 h 360330"/>
              <a:gd name="connsiteX4" fmla="*/ 160779 w 368131"/>
              <a:gd name="connsiteY4" fmla="*/ 210217 h 360330"/>
              <a:gd name="connsiteX5" fmla="*/ 153096 w 368131"/>
              <a:gd name="connsiteY5" fmla="*/ 202692 h 360330"/>
              <a:gd name="connsiteX6" fmla="*/ 153096 w 368131"/>
              <a:gd name="connsiteY6" fmla="*/ 60103 h 360330"/>
              <a:gd name="connsiteX7" fmla="*/ 160779 w 368131"/>
              <a:gd name="connsiteY7" fmla="*/ 360331 h 360330"/>
              <a:gd name="connsiteX8" fmla="*/ 0 w 368131"/>
              <a:gd name="connsiteY8" fmla="*/ 202692 h 360330"/>
              <a:gd name="connsiteX9" fmla="*/ 160779 w 368131"/>
              <a:gd name="connsiteY9" fmla="*/ 45053 h 360330"/>
              <a:gd name="connsiteX10" fmla="*/ 168462 w 368131"/>
              <a:gd name="connsiteY10" fmla="*/ 52578 h 360330"/>
              <a:gd name="connsiteX11" fmla="*/ 168462 w 368131"/>
              <a:gd name="connsiteY11" fmla="*/ 195167 h 360330"/>
              <a:gd name="connsiteX12" fmla="*/ 313969 w 368131"/>
              <a:gd name="connsiteY12" fmla="*/ 195167 h 360330"/>
              <a:gd name="connsiteX13" fmla="*/ 321653 w 368131"/>
              <a:gd name="connsiteY13" fmla="*/ 202692 h 360330"/>
              <a:gd name="connsiteX14" fmla="*/ 160874 w 368131"/>
              <a:gd name="connsiteY14" fmla="*/ 360331 h 360330"/>
              <a:gd name="connsiteX15" fmla="*/ 214467 w 368131"/>
              <a:gd name="connsiteY15" fmla="*/ 150495 h 360330"/>
              <a:gd name="connsiteX16" fmla="*/ 352765 w 368131"/>
              <a:gd name="connsiteY16" fmla="*/ 150495 h 360330"/>
              <a:gd name="connsiteX17" fmla="*/ 214467 w 368131"/>
              <a:gd name="connsiteY17" fmla="*/ 15145 h 360330"/>
              <a:gd name="connsiteX18" fmla="*/ 214467 w 368131"/>
              <a:gd name="connsiteY18" fmla="*/ 150495 h 360330"/>
              <a:gd name="connsiteX19" fmla="*/ 360448 w 368131"/>
              <a:gd name="connsiteY19" fmla="*/ 165449 h 360330"/>
              <a:gd name="connsiteX20" fmla="*/ 206783 w 368131"/>
              <a:gd name="connsiteY20" fmla="*/ 165449 h 360330"/>
              <a:gd name="connsiteX21" fmla="*/ 199100 w 368131"/>
              <a:gd name="connsiteY21" fmla="*/ 157925 h 360330"/>
              <a:gd name="connsiteX22" fmla="*/ 199100 w 368131"/>
              <a:gd name="connsiteY22" fmla="*/ 7525 h 360330"/>
              <a:gd name="connsiteX23" fmla="*/ 206783 w 368131"/>
              <a:gd name="connsiteY23" fmla="*/ 0 h 360330"/>
              <a:gd name="connsiteX24" fmla="*/ 368131 w 368131"/>
              <a:gd name="connsiteY24" fmla="*/ 157829 h 360330"/>
              <a:gd name="connsiteX25" fmla="*/ 360448 w 368131"/>
              <a:gd name="connsiteY25" fmla="*/ 165354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68131" h="360330">
                <a:moveTo>
                  <a:pt x="153096" y="60103"/>
                </a:moveTo>
                <a:cubicBezTo>
                  <a:pt x="76548" y="63817"/>
                  <a:pt x="15272" y="126397"/>
                  <a:pt x="15272" y="202692"/>
                </a:cubicBezTo>
                <a:cubicBezTo>
                  <a:pt x="15272" y="278987"/>
                  <a:pt x="80342" y="345281"/>
                  <a:pt x="160779" y="345281"/>
                </a:cubicBezTo>
                <a:cubicBezTo>
                  <a:pt x="241216" y="345281"/>
                  <a:pt x="302492" y="285274"/>
                  <a:pt x="306286" y="210217"/>
                </a:cubicBezTo>
                <a:lnTo>
                  <a:pt x="160779" y="210217"/>
                </a:lnTo>
                <a:cubicBezTo>
                  <a:pt x="156985" y="210217"/>
                  <a:pt x="153096" y="206502"/>
                  <a:pt x="153096" y="202692"/>
                </a:cubicBezTo>
                <a:lnTo>
                  <a:pt x="153096" y="60103"/>
                </a:lnTo>
                <a:close/>
                <a:moveTo>
                  <a:pt x="160779" y="360331"/>
                </a:moveTo>
                <a:cubicBezTo>
                  <a:pt x="71426" y="360331"/>
                  <a:pt x="0" y="289084"/>
                  <a:pt x="0" y="202692"/>
                </a:cubicBezTo>
                <a:cubicBezTo>
                  <a:pt x="0" y="116300"/>
                  <a:pt x="71521" y="45053"/>
                  <a:pt x="160779" y="45053"/>
                </a:cubicBezTo>
                <a:cubicBezTo>
                  <a:pt x="164573" y="45053"/>
                  <a:pt x="168462" y="47530"/>
                  <a:pt x="168462" y="52578"/>
                </a:cubicBezTo>
                <a:lnTo>
                  <a:pt x="168462" y="195167"/>
                </a:lnTo>
                <a:lnTo>
                  <a:pt x="313969" y="195167"/>
                </a:lnTo>
                <a:cubicBezTo>
                  <a:pt x="317764" y="195167"/>
                  <a:pt x="321653" y="197644"/>
                  <a:pt x="321653" y="202692"/>
                </a:cubicBezTo>
                <a:cubicBezTo>
                  <a:pt x="321653" y="288989"/>
                  <a:pt x="248899" y="360331"/>
                  <a:pt x="160874" y="360331"/>
                </a:cubicBezTo>
                <a:close/>
                <a:moveTo>
                  <a:pt x="214467" y="150495"/>
                </a:moveTo>
                <a:lnTo>
                  <a:pt x="352765" y="150495"/>
                </a:lnTo>
                <a:cubicBezTo>
                  <a:pt x="348971" y="77819"/>
                  <a:pt x="288738" y="18955"/>
                  <a:pt x="214467" y="15145"/>
                </a:cubicBezTo>
                <a:lnTo>
                  <a:pt x="214467" y="150495"/>
                </a:lnTo>
                <a:close/>
                <a:moveTo>
                  <a:pt x="360448" y="165449"/>
                </a:moveTo>
                <a:lnTo>
                  <a:pt x="206783" y="165449"/>
                </a:lnTo>
                <a:cubicBezTo>
                  <a:pt x="202894" y="165449"/>
                  <a:pt x="199100" y="161735"/>
                  <a:pt x="199100" y="157925"/>
                </a:cubicBezTo>
                <a:lnTo>
                  <a:pt x="199100" y="7525"/>
                </a:lnTo>
                <a:cubicBezTo>
                  <a:pt x="199100" y="2477"/>
                  <a:pt x="202894" y="0"/>
                  <a:pt x="206783" y="0"/>
                </a:cubicBezTo>
                <a:cubicBezTo>
                  <a:pt x="295093" y="0"/>
                  <a:pt x="368131" y="70199"/>
                  <a:pt x="368131" y="157829"/>
                </a:cubicBezTo>
                <a:cubicBezTo>
                  <a:pt x="368131" y="161544"/>
                  <a:pt x="364242" y="165354"/>
                  <a:pt x="360448" y="16535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8" name="Graphic 294">
            <a:extLst>
              <a:ext uri="{FF2B5EF4-FFF2-40B4-BE49-F238E27FC236}">
                <a16:creationId xmlns:a16="http://schemas.microsoft.com/office/drawing/2014/main" id="{B71E8113-15D6-DB51-C6DD-B23C5ABF62CF}"/>
              </a:ext>
            </a:extLst>
          </p:cNvPr>
          <p:cNvSpPr/>
          <p:nvPr/>
        </p:nvSpPr>
        <p:spPr>
          <a:xfrm>
            <a:off x="2177927" y="3479673"/>
            <a:ext cx="481398" cy="471197"/>
          </a:xfrm>
          <a:custGeom>
            <a:avLst/>
            <a:gdLst>
              <a:gd name="connsiteX0" fmla="*/ 153096 w 368131"/>
              <a:gd name="connsiteY0" fmla="*/ 60103 h 360330"/>
              <a:gd name="connsiteX1" fmla="*/ 15272 w 368131"/>
              <a:gd name="connsiteY1" fmla="*/ 202692 h 360330"/>
              <a:gd name="connsiteX2" fmla="*/ 160779 w 368131"/>
              <a:gd name="connsiteY2" fmla="*/ 345281 h 360330"/>
              <a:gd name="connsiteX3" fmla="*/ 306286 w 368131"/>
              <a:gd name="connsiteY3" fmla="*/ 210217 h 360330"/>
              <a:gd name="connsiteX4" fmla="*/ 160779 w 368131"/>
              <a:gd name="connsiteY4" fmla="*/ 210217 h 360330"/>
              <a:gd name="connsiteX5" fmla="*/ 153096 w 368131"/>
              <a:gd name="connsiteY5" fmla="*/ 202692 h 360330"/>
              <a:gd name="connsiteX6" fmla="*/ 153096 w 368131"/>
              <a:gd name="connsiteY6" fmla="*/ 60103 h 360330"/>
              <a:gd name="connsiteX7" fmla="*/ 160779 w 368131"/>
              <a:gd name="connsiteY7" fmla="*/ 360331 h 360330"/>
              <a:gd name="connsiteX8" fmla="*/ 0 w 368131"/>
              <a:gd name="connsiteY8" fmla="*/ 202692 h 360330"/>
              <a:gd name="connsiteX9" fmla="*/ 160779 w 368131"/>
              <a:gd name="connsiteY9" fmla="*/ 45053 h 360330"/>
              <a:gd name="connsiteX10" fmla="*/ 168462 w 368131"/>
              <a:gd name="connsiteY10" fmla="*/ 52578 h 360330"/>
              <a:gd name="connsiteX11" fmla="*/ 168462 w 368131"/>
              <a:gd name="connsiteY11" fmla="*/ 195167 h 360330"/>
              <a:gd name="connsiteX12" fmla="*/ 313969 w 368131"/>
              <a:gd name="connsiteY12" fmla="*/ 195167 h 360330"/>
              <a:gd name="connsiteX13" fmla="*/ 321653 w 368131"/>
              <a:gd name="connsiteY13" fmla="*/ 202692 h 360330"/>
              <a:gd name="connsiteX14" fmla="*/ 160874 w 368131"/>
              <a:gd name="connsiteY14" fmla="*/ 360331 h 360330"/>
              <a:gd name="connsiteX15" fmla="*/ 214467 w 368131"/>
              <a:gd name="connsiteY15" fmla="*/ 150495 h 360330"/>
              <a:gd name="connsiteX16" fmla="*/ 352765 w 368131"/>
              <a:gd name="connsiteY16" fmla="*/ 150495 h 360330"/>
              <a:gd name="connsiteX17" fmla="*/ 214467 w 368131"/>
              <a:gd name="connsiteY17" fmla="*/ 15145 h 360330"/>
              <a:gd name="connsiteX18" fmla="*/ 214467 w 368131"/>
              <a:gd name="connsiteY18" fmla="*/ 150495 h 360330"/>
              <a:gd name="connsiteX19" fmla="*/ 360448 w 368131"/>
              <a:gd name="connsiteY19" fmla="*/ 165449 h 360330"/>
              <a:gd name="connsiteX20" fmla="*/ 206783 w 368131"/>
              <a:gd name="connsiteY20" fmla="*/ 165449 h 360330"/>
              <a:gd name="connsiteX21" fmla="*/ 199100 w 368131"/>
              <a:gd name="connsiteY21" fmla="*/ 157925 h 360330"/>
              <a:gd name="connsiteX22" fmla="*/ 199100 w 368131"/>
              <a:gd name="connsiteY22" fmla="*/ 7525 h 360330"/>
              <a:gd name="connsiteX23" fmla="*/ 206783 w 368131"/>
              <a:gd name="connsiteY23" fmla="*/ 0 h 360330"/>
              <a:gd name="connsiteX24" fmla="*/ 368131 w 368131"/>
              <a:gd name="connsiteY24" fmla="*/ 157829 h 360330"/>
              <a:gd name="connsiteX25" fmla="*/ 360448 w 368131"/>
              <a:gd name="connsiteY25" fmla="*/ 165354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68131" h="360330">
                <a:moveTo>
                  <a:pt x="153096" y="60103"/>
                </a:moveTo>
                <a:cubicBezTo>
                  <a:pt x="76548" y="63817"/>
                  <a:pt x="15272" y="126397"/>
                  <a:pt x="15272" y="202692"/>
                </a:cubicBezTo>
                <a:cubicBezTo>
                  <a:pt x="15272" y="278987"/>
                  <a:pt x="80342" y="345281"/>
                  <a:pt x="160779" y="345281"/>
                </a:cubicBezTo>
                <a:cubicBezTo>
                  <a:pt x="241216" y="345281"/>
                  <a:pt x="302492" y="285274"/>
                  <a:pt x="306286" y="210217"/>
                </a:cubicBezTo>
                <a:lnTo>
                  <a:pt x="160779" y="210217"/>
                </a:lnTo>
                <a:cubicBezTo>
                  <a:pt x="156985" y="210217"/>
                  <a:pt x="153096" y="206502"/>
                  <a:pt x="153096" y="202692"/>
                </a:cubicBezTo>
                <a:lnTo>
                  <a:pt x="153096" y="60103"/>
                </a:lnTo>
                <a:close/>
                <a:moveTo>
                  <a:pt x="160779" y="360331"/>
                </a:moveTo>
                <a:cubicBezTo>
                  <a:pt x="71426" y="360331"/>
                  <a:pt x="0" y="289084"/>
                  <a:pt x="0" y="202692"/>
                </a:cubicBezTo>
                <a:cubicBezTo>
                  <a:pt x="0" y="116300"/>
                  <a:pt x="71521" y="45053"/>
                  <a:pt x="160779" y="45053"/>
                </a:cubicBezTo>
                <a:cubicBezTo>
                  <a:pt x="164573" y="45053"/>
                  <a:pt x="168462" y="47530"/>
                  <a:pt x="168462" y="52578"/>
                </a:cubicBezTo>
                <a:lnTo>
                  <a:pt x="168462" y="195167"/>
                </a:lnTo>
                <a:lnTo>
                  <a:pt x="313969" y="195167"/>
                </a:lnTo>
                <a:cubicBezTo>
                  <a:pt x="317764" y="195167"/>
                  <a:pt x="321653" y="197644"/>
                  <a:pt x="321653" y="202692"/>
                </a:cubicBezTo>
                <a:cubicBezTo>
                  <a:pt x="321653" y="288989"/>
                  <a:pt x="248899" y="360331"/>
                  <a:pt x="160874" y="360331"/>
                </a:cubicBezTo>
                <a:close/>
                <a:moveTo>
                  <a:pt x="214467" y="150495"/>
                </a:moveTo>
                <a:lnTo>
                  <a:pt x="352765" y="150495"/>
                </a:lnTo>
                <a:cubicBezTo>
                  <a:pt x="348971" y="77819"/>
                  <a:pt x="288738" y="18955"/>
                  <a:pt x="214467" y="15145"/>
                </a:cubicBezTo>
                <a:lnTo>
                  <a:pt x="214467" y="150495"/>
                </a:lnTo>
                <a:close/>
                <a:moveTo>
                  <a:pt x="360448" y="165449"/>
                </a:moveTo>
                <a:lnTo>
                  <a:pt x="206783" y="165449"/>
                </a:lnTo>
                <a:cubicBezTo>
                  <a:pt x="202894" y="165449"/>
                  <a:pt x="199100" y="161735"/>
                  <a:pt x="199100" y="157925"/>
                </a:cubicBezTo>
                <a:lnTo>
                  <a:pt x="199100" y="7525"/>
                </a:lnTo>
                <a:cubicBezTo>
                  <a:pt x="199100" y="2477"/>
                  <a:pt x="202894" y="0"/>
                  <a:pt x="206783" y="0"/>
                </a:cubicBezTo>
                <a:cubicBezTo>
                  <a:pt x="295093" y="0"/>
                  <a:pt x="368131" y="70199"/>
                  <a:pt x="368131" y="157829"/>
                </a:cubicBezTo>
                <a:cubicBezTo>
                  <a:pt x="368131" y="161544"/>
                  <a:pt x="364242" y="165354"/>
                  <a:pt x="360448" y="16535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9" name="Graphic 294">
            <a:extLst>
              <a:ext uri="{FF2B5EF4-FFF2-40B4-BE49-F238E27FC236}">
                <a16:creationId xmlns:a16="http://schemas.microsoft.com/office/drawing/2014/main" id="{2B581717-E803-DF66-2FBB-D91895D6EDC9}"/>
              </a:ext>
            </a:extLst>
          </p:cNvPr>
          <p:cNvSpPr/>
          <p:nvPr/>
        </p:nvSpPr>
        <p:spPr>
          <a:xfrm>
            <a:off x="2950768" y="3479673"/>
            <a:ext cx="481398" cy="471197"/>
          </a:xfrm>
          <a:custGeom>
            <a:avLst/>
            <a:gdLst>
              <a:gd name="connsiteX0" fmla="*/ 153096 w 368131"/>
              <a:gd name="connsiteY0" fmla="*/ 60103 h 360330"/>
              <a:gd name="connsiteX1" fmla="*/ 15272 w 368131"/>
              <a:gd name="connsiteY1" fmla="*/ 202692 h 360330"/>
              <a:gd name="connsiteX2" fmla="*/ 160779 w 368131"/>
              <a:gd name="connsiteY2" fmla="*/ 345281 h 360330"/>
              <a:gd name="connsiteX3" fmla="*/ 306286 w 368131"/>
              <a:gd name="connsiteY3" fmla="*/ 210217 h 360330"/>
              <a:gd name="connsiteX4" fmla="*/ 160779 w 368131"/>
              <a:gd name="connsiteY4" fmla="*/ 210217 h 360330"/>
              <a:gd name="connsiteX5" fmla="*/ 153096 w 368131"/>
              <a:gd name="connsiteY5" fmla="*/ 202692 h 360330"/>
              <a:gd name="connsiteX6" fmla="*/ 153096 w 368131"/>
              <a:gd name="connsiteY6" fmla="*/ 60103 h 360330"/>
              <a:gd name="connsiteX7" fmla="*/ 160779 w 368131"/>
              <a:gd name="connsiteY7" fmla="*/ 360331 h 360330"/>
              <a:gd name="connsiteX8" fmla="*/ 0 w 368131"/>
              <a:gd name="connsiteY8" fmla="*/ 202692 h 360330"/>
              <a:gd name="connsiteX9" fmla="*/ 160779 w 368131"/>
              <a:gd name="connsiteY9" fmla="*/ 45053 h 360330"/>
              <a:gd name="connsiteX10" fmla="*/ 168462 w 368131"/>
              <a:gd name="connsiteY10" fmla="*/ 52578 h 360330"/>
              <a:gd name="connsiteX11" fmla="*/ 168462 w 368131"/>
              <a:gd name="connsiteY11" fmla="*/ 195167 h 360330"/>
              <a:gd name="connsiteX12" fmla="*/ 313969 w 368131"/>
              <a:gd name="connsiteY12" fmla="*/ 195167 h 360330"/>
              <a:gd name="connsiteX13" fmla="*/ 321653 w 368131"/>
              <a:gd name="connsiteY13" fmla="*/ 202692 h 360330"/>
              <a:gd name="connsiteX14" fmla="*/ 160874 w 368131"/>
              <a:gd name="connsiteY14" fmla="*/ 360331 h 360330"/>
              <a:gd name="connsiteX15" fmla="*/ 214467 w 368131"/>
              <a:gd name="connsiteY15" fmla="*/ 150495 h 360330"/>
              <a:gd name="connsiteX16" fmla="*/ 352765 w 368131"/>
              <a:gd name="connsiteY16" fmla="*/ 150495 h 360330"/>
              <a:gd name="connsiteX17" fmla="*/ 214467 w 368131"/>
              <a:gd name="connsiteY17" fmla="*/ 15145 h 360330"/>
              <a:gd name="connsiteX18" fmla="*/ 214467 w 368131"/>
              <a:gd name="connsiteY18" fmla="*/ 150495 h 360330"/>
              <a:gd name="connsiteX19" fmla="*/ 360448 w 368131"/>
              <a:gd name="connsiteY19" fmla="*/ 165449 h 360330"/>
              <a:gd name="connsiteX20" fmla="*/ 206783 w 368131"/>
              <a:gd name="connsiteY20" fmla="*/ 165449 h 360330"/>
              <a:gd name="connsiteX21" fmla="*/ 199100 w 368131"/>
              <a:gd name="connsiteY21" fmla="*/ 157925 h 360330"/>
              <a:gd name="connsiteX22" fmla="*/ 199100 w 368131"/>
              <a:gd name="connsiteY22" fmla="*/ 7525 h 360330"/>
              <a:gd name="connsiteX23" fmla="*/ 206783 w 368131"/>
              <a:gd name="connsiteY23" fmla="*/ 0 h 360330"/>
              <a:gd name="connsiteX24" fmla="*/ 368131 w 368131"/>
              <a:gd name="connsiteY24" fmla="*/ 157829 h 360330"/>
              <a:gd name="connsiteX25" fmla="*/ 360448 w 368131"/>
              <a:gd name="connsiteY25" fmla="*/ 165354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68131" h="360330">
                <a:moveTo>
                  <a:pt x="153096" y="60103"/>
                </a:moveTo>
                <a:cubicBezTo>
                  <a:pt x="76548" y="63817"/>
                  <a:pt x="15272" y="126397"/>
                  <a:pt x="15272" y="202692"/>
                </a:cubicBezTo>
                <a:cubicBezTo>
                  <a:pt x="15272" y="278987"/>
                  <a:pt x="80342" y="345281"/>
                  <a:pt x="160779" y="345281"/>
                </a:cubicBezTo>
                <a:cubicBezTo>
                  <a:pt x="241216" y="345281"/>
                  <a:pt x="302492" y="285274"/>
                  <a:pt x="306286" y="210217"/>
                </a:cubicBezTo>
                <a:lnTo>
                  <a:pt x="160779" y="210217"/>
                </a:lnTo>
                <a:cubicBezTo>
                  <a:pt x="156985" y="210217"/>
                  <a:pt x="153096" y="206502"/>
                  <a:pt x="153096" y="202692"/>
                </a:cubicBezTo>
                <a:lnTo>
                  <a:pt x="153096" y="60103"/>
                </a:lnTo>
                <a:close/>
                <a:moveTo>
                  <a:pt x="160779" y="360331"/>
                </a:moveTo>
                <a:cubicBezTo>
                  <a:pt x="71426" y="360331"/>
                  <a:pt x="0" y="289084"/>
                  <a:pt x="0" y="202692"/>
                </a:cubicBezTo>
                <a:cubicBezTo>
                  <a:pt x="0" y="116300"/>
                  <a:pt x="71521" y="45053"/>
                  <a:pt x="160779" y="45053"/>
                </a:cubicBezTo>
                <a:cubicBezTo>
                  <a:pt x="164573" y="45053"/>
                  <a:pt x="168462" y="47530"/>
                  <a:pt x="168462" y="52578"/>
                </a:cubicBezTo>
                <a:lnTo>
                  <a:pt x="168462" y="195167"/>
                </a:lnTo>
                <a:lnTo>
                  <a:pt x="313969" y="195167"/>
                </a:lnTo>
                <a:cubicBezTo>
                  <a:pt x="317764" y="195167"/>
                  <a:pt x="321653" y="197644"/>
                  <a:pt x="321653" y="202692"/>
                </a:cubicBezTo>
                <a:cubicBezTo>
                  <a:pt x="321653" y="288989"/>
                  <a:pt x="248899" y="360331"/>
                  <a:pt x="160874" y="360331"/>
                </a:cubicBezTo>
                <a:close/>
                <a:moveTo>
                  <a:pt x="214467" y="150495"/>
                </a:moveTo>
                <a:lnTo>
                  <a:pt x="352765" y="150495"/>
                </a:lnTo>
                <a:cubicBezTo>
                  <a:pt x="348971" y="77819"/>
                  <a:pt x="288738" y="18955"/>
                  <a:pt x="214467" y="15145"/>
                </a:cubicBezTo>
                <a:lnTo>
                  <a:pt x="214467" y="150495"/>
                </a:lnTo>
                <a:close/>
                <a:moveTo>
                  <a:pt x="360448" y="165449"/>
                </a:moveTo>
                <a:lnTo>
                  <a:pt x="206783" y="165449"/>
                </a:lnTo>
                <a:cubicBezTo>
                  <a:pt x="202894" y="165449"/>
                  <a:pt x="199100" y="161735"/>
                  <a:pt x="199100" y="157925"/>
                </a:cubicBezTo>
                <a:lnTo>
                  <a:pt x="199100" y="7525"/>
                </a:lnTo>
                <a:cubicBezTo>
                  <a:pt x="199100" y="2477"/>
                  <a:pt x="202894" y="0"/>
                  <a:pt x="206783" y="0"/>
                </a:cubicBezTo>
                <a:cubicBezTo>
                  <a:pt x="295093" y="0"/>
                  <a:pt x="368131" y="70199"/>
                  <a:pt x="368131" y="157829"/>
                </a:cubicBezTo>
                <a:cubicBezTo>
                  <a:pt x="368131" y="161544"/>
                  <a:pt x="364242" y="165354"/>
                  <a:pt x="360448" y="16535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0" name="Graphic 291">
            <a:extLst>
              <a:ext uri="{FF2B5EF4-FFF2-40B4-BE49-F238E27FC236}">
                <a16:creationId xmlns:a16="http://schemas.microsoft.com/office/drawing/2014/main" id="{BF205E2E-CC77-D9E3-2EF1-8B61ADA618CC}"/>
              </a:ext>
            </a:extLst>
          </p:cNvPr>
          <p:cNvSpPr/>
          <p:nvPr/>
        </p:nvSpPr>
        <p:spPr>
          <a:xfrm>
            <a:off x="4590828" y="2840066"/>
            <a:ext cx="492125" cy="483734"/>
          </a:xfrm>
          <a:custGeom>
            <a:avLst/>
            <a:gdLst>
              <a:gd name="connsiteX0" fmla="*/ 289781 w 367372"/>
              <a:gd name="connsiteY0" fmla="*/ 73454 h 361108"/>
              <a:gd name="connsiteX1" fmla="*/ 289781 w 367372"/>
              <a:gd name="connsiteY1" fmla="*/ 63452 h 361108"/>
              <a:gd name="connsiteX2" fmla="*/ 245105 w 367372"/>
              <a:gd name="connsiteY2" fmla="*/ 4969 h 361108"/>
              <a:gd name="connsiteX3" fmla="*/ 240172 w 367372"/>
              <a:gd name="connsiteY3" fmla="*/ 302 h 361108"/>
              <a:gd name="connsiteX4" fmla="*/ 234102 w 367372"/>
              <a:gd name="connsiteY4" fmla="*/ 778 h 361108"/>
              <a:gd name="connsiteX5" fmla="*/ 133745 w 367372"/>
              <a:gd name="connsiteY5" fmla="*/ 778 h 361108"/>
              <a:gd name="connsiteX6" fmla="*/ 128813 w 367372"/>
              <a:gd name="connsiteY6" fmla="*/ 302 h 361108"/>
              <a:gd name="connsiteX7" fmla="*/ 125398 w 367372"/>
              <a:gd name="connsiteY7" fmla="*/ 2492 h 361108"/>
              <a:gd name="connsiteX8" fmla="*/ 123880 w 367372"/>
              <a:gd name="connsiteY8" fmla="*/ 3254 h 361108"/>
              <a:gd name="connsiteX9" fmla="*/ 77971 w 367372"/>
              <a:gd name="connsiteY9" fmla="*/ 63357 h 361108"/>
              <a:gd name="connsiteX10" fmla="*/ 77591 w 367372"/>
              <a:gd name="connsiteY10" fmla="*/ 64500 h 361108"/>
              <a:gd name="connsiteX11" fmla="*/ 76737 w 367372"/>
              <a:gd name="connsiteY11" fmla="*/ 68215 h 361108"/>
              <a:gd name="connsiteX12" fmla="*/ 80152 w 367372"/>
              <a:gd name="connsiteY12" fmla="*/ 74311 h 361108"/>
              <a:gd name="connsiteX13" fmla="*/ 177378 w 367372"/>
              <a:gd name="connsiteY13" fmla="*/ 184420 h 361108"/>
              <a:gd name="connsiteX14" fmla="*/ 183449 w 367372"/>
              <a:gd name="connsiteY14" fmla="*/ 188516 h 361108"/>
              <a:gd name="connsiteX15" fmla="*/ 183829 w 367372"/>
              <a:gd name="connsiteY15" fmla="*/ 188516 h 361108"/>
              <a:gd name="connsiteX16" fmla="*/ 183923 w 367372"/>
              <a:gd name="connsiteY16" fmla="*/ 188516 h 361108"/>
              <a:gd name="connsiteX17" fmla="*/ 184208 w 367372"/>
              <a:gd name="connsiteY17" fmla="*/ 188516 h 361108"/>
              <a:gd name="connsiteX18" fmla="*/ 184967 w 367372"/>
              <a:gd name="connsiteY18" fmla="*/ 188516 h 361108"/>
              <a:gd name="connsiteX19" fmla="*/ 189615 w 367372"/>
              <a:gd name="connsiteY19" fmla="*/ 186420 h 361108"/>
              <a:gd name="connsiteX20" fmla="*/ 190279 w 367372"/>
              <a:gd name="connsiteY20" fmla="*/ 185944 h 361108"/>
              <a:gd name="connsiteX21" fmla="*/ 289781 w 367372"/>
              <a:gd name="connsiteY21" fmla="*/ 73168 h 361108"/>
              <a:gd name="connsiteX22" fmla="*/ 269198 w 367372"/>
              <a:gd name="connsiteY22" fmla="*/ 60595 h 361108"/>
              <a:gd name="connsiteX23" fmla="*/ 232204 w 367372"/>
              <a:gd name="connsiteY23" fmla="*/ 60595 h 361108"/>
              <a:gd name="connsiteX24" fmla="*/ 241216 w 367372"/>
              <a:gd name="connsiteY24" fmla="*/ 25352 h 361108"/>
              <a:gd name="connsiteX25" fmla="*/ 269198 w 367372"/>
              <a:gd name="connsiteY25" fmla="*/ 60595 h 361108"/>
              <a:gd name="connsiteX26" fmla="*/ 266447 w 367372"/>
              <a:gd name="connsiteY26" fmla="*/ 76216 h 361108"/>
              <a:gd name="connsiteX27" fmla="*/ 204222 w 367372"/>
              <a:gd name="connsiteY27" fmla="*/ 145939 h 361108"/>
              <a:gd name="connsiteX28" fmla="*/ 228031 w 367372"/>
              <a:gd name="connsiteY28" fmla="*/ 76216 h 361108"/>
              <a:gd name="connsiteX29" fmla="*/ 266447 w 367372"/>
              <a:gd name="connsiteY29" fmla="*/ 76216 h 361108"/>
              <a:gd name="connsiteX30" fmla="*/ 215795 w 367372"/>
              <a:gd name="connsiteY30" fmla="*/ 60595 h 361108"/>
              <a:gd name="connsiteX31" fmla="*/ 151673 w 367372"/>
              <a:gd name="connsiteY31" fmla="*/ 60595 h 361108"/>
              <a:gd name="connsiteX32" fmla="*/ 140385 w 367372"/>
              <a:gd name="connsiteY32" fmla="*/ 15923 h 361108"/>
              <a:gd name="connsiteX33" fmla="*/ 227272 w 367372"/>
              <a:gd name="connsiteY33" fmla="*/ 15923 h 361108"/>
              <a:gd name="connsiteX34" fmla="*/ 215795 w 367372"/>
              <a:gd name="connsiteY34" fmla="*/ 60595 h 361108"/>
              <a:gd name="connsiteX35" fmla="*/ 211052 w 367372"/>
              <a:gd name="connsiteY35" fmla="*/ 76216 h 361108"/>
              <a:gd name="connsiteX36" fmla="*/ 184113 w 367372"/>
              <a:gd name="connsiteY36" fmla="*/ 158036 h 361108"/>
              <a:gd name="connsiteX37" fmla="*/ 156510 w 367372"/>
              <a:gd name="connsiteY37" fmla="*/ 76216 h 361108"/>
              <a:gd name="connsiteX38" fmla="*/ 211052 w 367372"/>
              <a:gd name="connsiteY38" fmla="*/ 76216 h 361108"/>
              <a:gd name="connsiteX39" fmla="*/ 135453 w 367372"/>
              <a:gd name="connsiteY39" fmla="*/ 60595 h 361108"/>
              <a:gd name="connsiteX40" fmla="*/ 99692 w 367372"/>
              <a:gd name="connsiteY40" fmla="*/ 60595 h 361108"/>
              <a:gd name="connsiteX41" fmla="*/ 126631 w 367372"/>
              <a:gd name="connsiteY41" fmla="*/ 25638 h 361108"/>
              <a:gd name="connsiteX42" fmla="*/ 135453 w 367372"/>
              <a:gd name="connsiteY42" fmla="*/ 60595 h 361108"/>
              <a:gd name="connsiteX43" fmla="*/ 139626 w 367372"/>
              <a:gd name="connsiteY43" fmla="*/ 76216 h 361108"/>
              <a:gd name="connsiteX44" fmla="*/ 163909 w 367372"/>
              <a:gd name="connsiteY44" fmla="*/ 146034 h 361108"/>
              <a:gd name="connsiteX45" fmla="*/ 102443 w 367372"/>
              <a:gd name="connsiteY45" fmla="*/ 76216 h 361108"/>
              <a:gd name="connsiteX46" fmla="*/ 139531 w 367372"/>
              <a:gd name="connsiteY46" fmla="*/ 76216 h 361108"/>
              <a:gd name="connsiteX47" fmla="*/ 362250 w 367372"/>
              <a:gd name="connsiteY47" fmla="*/ 97266 h 361108"/>
              <a:gd name="connsiteX48" fmla="*/ 340529 w 367372"/>
              <a:gd name="connsiteY48" fmla="*/ 100981 h 361108"/>
              <a:gd name="connsiteX49" fmla="*/ 313685 w 367372"/>
              <a:gd name="connsiteY49" fmla="*/ 192230 h 361108"/>
              <a:gd name="connsiteX50" fmla="*/ 289402 w 367372"/>
              <a:gd name="connsiteY50" fmla="*/ 215948 h 361108"/>
              <a:gd name="connsiteX51" fmla="*/ 294524 w 367372"/>
              <a:gd name="connsiteY51" fmla="*/ 197183 h 361108"/>
              <a:gd name="connsiteX52" fmla="*/ 281719 w 367372"/>
              <a:gd name="connsiteY52" fmla="*/ 165941 h 361108"/>
              <a:gd name="connsiteX53" fmla="*/ 254875 w 367372"/>
              <a:gd name="connsiteY53" fmla="*/ 177181 h 361108"/>
              <a:gd name="connsiteX54" fmla="*/ 229359 w 367372"/>
              <a:gd name="connsiteY54" fmla="*/ 238427 h 361108"/>
              <a:gd name="connsiteX55" fmla="*/ 229359 w 367372"/>
              <a:gd name="connsiteY55" fmla="*/ 301196 h 361108"/>
              <a:gd name="connsiteX56" fmla="*/ 222340 w 367372"/>
              <a:gd name="connsiteY56" fmla="*/ 301196 h 361108"/>
              <a:gd name="connsiteX57" fmla="*/ 214656 w 367372"/>
              <a:gd name="connsiteY57" fmla="*/ 308626 h 361108"/>
              <a:gd name="connsiteX58" fmla="*/ 214656 w 367372"/>
              <a:gd name="connsiteY58" fmla="*/ 353393 h 361108"/>
              <a:gd name="connsiteX59" fmla="*/ 222340 w 367372"/>
              <a:gd name="connsiteY59" fmla="*/ 360823 h 361108"/>
              <a:gd name="connsiteX60" fmla="*/ 313969 w 367372"/>
              <a:gd name="connsiteY60" fmla="*/ 360823 h 361108"/>
              <a:gd name="connsiteX61" fmla="*/ 321653 w 367372"/>
              <a:gd name="connsiteY61" fmla="*/ 353393 h 361108"/>
              <a:gd name="connsiteX62" fmla="*/ 321653 w 367372"/>
              <a:gd name="connsiteY62" fmla="*/ 308626 h 361108"/>
              <a:gd name="connsiteX63" fmla="*/ 313969 w 367372"/>
              <a:gd name="connsiteY63" fmla="*/ 301196 h 361108"/>
              <a:gd name="connsiteX64" fmla="*/ 306002 w 367372"/>
              <a:gd name="connsiteY64" fmla="*/ 301196 h 361108"/>
              <a:gd name="connsiteX65" fmla="*/ 306002 w 367372"/>
              <a:gd name="connsiteY65" fmla="*/ 288433 h 361108"/>
              <a:gd name="connsiteX66" fmla="*/ 364811 w 367372"/>
              <a:gd name="connsiteY66" fmla="*/ 230902 h 361108"/>
              <a:gd name="connsiteX67" fmla="*/ 367373 w 367372"/>
              <a:gd name="connsiteY67" fmla="*/ 225854 h 361108"/>
              <a:gd name="connsiteX68" fmla="*/ 367373 w 367372"/>
              <a:gd name="connsiteY68" fmla="*/ 104600 h 361108"/>
              <a:gd name="connsiteX69" fmla="*/ 362250 w 367372"/>
              <a:gd name="connsiteY69" fmla="*/ 97076 h 361108"/>
              <a:gd name="connsiteX70" fmla="*/ 306381 w 367372"/>
              <a:gd name="connsiteY70" fmla="*/ 346154 h 361108"/>
              <a:gd name="connsiteX71" fmla="*/ 230023 w 367372"/>
              <a:gd name="connsiteY71" fmla="*/ 346154 h 361108"/>
              <a:gd name="connsiteX72" fmla="*/ 230023 w 367372"/>
              <a:gd name="connsiteY72" fmla="*/ 316246 h 361108"/>
              <a:gd name="connsiteX73" fmla="*/ 306381 w 367372"/>
              <a:gd name="connsiteY73" fmla="*/ 316246 h 361108"/>
              <a:gd name="connsiteX74" fmla="*/ 306381 w 367372"/>
              <a:gd name="connsiteY74" fmla="*/ 346154 h 361108"/>
              <a:gd name="connsiteX75" fmla="*/ 352006 w 367372"/>
              <a:gd name="connsiteY75" fmla="*/ 222234 h 361108"/>
              <a:gd name="connsiteX76" fmla="*/ 293196 w 367372"/>
              <a:gd name="connsiteY76" fmla="*/ 279765 h 361108"/>
              <a:gd name="connsiteX77" fmla="*/ 290635 w 367372"/>
              <a:gd name="connsiteY77" fmla="*/ 284813 h 361108"/>
              <a:gd name="connsiteX78" fmla="*/ 290635 w 367372"/>
              <a:gd name="connsiteY78" fmla="*/ 301387 h 361108"/>
              <a:gd name="connsiteX79" fmla="*/ 244630 w 367372"/>
              <a:gd name="connsiteY79" fmla="*/ 301387 h 361108"/>
              <a:gd name="connsiteX80" fmla="*/ 244630 w 367372"/>
              <a:gd name="connsiteY80" fmla="*/ 241094 h 361108"/>
              <a:gd name="connsiteX81" fmla="*/ 267585 w 367372"/>
              <a:gd name="connsiteY81" fmla="*/ 184801 h 361108"/>
              <a:gd name="connsiteX82" fmla="*/ 276502 w 367372"/>
              <a:gd name="connsiteY82" fmla="*/ 179753 h 361108"/>
              <a:gd name="connsiteX83" fmla="*/ 279063 w 367372"/>
              <a:gd name="connsiteY83" fmla="*/ 193469 h 361108"/>
              <a:gd name="connsiteX84" fmla="*/ 268818 w 367372"/>
              <a:gd name="connsiteY84" fmla="*/ 238522 h 361108"/>
              <a:gd name="connsiteX85" fmla="*/ 272613 w 367372"/>
              <a:gd name="connsiteY85" fmla="*/ 247285 h 361108"/>
              <a:gd name="connsiteX86" fmla="*/ 281529 w 367372"/>
              <a:gd name="connsiteY86" fmla="*/ 246047 h 361108"/>
              <a:gd name="connsiteX87" fmla="*/ 326205 w 367372"/>
              <a:gd name="connsiteY87" fmla="*/ 200993 h 361108"/>
              <a:gd name="connsiteX88" fmla="*/ 328767 w 367372"/>
              <a:gd name="connsiteY88" fmla="*/ 195945 h 361108"/>
              <a:gd name="connsiteX89" fmla="*/ 347927 w 367372"/>
              <a:gd name="connsiteY89" fmla="*/ 113459 h 361108"/>
              <a:gd name="connsiteX90" fmla="*/ 351721 w 367372"/>
              <a:gd name="connsiteY90" fmla="*/ 112220 h 361108"/>
              <a:gd name="connsiteX91" fmla="*/ 351721 w 367372"/>
              <a:gd name="connsiteY91" fmla="*/ 222234 h 361108"/>
              <a:gd name="connsiteX92" fmla="*/ 144938 w 367372"/>
              <a:gd name="connsiteY92" fmla="*/ 301292 h 361108"/>
              <a:gd name="connsiteX93" fmla="*/ 137919 w 367372"/>
              <a:gd name="connsiteY93" fmla="*/ 301292 h 361108"/>
              <a:gd name="connsiteX94" fmla="*/ 137919 w 367372"/>
              <a:gd name="connsiteY94" fmla="*/ 238522 h 361108"/>
              <a:gd name="connsiteX95" fmla="*/ 113636 w 367372"/>
              <a:gd name="connsiteY95" fmla="*/ 177276 h 361108"/>
              <a:gd name="connsiteX96" fmla="*/ 85559 w 367372"/>
              <a:gd name="connsiteY96" fmla="*/ 166037 h 361108"/>
              <a:gd name="connsiteX97" fmla="*/ 74082 w 367372"/>
              <a:gd name="connsiteY97" fmla="*/ 197279 h 361108"/>
              <a:gd name="connsiteX98" fmla="*/ 77876 w 367372"/>
              <a:gd name="connsiteY98" fmla="*/ 216043 h 361108"/>
              <a:gd name="connsiteX99" fmla="*/ 53593 w 367372"/>
              <a:gd name="connsiteY99" fmla="*/ 192326 h 361108"/>
              <a:gd name="connsiteX100" fmla="*/ 28077 w 367372"/>
              <a:gd name="connsiteY100" fmla="*/ 101076 h 361108"/>
              <a:gd name="connsiteX101" fmla="*/ 5122 w 367372"/>
              <a:gd name="connsiteY101" fmla="*/ 97361 h 361108"/>
              <a:gd name="connsiteX102" fmla="*/ 0 w 367372"/>
              <a:gd name="connsiteY102" fmla="*/ 104886 h 361108"/>
              <a:gd name="connsiteX103" fmla="*/ 0 w 367372"/>
              <a:gd name="connsiteY103" fmla="*/ 226139 h 361108"/>
              <a:gd name="connsiteX104" fmla="*/ 2561 w 367372"/>
              <a:gd name="connsiteY104" fmla="*/ 231188 h 361108"/>
              <a:gd name="connsiteX105" fmla="*/ 61371 w 367372"/>
              <a:gd name="connsiteY105" fmla="*/ 288719 h 361108"/>
              <a:gd name="connsiteX106" fmla="*/ 61371 w 367372"/>
              <a:gd name="connsiteY106" fmla="*/ 301482 h 361108"/>
              <a:gd name="connsiteX107" fmla="*/ 53403 w 367372"/>
              <a:gd name="connsiteY107" fmla="*/ 301482 h 361108"/>
              <a:gd name="connsiteX108" fmla="*/ 45720 w 367372"/>
              <a:gd name="connsiteY108" fmla="*/ 308912 h 361108"/>
              <a:gd name="connsiteX109" fmla="*/ 45720 w 367372"/>
              <a:gd name="connsiteY109" fmla="*/ 353679 h 361108"/>
              <a:gd name="connsiteX110" fmla="*/ 53403 w 367372"/>
              <a:gd name="connsiteY110" fmla="*/ 361109 h 361108"/>
              <a:gd name="connsiteX111" fmla="*/ 145033 w 367372"/>
              <a:gd name="connsiteY111" fmla="*/ 361109 h 361108"/>
              <a:gd name="connsiteX112" fmla="*/ 152716 w 367372"/>
              <a:gd name="connsiteY112" fmla="*/ 353679 h 361108"/>
              <a:gd name="connsiteX113" fmla="*/ 152716 w 367372"/>
              <a:gd name="connsiteY113" fmla="*/ 308912 h 361108"/>
              <a:gd name="connsiteX114" fmla="*/ 145033 w 367372"/>
              <a:gd name="connsiteY114" fmla="*/ 301482 h 361108"/>
              <a:gd name="connsiteX115" fmla="*/ 75410 w 367372"/>
              <a:gd name="connsiteY115" fmla="*/ 279765 h 361108"/>
              <a:gd name="connsiteX116" fmla="*/ 15366 w 367372"/>
              <a:gd name="connsiteY116" fmla="*/ 222234 h 361108"/>
              <a:gd name="connsiteX117" fmla="*/ 15366 w 367372"/>
              <a:gd name="connsiteY117" fmla="*/ 112220 h 361108"/>
              <a:gd name="connsiteX118" fmla="*/ 19161 w 367372"/>
              <a:gd name="connsiteY118" fmla="*/ 113459 h 361108"/>
              <a:gd name="connsiteX119" fmla="*/ 38321 w 367372"/>
              <a:gd name="connsiteY119" fmla="*/ 195945 h 361108"/>
              <a:gd name="connsiteX120" fmla="*/ 40882 w 367372"/>
              <a:gd name="connsiteY120" fmla="*/ 200993 h 361108"/>
              <a:gd name="connsiteX121" fmla="*/ 86887 w 367372"/>
              <a:gd name="connsiteY121" fmla="*/ 246047 h 361108"/>
              <a:gd name="connsiteX122" fmla="*/ 95803 w 367372"/>
              <a:gd name="connsiteY122" fmla="*/ 247285 h 361108"/>
              <a:gd name="connsiteX123" fmla="*/ 99598 w 367372"/>
              <a:gd name="connsiteY123" fmla="*/ 238522 h 361108"/>
              <a:gd name="connsiteX124" fmla="*/ 88120 w 367372"/>
              <a:gd name="connsiteY124" fmla="*/ 193469 h 361108"/>
              <a:gd name="connsiteX125" fmla="*/ 91914 w 367372"/>
              <a:gd name="connsiteY125" fmla="*/ 179753 h 361108"/>
              <a:gd name="connsiteX126" fmla="*/ 100831 w 367372"/>
              <a:gd name="connsiteY126" fmla="*/ 184801 h 361108"/>
              <a:gd name="connsiteX127" fmla="*/ 122552 w 367372"/>
              <a:gd name="connsiteY127" fmla="*/ 241094 h 361108"/>
              <a:gd name="connsiteX128" fmla="*/ 122552 w 367372"/>
              <a:gd name="connsiteY128" fmla="*/ 301387 h 361108"/>
              <a:gd name="connsiteX129" fmla="*/ 76548 w 367372"/>
              <a:gd name="connsiteY129" fmla="*/ 301387 h 361108"/>
              <a:gd name="connsiteX130" fmla="*/ 76548 w 367372"/>
              <a:gd name="connsiteY130" fmla="*/ 284813 h 361108"/>
              <a:gd name="connsiteX131" fmla="*/ 75315 w 367372"/>
              <a:gd name="connsiteY131" fmla="*/ 279765 h 361108"/>
              <a:gd name="connsiteX132" fmla="*/ 137350 w 367372"/>
              <a:gd name="connsiteY132" fmla="*/ 346154 h 361108"/>
              <a:gd name="connsiteX133" fmla="*/ 60992 w 367372"/>
              <a:gd name="connsiteY133" fmla="*/ 346154 h 361108"/>
              <a:gd name="connsiteX134" fmla="*/ 60992 w 367372"/>
              <a:gd name="connsiteY134" fmla="*/ 316246 h 361108"/>
              <a:gd name="connsiteX135" fmla="*/ 137350 w 367372"/>
              <a:gd name="connsiteY135" fmla="*/ 316246 h 361108"/>
              <a:gd name="connsiteX136" fmla="*/ 137350 w 367372"/>
              <a:gd name="connsiteY136" fmla="*/ 346154 h 361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</a:cxnLst>
            <a:rect l="l" t="t" r="r" b="b"/>
            <a:pathLst>
              <a:path w="367372" h="361108">
                <a:moveTo>
                  <a:pt x="289781" y="73454"/>
                </a:moveTo>
                <a:cubicBezTo>
                  <a:pt x="292342" y="69739"/>
                  <a:pt x="292342" y="65929"/>
                  <a:pt x="289781" y="63452"/>
                </a:cubicBezTo>
                <a:cubicBezTo>
                  <a:pt x="289781" y="63452"/>
                  <a:pt x="274889" y="43958"/>
                  <a:pt x="245105" y="4969"/>
                </a:cubicBezTo>
                <a:cubicBezTo>
                  <a:pt x="244346" y="2873"/>
                  <a:pt x="242544" y="1064"/>
                  <a:pt x="240172" y="302"/>
                </a:cubicBezTo>
                <a:cubicBezTo>
                  <a:pt x="237801" y="-270"/>
                  <a:pt x="235809" y="16"/>
                  <a:pt x="234102" y="778"/>
                </a:cubicBezTo>
                <a:lnTo>
                  <a:pt x="133745" y="778"/>
                </a:lnTo>
                <a:cubicBezTo>
                  <a:pt x="132228" y="16"/>
                  <a:pt x="130520" y="-270"/>
                  <a:pt x="128813" y="302"/>
                </a:cubicBezTo>
                <a:cubicBezTo>
                  <a:pt x="127485" y="778"/>
                  <a:pt x="126441" y="1540"/>
                  <a:pt x="125398" y="2492"/>
                </a:cubicBezTo>
                <a:cubicBezTo>
                  <a:pt x="124924" y="2778"/>
                  <a:pt x="124544" y="2969"/>
                  <a:pt x="123880" y="3254"/>
                </a:cubicBezTo>
                <a:lnTo>
                  <a:pt x="77971" y="63357"/>
                </a:lnTo>
                <a:cubicBezTo>
                  <a:pt x="77971" y="63357"/>
                  <a:pt x="77686" y="64119"/>
                  <a:pt x="77591" y="64500"/>
                </a:cubicBezTo>
                <a:cubicBezTo>
                  <a:pt x="77022" y="65548"/>
                  <a:pt x="76737" y="66786"/>
                  <a:pt x="76737" y="68215"/>
                </a:cubicBezTo>
                <a:cubicBezTo>
                  <a:pt x="76737" y="70596"/>
                  <a:pt x="78255" y="72787"/>
                  <a:pt x="80152" y="74311"/>
                </a:cubicBezTo>
                <a:cubicBezTo>
                  <a:pt x="83472" y="78121"/>
                  <a:pt x="99598" y="96314"/>
                  <a:pt x="177378" y="184420"/>
                </a:cubicBezTo>
                <a:cubicBezTo>
                  <a:pt x="178137" y="186611"/>
                  <a:pt x="181173" y="188516"/>
                  <a:pt x="183449" y="188516"/>
                </a:cubicBezTo>
                <a:cubicBezTo>
                  <a:pt x="183544" y="188516"/>
                  <a:pt x="183639" y="188516"/>
                  <a:pt x="183829" y="188516"/>
                </a:cubicBezTo>
                <a:cubicBezTo>
                  <a:pt x="183829" y="188516"/>
                  <a:pt x="183829" y="188516"/>
                  <a:pt x="183923" y="188516"/>
                </a:cubicBezTo>
                <a:cubicBezTo>
                  <a:pt x="184018" y="188516"/>
                  <a:pt x="184113" y="188516"/>
                  <a:pt x="184208" y="188516"/>
                </a:cubicBezTo>
                <a:cubicBezTo>
                  <a:pt x="184493" y="188516"/>
                  <a:pt x="184682" y="188516"/>
                  <a:pt x="184967" y="188516"/>
                </a:cubicBezTo>
                <a:cubicBezTo>
                  <a:pt x="186484" y="188516"/>
                  <a:pt x="188287" y="187658"/>
                  <a:pt x="189615" y="186420"/>
                </a:cubicBezTo>
                <a:cubicBezTo>
                  <a:pt x="189804" y="186230"/>
                  <a:pt x="190184" y="186134"/>
                  <a:pt x="190279" y="185944"/>
                </a:cubicBezTo>
                <a:lnTo>
                  <a:pt x="289781" y="73168"/>
                </a:lnTo>
                <a:close/>
                <a:moveTo>
                  <a:pt x="269198" y="60595"/>
                </a:moveTo>
                <a:lnTo>
                  <a:pt x="232204" y="60595"/>
                </a:lnTo>
                <a:cubicBezTo>
                  <a:pt x="233817" y="54404"/>
                  <a:pt x="236568" y="43640"/>
                  <a:pt x="241216" y="25352"/>
                </a:cubicBezTo>
                <a:cubicBezTo>
                  <a:pt x="246338" y="31734"/>
                  <a:pt x="254875" y="42593"/>
                  <a:pt x="269198" y="60595"/>
                </a:cubicBezTo>
                <a:close/>
                <a:moveTo>
                  <a:pt x="266447" y="76216"/>
                </a:moveTo>
                <a:cubicBezTo>
                  <a:pt x="258005" y="85741"/>
                  <a:pt x="240362" y="105362"/>
                  <a:pt x="204222" y="145939"/>
                </a:cubicBezTo>
                <a:cubicBezTo>
                  <a:pt x="209629" y="130223"/>
                  <a:pt x="217217" y="107839"/>
                  <a:pt x="228031" y="76216"/>
                </a:cubicBezTo>
                <a:lnTo>
                  <a:pt x="266447" y="76216"/>
                </a:lnTo>
                <a:close/>
                <a:moveTo>
                  <a:pt x="215795" y="60595"/>
                </a:moveTo>
                <a:lnTo>
                  <a:pt x="151673" y="60595"/>
                </a:lnTo>
                <a:cubicBezTo>
                  <a:pt x="150250" y="54785"/>
                  <a:pt x="147120" y="42402"/>
                  <a:pt x="140385" y="15923"/>
                </a:cubicBezTo>
                <a:lnTo>
                  <a:pt x="227272" y="15923"/>
                </a:lnTo>
                <a:cubicBezTo>
                  <a:pt x="225280" y="23638"/>
                  <a:pt x="221770" y="37259"/>
                  <a:pt x="215795" y="60595"/>
                </a:cubicBezTo>
                <a:close/>
                <a:moveTo>
                  <a:pt x="211052" y="76216"/>
                </a:moveTo>
                <a:cubicBezTo>
                  <a:pt x="207353" y="87360"/>
                  <a:pt x="199764" y="110411"/>
                  <a:pt x="184113" y="158036"/>
                </a:cubicBezTo>
                <a:cubicBezTo>
                  <a:pt x="179181" y="143462"/>
                  <a:pt x="170833" y="118602"/>
                  <a:pt x="156510" y="76216"/>
                </a:cubicBezTo>
                <a:lnTo>
                  <a:pt x="211052" y="76216"/>
                </a:lnTo>
                <a:close/>
                <a:moveTo>
                  <a:pt x="135453" y="60595"/>
                </a:moveTo>
                <a:lnTo>
                  <a:pt x="99692" y="60595"/>
                </a:lnTo>
                <a:lnTo>
                  <a:pt x="126631" y="25638"/>
                </a:lnTo>
                <a:cubicBezTo>
                  <a:pt x="128528" y="33258"/>
                  <a:pt x="131374" y="44307"/>
                  <a:pt x="135453" y="60595"/>
                </a:cubicBezTo>
                <a:close/>
                <a:moveTo>
                  <a:pt x="139626" y="76216"/>
                </a:moveTo>
                <a:cubicBezTo>
                  <a:pt x="142282" y="83836"/>
                  <a:pt x="148637" y="102124"/>
                  <a:pt x="163909" y="146034"/>
                </a:cubicBezTo>
                <a:cubicBezTo>
                  <a:pt x="151957" y="132509"/>
                  <a:pt x="132986" y="110887"/>
                  <a:pt x="102443" y="76216"/>
                </a:cubicBezTo>
                <a:lnTo>
                  <a:pt x="139531" y="76216"/>
                </a:lnTo>
                <a:close/>
                <a:moveTo>
                  <a:pt x="362250" y="97266"/>
                </a:moveTo>
                <a:cubicBezTo>
                  <a:pt x="361017" y="97266"/>
                  <a:pt x="350773" y="93551"/>
                  <a:pt x="340529" y="100981"/>
                </a:cubicBezTo>
                <a:cubicBezTo>
                  <a:pt x="322601" y="113459"/>
                  <a:pt x="315013" y="143462"/>
                  <a:pt x="313685" y="192230"/>
                </a:cubicBezTo>
                <a:lnTo>
                  <a:pt x="289402" y="215948"/>
                </a:lnTo>
                <a:lnTo>
                  <a:pt x="294524" y="197183"/>
                </a:lnTo>
                <a:cubicBezTo>
                  <a:pt x="298318" y="180896"/>
                  <a:pt x="290730" y="169656"/>
                  <a:pt x="281719" y="165941"/>
                </a:cubicBezTo>
                <a:cubicBezTo>
                  <a:pt x="274035" y="163465"/>
                  <a:pt x="262558" y="164703"/>
                  <a:pt x="254875" y="177181"/>
                </a:cubicBezTo>
                <a:cubicBezTo>
                  <a:pt x="243397" y="193469"/>
                  <a:pt x="230592" y="235950"/>
                  <a:pt x="229359" y="238427"/>
                </a:cubicBezTo>
                <a:lnTo>
                  <a:pt x="229359" y="301196"/>
                </a:lnTo>
                <a:lnTo>
                  <a:pt x="222340" y="301196"/>
                </a:lnTo>
                <a:cubicBezTo>
                  <a:pt x="218545" y="301196"/>
                  <a:pt x="214656" y="303673"/>
                  <a:pt x="214656" y="308626"/>
                </a:cubicBezTo>
                <a:lnTo>
                  <a:pt x="214656" y="353393"/>
                </a:lnTo>
                <a:cubicBezTo>
                  <a:pt x="214656" y="357108"/>
                  <a:pt x="218451" y="360823"/>
                  <a:pt x="222340" y="360823"/>
                </a:cubicBezTo>
                <a:lnTo>
                  <a:pt x="313969" y="360823"/>
                </a:lnTo>
                <a:cubicBezTo>
                  <a:pt x="319091" y="360823"/>
                  <a:pt x="321653" y="357108"/>
                  <a:pt x="321653" y="353393"/>
                </a:cubicBezTo>
                <a:lnTo>
                  <a:pt x="321653" y="308626"/>
                </a:lnTo>
                <a:cubicBezTo>
                  <a:pt x="321653" y="303673"/>
                  <a:pt x="319091" y="301196"/>
                  <a:pt x="313969" y="301196"/>
                </a:cubicBezTo>
                <a:lnTo>
                  <a:pt x="306002" y="301196"/>
                </a:lnTo>
                <a:lnTo>
                  <a:pt x="306002" y="288433"/>
                </a:lnTo>
                <a:cubicBezTo>
                  <a:pt x="316246" y="278432"/>
                  <a:pt x="354567" y="240903"/>
                  <a:pt x="364811" y="230902"/>
                </a:cubicBezTo>
                <a:cubicBezTo>
                  <a:pt x="367373" y="229664"/>
                  <a:pt x="367373" y="227187"/>
                  <a:pt x="367373" y="225854"/>
                </a:cubicBezTo>
                <a:lnTo>
                  <a:pt x="367373" y="104600"/>
                </a:lnTo>
                <a:cubicBezTo>
                  <a:pt x="367373" y="100886"/>
                  <a:pt x="366139" y="98314"/>
                  <a:pt x="362250" y="97076"/>
                </a:cubicBezTo>
                <a:close/>
                <a:moveTo>
                  <a:pt x="306381" y="346154"/>
                </a:moveTo>
                <a:lnTo>
                  <a:pt x="230023" y="346154"/>
                </a:lnTo>
                <a:lnTo>
                  <a:pt x="230023" y="316246"/>
                </a:lnTo>
                <a:lnTo>
                  <a:pt x="306381" y="316246"/>
                </a:lnTo>
                <a:lnTo>
                  <a:pt x="306381" y="346154"/>
                </a:lnTo>
                <a:close/>
                <a:moveTo>
                  <a:pt x="352006" y="222234"/>
                </a:moveTo>
                <a:cubicBezTo>
                  <a:pt x="336640" y="237188"/>
                  <a:pt x="293196" y="279765"/>
                  <a:pt x="293196" y="279765"/>
                </a:cubicBezTo>
                <a:cubicBezTo>
                  <a:pt x="291963" y="281004"/>
                  <a:pt x="290635" y="283480"/>
                  <a:pt x="290635" y="284813"/>
                </a:cubicBezTo>
                <a:lnTo>
                  <a:pt x="290635" y="301387"/>
                </a:lnTo>
                <a:lnTo>
                  <a:pt x="244630" y="301387"/>
                </a:lnTo>
                <a:lnTo>
                  <a:pt x="244630" y="241094"/>
                </a:lnTo>
                <a:cubicBezTo>
                  <a:pt x="248425" y="228616"/>
                  <a:pt x="259997" y="197374"/>
                  <a:pt x="267585" y="184801"/>
                </a:cubicBezTo>
                <a:cubicBezTo>
                  <a:pt x="270146" y="181086"/>
                  <a:pt x="272707" y="179753"/>
                  <a:pt x="276502" y="179753"/>
                </a:cubicBezTo>
                <a:cubicBezTo>
                  <a:pt x="279063" y="180991"/>
                  <a:pt x="280296" y="186039"/>
                  <a:pt x="279063" y="193469"/>
                </a:cubicBezTo>
                <a:lnTo>
                  <a:pt x="268818" y="238522"/>
                </a:lnTo>
                <a:cubicBezTo>
                  <a:pt x="267585" y="242237"/>
                  <a:pt x="268818" y="244808"/>
                  <a:pt x="272613" y="247285"/>
                </a:cubicBezTo>
                <a:cubicBezTo>
                  <a:pt x="275174" y="248523"/>
                  <a:pt x="278968" y="247285"/>
                  <a:pt x="281529" y="246047"/>
                </a:cubicBezTo>
                <a:lnTo>
                  <a:pt x="326205" y="200993"/>
                </a:lnTo>
                <a:cubicBezTo>
                  <a:pt x="328767" y="199755"/>
                  <a:pt x="328767" y="197279"/>
                  <a:pt x="328767" y="195945"/>
                </a:cubicBezTo>
                <a:cubicBezTo>
                  <a:pt x="328767" y="137176"/>
                  <a:pt x="341572" y="119650"/>
                  <a:pt x="347927" y="113459"/>
                </a:cubicBezTo>
                <a:cubicBezTo>
                  <a:pt x="349160" y="113459"/>
                  <a:pt x="350488" y="112220"/>
                  <a:pt x="351721" y="112220"/>
                </a:cubicBezTo>
                <a:lnTo>
                  <a:pt x="351721" y="222234"/>
                </a:lnTo>
                <a:close/>
                <a:moveTo>
                  <a:pt x="144938" y="301292"/>
                </a:moveTo>
                <a:lnTo>
                  <a:pt x="137919" y="301292"/>
                </a:lnTo>
                <a:lnTo>
                  <a:pt x="137919" y="238522"/>
                </a:lnTo>
                <a:cubicBezTo>
                  <a:pt x="137919" y="236045"/>
                  <a:pt x="123880" y="193469"/>
                  <a:pt x="113636" y="177276"/>
                </a:cubicBezTo>
                <a:cubicBezTo>
                  <a:pt x="105953" y="164798"/>
                  <a:pt x="94475" y="163560"/>
                  <a:pt x="85559" y="166037"/>
                </a:cubicBezTo>
                <a:cubicBezTo>
                  <a:pt x="76643" y="169751"/>
                  <a:pt x="70193" y="181086"/>
                  <a:pt x="74082" y="197279"/>
                </a:cubicBezTo>
                <a:lnTo>
                  <a:pt x="77876" y="216043"/>
                </a:lnTo>
                <a:lnTo>
                  <a:pt x="53593" y="192326"/>
                </a:lnTo>
                <a:cubicBezTo>
                  <a:pt x="53593" y="143558"/>
                  <a:pt x="44677" y="113554"/>
                  <a:pt x="28077" y="101076"/>
                </a:cubicBezTo>
                <a:cubicBezTo>
                  <a:pt x="16600" y="93551"/>
                  <a:pt x="6355" y="97361"/>
                  <a:pt x="5122" y="97361"/>
                </a:cubicBezTo>
                <a:cubicBezTo>
                  <a:pt x="2561" y="98600"/>
                  <a:pt x="0" y="101076"/>
                  <a:pt x="0" y="104886"/>
                </a:cubicBezTo>
                <a:lnTo>
                  <a:pt x="0" y="226139"/>
                </a:lnTo>
                <a:cubicBezTo>
                  <a:pt x="0" y="227378"/>
                  <a:pt x="1233" y="229854"/>
                  <a:pt x="2561" y="231188"/>
                </a:cubicBezTo>
                <a:cubicBezTo>
                  <a:pt x="16600" y="242427"/>
                  <a:pt x="52360" y="278717"/>
                  <a:pt x="61371" y="288719"/>
                </a:cubicBezTo>
                <a:lnTo>
                  <a:pt x="61371" y="301482"/>
                </a:lnTo>
                <a:lnTo>
                  <a:pt x="53403" y="301482"/>
                </a:lnTo>
                <a:cubicBezTo>
                  <a:pt x="49609" y="301482"/>
                  <a:pt x="45720" y="303959"/>
                  <a:pt x="45720" y="308912"/>
                </a:cubicBezTo>
                <a:lnTo>
                  <a:pt x="45720" y="353679"/>
                </a:lnTo>
                <a:cubicBezTo>
                  <a:pt x="45720" y="357394"/>
                  <a:pt x="49514" y="361109"/>
                  <a:pt x="53403" y="361109"/>
                </a:cubicBezTo>
                <a:lnTo>
                  <a:pt x="145033" y="361109"/>
                </a:lnTo>
                <a:cubicBezTo>
                  <a:pt x="150155" y="361109"/>
                  <a:pt x="152716" y="357394"/>
                  <a:pt x="152716" y="353679"/>
                </a:cubicBezTo>
                <a:lnTo>
                  <a:pt x="152716" y="308912"/>
                </a:lnTo>
                <a:cubicBezTo>
                  <a:pt x="152716" y="303959"/>
                  <a:pt x="150155" y="301482"/>
                  <a:pt x="145033" y="301482"/>
                </a:cubicBezTo>
                <a:close/>
                <a:moveTo>
                  <a:pt x="75410" y="279765"/>
                </a:moveTo>
                <a:cubicBezTo>
                  <a:pt x="72848" y="278527"/>
                  <a:pt x="33294" y="237284"/>
                  <a:pt x="15366" y="222234"/>
                </a:cubicBezTo>
                <a:lnTo>
                  <a:pt x="15366" y="112220"/>
                </a:lnTo>
                <a:cubicBezTo>
                  <a:pt x="16600" y="112220"/>
                  <a:pt x="17928" y="113459"/>
                  <a:pt x="19161" y="113459"/>
                </a:cubicBezTo>
                <a:cubicBezTo>
                  <a:pt x="26844" y="119745"/>
                  <a:pt x="38321" y="137176"/>
                  <a:pt x="38321" y="195945"/>
                </a:cubicBezTo>
                <a:cubicBezTo>
                  <a:pt x="38321" y="197183"/>
                  <a:pt x="39554" y="199660"/>
                  <a:pt x="40882" y="200993"/>
                </a:cubicBezTo>
                <a:lnTo>
                  <a:pt x="86887" y="246047"/>
                </a:lnTo>
                <a:cubicBezTo>
                  <a:pt x="89448" y="247285"/>
                  <a:pt x="92009" y="248523"/>
                  <a:pt x="95803" y="247285"/>
                </a:cubicBezTo>
                <a:cubicBezTo>
                  <a:pt x="98364" y="244808"/>
                  <a:pt x="99598" y="242332"/>
                  <a:pt x="99598" y="238522"/>
                </a:cubicBezTo>
                <a:lnTo>
                  <a:pt x="88120" y="193469"/>
                </a:lnTo>
                <a:cubicBezTo>
                  <a:pt x="86887" y="185944"/>
                  <a:pt x="89353" y="180991"/>
                  <a:pt x="91914" y="179753"/>
                </a:cubicBezTo>
                <a:cubicBezTo>
                  <a:pt x="94475" y="179753"/>
                  <a:pt x="98270" y="180991"/>
                  <a:pt x="100831" y="184801"/>
                </a:cubicBezTo>
                <a:cubicBezTo>
                  <a:pt x="108514" y="196040"/>
                  <a:pt x="118758" y="228521"/>
                  <a:pt x="122552" y="241094"/>
                </a:cubicBezTo>
                <a:lnTo>
                  <a:pt x="122552" y="301387"/>
                </a:lnTo>
                <a:lnTo>
                  <a:pt x="76548" y="301387"/>
                </a:lnTo>
                <a:lnTo>
                  <a:pt x="76548" y="284813"/>
                </a:lnTo>
                <a:cubicBezTo>
                  <a:pt x="76548" y="283575"/>
                  <a:pt x="76548" y="281099"/>
                  <a:pt x="75315" y="279765"/>
                </a:cubicBezTo>
                <a:close/>
                <a:moveTo>
                  <a:pt x="137350" y="346154"/>
                </a:moveTo>
                <a:lnTo>
                  <a:pt x="60992" y="346154"/>
                </a:lnTo>
                <a:lnTo>
                  <a:pt x="60992" y="316246"/>
                </a:lnTo>
                <a:lnTo>
                  <a:pt x="137350" y="316246"/>
                </a:lnTo>
                <a:lnTo>
                  <a:pt x="137350" y="346154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1" name="Graphic 291">
            <a:extLst>
              <a:ext uri="{FF2B5EF4-FFF2-40B4-BE49-F238E27FC236}">
                <a16:creationId xmlns:a16="http://schemas.microsoft.com/office/drawing/2014/main" id="{FE379D4F-58C8-82D5-15EA-554D7E7FFE50}"/>
              </a:ext>
            </a:extLst>
          </p:cNvPr>
          <p:cNvSpPr/>
          <p:nvPr/>
        </p:nvSpPr>
        <p:spPr>
          <a:xfrm>
            <a:off x="3817988" y="3482825"/>
            <a:ext cx="492125" cy="483734"/>
          </a:xfrm>
          <a:custGeom>
            <a:avLst/>
            <a:gdLst>
              <a:gd name="connsiteX0" fmla="*/ 289781 w 367372"/>
              <a:gd name="connsiteY0" fmla="*/ 73454 h 361108"/>
              <a:gd name="connsiteX1" fmla="*/ 289781 w 367372"/>
              <a:gd name="connsiteY1" fmla="*/ 63452 h 361108"/>
              <a:gd name="connsiteX2" fmla="*/ 245105 w 367372"/>
              <a:gd name="connsiteY2" fmla="*/ 4969 h 361108"/>
              <a:gd name="connsiteX3" fmla="*/ 240172 w 367372"/>
              <a:gd name="connsiteY3" fmla="*/ 302 h 361108"/>
              <a:gd name="connsiteX4" fmla="*/ 234102 w 367372"/>
              <a:gd name="connsiteY4" fmla="*/ 778 h 361108"/>
              <a:gd name="connsiteX5" fmla="*/ 133745 w 367372"/>
              <a:gd name="connsiteY5" fmla="*/ 778 h 361108"/>
              <a:gd name="connsiteX6" fmla="*/ 128813 w 367372"/>
              <a:gd name="connsiteY6" fmla="*/ 302 h 361108"/>
              <a:gd name="connsiteX7" fmla="*/ 125398 w 367372"/>
              <a:gd name="connsiteY7" fmla="*/ 2492 h 361108"/>
              <a:gd name="connsiteX8" fmla="*/ 123880 w 367372"/>
              <a:gd name="connsiteY8" fmla="*/ 3254 h 361108"/>
              <a:gd name="connsiteX9" fmla="*/ 77971 w 367372"/>
              <a:gd name="connsiteY9" fmla="*/ 63357 h 361108"/>
              <a:gd name="connsiteX10" fmla="*/ 77591 w 367372"/>
              <a:gd name="connsiteY10" fmla="*/ 64500 h 361108"/>
              <a:gd name="connsiteX11" fmla="*/ 76737 w 367372"/>
              <a:gd name="connsiteY11" fmla="*/ 68215 h 361108"/>
              <a:gd name="connsiteX12" fmla="*/ 80152 w 367372"/>
              <a:gd name="connsiteY12" fmla="*/ 74311 h 361108"/>
              <a:gd name="connsiteX13" fmla="*/ 177378 w 367372"/>
              <a:gd name="connsiteY13" fmla="*/ 184420 h 361108"/>
              <a:gd name="connsiteX14" fmla="*/ 183449 w 367372"/>
              <a:gd name="connsiteY14" fmla="*/ 188516 h 361108"/>
              <a:gd name="connsiteX15" fmla="*/ 183829 w 367372"/>
              <a:gd name="connsiteY15" fmla="*/ 188516 h 361108"/>
              <a:gd name="connsiteX16" fmla="*/ 183923 w 367372"/>
              <a:gd name="connsiteY16" fmla="*/ 188516 h 361108"/>
              <a:gd name="connsiteX17" fmla="*/ 184208 w 367372"/>
              <a:gd name="connsiteY17" fmla="*/ 188516 h 361108"/>
              <a:gd name="connsiteX18" fmla="*/ 184967 w 367372"/>
              <a:gd name="connsiteY18" fmla="*/ 188516 h 361108"/>
              <a:gd name="connsiteX19" fmla="*/ 189615 w 367372"/>
              <a:gd name="connsiteY19" fmla="*/ 186420 h 361108"/>
              <a:gd name="connsiteX20" fmla="*/ 190279 w 367372"/>
              <a:gd name="connsiteY20" fmla="*/ 185944 h 361108"/>
              <a:gd name="connsiteX21" fmla="*/ 289781 w 367372"/>
              <a:gd name="connsiteY21" fmla="*/ 73168 h 361108"/>
              <a:gd name="connsiteX22" fmla="*/ 269198 w 367372"/>
              <a:gd name="connsiteY22" fmla="*/ 60595 h 361108"/>
              <a:gd name="connsiteX23" fmla="*/ 232204 w 367372"/>
              <a:gd name="connsiteY23" fmla="*/ 60595 h 361108"/>
              <a:gd name="connsiteX24" fmla="*/ 241216 w 367372"/>
              <a:gd name="connsiteY24" fmla="*/ 25352 h 361108"/>
              <a:gd name="connsiteX25" fmla="*/ 269198 w 367372"/>
              <a:gd name="connsiteY25" fmla="*/ 60595 h 361108"/>
              <a:gd name="connsiteX26" fmla="*/ 266447 w 367372"/>
              <a:gd name="connsiteY26" fmla="*/ 76216 h 361108"/>
              <a:gd name="connsiteX27" fmla="*/ 204222 w 367372"/>
              <a:gd name="connsiteY27" fmla="*/ 145939 h 361108"/>
              <a:gd name="connsiteX28" fmla="*/ 228031 w 367372"/>
              <a:gd name="connsiteY28" fmla="*/ 76216 h 361108"/>
              <a:gd name="connsiteX29" fmla="*/ 266447 w 367372"/>
              <a:gd name="connsiteY29" fmla="*/ 76216 h 361108"/>
              <a:gd name="connsiteX30" fmla="*/ 215795 w 367372"/>
              <a:gd name="connsiteY30" fmla="*/ 60595 h 361108"/>
              <a:gd name="connsiteX31" fmla="*/ 151673 w 367372"/>
              <a:gd name="connsiteY31" fmla="*/ 60595 h 361108"/>
              <a:gd name="connsiteX32" fmla="*/ 140385 w 367372"/>
              <a:gd name="connsiteY32" fmla="*/ 15923 h 361108"/>
              <a:gd name="connsiteX33" fmla="*/ 227272 w 367372"/>
              <a:gd name="connsiteY33" fmla="*/ 15923 h 361108"/>
              <a:gd name="connsiteX34" fmla="*/ 215795 w 367372"/>
              <a:gd name="connsiteY34" fmla="*/ 60595 h 361108"/>
              <a:gd name="connsiteX35" fmla="*/ 211052 w 367372"/>
              <a:gd name="connsiteY35" fmla="*/ 76216 h 361108"/>
              <a:gd name="connsiteX36" fmla="*/ 184113 w 367372"/>
              <a:gd name="connsiteY36" fmla="*/ 158036 h 361108"/>
              <a:gd name="connsiteX37" fmla="*/ 156510 w 367372"/>
              <a:gd name="connsiteY37" fmla="*/ 76216 h 361108"/>
              <a:gd name="connsiteX38" fmla="*/ 211052 w 367372"/>
              <a:gd name="connsiteY38" fmla="*/ 76216 h 361108"/>
              <a:gd name="connsiteX39" fmla="*/ 135453 w 367372"/>
              <a:gd name="connsiteY39" fmla="*/ 60595 h 361108"/>
              <a:gd name="connsiteX40" fmla="*/ 99692 w 367372"/>
              <a:gd name="connsiteY40" fmla="*/ 60595 h 361108"/>
              <a:gd name="connsiteX41" fmla="*/ 126631 w 367372"/>
              <a:gd name="connsiteY41" fmla="*/ 25638 h 361108"/>
              <a:gd name="connsiteX42" fmla="*/ 135453 w 367372"/>
              <a:gd name="connsiteY42" fmla="*/ 60595 h 361108"/>
              <a:gd name="connsiteX43" fmla="*/ 139626 w 367372"/>
              <a:gd name="connsiteY43" fmla="*/ 76216 h 361108"/>
              <a:gd name="connsiteX44" fmla="*/ 163909 w 367372"/>
              <a:gd name="connsiteY44" fmla="*/ 146034 h 361108"/>
              <a:gd name="connsiteX45" fmla="*/ 102443 w 367372"/>
              <a:gd name="connsiteY45" fmla="*/ 76216 h 361108"/>
              <a:gd name="connsiteX46" fmla="*/ 139531 w 367372"/>
              <a:gd name="connsiteY46" fmla="*/ 76216 h 361108"/>
              <a:gd name="connsiteX47" fmla="*/ 362250 w 367372"/>
              <a:gd name="connsiteY47" fmla="*/ 97266 h 361108"/>
              <a:gd name="connsiteX48" fmla="*/ 340529 w 367372"/>
              <a:gd name="connsiteY48" fmla="*/ 100981 h 361108"/>
              <a:gd name="connsiteX49" fmla="*/ 313685 w 367372"/>
              <a:gd name="connsiteY49" fmla="*/ 192230 h 361108"/>
              <a:gd name="connsiteX50" fmla="*/ 289402 w 367372"/>
              <a:gd name="connsiteY50" fmla="*/ 215948 h 361108"/>
              <a:gd name="connsiteX51" fmla="*/ 294524 w 367372"/>
              <a:gd name="connsiteY51" fmla="*/ 197183 h 361108"/>
              <a:gd name="connsiteX52" fmla="*/ 281719 w 367372"/>
              <a:gd name="connsiteY52" fmla="*/ 165941 h 361108"/>
              <a:gd name="connsiteX53" fmla="*/ 254875 w 367372"/>
              <a:gd name="connsiteY53" fmla="*/ 177181 h 361108"/>
              <a:gd name="connsiteX54" fmla="*/ 229359 w 367372"/>
              <a:gd name="connsiteY54" fmla="*/ 238427 h 361108"/>
              <a:gd name="connsiteX55" fmla="*/ 229359 w 367372"/>
              <a:gd name="connsiteY55" fmla="*/ 301196 h 361108"/>
              <a:gd name="connsiteX56" fmla="*/ 222340 w 367372"/>
              <a:gd name="connsiteY56" fmla="*/ 301196 h 361108"/>
              <a:gd name="connsiteX57" fmla="*/ 214656 w 367372"/>
              <a:gd name="connsiteY57" fmla="*/ 308626 h 361108"/>
              <a:gd name="connsiteX58" fmla="*/ 214656 w 367372"/>
              <a:gd name="connsiteY58" fmla="*/ 353393 h 361108"/>
              <a:gd name="connsiteX59" fmla="*/ 222340 w 367372"/>
              <a:gd name="connsiteY59" fmla="*/ 360823 h 361108"/>
              <a:gd name="connsiteX60" fmla="*/ 313969 w 367372"/>
              <a:gd name="connsiteY60" fmla="*/ 360823 h 361108"/>
              <a:gd name="connsiteX61" fmla="*/ 321653 w 367372"/>
              <a:gd name="connsiteY61" fmla="*/ 353393 h 361108"/>
              <a:gd name="connsiteX62" fmla="*/ 321653 w 367372"/>
              <a:gd name="connsiteY62" fmla="*/ 308626 h 361108"/>
              <a:gd name="connsiteX63" fmla="*/ 313969 w 367372"/>
              <a:gd name="connsiteY63" fmla="*/ 301196 h 361108"/>
              <a:gd name="connsiteX64" fmla="*/ 306002 w 367372"/>
              <a:gd name="connsiteY64" fmla="*/ 301196 h 361108"/>
              <a:gd name="connsiteX65" fmla="*/ 306002 w 367372"/>
              <a:gd name="connsiteY65" fmla="*/ 288433 h 361108"/>
              <a:gd name="connsiteX66" fmla="*/ 364811 w 367372"/>
              <a:gd name="connsiteY66" fmla="*/ 230902 h 361108"/>
              <a:gd name="connsiteX67" fmla="*/ 367373 w 367372"/>
              <a:gd name="connsiteY67" fmla="*/ 225854 h 361108"/>
              <a:gd name="connsiteX68" fmla="*/ 367373 w 367372"/>
              <a:gd name="connsiteY68" fmla="*/ 104600 h 361108"/>
              <a:gd name="connsiteX69" fmla="*/ 362250 w 367372"/>
              <a:gd name="connsiteY69" fmla="*/ 97076 h 361108"/>
              <a:gd name="connsiteX70" fmla="*/ 306381 w 367372"/>
              <a:gd name="connsiteY70" fmla="*/ 346154 h 361108"/>
              <a:gd name="connsiteX71" fmla="*/ 230023 w 367372"/>
              <a:gd name="connsiteY71" fmla="*/ 346154 h 361108"/>
              <a:gd name="connsiteX72" fmla="*/ 230023 w 367372"/>
              <a:gd name="connsiteY72" fmla="*/ 316246 h 361108"/>
              <a:gd name="connsiteX73" fmla="*/ 306381 w 367372"/>
              <a:gd name="connsiteY73" fmla="*/ 316246 h 361108"/>
              <a:gd name="connsiteX74" fmla="*/ 306381 w 367372"/>
              <a:gd name="connsiteY74" fmla="*/ 346154 h 361108"/>
              <a:gd name="connsiteX75" fmla="*/ 352006 w 367372"/>
              <a:gd name="connsiteY75" fmla="*/ 222234 h 361108"/>
              <a:gd name="connsiteX76" fmla="*/ 293196 w 367372"/>
              <a:gd name="connsiteY76" fmla="*/ 279765 h 361108"/>
              <a:gd name="connsiteX77" fmla="*/ 290635 w 367372"/>
              <a:gd name="connsiteY77" fmla="*/ 284813 h 361108"/>
              <a:gd name="connsiteX78" fmla="*/ 290635 w 367372"/>
              <a:gd name="connsiteY78" fmla="*/ 301387 h 361108"/>
              <a:gd name="connsiteX79" fmla="*/ 244630 w 367372"/>
              <a:gd name="connsiteY79" fmla="*/ 301387 h 361108"/>
              <a:gd name="connsiteX80" fmla="*/ 244630 w 367372"/>
              <a:gd name="connsiteY80" fmla="*/ 241094 h 361108"/>
              <a:gd name="connsiteX81" fmla="*/ 267585 w 367372"/>
              <a:gd name="connsiteY81" fmla="*/ 184801 h 361108"/>
              <a:gd name="connsiteX82" fmla="*/ 276502 w 367372"/>
              <a:gd name="connsiteY82" fmla="*/ 179753 h 361108"/>
              <a:gd name="connsiteX83" fmla="*/ 279063 w 367372"/>
              <a:gd name="connsiteY83" fmla="*/ 193469 h 361108"/>
              <a:gd name="connsiteX84" fmla="*/ 268818 w 367372"/>
              <a:gd name="connsiteY84" fmla="*/ 238522 h 361108"/>
              <a:gd name="connsiteX85" fmla="*/ 272613 w 367372"/>
              <a:gd name="connsiteY85" fmla="*/ 247285 h 361108"/>
              <a:gd name="connsiteX86" fmla="*/ 281529 w 367372"/>
              <a:gd name="connsiteY86" fmla="*/ 246047 h 361108"/>
              <a:gd name="connsiteX87" fmla="*/ 326205 w 367372"/>
              <a:gd name="connsiteY87" fmla="*/ 200993 h 361108"/>
              <a:gd name="connsiteX88" fmla="*/ 328767 w 367372"/>
              <a:gd name="connsiteY88" fmla="*/ 195945 h 361108"/>
              <a:gd name="connsiteX89" fmla="*/ 347927 w 367372"/>
              <a:gd name="connsiteY89" fmla="*/ 113459 h 361108"/>
              <a:gd name="connsiteX90" fmla="*/ 351721 w 367372"/>
              <a:gd name="connsiteY90" fmla="*/ 112220 h 361108"/>
              <a:gd name="connsiteX91" fmla="*/ 351721 w 367372"/>
              <a:gd name="connsiteY91" fmla="*/ 222234 h 361108"/>
              <a:gd name="connsiteX92" fmla="*/ 144938 w 367372"/>
              <a:gd name="connsiteY92" fmla="*/ 301292 h 361108"/>
              <a:gd name="connsiteX93" fmla="*/ 137919 w 367372"/>
              <a:gd name="connsiteY93" fmla="*/ 301292 h 361108"/>
              <a:gd name="connsiteX94" fmla="*/ 137919 w 367372"/>
              <a:gd name="connsiteY94" fmla="*/ 238522 h 361108"/>
              <a:gd name="connsiteX95" fmla="*/ 113636 w 367372"/>
              <a:gd name="connsiteY95" fmla="*/ 177276 h 361108"/>
              <a:gd name="connsiteX96" fmla="*/ 85559 w 367372"/>
              <a:gd name="connsiteY96" fmla="*/ 166037 h 361108"/>
              <a:gd name="connsiteX97" fmla="*/ 74082 w 367372"/>
              <a:gd name="connsiteY97" fmla="*/ 197279 h 361108"/>
              <a:gd name="connsiteX98" fmla="*/ 77876 w 367372"/>
              <a:gd name="connsiteY98" fmla="*/ 216043 h 361108"/>
              <a:gd name="connsiteX99" fmla="*/ 53593 w 367372"/>
              <a:gd name="connsiteY99" fmla="*/ 192326 h 361108"/>
              <a:gd name="connsiteX100" fmla="*/ 28077 w 367372"/>
              <a:gd name="connsiteY100" fmla="*/ 101076 h 361108"/>
              <a:gd name="connsiteX101" fmla="*/ 5122 w 367372"/>
              <a:gd name="connsiteY101" fmla="*/ 97361 h 361108"/>
              <a:gd name="connsiteX102" fmla="*/ 0 w 367372"/>
              <a:gd name="connsiteY102" fmla="*/ 104886 h 361108"/>
              <a:gd name="connsiteX103" fmla="*/ 0 w 367372"/>
              <a:gd name="connsiteY103" fmla="*/ 226139 h 361108"/>
              <a:gd name="connsiteX104" fmla="*/ 2561 w 367372"/>
              <a:gd name="connsiteY104" fmla="*/ 231188 h 361108"/>
              <a:gd name="connsiteX105" fmla="*/ 61371 w 367372"/>
              <a:gd name="connsiteY105" fmla="*/ 288719 h 361108"/>
              <a:gd name="connsiteX106" fmla="*/ 61371 w 367372"/>
              <a:gd name="connsiteY106" fmla="*/ 301482 h 361108"/>
              <a:gd name="connsiteX107" fmla="*/ 53403 w 367372"/>
              <a:gd name="connsiteY107" fmla="*/ 301482 h 361108"/>
              <a:gd name="connsiteX108" fmla="*/ 45720 w 367372"/>
              <a:gd name="connsiteY108" fmla="*/ 308912 h 361108"/>
              <a:gd name="connsiteX109" fmla="*/ 45720 w 367372"/>
              <a:gd name="connsiteY109" fmla="*/ 353679 h 361108"/>
              <a:gd name="connsiteX110" fmla="*/ 53403 w 367372"/>
              <a:gd name="connsiteY110" fmla="*/ 361109 h 361108"/>
              <a:gd name="connsiteX111" fmla="*/ 145033 w 367372"/>
              <a:gd name="connsiteY111" fmla="*/ 361109 h 361108"/>
              <a:gd name="connsiteX112" fmla="*/ 152716 w 367372"/>
              <a:gd name="connsiteY112" fmla="*/ 353679 h 361108"/>
              <a:gd name="connsiteX113" fmla="*/ 152716 w 367372"/>
              <a:gd name="connsiteY113" fmla="*/ 308912 h 361108"/>
              <a:gd name="connsiteX114" fmla="*/ 145033 w 367372"/>
              <a:gd name="connsiteY114" fmla="*/ 301482 h 361108"/>
              <a:gd name="connsiteX115" fmla="*/ 75410 w 367372"/>
              <a:gd name="connsiteY115" fmla="*/ 279765 h 361108"/>
              <a:gd name="connsiteX116" fmla="*/ 15366 w 367372"/>
              <a:gd name="connsiteY116" fmla="*/ 222234 h 361108"/>
              <a:gd name="connsiteX117" fmla="*/ 15366 w 367372"/>
              <a:gd name="connsiteY117" fmla="*/ 112220 h 361108"/>
              <a:gd name="connsiteX118" fmla="*/ 19161 w 367372"/>
              <a:gd name="connsiteY118" fmla="*/ 113459 h 361108"/>
              <a:gd name="connsiteX119" fmla="*/ 38321 w 367372"/>
              <a:gd name="connsiteY119" fmla="*/ 195945 h 361108"/>
              <a:gd name="connsiteX120" fmla="*/ 40882 w 367372"/>
              <a:gd name="connsiteY120" fmla="*/ 200993 h 361108"/>
              <a:gd name="connsiteX121" fmla="*/ 86887 w 367372"/>
              <a:gd name="connsiteY121" fmla="*/ 246047 h 361108"/>
              <a:gd name="connsiteX122" fmla="*/ 95803 w 367372"/>
              <a:gd name="connsiteY122" fmla="*/ 247285 h 361108"/>
              <a:gd name="connsiteX123" fmla="*/ 99598 w 367372"/>
              <a:gd name="connsiteY123" fmla="*/ 238522 h 361108"/>
              <a:gd name="connsiteX124" fmla="*/ 88120 w 367372"/>
              <a:gd name="connsiteY124" fmla="*/ 193469 h 361108"/>
              <a:gd name="connsiteX125" fmla="*/ 91914 w 367372"/>
              <a:gd name="connsiteY125" fmla="*/ 179753 h 361108"/>
              <a:gd name="connsiteX126" fmla="*/ 100831 w 367372"/>
              <a:gd name="connsiteY126" fmla="*/ 184801 h 361108"/>
              <a:gd name="connsiteX127" fmla="*/ 122552 w 367372"/>
              <a:gd name="connsiteY127" fmla="*/ 241094 h 361108"/>
              <a:gd name="connsiteX128" fmla="*/ 122552 w 367372"/>
              <a:gd name="connsiteY128" fmla="*/ 301387 h 361108"/>
              <a:gd name="connsiteX129" fmla="*/ 76548 w 367372"/>
              <a:gd name="connsiteY129" fmla="*/ 301387 h 361108"/>
              <a:gd name="connsiteX130" fmla="*/ 76548 w 367372"/>
              <a:gd name="connsiteY130" fmla="*/ 284813 h 361108"/>
              <a:gd name="connsiteX131" fmla="*/ 75315 w 367372"/>
              <a:gd name="connsiteY131" fmla="*/ 279765 h 361108"/>
              <a:gd name="connsiteX132" fmla="*/ 137350 w 367372"/>
              <a:gd name="connsiteY132" fmla="*/ 346154 h 361108"/>
              <a:gd name="connsiteX133" fmla="*/ 60992 w 367372"/>
              <a:gd name="connsiteY133" fmla="*/ 346154 h 361108"/>
              <a:gd name="connsiteX134" fmla="*/ 60992 w 367372"/>
              <a:gd name="connsiteY134" fmla="*/ 316246 h 361108"/>
              <a:gd name="connsiteX135" fmla="*/ 137350 w 367372"/>
              <a:gd name="connsiteY135" fmla="*/ 316246 h 361108"/>
              <a:gd name="connsiteX136" fmla="*/ 137350 w 367372"/>
              <a:gd name="connsiteY136" fmla="*/ 346154 h 361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</a:cxnLst>
            <a:rect l="l" t="t" r="r" b="b"/>
            <a:pathLst>
              <a:path w="367372" h="361108">
                <a:moveTo>
                  <a:pt x="289781" y="73454"/>
                </a:moveTo>
                <a:cubicBezTo>
                  <a:pt x="292342" y="69739"/>
                  <a:pt x="292342" y="65929"/>
                  <a:pt x="289781" y="63452"/>
                </a:cubicBezTo>
                <a:cubicBezTo>
                  <a:pt x="289781" y="63452"/>
                  <a:pt x="274889" y="43958"/>
                  <a:pt x="245105" y="4969"/>
                </a:cubicBezTo>
                <a:cubicBezTo>
                  <a:pt x="244346" y="2873"/>
                  <a:pt x="242544" y="1064"/>
                  <a:pt x="240172" y="302"/>
                </a:cubicBezTo>
                <a:cubicBezTo>
                  <a:pt x="237801" y="-270"/>
                  <a:pt x="235809" y="16"/>
                  <a:pt x="234102" y="778"/>
                </a:cubicBezTo>
                <a:lnTo>
                  <a:pt x="133745" y="778"/>
                </a:lnTo>
                <a:cubicBezTo>
                  <a:pt x="132228" y="16"/>
                  <a:pt x="130520" y="-270"/>
                  <a:pt x="128813" y="302"/>
                </a:cubicBezTo>
                <a:cubicBezTo>
                  <a:pt x="127485" y="778"/>
                  <a:pt x="126441" y="1540"/>
                  <a:pt x="125398" y="2492"/>
                </a:cubicBezTo>
                <a:cubicBezTo>
                  <a:pt x="124924" y="2778"/>
                  <a:pt x="124544" y="2969"/>
                  <a:pt x="123880" y="3254"/>
                </a:cubicBezTo>
                <a:lnTo>
                  <a:pt x="77971" y="63357"/>
                </a:lnTo>
                <a:cubicBezTo>
                  <a:pt x="77971" y="63357"/>
                  <a:pt x="77686" y="64119"/>
                  <a:pt x="77591" y="64500"/>
                </a:cubicBezTo>
                <a:cubicBezTo>
                  <a:pt x="77022" y="65548"/>
                  <a:pt x="76737" y="66786"/>
                  <a:pt x="76737" y="68215"/>
                </a:cubicBezTo>
                <a:cubicBezTo>
                  <a:pt x="76737" y="70596"/>
                  <a:pt x="78255" y="72787"/>
                  <a:pt x="80152" y="74311"/>
                </a:cubicBezTo>
                <a:cubicBezTo>
                  <a:pt x="83472" y="78121"/>
                  <a:pt x="99598" y="96314"/>
                  <a:pt x="177378" y="184420"/>
                </a:cubicBezTo>
                <a:cubicBezTo>
                  <a:pt x="178137" y="186611"/>
                  <a:pt x="181173" y="188516"/>
                  <a:pt x="183449" y="188516"/>
                </a:cubicBezTo>
                <a:cubicBezTo>
                  <a:pt x="183544" y="188516"/>
                  <a:pt x="183639" y="188516"/>
                  <a:pt x="183829" y="188516"/>
                </a:cubicBezTo>
                <a:cubicBezTo>
                  <a:pt x="183829" y="188516"/>
                  <a:pt x="183829" y="188516"/>
                  <a:pt x="183923" y="188516"/>
                </a:cubicBezTo>
                <a:cubicBezTo>
                  <a:pt x="184018" y="188516"/>
                  <a:pt x="184113" y="188516"/>
                  <a:pt x="184208" y="188516"/>
                </a:cubicBezTo>
                <a:cubicBezTo>
                  <a:pt x="184493" y="188516"/>
                  <a:pt x="184682" y="188516"/>
                  <a:pt x="184967" y="188516"/>
                </a:cubicBezTo>
                <a:cubicBezTo>
                  <a:pt x="186484" y="188516"/>
                  <a:pt x="188287" y="187658"/>
                  <a:pt x="189615" y="186420"/>
                </a:cubicBezTo>
                <a:cubicBezTo>
                  <a:pt x="189804" y="186230"/>
                  <a:pt x="190184" y="186134"/>
                  <a:pt x="190279" y="185944"/>
                </a:cubicBezTo>
                <a:lnTo>
                  <a:pt x="289781" y="73168"/>
                </a:lnTo>
                <a:close/>
                <a:moveTo>
                  <a:pt x="269198" y="60595"/>
                </a:moveTo>
                <a:lnTo>
                  <a:pt x="232204" y="60595"/>
                </a:lnTo>
                <a:cubicBezTo>
                  <a:pt x="233817" y="54404"/>
                  <a:pt x="236568" y="43640"/>
                  <a:pt x="241216" y="25352"/>
                </a:cubicBezTo>
                <a:cubicBezTo>
                  <a:pt x="246338" y="31734"/>
                  <a:pt x="254875" y="42593"/>
                  <a:pt x="269198" y="60595"/>
                </a:cubicBezTo>
                <a:close/>
                <a:moveTo>
                  <a:pt x="266447" y="76216"/>
                </a:moveTo>
                <a:cubicBezTo>
                  <a:pt x="258005" y="85741"/>
                  <a:pt x="240362" y="105362"/>
                  <a:pt x="204222" y="145939"/>
                </a:cubicBezTo>
                <a:cubicBezTo>
                  <a:pt x="209629" y="130223"/>
                  <a:pt x="217217" y="107839"/>
                  <a:pt x="228031" y="76216"/>
                </a:cubicBezTo>
                <a:lnTo>
                  <a:pt x="266447" y="76216"/>
                </a:lnTo>
                <a:close/>
                <a:moveTo>
                  <a:pt x="215795" y="60595"/>
                </a:moveTo>
                <a:lnTo>
                  <a:pt x="151673" y="60595"/>
                </a:lnTo>
                <a:cubicBezTo>
                  <a:pt x="150250" y="54785"/>
                  <a:pt x="147120" y="42402"/>
                  <a:pt x="140385" y="15923"/>
                </a:cubicBezTo>
                <a:lnTo>
                  <a:pt x="227272" y="15923"/>
                </a:lnTo>
                <a:cubicBezTo>
                  <a:pt x="225280" y="23638"/>
                  <a:pt x="221770" y="37259"/>
                  <a:pt x="215795" y="60595"/>
                </a:cubicBezTo>
                <a:close/>
                <a:moveTo>
                  <a:pt x="211052" y="76216"/>
                </a:moveTo>
                <a:cubicBezTo>
                  <a:pt x="207353" y="87360"/>
                  <a:pt x="199764" y="110411"/>
                  <a:pt x="184113" y="158036"/>
                </a:cubicBezTo>
                <a:cubicBezTo>
                  <a:pt x="179181" y="143462"/>
                  <a:pt x="170833" y="118602"/>
                  <a:pt x="156510" y="76216"/>
                </a:cubicBezTo>
                <a:lnTo>
                  <a:pt x="211052" y="76216"/>
                </a:lnTo>
                <a:close/>
                <a:moveTo>
                  <a:pt x="135453" y="60595"/>
                </a:moveTo>
                <a:lnTo>
                  <a:pt x="99692" y="60595"/>
                </a:lnTo>
                <a:lnTo>
                  <a:pt x="126631" y="25638"/>
                </a:lnTo>
                <a:cubicBezTo>
                  <a:pt x="128528" y="33258"/>
                  <a:pt x="131374" y="44307"/>
                  <a:pt x="135453" y="60595"/>
                </a:cubicBezTo>
                <a:close/>
                <a:moveTo>
                  <a:pt x="139626" y="76216"/>
                </a:moveTo>
                <a:cubicBezTo>
                  <a:pt x="142282" y="83836"/>
                  <a:pt x="148637" y="102124"/>
                  <a:pt x="163909" y="146034"/>
                </a:cubicBezTo>
                <a:cubicBezTo>
                  <a:pt x="151957" y="132509"/>
                  <a:pt x="132986" y="110887"/>
                  <a:pt x="102443" y="76216"/>
                </a:cubicBezTo>
                <a:lnTo>
                  <a:pt x="139531" y="76216"/>
                </a:lnTo>
                <a:close/>
                <a:moveTo>
                  <a:pt x="362250" y="97266"/>
                </a:moveTo>
                <a:cubicBezTo>
                  <a:pt x="361017" y="97266"/>
                  <a:pt x="350773" y="93551"/>
                  <a:pt x="340529" y="100981"/>
                </a:cubicBezTo>
                <a:cubicBezTo>
                  <a:pt x="322601" y="113459"/>
                  <a:pt x="315013" y="143462"/>
                  <a:pt x="313685" y="192230"/>
                </a:cubicBezTo>
                <a:lnTo>
                  <a:pt x="289402" y="215948"/>
                </a:lnTo>
                <a:lnTo>
                  <a:pt x="294524" y="197183"/>
                </a:lnTo>
                <a:cubicBezTo>
                  <a:pt x="298318" y="180896"/>
                  <a:pt x="290730" y="169656"/>
                  <a:pt x="281719" y="165941"/>
                </a:cubicBezTo>
                <a:cubicBezTo>
                  <a:pt x="274035" y="163465"/>
                  <a:pt x="262558" y="164703"/>
                  <a:pt x="254875" y="177181"/>
                </a:cubicBezTo>
                <a:cubicBezTo>
                  <a:pt x="243397" y="193469"/>
                  <a:pt x="230592" y="235950"/>
                  <a:pt x="229359" y="238427"/>
                </a:cubicBezTo>
                <a:lnTo>
                  <a:pt x="229359" y="301196"/>
                </a:lnTo>
                <a:lnTo>
                  <a:pt x="222340" y="301196"/>
                </a:lnTo>
                <a:cubicBezTo>
                  <a:pt x="218545" y="301196"/>
                  <a:pt x="214656" y="303673"/>
                  <a:pt x="214656" y="308626"/>
                </a:cubicBezTo>
                <a:lnTo>
                  <a:pt x="214656" y="353393"/>
                </a:lnTo>
                <a:cubicBezTo>
                  <a:pt x="214656" y="357108"/>
                  <a:pt x="218451" y="360823"/>
                  <a:pt x="222340" y="360823"/>
                </a:cubicBezTo>
                <a:lnTo>
                  <a:pt x="313969" y="360823"/>
                </a:lnTo>
                <a:cubicBezTo>
                  <a:pt x="319091" y="360823"/>
                  <a:pt x="321653" y="357108"/>
                  <a:pt x="321653" y="353393"/>
                </a:cubicBezTo>
                <a:lnTo>
                  <a:pt x="321653" y="308626"/>
                </a:lnTo>
                <a:cubicBezTo>
                  <a:pt x="321653" y="303673"/>
                  <a:pt x="319091" y="301196"/>
                  <a:pt x="313969" y="301196"/>
                </a:cubicBezTo>
                <a:lnTo>
                  <a:pt x="306002" y="301196"/>
                </a:lnTo>
                <a:lnTo>
                  <a:pt x="306002" y="288433"/>
                </a:lnTo>
                <a:cubicBezTo>
                  <a:pt x="316246" y="278432"/>
                  <a:pt x="354567" y="240903"/>
                  <a:pt x="364811" y="230902"/>
                </a:cubicBezTo>
                <a:cubicBezTo>
                  <a:pt x="367373" y="229664"/>
                  <a:pt x="367373" y="227187"/>
                  <a:pt x="367373" y="225854"/>
                </a:cubicBezTo>
                <a:lnTo>
                  <a:pt x="367373" y="104600"/>
                </a:lnTo>
                <a:cubicBezTo>
                  <a:pt x="367373" y="100886"/>
                  <a:pt x="366139" y="98314"/>
                  <a:pt x="362250" y="97076"/>
                </a:cubicBezTo>
                <a:close/>
                <a:moveTo>
                  <a:pt x="306381" y="346154"/>
                </a:moveTo>
                <a:lnTo>
                  <a:pt x="230023" y="346154"/>
                </a:lnTo>
                <a:lnTo>
                  <a:pt x="230023" y="316246"/>
                </a:lnTo>
                <a:lnTo>
                  <a:pt x="306381" y="316246"/>
                </a:lnTo>
                <a:lnTo>
                  <a:pt x="306381" y="346154"/>
                </a:lnTo>
                <a:close/>
                <a:moveTo>
                  <a:pt x="352006" y="222234"/>
                </a:moveTo>
                <a:cubicBezTo>
                  <a:pt x="336640" y="237188"/>
                  <a:pt x="293196" y="279765"/>
                  <a:pt x="293196" y="279765"/>
                </a:cubicBezTo>
                <a:cubicBezTo>
                  <a:pt x="291963" y="281004"/>
                  <a:pt x="290635" y="283480"/>
                  <a:pt x="290635" y="284813"/>
                </a:cubicBezTo>
                <a:lnTo>
                  <a:pt x="290635" y="301387"/>
                </a:lnTo>
                <a:lnTo>
                  <a:pt x="244630" y="301387"/>
                </a:lnTo>
                <a:lnTo>
                  <a:pt x="244630" y="241094"/>
                </a:lnTo>
                <a:cubicBezTo>
                  <a:pt x="248425" y="228616"/>
                  <a:pt x="259997" y="197374"/>
                  <a:pt x="267585" y="184801"/>
                </a:cubicBezTo>
                <a:cubicBezTo>
                  <a:pt x="270146" y="181086"/>
                  <a:pt x="272707" y="179753"/>
                  <a:pt x="276502" y="179753"/>
                </a:cubicBezTo>
                <a:cubicBezTo>
                  <a:pt x="279063" y="180991"/>
                  <a:pt x="280296" y="186039"/>
                  <a:pt x="279063" y="193469"/>
                </a:cubicBezTo>
                <a:lnTo>
                  <a:pt x="268818" y="238522"/>
                </a:lnTo>
                <a:cubicBezTo>
                  <a:pt x="267585" y="242237"/>
                  <a:pt x="268818" y="244808"/>
                  <a:pt x="272613" y="247285"/>
                </a:cubicBezTo>
                <a:cubicBezTo>
                  <a:pt x="275174" y="248523"/>
                  <a:pt x="278968" y="247285"/>
                  <a:pt x="281529" y="246047"/>
                </a:cubicBezTo>
                <a:lnTo>
                  <a:pt x="326205" y="200993"/>
                </a:lnTo>
                <a:cubicBezTo>
                  <a:pt x="328767" y="199755"/>
                  <a:pt x="328767" y="197279"/>
                  <a:pt x="328767" y="195945"/>
                </a:cubicBezTo>
                <a:cubicBezTo>
                  <a:pt x="328767" y="137176"/>
                  <a:pt x="341572" y="119650"/>
                  <a:pt x="347927" y="113459"/>
                </a:cubicBezTo>
                <a:cubicBezTo>
                  <a:pt x="349160" y="113459"/>
                  <a:pt x="350488" y="112220"/>
                  <a:pt x="351721" y="112220"/>
                </a:cubicBezTo>
                <a:lnTo>
                  <a:pt x="351721" y="222234"/>
                </a:lnTo>
                <a:close/>
                <a:moveTo>
                  <a:pt x="144938" y="301292"/>
                </a:moveTo>
                <a:lnTo>
                  <a:pt x="137919" y="301292"/>
                </a:lnTo>
                <a:lnTo>
                  <a:pt x="137919" y="238522"/>
                </a:lnTo>
                <a:cubicBezTo>
                  <a:pt x="137919" y="236045"/>
                  <a:pt x="123880" y="193469"/>
                  <a:pt x="113636" y="177276"/>
                </a:cubicBezTo>
                <a:cubicBezTo>
                  <a:pt x="105953" y="164798"/>
                  <a:pt x="94475" y="163560"/>
                  <a:pt x="85559" y="166037"/>
                </a:cubicBezTo>
                <a:cubicBezTo>
                  <a:pt x="76643" y="169751"/>
                  <a:pt x="70193" y="181086"/>
                  <a:pt x="74082" y="197279"/>
                </a:cubicBezTo>
                <a:lnTo>
                  <a:pt x="77876" y="216043"/>
                </a:lnTo>
                <a:lnTo>
                  <a:pt x="53593" y="192326"/>
                </a:lnTo>
                <a:cubicBezTo>
                  <a:pt x="53593" y="143558"/>
                  <a:pt x="44677" y="113554"/>
                  <a:pt x="28077" y="101076"/>
                </a:cubicBezTo>
                <a:cubicBezTo>
                  <a:pt x="16600" y="93551"/>
                  <a:pt x="6355" y="97361"/>
                  <a:pt x="5122" y="97361"/>
                </a:cubicBezTo>
                <a:cubicBezTo>
                  <a:pt x="2561" y="98600"/>
                  <a:pt x="0" y="101076"/>
                  <a:pt x="0" y="104886"/>
                </a:cubicBezTo>
                <a:lnTo>
                  <a:pt x="0" y="226139"/>
                </a:lnTo>
                <a:cubicBezTo>
                  <a:pt x="0" y="227378"/>
                  <a:pt x="1233" y="229854"/>
                  <a:pt x="2561" y="231188"/>
                </a:cubicBezTo>
                <a:cubicBezTo>
                  <a:pt x="16600" y="242427"/>
                  <a:pt x="52360" y="278717"/>
                  <a:pt x="61371" y="288719"/>
                </a:cubicBezTo>
                <a:lnTo>
                  <a:pt x="61371" y="301482"/>
                </a:lnTo>
                <a:lnTo>
                  <a:pt x="53403" y="301482"/>
                </a:lnTo>
                <a:cubicBezTo>
                  <a:pt x="49609" y="301482"/>
                  <a:pt x="45720" y="303959"/>
                  <a:pt x="45720" y="308912"/>
                </a:cubicBezTo>
                <a:lnTo>
                  <a:pt x="45720" y="353679"/>
                </a:lnTo>
                <a:cubicBezTo>
                  <a:pt x="45720" y="357394"/>
                  <a:pt x="49514" y="361109"/>
                  <a:pt x="53403" y="361109"/>
                </a:cubicBezTo>
                <a:lnTo>
                  <a:pt x="145033" y="361109"/>
                </a:lnTo>
                <a:cubicBezTo>
                  <a:pt x="150155" y="361109"/>
                  <a:pt x="152716" y="357394"/>
                  <a:pt x="152716" y="353679"/>
                </a:cubicBezTo>
                <a:lnTo>
                  <a:pt x="152716" y="308912"/>
                </a:lnTo>
                <a:cubicBezTo>
                  <a:pt x="152716" y="303959"/>
                  <a:pt x="150155" y="301482"/>
                  <a:pt x="145033" y="301482"/>
                </a:cubicBezTo>
                <a:close/>
                <a:moveTo>
                  <a:pt x="75410" y="279765"/>
                </a:moveTo>
                <a:cubicBezTo>
                  <a:pt x="72848" y="278527"/>
                  <a:pt x="33294" y="237284"/>
                  <a:pt x="15366" y="222234"/>
                </a:cubicBezTo>
                <a:lnTo>
                  <a:pt x="15366" y="112220"/>
                </a:lnTo>
                <a:cubicBezTo>
                  <a:pt x="16600" y="112220"/>
                  <a:pt x="17928" y="113459"/>
                  <a:pt x="19161" y="113459"/>
                </a:cubicBezTo>
                <a:cubicBezTo>
                  <a:pt x="26844" y="119745"/>
                  <a:pt x="38321" y="137176"/>
                  <a:pt x="38321" y="195945"/>
                </a:cubicBezTo>
                <a:cubicBezTo>
                  <a:pt x="38321" y="197183"/>
                  <a:pt x="39554" y="199660"/>
                  <a:pt x="40882" y="200993"/>
                </a:cubicBezTo>
                <a:lnTo>
                  <a:pt x="86887" y="246047"/>
                </a:lnTo>
                <a:cubicBezTo>
                  <a:pt x="89448" y="247285"/>
                  <a:pt x="92009" y="248523"/>
                  <a:pt x="95803" y="247285"/>
                </a:cubicBezTo>
                <a:cubicBezTo>
                  <a:pt x="98364" y="244808"/>
                  <a:pt x="99598" y="242332"/>
                  <a:pt x="99598" y="238522"/>
                </a:cubicBezTo>
                <a:lnTo>
                  <a:pt x="88120" y="193469"/>
                </a:lnTo>
                <a:cubicBezTo>
                  <a:pt x="86887" y="185944"/>
                  <a:pt x="89353" y="180991"/>
                  <a:pt x="91914" y="179753"/>
                </a:cubicBezTo>
                <a:cubicBezTo>
                  <a:pt x="94475" y="179753"/>
                  <a:pt x="98270" y="180991"/>
                  <a:pt x="100831" y="184801"/>
                </a:cubicBezTo>
                <a:cubicBezTo>
                  <a:pt x="108514" y="196040"/>
                  <a:pt x="118758" y="228521"/>
                  <a:pt x="122552" y="241094"/>
                </a:cubicBezTo>
                <a:lnTo>
                  <a:pt x="122552" y="301387"/>
                </a:lnTo>
                <a:lnTo>
                  <a:pt x="76548" y="301387"/>
                </a:lnTo>
                <a:lnTo>
                  <a:pt x="76548" y="284813"/>
                </a:lnTo>
                <a:cubicBezTo>
                  <a:pt x="76548" y="283575"/>
                  <a:pt x="76548" y="281099"/>
                  <a:pt x="75315" y="279765"/>
                </a:cubicBezTo>
                <a:close/>
                <a:moveTo>
                  <a:pt x="137350" y="346154"/>
                </a:moveTo>
                <a:lnTo>
                  <a:pt x="60992" y="346154"/>
                </a:lnTo>
                <a:lnTo>
                  <a:pt x="60992" y="316246"/>
                </a:lnTo>
                <a:lnTo>
                  <a:pt x="137350" y="316246"/>
                </a:lnTo>
                <a:lnTo>
                  <a:pt x="137350" y="346154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2" name="Graphic 291">
            <a:extLst>
              <a:ext uri="{FF2B5EF4-FFF2-40B4-BE49-F238E27FC236}">
                <a16:creationId xmlns:a16="http://schemas.microsoft.com/office/drawing/2014/main" id="{3997AF22-39D0-F388-CD67-DE0AE14993DA}"/>
              </a:ext>
            </a:extLst>
          </p:cNvPr>
          <p:cNvSpPr/>
          <p:nvPr/>
        </p:nvSpPr>
        <p:spPr>
          <a:xfrm>
            <a:off x="4590828" y="3482825"/>
            <a:ext cx="492125" cy="483734"/>
          </a:xfrm>
          <a:custGeom>
            <a:avLst/>
            <a:gdLst>
              <a:gd name="connsiteX0" fmla="*/ 289781 w 367372"/>
              <a:gd name="connsiteY0" fmla="*/ 73454 h 361108"/>
              <a:gd name="connsiteX1" fmla="*/ 289781 w 367372"/>
              <a:gd name="connsiteY1" fmla="*/ 63452 h 361108"/>
              <a:gd name="connsiteX2" fmla="*/ 245105 w 367372"/>
              <a:gd name="connsiteY2" fmla="*/ 4969 h 361108"/>
              <a:gd name="connsiteX3" fmla="*/ 240172 w 367372"/>
              <a:gd name="connsiteY3" fmla="*/ 302 h 361108"/>
              <a:gd name="connsiteX4" fmla="*/ 234102 w 367372"/>
              <a:gd name="connsiteY4" fmla="*/ 778 h 361108"/>
              <a:gd name="connsiteX5" fmla="*/ 133745 w 367372"/>
              <a:gd name="connsiteY5" fmla="*/ 778 h 361108"/>
              <a:gd name="connsiteX6" fmla="*/ 128813 w 367372"/>
              <a:gd name="connsiteY6" fmla="*/ 302 h 361108"/>
              <a:gd name="connsiteX7" fmla="*/ 125398 w 367372"/>
              <a:gd name="connsiteY7" fmla="*/ 2492 h 361108"/>
              <a:gd name="connsiteX8" fmla="*/ 123880 w 367372"/>
              <a:gd name="connsiteY8" fmla="*/ 3254 h 361108"/>
              <a:gd name="connsiteX9" fmla="*/ 77971 w 367372"/>
              <a:gd name="connsiteY9" fmla="*/ 63357 h 361108"/>
              <a:gd name="connsiteX10" fmla="*/ 77591 w 367372"/>
              <a:gd name="connsiteY10" fmla="*/ 64500 h 361108"/>
              <a:gd name="connsiteX11" fmla="*/ 76737 w 367372"/>
              <a:gd name="connsiteY11" fmla="*/ 68215 h 361108"/>
              <a:gd name="connsiteX12" fmla="*/ 80152 w 367372"/>
              <a:gd name="connsiteY12" fmla="*/ 74311 h 361108"/>
              <a:gd name="connsiteX13" fmla="*/ 177378 w 367372"/>
              <a:gd name="connsiteY13" fmla="*/ 184420 h 361108"/>
              <a:gd name="connsiteX14" fmla="*/ 183449 w 367372"/>
              <a:gd name="connsiteY14" fmla="*/ 188516 h 361108"/>
              <a:gd name="connsiteX15" fmla="*/ 183829 w 367372"/>
              <a:gd name="connsiteY15" fmla="*/ 188516 h 361108"/>
              <a:gd name="connsiteX16" fmla="*/ 183923 w 367372"/>
              <a:gd name="connsiteY16" fmla="*/ 188516 h 361108"/>
              <a:gd name="connsiteX17" fmla="*/ 184208 w 367372"/>
              <a:gd name="connsiteY17" fmla="*/ 188516 h 361108"/>
              <a:gd name="connsiteX18" fmla="*/ 184967 w 367372"/>
              <a:gd name="connsiteY18" fmla="*/ 188516 h 361108"/>
              <a:gd name="connsiteX19" fmla="*/ 189615 w 367372"/>
              <a:gd name="connsiteY19" fmla="*/ 186420 h 361108"/>
              <a:gd name="connsiteX20" fmla="*/ 190279 w 367372"/>
              <a:gd name="connsiteY20" fmla="*/ 185944 h 361108"/>
              <a:gd name="connsiteX21" fmla="*/ 289781 w 367372"/>
              <a:gd name="connsiteY21" fmla="*/ 73168 h 361108"/>
              <a:gd name="connsiteX22" fmla="*/ 269198 w 367372"/>
              <a:gd name="connsiteY22" fmla="*/ 60595 h 361108"/>
              <a:gd name="connsiteX23" fmla="*/ 232204 w 367372"/>
              <a:gd name="connsiteY23" fmla="*/ 60595 h 361108"/>
              <a:gd name="connsiteX24" fmla="*/ 241216 w 367372"/>
              <a:gd name="connsiteY24" fmla="*/ 25352 h 361108"/>
              <a:gd name="connsiteX25" fmla="*/ 269198 w 367372"/>
              <a:gd name="connsiteY25" fmla="*/ 60595 h 361108"/>
              <a:gd name="connsiteX26" fmla="*/ 266447 w 367372"/>
              <a:gd name="connsiteY26" fmla="*/ 76216 h 361108"/>
              <a:gd name="connsiteX27" fmla="*/ 204222 w 367372"/>
              <a:gd name="connsiteY27" fmla="*/ 145939 h 361108"/>
              <a:gd name="connsiteX28" fmla="*/ 228031 w 367372"/>
              <a:gd name="connsiteY28" fmla="*/ 76216 h 361108"/>
              <a:gd name="connsiteX29" fmla="*/ 266447 w 367372"/>
              <a:gd name="connsiteY29" fmla="*/ 76216 h 361108"/>
              <a:gd name="connsiteX30" fmla="*/ 215795 w 367372"/>
              <a:gd name="connsiteY30" fmla="*/ 60595 h 361108"/>
              <a:gd name="connsiteX31" fmla="*/ 151673 w 367372"/>
              <a:gd name="connsiteY31" fmla="*/ 60595 h 361108"/>
              <a:gd name="connsiteX32" fmla="*/ 140385 w 367372"/>
              <a:gd name="connsiteY32" fmla="*/ 15923 h 361108"/>
              <a:gd name="connsiteX33" fmla="*/ 227272 w 367372"/>
              <a:gd name="connsiteY33" fmla="*/ 15923 h 361108"/>
              <a:gd name="connsiteX34" fmla="*/ 215795 w 367372"/>
              <a:gd name="connsiteY34" fmla="*/ 60595 h 361108"/>
              <a:gd name="connsiteX35" fmla="*/ 211052 w 367372"/>
              <a:gd name="connsiteY35" fmla="*/ 76216 h 361108"/>
              <a:gd name="connsiteX36" fmla="*/ 184113 w 367372"/>
              <a:gd name="connsiteY36" fmla="*/ 158036 h 361108"/>
              <a:gd name="connsiteX37" fmla="*/ 156510 w 367372"/>
              <a:gd name="connsiteY37" fmla="*/ 76216 h 361108"/>
              <a:gd name="connsiteX38" fmla="*/ 211052 w 367372"/>
              <a:gd name="connsiteY38" fmla="*/ 76216 h 361108"/>
              <a:gd name="connsiteX39" fmla="*/ 135453 w 367372"/>
              <a:gd name="connsiteY39" fmla="*/ 60595 h 361108"/>
              <a:gd name="connsiteX40" fmla="*/ 99692 w 367372"/>
              <a:gd name="connsiteY40" fmla="*/ 60595 h 361108"/>
              <a:gd name="connsiteX41" fmla="*/ 126631 w 367372"/>
              <a:gd name="connsiteY41" fmla="*/ 25638 h 361108"/>
              <a:gd name="connsiteX42" fmla="*/ 135453 w 367372"/>
              <a:gd name="connsiteY42" fmla="*/ 60595 h 361108"/>
              <a:gd name="connsiteX43" fmla="*/ 139626 w 367372"/>
              <a:gd name="connsiteY43" fmla="*/ 76216 h 361108"/>
              <a:gd name="connsiteX44" fmla="*/ 163909 w 367372"/>
              <a:gd name="connsiteY44" fmla="*/ 146034 h 361108"/>
              <a:gd name="connsiteX45" fmla="*/ 102443 w 367372"/>
              <a:gd name="connsiteY45" fmla="*/ 76216 h 361108"/>
              <a:gd name="connsiteX46" fmla="*/ 139531 w 367372"/>
              <a:gd name="connsiteY46" fmla="*/ 76216 h 361108"/>
              <a:gd name="connsiteX47" fmla="*/ 362250 w 367372"/>
              <a:gd name="connsiteY47" fmla="*/ 97266 h 361108"/>
              <a:gd name="connsiteX48" fmla="*/ 340529 w 367372"/>
              <a:gd name="connsiteY48" fmla="*/ 100981 h 361108"/>
              <a:gd name="connsiteX49" fmla="*/ 313685 w 367372"/>
              <a:gd name="connsiteY49" fmla="*/ 192230 h 361108"/>
              <a:gd name="connsiteX50" fmla="*/ 289402 w 367372"/>
              <a:gd name="connsiteY50" fmla="*/ 215948 h 361108"/>
              <a:gd name="connsiteX51" fmla="*/ 294524 w 367372"/>
              <a:gd name="connsiteY51" fmla="*/ 197183 h 361108"/>
              <a:gd name="connsiteX52" fmla="*/ 281719 w 367372"/>
              <a:gd name="connsiteY52" fmla="*/ 165941 h 361108"/>
              <a:gd name="connsiteX53" fmla="*/ 254875 w 367372"/>
              <a:gd name="connsiteY53" fmla="*/ 177181 h 361108"/>
              <a:gd name="connsiteX54" fmla="*/ 229359 w 367372"/>
              <a:gd name="connsiteY54" fmla="*/ 238427 h 361108"/>
              <a:gd name="connsiteX55" fmla="*/ 229359 w 367372"/>
              <a:gd name="connsiteY55" fmla="*/ 301196 h 361108"/>
              <a:gd name="connsiteX56" fmla="*/ 222340 w 367372"/>
              <a:gd name="connsiteY56" fmla="*/ 301196 h 361108"/>
              <a:gd name="connsiteX57" fmla="*/ 214656 w 367372"/>
              <a:gd name="connsiteY57" fmla="*/ 308626 h 361108"/>
              <a:gd name="connsiteX58" fmla="*/ 214656 w 367372"/>
              <a:gd name="connsiteY58" fmla="*/ 353393 h 361108"/>
              <a:gd name="connsiteX59" fmla="*/ 222340 w 367372"/>
              <a:gd name="connsiteY59" fmla="*/ 360823 h 361108"/>
              <a:gd name="connsiteX60" fmla="*/ 313969 w 367372"/>
              <a:gd name="connsiteY60" fmla="*/ 360823 h 361108"/>
              <a:gd name="connsiteX61" fmla="*/ 321653 w 367372"/>
              <a:gd name="connsiteY61" fmla="*/ 353393 h 361108"/>
              <a:gd name="connsiteX62" fmla="*/ 321653 w 367372"/>
              <a:gd name="connsiteY62" fmla="*/ 308626 h 361108"/>
              <a:gd name="connsiteX63" fmla="*/ 313969 w 367372"/>
              <a:gd name="connsiteY63" fmla="*/ 301196 h 361108"/>
              <a:gd name="connsiteX64" fmla="*/ 306002 w 367372"/>
              <a:gd name="connsiteY64" fmla="*/ 301196 h 361108"/>
              <a:gd name="connsiteX65" fmla="*/ 306002 w 367372"/>
              <a:gd name="connsiteY65" fmla="*/ 288433 h 361108"/>
              <a:gd name="connsiteX66" fmla="*/ 364811 w 367372"/>
              <a:gd name="connsiteY66" fmla="*/ 230902 h 361108"/>
              <a:gd name="connsiteX67" fmla="*/ 367373 w 367372"/>
              <a:gd name="connsiteY67" fmla="*/ 225854 h 361108"/>
              <a:gd name="connsiteX68" fmla="*/ 367373 w 367372"/>
              <a:gd name="connsiteY68" fmla="*/ 104600 h 361108"/>
              <a:gd name="connsiteX69" fmla="*/ 362250 w 367372"/>
              <a:gd name="connsiteY69" fmla="*/ 97076 h 361108"/>
              <a:gd name="connsiteX70" fmla="*/ 306381 w 367372"/>
              <a:gd name="connsiteY70" fmla="*/ 346154 h 361108"/>
              <a:gd name="connsiteX71" fmla="*/ 230023 w 367372"/>
              <a:gd name="connsiteY71" fmla="*/ 346154 h 361108"/>
              <a:gd name="connsiteX72" fmla="*/ 230023 w 367372"/>
              <a:gd name="connsiteY72" fmla="*/ 316246 h 361108"/>
              <a:gd name="connsiteX73" fmla="*/ 306381 w 367372"/>
              <a:gd name="connsiteY73" fmla="*/ 316246 h 361108"/>
              <a:gd name="connsiteX74" fmla="*/ 306381 w 367372"/>
              <a:gd name="connsiteY74" fmla="*/ 346154 h 361108"/>
              <a:gd name="connsiteX75" fmla="*/ 352006 w 367372"/>
              <a:gd name="connsiteY75" fmla="*/ 222234 h 361108"/>
              <a:gd name="connsiteX76" fmla="*/ 293196 w 367372"/>
              <a:gd name="connsiteY76" fmla="*/ 279765 h 361108"/>
              <a:gd name="connsiteX77" fmla="*/ 290635 w 367372"/>
              <a:gd name="connsiteY77" fmla="*/ 284813 h 361108"/>
              <a:gd name="connsiteX78" fmla="*/ 290635 w 367372"/>
              <a:gd name="connsiteY78" fmla="*/ 301387 h 361108"/>
              <a:gd name="connsiteX79" fmla="*/ 244630 w 367372"/>
              <a:gd name="connsiteY79" fmla="*/ 301387 h 361108"/>
              <a:gd name="connsiteX80" fmla="*/ 244630 w 367372"/>
              <a:gd name="connsiteY80" fmla="*/ 241094 h 361108"/>
              <a:gd name="connsiteX81" fmla="*/ 267585 w 367372"/>
              <a:gd name="connsiteY81" fmla="*/ 184801 h 361108"/>
              <a:gd name="connsiteX82" fmla="*/ 276502 w 367372"/>
              <a:gd name="connsiteY82" fmla="*/ 179753 h 361108"/>
              <a:gd name="connsiteX83" fmla="*/ 279063 w 367372"/>
              <a:gd name="connsiteY83" fmla="*/ 193469 h 361108"/>
              <a:gd name="connsiteX84" fmla="*/ 268818 w 367372"/>
              <a:gd name="connsiteY84" fmla="*/ 238522 h 361108"/>
              <a:gd name="connsiteX85" fmla="*/ 272613 w 367372"/>
              <a:gd name="connsiteY85" fmla="*/ 247285 h 361108"/>
              <a:gd name="connsiteX86" fmla="*/ 281529 w 367372"/>
              <a:gd name="connsiteY86" fmla="*/ 246047 h 361108"/>
              <a:gd name="connsiteX87" fmla="*/ 326205 w 367372"/>
              <a:gd name="connsiteY87" fmla="*/ 200993 h 361108"/>
              <a:gd name="connsiteX88" fmla="*/ 328767 w 367372"/>
              <a:gd name="connsiteY88" fmla="*/ 195945 h 361108"/>
              <a:gd name="connsiteX89" fmla="*/ 347927 w 367372"/>
              <a:gd name="connsiteY89" fmla="*/ 113459 h 361108"/>
              <a:gd name="connsiteX90" fmla="*/ 351721 w 367372"/>
              <a:gd name="connsiteY90" fmla="*/ 112220 h 361108"/>
              <a:gd name="connsiteX91" fmla="*/ 351721 w 367372"/>
              <a:gd name="connsiteY91" fmla="*/ 222234 h 361108"/>
              <a:gd name="connsiteX92" fmla="*/ 144938 w 367372"/>
              <a:gd name="connsiteY92" fmla="*/ 301292 h 361108"/>
              <a:gd name="connsiteX93" fmla="*/ 137919 w 367372"/>
              <a:gd name="connsiteY93" fmla="*/ 301292 h 361108"/>
              <a:gd name="connsiteX94" fmla="*/ 137919 w 367372"/>
              <a:gd name="connsiteY94" fmla="*/ 238522 h 361108"/>
              <a:gd name="connsiteX95" fmla="*/ 113636 w 367372"/>
              <a:gd name="connsiteY95" fmla="*/ 177276 h 361108"/>
              <a:gd name="connsiteX96" fmla="*/ 85559 w 367372"/>
              <a:gd name="connsiteY96" fmla="*/ 166037 h 361108"/>
              <a:gd name="connsiteX97" fmla="*/ 74082 w 367372"/>
              <a:gd name="connsiteY97" fmla="*/ 197279 h 361108"/>
              <a:gd name="connsiteX98" fmla="*/ 77876 w 367372"/>
              <a:gd name="connsiteY98" fmla="*/ 216043 h 361108"/>
              <a:gd name="connsiteX99" fmla="*/ 53593 w 367372"/>
              <a:gd name="connsiteY99" fmla="*/ 192326 h 361108"/>
              <a:gd name="connsiteX100" fmla="*/ 28077 w 367372"/>
              <a:gd name="connsiteY100" fmla="*/ 101076 h 361108"/>
              <a:gd name="connsiteX101" fmla="*/ 5122 w 367372"/>
              <a:gd name="connsiteY101" fmla="*/ 97361 h 361108"/>
              <a:gd name="connsiteX102" fmla="*/ 0 w 367372"/>
              <a:gd name="connsiteY102" fmla="*/ 104886 h 361108"/>
              <a:gd name="connsiteX103" fmla="*/ 0 w 367372"/>
              <a:gd name="connsiteY103" fmla="*/ 226139 h 361108"/>
              <a:gd name="connsiteX104" fmla="*/ 2561 w 367372"/>
              <a:gd name="connsiteY104" fmla="*/ 231188 h 361108"/>
              <a:gd name="connsiteX105" fmla="*/ 61371 w 367372"/>
              <a:gd name="connsiteY105" fmla="*/ 288719 h 361108"/>
              <a:gd name="connsiteX106" fmla="*/ 61371 w 367372"/>
              <a:gd name="connsiteY106" fmla="*/ 301482 h 361108"/>
              <a:gd name="connsiteX107" fmla="*/ 53403 w 367372"/>
              <a:gd name="connsiteY107" fmla="*/ 301482 h 361108"/>
              <a:gd name="connsiteX108" fmla="*/ 45720 w 367372"/>
              <a:gd name="connsiteY108" fmla="*/ 308912 h 361108"/>
              <a:gd name="connsiteX109" fmla="*/ 45720 w 367372"/>
              <a:gd name="connsiteY109" fmla="*/ 353679 h 361108"/>
              <a:gd name="connsiteX110" fmla="*/ 53403 w 367372"/>
              <a:gd name="connsiteY110" fmla="*/ 361109 h 361108"/>
              <a:gd name="connsiteX111" fmla="*/ 145033 w 367372"/>
              <a:gd name="connsiteY111" fmla="*/ 361109 h 361108"/>
              <a:gd name="connsiteX112" fmla="*/ 152716 w 367372"/>
              <a:gd name="connsiteY112" fmla="*/ 353679 h 361108"/>
              <a:gd name="connsiteX113" fmla="*/ 152716 w 367372"/>
              <a:gd name="connsiteY113" fmla="*/ 308912 h 361108"/>
              <a:gd name="connsiteX114" fmla="*/ 145033 w 367372"/>
              <a:gd name="connsiteY114" fmla="*/ 301482 h 361108"/>
              <a:gd name="connsiteX115" fmla="*/ 75410 w 367372"/>
              <a:gd name="connsiteY115" fmla="*/ 279765 h 361108"/>
              <a:gd name="connsiteX116" fmla="*/ 15366 w 367372"/>
              <a:gd name="connsiteY116" fmla="*/ 222234 h 361108"/>
              <a:gd name="connsiteX117" fmla="*/ 15366 w 367372"/>
              <a:gd name="connsiteY117" fmla="*/ 112220 h 361108"/>
              <a:gd name="connsiteX118" fmla="*/ 19161 w 367372"/>
              <a:gd name="connsiteY118" fmla="*/ 113459 h 361108"/>
              <a:gd name="connsiteX119" fmla="*/ 38321 w 367372"/>
              <a:gd name="connsiteY119" fmla="*/ 195945 h 361108"/>
              <a:gd name="connsiteX120" fmla="*/ 40882 w 367372"/>
              <a:gd name="connsiteY120" fmla="*/ 200993 h 361108"/>
              <a:gd name="connsiteX121" fmla="*/ 86887 w 367372"/>
              <a:gd name="connsiteY121" fmla="*/ 246047 h 361108"/>
              <a:gd name="connsiteX122" fmla="*/ 95803 w 367372"/>
              <a:gd name="connsiteY122" fmla="*/ 247285 h 361108"/>
              <a:gd name="connsiteX123" fmla="*/ 99598 w 367372"/>
              <a:gd name="connsiteY123" fmla="*/ 238522 h 361108"/>
              <a:gd name="connsiteX124" fmla="*/ 88120 w 367372"/>
              <a:gd name="connsiteY124" fmla="*/ 193469 h 361108"/>
              <a:gd name="connsiteX125" fmla="*/ 91914 w 367372"/>
              <a:gd name="connsiteY125" fmla="*/ 179753 h 361108"/>
              <a:gd name="connsiteX126" fmla="*/ 100831 w 367372"/>
              <a:gd name="connsiteY126" fmla="*/ 184801 h 361108"/>
              <a:gd name="connsiteX127" fmla="*/ 122552 w 367372"/>
              <a:gd name="connsiteY127" fmla="*/ 241094 h 361108"/>
              <a:gd name="connsiteX128" fmla="*/ 122552 w 367372"/>
              <a:gd name="connsiteY128" fmla="*/ 301387 h 361108"/>
              <a:gd name="connsiteX129" fmla="*/ 76548 w 367372"/>
              <a:gd name="connsiteY129" fmla="*/ 301387 h 361108"/>
              <a:gd name="connsiteX130" fmla="*/ 76548 w 367372"/>
              <a:gd name="connsiteY130" fmla="*/ 284813 h 361108"/>
              <a:gd name="connsiteX131" fmla="*/ 75315 w 367372"/>
              <a:gd name="connsiteY131" fmla="*/ 279765 h 361108"/>
              <a:gd name="connsiteX132" fmla="*/ 137350 w 367372"/>
              <a:gd name="connsiteY132" fmla="*/ 346154 h 361108"/>
              <a:gd name="connsiteX133" fmla="*/ 60992 w 367372"/>
              <a:gd name="connsiteY133" fmla="*/ 346154 h 361108"/>
              <a:gd name="connsiteX134" fmla="*/ 60992 w 367372"/>
              <a:gd name="connsiteY134" fmla="*/ 316246 h 361108"/>
              <a:gd name="connsiteX135" fmla="*/ 137350 w 367372"/>
              <a:gd name="connsiteY135" fmla="*/ 316246 h 361108"/>
              <a:gd name="connsiteX136" fmla="*/ 137350 w 367372"/>
              <a:gd name="connsiteY136" fmla="*/ 346154 h 361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</a:cxnLst>
            <a:rect l="l" t="t" r="r" b="b"/>
            <a:pathLst>
              <a:path w="367372" h="361108">
                <a:moveTo>
                  <a:pt x="289781" y="73454"/>
                </a:moveTo>
                <a:cubicBezTo>
                  <a:pt x="292342" y="69739"/>
                  <a:pt x="292342" y="65929"/>
                  <a:pt x="289781" y="63452"/>
                </a:cubicBezTo>
                <a:cubicBezTo>
                  <a:pt x="289781" y="63452"/>
                  <a:pt x="274889" y="43958"/>
                  <a:pt x="245105" y="4969"/>
                </a:cubicBezTo>
                <a:cubicBezTo>
                  <a:pt x="244346" y="2873"/>
                  <a:pt x="242544" y="1064"/>
                  <a:pt x="240172" y="302"/>
                </a:cubicBezTo>
                <a:cubicBezTo>
                  <a:pt x="237801" y="-270"/>
                  <a:pt x="235809" y="16"/>
                  <a:pt x="234102" y="778"/>
                </a:cubicBezTo>
                <a:lnTo>
                  <a:pt x="133745" y="778"/>
                </a:lnTo>
                <a:cubicBezTo>
                  <a:pt x="132228" y="16"/>
                  <a:pt x="130520" y="-270"/>
                  <a:pt x="128813" y="302"/>
                </a:cubicBezTo>
                <a:cubicBezTo>
                  <a:pt x="127485" y="778"/>
                  <a:pt x="126441" y="1540"/>
                  <a:pt x="125398" y="2492"/>
                </a:cubicBezTo>
                <a:cubicBezTo>
                  <a:pt x="124924" y="2778"/>
                  <a:pt x="124544" y="2969"/>
                  <a:pt x="123880" y="3254"/>
                </a:cubicBezTo>
                <a:lnTo>
                  <a:pt x="77971" y="63357"/>
                </a:lnTo>
                <a:cubicBezTo>
                  <a:pt x="77971" y="63357"/>
                  <a:pt x="77686" y="64119"/>
                  <a:pt x="77591" y="64500"/>
                </a:cubicBezTo>
                <a:cubicBezTo>
                  <a:pt x="77022" y="65548"/>
                  <a:pt x="76737" y="66786"/>
                  <a:pt x="76737" y="68215"/>
                </a:cubicBezTo>
                <a:cubicBezTo>
                  <a:pt x="76737" y="70596"/>
                  <a:pt x="78255" y="72787"/>
                  <a:pt x="80152" y="74311"/>
                </a:cubicBezTo>
                <a:cubicBezTo>
                  <a:pt x="83472" y="78121"/>
                  <a:pt x="99598" y="96314"/>
                  <a:pt x="177378" y="184420"/>
                </a:cubicBezTo>
                <a:cubicBezTo>
                  <a:pt x="178137" y="186611"/>
                  <a:pt x="181173" y="188516"/>
                  <a:pt x="183449" y="188516"/>
                </a:cubicBezTo>
                <a:cubicBezTo>
                  <a:pt x="183544" y="188516"/>
                  <a:pt x="183639" y="188516"/>
                  <a:pt x="183829" y="188516"/>
                </a:cubicBezTo>
                <a:cubicBezTo>
                  <a:pt x="183829" y="188516"/>
                  <a:pt x="183829" y="188516"/>
                  <a:pt x="183923" y="188516"/>
                </a:cubicBezTo>
                <a:cubicBezTo>
                  <a:pt x="184018" y="188516"/>
                  <a:pt x="184113" y="188516"/>
                  <a:pt x="184208" y="188516"/>
                </a:cubicBezTo>
                <a:cubicBezTo>
                  <a:pt x="184493" y="188516"/>
                  <a:pt x="184682" y="188516"/>
                  <a:pt x="184967" y="188516"/>
                </a:cubicBezTo>
                <a:cubicBezTo>
                  <a:pt x="186484" y="188516"/>
                  <a:pt x="188287" y="187658"/>
                  <a:pt x="189615" y="186420"/>
                </a:cubicBezTo>
                <a:cubicBezTo>
                  <a:pt x="189804" y="186230"/>
                  <a:pt x="190184" y="186134"/>
                  <a:pt x="190279" y="185944"/>
                </a:cubicBezTo>
                <a:lnTo>
                  <a:pt x="289781" y="73168"/>
                </a:lnTo>
                <a:close/>
                <a:moveTo>
                  <a:pt x="269198" y="60595"/>
                </a:moveTo>
                <a:lnTo>
                  <a:pt x="232204" y="60595"/>
                </a:lnTo>
                <a:cubicBezTo>
                  <a:pt x="233817" y="54404"/>
                  <a:pt x="236568" y="43640"/>
                  <a:pt x="241216" y="25352"/>
                </a:cubicBezTo>
                <a:cubicBezTo>
                  <a:pt x="246338" y="31734"/>
                  <a:pt x="254875" y="42593"/>
                  <a:pt x="269198" y="60595"/>
                </a:cubicBezTo>
                <a:close/>
                <a:moveTo>
                  <a:pt x="266447" y="76216"/>
                </a:moveTo>
                <a:cubicBezTo>
                  <a:pt x="258005" y="85741"/>
                  <a:pt x="240362" y="105362"/>
                  <a:pt x="204222" y="145939"/>
                </a:cubicBezTo>
                <a:cubicBezTo>
                  <a:pt x="209629" y="130223"/>
                  <a:pt x="217217" y="107839"/>
                  <a:pt x="228031" y="76216"/>
                </a:cubicBezTo>
                <a:lnTo>
                  <a:pt x="266447" y="76216"/>
                </a:lnTo>
                <a:close/>
                <a:moveTo>
                  <a:pt x="215795" y="60595"/>
                </a:moveTo>
                <a:lnTo>
                  <a:pt x="151673" y="60595"/>
                </a:lnTo>
                <a:cubicBezTo>
                  <a:pt x="150250" y="54785"/>
                  <a:pt x="147120" y="42402"/>
                  <a:pt x="140385" y="15923"/>
                </a:cubicBezTo>
                <a:lnTo>
                  <a:pt x="227272" y="15923"/>
                </a:lnTo>
                <a:cubicBezTo>
                  <a:pt x="225280" y="23638"/>
                  <a:pt x="221770" y="37259"/>
                  <a:pt x="215795" y="60595"/>
                </a:cubicBezTo>
                <a:close/>
                <a:moveTo>
                  <a:pt x="211052" y="76216"/>
                </a:moveTo>
                <a:cubicBezTo>
                  <a:pt x="207353" y="87360"/>
                  <a:pt x="199764" y="110411"/>
                  <a:pt x="184113" y="158036"/>
                </a:cubicBezTo>
                <a:cubicBezTo>
                  <a:pt x="179181" y="143462"/>
                  <a:pt x="170833" y="118602"/>
                  <a:pt x="156510" y="76216"/>
                </a:cubicBezTo>
                <a:lnTo>
                  <a:pt x="211052" y="76216"/>
                </a:lnTo>
                <a:close/>
                <a:moveTo>
                  <a:pt x="135453" y="60595"/>
                </a:moveTo>
                <a:lnTo>
                  <a:pt x="99692" y="60595"/>
                </a:lnTo>
                <a:lnTo>
                  <a:pt x="126631" y="25638"/>
                </a:lnTo>
                <a:cubicBezTo>
                  <a:pt x="128528" y="33258"/>
                  <a:pt x="131374" y="44307"/>
                  <a:pt x="135453" y="60595"/>
                </a:cubicBezTo>
                <a:close/>
                <a:moveTo>
                  <a:pt x="139626" y="76216"/>
                </a:moveTo>
                <a:cubicBezTo>
                  <a:pt x="142282" y="83836"/>
                  <a:pt x="148637" y="102124"/>
                  <a:pt x="163909" y="146034"/>
                </a:cubicBezTo>
                <a:cubicBezTo>
                  <a:pt x="151957" y="132509"/>
                  <a:pt x="132986" y="110887"/>
                  <a:pt x="102443" y="76216"/>
                </a:cubicBezTo>
                <a:lnTo>
                  <a:pt x="139531" y="76216"/>
                </a:lnTo>
                <a:close/>
                <a:moveTo>
                  <a:pt x="362250" y="97266"/>
                </a:moveTo>
                <a:cubicBezTo>
                  <a:pt x="361017" y="97266"/>
                  <a:pt x="350773" y="93551"/>
                  <a:pt x="340529" y="100981"/>
                </a:cubicBezTo>
                <a:cubicBezTo>
                  <a:pt x="322601" y="113459"/>
                  <a:pt x="315013" y="143462"/>
                  <a:pt x="313685" y="192230"/>
                </a:cubicBezTo>
                <a:lnTo>
                  <a:pt x="289402" y="215948"/>
                </a:lnTo>
                <a:lnTo>
                  <a:pt x="294524" y="197183"/>
                </a:lnTo>
                <a:cubicBezTo>
                  <a:pt x="298318" y="180896"/>
                  <a:pt x="290730" y="169656"/>
                  <a:pt x="281719" y="165941"/>
                </a:cubicBezTo>
                <a:cubicBezTo>
                  <a:pt x="274035" y="163465"/>
                  <a:pt x="262558" y="164703"/>
                  <a:pt x="254875" y="177181"/>
                </a:cubicBezTo>
                <a:cubicBezTo>
                  <a:pt x="243397" y="193469"/>
                  <a:pt x="230592" y="235950"/>
                  <a:pt x="229359" y="238427"/>
                </a:cubicBezTo>
                <a:lnTo>
                  <a:pt x="229359" y="301196"/>
                </a:lnTo>
                <a:lnTo>
                  <a:pt x="222340" y="301196"/>
                </a:lnTo>
                <a:cubicBezTo>
                  <a:pt x="218545" y="301196"/>
                  <a:pt x="214656" y="303673"/>
                  <a:pt x="214656" y="308626"/>
                </a:cubicBezTo>
                <a:lnTo>
                  <a:pt x="214656" y="353393"/>
                </a:lnTo>
                <a:cubicBezTo>
                  <a:pt x="214656" y="357108"/>
                  <a:pt x="218451" y="360823"/>
                  <a:pt x="222340" y="360823"/>
                </a:cubicBezTo>
                <a:lnTo>
                  <a:pt x="313969" y="360823"/>
                </a:lnTo>
                <a:cubicBezTo>
                  <a:pt x="319091" y="360823"/>
                  <a:pt x="321653" y="357108"/>
                  <a:pt x="321653" y="353393"/>
                </a:cubicBezTo>
                <a:lnTo>
                  <a:pt x="321653" y="308626"/>
                </a:lnTo>
                <a:cubicBezTo>
                  <a:pt x="321653" y="303673"/>
                  <a:pt x="319091" y="301196"/>
                  <a:pt x="313969" y="301196"/>
                </a:cubicBezTo>
                <a:lnTo>
                  <a:pt x="306002" y="301196"/>
                </a:lnTo>
                <a:lnTo>
                  <a:pt x="306002" y="288433"/>
                </a:lnTo>
                <a:cubicBezTo>
                  <a:pt x="316246" y="278432"/>
                  <a:pt x="354567" y="240903"/>
                  <a:pt x="364811" y="230902"/>
                </a:cubicBezTo>
                <a:cubicBezTo>
                  <a:pt x="367373" y="229664"/>
                  <a:pt x="367373" y="227187"/>
                  <a:pt x="367373" y="225854"/>
                </a:cubicBezTo>
                <a:lnTo>
                  <a:pt x="367373" y="104600"/>
                </a:lnTo>
                <a:cubicBezTo>
                  <a:pt x="367373" y="100886"/>
                  <a:pt x="366139" y="98314"/>
                  <a:pt x="362250" y="97076"/>
                </a:cubicBezTo>
                <a:close/>
                <a:moveTo>
                  <a:pt x="306381" y="346154"/>
                </a:moveTo>
                <a:lnTo>
                  <a:pt x="230023" y="346154"/>
                </a:lnTo>
                <a:lnTo>
                  <a:pt x="230023" y="316246"/>
                </a:lnTo>
                <a:lnTo>
                  <a:pt x="306381" y="316246"/>
                </a:lnTo>
                <a:lnTo>
                  <a:pt x="306381" y="346154"/>
                </a:lnTo>
                <a:close/>
                <a:moveTo>
                  <a:pt x="352006" y="222234"/>
                </a:moveTo>
                <a:cubicBezTo>
                  <a:pt x="336640" y="237188"/>
                  <a:pt x="293196" y="279765"/>
                  <a:pt x="293196" y="279765"/>
                </a:cubicBezTo>
                <a:cubicBezTo>
                  <a:pt x="291963" y="281004"/>
                  <a:pt x="290635" y="283480"/>
                  <a:pt x="290635" y="284813"/>
                </a:cubicBezTo>
                <a:lnTo>
                  <a:pt x="290635" y="301387"/>
                </a:lnTo>
                <a:lnTo>
                  <a:pt x="244630" y="301387"/>
                </a:lnTo>
                <a:lnTo>
                  <a:pt x="244630" y="241094"/>
                </a:lnTo>
                <a:cubicBezTo>
                  <a:pt x="248425" y="228616"/>
                  <a:pt x="259997" y="197374"/>
                  <a:pt x="267585" y="184801"/>
                </a:cubicBezTo>
                <a:cubicBezTo>
                  <a:pt x="270146" y="181086"/>
                  <a:pt x="272707" y="179753"/>
                  <a:pt x="276502" y="179753"/>
                </a:cubicBezTo>
                <a:cubicBezTo>
                  <a:pt x="279063" y="180991"/>
                  <a:pt x="280296" y="186039"/>
                  <a:pt x="279063" y="193469"/>
                </a:cubicBezTo>
                <a:lnTo>
                  <a:pt x="268818" y="238522"/>
                </a:lnTo>
                <a:cubicBezTo>
                  <a:pt x="267585" y="242237"/>
                  <a:pt x="268818" y="244808"/>
                  <a:pt x="272613" y="247285"/>
                </a:cubicBezTo>
                <a:cubicBezTo>
                  <a:pt x="275174" y="248523"/>
                  <a:pt x="278968" y="247285"/>
                  <a:pt x="281529" y="246047"/>
                </a:cubicBezTo>
                <a:lnTo>
                  <a:pt x="326205" y="200993"/>
                </a:lnTo>
                <a:cubicBezTo>
                  <a:pt x="328767" y="199755"/>
                  <a:pt x="328767" y="197279"/>
                  <a:pt x="328767" y="195945"/>
                </a:cubicBezTo>
                <a:cubicBezTo>
                  <a:pt x="328767" y="137176"/>
                  <a:pt x="341572" y="119650"/>
                  <a:pt x="347927" y="113459"/>
                </a:cubicBezTo>
                <a:cubicBezTo>
                  <a:pt x="349160" y="113459"/>
                  <a:pt x="350488" y="112220"/>
                  <a:pt x="351721" y="112220"/>
                </a:cubicBezTo>
                <a:lnTo>
                  <a:pt x="351721" y="222234"/>
                </a:lnTo>
                <a:close/>
                <a:moveTo>
                  <a:pt x="144938" y="301292"/>
                </a:moveTo>
                <a:lnTo>
                  <a:pt x="137919" y="301292"/>
                </a:lnTo>
                <a:lnTo>
                  <a:pt x="137919" y="238522"/>
                </a:lnTo>
                <a:cubicBezTo>
                  <a:pt x="137919" y="236045"/>
                  <a:pt x="123880" y="193469"/>
                  <a:pt x="113636" y="177276"/>
                </a:cubicBezTo>
                <a:cubicBezTo>
                  <a:pt x="105953" y="164798"/>
                  <a:pt x="94475" y="163560"/>
                  <a:pt x="85559" y="166037"/>
                </a:cubicBezTo>
                <a:cubicBezTo>
                  <a:pt x="76643" y="169751"/>
                  <a:pt x="70193" y="181086"/>
                  <a:pt x="74082" y="197279"/>
                </a:cubicBezTo>
                <a:lnTo>
                  <a:pt x="77876" y="216043"/>
                </a:lnTo>
                <a:lnTo>
                  <a:pt x="53593" y="192326"/>
                </a:lnTo>
                <a:cubicBezTo>
                  <a:pt x="53593" y="143558"/>
                  <a:pt x="44677" y="113554"/>
                  <a:pt x="28077" y="101076"/>
                </a:cubicBezTo>
                <a:cubicBezTo>
                  <a:pt x="16600" y="93551"/>
                  <a:pt x="6355" y="97361"/>
                  <a:pt x="5122" y="97361"/>
                </a:cubicBezTo>
                <a:cubicBezTo>
                  <a:pt x="2561" y="98600"/>
                  <a:pt x="0" y="101076"/>
                  <a:pt x="0" y="104886"/>
                </a:cubicBezTo>
                <a:lnTo>
                  <a:pt x="0" y="226139"/>
                </a:lnTo>
                <a:cubicBezTo>
                  <a:pt x="0" y="227378"/>
                  <a:pt x="1233" y="229854"/>
                  <a:pt x="2561" y="231188"/>
                </a:cubicBezTo>
                <a:cubicBezTo>
                  <a:pt x="16600" y="242427"/>
                  <a:pt x="52360" y="278717"/>
                  <a:pt x="61371" y="288719"/>
                </a:cubicBezTo>
                <a:lnTo>
                  <a:pt x="61371" y="301482"/>
                </a:lnTo>
                <a:lnTo>
                  <a:pt x="53403" y="301482"/>
                </a:lnTo>
                <a:cubicBezTo>
                  <a:pt x="49609" y="301482"/>
                  <a:pt x="45720" y="303959"/>
                  <a:pt x="45720" y="308912"/>
                </a:cubicBezTo>
                <a:lnTo>
                  <a:pt x="45720" y="353679"/>
                </a:lnTo>
                <a:cubicBezTo>
                  <a:pt x="45720" y="357394"/>
                  <a:pt x="49514" y="361109"/>
                  <a:pt x="53403" y="361109"/>
                </a:cubicBezTo>
                <a:lnTo>
                  <a:pt x="145033" y="361109"/>
                </a:lnTo>
                <a:cubicBezTo>
                  <a:pt x="150155" y="361109"/>
                  <a:pt x="152716" y="357394"/>
                  <a:pt x="152716" y="353679"/>
                </a:cubicBezTo>
                <a:lnTo>
                  <a:pt x="152716" y="308912"/>
                </a:lnTo>
                <a:cubicBezTo>
                  <a:pt x="152716" y="303959"/>
                  <a:pt x="150155" y="301482"/>
                  <a:pt x="145033" y="301482"/>
                </a:cubicBezTo>
                <a:close/>
                <a:moveTo>
                  <a:pt x="75410" y="279765"/>
                </a:moveTo>
                <a:cubicBezTo>
                  <a:pt x="72848" y="278527"/>
                  <a:pt x="33294" y="237284"/>
                  <a:pt x="15366" y="222234"/>
                </a:cubicBezTo>
                <a:lnTo>
                  <a:pt x="15366" y="112220"/>
                </a:lnTo>
                <a:cubicBezTo>
                  <a:pt x="16600" y="112220"/>
                  <a:pt x="17928" y="113459"/>
                  <a:pt x="19161" y="113459"/>
                </a:cubicBezTo>
                <a:cubicBezTo>
                  <a:pt x="26844" y="119745"/>
                  <a:pt x="38321" y="137176"/>
                  <a:pt x="38321" y="195945"/>
                </a:cubicBezTo>
                <a:cubicBezTo>
                  <a:pt x="38321" y="197183"/>
                  <a:pt x="39554" y="199660"/>
                  <a:pt x="40882" y="200993"/>
                </a:cubicBezTo>
                <a:lnTo>
                  <a:pt x="86887" y="246047"/>
                </a:lnTo>
                <a:cubicBezTo>
                  <a:pt x="89448" y="247285"/>
                  <a:pt x="92009" y="248523"/>
                  <a:pt x="95803" y="247285"/>
                </a:cubicBezTo>
                <a:cubicBezTo>
                  <a:pt x="98364" y="244808"/>
                  <a:pt x="99598" y="242332"/>
                  <a:pt x="99598" y="238522"/>
                </a:cubicBezTo>
                <a:lnTo>
                  <a:pt x="88120" y="193469"/>
                </a:lnTo>
                <a:cubicBezTo>
                  <a:pt x="86887" y="185944"/>
                  <a:pt x="89353" y="180991"/>
                  <a:pt x="91914" y="179753"/>
                </a:cubicBezTo>
                <a:cubicBezTo>
                  <a:pt x="94475" y="179753"/>
                  <a:pt x="98270" y="180991"/>
                  <a:pt x="100831" y="184801"/>
                </a:cubicBezTo>
                <a:cubicBezTo>
                  <a:pt x="108514" y="196040"/>
                  <a:pt x="118758" y="228521"/>
                  <a:pt x="122552" y="241094"/>
                </a:cubicBezTo>
                <a:lnTo>
                  <a:pt x="122552" y="301387"/>
                </a:lnTo>
                <a:lnTo>
                  <a:pt x="76548" y="301387"/>
                </a:lnTo>
                <a:lnTo>
                  <a:pt x="76548" y="284813"/>
                </a:lnTo>
                <a:cubicBezTo>
                  <a:pt x="76548" y="283575"/>
                  <a:pt x="76548" y="281099"/>
                  <a:pt x="75315" y="279765"/>
                </a:cubicBezTo>
                <a:close/>
                <a:moveTo>
                  <a:pt x="137350" y="346154"/>
                </a:moveTo>
                <a:lnTo>
                  <a:pt x="60992" y="346154"/>
                </a:lnTo>
                <a:lnTo>
                  <a:pt x="60992" y="316246"/>
                </a:lnTo>
                <a:lnTo>
                  <a:pt x="137350" y="316246"/>
                </a:lnTo>
                <a:lnTo>
                  <a:pt x="137350" y="346154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5" name="Graphic 303">
            <a:extLst>
              <a:ext uri="{FF2B5EF4-FFF2-40B4-BE49-F238E27FC236}">
                <a16:creationId xmlns:a16="http://schemas.microsoft.com/office/drawing/2014/main" id="{522922DC-CFB5-880C-E29D-D8D47B5E10AF}"/>
              </a:ext>
            </a:extLst>
          </p:cNvPr>
          <p:cNvSpPr/>
          <p:nvPr/>
        </p:nvSpPr>
        <p:spPr>
          <a:xfrm>
            <a:off x="3788352" y="731822"/>
            <a:ext cx="540989" cy="544633"/>
          </a:xfrm>
          <a:custGeom>
            <a:avLst/>
            <a:gdLst>
              <a:gd name="connsiteX0" fmla="*/ 204033 w 407780"/>
              <a:gd name="connsiteY0" fmla="*/ 213551 h 410527"/>
              <a:gd name="connsiteX1" fmla="*/ 195496 w 407780"/>
              <a:gd name="connsiteY1" fmla="*/ 204978 h 410527"/>
              <a:gd name="connsiteX2" fmla="*/ 42400 w 407780"/>
              <a:gd name="connsiteY2" fmla="*/ 204978 h 410527"/>
              <a:gd name="connsiteX3" fmla="*/ 16884 w 407780"/>
              <a:gd name="connsiteY3" fmla="*/ 179356 h 410527"/>
              <a:gd name="connsiteX4" fmla="*/ 16884 w 407780"/>
              <a:gd name="connsiteY4" fmla="*/ 68390 h 410527"/>
              <a:gd name="connsiteX5" fmla="*/ 289023 w 407780"/>
              <a:gd name="connsiteY5" fmla="*/ 68390 h 410527"/>
              <a:gd name="connsiteX6" fmla="*/ 289023 w 407780"/>
              <a:gd name="connsiteY6" fmla="*/ 111062 h 410527"/>
              <a:gd name="connsiteX7" fmla="*/ 297559 w 407780"/>
              <a:gd name="connsiteY7" fmla="*/ 119634 h 410527"/>
              <a:gd name="connsiteX8" fmla="*/ 306096 w 407780"/>
              <a:gd name="connsiteY8" fmla="*/ 111062 h 410527"/>
              <a:gd name="connsiteX9" fmla="*/ 306096 w 407780"/>
              <a:gd name="connsiteY9" fmla="*/ 42672 h 410527"/>
              <a:gd name="connsiteX10" fmla="*/ 263601 w 407780"/>
              <a:gd name="connsiteY10" fmla="*/ 0 h 410527"/>
              <a:gd name="connsiteX11" fmla="*/ 42495 w 407780"/>
              <a:gd name="connsiteY11" fmla="*/ 0 h 410527"/>
              <a:gd name="connsiteX12" fmla="*/ 0 w 407780"/>
              <a:gd name="connsiteY12" fmla="*/ 42672 h 410527"/>
              <a:gd name="connsiteX13" fmla="*/ 0 w 407780"/>
              <a:gd name="connsiteY13" fmla="*/ 179356 h 410527"/>
              <a:gd name="connsiteX14" fmla="*/ 42495 w 407780"/>
              <a:gd name="connsiteY14" fmla="*/ 222028 h 410527"/>
              <a:gd name="connsiteX15" fmla="*/ 195591 w 407780"/>
              <a:gd name="connsiteY15" fmla="*/ 222028 h 410527"/>
              <a:gd name="connsiteX16" fmla="*/ 204128 w 407780"/>
              <a:gd name="connsiteY16" fmla="*/ 213455 h 410527"/>
              <a:gd name="connsiteX17" fmla="*/ 42495 w 407780"/>
              <a:gd name="connsiteY17" fmla="*/ 17145 h 410527"/>
              <a:gd name="connsiteX18" fmla="*/ 263601 w 407780"/>
              <a:gd name="connsiteY18" fmla="*/ 17145 h 410527"/>
              <a:gd name="connsiteX19" fmla="*/ 289117 w 407780"/>
              <a:gd name="connsiteY19" fmla="*/ 42767 h 410527"/>
              <a:gd name="connsiteX20" fmla="*/ 289117 w 407780"/>
              <a:gd name="connsiteY20" fmla="*/ 51626 h 410527"/>
              <a:gd name="connsiteX21" fmla="*/ 16979 w 407780"/>
              <a:gd name="connsiteY21" fmla="*/ 51626 h 410527"/>
              <a:gd name="connsiteX22" fmla="*/ 16979 w 407780"/>
              <a:gd name="connsiteY22" fmla="*/ 42767 h 410527"/>
              <a:gd name="connsiteX23" fmla="*/ 42495 w 407780"/>
              <a:gd name="connsiteY23" fmla="*/ 17145 h 410527"/>
              <a:gd name="connsiteX24" fmla="*/ 144464 w 407780"/>
              <a:gd name="connsiteY24" fmla="*/ 103061 h 410527"/>
              <a:gd name="connsiteX25" fmla="*/ 58905 w 407780"/>
              <a:gd name="connsiteY25" fmla="*/ 103061 h 410527"/>
              <a:gd name="connsiteX26" fmla="*/ 50368 w 407780"/>
              <a:gd name="connsiteY26" fmla="*/ 94202 h 410527"/>
              <a:gd name="connsiteX27" fmla="*/ 58905 w 407780"/>
              <a:gd name="connsiteY27" fmla="*/ 85344 h 410527"/>
              <a:gd name="connsiteX28" fmla="*/ 144464 w 407780"/>
              <a:gd name="connsiteY28" fmla="*/ 85344 h 410527"/>
              <a:gd name="connsiteX29" fmla="*/ 153001 w 407780"/>
              <a:gd name="connsiteY29" fmla="*/ 94202 h 410527"/>
              <a:gd name="connsiteX30" fmla="*/ 144464 w 407780"/>
              <a:gd name="connsiteY30" fmla="*/ 103061 h 410527"/>
              <a:gd name="connsiteX31" fmla="*/ 263127 w 407780"/>
              <a:gd name="connsiteY31" fmla="*/ 85344 h 410527"/>
              <a:gd name="connsiteX32" fmla="*/ 271569 w 407780"/>
              <a:gd name="connsiteY32" fmla="*/ 94202 h 410527"/>
              <a:gd name="connsiteX33" fmla="*/ 263127 w 407780"/>
              <a:gd name="connsiteY33" fmla="*/ 103061 h 410527"/>
              <a:gd name="connsiteX34" fmla="*/ 229549 w 407780"/>
              <a:gd name="connsiteY34" fmla="*/ 103061 h 410527"/>
              <a:gd name="connsiteX35" fmla="*/ 221107 w 407780"/>
              <a:gd name="connsiteY35" fmla="*/ 94202 h 410527"/>
              <a:gd name="connsiteX36" fmla="*/ 229549 w 407780"/>
              <a:gd name="connsiteY36" fmla="*/ 85344 h 410527"/>
              <a:gd name="connsiteX37" fmla="*/ 263127 w 407780"/>
              <a:gd name="connsiteY37" fmla="*/ 85344 h 410527"/>
              <a:gd name="connsiteX38" fmla="*/ 109937 w 407780"/>
              <a:gd name="connsiteY38" fmla="*/ 120015 h 410527"/>
              <a:gd name="connsiteX39" fmla="*/ 118474 w 407780"/>
              <a:gd name="connsiteY39" fmla="*/ 128492 h 410527"/>
              <a:gd name="connsiteX40" fmla="*/ 109937 w 407780"/>
              <a:gd name="connsiteY40" fmla="*/ 136970 h 410527"/>
              <a:gd name="connsiteX41" fmla="*/ 58810 w 407780"/>
              <a:gd name="connsiteY41" fmla="*/ 136970 h 410527"/>
              <a:gd name="connsiteX42" fmla="*/ 50273 w 407780"/>
              <a:gd name="connsiteY42" fmla="*/ 128492 h 410527"/>
              <a:gd name="connsiteX43" fmla="*/ 58810 w 407780"/>
              <a:gd name="connsiteY43" fmla="*/ 120015 h 410527"/>
              <a:gd name="connsiteX44" fmla="*/ 109937 w 407780"/>
              <a:gd name="connsiteY44" fmla="*/ 120015 h 410527"/>
              <a:gd name="connsiteX45" fmla="*/ 297180 w 407780"/>
              <a:gd name="connsiteY45" fmla="*/ 188405 h 410527"/>
              <a:gd name="connsiteX46" fmla="*/ 186579 w 407780"/>
              <a:gd name="connsiteY46" fmla="*/ 299466 h 410527"/>
              <a:gd name="connsiteX47" fmla="*/ 297180 w 407780"/>
              <a:gd name="connsiteY47" fmla="*/ 410528 h 410527"/>
              <a:gd name="connsiteX48" fmla="*/ 407781 w 407780"/>
              <a:gd name="connsiteY48" fmla="*/ 299466 h 410527"/>
              <a:gd name="connsiteX49" fmla="*/ 297180 w 407780"/>
              <a:gd name="connsiteY49" fmla="*/ 188405 h 410527"/>
              <a:gd name="connsiteX50" fmla="*/ 203653 w 407780"/>
              <a:gd name="connsiteY50" fmla="*/ 299466 h 410527"/>
              <a:gd name="connsiteX51" fmla="*/ 297275 w 407780"/>
              <a:gd name="connsiteY51" fmla="*/ 205454 h 410527"/>
              <a:gd name="connsiteX52" fmla="*/ 357318 w 407780"/>
              <a:gd name="connsiteY52" fmla="*/ 227838 h 410527"/>
              <a:gd name="connsiteX53" fmla="*/ 225470 w 407780"/>
              <a:gd name="connsiteY53" fmla="*/ 360236 h 410527"/>
              <a:gd name="connsiteX54" fmla="*/ 203653 w 407780"/>
              <a:gd name="connsiteY54" fmla="*/ 299371 h 410527"/>
              <a:gd name="connsiteX55" fmla="*/ 297180 w 407780"/>
              <a:gd name="connsiteY55" fmla="*/ 393383 h 410527"/>
              <a:gd name="connsiteX56" fmla="*/ 236568 w 407780"/>
              <a:gd name="connsiteY56" fmla="*/ 371475 h 410527"/>
              <a:gd name="connsiteX57" fmla="*/ 368795 w 407780"/>
              <a:gd name="connsiteY57" fmla="*/ 239554 h 410527"/>
              <a:gd name="connsiteX58" fmla="*/ 390707 w 407780"/>
              <a:gd name="connsiteY58" fmla="*/ 299371 h 410527"/>
              <a:gd name="connsiteX59" fmla="*/ 297085 w 407780"/>
              <a:gd name="connsiteY59" fmla="*/ 393383 h 410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407780" h="410527">
                <a:moveTo>
                  <a:pt x="204033" y="213551"/>
                </a:moveTo>
                <a:cubicBezTo>
                  <a:pt x="204033" y="209264"/>
                  <a:pt x="199764" y="204978"/>
                  <a:pt x="195496" y="204978"/>
                </a:cubicBezTo>
                <a:lnTo>
                  <a:pt x="42400" y="204978"/>
                </a:lnTo>
                <a:cubicBezTo>
                  <a:pt x="28267" y="204978"/>
                  <a:pt x="16884" y="193548"/>
                  <a:pt x="16884" y="179356"/>
                </a:cubicBezTo>
                <a:lnTo>
                  <a:pt x="16884" y="68390"/>
                </a:lnTo>
                <a:lnTo>
                  <a:pt x="289023" y="68390"/>
                </a:lnTo>
                <a:lnTo>
                  <a:pt x="289023" y="111062"/>
                </a:lnTo>
                <a:cubicBezTo>
                  <a:pt x="289023" y="116776"/>
                  <a:pt x="291868" y="119634"/>
                  <a:pt x="297559" y="119634"/>
                </a:cubicBezTo>
                <a:cubicBezTo>
                  <a:pt x="301828" y="119634"/>
                  <a:pt x="306096" y="116776"/>
                  <a:pt x="306096" y="111062"/>
                </a:cubicBezTo>
                <a:lnTo>
                  <a:pt x="306096" y="42672"/>
                </a:lnTo>
                <a:cubicBezTo>
                  <a:pt x="306096" y="19907"/>
                  <a:pt x="286272" y="0"/>
                  <a:pt x="263601" y="0"/>
                </a:cubicBezTo>
                <a:lnTo>
                  <a:pt x="42495" y="0"/>
                </a:lnTo>
                <a:cubicBezTo>
                  <a:pt x="18402" y="0"/>
                  <a:pt x="0" y="19907"/>
                  <a:pt x="0" y="42672"/>
                </a:cubicBezTo>
                <a:lnTo>
                  <a:pt x="0" y="179356"/>
                </a:lnTo>
                <a:cubicBezTo>
                  <a:pt x="0" y="203549"/>
                  <a:pt x="18402" y="222028"/>
                  <a:pt x="42495" y="222028"/>
                </a:cubicBezTo>
                <a:lnTo>
                  <a:pt x="195591" y="222028"/>
                </a:lnTo>
                <a:cubicBezTo>
                  <a:pt x="199859" y="222028"/>
                  <a:pt x="204128" y="219170"/>
                  <a:pt x="204128" y="213455"/>
                </a:cubicBezTo>
                <a:close/>
                <a:moveTo>
                  <a:pt x="42495" y="17145"/>
                </a:moveTo>
                <a:lnTo>
                  <a:pt x="263601" y="17145"/>
                </a:lnTo>
                <a:cubicBezTo>
                  <a:pt x="277735" y="17145"/>
                  <a:pt x="289117" y="28575"/>
                  <a:pt x="289117" y="42767"/>
                </a:cubicBezTo>
                <a:lnTo>
                  <a:pt x="289117" y="51626"/>
                </a:lnTo>
                <a:lnTo>
                  <a:pt x="16979" y="51626"/>
                </a:lnTo>
                <a:lnTo>
                  <a:pt x="16979" y="42767"/>
                </a:lnTo>
                <a:cubicBezTo>
                  <a:pt x="16979" y="28575"/>
                  <a:pt x="28362" y="17145"/>
                  <a:pt x="42495" y="17145"/>
                </a:cubicBezTo>
                <a:close/>
                <a:moveTo>
                  <a:pt x="144464" y="103061"/>
                </a:moveTo>
                <a:lnTo>
                  <a:pt x="58905" y="103061"/>
                </a:lnTo>
                <a:cubicBezTo>
                  <a:pt x="53214" y="103061"/>
                  <a:pt x="50368" y="100108"/>
                  <a:pt x="50368" y="94202"/>
                </a:cubicBezTo>
                <a:cubicBezTo>
                  <a:pt x="50368" y="89726"/>
                  <a:pt x="53214" y="85344"/>
                  <a:pt x="58905" y="85344"/>
                </a:cubicBezTo>
                <a:lnTo>
                  <a:pt x="144464" y="85344"/>
                </a:lnTo>
                <a:cubicBezTo>
                  <a:pt x="148732" y="85344"/>
                  <a:pt x="153001" y="89821"/>
                  <a:pt x="153001" y="94202"/>
                </a:cubicBezTo>
                <a:cubicBezTo>
                  <a:pt x="153001" y="100108"/>
                  <a:pt x="148732" y="103061"/>
                  <a:pt x="144464" y="103061"/>
                </a:cubicBezTo>
                <a:close/>
                <a:moveTo>
                  <a:pt x="263127" y="85344"/>
                </a:moveTo>
                <a:cubicBezTo>
                  <a:pt x="267301" y="85344"/>
                  <a:pt x="271569" y="89821"/>
                  <a:pt x="271569" y="94202"/>
                </a:cubicBezTo>
                <a:cubicBezTo>
                  <a:pt x="271569" y="100108"/>
                  <a:pt x="267396" y="103061"/>
                  <a:pt x="263127" y="103061"/>
                </a:cubicBezTo>
                <a:lnTo>
                  <a:pt x="229549" y="103061"/>
                </a:lnTo>
                <a:cubicBezTo>
                  <a:pt x="223952" y="103061"/>
                  <a:pt x="221107" y="100108"/>
                  <a:pt x="221107" y="94202"/>
                </a:cubicBezTo>
                <a:cubicBezTo>
                  <a:pt x="221107" y="89726"/>
                  <a:pt x="223952" y="85344"/>
                  <a:pt x="229549" y="85344"/>
                </a:cubicBezTo>
                <a:lnTo>
                  <a:pt x="263127" y="85344"/>
                </a:lnTo>
                <a:close/>
                <a:moveTo>
                  <a:pt x="109937" y="120015"/>
                </a:moveTo>
                <a:cubicBezTo>
                  <a:pt x="114205" y="120015"/>
                  <a:pt x="118474" y="124206"/>
                  <a:pt x="118474" y="128492"/>
                </a:cubicBezTo>
                <a:cubicBezTo>
                  <a:pt x="118474" y="134112"/>
                  <a:pt x="114205" y="136970"/>
                  <a:pt x="109937" y="136970"/>
                </a:cubicBezTo>
                <a:lnTo>
                  <a:pt x="58810" y="136970"/>
                </a:lnTo>
                <a:cubicBezTo>
                  <a:pt x="53119" y="136970"/>
                  <a:pt x="50273" y="134112"/>
                  <a:pt x="50273" y="128492"/>
                </a:cubicBezTo>
                <a:cubicBezTo>
                  <a:pt x="50273" y="124301"/>
                  <a:pt x="53119" y="120015"/>
                  <a:pt x="58810" y="120015"/>
                </a:cubicBezTo>
                <a:lnTo>
                  <a:pt x="109937" y="120015"/>
                </a:lnTo>
                <a:close/>
                <a:moveTo>
                  <a:pt x="297180" y="188405"/>
                </a:moveTo>
                <a:cubicBezTo>
                  <a:pt x="236188" y="188405"/>
                  <a:pt x="186579" y="238220"/>
                  <a:pt x="186579" y="299466"/>
                </a:cubicBezTo>
                <a:cubicBezTo>
                  <a:pt x="186579" y="360712"/>
                  <a:pt x="236188" y="410528"/>
                  <a:pt x="297180" y="410528"/>
                </a:cubicBezTo>
                <a:cubicBezTo>
                  <a:pt x="358172" y="410528"/>
                  <a:pt x="407781" y="360712"/>
                  <a:pt x="407781" y="299466"/>
                </a:cubicBezTo>
                <a:cubicBezTo>
                  <a:pt x="407781" y="238220"/>
                  <a:pt x="358172" y="188405"/>
                  <a:pt x="297180" y="188405"/>
                </a:cubicBezTo>
                <a:close/>
                <a:moveTo>
                  <a:pt x="203653" y="299466"/>
                </a:moveTo>
                <a:cubicBezTo>
                  <a:pt x="203653" y="248222"/>
                  <a:pt x="244820" y="205454"/>
                  <a:pt x="297275" y="205454"/>
                </a:cubicBezTo>
                <a:cubicBezTo>
                  <a:pt x="320040" y="205454"/>
                  <a:pt x="341003" y="213932"/>
                  <a:pt x="357318" y="227838"/>
                </a:cubicBezTo>
                <a:lnTo>
                  <a:pt x="225470" y="360236"/>
                </a:lnTo>
                <a:cubicBezTo>
                  <a:pt x="211811" y="343948"/>
                  <a:pt x="203653" y="322802"/>
                  <a:pt x="203653" y="299371"/>
                </a:cubicBezTo>
                <a:close/>
                <a:moveTo>
                  <a:pt x="297180" y="393383"/>
                </a:moveTo>
                <a:cubicBezTo>
                  <a:pt x="273846" y="393383"/>
                  <a:pt x="252788" y="385191"/>
                  <a:pt x="236568" y="371475"/>
                </a:cubicBezTo>
                <a:lnTo>
                  <a:pt x="368795" y="239554"/>
                </a:lnTo>
                <a:cubicBezTo>
                  <a:pt x="382360" y="255937"/>
                  <a:pt x="390707" y="276797"/>
                  <a:pt x="390707" y="299371"/>
                </a:cubicBezTo>
                <a:cubicBezTo>
                  <a:pt x="390707" y="352044"/>
                  <a:pt x="348212" y="393383"/>
                  <a:pt x="297085" y="39338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6" name="Graphic 303">
            <a:extLst>
              <a:ext uri="{FF2B5EF4-FFF2-40B4-BE49-F238E27FC236}">
                <a16:creationId xmlns:a16="http://schemas.microsoft.com/office/drawing/2014/main" id="{12B5B36B-D06A-3A1E-3CC6-AFCCC57F5E26}"/>
              </a:ext>
            </a:extLst>
          </p:cNvPr>
          <p:cNvSpPr/>
          <p:nvPr/>
        </p:nvSpPr>
        <p:spPr>
          <a:xfrm>
            <a:off x="4568844" y="731822"/>
            <a:ext cx="540989" cy="544633"/>
          </a:xfrm>
          <a:custGeom>
            <a:avLst/>
            <a:gdLst>
              <a:gd name="connsiteX0" fmla="*/ 204033 w 407780"/>
              <a:gd name="connsiteY0" fmla="*/ 213551 h 410527"/>
              <a:gd name="connsiteX1" fmla="*/ 195496 w 407780"/>
              <a:gd name="connsiteY1" fmla="*/ 204978 h 410527"/>
              <a:gd name="connsiteX2" fmla="*/ 42400 w 407780"/>
              <a:gd name="connsiteY2" fmla="*/ 204978 h 410527"/>
              <a:gd name="connsiteX3" fmla="*/ 16884 w 407780"/>
              <a:gd name="connsiteY3" fmla="*/ 179356 h 410527"/>
              <a:gd name="connsiteX4" fmla="*/ 16884 w 407780"/>
              <a:gd name="connsiteY4" fmla="*/ 68390 h 410527"/>
              <a:gd name="connsiteX5" fmla="*/ 289023 w 407780"/>
              <a:gd name="connsiteY5" fmla="*/ 68390 h 410527"/>
              <a:gd name="connsiteX6" fmla="*/ 289023 w 407780"/>
              <a:gd name="connsiteY6" fmla="*/ 111062 h 410527"/>
              <a:gd name="connsiteX7" fmla="*/ 297559 w 407780"/>
              <a:gd name="connsiteY7" fmla="*/ 119634 h 410527"/>
              <a:gd name="connsiteX8" fmla="*/ 306096 w 407780"/>
              <a:gd name="connsiteY8" fmla="*/ 111062 h 410527"/>
              <a:gd name="connsiteX9" fmla="*/ 306096 w 407780"/>
              <a:gd name="connsiteY9" fmla="*/ 42672 h 410527"/>
              <a:gd name="connsiteX10" fmla="*/ 263601 w 407780"/>
              <a:gd name="connsiteY10" fmla="*/ 0 h 410527"/>
              <a:gd name="connsiteX11" fmla="*/ 42495 w 407780"/>
              <a:gd name="connsiteY11" fmla="*/ 0 h 410527"/>
              <a:gd name="connsiteX12" fmla="*/ 0 w 407780"/>
              <a:gd name="connsiteY12" fmla="*/ 42672 h 410527"/>
              <a:gd name="connsiteX13" fmla="*/ 0 w 407780"/>
              <a:gd name="connsiteY13" fmla="*/ 179356 h 410527"/>
              <a:gd name="connsiteX14" fmla="*/ 42495 w 407780"/>
              <a:gd name="connsiteY14" fmla="*/ 222028 h 410527"/>
              <a:gd name="connsiteX15" fmla="*/ 195591 w 407780"/>
              <a:gd name="connsiteY15" fmla="*/ 222028 h 410527"/>
              <a:gd name="connsiteX16" fmla="*/ 204128 w 407780"/>
              <a:gd name="connsiteY16" fmla="*/ 213455 h 410527"/>
              <a:gd name="connsiteX17" fmla="*/ 42495 w 407780"/>
              <a:gd name="connsiteY17" fmla="*/ 17145 h 410527"/>
              <a:gd name="connsiteX18" fmla="*/ 263601 w 407780"/>
              <a:gd name="connsiteY18" fmla="*/ 17145 h 410527"/>
              <a:gd name="connsiteX19" fmla="*/ 289117 w 407780"/>
              <a:gd name="connsiteY19" fmla="*/ 42767 h 410527"/>
              <a:gd name="connsiteX20" fmla="*/ 289117 w 407780"/>
              <a:gd name="connsiteY20" fmla="*/ 51626 h 410527"/>
              <a:gd name="connsiteX21" fmla="*/ 16979 w 407780"/>
              <a:gd name="connsiteY21" fmla="*/ 51626 h 410527"/>
              <a:gd name="connsiteX22" fmla="*/ 16979 w 407780"/>
              <a:gd name="connsiteY22" fmla="*/ 42767 h 410527"/>
              <a:gd name="connsiteX23" fmla="*/ 42495 w 407780"/>
              <a:gd name="connsiteY23" fmla="*/ 17145 h 410527"/>
              <a:gd name="connsiteX24" fmla="*/ 144464 w 407780"/>
              <a:gd name="connsiteY24" fmla="*/ 103061 h 410527"/>
              <a:gd name="connsiteX25" fmla="*/ 58905 w 407780"/>
              <a:gd name="connsiteY25" fmla="*/ 103061 h 410527"/>
              <a:gd name="connsiteX26" fmla="*/ 50368 w 407780"/>
              <a:gd name="connsiteY26" fmla="*/ 94202 h 410527"/>
              <a:gd name="connsiteX27" fmla="*/ 58905 w 407780"/>
              <a:gd name="connsiteY27" fmla="*/ 85344 h 410527"/>
              <a:gd name="connsiteX28" fmla="*/ 144464 w 407780"/>
              <a:gd name="connsiteY28" fmla="*/ 85344 h 410527"/>
              <a:gd name="connsiteX29" fmla="*/ 153001 w 407780"/>
              <a:gd name="connsiteY29" fmla="*/ 94202 h 410527"/>
              <a:gd name="connsiteX30" fmla="*/ 144464 w 407780"/>
              <a:gd name="connsiteY30" fmla="*/ 103061 h 410527"/>
              <a:gd name="connsiteX31" fmla="*/ 263127 w 407780"/>
              <a:gd name="connsiteY31" fmla="*/ 85344 h 410527"/>
              <a:gd name="connsiteX32" fmla="*/ 271569 w 407780"/>
              <a:gd name="connsiteY32" fmla="*/ 94202 h 410527"/>
              <a:gd name="connsiteX33" fmla="*/ 263127 w 407780"/>
              <a:gd name="connsiteY33" fmla="*/ 103061 h 410527"/>
              <a:gd name="connsiteX34" fmla="*/ 229549 w 407780"/>
              <a:gd name="connsiteY34" fmla="*/ 103061 h 410527"/>
              <a:gd name="connsiteX35" fmla="*/ 221107 w 407780"/>
              <a:gd name="connsiteY35" fmla="*/ 94202 h 410527"/>
              <a:gd name="connsiteX36" fmla="*/ 229549 w 407780"/>
              <a:gd name="connsiteY36" fmla="*/ 85344 h 410527"/>
              <a:gd name="connsiteX37" fmla="*/ 263127 w 407780"/>
              <a:gd name="connsiteY37" fmla="*/ 85344 h 410527"/>
              <a:gd name="connsiteX38" fmla="*/ 109937 w 407780"/>
              <a:gd name="connsiteY38" fmla="*/ 120015 h 410527"/>
              <a:gd name="connsiteX39" fmla="*/ 118474 w 407780"/>
              <a:gd name="connsiteY39" fmla="*/ 128492 h 410527"/>
              <a:gd name="connsiteX40" fmla="*/ 109937 w 407780"/>
              <a:gd name="connsiteY40" fmla="*/ 136970 h 410527"/>
              <a:gd name="connsiteX41" fmla="*/ 58810 w 407780"/>
              <a:gd name="connsiteY41" fmla="*/ 136970 h 410527"/>
              <a:gd name="connsiteX42" fmla="*/ 50273 w 407780"/>
              <a:gd name="connsiteY42" fmla="*/ 128492 h 410527"/>
              <a:gd name="connsiteX43" fmla="*/ 58810 w 407780"/>
              <a:gd name="connsiteY43" fmla="*/ 120015 h 410527"/>
              <a:gd name="connsiteX44" fmla="*/ 109937 w 407780"/>
              <a:gd name="connsiteY44" fmla="*/ 120015 h 410527"/>
              <a:gd name="connsiteX45" fmla="*/ 297180 w 407780"/>
              <a:gd name="connsiteY45" fmla="*/ 188405 h 410527"/>
              <a:gd name="connsiteX46" fmla="*/ 186579 w 407780"/>
              <a:gd name="connsiteY46" fmla="*/ 299466 h 410527"/>
              <a:gd name="connsiteX47" fmla="*/ 297180 w 407780"/>
              <a:gd name="connsiteY47" fmla="*/ 410528 h 410527"/>
              <a:gd name="connsiteX48" fmla="*/ 407781 w 407780"/>
              <a:gd name="connsiteY48" fmla="*/ 299466 h 410527"/>
              <a:gd name="connsiteX49" fmla="*/ 297180 w 407780"/>
              <a:gd name="connsiteY49" fmla="*/ 188405 h 410527"/>
              <a:gd name="connsiteX50" fmla="*/ 203653 w 407780"/>
              <a:gd name="connsiteY50" fmla="*/ 299466 h 410527"/>
              <a:gd name="connsiteX51" fmla="*/ 297275 w 407780"/>
              <a:gd name="connsiteY51" fmla="*/ 205454 h 410527"/>
              <a:gd name="connsiteX52" fmla="*/ 357318 w 407780"/>
              <a:gd name="connsiteY52" fmla="*/ 227838 h 410527"/>
              <a:gd name="connsiteX53" fmla="*/ 225470 w 407780"/>
              <a:gd name="connsiteY53" fmla="*/ 360236 h 410527"/>
              <a:gd name="connsiteX54" fmla="*/ 203653 w 407780"/>
              <a:gd name="connsiteY54" fmla="*/ 299371 h 410527"/>
              <a:gd name="connsiteX55" fmla="*/ 297180 w 407780"/>
              <a:gd name="connsiteY55" fmla="*/ 393383 h 410527"/>
              <a:gd name="connsiteX56" fmla="*/ 236568 w 407780"/>
              <a:gd name="connsiteY56" fmla="*/ 371475 h 410527"/>
              <a:gd name="connsiteX57" fmla="*/ 368795 w 407780"/>
              <a:gd name="connsiteY57" fmla="*/ 239554 h 410527"/>
              <a:gd name="connsiteX58" fmla="*/ 390707 w 407780"/>
              <a:gd name="connsiteY58" fmla="*/ 299371 h 410527"/>
              <a:gd name="connsiteX59" fmla="*/ 297085 w 407780"/>
              <a:gd name="connsiteY59" fmla="*/ 393383 h 410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407780" h="410527">
                <a:moveTo>
                  <a:pt x="204033" y="213551"/>
                </a:moveTo>
                <a:cubicBezTo>
                  <a:pt x="204033" y="209264"/>
                  <a:pt x="199764" y="204978"/>
                  <a:pt x="195496" y="204978"/>
                </a:cubicBezTo>
                <a:lnTo>
                  <a:pt x="42400" y="204978"/>
                </a:lnTo>
                <a:cubicBezTo>
                  <a:pt x="28267" y="204978"/>
                  <a:pt x="16884" y="193548"/>
                  <a:pt x="16884" y="179356"/>
                </a:cubicBezTo>
                <a:lnTo>
                  <a:pt x="16884" y="68390"/>
                </a:lnTo>
                <a:lnTo>
                  <a:pt x="289023" y="68390"/>
                </a:lnTo>
                <a:lnTo>
                  <a:pt x="289023" y="111062"/>
                </a:lnTo>
                <a:cubicBezTo>
                  <a:pt x="289023" y="116776"/>
                  <a:pt x="291868" y="119634"/>
                  <a:pt x="297559" y="119634"/>
                </a:cubicBezTo>
                <a:cubicBezTo>
                  <a:pt x="301828" y="119634"/>
                  <a:pt x="306096" y="116776"/>
                  <a:pt x="306096" y="111062"/>
                </a:cubicBezTo>
                <a:lnTo>
                  <a:pt x="306096" y="42672"/>
                </a:lnTo>
                <a:cubicBezTo>
                  <a:pt x="306096" y="19907"/>
                  <a:pt x="286272" y="0"/>
                  <a:pt x="263601" y="0"/>
                </a:cubicBezTo>
                <a:lnTo>
                  <a:pt x="42495" y="0"/>
                </a:lnTo>
                <a:cubicBezTo>
                  <a:pt x="18402" y="0"/>
                  <a:pt x="0" y="19907"/>
                  <a:pt x="0" y="42672"/>
                </a:cubicBezTo>
                <a:lnTo>
                  <a:pt x="0" y="179356"/>
                </a:lnTo>
                <a:cubicBezTo>
                  <a:pt x="0" y="203549"/>
                  <a:pt x="18402" y="222028"/>
                  <a:pt x="42495" y="222028"/>
                </a:cubicBezTo>
                <a:lnTo>
                  <a:pt x="195591" y="222028"/>
                </a:lnTo>
                <a:cubicBezTo>
                  <a:pt x="199859" y="222028"/>
                  <a:pt x="204128" y="219170"/>
                  <a:pt x="204128" y="213455"/>
                </a:cubicBezTo>
                <a:close/>
                <a:moveTo>
                  <a:pt x="42495" y="17145"/>
                </a:moveTo>
                <a:lnTo>
                  <a:pt x="263601" y="17145"/>
                </a:lnTo>
                <a:cubicBezTo>
                  <a:pt x="277735" y="17145"/>
                  <a:pt x="289117" y="28575"/>
                  <a:pt x="289117" y="42767"/>
                </a:cubicBezTo>
                <a:lnTo>
                  <a:pt x="289117" y="51626"/>
                </a:lnTo>
                <a:lnTo>
                  <a:pt x="16979" y="51626"/>
                </a:lnTo>
                <a:lnTo>
                  <a:pt x="16979" y="42767"/>
                </a:lnTo>
                <a:cubicBezTo>
                  <a:pt x="16979" y="28575"/>
                  <a:pt x="28362" y="17145"/>
                  <a:pt x="42495" y="17145"/>
                </a:cubicBezTo>
                <a:close/>
                <a:moveTo>
                  <a:pt x="144464" y="103061"/>
                </a:moveTo>
                <a:lnTo>
                  <a:pt x="58905" y="103061"/>
                </a:lnTo>
                <a:cubicBezTo>
                  <a:pt x="53214" y="103061"/>
                  <a:pt x="50368" y="100108"/>
                  <a:pt x="50368" y="94202"/>
                </a:cubicBezTo>
                <a:cubicBezTo>
                  <a:pt x="50368" y="89726"/>
                  <a:pt x="53214" y="85344"/>
                  <a:pt x="58905" y="85344"/>
                </a:cubicBezTo>
                <a:lnTo>
                  <a:pt x="144464" y="85344"/>
                </a:lnTo>
                <a:cubicBezTo>
                  <a:pt x="148732" y="85344"/>
                  <a:pt x="153001" y="89821"/>
                  <a:pt x="153001" y="94202"/>
                </a:cubicBezTo>
                <a:cubicBezTo>
                  <a:pt x="153001" y="100108"/>
                  <a:pt x="148732" y="103061"/>
                  <a:pt x="144464" y="103061"/>
                </a:cubicBezTo>
                <a:close/>
                <a:moveTo>
                  <a:pt x="263127" y="85344"/>
                </a:moveTo>
                <a:cubicBezTo>
                  <a:pt x="267301" y="85344"/>
                  <a:pt x="271569" y="89821"/>
                  <a:pt x="271569" y="94202"/>
                </a:cubicBezTo>
                <a:cubicBezTo>
                  <a:pt x="271569" y="100108"/>
                  <a:pt x="267396" y="103061"/>
                  <a:pt x="263127" y="103061"/>
                </a:cubicBezTo>
                <a:lnTo>
                  <a:pt x="229549" y="103061"/>
                </a:lnTo>
                <a:cubicBezTo>
                  <a:pt x="223952" y="103061"/>
                  <a:pt x="221107" y="100108"/>
                  <a:pt x="221107" y="94202"/>
                </a:cubicBezTo>
                <a:cubicBezTo>
                  <a:pt x="221107" y="89726"/>
                  <a:pt x="223952" y="85344"/>
                  <a:pt x="229549" y="85344"/>
                </a:cubicBezTo>
                <a:lnTo>
                  <a:pt x="263127" y="85344"/>
                </a:lnTo>
                <a:close/>
                <a:moveTo>
                  <a:pt x="109937" y="120015"/>
                </a:moveTo>
                <a:cubicBezTo>
                  <a:pt x="114205" y="120015"/>
                  <a:pt x="118474" y="124206"/>
                  <a:pt x="118474" y="128492"/>
                </a:cubicBezTo>
                <a:cubicBezTo>
                  <a:pt x="118474" y="134112"/>
                  <a:pt x="114205" y="136970"/>
                  <a:pt x="109937" y="136970"/>
                </a:cubicBezTo>
                <a:lnTo>
                  <a:pt x="58810" y="136970"/>
                </a:lnTo>
                <a:cubicBezTo>
                  <a:pt x="53119" y="136970"/>
                  <a:pt x="50273" y="134112"/>
                  <a:pt x="50273" y="128492"/>
                </a:cubicBezTo>
                <a:cubicBezTo>
                  <a:pt x="50273" y="124301"/>
                  <a:pt x="53119" y="120015"/>
                  <a:pt x="58810" y="120015"/>
                </a:cubicBezTo>
                <a:lnTo>
                  <a:pt x="109937" y="120015"/>
                </a:lnTo>
                <a:close/>
                <a:moveTo>
                  <a:pt x="297180" y="188405"/>
                </a:moveTo>
                <a:cubicBezTo>
                  <a:pt x="236188" y="188405"/>
                  <a:pt x="186579" y="238220"/>
                  <a:pt x="186579" y="299466"/>
                </a:cubicBezTo>
                <a:cubicBezTo>
                  <a:pt x="186579" y="360712"/>
                  <a:pt x="236188" y="410528"/>
                  <a:pt x="297180" y="410528"/>
                </a:cubicBezTo>
                <a:cubicBezTo>
                  <a:pt x="358172" y="410528"/>
                  <a:pt x="407781" y="360712"/>
                  <a:pt x="407781" y="299466"/>
                </a:cubicBezTo>
                <a:cubicBezTo>
                  <a:pt x="407781" y="238220"/>
                  <a:pt x="358172" y="188405"/>
                  <a:pt x="297180" y="188405"/>
                </a:cubicBezTo>
                <a:close/>
                <a:moveTo>
                  <a:pt x="203653" y="299466"/>
                </a:moveTo>
                <a:cubicBezTo>
                  <a:pt x="203653" y="248222"/>
                  <a:pt x="244820" y="205454"/>
                  <a:pt x="297275" y="205454"/>
                </a:cubicBezTo>
                <a:cubicBezTo>
                  <a:pt x="320040" y="205454"/>
                  <a:pt x="341003" y="213932"/>
                  <a:pt x="357318" y="227838"/>
                </a:cubicBezTo>
                <a:lnTo>
                  <a:pt x="225470" y="360236"/>
                </a:lnTo>
                <a:cubicBezTo>
                  <a:pt x="211811" y="343948"/>
                  <a:pt x="203653" y="322802"/>
                  <a:pt x="203653" y="299371"/>
                </a:cubicBezTo>
                <a:close/>
                <a:moveTo>
                  <a:pt x="297180" y="393383"/>
                </a:moveTo>
                <a:cubicBezTo>
                  <a:pt x="273846" y="393383"/>
                  <a:pt x="252788" y="385191"/>
                  <a:pt x="236568" y="371475"/>
                </a:cubicBezTo>
                <a:lnTo>
                  <a:pt x="368795" y="239554"/>
                </a:lnTo>
                <a:cubicBezTo>
                  <a:pt x="382360" y="255937"/>
                  <a:pt x="390707" y="276797"/>
                  <a:pt x="390707" y="299371"/>
                </a:cubicBezTo>
                <a:cubicBezTo>
                  <a:pt x="390707" y="352044"/>
                  <a:pt x="348212" y="393383"/>
                  <a:pt x="297085" y="39338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7" name="Graphic 303">
            <a:extLst>
              <a:ext uri="{FF2B5EF4-FFF2-40B4-BE49-F238E27FC236}">
                <a16:creationId xmlns:a16="http://schemas.microsoft.com/office/drawing/2014/main" id="{4D6A4A89-F12B-E724-E5E2-DA8958209317}"/>
              </a:ext>
            </a:extLst>
          </p:cNvPr>
          <p:cNvSpPr/>
          <p:nvPr/>
        </p:nvSpPr>
        <p:spPr>
          <a:xfrm>
            <a:off x="3788352" y="1374580"/>
            <a:ext cx="540989" cy="544633"/>
          </a:xfrm>
          <a:custGeom>
            <a:avLst/>
            <a:gdLst>
              <a:gd name="connsiteX0" fmla="*/ 204033 w 407780"/>
              <a:gd name="connsiteY0" fmla="*/ 213551 h 410527"/>
              <a:gd name="connsiteX1" fmla="*/ 195496 w 407780"/>
              <a:gd name="connsiteY1" fmla="*/ 204978 h 410527"/>
              <a:gd name="connsiteX2" fmla="*/ 42400 w 407780"/>
              <a:gd name="connsiteY2" fmla="*/ 204978 h 410527"/>
              <a:gd name="connsiteX3" fmla="*/ 16884 w 407780"/>
              <a:gd name="connsiteY3" fmla="*/ 179356 h 410527"/>
              <a:gd name="connsiteX4" fmla="*/ 16884 w 407780"/>
              <a:gd name="connsiteY4" fmla="*/ 68390 h 410527"/>
              <a:gd name="connsiteX5" fmla="*/ 289023 w 407780"/>
              <a:gd name="connsiteY5" fmla="*/ 68390 h 410527"/>
              <a:gd name="connsiteX6" fmla="*/ 289023 w 407780"/>
              <a:gd name="connsiteY6" fmla="*/ 111062 h 410527"/>
              <a:gd name="connsiteX7" fmla="*/ 297559 w 407780"/>
              <a:gd name="connsiteY7" fmla="*/ 119634 h 410527"/>
              <a:gd name="connsiteX8" fmla="*/ 306096 w 407780"/>
              <a:gd name="connsiteY8" fmla="*/ 111062 h 410527"/>
              <a:gd name="connsiteX9" fmla="*/ 306096 w 407780"/>
              <a:gd name="connsiteY9" fmla="*/ 42672 h 410527"/>
              <a:gd name="connsiteX10" fmla="*/ 263601 w 407780"/>
              <a:gd name="connsiteY10" fmla="*/ 0 h 410527"/>
              <a:gd name="connsiteX11" fmla="*/ 42495 w 407780"/>
              <a:gd name="connsiteY11" fmla="*/ 0 h 410527"/>
              <a:gd name="connsiteX12" fmla="*/ 0 w 407780"/>
              <a:gd name="connsiteY12" fmla="*/ 42672 h 410527"/>
              <a:gd name="connsiteX13" fmla="*/ 0 w 407780"/>
              <a:gd name="connsiteY13" fmla="*/ 179356 h 410527"/>
              <a:gd name="connsiteX14" fmla="*/ 42495 w 407780"/>
              <a:gd name="connsiteY14" fmla="*/ 222028 h 410527"/>
              <a:gd name="connsiteX15" fmla="*/ 195591 w 407780"/>
              <a:gd name="connsiteY15" fmla="*/ 222028 h 410527"/>
              <a:gd name="connsiteX16" fmla="*/ 204128 w 407780"/>
              <a:gd name="connsiteY16" fmla="*/ 213455 h 410527"/>
              <a:gd name="connsiteX17" fmla="*/ 42495 w 407780"/>
              <a:gd name="connsiteY17" fmla="*/ 17145 h 410527"/>
              <a:gd name="connsiteX18" fmla="*/ 263601 w 407780"/>
              <a:gd name="connsiteY18" fmla="*/ 17145 h 410527"/>
              <a:gd name="connsiteX19" fmla="*/ 289117 w 407780"/>
              <a:gd name="connsiteY19" fmla="*/ 42767 h 410527"/>
              <a:gd name="connsiteX20" fmla="*/ 289117 w 407780"/>
              <a:gd name="connsiteY20" fmla="*/ 51626 h 410527"/>
              <a:gd name="connsiteX21" fmla="*/ 16979 w 407780"/>
              <a:gd name="connsiteY21" fmla="*/ 51626 h 410527"/>
              <a:gd name="connsiteX22" fmla="*/ 16979 w 407780"/>
              <a:gd name="connsiteY22" fmla="*/ 42767 h 410527"/>
              <a:gd name="connsiteX23" fmla="*/ 42495 w 407780"/>
              <a:gd name="connsiteY23" fmla="*/ 17145 h 410527"/>
              <a:gd name="connsiteX24" fmla="*/ 144464 w 407780"/>
              <a:gd name="connsiteY24" fmla="*/ 103061 h 410527"/>
              <a:gd name="connsiteX25" fmla="*/ 58905 w 407780"/>
              <a:gd name="connsiteY25" fmla="*/ 103061 h 410527"/>
              <a:gd name="connsiteX26" fmla="*/ 50368 w 407780"/>
              <a:gd name="connsiteY26" fmla="*/ 94202 h 410527"/>
              <a:gd name="connsiteX27" fmla="*/ 58905 w 407780"/>
              <a:gd name="connsiteY27" fmla="*/ 85344 h 410527"/>
              <a:gd name="connsiteX28" fmla="*/ 144464 w 407780"/>
              <a:gd name="connsiteY28" fmla="*/ 85344 h 410527"/>
              <a:gd name="connsiteX29" fmla="*/ 153001 w 407780"/>
              <a:gd name="connsiteY29" fmla="*/ 94202 h 410527"/>
              <a:gd name="connsiteX30" fmla="*/ 144464 w 407780"/>
              <a:gd name="connsiteY30" fmla="*/ 103061 h 410527"/>
              <a:gd name="connsiteX31" fmla="*/ 263127 w 407780"/>
              <a:gd name="connsiteY31" fmla="*/ 85344 h 410527"/>
              <a:gd name="connsiteX32" fmla="*/ 271569 w 407780"/>
              <a:gd name="connsiteY32" fmla="*/ 94202 h 410527"/>
              <a:gd name="connsiteX33" fmla="*/ 263127 w 407780"/>
              <a:gd name="connsiteY33" fmla="*/ 103061 h 410527"/>
              <a:gd name="connsiteX34" fmla="*/ 229549 w 407780"/>
              <a:gd name="connsiteY34" fmla="*/ 103061 h 410527"/>
              <a:gd name="connsiteX35" fmla="*/ 221107 w 407780"/>
              <a:gd name="connsiteY35" fmla="*/ 94202 h 410527"/>
              <a:gd name="connsiteX36" fmla="*/ 229549 w 407780"/>
              <a:gd name="connsiteY36" fmla="*/ 85344 h 410527"/>
              <a:gd name="connsiteX37" fmla="*/ 263127 w 407780"/>
              <a:gd name="connsiteY37" fmla="*/ 85344 h 410527"/>
              <a:gd name="connsiteX38" fmla="*/ 109937 w 407780"/>
              <a:gd name="connsiteY38" fmla="*/ 120015 h 410527"/>
              <a:gd name="connsiteX39" fmla="*/ 118474 w 407780"/>
              <a:gd name="connsiteY39" fmla="*/ 128492 h 410527"/>
              <a:gd name="connsiteX40" fmla="*/ 109937 w 407780"/>
              <a:gd name="connsiteY40" fmla="*/ 136970 h 410527"/>
              <a:gd name="connsiteX41" fmla="*/ 58810 w 407780"/>
              <a:gd name="connsiteY41" fmla="*/ 136970 h 410527"/>
              <a:gd name="connsiteX42" fmla="*/ 50273 w 407780"/>
              <a:gd name="connsiteY42" fmla="*/ 128492 h 410527"/>
              <a:gd name="connsiteX43" fmla="*/ 58810 w 407780"/>
              <a:gd name="connsiteY43" fmla="*/ 120015 h 410527"/>
              <a:gd name="connsiteX44" fmla="*/ 109937 w 407780"/>
              <a:gd name="connsiteY44" fmla="*/ 120015 h 410527"/>
              <a:gd name="connsiteX45" fmla="*/ 297180 w 407780"/>
              <a:gd name="connsiteY45" fmla="*/ 188405 h 410527"/>
              <a:gd name="connsiteX46" fmla="*/ 186579 w 407780"/>
              <a:gd name="connsiteY46" fmla="*/ 299466 h 410527"/>
              <a:gd name="connsiteX47" fmla="*/ 297180 w 407780"/>
              <a:gd name="connsiteY47" fmla="*/ 410528 h 410527"/>
              <a:gd name="connsiteX48" fmla="*/ 407781 w 407780"/>
              <a:gd name="connsiteY48" fmla="*/ 299466 h 410527"/>
              <a:gd name="connsiteX49" fmla="*/ 297180 w 407780"/>
              <a:gd name="connsiteY49" fmla="*/ 188405 h 410527"/>
              <a:gd name="connsiteX50" fmla="*/ 203653 w 407780"/>
              <a:gd name="connsiteY50" fmla="*/ 299466 h 410527"/>
              <a:gd name="connsiteX51" fmla="*/ 297275 w 407780"/>
              <a:gd name="connsiteY51" fmla="*/ 205454 h 410527"/>
              <a:gd name="connsiteX52" fmla="*/ 357318 w 407780"/>
              <a:gd name="connsiteY52" fmla="*/ 227838 h 410527"/>
              <a:gd name="connsiteX53" fmla="*/ 225470 w 407780"/>
              <a:gd name="connsiteY53" fmla="*/ 360236 h 410527"/>
              <a:gd name="connsiteX54" fmla="*/ 203653 w 407780"/>
              <a:gd name="connsiteY54" fmla="*/ 299371 h 410527"/>
              <a:gd name="connsiteX55" fmla="*/ 297180 w 407780"/>
              <a:gd name="connsiteY55" fmla="*/ 393383 h 410527"/>
              <a:gd name="connsiteX56" fmla="*/ 236568 w 407780"/>
              <a:gd name="connsiteY56" fmla="*/ 371475 h 410527"/>
              <a:gd name="connsiteX57" fmla="*/ 368795 w 407780"/>
              <a:gd name="connsiteY57" fmla="*/ 239554 h 410527"/>
              <a:gd name="connsiteX58" fmla="*/ 390707 w 407780"/>
              <a:gd name="connsiteY58" fmla="*/ 299371 h 410527"/>
              <a:gd name="connsiteX59" fmla="*/ 297085 w 407780"/>
              <a:gd name="connsiteY59" fmla="*/ 393383 h 410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407780" h="410527">
                <a:moveTo>
                  <a:pt x="204033" y="213551"/>
                </a:moveTo>
                <a:cubicBezTo>
                  <a:pt x="204033" y="209264"/>
                  <a:pt x="199764" y="204978"/>
                  <a:pt x="195496" y="204978"/>
                </a:cubicBezTo>
                <a:lnTo>
                  <a:pt x="42400" y="204978"/>
                </a:lnTo>
                <a:cubicBezTo>
                  <a:pt x="28267" y="204978"/>
                  <a:pt x="16884" y="193548"/>
                  <a:pt x="16884" y="179356"/>
                </a:cubicBezTo>
                <a:lnTo>
                  <a:pt x="16884" y="68390"/>
                </a:lnTo>
                <a:lnTo>
                  <a:pt x="289023" y="68390"/>
                </a:lnTo>
                <a:lnTo>
                  <a:pt x="289023" y="111062"/>
                </a:lnTo>
                <a:cubicBezTo>
                  <a:pt x="289023" y="116776"/>
                  <a:pt x="291868" y="119634"/>
                  <a:pt x="297559" y="119634"/>
                </a:cubicBezTo>
                <a:cubicBezTo>
                  <a:pt x="301828" y="119634"/>
                  <a:pt x="306096" y="116776"/>
                  <a:pt x="306096" y="111062"/>
                </a:cubicBezTo>
                <a:lnTo>
                  <a:pt x="306096" y="42672"/>
                </a:lnTo>
                <a:cubicBezTo>
                  <a:pt x="306096" y="19907"/>
                  <a:pt x="286272" y="0"/>
                  <a:pt x="263601" y="0"/>
                </a:cubicBezTo>
                <a:lnTo>
                  <a:pt x="42495" y="0"/>
                </a:lnTo>
                <a:cubicBezTo>
                  <a:pt x="18402" y="0"/>
                  <a:pt x="0" y="19907"/>
                  <a:pt x="0" y="42672"/>
                </a:cubicBezTo>
                <a:lnTo>
                  <a:pt x="0" y="179356"/>
                </a:lnTo>
                <a:cubicBezTo>
                  <a:pt x="0" y="203549"/>
                  <a:pt x="18402" y="222028"/>
                  <a:pt x="42495" y="222028"/>
                </a:cubicBezTo>
                <a:lnTo>
                  <a:pt x="195591" y="222028"/>
                </a:lnTo>
                <a:cubicBezTo>
                  <a:pt x="199859" y="222028"/>
                  <a:pt x="204128" y="219170"/>
                  <a:pt x="204128" y="213455"/>
                </a:cubicBezTo>
                <a:close/>
                <a:moveTo>
                  <a:pt x="42495" y="17145"/>
                </a:moveTo>
                <a:lnTo>
                  <a:pt x="263601" y="17145"/>
                </a:lnTo>
                <a:cubicBezTo>
                  <a:pt x="277735" y="17145"/>
                  <a:pt x="289117" y="28575"/>
                  <a:pt x="289117" y="42767"/>
                </a:cubicBezTo>
                <a:lnTo>
                  <a:pt x="289117" y="51626"/>
                </a:lnTo>
                <a:lnTo>
                  <a:pt x="16979" y="51626"/>
                </a:lnTo>
                <a:lnTo>
                  <a:pt x="16979" y="42767"/>
                </a:lnTo>
                <a:cubicBezTo>
                  <a:pt x="16979" y="28575"/>
                  <a:pt x="28362" y="17145"/>
                  <a:pt x="42495" y="17145"/>
                </a:cubicBezTo>
                <a:close/>
                <a:moveTo>
                  <a:pt x="144464" y="103061"/>
                </a:moveTo>
                <a:lnTo>
                  <a:pt x="58905" y="103061"/>
                </a:lnTo>
                <a:cubicBezTo>
                  <a:pt x="53214" y="103061"/>
                  <a:pt x="50368" y="100108"/>
                  <a:pt x="50368" y="94202"/>
                </a:cubicBezTo>
                <a:cubicBezTo>
                  <a:pt x="50368" y="89726"/>
                  <a:pt x="53214" y="85344"/>
                  <a:pt x="58905" y="85344"/>
                </a:cubicBezTo>
                <a:lnTo>
                  <a:pt x="144464" y="85344"/>
                </a:lnTo>
                <a:cubicBezTo>
                  <a:pt x="148732" y="85344"/>
                  <a:pt x="153001" y="89821"/>
                  <a:pt x="153001" y="94202"/>
                </a:cubicBezTo>
                <a:cubicBezTo>
                  <a:pt x="153001" y="100108"/>
                  <a:pt x="148732" y="103061"/>
                  <a:pt x="144464" y="103061"/>
                </a:cubicBezTo>
                <a:close/>
                <a:moveTo>
                  <a:pt x="263127" y="85344"/>
                </a:moveTo>
                <a:cubicBezTo>
                  <a:pt x="267301" y="85344"/>
                  <a:pt x="271569" y="89821"/>
                  <a:pt x="271569" y="94202"/>
                </a:cubicBezTo>
                <a:cubicBezTo>
                  <a:pt x="271569" y="100108"/>
                  <a:pt x="267396" y="103061"/>
                  <a:pt x="263127" y="103061"/>
                </a:cubicBezTo>
                <a:lnTo>
                  <a:pt x="229549" y="103061"/>
                </a:lnTo>
                <a:cubicBezTo>
                  <a:pt x="223952" y="103061"/>
                  <a:pt x="221107" y="100108"/>
                  <a:pt x="221107" y="94202"/>
                </a:cubicBezTo>
                <a:cubicBezTo>
                  <a:pt x="221107" y="89726"/>
                  <a:pt x="223952" y="85344"/>
                  <a:pt x="229549" y="85344"/>
                </a:cubicBezTo>
                <a:lnTo>
                  <a:pt x="263127" y="85344"/>
                </a:lnTo>
                <a:close/>
                <a:moveTo>
                  <a:pt x="109937" y="120015"/>
                </a:moveTo>
                <a:cubicBezTo>
                  <a:pt x="114205" y="120015"/>
                  <a:pt x="118474" y="124206"/>
                  <a:pt x="118474" y="128492"/>
                </a:cubicBezTo>
                <a:cubicBezTo>
                  <a:pt x="118474" y="134112"/>
                  <a:pt x="114205" y="136970"/>
                  <a:pt x="109937" y="136970"/>
                </a:cubicBezTo>
                <a:lnTo>
                  <a:pt x="58810" y="136970"/>
                </a:lnTo>
                <a:cubicBezTo>
                  <a:pt x="53119" y="136970"/>
                  <a:pt x="50273" y="134112"/>
                  <a:pt x="50273" y="128492"/>
                </a:cubicBezTo>
                <a:cubicBezTo>
                  <a:pt x="50273" y="124301"/>
                  <a:pt x="53119" y="120015"/>
                  <a:pt x="58810" y="120015"/>
                </a:cubicBezTo>
                <a:lnTo>
                  <a:pt x="109937" y="120015"/>
                </a:lnTo>
                <a:close/>
                <a:moveTo>
                  <a:pt x="297180" y="188405"/>
                </a:moveTo>
                <a:cubicBezTo>
                  <a:pt x="236188" y="188405"/>
                  <a:pt x="186579" y="238220"/>
                  <a:pt x="186579" y="299466"/>
                </a:cubicBezTo>
                <a:cubicBezTo>
                  <a:pt x="186579" y="360712"/>
                  <a:pt x="236188" y="410528"/>
                  <a:pt x="297180" y="410528"/>
                </a:cubicBezTo>
                <a:cubicBezTo>
                  <a:pt x="358172" y="410528"/>
                  <a:pt x="407781" y="360712"/>
                  <a:pt x="407781" y="299466"/>
                </a:cubicBezTo>
                <a:cubicBezTo>
                  <a:pt x="407781" y="238220"/>
                  <a:pt x="358172" y="188405"/>
                  <a:pt x="297180" y="188405"/>
                </a:cubicBezTo>
                <a:close/>
                <a:moveTo>
                  <a:pt x="203653" y="299466"/>
                </a:moveTo>
                <a:cubicBezTo>
                  <a:pt x="203653" y="248222"/>
                  <a:pt x="244820" y="205454"/>
                  <a:pt x="297275" y="205454"/>
                </a:cubicBezTo>
                <a:cubicBezTo>
                  <a:pt x="320040" y="205454"/>
                  <a:pt x="341003" y="213932"/>
                  <a:pt x="357318" y="227838"/>
                </a:cubicBezTo>
                <a:lnTo>
                  <a:pt x="225470" y="360236"/>
                </a:lnTo>
                <a:cubicBezTo>
                  <a:pt x="211811" y="343948"/>
                  <a:pt x="203653" y="322802"/>
                  <a:pt x="203653" y="299371"/>
                </a:cubicBezTo>
                <a:close/>
                <a:moveTo>
                  <a:pt x="297180" y="393383"/>
                </a:moveTo>
                <a:cubicBezTo>
                  <a:pt x="273846" y="393383"/>
                  <a:pt x="252788" y="385191"/>
                  <a:pt x="236568" y="371475"/>
                </a:cubicBezTo>
                <a:lnTo>
                  <a:pt x="368795" y="239554"/>
                </a:lnTo>
                <a:cubicBezTo>
                  <a:pt x="382360" y="255937"/>
                  <a:pt x="390707" y="276797"/>
                  <a:pt x="390707" y="299371"/>
                </a:cubicBezTo>
                <a:cubicBezTo>
                  <a:pt x="390707" y="352044"/>
                  <a:pt x="348212" y="393383"/>
                  <a:pt x="297085" y="39338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8" name="Graphic 303">
            <a:extLst>
              <a:ext uri="{FF2B5EF4-FFF2-40B4-BE49-F238E27FC236}">
                <a16:creationId xmlns:a16="http://schemas.microsoft.com/office/drawing/2014/main" id="{9EC57825-1F40-3ED0-1A73-52D6D0FB188E}"/>
              </a:ext>
            </a:extLst>
          </p:cNvPr>
          <p:cNvSpPr/>
          <p:nvPr/>
        </p:nvSpPr>
        <p:spPr>
          <a:xfrm>
            <a:off x="4568844" y="1374580"/>
            <a:ext cx="540989" cy="544633"/>
          </a:xfrm>
          <a:custGeom>
            <a:avLst/>
            <a:gdLst>
              <a:gd name="connsiteX0" fmla="*/ 204033 w 407780"/>
              <a:gd name="connsiteY0" fmla="*/ 213551 h 410527"/>
              <a:gd name="connsiteX1" fmla="*/ 195496 w 407780"/>
              <a:gd name="connsiteY1" fmla="*/ 204978 h 410527"/>
              <a:gd name="connsiteX2" fmla="*/ 42400 w 407780"/>
              <a:gd name="connsiteY2" fmla="*/ 204978 h 410527"/>
              <a:gd name="connsiteX3" fmla="*/ 16884 w 407780"/>
              <a:gd name="connsiteY3" fmla="*/ 179356 h 410527"/>
              <a:gd name="connsiteX4" fmla="*/ 16884 w 407780"/>
              <a:gd name="connsiteY4" fmla="*/ 68390 h 410527"/>
              <a:gd name="connsiteX5" fmla="*/ 289023 w 407780"/>
              <a:gd name="connsiteY5" fmla="*/ 68390 h 410527"/>
              <a:gd name="connsiteX6" fmla="*/ 289023 w 407780"/>
              <a:gd name="connsiteY6" fmla="*/ 111062 h 410527"/>
              <a:gd name="connsiteX7" fmla="*/ 297559 w 407780"/>
              <a:gd name="connsiteY7" fmla="*/ 119634 h 410527"/>
              <a:gd name="connsiteX8" fmla="*/ 306096 w 407780"/>
              <a:gd name="connsiteY8" fmla="*/ 111062 h 410527"/>
              <a:gd name="connsiteX9" fmla="*/ 306096 w 407780"/>
              <a:gd name="connsiteY9" fmla="*/ 42672 h 410527"/>
              <a:gd name="connsiteX10" fmla="*/ 263601 w 407780"/>
              <a:gd name="connsiteY10" fmla="*/ 0 h 410527"/>
              <a:gd name="connsiteX11" fmla="*/ 42495 w 407780"/>
              <a:gd name="connsiteY11" fmla="*/ 0 h 410527"/>
              <a:gd name="connsiteX12" fmla="*/ 0 w 407780"/>
              <a:gd name="connsiteY12" fmla="*/ 42672 h 410527"/>
              <a:gd name="connsiteX13" fmla="*/ 0 w 407780"/>
              <a:gd name="connsiteY13" fmla="*/ 179356 h 410527"/>
              <a:gd name="connsiteX14" fmla="*/ 42495 w 407780"/>
              <a:gd name="connsiteY14" fmla="*/ 222028 h 410527"/>
              <a:gd name="connsiteX15" fmla="*/ 195591 w 407780"/>
              <a:gd name="connsiteY15" fmla="*/ 222028 h 410527"/>
              <a:gd name="connsiteX16" fmla="*/ 204128 w 407780"/>
              <a:gd name="connsiteY16" fmla="*/ 213455 h 410527"/>
              <a:gd name="connsiteX17" fmla="*/ 42495 w 407780"/>
              <a:gd name="connsiteY17" fmla="*/ 17145 h 410527"/>
              <a:gd name="connsiteX18" fmla="*/ 263601 w 407780"/>
              <a:gd name="connsiteY18" fmla="*/ 17145 h 410527"/>
              <a:gd name="connsiteX19" fmla="*/ 289117 w 407780"/>
              <a:gd name="connsiteY19" fmla="*/ 42767 h 410527"/>
              <a:gd name="connsiteX20" fmla="*/ 289117 w 407780"/>
              <a:gd name="connsiteY20" fmla="*/ 51626 h 410527"/>
              <a:gd name="connsiteX21" fmla="*/ 16979 w 407780"/>
              <a:gd name="connsiteY21" fmla="*/ 51626 h 410527"/>
              <a:gd name="connsiteX22" fmla="*/ 16979 w 407780"/>
              <a:gd name="connsiteY22" fmla="*/ 42767 h 410527"/>
              <a:gd name="connsiteX23" fmla="*/ 42495 w 407780"/>
              <a:gd name="connsiteY23" fmla="*/ 17145 h 410527"/>
              <a:gd name="connsiteX24" fmla="*/ 144464 w 407780"/>
              <a:gd name="connsiteY24" fmla="*/ 103061 h 410527"/>
              <a:gd name="connsiteX25" fmla="*/ 58905 w 407780"/>
              <a:gd name="connsiteY25" fmla="*/ 103061 h 410527"/>
              <a:gd name="connsiteX26" fmla="*/ 50368 w 407780"/>
              <a:gd name="connsiteY26" fmla="*/ 94202 h 410527"/>
              <a:gd name="connsiteX27" fmla="*/ 58905 w 407780"/>
              <a:gd name="connsiteY27" fmla="*/ 85344 h 410527"/>
              <a:gd name="connsiteX28" fmla="*/ 144464 w 407780"/>
              <a:gd name="connsiteY28" fmla="*/ 85344 h 410527"/>
              <a:gd name="connsiteX29" fmla="*/ 153001 w 407780"/>
              <a:gd name="connsiteY29" fmla="*/ 94202 h 410527"/>
              <a:gd name="connsiteX30" fmla="*/ 144464 w 407780"/>
              <a:gd name="connsiteY30" fmla="*/ 103061 h 410527"/>
              <a:gd name="connsiteX31" fmla="*/ 263127 w 407780"/>
              <a:gd name="connsiteY31" fmla="*/ 85344 h 410527"/>
              <a:gd name="connsiteX32" fmla="*/ 271569 w 407780"/>
              <a:gd name="connsiteY32" fmla="*/ 94202 h 410527"/>
              <a:gd name="connsiteX33" fmla="*/ 263127 w 407780"/>
              <a:gd name="connsiteY33" fmla="*/ 103061 h 410527"/>
              <a:gd name="connsiteX34" fmla="*/ 229549 w 407780"/>
              <a:gd name="connsiteY34" fmla="*/ 103061 h 410527"/>
              <a:gd name="connsiteX35" fmla="*/ 221107 w 407780"/>
              <a:gd name="connsiteY35" fmla="*/ 94202 h 410527"/>
              <a:gd name="connsiteX36" fmla="*/ 229549 w 407780"/>
              <a:gd name="connsiteY36" fmla="*/ 85344 h 410527"/>
              <a:gd name="connsiteX37" fmla="*/ 263127 w 407780"/>
              <a:gd name="connsiteY37" fmla="*/ 85344 h 410527"/>
              <a:gd name="connsiteX38" fmla="*/ 109937 w 407780"/>
              <a:gd name="connsiteY38" fmla="*/ 120015 h 410527"/>
              <a:gd name="connsiteX39" fmla="*/ 118474 w 407780"/>
              <a:gd name="connsiteY39" fmla="*/ 128492 h 410527"/>
              <a:gd name="connsiteX40" fmla="*/ 109937 w 407780"/>
              <a:gd name="connsiteY40" fmla="*/ 136970 h 410527"/>
              <a:gd name="connsiteX41" fmla="*/ 58810 w 407780"/>
              <a:gd name="connsiteY41" fmla="*/ 136970 h 410527"/>
              <a:gd name="connsiteX42" fmla="*/ 50273 w 407780"/>
              <a:gd name="connsiteY42" fmla="*/ 128492 h 410527"/>
              <a:gd name="connsiteX43" fmla="*/ 58810 w 407780"/>
              <a:gd name="connsiteY43" fmla="*/ 120015 h 410527"/>
              <a:gd name="connsiteX44" fmla="*/ 109937 w 407780"/>
              <a:gd name="connsiteY44" fmla="*/ 120015 h 410527"/>
              <a:gd name="connsiteX45" fmla="*/ 297180 w 407780"/>
              <a:gd name="connsiteY45" fmla="*/ 188405 h 410527"/>
              <a:gd name="connsiteX46" fmla="*/ 186579 w 407780"/>
              <a:gd name="connsiteY46" fmla="*/ 299466 h 410527"/>
              <a:gd name="connsiteX47" fmla="*/ 297180 w 407780"/>
              <a:gd name="connsiteY47" fmla="*/ 410528 h 410527"/>
              <a:gd name="connsiteX48" fmla="*/ 407781 w 407780"/>
              <a:gd name="connsiteY48" fmla="*/ 299466 h 410527"/>
              <a:gd name="connsiteX49" fmla="*/ 297180 w 407780"/>
              <a:gd name="connsiteY49" fmla="*/ 188405 h 410527"/>
              <a:gd name="connsiteX50" fmla="*/ 203653 w 407780"/>
              <a:gd name="connsiteY50" fmla="*/ 299466 h 410527"/>
              <a:gd name="connsiteX51" fmla="*/ 297275 w 407780"/>
              <a:gd name="connsiteY51" fmla="*/ 205454 h 410527"/>
              <a:gd name="connsiteX52" fmla="*/ 357318 w 407780"/>
              <a:gd name="connsiteY52" fmla="*/ 227838 h 410527"/>
              <a:gd name="connsiteX53" fmla="*/ 225470 w 407780"/>
              <a:gd name="connsiteY53" fmla="*/ 360236 h 410527"/>
              <a:gd name="connsiteX54" fmla="*/ 203653 w 407780"/>
              <a:gd name="connsiteY54" fmla="*/ 299371 h 410527"/>
              <a:gd name="connsiteX55" fmla="*/ 297180 w 407780"/>
              <a:gd name="connsiteY55" fmla="*/ 393383 h 410527"/>
              <a:gd name="connsiteX56" fmla="*/ 236568 w 407780"/>
              <a:gd name="connsiteY56" fmla="*/ 371475 h 410527"/>
              <a:gd name="connsiteX57" fmla="*/ 368795 w 407780"/>
              <a:gd name="connsiteY57" fmla="*/ 239554 h 410527"/>
              <a:gd name="connsiteX58" fmla="*/ 390707 w 407780"/>
              <a:gd name="connsiteY58" fmla="*/ 299371 h 410527"/>
              <a:gd name="connsiteX59" fmla="*/ 297085 w 407780"/>
              <a:gd name="connsiteY59" fmla="*/ 393383 h 410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407780" h="410527">
                <a:moveTo>
                  <a:pt x="204033" y="213551"/>
                </a:moveTo>
                <a:cubicBezTo>
                  <a:pt x="204033" y="209264"/>
                  <a:pt x="199764" y="204978"/>
                  <a:pt x="195496" y="204978"/>
                </a:cubicBezTo>
                <a:lnTo>
                  <a:pt x="42400" y="204978"/>
                </a:lnTo>
                <a:cubicBezTo>
                  <a:pt x="28267" y="204978"/>
                  <a:pt x="16884" y="193548"/>
                  <a:pt x="16884" y="179356"/>
                </a:cubicBezTo>
                <a:lnTo>
                  <a:pt x="16884" y="68390"/>
                </a:lnTo>
                <a:lnTo>
                  <a:pt x="289023" y="68390"/>
                </a:lnTo>
                <a:lnTo>
                  <a:pt x="289023" y="111062"/>
                </a:lnTo>
                <a:cubicBezTo>
                  <a:pt x="289023" y="116776"/>
                  <a:pt x="291868" y="119634"/>
                  <a:pt x="297559" y="119634"/>
                </a:cubicBezTo>
                <a:cubicBezTo>
                  <a:pt x="301828" y="119634"/>
                  <a:pt x="306096" y="116776"/>
                  <a:pt x="306096" y="111062"/>
                </a:cubicBezTo>
                <a:lnTo>
                  <a:pt x="306096" y="42672"/>
                </a:lnTo>
                <a:cubicBezTo>
                  <a:pt x="306096" y="19907"/>
                  <a:pt x="286272" y="0"/>
                  <a:pt x="263601" y="0"/>
                </a:cubicBezTo>
                <a:lnTo>
                  <a:pt x="42495" y="0"/>
                </a:lnTo>
                <a:cubicBezTo>
                  <a:pt x="18402" y="0"/>
                  <a:pt x="0" y="19907"/>
                  <a:pt x="0" y="42672"/>
                </a:cubicBezTo>
                <a:lnTo>
                  <a:pt x="0" y="179356"/>
                </a:lnTo>
                <a:cubicBezTo>
                  <a:pt x="0" y="203549"/>
                  <a:pt x="18402" y="222028"/>
                  <a:pt x="42495" y="222028"/>
                </a:cubicBezTo>
                <a:lnTo>
                  <a:pt x="195591" y="222028"/>
                </a:lnTo>
                <a:cubicBezTo>
                  <a:pt x="199859" y="222028"/>
                  <a:pt x="204128" y="219170"/>
                  <a:pt x="204128" y="213455"/>
                </a:cubicBezTo>
                <a:close/>
                <a:moveTo>
                  <a:pt x="42495" y="17145"/>
                </a:moveTo>
                <a:lnTo>
                  <a:pt x="263601" y="17145"/>
                </a:lnTo>
                <a:cubicBezTo>
                  <a:pt x="277735" y="17145"/>
                  <a:pt x="289117" y="28575"/>
                  <a:pt x="289117" y="42767"/>
                </a:cubicBezTo>
                <a:lnTo>
                  <a:pt x="289117" y="51626"/>
                </a:lnTo>
                <a:lnTo>
                  <a:pt x="16979" y="51626"/>
                </a:lnTo>
                <a:lnTo>
                  <a:pt x="16979" y="42767"/>
                </a:lnTo>
                <a:cubicBezTo>
                  <a:pt x="16979" y="28575"/>
                  <a:pt x="28362" y="17145"/>
                  <a:pt x="42495" y="17145"/>
                </a:cubicBezTo>
                <a:close/>
                <a:moveTo>
                  <a:pt x="144464" y="103061"/>
                </a:moveTo>
                <a:lnTo>
                  <a:pt x="58905" y="103061"/>
                </a:lnTo>
                <a:cubicBezTo>
                  <a:pt x="53214" y="103061"/>
                  <a:pt x="50368" y="100108"/>
                  <a:pt x="50368" y="94202"/>
                </a:cubicBezTo>
                <a:cubicBezTo>
                  <a:pt x="50368" y="89726"/>
                  <a:pt x="53214" y="85344"/>
                  <a:pt x="58905" y="85344"/>
                </a:cubicBezTo>
                <a:lnTo>
                  <a:pt x="144464" y="85344"/>
                </a:lnTo>
                <a:cubicBezTo>
                  <a:pt x="148732" y="85344"/>
                  <a:pt x="153001" y="89821"/>
                  <a:pt x="153001" y="94202"/>
                </a:cubicBezTo>
                <a:cubicBezTo>
                  <a:pt x="153001" y="100108"/>
                  <a:pt x="148732" y="103061"/>
                  <a:pt x="144464" y="103061"/>
                </a:cubicBezTo>
                <a:close/>
                <a:moveTo>
                  <a:pt x="263127" y="85344"/>
                </a:moveTo>
                <a:cubicBezTo>
                  <a:pt x="267301" y="85344"/>
                  <a:pt x="271569" y="89821"/>
                  <a:pt x="271569" y="94202"/>
                </a:cubicBezTo>
                <a:cubicBezTo>
                  <a:pt x="271569" y="100108"/>
                  <a:pt x="267396" y="103061"/>
                  <a:pt x="263127" y="103061"/>
                </a:cubicBezTo>
                <a:lnTo>
                  <a:pt x="229549" y="103061"/>
                </a:lnTo>
                <a:cubicBezTo>
                  <a:pt x="223952" y="103061"/>
                  <a:pt x="221107" y="100108"/>
                  <a:pt x="221107" y="94202"/>
                </a:cubicBezTo>
                <a:cubicBezTo>
                  <a:pt x="221107" y="89726"/>
                  <a:pt x="223952" y="85344"/>
                  <a:pt x="229549" y="85344"/>
                </a:cubicBezTo>
                <a:lnTo>
                  <a:pt x="263127" y="85344"/>
                </a:lnTo>
                <a:close/>
                <a:moveTo>
                  <a:pt x="109937" y="120015"/>
                </a:moveTo>
                <a:cubicBezTo>
                  <a:pt x="114205" y="120015"/>
                  <a:pt x="118474" y="124206"/>
                  <a:pt x="118474" y="128492"/>
                </a:cubicBezTo>
                <a:cubicBezTo>
                  <a:pt x="118474" y="134112"/>
                  <a:pt x="114205" y="136970"/>
                  <a:pt x="109937" y="136970"/>
                </a:cubicBezTo>
                <a:lnTo>
                  <a:pt x="58810" y="136970"/>
                </a:lnTo>
                <a:cubicBezTo>
                  <a:pt x="53119" y="136970"/>
                  <a:pt x="50273" y="134112"/>
                  <a:pt x="50273" y="128492"/>
                </a:cubicBezTo>
                <a:cubicBezTo>
                  <a:pt x="50273" y="124301"/>
                  <a:pt x="53119" y="120015"/>
                  <a:pt x="58810" y="120015"/>
                </a:cubicBezTo>
                <a:lnTo>
                  <a:pt x="109937" y="120015"/>
                </a:lnTo>
                <a:close/>
                <a:moveTo>
                  <a:pt x="297180" y="188405"/>
                </a:moveTo>
                <a:cubicBezTo>
                  <a:pt x="236188" y="188405"/>
                  <a:pt x="186579" y="238220"/>
                  <a:pt x="186579" y="299466"/>
                </a:cubicBezTo>
                <a:cubicBezTo>
                  <a:pt x="186579" y="360712"/>
                  <a:pt x="236188" y="410528"/>
                  <a:pt x="297180" y="410528"/>
                </a:cubicBezTo>
                <a:cubicBezTo>
                  <a:pt x="358172" y="410528"/>
                  <a:pt x="407781" y="360712"/>
                  <a:pt x="407781" y="299466"/>
                </a:cubicBezTo>
                <a:cubicBezTo>
                  <a:pt x="407781" y="238220"/>
                  <a:pt x="358172" y="188405"/>
                  <a:pt x="297180" y="188405"/>
                </a:cubicBezTo>
                <a:close/>
                <a:moveTo>
                  <a:pt x="203653" y="299466"/>
                </a:moveTo>
                <a:cubicBezTo>
                  <a:pt x="203653" y="248222"/>
                  <a:pt x="244820" y="205454"/>
                  <a:pt x="297275" y="205454"/>
                </a:cubicBezTo>
                <a:cubicBezTo>
                  <a:pt x="320040" y="205454"/>
                  <a:pt x="341003" y="213932"/>
                  <a:pt x="357318" y="227838"/>
                </a:cubicBezTo>
                <a:lnTo>
                  <a:pt x="225470" y="360236"/>
                </a:lnTo>
                <a:cubicBezTo>
                  <a:pt x="211811" y="343948"/>
                  <a:pt x="203653" y="322802"/>
                  <a:pt x="203653" y="299371"/>
                </a:cubicBezTo>
                <a:close/>
                <a:moveTo>
                  <a:pt x="297180" y="393383"/>
                </a:moveTo>
                <a:cubicBezTo>
                  <a:pt x="273846" y="393383"/>
                  <a:pt x="252788" y="385191"/>
                  <a:pt x="236568" y="371475"/>
                </a:cubicBezTo>
                <a:lnTo>
                  <a:pt x="368795" y="239554"/>
                </a:lnTo>
                <a:cubicBezTo>
                  <a:pt x="382360" y="255937"/>
                  <a:pt x="390707" y="276797"/>
                  <a:pt x="390707" y="299371"/>
                </a:cubicBezTo>
                <a:cubicBezTo>
                  <a:pt x="390707" y="352044"/>
                  <a:pt x="348212" y="393383"/>
                  <a:pt x="297085" y="39338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1" name="Graphic 309">
            <a:extLst>
              <a:ext uri="{FF2B5EF4-FFF2-40B4-BE49-F238E27FC236}">
                <a16:creationId xmlns:a16="http://schemas.microsoft.com/office/drawing/2014/main" id="{B018A2F8-2C65-C817-FDDE-9EA0FA89F718}"/>
              </a:ext>
            </a:extLst>
          </p:cNvPr>
          <p:cNvSpPr/>
          <p:nvPr/>
        </p:nvSpPr>
        <p:spPr>
          <a:xfrm>
            <a:off x="8789153" y="2872911"/>
            <a:ext cx="427118" cy="442594"/>
          </a:xfrm>
          <a:custGeom>
            <a:avLst/>
            <a:gdLst>
              <a:gd name="connsiteX0" fmla="*/ 123880 w 319281"/>
              <a:gd name="connsiteY0" fmla="*/ 110347 h 330850"/>
              <a:gd name="connsiteX1" fmla="*/ 126347 w 319281"/>
              <a:gd name="connsiteY1" fmla="*/ 116348 h 330850"/>
              <a:gd name="connsiteX2" fmla="*/ 123880 w 319281"/>
              <a:gd name="connsiteY2" fmla="*/ 122349 h 330850"/>
              <a:gd name="connsiteX3" fmla="*/ 111739 w 319281"/>
              <a:gd name="connsiteY3" fmla="*/ 122349 h 330850"/>
              <a:gd name="connsiteX4" fmla="*/ 63173 w 319281"/>
              <a:gd name="connsiteY4" fmla="*/ 74533 h 330850"/>
              <a:gd name="connsiteX5" fmla="*/ 14608 w 319281"/>
              <a:gd name="connsiteY5" fmla="*/ 122349 h 330850"/>
              <a:gd name="connsiteX6" fmla="*/ 2466 w 319281"/>
              <a:gd name="connsiteY6" fmla="*/ 122349 h 330850"/>
              <a:gd name="connsiteX7" fmla="*/ 0 w 319281"/>
              <a:gd name="connsiteY7" fmla="*/ 116348 h 330850"/>
              <a:gd name="connsiteX8" fmla="*/ 2466 w 319281"/>
              <a:gd name="connsiteY8" fmla="*/ 110347 h 330850"/>
              <a:gd name="connsiteX9" fmla="*/ 51032 w 319281"/>
              <a:gd name="connsiteY9" fmla="*/ 62532 h 330850"/>
              <a:gd name="connsiteX10" fmla="*/ 2466 w 319281"/>
              <a:gd name="connsiteY10" fmla="*/ 14716 h 330850"/>
              <a:gd name="connsiteX11" fmla="*/ 0 w 319281"/>
              <a:gd name="connsiteY11" fmla="*/ 8715 h 330850"/>
              <a:gd name="connsiteX12" fmla="*/ 2466 w 319281"/>
              <a:gd name="connsiteY12" fmla="*/ 2715 h 330850"/>
              <a:gd name="connsiteX13" fmla="*/ 14608 w 319281"/>
              <a:gd name="connsiteY13" fmla="*/ 2715 h 330850"/>
              <a:gd name="connsiteX14" fmla="*/ 63173 w 319281"/>
              <a:gd name="connsiteY14" fmla="*/ 49387 h 330850"/>
              <a:gd name="connsiteX15" fmla="*/ 111739 w 319281"/>
              <a:gd name="connsiteY15" fmla="*/ 2715 h 330850"/>
              <a:gd name="connsiteX16" fmla="*/ 123880 w 319281"/>
              <a:gd name="connsiteY16" fmla="*/ 2715 h 330850"/>
              <a:gd name="connsiteX17" fmla="*/ 126347 w 319281"/>
              <a:gd name="connsiteY17" fmla="*/ 8715 h 330850"/>
              <a:gd name="connsiteX18" fmla="*/ 123880 w 319281"/>
              <a:gd name="connsiteY18" fmla="*/ 14716 h 330850"/>
              <a:gd name="connsiteX19" fmla="*/ 75315 w 319281"/>
              <a:gd name="connsiteY19" fmla="*/ 62532 h 330850"/>
              <a:gd name="connsiteX20" fmla="*/ 123880 w 319281"/>
              <a:gd name="connsiteY20" fmla="*/ 110347 h 330850"/>
              <a:gd name="connsiteX21" fmla="*/ 302302 w 319281"/>
              <a:gd name="connsiteY21" fmla="*/ 265224 h 330850"/>
              <a:gd name="connsiteX22" fmla="*/ 253926 w 319281"/>
              <a:gd name="connsiteY22" fmla="*/ 217503 h 330850"/>
              <a:gd name="connsiteX23" fmla="*/ 205550 w 319281"/>
              <a:gd name="connsiteY23" fmla="*/ 265224 h 330850"/>
              <a:gd name="connsiteX24" fmla="*/ 253926 w 319281"/>
              <a:gd name="connsiteY24" fmla="*/ 312944 h 330850"/>
              <a:gd name="connsiteX25" fmla="*/ 302302 w 319281"/>
              <a:gd name="connsiteY25" fmla="*/ 265224 h 330850"/>
              <a:gd name="connsiteX26" fmla="*/ 319281 w 319281"/>
              <a:gd name="connsiteY26" fmla="*/ 265224 h 330850"/>
              <a:gd name="connsiteX27" fmla="*/ 254021 w 319281"/>
              <a:gd name="connsiteY27" fmla="*/ 330851 h 330850"/>
              <a:gd name="connsiteX28" fmla="*/ 187528 w 319281"/>
              <a:gd name="connsiteY28" fmla="*/ 265224 h 330850"/>
              <a:gd name="connsiteX29" fmla="*/ 254021 w 319281"/>
              <a:gd name="connsiteY29" fmla="*/ 200835 h 330850"/>
              <a:gd name="connsiteX30" fmla="*/ 319281 w 319281"/>
              <a:gd name="connsiteY30" fmla="*/ 265224 h 330850"/>
              <a:gd name="connsiteX31" fmla="*/ 291489 w 319281"/>
              <a:gd name="connsiteY31" fmla="*/ 86249 h 330850"/>
              <a:gd name="connsiteX32" fmla="*/ 290256 w 319281"/>
              <a:gd name="connsiteY32" fmla="*/ 85106 h 330850"/>
              <a:gd name="connsiteX33" fmla="*/ 290256 w 319281"/>
              <a:gd name="connsiteY33" fmla="*/ 83963 h 330850"/>
              <a:gd name="connsiteX34" fmla="*/ 289022 w 319281"/>
              <a:gd name="connsiteY34" fmla="*/ 82820 h 330850"/>
              <a:gd name="connsiteX35" fmla="*/ 289022 w 319281"/>
              <a:gd name="connsiteY35" fmla="*/ 81677 h 330850"/>
              <a:gd name="connsiteX36" fmla="*/ 286556 w 319281"/>
              <a:gd name="connsiteY36" fmla="*/ 79296 h 330850"/>
              <a:gd name="connsiteX37" fmla="*/ 284090 w 319281"/>
              <a:gd name="connsiteY37" fmla="*/ 79296 h 330850"/>
              <a:gd name="connsiteX38" fmla="*/ 197867 w 319281"/>
              <a:gd name="connsiteY38" fmla="*/ 61484 h 330850"/>
              <a:gd name="connsiteX39" fmla="*/ 196634 w 319281"/>
              <a:gd name="connsiteY39" fmla="*/ 61484 h 330850"/>
              <a:gd name="connsiteX40" fmla="*/ 191796 w 319281"/>
              <a:gd name="connsiteY40" fmla="*/ 62627 h 330850"/>
              <a:gd name="connsiteX41" fmla="*/ 188192 w 319281"/>
              <a:gd name="connsiteY41" fmla="*/ 68532 h 330850"/>
              <a:gd name="connsiteX42" fmla="*/ 189425 w 319281"/>
              <a:gd name="connsiteY42" fmla="*/ 74438 h 330850"/>
              <a:gd name="connsiteX43" fmla="*/ 194263 w 319281"/>
              <a:gd name="connsiteY43" fmla="*/ 77962 h 330850"/>
              <a:gd name="connsiteX44" fmla="*/ 251270 w 319281"/>
              <a:gd name="connsiteY44" fmla="*/ 89868 h 330850"/>
              <a:gd name="connsiteX45" fmla="*/ 235524 w 319281"/>
              <a:gd name="connsiteY45" fmla="*/ 97012 h 330850"/>
              <a:gd name="connsiteX46" fmla="*/ 59569 w 319281"/>
              <a:gd name="connsiteY46" fmla="*/ 267129 h 330850"/>
              <a:gd name="connsiteX47" fmla="*/ 63173 w 319281"/>
              <a:gd name="connsiteY47" fmla="*/ 279035 h 330850"/>
              <a:gd name="connsiteX48" fmla="*/ 75315 w 319281"/>
              <a:gd name="connsiteY48" fmla="*/ 275511 h 330850"/>
              <a:gd name="connsiteX49" fmla="*/ 252503 w 319281"/>
              <a:gd name="connsiteY49" fmla="*/ 108918 h 330850"/>
              <a:gd name="connsiteX50" fmla="*/ 265878 w 319281"/>
              <a:gd name="connsiteY50" fmla="*/ 103013 h 330850"/>
              <a:gd name="connsiteX51" fmla="*/ 240362 w 319281"/>
              <a:gd name="connsiteY51" fmla="*/ 157782 h 330850"/>
              <a:gd name="connsiteX52" fmla="*/ 239129 w 319281"/>
              <a:gd name="connsiteY52" fmla="*/ 163687 h 330850"/>
              <a:gd name="connsiteX53" fmla="*/ 243966 w 319281"/>
              <a:gd name="connsiteY53" fmla="*/ 168450 h 330850"/>
              <a:gd name="connsiteX54" fmla="*/ 256108 w 319281"/>
              <a:gd name="connsiteY54" fmla="*/ 164925 h 330850"/>
              <a:gd name="connsiteX55" fmla="*/ 290066 w 319281"/>
              <a:gd name="connsiteY55" fmla="*/ 91202 h 330850"/>
              <a:gd name="connsiteX56" fmla="*/ 290066 w 319281"/>
              <a:gd name="connsiteY56" fmla="*/ 90059 h 330850"/>
              <a:gd name="connsiteX57" fmla="*/ 291299 w 319281"/>
              <a:gd name="connsiteY57" fmla="*/ 88916 h 330850"/>
              <a:gd name="connsiteX58" fmla="*/ 291299 w 319281"/>
              <a:gd name="connsiteY58" fmla="*/ 86535 h 33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19281" h="330850">
                <a:moveTo>
                  <a:pt x="123880" y="110347"/>
                </a:moveTo>
                <a:cubicBezTo>
                  <a:pt x="126347" y="111585"/>
                  <a:pt x="126347" y="113967"/>
                  <a:pt x="126347" y="116348"/>
                </a:cubicBezTo>
                <a:cubicBezTo>
                  <a:pt x="126347" y="118729"/>
                  <a:pt x="126347" y="121110"/>
                  <a:pt x="123880" y="122349"/>
                </a:cubicBezTo>
                <a:cubicBezTo>
                  <a:pt x="120276" y="125968"/>
                  <a:pt x="115343" y="125968"/>
                  <a:pt x="111739" y="122349"/>
                </a:cubicBezTo>
                <a:lnTo>
                  <a:pt x="63173" y="74533"/>
                </a:lnTo>
                <a:lnTo>
                  <a:pt x="14608" y="122349"/>
                </a:lnTo>
                <a:cubicBezTo>
                  <a:pt x="11003" y="125968"/>
                  <a:pt x="6071" y="125968"/>
                  <a:pt x="2466" y="122349"/>
                </a:cubicBezTo>
                <a:cubicBezTo>
                  <a:pt x="0" y="121110"/>
                  <a:pt x="0" y="118729"/>
                  <a:pt x="0" y="116348"/>
                </a:cubicBezTo>
                <a:cubicBezTo>
                  <a:pt x="0" y="113967"/>
                  <a:pt x="0" y="111585"/>
                  <a:pt x="2466" y="110347"/>
                </a:cubicBezTo>
                <a:lnTo>
                  <a:pt x="51032" y="62532"/>
                </a:lnTo>
                <a:lnTo>
                  <a:pt x="2466" y="14716"/>
                </a:lnTo>
                <a:cubicBezTo>
                  <a:pt x="0" y="12335"/>
                  <a:pt x="0" y="11097"/>
                  <a:pt x="0" y="8715"/>
                </a:cubicBezTo>
                <a:cubicBezTo>
                  <a:pt x="0" y="6334"/>
                  <a:pt x="0" y="3953"/>
                  <a:pt x="2466" y="2715"/>
                </a:cubicBezTo>
                <a:cubicBezTo>
                  <a:pt x="6071" y="-905"/>
                  <a:pt x="11003" y="-905"/>
                  <a:pt x="14608" y="2715"/>
                </a:cubicBezTo>
                <a:lnTo>
                  <a:pt x="63173" y="49387"/>
                </a:lnTo>
                <a:lnTo>
                  <a:pt x="111739" y="2715"/>
                </a:lnTo>
                <a:cubicBezTo>
                  <a:pt x="115343" y="-905"/>
                  <a:pt x="120276" y="-905"/>
                  <a:pt x="123880" y="2715"/>
                </a:cubicBezTo>
                <a:cubicBezTo>
                  <a:pt x="126347" y="3953"/>
                  <a:pt x="126347" y="6334"/>
                  <a:pt x="126347" y="8715"/>
                </a:cubicBezTo>
                <a:cubicBezTo>
                  <a:pt x="126347" y="11097"/>
                  <a:pt x="126347" y="12335"/>
                  <a:pt x="123880" y="14716"/>
                </a:cubicBezTo>
                <a:lnTo>
                  <a:pt x="75315" y="62532"/>
                </a:lnTo>
                <a:lnTo>
                  <a:pt x="123880" y="110347"/>
                </a:lnTo>
                <a:close/>
                <a:moveTo>
                  <a:pt x="302302" y="265224"/>
                </a:moveTo>
                <a:cubicBezTo>
                  <a:pt x="302302" y="239030"/>
                  <a:pt x="280580" y="217503"/>
                  <a:pt x="253926" y="217503"/>
                </a:cubicBezTo>
                <a:cubicBezTo>
                  <a:pt x="227272" y="217503"/>
                  <a:pt x="205550" y="238935"/>
                  <a:pt x="205550" y="265224"/>
                </a:cubicBezTo>
                <a:cubicBezTo>
                  <a:pt x="205550" y="291513"/>
                  <a:pt x="227272" y="312944"/>
                  <a:pt x="253926" y="312944"/>
                </a:cubicBezTo>
                <a:cubicBezTo>
                  <a:pt x="280580" y="312944"/>
                  <a:pt x="302302" y="291513"/>
                  <a:pt x="302302" y="265224"/>
                </a:cubicBezTo>
                <a:close/>
                <a:moveTo>
                  <a:pt x="319281" y="265224"/>
                </a:moveTo>
                <a:cubicBezTo>
                  <a:pt x="319281" y="301038"/>
                  <a:pt x="290256" y="330851"/>
                  <a:pt x="254021" y="330851"/>
                </a:cubicBezTo>
                <a:cubicBezTo>
                  <a:pt x="217787" y="330851"/>
                  <a:pt x="187528" y="301038"/>
                  <a:pt x="187528" y="265224"/>
                </a:cubicBezTo>
                <a:cubicBezTo>
                  <a:pt x="187528" y="229410"/>
                  <a:pt x="217787" y="200835"/>
                  <a:pt x="254021" y="200835"/>
                </a:cubicBezTo>
                <a:cubicBezTo>
                  <a:pt x="290256" y="200835"/>
                  <a:pt x="319281" y="229410"/>
                  <a:pt x="319281" y="265224"/>
                </a:cubicBezTo>
                <a:close/>
                <a:moveTo>
                  <a:pt x="291489" y="86249"/>
                </a:moveTo>
                <a:lnTo>
                  <a:pt x="290256" y="85106"/>
                </a:lnTo>
                <a:lnTo>
                  <a:pt x="290256" y="83963"/>
                </a:lnTo>
                <a:cubicBezTo>
                  <a:pt x="290256" y="82820"/>
                  <a:pt x="289022" y="82820"/>
                  <a:pt x="289022" y="82820"/>
                </a:cubicBezTo>
                <a:lnTo>
                  <a:pt x="289022" y="81677"/>
                </a:lnTo>
                <a:cubicBezTo>
                  <a:pt x="287789" y="81677"/>
                  <a:pt x="286556" y="80534"/>
                  <a:pt x="286556" y="79296"/>
                </a:cubicBezTo>
                <a:lnTo>
                  <a:pt x="284090" y="79296"/>
                </a:lnTo>
                <a:lnTo>
                  <a:pt x="197867" y="61484"/>
                </a:lnTo>
                <a:lnTo>
                  <a:pt x="196634" y="61484"/>
                </a:lnTo>
                <a:cubicBezTo>
                  <a:pt x="194168" y="61484"/>
                  <a:pt x="193029" y="62627"/>
                  <a:pt x="191796" y="62627"/>
                </a:cubicBezTo>
                <a:cubicBezTo>
                  <a:pt x="189330" y="63770"/>
                  <a:pt x="188192" y="66151"/>
                  <a:pt x="188192" y="68532"/>
                </a:cubicBezTo>
                <a:cubicBezTo>
                  <a:pt x="186959" y="70914"/>
                  <a:pt x="188192" y="73295"/>
                  <a:pt x="189425" y="74438"/>
                </a:cubicBezTo>
                <a:cubicBezTo>
                  <a:pt x="190658" y="76819"/>
                  <a:pt x="191891" y="77962"/>
                  <a:pt x="194263" y="77962"/>
                </a:cubicBezTo>
                <a:lnTo>
                  <a:pt x="251270" y="89868"/>
                </a:lnTo>
                <a:lnTo>
                  <a:pt x="235524" y="97012"/>
                </a:lnTo>
                <a:cubicBezTo>
                  <a:pt x="160305" y="132731"/>
                  <a:pt x="97131" y="193405"/>
                  <a:pt x="59569" y="267129"/>
                </a:cubicBezTo>
                <a:cubicBezTo>
                  <a:pt x="57103" y="271891"/>
                  <a:pt x="59569" y="276654"/>
                  <a:pt x="63173" y="279035"/>
                </a:cubicBezTo>
                <a:cubicBezTo>
                  <a:pt x="68011" y="281416"/>
                  <a:pt x="72848" y="279035"/>
                  <a:pt x="75315" y="275511"/>
                </a:cubicBezTo>
                <a:cubicBezTo>
                  <a:pt x="112972" y="201787"/>
                  <a:pt x="174817" y="142256"/>
                  <a:pt x="252503" y="108918"/>
                </a:cubicBezTo>
                <a:lnTo>
                  <a:pt x="265878" y="103013"/>
                </a:lnTo>
                <a:lnTo>
                  <a:pt x="240362" y="157782"/>
                </a:lnTo>
                <a:cubicBezTo>
                  <a:pt x="239129" y="160163"/>
                  <a:pt x="239129" y="161306"/>
                  <a:pt x="239129" y="163687"/>
                </a:cubicBezTo>
                <a:cubicBezTo>
                  <a:pt x="240362" y="166068"/>
                  <a:pt x="241595" y="168450"/>
                  <a:pt x="243966" y="168450"/>
                </a:cubicBezTo>
                <a:cubicBezTo>
                  <a:pt x="248804" y="170831"/>
                  <a:pt x="253642" y="168450"/>
                  <a:pt x="256108" y="164925"/>
                </a:cubicBezTo>
                <a:lnTo>
                  <a:pt x="290066" y="91202"/>
                </a:lnTo>
                <a:lnTo>
                  <a:pt x="290066" y="90059"/>
                </a:lnTo>
                <a:lnTo>
                  <a:pt x="291299" y="88916"/>
                </a:lnTo>
                <a:lnTo>
                  <a:pt x="291299" y="86535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2" name="Graphic 309">
            <a:extLst>
              <a:ext uri="{FF2B5EF4-FFF2-40B4-BE49-F238E27FC236}">
                <a16:creationId xmlns:a16="http://schemas.microsoft.com/office/drawing/2014/main" id="{0644A26A-44E8-4141-EE81-B5D8A9D78706}"/>
              </a:ext>
            </a:extLst>
          </p:cNvPr>
          <p:cNvSpPr/>
          <p:nvPr/>
        </p:nvSpPr>
        <p:spPr>
          <a:xfrm>
            <a:off x="9550515" y="2872911"/>
            <a:ext cx="427118" cy="442594"/>
          </a:xfrm>
          <a:custGeom>
            <a:avLst/>
            <a:gdLst>
              <a:gd name="connsiteX0" fmla="*/ 123880 w 319281"/>
              <a:gd name="connsiteY0" fmla="*/ 110347 h 330850"/>
              <a:gd name="connsiteX1" fmla="*/ 126347 w 319281"/>
              <a:gd name="connsiteY1" fmla="*/ 116348 h 330850"/>
              <a:gd name="connsiteX2" fmla="*/ 123880 w 319281"/>
              <a:gd name="connsiteY2" fmla="*/ 122349 h 330850"/>
              <a:gd name="connsiteX3" fmla="*/ 111739 w 319281"/>
              <a:gd name="connsiteY3" fmla="*/ 122349 h 330850"/>
              <a:gd name="connsiteX4" fmla="*/ 63173 w 319281"/>
              <a:gd name="connsiteY4" fmla="*/ 74533 h 330850"/>
              <a:gd name="connsiteX5" fmla="*/ 14608 w 319281"/>
              <a:gd name="connsiteY5" fmla="*/ 122349 h 330850"/>
              <a:gd name="connsiteX6" fmla="*/ 2466 w 319281"/>
              <a:gd name="connsiteY6" fmla="*/ 122349 h 330850"/>
              <a:gd name="connsiteX7" fmla="*/ 0 w 319281"/>
              <a:gd name="connsiteY7" fmla="*/ 116348 h 330850"/>
              <a:gd name="connsiteX8" fmla="*/ 2466 w 319281"/>
              <a:gd name="connsiteY8" fmla="*/ 110347 h 330850"/>
              <a:gd name="connsiteX9" fmla="*/ 51032 w 319281"/>
              <a:gd name="connsiteY9" fmla="*/ 62532 h 330850"/>
              <a:gd name="connsiteX10" fmla="*/ 2466 w 319281"/>
              <a:gd name="connsiteY10" fmla="*/ 14716 h 330850"/>
              <a:gd name="connsiteX11" fmla="*/ 0 w 319281"/>
              <a:gd name="connsiteY11" fmla="*/ 8715 h 330850"/>
              <a:gd name="connsiteX12" fmla="*/ 2466 w 319281"/>
              <a:gd name="connsiteY12" fmla="*/ 2715 h 330850"/>
              <a:gd name="connsiteX13" fmla="*/ 14608 w 319281"/>
              <a:gd name="connsiteY13" fmla="*/ 2715 h 330850"/>
              <a:gd name="connsiteX14" fmla="*/ 63173 w 319281"/>
              <a:gd name="connsiteY14" fmla="*/ 49387 h 330850"/>
              <a:gd name="connsiteX15" fmla="*/ 111739 w 319281"/>
              <a:gd name="connsiteY15" fmla="*/ 2715 h 330850"/>
              <a:gd name="connsiteX16" fmla="*/ 123880 w 319281"/>
              <a:gd name="connsiteY16" fmla="*/ 2715 h 330850"/>
              <a:gd name="connsiteX17" fmla="*/ 126347 w 319281"/>
              <a:gd name="connsiteY17" fmla="*/ 8715 h 330850"/>
              <a:gd name="connsiteX18" fmla="*/ 123880 w 319281"/>
              <a:gd name="connsiteY18" fmla="*/ 14716 h 330850"/>
              <a:gd name="connsiteX19" fmla="*/ 75315 w 319281"/>
              <a:gd name="connsiteY19" fmla="*/ 62532 h 330850"/>
              <a:gd name="connsiteX20" fmla="*/ 123880 w 319281"/>
              <a:gd name="connsiteY20" fmla="*/ 110347 h 330850"/>
              <a:gd name="connsiteX21" fmla="*/ 302302 w 319281"/>
              <a:gd name="connsiteY21" fmla="*/ 265224 h 330850"/>
              <a:gd name="connsiteX22" fmla="*/ 253926 w 319281"/>
              <a:gd name="connsiteY22" fmla="*/ 217503 h 330850"/>
              <a:gd name="connsiteX23" fmla="*/ 205550 w 319281"/>
              <a:gd name="connsiteY23" fmla="*/ 265224 h 330850"/>
              <a:gd name="connsiteX24" fmla="*/ 253926 w 319281"/>
              <a:gd name="connsiteY24" fmla="*/ 312944 h 330850"/>
              <a:gd name="connsiteX25" fmla="*/ 302302 w 319281"/>
              <a:gd name="connsiteY25" fmla="*/ 265224 h 330850"/>
              <a:gd name="connsiteX26" fmla="*/ 319281 w 319281"/>
              <a:gd name="connsiteY26" fmla="*/ 265224 h 330850"/>
              <a:gd name="connsiteX27" fmla="*/ 254021 w 319281"/>
              <a:gd name="connsiteY27" fmla="*/ 330851 h 330850"/>
              <a:gd name="connsiteX28" fmla="*/ 187528 w 319281"/>
              <a:gd name="connsiteY28" fmla="*/ 265224 h 330850"/>
              <a:gd name="connsiteX29" fmla="*/ 254021 w 319281"/>
              <a:gd name="connsiteY29" fmla="*/ 200835 h 330850"/>
              <a:gd name="connsiteX30" fmla="*/ 319281 w 319281"/>
              <a:gd name="connsiteY30" fmla="*/ 265224 h 330850"/>
              <a:gd name="connsiteX31" fmla="*/ 291489 w 319281"/>
              <a:gd name="connsiteY31" fmla="*/ 86249 h 330850"/>
              <a:gd name="connsiteX32" fmla="*/ 290256 w 319281"/>
              <a:gd name="connsiteY32" fmla="*/ 85106 h 330850"/>
              <a:gd name="connsiteX33" fmla="*/ 290256 w 319281"/>
              <a:gd name="connsiteY33" fmla="*/ 83963 h 330850"/>
              <a:gd name="connsiteX34" fmla="*/ 289022 w 319281"/>
              <a:gd name="connsiteY34" fmla="*/ 82820 h 330850"/>
              <a:gd name="connsiteX35" fmla="*/ 289022 w 319281"/>
              <a:gd name="connsiteY35" fmla="*/ 81677 h 330850"/>
              <a:gd name="connsiteX36" fmla="*/ 286556 w 319281"/>
              <a:gd name="connsiteY36" fmla="*/ 79296 h 330850"/>
              <a:gd name="connsiteX37" fmla="*/ 284090 w 319281"/>
              <a:gd name="connsiteY37" fmla="*/ 79296 h 330850"/>
              <a:gd name="connsiteX38" fmla="*/ 197867 w 319281"/>
              <a:gd name="connsiteY38" fmla="*/ 61484 h 330850"/>
              <a:gd name="connsiteX39" fmla="*/ 196634 w 319281"/>
              <a:gd name="connsiteY39" fmla="*/ 61484 h 330850"/>
              <a:gd name="connsiteX40" fmla="*/ 191796 w 319281"/>
              <a:gd name="connsiteY40" fmla="*/ 62627 h 330850"/>
              <a:gd name="connsiteX41" fmla="*/ 188192 w 319281"/>
              <a:gd name="connsiteY41" fmla="*/ 68532 h 330850"/>
              <a:gd name="connsiteX42" fmla="*/ 189425 w 319281"/>
              <a:gd name="connsiteY42" fmla="*/ 74438 h 330850"/>
              <a:gd name="connsiteX43" fmla="*/ 194263 w 319281"/>
              <a:gd name="connsiteY43" fmla="*/ 77962 h 330850"/>
              <a:gd name="connsiteX44" fmla="*/ 251270 w 319281"/>
              <a:gd name="connsiteY44" fmla="*/ 89868 h 330850"/>
              <a:gd name="connsiteX45" fmla="*/ 235524 w 319281"/>
              <a:gd name="connsiteY45" fmla="*/ 97012 h 330850"/>
              <a:gd name="connsiteX46" fmla="*/ 59569 w 319281"/>
              <a:gd name="connsiteY46" fmla="*/ 267129 h 330850"/>
              <a:gd name="connsiteX47" fmla="*/ 63173 w 319281"/>
              <a:gd name="connsiteY47" fmla="*/ 279035 h 330850"/>
              <a:gd name="connsiteX48" fmla="*/ 75315 w 319281"/>
              <a:gd name="connsiteY48" fmla="*/ 275511 h 330850"/>
              <a:gd name="connsiteX49" fmla="*/ 252503 w 319281"/>
              <a:gd name="connsiteY49" fmla="*/ 108918 h 330850"/>
              <a:gd name="connsiteX50" fmla="*/ 265878 w 319281"/>
              <a:gd name="connsiteY50" fmla="*/ 103013 h 330850"/>
              <a:gd name="connsiteX51" fmla="*/ 240362 w 319281"/>
              <a:gd name="connsiteY51" fmla="*/ 157782 h 330850"/>
              <a:gd name="connsiteX52" fmla="*/ 239129 w 319281"/>
              <a:gd name="connsiteY52" fmla="*/ 163687 h 330850"/>
              <a:gd name="connsiteX53" fmla="*/ 243966 w 319281"/>
              <a:gd name="connsiteY53" fmla="*/ 168450 h 330850"/>
              <a:gd name="connsiteX54" fmla="*/ 256108 w 319281"/>
              <a:gd name="connsiteY54" fmla="*/ 164925 h 330850"/>
              <a:gd name="connsiteX55" fmla="*/ 290066 w 319281"/>
              <a:gd name="connsiteY55" fmla="*/ 91202 h 330850"/>
              <a:gd name="connsiteX56" fmla="*/ 290066 w 319281"/>
              <a:gd name="connsiteY56" fmla="*/ 90059 h 330850"/>
              <a:gd name="connsiteX57" fmla="*/ 291299 w 319281"/>
              <a:gd name="connsiteY57" fmla="*/ 88916 h 330850"/>
              <a:gd name="connsiteX58" fmla="*/ 291299 w 319281"/>
              <a:gd name="connsiteY58" fmla="*/ 86535 h 33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19281" h="330850">
                <a:moveTo>
                  <a:pt x="123880" y="110347"/>
                </a:moveTo>
                <a:cubicBezTo>
                  <a:pt x="126347" y="111585"/>
                  <a:pt x="126347" y="113967"/>
                  <a:pt x="126347" y="116348"/>
                </a:cubicBezTo>
                <a:cubicBezTo>
                  <a:pt x="126347" y="118729"/>
                  <a:pt x="126347" y="121110"/>
                  <a:pt x="123880" y="122349"/>
                </a:cubicBezTo>
                <a:cubicBezTo>
                  <a:pt x="120276" y="125968"/>
                  <a:pt x="115343" y="125968"/>
                  <a:pt x="111739" y="122349"/>
                </a:cubicBezTo>
                <a:lnTo>
                  <a:pt x="63173" y="74533"/>
                </a:lnTo>
                <a:lnTo>
                  <a:pt x="14608" y="122349"/>
                </a:lnTo>
                <a:cubicBezTo>
                  <a:pt x="11003" y="125968"/>
                  <a:pt x="6071" y="125968"/>
                  <a:pt x="2466" y="122349"/>
                </a:cubicBezTo>
                <a:cubicBezTo>
                  <a:pt x="0" y="121110"/>
                  <a:pt x="0" y="118729"/>
                  <a:pt x="0" y="116348"/>
                </a:cubicBezTo>
                <a:cubicBezTo>
                  <a:pt x="0" y="113967"/>
                  <a:pt x="0" y="111585"/>
                  <a:pt x="2466" y="110347"/>
                </a:cubicBezTo>
                <a:lnTo>
                  <a:pt x="51032" y="62532"/>
                </a:lnTo>
                <a:lnTo>
                  <a:pt x="2466" y="14716"/>
                </a:lnTo>
                <a:cubicBezTo>
                  <a:pt x="0" y="12335"/>
                  <a:pt x="0" y="11097"/>
                  <a:pt x="0" y="8715"/>
                </a:cubicBezTo>
                <a:cubicBezTo>
                  <a:pt x="0" y="6334"/>
                  <a:pt x="0" y="3953"/>
                  <a:pt x="2466" y="2715"/>
                </a:cubicBezTo>
                <a:cubicBezTo>
                  <a:pt x="6071" y="-905"/>
                  <a:pt x="11003" y="-905"/>
                  <a:pt x="14608" y="2715"/>
                </a:cubicBezTo>
                <a:lnTo>
                  <a:pt x="63173" y="49387"/>
                </a:lnTo>
                <a:lnTo>
                  <a:pt x="111739" y="2715"/>
                </a:lnTo>
                <a:cubicBezTo>
                  <a:pt x="115343" y="-905"/>
                  <a:pt x="120276" y="-905"/>
                  <a:pt x="123880" y="2715"/>
                </a:cubicBezTo>
                <a:cubicBezTo>
                  <a:pt x="126347" y="3953"/>
                  <a:pt x="126347" y="6334"/>
                  <a:pt x="126347" y="8715"/>
                </a:cubicBezTo>
                <a:cubicBezTo>
                  <a:pt x="126347" y="11097"/>
                  <a:pt x="126347" y="12335"/>
                  <a:pt x="123880" y="14716"/>
                </a:cubicBezTo>
                <a:lnTo>
                  <a:pt x="75315" y="62532"/>
                </a:lnTo>
                <a:lnTo>
                  <a:pt x="123880" y="110347"/>
                </a:lnTo>
                <a:close/>
                <a:moveTo>
                  <a:pt x="302302" y="265224"/>
                </a:moveTo>
                <a:cubicBezTo>
                  <a:pt x="302302" y="239030"/>
                  <a:pt x="280580" y="217503"/>
                  <a:pt x="253926" y="217503"/>
                </a:cubicBezTo>
                <a:cubicBezTo>
                  <a:pt x="227272" y="217503"/>
                  <a:pt x="205550" y="238935"/>
                  <a:pt x="205550" y="265224"/>
                </a:cubicBezTo>
                <a:cubicBezTo>
                  <a:pt x="205550" y="291513"/>
                  <a:pt x="227272" y="312944"/>
                  <a:pt x="253926" y="312944"/>
                </a:cubicBezTo>
                <a:cubicBezTo>
                  <a:pt x="280580" y="312944"/>
                  <a:pt x="302302" y="291513"/>
                  <a:pt x="302302" y="265224"/>
                </a:cubicBezTo>
                <a:close/>
                <a:moveTo>
                  <a:pt x="319281" y="265224"/>
                </a:moveTo>
                <a:cubicBezTo>
                  <a:pt x="319281" y="301038"/>
                  <a:pt x="290256" y="330851"/>
                  <a:pt x="254021" y="330851"/>
                </a:cubicBezTo>
                <a:cubicBezTo>
                  <a:pt x="217787" y="330851"/>
                  <a:pt x="187528" y="301038"/>
                  <a:pt x="187528" y="265224"/>
                </a:cubicBezTo>
                <a:cubicBezTo>
                  <a:pt x="187528" y="229410"/>
                  <a:pt x="217787" y="200835"/>
                  <a:pt x="254021" y="200835"/>
                </a:cubicBezTo>
                <a:cubicBezTo>
                  <a:pt x="290256" y="200835"/>
                  <a:pt x="319281" y="229410"/>
                  <a:pt x="319281" y="265224"/>
                </a:cubicBezTo>
                <a:close/>
                <a:moveTo>
                  <a:pt x="291489" y="86249"/>
                </a:moveTo>
                <a:lnTo>
                  <a:pt x="290256" y="85106"/>
                </a:lnTo>
                <a:lnTo>
                  <a:pt x="290256" y="83963"/>
                </a:lnTo>
                <a:cubicBezTo>
                  <a:pt x="290256" y="82820"/>
                  <a:pt x="289022" y="82820"/>
                  <a:pt x="289022" y="82820"/>
                </a:cubicBezTo>
                <a:lnTo>
                  <a:pt x="289022" y="81677"/>
                </a:lnTo>
                <a:cubicBezTo>
                  <a:pt x="287789" y="81677"/>
                  <a:pt x="286556" y="80534"/>
                  <a:pt x="286556" y="79296"/>
                </a:cubicBezTo>
                <a:lnTo>
                  <a:pt x="284090" y="79296"/>
                </a:lnTo>
                <a:lnTo>
                  <a:pt x="197867" y="61484"/>
                </a:lnTo>
                <a:lnTo>
                  <a:pt x="196634" y="61484"/>
                </a:lnTo>
                <a:cubicBezTo>
                  <a:pt x="194168" y="61484"/>
                  <a:pt x="193029" y="62627"/>
                  <a:pt x="191796" y="62627"/>
                </a:cubicBezTo>
                <a:cubicBezTo>
                  <a:pt x="189330" y="63770"/>
                  <a:pt x="188192" y="66151"/>
                  <a:pt x="188192" y="68532"/>
                </a:cubicBezTo>
                <a:cubicBezTo>
                  <a:pt x="186959" y="70914"/>
                  <a:pt x="188192" y="73295"/>
                  <a:pt x="189425" y="74438"/>
                </a:cubicBezTo>
                <a:cubicBezTo>
                  <a:pt x="190658" y="76819"/>
                  <a:pt x="191891" y="77962"/>
                  <a:pt x="194263" y="77962"/>
                </a:cubicBezTo>
                <a:lnTo>
                  <a:pt x="251270" y="89868"/>
                </a:lnTo>
                <a:lnTo>
                  <a:pt x="235524" y="97012"/>
                </a:lnTo>
                <a:cubicBezTo>
                  <a:pt x="160305" y="132731"/>
                  <a:pt x="97131" y="193405"/>
                  <a:pt x="59569" y="267129"/>
                </a:cubicBezTo>
                <a:cubicBezTo>
                  <a:pt x="57103" y="271891"/>
                  <a:pt x="59569" y="276654"/>
                  <a:pt x="63173" y="279035"/>
                </a:cubicBezTo>
                <a:cubicBezTo>
                  <a:pt x="68011" y="281416"/>
                  <a:pt x="72848" y="279035"/>
                  <a:pt x="75315" y="275511"/>
                </a:cubicBezTo>
                <a:cubicBezTo>
                  <a:pt x="112972" y="201787"/>
                  <a:pt x="174817" y="142256"/>
                  <a:pt x="252503" y="108918"/>
                </a:cubicBezTo>
                <a:lnTo>
                  <a:pt x="265878" y="103013"/>
                </a:lnTo>
                <a:lnTo>
                  <a:pt x="240362" y="157782"/>
                </a:lnTo>
                <a:cubicBezTo>
                  <a:pt x="239129" y="160163"/>
                  <a:pt x="239129" y="161306"/>
                  <a:pt x="239129" y="163687"/>
                </a:cubicBezTo>
                <a:cubicBezTo>
                  <a:pt x="240362" y="166068"/>
                  <a:pt x="241595" y="168450"/>
                  <a:pt x="243966" y="168450"/>
                </a:cubicBezTo>
                <a:cubicBezTo>
                  <a:pt x="248804" y="170831"/>
                  <a:pt x="253642" y="168450"/>
                  <a:pt x="256108" y="164925"/>
                </a:cubicBezTo>
                <a:lnTo>
                  <a:pt x="290066" y="91202"/>
                </a:lnTo>
                <a:lnTo>
                  <a:pt x="290066" y="90059"/>
                </a:lnTo>
                <a:lnTo>
                  <a:pt x="291299" y="88916"/>
                </a:lnTo>
                <a:lnTo>
                  <a:pt x="291299" y="86535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3" name="Graphic 309">
            <a:extLst>
              <a:ext uri="{FF2B5EF4-FFF2-40B4-BE49-F238E27FC236}">
                <a16:creationId xmlns:a16="http://schemas.microsoft.com/office/drawing/2014/main" id="{A4335B99-E17D-3565-27E8-D82D339ACA37}"/>
              </a:ext>
            </a:extLst>
          </p:cNvPr>
          <p:cNvSpPr/>
          <p:nvPr/>
        </p:nvSpPr>
        <p:spPr>
          <a:xfrm>
            <a:off x="8789153" y="3511843"/>
            <a:ext cx="427118" cy="442594"/>
          </a:xfrm>
          <a:custGeom>
            <a:avLst/>
            <a:gdLst>
              <a:gd name="connsiteX0" fmla="*/ 123880 w 319281"/>
              <a:gd name="connsiteY0" fmla="*/ 110347 h 330850"/>
              <a:gd name="connsiteX1" fmla="*/ 126347 w 319281"/>
              <a:gd name="connsiteY1" fmla="*/ 116348 h 330850"/>
              <a:gd name="connsiteX2" fmla="*/ 123880 w 319281"/>
              <a:gd name="connsiteY2" fmla="*/ 122349 h 330850"/>
              <a:gd name="connsiteX3" fmla="*/ 111739 w 319281"/>
              <a:gd name="connsiteY3" fmla="*/ 122349 h 330850"/>
              <a:gd name="connsiteX4" fmla="*/ 63173 w 319281"/>
              <a:gd name="connsiteY4" fmla="*/ 74533 h 330850"/>
              <a:gd name="connsiteX5" fmla="*/ 14608 w 319281"/>
              <a:gd name="connsiteY5" fmla="*/ 122349 h 330850"/>
              <a:gd name="connsiteX6" fmla="*/ 2466 w 319281"/>
              <a:gd name="connsiteY6" fmla="*/ 122349 h 330850"/>
              <a:gd name="connsiteX7" fmla="*/ 0 w 319281"/>
              <a:gd name="connsiteY7" fmla="*/ 116348 h 330850"/>
              <a:gd name="connsiteX8" fmla="*/ 2466 w 319281"/>
              <a:gd name="connsiteY8" fmla="*/ 110347 h 330850"/>
              <a:gd name="connsiteX9" fmla="*/ 51032 w 319281"/>
              <a:gd name="connsiteY9" fmla="*/ 62532 h 330850"/>
              <a:gd name="connsiteX10" fmla="*/ 2466 w 319281"/>
              <a:gd name="connsiteY10" fmla="*/ 14716 h 330850"/>
              <a:gd name="connsiteX11" fmla="*/ 0 w 319281"/>
              <a:gd name="connsiteY11" fmla="*/ 8715 h 330850"/>
              <a:gd name="connsiteX12" fmla="*/ 2466 w 319281"/>
              <a:gd name="connsiteY12" fmla="*/ 2715 h 330850"/>
              <a:gd name="connsiteX13" fmla="*/ 14608 w 319281"/>
              <a:gd name="connsiteY13" fmla="*/ 2715 h 330850"/>
              <a:gd name="connsiteX14" fmla="*/ 63173 w 319281"/>
              <a:gd name="connsiteY14" fmla="*/ 49387 h 330850"/>
              <a:gd name="connsiteX15" fmla="*/ 111739 w 319281"/>
              <a:gd name="connsiteY15" fmla="*/ 2715 h 330850"/>
              <a:gd name="connsiteX16" fmla="*/ 123880 w 319281"/>
              <a:gd name="connsiteY16" fmla="*/ 2715 h 330850"/>
              <a:gd name="connsiteX17" fmla="*/ 126347 w 319281"/>
              <a:gd name="connsiteY17" fmla="*/ 8715 h 330850"/>
              <a:gd name="connsiteX18" fmla="*/ 123880 w 319281"/>
              <a:gd name="connsiteY18" fmla="*/ 14716 h 330850"/>
              <a:gd name="connsiteX19" fmla="*/ 75315 w 319281"/>
              <a:gd name="connsiteY19" fmla="*/ 62532 h 330850"/>
              <a:gd name="connsiteX20" fmla="*/ 123880 w 319281"/>
              <a:gd name="connsiteY20" fmla="*/ 110347 h 330850"/>
              <a:gd name="connsiteX21" fmla="*/ 302302 w 319281"/>
              <a:gd name="connsiteY21" fmla="*/ 265224 h 330850"/>
              <a:gd name="connsiteX22" fmla="*/ 253926 w 319281"/>
              <a:gd name="connsiteY22" fmla="*/ 217503 h 330850"/>
              <a:gd name="connsiteX23" fmla="*/ 205550 w 319281"/>
              <a:gd name="connsiteY23" fmla="*/ 265224 h 330850"/>
              <a:gd name="connsiteX24" fmla="*/ 253926 w 319281"/>
              <a:gd name="connsiteY24" fmla="*/ 312944 h 330850"/>
              <a:gd name="connsiteX25" fmla="*/ 302302 w 319281"/>
              <a:gd name="connsiteY25" fmla="*/ 265224 h 330850"/>
              <a:gd name="connsiteX26" fmla="*/ 319281 w 319281"/>
              <a:gd name="connsiteY26" fmla="*/ 265224 h 330850"/>
              <a:gd name="connsiteX27" fmla="*/ 254021 w 319281"/>
              <a:gd name="connsiteY27" fmla="*/ 330851 h 330850"/>
              <a:gd name="connsiteX28" fmla="*/ 187528 w 319281"/>
              <a:gd name="connsiteY28" fmla="*/ 265224 h 330850"/>
              <a:gd name="connsiteX29" fmla="*/ 254021 w 319281"/>
              <a:gd name="connsiteY29" fmla="*/ 200835 h 330850"/>
              <a:gd name="connsiteX30" fmla="*/ 319281 w 319281"/>
              <a:gd name="connsiteY30" fmla="*/ 265224 h 330850"/>
              <a:gd name="connsiteX31" fmla="*/ 291489 w 319281"/>
              <a:gd name="connsiteY31" fmla="*/ 86249 h 330850"/>
              <a:gd name="connsiteX32" fmla="*/ 290256 w 319281"/>
              <a:gd name="connsiteY32" fmla="*/ 85106 h 330850"/>
              <a:gd name="connsiteX33" fmla="*/ 290256 w 319281"/>
              <a:gd name="connsiteY33" fmla="*/ 83963 h 330850"/>
              <a:gd name="connsiteX34" fmla="*/ 289022 w 319281"/>
              <a:gd name="connsiteY34" fmla="*/ 82820 h 330850"/>
              <a:gd name="connsiteX35" fmla="*/ 289022 w 319281"/>
              <a:gd name="connsiteY35" fmla="*/ 81677 h 330850"/>
              <a:gd name="connsiteX36" fmla="*/ 286556 w 319281"/>
              <a:gd name="connsiteY36" fmla="*/ 79296 h 330850"/>
              <a:gd name="connsiteX37" fmla="*/ 284090 w 319281"/>
              <a:gd name="connsiteY37" fmla="*/ 79296 h 330850"/>
              <a:gd name="connsiteX38" fmla="*/ 197867 w 319281"/>
              <a:gd name="connsiteY38" fmla="*/ 61484 h 330850"/>
              <a:gd name="connsiteX39" fmla="*/ 196634 w 319281"/>
              <a:gd name="connsiteY39" fmla="*/ 61484 h 330850"/>
              <a:gd name="connsiteX40" fmla="*/ 191796 w 319281"/>
              <a:gd name="connsiteY40" fmla="*/ 62627 h 330850"/>
              <a:gd name="connsiteX41" fmla="*/ 188192 w 319281"/>
              <a:gd name="connsiteY41" fmla="*/ 68532 h 330850"/>
              <a:gd name="connsiteX42" fmla="*/ 189425 w 319281"/>
              <a:gd name="connsiteY42" fmla="*/ 74438 h 330850"/>
              <a:gd name="connsiteX43" fmla="*/ 194263 w 319281"/>
              <a:gd name="connsiteY43" fmla="*/ 77962 h 330850"/>
              <a:gd name="connsiteX44" fmla="*/ 251270 w 319281"/>
              <a:gd name="connsiteY44" fmla="*/ 89868 h 330850"/>
              <a:gd name="connsiteX45" fmla="*/ 235524 w 319281"/>
              <a:gd name="connsiteY45" fmla="*/ 97012 h 330850"/>
              <a:gd name="connsiteX46" fmla="*/ 59569 w 319281"/>
              <a:gd name="connsiteY46" fmla="*/ 267129 h 330850"/>
              <a:gd name="connsiteX47" fmla="*/ 63173 w 319281"/>
              <a:gd name="connsiteY47" fmla="*/ 279035 h 330850"/>
              <a:gd name="connsiteX48" fmla="*/ 75315 w 319281"/>
              <a:gd name="connsiteY48" fmla="*/ 275511 h 330850"/>
              <a:gd name="connsiteX49" fmla="*/ 252503 w 319281"/>
              <a:gd name="connsiteY49" fmla="*/ 108918 h 330850"/>
              <a:gd name="connsiteX50" fmla="*/ 265878 w 319281"/>
              <a:gd name="connsiteY50" fmla="*/ 103013 h 330850"/>
              <a:gd name="connsiteX51" fmla="*/ 240362 w 319281"/>
              <a:gd name="connsiteY51" fmla="*/ 157782 h 330850"/>
              <a:gd name="connsiteX52" fmla="*/ 239129 w 319281"/>
              <a:gd name="connsiteY52" fmla="*/ 163687 h 330850"/>
              <a:gd name="connsiteX53" fmla="*/ 243966 w 319281"/>
              <a:gd name="connsiteY53" fmla="*/ 168450 h 330850"/>
              <a:gd name="connsiteX54" fmla="*/ 256108 w 319281"/>
              <a:gd name="connsiteY54" fmla="*/ 164925 h 330850"/>
              <a:gd name="connsiteX55" fmla="*/ 290066 w 319281"/>
              <a:gd name="connsiteY55" fmla="*/ 91202 h 330850"/>
              <a:gd name="connsiteX56" fmla="*/ 290066 w 319281"/>
              <a:gd name="connsiteY56" fmla="*/ 90059 h 330850"/>
              <a:gd name="connsiteX57" fmla="*/ 291299 w 319281"/>
              <a:gd name="connsiteY57" fmla="*/ 88916 h 330850"/>
              <a:gd name="connsiteX58" fmla="*/ 291299 w 319281"/>
              <a:gd name="connsiteY58" fmla="*/ 86535 h 33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19281" h="330850">
                <a:moveTo>
                  <a:pt x="123880" y="110347"/>
                </a:moveTo>
                <a:cubicBezTo>
                  <a:pt x="126347" y="111585"/>
                  <a:pt x="126347" y="113967"/>
                  <a:pt x="126347" y="116348"/>
                </a:cubicBezTo>
                <a:cubicBezTo>
                  <a:pt x="126347" y="118729"/>
                  <a:pt x="126347" y="121110"/>
                  <a:pt x="123880" y="122349"/>
                </a:cubicBezTo>
                <a:cubicBezTo>
                  <a:pt x="120276" y="125968"/>
                  <a:pt x="115343" y="125968"/>
                  <a:pt x="111739" y="122349"/>
                </a:cubicBezTo>
                <a:lnTo>
                  <a:pt x="63173" y="74533"/>
                </a:lnTo>
                <a:lnTo>
                  <a:pt x="14608" y="122349"/>
                </a:lnTo>
                <a:cubicBezTo>
                  <a:pt x="11003" y="125968"/>
                  <a:pt x="6071" y="125968"/>
                  <a:pt x="2466" y="122349"/>
                </a:cubicBezTo>
                <a:cubicBezTo>
                  <a:pt x="0" y="121110"/>
                  <a:pt x="0" y="118729"/>
                  <a:pt x="0" y="116348"/>
                </a:cubicBezTo>
                <a:cubicBezTo>
                  <a:pt x="0" y="113967"/>
                  <a:pt x="0" y="111585"/>
                  <a:pt x="2466" y="110347"/>
                </a:cubicBezTo>
                <a:lnTo>
                  <a:pt x="51032" y="62532"/>
                </a:lnTo>
                <a:lnTo>
                  <a:pt x="2466" y="14716"/>
                </a:lnTo>
                <a:cubicBezTo>
                  <a:pt x="0" y="12335"/>
                  <a:pt x="0" y="11097"/>
                  <a:pt x="0" y="8715"/>
                </a:cubicBezTo>
                <a:cubicBezTo>
                  <a:pt x="0" y="6334"/>
                  <a:pt x="0" y="3953"/>
                  <a:pt x="2466" y="2715"/>
                </a:cubicBezTo>
                <a:cubicBezTo>
                  <a:pt x="6071" y="-905"/>
                  <a:pt x="11003" y="-905"/>
                  <a:pt x="14608" y="2715"/>
                </a:cubicBezTo>
                <a:lnTo>
                  <a:pt x="63173" y="49387"/>
                </a:lnTo>
                <a:lnTo>
                  <a:pt x="111739" y="2715"/>
                </a:lnTo>
                <a:cubicBezTo>
                  <a:pt x="115343" y="-905"/>
                  <a:pt x="120276" y="-905"/>
                  <a:pt x="123880" y="2715"/>
                </a:cubicBezTo>
                <a:cubicBezTo>
                  <a:pt x="126347" y="3953"/>
                  <a:pt x="126347" y="6334"/>
                  <a:pt x="126347" y="8715"/>
                </a:cubicBezTo>
                <a:cubicBezTo>
                  <a:pt x="126347" y="11097"/>
                  <a:pt x="126347" y="12335"/>
                  <a:pt x="123880" y="14716"/>
                </a:cubicBezTo>
                <a:lnTo>
                  <a:pt x="75315" y="62532"/>
                </a:lnTo>
                <a:lnTo>
                  <a:pt x="123880" y="110347"/>
                </a:lnTo>
                <a:close/>
                <a:moveTo>
                  <a:pt x="302302" y="265224"/>
                </a:moveTo>
                <a:cubicBezTo>
                  <a:pt x="302302" y="239030"/>
                  <a:pt x="280580" y="217503"/>
                  <a:pt x="253926" y="217503"/>
                </a:cubicBezTo>
                <a:cubicBezTo>
                  <a:pt x="227272" y="217503"/>
                  <a:pt x="205550" y="238935"/>
                  <a:pt x="205550" y="265224"/>
                </a:cubicBezTo>
                <a:cubicBezTo>
                  <a:pt x="205550" y="291513"/>
                  <a:pt x="227272" y="312944"/>
                  <a:pt x="253926" y="312944"/>
                </a:cubicBezTo>
                <a:cubicBezTo>
                  <a:pt x="280580" y="312944"/>
                  <a:pt x="302302" y="291513"/>
                  <a:pt x="302302" y="265224"/>
                </a:cubicBezTo>
                <a:close/>
                <a:moveTo>
                  <a:pt x="319281" y="265224"/>
                </a:moveTo>
                <a:cubicBezTo>
                  <a:pt x="319281" y="301038"/>
                  <a:pt x="290256" y="330851"/>
                  <a:pt x="254021" y="330851"/>
                </a:cubicBezTo>
                <a:cubicBezTo>
                  <a:pt x="217787" y="330851"/>
                  <a:pt x="187528" y="301038"/>
                  <a:pt x="187528" y="265224"/>
                </a:cubicBezTo>
                <a:cubicBezTo>
                  <a:pt x="187528" y="229410"/>
                  <a:pt x="217787" y="200835"/>
                  <a:pt x="254021" y="200835"/>
                </a:cubicBezTo>
                <a:cubicBezTo>
                  <a:pt x="290256" y="200835"/>
                  <a:pt x="319281" y="229410"/>
                  <a:pt x="319281" y="265224"/>
                </a:cubicBezTo>
                <a:close/>
                <a:moveTo>
                  <a:pt x="291489" y="86249"/>
                </a:moveTo>
                <a:lnTo>
                  <a:pt x="290256" y="85106"/>
                </a:lnTo>
                <a:lnTo>
                  <a:pt x="290256" y="83963"/>
                </a:lnTo>
                <a:cubicBezTo>
                  <a:pt x="290256" y="82820"/>
                  <a:pt x="289022" y="82820"/>
                  <a:pt x="289022" y="82820"/>
                </a:cubicBezTo>
                <a:lnTo>
                  <a:pt x="289022" y="81677"/>
                </a:lnTo>
                <a:cubicBezTo>
                  <a:pt x="287789" y="81677"/>
                  <a:pt x="286556" y="80534"/>
                  <a:pt x="286556" y="79296"/>
                </a:cubicBezTo>
                <a:lnTo>
                  <a:pt x="284090" y="79296"/>
                </a:lnTo>
                <a:lnTo>
                  <a:pt x="197867" y="61484"/>
                </a:lnTo>
                <a:lnTo>
                  <a:pt x="196634" y="61484"/>
                </a:lnTo>
                <a:cubicBezTo>
                  <a:pt x="194168" y="61484"/>
                  <a:pt x="193029" y="62627"/>
                  <a:pt x="191796" y="62627"/>
                </a:cubicBezTo>
                <a:cubicBezTo>
                  <a:pt x="189330" y="63770"/>
                  <a:pt x="188192" y="66151"/>
                  <a:pt x="188192" y="68532"/>
                </a:cubicBezTo>
                <a:cubicBezTo>
                  <a:pt x="186959" y="70914"/>
                  <a:pt x="188192" y="73295"/>
                  <a:pt x="189425" y="74438"/>
                </a:cubicBezTo>
                <a:cubicBezTo>
                  <a:pt x="190658" y="76819"/>
                  <a:pt x="191891" y="77962"/>
                  <a:pt x="194263" y="77962"/>
                </a:cubicBezTo>
                <a:lnTo>
                  <a:pt x="251270" y="89868"/>
                </a:lnTo>
                <a:lnTo>
                  <a:pt x="235524" y="97012"/>
                </a:lnTo>
                <a:cubicBezTo>
                  <a:pt x="160305" y="132731"/>
                  <a:pt x="97131" y="193405"/>
                  <a:pt x="59569" y="267129"/>
                </a:cubicBezTo>
                <a:cubicBezTo>
                  <a:pt x="57103" y="271891"/>
                  <a:pt x="59569" y="276654"/>
                  <a:pt x="63173" y="279035"/>
                </a:cubicBezTo>
                <a:cubicBezTo>
                  <a:pt x="68011" y="281416"/>
                  <a:pt x="72848" y="279035"/>
                  <a:pt x="75315" y="275511"/>
                </a:cubicBezTo>
                <a:cubicBezTo>
                  <a:pt x="112972" y="201787"/>
                  <a:pt x="174817" y="142256"/>
                  <a:pt x="252503" y="108918"/>
                </a:cubicBezTo>
                <a:lnTo>
                  <a:pt x="265878" y="103013"/>
                </a:lnTo>
                <a:lnTo>
                  <a:pt x="240362" y="157782"/>
                </a:lnTo>
                <a:cubicBezTo>
                  <a:pt x="239129" y="160163"/>
                  <a:pt x="239129" y="161306"/>
                  <a:pt x="239129" y="163687"/>
                </a:cubicBezTo>
                <a:cubicBezTo>
                  <a:pt x="240362" y="166068"/>
                  <a:pt x="241595" y="168450"/>
                  <a:pt x="243966" y="168450"/>
                </a:cubicBezTo>
                <a:cubicBezTo>
                  <a:pt x="248804" y="170831"/>
                  <a:pt x="253642" y="168450"/>
                  <a:pt x="256108" y="164925"/>
                </a:cubicBezTo>
                <a:lnTo>
                  <a:pt x="290066" y="91202"/>
                </a:lnTo>
                <a:lnTo>
                  <a:pt x="290066" y="90059"/>
                </a:lnTo>
                <a:lnTo>
                  <a:pt x="291299" y="88916"/>
                </a:lnTo>
                <a:lnTo>
                  <a:pt x="291299" y="86535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4" name="Graphic 309">
            <a:extLst>
              <a:ext uri="{FF2B5EF4-FFF2-40B4-BE49-F238E27FC236}">
                <a16:creationId xmlns:a16="http://schemas.microsoft.com/office/drawing/2014/main" id="{C7FF907D-7364-F41F-D5F6-701773050A35}"/>
              </a:ext>
            </a:extLst>
          </p:cNvPr>
          <p:cNvSpPr/>
          <p:nvPr/>
        </p:nvSpPr>
        <p:spPr>
          <a:xfrm>
            <a:off x="9550515" y="3511843"/>
            <a:ext cx="427118" cy="442594"/>
          </a:xfrm>
          <a:custGeom>
            <a:avLst/>
            <a:gdLst>
              <a:gd name="connsiteX0" fmla="*/ 123880 w 319281"/>
              <a:gd name="connsiteY0" fmla="*/ 110347 h 330850"/>
              <a:gd name="connsiteX1" fmla="*/ 126347 w 319281"/>
              <a:gd name="connsiteY1" fmla="*/ 116348 h 330850"/>
              <a:gd name="connsiteX2" fmla="*/ 123880 w 319281"/>
              <a:gd name="connsiteY2" fmla="*/ 122349 h 330850"/>
              <a:gd name="connsiteX3" fmla="*/ 111739 w 319281"/>
              <a:gd name="connsiteY3" fmla="*/ 122349 h 330850"/>
              <a:gd name="connsiteX4" fmla="*/ 63173 w 319281"/>
              <a:gd name="connsiteY4" fmla="*/ 74533 h 330850"/>
              <a:gd name="connsiteX5" fmla="*/ 14608 w 319281"/>
              <a:gd name="connsiteY5" fmla="*/ 122349 h 330850"/>
              <a:gd name="connsiteX6" fmla="*/ 2466 w 319281"/>
              <a:gd name="connsiteY6" fmla="*/ 122349 h 330850"/>
              <a:gd name="connsiteX7" fmla="*/ 0 w 319281"/>
              <a:gd name="connsiteY7" fmla="*/ 116348 h 330850"/>
              <a:gd name="connsiteX8" fmla="*/ 2466 w 319281"/>
              <a:gd name="connsiteY8" fmla="*/ 110347 h 330850"/>
              <a:gd name="connsiteX9" fmla="*/ 51032 w 319281"/>
              <a:gd name="connsiteY9" fmla="*/ 62532 h 330850"/>
              <a:gd name="connsiteX10" fmla="*/ 2466 w 319281"/>
              <a:gd name="connsiteY10" fmla="*/ 14716 h 330850"/>
              <a:gd name="connsiteX11" fmla="*/ 0 w 319281"/>
              <a:gd name="connsiteY11" fmla="*/ 8715 h 330850"/>
              <a:gd name="connsiteX12" fmla="*/ 2466 w 319281"/>
              <a:gd name="connsiteY12" fmla="*/ 2715 h 330850"/>
              <a:gd name="connsiteX13" fmla="*/ 14608 w 319281"/>
              <a:gd name="connsiteY13" fmla="*/ 2715 h 330850"/>
              <a:gd name="connsiteX14" fmla="*/ 63173 w 319281"/>
              <a:gd name="connsiteY14" fmla="*/ 49387 h 330850"/>
              <a:gd name="connsiteX15" fmla="*/ 111739 w 319281"/>
              <a:gd name="connsiteY15" fmla="*/ 2715 h 330850"/>
              <a:gd name="connsiteX16" fmla="*/ 123880 w 319281"/>
              <a:gd name="connsiteY16" fmla="*/ 2715 h 330850"/>
              <a:gd name="connsiteX17" fmla="*/ 126347 w 319281"/>
              <a:gd name="connsiteY17" fmla="*/ 8715 h 330850"/>
              <a:gd name="connsiteX18" fmla="*/ 123880 w 319281"/>
              <a:gd name="connsiteY18" fmla="*/ 14716 h 330850"/>
              <a:gd name="connsiteX19" fmla="*/ 75315 w 319281"/>
              <a:gd name="connsiteY19" fmla="*/ 62532 h 330850"/>
              <a:gd name="connsiteX20" fmla="*/ 123880 w 319281"/>
              <a:gd name="connsiteY20" fmla="*/ 110347 h 330850"/>
              <a:gd name="connsiteX21" fmla="*/ 302302 w 319281"/>
              <a:gd name="connsiteY21" fmla="*/ 265224 h 330850"/>
              <a:gd name="connsiteX22" fmla="*/ 253926 w 319281"/>
              <a:gd name="connsiteY22" fmla="*/ 217503 h 330850"/>
              <a:gd name="connsiteX23" fmla="*/ 205550 w 319281"/>
              <a:gd name="connsiteY23" fmla="*/ 265224 h 330850"/>
              <a:gd name="connsiteX24" fmla="*/ 253926 w 319281"/>
              <a:gd name="connsiteY24" fmla="*/ 312944 h 330850"/>
              <a:gd name="connsiteX25" fmla="*/ 302302 w 319281"/>
              <a:gd name="connsiteY25" fmla="*/ 265224 h 330850"/>
              <a:gd name="connsiteX26" fmla="*/ 319281 w 319281"/>
              <a:gd name="connsiteY26" fmla="*/ 265224 h 330850"/>
              <a:gd name="connsiteX27" fmla="*/ 254021 w 319281"/>
              <a:gd name="connsiteY27" fmla="*/ 330851 h 330850"/>
              <a:gd name="connsiteX28" fmla="*/ 187528 w 319281"/>
              <a:gd name="connsiteY28" fmla="*/ 265224 h 330850"/>
              <a:gd name="connsiteX29" fmla="*/ 254021 w 319281"/>
              <a:gd name="connsiteY29" fmla="*/ 200835 h 330850"/>
              <a:gd name="connsiteX30" fmla="*/ 319281 w 319281"/>
              <a:gd name="connsiteY30" fmla="*/ 265224 h 330850"/>
              <a:gd name="connsiteX31" fmla="*/ 291489 w 319281"/>
              <a:gd name="connsiteY31" fmla="*/ 86249 h 330850"/>
              <a:gd name="connsiteX32" fmla="*/ 290256 w 319281"/>
              <a:gd name="connsiteY32" fmla="*/ 85106 h 330850"/>
              <a:gd name="connsiteX33" fmla="*/ 290256 w 319281"/>
              <a:gd name="connsiteY33" fmla="*/ 83963 h 330850"/>
              <a:gd name="connsiteX34" fmla="*/ 289022 w 319281"/>
              <a:gd name="connsiteY34" fmla="*/ 82820 h 330850"/>
              <a:gd name="connsiteX35" fmla="*/ 289022 w 319281"/>
              <a:gd name="connsiteY35" fmla="*/ 81677 h 330850"/>
              <a:gd name="connsiteX36" fmla="*/ 286556 w 319281"/>
              <a:gd name="connsiteY36" fmla="*/ 79296 h 330850"/>
              <a:gd name="connsiteX37" fmla="*/ 284090 w 319281"/>
              <a:gd name="connsiteY37" fmla="*/ 79296 h 330850"/>
              <a:gd name="connsiteX38" fmla="*/ 197867 w 319281"/>
              <a:gd name="connsiteY38" fmla="*/ 61484 h 330850"/>
              <a:gd name="connsiteX39" fmla="*/ 196634 w 319281"/>
              <a:gd name="connsiteY39" fmla="*/ 61484 h 330850"/>
              <a:gd name="connsiteX40" fmla="*/ 191796 w 319281"/>
              <a:gd name="connsiteY40" fmla="*/ 62627 h 330850"/>
              <a:gd name="connsiteX41" fmla="*/ 188192 w 319281"/>
              <a:gd name="connsiteY41" fmla="*/ 68532 h 330850"/>
              <a:gd name="connsiteX42" fmla="*/ 189425 w 319281"/>
              <a:gd name="connsiteY42" fmla="*/ 74438 h 330850"/>
              <a:gd name="connsiteX43" fmla="*/ 194263 w 319281"/>
              <a:gd name="connsiteY43" fmla="*/ 77962 h 330850"/>
              <a:gd name="connsiteX44" fmla="*/ 251270 w 319281"/>
              <a:gd name="connsiteY44" fmla="*/ 89868 h 330850"/>
              <a:gd name="connsiteX45" fmla="*/ 235524 w 319281"/>
              <a:gd name="connsiteY45" fmla="*/ 97012 h 330850"/>
              <a:gd name="connsiteX46" fmla="*/ 59569 w 319281"/>
              <a:gd name="connsiteY46" fmla="*/ 267129 h 330850"/>
              <a:gd name="connsiteX47" fmla="*/ 63173 w 319281"/>
              <a:gd name="connsiteY47" fmla="*/ 279035 h 330850"/>
              <a:gd name="connsiteX48" fmla="*/ 75315 w 319281"/>
              <a:gd name="connsiteY48" fmla="*/ 275511 h 330850"/>
              <a:gd name="connsiteX49" fmla="*/ 252503 w 319281"/>
              <a:gd name="connsiteY49" fmla="*/ 108918 h 330850"/>
              <a:gd name="connsiteX50" fmla="*/ 265878 w 319281"/>
              <a:gd name="connsiteY50" fmla="*/ 103013 h 330850"/>
              <a:gd name="connsiteX51" fmla="*/ 240362 w 319281"/>
              <a:gd name="connsiteY51" fmla="*/ 157782 h 330850"/>
              <a:gd name="connsiteX52" fmla="*/ 239129 w 319281"/>
              <a:gd name="connsiteY52" fmla="*/ 163687 h 330850"/>
              <a:gd name="connsiteX53" fmla="*/ 243966 w 319281"/>
              <a:gd name="connsiteY53" fmla="*/ 168450 h 330850"/>
              <a:gd name="connsiteX54" fmla="*/ 256108 w 319281"/>
              <a:gd name="connsiteY54" fmla="*/ 164925 h 330850"/>
              <a:gd name="connsiteX55" fmla="*/ 290066 w 319281"/>
              <a:gd name="connsiteY55" fmla="*/ 91202 h 330850"/>
              <a:gd name="connsiteX56" fmla="*/ 290066 w 319281"/>
              <a:gd name="connsiteY56" fmla="*/ 90059 h 330850"/>
              <a:gd name="connsiteX57" fmla="*/ 291299 w 319281"/>
              <a:gd name="connsiteY57" fmla="*/ 88916 h 330850"/>
              <a:gd name="connsiteX58" fmla="*/ 291299 w 319281"/>
              <a:gd name="connsiteY58" fmla="*/ 86535 h 33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19281" h="330850">
                <a:moveTo>
                  <a:pt x="123880" y="110347"/>
                </a:moveTo>
                <a:cubicBezTo>
                  <a:pt x="126347" y="111585"/>
                  <a:pt x="126347" y="113967"/>
                  <a:pt x="126347" y="116348"/>
                </a:cubicBezTo>
                <a:cubicBezTo>
                  <a:pt x="126347" y="118729"/>
                  <a:pt x="126347" y="121110"/>
                  <a:pt x="123880" y="122349"/>
                </a:cubicBezTo>
                <a:cubicBezTo>
                  <a:pt x="120276" y="125968"/>
                  <a:pt x="115343" y="125968"/>
                  <a:pt x="111739" y="122349"/>
                </a:cubicBezTo>
                <a:lnTo>
                  <a:pt x="63173" y="74533"/>
                </a:lnTo>
                <a:lnTo>
                  <a:pt x="14608" y="122349"/>
                </a:lnTo>
                <a:cubicBezTo>
                  <a:pt x="11003" y="125968"/>
                  <a:pt x="6071" y="125968"/>
                  <a:pt x="2466" y="122349"/>
                </a:cubicBezTo>
                <a:cubicBezTo>
                  <a:pt x="0" y="121110"/>
                  <a:pt x="0" y="118729"/>
                  <a:pt x="0" y="116348"/>
                </a:cubicBezTo>
                <a:cubicBezTo>
                  <a:pt x="0" y="113967"/>
                  <a:pt x="0" y="111585"/>
                  <a:pt x="2466" y="110347"/>
                </a:cubicBezTo>
                <a:lnTo>
                  <a:pt x="51032" y="62532"/>
                </a:lnTo>
                <a:lnTo>
                  <a:pt x="2466" y="14716"/>
                </a:lnTo>
                <a:cubicBezTo>
                  <a:pt x="0" y="12335"/>
                  <a:pt x="0" y="11097"/>
                  <a:pt x="0" y="8715"/>
                </a:cubicBezTo>
                <a:cubicBezTo>
                  <a:pt x="0" y="6334"/>
                  <a:pt x="0" y="3953"/>
                  <a:pt x="2466" y="2715"/>
                </a:cubicBezTo>
                <a:cubicBezTo>
                  <a:pt x="6071" y="-905"/>
                  <a:pt x="11003" y="-905"/>
                  <a:pt x="14608" y="2715"/>
                </a:cubicBezTo>
                <a:lnTo>
                  <a:pt x="63173" y="49387"/>
                </a:lnTo>
                <a:lnTo>
                  <a:pt x="111739" y="2715"/>
                </a:lnTo>
                <a:cubicBezTo>
                  <a:pt x="115343" y="-905"/>
                  <a:pt x="120276" y="-905"/>
                  <a:pt x="123880" y="2715"/>
                </a:cubicBezTo>
                <a:cubicBezTo>
                  <a:pt x="126347" y="3953"/>
                  <a:pt x="126347" y="6334"/>
                  <a:pt x="126347" y="8715"/>
                </a:cubicBezTo>
                <a:cubicBezTo>
                  <a:pt x="126347" y="11097"/>
                  <a:pt x="126347" y="12335"/>
                  <a:pt x="123880" y="14716"/>
                </a:cubicBezTo>
                <a:lnTo>
                  <a:pt x="75315" y="62532"/>
                </a:lnTo>
                <a:lnTo>
                  <a:pt x="123880" y="110347"/>
                </a:lnTo>
                <a:close/>
                <a:moveTo>
                  <a:pt x="302302" y="265224"/>
                </a:moveTo>
                <a:cubicBezTo>
                  <a:pt x="302302" y="239030"/>
                  <a:pt x="280580" y="217503"/>
                  <a:pt x="253926" y="217503"/>
                </a:cubicBezTo>
                <a:cubicBezTo>
                  <a:pt x="227272" y="217503"/>
                  <a:pt x="205550" y="238935"/>
                  <a:pt x="205550" y="265224"/>
                </a:cubicBezTo>
                <a:cubicBezTo>
                  <a:pt x="205550" y="291513"/>
                  <a:pt x="227272" y="312944"/>
                  <a:pt x="253926" y="312944"/>
                </a:cubicBezTo>
                <a:cubicBezTo>
                  <a:pt x="280580" y="312944"/>
                  <a:pt x="302302" y="291513"/>
                  <a:pt x="302302" y="265224"/>
                </a:cubicBezTo>
                <a:close/>
                <a:moveTo>
                  <a:pt x="319281" y="265224"/>
                </a:moveTo>
                <a:cubicBezTo>
                  <a:pt x="319281" y="301038"/>
                  <a:pt x="290256" y="330851"/>
                  <a:pt x="254021" y="330851"/>
                </a:cubicBezTo>
                <a:cubicBezTo>
                  <a:pt x="217787" y="330851"/>
                  <a:pt x="187528" y="301038"/>
                  <a:pt x="187528" y="265224"/>
                </a:cubicBezTo>
                <a:cubicBezTo>
                  <a:pt x="187528" y="229410"/>
                  <a:pt x="217787" y="200835"/>
                  <a:pt x="254021" y="200835"/>
                </a:cubicBezTo>
                <a:cubicBezTo>
                  <a:pt x="290256" y="200835"/>
                  <a:pt x="319281" y="229410"/>
                  <a:pt x="319281" y="265224"/>
                </a:cubicBezTo>
                <a:close/>
                <a:moveTo>
                  <a:pt x="291489" y="86249"/>
                </a:moveTo>
                <a:lnTo>
                  <a:pt x="290256" y="85106"/>
                </a:lnTo>
                <a:lnTo>
                  <a:pt x="290256" y="83963"/>
                </a:lnTo>
                <a:cubicBezTo>
                  <a:pt x="290256" y="82820"/>
                  <a:pt x="289022" y="82820"/>
                  <a:pt x="289022" y="82820"/>
                </a:cubicBezTo>
                <a:lnTo>
                  <a:pt x="289022" y="81677"/>
                </a:lnTo>
                <a:cubicBezTo>
                  <a:pt x="287789" y="81677"/>
                  <a:pt x="286556" y="80534"/>
                  <a:pt x="286556" y="79296"/>
                </a:cubicBezTo>
                <a:lnTo>
                  <a:pt x="284090" y="79296"/>
                </a:lnTo>
                <a:lnTo>
                  <a:pt x="197867" y="61484"/>
                </a:lnTo>
                <a:lnTo>
                  <a:pt x="196634" y="61484"/>
                </a:lnTo>
                <a:cubicBezTo>
                  <a:pt x="194168" y="61484"/>
                  <a:pt x="193029" y="62627"/>
                  <a:pt x="191796" y="62627"/>
                </a:cubicBezTo>
                <a:cubicBezTo>
                  <a:pt x="189330" y="63770"/>
                  <a:pt x="188192" y="66151"/>
                  <a:pt x="188192" y="68532"/>
                </a:cubicBezTo>
                <a:cubicBezTo>
                  <a:pt x="186959" y="70914"/>
                  <a:pt x="188192" y="73295"/>
                  <a:pt x="189425" y="74438"/>
                </a:cubicBezTo>
                <a:cubicBezTo>
                  <a:pt x="190658" y="76819"/>
                  <a:pt x="191891" y="77962"/>
                  <a:pt x="194263" y="77962"/>
                </a:cubicBezTo>
                <a:lnTo>
                  <a:pt x="251270" y="89868"/>
                </a:lnTo>
                <a:lnTo>
                  <a:pt x="235524" y="97012"/>
                </a:lnTo>
                <a:cubicBezTo>
                  <a:pt x="160305" y="132731"/>
                  <a:pt x="97131" y="193405"/>
                  <a:pt x="59569" y="267129"/>
                </a:cubicBezTo>
                <a:cubicBezTo>
                  <a:pt x="57103" y="271891"/>
                  <a:pt x="59569" y="276654"/>
                  <a:pt x="63173" y="279035"/>
                </a:cubicBezTo>
                <a:cubicBezTo>
                  <a:pt x="68011" y="281416"/>
                  <a:pt x="72848" y="279035"/>
                  <a:pt x="75315" y="275511"/>
                </a:cubicBezTo>
                <a:cubicBezTo>
                  <a:pt x="112972" y="201787"/>
                  <a:pt x="174817" y="142256"/>
                  <a:pt x="252503" y="108918"/>
                </a:cubicBezTo>
                <a:lnTo>
                  <a:pt x="265878" y="103013"/>
                </a:lnTo>
                <a:lnTo>
                  <a:pt x="240362" y="157782"/>
                </a:lnTo>
                <a:cubicBezTo>
                  <a:pt x="239129" y="160163"/>
                  <a:pt x="239129" y="161306"/>
                  <a:pt x="239129" y="163687"/>
                </a:cubicBezTo>
                <a:cubicBezTo>
                  <a:pt x="240362" y="166068"/>
                  <a:pt x="241595" y="168450"/>
                  <a:pt x="243966" y="168450"/>
                </a:cubicBezTo>
                <a:cubicBezTo>
                  <a:pt x="248804" y="170831"/>
                  <a:pt x="253642" y="168450"/>
                  <a:pt x="256108" y="164925"/>
                </a:cubicBezTo>
                <a:lnTo>
                  <a:pt x="290066" y="91202"/>
                </a:lnTo>
                <a:lnTo>
                  <a:pt x="290066" y="90059"/>
                </a:lnTo>
                <a:lnTo>
                  <a:pt x="291299" y="88916"/>
                </a:lnTo>
                <a:lnTo>
                  <a:pt x="291299" y="86535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7" name="Graphic 315">
            <a:extLst>
              <a:ext uri="{FF2B5EF4-FFF2-40B4-BE49-F238E27FC236}">
                <a16:creationId xmlns:a16="http://schemas.microsoft.com/office/drawing/2014/main" id="{D1C93FA5-5F03-3F49-40E2-3B0CE4C9AF06}"/>
              </a:ext>
            </a:extLst>
          </p:cNvPr>
          <p:cNvSpPr/>
          <p:nvPr/>
        </p:nvSpPr>
        <p:spPr>
          <a:xfrm>
            <a:off x="10412128" y="2908712"/>
            <a:ext cx="462794" cy="443771"/>
          </a:xfrm>
          <a:custGeom>
            <a:avLst/>
            <a:gdLst>
              <a:gd name="connsiteX0" fmla="*/ 296516 w 347168"/>
              <a:gd name="connsiteY0" fmla="*/ 0 h 332898"/>
              <a:gd name="connsiteX1" fmla="*/ 50558 w 347168"/>
              <a:gd name="connsiteY1" fmla="*/ 0 h 332898"/>
              <a:gd name="connsiteX2" fmla="*/ 14418 w 347168"/>
              <a:gd name="connsiteY2" fmla="*/ 14192 h 332898"/>
              <a:gd name="connsiteX3" fmla="*/ 12047 w 347168"/>
              <a:gd name="connsiteY3" fmla="*/ 16573 h 332898"/>
              <a:gd name="connsiteX4" fmla="*/ 0 w 347168"/>
              <a:gd name="connsiteY4" fmla="*/ 49720 h 332898"/>
              <a:gd name="connsiteX5" fmla="*/ 0 w 347168"/>
              <a:gd name="connsiteY5" fmla="*/ 234505 h 332898"/>
              <a:gd name="connsiteX6" fmla="*/ 47048 w 347168"/>
              <a:gd name="connsiteY6" fmla="*/ 293751 h 332898"/>
              <a:gd name="connsiteX7" fmla="*/ 208586 w 347168"/>
              <a:gd name="connsiteY7" fmla="*/ 330518 h 332898"/>
              <a:gd name="connsiteX8" fmla="*/ 219399 w 347168"/>
              <a:gd name="connsiteY8" fmla="*/ 332899 h 332898"/>
              <a:gd name="connsiteX9" fmla="*/ 244725 w 347168"/>
              <a:gd name="connsiteY9" fmla="*/ 324612 h 332898"/>
              <a:gd name="connsiteX10" fmla="*/ 260376 w 347168"/>
              <a:gd name="connsiteY10" fmla="*/ 291465 h 332898"/>
              <a:gd name="connsiteX11" fmla="*/ 260376 w 347168"/>
              <a:gd name="connsiteY11" fmla="*/ 255937 h 332898"/>
              <a:gd name="connsiteX12" fmla="*/ 296516 w 347168"/>
              <a:gd name="connsiteY12" fmla="*/ 255937 h 332898"/>
              <a:gd name="connsiteX13" fmla="*/ 347169 w 347168"/>
              <a:gd name="connsiteY13" fmla="*/ 206216 h 332898"/>
              <a:gd name="connsiteX14" fmla="*/ 347169 w 347168"/>
              <a:gd name="connsiteY14" fmla="*/ 49816 h 332898"/>
              <a:gd name="connsiteX15" fmla="*/ 296516 w 347168"/>
              <a:gd name="connsiteY15" fmla="*/ 95 h 332898"/>
              <a:gd name="connsiteX16" fmla="*/ 236188 w 347168"/>
              <a:gd name="connsiteY16" fmla="*/ 312706 h 332898"/>
              <a:gd name="connsiteX17" fmla="*/ 212095 w 347168"/>
              <a:gd name="connsiteY17" fmla="*/ 317468 h 332898"/>
              <a:gd name="connsiteX18" fmla="*/ 50558 w 347168"/>
              <a:gd name="connsiteY18" fmla="*/ 279559 h 332898"/>
              <a:gd name="connsiteX19" fmla="*/ 14418 w 347168"/>
              <a:gd name="connsiteY19" fmla="*/ 234505 h 332898"/>
              <a:gd name="connsiteX20" fmla="*/ 14418 w 347168"/>
              <a:gd name="connsiteY20" fmla="*/ 49720 h 332898"/>
              <a:gd name="connsiteX21" fmla="*/ 21627 w 347168"/>
              <a:gd name="connsiteY21" fmla="*/ 28384 h 332898"/>
              <a:gd name="connsiteX22" fmla="*/ 133650 w 347168"/>
              <a:gd name="connsiteY22" fmla="*/ 56102 h 332898"/>
              <a:gd name="connsiteX23" fmla="*/ 136306 w 347168"/>
              <a:gd name="connsiteY23" fmla="*/ 56769 h 332898"/>
              <a:gd name="connsiteX24" fmla="*/ 208491 w 347168"/>
              <a:gd name="connsiteY24" fmla="*/ 74581 h 332898"/>
              <a:gd name="connsiteX25" fmla="*/ 245769 w 347168"/>
              <a:gd name="connsiteY25" fmla="*/ 119824 h 332898"/>
              <a:gd name="connsiteX26" fmla="*/ 245579 w 347168"/>
              <a:gd name="connsiteY26" fmla="*/ 120968 h 332898"/>
              <a:gd name="connsiteX27" fmla="*/ 245864 w 347168"/>
              <a:gd name="connsiteY27" fmla="*/ 122682 h 332898"/>
              <a:gd name="connsiteX28" fmla="*/ 245864 w 347168"/>
              <a:gd name="connsiteY28" fmla="*/ 291370 h 332898"/>
              <a:gd name="connsiteX29" fmla="*/ 236188 w 347168"/>
              <a:gd name="connsiteY29" fmla="*/ 312706 h 332898"/>
              <a:gd name="connsiteX30" fmla="*/ 332656 w 347168"/>
              <a:gd name="connsiteY30" fmla="*/ 206121 h 332898"/>
              <a:gd name="connsiteX31" fmla="*/ 296516 w 347168"/>
              <a:gd name="connsiteY31" fmla="*/ 241649 h 332898"/>
              <a:gd name="connsiteX32" fmla="*/ 260376 w 347168"/>
              <a:gd name="connsiteY32" fmla="*/ 241649 h 332898"/>
              <a:gd name="connsiteX33" fmla="*/ 260376 w 347168"/>
              <a:gd name="connsiteY33" fmla="*/ 128111 h 332898"/>
              <a:gd name="connsiteX34" fmla="*/ 281719 w 347168"/>
              <a:gd name="connsiteY34" fmla="*/ 128111 h 332898"/>
              <a:gd name="connsiteX35" fmla="*/ 288928 w 347168"/>
              <a:gd name="connsiteY35" fmla="*/ 120968 h 332898"/>
              <a:gd name="connsiteX36" fmla="*/ 281719 w 347168"/>
              <a:gd name="connsiteY36" fmla="*/ 113824 h 332898"/>
              <a:gd name="connsiteX37" fmla="*/ 259712 w 347168"/>
              <a:gd name="connsiteY37" fmla="*/ 113824 h 332898"/>
              <a:gd name="connsiteX38" fmla="*/ 212190 w 347168"/>
              <a:gd name="connsiteY38" fmla="*/ 60389 h 332898"/>
              <a:gd name="connsiteX39" fmla="*/ 197677 w 347168"/>
              <a:gd name="connsiteY39" fmla="*/ 56864 h 332898"/>
              <a:gd name="connsiteX40" fmla="*/ 281719 w 347168"/>
              <a:gd name="connsiteY40" fmla="*/ 56864 h 332898"/>
              <a:gd name="connsiteX41" fmla="*/ 288928 w 347168"/>
              <a:gd name="connsiteY41" fmla="*/ 49720 h 332898"/>
              <a:gd name="connsiteX42" fmla="*/ 281719 w 347168"/>
              <a:gd name="connsiteY42" fmla="*/ 42577 h 332898"/>
              <a:gd name="connsiteX43" fmla="*/ 138583 w 347168"/>
              <a:gd name="connsiteY43" fmla="*/ 42577 h 332898"/>
              <a:gd name="connsiteX44" fmla="*/ 35001 w 347168"/>
              <a:gd name="connsiteY44" fmla="*/ 17621 h 332898"/>
              <a:gd name="connsiteX45" fmla="*/ 50652 w 347168"/>
              <a:gd name="connsiteY45" fmla="*/ 14097 h 332898"/>
              <a:gd name="connsiteX46" fmla="*/ 296611 w 347168"/>
              <a:gd name="connsiteY46" fmla="*/ 14097 h 332898"/>
              <a:gd name="connsiteX47" fmla="*/ 332751 w 347168"/>
              <a:gd name="connsiteY47" fmla="*/ 49625 h 332898"/>
              <a:gd name="connsiteX48" fmla="*/ 332751 w 347168"/>
              <a:gd name="connsiteY48" fmla="*/ 206026 h 332898"/>
              <a:gd name="connsiteX49" fmla="*/ 188097 w 347168"/>
              <a:gd name="connsiteY49" fmla="*/ 156496 h 332898"/>
              <a:gd name="connsiteX50" fmla="*/ 151863 w 347168"/>
              <a:gd name="connsiteY50" fmla="*/ 191643 h 332898"/>
              <a:gd name="connsiteX51" fmla="*/ 188097 w 347168"/>
              <a:gd name="connsiteY51" fmla="*/ 226790 h 332898"/>
              <a:gd name="connsiteX52" fmla="*/ 224332 w 347168"/>
              <a:gd name="connsiteY52" fmla="*/ 191643 h 332898"/>
              <a:gd name="connsiteX53" fmla="*/ 188097 w 347168"/>
              <a:gd name="connsiteY53" fmla="*/ 156496 h 332898"/>
              <a:gd name="connsiteX54" fmla="*/ 188097 w 347168"/>
              <a:gd name="connsiteY54" fmla="*/ 212789 h 332898"/>
              <a:gd name="connsiteX55" fmla="*/ 166375 w 347168"/>
              <a:gd name="connsiteY55" fmla="*/ 191643 h 332898"/>
              <a:gd name="connsiteX56" fmla="*/ 188097 w 347168"/>
              <a:gd name="connsiteY56" fmla="*/ 170497 h 332898"/>
              <a:gd name="connsiteX57" fmla="*/ 209819 w 347168"/>
              <a:gd name="connsiteY57" fmla="*/ 191643 h 332898"/>
              <a:gd name="connsiteX58" fmla="*/ 188097 w 347168"/>
              <a:gd name="connsiteY58" fmla="*/ 21278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47168" h="332898">
                <a:moveTo>
                  <a:pt x="296516" y="0"/>
                </a:moveTo>
                <a:lnTo>
                  <a:pt x="50558" y="0"/>
                </a:lnTo>
                <a:cubicBezTo>
                  <a:pt x="36045" y="0"/>
                  <a:pt x="22860" y="5905"/>
                  <a:pt x="14418" y="14192"/>
                </a:cubicBezTo>
                <a:cubicBezTo>
                  <a:pt x="13185" y="15335"/>
                  <a:pt x="12047" y="16573"/>
                  <a:pt x="12047" y="16573"/>
                </a:cubicBezTo>
                <a:cubicBezTo>
                  <a:pt x="4838" y="26098"/>
                  <a:pt x="0" y="36671"/>
                  <a:pt x="0" y="49720"/>
                </a:cubicBezTo>
                <a:lnTo>
                  <a:pt x="0" y="234505"/>
                </a:lnTo>
                <a:cubicBezTo>
                  <a:pt x="0" y="260604"/>
                  <a:pt x="20489" y="287845"/>
                  <a:pt x="47048" y="293751"/>
                </a:cubicBezTo>
                <a:lnTo>
                  <a:pt x="208586" y="330518"/>
                </a:lnTo>
                <a:cubicBezTo>
                  <a:pt x="212190" y="331660"/>
                  <a:pt x="215795" y="332899"/>
                  <a:pt x="219399" y="332899"/>
                </a:cubicBezTo>
                <a:cubicBezTo>
                  <a:pt x="229074" y="332899"/>
                  <a:pt x="237516" y="329374"/>
                  <a:pt x="244725" y="324612"/>
                </a:cubicBezTo>
                <a:cubicBezTo>
                  <a:pt x="254400" y="316325"/>
                  <a:pt x="260376" y="304514"/>
                  <a:pt x="260376" y="291465"/>
                </a:cubicBezTo>
                <a:lnTo>
                  <a:pt x="260376" y="255937"/>
                </a:lnTo>
                <a:lnTo>
                  <a:pt x="296516" y="255937"/>
                </a:lnTo>
                <a:cubicBezTo>
                  <a:pt x="324214" y="255937"/>
                  <a:pt x="347169" y="233458"/>
                  <a:pt x="347169" y="206216"/>
                </a:cubicBezTo>
                <a:lnTo>
                  <a:pt x="347169" y="49816"/>
                </a:lnTo>
                <a:cubicBezTo>
                  <a:pt x="347169" y="22574"/>
                  <a:pt x="324214" y="95"/>
                  <a:pt x="296516" y="95"/>
                </a:cubicBezTo>
                <a:close/>
                <a:moveTo>
                  <a:pt x="236188" y="312706"/>
                </a:moveTo>
                <a:cubicBezTo>
                  <a:pt x="228979" y="317468"/>
                  <a:pt x="220537" y="319849"/>
                  <a:pt x="212095" y="317468"/>
                </a:cubicBezTo>
                <a:lnTo>
                  <a:pt x="50558" y="279559"/>
                </a:lnTo>
                <a:cubicBezTo>
                  <a:pt x="31302" y="274796"/>
                  <a:pt x="14418" y="254699"/>
                  <a:pt x="14418" y="234505"/>
                </a:cubicBezTo>
                <a:lnTo>
                  <a:pt x="14418" y="49720"/>
                </a:lnTo>
                <a:cubicBezTo>
                  <a:pt x="14418" y="41434"/>
                  <a:pt x="16789" y="34290"/>
                  <a:pt x="21627" y="28384"/>
                </a:cubicBezTo>
                <a:lnTo>
                  <a:pt x="133650" y="56102"/>
                </a:lnTo>
                <a:cubicBezTo>
                  <a:pt x="134409" y="56483"/>
                  <a:pt x="135358" y="56674"/>
                  <a:pt x="136306" y="56769"/>
                </a:cubicBezTo>
                <a:lnTo>
                  <a:pt x="208491" y="74581"/>
                </a:lnTo>
                <a:cubicBezTo>
                  <a:pt x="228695" y="79248"/>
                  <a:pt x="245200" y="99917"/>
                  <a:pt x="245769" y="119824"/>
                </a:cubicBezTo>
                <a:cubicBezTo>
                  <a:pt x="245769" y="120205"/>
                  <a:pt x="245579" y="120587"/>
                  <a:pt x="245579" y="120968"/>
                </a:cubicBezTo>
                <a:cubicBezTo>
                  <a:pt x="245579" y="121539"/>
                  <a:pt x="245769" y="122110"/>
                  <a:pt x="245864" y="122682"/>
                </a:cubicBezTo>
                <a:lnTo>
                  <a:pt x="245864" y="291370"/>
                </a:lnTo>
                <a:cubicBezTo>
                  <a:pt x="245864" y="300799"/>
                  <a:pt x="242259" y="307943"/>
                  <a:pt x="236188" y="312706"/>
                </a:cubicBezTo>
                <a:close/>
                <a:moveTo>
                  <a:pt x="332656" y="206121"/>
                </a:moveTo>
                <a:cubicBezTo>
                  <a:pt x="332656" y="225076"/>
                  <a:pt x="315771" y="241649"/>
                  <a:pt x="296516" y="241649"/>
                </a:cubicBezTo>
                <a:lnTo>
                  <a:pt x="260376" y="241649"/>
                </a:lnTo>
                <a:lnTo>
                  <a:pt x="260376" y="128111"/>
                </a:lnTo>
                <a:lnTo>
                  <a:pt x="281719" y="128111"/>
                </a:lnTo>
                <a:cubicBezTo>
                  <a:pt x="285323" y="128111"/>
                  <a:pt x="288928" y="124587"/>
                  <a:pt x="288928" y="120968"/>
                </a:cubicBezTo>
                <a:cubicBezTo>
                  <a:pt x="288928" y="117348"/>
                  <a:pt x="285323" y="113824"/>
                  <a:pt x="281719" y="113824"/>
                </a:cubicBezTo>
                <a:lnTo>
                  <a:pt x="259712" y="113824"/>
                </a:lnTo>
                <a:cubicBezTo>
                  <a:pt x="256392" y="89249"/>
                  <a:pt x="236378" y="66866"/>
                  <a:pt x="212190" y="60389"/>
                </a:cubicBezTo>
                <a:cubicBezTo>
                  <a:pt x="212190" y="60389"/>
                  <a:pt x="212190" y="60389"/>
                  <a:pt x="197677" y="56864"/>
                </a:cubicBezTo>
                <a:lnTo>
                  <a:pt x="281719" y="56864"/>
                </a:lnTo>
                <a:cubicBezTo>
                  <a:pt x="285323" y="56864"/>
                  <a:pt x="288928" y="53340"/>
                  <a:pt x="288928" y="49720"/>
                </a:cubicBezTo>
                <a:cubicBezTo>
                  <a:pt x="288928" y="46101"/>
                  <a:pt x="285323" y="42577"/>
                  <a:pt x="281719" y="42577"/>
                </a:cubicBezTo>
                <a:lnTo>
                  <a:pt x="138583" y="42577"/>
                </a:lnTo>
                <a:cubicBezTo>
                  <a:pt x="113541" y="36576"/>
                  <a:pt x="79963" y="28480"/>
                  <a:pt x="35001" y="17621"/>
                </a:cubicBezTo>
                <a:cubicBezTo>
                  <a:pt x="39839" y="15240"/>
                  <a:pt x="44677" y="14097"/>
                  <a:pt x="50652" y="14097"/>
                </a:cubicBezTo>
                <a:lnTo>
                  <a:pt x="296611" y="14097"/>
                </a:lnTo>
                <a:cubicBezTo>
                  <a:pt x="315866" y="14097"/>
                  <a:pt x="332751" y="29527"/>
                  <a:pt x="332751" y="49625"/>
                </a:cubicBezTo>
                <a:lnTo>
                  <a:pt x="332751" y="206026"/>
                </a:lnTo>
                <a:close/>
                <a:moveTo>
                  <a:pt x="188097" y="156496"/>
                </a:moveTo>
                <a:cubicBezTo>
                  <a:pt x="167608" y="156496"/>
                  <a:pt x="151863" y="171736"/>
                  <a:pt x="151863" y="191643"/>
                </a:cubicBezTo>
                <a:cubicBezTo>
                  <a:pt x="151863" y="210407"/>
                  <a:pt x="167513" y="226790"/>
                  <a:pt x="188097" y="226790"/>
                </a:cubicBezTo>
                <a:cubicBezTo>
                  <a:pt x="207447" y="226790"/>
                  <a:pt x="224332" y="210407"/>
                  <a:pt x="224332" y="191643"/>
                </a:cubicBezTo>
                <a:cubicBezTo>
                  <a:pt x="224332" y="171736"/>
                  <a:pt x="207447" y="156496"/>
                  <a:pt x="188097" y="156496"/>
                </a:cubicBezTo>
                <a:close/>
                <a:moveTo>
                  <a:pt x="188097" y="212789"/>
                </a:moveTo>
                <a:cubicBezTo>
                  <a:pt x="176050" y="212789"/>
                  <a:pt x="166375" y="203454"/>
                  <a:pt x="166375" y="191643"/>
                </a:cubicBezTo>
                <a:cubicBezTo>
                  <a:pt x="166375" y="179832"/>
                  <a:pt x="176050" y="170497"/>
                  <a:pt x="188097" y="170497"/>
                </a:cubicBezTo>
                <a:cubicBezTo>
                  <a:pt x="200144" y="170497"/>
                  <a:pt x="209819" y="179927"/>
                  <a:pt x="209819" y="191643"/>
                </a:cubicBezTo>
                <a:cubicBezTo>
                  <a:pt x="209819" y="203359"/>
                  <a:pt x="200144" y="212789"/>
                  <a:pt x="188097" y="21278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8" name="Graphic 315">
            <a:extLst>
              <a:ext uri="{FF2B5EF4-FFF2-40B4-BE49-F238E27FC236}">
                <a16:creationId xmlns:a16="http://schemas.microsoft.com/office/drawing/2014/main" id="{224AB0D2-3E18-45D6-8A6D-AC132B575A55}"/>
              </a:ext>
            </a:extLst>
          </p:cNvPr>
          <p:cNvSpPr/>
          <p:nvPr/>
        </p:nvSpPr>
        <p:spPr>
          <a:xfrm>
            <a:off x="11165839" y="2908712"/>
            <a:ext cx="462794" cy="443771"/>
          </a:xfrm>
          <a:custGeom>
            <a:avLst/>
            <a:gdLst>
              <a:gd name="connsiteX0" fmla="*/ 296516 w 347168"/>
              <a:gd name="connsiteY0" fmla="*/ 0 h 332898"/>
              <a:gd name="connsiteX1" fmla="*/ 50558 w 347168"/>
              <a:gd name="connsiteY1" fmla="*/ 0 h 332898"/>
              <a:gd name="connsiteX2" fmla="*/ 14418 w 347168"/>
              <a:gd name="connsiteY2" fmla="*/ 14192 h 332898"/>
              <a:gd name="connsiteX3" fmla="*/ 12047 w 347168"/>
              <a:gd name="connsiteY3" fmla="*/ 16573 h 332898"/>
              <a:gd name="connsiteX4" fmla="*/ 0 w 347168"/>
              <a:gd name="connsiteY4" fmla="*/ 49720 h 332898"/>
              <a:gd name="connsiteX5" fmla="*/ 0 w 347168"/>
              <a:gd name="connsiteY5" fmla="*/ 234505 h 332898"/>
              <a:gd name="connsiteX6" fmla="*/ 47048 w 347168"/>
              <a:gd name="connsiteY6" fmla="*/ 293751 h 332898"/>
              <a:gd name="connsiteX7" fmla="*/ 208586 w 347168"/>
              <a:gd name="connsiteY7" fmla="*/ 330518 h 332898"/>
              <a:gd name="connsiteX8" fmla="*/ 219399 w 347168"/>
              <a:gd name="connsiteY8" fmla="*/ 332899 h 332898"/>
              <a:gd name="connsiteX9" fmla="*/ 244725 w 347168"/>
              <a:gd name="connsiteY9" fmla="*/ 324612 h 332898"/>
              <a:gd name="connsiteX10" fmla="*/ 260376 w 347168"/>
              <a:gd name="connsiteY10" fmla="*/ 291465 h 332898"/>
              <a:gd name="connsiteX11" fmla="*/ 260376 w 347168"/>
              <a:gd name="connsiteY11" fmla="*/ 255937 h 332898"/>
              <a:gd name="connsiteX12" fmla="*/ 296516 w 347168"/>
              <a:gd name="connsiteY12" fmla="*/ 255937 h 332898"/>
              <a:gd name="connsiteX13" fmla="*/ 347169 w 347168"/>
              <a:gd name="connsiteY13" fmla="*/ 206216 h 332898"/>
              <a:gd name="connsiteX14" fmla="*/ 347169 w 347168"/>
              <a:gd name="connsiteY14" fmla="*/ 49816 h 332898"/>
              <a:gd name="connsiteX15" fmla="*/ 296516 w 347168"/>
              <a:gd name="connsiteY15" fmla="*/ 95 h 332898"/>
              <a:gd name="connsiteX16" fmla="*/ 236188 w 347168"/>
              <a:gd name="connsiteY16" fmla="*/ 312706 h 332898"/>
              <a:gd name="connsiteX17" fmla="*/ 212095 w 347168"/>
              <a:gd name="connsiteY17" fmla="*/ 317468 h 332898"/>
              <a:gd name="connsiteX18" fmla="*/ 50558 w 347168"/>
              <a:gd name="connsiteY18" fmla="*/ 279559 h 332898"/>
              <a:gd name="connsiteX19" fmla="*/ 14418 w 347168"/>
              <a:gd name="connsiteY19" fmla="*/ 234505 h 332898"/>
              <a:gd name="connsiteX20" fmla="*/ 14418 w 347168"/>
              <a:gd name="connsiteY20" fmla="*/ 49720 h 332898"/>
              <a:gd name="connsiteX21" fmla="*/ 21627 w 347168"/>
              <a:gd name="connsiteY21" fmla="*/ 28384 h 332898"/>
              <a:gd name="connsiteX22" fmla="*/ 133650 w 347168"/>
              <a:gd name="connsiteY22" fmla="*/ 56102 h 332898"/>
              <a:gd name="connsiteX23" fmla="*/ 136306 w 347168"/>
              <a:gd name="connsiteY23" fmla="*/ 56769 h 332898"/>
              <a:gd name="connsiteX24" fmla="*/ 208491 w 347168"/>
              <a:gd name="connsiteY24" fmla="*/ 74581 h 332898"/>
              <a:gd name="connsiteX25" fmla="*/ 245769 w 347168"/>
              <a:gd name="connsiteY25" fmla="*/ 119824 h 332898"/>
              <a:gd name="connsiteX26" fmla="*/ 245579 w 347168"/>
              <a:gd name="connsiteY26" fmla="*/ 120968 h 332898"/>
              <a:gd name="connsiteX27" fmla="*/ 245864 w 347168"/>
              <a:gd name="connsiteY27" fmla="*/ 122682 h 332898"/>
              <a:gd name="connsiteX28" fmla="*/ 245864 w 347168"/>
              <a:gd name="connsiteY28" fmla="*/ 291370 h 332898"/>
              <a:gd name="connsiteX29" fmla="*/ 236188 w 347168"/>
              <a:gd name="connsiteY29" fmla="*/ 312706 h 332898"/>
              <a:gd name="connsiteX30" fmla="*/ 332656 w 347168"/>
              <a:gd name="connsiteY30" fmla="*/ 206121 h 332898"/>
              <a:gd name="connsiteX31" fmla="*/ 296516 w 347168"/>
              <a:gd name="connsiteY31" fmla="*/ 241649 h 332898"/>
              <a:gd name="connsiteX32" fmla="*/ 260376 w 347168"/>
              <a:gd name="connsiteY32" fmla="*/ 241649 h 332898"/>
              <a:gd name="connsiteX33" fmla="*/ 260376 w 347168"/>
              <a:gd name="connsiteY33" fmla="*/ 128111 h 332898"/>
              <a:gd name="connsiteX34" fmla="*/ 281719 w 347168"/>
              <a:gd name="connsiteY34" fmla="*/ 128111 h 332898"/>
              <a:gd name="connsiteX35" fmla="*/ 288928 w 347168"/>
              <a:gd name="connsiteY35" fmla="*/ 120968 h 332898"/>
              <a:gd name="connsiteX36" fmla="*/ 281719 w 347168"/>
              <a:gd name="connsiteY36" fmla="*/ 113824 h 332898"/>
              <a:gd name="connsiteX37" fmla="*/ 259712 w 347168"/>
              <a:gd name="connsiteY37" fmla="*/ 113824 h 332898"/>
              <a:gd name="connsiteX38" fmla="*/ 212190 w 347168"/>
              <a:gd name="connsiteY38" fmla="*/ 60389 h 332898"/>
              <a:gd name="connsiteX39" fmla="*/ 197677 w 347168"/>
              <a:gd name="connsiteY39" fmla="*/ 56864 h 332898"/>
              <a:gd name="connsiteX40" fmla="*/ 281719 w 347168"/>
              <a:gd name="connsiteY40" fmla="*/ 56864 h 332898"/>
              <a:gd name="connsiteX41" fmla="*/ 288928 w 347168"/>
              <a:gd name="connsiteY41" fmla="*/ 49720 h 332898"/>
              <a:gd name="connsiteX42" fmla="*/ 281719 w 347168"/>
              <a:gd name="connsiteY42" fmla="*/ 42577 h 332898"/>
              <a:gd name="connsiteX43" fmla="*/ 138583 w 347168"/>
              <a:gd name="connsiteY43" fmla="*/ 42577 h 332898"/>
              <a:gd name="connsiteX44" fmla="*/ 35001 w 347168"/>
              <a:gd name="connsiteY44" fmla="*/ 17621 h 332898"/>
              <a:gd name="connsiteX45" fmla="*/ 50652 w 347168"/>
              <a:gd name="connsiteY45" fmla="*/ 14097 h 332898"/>
              <a:gd name="connsiteX46" fmla="*/ 296611 w 347168"/>
              <a:gd name="connsiteY46" fmla="*/ 14097 h 332898"/>
              <a:gd name="connsiteX47" fmla="*/ 332751 w 347168"/>
              <a:gd name="connsiteY47" fmla="*/ 49625 h 332898"/>
              <a:gd name="connsiteX48" fmla="*/ 332751 w 347168"/>
              <a:gd name="connsiteY48" fmla="*/ 206026 h 332898"/>
              <a:gd name="connsiteX49" fmla="*/ 188097 w 347168"/>
              <a:gd name="connsiteY49" fmla="*/ 156496 h 332898"/>
              <a:gd name="connsiteX50" fmla="*/ 151863 w 347168"/>
              <a:gd name="connsiteY50" fmla="*/ 191643 h 332898"/>
              <a:gd name="connsiteX51" fmla="*/ 188097 w 347168"/>
              <a:gd name="connsiteY51" fmla="*/ 226790 h 332898"/>
              <a:gd name="connsiteX52" fmla="*/ 224332 w 347168"/>
              <a:gd name="connsiteY52" fmla="*/ 191643 h 332898"/>
              <a:gd name="connsiteX53" fmla="*/ 188097 w 347168"/>
              <a:gd name="connsiteY53" fmla="*/ 156496 h 332898"/>
              <a:gd name="connsiteX54" fmla="*/ 188097 w 347168"/>
              <a:gd name="connsiteY54" fmla="*/ 212789 h 332898"/>
              <a:gd name="connsiteX55" fmla="*/ 166375 w 347168"/>
              <a:gd name="connsiteY55" fmla="*/ 191643 h 332898"/>
              <a:gd name="connsiteX56" fmla="*/ 188097 w 347168"/>
              <a:gd name="connsiteY56" fmla="*/ 170497 h 332898"/>
              <a:gd name="connsiteX57" fmla="*/ 209819 w 347168"/>
              <a:gd name="connsiteY57" fmla="*/ 191643 h 332898"/>
              <a:gd name="connsiteX58" fmla="*/ 188097 w 347168"/>
              <a:gd name="connsiteY58" fmla="*/ 21278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47168" h="332898">
                <a:moveTo>
                  <a:pt x="296516" y="0"/>
                </a:moveTo>
                <a:lnTo>
                  <a:pt x="50558" y="0"/>
                </a:lnTo>
                <a:cubicBezTo>
                  <a:pt x="36045" y="0"/>
                  <a:pt x="22860" y="5905"/>
                  <a:pt x="14418" y="14192"/>
                </a:cubicBezTo>
                <a:cubicBezTo>
                  <a:pt x="13185" y="15335"/>
                  <a:pt x="12047" y="16573"/>
                  <a:pt x="12047" y="16573"/>
                </a:cubicBezTo>
                <a:cubicBezTo>
                  <a:pt x="4838" y="26098"/>
                  <a:pt x="0" y="36671"/>
                  <a:pt x="0" y="49720"/>
                </a:cubicBezTo>
                <a:lnTo>
                  <a:pt x="0" y="234505"/>
                </a:lnTo>
                <a:cubicBezTo>
                  <a:pt x="0" y="260604"/>
                  <a:pt x="20489" y="287845"/>
                  <a:pt x="47048" y="293751"/>
                </a:cubicBezTo>
                <a:lnTo>
                  <a:pt x="208586" y="330518"/>
                </a:lnTo>
                <a:cubicBezTo>
                  <a:pt x="212190" y="331660"/>
                  <a:pt x="215795" y="332899"/>
                  <a:pt x="219399" y="332899"/>
                </a:cubicBezTo>
                <a:cubicBezTo>
                  <a:pt x="229074" y="332899"/>
                  <a:pt x="237516" y="329374"/>
                  <a:pt x="244725" y="324612"/>
                </a:cubicBezTo>
                <a:cubicBezTo>
                  <a:pt x="254400" y="316325"/>
                  <a:pt x="260376" y="304514"/>
                  <a:pt x="260376" y="291465"/>
                </a:cubicBezTo>
                <a:lnTo>
                  <a:pt x="260376" y="255937"/>
                </a:lnTo>
                <a:lnTo>
                  <a:pt x="296516" y="255937"/>
                </a:lnTo>
                <a:cubicBezTo>
                  <a:pt x="324214" y="255937"/>
                  <a:pt x="347169" y="233458"/>
                  <a:pt x="347169" y="206216"/>
                </a:cubicBezTo>
                <a:lnTo>
                  <a:pt x="347169" y="49816"/>
                </a:lnTo>
                <a:cubicBezTo>
                  <a:pt x="347169" y="22574"/>
                  <a:pt x="324214" y="95"/>
                  <a:pt x="296516" y="95"/>
                </a:cubicBezTo>
                <a:close/>
                <a:moveTo>
                  <a:pt x="236188" y="312706"/>
                </a:moveTo>
                <a:cubicBezTo>
                  <a:pt x="228979" y="317468"/>
                  <a:pt x="220537" y="319849"/>
                  <a:pt x="212095" y="317468"/>
                </a:cubicBezTo>
                <a:lnTo>
                  <a:pt x="50558" y="279559"/>
                </a:lnTo>
                <a:cubicBezTo>
                  <a:pt x="31302" y="274796"/>
                  <a:pt x="14418" y="254699"/>
                  <a:pt x="14418" y="234505"/>
                </a:cubicBezTo>
                <a:lnTo>
                  <a:pt x="14418" y="49720"/>
                </a:lnTo>
                <a:cubicBezTo>
                  <a:pt x="14418" y="41434"/>
                  <a:pt x="16789" y="34290"/>
                  <a:pt x="21627" y="28384"/>
                </a:cubicBezTo>
                <a:lnTo>
                  <a:pt x="133650" y="56102"/>
                </a:lnTo>
                <a:cubicBezTo>
                  <a:pt x="134409" y="56483"/>
                  <a:pt x="135358" y="56674"/>
                  <a:pt x="136306" y="56769"/>
                </a:cubicBezTo>
                <a:lnTo>
                  <a:pt x="208491" y="74581"/>
                </a:lnTo>
                <a:cubicBezTo>
                  <a:pt x="228695" y="79248"/>
                  <a:pt x="245200" y="99917"/>
                  <a:pt x="245769" y="119824"/>
                </a:cubicBezTo>
                <a:cubicBezTo>
                  <a:pt x="245769" y="120205"/>
                  <a:pt x="245579" y="120587"/>
                  <a:pt x="245579" y="120968"/>
                </a:cubicBezTo>
                <a:cubicBezTo>
                  <a:pt x="245579" y="121539"/>
                  <a:pt x="245769" y="122110"/>
                  <a:pt x="245864" y="122682"/>
                </a:cubicBezTo>
                <a:lnTo>
                  <a:pt x="245864" y="291370"/>
                </a:lnTo>
                <a:cubicBezTo>
                  <a:pt x="245864" y="300799"/>
                  <a:pt x="242259" y="307943"/>
                  <a:pt x="236188" y="312706"/>
                </a:cubicBezTo>
                <a:close/>
                <a:moveTo>
                  <a:pt x="332656" y="206121"/>
                </a:moveTo>
                <a:cubicBezTo>
                  <a:pt x="332656" y="225076"/>
                  <a:pt x="315771" y="241649"/>
                  <a:pt x="296516" y="241649"/>
                </a:cubicBezTo>
                <a:lnTo>
                  <a:pt x="260376" y="241649"/>
                </a:lnTo>
                <a:lnTo>
                  <a:pt x="260376" y="128111"/>
                </a:lnTo>
                <a:lnTo>
                  <a:pt x="281719" y="128111"/>
                </a:lnTo>
                <a:cubicBezTo>
                  <a:pt x="285323" y="128111"/>
                  <a:pt x="288928" y="124587"/>
                  <a:pt x="288928" y="120968"/>
                </a:cubicBezTo>
                <a:cubicBezTo>
                  <a:pt x="288928" y="117348"/>
                  <a:pt x="285323" y="113824"/>
                  <a:pt x="281719" y="113824"/>
                </a:cubicBezTo>
                <a:lnTo>
                  <a:pt x="259712" y="113824"/>
                </a:lnTo>
                <a:cubicBezTo>
                  <a:pt x="256392" y="89249"/>
                  <a:pt x="236378" y="66866"/>
                  <a:pt x="212190" y="60389"/>
                </a:cubicBezTo>
                <a:cubicBezTo>
                  <a:pt x="212190" y="60389"/>
                  <a:pt x="212190" y="60389"/>
                  <a:pt x="197677" y="56864"/>
                </a:cubicBezTo>
                <a:lnTo>
                  <a:pt x="281719" y="56864"/>
                </a:lnTo>
                <a:cubicBezTo>
                  <a:pt x="285323" y="56864"/>
                  <a:pt x="288928" y="53340"/>
                  <a:pt x="288928" y="49720"/>
                </a:cubicBezTo>
                <a:cubicBezTo>
                  <a:pt x="288928" y="46101"/>
                  <a:pt x="285323" y="42577"/>
                  <a:pt x="281719" y="42577"/>
                </a:cubicBezTo>
                <a:lnTo>
                  <a:pt x="138583" y="42577"/>
                </a:lnTo>
                <a:cubicBezTo>
                  <a:pt x="113541" y="36576"/>
                  <a:pt x="79963" y="28480"/>
                  <a:pt x="35001" y="17621"/>
                </a:cubicBezTo>
                <a:cubicBezTo>
                  <a:pt x="39839" y="15240"/>
                  <a:pt x="44677" y="14097"/>
                  <a:pt x="50652" y="14097"/>
                </a:cubicBezTo>
                <a:lnTo>
                  <a:pt x="296611" y="14097"/>
                </a:lnTo>
                <a:cubicBezTo>
                  <a:pt x="315866" y="14097"/>
                  <a:pt x="332751" y="29527"/>
                  <a:pt x="332751" y="49625"/>
                </a:cubicBezTo>
                <a:lnTo>
                  <a:pt x="332751" y="206026"/>
                </a:lnTo>
                <a:close/>
                <a:moveTo>
                  <a:pt x="188097" y="156496"/>
                </a:moveTo>
                <a:cubicBezTo>
                  <a:pt x="167608" y="156496"/>
                  <a:pt x="151863" y="171736"/>
                  <a:pt x="151863" y="191643"/>
                </a:cubicBezTo>
                <a:cubicBezTo>
                  <a:pt x="151863" y="210407"/>
                  <a:pt x="167513" y="226790"/>
                  <a:pt x="188097" y="226790"/>
                </a:cubicBezTo>
                <a:cubicBezTo>
                  <a:pt x="207447" y="226790"/>
                  <a:pt x="224332" y="210407"/>
                  <a:pt x="224332" y="191643"/>
                </a:cubicBezTo>
                <a:cubicBezTo>
                  <a:pt x="224332" y="171736"/>
                  <a:pt x="207447" y="156496"/>
                  <a:pt x="188097" y="156496"/>
                </a:cubicBezTo>
                <a:close/>
                <a:moveTo>
                  <a:pt x="188097" y="212789"/>
                </a:moveTo>
                <a:cubicBezTo>
                  <a:pt x="176050" y="212789"/>
                  <a:pt x="166375" y="203454"/>
                  <a:pt x="166375" y="191643"/>
                </a:cubicBezTo>
                <a:cubicBezTo>
                  <a:pt x="166375" y="179832"/>
                  <a:pt x="176050" y="170497"/>
                  <a:pt x="188097" y="170497"/>
                </a:cubicBezTo>
                <a:cubicBezTo>
                  <a:pt x="200144" y="170497"/>
                  <a:pt x="209819" y="179927"/>
                  <a:pt x="209819" y="191643"/>
                </a:cubicBezTo>
                <a:cubicBezTo>
                  <a:pt x="209819" y="203359"/>
                  <a:pt x="200144" y="212789"/>
                  <a:pt x="188097" y="21278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9" name="Graphic 315">
            <a:extLst>
              <a:ext uri="{FF2B5EF4-FFF2-40B4-BE49-F238E27FC236}">
                <a16:creationId xmlns:a16="http://schemas.microsoft.com/office/drawing/2014/main" id="{5505E87D-40FF-844B-4BCB-C53E604E6AD8}"/>
              </a:ext>
            </a:extLst>
          </p:cNvPr>
          <p:cNvSpPr/>
          <p:nvPr/>
        </p:nvSpPr>
        <p:spPr>
          <a:xfrm>
            <a:off x="10412128" y="3520863"/>
            <a:ext cx="462794" cy="443771"/>
          </a:xfrm>
          <a:custGeom>
            <a:avLst/>
            <a:gdLst>
              <a:gd name="connsiteX0" fmla="*/ 296516 w 347168"/>
              <a:gd name="connsiteY0" fmla="*/ 0 h 332898"/>
              <a:gd name="connsiteX1" fmla="*/ 50558 w 347168"/>
              <a:gd name="connsiteY1" fmla="*/ 0 h 332898"/>
              <a:gd name="connsiteX2" fmla="*/ 14418 w 347168"/>
              <a:gd name="connsiteY2" fmla="*/ 14192 h 332898"/>
              <a:gd name="connsiteX3" fmla="*/ 12047 w 347168"/>
              <a:gd name="connsiteY3" fmla="*/ 16573 h 332898"/>
              <a:gd name="connsiteX4" fmla="*/ 0 w 347168"/>
              <a:gd name="connsiteY4" fmla="*/ 49720 h 332898"/>
              <a:gd name="connsiteX5" fmla="*/ 0 w 347168"/>
              <a:gd name="connsiteY5" fmla="*/ 234505 h 332898"/>
              <a:gd name="connsiteX6" fmla="*/ 47048 w 347168"/>
              <a:gd name="connsiteY6" fmla="*/ 293751 h 332898"/>
              <a:gd name="connsiteX7" fmla="*/ 208586 w 347168"/>
              <a:gd name="connsiteY7" fmla="*/ 330518 h 332898"/>
              <a:gd name="connsiteX8" fmla="*/ 219399 w 347168"/>
              <a:gd name="connsiteY8" fmla="*/ 332899 h 332898"/>
              <a:gd name="connsiteX9" fmla="*/ 244725 w 347168"/>
              <a:gd name="connsiteY9" fmla="*/ 324612 h 332898"/>
              <a:gd name="connsiteX10" fmla="*/ 260376 w 347168"/>
              <a:gd name="connsiteY10" fmla="*/ 291465 h 332898"/>
              <a:gd name="connsiteX11" fmla="*/ 260376 w 347168"/>
              <a:gd name="connsiteY11" fmla="*/ 255937 h 332898"/>
              <a:gd name="connsiteX12" fmla="*/ 296516 w 347168"/>
              <a:gd name="connsiteY12" fmla="*/ 255937 h 332898"/>
              <a:gd name="connsiteX13" fmla="*/ 347169 w 347168"/>
              <a:gd name="connsiteY13" fmla="*/ 206216 h 332898"/>
              <a:gd name="connsiteX14" fmla="*/ 347169 w 347168"/>
              <a:gd name="connsiteY14" fmla="*/ 49816 h 332898"/>
              <a:gd name="connsiteX15" fmla="*/ 296516 w 347168"/>
              <a:gd name="connsiteY15" fmla="*/ 95 h 332898"/>
              <a:gd name="connsiteX16" fmla="*/ 236188 w 347168"/>
              <a:gd name="connsiteY16" fmla="*/ 312706 h 332898"/>
              <a:gd name="connsiteX17" fmla="*/ 212095 w 347168"/>
              <a:gd name="connsiteY17" fmla="*/ 317468 h 332898"/>
              <a:gd name="connsiteX18" fmla="*/ 50558 w 347168"/>
              <a:gd name="connsiteY18" fmla="*/ 279559 h 332898"/>
              <a:gd name="connsiteX19" fmla="*/ 14418 w 347168"/>
              <a:gd name="connsiteY19" fmla="*/ 234505 h 332898"/>
              <a:gd name="connsiteX20" fmla="*/ 14418 w 347168"/>
              <a:gd name="connsiteY20" fmla="*/ 49720 h 332898"/>
              <a:gd name="connsiteX21" fmla="*/ 21627 w 347168"/>
              <a:gd name="connsiteY21" fmla="*/ 28384 h 332898"/>
              <a:gd name="connsiteX22" fmla="*/ 133650 w 347168"/>
              <a:gd name="connsiteY22" fmla="*/ 56102 h 332898"/>
              <a:gd name="connsiteX23" fmla="*/ 136306 w 347168"/>
              <a:gd name="connsiteY23" fmla="*/ 56769 h 332898"/>
              <a:gd name="connsiteX24" fmla="*/ 208491 w 347168"/>
              <a:gd name="connsiteY24" fmla="*/ 74581 h 332898"/>
              <a:gd name="connsiteX25" fmla="*/ 245769 w 347168"/>
              <a:gd name="connsiteY25" fmla="*/ 119824 h 332898"/>
              <a:gd name="connsiteX26" fmla="*/ 245579 w 347168"/>
              <a:gd name="connsiteY26" fmla="*/ 120968 h 332898"/>
              <a:gd name="connsiteX27" fmla="*/ 245864 w 347168"/>
              <a:gd name="connsiteY27" fmla="*/ 122682 h 332898"/>
              <a:gd name="connsiteX28" fmla="*/ 245864 w 347168"/>
              <a:gd name="connsiteY28" fmla="*/ 291370 h 332898"/>
              <a:gd name="connsiteX29" fmla="*/ 236188 w 347168"/>
              <a:gd name="connsiteY29" fmla="*/ 312706 h 332898"/>
              <a:gd name="connsiteX30" fmla="*/ 332656 w 347168"/>
              <a:gd name="connsiteY30" fmla="*/ 206121 h 332898"/>
              <a:gd name="connsiteX31" fmla="*/ 296516 w 347168"/>
              <a:gd name="connsiteY31" fmla="*/ 241649 h 332898"/>
              <a:gd name="connsiteX32" fmla="*/ 260376 w 347168"/>
              <a:gd name="connsiteY32" fmla="*/ 241649 h 332898"/>
              <a:gd name="connsiteX33" fmla="*/ 260376 w 347168"/>
              <a:gd name="connsiteY33" fmla="*/ 128111 h 332898"/>
              <a:gd name="connsiteX34" fmla="*/ 281719 w 347168"/>
              <a:gd name="connsiteY34" fmla="*/ 128111 h 332898"/>
              <a:gd name="connsiteX35" fmla="*/ 288928 w 347168"/>
              <a:gd name="connsiteY35" fmla="*/ 120968 h 332898"/>
              <a:gd name="connsiteX36" fmla="*/ 281719 w 347168"/>
              <a:gd name="connsiteY36" fmla="*/ 113824 h 332898"/>
              <a:gd name="connsiteX37" fmla="*/ 259712 w 347168"/>
              <a:gd name="connsiteY37" fmla="*/ 113824 h 332898"/>
              <a:gd name="connsiteX38" fmla="*/ 212190 w 347168"/>
              <a:gd name="connsiteY38" fmla="*/ 60389 h 332898"/>
              <a:gd name="connsiteX39" fmla="*/ 197677 w 347168"/>
              <a:gd name="connsiteY39" fmla="*/ 56864 h 332898"/>
              <a:gd name="connsiteX40" fmla="*/ 281719 w 347168"/>
              <a:gd name="connsiteY40" fmla="*/ 56864 h 332898"/>
              <a:gd name="connsiteX41" fmla="*/ 288928 w 347168"/>
              <a:gd name="connsiteY41" fmla="*/ 49720 h 332898"/>
              <a:gd name="connsiteX42" fmla="*/ 281719 w 347168"/>
              <a:gd name="connsiteY42" fmla="*/ 42577 h 332898"/>
              <a:gd name="connsiteX43" fmla="*/ 138583 w 347168"/>
              <a:gd name="connsiteY43" fmla="*/ 42577 h 332898"/>
              <a:gd name="connsiteX44" fmla="*/ 35001 w 347168"/>
              <a:gd name="connsiteY44" fmla="*/ 17621 h 332898"/>
              <a:gd name="connsiteX45" fmla="*/ 50652 w 347168"/>
              <a:gd name="connsiteY45" fmla="*/ 14097 h 332898"/>
              <a:gd name="connsiteX46" fmla="*/ 296611 w 347168"/>
              <a:gd name="connsiteY46" fmla="*/ 14097 h 332898"/>
              <a:gd name="connsiteX47" fmla="*/ 332751 w 347168"/>
              <a:gd name="connsiteY47" fmla="*/ 49625 h 332898"/>
              <a:gd name="connsiteX48" fmla="*/ 332751 w 347168"/>
              <a:gd name="connsiteY48" fmla="*/ 206026 h 332898"/>
              <a:gd name="connsiteX49" fmla="*/ 188097 w 347168"/>
              <a:gd name="connsiteY49" fmla="*/ 156496 h 332898"/>
              <a:gd name="connsiteX50" fmla="*/ 151863 w 347168"/>
              <a:gd name="connsiteY50" fmla="*/ 191643 h 332898"/>
              <a:gd name="connsiteX51" fmla="*/ 188097 w 347168"/>
              <a:gd name="connsiteY51" fmla="*/ 226790 h 332898"/>
              <a:gd name="connsiteX52" fmla="*/ 224332 w 347168"/>
              <a:gd name="connsiteY52" fmla="*/ 191643 h 332898"/>
              <a:gd name="connsiteX53" fmla="*/ 188097 w 347168"/>
              <a:gd name="connsiteY53" fmla="*/ 156496 h 332898"/>
              <a:gd name="connsiteX54" fmla="*/ 188097 w 347168"/>
              <a:gd name="connsiteY54" fmla="*/ 212789 h 332898"/>
              <a:gd name="connsiteX55" fmla="*/ 166375 w 347168"/>
              <a:gd name="connsiteY55" fmla="*/ 191643 h 332898"/>
              <a:gd name="connsiteX56" fmla="*/ 188097 w 347168"/>
              <a:gd name="connsiteY56" fmla="*/ 170497 h 332898"/>
              <a:gd name="connsiteX57" fmla="*/ 209819 w 347168"/>
              <a:gd name="connsiteY57" fmla="*/ 191643 h 332898"/>
              <a:gd name="connsiteX58" fmla="*/ 188097 w 347168"/>
              <a:gd name="connsiteY58" fmla="*/ 21278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47168" h="332898">
                <a:moveTo>
                  <a:pt x="296516" y="0"/>
                </a:moveTo>
                <a:lnTo>
                  <a:pt x="50558" y="0"/>
                </a:lnTo>
                <a:cubicBezTo>
                  <a:pt x="36045" y="0"/>
                  <a:pt x="22860" y="5905"/>
                  <a:pt x="14418" y="14192"/>
                </a:cubicBezTo>
                <a:cubicBezTo>
                  <a:pt x="13185" y="15335"/>
                  <a:pt x="12047" y="16573"/>
                  <a:pt x="12047" y="16573"/>
                </a:cubicBezTo>
                <a:cubicBezTo>
                  <a:pt x="4838" y="26098"/>
                  <a:pt x="0" y="36671"/>
                  <a:pt x="0" y="49720"/>
                </a:cubicBezTo>
                <a:lnTo>
                  <a:pt x="0" y="234505"/>
                </a:lnTo>
                <a:cubicBezTo>
                  <a:pt x="0" y="260604"/>
                  <a:pt x="20489" y="287845"/>
                  <a:pt x="47048" y="293751"/>
                </a:cubicBezTo>
                <a:lnTo>
                  <a:pt x="208586" y="330518"/>
                </a:lnTo>
                <a:cubicBezTo>
                  <a:pt x="212190" y="331660"/>
                  <a:pt x="215795" y="332899"/>
                  <a:pt x="219399" y="332899"/>
                </a:cubicBezTo>
                <a:cubicBezTo>
                  <a:pt x="229074" y="332899"/>
                  <a:pt x="237516" y="329374"/>
                  <a:pt x="244725" y="324612"/>
                </a:cubicBezTo>
                <a:cubicBezTo>
                  <a:pt x="254400" y="316325"/>
                  <a:pt x="260376" y="304514"/>
                  <a:pt x="260376" y="291465"/>
                </a:cubicBezTo>
                <a:lnTo>
                  <a:pt x="260376" y="255937"/>
                </a:lnTo>
                <a:lnTo>
                  <a:pt x="296516" y="255937"/>
                </a:lnTo>
                <a:cubicBezTo>
                  <a:pt x="324214" y="255937"/>
                  <a:pt x="347169" y="233458"/>
                  <a:pt x="347169" y="206216"/>
                </a:cubicBezTo>
                <a:lnTo>
                  <a:pt x="347169" y="49816"/>
                </a:lnTo>
                <a:cubicBezTo>
                  <a:pt x="347169" y="22574"/>
                  <a:pt x="324214" y="95"/>
                  <a:pt x="296516" y="95"/>
                </a:cubicBezTo>
                <a:close/>
                <a:moveTo>
                  <a:pt x="236188" y="312706"/>
                </a:moveTo>
                <a:cubicBezTo>
                  <a:pt x="228979" y="317468"/>
                  <a:pt x="220537" y="319849"/>
                  <a:pt x="212095" y="317468"/>
                </a:cubicBezTo>
                <a:lnTo>
                  <a:pt x="50558" y="279559"/>
                </a:lnTo>
                <a:cubicBezTo>
                  <a:pt x="31302" y="274796"/>
                  <a:pt x="14418" y="254699"/>
                  <a:pt x="14418" y="234505"/>
                </a:cubicBezTo>
                <a:lnTo>
                  <a:pt x="14418" y="49720"/>
                </a:lnTo>
                <a:cubicBezTo>
                  <a:pt x="14418" y="41434"/>
                  <a:pt x="16789" y="34290"/>
                  <a:pt x="21627" y="28384"/>
                </a:cubicBezTo>
                <a:lnTo>
                  <a:pt x="133650" y="56102"/>
                </a:lnTo>
                <a:cubicBezTo>
                  <a:pt x="134409" y="56483"/>
                  <a:pt x="135358" y="56674"/>
                  <a:pt x="136306" y="56769"/>
                </a:cubicBezTo>
                <a:lnTo>
                  <a:pt x="208491" y="74581"/>
                </a:lnTo>
                <a:cubicBezTo>
                  <a:pt x="228695" y="79248"/>
                  <a:pt x="245200" y="99917"/>
                  <a:pt x="245769" y="119824"/>
                </a:cubicBezTo>
                <a:cubicBezTo>
                  <a:pt x="245769" y="120205"/>
                  <a:pt x="245579" y="120587"/>
                  <a:pt x="245579" y="120968"/>
                </a:cubicBezTo>
                <a:cubicBezTo>
                  <a:pt x="245579" y="121539"/>
                  <a:pt x="245769" y="122110"/>
                  <a:pt x="245864" y="122682"/>
                </a:cubicBezTo>
                <a:lnTo>
                  <a:pt x="245864" y="291370"/>
                </a:lnTo>
                <a:cubicBezTo>
                  <a:pt x="245864" y="300799"/>
                  <a:pt x="242259" y="307943"/>
                  <a:pt x="236188" y="312706"/>
                </a:cubicBezTo>
                <a:close/>
                <a:moveTo>
                  <a:pt x="332656" y="206121"/>
                </a:moveTo>
                <a:cubicBezTo>
                  <a:pt x="332656" y="225076"/>
                  <a:pt x="315771" y="241649"/>
                  <a:pt x="296516" y="241649"/>
                </a:cubicBezTo>
                <a:lnTo>
                  <a:pt x="260376" y="241649"/>
                </a:lnTo>
                <a:lnTo>
                  <a:pt x="260376" y="128111"/>
                </a:lnTo>
                <a:lnTo>
                  <a:pt x="281719" y="128111"/>
                </a:lnTo>
                <a:cubicBezTo>
                  <a:pt x="285323" y="128111"/>
                  <a:pt x="288928" y="124587"/>
                  <a:pt x="288928" y="120968"/>
                </a:cubicBezTo>
                <a:cubicBezTo>
                  <a:pt x="288928" y="117348"/>
                  <a:pt x="285323" y="113824"/>
                  <a:pt x="281719" y="113824"/>
                </a:cubicBezTo>
                <a:lnTo>
                  <a:pt x="259712" y="113824"/>
                </a:lnTo>
                <a:cubicBezTo>
                  <a:pt x="256392" y="89249"/>
                  <a:pt x="236378" y="66866"/>
                  <a:pt x="212190" y="60389"/>
                </a:cubicBezTo>
                <a:cubicBezTo>
                  <a:pt x="212190" y="60389"/>
                  <a:pt x="212190" y="60389"/>
                  <a:pt x="197677" y="56864"/>
                </a:cubicBezTo>
                <a:lnTo>
                  <a:pt x="281719" y="56864"/>
                </a:lnTo>
                <a:cubicBezTo>
                  <a:pt x="285323" y="56864"/>
                  <a:pt x="288928" y="53340"/>
                  <a:pt x="288928" y="49720"/>
                </a:cubicBezTo>
                <a:cubicBezTo>
                  <a:pt x="288928" y="46101"/>
                  <a:pt x="285323" y="42577"/>
                  <a:pt x="281719" y="42577"/>
                </a:cubicBezTo>
                <a:lnTo>
                  <a:pt x="138583" y="42577"/>
                </a:lnTo>
                <a:cubicBezTo>
                  <a:pt x="113541" y="36576"/>
                  <a:pt x="79963" y="28480"/>
                  <a:pt x="35001" y="17621"/>
                </a:cubicBezTo>
                <a:cubicBezTo>
                  <a:pt x="39839" y="15240"/>
                  <a:pt x="44677" y="14097"/>
                  <a:pt x="50652" y="14097"/>
                </a:cubicBezTo>
                <a:lnTo>
                  <a:pt x="296611" y="14097"/>
                </a:lnTo>
                <a:cubicBezTo>
                  <a:pt x="315866" y="14097"/>
                  <a:pt x="332751" y="29527"/>
                  <a:pt x="332751" y="49625"/>
                </a:cubicBezTo>
                <a:lnTo>
                  <a:pt x="332751" y="206026"/>
                </a:lnTo>
                <a:close/>
                <a:moveTo>
                  <a:pt x="188097" y="156496"/>
                </a:moveTo>
                <a:cubicBezTo>
                  <a:pt x="167608" y="156496"/>
                  <a:pt x="151863" y="171736"/>
                  <a:pt x="151863" y="191643"/>
                </a:cubicBezTo>
                <a:cubicBezTo>
                  <a:pt x="151863" y="210407"/>
                  <a:pt x="167513" y="226790"/>
                  <a:pt x="188097" y="226790"/>
                </a:cubicBezTo>
                <a:cubicBezTo>
                  <a:pt x="207447" y="226790"/>
                  <a:pt x="224332" y="210407"/>
                  <a:pt x="224332" y="191643"/>
                </a:cubicBezTo>
                <a:cubicBezTo>
                  <a:pt x="224332" y="171736"/>
                  <a:pt x="207447" y="156496"/>
                  <a:pt x="188097" y="156496"/>
                </a:cubicBezTo>
                <a:close/>
                <a:moveTo>
                  <a:pt x="188097" y="212789"/>
                </a:moveTo>
                <a:cubicBezTo>
                  <a:pt x="176050" y="212789"/>
                  <a:pt x="166375" y="203454"/>
                  <a:pt x="166375" y="191643"/>
                </a:cubicBezTo>
                <a:cubicBezTo>
                  <a:pt x="166375" y="179832"/>
                  <a:pt x="176050" y="170497"/>
                  <a:pt x="188097" y="170497"/>
                </a:cubicBezTo>
                <a:cubicBezTo>
                  <a:pt x="200144" y="170497"/>
                  <a:pt x="209819" y="179927"/>
                  <a:pt x="209819" y="191643"/>
                </a:cubicBezTo>
                <a:cubicBezTo>
                  <a:pt x="209819" y="203359"/>
                  <a:pt x="200144" y="212789"/>
                  <a:pt x="188097" y="21278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0" name="Graphic 315">
            <a:extLst>
              <a:ext uri="{FF2B5EF4-FFF2-40B4-BE49-F238E27FC236}">
                <a16:creationId xmlns:a16="http://schemas.microsoft.com/office/drawing/2014/main" id="{A83C3740-1392-125A-A10A-CF38C8985213}"/>
              </a:ext>
            </a:extLst>
          </p:cNvPr>
          <p:cNvSpPr/>
          <p:nvPr/>
        </p:nvSpPr>
        <p:spPr>
          <a:xfrm>
            <a:off x="11165839" y="3520863"/>
            <a:ext cx="462794" cy="443771"/>
          </a:xfrm>
          <a:custGeom>
            <a:avLst/>
            <a:gdLst>
              <a:gd name="connsiteX0" fmla="*/ 296516 w 347168"/>
              <a:gd name="connsiteY0" fmla="*/ 0 h 332898"/>
              <a:gd name="connsiteX1" fmla="*/ 50558 w 347168"/>
              <a:gd name="connsiteY1" fmla="*/ 0 h 332898"/>
              <a:gd name="connsiteX2" fmla="*/ 14418 w 347168"/>
              <a:gd name="connsiteY2" fmla="*/ 14192 h 332898"/>
              <a:gd name="connsiteX3" fmla="*/ 12047 w 347168"/>
              <a:gd name="connsiteY3" fmla="*/ 16573 h 332898"/>
              <a:gd name="connsiteX4" fmla="*/ 0 w 347168"/>
              <a:gd name="connsiteY4" fmla="*/ 49720 h 332898"/>
              <a:gd name="connsiteX5" fmla="*/ 0 w 347168"/>
              <a:gd name="connsiteY5" fmla="*/ 234505 h 332898"/>
              <a:gd name="connsiteX6" fmla="*/ 47048 w 347168"/>
              <a:gd name="connsiteY6" fmla="*/ 293751 h 332898"/>
              <a:gd name="connsiteX7" fmla="*/ 208586 w 347168"/>
              <a:gd name="connsiteY7" fmla="*/ 330518 h 332898"/>
              <a:gd name="connsiteX8" fmla="*/ 219399 w 347168"/>
              <a:gd name="connsiteY8" fmla="*/ 332899 h 332898"/>
              <a:gd name="connsiteX9" fmla="*/ 244725 w 347168"/>
              <a:gd name="connsiteY9" fmla="*/ 324612 h 332898"/>
              <a:gd name="connsiteX10" fmla="*/ 260376 w 347168"/>
              <a:gd name="connsiteY10" fmla="*/ 291465 h 332898"/>
              <a:gd name="connsiteX11" fmla="*/ 260376 w 347168"/>
              <a:gd name="connsiteY11" fmla="*/ 255937 h 332898"/>
              <a:gd name="connsiteX12" fmla="*/ 296516 w 347168"/>
              <a:gd name="connsiteY12" fmla="*/ 255937 h 332898"/>
              <a:gd name="connsiteX13" fmla="*/ 347169 w 347168"/>
              <a:gd name="connsiteY13" fmla="*/ 206216 h 332898"/>
              <a:gd name="connsiteX14" fmla="*/ 347169 w 347168"/>
              <a:gd name="connsiteY14" fmla="*/ 49816 h 332898"/>
              <a:gd name="connsiteX15" fmla="*/ 296516 w 347168"/>
              <a:gd name="connsiteY15" fmla="*/ 95 h 332898"/>
              <a:gd name="connsiteX16" fmla="*/ 236188 w 347168"/>
              <a:gd name="connsiteY16" fmla="*/ 312706 h 332898"/>
              <a:gd name="connsiteX17" fmla="*/ 212095 w 347168"/>
              <a:gd name="connsiteY17" fmla="*/ 317468 h 332898"/>
              <a:gd name="connsiteX18" fmla="*/ 50558 w 347168"/>
              <a:gd name="connsiteY18" fmla="*/ 279559 h 332898"/>
              <a:gd name="connsiteX19" fmla="*/ 14418 w 347168"/>
              <a:gd name="connsiteY19" fmla="*/ 234505 h 332898"/>
              <a:gd name="connsiteX20" fmla="*/ 14418 w 347168"/>
              <a:gd name="connsiteY20" fmla="*/ 49720 h 332898"/>
              <a:gd name="connsiteX21" fmla="*/ 21627 w 347168"/>
              <a:gd name="connsiteY21" fmla="*/ 28384 h 332898"/>
              <a:gd name="connsiteX22" fmla="*/ 133650 w 347168"/>
              <a:gd name="connsiteY22" fmla="*/ 56102 h 332898"/>
              <a:gd name="connsiteX23" fmla="*/ 136306 w 347168"/>
              <a:gd name="connsiteY23" fmla="*/ 56769 h 332898"/>
              <a:gd name="connsiteX24" fmla="*/ 208491 w 347168"/>
              <a:gd name="connsiteY24" fmla="*/ 74581 h 332898"/>
              <a:gd name="connsiteX25" fmla="*/ 245769 w 347168"/>
              <a:gd name="connsiteY25" fmla="*/ 119824 h 332898"/>
              <a:gd name="connsiteX26" fmla="*/ 245579 w 347168"/>
              <a:gd name="connsiteY26" fmla="*/ 120968 h 332898"/>
              <a:gd name="connsiteX27" fmla="*/ 245864 w 347168"/>
              <a:gd name="connsiteY27" fmla="*/ 122682 h 332898"/>
              <a:gd name="connsiteX28" fmla="*/ 245864 w 347168"/>
              <a:gd name="connsiteY28" fmla="*/ 291370 h 332898"/>
              <a:gd name="connsiteX29" fmla="*/ 236188 w 347168"/>
              <a:gd name="connsiteY29" fmla="*/ 312706 h 332898"/>
              <a:gd name="connsiteX30" fmla="*/ 332656 w 347168"/>
              <a:gd name="connsiteY30" fmla="*/ 206121 h 332898"/>
              <a:gd name="connsiteX31" fmla="*/ 296516 w 347168"/>
              <a:gd name="connsiteY31" fmla="*/ 241649 h 332898"/>
              <a:gd name="connsiteX32" fmla="*/ 260376 w 347168"/>
              <a:gd name="connsiteY32" fmla="*/ 241649 h 332898"/>
              <a:gd name="connsiteX33" fmla="*/ 260376 w 347168"/>
              <a:gd name="connsiteY33" fmla="*/ 128111 h 332898"/>
              <a:gd name="connsiteX34" fmla="*/ 281719 w 347168"/>
              <a:gd name="connsiteY34" fmla="*/ 128111 h 332898"/>
              <a:gd name="connsiteX35" fmla="*/ 288928 w 347168"/>
              <a:gd name="connsiteY35" fmla="*/ 120968 h 332898"/>
              <a:gd name="connsiteX36" fmla="*/ 281719 w 347168"/>
              <a:gd name="connsiteY36" fmla="*/ 113824 h 332898"/>
              <a:gd name="connsiteX37" fmla="*/ 259712 w 347168"/>
              <a:gd name="connsiteY37" fmla="*/ 113824 h 332898"/>
              <a:gd name="connsiteX38" fmla="*/ 212190 w 347168"/>
              <a:gd name="connsiteY38" fmla="*/ 60389 h 332898"/>
              <a:gd name="connsiteX39" fmla="*/ 197677 w 347168"/>
              <a:gd name="connsiteY39" fmla="*/ 56864 h 332898"/>
              <a:gd name="connsiteX40" fmla="*/ 281719 w 347168"/>
              <a:gd name="connsiteY40" fmla="*/ 56864 h 332898"/>
              <a:gd name="connsiteX41" fmla="*/ 288928 w 347168"/>
              <a:gd name="connsiteY41" fmla="*/ 49720 h 332898"/>
              <a:gd name="connsiteX42" fmla="*/ 281719 w 347168"/>
              <a:gd name="connsiteY42" fmla="*/ 42577 h 332898"/>
              <a:gd name="connsiteX43" fmla="*/ 138583 w 347168"/>
              <a:gd name="connsiteY43" fmla="*/ 42577 h 332898"/>
              <a:gd name="connsiteX44" fmla="*/ 35001 w 347168"/>
              <a:gd name="connsiteY44" fmla="*/ 17621 h 332898"/>
              <a:gd name="connsiteX45" fmla="*/ 50652 w 347168"/>
              <a:gd name="connsiteY45" fmla="*/ 14097 h 332898"/>
              <a:gd name="connsiteX46" fmla="*/ 296611 w 347168"/>
              <a:gd name="connsiteY46" fmla="*/ 14097 h 332898"/>
              <a:gd name="connsiteX47" fmla="*/ 332751 w 347168"/>
              <a:gd name="connsiteY47" fmla="*/ 49625 h 332898"/>
              <a:gd name="connsiteX48" fmla="*/ 332751 w 347168"/>
              <a:gd name="connsiteY48" fmla="*/ 206026 h 332898"/>
              <a:gd name="connsiteX49" fmla="*/ 188097 w 347168"/>
              <a:gd name="connsiteY49" fmla="*/ 156496 h 332898"/>
              <a:gd name="connsiteX50" fmla="*/ 151863 w 347168"/>
              <a:gd name="connsiteY50" fmla="*/ 191643 h 332898"/>
              <a:gd name="connsiteX51" fmla="*/ 188097 w 347168"/>
              <a:gd name="connsiteY51" fmla="*/ 226790 h 332898"/>
              <a:gd name="connsiteX52" fmla="*/ 224332 w 347168"/>
              <a:gd name="connsiteY52" fmla="*/ 191643 h 332898"/>
              <a:gd name="connsiteX53" fmla="*/ 188097 w 347168"/>
              <a:gd name="connsiteY53" fmla="*/ 156496 h 332898"/>
              <a:gd name="connsiteX54" fmla="*/ 188097 w 347168"/>
              <a:gd name="connsiteY54" fmla="*/ 212789 h 332898"/>
              <a:gd name="connsiteX55" fmla="*/ 166375 w 347168"/>
              <a:gd name="connsiteY55" fmla="*/ 191643 h 332898"/>
              <a:gd name="connsiteX56" fmla="*/ 188097 w 347168"/>
              <a:gd name="connsiteY56" fmla="*/ 170497 h 332898"/>
              <a:gd name="connsiteX57" fmla="*/ 209819 w 347168"/>
              <a:gd name="connsiteY57" fmla="*/ 191643 h 332898"/>
              <a:gd name="connsiteX58" fmla="*/ 188097 w 347168"/>
              <a:gd name="connsiteY58" fmla="*/ 21278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47168" h="332898">
                <a:moveTo>
                  <a:pt x="296516" y="0"/>
                </a:moveTo>
                <a:lnTo>
                  <a:pt x="50558" y="0"/>
                </a:lnTo>
                <a:cubicBezTo>
                  <a:pt x="36045" y="0"/>
                  <a:pt x="22860" y="5905"/>
                  <a:pt x="14418" y="14192"/>
                </a:cubicBezTo>
                <a:cubicBezTo>
                  <a:pt x="13185" y="15335"/>
                  <a:pt x="12047" y="16573"/>
                  <a:pt x="12047" y="16573"/>
                </a:cubicBezTo>
                <a:cubicBezTo>
                  <a:pt x="4838" y="26098"/>
                  <a:pt x="0" y="36671"/>
                  <a:pt x="0" y="49720"/>
                </a:cubicBezTo>
                <a:lnTo>
                  <a:pt x="0" y="234505"/>
                </a:lnTo>
                <a:cubicBezTo>
                  <a:pt x="0" y="260604"/>
                  <a:pt x="20489" y="287845"/>
                  <a:pt x="47048" y="293751"/>
                </a:cubicBezTo>
                <a:lnTo>
                  <a:pt x="208586" y="330518"/>
                </a:lnTo>
                <a:cubicBezTo>
                  <a:pt x="212190" y="331660"/>
                  <a:pt x="215795" y="332899"/>
                  <a:pt x="219399" y="332899"/>
                </a:cubicBezTo>
                <a:cubicBezTo>
                  <a:pt x="229074" y="332899"/>
                  <a:pt x="237516" y="329374"/>
                  <a:pt x="244725" y="324612"/>
                </a:cubicBezTo>
                <a:cubicBezTo>
                  <a:pt x="254400" y="316325"/>
                  <a:pt x="260376" y="304514"/>
                  <a:pt x="260376" y="291465"/>
                </a:cubicBezTo>
                <a:lnTo>
                  <a:pt x="260376" y="255937"/>
                </a:lnTo>
                <a:lnTo>
                  <a:pt x="296516" y="255937"/>
                </a:lnTo>
                <a:cubicBezTo>
                  <a:pt x="324214" y="255937"/>
                  <a:pt x="347169" y="233458"/>
                  <a:pt x="347169" y="206216"/>
                </a:cubicBezTo>
                <a:lnTo>
                  <a:pt x="347169" y="49816"/>
                </a:lnTo>
                <a:cubicBezTo>
                  <a:pt x="347169" y="22574"/>
                  <a:pt x="324214" y="95"/>
                  <a:pt x="296516" y="95"/>
                </a:cubicBezTo>
                <a:close/>
                <a:moveTo>
                  <a:pt x="236188" y="312706"/>
                </a:moveTo>
                <a:cubicBezTo>
                  <a:pt x="228979" y="317468"/>
                  <a:pt x="220537" y="319849"/>
                  <a:pt x="212095" y="317468"/>
                </a:cubicBezTo>
                <a:lnTo>
                  <a:pt x="50558" y="279559"/>
                </a:lnTo>
                <a:cubicBezTo>
                  <a:pt x="31302" y="274796"/>
                  <a:pt x="14418" y="254699"/>
                  <a:pt x="14418" y="234505"/>
                </a:cubicBezTo>
                <a:lnTo>
                  <a:pt x="14418" y="49720"/>
                </a:lnTo>
                <a:cubicBezTo>
                  <a:pt x="14418" y="41434"/>
                  <a:pt x="16789" y="34290"/>
                  <a:pt x="21627" y="28384"/>
                </a:cubicBezTo>
                <a:lnTo>
                  <a:pt x="133650" y="56102"/>
                </a:lnTo>
                <a:cubicBezTo>
                  <a:pt x="134409" y="56483"/>
                  <a:pt x="135358" y="56674"/>
                  <a:pt x="136306" y="56769"/>
                </a:cubicBezTo>
                <a:lnTo>
                  <a:pt x="208491" y="74581"/>
                </a:lnTo>
                <a:cubicBezTo>
                  <a:pt x="228695" y="79248"/>
                  <a:pt x="245200" y="99917"/>
                  <a:pt x="245769" y="119824"/>
                </a:cubicBezTo>
                <a:cubicBezTo>
                  <a:pt x="245769" y="120205"/>
                  <a:pt x="245579" y="120587"/>
                  <a:pt x="245579" y="120968"/>
                </a:cubicBezTo>
                <a:cubicBezTo>
                  <a:pt x="245579" y="121539"/>
                  <a:pt x="245769" y="122110"/>
                  <a:pt x="245864" y="122682"/>
                </a:cubicBezTo>
                <a:lnTo>
                  <a:pt x="245864" y="291370"/>
                </a:lnTo>
                <a:cubicBezTo>
                  <a:pt x="245864" y="300799"/>
                  <a:pt x="242259" y="307943"/>
                  <a:pt x="236188" y="312706"/>
                </a:cubicBezTo>
                <a:close/>
                <a:moveTo>
                  <a:pt x="332656" y="206121"/>
                </a:moveTo>
                <a:cubicBezTo>
                  <a:pt x="332656" y="225076"/>
                  <a:pt x="315771" y="241649"/>
                  <a:pt x="296516" y="241649"/>
                </a:cubicBezTo>
                <a:lnTo>
                  <a:pt x="260376" y="241649"/>
                </a:lnTo>
                <a:lnTo>
                  <a:pt x="260376" y="128111"/>
                </a:lnTo>
                <a:lnTo>
                  <a:pt x="281719" y="128111"/>
                </a:lnTo>
                <a:cubicBezTo>
                  <a:pt x="285323" y="128111"/>
                  <a:pt x="288928" y="124587"/>
                  <a:pt x="288928" y="120968"/>
                </a:cubicBezTo>
                <a:cubicBezTo>
                  <a:pt x="288928" y="117348"/>
                  <a:pt x="285323" y="113824"/>
                  <a:pt x="281719" y="113824"/>
                </a:cubicBezTo>
                <a:lnTo>
                  <a:pt x="259712" y="113824"/>
                </a:lnTo>
                <a:cubicBezTo>
                  <a:pt x="256392" y="89249"/>
                  <a:pt x="236378" y="66866"/>
                  <a:pt x="212190" y="60389"/>
                </a:cubicBezTo>
                <a:cubicBezTo>
                  <a:pt x="212190" y="60389"/>
                  <a:pt x="212190" y="60389"/>
                  <a:pt x="197677" y="56864"/>
                </a:cubicBezTo>
                <a:lnTo>
                  <a:pt x="281719" y="56864"/>
                </a:lnTo>
                <a:cubicBezTo>
                  <a:pt x="285323" y="56864"/>
                  <a:pt x="288928" y="53340"/>
                  <a:pt x="288928" y="49720"/>
                </a:cubicBezTo>
                <a:cubicBezTo>
                  <a:pt x="288928" y="46101"/>
                  <a:pt x="285323" y="42577"/>
                  <a:pt x="281719" y="42577"/>
                </a:cubicBezTo>
                <a:lnTo>
                  <a:pt x="138583" y="42577"/>
                </a:lnTo>
                <a:cubicBezTo>
                  <a:pt x="113541" y="36576"/>
                  <a:pt x="79963" y="28480"/>
                  <a:pt x="35001" y="17621"/>
                </a:cubicBezTo>
                <a:cubicBezTo>
                  <a:pt x="39839" y="15240"/>
                  <a:pt x="44677" y="14097"/>
                  <a:pt x="50652" y="14097"/>
                </a:cubicBezTo>
                <a:lnTo>
                  <a:pt x="296611" y="14097"/>
                </a:lnTo>
                <a:cubicBezTo>
                  <a:pt x="315866" y="14097"/>
                  <a:pt x="332751" y="29527"/>
                  <a:pt x="332751" y="49625"/>
                </a:cubicBezTo>
                <a:lnTo>
                  <a:pt x="332751" y="206026"/>
                </a:lnTo>
                <a:close/>
                <a:moveTo>
                  <a:pt x="188097" y="156496"/>
                </a:moveTo>
                <a:cubicBezTo>
                  <a:pt x="167608" y="156496"/>
                  <a:pt x="151863" y="171736"/>
                  <a:pt x="151863" y="191643"/>
                </a:cubicBezTo>
                <a:cubicBezTo>
                  <a:pt x="151863" y="210407"/>
                  <a:pt x="167513" y="226790"/>
                  <a:pt x="188097" y="226790"/>
                </a:cubicBezTo>
                <a:cubicBezTo>
                  <a:pt x="207447" y="226790"/>
                  <a:pt x="224332" y="210407"/>
                  <a:pt x="224332" y="191643"/>
                </a:cubicBezTo>
                <a:cubicBezTo>
                  <a:pt x="224332" y="171736"/>
                  <a:pt x="207447" y="156496"/>
                  <a:pt x="188097" y="156496"/>
                </a:cubicBezTo>
                <a:close/>
                <a:moveTo>
                  <a:pt x="188097" y="212789"/>
                </a:moveTo>
                <a:cubicBezTo>
                  <a:pt x="176050" y="212789"/>
                  <a:pt x="166375" y="203454"/>
                  <a:pt x="166375" y="191643"/>
                </a:cubicBezTo>
                <a:cubicBezTo>
                  <a:pt x="166375" y="179832"/>
                  <a:pt x="176050" y="170497"/>
                  <a:pt x="188097" y="170497"/>
                </a:cubicBezTo>
                <a:cubicBezTo>
                  <a:pt x="200144" y="170497"/>
                  <a:pt x="209819" y="179927"/>
                  <a:pt x="209819" y="191643"/>
                </a:cubicBezTo>
                <a:cubicBezTo>
                  <a:pt x="209819" y="203359"/>
                  <a:pt x="200144" y="212789"/>
                  <a:pt x="188097" y="21278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3" name="Graphic 321">
            <a:extLst>
              <a:ext uri="{FF2B5EF4-FFF2-40B4-BE49-F238E27FC236}">
                <a16:creationId xmlns:a16="http://schemas.microsoft.com/office/drawing/2014/main" id="{A260D95E-8B4E-B84A-A22C-390EC2924722}"/>
              </a:ext>
            </a:extLst>
          </p:cNvPr>
          <p:cNvSpPr/>
          <p:nvPr/>
        </p:nvSpPr>
        <p:spPr>
          <a:xfrm>
            <a:off x="483732" y="4863959"/>
            <a:ext cx="529174" cy="519430"/>
          </a:xfrm>
          <a:custGeom>
            <a:avLst/>
            <a:gdLst>
              <a:gd name="connsiteX0" fmla="*/ 247192 w 396492"/>
              <a:gd name="connsiteY0" fmla="*/ 162401 h 389191"/>
              <a:gd name="connsiteX1" fmla="*/ 214846 w 396492"/>
              <a:gd name="connsiteY1" fmla="*/ 129921 h 389191"/>
              <a:gd name="connsiteX2" fmla="*/ 214846 w 396492"/>
              <a:gd name="connsiteY2" fmla="*/ 113633 h 389191"/>
              <a:gd name="connsiteX3" fmla="*/ 206309 w 396492"/>
              <a:gd name="connsiteY3" fmla="*/ 105537 h 389191"/>
              <a:gd name="connsiteX4" fmla="*/ 197772 w 396492"/>
              <a:gd name="connsiteY4" fmla="*/ 113633 h 389191"/>
              <a:gd name="connsiteX5" fmla="*/ 197772 w 396492"/>
              <a:gd name="connsiteY5" fmla="*/ 129921 h 389191"/>
              <a:gd name="connsiteX6" fmla="*/ 181552 w 396492"/>
              <a:gd name="connsiteY6" fmla="*/ 129921 h 389191"/>
              <a:gd name="connsiteX7" fmla="*/ 181552 w 396492"/>
              <a:gd name="connsiteY7" fmla="*/ 113633 h 389191"/>
              <a:gd name="connsiteX8" fmla="*/ 173015 w 396492"/>
              <a:gd name="connsiteY8" fmla="*/ 105537 h 389191"/>
              <a:gd name="connsiteX9" fmla="*/ 164478 w 396492"/>
              <a:gd name="connsiteY9" fmla="*/ 113633 h 389191"/>
              <a:gd name="connsiteX10" fmla="*/ 164478 w 396492"/>
              <a:gd name="connsiteY10" fmla="*/ 129921 h 389191"/>
              <a:gd name="connsiteX11" fmla="*/ 156510 w 396492"/>
              <a:gd name="connsiteY11" fmla="*/ 129921 h 389191"/>
              <a:gd name="connsiteX12" fmla="*/ 148258 w 396492"/>
              <a:gd name="connsiteY12" fmla="*/ 138017 h 389191"/>
              <a:gd name="connsiteX13" fmla="*/ 148258 w 396492"/>
              <a:gd name="connsiteY13" fmla="*/ 235553 h 389191"/>
              <a:gd name="connsiteX14" fmla="*/ 156510 w 396492"/>
              <a:gd name="connsiteY14" fmla="*/ 243650 h 389191"/>
              <a:gd name="connsiteX15" fmla="*/ 164478 w 396492"/>
              <a:gd name="connsiteY15" fmla="*/ 243650 h 389191"/>
              <a:gd name="connsiteX16" fmla="*/ 164478 w 396492"/>
              <a:gd name="connsiteY16" fmla="*/ 259175 h 389191"/>
              <a:gd name="connsiteX17" fmla="*/ 173015 w 396492"/>
              <a:gd name="connsiteY17" fmla="*/ 267081 h 389191"/>
              <a:gd name="connsiteX18" fmla="*/ 181552 w 396492"/>
              <a:gd name="connsiteY18" fmla="*/ 259175 h 389191"/>
              <a:gd name="connsiteX19" fmla="*/ 181552 w 396492"/>
              <a:gd name="connsiteY19" fmla="*/ 243650 h 389191"/>
              <a:gd name="connsiteX20" fmla="*/ 197772 w 396492"/>
              <a:gd name="connsiteY20" fmla="*/ 243650 h 389191"/>
              <a:gd name="connsiteX21" fmla="*/ 197772 w 396492"/>
              <a:gd name="connsiteY21" fmla="*/ 259175 h 389191"/>
              <a:gd name="connsiteX22" fmla="*/ 206309 w 396492"/>
              <a:gd name="connsiteY22" fmla="*/ 267081 h 389191"/>
              <a:gd name="connsiteX23" fmla="*/ 214846 w 396492"/>
              <a:gd name="connsiteY23" fmla="*/ 259175 h 389191"/>
              <a:gd name="connsiteX24" fmla="*/ 214846 w 396492"/>
              <a:gd name="connsiteY24" fmla="*/ 243554 h 389191"/>
              <a:gd name="connsiteX25" fmla="*/ 247192 w 396492"/>
              <a:gd name="connsiteY25" fmla="*/ 211074 h 389191"/>
              <a:gd name="connsiteX26" fmla="*/ 236378 w 396492"/>
              <a:gd name="connsiteY26" fmla="*/ 186881 h 389191"/>
              <a:gd name="connsiteX27" fmla="*/ 247192 w 396492"/>
              <a:gd name="connsiteY27" fmla="*/ 162306 h 389191"/>
              <a:gd name="connsiteX28" fmla="*/ 230687 w 396492"/>
              <a:gd name="connsiteY28" fmla="*/ 211169 h 389191"/>
              <a:gd name="connsiteX29" fmla="*/ 214182 w 396492"/>
              <a:gd name="connsiteY29" fmla="*/ 227457 h 389191"/>
              <a:gd name="connsiteX30" fmla="*/ 164668 w 396492"/>
              <a:gd name="connsiteY30" fmla="*/ 227457 h 389191"/>
              <a:gd name="connsiteX31" fmla="*/ 164668 w 396492"/>
              <a:gd name="connsiteY31" fmla="*/ 194977 h 389191"/>
              <a:gd name="connsiteX32" fmla="*/ 214182 w 396492"/>
              <a:gd name="connsiteY32" fmla="*/ 194977 h 389191"/>
              <a:gd name="connsiteX33" fmla="*/ 230687 w 396492"/>
              <a:gd name="connsiteY33" fmla="*/ 211265 h 389191"/>
              <a:gd name="connsiteX34" fmla="*/ 164763 w 396492"/>
              <a:gd name="connsiteY34" fmla="*/ 178689 h 389191"/>
              <a:gd name="connsiteX35" fmla="*/ 164763 w 396492"/>
              <a:gd name="connsiteY35" fmla="*/ 146209 h 389191"/>
              <a:gd name="connsiteX36" fmla="*/ 214277 w 396492"/>
              <a:gd name="connsiteY36" fmla="*/ 146209 h 389191"/>
              <a:gd name="connsiteX37" fmla="*/ 230782 w 396492"/>
              <a:gd name="connsiteY37" fmla="*/ 162496 h 389191"/>
              <a:gd name="connsiteX38" fmla="*/ 214277 w 396492"/>
              <a:gd name="connsiteY38" fmla="*/ 178784 h 389191"/>
              <a:gd name="connsiteX39" fmla="*/ 164763 w 396492"/>
              <a:gd name="connsiteY39" fmla="*/ 178784 h 389191"/>
              <a:gd name="connsiteX40" fmla="*/ 388241 w 396492"/>
              <a:gd name="connsiteY40" fmla="*/ 194977 h 389191"/>
              <a:gd name="connsiteX41" fmla="*/ 396493 w 396492"/>
              <a:gd name="connsiteY41" fmla="*/ 186881 h 389191"/>
              <a:gd name="connsiteX42" fmla="*/ 388241 w 396492"/>
              <a:gd name="connsiteY42" fmla="*/ 178784 h 389191"/>
              <a:gd name="connsiteX43" fmla="*/ 329905 w 396492"/>
              <a:gd name="connsiteY43" fmla="*/ 178784 h 389191"/>
              <a:gd name="connsiteX44" fmla="*/ 329905 w 396492"/>
              <a:gd name="connsiteY44" fmla="*/ 130016 h 389191"/>
              <a:gd name="connsiteX45" fmla="*/ 388241 w 396492"/>
              <a:gd name="connsiteY45" fmla="*/ 130016 h 389191"/>
              <a:gd name="connsiteX46" fmla="*/ 396493 w 396492"/>
              <a:gd name="connsiteY46" fmla="*/ 121920 h 389191"/>
              <a:gd name="connsiteX47" fmla="*/ 388241 w 396492"/>
              <a:gd name="connsiteY47" fmla="*/ 113824 h 389191"/>
              <a:gd name="connsiteX48" fmla="*/ 329905 w 396492"/>
              <a:gd name="connsiteY48" fmla="*/ 113824 h 389191"/>
              <a:gd name="connsiteX49" fmla="*/ 329905 w 396492"/>
              <a:gd name="connsiteY49" fmla="*/ 89344 h 389191"/>
              <a:gd name="connsiteX50" fmla="*/ 305148 w 396492"/>
              <a:gd name="connsiteY50" fmla="*/ 65056 h 389191"/>
              <a:gd name="connsiteX51" fmla="*/ 280486 w 396492"/>
              <a:gd name="connsiteY51" fmla="*/ 65056 h 389191"/>
              <a:gd name="connsiteX52" fmla="*/ 280486 w 396492"/>
              <a:gd name="connsiteY52" fmla="*/ 8096 h 389191"/>
              <a:gd name="connsiteX53" fmla="*/ 272423 w 396492"/>
              <a:gd name="connsiteY53" fmla="*/ 0 h 389191"/>
              <a:gd name="connsiteX54" fmla="*/ 264360 w 396492"/>
              <a:gd name="connsiteY54" fmla="*/ 8096 h 389191"/>
              <a:gd name="connsiteX55" fmla="*/ 264360 w 396492"/>
              <a:gd name="connsiteY55" fmla="*/ 65056 h 389191"/>
              <a:gd name="connsiteX56" fmla="*/ 197772 w 396492"/>
              <a:gd name="connsiteY56" fmla="*/ 65056 h 389191"/>
              <a:gd name="connsiteX57" fmla="*/ 197772 w 396492"/>
              <a:gd name="connsiteY57" fmla="*/ 8096 h 389191"/>
              <a:gd name="connsiteX58" fmla="*/ 189710 w 396492"/>
              <a:gd name="connsiteY58" fmla="*/ 0 h 389191"/>
              <a:gd name="connsiteX59" fmla="*/ 181647 w 396492"/>
              <a:gd name="connsiteY59" fmla="*/ 8096 h 389191"/>
              <a:gd name="connsiteX60" fmla="*/ 181647 w 396492"/>
              <a:gd name="connsiteY60" fmla="*/ 65056 h 389191"/>
              <a:gd name="connsiteX61" fmla="*/ 132133 w 396492"/>
              <a:gd name="connsiteY61" fmla="*/ 65056 h 389191"/>
              <a:gd name="connsiteX62" fmla="*/ 132133 w 396492"/>
              <a:gd name="connsiteY62" fmla="*/ 8096 h 389191"/>
              <a:gd name="connsiteX63" fmla="*/ 123596 w 396492"/>
              <a:gd name="connsiteY63" fmla="*/ 0 h 389191"/>
              <a:gd name="connsiteX64" fmla="*/ 115059 w 396492"/>
              <a:gd name="connsiteY64" fmla="*/ 8096 h 389191"/>
              <a:gd name="connsiteX65" fmla="*/ 115059 w 396492"/>
              <a:gd name="connsiteY65" fmla="*/ 65056 h 389191"/>
              <a:gd name="connsiteX66" fmla="*/ 90397 w 396492"/>
              <a:gd name="connsiteY66" fmla="*/ 65056 h 389191"/>
              <a:gd name="connsiteX67" fmla="*/ 65639 w 396492"/>
              <a:gd name="connsiteY67" fmla="*/ 89344 h 389191"/>
              <a:gd name="connsiteX68" fmla="*/ 65639 w 396492"/>
              <a:gd name="connsiteY68" fmla="*/ 113824 h 389191"/>
              <a:gd name="connsiteX69" fmla="*/ 8252 w 396492"/>
              <a:gd name="connsiteY69" fmla="*/ 113824 h 389191"/>
              <a:gd name="connsiteX70" fmla="*/ 0 w 396492"/>
              <a:gd name="connsiteY70" fmla="*/ 121920 h 389191"/>
              <a:gd name="connsiteX71" fmla="*/ 8252 w 396492"/>
              <a:gd name="connsiteY71" fmla="*/ 130016 h 389191"/>
              <a:gd name="connsiteX72" fmla="*/ 65639 w 396492"/>
              <a:gd name="connsiteY72" fmla="*/ 130016 h 389191"/>
              <a:gd name="connsiteX73" fmla="*/ 65639 w 396492"/>
              <a:gd name="connsiteY73" fmla="*/ 195072 h 389191"/>
              <a:gd name="connsiteX74" fmla="*/ 8252 w 396492"/>
              <a:gd name="connsiteY74" fmla="*/ 195072 h 389191"/>
              <a:gd name="connsiteX75" fmla="*/ 0 w 396492"/>
              <a:gd name="connsiteY75" fmla="*/ 203168 h 389191"/>
              <a:gd name="connsiteX76" fmla="*/ 8252 w 396492"/>
              <a:gd name="connsiteY76" fmla="*/ 211265 h 389191"/>
              <a:gd name="connsiteX77" fmla="*/ 65639 w 396492"/>
              <a:gd name="connsiteY77" fmla="*/ 211265 h 389191"/>
              <a:gd name="connsiteX78" fmla="*/ 65639 w 396492"/>
              <a:gd name="connsiteY78" fmla="*/ 259175 h 389191"/>
              <a:gd name="connsiteX79" fmla="*/ 8252 w 396492"/>
              <a:gd name="connsiteY79" fmla="*/ 259175 h 389191"/>
              <a:gd name="connsiteX80" fmla="*/ 0 w 396492"/>
              <a:gd name="connsiteY80" fmla="*/ 267271 h 389191"/>
              <a:gd name="connsiteX81" fmla="*/ 8252 w 396492"/>
              <a:gd name="connsiteY81" fmla="*/ 275368 h 389191"/>
              <a:gd name="connsiteX82" fmla="*/ 65639 w 396492"/>
              <a:gd name="connsiteY82" fmla="*/ 275368 h 389191"/>
              <a:gd name="connsiteX83" fmla="*/ 65639 w 396492"/>
              <a:gd name="connsiteY83" fmla="*/ 299847 h 389191"/>
              <a:gd name="connsiteX84" fmla="*/ 90397 w 396492"/>
              <a:gd name="connsiteY84" fmla="*/ 324136 h 389191"/>
              <a:gd name="connsiteX85" fmla="*/ 115059 w 396492"/>
              <a:gd name="connsiteY85" fmla="*/ 324136 h 389191"/>
              <a:gd name="connsiteX86" fmla="*/ 115059 w 396492"/>
              <a:gd name="connsiteY86" fmla="*/ 381095 h 389191"/>
              <a:gd name="connsiteX87" fmla="*/ 123596 w 396492"/>
              <a:gd name="connsiteY87" fmla="*/ 389192 h 389191"/>
              <a:gd name="connsiteX88" fmla="*/ 132133 w 396492"/>
              <a:gd name="connsiteY88" fmla="*/ 381095 h 389191"/>
              <a:gd name="connsiteX89" fmla="*/ 132133 w 396492"/>
              <a:gd name="connsiteY89" fmla="*/ 324136 h 389191"/>
              <a:gd name="connsiteX90" fmla="*/ 197772 w 396492"/>
              <a:gd name="connsiteY90" fmla="*/ 324136 h 389191"/>
              <a:gd name="connsiteX91" fmla="*/ 197772 w 396492"/>
              <a:gd name="connsiteY91" fmla="*/ 381095 h 389191"/>
              <a:gd name="connsiteX92" fmla="*/ 206309 w 396492"/>
              <a:gd name="connsiteY92" fmla="*/ 389192 h 389191"/>
              <a:gd name="connsiteX93" fmla="*/ 214846 w 396492"/>
              <a:gd name="connsiteY93" fmla="*/ 381095 h 389191"/>
              <a:gd name="connsiteX94" fmla="*/ 214846 w 396492"/>
              <a:gd name="connsiteY94" fmla="*/ 324136 h 389191"/>
              <a:gd name="connsiteX95" fmla="*/ 264360 w 396492"/>
              <a:gd name="connsiteY95" fmla="*/ 324136 h 389191"/>
              <a:gd name="connsiteX96" fmla="*/ 264360 w 396492"/>
              <a:gd name="connsiteY96" fmla="*/ 381095 h 389191"/>
              <a:gd name="connsiteX97" fmla="*/ 272423 w 396492"/>
              <a:gd name="connsiteY97" fmla="*/ 389192 h 389191"/>
              <a:gd name="connsiteX98" fmla="*/ 280486 w 396492"/>
              <a:gd name="connsiteY98" fmla="*/ 381095 h 389191"/>
              <a:gd name="connsiteX99" fmla="*/ 280486 w 396492"/>
              <a:gd name="connsiteY99" fmla="*/ 324136 h 389191"/>
              <a:gd name="connsiteX100" fmla="*/ 305148 w 396492"/>
              <a:gd name="connsiteY100" fmla="*/ 324136 h 389191"/>
              <a:gd name="connsiteX101" fmla="*/ 329905 w 396492"/>
              <a:gd name="connsiteY101" fmla="*/ 299847 h 389191"/>
              <a:gd name="connsiteX102" fmla="*/ 329905 w 396492"/>
              <a:gd name="connsiteY102" fmla="*/ 275368 h 389191"/>
              <a:gd name="connsiteX103" fmla="*/ 388241 w 396492"/>
              <a:gd name="connsiteY103" fmla="*/ 275368 h 389191"/>
              <a:gd name="connsiteX104" fmla="*/ 396493 w 396492"/>
              <a:gd name="connsiteY104" fmla="*/ 267271 h 389191"/>
              <a:gd name="connsiteX105" fmla="*/ 388241 w 396492"/>
              <a:gd name="connsiteY105" fmla="*/ 259175 h 389191"/>
              <a:gd name="connsiteX106" fmla="*/ 329905 w 396492"/>
              <a:gd name="connsiteY106" fmla="*/ 259175 h 389191"/>
              <a:gd name="connsiteX107" fmla="*/ 329905 w 396492"/>
              <a:gd name="connsiteY107" fmla="*/ 195072 h 389191"/>
              <a:gd name="connsiteX108" fmla="*/ 388241 w 396492"/>
              <a:gd name="connsiteY108" fmla="*/ 195072 h 389191"/>
              <a:gd name="connsiteX109" fmla="*/ 313400 w 396492"/>
              <a:gd name="connsiteY109" fmla="*/ 299847 h 389191"/>
              <a:gd name="connsiteX110" fmla="*/ 305148 w 396492"/>
              <a:gd name="connsiteY110" fmla="*/ 307943 h 389191"/>
              <a:gd name="connsiteX111" fmla="*/ 272613 w 396492"/>
              <a:gd name="connsiteY111" fmla="*/ 307943 h 389191"/>
              <a:gd name="connsiteX112" fmla="*/ 272328 w 396492"/>
              <a:gd name="connsiteY112" fmla="*/ 307943 h 389191"/>
              <a:gd name="connsiteX113" fmla="*/ 272138 w 396492"/>
              <a:gd name="connsiteY113" fmla="*/ 307943 h 389191"/>
              <a:gd name="connsiteX114" fmla="*/ 206594 w 396492"/>
              <a:gd name="connsiteY114" fmla="*/ 307943 h 389191"/>
              <a:gd name="connsiteX115" fmla="*/ 206309 w 396492"/>
              <a:gd name="connsiteY115" fmla="*/ 307943 h 389191"/>
              <a:gd name="connsiteX116" fmla="*/ 206025 w 396492"/>
              <a:gd name="connsiteY116" fmla="*/ 307943 h 389191"/>
              <a:gd name="connsiteX117" fmla="*/ 123785 w 396492"/>
              <a:gd name="connsiteY117" fmla="*/ 307943 h 389191"/>
              <a:gd name="connsiteX118" fmla="*/ 123501 w 396492"/>
              <a:gd name="connsiteY118" fmla="*/ 307943 h 389191"/>
              <a:gd name="connsiteX119" fmla="*/ 123216 w 396492"/>
              <a:gd name="connsiteY119" fmla="*/ 307943 h 389191"/>
              <a:gd name="connsiteX120" fmla="*/ 90207 w 396492"/>
              <a:gd name="connsiteY120" fmla="*/ 307943 h 389191"/>
              <a:gd name="connsiteX121" fmla="*/ 81955 w 396492"/>
              <a:gd name="connsiteY121" fmla="*/ 299847 h 389191"/>
              <a:gd name="connsiteX122" fmla="*/ 81955 w 396492"/>
              <a:gd name="connsiteY122" fmla="*/ 270891 h 389191"/>
              <a:gd name="connsiteX123" fmla="*/ 82524 w 396492"/>
              <a:gd name="connsiteY123" fmla="*/ 267271 h 389191"/>
              <a:gd name="connsiteX124" fmla="*/ 81955 w 396492"/>
              <a:gd name="connsiteY124" fmla="*/ 264223 h 389191"/>
              <a:gd name="connsiteX125" fmla="*/ 81955 w 396492"/>
              <a:gd name="connsiteY125" fmla="*/ 206788 h 389191"/>
              <a:gd name="connsiteX126" fmla="*/ 82524 w 396492"/>
              <a:gd name="connsiteY126" fmla="*/ 203168 h 389191"/>
              <a:gd name="connsiteX127" fmla="*/ 81955 w 396492"/>
              <a:gd name="connsiteY127" fmla="*/ 200120 h 389191"/>
              <a:gd name="connsiteX128" fmla="*/ 81955 w 396492"/>
              <a:gd name="connsiteY128" fmla="*/ 125540 h 389191"/>
              <a:gd name="connsiteX129" fmla="*/ 82524 w 396492"/>
              <a:gd name="connsiteY129" fmla="*/ 121920 h 389191"/>
              <a:gd name="connsiteX130" fmla="*/ 81955 w 396492"/>
              <a:gd name="connsiteY130" fmla="*/ 118872 h 389191"/>
              <a:gd name="connsiteX131" fmla="*/ 81955 w 396492"/>
              <a:gd name="connsiteY131" fmla="*/ 89344 h 389191"/>
              <a:gd name="connsiteX132" fmla="*/ 90207 w 396492"/>
              <a:gd name="connsiteY132" fmla="*/ 81248 h 389191"/>
              <a:gd name="connsiteX133" fmla="*/ 123027 w 396492"/>
              <a:gd name="connsiteY133" fmla="*/ 81248 h 389191"/>
              <a:gd name="connsiteX134" fmla="*/ 123406 w 396492"/>
              <a:gd name="connsiteY134" fmla="*/ 81248 h 389191"/>
              <a:gd name="connsiteX135" fmla="*/ 123880 w 396492"/>
              <a:gd name="connsiteY135" fmla="*/ 81248 h 389191"/>
              <a:gd name="connsiteX136" fmla="*/ 189235 w 396492"/>
              <a:gd name="connsiteY136" fmla="*/ 81248 h 389191"/>
              <a:gd name="connsiteX137" fmla="*/ 189615 w 396492"/>
              <a:gd name="connsiteY137" fmla="*/ 81248 h 389191"/>
              <a:gd name="connsiteX138" fmla="*/ 189994 w 396492"/>
              <a:gd name="connsiteY138" fmla="*/ 81248 h 389191"/>
              <a:gd name="connsiteX139" fmla="*/ 271949 w 396492"/>
              <a:gd name="connsiteY139" fmla="*/ 81248 h 389191"/>
              <a:gd name="connsiteX140" fmla="*/ 272328 w 396492"/>
              <a:gd name="connsiteY140" fmla="*/ 81248 h 389191"/>
              <a:gd name="connsiteX141" fmla="*/ 272707 w 396492"/>
              <a:gd name="connsiteY141" fmla="*/ 81248 h 389191"/>
              <a:gd name="connsiteX142" fmla="*/ 305053 w 396492"/>
              <a:gd name="connsiteY142" fmla="*/ 81248 h 389191"/>
              <a:gd name="connsiteX143" fmla="*/ 313305 w 396492"/>
              <a:gd name="connsiteY143" fmla="*/ 89344 h 389191"/>
              <a:gd name="connsiteX144" fmla="*/ 313305 w 396492"/>
              <a:gd name="connsiteY144" fmla="*/ 300038 h 38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96492" h="389191">
                <a:moveTo>
                  <a:pt x="247192" y="162401"/>
                </a:moveTo>
                <a:cubicBezTo>
                  <a:pt x="247192" y="144971"/>
                  <a:pt x="233722" y="130207"/>
                  <a:pt x="214846" y="129921"/>
                </a:cubicBezTo>
                <a:lnTo>
                  <a:pt x="214846" y="113633"/>
                </a:lnTo>
                <a:cubicBezTo>
                  <a:pt x="214846" y="109538"/>
                  <a:pt x="212000" y="105537"/>
                  <a:pt x="206309" y="105537"/>
                </a:cubicBezTo>
                <a:cubicBezTo>
                  <a:pt x="202041" y="105537"/>
                  <a:pt x="197772" y="109633"/>
                  <a:pt x="197772" y="113633"/>
                </a:cubicBezTo>
                <a:lnTo>
                  <a:pt x="197772" y="129921"/>
                </a:lnTo>
                <a:lnTo>
                  <a:pt x="181552" y="129921"/>
                </a:lnTo>
                <a:lnTo>
                  <a:pt x="181552" y="113633"/>
                </a:lnTo>
                <a:cubicBezTo>
                  <a:pt x="181552" y="109538"/>
                  <a:pt x="178706" y="105537"/>
                  <a:pt x="173015" y="105537"/>
                </a:cubicBezTo>
                <a:cubicBezTo>
                  <a:pt x="168747" y="105537"/>
                  <a:pt x="164478" y="109633"/>
                  <a:pt x="164478" y="113633"/>
                </a:cubicBezTo>
                <a:lnTo>
                  <a:pt x="164478" y="129921"/>
                </a:lnTo>
                <a:lnTo>
                  <a:pt x="156510" y="129921"/>
                </a:lnTo>
                <a:cubicBezTo>
                  <a:pt x="152432" y="129921"/>
                  <a:pt x="148258" y="134017"/>
                  <a:pt x="148258" y="138017"/>
                </a:cubicBezTo>
                <a:lnTo>
                  <a:pt x="148258" y="235553"/>
                </a:lnTo>
                <a:cubicBezTo>
                  <a:pt x="148258" y="240983"/>
                  <a:pt x="152337" y="243650"/>
                  <a:pt x="156510" y="243650"/>
                </a:cubicBezTo>
                <a:lnTo>
                  <a:pt x="164478" y="243650"/>
                </a:lnTo>
                <a:lnTo>
                  <a:pt x="164478" y="259175"/>
                </a:lnTo>
                <a:cubicBezTo>
                  <a:pt x="164478" y="264509"/>
                  <a:pt x="168747" y="267081"/>
                  <a:pt x="173015" y="267081"/>
                </a:cubicBezTo>
                <a:cubicBezTo>
                  <a:pt x="178706" y="267081"/>
                  <a:pt x="181552" y="264414"/>
                  <a:pt x="181552" y="259175"/>
                </a:cubicBezTo>
                <a:lnTo>
                  <a:pt x="181552" y="243650"/>
                </a:lnTo>
                <a:lnTo>
                  <a:pt x="197772" y="243650"/>
                </a:lnTo>
                <a:lnTo>
                  <a:pt x="197772" y="259175"/>
                </a:lnTo>
                <a:cubicBezTo>
                  <a:pt x="197772" y="264509"/>
                  <a:pt x="202041" y="267081"/>
                  <a:pt x="206309" y="267081"/>
                </a:cubicBezTo>
                <a:cubicBezTo>
                  <a:pt x="212000" y="267081"/>
                  <a:pt x="214846" y="264414"/>
                  <a:pt x="214846" y="259175"/>
                </a:cubicBezTo>
                <a:lnTo>
                  <a:pt x="214846" y="243554"/>
                </a:lnTo>
                <a:cubicBezTo>
                  <a:pt x="233722" y="243269"/>
                  <a:pt x="247192" y="229838"/>
                  <a:pt x="247192" y="211074"/>
                </a:cubicBezTo>
                <a:cubicBezTo>
                  <a:pt x="247192" y="201549"/>
                  <a:pt x="243113" y="192881"/>
                  <a:pt x="236378" y="186881"/>
                </a:cubicBezTo>
                <a:cubicBezTo>
                  <a:pt x="243113" y="181070"/>
                  <a:pt x="247192" y="172498"/>
                  <a:pt x="247192" y="162306"/>
                </a:cubicBezTo>
                <a:close/>
                <a:moveTo>
                  <a:pt x="230687" y="211169"/>
                </a:moveTo>
                <a:cubicBezTo>
                  <a:pt x="230687" y="220694"/>
                  <a:pt x="223857" y="227457"/>
                  <a:pt x="214182" y="227457"/>
                </a:cubicBezTo>
                <a:lnTo>
                  <a:pt x="164668" y="227457"/>
                </a:lnTo>
                <a:lnTo>
                  <a:pt x="164668" y="194977"/>
                </a:lnTo>
                <a:lnTo>
                  <a:pt x="214182" y="194977"/>
                </a:lnTo>
                <a:cubicBezTo>
                  <a:pt x="223762" y="194977"/>
                  <a:pt x="230687" y="203073"/>
                  <a:pt x="230687" y="211265"/>
                </a:cubicBezTo>
                <a:close/>
                <a:moveTo>
                  <a:pt x="164763" y="178689"/>
                </a:moveTo>
                <a:lnTo>
                  <a:pt x="164763" y="146209"/>
                </a:lnTo>
                <a:lnTo>
                  <a:pt x="214277" y="146209"/>
                </a:lnTo>
                <a:cubicBezTo>
                  <a:pt x="223857" y="146209"/>
                  <a:pt x="230782" y="154305"/>
                  <a:pt x="230782" y="162496"/>
                </a:cubicBezTo>
                <a:cubicBezTo>
                  <a:pt x="230782" y="172021"/>
                  <a:pt x="223952" y="178784"/>
                  <a:pt x="214277" y="178784"/>
                </a:cubicBezTo>
                <a:lnTo>
                  <a:pt x="164763" y="178784"/>
                </a:lnTo>
                <a:close/>
                <a:moveTo>
                  <a:pt x="388241" y="194977"/>
                </a:moveTo>
                <a:cubicBezTo>
                  <a:pt x="393742" y="194977"/>
                  <a:pt x="396493" y="192310"/>
                  <a:pt x="396493" y="186881"/>
                </a:cubicBezTo>
                <a:cubicBezTo>
                  <a:pt x="396493" y="182785"/>
                  <a:pt x="393742" y="178784"/>
                  <a:pt x="388241" y="178784"/>
                </a:cubicBezTo>
                <a:lnTo>
                  <a:pt x="329905" y="178784"/>
                </a:lnTo>
                <a:lnTo>
                  <a:pt x="329905" y="130016"/>
                </a:lnTo>
                <a:lnTo>
                  <a:pt x="388241" y="130016"/>
                </a:lnTo>
                <a:cubicBezTo>
                  <a:pt x="393742" y="130016"/>
                  <a:pt x="396493" y="127349"/>
                  <a:pt x="396493" y="121920"/>
                </a:cubicBezTo>
                <a:cubicBezTo>
                  <a:pt x="396493" y="117824"/>
                  <a:pt x="393742" y="113824"/>
                  <a:pt x="388241" y="113824"/>
                </a:cubicBezTo>
                <a:lnTo>
                  <a:pt x="329905" y="113824"/>
                </a:lnTo>
                <a:lnTo>
                  <a:pt x="329905" y="89344"/>
                </a:lnTo>
                <a:cubicBezTo>
                  <a:pt x="329905" y="77152"/>
                  <a:pt x="318902" y="65056"/>
                  <a:pt x="305148" y="65056"/>
                </a:cubicBezTo>
                <a:lnTo>
                  <a:pt x="280486" y="65056"/>
                </a:lnTo>
                <a:lnTo>
                  <a:pt x="280486" y="8096"/>
                </a:lnTo>
                <a:cubicBezTo>
                  <a:pt x="280486" y="4001"/>
                  <a:pt x="277830" y="0"/>
                  <a:pt x="272423" y="0"/>
                </a:cubicBezTo>
                <a:cubicBezTo>
                  <a:pt x="268344" y="0"/>
                  <a:pt x="264360" y="4096"/>
                  <a:pt x="264360" y="8096"/>
                </a:cubicBezTo>
                <a:lnTo>
                  <a:pt x="264360" y="65056"/>
                </a:lnTo>
                <a:lnTo>
                  <a:pt x="197772" y="65056"/>
                </a:lnTo>
                <a:lnTo>
                  <a:pt x="197772" y="8096"/>
                </a:lnTo>
                <a:cubicBezTo>
                  <a:pt x="197772" y="4001"/>
                  <a:pt x="195116" y="0"/>
                  <a:pt x="189710" y="0"/>
                </a:cubicBezTo>
                <a:cubicBezTo>
                  <a:pt x="185631" y="0"/>
                  <a:pt x="181647" y="4096"/>
                  <a:pt x="181647" y="8096"/>
                </a:cubicBezTo>
                <a:lnTo>
                  <a:pt x="181647" y="65056"/>
                </a:lnTo>
                <a:lnTo>
                  <a:pt x="132133" y="65056"/>
                </a:lnTo>
                <a:lnTo>
                  <a:pt x="132133" y="8096"/>
                </a:lnTo>
                <a:cubicBezTo>
                  <a:pt x="132133" y="4001"/>
                  <a:pt x="129287" y="0"/>
                  <a:pt x="123596" y="0"/>
                </a:cubicBezTo>
                <a:cubicBezTo>
                  <a:pt x="119327" y="0"/>
                  <a:pt x="115059" y="4096"/>
                  <a:pt x="115059" y="8096"/>
                </a:cubicBezTo>
                <a:lnTo>
                  <a:pt x="115059" y="65056"/>
                </a:lnTo>
                <a:lnTo>
                  <a:pt x="90397" y="65056"/>
                </a:lnTo>
                <a:cubicBezTo>
                  <a:pt x="77971" y="65056"/>
                  <a:pt x="65639" y="77248"/>
                  <a:pt x="65639" y="89344"/>
                </a:cubicBezTo>
                <a:lnTo>
                  <a:pt x="65639" y="113824"/>
                </a:lnTo>
                <a:lnTo>
                  <a:pt x="8252" y="113824"/>
                </a:lnTo>
                <a:cubicBezTo>
                  <a:pt x="4079" y="113824"/>
                  <a:pt x="0" y="117919"/>
                  <a:pt x="0" y="121920"/>
                </a:cubicBezTo>
                <a:cubicBezTo>
                  <a:pt x="0" y="127349"/>
                  <a:pt x="4174" y="130016"/>
                  <a:pt x="8252" y="130016"/>
                </a:cubicBezTo>
                <a:lnTo>
                  <a:pt x="65639" y="130016"/>
                </a:lnTo>
                <a:lnTo>
                  <a:pt x="65639" y="195072"/>
                </a:lnTo>
                <a:lnTo>
                  <a:pt x="8252" y="195072"/>
                </a:lnTo>
                <a:cubicBezTo>
                  <a:pt x="4079" y="195072"/>
                  <a:pt x="0" y="199168"/>
                  <a:pt x="0" y="203168"/>
                </a:cubicBezTo>
                <a:cubicBezTo>
                  <a:pt x="0" y="208598"/>
                  <a:pt x="4174" y="211265"/>
                  <a:pt x="8252" y="211265"/>
                </a:cubicBezTo>
                <a:lnTo>
                  <a:pt x="65639" y="211265"/>
                </a:lnTo>
                <a:lnTo>
                  <a:pt x="65639" y="259175"/>
                </a:lnTo>
                <a:lnTo>
                  <a:pt x="8252" y="259175"/>
                </a:lnTo>
                <a:cubicBezTo>
                  <a:pt x="4079" y="259175"/>
                  <a:pt x="0" y="263271"/>
                  <a:pt x="0" y="267271"/>
                </a:cubicBezTo>
                <a:cubicBezTo>
                  <a:pt x="0" y="272701"/>
                  <a:pt x="4174" y="275368"/>
                  <a:pt x="8252" y="275368"/>
                </a:cubicBezTo>
                <a:lnTo>
                  <a:pt x="65639" y="275368"/>
                </a:lnTo>
                <a:lnTo>
                  <a:pt x="65639" y="299847"/>
                </a:lnTo>
                <a:cubicBezTo>
                  <a:pt x="65639" y="313373"/>
                  <a:pt x="78065" y="324136"/>
                  <a:pt x="90397" y="324136"/>
                </a:cubicBezTo>
                <a:lnTo>
                  <a:pt x="115059" y="324136"/>
                </a:lnTo>
                <a:lnTo>
                  <a:pt x="115059" y="381095"/>
                </a:lnTo>
                <a:cubicBezTo>
                  <a:pt x="115059" y="386525"/>
                  <a:pt x="119327" y="389192"/>
                  <a:pt x="123596" y="389192"/>
                </a:cubicBezTo>
                <a:cubicBezTo>
                  <a:pt x="129287" y="389192"/>
                  <a:pt x="132133" y="386525"/>
                  <a:pt x="132133" y="381095"/>
                </a:cubicBezTo>
                <a:lnTo>
                  <a:pt x="132133" y="324136"/>
                </a:lnTo>
                <a:lnTo>
                  <a:pt x="197772" y="324136"/>
                </a:lnTo>
                <a:lnTo>
                  <a:pt x="197772" y="381095"/>
                </a:lnTo>
                <a:cubicBezTo>
                  <a:pt x="197772" y="386525"/>
                  <a:pt x="202041" y="389192"/>
                  <a:pt x="206309" y="389192"/>
                </a:cubicBezTo>
                <a:cubicBezTo>
                  <a:pt x="212000" y="389192"/>
                  <a:pt x="214846" y="386525"/>
                  <a:pt x="214846" y="381095"/>
                </a:cubicBezTo>
                <a:lnTo>
                  <a:pt x="214846" y="324136"/>
                </a:lnTo>
                <a:lnTo>
                  <a:pt x="264360" y="324136"/>
                </a:lnTo>
                <a:lnTo>
                  <a:pt x="264360" y="381095"/>
                </a:lnTo>
                <a:cubicBezTo>
                  <a:pt x="264360" y="386525"/>
                  <a:pt x="268439" y="389192"/>
                  <a:pt x="272423" y="389192"/>
                </a:cubicBezTo>
                <a:cubicBezTo>
                  <a:pt x="277830" y="389192"/>
                  <a:pt x="280486" y="386525"/>
                  <a:pt x="280486" y="381095"/>
                </a:cubicBezTo>
                <a:lnTo>
                  <a:pt x="280486" y="324136"/>
                </a:lnTo>
                <a:lnTo>
                  <a:pt x="305148" y="324136"/>
                </a:lnTo>
                <a:cubicBezTo>
                  <a:pt x="318902" y="324136"/>
                  <a:pt x="329905" y="313373"/>
                  <a:pt x="329905" y="299847"/>
                </a:cubicBezTo>
                <a:lnTo>
                  <a:pt x="329905" y="275368"/>
                </a:lnTo>
                <a:lnTo>
                  <a:pt x="388241" y="275368"/>
                </a:lnTo>
                <a:cubicBezTo>
                  <a:pt x="393742" y="275368"/>
                  <a:pt x="396493" y="272701"/>
                  <a:pt x="396493" y="267271"/>
                </a:cubicBezTo>
                <a:cubicBezTo>
                  <a:pt x="396493" y="263176"/>
                  <a:pt x="393742" y="259175"/>
                  <a:pt x="388241" y="259175"/>
                </a:cubicBezTo>
                <a:lnTo>
                  <a:pt x="329905" y="259175"/>
                </a:lnTo>
                <a:lnTo>
                  <a:pt x="329905" y="195072"/>
                </a:lnTo>
                <a:lnTo>
                  <a:pt x="388241" y="195072"/>
                </a:lnTo>
                <a:close/>
                <a:moveTo>
                  <a:pt x="313400" y="299847"/>
                </a:moveTo>
                <a:cubicBezTo>
                  <a:pt x="313400" y="305276"/>
                  <a:pt x="310649" y="307943"/>
                  <a:pt x="305148" y="307943"/>
                </a:cubicBezTo>
                <a:lnTo>
                  <a:pt x="272613" y="307943"/>
                </a:lnTo>
                <a:cubicBezTo>
                  <a:pt x="272613" y="307943"/>
                  <a:pt x="272423" y="307943"/>
                  <a:pt x="272328" y="307943"/>
                </a:cubicBezTo>
                <a:cubicBezTo>
                  <a:pt x="272328" y="307943"/>
                  <a:pt x="272138" y="307943"/>
                  <a:pt x="272138" y="307943"/>
                </a:cubicBezTo>
                <a:lnTo>
                  <a:pt x="206594" y="307943"/>
                </a:lnTo>
                <a:cubicBezTo>
                  <a:pt x="206594" y="307943"/>
                  <a:pt x="206404" y="307943"/>
                  <a:pt x="206309" y="307943"/>
                </a:cubicBezTo>
                <a:cubicBezTo>
                  <a:pt x="206309" y="307943"/>
                  <a:pt x="206119" y="307943"/>
                  <a:pt x="206025" y="307943"/>
                </a:cubicBezTo>
                <a:lnTo>
                  <a:pt x="123785" y="307943"/>
                </a:lnTo>
                <a:cubicBezTo>
                  <a:pt x="123785" y="307943"/>
                  <a:pt x="123596" y="307943"/>
                  <a:pt x="123501" y="307943"/>
                </a:cubicBezTo>
                <a:cubicBezTo>
                  <a:pt x="123501" y="307943"/>
                  <a:pt x="123311" y="307943"/>
                  <a:pt x="123216" y="307943"/>
                </a:cubicBezTo>
                <a:lnTo>
                  <a:pt x="90207" y="307943"/>
                </a:lnTo>
                <a:cubicBezTo>
                  <a:pt x="86033" y="307943"/>
                  <a:pt x="81955" y="305276"/>
                  <a:pt x="81955" y="299847"/>
                </a:cubicBezTo>
                <a:lnTo>
                  <a:pt x="81955" y="270891"/>
                </a:lnTo>
                <a:cubicBezTo>
                  <a:pt x="82334" y="269843"/>
                  <a:pt x="82524" y="268700"/>
                  <a:pt x="82524" y="267271"/>
                </a:cubicBezTo>
                <a:cubicBezTo>
                  <a:pt x="82524" y="266224"/>
                  <a:pt x="82334" y="265176"/>
                  <a:pt x="81955" y="264223"/>
                </a:cubicBezTo>
                <a:lnTo>
                  <a:pt x="81955" y="206788"/>
                </a:lnTo>
                <a:cubicBezTo>
                  <a:pt x="82334" y="205740"/>
                  <a:pt x="82524" y="204597"/>
                  <a:pt x="82524" y="203168"/>
                </a:cubicBezTo>
                <a:cubicBezTo>
                  <a:pt x="82524" y="202121"/>
                  <a:pt x="82334" y="201073"/>
                  <a:pt x="81955" y="200120"/>
                </a:cubicBezTo>
                <a:lnTo>
                  <a:pt x="81955" y="125540"/>
                </a:lnTo>
                <a:cubicBezTo>
                  <a:pt x="82334" y="124492"/>
                  <a:pt x="82524" y="123349"/>
                  <a:pt x="82524" y="121920"/>
                </a:cubicBezTo>
                <a:cubicBezTo>
                  <a:pt x="82524" y="120872"/>
                  <a:pt x="82334" y="119825"/>
                  <a:pt x="81955" y="118872"/>
                </a:cubicBezTo>
                <a:lnTo>
                  <a:pt x="81955" y="89344"/>
                </a:lnTo>
                <a:cubicBezTo>
                  <a:pt x="81955" y="85249"/>
                  <a:pt x="86128" y="81248"/>
                  <a:pt x="90207" y="81248"/>
                </a:cubicBezTo>
                <a:lnTo>
                  <a:pt x="123027" y="81248"/>
                </a:lnTo>
                <a:cubicBezTo>
                  <a:pt x="123027" y="81248"/>
                  <a:pt x="123311" y="81248"/>
                  <a:pt x="123406" y="81248"/>
                </a:cubicBezTo>
                <a:cubicBezTo>
                  <a:pt x="123596" y="81248"/>
                  <a:pt x="123691" y="81248"/>
                  <a:pt x="123880" y="81248"/>
                </a:cubicBezTo>
                <a:lnTo>
                  <a:pt x="189235" y="81248"/>
                </a:lnTo>
                <a:cubicBezTo>
                  <a:pt x="189235" y="81248"/>
                  <a:pt x="189425" y="81248"/>
                  <a:pt x="189615" y="81248"/>
                </a:cubicBezTo>
                <a:cubicBezTo>
                  <a:pt x="189804" y="81248"/>
                  <a:pt x="189899" y="81248"/>
                  <a:pt x="189994" y="81248"/>
                </a:cubicBezTo>
                <a:lnTo>
                  <a:pt x="271949" y="81248"/>
                </a:lnTo>
                <a:cubicBezTo>
                  <a:pt x="271949" y="81248"/>
                  <a:pt x="272138" y="81248"/>
                  <a:pt x="272328" y="81248"/>
                </a:cubicBezTo>
                <a:cubicBezTo>
                  <a:pt x="272518" y="81248"/>
                  <a:pt x="272613" y="81248"/>
                  <a:pt x="272707" y="81248"/>
                </a:cubicBezTo>
                <a:lnTo>
                  <a:pt x="305053" y="81248"/>
                </a:lnTo>
                <a:cubicBezTo>
                  <a:pt x="310555" y="81248"/>
                  <a:pt x="313305" y="85344"/>
                  <a:pt x="313305" y="89344"/>
                </a:cubicBezTo>
                <a:lnTo>
                  <a:pt x="313305" y="300038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4" name="Graphic 321">
            <a:extLst>
              <a:ext uri="{FF2B5EF4-FFF2-40B4-BE49-F238E27FC236}">
                <a16:creationId xmlns:a16="http://schemas.microsoft.com/office/drawing/2014/main" id="{115EF3B4-986F-97A3-FE69-728A823C1A07}"/>
              </a:ext>
            </a:extLst>
          </p:cNvPr>
          <p:cNvSpPr/>
          <p:nvPr/>
        </p:nvSpPr>
        <p:spPr>
          <a:xfrm>
            <a:off x="1248907" y="4863959"/>
            <a:ext cx="529174" cy="519430"/>
          </a:xfrm>
          <a:custGeom>
            <a:avLst/>
            <a:gdLst>
              <a:gd name="connsiteX0" fmla="*/ 247192 w 396492"/>
              <a:gd name="connsiteY0" fmla="*/ 162401 h 389191"/>
              <a:gd name="connsiteX1" fmla="*/ 214846 w 396492"/>
              <a:gd name="connsiteY1" fmla="*/ 129921 h 389191"/>
              <a:gd name="connsiteX2" fmla="*/ 214846 w 396492"/>
              <a:gd name="connsiteY2" fmla="*/ 113633 h 389191"/>
              <a:gd name="connsiteX3" fmla="*/ 206309 w 396492"/>
              <a:gd name="connsiteY3" fmla="*/ 105537 h 389191"/>
              <a:gd name="connsiteX4" fmla="*/ 197772 w 396492"/>
              <a:gd name="connsiteY4" fmla="*/ 113633 h 389191"/>
              <a:gd name="connsiteX5" fmla="*/ 197772 w 396492"/>
              <a:gd name="connsiteY5" fmla="*/ 129921 h 389191"/>
              <a:gd name="connsiteX6" fmla="*/ 181552 w 396492"/>
              <a:gd name="connsiteY6" fmla="*/ 129921 h 389191"/>
              <a:gd name="connsiteX7" fmla="*/ 181552 w 396492"/>
              <a:gd name="connsiteY7" fmla="*/ 113633 h 389191"/>
              <a:gd name="connsiteX8" fmla="*/ 173015 w 396492"/>
              <a:gd name="connsiteY8" fmla="*/ 105537 h 389191"/>
              <a:gd name="connsiteX9" fmla="*/ 164478 w 396492"/>
              <a:gd name="connsiteY9" fmla="*/ 113633 h 389191"/>
              <a:gd name="connsiteX10" fmla="*/ 164478 w 396492"/>
              <a:gd name="connsiteY10" fmla="*/ 129921 h 389191"/>
              <a:gd name="connsiteX11" fmla="*/ 156510 w 396492"/>
              <a:gd name="connsiteY11" fmla="*/ 129921 h 389191"/>
              <a:gd name="connsiteX12" fmla="*/ 148258 w 396492"/>
              <a:gd name="connsiteY12" fmla="*/ 138017 h 389191"/>
              <a:gd name="connsiteX13" fmla="*/ 148258 w 396492"/>
              <a:gd name="connsiteY13" fmla="*/ 235553 h 389191"/>
              <a:gd name="connsiteX14" fmla="*/ 156510 w 396492"/>
              <a:gd name="connsiteY14" fmla="*/ 243650 h 389191"/>
              <a:gd name="connsiteX15" fmla="*/ 164478 w 396492"/>
              <a:gd name="connsiteY15" fmla="*/ 243650 h 389191"/>
              <a:gd name="connsiteX16" fmla="*/ 164478 w 396492"/>
              <a:gd name="connsiteY16" fmla="*/ 259175 h 389191"/>
              <a:gd name="connsiteX17" fmla="*/ 173015 w 396492"/>
              <a:gd name="connsiteY17" fmla="*/ 267081 h 389191"/>
              <a:gd name="connsiteX18" fmla="*/ 181552 w 396492"/>
              <a:gd name="connsiteY18" fmla="*/ 259175 h 389191"/>
              <a:gd name="connsiteX19" fmla="*/ 181552 w 396492"/>
              <a:gd name="connsiteY19" fmla="*/ 243650 h 389191"/>
              <a:gd name="connsiteX20" fmla="*/ 197772 w 396492"/>
              <a:gd name="connsiteY20" fmla="*/ 243650 h 389191"/>
              <a:gd name="connsiteX21" fmla="*/ 197772 w 396492"/>
              <a:gd name="connsiteY21" fmla="*/ 259175 h 389191"/>
              <a:gd name="connsiteX22" fmla="*/ 206309 w 396492"/>
              <a:gd name="connsiteY22" fmla="*/ 267081 h 389191"/>
              <a:gd name="connsiteX23" fmla="*/ 214846 w 396492"/>
              <a:gd name="connsiteY23" fmla="*/ 259175 h 389191"/>
              <a:gd name="connsiteX24" fmla="*/ 214846 w 396492"/>
              <a:gd name="connsiteY24" fmla="*/ 243554 h 389191"/>
              <a:gd name="connsiteX25" fmla="*/ 247192 w 396492"/>
              <a:gd name="connsiteY25" fmla="*/ 211074 h 389191"/>
              <a:gd name="connsiteX26" fmla="*/ 236378 w 396492"/>
              <a:gd name="connsiteY26" fmla="*/ 186881 h 389191"/>
              <a:gd name="connsiteX27" fmla="*/ 247192 w 396492"/>
              <a:gd name="connsiteY27" fmla="*/ 162306 h 389191"/>
              <a:gd name="connsiteX28" fmla="*/ 230687 w 396492"/>
              <a:gd name="connsiteY28" fmla="*/ 211169 h 389191"/>
              <a:gd name="connsiteX29" fmla="*/ 214182 w 396492"/>
              <a:gd name="connsiteY29" fmla="*/ 227457 h 389191"/>
              <a:gd name="connsiteX30" fmla="*/ 164668 w 396492"/>
              <a:gd name="connsiteY30" fmla="*/ 227457 h 389191"/>
              <a:gd name="connsiteX31" fmla="*/ 164668 w 396492"/>
              <a:gd name="connsiteY31" fmla="*/ 194977 h 389191"/>
              <a:gd name="connsiteX32" fmla="*/ 214182 w 396492"/>
              <a:gd name="connsiteY32" fmla="*/ 194977 h 389191"/>
              <a:gd name="connsiteX33" fmla="*/ 230687 w 396492"/>
              <a:gd name="connsiteY33" fmla="*/ 211265 h 389191"/>
              <a:gd name="connsiteX34" fmla="*/ 164763 w 396492"/>
              <a:gd name="connsiteY34" fmla="*/ 178689 h 389191"/>
              <a:gd name="connsiteX35" fmla="*/ 164763 w 396492"/>
              <a:gd name="connsiteY35" fmla="*/ 146209 h 389191"/>
              <a:gd name="connsiteX36" fmla="*/ 214277 w 396492"/>
              <a:gd name="connsiteY36" fmla="*/ 146209 h 389191"/>
              <a:gd name="connsiteX37" fmla="*/ 230782 w 396492"/>
              <a:gd name="connsiteY37" fmla="*/ 162496 h 389191"/>
              <a:gd name="connsiteX38" fmla="*/ 214277 w 396492"/>
              <a:gd name="connsiteY38" fmla="*/ 178784 h 389191"/>
              <a:gd name="connsiteX39" fmla="*/ 164763 w 396492"/>
              <a:gd name="connsiteY39" fmla="*/ 178784 h 389191"/>
              <a:gd name="connsiteX40" fmla="*/ 388241 w 396492"/>
              <a:gd name="connsiteY40" fmla="*/ 194977 h 389191"/>
              <a:gd name="connsiteX41" fmla="*/ 396493 w 396492"/>
              <a:gd name="connsiteY41" fmla="*/ 186881 h 389191"/>
              <a:gd name="connsiteX42" fmla="*/ 388241 w 396492"/>
              <a:gd name="connsiteY42" fmla="*/ 178784 h 389191"/>
              <a:gd name="connsiteX43" fmla="*/ 329905 w 396492"/>
              <a:gd name="connsiteY43" fmla="*/ 178784 h 389191"/>
              <a:gd name="connsiteX44" fmla="*/ 329905 w 396492"/>
              <a:gd name="connsiteY44" fmla="*/ 130016 h 389191"/>
              <a:gd name="connsiteX45" fmla="*/ 388241 w 396492"/>
              <a:gd name="connsiteY45" fmla="*/ 130016 h 389191"/>
              <a:gd name="connsiteX46" fmla="*/ 396493 w 396492"/>
              <a:gd name="connsiteY46" fmla="*/ 121920 h 389191"/>
              <a:gd name="connsiteX47" fmla="*/ 388241 w 396492"/>
              <a:gd name="connsiteY47" fmla="*/ 113824 h 389191"/>
              <a:gd name="connsiteX48" fmla="*/ 329905 w 396492"/>
              <a:gd name="connsiteY48" fmla="*/ 113824 h 389191"/>
              <a:gd name="connsiteX49" fmla="*/ 329905 w 396492"/>
              <a:gd name="connsiteY49" fmla="*/ 89344 h 389191"/>
              <a:gd name="connsiteX50" fmla="*/ 305148 w 396492"/>
              <a:gd name="connsiteY50" fmla="*/ 65056 h 389191"/>
              <a:gd name="connsiteX51" fmla="*/ 280486 w 396492"/>
              <a:gd name="connsiteY51" fmla="*/ 65056 h 389191"/>
              <a:gd name="connsiteX52" fmla="*/ 280486 w 396492"/>
              <a:gd name="connsiteY52" fmla="*/ 8096 h 389191"/>
              <a:gd name="connsiteX53" fmla="*/ 272423 w 396492"/>
              <a:gd name="connsiteY53" fmla="*/ 0 h 389191"/>
              <a:gd name="connsiteX54" fmla="*/ 264360 w 396492"/>
              <a:gd name="connsiteY54" fmla="*/ 8096 h 389191"/>
              <a:gd name="connsiteX55" fmla="*/ 264360 w 396492"/>
              <a:gd name="connsiteY55" fmla="*/ 65056 h 389191"/>
              <a:gd name="connsiteX56" fmla="*/ 197772 w 396492"/>
              <a:gd name="connsiteY56" fmla="*/ 65056 h 389191"/>
              <a:gd name="connsiteX57" fmla="*/ 197772 w 396492"/>
              <a:gd name="connsiteY57" fmla="*/ 8096 h 389191"/>
              <a:gd name="connsiteX58" fmla="*/ 189710 w 396492"/>
              <a:gd name="connsiteY58" fmla="*/ 0 h 389191"/>
              <a:gd name="connsiteX59" fmla="*/ 181647 w 396492"/>
              <a:gd name="connsiteY59" fmla="*/ 8096 h 389191"/>
              <a:gd name="connsiteX60" fmla="*/ 181647 w 396492"/>
              <a:gd name="connsiteY60" fmla="*/ 65056 h 389191"/>
              <a:gd name="connsiteX61" fmla="*/ 132133 w 396492"/>
              <a:gd name="connsiteY61" fmla="*/ 65056 h 389191"/>
              <a:gd name="connsiteX62" fmla="*/ 132133 w 396492"/>
              <a:gd name="connsiteY62" fmla="*/ 8096 h 389191"/>
              <a:gd name="connsiteX63" fmla="*/ 123596 w 396492"/>
              <a:gd name="connsiteY63" fmla="*/ 0 h 389191"/>
              <a:gd name="connsiteX64" fmla="*/ 115059 w 396492"/>
              <a:gd name="connsiteY64" fmla="*/ 8096 h 389191"/>
              <a:gd name="connsiteX65" fmla="*/ 115059 w 396492"/>
              <a:gd name="connsiteY65" fmla="*/ 65056 h 389191"/>
              <a:gd name="connsiteX66" fmla="*/ 90397 w 396492"/>
              <a:gd name="connsiteY66" fmla="*/ 65056 h 389191"/>
              <a:gd name="connsiteX67" fmla="*/ 65639 w 396492"/>
              <a:gd name="connsiteY67" fmla="*/ 89344 h 389191"/>
              <a:gd name="connsiteX68" fmla="*/ 65639 w 396492"/>
              <a:gd name="connsiteY68" fmla="*/ 113824 h 389191"/>
              <a:gd name="connsiteX69" fmla="*/ 8252 w 396492"/>
              <a:gd name="connsiteY69" fmla="*/ 113824 h 389191"/>
              <a:gd name="connsiteX70" fmla="*/ 0 w 396492"/>
              <a:gd name="connsiteY70" fmla="*/ 121920 h 389191"/>
              <a:gd name="connsiteX71" fmla="*/ 8252 w 396492"/>
              <a:gd name="connsiteY71" fmla="*/ 130016 h 389191"/>
              <a:gd name="connsiteX72" fmla="*/ 65639 w 396492"/>
              <a:gd name="connsiteY72" fmla="*/ 130016 h 389191"/>
              <a:gd name="connsiteX73" fmla="*/ 65639 w 396492"/>
              <a:gd name="connsiteY73" fmla="*/ 195072 h 389191"/>
              <a:gd name="connsiteX74" fmla="*/ 8252 w 396492"/>
              <a:gd name="connsiteY74" fmla="*/ 195072 h 389191"/>
              <a:gd name="connsiteX75" fmla="*/ 0 w 396492"/>
              <a:gd name="connsiteY75" fmla="*/ 203168 h 389191"/>
              <a:gd name="connsiteX76" fmla="*/ 8252 w 396492"/>
              <a:gd name="connsiteY76" fmla="*/ 211265 h 389191"/>
              <a:gd name="connsiteX77" fmla="*/ 65639 w 396492"/>
              <a:gd name="connsiteY77" fmla="*/ 211265 h 389191"/>
              <a:gd name="connsiteX78" fmla="*/ 65639 w 396492"/>
              <a:gd name="connsiteY78" fmla="*/ 259175 h 389191"/>
              <a:gd name="connsiteX79" fmla="*/ 8252 w 396492"/>
              <a:gd name="connsiteY79" fmla="*/ 259175 h 389191"/>
              <a:gd name="connsiteX80" fmla="*/ 0 w 396492"/>
              <a:gd name="connsiteY80" fmla="*/ 267271 h 389191"/>
              <a:gd name="connsiteX81" fmla="*/ 8252 w 396492"/>
              <a:gd name="connsiteY81" fmla="*/ 275368 h 389191"/>
              <a:gd name="connsiteX82" fmla="*/ 65639 w 396492"/>
              <a:gd name="connsiteY82" fmla="*/ 275368 h 389191"/>
              <a:gd name="connsiteX83" fmla="*/ 65639 w 396492"/>
              <a:gd name="connsiteY83" fmla="*/ 299847 h 389191"/>
              <a:gd name="connsiteX84" fmla="*/ 90397 w 396492"/>
              <a:gd name="connsiteY84" fmla="*/ 324136 h 389191"/>
              <a:gd name="connsiteX85" fmla="*/ 115059 w 396492"/>
              <a:gd name="connsiteY85" fmla="*/ 324136 h 389191"/>
              <a:gd name="connsiteX86" fmla="*/ 115059 w 396492"/>
              <a:gd name="connsiteY86" fmla="*/ 381095 h 389191"/>
              <a:gd name="connsiteX87" fmla="*/ 123596 w 396492"/>
              <a:gd name="connsiteY87" fmla="*/ 389192 h 389191"/>
              <a:gd name="connsiteX88" fmla="*/ 132133 w 396492"/>
              <a:gd name="connsiteY88" fmla="*/ 381095 h 389191"/>
              <a:gd name="connsiteX89" fmla="*/ 132133 w 396492"/>
              <a:gd name="connsiteY89" fmla="*/ 324136 h 389191"/>
              <a:gd name="connsiteX90" fmla="*/ 197772 w 396492"/>
              <a:gd name="connsiteY90" fmla="*/ 324136 h 389191"/>
              <a:gd name="connsiteX91" fmla="*/ 197772 w 396492"/>
              <a:gd name="connsiteY91" fmla="*/ 381095 h 389191"/>
              <a:gd name="connsiteX92" fmla="*/ 206309 w 396492"/>
              <a:gd name="connsiteY92" fmla="*/ 389192 h 389191"/>
              <a:gd name="connsiteX93" fmla="*/ 214846 w 396492"/>
              <a:gd name="connsiteY93" fmla="*/ 381095 h 389191"/>
              <a:gd name="connsiteX94" fmla="*/ 214846 w 396492"/>
              <a:gd name="connsiteY94" fmla="*/ 324136 h 389191"/>
              <a:gd name="connsiteX95" fmla="*/ 264360 w 396492"/>
              <a:gd name="connsiteY95" fmla="*/ 324136 h 389191"/>
              <a:gd name="connsiteX96" fmla="*/ 264360 w 396492"/>
              <a:gd name="connsiteY96" fmla="*/ 381095 h 389191"/>
              <a:gd name="connsiteX97" fmla="*/ 272423 w 396492"/>
              <a:gd name="connsiteY97" fmla="*/ 389192 h 389191"/>
              <a:gd name="connsiteX98" fmla="*/ 280486 w 396492"/>
              <a:gd name="connsiteY98" fmla="*/ 381095 h 389191"/>
              <a:gd name="connsiteX99" fmla="*/ 280486 w 396492"/>
              <a:gd name="connsiteY99" fmla="*/ 324136 h 389191"/>
              <a:gd name="connsiteX100" fmla="*/ 305148 w 396492"/>
              <a:gd name="connsiteY100" fmla="*/ 324136 h 389191"/>
              <a:gd name="connsiteX101" fmla="*/ 329905 w 396492"/>
              <a:gd name="connsiteY101" fmla="*/ 299847 h 389191"/>
              <a:gd name="connsiteX102" fmla="*/ 329905 w 396492"/>
              <a:gd name="connsiteY102" fmla="*/ 275368 h 389191"/>
              <a:gd name="connsiteX103" fmla="*/ 388241 w 396492"/>
              <a:gd name="connsiteY103" fmla="*/ 275368 h 389191"/>
              <a:gd name="connsiteX104" fmla="*/ 396493 w 396492"/>
              <a:gd name="connsiteY104" fmla="*/ 267271 h 389191"/>
              <a:gd name="connsiteX105" fmla="*/ 388241 w 396492"/>
              <a:gd name="connsiteY105" fmla="*/ 259175 h 389191"/>
              <a:gd name="connsiteX106" fmla="*/ 329905 w 396492"/>
              <a:gd name="connsiteY106" fmla="*/ 259175 h 389191"/>
              <a:gd name="connsiteX107" fmla="*/ 329905 w 396492"/>
              <a:gd name="connsiteY107" fmla="*/ 195072 h 389191"/>
              <a:gd name="connsiteX108" fmla="*/ 388241 w 396492"/>
              <a:gd name="connsiteY108" fmla="*/ 195072 h 389191"/>
              <a:gd name="connsiteX109" fmla="*/ 313400 w 396492"/>
              <a:gd name="connsiteY109" fmla="*/ 299847 h 389191"/>
              <a:gd name="connsiteX110" fmla="*/ 305148 w 396492"/>
              <a:gd name="connsiteY110" fmla="*/ 307943 h 389191"/>
              <a:gd name="connsiteX111" fmla="*/ 272613 w 396492"/>
              <a:gd name="connsiteY111" fmla="*/ 307943 h 389191"/>
              <a:gd name="connsiteX112" fmla="*/ 272328 w 396492"/>
              <a:gd name="connsiteY112" fmla="*/ 307943 h 389191"/>
              <a:gd name="connsiteX113" fmla="*/ 272138 w 396492"/>
              <a:gd name="connsiteY113" fmla="*/ 307943 h 389191"/>
              <a:gd name="connsiteX114" fmla="*/ 206594 w 396492"/>
              <a:gd name="connsiteY114" fmla="*/ 307943 h 389191"/>
              <a:gd name="connsiteX115" fmla="*/ 206309 w 396492"/>
              <a:gd name="connsiteY115" fmla="*/ 307943 h 389191"/>
              <a:gd name="connsiteX116" fmla="*/ 206025 w 396492"/>
              <a:gd name="connsiteY116" fmla="*/ 307943 h 389191"/>
              <a:gd name="connsiteX117" fmla="*/ 123785 w 396492"/>
              <a:gd name="connsiteY117" fmla="*/ 307943 h 389191"/>
              <a:gd name="connsiteX118" fmla="*/ 123501 w 396492"/>
              <a:gd name="connsiteY118" fmla="*/ 307943 h 389191"/>
              <a:gd name="connsiteX119" fmla="*/ 123216 w 396492"/>
              <a:gd name="connsiteY119" fmla="*/ 307943 h 389191"/>
              <a:gd name="connsiteX120" fmla="*/ 90207 w 396492"/>
              <a:gd name="connsiteY120" fmla="*/ 307943 h 389191"/>
              <a:gd name="connsiteX121" fmla="*/ 81955 w 396492"/>
              <a:gd name="connsiteY121" fmla="*/ 299847 h 389191"/>
              <a:gd name="connsiteX122" fmla="*/ 81955 w 396492"/>
              <a:gd name="connsiteY122" fmla="*/ 270891 h 389191"/>
              <a:gd name="connsiteX123" fmla="*/ 82524 w 396492"/>
              <a:gd name="connsiteY123" fmla="*/ 267271 h 389191"/>
              <a:gd name="connsiteX124" fmla="*/ 81955 w 396492"/>
              <a:gd name="connsiteY124" fmla="*/ 264223 h 389191"/>
              <a:gd name="connsiteX125" fmla="*/ 81955 w 396492"/>
              <a:gd name="connsiteY125" fmla="*/ 206788 h 389191"/>
              <a:gd name="connsiteX126" fmla="*/ 82524 w 396492"/>
              <a:gd name="connsiteY126" fmla="*/ 203168 h 389191"/>
              <a:gd name="connsiteX127" fmla="*/ 81955 w 396492"/>
              <a:gd name="connsiteY127" fmla="*/ 200120 h 389191"/>
              <a:gd name="connsiteX128" fmla="*/ 81955 w 396492"/>
              <a:gd name="connsiteY128" fmla="*/ 125540 h 389191"/>
              <a:gd name="connsiteX129" fmla="*/ 82524 w 396492"/>
              <a:gd name="connsiteY129" fmla="*/ 121920 h 389191"/>
              <a:gd name="connsiteX130" fmla="*/ 81955 w 396492"/>
              <a:gd name="connsiteY130" fmla="*/ 118872 h 389191"/>
              <a:gd name="connsiteX131" fmla="*/ 81955 w 396492"/>
              <a:gd name="connsiteY131" fmla="*/ 89344 h 389191"/>
              <a:gd name="connsiteX132" fmla="*/ 90207 w 396492"/>
              <a:gd name="connsiteY132" fmla="*/ 81248 h 389191"/>
              <a:gd name="connsiteX133" fmla="*/ 123027 w 396492"/>
              <a:gd name="connsiteY133" fmla="*/ 81248 h 389191"/>
              <a:gd name="connsiteX134" fmla="*/ 123406 w 396492"/>
              <a:gd name="connsiteY134" fmla="*/ 81248 h 389191"/>
              <a:gd name="connsiteX135" fmla="*/ 123880 w 396492"/>
              <a:gd name="connsiteY135" fmla="*/ 81248 h 389191"/>
              <a:gd name="connsiteX136" fmla="*/ 189235 w 396492"/>
              <a:gd name="connsiteY136" fmla="*/ 81248 h 389191"/>
              <a:gd name="connsiteX137" fmla="*/ 189615 w 396492"/>
              <a:gd name="connsiteY137" fmla="*/ 81248 h 389191"/>
              <a:gd name="connsiteX138" fmla="*/ 189994 w 396492"/>
              <a:gd name="connsiteY138" fmla="*/ 81248 h 389191"/>
              <a:gd name="connsiteX139" fmla="*/ 271949 w 396492"/>
              <a:gd name="connsiteY139" fmla="*/ 81248 h 389191"/>
              <a:gd name="connsiteX140" fmla="*/ 272328 w 396492"/>
              <a:gd name="connsiteY140" fmla="*/ 81248 h 389191"/>
              <a:gd name="connsiteX141" fmla="*/ 272707 w 396492"/>
              <a:gd name="connsiteY141" fmla="*/ 81248 h 389191"/>
              <a:gd name="connsiteX142" fmla="*/ 305053 w 396492"/>
              <a:gd name="connsiteY142" fmla="*/ 81248 h 389191"/>
              <a:gd name="connsiteX143" fmla="*/ 313305 w 396492"/>
              <a:gd name="connsiteY143" fmla="*/ 89344 h 389191"/>
              <a:gd name="connsiteX144" fmla="*/ 313305 w 396492"/>
              <a:gd name="connsiteY144" fmla="*/ 300038 h 38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96492" h="389191">
                <a:moveTo>
                  <a:pt x="247192" y="162401"/>
                </a:moveTo>
                <a:cubicBezTo>
                  <a:pt x="247192" y="144971"/>
                  <a:pt x="233722" y="130207"/>
                  <a:pt x="214846" y="129921"/>
                </a:cubicBezTo>
                <a:lnTo>
                  <a:pt x="214846" y="113633"/>
                </a:lnTo>
                <a:cubicBezTo>
                  <a:pt x="214846" y="109538"/>
                  <a:pt x="212000" y="105537"/>
                  <a:pt x="206309" y="105537"/>
                </a:cubicBezTo>
                <a:cubicBezTo>
                  <a:pt x="202041" y="105537"/>
                  <a:pt x="197772" y="109633"/>
                  <a:pt x="197772" y="113633"/>
                </a:cubicBezTo>
                <a:lnTo>
                  <a:pt x="197772" y="129921"/>
                </a:lnTo>
                <a:lnTo>
                  <a:pt x="181552" y="129921"/>
                </a:lnTo>
                <a:lnTo>
                  <a:pt x="181552" y="113633"/>
                </a:lnTo>
                <a:cubicBezTo>
                  <a:pt x="181552" y="109538"/>
                  <a:pt x="178706" y="105537"/>
                  <a:pt x="173015" y="105537"/>
                </a:cubicBezTo>
                <a:cubicBezTo>
                  <a:pt x="168747" y="105537"/>
                  <a:pt x="164478" y="109633"/>
                  <a:pt x="164478" y="113633"/>
                </a:cubicBezTo>
                <a:lnTo>
                  <a:pt x="164478" y="129921"/>
                </a:lnTo>
                <a:lnTo>
                  <a:pt x="156510" y="129921"/>
                </a:lnTo>
                <a:cubicBezTo>
                  <a:pt x="152432" y="129921"/>
                  <a:pt x="148258" y="134017"/>
                  <a:pt x="148258" y="138017"/>
                </a:cubicBezTo>
                <a:lnTo>
                  <a:pt x="148258" y="235553"/>
                </a:lnTo>
                <a:cubicBezTo>
                  <a:pt x="148258" y="240983"/>
                  <a:pt x="152337" y="243650"/>
                  <a:pt x="156510" y="243650"/>
                </a:cubicBezTo>
                <a:lnTo>
                  <a:pt x="164478" y="243650"/>
                </a:lnTo>
                <a:lnTo>
                  <a:pt x="164478" y="259175"/>
                </a:lnTo>
                <a:cubicBezTo>
                  <a:pt x="164478" y="264509"/>
                  <a:pt x="168747" y="267081"/>
                  <a:pt x="173015" y="267081"/>
                </a:cubicBezTo>
                <a:cubicBezTo>
                  <a:pt x="178706" y="267081"/>
                  <a:pt x="181552" y="264414"/>
                  <a:pt x="181552" y="259175"/>
                </a:cubicBezTo>
                <a:lnTo>
                  <a:pt x="181552" y="243650"/>
                </a:lnTo>
                <a:lnTo>
                  <a:pt x="197772" y="243650"/>
                </a:lnTo>
                <a:lnTo>
                  <a:pt x="197772" y="259175"/>
                </a:lnTo>
                <a:cubicBezTo>
                  <a:pt x="197772" y="264509"/>
                  <a:pt x="202041" y="267081"/>
                  <a:pt x="206309" y="267081"/>
                </a:cubicBezTo>
                <a:cubicBezTo>
                  <a:pt x="212000" y="267081"/>
                  <a:pt x="214846" y="264414"/>
                  <a:pt x="214846" y="259175"/>
                </a:cubicBezTo>
                <a:lnTo>
                  <a:pt x="214846" y="243554"/>
                </a:lnTo>
                <a:cubicBezTo>
                  <a:pt x="233722" y="243269"/>
                  <a:pt x="247192" y="229838"/>
                  <a:pt x="247192" y="211074"/>
                </a:cubicBezTo>
                <a:cubicBezTo>
                  <a:pt x="247192" y="201549"/>
                  <a:pt x="243113" y="192881"/>
                  <a:pt x="236378" y="186881"/>
                </a:cubicBezTo>
                <a:cubicBezTo>
                  <a:pt x="243113" y="181070"/>
                  <a:pt x="247192" y="172498"/>
                  <a:pt x="247192" y="162306"/>
                </a:cubicBezTo>
                <a:close/>
                <a:moveTo>
                  <a:pt x="230687" y="211169"/>
                </a:moveTo>
                <a:cubicBezTo>
                  <a:pt x="230687" y="220694"/>
                  <a:pt x="223857" y="227457"/>
                  <a:pt x="214182" y="227457"/>
                </a:cubicBezTo>
                <a:lnTo>
                  <a:pt x="164668" y="227457"/>
                </a:lnTo>
                <a:lnTo>
                  <a:pt x="164668" y="194977"/>
                </a:lnTo>
                <a:lnTo>
                  <a:pt x="214182" y="194977"/>
                </a:lnTo>
                <a:cubicBezTo>
                  <a:pt x="223762" y="194977"/>
                  <a:pt x="230687" y="203073"/>
                  <a:pt x="230687" y="211265"/>
                </a:cubicBezTo>
                <a:close/>
                <a:moveTo>
                  <a:pt x="164763" y="178689"/>
                </a:moveTo>
                <a:lnTo>
                  <a:pt x="164763" y="146209"/>
                </a:lnTo>
                <a:lnTo>
                  <a:pt x="214277" y="146209"/>
                </a:lnTo>
                <a:cubicBezTo>
                  <a:pt x="223857" y="146209"/>
                  <a:pt x="230782" y="154305"/>
                  <a:pt x="230782" y="162496"/>
                </a:cubicBezTo>
                <a:cubicBezTo>
                  <a:pt x="230782" y="172021"/>
                  <a:pt x="223952" y="178784"/>
                  <a:pt x="214277" y="178784"/>
                </a:cubicBezTo>
                <a:lnTo>
                  <a:pt x="164763" y="178784"/>
                </a:lnTo>
                <a:close/>
                <a:moveTo>
                  <a:pt x="388241" y="194977"/>
                </a:moveTo>
                <a:cubicBezTo>
                  <a:pt x="393742" y="194977"/>
                  <a:pt x="396493" y="192310"/>
                  <a:pt x="396493" y="186881"/>
                </a:cubicBezTo>
                <a:cubicBezTo>
                  <a:pt x="396493" y="182785"/>
                  <a:pt x="393742" y="178784"/>
                  <a:pt x="388241" y="178784"/>
                </a:cubicBezTo>
                <a:lnTo>
                  <a:pt x="329905" y="178784"/>
                </a:lnTo>
                <a:lnTo>
                  <a:pt x="329905" y="130016"/>
                </a:lnTo>
                <a:lnTo>
                  <a:pt x="388241" y="130016"/>
                </a:lnTo>
                <a:cubicBezTo>
                  <a:pt x="393742" y="130016"/>
                  <a:pt x="396493" y="127349"/>
                  <a:pt x="396493" y="121920"/>
                </a:cubicBezTo>
                <a:cubicBezTo>
                  <a:pt x="396493" y="117824"/>
                  <a:pt x="393742" y="113824"/>
                  <a:pt x="388241" y="113824"/>
                </a:cubicBezTo>
                <a:lnTo>
                  <a:pt x="329905" y="113824"/>
                </a:lnTo>
                <a:lnTo>
                  <a:pt x="329905" y="89344"/>
                </a:lnTo>
                <a:cubicBezTo>
                  <a:pt x="329905" y="77152"/>
                  <a:pt x="318902" y="65056"/>
                  <a:pt x="305148" y="65056"/>
                </a:cubicBezTo>
                <a:lnTo>
                  <a:pt x="280486" y="65056"/>
                </a:lnTo>
                <a:lnTo>
                  <a:pt x="280486" y="8096"/>
                </a:lnTo>
                <a:cubicBezTo>
                  <a:pt x="280486" y="4001"/>
                  <a:pt x="277830" y="0"/>
                  <a:pt x="272423" y="0"/>
                </a:cubicBezTo>
                <a:cubicBezTo>
                  <a:pt x="268344" y="0"/>
                  <a:pt x="264360" y="4096"/>
                  <a:pt x="264360" y="8096"/>
                </a:cubicBezTo>
                <a:lnTo>
                  <a:pt x="264360" y="65056"/>
                </a:lnTo>
                <a:lnTo>
                  <a:pt x="197772" y="65056"/>
                </a:lnTo>
                <a:lnTo>
                  <a:pt x="197772" y="8096"/>
                </a:lnTo>
                <a:cubicBezTo>
                  <a:pt x="197772" y="4001"/>
                  <a:pt x="195116" y="0"/>
                  <a:pt x="189710" y="0"/>
                </a:cubicBezTo>
                <a:cubicBezTo>
                  <a:pt x="185631" y="0"/>
                  <a:pt x="181647" y="4096"/>
                  <a:pt x="181647" y="8096"/>
                </a:cubicBezTo>
                <a:lnTo>
                  <a:pt x="181647" y="65056"/>
                </a:lnTo>
                <a:lnTo>
                  <a:pt x="132133" y="65056"/>
                </a:lnTo>
                <a:lnTo>
                  <a:pt x="132133" y="8096"/>
                </a:lnTo>
                <a:cubicBezTo>
                  <a:pt x="132133" y="4001"/>
                  <a:pt x="129287" y="0"/>
                  <a:pt x="123596" y="0"/>
                </a:cubicBezTo>
                <a:cubicBezTo>
                  <a:pt x="119327" y="0"/>
                  <a:pt x="115059" y="4096"/>
                  <a:pt x="115059" y="8096"/>
                </a:cubicBezTo>
                <a:lnTo>
                  <a:pt x="115059" y="65056"/>
                </a:lnTo>
                <a:lnTo>
                  <a:pt x="90397" y="65056"/>
                </a:lnTo>
                <a:cubicBezTo>
                  <a:pt x="77971" y="65056"/>
                  <a:pt x="65639" y="77248"/>
                  <a:pt x="65639" y="89344"/>
                </a:cubicBezTo>
                <a:lnTo>
                  <a:pt x="65639" y="113824"/>
                </a:lnTo>
                <a:lnTo>
                  <a:pt x="8252" y="113824"/>
                </a:lnTo>
                <a:cubicBezTo>
                  <a:pt x="4079" y="113824"/>
                  <a:pt x="0" y="117919"/>
                  <a:pt x="0" y="121920"/>
                </a:cubicBezTo>
                <a:cubicBezTo>
                  <a:pt x="0" y="127349"/>
                  <a:pt x="4174" y="130016"/>
                  <a:pt x="8252" y="130016"/>
                </a:cubicBezTo>
                <a:lnTo>
                  <a:pt x="65639" y="130016"/>
                </a:lnTo>
                <a:lnTo>
                  <a:pt x="65639" y="195072"/>
                </a:lnTo>
                <a:lnTo>
                  <a:pt x="8252" y="195072"/>
                </a:lnTo>
                <a:cubicBezTo>
                  <a:pt x="4079" y="195072"/>
                  <a:pt x="0" y="199168"/>
                  <a:pt x="0" y="203168"/>
                </a:cubicBezTo>
                <a:cubicBezTo>
                  <a:pt x="0" y="208598"/>
                  <a:pt x="4174" y="211265"/>
                  <a:pt x="8252" y="211265"/>
                </a:cubicBezTo>
                <a:lnTo>
                  <a:pt x="65639" y="211265"/>
                </a:lnTo>
                <a:lnTo>
                  <a:pt x="65639" y="259175"/>
                </a:lnTo>
                <a:lnTo>
                  <a:pt x="8252" y="259175"/>
                </a:lnTo>
                <a:cubicBezTo>
                  <a:pt x="4079" y="259175"/>
                  <a:pt x="0" y="263271"/>
                  <a:pt x="0" y="267271"/>
                </a:cubicBezTo>
                <a:cubicBezTo>
                  <a:pt x="0" y="272701"/>
                  <a:pt x="4174" y="275368"/>
                  <a:pt x="8252" y="275368"/>
                </a:cubicBezTo>
                <a:lnTo>
                  <a:pt x="65639" y="275368"/>
                </a:lnTo>
                <a:lnTo>
                  <a:pt x="65639" y="299847"/>
                </a:lnTo>
                <a:cubicBezTo>
                  <a:pt x="65639" y="313373"/>
                  <a:pt x="78065" y="324136"/>
                  <a:pt x="90397" y="324136"/>
                </a:cubicBezTo>
                <a:lnTo>
                  <a:pt x="115059" y="324136"/>
                </a:lnTo>
                <a:lnTo>
                  <a:pt x="115059" y="381095"/>
                </a:lnTo>
                <a:cubicBezTo>
                  <a:pt x="115059" y="386525"/>
                  <a:pt x="119327" y="389192"/>
                  <a:pt x="123596" y="389192"/>
                </a:cubicBezTo>
                <a:cubicBezTo>
                  <a:pt x="129287" y="389192"/>
                  <a:pt x="132133" y="386525"/>
                  <a:pt x="132133" y="381095"/>
                </a:cubicBezTo>
                <a:lnTo>
                  <a:pt x="132133" y="324136"/>
                </a:lnTo>
                <a:lnTo>
                  <a:pt x="197772" y="324136"/>
                </a:lnTo>
                <a:lnTo>
                  <a:pt x="197772" y="381095"/>
                </a:lnTo>
                <a:cubicBezTo>
                  <a:pt x="197772" y="386525"/>
                  <a:pt x="202041" y="389192"/>
                  <a:pt x="206309" y="389192"/>
                </a:cubicBezTo>
                <a:cubicBezTo>
                  <a:pt x="212000" y="389192"/>
                  <a:pt x="214846" y="386525"/>
                  <a:pt x="214846" y="381095"/>
                </a:cubicBezTo>
                <a:lnTo>
                  <a:pt x="214846" y="324136"/>
                </a:lnTo>
                <a:lnTo>
                  <a:pt x="264360" y="324136"/>
                </a:lnTo>
                <a:lnTo>
                  <a:pt x="264360" y="381095"/>
                </a:lnTo>
                <a:cubicBezTo>
                  <a:pt x="264360" y="386525"/>
                  <a:pt x="268439" y="389192"/>
                  <a:pt x="272423" y="389192"/>
                </a:cubicBezTo>
                <a:cubicBezTo>
                  <a:pt x="277830" y="389192"/>
                  <a:pt x="280486" y="386525"/>
                  <a:pt x="280486" y="381095"/>
                </a:cubicBezTo>
                <a:lnTo>
                  <a:pt x="280486" y="324136"/>
                </a:lnTo>
                <a:lnTo>
                  <a:pt x="305148" y="324136"/>
                </a:lnTo>
                <a:cubicBezTo>
                  <a:pt x="318902" y="324136"/>
                  <a:pt x="329905" y="313373"/>
                  <a:pt x="329905" y="299847"/>
                </a:cubicBezTo>
                <a:lnTo>
                  <a:pt x="329905" y="275368"/>
                </a:lnTo>
                <a:lnTo>
                  <a:pt x="388241" y="275368"/>
                </a:lnTo>
                <a:cubicBezTo>
                  <a:pt x="393742" y="275368"/>
                  <a:pt x="396493" y="272701"/>
                  <a:pt x="396493" y="267271"/>
                </a:cubicBezTo>
                <a:cubicBezTo>
                  <a:pt x="396493" y="263176"/>
                  <a:pt x="393742" y="259175"/>
                  <a:pt x="388241" y="259175"/>
                </a:cubicBezTo>
                <a:lnTo>
                  <a:pt x="329905" y="259175"/>
                </a:lnTo>
                <a:lnTo>
                  <a:pt x="329905" y="195072"/>
                </a:lnTo>
                <a:lnTo>
                  <a:pt x="388241" y="195072"/>
                </a:lnTo>
                <a:close/>
                <a:moveTo>
                  <a:pt x="313400" y="299847"/>
                </a:moveTo>
                <a:cubicBezTo>
                  <a:pt x="313400" y="305276"/>
                  <a:pt x="310649" y="307943"/>
                  <a:pt x="305148" y="307943"/>
                </a:cubicBezTo>
                <a:lnTo>
                  <a:pt x="272613" y="307943"/>
                </a:lnTo>
                <a:cubicBezTo>
                  <a:pt x="272613" y="307943"/>
                  <a:pt x="272423" y="307943"/>
                  <a:pt x="272328" y="307943"/>
                </a:cubicBezTo>
                <a:cubicBezTo>
                  <a:pt x="272328" y="307943"/>
                  <a:pt x="272138" y="307943"/>
                  <a:pt x="272138" y="307943"/>
                </a:cubicBezTo>
                <a:lnTo>
                  <a:pt x="206594" y="307943"/>
                </a:lnTo>
                <a:cubicBezTo>
                  <a:pt x="206594" y="307943"/>
                  <a:pt x="206404" y="307943"/>
                  <a:pt x="206309" y="307943"/>
                </a:cubicBezTo>
                <a:cubicBezTo>
                  <a:pt x="206309" y="307943"/>
                  <a:pt x="206119" y="307943"/>
                  <a:pt x="206025" y="307943"/>
                </a:cubicBezTo>
                <a:lnTo>
                  <a:pt x="123785" y="307943"/>
                </a:lnTo>
                <a:cubicBezTo>
                  <a:pt x="123785" y="307943"/>
                  <a:pt x="123596" y="307943"/>
                  <a:pt x="123501" y="307943"/>
                </a:cubicBezTo>
                <a:cubicBezTo>
                  <a:pt x="123501" y="307943"/>
                  <a:pt x="123311" y="307943"/>
                  <a:pt x="123216" y="307943"/>
                </a:cubicBezTo>
                <a:lnTo>
                  <a:pt x="90207" y="307943"/>
                </a:lnTo>
                <a:cubicBezTo>
                  <a:pt x="86033" y="307943"/>
                  <a:pt x="81955" y="305276"/>
                  <a:pt x="81955" y="299847"/>
                </a:cubicBezTo>
                <a:lnTo>
                  <a:pt x="81955" y="270891"/>
                </a:lnTo>
                <a:cubicBezTo>
                  <a:pt x="82334" y="269843"/>
                  <a:pt x="82524" y="268700"/>
                  <a:pt x="82524" y="267271"/>
                </a:cubicBezTo>
                <a:cubicBezTo>
                  <a:pt x="82524" y="266224"/>
                  <a:pt x="82334" y="265176"/>
                  <a:pt x="81955" y="264223"/>
                </a:cubicBezTo>
                <a:lnTo>
                  <a:pt x="81955" y="206788"/>
                </a:lnTo>
                <a:cubicBezTo>
                  <a:pt x="82334" y="205740"/>
                  <a:pt x="82524" y="204597"/>
                  <a:pt x="82524" y="203168"/>
                </a:cubicBezTo>
                <a:cubicBezTo>
                  <a:pt x="82524" y="202121"/>
                  <a:pt x="82334" y="201073"/>
                  <a:pt x="81955" y="200120"/>
                </a:cubicBezTo>
                <a:lnTo>
                  <a:pt x="81955" y="125540"/>
                </a:lnTo>
                <a:cubicBezTo>
                  <a:pt x="82334" y="124492"/>
                  <a:pt x="82524" y="123349"/>
                  <a:pt x="82524" y="121920"/>
                </a:cubicBezTo>
                <a:cubicBezTo>
                  <a:pt x="82524" y="120872"/>
                  <a:pt x="82334" y="119825"/>
                  <a:pt x="81955" y="118872"/>
                </a:cubicBezTo>
                <a:lnTo>
                  <a:pt x="81955" y="89344"/>
                </a:lnTo>
                <a:cubicBezTo>
                  <a:pt x="81955" y="85249"/>
                  <a:pt x="86128" y="81248"/>
                  <a:pt x="90207" y="81248"/>
                </a:cubicBezTo>
                <a:lnTo>
                  <a:pt x="123027" y="81248"/>
                </a:lnTo>
                <a:cubicBezTo>
                  <a:pt x="123027" y="81248"/>
                  <a:pt x="123311" y="81248"/>
                  <a:pt x="123406" y="81248"/>
                </a:cubicBezTo>
                <a:cubicBezTo>
                  <a:pt x="123596" y="81248"/>
                  <a:pt x="123691" y="81248"/>
                  <a:pt x="123880" y="81248"/>
                </a:cubicBezTo>
                <a:lnTo>
                  <a:pt x="189235" y="81248"/>
                </a:lnTo>
                <a:cubicBezTo>
                  <a:pt x="189235" y="81248"/>
                  <a:pt x="189425" y="81248"/>
                  <a:pt x="189615" y="81248"/>
                </a:cubicBezTo>
                <a:cubicBezTo>
                  <a:pt x="189804" y="81248"/>
                  <a:pt x="189899" y="81248"/>
                  <a:pt x="189994" y="81248"/>
                </a:cubicBezTo>
                <a:lnTo>
                  <a:pt x="271949" y="81248"/>
                </a:lnTo>
                <a:cubicBezTo>
                  <a:pt x="271949" y="81248"/>
                  <a:pt x="272138" y="81248"/>
                  <a:pt x="272328" y="81248"/>
                </a:cubicBezTo>
                <a:cubicBezTo>
                  <a:pt x="272518" y="81248"/>
                  <a:pt x="272613" y="81248"/>
                  <a:pt x="272707" y="81248"/>
                </a:cubicBezTo>
                <a:lnTo>
                  <a:pt x="305053" y="81248"/>
                </a:lnTo>
                <a:cubicBezTo>
                  <a:pt x="310555" y="81248"/>
                  <a:pt x="313305" y="85344"/>
                  <a:pt x="313305" y="89344"/>
                </a:cubicBezTo>
                <a:lnTo>
                  <a:pt x="313305" y="300038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5" name="Graphic 321">
            <a:extLst>
              <a:ext uri="{FF2B5EF4-FFF2-40B4-BE49-F238E27FC236}">
                <a16:creationId xmlns:a16="http://schemas.microsoft.com/office/drawing/2014/main" id="{D3B70360-DAE2-8C79-01AD-41917CA0467A}"/>
              </a:ext>
            </a:extLst>
          </p:cNvPr>
          <p:cNvSpPr/>
          <p:nvPr/>
        </p:nvSpPr>
        <p:spPr>
          <a:xfrm>
            <a:off x="483732" y="5489434"/>
            <a:ext cx="529174" cy="519430"/>
          </a:xfrm>
          <a:custGeom>
            <a:avLst/>
            <a:gdLst>
              <a:gd name="connsiteX0" fmla="*/ 247192 w 396492"/>
              <a:gd name="connsiteY0" fmla="*/ 162401 h 389191"/>
              <a:gd name="connsiteX1" fmla="*/ 214846 w 396492"/>
              <a:gd name="connsiteY1" fmla="*/ 129921 h 389191"/>
              <a:gd name="connsiteX2" fmla="*/ 214846 w 396492"/>
              <a:gd name="connsiteY2" fmla="*/ 113633 h 389191"/>
              <a:gd name="connsiteX3" fmla="*/ 206309 w 396492"/>
              <a:gd name="connsiteY3" fmla="*/ 105537 h 389191"/>
              <a:gd name="connsiteX4" fmla="*/ 197772 w 396492"/>
              <a:gd name="connsiteY4" fmla="*/ 113633 h 389191"/>
              <a:gd name="connsiteX5" fmla="*/ 197772 w 396492"/>
              <a:gd name="connsiteY5" fmla="*/ 129921 h 389191"/>
              <a:gd name="connsiteX6" fmla="*/ 181552 w 396492"/>
              <a:gd name="connsiteY6" fmla="*/ 129921 h 389191"/>
              <a:gd name="connsiteX7" fmla="*/ 181552 w 396492"/>
              <a:gd name="connsiteY7" fmla="*/ 113633 h 389191"/>
              <a:gd name="connsiteX8" fmla="*/ 173015 w 396492"/>
              <a:gd name="connsiteY8" fmla="*/ 105537 h 389191"/>
              <a:gd name="connsiteX9" fmla="*/ 164478 w 396492"/>
              <a:gd name="connsiteY9" fmla="*/ 113633 h 389191"/>
              <a:gd name="connsiteX10" fmla="*/ 164478 w 396492"/>
              <a:gd name="connsiteY10" fmla="*/ 129921 h 389191"/>
              <a:gd name="connsiteX11" fmla="*/ 156510 w 396492"/>
              <a:gd name="connsiteY11" fmla="*/ 129921 h 389191"/>
              <a:gd name="connsiteX12" fmla="*/ 148258 w 396492"/>
              <a:gd name="connsiteY12" fmla="*/ 138017 h 389191"/>
              <a:gd name="connsiteX13" fmla="*/ 148258 w 396492"/>
              <a:gd name="connsiteY13" fmla="*/ 235553 h 389191"/>
              <a:gd name="connsiteX14" fmla="*/ 156510 w 396492"/>
              <a:gd name="connsiteY14" fmla="*/ 243650 h 389191"/>
              <a:gd name="connsiteX15" fmla="*/ 164478 w 396492"/>
              <a:gd name="connsiteY15" fmla="*/ 243650 h 389191"/>
              <a:gd name="connsiteX16" fmla="*/ 164478 w 396492"/>
              <a:gd name="connsiteY16" fmla="*/ 259175 h 389191"/>
              <a:gd name="connsiteX17" fmla="*/ 173015 w 396492"/>
              <a:gd name="connsiteY17" fmla="*/ 267081 h 389191"/>
              <a:gd name="connsiteX18" fmla="*/ 181552 w 396492"/>
              <a:gd name="connsiteY18" fmla="*/ 259175 h 389191"/>
              <a:gd name="connsiteX19" fmla="*/ 181552 w 396492"/>
              <a:gd name="connsiteY19" fmla="*/ 243650 h 389191"/>
              <a:gd name="connsiteX20" fmla="*/ 197772 w 396492"/>
              <a:gd name="connsiteY20" fmla="*/ 243650 h 389191"/>
              <a:gd name="connsiteX21" fmla="*/ 197772 w 396492"/>
              <a:gd name="connsiteY21" fmla="*/ 259175 h 389191"/>
              <a:gd name="connsiteX22" fmla="*/ 206309 w 396492"/>
              <a:gd name="connsiteY22" fmla="*/ 267081 h 389191"/>
              <a:gd name="connsiteX23" fmla="*/ 214846 w 396492"/>
              <a:gd name="connsiteY23" fmla="*/ 259175 h 389191"/>
              <a:gd name="connsiteX24" fmla="*/ 214846 w 396492"/>
              <a:gd name="connsiteY24" fmla="*/ 243554 h 389191"/>
              <a:gd name="connsiteX25" fmla="*/ 247192 w 396492"/>
              <a:gd name="connsiteY25" fmla="*/ 211074 h 389191"/>
              <a:gd name="connsiteX26" fmla="*/ 236378 w 396492"/>
              <a:gd name="connsiteY26" fmla="*/ 186881 h 389191"/>
              <a:gd name="connsiteX27" fmla="*/ 247192 w 396492"/>
              <a:gd name="connsiteY27" fmla="*/ 162306 h 389191"/>
              <a:gd name="connsiteX28" fmla="*/ 230687 w 396492"/>
              <a:gd name="connsiteY28" fmla="*/ 211169 h 389191"/>
              <a:gd name="connsiteX29" fmla="*/ 214182 w 396492"/>
              <a:gd name="connsiteY29" fmla="*/ 227457 h 389191"/>
              <a:gd name="connsiteX30" fmla="*/ 164668 w 396492"/>
              <a:gd name="connsiteY30" fmla="*/ 227457 h 389191"/>
              <a:gd name="connsiteX31" fmla="*/ 164668 w 396492"/>
              <a:gd name="connsiteY31" fmla="*/ 194977 h 389191"/>
              <a:gd name="connsiteX32" fmla="*/ 214182 w 396492"/>
              <a:gd name="connsiteY32" fmla="*/ 194977 h 389191"/>
              <a:gd name="connsiteX33" fmla="*/ 230687 w 396492"/>
              <a:gd name="connsiteY33" fmla="*/ 211265 h 389191"/>
              <a:gd name="connsiteX34" fmla="*/ 164763 w 396492"/>
              <a:gd name="connsiteY34" fmla="*/ 178689 h 389191"/>
              <a:gd name="connsiteX35" fmla="*/ 164763 w 396492"/>
              <a:gd name="connsiteY35" fmla="*/ 146209 h 389191"/>
              <a:gd name="connsiteX36" fmla="*/ 214277 w 396492"/>
              <a:gd name="connsiteY36" fmla="*/ 146209 h 389191"/>
              <a:gd name="connsiteX37" fmla="*/ 230782 w 396492"/>
              <a:gd name="connsiteY37" fmla="*/ 162496 h 389191"/>
              <a:gd name="connsiteX38" fmla="*/ 214277 w 396492"/>
              <a:gd name="connsiteY38" fmla="*/ 178784 h 389191"/>
              <a:gd name="connsiteX39" fmla="*/ 164763 w 396492"/>
              <a:gd name="connsiteY39" fmla="*/ 178784 h 389191"/>
              <a:gd name="connsiteX40" fmla="*/ 388241 w 396492"/>
              <a:gd name="connsiteY40" fmla="*/ 194977 h 389191"/>
              <a:gd name="connsiteX41" fmla="*/ 396493 w 396492"/>
              <a:gd name="connsiteY41" fmla="*/ 186881 h 389191"/>
              <a:gd name="connsiteX42" fmla="*/ 388241 w 396492"/>
              <a:gd name="connsiteY42" fmla="*/ 178784 h 389191"/>
              <a:gd name="connsiteX43" fmla="*/ 329905 w 396492"/>
              <a:gd name="connsiteY43" fmla="*/ 178784 h 389191"/>
              <a:gd name="connsiteX44" fmla="*/ 329905 w 396492"/>
              <a:gd name="connsiteY44" fmla="*/ 130016 h 389191"/>
              <a:gd name="connsiteX45" fmla="*/ 388241 w 396492"/>
              <a:gd name="connsiteY45" fmla="*/ 130016 h 389191"/>
              <a:gd name="connsiteX46" fmla="*/ 396493 w 396492"/>
              <a:gd name="connsiteY46" fmla="*/ 121920 h 389191"/>
              <a:gd name="connsiteX47" fmla="*/ 388241 w 396492"/>
              <a:gd name="connsiteY47" fmla="*/ 113824 h 389191"/>
              <a:gd name="connsiteX48" fmla="*/ 329905 w 396492"/>
              <a:gd name="connsiteY48" fmla="*/ 113824 h 389191"/>
              <a:gd name="connsiteX49" fmla="*/ 329905 w 396492"/>
              <a:gd name="connsiteY49" fmla="*/ 89344 h 389191"/>
              <a:gd name="connsiteX50" fmla="*/ 305148 w 396492"/>
              <a:gd name="connsiteY50" fmla="*/ 65056 h 389191"/>
              <a:gd name="connsiteX51" fmla="*/ 280486 w 396492"/>
              <a:gd name="connsiteY51" fmla="*/ 65056 h 389191"/>
              <a:gd name="connsiteX52" fmla="*/ 280486 w 396492"/>
              <a:gd name="connsiteY52" fmla="*/ 8096 h 389191"/>
              <a:gd name="connsiteX53" fmla="*/ 272423 w 396492"/>
              <a:gd name="connsiteY53" fmla="*/ 0 h 389191"/>
              <a:gd name="connsiteX54" fmla="*/ 264360 w 396492"/>
              <a:gd name="connsiteY54" fmla="*/ 8096 h 389191"/>
              <a:gd name="connsiteX55" fmla="*/ 264360 w 396492"/>
              <a:gd name="connsiteY55" fmla="*/ 65056 h 389191"/>
              <a:gd name="connsiteX56" fmla="*/ 197772 w 396492"/>
              <a:gd name="connsiteY56" fmla="*/ 65056 h 389191"/>
              <a:gd name="connsiteX57" fmla="*/ 197772 w 396492"/>
              <a:gd name="connsiteY57" fmla="*/ 8096 h 389191"/>
              <a:gd name="connsiteX58" fmla="*/ 189710 w 396492"/>
              <a:gd name="connsiteY58" fmla="*/ 0 h 389191"/>
              <a:gd name="connsiteX59" fmla="*/ 181647 w 396492"/>
              <a:gd name="connsiteY59" fmla="*/ 8096 h 389191"/>
              <a:gd name="connsiteX60" fmla="*/ 181647 w 396492"/>
              <a:gd name="connsiteY60" fmla="*/ 65056 h 389191"/>
              <a:gd name="connsiteX61" fmla="*/ 132133 w 396492"/>
              <a:gd name="connsiteY61" fmla="*/ 65056 h 389191"/>
              <a:gd name="connsiteX62" fmla="*/ 132133 w 396492"/>
              <a:gd name="connsiteY62" fmla="*/ 8096 h 389191"/>
              <a:gd name="connsiteX63" fmla="*/ 123596 w 396492"/>
              <a:gd name="connsiteY63" fmla="*/ 0 h 389191"/>
              <a:gd name="connsiteX64" fmla="*/ 115059 w 396492"/>
              <a:gd name="connsiteY64" fmla="*/ 8096 h 389191"/>
              <a:gd name="connsiteX65" fmla="*/ 115059 w 396492"/>
              <a:gd name="connsiteY65" fmla="*/ 65056 h 389191"/>
              <a:gd name="connsiteX66" fmla="*/ 90397 w 396492"/>
              <a:gd name="connsiteY66" fmla="*/ 65056 h 389191"/>
              <a:gd name="connsiteX67" fmla="*/ 65639 w 396492"/>
              <a:gd name="connsiteY67" fmla="*/ 89344 h 389191"/>
              <a:gd name="connsiteX68" fmla="*/ 65639 w 396492"/>
              <a:gd name="connsiteY68" fmla="*/ 113824 h 389191"/>
              <a:gd name="connsiteX69" fmla="*/ 8252 w 396492"/>
              <a:gd name="connsiteY69" fmla="*/ 113824 h 389191"/>
              <a:gd name="connsiteX70" fmla="*/ 0 w 396492"/>
              <a:gd name="connsiteY70" fmla="*/ 121920 h 389191"/>
              <a:gd name="connsiteX71" fmla="*/ 8252 w 396492"/>
              <a:gd name="connsiteY71" fmla="*/ 130016 h 389191"/>
              <a:gd name="connsiteX72" fmla="*/ 65639 w 396492"/>
              <a:gd name="connsiteY72" fmla="*/ 130016 h 389191"/>
              <a:gd name="connsiteX73" fmla="*/ 65639 w 396492"/>
              <a:gd name="connsiteY73" fmla="*/ 195072 h 389191"/>
              <a:gd name="connsiteX74" fmla="*/ 8252 w 396492"/>
              <a:gd name="connsiteY74" fmla="*/ 195072 h 389191"/>
              <a:gd name="connsiteX75" fmla="*/ 0 w 396492"/>
              <a:gd name="connsiteY75" fmla="*/ 203168 h 389191"/>
              <a:gd name="connsiteX76" fmla="*/ 8252 w 396492"/>
              <a:gd name="connsiteY76" fmla="*/ 211265 h 389191"/>
              <a:gd name="connsiteX77" fmla="*/ 65639 w 396492"/>
              <a:gd name="connsiteY77" fmla="*/ 211265 h 389191"/>
              <a:gd name="connsiteX78" fmla="*/ 65639 w 396492"/>
              <a:gd name="connsiteY78" fmla="*/ 259175 h 389191"/>
              <a:gd name="connsiteX79" fmla="*/ 8252 w 396492"/>
              <a:gd name="connsiteY79" fmla="*/ 259175 h 389191"/>
              <a:gd name="connsiteX80" fmla="*/ 0 w 396492"/>
              <a:gd name="connsiteY80" fmla="*/ 267271 h 389191"/>
              <a:gd name="connsiteX81" fmla="*/ 8252 w 396492"/>
              <a:gd name="connsiteY81" fmla="*/ 275368 h 389191"/>
              <a:gd name="connsiteX82" fmla="*/ 65639 w 396492"/>
              <a:gd name="connsiteY82" fmla="*/ 275368 h 389191"/>
              <a:gd name="connsiteX83" fmla="*/ 65639 w 396492"/>
              <a:gd name="connsiteY83" fmla="*/ 299847 h 389191"/>
              <a:gd name="connsiteX84" fmla="*/ 90397 w 396492"/>
              <a:gd name="connsiteY84" fmla="*/ 324136 h 389191"/>
              <a:gd name="connsiteX85" fmla="*/ 115059 w 396492"/>
              <a:gd name="connsiteY85" fmla="*/ 324136 h 389191"/>
              <a:gd name="connsiteX86" fmla="*/ 115059 w 396492"/>
              <a:gd name="connsiteY86" fmla="*/ 381095 h 389191"/>
              <a:gd name="connsiteX87" fmla="*/ 123596 w 396492"/>
              <a:gd name="connsiteY87" fmla="*/ 389192 h 389191"/>
              <a:gd name="connsiteX88" fmla="*/ 132133 w 396492"/>
              <a:gd name="connsiteY88" fmla="*/ 381095 h 389191"/>
              <a:gd name="connsiteX89" fmla="*/ 132133 w 396492"/>
              <a:gd name="connsiteY89" fmla="*/ 324136 h 389191"/>
              <a:gd name="connsiteX90" fmla="*/ 197772 w 396492"/>
              <a:gd name="connsiteY90" fmla="*/ 324136 h 389191"/>
              <a:gd name="connsiteX91" fmla="*/ 197772 w 396492"/>
              <a:gd name="connsiteY91" fmla="*/ 381095 h 389191"/>
              <a:gd name="connsiteX92" fmla="*/ 206309 w 396492"/>
              <a:gd name="connsiteY92" fmla="*/ 389192 h 389191"/>
              <a:gd name="connsiteX93" fmla="*/ 214846 w 396492"/>
              <a:gd name="connsiteY93" fmla="*/ 381095 h 389191"/>
              <a:gd name="connsiteX94" fmla="*/ 214846 w 396492"/>
              <a:gd name="connsiteY94" fmla="*/ 324136 h 389191"/>
              <a:gd name="connsiteX95" fmla="*/ 264360 w 396492"/>
              <a:gd name="connsiteY95" fmla="*/ 324136 h 389191"/>
              <a:gd name="connsiteX96" fmla="*/ 264360 w 396492"/>
              <a:gd name="connsiteY96" fmla="*/ 381095 h 389191"/>
              <a:gd name="connsiteX97" fmla="*/ 272423 w 396492"/>
              <a:gd name="connsiteY97" fmla="*/ 389192 h 389191"/>
              <a:gd name="connsiteX98" fmla="*/ 280486 w 396492"/>
              <a:gd name="connsiteY98" fmla="*/ 381095 h 389191"/>
              <a:gd name="connsiteX99" fmla="*/ 280486 w 396492"/>
              <a:gd name="connsiteY99" fmla="*/ 324136 h 389191"/>
              <a:gd name="connsiteX100" fmla="*/ 305148 w 396492"/>
              <a:gd name="connsiteY100" fmla="*/ 324136 h 389191"/>
              <a:gd name="connsiteX101" fmla="*/ 329905 w 396492"/>
              <a:gd name="connsiteY101" fmla="*/ 299847 h 389191"/>
              <a:gd name="connsiteX102" fmla="*/ 329905 w 396492"/>
              <a:gd name="connsiteY102" fmla="*/ 275368 h 389191"/>
              <a:gd name="connsiteX103" fmla="*/ 388241 w 396492"/>
              <a:gd name="connsiteY103" fmla="*/ 275368 h 389191"/>
              <a:gd name="connsiteX104" fmla="*/ 396493 w 396492"/>
              <a:gd name="connsiteY104" fmla="*/ 267271 h 389191"/>
              <a:gd name="connsiteX105" fmla="*/ 388241 w 396492"/>
              <a:gd name="connsiteY105" fmla="*/ 259175 h 389191"/>
              <a:gd name="connsiteX106" fmla="*/ 329905 w 396492"/>
              <a:gd name="connsiteY106" fmla="*/ 259175 h 389191"/>
              <a:gd name="connsiteX107" fmla="*/ 329905 w 396492"/>
              <a:gd name="connsiteY107" fmla="*/ 195072 h 389191"/>
              <a:gd name="connsiteX108" fmla="*/ 388241 w 396492"/>
              <a:gd name="connsiteY108" fmla="*/ 195072 h 389191"/>
              <a:gd name="connsiteX109" fmla="*/ 313400 w 396492"/>
              <a:gd name="connsiteY109" fmla="*/ 299847 h 389191"/>
              <a:gd name="connsiteX110" fmla="*/ 305148 w 396492"/>
              <a:gd name="connsiteY110" fmla="*/ 307943 h 389191"/>
              <a:gd name="connsiteX111" fmla="*/ 272613 w 396492"/>
              <a:gd name="connsiteY111" fmla="*/ 307943 h 389191"/>
              <a:gd name="connsiteX112" fmla="*/ 272328 w 396492"/>
              <a:gd name="connsiteY112" fmla="*/ 307943 h 389191"/>
              <a:gd name="connsiteX113" fmla="*/ 272138 w 396492"/>
              <a:gd name="connsiteY113" fmla="*/ 307943 h 389191"/>
              <a:gd name="connsiteX114" fmla="*/ 206594 w 396492"/>
              <a:gd name="connsiteY114" fmla="*/ 307943 h 389191"/>
              <a:gd name="connsiteX115" fmla="*/ 206309 w 396492"/>
              <a:gd name="connsiteY115" fmla="*/ 307943 h 389191"/>
              <a:gd name="connsiteX116" fmla="*/ 206025 w 396492"/>
              <a:gd name="connsiteY116" fmla="*/ 307943 h 389191"/>
              <a:gd name="connsiteX117" fmla="*/ 123785 w 396492"/>
              <a:gd name="connsiteY117" fmla="*/ 307943 h 389191"/>
              <a:gd name="connsiteX118" fmla="*/ 123501 w 396492"/>
              <a:gd name="connsiteY118" fmla="*/ 307943 h 389191"/>
              <a:gd name="connsiteX119" fmla="*/ 123216 w 396492"/>
              <a:gd name="connsiteY119" fmla="*/ 307943 h 389191"/>
              <a:gd name="connsiteX120" fmla="*/ 90207 w 396492"/>
              <a:gd name="connsiteY120" fmla="*/ 307943 h 389191"/>
              <a:gd name="connsiteX121" fmla="*/ 81955 w 396492"/>
              <a:gd name="connsiteY121" fmla="*/ 299847 h 389191"/>
              <a:gd name="connsiteX122" fmla="*/ 81955 w 396492"/>
              <a:gd name="connsiteY122" fmla="*/ 270891 h 389191"/>
              <a:gd name="connsiteX123" fmla="*/ 82524 w 396492"/>
              <a:gd name="connsiteY123" fmla="*/ 267271 h 389191"/>
              <a:gd name="connsiteX124" fmla="*/ 81955 w 396492"/>
              <a:gd name="connsiteY124" fmla="*/ 264223 h 389191"/>
              <a:gd name="connsiteX125" fmla="*/ 81955 w 396492"/>
              <a:gd name="connsiteY125" fmla="*/ 206788 h 389191"/>
              <a:gd name="connsiteX126" fmla="*/ 82524 w 396492"/>
              <a:gd name="connsiteY126" fmla="*/ 203168 h 389191"/>
              <a:gd name="connsiteX127" fmla="*/ 81955 w 396492"/>
              <a:gd name="connsiteY127" fmla="*/ 200120 h 389191"/>
              <a:gd name="connsiteX128" fmla="*/ 81955 w 396492"/>
              <a:gd name="connsiteY128" fmla="*/ 125540 h 389191"/>
              <a:gd name="connsiteX129" fmla="*/ 82524 w 396492"/>
              <a:gd name="connsiteY129" fmla="*/ 121920 h 389191"/>
              <a:gd name="connsiteX130" fmla="*/ 81955 w 396492"/>
              <a:gd name="connsiteY130" fmla="*/ 118872 h 389191"/>
              <a:gd name="connsiteX131" fmla="*/ 81955 w 396492"/>
              <a:gd name="connsiteY131" fmla="*/ 89344 h 389191"/>
              <a:gd name="connsiteX132" fmla="*/ 90207 w 396492"/>
              <a:gd name="connsiteY132" fmla="*/ 81248 h 389191"/>
              <a:gd name="connsiteX133" fmla="*/ 123027 w 396492"/>
              <a:gd name="connsiteY133" fmla="*/ 81248 h 389191"/>
              <a:gd name="connsiteX134" fmla="*/ 123406 w 396492"/>
              <a:gd name="connsiteY134" fmla="*/ 81248 h 389191"/>
              <a:gd name="connsiteX135" fmla="*/ 123880 w 396492"/>
              <a:gd name="connsiteY135" fmla="*/ 81248 h 389191"/>
              <a:gd name="connsiteX136" fmla="*/ 189235 w 396492"/>
              <a:gd name="connsiteY136" fmla="*/ 81248 h 389191"/>
              <a:gd name="connsiteX137" fmla="*/ 189615 w 396492"/>
              <a:gd name="connsiteY137" fmla="*/ 81248 h 389191"/>
              <a:gd name="connsiteX138" fmla="*/ 189994 w 396492"/>
              <a:gd name="connsiteY138" fmla="*/ 81248 h 389191"/>
              <a:gd name="connsiteX139" fmla="*/ 271949 w 396492"/>
              <a:gd name="connsiteY139" fmla="*/ 81248 h 389191"/>
              <a:gd name="connsiteX140" fmla="*/ 272328 w 396492"/>
              <a:gd name="connsiteY140" fmla="*/ 81248 h 389191"/>
              <a:gd name="connsiteX141" fmla="*/ 272707 w 396492"/>
              <a:gd name="connsiteY141" fmla="*/ 81248 h 389191"/>
              <a:gd name="connsiteX142" fmla="*/ 305053 w 396492"/>
              <a:gd name="connsiteY142" fmla="*/ 81248 h 389191"/>
              <a:gd name="connsiteX143" fmla="*/ 313305 w 396492"/>
              <a:gd name="connsiteY143" fmla="*/ 89344 h 389191"/>
              <a:gd name="connsiteX144" fmla="*/ 313305 w 396492"/>
              <a:gd name="connsiteY144" fmla="*/ 300038 h 38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96492" h="389191">
                <a:moveTo>
                  <a:pt x="247192" y="162401"/>
                </a:moveTo>
                <a:cubicBezTo>
                  <a:pt x="247192" y="144971"/>
                  <a:pt x="233722" y="130207"/>
                  <a:pt x="214846" y="129921"/>
                </a:cubicBezTo>
                <a:lnTo>
                  <a:pt x="214846" y="113633"/>
                </a:lnTo>
                <a:cubicBezTo>
                  <a:pt x="214846" y="109538"/>
                  <a:pt x="212000" y="105537"/>
                  <a:pt x="206309" y="105537"/>
                </a:cubicBezTo>
                <a:cubicBezTo>
                  <a:pt x="202041" y="105537"/>
                  <a:pt x="197772" y="109633"/>
                  <a:pt x="197772" y="113633"/>
                </a:cubicBezTo>
                <a:lnTo>
                  <a:pt x="197772" y="129921"/>
                </a:lnTo>
                <a:lnTo>
                  <a:pt x="181552" y="129921"/>
                </a:lnTo>
                <a:lnTo>
                  <a:pt x="181552" y="113633"/>
                </a:lnTo>
                <a:cubicBezTo>
                  <a:pt x="181552" y="109538"/>
                  <a:pt x="178706" y="105537"/>
                  <a:pt x="173015" y="105537"/>
                </a:cubicBezTo>
                <a:cubicBezTo>
                  <a:pt x="168747" y="105537"/>
                  <a:pt x="164478" y="109633"/>
                  <a:pt x="164478" y="113633"/>
                </a:cubicBezTo>
                <a:lnTo>
                  <a:pt x="164478" y="129921"/>
                </a:lnTo>
                <a:lnTo>
                  <a:pt x="156510" y="129921"/>
                </a:lnTo>
                <a:cubicBezTo>
                  <a:pt x="152432" y="129921"/>
                  <a:pt x="148258" y="134017"/>
                  <a:pt x="148258" y="138017"/>
                </a:cubicBezTo>
                <a:lnTo>
                  <a:pt x="148258" y="235553"/>
                </a:lnTo>
                <a:cubicBezTo>
                  <a:pt x="148258" y="240983"/>
                  <a:pt x="152337" y="243650"/>
                  <a:pt x="156510" y="243650"/>
                </a:cubicBezTo>
                <a:lnTo>
                  <a:pt x="164478" y="243650"/>
                </a:lnTo>
                <a:lnTo>
                  <a:pt x="164478" y="259175"/>
                </a:lnTo>
                <a:cubicBezTo>
                  <a:pt x="164478" y="264509"/>
                  <a:pt x="168747" y="267081"/>
                  <a:pt x="173015" y="267081"/>
                </a:cubicBezTo>
                <a:cubicBezTo>
                  <a:pt x="178706" y="267081"/>
                  <a:pt x="181552" y="264414"/>
                  <a:pt x="181552" y="259175"/>
                </a:cubicBezTo>
                <a:lnTo>
                  <a:pt x="181552" y="243650"/>
                </a:lnTo>
                <a:lnTo>
                  <a:pt x="197772" y="243650"/>
                </a:lnTo>
                <a:lnTo>
                  <a:pt x="197772" y="259175"/>
                </a:lnTo>
                <a:cubicBezTo>
                  <a:pt x="197772" y="264509"/>
                  <a:pt x="202041" y="267081"/>
                  <a:pt x="206309" y="267081"/>
                </a:cubicBezTo>
                <a:cubicBezTo>
                  <a:pt x="212000" y="267081"/>
                  <a:pt x="214846" y="264414"/>
                  <a:pt x="214846" y="259175"/>
                </a:cubicBezTo>
                <a:lnTo>
                  <a:pt x="214846" y="243554"/>
                </a:lnTo>
                <a:cubicBezTo>
                  <a:pt x="233722" y="243269"/>
                  <a:pt x="247192" y="229838"/>
                  <a:pt x="247192" y="211074"/>
                </a:cubicBezTo>
                <a:cubicBezTo>
                  <a:pt x="247192" y="201549"/>
                  <a:pt x="243113" y="192881"/>
                  <a:pt x="236378" y="186881"/>
                </a:cubicBezTo>
                <a:cubicBezTo>
                  <a:pt x="243113" y="181070"/>
                  <a:pt x="247192" y="172498"/>
                  <a:pt x="247192" y="162306"/>
                </a:cubicBezTo>
                <a:close/>
                <a:moveTo>
                  <a:pt x="230687" y="211169"/>
                </a:moveTo>
                <a:cubicBezTo>
                  <a:pt x="230687" y="220694"/>
                  <a:pt x="223857" y="227457"/>
                  <a:pt x="214182" y="227457"/>
                </a:cubicBezTo>
                <a:lnTo>
                  <a:pt x="164668" y="227457"/>
                </a:lnTo>
                <a:lnTo>
                  <a:pt x="164668" y="194977"/>
                </a:lnTo>
                <a:lnTo>
                  <a:pt x="214182" y="194977"/>
                </a:lnTo>
                <a:cubicBezTo>
                  <a:pt x="223762" y="194977"/>
                  <a:pt x="230687" y="203073"/>
                  <a:pt x="230687" y="211265"/>
                </a:cubicBezTo>
                <a:close/>
                <a:moveTo>
                  <a:pt x="164763" y="178689"/>
                </a:moveTo>
                <a:lnTo>
                  <a:pt x="164763" y="146209"/>
                </a:lnTo>
                <a:lnTo>
                  <a:pt x="214277" y="146209"/>
                </a:lnTo>
                <a:cubicBezTo>
                  <a:pt x="223857" y="146209"/>
                  <a:pt x="230782" y="154305"/>
                  <a:pt x="230782" y="162496"/>
                </a:cubicBezTo>
                <a:cubicBezTo>
                  <a:pt x="230782" y="172021"/>
                  <a:pt x="223952" y="178784"/>
                  <a:pt x="214277" y="178784"/>
                </a:cubicBezTo>
                <a:lnTo>
                  <a:pt x="164763" y="178784"/>
                </a:lnTo>
                <a:close/>
                <a:moveTo>
                  <a:pt x="388241" y="194977"/>
                </a:moveTo>
                <a:cubicBezTo>
                  <a:pt x="393742" y="194977"/>
                  <a:pt x="396493" y="192310"/>
                  <a:pt x="396493" y="186881"/>
                </a:cubicBezTo>
                <a:cubicBezTo>
                  <a:pt x="396493" y="182785"/>
                  <a:pt x="393742" y="178784"/>
                  <a:pt x="388241" y="178784"/>
                </a:cubicBezTo>
                <a:lnTo>
                  <a:pt x="329905" y="178784"/>
                </a:lnTo>
                <a:lnTo>
                  <a:pt x="329905" y="130016"/>
                </a:lnTo>
                <a:lnTo>
                  <a:pt x="388241" y="130016"/>
                </a:lnTo>
                <a:cubicBezTo>
                  <a:pt x="393742" y="130016"/>
                  <a:pt x="396493" y="127349"/>
                  <a:pt x="396493" y="121920"/>
                </a:cubicBezTo>
                <a:cubicBezTo>
                  <a:pt x="396493" y="117824"/>
                  <a:pt x="393742" y="113824"/>
                  <a:pt x="388241" y="113824"/>
                </a:cubicBezTo>
                <a:lnTo>
                  <a:pt x="329905" y="113824"/>
                </a:lnTo>
                <a:lnTo>
                  <a:pt x="329905" y="89344"/>
                </a:lnTo>
                <a:cubicBezTo>
                  <a:pt x="329905" y="77152"/>
                  <a:pt x="318902" y="65056"/>
                  <a:pt x="305148" y="65056"/>
                </a:cubicBezTo>
                <a:lnTo>
                  <a:pt x="280486" y="65056"/>
                </a:lnTo>
                <a:lnTo>
                  <a:pt x="280486" y="8096"/>
                </a:lnTo>
                <a:cubicBezTo>
                  <a:pt x="280486" y="4001"/>
                  <a:pt x="277830" y="0"/>
                  <a:pt x="272423" y="0"/>
                </a:cubicBezTo>
                <a:cubicBezTo>
                  <a:pt x="268344" y="0"/>
                  <a:pt x="264360" y="4096"/>
                  <a:pt x="264360" y="8096"/>
                </a:cubicBezTo>
                <a:lnTo>
                  <a:pt x="264360" y="65056"/>
                </a:lnTo>
                <a:lnTo>
                  <a:pt x="197772" y="65056"/>
                </a:lnTo>
                <a:lnTo>
                  <a:pt x="197772" y="8096"/>
                </a:lnTo>
                <a:cubicBezTo>
                  <a:pt x="197772" y="4001"/>
                  <a:pt x="195116" y="0"/>
                  <a:pt x="189710" y="0"/>
                </a:cubicBezTo>
                <a:cubicBezTo>
                  <a:pt x="185631" y="0"/>
                  <a:pt x="181647" y="4096"/>
                  <a:pt x="181647" y="8096"/>
                </a:cubicBezTo>
                <a:lnTo>
                  <a:pt x="181647" y="65056"/>
                </a:lnTo>
                <a:lnTo>
                  <a:pt x="132133" y="65056"/>
                </a:lnTo>
                <a:lnTo>
                  <a:pt x="132133" y="8096"/>
                </a:lnTo>
                <a:cubicBezTo>
                  <a:pt x="132133" y="4001"/>
                  <a:pt x="129287" y="0"/>
                  <a:pt x="123596" y="0"/>
                </a:cubicBezTo>
                <a:cubicBezTo>
                  <a:pt x="119327" y="0"/>
                  <a:pt x="115059" y="4096"/>
                  <a:pt x="115059" y="8096"/>
                </a:cubicBezTo>
                <a:lnTo>
                  <a:pt x="115059" y="65056"/>
                </a:lnTo>
                <a:lnTo>
                  <a:pt x="90397" y="65056"/>
                </a:lnTo>
                <a:cubicBezTo>
                  <a:pt x="77971" y="65056"/>
                  <a:pt x="65639" y="77248"/>
                  <a:pt x="65639" y="89344"/>
                </a:cubicBezTo>
                <a:lnTo>
                  <a:pt x="65639" y="113824"/>
                </a:lnTo>
                <a:lnTo>
                  <a:pt x="8252" y="113824"/>
                </a:lnTo>
                <a:cubicBezTo>
                  <a:pt x="4079" y="113824"/>
                  <a:pt x="0" y="117919"/>
                  <a:pt x="0" y="121920"/>
                </a:cubicBezTo>
                <a:cubicBezTo>
                  <a:pt x="0" y="127349"/>
                  <a:pt x="4174" y="130016"/>
                  <a:pt x="8252" y="130016"/>
                </a:cubicBezTo>
                <a:lnTo>
                  <a:pt x="65639" y="130016"/>
                </a:lnTo>
                <a:lnTo>
                  <a:pt x="65639" y="195072"/>
                </a:lnTo>
                <a:lnTo>
                  <a:pt x="8252" y="195072"/>
                </a:lnTo>
                <a:cubicBezTo>
                  <a:pt x="4079" y="195072"/>
                  <a:pt x="0" y="199168"/>
                  <a:pt x="0" y="203168"/>
                </a:cubicBezTo>
                <a:cubicBezTo>
                  <a:pt x="0" y="208598"/>
                  <a:pt x="4174" y="211265"/>
                  <a:pt x="8252" y="211265"/>
                </a:cubicBezTo>
                <a:lnTo>
                  <a:pt x="65639" y="211265"/>
                </a:lnTo>
                <a:lnTo>
                  <a:pt x="65639" y="259175"/>
                </a:lnTo>
                <a:lnTo>
                  <a:pt x="8252" y="259175"/>
                </a:lnTo>
                <a:cubicBezTo>
                  <a:pt x="4079" y="259175"/>
                  <a:pt x="0" y="263271"/>
                  <a:pt x="0" y="267271"/>
                </a:cubicBezTo>
                <a:cubicBezTo>
                  <a:pt x="0" y="272701"/>
                  <a:pt x="4174" y="275368"/>
                  <a:pt x="8252" y="275368"/>
                </a:cubicBezTo>
                <a:lnTo>
                  <a:pt x="65639" y="275368"/>
                </a:lnTo>
                <a:lnTo>
                  <a:pt x="65639" y="299847"/>
                </a:lnTo>
                <a:cubicBezTo>
                  <a:pt x="65639" y="313373"/>
                  <a:pt x="78065" y="324136"/>
                  <a:pt x="90397" y="324136"/>
                </a:cubicBezTo>
                <a:lnTo>
                  <a:pt x="115059" y="324136"/>
                </a:lnTo>
                <a:lnTo>
                  <a:pt x="115059" y="381095"/>
                </a:lnTo>
                <a:cubicBezTo>
                  <a:pt x="115059" y="386525"/>
                  <a:pt x="119327" y="389192"/>
                  <a:pt x="123596" y="389192"/>
                </a:cubicBezTo>
                <a:cubicBezTo>
                  <a:pt x="129287" y="389192"/>
                  <a:pt x="132133" y="386525"/>
                  <a:pt x="132133" y="381095"/>
                </a:cubicBezTo>
                <a:lnTo>
                  <a:pt x="132133" y="324136"/>
                </a:lnTo>
                <a:lnTo>
                  <a:pt x="197772" y="324136"/>
                </a:lnTo>
                <a:lnTo>
                  <a:pt x="197772" y="381095"/>
                </a:lnTo>
                <a:cubicBezTo>
                  <a:pt x="197772" y="386525"/>
                  <a:pt x="202041" y="389192"/>
                  <a:pt x="206309" y="389192"/>
                </a:cubicBezTo>
                <a:cubicBezTo>
                  <a:pt x="212000" y="389192"/>
                  <a:pt x="214846" y="386525"/>
                  <a:pt x="214846" y="381095"/>
                </a:cubicBezTo>
                <a:lnTo>
                  <a:pt x="214846" y="324136"/>
                </a:lnTo>
                <a:lnTo>
                  <a:pt x="264360" y="324136"/>
                </a:lnTo>
                <a:lnTo>
                  <a:pt x="264360" y="381095"/>
                </a:lnTo>
                <a:cubicBezTo>
                  <a:pt x="264360" y="386525"/>
                  <a:pt x="268439" y="389192"/>
                  <a:pt x="272423" y="389192"/>
                </a:cubicBezTo>
                <a:cubicBezTo>
                  <a:pt x="277830" y="389192"/>
                  <a:pt x="280486" y="386525"/>
                  <a:pt x="280486" y="381095"/>
                </a:cubicBezTo>
                <a:lnTo>
                  <a:pt x="280486" y="324136"/>
                </a:lnTo>
                <a:lnTo>
                  <a:pt x="305148" y="324136"/>
                </a:lnTo>
                <a:cubicBezTo>
                  <a:pt x="318902" y="324136"/>
                  <a:pt x="329905" y="313373"/>
                  <a:pt x="329905" y="299847"/>
                </a:cubicBezTo>
                <a:lnTo>
                  <a:pt x="329905" y="275368"/>
                </a:lnTo>
                <a:lnTo>
                  <a:pt x="388241" y="275368"/>
                </a:lnTo>
                <a:cubicBezTo>
                  <a:pt x="393742" y="275368"/>
                  <a:pt x="396493" y="272701"/>
                  <a:pt x="396493" y="267271"/>
                </a:cubicBezTo>
                <a:cubicBezTo>
                  <a:pt x="396493" y="263176"/>
                  <a:pt x="393742" y="259175"/>
                  <a:pt x="388241" y="259175"/>
                </a:cubicBezTo>
                <a:lnTo>
                  <a:pt x="329905" y="259175"/>
                </a:lnTo>
                <a:lnTo>
                  <a:pt x="329905" y="195072"/>
                </a:lnTo>
                <a:lnTo>
                  <a:pt x="388241" y="195072"/>
                </a:lnTo>
                <a:close/>
                <a:moveTo>
                  <a:pt x="313400" y="299847"/>
                </a:moveTo>
                <a:cubicBezTo>
                  <a:pt x="313400" y="305276"/>
                  <a:pt x="310649" y="307943"/>
                  <a:pt x="305148" y="307943"/>
                </a:cubicBezTo>
                <a:lnTo>
                  <a:pt x="272613" y="307943"/>
                </a:lnTo>
                <a:cubicBezTo>
                  <a:pt x="272613" y="307943"/>
                  <a:pt x="272423" y="307943"/>
                  <a:pt x="272328" y="307943"/>
                </a:cubicBezTo>
                <a:cubicBezTo>
                  <a:pt x="272328" y="307943"/>
                  <a:pt x="272138" y="307943"/>
                  <a:pt x="272138" y="307943"/>
                </a:cubicBezTo>
                <a:lnTo>
                  <a:pt x="206594" y="307943"/>
                </a:lnTo>
                <a:cubicBezTo>
                  <a:pt x="206594" y="307943"/>
                  <a:pt x="206404" y="307943"/>
                  <a:pt x="206309" y="307943"/>
                </a:cubicBezTo>
                <a:cubicBezTo>
                  <a:pt x="206309" y="307943"/>
                  <a:pt x="206119" y="307943"/>
                  <a:pt x="206025" y="307943"/>
                </a:cubicBezTo>
                <a:lnTo>
                  <a:pt x="123785" y="307943"/>
                </a:lnTo>
                <a:cubicBezTo>
                  <a:pt x="123785" y="307943"/>
                  <a:pt x="123596" y="307943"/>
                  <a:pt x="123501" y="307943"/>
                </a:cubicBezTo>
                <a:cubicBezTo>
                  <a:pt x="123501" y="307943"/>
                  <a:pt x="123311" y="307943"/>
                  <a:pt x="123216" y="307943"/>
                </a:cubicBezTo>
                <a:lnTo>
                  <a:pt x="90207" y="307943"/>
                </a:lnTo>
                <a:cubicBezTo>
                  <a:pt x="86033" y="307943"/>
                  <a:pt x="81955" y="305276"/>
                  <a:pt x="81955" y="299847"/>
                </a:cubicBezTo>
                <a:lnTo>
                  <a:pt x="81955" y="270891"/>
                </a:lnTo>
                <a:cubicBezTo>
                  <a:pt x="82334" y="269843"/>
                  <a:pt x="82524" y="268700"/>
                  <a:pt x="82524" y="267271"/>
                </a:cubicBezTo>
                <a:cubicBezTo>
                  <a:pt x="82524" y="266224"/>
                  <a:pt x="82334" y="265176"/>
                  <a:pt x="81955" y="264223"/>
                </a:cubicBezTo>
                <a:lnTo>
                  <a:pt x="81955" y="206788"/>
                </a:lnTo>
                <a:cubicBezTo>
                  <a:pt x="82334" y="205740"/>
                  <a:pt x="82524" y="204597"/>
                  <a:pt x="82524" y="203168"/>
                </a:cubicBezTo>
                <a:cubicBezTo>
                  <a:pt x="82524" y="202121"/>
                  <a:pt x="82334" y="201073"/>
                  <a:pt x="81955" y="200120"/>
                </a:cubicBezTo>
                <a:lnTo>
                  <a:pt x="81955" y="125540"/>
                </a:lnTo>
                <a:cubicBezTo>
                  <a:pt x="82334" y="124492"/>
                  <a:pt x="82524" y="123349"/>
                  <a:pt x="82524" y="121920"/>
                </a:cubicBezTo>
                <a:cubicBezTo>
                  <a:pt x="82524" y="120872"/>
                  <a:pt x="82334" y="119825"/>
                  <a:pt x="81955" y="118872"/>
                </a:cubicBezTo>
                <a:lnTo>
                  <a:pt x="81955" y="89344"/>
                </a:lnTo>
                <a:cubicBezTo>
                  <a:pt x="81955" y="85249"/>
                  <a:pt x="86128" y="81248"/>
                  <a:pt x="90207" y="81248"/>
                </a:cubicBezTo>
                <a:lnTo>
                  <a:pt x="123027" y="81248"/>
                </a:lnTo>
                <a:cubicBezTo>
                  <a:pt x="123027" y="81248"/>
                  <a:pt x="123311" y="81248"/>
                  <a:pt x="123406" y="81248"/>
                </a:cubicBezTo>
                <a:cubicBezTo>
                  <a:pt x="123596" y="81248"/>
                  <a:pt x="123691" y="81248"/>
                  <a:pt x="123880" y="81248"/>
                </a:cubicBezTo>
                <a:lnTo>
                  <a:pt x="189235" y="81248"/>
                </a:lnTo>
                <a:cubicBezTo>
                  <a:pt x="189235" y="81248"/>
                  <a:pt x="189425" y="81248"/>
                  <a:pt x="189615" y="81248"/>
                </a:cubicBezTo>
                <a:cubicBezTo>
                  <a:pt x="189804" y="81248"/>
                  <a:pt x="189899" y="81248"/>
                  <a:pt x="189994" y="81248"/>
                </a:cubicBezTo>
                <a:lnTo>
                  <a:pt x="271949" y="81248"/>
                </a:lnTo>
                <a:cubicBezTo>
                  <a:pt x="271949" y="81248"/>
                  <a:pt x="272138" y="81248"/>
                  <a:pt x="272328" y="81248"/>
                </a:cubicBezTo>
                <a:cubicBezTo>
                  <a:pt x="272518" y="81248"/>
                  <a:pt x="272613" y="81248"/>
                  <a:pt x="272707" y="81248"/>
                </a:cubicBezTo>
                <a:lnTo>
                  <a:pt x="305053" y="81248"/>
                </a:lnTo>
                <a:cubicBezTo>
                  <a:pt x="310555" y="81248"/>
                  <a:pt x="313305" y="85344"/>
                  <a:pt x="313305" y="89344"/>
                </a:cubicBezTo>
                <a:lnTo>
                  <a:pt x="313305" y="300038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6" name="Graphic 321">
            <a:extLst>
              <a:ext uri="{FF2B5EF4-FFF2-40B4-BE49-F238E27FC236}">
                <a16:creationId xmlns:a16="http://schemas.microsoft.com/office/drawing/2014/main" id="{4728B2F2-0012-ECBF-E94B-F067A382803B}"/>
              </a:ext>
            </a:extLst>
          </p:cNvPr>
          <p:cNvSpPr/>
          <p:nvPr/>
        </p:nvSpPr>
        <p:spPr>
          <a:xfrm>
            <a:off x="1248907" y="5489434"/>
            <a:ext cx="529174" cy="519430"/>
          </a:xfrm>
          <a:custGeom>
            <a:avLst/>
            <a:gdLst>
              <a:gd name="connsiteX0" fmla="*/ 247192 w 396492"/>
              <a:gd name="connsiteY0" fmla="*/ 162401 h 389191"/>
              <a:gd name="connsiteX1" fmla="*/ 214846 w 396492"/>
              <a:gd name="connsiteY1" fmla="*/ 129921 h 389191"/>
              <a:gd name="connsiteX2" fmla="*/ 214846 w 396492"/>
              <a:gd name="connsiteY2" fmla="*/ 113633 h 389191"/>
              <a:gd name="connsiteX3" fmla="*/ 206309 w 396492"/>
              <a:gd name="connsiteY3" fmla="*/ 105537 h 389191"/>
              <a:gd name="connsiteX4" fmla="*/ 197772 w 396492"/>
              <a:gd name="connsiteY4" fmla="*/ 113633 h 389191"/>
              <a:gd name="connsiteX5" fmla="*/ 197772 w 396492"/>
              <a:gd name="connsiteY5" fmla="*/ 129921 h 389191"/>
              <a:gd name="connsiteX6" fmla="*/ 181552 w 396492"/>
              <a:gd name="connsiteY6" fmla="*/ 129921 h 389191"/>
              <a:gd name="connsiteX7" fmla="*/ 181552 w 396492"/>
              <a:gd name="connsiteY7" fmla="*/ 113633 h 389191"/>
              <a:gd name="connsiteX8" fmla="*/ 173015 w 396492"/>
              <a:gd name="connsiteY8" fmla="*/ 105537 h 389191"/>
              <a:gd name="connsiteX9" fmla="*/ 164478 w 396492"/>
              <a:gd name="connsiteY9" fmla="*/ 113633 h 389191"/>
              <a:gd name="connsiteX10" fmla="*/ 164478 w 396492"/>
              <a:gd name="connsiteY10" fmla="*/ 129921 h 389191"/>
              <a:gd name="connsiteX11" fmla="*/ 156510 w 396492"/>
              <a:gd name="connsiteY11" fmla="*/ 129921 h 389191"/>
              <a:gd name="connsiteX12" fmla="*/ 148258 w 396492"/>
              <a:gd name="connsiteY12" fmla="*/ 138017 h 389191"/>
              <a:gd name="connsiteX13" fmla="*/ 148258 w 396492"/>
              <a:gd name="connsiteY13" fmla="*/ 235553 h 389191"/>
              <a:gd name="connsiteX14" fmla="*/ 156510 w 396492"/>
              <a:gd name="connsiteY14" fmla="*/ 243650 h 389191"/>
              <a:gd name="connsiteX15" fmla="*/ 164478 w 396492"/>
              <a:gd name="connsiteY15" fmla="*/ 243650 h 389191"/>
              <a:gd name="connsiteX16" fmla="*/ 164478 w 396492"/>
              <a:gd name="connsiteY16" fmla="*/ 259175 h 389191"/>
              <a:gd name="connsiteX17" fmla="*/ 173015 w 396492"/>
              <a:gd name="connsiteY17" fmla="*/ 267081 h 389191"/>
              <a:gd name="connsiteX18" fmla="*/ 181552 w 396492"/>
              <a:gd name="connsiteY18" fmla="*/ 259175 h 389191"/>
              <a:gd name="connsiteX19" fmla="*/ 181552 w 396492"/>
              <a:gd name="connsiteY19" fmla="*/ 243650 h 389191"/>
              <a:gd name="connsiteX20" fmla="*/ 197772 w 396492"/>
              <a:gd name="connsiteY20" fmla="*/ 243650 h 389191"/>
              <a:gd name="connsiteX21" fmla="*/ 197772 w 396492"/>
              <a:gd name="connsiteY21" fmla="*/ 259175 h 389191"/>
              <a:gd name="connsiteX22" fmla="*/ 206309 w 396492"/>
              <a:gd name="connsiteY22" fmla="*/ 267081 h 389191"/>
              <a:gd name="connsiteX23" fmla="*/ 214846 w 396492"/>
              <a:gd name="connsiteY23" fmla="*/ 259175 h 389191"/>
              <a:gd name="connsiteX24" fmla="*/ 214846 w 396492"/>
              <a:gd name="connsiteY24" fmla="*/ 243554 h 389191"/>
              <a:gd name="connsiteX25" fmla="*/ 247192 w 396492"/>
              <a:gd name="connsiteY25" fmla="*/ 211074 h 389191"/>
              <a:gd name="connsiteX26" fmla="*/ 236378 w 396492"/>
              <a:gd name="connsiteY26" fmla="*/ 186881 h 389191"/>
              <a:gd name="connsiteX27" fmla="*/ 247192 w 396492"/>
              <a:gd name="connsiteY27" fmla="*/ 162306 h 389191"/>
              <a:gd name="connsiteX28" fmla="*/ 230687 w 396492"/>
              <a:gd name="connsiteY28" fmla="*/ 211169 h 389191"/>
              <a:gd name="connsiteX29" fmla="*/ 214182 w 396492"/>
              <a:gd name="connsiteY29" fmla="*/ 227457 h 389191"/>
              <a:gd name="connsiteX30" fmla="*/ 164668 w 396492"/>
              <a:gd name="connsiteY30" fmla="*/ 227457 h 389191"/>
              <a:gd name="connsiteX31" fmla="*/ 164668 w 396492"/>
              <a:gd name="connsiteY31" fmla="*/ 194977 h 389191"/>
              <a:gd name="connsiteX32" fmla="*/ 214182 w 396492"/>
              <a:gd name="connsiteY32" fmla="*/ 194977 h 389191"/>
              <a:gd name="connsiteX33" fmla="*/ 230687 w 396492"/>
              <a:gd name="connsiteY33" fmla="*/ 211265 h 389191"/>
              <a:gd name="connsiteX34" fmla="*/ 164763 w 396492"/>
              <a:gd name="connsiteY34" fmla="*/ 178689 h 389191"/>
              <a:gd name="connsiteX35" fmla="*/ 164763 w 396492"/>
              <a:gd name="connsiteY35" fmla="*/ 146209 h 389191"/>
              <a:gd name="connsiteX36" fmla="*/ 214277 w 396492"/>
              <a:gd name="connsiteY36" fmla="*/ 146209 h 389191"/>
              <a:gd name="connsiteX37" fmla="*/ 230782 w 396492"/>
              <a:gd name="connsiteY37" fmla="*/ 162496 h 389191"/>
              <a:gd name="connsiteX38" fmla="*/ 214277 w 396492"/>
              <a:gd name="connsiteY38" fmla="*/ 178784 h 389191"/>
              <a:gd name="connsiteX39" fmla="*/ 164763 w 396492"/>
              <a:gd name="connsiteY39" fmla="*/ 178784 h 389191"/>
              <a:gd name="connsiteX40" fmla="*/ 388241 w 396492"/>
              <a:gd name="connsiteY40" fmla="*/ 194977 h 389191"/>
              <a:gd name="connsiteX41" fmla="*/ 396493 w 396492"/>
              <a:gd name="connsiteY41" fmla="*/ 186881 h 389191"/>
              <a:gd name="connsiteX42" fmla="*/ 388241 w 396492"/>
              <a:gd name="connsiteY42" fmla="*/ 178784 h 389191"/>
              <a:gd name="connsiteX43" fmla="*/ 329905 w 396492"/>
              <a:gd name="connsiteY43" fmla="*/ 178784 h 389191"/>
              <a:gd name="connsiteX44" fmla="*/ 329905 w 396492"/>
              <a:gd name="connsiteY44" fmla="*/ 130016 h 389191"/>
              <a:gd name="connsiteX45" fmla="*/ 388241 w 396492"/>
              <a:gd name="connsiteY45" fmla="*/ 130016 h 389191"/>
              <a:gd name="connsiteX46" fmla="*/ 396493 w 396492"/>
              <a:gd name="connsiteY46" fmla="*/ 121920 h 389191"/>
              <a:gd name="connsiteX47" fmla="*/ 388241 w 396492"/>
              <a:gd name="connsiteY47" fmla="*/ 113824 h 389191"/>
              <a:gd name="connsiteX48" fmla="*/ 329905 w 396492"/>
              <a:gd name="connsiteY48" fmla="*/ 113824 h 389191"/>
              <a:gd name="connsiteX49" fmla="*/ 329905 w 396492"/>
              <a:gd name="connsiteY49" fmla="*/ 89344 h 389191"/>
              <a:gd name="connsiteX50" fmla="*/ 305148 w 396492"/>
              <a:gd name="connsiteY50" fmla="*/ 65056 h 389191"/>
              <a:gd name="connsiteX51" fmla="*/ 280486 w 396492"/>
              <a:gd name="connsiteY51" fmla="*/ 65056 h 389191"/>
              <a:gd name="connsiteX52" fmla="*/ 280486 w 396492"/>
              <a:gd name="connsiteY52" fmla="*/ 8096 h 389191"/>
              <a:gd name="connsiteX53" fmla="*/ 272423 w 396492"/>
              <a:gd name="connsiteY53" fmla="*/ 0 h 389191"/>
              <a:gd name="connsiteX54" fmla="*/ 264360 w 396492"/>
              <a:gd name="connsiteY54" fmla="*/ 8096 h 389191"/>
              <a:gd name="connsiteX55" fmla="*/ 264360 w 396492"/>
              <a:gd name="connsiteY55" fmla="*/ 65056 h 389191"/>
              <a:gd name="connsiteX56" fmla="*/ 197772 w 396492"/>
              <a:gd name="connsiteY56" fmla="*/ 65056 h 389191"/>
              <a:gd name="connsiteX57" fmla="*/ 197772 w 396492"/>
              <a:gd name="connsiteY57" fmla="*/ 8096 h 389191"/>
              <a:gd name="connsiteX58" fmla="*/ 189710 w 396492"/>
              <a:gd name="connsiteY58" fmla="*/ 0 h 389191"/>
              <a:gd name="connsiteX59" fmla="*/ 181647 w 396492"/>
              <a:gd name="connsiteY59" fmla="*/ 8096 h 389191"/>
              <a:gd name="connsiteX60" fmla="*/ 181647 w 396492"/>
              <a:gd name="connsiteY60" fmla="*/ 65056 h 389191"/>
              <a:gd name="connsiteX61" fmla="*/ 132133 w 396492"/>
              <a:gd name="connsiteY61" fmla="*/ 65056 h 389191"/>
              <a:gd name="connsiteX62" fmla="*/ 132133 w 396492"/>
              <a:gd name="connsiteY62" fmla="*/ 8096 h 389191"/>
              <a:gd name="connsiteX63" fmla="*/ 123596 w 396492"/>
              <a:gd name="connsiteY63" fmla="*/ 0 h 389191"/>
              <a:gd name="connsiteX64" fmla="*/ 115059 w 396492"/>
              <a:gd name="connsiteY64" fmla="*/ 8096 h 389191"/>
              <a:gd name="connsiteX65" fmla="*/ 115059 w 396492"/>
              <a:gd name="connsiteY65" fmla="*/ 65056 h 389191"/>
              <a:gd name="connsiteX66" fmla="*/ 90397 w 396492"/>
              <a:gd name="connsiteY66" fmla="*/ 65056 h 389191"/>
              <a:gd name="connsiteX67" fmla="*/ 65639 w 396492"/>
              <a:gd name="connsiteY67" fmla="*/ 89344 h 389191"/>
              <a:gd name="connsiteX68" fmla="*/ 65639 w 396492"/>
              <a:gd name="connsiteY68" fmla="*/ 113824 h 389191"/>
              <a:gd name="connsiteX69" fmla="*/ 8252 w 396492"/>
              <a:gd name="connsiteY69" fmla="*/ 113824 h 389191"/>
              <a:gd name="connsiteX70" fmla="*/ 0 w 396492"/>
              <a:gd name="connsiteY70" fmla="*/ 121920 h 389191"/>
              <a:gd name="connsiteX71" fmla="*/ 8252 w 396492"/>
              <a:gd name="connsiteY71" fmla="*/ 130016 h 389191"/>
              <a:gd name="connsiteX72" fmla="*/ 65639 w 396492"/>
              <a:gd name="connsiteY72" fmla="*/ 130016 h 389191"/>
              <a:gd name="connsiteX73" fmla="*/ 65639 w 396492"/>
              <a:gd name="connsiteY73" fmla="*/ 195072 h 389191"/>
              <a:gd name="connsiteX74" fmla="*/ 8252 w 396492"/>
              <a:gd name="connsiteY74" fmla="*/ 195072 h 389191"/>
              <a:gd name="connsiteX75" fmla="*/ 0 w 396492"/>
              <a:gd name="connsiteY75" fmla="*/ 203168 h 389191"/>
              <a:gd name="connsiteX76" fmla="*/ 8252 w 396492"/>
              <a:gd name="connsiteY76" fmla="*/ 211265 h 389191"/>
              <a:gd name="connsiteX77" fmla="*/ 65639 w 396492"/>
              <a:gd name="connsiteY77" fmla="*/ 211265 h 389191"/>
              <a:gd name="connsiteX78" fmla="*/ 65639 w 396492"/>
              <a:gd name="connsiteY78" fmla="*/ 259175 h 389191"/>
              <a:gd name="connsiteX79" fmla="*/ 8252 w 396492"/>
              <a:gd name="connsiteY79" fmla="*/ 259175 h 389191"/>
              <a:gd name="connsiteX80" fmla="*/ 0 w 396492"/>
              <a:gd name="connsiteY80" fmla="*/ 267271 h 389191"/>
              <a:gd name="connsiteX81" fmla="*/ 8252 w 396492"/>
              <a:gd name="connsiteY81" fmla="*/ 275368 h 389191"/>
              <a:gd name="connsiteX82" fmla="*/ 65639 w 396492"/>
              <a:gd name="connsiteY82" fmla="*/ 275368 h 389191"/>
              <a:gd name="connsiteX83" fmla="*/ 65639 w 396492"/>
              <a:gd name="connsiteY83" fmla="*/ 299847 h 389191"/>
              <a:gd name="connsiteX84" fmla="*/ 90397 w 396492"/>
              <a:gd name="connsiteY84" fmla="*/ 324136 h 389191"/>
              <a:gd name="connsiteX85" fmla="*/ 115059 w 396492"/>
              <a:gd name="connsiteY85" fmla="*/ 324136 h 389191"/>
              <a:gd name="connsiteX86" fmla="*/ 115059 w 396492"/>
              <a:gd name="connsiteY86" fmla="*/ 381095 h 389191"/>
              <a:gd name="connsiteX87" fmla="*/ 123596 w 396492"/>
              <a:gd name="connsiteY87" fmla="*/ 389192 h 389191"/>
              <a:gd name="connsiteX88" fmla="*/ 132133 w 396492"/>
              <a:gd name="connsiteY88" fmla="*/ 381095 h 389191"/>
              <a:gd name="connsiteX89" fmla="*/ 132133 w 396492"/>
              <a:gd name="connsiteY89" fmla="*/ 324136 h 389191"/>
              <a:gd name="connsiteX90" fmla="*/ 197772 w 396492"/>
              <a:gd name="connsiteY90" fmla="*/ 324136 h 389191"/>
              <a:gd name="connsiteX91" fmla="*/ 197772 w 396492"/>
              <a:gd name="connsiteY91" fmla="*/ 381095 h 389191"/>
              <a:gd name="connsiteX92" fmla="*/ 206309 w 396492"/>
              <a:gd name="connsiteY92" fmla="*/ 389192 h 389191"/>
              <a:gd name="connsiteX93" fmla="*/ 214846 w 396492"/>
              <a:gd name="connsiteY93" fmla="*/ 381095 h 389191"/>
              <a:gd name="connsiteX94" fmla="*/ 214846 w 396492"/>
              <a:gd name="connsiteY94" fmla="*/ 324136 h 389191"/>
              <a:gd name="connsiteX95" fmla="*/ 264360 w 396492"/>
              <a:gd name="connsiteY95" fmla="*/ 324136 h 389191"/>
              <a:gd name="connsiteX96" fmla="*/ 264360 w 396492"/>
              <a:gd name="connsiteY96" fmla="*/ 381095 h 389191"/>
              <a:gd name="connsiteX97" fmla="*/ 272423 w 396492"/>
              <a:gd name="connsiteY97" fmla="*/ 389192 h 389191"/>
              <a:gd name="connsiteX98" fmla="*/ 280486 w 396492"/>
              <a:gd name="connsiteY98" fmla="*/ 381095 h 389191"/>
              <a:gd name="connsiteX99" fmla="*/ 280486 w 396492"/>
              <a:gd name="connsiteY99" fmla="*/ 324136 h 389191"/>
              <a:gd name="connsiteX100" fmla="*/ 305148 w 396492"/>
              <a:gd name="connsiteY100" fmla="*/ 324136 h 389191"/>
              <a:gd name="connsiteX101" fmla="*/ 329905 w 396492"/>
              <a:gd name="connsiteY101" fmla="*/ 299847 h 389191"/>
              <a:gd name="connsiteX102" fmla="*/ 329905 w 396492"/>
              <a:gd name="connsiteY102" fmla="*/ 275368 h 389191"/>
              <a:gd name="connsiteX103" fmla="*/ 388241 w 396492"/>
              <a:gd name="connsiteY103" fmla="*/ 275368 h 389191"/>
              <a:gd name="connsiteX104" fmla="*/ 396493 w 396492"/>
              <a:gd name="connsiteY104" fmla="*/ 267271 h 389191"/>
              <a:gd name="connsiteX105" fmla="*/ 388241 w 396492"/>
              <a:gd name="connsiteY105" fmla="*/ 259175 h 389191"/>
              <a:gd name="connsiteX106" fmla="*/ 329905 w 396492"/>
              <a:gd name="connsiteY106" fmla="*/ 259175 h 389191"/>
              <a:gd name="connsiteX107" fmla="*/ 329905 w 396492"/>
              <a:gd name="connsiteY107" fmla="*/ 195072 h 389191"/>
              <a:gd name="connsiteX108" fmla="*/ 388241 w 396492"/>
              <a:gd name="connsiteY108" fmla="*/ 195072 h 389191"/>
              <a:gd name="connsiteX109" fmla="*/ 313400 w 396492"/>
              <a:gd name="connsiteY109" fmla="*/ 299847 h 389191"/>
              <a:gd name="connsiteX110" fmla="*/ 305148 w 396492"/>
              <a:gd name="connsiteY110" fmla="*/ 307943 h 389191"/>
              <a:gd name="connsiteX111" fmla="*/ 272613 w 396492"/>
              <a:gd name="connsiteY111" fmla="*/ 307943 h 389191"/>
              <a:gd name="connsiteX112" fmla="*/ 272328 w 396492"/>
              <a:gd name="connsiteY112" fmla="*/ 307943 h 389191"/>
              <a:gd name="connsiteX113" fmla="*/ 272138 w 396492"/>
              <a:gd name="connsiteY113" fmla="*/ 307943 h 389191"/>
              <a:gd name="connsiteX114" fmla="*/ 206594 w 396492"/>
              <a:gd name="connsiteY114" fmla="*/ 307943 h 389191"/>
              <a:gd name="connsiteX115" fmla="*/ 206309 w 396492"/>
              <a:gd name="connsiteY115" fmla="*/ 307943 h 389191"/>
              <a:gd name="connsiteX116" fmla="*/ 206025 w 396492"/>
              <a:gd name="connsiteY116" fmla="*/ 307943 h 389191"/>
              <a:gd name="connsiteX117" fmla="*/ 123785 w 396492"/>
              <a:gd name="connsiteY117" fmla="*/ 307943 h 389191"/>
              <a:gd name="connsiteX118" fmla="*/ 123501 w 396492"/>
              <a:gd name="connsiteY118" fmla="*/ 307943 h 389191"/>
              <a:gd name="connsiteX119" fmla="*/ 123216 w 396492"/>
              <a:gd name="connsiteY119" fmla="*/ 307943 h 389191"/>
              <a:gd name="connsiteX120" fmla="*/ 90207 w 396492"/>
              <a:gd name="connsiteY120" fmla="*/ 307943 h 389191"/>
              <a:gd name="connsiteX121" fmla="*/ 81955 w 396492"/>
              <a:gd name="connsiteY121" fmla="*/ 299847 h 389191"/>
              <a:gd name="connsiteX122" fmla="*/ 81955 w 396492"/>
              <a:gd name="connsiteY122" fmla="*/ 270891 h 389191"/>
              <a:gd name="connsiteX123" fmla="*/ 82524 w 396492"/>
              <a:gd name="connsiteY123" fmla="*/ 267271 h 389191"/>
              <a:gd name="connsiteX124" fmla="*/ 81955 w 396492"/>
              <a:gd name="connsiteY124" fmla="*/ 264223 h 389191"/>
              <a:gd name="connsiteX125" fmla="*/ 81955 w 396492"/>
              <a:gd name="connsiteY125" fmla="*/ 206788 h 389191"/>
              <a:gd name="connsiteX126" fmla="*/ 82524 w 396492"/>
              <a:gd name="connsiteY126" fmla="*/ 203168 h 389191"/>
              <a:gd name="connsiteX127" fmla="*/ 81955 w 396492"/>
              <a:gd name="connsiteY127" fmla="*/ 200120 h 389191"/>
              <a:gd name="connsiteX128" fmla="*/ 81955 w 396492"/>
              <a:gd name="connsiteY128" fmla="*/ 125540 h 389191"/>
              <a:gd name="connsiteX129" fmla="*/ 82524 w 396492"/>
              <a:gd name="connsiteY129" fmla="*/ 121920 h 389191"/>
              <a:gd name="connsiteX130" fmla="*/ 81955 w 396492"/>
              <a:gd name="connsiteY130" fmla="*/ 118872 h 389191"/>
              <a:gd name="connsiteX131" fmla="*/ 81955 w 396492"/>
              <a:gd name="connsiteY131" fmla="*/ 89344 h 389191"/>
              <a:gd name="connsiteX132" fmla="*/ 90207 w 396492"/>
              <a:gd name="connsiteY132" fmla="*/ 81248 h 389191"/>
              <a:gd name="connsiteX133" fmla="*/ 123027 w 396492"/>
              <a:gd name="connsiteY133" fmla="*/ 81248 h 389191"/>
              <a:gd name="connsiteX134" fmla="*/ 123406 w 396492"/>
              <a:gd name="connsiteY134" fmla="*/ 81248 h 389191"/>
              <a:gd name="connsiteX135" fmla="*/ 123880 w 396492"/>
              <a:gd name="connsiteY135" fmla="*/ 81248 h 389191"/>
              <a:gd name="connsiteX136" fmla="*/ 189235 w 396492"/>
              <a:gd name="connsiteY136" fmla="*/ 81248 h 389191"/>
              <a:gd name="connsiteX137" fmla="*/ 189615 w 396492"/>
              <a:gd name="connsiteY137" fmla="*/ 81248 h 389191"/>
              <a:gd name="connsiteX138" fmla="*/ 189994 w 396492"/>
              <a:gd name="connsiteY138" fmla="*/ 81248 h 389191"/>
              <a:gd name="connsiteX139" fmla="*/ 271949 w 396492"/>
              <a:gd name="connsiteY139" fmla="*/ 81248 h 389191"/>
              <a:gd name="connsiteX140" fmla="*/ 272328 w 396492"/>
              <a:gd name="connsiteY140" fmla="*/ 81248 h 389191"/>
              <a:gd name="connsiteX141" fmla="*/ 272707 w 396492"/>
              <a:gd name="connsiteY141" fmla="*/ 81248 h 389191"/>
              <a:gd name="connsiteX142" fmla="*/ 305053 w 396492"/>
              <a:gd name="connsiteY142" fmla="*/ 81248 h 389191"/>
              <a:gd name="connsiteX143" fmla="*/ 313305 w 396492"/>
              <a:gd name="connsiteY143" fmla="*/ 89344 h 389191"/>
              <a:gd name="connsiteX144" fmla="*/ 313305 w 396492"/>
              <a:gd name="connsiteY144" fmla="*/ 300038 h 38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96492" h="389191">
                <a:moveTo>
                  <a:pt x="247192" y="162401"/>
                </a:moveTo>
                <a:cubicBezTo>
                  <a:pt x="247192" y="144971"/>
                  <a:pt x="233722" y="130207"/>
                  <a:pt x="214846" y="129921"/>
                </a:cubicBezTo>
                <a:lnTo>
                  <a:pt x="214846" y="113633"/>
                </a:lnTo>
                <a:cubicBezTo>
                  <a:pt x="214846" y="109538"/>
                  <a:pt x="212000" y="105537"/>
                  <a:pt x="206309" y="105537"/>
                </a:cubicBezTo>
                <a:cubicBezTo>
                  <a:pt x="202041" y="105537"/>
                  <a:pt x="197772" y="109633"/>
                  <a:pt x="197772" y="113633"/>
                </a:cubicBezTo>
                <a:lnTo>
                  <a:pt x="197772" y="129921"/>
                </a:lnTo>
                <a:lnTo>
                  <a:pt x="181552" y="129921"/>
                </a:lnTo>
                <a:lnTo>
                  <a:pt x="181552" y="113633"/>
                </a:lnTo>
                <a:cubicBezTo>
                  <a:pt x="181552" y="109538"/>
                  <a:pt x="178706" y="105537"/>
                  <a:pt x="173015" y="105537"/>
                </a:cubicBezTo>
                <a:cubicBezTo>
                  <a:pt x="168747" y="105537"/>
                  <a:pt x="164478" y="109633"/>
                  <a:pt x="164478" y="113633"/>
                </a:cubicBezTo>
                <a:lnTo>
                  <a:pt x="164478" y="129921"/>
                </a:lnTo>
                <a:lnTo>
                  <a:pt x="156510" y="129921"/>
                </a:lnTo>
                <a:cubicBezTo>
                  <a:pt x="152432" y="129921"/>
                  <a:pt x="148258" y="134017"/>
                  <a:pt x="148258" y="138017"/>
                </a:cubicBezTo>
                <a:lnTo>
                  <a:pt x="148258" y="235553"/>
                </a:lnTo>
                <a:cubicBezTo>
                  <a:pt x="148258" y="240983"/>
                  <a:pt x="152337" y="243650"/>
                  <a:pt x="156510" y="243650"/>
                </a:cubicBezTo>
                <a:lnTo>
                  <a:pt x="164478" y="243650"/>
                </a:lnTo>
                <a:lnTo>
                  <a:pt x="164478" y="259175"/>
                </a:lnTo>
                <a:cubicBezTo>
                  <a:pt x="164478" y="264509"/>
                  <a:pt x="168747" y="267081"/>
                  <a:pt x="173015" y="267081"/>
                </a:cubicBezTo>
                <a:cubicBezTo>
                  <a:pt x="178706" y="267081"/>
                  <a:pt x="181552" y="264414"/>
                  <a:pt x="181552" y="259175"/>
                </a:cubicBezTo>
                <a:lnTo>
                  <a:pt x="181552" y="243650"/>
                </a:lnTo>
                <a:lnTo>
                  <a:pt x="197772" y="243650"/>
                </a:lnTo>
                <a:lnTo>
                  <a:pt x="197772" y="259175"/>
                </a:lnTo>
                <a:cubicBezTo>
                  <a:pt x="197772" y="264509"/>
                  <a:pt x="202041" y="267081"/>
                  <a:pt x="206309" y="267081"/>
                </a:cubicBezTo>
                <a:cubicBezTo>
                  <a:pt x="212000" y="267081"/>
                  <a:pt x="214846" y="264414"/>
                  <a:pt x="214846" y="259175"/>
                </a:cubicBezTo>
                <a:lnTo>
                  <a:pt x="214846" y="243554"/>
                </a:lnTo>
                <a:cubicBezTo>
                  <a:pt x="233722" y="243269"/>
                  <a:pt x="247192" y="229838"/>
                  <a:pt x="247192" y="211074"/>
                </a:cubicBezTo>
                <a:cubicBezTo>
                  <a:pt x="247192" y="201549"/>
                  <a:pt x="243113" y="192881"/>
                  <a:pt x="236378" y="186881"/>
                </a:cubicBezTo>
                <a:cubicBezTo>
                  <a:pt x="243113" y="181070"/>
                  <a:pt x="247192" y="172498"/>
                  <a:pt x="247192" y="162306"/>
                </a:cubicBezTo>
                <a:close/>
                <a:moveTo>
                  <a:pt x="230687" y="211169"/>
                </a:moveTo>
                <a:cubicBezTo>
                  <a:pt x="230687" y="220694"/>
                  <a:pt x="223857" y="227457"/>
                  <a:pt x="214182" y="227457"/>
                </a:cubicBezTo>
                <a:lnTo>
                  <a:pt x="164668" y="227457"/>
                </a:lnTo>
                <a:lnTo>
                  <a:pt x="164668" y="194977"/>
                </a:lnTo>
                <a:lnTo>
                  <a:pt x="214182" y="194977"/>
                </a:lnTo>
                <a:cubicBezTo>
                  <a:pt x="223762" y="194977"/>
                  <a:pt x="230687" y="203073"/>
                  <a:pt x="230687" y="211265"/>
                </a:cubicBezTo>
                <a:close/>
                <a:moveTo>
                  <a:pt x="164763" y="178689"/>
                </a:moveTo>
                <a:lnTo>
                  <a:pt x="164763" y="146209"/>
                </a:lnTo>
                <a:lnTo>
                  <a:pt x="214277" y="146209"/>
                </a:lnTo>
                <a:cubicBezTo>
                  <a:pt x="223857" y="146209"/>
                  <a:pt x="230782" y="154305"/>
                  <a:pt x="230782" y="162496"/>
                </a:cubicBezTo>
                <a:cubicBezTo>
                  <a:pt x="230782" y="172021"/>
                  <a:pt x="223952" y="178784"/>
                  <a:pt x="214277" y="178784"/>
                </a:cubicBezTo>
                <a:lnTo>
                  <a:pt x="164763" y="178784"/>
                </a:lnTo>
                <a:close/>
                <a:moveTo>
                  <a:pt x="388241" y="194977"/>
                </a:moveTo>
                <a:cubicBezTo>
                  <a:pt x="393742" y="194977"/>
                  <a:pt x="396493" y="192310"/>
                  <a:pt x="396493" y="186881"/>
                </a:cubicBezTo>
                <a:cubicBezTo>
                  <a:pt x="396493" y="182785"/>
                  <a:pt x="393742" y="178784"/>
                  <a:pt x="388241" y="178784"/>
                </a:cubicBezTo>
                <a:lnTo>
                  <a:pt x="329905" y="178784"/>
                </a:lnTo>
                <a:lnTo>
                  <a:pt x="329905" y="130016"/>
                </a:lnTo>
                <a:lnTo>
                  <a:pt x="388241" y="130016"/>
                </a:lnTo>
                <a:cubicBezTo>
                  <a:pt x="393742" y="130016"/>
                  <a:pt x="396493" y="127349"/>
                  <a:pt x="396493" y="121920"/>
                </a:cubicBezTo>
                <a:cubicBezTo>
                  <a:pt x="396493" y="117824"/>
                  <a:pt x="393742" y="113824"/>
                  <a:pt x="388241" y="113824"/>
                </a:cubicBezTo>
                <a:lnTo>
                  <a:pt x="329905" y="113824"/>
                </a:lnTo>
                <a:lnTo>
                  <a:pt x="329905" y="89344"/>
                </a:lnTo>
                <a:cubicBezTo>
                  <a:pt x="329905" y="77152"/>
                  <a:pt x="318902" y="65056"/>
                  <a:pt x="305148" y="65056"/>
                </a:cubicBezTo>
                <a:lnTo>
                  <a:pt x="280486" y="65056"/>
                </a:lnTo>
                <a:lnTo>
                  <a:pt x="280486" y="8096"/>
                </a:lnTo>
                <a:cubicBezTo>
                  <a:pt x="280486" y="4001"/>
                  <a:pt x="277830" y="0"/>
                  <a:pt x="272423" y="0"/>
                </a:cubicBezTo>
                <a:cubicBezTo>
                  <a:pt x="268344" y="0"/>
                  <a:pt x="264360" y="4096"/>
                  <a:pt x="264360" y="8096"/>
                </a:cubicBezTo>
                <a:lnTo>
                  <a:pt x="264360" y="65056"/>
                </a:lnTo>
                <a:lnTo>
                  <a:pt x="197772" y="65056"/>
                </a:lnTo>
                <a:lnTo>
                  <a:pt x="197772" y="8096"/>
                </a:lnTo>
                <a:cubicBezTo>
                  <a:pt x="197772" y="4001"/>
                  <a:pt x="195116" y="0"/>
                  <a:pt x="189710" y="0"/>
                </a:cubicBezTo>
                <a:cubicBezTo>
                  <a:pt x="185631" y="0"/>
                  <a:pt x="181647" y="4096"/>
                  <a:pt x="181647" y="8096"/>
                </a:cubicBezTo>
                <a:lnTo>
                  <a:pt x="181647" y="65056"/>
                </a:lnTo>
                <a:lnTo>
                  <a:pt x="132133" y="65056"/>
                </a:lnTo>
                <a:lnTo>
                  <a:pt x="132133" y="8096"/>
                </a:lnTo>
                <a:cubicBezTo>
                  <a:pt x="132133" y="4001"/>
                  <a:pt x="129287" y="0"/>
                  <a:pt x="123596" y="0"/>
                </a:cubicBezTo>
                <a:cubicBezTo>
                  <a:pt x="119327" y="0"/>
                  <a:pt x="115059" y="4096"/>
                  <a:pt x="115059" y="8096"/>
                </a:cubicBezTo>
                <a:lnTo>
                  <a:pt x="115059" y="65056"/>
                </a:lnTo>
                <a:lnTo>
                  <a:pt x="90397" y="65056"/>
                </a:lnTo>
                <a:cubicBezTo>
                  <a:pt x="77971" y="65056"/>
                  <a:pt x="65639" y="77248"/>
                  <a:pt x="65639" y="89344"/>
                </a:cubicBezTo>
                <a:lnTo>
                  <a:pt x="65639" y="113824"/>
                </a:lnTo>
                <a:lnTo>
                  <a:pt x="8252" y="113824"/>
                </a:lnTo>
                <a:cubicBezTo>
                  <a:pt x="4079" y="113824"/>
                  <a:pt x="0" y="117919"/>
                  <a:pt x="0" y="121920"/>
                </a:cubicBezTo>
                <a:cubicBezTo>
                  <a:pt x="0" y="127349"/>
                  <a:pt x="4174" y="130016"/>
                  <a:pt x="8252" y="130016"/>
                </a:cubicBezTo>
                <a:lnTo>
                  <a:pt x="65639" y="130016"/>
                </a:lnTo>
                <a:lnTo>
                  <a:pt x="65639" y="195072"/>
                </a:lnTo>
                <a:lnTo>
                  <a:pt x="8252" y="195072"/>
                </a:lnTo>
                <a:cubicBezTo>
                  <a:pt x="4079" y="195072"/>
                  <a:pt x="0" y="199168"/>
                  <a:pt x="0" y="203168"/>
                </a:cubicBezTo>
                <a:cubicBezTo>
                  <a:pt x="0" y="208598"/>
                  <a:pt x="4174" y="211265"/>
                  <a:pt x="8252" y="211265"/>
                </a:cubicBezTo>
                <a:lnTo>
                  <a:pt x="65639" y="211265"/>
                </a:lnTo>
                <a:lnTo>
                  <a:pt x="65639" y="259175"/>
                </a:lnTo>
                <a:lnTo>
                  <a:pt x="8252" y="259175"/>
                </a:lnTo>
                <a:cubicBezTo>
                  <a:pt x="4079" y="259175"/>
                  <a:pt x="0" y="263271"/>
                  <a:pt x="0" y="267271"/>
                </a:cubicBezTo>
                <a:cubicBezTo>
                  <a:pt x="0" y="272701"/>
                  <a:pt x="4174" y="275368"/>
                  <a:pt x="8252" y="275368"/>
                </a:cubicBezTo>
                <a:lnTo>
                  <a:pt x="65639" y="275368"/>
                </a:lnTo>
                <a:lnTo>
                  <a:pt x="65639" y="299847"/>
                </a:lnTo>
                <a:cubicBezTo>
                  <a:pt x="65639" y="313373"/>
                  <a:pt x="78065" y="324136"/>
                  <a:pt x="90397" y="324136"/>
                </a:cubicBezTo>
                <a:lnTo>
                  <a:pt x="115059" y="324136"/>
                </a:lnTo>
                <a:lnTo>
                  <a:pt x="115059" y="381095"/>
                </a:lnTo>
                <a:cubicBezTo>
                  <a:pt x="115059" y="386525"/>
                  <a:pt x="119327" y="389192"/>
                  <a:pt x="123596" y="389192"/>
                </a:cubicBezTo>
                <a:cubicBezTo>
                  <a:pt x="129287" y="389192"/>
                  <a:pt x="132133" y="386525"/>
                  <a:pt x="132133" y="381095"/>
                </a:cubicBezTo>
                <a:lnTo>
                  <a:pt x="132133" y="324136"/>
                </a:lnTo>
                <a:lnTo>
                  <a:pt x="197772" y="324136"/>
                </a:lnTo>
                <a:lnTo>
                  <a:pt x="197772" y="381095"/>
                </a:lnTo>
                <a:cubicBezTo>
                  <a:pt x="197772" y="386525"/>
                  <a:pt x="202041" y="389192"/>
                  <a:pt x="206309" y="389192"/>
                </a:cubicBezTo>
                <a:cubicBezTo>
                  <a:pt x="212000" y="389192"/>
                  <a:pt x="214846" y="386525"/>
                  <a:pt x="214846" y="381095"/>
                </a:cubicBezTo>
                <a:lnTo>
                  <a:pt x="214846" y="324136"/>
                </a:lnTo>
                <a:lnTo>
                  <a:pt x="264360" y="324136"/>
                </a:lnTo>
                <a:lnTo>
                  <a:pt x="264360" y="381095"/>
                </a:lnTo>
                <a:cubicBezTo>
                  <a:pt x="264360" y="386525"/>
                  <a:pt x="268439" y="389192"/>
                  <a:pt x="272423" y="389192"/>
                </a:cubicBezTo>
                <a:cubicBezTo>
                  <a:pt x="277830" y="389192"/>
                  <a:pt x="280486" y="386525"/>
                  <a:pt x="280486" y="381095"/>
                </a:cubicBezTo>
                <a:lnTo>
                  <a:pt x="280486" y="324136"/>
                </a:lnTo>
                <a:lnTo>
                  <a:pt x="305148" y="324136"/>
                </a:lnTo>
                <a:cubicBezTo>
                  <a:pt x="318902" y="324136"/>
                  <a:pt x="329905" y="313373"/>
                  <a:pt x="329905" y="299847"/>
                </a:cubicBezTo>
                <a:lnTo>
                  <a:pt x="329905" y="275368"/>
                </a:lnTo>
                <a:lnTo>
                  <a:pt x="388241" y="275368"/>
                </a:lnTo>
                <a:cubicBezTo>
                  <a:pt x="393742" y="275368"/>
                  <a:pt x="396493" y="272701"/>
                  <a:pt x="396493" y="267271"/>
                </a:cubicBezTo>
                <a:cubicBezTo>
                  <a:pt x="396493" y="263176"/>
                  <a:pt x="393742" y="259175"/>
                  <a:pt x="388241" y="259175"/>
                </a:cubicBezTo>
                <a:lnTo>
                  <a:pt x="329905" y="259175"/>
                </a:lnTo>
                <a:lnTo>
                  <a:pt x="329905" y="195072"/>
                </a:lnTo>
                <a:lnTo>
                  <a:pt x="388241" y="195072"/>
                </a:lnTo>
                <a:close/>
                <a:moveTo>
                  <a:pt x="313400" y="299847"/>
                </a:moveTo>
                <a:cubicBezTo>
                  <a:pt x="313400" y="305276"/>
                  <a:pt x="310649" y="307943"/>
                  <a:pt x="305148" y="307943"/>
                </a:cubicBezTo>
                <a:lnTo>
                  <a:pt x="272613" y="307943"/>
                </a:lnTo>
                <a:cubicBezTo>
                  <a:pt x="272613" y="307943"/>
                  <a:pt x="272423" y="307943"/>
                  <a:pt x="272328" y="307943"/>
                </a:cubicBezTo>
                <a:cubicBezTo>
                  <a:pt x="272328" y="307943"/>
                  <a:pt x="272138" y="307943"/>
                  <a:pt x="272138" y="307943"/>
                </a:cubicBezTo>
                <a:lnTo>
                  <a:pt x="206594" y="307943"/>
                </a:lnTo>
                <a:cubicBezTo>
                  <a:pt x="206594" y="307943"/>
                  <a:pt x="206404" y="307943"/>
                  <a:pt x="206309" y="307943"/>
                </a:cubicBezTo>
                <a:cubicBezTo>
                  <a:pt x="206309" y="307943"/>
                  <a:pt x="206119" y="307943"/>
                  <a:pt x="206025" y="307943"/>
                </a:cubicBezTo>
                <a:lnTo>
                  <a:pt x="123785" y="307943"/>
                </a:lnTo>
                <a:cubicBezTo>
                  <a:pt x="123785" y="307943"/>
                  <a:pt x="123596" y="307943"/>
                  <a:pt x="123501" y="307943"/>
                </a:cubicBezTo>
                <a:cubicBezTo>
                  <a:pt x="123501" y="307943"/>
                  <a:pt x="123311" y="307943"/>
                  <a:pt x="123216" y="307943"/>
                </a:cubicBezTo>
                <a:lnTo>
                  <a:pt x="90207" y="307943"/>
                </a:lnTo>
                <a:cubicBezTo>
                  <a:pt x="86033" y="307943"/>
                  <a:pt x="81955" y="305276"/>
                  <a:pt x="81955" y="299847"/>
                </a:cubicBezTo>
                <a:lnTo>
                  <a:pt x="81955" y="270891"/>
                </a:lnTo>
                <a:cubicBezTo>
                  <a:pt x="82334" y="269843"/>
                  <a:pt x="82524" y="268700"/>
                  <a:pt x="82524" y="267271"/>
                </a:cubicBezTo>
                <a:cubicBezTo>
                  <a:pt x="82524" y="266224"/>
                  <a:pt x="82334" y="265176"/>
                  <a:pt x="81955" y="264223"/>
                </a:cubicBezTo>
                <a:lnTo>
                  <a:pt x="81955" y="206788"/>
                </a:lnTo>
                <a:cubicBezTo>
                  <a:pt x="82334" y="205740"/>
                  <a:pt x="82524" y="204597"/>
                  <a:pt x="82524" y="203168"/>
                </a:cubicBezTo>
                <a:cubicBezTo>
                  <a:pt x="82524" y="202121"/>
                  <a:pt x="82334" y="201073"/>
                  <a:pt x="81955" y="200120"/>
                </a:cubicBezTo>
                <a:lnTo>
                  <a:pt x="81955" y="125540"/>
                </a:lnTo>
                <a:cubicBezTo>
                  <a:pt x="82334" y="124492"/>
                  <a:pt x="82524" y="123349"/>
                  <a:pt x="82524" y="121920"/>
                </a:cubicBezTo>
                <a:cubicBezTo>
                  <a:pt x="82524" y="120872"/>
                  <a:pt x="82334" y="119825"/>
                  <a:pt x="81955" y="118872"/>
                </a:cubicBezTo>
                <a:lnTo>
                  <a:pt x="81955" y="89344"/>
                </a:lnTo>
                <a:cubicBezTo>
                  <a:pt x="81955" y="85249"/>
                  <a:pt x="86128" y="81248"/>
                  <a:pt x="90207" y="81248"/>
                </a:cubicBezTo>
                <a:lnTo>
                  <a:pt x="123027" y="81248"/>
                </a:lnTo>
                <a:cubicBezTo>
                  <a:pt x="123027" y="81248"/>
                  <a:pt x="123311" y="81248"/>
                  <a:pt x="123406" y="81248"/>
                </a:cubicBezTo>
                <a:cubicBezTo>
                  <a:pt x="123596" y="81248"/>
                  <a:pt x="123691" y="81248"/>
                  <a:pt x="123880" y="81248"/>
                </a:cubicBezTo>
                <a:lnTo>
                  <a:pt x="189235" y="81248"/>
                </a:lnTo>
                <a:cubicBezTo>
                  <a:pt x="189235" y="81248"/>
                  <a:pt x="189425" y="81248"/>
                  <a:pt x="189615" y="81248"/>
                </a:cubicBezTo>
                <a:cubicBezTo>
                  <a:pt x="189804" y="81248"/>
                  <a:pt x="189899" y="81248"/>
                  <a:pt x="189994" y="81248"/>
                </a:cubicBezTo>
                <a:lnTo>
                  <a:pt x="271949" y="81248"/>
                </a:lnTo>
                <a:cubicBezTo>
                  <a:pt x="271949" y="81248"/>
                  <a:pt x="272138" y="81248"/>
                  <a:pt x="272328" y="81248"/>
                </a:cubicBezTo>
                <a:cubicBezTo>
                  <a:pt x="272518" y="81248"/>
                  <a:pt x="272613" y="81248"/>
                  <a:pt x="272707" y="81248"/>
                </a:cubicBezTo>
                <a:lnTo>
                  <a:pt x="305053" y="81248"/>
                </a:lnTo>
                <a:cubicBezTo>
                  <a:pt x="310555" y="81248"/>
                  <a:pt x="313305" y="85344"/>
                  <a:pt x="313305" y="89344"/>
                </a:cubicBezTo>
                <a:lnTo>
                  <a:pt x="313305" y="300038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9" name="Graphic 327">
            <a:extLst>
              <a:ext uri="{FF2B5EF4-FFF2-40B4-BE49-F238E27FC236}">
                <a16:creationId xmlns:a16="http://schemas.microsoft.com/office/drawing/2014/main" id="{86BD1B09-489D-4F34-2F63-020BC3BE0CA1}"/>
              </a:ext>
            </a:extLst>
          </p:cNvPr>
          <p:cNvSpPr/>
          <p:nvPr/>
        </p:nvSpPr>
        <p:spPr>
          <a:xfrm>
            <a:off x="2203543" y="4913411"/>
            <a:ext cx="433890" cy="453391"/>
          </a:xfrm>
          <a:custGeom>
            <a:avLst/>
            <a:gdLst>
              <a:gd name="connsiteX0" fmla="*/ 326147 w 326146"/>
              <a:gd name="connsiteY0" fmla="*/ 278321 h 340804"/>
              <a:gd name="connsiteX1" fmla="*/ 326147 w 326146"/>
              <a:gd name="connsiteY1" fmla="*/ 333756 h 340804"/>
              <a:gd name="connsiteX2" fmla="*/ 324249 w 326146"/>
              <a:gd name="connsiteY2" fmla="*/ 338519 h 340804"/>
              <a:gd name="connsiteX3" fmla="*/ 323680 w 326146"/>
              <a:gd name="connsiteY3" fmla="*/ 339662 h 340804"/>
              <a:gd name="connsiteX4" fmla="*/ 318843 w 326146"/>
              <a:gd name="connsiteY4" fmla="*/ 340805 h 340804"/>
              <a:gd name="connsiteX5" fmla="*/ 260887 w 326146"/>
              <a:gd name="connsiteY5" fmla="*/ 340805 h 340804"/>
              <a:gd name="connsiteX6" fmla="*/ 253678 w 326146"/>
              <a:gd name="connsiteY6" fmla="*/ 333756 h 340804"/>
              <a:gd name="connsiteX7" fmla="*/ 260887 w 326146"/>
              <a:gd name="connsiteY7" fmla="*/ 326708 h 340804"/>
              <a:gd name="connsiteX8" fmla="*/ 299587 w 326146"/>
              <a:gd name="connsiteY8" fmla="*/ 326708 h 340804"/>
              <a:gd name="connsiteX9" fmla="*/ 209096 w 326146"/>
              <a:gd name="connsiteY9" fmla="*/ 245269 h 340804"/>
              <a:gd name="connsiteX10" fmla="*/ 141559 w 326146"/>
              <a:gd name="connsiteY10" fmla="*/ 297180 h 340804"/>
              <a:gd name="connsiteX11" fmla="*/ 133117 w 326146"/>
              <a:gd name="connsiteY11" fmla="*/ 297180 h 340804"/>
              <a:gd name="connsiteX12" fmla="*/ 2882 w 326146"/>
              <a:gd name="connsiteY12" fmla="*/ 183833 h 340804"/>
              <a:gd name="connsiteX13" fmla="*/ 1648 w 326146"/>
              <a:gd name="connsiteY13" fmla="*/ 174403 h 340804"/>
              <a:gd name="connsiteX14" fmla="*/ 12462 w 326146"/>
              <a:gd name="connsiteY14" fmla="*/ 173260 h 340804"/>
              <a:gd name="connsiteX15" fmla="*/ 137860 w 326146"/>
              <a:gd name="connsiteY15" fmla="*/ 283083 h 340804"/>
              <a:gd name="connsiteX16" fmla="*/ 205397 w 326146"/>
              <a:gd name="connsiteY16" fmla="*/ 229934 h 340804"/>
              <a:gd name="connsiteX17" fmla="*/ 215072 w 326146"/>
              <a:gd name="connsiteY17" fmla="*/ 229934 h 340804"/>
              <a:gd name="connsiteX18" fmla="*/ 311539 w 326146"/>
              <a:gd name="connsiteY18" fmla="*/ 318040 h 340804"/>
              <a:gd name="connsiteX19" fmla="*/ 311539 w 326146"/>
              <a:gd name="connsiteY19" fmla="*/ 278416 h 340804"/>
              <a:gd name="connsiteX20" fmla="*/ 318748 w 326146"/>
              <a:gd name="connsiteY20" fmla="*/ 271367 h 340804"/>
              <a:gd name="connsiteX21" fmla="*/ 325957 w 326146"/>
              <a:gd name="connsiteY21" fmla="*/ 278416 h 340804"/>
              <a:gd name="connsiteX22" fmla="*/ 109593 w 326146"/>
              <a:gd name="connsiteY22" fmla="*/ 221361 h 340804"/>
              <a:gd name="connsiteX23" fmla="*/ 115569 w 326146"/>
              <a:gd name="connsiteY23" fmla="*/ 220218 h 340804"/>
              <a:gd name="connsiteX24" fmla="*/ 114336 w 326146"/>
              <a:gd name="connsiteY24" fmla="*/ 209550 h 340804"/>
              <a:gd name="connsiteX25" fmla="*/ 80662 w 326146"/>
              <a:gd name="connsiteY25" fmla="*/ 127825 h 340804"/>
              <a:gd name="connsiteX26" fmla="*/ 196101 w 326146"/>
              <a:gd name="connsiteY26" fmla="*/ 14192 h 340804"/>
              <a:gd name="connsiteX27" fmla="*/ 311539 w 326146"/>
              <a:gd name="connsiteY27" fmla="*/ 127825 h 340804"/>
              <a:gd name="connsiteX28" fmla="*/ 277865 w 326146"/>
              <a:gd name="connsiteY28" fmla="*/ 208312 h 340804"/>
              <a:gd name="connsiteX29" fmla="*/ 277865 w 326146"/>
              <a:gd name="connsiteY29" fmla="*/ 218980 h 340804"/>
              <a:gd name="connsiteX30" fmla="*/ 287446 w 326146"/>
              <a:gd name="connsiteY30" fmla="*/ 218980 h 340804"/>
              <a:gd name="connsiteX31" fmla="*/ 325957 w 326146"/>
              <a:gd name="connsiteY31" fmla="*/ 127825 h 340804"/>
              <a:gd name="connsiteX32" fmla="*/ 196006 w 326146"/>
              <a:gd name="connsiteY32" fmla="*/ 0 h 340804"/>
              <a:gd name="connsiteX33" fmla="*/ 66055 w 326146"/>
              <a:gd name="connsiteY33" fmla="*/ 127825 h 340804"/>
              <a:gd name="connsiteX34" fmla="*/ 104566 w 326146"/>
              <a:gd name="connsiteY34" fmla="*/ 220123 h 340804"/>
              <a:gd name="connsiteX35" fmla="*/ 109403 w 326146"/>
              <a:gd name="connsiteY35" fmla="*/ 221266 h 340804"/>
              <a:gd name="connsiteX36" fmla="*/ 196101 w 326146"/>
              <a:gd name="connsiteY36" fmla="*/ 87725 h 340804"/>
              <a:gd name="connsiteX37" fmla="*/ 196196 w 326146"/>
              <a:gd name="connsiteY37" fmla="*/ 87725 h 340804"/>
              <a:gd name="connsiteX38" fmla="*/ 196385 w 326146"/>
              <a:gd name="connsiteY38" fmla="*/ 87725 h 340804"/>
              <a:gd name="connsiteX39" fmla="*/ 213269 w 326146"/>
              <a:gd name="connsiteY39" fmla="*/ 104299 h 340804"/>
              <a:gd name="connsiteX40" fmla="*/ 220478 w 326146"/>
              <a:gd name="connsiteY40" fmla="*/ 111347 h 340804"/>
              <a:gd name="connsiteX41" fmla="*/ 227687 w 326146"/>
              <a:gd name="connsiteY41" fmla="*/ 104299 h 340804"/>
              <a:gd name="connsiteX42" fmla="*/ 203310 w 326146"/>
              <a:gd name="connsiteY42" fmla="*/ 74390 h 340804"/>
              <a:gd name="connsiteX43" fmla="*/ 203310 w 326146"/>
              <a:gd name="connsiteY43" fmla="*/ 64008 h 340804"/>
              <a:gd name="connsiteX44" fmla="*/ 196196 w 326146"/>
              <a:gd name="connsiteY44" fmla="*/ 56864 h 340804"/>
              <a:gd name="connsiteX45" fmla="*/ 189081 w 326146"/>
              <a:gd name="connsiteY45" fmla="*/ 64008 h 340804"/>
              <a:gd name="connsiteX46" fmla="*/ 189081 w 326146"/>
              <a:gd name="connsiteY46" fmla="*/ 74390 h 340804"/>
              <a:gd name="connsiteX47" fmla="*/ 163850 w 326146"/>
              <a:gd name="connsiteY47" fmla="*/ 104299 h 340804"/>
              <a:gd name="connsiteX48" fmla="*/ 196385 w 326146"/>
              <a:gd name="connsiteY48" fmla="*/ 135065 h 340804"/>
              <a:gd name="connsiteX49" fmla="*/ 213269 w 326146"/>
              <a:gd name="connsiteY49" fmla="*/ 152781 h 340804"/>
              <a:gd name="connsiteX50" fmla="*/ 196385 w 326146"/>
              <a:gd name="connsiteY50" fmla="*/ 169354 h 340804"/>
              <a:gd name="connsiteX51" fmla="*/ 196196 w 326146"/>
              <a:gd name="connsiteY51" fmla="*/ 169354 h 340804"/>
              <a:gd name="connsiteX52" fmla="*/ 196101 w 326146"/>
              <a:gd name="connsiteY52" fmla="*/ 169354 h 340804"/>
              <a:gd name="connsiteX53" fmla="*/ 178363 w 326146"/>
              <a:gd name="connsiteY53" fmla="*/ 152876 h 340804"/>
              <a:gd name="connsiteX54" fmla="*/ 171154 w 326146"/>
              <a:gd name="connsiteY54" fmla="*/ 145828 h 340804"/>
              <a:gd name="connsiteX55" fmla="*/ 163945 w 326146"/>
              <a:gd name="connsiteY55" fmla="*/ 152876 h 340804"/>
              <a:gd name="connsiteX56" fmla="*/ 189176 w 326146"/>
              <a:gd name="connsiteY56" fmla="*/ 182785 h 340804"/>
              <a:gd name="connsiteX57" fmla="*/ 189176 w 326146"/>
              <a:gd name="connsiteY57" fmla="*/ 193167 h 340804"/>
              <a:gd name="connsiteX58" fmla="*/ 196290 w 326146"/>
              <a:gd name="connsiteY58" fmla="*/ 200311 h 340804"/>
              <a:gd name="connsiteX59" fmla="*/ 203405 w 326146"/>
              <a:gd name="connsiteY59" fmla="*/ 193167 h 340804"/>
              <a:gd name="connsiteX60" fmla="*/ 203405 w 326146"/>
              <a:gd name="connsiteY60" fmla="*/ 182785 h 340804"/>
              <a:gd name="connsiteX61" fmla="*/ 227782 w 326146"/>
              <a:gd name="connsiteY61" fmla="*/ 152876 h 340804"/>
              <a:gd name="connsiteX62" fmla="*/ 196480 w 326146"/>
              <a:gd name="connsiteY62" fmla="*/ 120968 h 340804"/>
              <a:gd name="connsiteX63" fmla="*/ 178458 w 326146"/>
              <a:gd name="connsiteY63" fmla="*/ 104394 h 340804"/>
              <a:gd name="connsiteX64" fmla="*/ 196196 w 326146"/>
              <a:gd name="connsiteY64" fmla="*/ 87916 h 34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26146" h="340804">
                <a:moveTo>
                  <a:pt x="326147" y="278321"/>
                </a:moveTo>
                <a:lnTo>
                  <a:pt x="326147" y="333756"/>
                </a:lnTo>
                <a:cubicBezTo>
                  <a:pt x="326147" y="335852"/>
                  <a:pt x="325388" y="337375"/>
                  <a:pt x="324249" y="338519"/>
                </a:cubicBezTo>
                <a:cubicBezTo>
                  <a:pt x="324060" y="338900"/>
                  <a:pt x="323965" y="339281"/>
                  <a:pt x="323680" y="339662"/>
                </a:cubicBezTo>
                <a:cubicBezTo>
                  <a:pt x="322447" y="340805"/>
                  <a:pt x="320076" y="340805"/>
                  <a:pt x="318843" y="340805"/>
                </a:cubicBezTo>
                <a:lnTo>
                  <a:pt x="260887" y="340805"/>
                </a:lnTo>
                <a:cubicBezTo>
                  <a:pt x="257282" y="340805"/>
                  <a:pt x="253678" y="338423"/>
                  <a:pt x="253678" y="333756"/>
                </a:cubicBezTo>
                <a:cubicBezTo>
                  <a:pt x="253678" y="330232"/>
                  <a:pt x="257282" y="326708"/>
                  <a:pt x="260887" y="326708"/>
                </a:cubicBezTo>
                <a:lnTo>
                  <a:pt x="299587" y="326708"/>
                </a:lnTo>
                <a:cubicBezTo>
                  <a:pt x="239326" y="272415"/>
                  <a:pt x="209162" y="245269"/>
                  <a:pt x="209096" y="245269"/>
                </a:cubicBezTo>
                <a:lnTo>
                  <a:pt x="141559" y="297180"/>
                </a:lnTo>
                <a:cubicBezTo>
                  <a:pt x="139188" y="299561"/>
                  <a:pt x="135489" y="299561"/>
                  <a:pt x="133117" y="297180"/>
                </a:cubicBezTo>
                <a:lnTo>
                  <a:pt x="2882" y="183833"/>
                </a:lnTo>
                <a:cubicBezTo>
                  <a:pt x="-723" y="181451"/>
                  <a:pt x="-723" y="176784"/>
                  <a:pt x="1648" y="174403"/>
                </a:cubicBezTo>
                <a:cubicBezTo>
                  <a:pt x="4020" y="170879"/>
                  <a:pt x="8857" y="170879"/>
                  <a:pt x="12462" y="173260"/>
                </a:cubicBezTo>
                <a:lnTo>
                  <a:pt x="137860" y="283083"/>
                </a:lnTo>
                <a:lnTo>
                  <a:pt x="205397" y="229934"/>
                </a:lnTo>
                <a:cubicBezTo>
                  <a:pt x="207768" y="227552"/>
                  <a:pt x="212605" y="227552"/>
                  <a:pt x="215072" y="229934"/>
                </a:cubicBezTo>
                <a:cubicBezTo>
                  <a:pt x="271415" y="281464"/>
                  <a:pt x="298449" y="306134"/>
                  <a:pt x="311539" y="318040"/>
                </a:cubicBezTo>
                <a:lnTo>
                  <a:pt x="311539" y="278416"/>
                </a:lnTo>
                <a:cubicBezTo>
                  <a:pt x="311539" y="273653"/>
                  <a:pt x="313910" y="271367"/>
                  <a:pt x="318748" y="271367"/>
                </a:cubicBezTo>
                <a:cubicBezTo>
                  <a:pt x="322352" y="271367"/>
                  <a:pt x="325957" y="273748"/>
                  <a:pt x="325957" y="278416"/>
                </a:cubicBezTo>
                <a:close/>
                <a:moveTo>
                  <a:pt x="109593" y="221361"/>
                </a:moveTo>
                <a:cubicBezTo>
                  <a:pt x="111965" y="221361"/>
                  <a:pt x="113198" y="221361"/>
                  <a:pt x="115569" y="220218"/>
                </a:cubicBezTo>
                <a:cubicBezTo>
                  <a:pt x="117940" y="216694"/>
                  <a:pt x="117940" y="211931"/>
                  <a:pt x="114336" y="209550"/>
                </a:cubicBezTo>
                <a:cubicBezTo>
                  <a:pt x="92709" y="188214"/>
                  <a:pt x="80662" y="158687"/>
                  <a:pt x="80662" y="127825"/>
                </a:cubicBezTo>
                <a:cubicBezTo>
                  <a:pt x="80662" y="66294"/>
                  <a:pt x="132358" y="14192"/>
                  <a:pt x="196101" y="14192"/>
                </a:cubicBezTo>
                <a:cubicBezTo>
                  <a:pt x="259843" y="14192"/>
                  <a:pt x="311539" y="66294"/>
                  <a:pt x="311539" y="127825"/>
                </a:cubicBezTo>
                <a:cubicBezTo>
                  <a:pt x="311539" y="158591"/>
                  <a:pt x="299492" y="186976"/>
                  <a:pt x="277865" y="208312"/>
                </a:cubicBezTo>
                <a:cubicBezTo>
                  <a:pt x="274261" y="211836"/>
                  <a:pt x="274261" y="215456"/>
                  <a:pt x="277865" y="218980"/>
                </a:cubicBezTo>
                <a:cubicBezTo>
                  <a:pt x="280237" y="221361"/>
                  <a:pt x="285075" y="221361"/>
                  <a:pt x="287446" y="218980"/>
                </a:cubicBezTo>
                <a:cubicBezTo>
                  <a:pt x="311539" y="194120"/>
                  <a:pt x="325957" y="162116"/>
                  <a:pt x="325957" y="127825"/>
                </a:cubicBezTo>
                <a:cubicBezTo>
                  <a:pt x="325957" y="58007"/>
                  <a:pt x="267052" y="0"/>
                  <a:pt x="196006" y="0"/>
                </a:cubicBezTo>
                <a:cubicBezTo>
                  <a:pt x="124960" y="0"/>
                  <a:pt x="66055" y="58007"/>
                  <a:pt x="66055" y="127825"/>
                </a:cubicBezTo>
                <a:cubicBezTo>
                  <a:pt x="66055" y="163354"/>
                  <a:pt x="79240" y="195263"/>
                  <a:pt x="104566" y="220123"/>
                </a:cubicBezTo>
                <a:cubicBezTo>
                  <a:pt x="105799" y="221266"/>
                  <a:pt x="108170" y="221266"/>
                  <a:pt x="109403" y="221266"/>
                </a:cubicBezTo>
                <a:close/>
                <a:moveTo>
                  <a:pt x="196101" y="87725"/>
                </a:moveTo>
                <a:cubicBezTo>
                  <a:pt x="196101" y="87725"/>
                  <a:pt x="196101" y="87725"/>
                  <a:pt x="196196" y="87725"/>
                </a:cubicBezTo>
                <a:cubicBezTo>
                  <a:pt x="196196" y="87725"/>
                  <a:pt x="196385" y="87725"/>
                  <a:pt x="196385" y="87725"/>
                </a:cubicBezTo>
                <a:cubicBezTo>
                  <a:pt x="206060" y="87725"/>
                  <a:pt x="213269" y="94774"/>
                  <a:pt x="213269" y="104299"/>
                </a:cubicBezTo>
                <a:cubicBezTo>
                  <a:pt x="213269" y="107823"/>
                  <a:pt x="216874" y="111347"/>
                  <a:pt x="220478" y="111347"/>
                </a:cubicBezTo>
                <a:cubicBezTo>
                  <a:pt x="224083" y="111347"/>
                  <a:pt x="227687" y="107823"/>
                  <a:pt x="227687" y="104299"/>
                </a:cubicBezTo>
                <a:cubicBezTo>
                  <a:pt x="227687" y="90106"/>
                  <a:pt x="216969" y="77629"/>
                  <a:pt x="203310" y="74390"/>
                </a:cubicBezTo>
                <a:lnTo>
                  <a:pt x="203310" y="64008"/>
                </a:lnTo>
                <a:cubicBezTo>
                  <a:pt x="203310" y="60484"/>
                  <a:pt x="199800" y="56864"/>
                  <a:pt x="196196" y="56864"/>
                </a:cubicBezTo>
                <a:cubicBezTo>
                  <a:pt x="191453" y="56864"/>
                  <a:pt x="189081" y="60389"/>
                  <a:pt x="189081" y="64008"/>
                </a:cubicBezTo>
                <a:lnTo>
                  <a:pt x="189081" y="74390"/>
                </a:lnTo>
                <a:cubicBezTo>
                  <a:pt x="174569" y="77629"/>
                  <a:pt x="163850" y="90011"/>
                  <a:pt x="163850" y="104299"/>
                </a:cubicBezTo>
                <a:cubicBezTo>
                  <a:pt x="163850" y="122015"/>
                  <a:pt x="178268" y="135065"/>
                  <a:pt x="196385" y="135065"/>
                </a:cubicBezTo>
                <a:cubicBezTo>
                  <a:pt x="206060" y="135065"/>
                  <a:pt x="213269" y="143351"/>
                  <a:pt x="213269" y="152781"/>
                </a:cubicBezTo>
                <a:cubicBezTo>
                  <a:pt x="213269" y="162211"/>
                  <a:pt x="206060" y="169354"/>
                  <a:pt x="196385" y="169354"/>
                </a:cubicBezTo>
                <a:cubicBezTo>
                  <a:pt x="196385" y="169354"/>
                  <a:pt x="196290" y="169354"/>
                  <a:pt x="196196" y="169354"/>
                </a:cubicBezTo>
                <a:cubicBezTo>
                  <a:pt x="196196" y="169354"/>
                  <a:pt x="196196" y="169354"/>
                  <a:pt x="196101" y="169354"/>
                </a:cubicBezTo>
                <a:cubicBezTo>
                  <a:pt x="186615" y="169164"/>
                  <a:pt x="178363" y="162211"/>
                  <a:pt x="178363" y="152876"/>
                </a:cubicBezTo>
                <a:cubicBezTo>
                  <a:pt x="178363" y="149352"/>
                  <a:pt x="175992" y="145828"/>
                  <a:pt x="171154" y="145828"/>
                </a:cubicBezTo>
                <a:cubicBezTo>
                  <a:pt x="167549" y="145828"/>
                  <a:pt x="163945" y="149352"/>
                  <a:pt x="163945" y="152876"/>
                </a:cubicBezTo>
                <a:cubicBezTo>
                  <a:pt x="163945" y="167069"/>
                  <a:pt x="174664" y="179546"/>
                  <a:pt x="189176" y="182785"/>
                </a:cubicBezTo>
                <a:lnTo>
                  <a:pt x="189176" y="193167"/>
                </a:lnTo>
                <a:cubicBezTo>
                  <a:pt x="189176" y="196691"/>
                  <a:pt x="191548" y="200311"/>
                  <a:pt x="196290" y="200311"/>
                </a:cubicBezTo>
                <a:cubicBezTo>
                  <a:pt x="199800" y="200311"/>
                  <a:pt x="203405" y="196787"/>
                  <a:pt x="203405" y="193167"/>
                </a:cubicBezTo>
                <a:lnTo>
                  <a:pt x="203405" y="182785"/>
                </a:lnTo>
                <a:cubicBezTo>
                  <a:pt x="217158" y="179546"/>
                  <a:pt x="227782" y="167164"/>
                  <a:pt x="227782" y="152876"/>
                </a:cubicBezTo>
                <a:cubicBezTo>
                  <a:pt x="227782" y="135160"/>
                  <a:pt x="213364" y="120968"/>
                  <a:pt x="196480" y="120968"/>
                </a:cubicBezTo>
                <a:cubicBezTo>
                  <a:pt x="186900" y="120968"/>
                  <a:pt x="178458" y="113919"/>
                  <a:pt x="178458" y="104394"/>
                </a:cubicBezTo>
                <a:cubicBezTo>
                  <a:pt x="178458" y="94869"/>
                  <a:pt x="186710" y="88011"/>
                  <a:pt x="196196" y="8791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0" name="Graphic 327">
            <a:extLst>
              <a:ext uri="{FF2B5EF4-FFF2-40B4-BE49-F238E27FC236}">
                <a16:creationId xmlns:a16="http://schemas.microsoft.com/office/drawing/2014/main" id="{211E774B-126B-1E45-A67B-38A45FA443BF}"/>
              </a:ext>
            </a:extLst>
          </p:cNvPr>
          <p:cNvSpPr/>
          <p:nvPr/>
        </p:nvSpPr>
        <p:spPr>
          <a:xfrm>
            <a:off x="2971893" y="4913411"/>
            <a:ext cx="433890" cy="453391"/>
          </a:xfrm>
          <a:custGeom>
            <a:avLst/>
            <a:gdLst>
              <a:gd name="connsiteX0" fmla="*/ 326147 w 326146"/>
              <a:gd name="connsiteY0" fmla="*/ 278321 h 340804"/>
              <a:gd name="connsiteX1" fmla="*/ 326147 w 326146"/>
              <a:gd name="connsiteY1" fmla="*/ 333756 h 340804"/>
              <a:gd name="connsiteX2" fmla="*/ 324249 w 326146"/>
              <a:gd name="connsiteY2" fmla="*/ 338519 h 340804"/>
              <a:gd name="connsiteX3" fmla="*/ 323680 w 326146"/>
              <a:gd name="connsiteY3" fmla="*/ 339662 h 340804"/>
              <a:gd name="connsiteX4" fmla="*/ 318843 w 326146"/>
              <a:gd name="connsiteY4" fmla="*/ 340805 h 340804"/>
              <a:gd name="connsiteX5" fmla="*/ 260887 w 326146"/>
              <a:gd name="connsiteY5" fmla="*/ 340805 h 340804"/>
              <a:gd name="connsiteX6" fmla="*/ 253678 w 326146"/>
              <a:gd name="connsiteY6" fmla="*/ 333756 h 340804"/>
              <a:gd name="connsiteX7" fmla="*/ 260887 w 326146"/>
              <a:gd name="connsiteY7" fmla="*/ 326708 h 340804"/>
              <a:gd name="connsiteX8" fmla="*/ 299587 w 326146"/>
              <a:gd name="connsiteY8" fmla="*/ 326708 h 340804"/>
              <a:gd name="connsiteX9" fmla="*/ 209096 w 326146"/>
              <a:gd name="connsiteY9" fmla="*/ 245269 h 340804"/>
              <a:gd name="connsiteX10" fmla="*/ 141559 w 326146"/>
              <a:gd name="connsiteY10" fmla="*/ 297180 h 340804"/>
              <a:gd name="connsiteX11" fmla="*/ 133117 w 326146"/>
              <a:gd name="connsiteY11" fmla="*/ 297180 h 340804"/>
              <a:gd name="connsiteX12" fmla="*/ 2882 w 326146"/>
              <a:gd name="connsiteY12" fmla="*/ 183833 h 340804"/>
              <a:gd name="connsiteX13" fmla="*/ 1648 w 326146"/>
              <a:gd name="connsiteY13" fmla="*/ 174403 h 340804"/>
              <a:gd name="connsiteX14" fmla="*/ 12462 w 326146"/>
              <a:gd name="connsiteY14" fmla="*/ 173260 h 340804"/>
              <a:gd name="connsiteX15" fmla="*/ 137860 w 326146"/>
              <a:gd name="connsiteY15" fmla="*/ 283083 h 340804"/>
              <a:gd name="connsiteX16" fmla="*/ 205397 w 326146"/>
              <a:gd name="connsiteY16" fmla="*/ 229934 h 340804"/>
              <a:gd name="connsiteX17" fmla="*/ 215072 w 326146"/>
              <a:gd name="connsiteY17" fmla="*/ 229934 h 340804"/>
              <a:gd name="connsiteX18" fmla="*/ 311539 w 326146"/>
              <a:gd name="connsiteY18" fmla="*/ 318040 h 340804"/>
              <a:gd name="connsiteX19" fmla="*/ 311539 w 326146"/>
              <a:gd name="connsiteY19" fmla="*/ 278416 h 340804"/>
              <a:gd name="connsiteX20" fmla="*/ 318748 w 326146"/>
              <a:gd name="connsiteY20" fmla="*/ 271367 h 340804"/>
              <a:gd name="connsiteX21" fmla="*/ 325957 w 326146"/>
              <a:gd name="connsiteY21" fmla="*/ 278416 h 340804"/>
              <a:gd name="connsiteX22" fmla="*/ 109593 w 326146"/>
              <a:gd name="connsiteY22" fmla="*/ 221361 h 340804"/>
              <a:gd name="connsiteX23" fmla="*/ 115569 w 326146"/>
              <a:gd name="connsiteY23" fmla="*/ 220218 h 340804"/>
              <a:gd name="connsiteX24" fmla="*/ 114336 w 326146"/>
              <a:gd name="connsiteY24" fmla="*/ 209550 h 340804"/>
              <a:gd name="connsiteX25" fmla="*/ 80662 w 326146"/>
              <a:gd name="connsiteY25" fmla="*/ 127825 h 340804"/>
              <a:gd name="connsiteX26" fmla="*/ 196101 w 326146"/>
              <a:gd name="connsiteY26" fmla="*/ 14192 h 340804"/>
              <a:gd name="connsiteX27" fmla="*/ 311539 w 326146"/>
              <a:gd name="connsiteY27" fmla="*/ 127825 h 340804"/>
              <a:gd name="connsiteX28" fmla="*/ 277865 w 326146"/>
              <a:gd name="connsiteY28" fmla="*/ 208312 h 340804"/>
              <a:gd name="connsiteX29" fmla="*/ 277865 w 326146"/>
              <a:gd name="connsiteY29" fmla="*/ 218980 h 340804"/>
              <a:gd name="connsiteX30" fmla="*/ 287446 w 326146"/>
              <a:gd name="connsiteY30" fmla="*/ 218980 h 340804"/>
              <a:gd name="connsiteX31" fmla="*/ 325957 w 326146"/>
              <a:gd name="connsiteY31" fmla="*/ 127825 h 340804"/>
              <a:gd name="connsiteX32" fmla="*/ 196006 w 326146"/>
              <a:gd name="connsiteY32" fmla="*/ 0 h 340804"/>
              <a:gd name="connsiteX33" fmla="*/ 66055 w 326146"/>
              <a:gd name="connsiteY33" fmla="*/ 127825 h 340804"/>
              <a:gd name="connsiteX34" fmla="*/ 104566 w 326146"/>
              <a:gd name="connsiteY34" fmla="*/ 220123 h 340804"/>
              <a:gd name="connsiteX35" fmla="*/ 109403 w 326146"/>
              <a:gd name="connsiteY35" fmla="*/ 221266 h 340804"/>
              <a:gd name="connsiteX36" fmla="*/ 196101 w 326146"/>
              <a:gd name="connsiteY36" fmla="*/ 87725 h 340804"/>
              <a:gd name="connsiteX37" fmla="*/ 196196 w 326146"/>
              <a:gd name="connsiteY37" fmla="*/ 87725 h 340804"/>
              <a:gd name="connsiteX38" fmla="*/ 196385 w 326146"/>
              <a:gd name="connsiteY38" fmla="*/ 87725 h 340804"/>
              <a:gd name="connsiteX39" fmla="*/ 213269 w 326146"/>
              <a:gd name="connsiteY39" fmla="*/ 104299 h 340804"/>
              <a:gd name="connsiteX40" fmla="*/ 220478 w 326146"/>
              <a:gd name="connsiteY40" fmla="*/ 111347 h 340804"/>
              <a:gd name="connsiteX41" fmla="*/ 227687 w 326146"/>
              <a:gd name="connsiteY41" fmla="*/ 104299 h 340804"/>
              <a:gd name="connsiteX42" fmla="*/ 203310 w 326146"/>
              <a:gd name="connsiteY42" fmla="*/ 74390 h 340804"/>
              <a:gd name="connsiteX43" fmla="*/ 203310 w 326146"/>
              <a:gd name="connsiteY43" fmla="*/ 64008 h 340804"/>
              <a:gd name="connsiteX44" fmla="*/ 196196 w 326146"/>
              <a:gd name="connsiteY44" fmla="*/ 56864 h 340804"/>
              <a:gd name="connsiteX45" fmla="*/ 189081 w 326146"/>
              <a:gd name="connsiteY45" fmla="*/ 64008 h 340804"/>
              <a:gd name="connsiteX46" fmla="*/ 189081 w 326146"/>
              <a:gd name="connsiteY46" fmla="*/ 74390 h 340804"/>
              <a:gd name="connsiteX47" fmla="*/ 163850 w 326146"/>
              <a:gd name="connsiteY47" fmla="*/ 104299 h 340804"/>
              <a:gd name="connsiteX48" fmla="*/ 196385 w 326146"/>
              <a:gd name="connsiteY48" fmla="*/ 135065 h 340804"/>
              <a:gd name="connsiteX49" fmla="*/ 213269 w 326146"/>
              <a:gd name="connsiteY49" fmla="*/ 152781 h 340804"/>
              <a:gd name="connsiteX50" fmla="*/ 196385 w 326146"/>
              <a:gd name="connsiteY50" fmla="*/ 169354 h 340804"/>
              <a:gd name="connsiteX51" fmla="*/ 196196 w 326146"/>
              <a:gd name="connsiteY51" fmla="*/ 169354 h 340804"/>
              <a:gd name="connsiteX52" fmla="*/ 196101 w 326146"/>
              <a:gd name="connsiteY52" fmla="*/ 169354 h 340804"/>
              <a:gd name="connsiteX53" fmla="*/ 178363 w 326146"/>
              <a:gd name="connsiteY53" fmla="*/ 152876 h 340804"/>
              <a:gd name="connsiteX54" fmla="*/ 171154 w 326146"/>
              <a:gd name="connsiteY54" fmla="*/ 145828 h 340804"/>
              <a:gd name="connsiteX55" fmla="*/ 163945 w 326146"/>
              <a:gd name="connsiteY55" fmla="*/ 152876 h 340804"/>
              <a:gd name="connsiteX56" fmla="*/ 189176 w 326146"/>
              <a:gd name="connsiteY56" fmla="*/ 182785 h 340804"/>
              <a:gd name="connsiteX57" fmla="*/ 189176 w 326146"/>
              <a:gd name="connsiteY57" fmla="*/ 193167 h 340804"/>
              <a:gd name="connsiteX58" fmla="*/ 196290 w 326146"/>
              <a:gd name="connsiteY58" fmla="*/ 200311 h 340804"/>
              <a:gd name="connsiteX59" fmla="*/ 203405 w 326146"/>
              <a:gd name="connsiteY59" fmla="*/ 193167 h 340804"/>
              <a:gd name="connsiteX60" fmla="*/ 203405 w 326146"/>
              <a:gd name="connsiteY60" fmla="*/ 182785 h 340804"/>
              <a:gd name="connsiteX61" fmla="*/ 227782 w 326146"/>
              <a:gd name="connsiteY61" fmla="*/ 152876 h 340804"/>
              <a:gd name="connsiteX62" fmla="*/ 196480 w 326146"/>
              <a:gd name="connsiteY62" fmla="*/ 120968 h 340804"/>
              <a:gd name="connsiteX63" fmla="*/ 178458 w 326146"/>
              <a:gd name="connsiteY63" fmla="*/ 104394 h 340804"/>
              <a:gd name="connsiteX64" fmla="*/ 196196 w 326146"/>
              <a:gd name="connsiteY64" fmla="*/ 87916 h 34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26146" h="340804">
                <a:moveTo>
                  <a:pt x="326147" y="278321"/>
                </a:moveTo>
                <a:lnTo>
                  <a:pt x="326147" y="333756"/>
                </a:lnTo>
                <a:cubicBezTo>
                  <a:pt x="326147" y="335852"/>
                  <a:pt x="325388" y="337375"/>
                  <a:pt x="324249" y="338519"/>
                </a:cubicBezTo>
                <a:cubicBezTo>
                  <a:pt x="324060" y="338900"/>
                  <a:pt x="323965" y="339281"/>
                  <a:pt x="323680" y="339662"/>
                </a:cubicBezTo>
                <a:cubicBezTo>
                  <a:pt x="322447" y="340805"/>
                  <a:pt x="320076" y="340805"/>
                  <a:pt x="318843" y="340805"/>
                </a:cubicBezTo>
                <a:lnTo>
                  <a:pt x="260887" y="340805"/>
                </a:lnTo>
                <a:cubicBezTo>
                  <a:pt x="257282" y="340805"/>
                  <a:pt x="253678" y="338423"/>
                  <a:pt x="253678" y="333756"/>
                </a:cubicBezTo>
                <a:cubicBezTo>
                  <a:pt x="253678" y="330232"/>
                  <a:pt x="257282" y="326708"/>
                  <a:pt x="260887" y="326708"/>
                </a:cubicBezTo>
                <a:lnTo>
                  <a:pt x="299587" y="326708"/>
                </a:lnTo>
                <a:cubicBezTo>
                  <a:pt x="239326" y="272415"/>
                  <a:pt x="209162" y="245269"/>
                  <a:pt x="209096" y="245269"/>
                </a:cubicBezTo>
                <a:lnTo>
                  <a:pt x="141559" y="297180"/>
                </a:lnTo>
                <a:cubicBezTo>
                  <a:pt x="139188" y="299561"/>
                  <a:pt x="135489" y="299561"/>
                  <a:pt x="133117" y="297180"/>
                </a:cubicBezTo>
                <a:lnTo>
                  <a:pt x="2882" y="183833"/>
                </a:lnTo>
                <a:cubicBezTo>
                  <a:pt x="-723" y="181451"/>
                  <a:pt x="-723" y="176784"/>
                  <a:pt x="1648" y="174403"/>
                </a:cubicBezTo>
                <a:cubicBezTo>
                  <a:pt x="4020" y="170879"/>
                  <a:pt x="8857" y="170879"/>
                  <a:pt x="12462" y="173260"/>
                </a:cubicBezTo>
                <a:lnTo>
                  <a:pt x="137860" y="283083"/>
                </a:lnTo>
                <a:lnTo>
                  <a:pt x="205397" y="229934"/>
                </a:lnTo>
                <a:cubicBezTo>
                  <a:pt x="207768" y="227552"/>
                  <a:pt x="212605" y="227552"/>
                  <a:pt x="215072" y="229934"/>
                </a:cubicBezTo>
                <a:cubicBezTo>
                  <a:pt x="271415" y="281464"/>
                  <a:pt x="298449" y="306134"/>
                  <a:pt x="311539" y="318040"/>
                </a:cubicBezTo>
                <a:lnTo>
                  <a:pt x="311539" y="278416"/>
                </a:lnTo>
                <a:cubicBezTo>
                  <a:pt x="311539" y="273653"/>
                  <a:pt x="313910" y="271367"/>
                  <a:pt x="318748" y="271367"/>
                </a:cubicBezTo>
                <a:cubicBezTo>
                  <a:pt x="322352" y="271367"/>
                  <a:pt x="325957" y="273748"/>
                  <a:pt x="325957" y="278416"/>
                </a:cubicBezTo>
                <a:close/>
                <a:moveTo>
                  <a:pt x="109593" y="221361"/>
                </a:moveTo>
                <a:cubicBezTo>
                  <a:pt x="111965" y="221361"/>
                  <a:pt x="113198" y="221361"/>
                  <a:pt x="115569" y="220218"/>
                </a:cubicBezTo>
                <a:cubicBezTo>
                  <a:pt x="117940" y="216694"/>
                  <a:pt x="117940" y="211931"/>
                  <a:pt x="114336" y="209550"/>
                </a:cubicBezTo>
                <a:cubicBezTo>
                  <a:pt x="92709" y="188214"/>
                  <a:pt x="80662" y="158687"/>
                  <a:pt x="80662" y="127825"/>
                </a:cubicBezTo>
                <a:cubicBezTo>
                  <a:pt x="80662" y="66294"/>
                  <a:pt x="132358" y="14192"/>
                  <a:pt x="196101" y="14192"/>
                </a:cubicBezTo>
                <a:cubicBezTo>
                  <a:pt x="259843" y="14192"/>
                  <a:pt x="311539" y="66294"/>
                  <a:pt x="311539" y="127825"/>
                </a:cubicBezTo>
                <a:cubicBezTo>
                  <a:pt x="311539" y="158591"/>
                  <a:pt x="299492" y="186976"/>
                  <a:pt x="277865" y="208312"/>
                </a:cubicBezTo>
                <a:cubicBezTo>
                  <a:pt x="274261" y="211836"/>
                  <a:pt x="274261" y="215456"/>
                  <a:pt x="277865" y="218980"/>
                </a:cubicBezTo>
                <a:cubicBezTo>
                  <a:pt x="280237" y="221361"/>
                  <a:pt x="285075" y="221361"/>
                  <a:pt x="287446" y="218980"/>
                </a:cubicBezTo>
                <a:cubicBezTo>
                  <a:pt x="311539" y="194120"/>
                  <a:pt x="325957" y="162116"/>
                  <a:pt x="325957" y="127825"/>
                </a:cubicBezTo>
                <a:cubicBezTo>
                  <a:pt x="325957" y="58007"/>
                  <a:pt x="267052" y="0"/>
                  <a:pt x="196006" y="0"/>
                </a:cubicBezTo>
                <a:cubicBezTo>
                  <a:pt x="124960" y="0"/>
                  <a:pt x="66055" y="58007"/>
                  <a:pt x="66055" y="127825"/>
                </a:cubicBezTo>
                <a:cubicBezTo>
                  <a:pt x="66055" y="163354"/>
                  <a:pt x="79240" y="195263"/>
                  <a:pt x="104566" y="220123"/>
                </a:cubicBezTo>
                <a:cubicBezTo>
                  <a:pt x="105799" y="221266"/>
                  <a:pt x="108170" y="221266"/>
                  <a:pt x="109403" y="221266"/>
                </a:cubicBezTo>
                <a:close/>
                <a:moveTo>
                  <a:pt x="196101" y="87725"/>
                </a:moveTo>
                <a:cubicBezTo>
                  <a:pt x="196101" y="87725"/>
                  <a:pt x="196101" y="87725"/>
                  <a:pt x="196196" y="87725"/>
                </a:cubicBezTo>
                <a:cubicBezTo>
                  <a:pt x="196196" y="87725"/>
                  <a:pt x="196385" y="87725"/>
                  <a:pt x="196385" y="87725"/>
                </a:cubicBezTo>
                <a:cubicBezTo>
                  <a:pt x="206060" y="87725"/>
                  <a:pt x="213269" y="94774"/>
                  <a:pt x="213269" y="104299"/>
                </a:cubicBezTo>
                <a:cubicBezTo>
                  <a:pt x="213269" y="107823"/>
                  <a:pt x="216874" y="111347"/>
                  <a:pt x="220478" y="111347"/>
                </a:cubicBezTo>
                <a:cubicBezTo>
                  <a:pt x="224083" y="111347"/>
                  <a:pt x="227687" y="107823"/>
                  <a:pt x="227687" y="104299"/>
                </a:cubicBezTo>
                <a:cubicBezTo>
                  <a:pt x="227687" y="90106"/>
                  <a:pt x="216969" y="77629"/>
                  <a:pt x="203310" y="74390"/>
                </a:cubicBezTo>
                <a:lnTo>
                  <a:pt x="203310" y="64008"/>
                </a:lnTo>
                <a:cubicBezTo>
                  <a:pt x="203310" y="60484"/>
                  <a:pt x="199800" y="56864"/>
                  <a:pt x="196196" y="56864"/>
                </a:cubicBezTo>
                <a:cubicBezTo>
                  <a:pt x="191453" y="56864"/>
                  <a:pt x="189081" y="60389"/>
                  <a:pt x="189081" y="64008"/>
                </a:cubicBezTo>
                <a:lnTo>
                  <a:pt x="189081" y="74390"/>
                </a:lnTo>
                <a:cubicBezTo>
                  <a:pt x="174569" y="77629"/>
                  <a:pt x="163850" y="90011"/>
                  <a:pt x="163850" y="104299"/>
                </a:cubicBezTo>
                <a:cubicBezTo>
                  <a:pt x="163850" y="122015"/>
                  <a:pt x="178268" y="135065"/>
                  <a:pt x="196385" y="135065"/>
                </a:cubicBezTo>
                <a:cubicBezTo>
                  <a:pt x="206060" y="135065"/>
                  <a:pt x="213269" y="143351"/>
                  <a:pt x="213269" y="152781"/>
                </a:cubicBezTo>
                <a:cubicBezTo>
                  <a:pt x="213269" y="162211"/>
                  <a:pt x="206060" y="169354"/>
                  <a:pt x="196385" y="169354"/>
                </a:cubicBezTo>
                <a:cubicBezTo>
                  <a:pt x="196385" y="169354"/>
                  <a:pt x="196290" y="169354"/>
                  <a:pt x="196196" y="169354"/>
                </a:cubicBezTo>
                <a:cubicBezTo>
                  <a:pt x="196196" y="169354"/>
                  <a:pt x="196196" y="169354"/>
                  <a:pt x="196101" y="169354"/>
                </a:cubicBezTo>
                <a:cubicBezTo>
                  <a:pt x="186615" y="169164"/>
                  <a:pt x="178363" y="162211"/>
                  <a:pt x="178363" y="152876"/>
                </a:cubicBezTo>
                <a:cubicBezTo>
                  <a:pt x="178363" y="149352"/>
                  <a:pt x="175992" y="145828"/>
                  <a:pt x="171154" y="145828"/>
                </a:cubicBezTo>
                <a:cubicBezTo>
                  <a:pt x="167549" y="145828"/>
                  <a:pt x="163945" y="149352"/>
                  <a:pt x="163945" y="152876"/>
                </a:cubicBezTo>
                <a:cubicBezTo>
                  <a:pt x="163945" y="167069"/>
                  <a:pt x="174664" y="179546"/>
                  <a:pt x="189176" y="182785"/>
                </a:cubicBezTo>
                <a:lnTo>
                  <a:pt x="189176" y="193167"/>
                </a:lnTo>
                <a:cubicBezTo>
                  <a:pt x="189176" y="196691"/>
                  <a:pt x="191548" y="200311"/>
                  <a:pt x="196290" y="200311"/>
                </a:cubicBezTo>
                <a:cubicBezTo>
                  <a:pt x="199800" y="200311"/>
                  <a:pt x="203405" y="196787"/>
                  <a:pt x="203405" y="193167"/>
                </a:cubicBezTo>
                <a:lnTo>
                  <a:pt x="203405" y="182785"/>
                </a:lnTo>
                <a:cubicBezTo>
                  <a:pt x="217158" y="179546"/>
                  <a:pt x="227782" y="167164"/>
                  <a:pt x="227782" y="152876"/>
                </a:cubicBezTo>
                <a:cubicBezTo>
                  <a:pt x="227782" y="135160"/>
                  <a:pt x="213364" y="120968"/>
                  <a:pt x="196480" y="120968"/>
                </a:cubicBezTo>
                <a:cubicBezTo>
                  <a:pt x="186900" y="120968"/>
                  <a:pt x="178458" y="113919"/>
                  <a:pt x="178458" y="104394"/>
                </a:cubicBezTo>
                <a:cubicBezTo>
                  <a:pt x="178458" y="94869"/>
                  <a:pt x="186710" y="88011"/>
                  <a:pt x="196196" y="8791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1" name="Graphic 327">
            <a:extLst>
              <a:ext uri="{FF2B5EF4-FFF2-40B4-BE49-F238E27FC236}">
                <a16:creationId xmlns:a16="http://schemas.microsoft.com/office/drawing/2014/main" id="{51BB514E-C74D-0CBF-6A26-77DFC8C222E9}"/>
              </a:ext>
            </a:extLst>
          </p:cNvPr>
          <p:cNvSpPr/>
          <p:nvPr/>
        </p:nvSpPr>
        <p:spPr>
          <a:xfrm>
            <a:off x="2203543" y="5573811"/>
            <a:ext cx="433890" cy="453391"/>
          </a:xfrm>
          <a:custGeom>
            <a:avLst/>
            <a:gdLst>
              <a:gd name="connsiteX0" fmla="*/ 326147 w 326146"/>
              <a:gd name="connsiteY0" fmla="*/ 278321 h 340804"/>
              <a:gd name="connsiteX1" fmla="*/ 326147 w 326146"/>
              <a:gd name="connsiteY1" fmla="*/ 333756 h 340804"/>
              <a:gd name="connsiteX2" fmla="*/ 324249 w 326146"/>
              <a:gd name="connsiteY2" fmla="*/ 338519 h 340804"/>
              <a:gd name="connsiteX3" fmla="*/ 323680 w 326146"/>
              <a:gd name="connsiteY3" fmla="*/ 339662 h 340804"/>
              <a:gd name="connsiteX4" fmla="*/ 318843 w 326146"/>
              <a:gd name="connsiteY4" fmla="*/ 340805 h 340804"/>
              <a:gd name="connsiteX5" fmla="*/ 260887 w 326146"/>
              <a:gd name="connsiteY5" fmla="*/ 340805 h 340804"/>
              <a:gd name="connsiteX6" fmla="*/ 253678 w 326146"/>
              <a:gd name="connsiteY6" fmla="*/ 333756 h 340804"/>
              <a:gd name="connsiteX7" fmla="*/ 260887 w 326146"/>
              <a:gd name="connsiteY7" fmla="*/ 326708 h 340804"/>
              <a:gd name="connsiteX8" fmla="*/ 299587 w 326146"/>
              <a:gd name="connsiteY8" fmla="*/ 326708 h 340804"/>
              <a:gd name="connsiteX9" fmla="*/ 209096 w 326146"/>
              <a:gd name="connsiteY9" fmla="*/ 245269 h 340804"/>
              <a:gd name="connsiteX10" fmla="*/ 141559 w 326146"/>
              <a:gd name="connsiteY10" fmla="*/ 297180 h 340804"/>
              <a:gd name="connsiteX11" fmla="*/ 133117 w 326146"/>
              <a:gd name="connsiteY11" fmla="*/ 297180 h 340804"/>
              <a:gd name="connsiteX12" fmla="*/ 2882 w 326146"/>
              <a:gd name="connsiteY12" fmla="*/ 183833 h 340804"/>
              <a:gd name="connsiteX13" fmla="*/ 1648 w 326146"/>
              <a:gd name="connsiteY13" fmla="*/ 174403 h 340804"/>
              <a:gd name="connsiteX14" fmla="*/ 12462 w 326146"/>
              <a:gd name="connsiteY14" fmla="*/ 173260 h 340804"/>
              <a:gd name="connsiteX15" fmla="*/ 137860 w 326146"/>
              <a:gd name="connsiteY15" fmla="*/ 283083 h 340804"/>
              <a:gd name="connsiteX16" fmla="*/ 205397 w 326146"/>
              <a:gd name="connsiteY16" fmla="*/ 229934 h 340804"/>
              <a:gd name="connsiteX17" fmla="*/ 215072 w 326146"/>
              <a:gd name="connsiteY17" fmla="*/ 229934 h 340804"/>
              <a:gd name="connsiteX18" fmla="*/ 311539 w 326146"/>
              <a:gd name="connsiteY18" fmla="*/ 318040 h 340804"/>
              <a:gd name="connsiteX19" fmla="*/ 311539 w 326146"/>
              <a:gd name="connsiteY19" fmla="*/ 278416 h 340804"/>
              <a:gd name="connsiteX20" fmla="*/ 318748 w 326146"/>
              <a:gd name="connsiteY20" fmla="*/ 271367 h 340804"/>
              <a:gd name="connsiteX21" fmla="*/ 325957 w 326146"/>
              <a:gd name="connsiteY21" fmla="*/ 278416 h 340804"/>
              <a:gd name="connsiteX22" fmla="*/ 109593 w 326146"/>
              <a:gd name="connsiteY22" fmla="*/ 221361 h 340804"/>
              <a:gd name="connsiteX23" fmla="*/ 115569 w 326146"/>
              <a:gd name="connsiteY23" fmla="*/ 220218 h 340804"/>
              <a:gd name="connsiteX24" fmla="*/ 114336 w 326146"/>
              <a:gd name="connsiteY24" fmla="*/ 209550 h 340804"/>
              <a:gd name="connsiteX25" fmla="*/ 80662 w 326146"/>
              <a:gd name="connsiteY25" fmla="*/ 127825 h 340804"/>
              <a:gd name="connsiteX26" fmla="*/ 196101 w 326146"/>
              <a:gd name="connsiteY26" fmla="*/ 14192 h 340804"/>
              <a:gd name="connsiteX27" fmla="*/ 311539 w 326146"/>
              <a:gd name="connsiteY27" fmla="*/ 127825 h 340804"/>
              <a:gd name="connsiteX28" fmla="*/ 277865 w 326146"/>
              <a:gd name="connsiteY28" fmla="*/ 208312 h 340804"/>
              <a:gd name="connsiteX29" fmla="*/ 277865 w 326146"/>
              <a:gd name="connsiteY29" fmla="*/ 218980 h 340804"/>
              <a:gd name="connsiteX30" fmla="*/ 287446 w 326146"/>
              <a:gd name="connsiteY30" fmla="*/ 218980 h 340804"/>
              <a:gd name="connsiteX31" fmla="*/ 325957 w 326146"/>
              <a:gd name="connsiteY31" fmla="*/ 127825 h 340804"/>
              <a:gd name="connsiteX32" fmla="*/ 196006 w 326146"/>
              <a:gd name="connsiteY32" fmla="*/ 0 h 340804"/>
              <a:gd name="connsiteX33" fmla="*/ 66055 w 326146"/>
              <a:gd name="connsiteY33" fmla="*/ 127825 h 340804"/>
              <a:gd name="connsiteX34" fmla="*/ 104566 w 326146"/>
              <a:gd name="connsiteY34" fmla="*/ 220123 h 340804"/>
              <a:gd name="connsiteX35" fmla="*/ 109403 w 326146"/>
              <a:gd name="connsiteY35" fmla="*/ 221266 h 340804"/>
              <a:gd name="connsiteX36" fmla="*/ 196101 w 326146"/>
              <a:gd name="connsiteY36" fmla="*/ 87725 h 340804"/>
              <a:gd name="connsiteX37" fmla="*/ 196196 w 326146"/>
              <a:gd name="connsiteY37" fmla="*/ 87725 h 340804"/>
              <a:gd name="connsiteX38" fmla="*/ 196385 w 326146"/>
              <a:gd name="connsiteY38" fmla="*/ 87725 h 340804"/>
              <a:gd name="connsiteX39" fmla="*/ 213269 w 326146"/>
              <a:gd name="connsiteY39" fmla="*/ 104299 h 340804"/>
              <a:gd name="connsiteX40" fmla="*/ 220478 w 326146"/>
              <a:gd name="connsiteY40" fmla="*/ 111347 h 340804"/>
              <a:gd name="connsiteX41" fmla="*/ 227687 w 326146"/>
              <a:gd name="connsiteY41" fmla="*/ 104299 h 340804"/>
              <a:gd name="connsiteX42" fmla="*/ 203310 w 326146"/>
              <a:gd name="connsiteY42" fmla="*/ 74390 h 340804"/>
              <a:gd name="connsiteX43" fmla="*/ 203310 w 326146"/>
              <a:gd name="connsiteY43" fmla="*/ 64008 h 340804"/>
              <a:gd name="connsiteX44" fmla="*/ 196196 w 326146"/>
              <a:gd name="connsiteY44" fmla="*/ 56864 h 340804"/>
              <a:gd name="connsiteX45" fmla="*/ 189081 w 326146"/>
              <a:gd name="connsiteY45" fmla="*/ 64008 h 340804"/>
              <a:gd name="connsiteX46" fmla="*/ 189081 w 326146"/>
              <a:gd name="connsiteY46" fmla="*/ 74390 h 340804"/>
              <a:gd name="connsiteX47" fmla="*/ 163850 w 326146"/>
              <a:gd name="connsiteY47" fmla="*/ 104299 h 340804"/>
              <a:gd name="connsiteX48" fmla="*/ 196385 w 326146"/>
              <a:gd name="connsiteY48" fmla="*/ 135065 h 340804"/>
              <a:gd name="connsiteX49" fmla="*/ 213269 w 326146"/>
              <a:gd name="connsiteY49" fmla="*/ 152781 h 340804"/>
              <a:gd name="connsiteX50" fmla="*/ 196385 w 326146"/>
              <a:gd name="connsiteY50" fmla="*/ 169354 h 340804"/>
              <a:gd name="connsiteX51" fmla="*/ 196196 w 326146"/>
              <a:gd name="connsiteY51" fmla="*/ 169354 h 340804"/>
              <a:gd name="connsiteX52" fmla="*/ 196101 w 326146"/>
              <a:gd name="connsiteY52" fmla="*/ 169354 h 340804"/>
              <a:gd name="connsiteX53" fmla="*/ 178363 w 326146"/>
              <a:gd name="connsiteY53" fmla="*/ 152876 h 340804"/>
              <a:gd name="connsiteX54" fmla="*/ 171154 w 326146"/>
              <a:gd name="connsiteY54" fmla="*/ 145828 h 340804"/>
              <a:gd name="connsiteX55" fmla="*/ 163945 w 326146"/>
              <a:gd name="connsiteY55" fmla="*/ 152876 h 340804"/>
              <a:gd name="connsiteX56" fmla="*/ 189176 w 326146"/>
              <a:gd name="connsiteY56" fmla="*/ 182785 h 340804"/>
              <a:gd name="connsiteX57" fmla="*/ 189176 w 326146"/>
              <a:gd name="connsiteY57" fmla="*/ 193167 h 340804"/>
              <a:gd name="connsiteX58" fmla="*/ 196290 w 326146"/>
              <a:gd name="connsiteY58" fmla="*/ 200311 h 340804"/>
              <a:gd name="connsiteX59" fmla="*/ 203405 w 326146"/>
              <a:gd name="connsiteY59" fmla="*/ 193167 h 340804"/>
              <a:gd name="connsiteX60" fmla="*/ 203405 w 326146"/>
              <a:gd name="connsiteY60" fmla="*/ 182785 h 340804"/>
              <a:gd name="connsiteX61" fmla="*/ 227782 w 326146"/>
              <a:gd name="connsiteY61" fmla="*/ 152876 h 340804"/>
              <a:gd name="connsiteX62" fmla="*/ 196480 w 326146"/>
              <a:gd name="connsiteY62" fmla="*/ 120968 h 340804"/>
              <a:gd name="connsiteX63" fmla="*/ 178458 w 326146"/>
              <a:gd name="connsiteY63" fmla="*/ 104394 h 340804"/>
              <a:gd name="connsiteX64" fmla="*/ 196196 w 326146"/>
              <a:gd name="connsiteY64" fmla="*/ 87916 h 34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26146" h="340804">
                <a:moveTo>
                  <a:pt x="326147" y="278321"/>
                </a:moveTo>
                <a:lnTo>
                  <a:pt x="326147" y="333756"/>
                </a:lnTo>
                <a:cubicBezTo>
                  <a:pt x="326147" y="335852"/>
                  <a:pt x="325388" y="337375"/>
                  <a:pt x="324249" y="338519"/>
                </a:cubicBezTo>
                <a:cubicBezTo>
                  <a:pt x="324060" y="338900"/>
                  <a:pt x="323965" y="339281"/>
                  <a:pt x="323680" y="339662"/>
                </a:cubicBezTo>
                <a:cubicBezTo>
                  <a:pt x="322447" y="340805"/>
                  <a:pt x="320076" y="340805"/>
                  <a:pt x="318843" y="340805"/>
                </a:cubicBezTo>
                <a:lnTo>
                  <a:pt x="260887" y="340805"/>
                </a:lnTo>
                <a:cubicBezTo>
                  <a:pt x="257282" y="340805"/>
                  <a:pt x="253678" y="338423"/>
                  <a:pt x="253678" y="333756"/>
                </a:cubicBezTo>
                <a:cubicBezTo>
                  <a:pt x="253678" y="330232"/>
                  <a:pt x="257282" y="326708"/>
                  <a:pt x="260887" y="326708"/>
                </a:cubicBezTo>
                <a:lnTo>
                  <a:pt x="299587" y="326708"/>
                </a:lnTo>
                <a:cubicBezTo>
                  <a:pt x="239326" y="272415"/>
                  <a:pt x="209162" y="245269"/>
                  <a:pt x="209096" y="245269"/>
                </a:cubicBezTo>
                <a:lnTo>
                  <a:pt x="141559" y="297180"/>
                </a:lnTo>
                <a:cubicBezTo>
                  <a:pt x="139188" y="299561"/>
                  <a:pt x="135489" y="299561"/>
                  <a:pt x="133117" y="297180"/>
                </a:cubicBezTo>
                <a:lnTo>
                  <a:pt x="2882" y="183833"/>
                </a:lnTo>
                <a:cubicBezTo>
                  <a:pt x="-723" y="181451"/>
                  <a:pt x="-723" y="176784"/>
                  <a:pt x="1648" y="174403"/>
                </a:cubicBezTo>
                <a:cubicBezTo>
                  <a:pt x="4020" y="170879"/>
                  <a:pt x="8857" y="170879"/>
                  <a:pt x="12462" y="173260"/>
                </a:cubicBezTo>
                <a:lnTo>
                  <a:pt x="137860" y="283083"/>
                </a:lnTo>
                <a:lnTo>
                  <a:pt x="205397" y="229934"/>
                </a:lnTo>
                <a:cubicBezTo>
                  <a:pt x="207768" y="227552"/>
                  <a:pt x="212605" y="227552"/>
                  <a:pt x="215072" y="229934"/>
                </a:cubicBezTo>
                <a:cubicBezTo>
                  <a:pt x="271415" y="281464"/>
                  <a:pt x="298449" y="306134"/>
                  <a:pt x="311539" y="318040"/>
                </a:cubicBezTo>
                <a:lnTo>
                  <a:pt x="311539" y="278416"/>
                </a:lnTo>
                <a:cubicBezTo>
                  <a:pt x="311539" y="273653"/>
                  <a:pt x="313910" y="271367"/>
                  <a:pt x="318748" y="271367"/>
                </a:cubicBezTo>
                <a:cubicBezTo>
                  <a:pt x="322352" y="271367"/>
                  <a:pt x="325957" y="273748"/>
                  <a:pt x="325957" y="278416"/>
                </a:cubicBezTo>
                <a:close/>
                <a:moveTo>
                  <a:pt x="109593" y="221361"/>
                </a:moveTo>
                <a:cubicBezTo>
                  <a:pt x="111965" y="221361"/>
                  <a:pt x="113198" y="221361"/>
                  <a:pt x="115569" y="220218"/>
                </a:cubicBezTo>
                <a:cubicBezTo>
                  <a:pt x="117940" y="216694"/>
                  <a:pt x="117940" y="211931"/>
                  <a:pt x="114336" y="209550"/>
                </a:cubicBezTo>
                <a:cubicBezTo>
                  <a:pt x="92709" y="188214"/>
                  <a:pt x="80662" y="158687"/>
                  <a:pt x="80662" y="127825"/>
                </a:cubicBezTo>
                <a:cubicBezTo>
                  <a:pt x="80662" y="66294"/>
                  <a:pt x="132358" y="14192"/>
                  <a:pt x="196101" y="14192"/>
                </a:cubicBezTo>
                <a:cubicBezTo>
                  <a:pt x="259843" y="14192"/>
                  <a:pt x="311539" y="66294"/>
                  <a:pt x="311539" y="127825"/>
                </a:cubicBezTo>
                <a:cubicBezTo>
                  <a:pt x="311539" y="158591"/>
                  <a:pt x="299492" y="186976"/>
                  <a:pt x="277865" y="208312"/>
                </a:cubicBezTo>
                <a:cubicBezTo>
                  <a:pt x="274261" y="211836"/>
                  <a:pt x="274261" y="215456"/>
                  <a:pt x="277865" y="218980"/>
                </a:cubicBezTo>
                <a:cubicBezTo>
                  <a:pt x="280237" y="221361"/>
                  <a:pt x="285075" y="221361"/>
                  <a:pt x="287446" y="218980"/>
                </a:cubicBezTo>
                <a:cubicBezTo>
                  <a:pt x="311539" y="194120"/>
                  <a:pt x="325957" y="162116"/>
                  <a:pt x="325957" y="127825"/>
                </a:cubicBezTo>
                <a:cubicBezTo>
                  <a:pt x="325957" y="58007"/>
                  <a:pt x="267052" y="0"/>
                  <a:pt x="196006" y="0"/>
                </a:cubicBezTo>
                <a:cubicBezTo>
                  <a:pt x="124960" y="0"/>
                  <a:pt x="66055" y="58007"/>
                  <a:pt x="66055" y="127825"/>
                </a:cubicBezTo>
                <a:cubicBezTo>
                  <a:pt x="66055" y="163354"/>
                  <a:pt x="79240" y="195263"/>
                  <a:pt x="104566" y="220123"/>
                </a:cubicBezTo>
                <a:cubicBezTo>
                  <a:pt x="105799" y="221266"/>
                  <a:pt x="108170" y="221266"/>
                  <a:pt x="109403" y="221266"/>
                </a:cubicBezTo>
                <a:close/>
                <a:moveTo>
                  <a:pt x="196101" y="87725"/>
                </a:moveTo>
                <a:cubicBezTo>
                  <a:pt x="196101" y="87725"/>
                  <a:pt x="196101" y="87725"/>
                  <a:pt x="196196" y="87725"/>
                </a:cubicBezTo>
                <a:cubicBezTo>
                  <a:pt x="196196" y="87725"/>
                  <a:pt x="196385" y="87725"/>
                  <a:pt x="196385" y="87725"/>
                </a:cubicBezTo>
                <a:cubicBezTo>
                  <a:pt x="206060" y="87725"/>
                  <a:pt x="213269" y="94774"/>
                  <a:pt x="213269" y="104299"/>
                </a:cubicBezTo>
                <a:cubicBezTo>
                  <a:pt x="213269" y="107823"/>
                  <a:pt x="216874" y="111347"/>
                  <a:pt x="220478" y="111347"/>
                </a:cubicBezTo>
                <a:cubicBezTo>
                  <a:pt x="224083" y="111347"/>
                  <a:pt x="227687" y="107823"/>
                  <a:pt x="227687" y="104299"/>
                </a:cubicBezTo>
                <a:cubicBezTo>
                  <a:pt x="227687" y="90106"/>
                  <a:pt x="216969" y="77629"/>
                  <a:pt x="203310" y="74390"/>
                </a:cubicBezTo>
                <a:lnTo>
                  <a:pt x="203310" y="64008"/>
                </a:lnTo>
                <a:cubicBezTo>
                  <a:pt x="203310" y="60484"/>
                  <a:pt x="199800" y="56864"/>
                  <a:pt x="196196" y="56864"/>
                </a:cubicBezTo>
                <a:cubicBezTo>
                  <a:pt x="191453" y="56864"/>
                  <a:pt x="189081" y="60389"/>
                  <a:pt x="189081" y="64008"/>
                </a:cubicBezTo>
                <a:lnTo>
                  <a:pt x="189081" y="74390"/>
                </a:lnTo>
                <a:cubicBezTo>
                  <a:pt x="174569" y="77629"/>
                  <a:pt x="163850" y="90011"/>
                  <a:pt x="163850" y="104299"/>
                </a:cubicBezTo>
                <a:cubicBezTo>
                  <a:pt x="163850" y="122015"/>
                  <a:pt x="178268" y="135065"/>
                  <a:pt x="196385" y="135065"/>
                </a:cubicBezTo>
                <a:cubicBezTo>
                  <a:pt x="206060" y="135065"/>
                  <a:pt x="213269" y="143351"/>
                  <a:pt x="213269" y="152781"/>
                </a:cubicBezTo>
                <a:cubicBezTo>
                  <a:pt x="213269" y="162211"/>
                  <a:pt x="206060" y="169354"/>
                  <a:pt x="196385" y="169354"/>
                </a:cubicBezTo>
                <a:cubicBezTo>
                  <a:pt x="196385" y="169354"/>
                  <a:pt x="196290" y="169354"/>
                  <a:pt x="196196" y="169354"/>
                </a:cubicBezTo>
                <a:cubicBezTo>
                  <a:pt x="196196" y="169354"/>
                  <a:pt x="196196" y="169354"/>
                  <a:pt x="196101" y="169354"/>
                </a:cubicBezTo>
                <a:cubicBezTo>
                  <a:pt x="186615" y="169164"/>
                  <a:pt x="178363" y="162211"/>
                  <a:pt x="178363" y="152876"/>
                </a:cubicBezTo>
                <a:cubicBezTo>
                  <a:pt x="178363" y="149352"/>
                  <a:pt x="175992" y="145828"/>
                  <a:pt x="171154" y="145828"/>
                </a:cubicBezTo>
                <a:cubicBezTo>
                  <a:pt x="167549" y="145828"/>
                  <a:pt x="163945" y="149352"/>
                  <a:pt x="163945" y="152876"/>
                </a:cubicBezTo>
                <a:cubicBezTo>
                  <a:pt x="163945" y="167069"/>
                  <a:pt x="174664" y="179546"/>
                  <a:pt x="189176" y="182785"/>
                </a:cubicBezTo>
                <a:lnTo>
                  <a:pt x="189176" y="193167"/>
                </a:lnTo>
                <a:cubicBezTo>
                  <a:pt x="189176" y="196691"/>
                  <a:pt x="191548" y="200311"/>
                  <a:pt x="196290" y="200311"/>
                </a:cubicBezTo>
                <a:cubicBezTo>
                  <a:pt x="199800" y="200311"/>
                  <a:pt x="203405" y="196787"/>
                  <a:pt x="203405" y="193167"/>
                </a:cubicBezTo>
                <a:lnTo>
                  <a:pt x="203405" y="182785"/>
                </a:lnTo>
                <a:cubicBezTo>
                  <a:pt x="217158" y="179546"/>
                  <a:pt x="227782" y="167164"/>
                  <a:pt x="227782" y="152876"/>
                </a:cubicBezTo>
                <a:cubicBezTo>
                  <a:pt x="227782" y="135160"/>
                  <a:pt x="213364" y="120968"/>
                  <a:pt x="196480" y="120968"/>
                </a:cubicBezTo>
                <a:cubicBezTo>
                  <a:pt x="186900" y="120968"/>
                  <a:pt x="178458" y="113919"/>
                  <a:pt x="178458" y="104394"/>
                </a:cubicBezTo>
                <a:cubicBezTo>
                  <a:pt x="178458" y="94869"/>
                  <a:pt x="186710" y="88011"/>
                  <a:pt x="196196" y="8791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2" name="Graphic 327">
            <a:extLst>
              <a:ext uri="{FF2B5EF4-FFF2-40B4-BE49-F238E27FC236}">
                <a16:creationId xmlns:a16="http://schemas.microsoft.com/office/drawing/2014/main" id="{74A79972-429F-2CDC-FF9F-EBCEC44FFF9E}"/>
              </a:ext>
            </a:extLst>
          </p:cNvPr>
          <p:cNvSpPr/>
          <p:nvPr/>
        </p:nvSpPr>
        <p:spPr>
          <a:xfrm>
            <a:off x="2971893" y="5573811"/>
            <a:ext cx="433890" cy="453391"/>
          </a:xfrm>
          <a:custGeom>
            <a:avLst/>
            <a:gdLst>
              <a:gd name="connsiteX0" fmla="*/ 326147 w 326146"/>
              <a:gd name="connsiteY0" fmla="*/ 278321 h 340804"/>
              <a:gd name="connsiteX1" fmla="*/ 326147 w 326146"/>
              <a:gd name="connsiteY1" fmla="*/ 333756 h 340804"/>
              <a:gd name="connsiteX2" fmla="*/ 324249 w 326146"/>
              <a:gd name="connsiteY2" fmla="*/ 338519 h 340804"/>
              <a:gd name="connsiteX3" fmla="*/ 323680 w 326146"/>
              <a:gd name="connsiteY3" fmla="*/ 339662 h 340804"/>
              <a:gd name="connsiteX4" fmla="*/ 318843 w 326146"/>
              <a:gd name="connsiteY4" fmla="*/ 340805 h 340804"/>
              <a:gd name="connsiteX5" fmla="*/ 260887 w 326146"/>
              <a:gd name="connsiteY5" fmla="*/ 340805 h 340804"/>
              <a:gd name="connsiteX6" fmla="*/ 253678 w 326146"/>
              <a:gd name="connsiteY6" fmla="*/ 333756 h 340804"/>
              <a:gd name="connsiteX7" fmla="*/ 260887 w 326146"/>
              <a:gd name="connsiteY7" fmla="*/ 326708 h 340804"/>
              <a:gd name="connsiteX8" fmla="*/ 299587 w 326146"/>
              <a:gd name="connsiteY8" fmla="*/ 326708 h 340804"/>
              <a:gd name="connsiteX9" fmla="*/ 209096 w 326146"/>
              <a:gd name="connsiteY9" fmla="*/ 245269 h 340804"/>
              <a:gd name="connsiteX10" fmla="*/ 141559 w 326146"/>
              <a:gd name="connsiteY10" fmla="*/ 297180 h 340804"/>
              <a:gd name="connsiteX11" fmla="*/ 133117 w 326146"/>
              <a:gd name="connsiteY11" fmla="*/ 297180 h 340804"/>
              <a:gd name="connsiteX12" fmla="*/ 2882 w 326146"/>
              <a:gd name="connsiteY12" fmla="*/ 183833 h 340804"/>
              <a:gd name="connsiteX13" fmla="*/ 1648 w 326146"/>
              <a:gd name="connsiteY13" fmla="*/ 174403 h 340804"/>
              <a:gd name="connsiteX14" fmla="*/ 12462 w 326146"/>
              <a:gd name="connsiteY14" fmla="*/ 173260 h 340804"/>
              <a:gd name="connsiteX15" fmla="*/ 137860 w 326146"/>
              <a:gd name="connsiteY15" fmla="*/ 283083 h 340804"/>
              <a:gd name="connsiteX16" fmla="*/ 205397 w 326146"/>
              <a:gd name="connsiteY16" fmla="*/ 229934 h 340804"/>
              <a:gd name="connsiteX17" fmla="*/ 215072 w 326146"/>
              <a:gd name="connsiteY17" fmla="*/ 229934 h 340804"/>
              <a:gd name="connsiteX18" fmla="*/ 311539 w 326146"/>
              <a:gd name="connsiteY18" fmla="*/ 318040 h 340804"/>
              <a:gd name="connsiteX19" fmla="*/ 311539 w 326146"/>
              <a:gd name="connsiteY19" fmla="*/ 278416 h 340804"/>
              <a:gd name="connsiteX20" fmla="*/ 318748 w 326146"/>
              <a:gd name="connsiteY20" fmla="*/ 271367 h 340804"/>
              <a:gd name="connsiteX21" fmla="*/ 325957 w 326146"/>
              <a:gd name="connsiteY21" fmla="*/ 278416 h 340804"/>
              <a:gd name="connsiteX22" fmla="*/ 109593 w 326146"/>
              <a:gd name="connsiteY22" fmla="*/ 221361 h 340804"/>
              <a:gd name="connsiteX23" fmla="*/ 115569 w 326146"/>
              <a:gd name="connsiteY23" fmla="*/ 220218 h 340804"/>
              <a:gd name="connsiteX24" fmla="*/ 114336 w 326146"/>
              <a:gd name="connsiteY24" fmla="*/ 209550 h 340804"/>
              <a:gd name="connsiteX25" fmla="*/ 80662 w 326146"/>
              <a:gd name="connsiteY25" fmla="*/ 127825 h 340804"/>
              <a:gd name="connsiteX26" fmla="*/ 196101 w 326146"/>
              <a:gd name="connsiteY26" fmla="*/ 14192 h 340804"/>
              <a:gd name="connsiteX27" fmla="*/ 311539 w 326146"/>
              <a:gd name="connsiteY27" fmla="*/ 127825 h 340804"/>
              <a:gd name="connsiteX28" fmla="*/ 277865 w 326146"/>
              <a:gd name="connsiteY28" fmla="*/ 208312 h 340804"/>
              <a:gd name="connsiteX29" fmla="*/ 277865 w 326146"/>
              <a:gd name="connsiteY29" fmla="*/ 218980 h 340804"/>
              <a:gd name="connsiteX30" fmla="*/ 287446 w 326146"/>
              <a:gd name="connsiteY30" fmla="*/ 218980 h 340804"/>
              <a:gd name="connsiteX31" fmla="*/ 325957 w 326146"/>
              <a:gd name="connsiteY31" fmla="*/ 127825 h 340804"/>
              <a:gd name="connsiteX32" fmla="*/ 196006 w 326146"/>
              <a:gd name="connsiteY32" fmla="*/ 0 h 340804"/>
              <a:gd name="connsiteX33" fmla="*/ 66055 w 326146"/>
              <a:gd name="connsiteY33" fmla="*/ 127825 h 340804"/>
              <a:gd name="connsiteX34" fmla="*/ 104566 w 326146"/>
              <a:gd name="connsiteY34" fmla="*/ 220123 h 340804"/>
              <a:gd name="connsiteX35" fmla="*/ 109403 w 326146"/>
              <a:gd name="connsiteY35" fmla="*/ 221266 h 340804"/>
              <a:gd name="connsiteX36" fmla="*/ 196101 w 326146"/>
              <a:gd name="connsiteY36" fmla="*/ 87725 h 340804"/>
              <a:gd name="connsiteX37" fmla="*/ 196196 w 326146"/>
              <a:gd name="connsiteY37" fmla="*/ 87725 h 340804"/>
              <a:gd name="connsiteX38" fmla="*/ 196385 w 326146"/>
              <a:gd name="connsiteY38" fmla="*/ 87725 h 340804"/>
              <a:gd name="connsiteX39" fmla="*/ 213269 w 326146"/>
              <a:gd name="connsiteY39" fmla="*/ 104299 h 340804"/>
              <a:gd name="connsiteX40" fmla="*/ 220478 w 326146"/>
              <a:gd name="connsiteY40" fmla="*/ 111347 h 340804"/>
              <a:gd name="connsiteX41" fmla="*/ 227687 w 326146"/>
              <a:gd name="connsiteY41" fmla="*/ 104299 h 340804"/>
              <a:gd name="connsiteX42" fmla="*/ 203310 w 326146"/>
              <a:gd name="connsiteY42" fmla="*/ 74390 h 340804"/>
              <a:gd name="connsiteX43" fmla="*/ 203310 w 326146"/>
              <a:gd name="connsiteY43" fmla="*/ 64008 h 340804"/>
              <a:gd name="connsiteX44" fmla="*/ 196196 w 326146"/>
              <a:gd name="connsiteY44" fmla="*/ 56864 h 340804"/>
              <a:gd name="connsiteX45" fmla="*/ 189081 w 326146"/>
              <a:gd name="connsiteY45" fmla="*/ 64008 h 340804"/>
              <a:gd name="connsiteX46" fmla="*/ 189081 w 326146"/>
              <a:gd name="connsiteY46" fmla="*/ 74390 h 340804"/>
              <a:gd name="connsiteX47" fmla="*/ 163850 w 326146"/>
              <a:gd name="connsiteY47" fmla="*/ 104299 h 340804"/>
              <a:gd name="connsiteX48" fmla="*/ 196385 w 326146"/>
              <a:gd name="connsiteY48" fmla="*/ 135065 h 340804"/>
              <a:gd name="connsiteX49" fmla="*/ 213269 w 326146"/>
              <a:gd name="connsiteY49" fmla="*/ 152781 h 340804"/>
              <a:gd name="connsiteX50" fmla="*/ 196385 w 326146"/>
              <a:gd name="connsiteY50" fmla="*/ 169354 h 340804"/>
              <a:gd name="connsiteX51" fmla="*/ 196196 w 326146"/>
              <a:gd name="connsiteY51" fmla="*/ 169354 h 340804"/>
              <a:gd name="connsiteX52" fmla="*/ 196101 w 326146"/>
              <a:gd name="connsiteY52" fmla="*/ 169354 h 340804"/>
              <a:gd name="connsiteX53" fmla="*/ 178363 w 326146"/>
              <a:gd name="connsiteY53" fmla="*/ 152876 h 340804"/>
              <a:gd name="connsiteX54" fmla="*/ 171154 w 326146"/>
              <a:gd name="connsiteY54" fmla="*/ 145828 h 340804"/>
              <a:gd name="connsiteX55" fmla="*/ 163945 w 326146"/>
              <a:gd name="connsiteY55" fmla="*/ 152876 h 340804"/>
              <a:gd name="connsiteX56" fmla="*/ 189176 w 326146"/>
              <a:gd name="connsiteY56" fmla="*/ 182785 h 340804"/>
              <a:gd name="connsiteX57" fmla="*/ 189176 w 326146"/>
              <a:gd name="connsiteY57" fmla="*/ 193167 h 340804"/>
              <a:gd name="connsiteX58" fmla="*/ 196290 w 326146"/>
              <a:gd name="connsiteY58" fmla="*/ 200311 h 340804"/>
              <a:gd name="connsiteX59" fmla="*/ 203405 w 326146"/>
              <a:gd name="connsiteY59" fmla="*/ 193167 h 340804"/>
              <a:gd name="connsiteX60" fmla="*/ 203405 w 326146"/>
              <a:gd name="connsiteY60" fmla="*/ 182785 h 340804"/>
              <a:gd name="connsiteX61" fmla="*/ 227782 w 326146"/>
              <a:gd name="connsiteY61" fmla="*/ 152876 h 340804"/>
              <a:gd name="connsiteX62" fmla="*/ 196480 w 326146"/>
              <a:gd name="connsiteY62" fmla="*/ 120968 h 340804"/>
              <a:gd name="connsiteX63" fmla="*/ 178458 w 326146"/>
              <a:gd name="connsiteY63" fmla="*/ 104394 h 340804"/>
              <a:gd name="connsiteX64" fmla="*/ 196196 w 326146"/>
              <a:gd name="connsiteY64" fmla="*/ 87916 h 34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26146" h="340804">
                <a:moveTo>
                  <a:pt x="326147" y="278321"/>
                </a:moveTo>
                <a:lnTo>
                  <a:pt x="326147" y="333756"/>
                </a:lnTo>
                <a:cubicBezTo>
                  <a:pt x="326147" y="335852"/>
                  <a:pt x="325388" y="337375"/>
                  <a:pt x="324249" y="338519"/>
                </a:cubicBezTo>
                <a:cubicBezTo>
                  <a:pt x="324060" y="338900"/>
                  <a:pt x="323965" y="339281"/>
                  <a:pt x="323680" y="339662"/>
                </a:cubicBezTo>
                <a:cubicBezTo>
                  <a:pt x="322447" y="340805"/>
                  <a:pt x="320076" y="340805"/>
                  <a:pt x="318843" y="340805"/>
                </a:cubicBezTo>
                <a:lnTo>
                  <a:pt x="260887" y="340805"/>
                </a:lnTo>
                <a:cubicBezTo>
                  <a:pt x="257282" y="340805"/>
                  <a:pt x="253678" y="338423"/>
                  <a:pt x="253678" y="333756"/>
                </a:cubicBezTo>
                <a:cubicBezTo>
                  <a:pt x="253678" y="330232"/>
                  <a:pt x="257282" y="326708"/>
                  <a:pt x="260887" y="326708"/>
                </a:cubicBezTo>
                <a:lnTo>
                  <a:pt x="299587" y="326708"/>
                </a:lnTo>
                <a:cubicBezTo>
                  <a:pt x="239326" y="272415"/>
                  <a:pt x="209162" y="245269"/>
                  <a:pt x="209096" y="245269"/>
                </a:cubicBezTo>
                <a:lnTo>
                  <a:pt x="141559" y="297180"/>
                </a:lnTo>
                <a:cubicBezTo>
                  <a:pt x="139188" y="299561"/>
                  <a:pt x="135489" y="299561"/>
                  <a:pt x="133117" y="297180"/>
                </a:cubicBezTo>
                <a:lnTo>
                  <a:pt x="2882" y="183833"/>
                </a:lnTo>
                <a:cubicBezTo>
                  <a:pt x="-723" y="181451"/>
                  <a:pt x="-723" y="176784"/>
                  <a:pt x="1648" y="174403"/>
                </a:cubicBezTo>
                <a:cubicBezTo>
                  <a:pt x="4020" y="170879"/>
                  <a:pt x="8857" y="170879"/>
                  <a:pt x="12462" y="173260"/>
                </a:cubicBezTo>
                <a:lnTo>
                  <a:pt x="137860" y="283083"/>
                </a:lnTo>
                <a:lnTo>
                  <a:pt x="205397" y="229934"/>
                </a:lnTo>
                <a:cubicBezTo>
                  <a:pt x="207768" y="227552"/>
                  <a:pt x="212605" y="227552"/>
                  <a:pt x="215072" y="229934"/>
                </a:cubicBezTo>
                <a:cubicBezTo>
                  <a:pt x="271415" y="281464"/>
                  <a:pt x="298449" y="306134"/>
                  <a:pt x="311539" y="318040"/>
                </a:cubicBezTo>
                <a:lnTo>
                  <a:pt x="311539" y="278416"/>
                </a:lnTo>
                <a:cubicBezTo>
                  <a:pt x="311539" y="273653"/>
                  <a:pt x="313910" y="271367"/>
                  <a:pt x="318748" y="271367"/>
                </a:cubicBezTo>
                <a:cubicBezTo>
                  <a:pt x="322352" y="271367"/>
                  <a:pt x="325957" y="273748"/>
                  <a:pt x="325957" y="278416"/>
                </a:cubicBezTo>
                <a:close/>
                <a:moveTo>
                  <a:pt x="109593" y="221361"/>
                </a:moveTo>
                <a:cubicBezTo>
                  <a:pt x="111965" y="221361"/>
                  <a:pt x="113198" y="221361"/>
                  <a:pt x="115569" y="220218"/>
                </a:cubicBezTo>
                <a:cubicBezTo>
                  <a:pt x="117940" y="216694"/>
                  <a:pt x="117940" y="211931"/>
                  <a:pt x="114336" y="209550"/>
                </a:cubicBezTo>
                <a:cubicBezTo>
                  <a:pt x="92709" y="188214"/>
                  <a:pt x="80662" y="158687"/>
                  <a:pt x="80662" y="127825"/>
                </a:cubicBezTo>
                <a:cubicBezTo>
                  <a:pt x="80662" y="66294"/>
                  <a:pt x="132358" y="14192"/>
                  <a:pt x="196101" y="14192"/>
                </a:cubicBezTo>
                <a:cubicBezTo>
                  <a:pt x="259843" y="14192"/>
                  <a:pt x="311539" y="66294"/>
                  <a:pt x="311539" y="127825"/>
                </a:cubicBezTo>
                <a:cubicBezTo>
                  <a:pt x="311539" y="158591"/>
                  <a:pt x="299492" y="186976"/>
                  <a:pt x="277865" y="208312"/>
                </a:cubicBezTo>
                <a:cubicBezTo>
                  <a:pt x="274261" y="211836"/>
                  <a:pt x="274261" y="215456"/>
                  <a:pt x="277865" y="218980"/>
                </a:cubicBezTo>
                <a:cubicBezTo>
                  <a:pt x="280237" y="221361"/>
                  <a:pt x="285075" y="221361"/>
                  <a:pt x="287446" y="218980"/>
                </a:cubicBezTo>
                <a:cubicBezTo>
                  <a:pt x="311539" y="194120"/>
                  <a:pt x="325957" y="162116"/>
                  <a:pt x="325957" y="127825"/>
                </a:cubicBezTo>
                <a:cubicBezTo>
                  <a:pt x="325957" y="58007"/>
                  <a:pt x="267052" y="0"/>
                  <a:pt x="196006" y="0"/>
                </a:cubicBezTo>
                <a:cubicBezTo>
                  <a:pt x="124960" y="0"/>
                  <a:pt x="66055" y="58007"/>
                  <a:pt x="66055" y="127825"/>
                </a:cubicBezTo>
                <a:cubicBezTo>
                  <a:pt x="66055" y="163354"/>
                  <a:pt x="79240" y="195263"/>
                  <a:pt x="104566" y="220123"/>
                </a:cubicBezTo>
                <a:cubicBezTo>
                  <a:pt x="105799" y="221266"/>
                  <a:pt x="108170" y="221266"/>
                  <a:pt x="109403" y="221266"/>
                </a:cubicBezTo>
                <a:close/>
                <a:moveTo>
                  <a:pt x="196101" y="87725"/>
                </a:moveTo>
                <a:cubicBezTo>
                  <a:pt x="196101" y="87725"/>
                  <a:pt x="196101" y="87725"/>
                  <a:pt x="196196" y="87725"/>
                </a:cubicBezTo>
                <a:cubicBezTo>
                  <a:pt x="196196" y="87725"/>
                  <a:pt x="196385" y="87725"/>
                  <a:pt x="196385" y="87725"/>
                </a:cubicBezTo>
                <a:cubicBezTo>
                  <a:pt x="206060" y="87725"/>
                  <a:pt x="213269" y="94774"/>
                  <a:pt x="213269" y="104299"/>
                </a:cubicBezTo>
                <a:cubicBezTo>
                  <a:pt x="213269" y="107823"/>
                  <a:pt x="216874" y="111347"/>
                  <a:pt x="220478" y="111347"/>
                </a:cubicBezTo>
                <a:cubicBezTo>
                  <a:pt x="224083" y="111347"/>
                  <a:pt x="227687" y="107823"/>
                  <a:pt x="227687" y="104299"/>
                </a:cubicBezTo>
                <a:cubicBezTo>
                  <a:pt x="227687" y="90106"/>
                  <a:pt x="216969" y="77629"/>
                  <a:pt x="203310" y="74390"/>
                </a:cubicBezTo>
                <a:lnTo>
                  <a:pt x="203310" y="64008"/>
                </a:lnTo>
                <a:cubicBezTo>
                  <a:pt x="203310" y="60484"/>
                  <a:pt x="199800" y="56864"/>
                  <a:pt x="196196" y="56864"/>
                </a:cubicBezTo>
                <a:cubicBezTo>
                  <a:pt x="191453" y="56864"/>
                  <a:pt x="189081" y="60389"/>
                  <a:pt x="189081" y="64008"/>
                </a:cubicBezTo>
                <a:lnTo>
                  <a:pt x="189081" y="74390"/>
                </a:lnTo>
                <a:cubicBezTo>
                  <a:pt x="174569" y="77629"/>
                  <a:pt x="163850" y="90011"/>
                  <a:pt x="163850" y="104299"/>
                </a:cubicBezTo>
                <a:cubicBezTo>
                  <a:pt x="163850" y="122015"/>
                  <a:pt x="178268" y="135065"/>
                  <a:pt x="196385" y="135065"/>
                </a:cubicBezTo>
                <a:cubicBezTo>
                  <a:pt x="206060" y="135065"/>
                  <a:pt x="213269" y="143351"/>
                  <a:pt x="213269" y="152781"/>
                </a:cubicBezTo>
                <a:cubicBezTo>
                  <a:pt x="213269" y="162211"/>
                  <a:pt x="206060" y="169354"/>
                  <a:pt x="196385" y="169354"/>
                </a:cubicBezTo>
                <a:cubicBezTo>
                  <a:pt x="196385" y="169354"/>
                  <a:pt x="196290" y="169354"/>
                  <a:pt x="196196" y="169354"/>
                </a:cubicBezTo>
                <a:cubicBezTo>
                  <a:pt x="196196" y="169354"/>
                  <a:pt x="196196" y="169354"/>
                  <a:pt x="196101" y="169354"/>
                </a:cubicBezTo>
                <a:cubicBezTo>
                  <a:pt x="186615" y="169164"/>
                  <a:pt x="178363" y="162211"/>
                  <a:pt x="178363" y="152876"/>
                </a:cubicBezTo>
                <a:cubicBezTo>
                  <a:pt x="178363" y="149352"/>
                  <a:pt x="175992" y="145828"/>
                  <a:pt x="171154" y="145828"/>
                </a:cubicBezTo>
                <a:cubicBezTo>
                  <a:pt x="167549" y="145828"/>
                  <a:pt x="163945" y="149352"/>
                  <a:pt x="163945" y="152876"/>
                </a:cubicBezTo>
                <a:cubicBezTo>
                  <a:pt x="163945" y="167069"/>
                  <a:pt x="174664" y="179546"/>
                  <a:pt x="189176" y="182785"/>
                </a:cubicBezTo>
                <a:lnTo>
                  <a:pt x="189176" y="193167"/>
                </a:lnTo>
                <a:cubicBezTo>
                  <a:pt x="189176" y="196691"/>
                  <a:pt x="191548" y="200311"/>
                  <a:pt x="196290" y="200311"/>
                </a:cubicBezTo>
                <a:cubicBezTo>
                  <a:pt x="199800" y="200311"/>
                  <a:pt x="203405" y="196787"/>
                  <a:pt x="203405" y="193167"/>
                </a:cubicBezTo>
                <a:lnTo>
                  <a:pt x="203405" y="182785"/>
                </a:lnTo>
                <a:cubicBezTo>
                  <a:pt x="217158" y="179546"/>
                  <a:pt x="227782" y="167164"/>
                  <a:pt x="227782" y="152876"/>
                </a:cubicBezTo>
                <a:cubicBezTo>
                  <a:pt x="227782" y="135160"/>
                  <a:pt x="213364" y="120968"/>
                  <a:pt x="196480" y="120968"/>
                </a:cubicBezTo>
                <a:cubicBezTo>
                  <a:pt x="186900" y="120968"/>
                  <a:pt x="178458" y="113919"/>
                  <a:pt x="178458" y="104394"/>
                </a:cubicBezTo>
                <a:cubicBezTo>
                  <a:pt x="178458" y="94869"/>
                  <a:pt x="186710" y="88011"/>
                  <a:pt x="196196" y="8791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5" name="Graphic 333">
            <a:extLst>
              <a:ext uri="{FF2B5EF4-FFF2-40B4-BE49-F238E27FC236}">
                <a16:creationId xmlns:a16="http://schemas.microsoft.com/office/drawing/2014/main" id="{4B928FA3-3039-0938-71D0-FB1269860672}"/>
              </a:ext>
            </a:extLst>
          </p:cNvPr>
          <p:cNvSpPr/>
          <p:nvPr/>
        </p:nvSpPr>
        <p:spPr>
          <a:xfrm>
            <a:off x="3831457" y="4910448"/>
            <a:ext cx="465455" cy="456800"/>
          </a:xfrm>
          <a:custGeom>
            <a:avLst/>
            <a:gdLst>
              <a:gd name="connsiteX0" fmla="*/ 347358 w 347358"/>
              <a:gd name="connsiteY0" fmla="*/ 178784 h 340899"/>
              <a:gd name="connsiteX1" fmla="*/ 347358 w 347358"/>
              <a:gd name="connsiteY1" fmla="*/ 235744 h 340899"/>
              <a:gd name="connsiteX2" fmla="*/ 340149 w 347358"/>
              <a:gd name="connsiteY2" fmla="*/ 242887 h 340899"/>
              <a:gd name="connsiteX3" fmla="*/ 332940 w 347358"/>
              <a:gd name="connsiteY3" fmla="*/ 235744 h 340899"/>
              <a:gd name="connsiteX4" fmla="*/ 332940 w 347358"/>
              <a:gd name="connsiteY4" fmla="*/ 194882 h 340899"/>
              <a:gd name="connsiteX5" fmla="*/ 236378 w 347358"/>
              <a:gd name="connsiteY5" fmla="*/ 283083 h 340899"/>
              <a:gd name="connsiteX6" fmla="*/ 226703 w 347358"/>
              <a:gd name="connsiteY6" fmla="*/ 283083 h 340899"/>
              <a:gd name="connsiteX7" fmla="*/ 159166 w 347358"/>
              <a:gd name="connsiteY7" fmla="*/ 229934 h 340899"/>
              <a:gd name="connsiteX8" fmla="*/ 33768 w 347358"/>
              <a:gd name="connsiteY8" fmla="*/ 339757 h 340899"/>
              <a:gd name="connsiteX9" fmla="*/ 28931 w 347358"/>
              <a:gd name="connsiteY9" fmla="*/ 340900 h 340899"/>
              <a:gd name="connsiteX10" fmla="*/ 22860 w 347358"/>
              <a:gd name="connsiteY10" fmla="*/ 338518 h 340899"/>
              <a:gd name="connsiteX11" fmla="*/ 24093 w 347358"/>
              <a:gd name="connsiteY11" fmla="*/ 329089 h 340899"/>
              <a:gd name="connsiteX12" fmla="*/ 154329 w 347358"/>
              <a:gd name="connsiteY12" fmla="*/ 215741 h 340899"/>
              <a:gd name="connsiteX13" fmla="*/ 164004 w 347358"/>
              <a:gd name="connsiteY13" fmla="*/ 215741 h 340899"/>
              <a:gd name="connsiteX14" fmla="*/ 231541 w 347358"/>
              <a:gd name="connsiteY14" fmla="*/ 268891 h 340899"/>
              <a:gd name="connsiteX15" fmla="*/ 321463 w 347358"/>
              <a:gd name="connsiteY15" fmla="*/ 185928 h 340899"/>
              <a:gd name="connsiteX16" fmla="*/ 283616 w 347358"/>
              <a:gd name="connsiteY16" fmla="*/ 185928 h 340899"/>
              <a:gd name="connsiteX17" fmla="*/ 276407 w 347358"/>
              <a:gd name="connsiteY17" fmla="*/ 178784 h 340899"/>
              <a:gd name="connsiteX18" fmla="*/ 283616 w 347358"/>
              <a:gd name="connsiteY18" fmla="*/ 171641 h 340899"/>
              <a:gd name="connsiteX19" fmla="*/ 339580 w 347358"/>
              <a:gd name="connsiteY19" fmla="*/ 171641 h 340899"/>
              <a:gd name="connsiteX20" fmla="*/ 340434 w 347358"/>
              <a:gd name="connsiteY20" fmla="*/ 171641 h 340899"/>
              <a:gd name="connsiteX21" fmla="*/ 347263 w 347358"/>
              <a:gd name="connsiteY21" fmla="*/ 178689 h 340899"/>
              <a:gd name="connsiteX22" fmla="*/ 68865 w 347358"/>
              <a:gd name="connsiteY22" fmla="*/ 241649 h 340899"/>
              <a:gd name="connsiteX23" fmla="*/ 72469 w 347358"/>
              <a:gd name="connsiteY23" fmla="*/ 242792 h 340899"/>
              <a:gd name="connsiteX24" fmla="*/ 78540 w 347358"/>
              <a:gd name="connsiteY24" fmla="*/ 238030 h 340899"/>
              <a:gd name="connsiteX25" fmla="*/ 76168 w 347358"/>
              <a:gd name="connsiteY25" fmla="*/ 228600 h 340899"/>
              <a:gd name="connsiteX26" fmla="*/ 14608 w 347358"/>
              <a:gd name="connsiteY26" fmla="*/ 127921 h 340899"/>
              <a:gd name="connsiteX27" fmla="*/ 130425 w 347358"/>
              <a:gd name="connsiteY27" fmla="*/ 14288 h 340899"/>
              <a:gd name="connsiteX28" fmla="*/ 246243 w 347358"/>
              <a:gd name="connsiteY28" fmla="*/ 127921 h 340899"/>
              <a:gd name="connsiteX29" fmla="*/ 224521 w 347358"/>
              <a:gd name="connsiteY29" fmla="*/ 194215 h 340899"/>
              <a:gd name="connsiteX30" fmla="*/ 226893 w 347358"/>
              <a:gd name="connsiteY30" fmla="*/ 203645 h 340899"/>
              <a:gd name="connsiteX31" fmla="*/ 236568 w 347358"/>
              <a:gd name="connsiteY31" fmla="*/ 202501 h 340899"/>
              <a:gd name="connsiteX32" fmla="*/ 260661 w 347358"/>
              <a:gd name="connsiteY32" fmla="*/ 127921 h 340899"/>
              <a:gd name="connsiteX33" fmla="*/ 130331 w 347358"/>
              <a:gd name="connsiteY33" fmla="*/ 0 h 340899"/>
              <a:gd name="connsiteX34" fmla="*/ 0 w 347358"/>
              <a:gd name="connsiteY34" fmla="*/ 127921 h 340899"/>
              <a:gd name="connsiteX35" fmla="*/ 68770 w 347358"/>
              <a:gd name="connsiteY35" fmla="*/ 241554 h 340899"/>
              <a:gd name="connsiteX36" fmla="*/ 130141 w 347358"/>
              <a:gd name="connsiteY36" fmla="*/ 87820 h 340899"/>
              <a:gd name="connsiteX37" fmla="*/ 130331 w 347358"/>
              <a:gd name="connsiteY37" fmla="*/ 87820 h 340899"/>
              <a:gd name="connsiteX38" fmla="*/ 130425 w 347358"/>
              <a:gd name="connsiteY38" fmla="*/ 87820 h 340899"/>
              <a:gd name="connsiteX39" fmla="*/ 147025 w 347358"/>
              <a:gd name="connsiteY39" fmla="*/ 104299 h 340899"/>
              <a:gd name="connsiteX40" fmla="*/ 154234 w 347358"/>
              <a:gd name="connsiteY40" fmla="*/ 111347 h 340899"/>
              <a:gd name="connsiteX41" fmla="*/ 161443 w 347358"/>
              <a:gd name="connsiteY41" fmla="*/ 104299 h 340899"/>
              <a:gd name="connsiteX42" fmla="*/ 137824 w 347358"/>
              <a:gd name="connsiteY42" fmla="*/ 74676 h 340899"/>
              <a:gd name="connsiteX43" fmla="*/ 137824 w 347358"/>
              <a:gd name="connsiteY43" fmla="*/ 64103 h 340899"/>
              <a:gd name="connsiteX44" fmla="*/ 130331 w 347358"/>
              <a:gd name="connsiteY44" fmla="*/ 56959 h 340899"/>
              <a:gd name="connsiteX45" fmla="*/ 122837 w 347358"/>
              <a:gd name="connsiteY45" fmla="*/ 64103 h 340899"/>
              <a:gd name="connsiteX46" fmla="*/ 122837 w 347358"/>
              <a:gd name="connsiteY46" fmla="*/ 74486 h 340899"/>
              <a:gd name="connsiteX47" fmla="*/ 97606 w 347358"/>
              <a:gd name="connsiteY47" fmla="*/ 104394 h 340899"/>
              <a:gd name="connsiteX48" fmla="*/ 130141 w 347358"/>
              <a:gd name="connsiteY48" fmla="*/ 135160 h 340899"/>
              <a:gd name="connsiteX49" fmla="*/ 147025 w 347358"/>
              <a:gd name="connsiteY49" fmla="*/ 152876 h 340899"/>
              <a:gd name="connsiteX50" fmla="*/ 130425 w 347358"/>
              <a:gd name="connsiteY50" fmla="*/ 169355 h 340899"/>
              <a:gd name="connsiteX51" fmla="*/ 130331 w 347358"/>
              <a:gd name="connsiteY51" fmla="*/ 169355 h 340899"/>
              <a:gd name="connsiteX52" fmla="*/ 130141 w 347358"/>
              <a:gd name="connsiteY52" fmla="*/ 169355 h 340899"/>
              <a:gd name="connsiteX53" fmla="*/ 112118 w 347358"/>
              <a:gd name="connsiteY53" fmla="*/ 152781 h 340899"/>
              <a:gd name="connsiteX54" fmla="*/ 104909 w 347358"/>
              <a:gd name="connsiteY54" fmla="*/ 145733 h 340899"/>
              <a:gd name="connsiteX55" fmla="*/ 97700 w 347358"/>
              <a:gd name="connsiteY55" fmla="*/ 152781 h 340899"/>
              <a:gd name="connsiteX56" fmla="*/ 122932 w 347358"/>
              <a:gd name="connsiteY56" fmla="*/ 182689 h 340899"/>
              <a:gd name="connsiteX57" fmla="*/ 122932 w 347358"/>
              <a:gd name="connsiteY57" fmla="*/ 193072 h 340899"/>
              <a:gd name="connsiteX58" fmla="*/ 130425 w 347358"/>
              <a:gd name="connsiteY58" fmla="*/ 200216 h 340899"/>
              <a:gd name="connsiteX59" fmla="*/ 137919 w 347358"/>
              <a:gd name="connsiteY59" fmla="*/ 193072 h 340899"/>
              <a:gd name="connsiteX60" fmla="*/ 137919 w 347358"/>
              <a:gd name="connsiteY60" fmla="*/ 182499 h 340899"/>
              <a:gd name="connsiteX61" fmla="*/ 161538 w 347358"/>
              <a:gd name="connsiteY61" fmla="*/ 152876 h 340899"/>
              <a:gd name="connsiteX62" fmla="*/ 130236 w 347358"/>
              <a:gd name="connsiteY62" fmla="*/ 120968 h 340899"/>
              <a:gd name="connsiteX63" fmla="*/ 112213 w 347358"/>
              <a:gd name="connsiteY63" fmla="*/ 104394 h 340899"/>
              <a:gd name="connsiteX64" fmla="*/ 130236 w 347358"/>
              <a:gd name="connsiteY64" fmla="*/ 87820 h 340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47358" h="340899">
                <a:moveTo>
                  <a:pt x="347358" y="178784"/>
                </a:moveTo>
                <a:lnTo>
                  <a:pt x="347358" y="235744"/>
                </a:lnTo>
                <a:cubicBezTo>
                  <a:pt x="347358" y="239268"/>
                  <a:pt x="343754" y="242887"/>
                  <a:pt x="340149" y="242887"/>
                </a:cubicBezTo>
                <a:cubicBezTo>
                  <a:pt x="336545" y="242887"/>
                  <a:pt x="332940" y="239363"/>
                  <a:pt x="332940" y="235744"/>
                </a:cubicBezTo>
                <a:lnTo>
                  <a:pt x="332940" y="194882"/>
                </a:lnTo>
                <a:cubicBezTo>
                  <a:pt x="268629" y="253619"/>
                  <a:pt x="236445" y="283019"/>
                  <a:pt x="236378" y="283083"/>
                </a:cubicBezTo>
                <a:cubicBezTo>
                  <a:pt x="234007" y="285464"/>
                  <a:pt x="229169" y="285464"/>
                  <a:pt x="226703" y="283083"/>
                </a:cubicBezTo>
                <a:lnTo>
                  <a:pt x="159166" y="229934"/>
                </a:lnTo>
                <a:lnTo>
                  <a:pt x="33768" y="339757"/>
                </a:lnTo>
                <a:cubicBezTo>
                  <a:pt x="32535" y="340900"/>
                  <a:pt x="30164" y="340900"/>
                  <a:pt x="28931" y="340900"/>
                </a:cubicBezTo>
                <a:cubicBezTo>
                  <a:pt x="26559" y="340900"/>
                  <a:pt x="25326" y="340900"/>
                  <a:pt x="22860" y="338518"/>
                </a:cubicBezTo>
                <a:cubicBezTo>
                  <a:pt x="20489" y="336137"/>
                  <a:pt x="20489" y="331470"/>
                  <a:pt x="24093" y="329089"/>
                </a:cubicBezTo>
                <a:lnTo>
                  <a:pt x="154329" y="215741"/>
                </a:lnTo>
                <a:cubicBezTo>
                  <a:pt x="156700" y="213360"/>
                  <a:pt x="160399" y="213360"/>
                  <a:pt x="164004" y="215741"/>
                </a:cubicBezTo>
                <a:lnTo>
                  <a:pt x="231541" y="268891"/>
                </a:lnTo>
                <a:cubicBezTo>
                  <a:pt x="282383" y="221933"/>
                  <a:pt x="308278" y="198120"/>
                  <a:pt x="321463" y="185928"/>
                </a:cubicBezTo>
                <a:lnTo>
                  <a:pt x="283616" y="185928"/>
                </a:lnTo>
                <a:cubicBezTo>
                  <a:pt x="278778" y="185928"/>
                  <a:pt x="276407" y="182404"/>
                  <a:pt x="276407" y="178784"/>
                </a:cubicBezTo>
                <a:cubicBezTo>
                  <a:pt x="276407" y="174022"/>
                  <a:pt x="278778" y="171641"/>
                  <a:pt x="283616" y="171641"/>
                </a:cubicBezTo>
                <a:lnTo>
                  <a:pt x="339580" y="171641"/>
                </a:lnTo>
                <a:cubicBezTo>
                  <a:pt x="339580" y="171641"/>
                  <a:pt x="340149" y="171641"/>
                  <a:pt x="340434" y="171641"/>
                </a:cubicBezTo>
                <a:cubicBezTo>
                  <a:pt x="343944" y="171831"/>
                  <a:pt x="347263" y="174117"/>
                  <a:pt x="347263" y="178689"/>
                </a:cubicBezTo>
                <a:close/>
                <a:moveTo>
                  <a:pt x="68865" y="241649"/>
                </a:moveTo>
                <a:cubicBezTo>
                  <a:pt x="70098" y="241649"/>
                  <a:pt x="71236" y="242792"/>
                  <a:pt x="72469" y="242792"/>
                </a:cubicBezTo>
                <a:cubicBezTo>
                  <a:pt x="74840" y="242792"/>
                  <a:pt x="77307" y="240411"/>
                  <a:pt x="78540" y="238030"/>
                </a:cubicBezTo>
                <a:cubicBezTo>
                  <a:pt x="80911" y="234505"/>
                  <a:pt x="79773" y="230886"/>
                  <a:pt x="76168" y="228600"/>
                </a:cubicBezTo>
                <a:cubicBezTo>
                  <a:pt x="37563" y="209645"/>
                  <a:pt x="14608" y="170593"/>
                  <a:pt x="14608" y="127921"/>
                </a:cubicBezTo>
                <a:cubicBezTo>
                  <a:pt x="14608" y="66389"/>
                  <a:pt x="66493" y="14288"/>
                  <a:pt x="130425" y="14288"/>
                </a:cubicBezTo>
                <a:cubicBezTo>
                  <a:pt x="194357" y="14288"/>
                  <a:pt x="246243" y="66389"/>
                  <a:pt x="246243" y="127921"/>
                </a:cubicBezTo>
                <a:cubicBezTo>
                  <a:pt x="246243" y="151638"/>
                  <a:pt x="239034" y="175260"/>
                  <a:pt x="224521" y="194215"/>
                </a:cubicBezTo>
                <a:cubicBezTo>
                  <a:pt x="222150" y="197739"/>
                  <a:pt x="223288" y="201359"/>
                  <a:pt x="226893" y="203645"/>
                </a:cubicBezTo>
                <a:cubicBezTo>
                  <a:pt x="229264" y="206026"/>
                  <a:pt x="234102" y="204787"/>
                  <a:pt x="236568" y="202501"/>
                </a:cubicBezTo>
                <a:cubicBezTo>
                  <a:pt x="252219" y="181166"/>
                  <a:pt x="260661" y="155162"/>
                  <a:pt x="260661" y="127921"/>
                </a:cubicBezTo>
                <a:cubicBezTo>
                  <a:pt x="260661" y="58103"/>
                  <a:pt x="201566" y="0"/>
                  <a:pt x="130331" y="0"/>
                </a:cubicBezTo>
                <a:cubicBezTo>
                  <a:pt x="59095" y="0"/>
                  <a:pt x="0" y="58007"/>
                  <a:pt x="0" y="127921"/>
                </a:cubicBezTo>
                <a:cubicBezTo>
                  <a:pt x="0" y="175260"/>
                  <a:pt x="26559" y="219075"/>
                  <a:pt x="68770" y="241554"/>
                </a:cubicBezTo>
                <a:close/>
                <a:moveTo>
                  <a:pt x="130141" y="87820"/>
                </a:moveTo>
                <a:cubicBezTo>
                  <a:pt x="130141" y="87820"/>
                  <a:pt x="130331" y="87820"/>
                  <a:pt x="130331" y="87820"/>
                </a:cubicBezTo>
                <a:cubicBezTo>
                  <a:pt x="130331" y="87820"/>
                  <a:pt x="130331" y="87820"/>
                  <a:pt x="130425" y="87820"/>
                </a:cubicBezTo>
                <a:cubicBezTo>
                  <a:pt x="139911" y="88011"/>
                  <a:pt x="147025" y="94964"/>
                  <a:pt x="147025" y="104299"/>
                </a:cubicBezTo>
                <a:cubicBezTo>
                  <a:pt x="147025" y="107823"/>
                  <a:pt x="150629" y="111347"/>
                  <a:pt x="154234" y="111347"/>
                </a:cubicBezTo>
                <a:cubicBezTo>
                  <a:pt x="159072" y="111347"/>
                  <a:pt x="161443" y="107823"/>
                  <a:pt x="161443" y="104299"/>
                </a:cubicBezTo>
                <a:cubicBezTo>
                  <a:pt x="161443" y="90392"/>
                  <a:pt x="151104" y="78200"/>
                  <a:pt x="137824" y="74676"/>
                </a:cubicBezTo>
                <a:lnTo>
                  <a:pt x="137824" y="64103"/>
                </a:lnTo>
                <a:cubicBezTo>
                  <a:pt x="137824" y="60579"/>
                  <a:pt x="134125" y="56959"/>
                  <a:pt x="130331" y="56959"/>
                </a:cubicBezTo>
                <a:cubicBezTo>
                  <a:pt x="126536" y="56959"/>
                  <a:pt x="122837" y="60484"/>
                  <a:pt x="122837" y="64103"/>
                </a:cubicBezTo>
                <a:lnTo>
                  <a:pt x="122837" y="74486"/>
                </a:lnTo>
                <a:cubicBezTo>
                  <a:pt x="108324" y="77724"/>
                  <a:pt x="97606" y="90107"/>
                  <a:pt x="97606" y="104394"/>
                </a:cubicBezTo>
                <a:cubicBezTo>
                  <a:pt x="97606" y="122111"/>
                  <a:pt x="112024" y="135160"/>
                  <a:pt x="130141" y="135160"/>
                </a:cubicBezTo>
                <a:cubicBezTo>
                  <a:pt x="139816" y="135160"/>
                  <a:pt x="147025" y="143447"/>
                  <a:pt x="147025" y="152876"/>
                </a:cubicBezTo>
                <a:cubicBezTo>
                  <a:pt x="147025" y="162306"/>
                  <a:pt x="139911" y="169259"/>
                  <a:pt x="130425" y="169355"/>
                </a:cubicBezTo>
                <a:cubicBezTo>
                  <a:pt x="130425" y="169355"/>
                  <a:pt x="130425" y="169355"/>
                  <a:pt x="130331" y="169355"/>
                </a:cubicBezTo>
                <a:cubicBezTo>
                  <a:pt x="130331" y="169355"/>
                  <a:pt x="130141" y="169355"/>
                  <a:pt x="130141" y="169355"/>
                </a:cubicBezTo>
                <a:cubicBezTo>
                  <a:pt x="120560" y="169355"/>
                  <a:pt x="112118" y="162211"/>
                  <a:pt x="112118" y="152781"/>
                </a:cubicBezTo>
                <a:cubicBezTo>
                  <a:pt x="112118" y="149257"/>
                  <a:pt x="109747" y="145733"/>
                  <a:pt x="104909" y="145733"/>
                </a:cubicBezTo>
                <a:cubicBezTo>
                  <a:pt x="101305" y="145733"/>
                  <a:pt x="97700" y="149257"/>
                  <a:pt x="97700" y="152781"/>
                </a:cubicBezTo>
                <a:cubicBezTo>
                  <a:pt x="97700" y="166973"/>
                  <a:pt x="108419" y="179451"/>
                  <a:pt x="122932" y="182689"/>
                </a:cubicBezTo>
                <a:lnTo>
                  <a:pt x="122932" y="193072"/>
                </a:lnTo>
                <a:cubicBezTo>
                  <a:pt x="122932" y="196596"/>
                  <a:pt x="126631" y="200216"/>
                  <a:pt x="130425" y="200216"/>
                </a:cubicBezTo>
                <a:cubicBezTo>
                  <a:pt x="134220" y="200216"/>
                  <a:pt x="137919" y="196691"/>
                  <a:pt x="137919" y="193072"/>
                </a:cubicBezTo>
                <a:lnTo>
                  <a:pt x="137919" y="182499"/>
                </a:lnTo>
                <a:cubicBezTo>
                  <a:pt x="151199" y="178975"/>
                  <a:pt x="161538" y="166878"/>
                  <a:pt x="161538" y="152876"/>
                </a:cubicBezTo>
                <a:cubicBezTo>
                  <a:pt x="161538" y="135160"/>
                  <a:pt x="147120" y="120968"/>
                  <a:pt x="130236" y="120968"/>
                </a:cubicBezTo>
                <a:cubicBezTo>
                  <a:pt x="120655" y="120968"/>
                  <a:pt x="112213" y="113919"/>
                  <a:pt x="112213" y="104394"/>
                </a:cubicBezTo>
                <a:cubicBezTo>
                  <a:pt x="112213" y="94869"/>
                  <a:pt x="120655" y="87820"/>
                  <a:pt x="130236" y="8782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6" name="Graphic 333">
            <a:extLst>
              <a:ext uri="{FF2B5EF4-FFF2-40B4-BE49-F238E27FC236}">
                <a16:creationId xmlns:a16="http://schemas.microsoft.com/office/drawing/2014/main" id="{E6E766DE-2995-86CE-0981-DC2525C50EFD}"/>
              </a:ext>
            </a:extLst>
          </p:cNvPr>
          <p:cNvSpPr/>
          <p:nvPr/>
        </p:nvSpPr>
        <p:spPr>
          <a:xfrm>
            <a:off x="4609332" y="4910448"/>
            <a:ext cx="465455" cy="456800"/>
          </a:xfrm>
          <a:custGeom>
            <a:avLst/>
            <a:gdLst>
              <a:gd name="connsiteX0" fmla="*/ 347358 w 347358"/>
              <a:gd name="connsiteY0" fmla="*/ 178784 h 340899"/>
              <a:gd name="connsiteX1" fmla="*/ 347358 w 347358"/>
              <a:gd name="connsiteY1" fmla="*/ 235744 h 340899"/>
              <a:gd name="connsiteX2" fmla="*/ 340149 w 347358"/>
              <a:gd name="connsiteY2" fmla="*/ 242887 h 340899"/>
              <a:gd name="connsiteX3" fmla="*/ 332940 w 347358"/>
              <a:gd name="connsiteY3" fmla="*/ 235744 h 340899"/>
              <a:gd name="connsiteX4" fmla="*/ 332940 w 347358"/>
              <a:gd name="connsiteY4" fmla="*/ 194882 h 340899"/>
              <a:gd name="connsiteX5" fmla="*/ 236378 w 347358"/>
              <a:gd name="connsiteY5" fmla="*/ 283083 h 340899"/>
              <a:gd name="connsiteX6" fmla="*/ 226703 w 347358"/>
              <a:gd name="connsiteY6" fmla="*/ 283083 h 340899"/>
              <a:gd name="connsiteX7" fmla="*/ 159166 w 347358"/>
              <a:gd name="connsiteY7" fmla="*/ 229934 h 340899"/>
              <a:gd name="connsiteX8" fmla="*/ 33768 w 347358"/>
              <a:gd name="connsiteY8" fmla="*/ 339757 h 340899"/>
              <a:gd name="connsiteX9" fmla="*/ 28931 w 347358"/>
              <a:gd name="connsiteY9" fmla="*/ 340900 h 340899"/>
              <a:gd name="connsiteX10" fmla="*/ 22860 w 347358"/>
              <a:gd name="connsiteY10" fmla="*/ 338518 h 340899"/>
              <a:gd name="connsiteX11" fmla="*/ 24093 w 347358"/>
              <a:gd name="connsiteY11" fmla="*/ 329089 h 340899"/>
              <a:gd name="connsiteX12" fmla="*/ 154329 w 347358"/>
              <a:gd name="connsiteY12" fmla="*/ 215741 h 340899"/>
              <a:gd name="connsiteX13" fmla="*/ 164004 w 347358"/>
              <a:gd name="connsiteY13" fmla="*/ 215741 h 340899"/>
              <a:gd name="connsiteX14" fmla="*/ 231541 w 347358"/>
              <a:gd name="connsiteY14" fmla="*/ 268891 h 340899"/>
              <a:gd name="connsiteX15" fmla="*/ 321463 w 347358"/>
              <a:gd name="connsiteY15" fmla="*/ 185928 h 340899"/>
              <a:gd name="connsiteX16" fmla="*/ 283616 w 347358"/>
              <a:gd name="connsiteY16" fmla="*/ 185928 h 340899"/>
              <a:gd name="connsiteX17" fmla="*/ 276407 w 347358"/>
              <a:gd name="connsiteY17" fmla="*/ 178784 h 340899"/>
              <a:gd name="connsiteX18" fmla="*/ 283616 w 347358"/>
              <a:gd name="connsiteY18" fmla="*/ 171641 h 340899"/>
              <a:gd name="connsiteX19" fmla="*/ 339580 w 347358"/>
              <a:gd name="connsiteY19" fmla="*/ 171641 h 340899"/>
              <a:gd name="connsiteX20" fmla="*/ 340434 w 347358"/>
              <a:gd name="connsiteY20" fmla="*/ 171641 h 340899"/>
              <a:gd name="connsiteX21" fmla="*/ 347263 w 347358"/>
              <a:gd name="connsiteY21" fmla="*/ 178689 h 340899"/>
              <a:gd name="connsiteX22" fmla="*/ 68865 w 347358"/>
              <a:gd name="connsiteY22" fmla="*/ 241649 h 340899"/>
              <a:gd name="connsiteX23" fmla="*/ 72469 w 347358"/>
              <a:gd name="connsiteY23" fmla="*/ 242792 h 340899"/>
              <a:gd name="connsiteX24" fmla="*/ 78540 w 347358"/>
              <a:gd name="connsiteY24" fmla="*/ 238030 h 340899"/>
              <a:gd name="connsiteX25" fmla="*/ 76168 w 347358"/>
              <a:gd name="connsiteY25" fmla="*/ 228600 h 340899"/>
              <a:gd name="connsiteX26" fmla="*/ 14608 w 347358"/>
              <a:gd name="connsiteY26" fmla="*/ 127921 h 340899"/>
              <a:gd name="connsiteX27" fmla="*/ 130425 w 347358"/>
              <a:gd name="connsiteY27" fmla="*/ 14288 h 340899"/>
              <a:gd name="connsiteX28" fmla="*/ 246243 w 347358"/>
              <a:gd name="connsiteY28" fmla="*/ 127921 h 340899"/>
              <a:gd name="connsiteX29" fmla="*/ 224521 w 347358"/>
              <a:gd name="connsiteY29" fmla="*/ 194215 h 340899"/>
              <a:gd name="connsiteX30" fmla="*/ 226893 w 347358"/>
              <a:gd name="connsiteY30" fmla="*/ 203645 h 340899"/>
              <a:gd name="connsiteX31" fmla="*/ 236568 w 347358"/>
              <a:gd name="connsiteY31" fmla="*/ 202501 h 340899"/>
              <a:gd name="connsiteX32" fmla="*/ 260661 w 347358"/>
              <a:gd name="connsiteY32" fmla="*/ 127921 h 340899"/>
              <a:gd name="connsiteX33" fmla="*/ 130331 w 347358"/>
              <a:gd name="connsiteY33" fmla="*/ 0 h 340899"/>
              <a:gd name="connsiteX34" fmla="*/ 0 w 347358"/>
              <a:gd name="connsiteY34" fmla="*/ 127921 h 340899"/>
              <a:gd name="connsiteX35" fmla="*/ 68770 w 347358"/>
              <a:gd name="connsiteY35" fmla="*/ 241554 h 340899"/>
              <a:gd name="connsiteX36" fmla="*/ 130141 w 347358"/>
              <a:gd name="connsiteY36" fmla="*/ 87820 h 340899"/>
              <a:gd name="connsiteX37" fmla="*/ 130331 w 347358"/>
              <a:gd name="connsiteY37" fmla="*/ 87820 h 340899"/>
              <a:gd name="connsiteX38" fmla="*/ 130425 w 347358"/>
              <a:gd name="connsiteY38" fmla="*/ 87820 h 340899"/>
              <a:gd name="connsiteX39" fmla="*/ 147025 w 347358"/>
              <a:gd name="connsiteY39" fmla="*/ 104299 h 340899"/>
              <a:gd name="connsiteX40" fmla="*/ 154234 w 347358"/>
              <a:gd name="connsiteY40" fmla="*/ 111347 h 340899"/>
              <a:gd name="connsiteX41" fmla="*/ 161443 w 347358"/>
              <a:gd name="connsiteY41" fmla="*/ 104299 h 340899"/>
              <a:gd name="connsiteX42" fmla="*/ 137824 w 347358"/>
              <a:gd name="connsiteY42" fmla="*/ 74676 h 340899"/>
              <a:gd name="connsiteX43" fmla="*/ 137824 w 347358"/>
              <a:gd name="connsiteY43" fmla="*/ 64103 h 340899"/>
              <a:gd name="connsiteX44" fmla="*/ 130331 w 347358"/>
              <a:gd name="connsiteY44" fmla="*/ 56959 h 340899"/>
              <a:gd name="connsiteX45" fmla="*/ 122837 w 347358"/>
              <a:gd name="connsiteY45" fmla="*/ 64103 h 340899"/>
              <a:gd name="connsiteX46" fmla="*/ 122837 w 347358"/>
              <a:gd name="connsiteY46" fmla="*/ 74486 h 340899"/>
              <a:gd name="connsiteX47" fmla="*/ 97606 w 347358"/>
              <a:gd name="connsiteY47" fmla="*/ 104394 h 340899"/>
              <a:gd name="connsiteX48" fmla="*/ 130141 w 347358"/>
              <a:gd name="connsiteY48" fmla="*/ 135160 h 340899"/>
              <a:gd name="connsiteX49" fmla="*/ 147025 w 347358"/>
              <a:gd name="connsiteY49" fmla="*/ 152876 h 340899"/>
              <a:gd name="connsiteX50" fmla="*/ 130425 w 347358"/>
              <a:gd name="connsiteY50" fmla="*/ 169355 h 340899"/>
              <a:gd name="connsiteX51" fmla="*/ 130331 w 347358"/>
              <a:gd name="connsiteY51" fmla="*/ 169355 h 340899"/>
              <a:gd name="connsiteX52" fmla="*/ 130141 w 347358"/>
              <a:gd name="connsiteY52" fmla="*/ 169355 h 340899"/>
              <a:gd name="connsiteX53" fmla="*/ 112118 w 347358"/>
              <a:gd name="connsiteY53" fmla="*/ 152781 h 340899"/>
              <a:gd name="connsiteX54" fmla="*/ 104909 w 347358"/>
              <a:gd name="connsiteY54" fmla="*/ 145733 h 340899"/>
              <a:gd name="connsiteX55" fmla="*/ 97700 w 347358"/>
              <a:gd name="connsiteY55" fmla="*/ 152781 h 340899"/>
              <a:gd name="connsiteX56" fmla="*/ 122932 w 347358"/>
              <a:gd name="connsiteY56" fmla="*/ 182689 h 340899"/>
              <a:gd name="connsiteX57" fmla="*/ 122932 w 347358"/>
              <a:gd name="connsiteY57" fmla="*/ 193072 h 340899"/>
              <a:gd name="connsiteX58" fmla="*/ 130425 w 347358"/>
              <a:gd name="connsiteY58" fmla="*/ 200216 h 340899"/>
              <a:gd name="connsiteX59" fmla="*/ 137919 w 347358"/>
              <a:gd name="connsiteY59" fmla="*/ 193072 h 340899"/>
              <a:gd name="connsiteX60" fmla="*/ 137919 w 347358"/>
              <a:gd name="connsiteY60" fmla="*/ 182499 h 340899"/>
              <a:gd name="connsiteX61" fmla="*/ 161538 w 347358"/>
              <a:gd name="connsiteY61" fmla="*/ 152876 h 340899"/>
              <a:gd name="connsiteX62" fmla="*/ 130236 w 347358"/>
              <a:gd name="connsiteY62" fmla="*/ 120968 h 340899"/>
              <a:gd name="connsiteX63" fmla="*/ 112213 w 347358"/>
              <a:gd name="connsiteY63" fmla="*/ 104394 h 340899"/>
              <a:gd name="connsiteX64" fmla="*/ 130236 w 347358"/>
              <a:gd name="connsiteY64" fmla="*/ 87820 h 340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47358" h="340899">
                <a:moveTo>
                  <a:pt x="347358" y="178784"/>
                </a:moveTo>
                <a:lnTo>
                  <a:pt x="347358" y="235744"/>
                </a:lnTo>
                <a:cubicBezTo>
                  <a:pt x="347358" y="239268"/>
                  <a:pt x="343754" y="242887"/>
                  <a:pt x="340149" y="242887"/>
                </a:cubicBezTo>
                <a:cubicBezTo>
                  <a:pt x="336545" y="242887"/>
                  <a:pt x="332940" y="239363"/>
                  <a:pt x="332940" y="235744"/>
                </a:cubicBezTo>
                <a:lnTo>
                  <a:pt x="332940" y="194882"/>
                </a:lnTo>
                <a:cubicBezTo>
                  <a:pt x="268629" y="253619"/>
                  <a:pt x="236445" y="283019"/>
                  <a:pt x="236378" y="283083"/>
                </a:cubicBezTo>
                <a:cubicBezTo>
                  <a:pt x="234007" y="285464"/>
                  <a:pt x="229169" y="285464"/>
                  <a:pt x="226703" y="283083"/>
                </a:cubicBezTo>
                <a:lnTo>
                  <a:pt x="159166" y="229934"/>
                </a:lnTo>
                <a:lnTo>
                  <a:pt x="33768" y="339757"/>
                </a:lnTo>
                <a:cubicBezTo>
                  <a:pt x="32535" y="340900"/>
                  <a:pt x="30164" y="340900"/>
                  <a:pt x="28931" y="340900"/>
                </a:cubicBezTo>
                <a:cubicBezTo>
                  <a:pt x="26559" y="340900"/>
                  <a:pt x="25326" y="340900"/>
                  <a:pt x="22860" y="338518"/>
                </a:cubicBezTo>
                <a:cubicBezTo>
                  <a:pt x="20489" y="336137"/>
                  <a:pt x="20489" y="331470"/>
                  <a:pt x="24093" y="329089"/>
                </a:cubicBezTo>
                <a:lnTo>
                  <a:pt x="154329" y="215741"/>
                </a:lnTo>
                <a:cubicBezTo>
                  <a:pt x="156700" y="213360"/>
                  <a:pt x="160399" y="213360"/>
                  <a:pt x="164004" y="215741"/>
                </a:cubicBezTo>
                <a:lnTo>
                  <a:pt x="231541" y="268891"/>
                </a:lnTo>
                <a:cubicBezTo>
                  <a:pt x="282383" y="221933"/>
                  <a:pt x="308278" y="198120"/>
                  <a:pt x="321463" y="185928"/>
                </a:cubicBezTo>
                <a:lnTo>
                  <a:pt x="283616" y="185928"/>
                </a:lnTo>
                <a:cubicBezTo>
                  <a:pt x="278778" y="185928"/>
                  <a:pt x="276407" y="182404"/>
                  <a:pt x="276407" y="178784"/>
                </a:cubicBezTo>
                <a:cubicBezTo>
                  <a:pt x="276407" y="174022"/>
                  <a:pt x="278778" y="171641"/>
                  <a:pt x="283616" y="171641"/>
                </a:cubicBezTo>
                <a:lnTo>
                  <a:pt x="339580" y="171641"/>
                </a:lnTo>
                <a:cubicBezTo>
                  <a:pt x="339580" y="171641"/>
                  <a:pt x="340149" y="171641"/>
                  <a:pt x="340434" y="171641"/>
                </a:cubicBezTo>
                <a:cubicBezTo>
                  <a:pt x="343944" y="171831"/>
                  <a:pt x="347263" y="174117"/>
                  <a:pt x="347263" y="178689"/>
                </a:cubicBezTo>
                <a:close/>
                <a:moveTo>
                  <a:pt x="68865" y="241649"/>
                </a:moveTo>
                <a:cubicBezTo>
                  <a:pt x="70098" y="241649"/>
                  <a:pt x="71236" y="242792"/>
                  <a:pt x="72469" y="242792"/>
                </a:cubicBezTo>
                <a:cubicBezTo>
                  <a:pt x="74840" y="242792"/>
                  <a:pt x="77307" y="240411"/>
                  <a:pt x="78540" y="238030"/>
                </a:cubicBezTo>
                <a:cubicBezTo>
                  <a:pt x="80911" y="234505"/>
                  <a:pt x="79773" y="230886"/>
                  <a:pt x="76168" y="228600"/>
                </a:cubicBezTo>
                <a:cubicBezTo>
                  <a:pt x="37563" y="209645"/>
                  <a:pt x="14608" y="170593"/>
                  <a:pt x="14608" y="127921"/>
                </a:cubicBezTo>
                <a:cubicBezTo>
                  <a:pt x="14608" y="66389"/>
                  <a:pt x="66493" y="14288"/>
                  <a:pt x="130425" y="14288"/>
                </a:cubicBezTo>
                <a:cubicBezTo>
                  <a:pt x="194357" y="14288"/>
                  <a:pt x="246243" y="66389"/>
                  <a:pt x="246243" y="127921"/>
                </a:cubicBezTo>
                <a:cubicBezTo>
                  <a:pt x="246243" y="151638"/>
                  <a:pt x="239034" y="175260"/>
                  <a:pt x="224521" y="194215"/>
                </a:cubicBezTo>
                <a:cubicBezTo>
                  <a:pt x="222150" y="197739"/>
                  <a:pt x="223288" y="201359"/>
                  <a:pt x="226893" y="203645"/>
                </a:cubicBezTo>
                <a:cubicBezTo>
                  <a:pt x="229264" y="206026"/>
                  <a:pt x="234102" y="204787"/>
                  <a:pt x="236568" y="202501"/>
                </a:cubicBezTo>
                <a:cubicBezTo>
                  <a:pt x="252219" y="181166"/>
                  <a:pt x="260661" y="155162"/>
                  <a:pt x="260661" y="127921"/>
                </a:cubicBezTo>
                <a:cubicBezTo>
                  <a:pt x="260661" y="58103"/>
                  <a:pt x="201566" y="0"/>
                  <a:pt x="130331" y="0"/>
                </a:cubicBezTo>
                <a:cubicBezTo>
                  <a:pt x="59095" y="0"/>
                  <a:pt x="0" y="58007"/>
                  <a:pt x="0" y="127921"/>
                </a:cubicBezTo>
                <a:cubicBezTo>
                  <a:pt x="0" y="175260"/>
                  <a:pt x="26559" y="219075"/>
                  <a:pt x="68770" y="241554"/>
                </a:cubicBezTo>
                <a:close/>
                <a:moveTo>
                  <a:pt x="130141" y="87820"/>
                </a:moveTo>
                <a:cubicBezTo>
                  <a:pt x="130141" y="87820"/>
                  <a:pt x="130331" y="87820"/>
                  <a:pt x="130331" y="87820"/>
                </a:cubicBezTo>
                <a:cubicBezTo>
                  <a:pt x="130331" y="87820"/>
                  <a:pt x="130331" y="87820"/>
                  <a:pt x="130425" y="87820"/>
                </a:cubicBezTo>
                <a:cubicBezTo>
                  <a:pt x="139911" y="88011"/>
                  <a:pt x="147025" y="94964"/>
                  <a:pt x="147025" y="104299"/>
                </a:cubicBezTo>
                <a:cubicBezTo>
                  <a:pt x="147025" y="107823"/>
                  <a:pt x="150629" y="111347"/>
                  <a:pt x="154234" y="111347"/>
                </a:cubicBezTo>
                <a:cubicBezTo>
                  <a:pt x="159072" y="111347"/>
                  <a:pt x="161443" y="107823"/>
                  <a:pt x="161443" y="104299"/>
                </a:cubicBezTo>
                <a:cubicBezTo>
                  <a:pt x="161443" y="90392"/>
                  <a:pt x="151104" y="78200"/>
                  <a:pt x="137824" y="74676"/>
                </a:cubicBezTo>
                <a:lnTo>
                  <a:pt x="137824" y="64103"/>
                </a:lnTo>
                <a:cubicBezTo>
                  <a:pt x="137824" y="60579"/>
                  <a:pt x="134125" y="56959"/>
                  <a:pt x="130331" y="56959"/>
                </a:cubicBezTo>
                <a:cubicBezTo>
                  <a:pt x="126536" y="56959"/>
                  <a:pt x="122837" y="60484"/>
                  <a:pt x="122837" y="64103"/>
                </a:cubicBezTo>
                <a:lnTo>
                  <a:pt x="122837" y="74486"/>
                </a:lnTo>
                <a:cubicBezTo>
                  <a:pt x="108324" y="77724"/>
                  <a:pt x="97606" y="90107"/>
                  <a:pt x="97606" y="104394"/>
                </a:cubicBezTo>
                <a:cubicBezTo>
                  <a:pt x="97606" y="122111"/>
                  <a:pt x="112024" y="135160"/>
                  <a:pt x="130141" y="135160"/>
                </a:cubicBezTo>
                <a:cubicBezTo>
                  <a:pt x="139816" y="135160"/>
                  <a:pt x="147025" y="143447"/>
                  <a:pt x="147025" y="152876"/>
                </a:cubicBezTo>
                <a:cubicBezTo>
                  <a:pt x="147025" y="162306"/>
                  <a:pt x="139911" y="169259"/>
                  <a:pt x="130425" y="169355"/>
                </a:cubicBezTo>
                <a:cubicBezTo>
                  <a:pt x="130425" y="169355"/>
                  <a:pt x="130425" y="169355"/>
                  <a:pt x="130331" y="169355"/>
                </a:cubicBezTo>
                <a:cubicBezTo>
                  <a:pt x="130331" y="169355"/>
                  <a:pt x="130141" y="169355"/>
                  <a:pt x="130141" y="169355"/>
                </a:cubicBezTo>
                <a:cubicBezTo>
                  <a:pt x="120560" y="169355"/>
                  <a:pt x="112118" y="162211"/>
                  <a:pt x="112118" y="152781"/>
                </a:cubicBezTo>
                <a:cubicBezTo>
                  <a:pt x="112118" y="149257"/>
                  <a:pt x="109747" y="145733"/>
                  <a:pt x="104909" y="145733"/>
                </a:cubicBezTo>
                <a:cubicBezTo>
                  <a:pt x="101305" y="145733"/>
                  <a:pt x="97700" y="149257"/>
                  <a:pt x="97700" y="152781"/>
                </a:cubicBezTo>
                <a:cubicBezTo>
                  <a:pt x="97700" y="166973"/>
                  <a:pt x="108419" y="179451"/>
                  <a:pt x="122932" y="182689"/>
                </a:cubicBezTo>
                <a:lnTo>
                  <a:pt x="122932" y="193072"/>
                </a:lnTo>
                <a:cubicBezTo>
                  <a:pt x="122932" y="196596"/>
                  <a:pt x="126631" y="200216"/>
                  <a:pt x="130425" y="200216"/>
                </a:cubicBezTo>
                <a:cubicBezTo>
                  <a:pt x="134220" y="200216"/>
                  <a:pt x="137919" y="196691"/>
                  <a:pt x="137919" y="193072"/>
                </a:cubicBezTo>
                <a:lnTo>
                  <a:pt x="137919" y="182499"/>
                </a:lnTo>
                <a:cubicBezTo>
                  <a:pt x="151199" y="178975"/>
                  <a:pt x="161538" y="166878"/>
                  <a:pt x="161538" y="152876"/>
                </a:cubicBezTo>
                <a:cubicBezTo>
                  <a:pt x="161538" y="135160"/>
                  <a:pt x="147120" y="120968"/>
                  <a:pt x="130236" y="120968"/>
                </a:cubicBezTo>
                <a:cubicBezTo>
                  <a:pt x="120655" y="120968"/>
                  <a:pt x="112213" y="113919"/>
                  <a:pt x="112213" y="104394"/>
                </a:cubicBezTo>
                <a:cubicBezTo>
                  <a:pt x="112213" y="94869"/>
                  <a:pt x="120655" y="87820"/>
                  <a:pt x="130236" y="8782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7" name="Graphic 333">
            <a:extLst>
              <a:ext uri="{FF2B5EF4-FFF2-40B4-BE49-F238E27FC236}">
                <a16:creationId xmlns:a16="http://schemas.microsoft.com/office/drawing/2014/main" id="{FC241E9C-39C7-4785-E496-02A2714385DC}"/>
              </a:ext>
            </a:extLst>
          </p:cNvPr>
          <p:cNvSpPr/>
          <p:nvPr/>
        </p:nvSpPr>
        <p:spPr>
          <a:xfrm>
            <a:off x="3831457" y="5567673"/>
            <a:ext cx="465455" cy="456800"/>
          </a:xfrm>
          <a:custGeom>
            <a:avLst/>
            <a:gdLst>
              <a:gd name="connsiteX0" fmla="*/ 347358 w 347358"/>
              <a:gd name="connsiteY0" fmla="*/ 178784 h 340899"/>
              <a:gd name="connsiteX1" fmla="*/ 347358 w 347358"/>
              <a:gd name="connsiteY1" fmla="*/ 235744 h 340899"/>
              <a:gd name="connsiteX2" fmla="*/ 340149 w 347358"/>
              <a:gd name="connsiteY2" fmla="*/ 242887 h 340899"/>
              <a:gd name="connsiteX3" fmla="*/ 332940 w 347358"/>
              <a:gd name="connsiteY3" fmla="*/ 235744 h 340899"/>
              <a:gd name="connsiteX4" fmla="*/ 332940 w 347358"/>
              <a:gd name="connsiteY4" fmla="*/ 194882 h 340899"/>
              <a:gd name="connsiteX5" fmla="*/ 236378 w 347358"/>
              <a:gd name="connsiteY5" fmla="*/ 283083 h 340899"/>
              <a:gd name="connsiteX6" fmla="*/ 226703 w 347358"/>
              <a:gd name="connsiteY6" fmla="*/ 283083 h 340899"/>
              <a:gd name="connsiteX7" fmla="*/ 159166 w 347358"/>
              <a:gd name="connsiteY7" fmla="*/ 229934 h 340899"/>
              <a:gd name="connsiteX8" fmla="*/ 33768 w 347358"/>
              <a:gd name="connsiteY8" fmla="*/ 339757 h 340899"/>
              <a:gd name="connsiteX9" fmla="*/ 28931 w 347358"/>
              <a:gd name="connsiteY9" fmla="*/ 340900 h 340899"/>
              <a:gd name="connsiteX10" fmla="*/ 22860 w 347358"/>
              <a:gd name="connsiteY10" fmla="*/ 338518 h 340899"/>
              <a:gd name="connsiteX11" fmla="*/ 24093 w 347358"/>
              <a:gd name="connsiteY11" fmla="*/ 329089 h 340899"/>
              <a:gd name="connsiteX12" fmla="*/ 154329 w 347358"/>
              <a:gd name="connsiteY12" fmla="*/ 215741 h 340899"/>
              <a:gd name="connsiteX13" fmla="*/ 164004 w 347358"/>
              <a:gd name="connsiteY13" fmla="*/ 215741 h 340899"/>
              <a:gd name="connsiteX14" fmla="*/ 231541 w 347358"/>
              <a:gd name="connsiteY14" fmla="*/ 268891 h 340899"/>
              <a:gd name="connsiteX15" fmla="*/ 321463 w 347358"/>
              <a:gd name="connsiteY15" fmla="*/ 185928 h 340899"/>
              <a:gd name="connsiteX16" fmla="*/ 283616 w 347358"/>
              <a:gd name="connsiteY16" fmla="*/ 185928 h 340899"/>
              <a:gd name="connsiteX17" fmla="*/ 276407 w 347358"/>
              <a:gd name="connsiteY17" fmla="*/ 178784 h 340899"/>
              <a:gd name="connsiteX18" fmla="*/ 283616 w 347358"/>
              <a:gd name="connsiteY18" fmla="*/ 171641 h 340899"/>
              <a:gd name="connsiteX19" fmla="*/ 339580 w 347358"/>
              <a:gd name="connsiteY19" fmla="*/ 171641 h 340899"/>
              <a:gd name="connsiteX20" fmla="*/ 340434 w 347358"/>
              <a:gd name="connsiteY20" fmla="*/ 171641 h 340899"/>
              <a:gd name="connsiteX21" fmla="*/ 347263 w 347358"/>
              <a:gd name="connsiteY21" fmla="*/ 178689 h 340899"/>
              <a:gd name="connsiteX22" fmla="*/ 68865 w 347358"/>
              <a:gd name="connsiteY22" fmla="*/ 241649 h 340899"/>
              <a:gd name="connsiteX23" fmla="*/ 72469 w 347358"/>
              <a:gd name="connsiteY23" fmla="*/ 242792 h 340899"/>
              <a:gd name="connsiteX24" fmla="*/ 78540 w 347358"/>
              <a:gd name="connsiteY24" fmla="*/ 238030 h 340899"/>
              <a:gd name="connsiteX25" fmla="*/ 76168 w 347358"/>
              <a:gd name="connsiteY25" fmla="*/ 228600 h 340899"/>
              <a:gd name="connsiteX26" fmla="*/ 14608 w 347358"/>
              <a:gd name="connsiteY26" fmla="*/ 127921 h 340899"/>
              <a:gd name="connsiteX27" fmla="*/ 130425 w 347358"/>
              <a:gd name="connsiteY27" fmla="*/ 14288 h 340899"/>
              <a:gd name="connsiteX28" fmla="*/ 246243 w 347358"/>
              <a:gd name="connsiteY28" fmla="*/ 127921 h 340899"/>
              <a:gd name="connsiteX29" fmla="*/ 224521 w 347358"/>
              <a:gd name="connsiteY29" fmla="*/ 194215 h 340899"/>
              <a:gd name="connsiteX30" fmla="*/ 226893 w 347358"/>
              <a:gd name="connsiteY30" fmla="*/ 203645 h 340899"/>
              <a:gd name="connsiteX31" fmla="*/ 236568 w 347358"/>
              <a:gd name="connsiteY31" fmla="*/ 202501 h 340899"/>
              <a:gd name="connsiteX32" fmla="*/ 260661 w 347358"/>
              <a:gd name="connsiteY32" fmla="*/ 127921 h 340899"/>
              <a:gd name="connsiteX33" fmla="*/ 130331 w 347358"/>
              <a:gd name="connsiteY33" fmla="*/ 0 h 340899"/>
              <a:gd name="connsiteX34" fmla="*/ 0 w 347358"/>
              <a:gd name="connsiteY34" fmla="*/ 127921 h 340899"/>
              <a:gd name="connsiteX35" fmla="*/ 68770 w 347358"/>
              <a:gd name="connsiteY35" fmla="*/ 241554 h 340899"/>
              <a:gd name="connsiteX36" fmla="*/ 130141 w 347358"/>
              <a:gd name="connsiteY36" fmla="*/ 87820 h 340899"/>
              <a:gd name="connsiteX37" fmla="*/ 130331 w 347358"/>
              <a:gd name="connsiteY37" fmla="*/ 87820 h 340899"/>
              <a:gd name="connsiteX38" fmla="*/ 130425 w 347358"/>
              <a:gd name="connsiteY38" fmla="*/ 87820 h 340899"/>
              <a:gd name="connsiteX39" fmla="*/ 147025 w 347358"/>
              <a:gd name="connsiteY39" fmla="*/ 104299 h 340899"/>
              <a:gd name="connsiteX40" fmla="*/ 154234 w 347358"/>
              <a:gd name="connsiteY40" fmla="*/ 111347 h 340899"/>
              <a:gd name="connsiteX41" fmla="*/ 161443 w 347358"/>
              <a:gd name="connsiteY41" fmla="*/ 104299 h 340899"/>
              <a:gd name="connsiteX42" fmla="*/ 137824 w 347358"/>
              <a:gd name="connsiteY42" fmla="*/ 74676 h 340899"/>
              <a:gd name="connsiteX43" fmla="*/ 137824 w 347358"/>
              <a:gd name="connsiteY43" fmla="*/ 64103 h 340899"/>
              <a:gd name="connsiteX44" fmla="*/ 130331 w 347358"/>
              <a:gd name="connsiteY44" fmla="*/ 56959 h 340899"/>
              <a:gd name="connsiteX45" fmla="*/ 122837 w 347358"/>
              <a:gd name="connsiteY45" fmla="*/ 64103 h 340899"/>
              <a:gd name="connsiteX46" fmla="*/ 122837 w 347358"/>
              <a:gd name="connsiteY46" fmla="*/ 74486 h 340899"/>
              <a:gd name="connsiteX47" fmla="*/ 97606 w 347358"/>
              <a:gd name="connsiteY47" fmla="*/ 104394 h 340899"/>
              <a:gd name="connsiteX48" fmla="*/ 130141 w 347358"/>
              <a:gd name="connsiteY48" fmla="*/ 135160 h 340899"/>
              <a:gd name="connsiteX49" fmla="*/ 147025 w 347358"/>
              <a:gd name="connsiteY49" fmla="*/ 152876 h 340899"/>
              <a:gd name="connsiteX50" fmla="*/ 130425 w 347358"/>
              <a:gd name="connsiteY50" fmla="*/ 169355 h 340899"/>
              <a:gd name="connsiteX51" fmla="*/ 130331 w 347358"/>
              <a:gd name="connsiteY51" fmla="*/ 169355 h 340899"/>
              <a:gd name="connsiteX52" fmla="*/ 130141 w 347358"/>
              <a:gd name="connsiteY52" fmla="*/ 169355 h 340899"/>
              <a:gd name="connsiteX53" fmla="*/ 112118 w 347358"/>
              <a:gd name="connsiteY53" fmla="*/ 152781 h 340899"/>
              <a:gd name="connsiteX54" fmla="*/ 104909 w 347358"/>
              <a:gd name="connsiteY54" fmla="*/ 145733 h 340899"/>
              <a:gd name="connsiteX55" fmla="*/ 97700 w 347358"/>
              <a:gd name="connsiteY55" fmla="*/ 152781 h 340899"/>
              <a:gd name="connsiteX56" fmla="*/ 122932 w 347358"/>
              <a:gd name="connsiteY56" fmla="*/ 182689 h 340899"/>
              <a:gd name="connsiteX57" fmla="*/ 122932 w 347358"/>
              <a:gd name="connsiteY57" fmla="*/ 193072 h 340899"/>
              <a:gd name="connsiteX58" fmla="*/ 130425 w 347358"/>
              <a:gd name="connsiteY58" fmla="*/ 200216 h 340899"/>
              <a:gd name="connsiteX59" fmla="*/ 137919 w 347358"/>
              <a:gd name="connsiteY59" fmla="*/ 193072 h 340899"/>
              <a:gd name="connsiteX60" fmla="*/ 137919 w 347358"/>
              <a:gd name="connsiteY60" fmla="*/ 182499 h 340899"/>
              <a:gd name="connsiteX61" fmla="*/ 161538 w 347358"/>
              <a:gd name="connsiteY61" fmla="*/ 152876 h 340899"/>
              <a:gd name="connsiteX62" fmla="*/ 130236 w 347358"/>
              <a:gd name="connsiteY62" fmla="*/ 120968 h 340899"/>
              <a:gd name="connsiteX63" fmla="*/ 112213 w 347358"/>
              <a:gd name="connsiteY63" fmla="*/ 104394 h 340899"/>
              <a:gd name="connsiteX64" fmla="*/ 130236 w 347358"/>
              <a:gd name="connsiteY64" fmla="*/ 87820 h 340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47358" h="340899">
                <a:moveTo>
                  <a:pt x="347358" y="178784"/>
                </a:moveTo>
                <a:lnTo>
                  <a:pt x="347358" y="235744"/>
                </a:lnTo>
                <a:cubicBezTo>
                  <a:pt x="347358" y="239268"/>
                  <a:pt x="343754" y="242887"/>
                  <a:pt x="340149" y="242887"/>
                </a:cubicBezTo>
                <a:cubicBezTo>
                  <a:pt x="336545" y="242887"/>
                  <a:pt x="332940" y="239363"/>
                  <a:pt x="332940" y="235744"/>
                </a:cubicBezTo>
                <a:lnTo>
                  <a:pt x="332940" y="194882"/>
                </a:lnTo>
                <a:cubicBezTo>
                  <a:pt x="268629" y="253619"/>
                  <a:pt x="236445" y="283019"/>
                  <a:pt x="236378" y="283083"/>
                </a:cubicBezTo>
                <a:cubicBezTo>
                  <a:pt x="234007" y="285464"/>
                  <a:pt x="229169" y="285464"/>
                  <a:pt x="226703" y="283083"/>
                </a:cubicBezTo>
                <a:lnTo>
                  <a:pt x="159166" y="229934"/>
                </a:lnTo>
                <a:lnTo>
                  <a:pt x="33768" y="339757"/>
                </a:lnTo>
                <a:cubicBezTo>
                  <a:pt x="32535" y="340900"/>
                  <a:pt x="30164" y="340900"/>
                  <a:pt x="28931" y="340900"/>
                </a:cubicBezTo>
                <a:cubicBezTo>
                  <a:pt x="26559" y="340900"/>
                  <a:pt x="25326" y="340900"/>
                  <a:pt x="22860" y="338518"/>
                </a:cubicBezTo>
                <a:cubicBezTo>
                  <a:pt x="20489" y="336137"/>
                  <a:pt x="20489" y="331470"/>
                  <a:pt x="24093" y="329089"/>
                </a:cubicBezTo>
                <a:lnTo>
                  <a:pt x="154329" y="215741"/>
                </a:lnTo>
                <a:cubicBezTo>
                  <a:pt x="156700" y="213360"/>
                  <a:pt x="160399" y="213360"/>
                  <a:pt x="164004" y="215741"/>
                </a:cubicBezTo>
                <a:lnTo>
                  <a:pt x="231541" y="268891"/>
                </a:lnTo>
                <a:cubicBezTo>
                  <a:pt x="282383" y="221933"/>
                  <a:pt x="308278" y="198120"/>
                  <a:pt x="321463" y="185928"/>
                </a:cubicBezTo>
                <a:lnTo>
                  <a:pt x="283616" y="185928"/>
                </a:lnTo>
                <a:cubicBezTo>
                  <a:pt x="278778" y="185928"/>
                  <a:pt x="276407" y="182404"/>
                  <a:pt x="276407" y="178784"/>
                </a:cubicBezTo>
                <a:cubicBezTo>
                  <a:pt x="276407" y="174022"/>
                  <a:pt x="278778" y="171641"/>
                  <a:pt x="283616" y="171641"/>
                </a:cubicBezTo>
                <a:lnTo>
                  <a:pt x="339580" y="171641"/>
                </a:lnTo>
                <a:cubicBezTo>
                  <a:pt x="339580" y="171641"/>
                  <a:pt x="340149" y="171641"/>
                  <a:pt x="340434" y="171641"/>
                </a:cubicBezTo>
                <a:cubicBezTo>
                  <a:pt x="343944" y="171831"/>
                  <a:pt x="347263" y="174117"/>
                  <a:pt x="347263" y="178689"/>
                </a:cubicBezTo>
                <a:close/>
                <a:moveTo>
                  <a:pt x="68865" y="241649"/>
                </a:moveTo>
                <a:cubicBezTo>
                  <a:pt x="70098" y="241649"/>
                  <a:pt x="71236" y="242792"/>
                  <a:pt x="72469" y="242792"/>
                </a:cubicBezTo>
                <a:cubicBezTo>
                  <a:pt x="74840" y="242792"/>
                  <a:pt x="77307" y="240411"/>
                  <a:pt x="78540" y="238030"/>
                </a:cubicBezTo>
                <a:cubicBezTo>
                  <a:pt x="80911" y="234505"/>
                  <a:pt x="79773" y="230886"/>
                  <a:pt x="76168" y="228600"/>
                </a:cubicBezTo>
                <a:cubicBezTo>
                  <a:pt x="37563" y="209645"/>
                  <a:pt x="14608" y="170593"/>
                  <a:pt x="14608" y="127921"/>
                </a:cubicBezTo>
                <a:cubicBezTo>
                  <a:pt x="14608" y="66389"/>
                  <a:pt x="66493" y="14288"/>
                  <a:pt x="130425" y="14288"/>
                </a:cubicBezTo>
                <a:cubicBezTo>
                  <a:pt x="194357" y="14288"/>
                  <a:pt x="246243" y="66389"/>
                  <a:pt x="246243" y="127921"/>
                </a:cubicBezTo>
                <a:cubicBezTo>
                  <a:pt x="246243" y="151638"/>
                  <a:pt x="239034" y="175260"/>
                  <a:pt x="224521" y="194215"/>
                </a:cubicBezTo>
                <a:cubicBezTo>
                  <a:pt x="222150" y="197739"/>
                  <a:pt x="223288" y="201359"/>
                  <a:pt x="226893" y="203645"/>
                </a:cubicBezTo>
                <a:cubicBezTo>
                  <a:pt x="229264" y="206026"/>
                  <a:pt x="234102" y="204787"/>
                  <a:pt x="236568" y="202501"/>
                </a:cubicBezTo>
                <a:cubicBezTo>
                  <a:pt x="252219" y="181166"/>
                  <a:pt x="260661" y="155162"/>
                  <a:pt x="260661" y="127921"/>
                </a:cubicBezTo>
                <a:cubicBezTo>
                  <a:pt x="260661" y="58103"/>
                  <a:pt x="201566" y="0"/>
                  <a:pt x="130331" y="0"/>
                </a:cubicBezTo>
                <a:cubicBezTo>
                  <a:pt x="59095" y="0"/>
                  <a:pt x="0" y="58007"/>
                  <a:pt x="0" y="127921"/>
                </a:cubicBezTo>
                <a:cubicBezTo>
                  <a:pt x="0" y="175260"/>
                  <a:pt x="26559" y="219075"/>
                  <a:pt x="68770" y="241554"/>
                </a:cubicBezTo>
                <a:close/>
                <a:moveTo>
                  <a:pt x="130141" y="87820"/>
                </a:moveTo>
                <a:cubicBezTo>
                  <a:pt x="130141" y="87820"/>
                  <a:pt x="130331" y="87820"/>
                  <a:pt x="130331" y="87820"/>
                </a:cubicBezTo>
                <a:cubicBezTo>
                  <a:pt x="130331" y="87820"/>
                  <a:pt x="130331" y="87820"/>
                  <a:pt x="130425" y="87820"/>
                </a:cubicBezTo>
                <a:cubicBezTo>
                  <a:pt x="139911" y="88011"/>
                  <a:pt x="147025" y="94964"/>
                  <a:pt x="147025" y="104299"/>
                </a:cubicBezTo>
                <a:cubicBezTo>
                  <a:pt x="147025" y="107823"/>
                  <a:pt x="150629" y="111347"/>
                  <a:pt x="154234" y="111347"/>
                </a:cubicBezTo>
                <a:cubicBezTo>
                  <a:pt x="159072" y="111347"/>
                  <a:pt x="161443" y="107823"/>
                  <a:pt x="161443" y="104299"/>
                </a:cubicBezTo>
                <a:cubicBezTo>
                  <a:pt x="161443" y="90392"/>
                  <a:pt x="151104" y="78200"/>
                  <a:pt x="137824" y="74676"/>
                </a:cubicBezTo>
                <a:lnTo>
                  <a:pt x="137824" y="64103"/>
                </a:lnTo>
                <a:cubicBezTo>
                  <a:pt x="137824" y="60579"/>
                  <a:pt x="134125" y="56959"/>
                  <a:pt x="130331" y="56959"/>
                </a:cubicBezTo>
                <a:cubicBezTo>
                  <a:pt x="126536" y="56959"/>
                  <a:pt x="122837" y="60484"/>
                  <a:pt x="122837" y="64103"/>
                </a:cubicBezTo>
                <a:lnTo>
                  <a:pt x="122837" y="74486"/>
                </a:lnTo>
                <a:cubicBezTo>
                  <a:pt x="108324" y="77724"/>
                  <a:pt x="97606" y="90107"/>
                  <a:pt x="97606" y="104394"/>
                </a:cubicBezTo>
                <a:cubicBezTo>
                  <a:pt x="97606" y="122111"/>
                  <a:pt x="112024" y="135160"/>
                  <a:pt x="130141" y="135160"/>
                </a:cubicBezTo>
                <a:cubicBezTo>
                  <a:pt x="139816" y="135160"/>
                  <a:pt x="147025" y="143447"/>
                  <a:pt x="147025" y="152876"/>
                </a:cubicBezTo>
                <a:cubicBezTo>
                  <a:pt x="147025" y="162306"/>
                  <a:pt x="139911" y="169259"/>
                  <a:pt x="130425" y="169355"/>
                </a:cubicBezTo>
                <a:cubicBezTo>
                  <a:pt x="130425" y="169355"/>
                  <a:pt x="130425" y="169355"/>
                  <a:pt x="130331" y="169355"/>
                </a:cubicBezTo>
                <a:cubicBezTo>
                  <a:pt x="130331" y="169355"/>
                  <a:pt x="130141" y="169355"/>
                  <a:pt x="130141" y="169355"/>
                </a:cubicBezTo>
                <a:cubicBezTo>
                  <a:pt x="120560" y="169355"/>
                  <a:pt x="112118" y="162211"/>
                  <a:pt x="112118" y="152781"/>
                </a:cubicBezTo>
                <a:cubicBezTo>
                  <a:pt x="112118" y="149257"/>
                  <a:pt x="109747" y="145733"/>
                  <a:pt x="104909" y="145733"/>
                </a:cubicBezTo>
                <a:cubicBezTo>
                  <a:pt x="101305" y="145733"/>
                  <a:pt x="97700" y="149257"/>
                  <a:pt x="97700" y="152781"/>
                </a:cubicBezTo>
                <a:cubicBezTo>
                  <a:pt x="97700" y="166973"/>
                  <a:pt x="108419" y="179451"/>
                  <a:pt x="122932" y="182689"/>
                </a:cubicBezTo>
                <a:lnTo>
                  <a:pt x="122932" y="193072"/>
                </a:lnTo>
                <a:cubicBezTo>
                  <a:pt x="122932" y="196596"/>
                  <a:pt x="126631" y="200216"/>
                  <a:pt x="130425" y="200216"/>
                </a:cubicBezTo>
                <a:cubicBezTo>
                  <a:pt x="134220" y="200216"/>
                  <a:pt x="137919" y="196691"/>
                  <a:pt x="137919" y="193072"/>
                </a:cubicBezTo>
                <a:lnTo>
                  <a:pt x="137919" y="182499"/>
                </a:lnTo>
                <a:cubicBezTo>
                  <a:pt x="151199" y="178975"/>
                  <a:pt x="161538" y="166878"/>
                  <a:pt x="161538" y="152876"/>
                </a:cubicBezTo>
                <a:cubicBezTo>
                  <a:pt x="161538" y="135160"/>
                  <a:pt x="147120" y="120968"/>
                  <a:pt x="130236" y="120968"/>
                </a:cubicBezTo>
                <a:cubicBezTo>
                  <a:pt x="120655" y="120968"/>
                  <a:pt x="112213" y="113919"/>
                  <a:pt x="112213" y="104394"/>
                </a:cubicBezTo>
                <a:cubicBezTo>
                  <a:pt x="112213" y="94869"/>
                  <a:pt x="120655" y="87820"/>
                  <a:pt x="130236" y="8782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8" name="Graphic 333">
            <a:extLst>
              <a:ext uri="{FF2B5EF4-FFF2-40B4-BE49-F238E27FC236}">
                <a16:creationId xmlns:a16="http://schemas.microsoft.com/office/drawing/2014/main" id="{BAF71D73-B7F2-91DD-BB0D-C5FC2BB12B7E}"/>
              </a:ext>
            </a:extLst>
          </p:cNvPr>
          <p:cNvSpPr/>
          <p:nvPr/>
        </p:nvSpPr>
        <p:spPr>
          <a:xfrm>
            <a:off x="4609332" y="5567673"/>
            <a:ext cx="465455" cy="456800"/>
          </a:xfrm>
          <a:custGeom>
            <a:avLst/>
            <a:gdLst>
              <a:gd name="connsiteX0" fmla="*/ 347358 w 347358"/>
              <a:gd name="connsiteY0" fmla="*/ 178784 h 340899"/>
              <a:gd name="connsiteX1" fmla="*/ 347358 w 347358"/>
              <a:gd name="connsiteY1" fmla="*/ 235744 h 340899"/>
              <a:gd name="connsiteX2" fmla="*/ 340149 w 347358"/>
              <a:gd name="connsiteY2" fmla="*/ 242887 h 340899"/>
              <a:gd name="connsiteX3" fmla="*/ 332940 w 347358"/>
              <a:gd name="connsiteY3" fmla="*/ 235744 h 340899"/>
              <a:gd name="connsiteX4" fmla="*/ 332940 w 347358"/>
              <a:gd name="connsiteY4" fmla="*/ 194882 h 340899"/>
              <a:gd name="connsiteX5" fmla="*/ 236378 w 347358"/>
              <a:gd name="connsiteY5" fmla="*/ 283083 h 340899"/>
              <a:gd name="connsiteX6" fmla="*/ 226703 w 347358"/>
              <a:gd name="connsiteY6" fmla="*/ 283083 h 340899"/>
              <a:gd name="connsiteX7" fmla="*/ 159166 w 347358"/>
              <a:gd name="connsiteY7" fmla="*/ 229934 h 340899"/>
              <a:gd name="connsiteX8" fmla="*/ 33768 w 347358"/>
              <a:gd name="connsiteY8" fmla="*/ 339757 h 340899"/>
              <a:gd name="connsiteX9" fmla="*/ 28931 w 347358"/>
              <a:gd name="connsiteY9" fmla="*/ 340900 h 340899"/>
              <a:gd name="connsiteX10" fmla="*/ 22860 w 347358"/>
              <a:gd name="connsiteY10" fmla="*/ 338518 h 340899"/>
              <a:gd name="connsiteX11" fmla="*/ 24093 w 347358"/>
              <a:gd name="connsiteY11" fmla="*/ 329089 h 340899"/>
              <a:gd name="connsiteX12" fmla="*/ 154329 w 347358"/>
              <a:gd name="connsiteY12" fmla="*/ 215741 h 340899"/>
              <a:gd name="connsiteX13" fmla="*/ 164004 w 347358"/>
              <a:gd name="connsiteY13" fmla="*/ 215741 h 340899"/>
              <a:gd name="connsiteX14" fmla="*/ 231541 w 347358"/>
              <a:gd name="connsiteY14" fmla="*/ 268891 h 340899"/>
              <a:gd name="connsiteX15" fmla="*/ 321463 w 347358"/>
              <a:gd name="connsiteY15" fmla="*/ 185928 h 340899"/>
              <a:gd name="connsiteX16" fmla="*/ 283616 w 347358"/>
              <a:gd name="connsiteY16" fmla="*/ 185928 h 340899"/>
              <a:gd name="connsiteX17" fmla="*/ 276407 w 347358"/>
              <a:gd name="connsiteY17" fmla="*/ 178784 h 340899"/>
              <a:gd name="connsiteX18" fmla="*/ 283616 w 347358"/>
              <a:gd name="connsiteY18" fmla="*/ 171641 h 340899"/>
              <a:gd name="connsiteX19" fmla="*/ 339580 w 347358"/>
              <a:gd name="connsiteY19" fmla="*/ 171641 h 340899"/>
              <a:gd name="connsiteX20" fmla="*/ 340434 w 347358"/>
              <a:gd name="connsiteY20" fmla="*/ 171641 h 340899"/>
              <a:gd name="connsiteX21" fmla="*/ 347263 w 347358"/>
              <a:gd name="connsiteY21" fmla="*/ 178689 h 340899"/>
              <a:gd name="connsiteX22" fmla="*/ 68865 w 347358"/>
              <a:gd name="connsiteY22" fmla="*/ 241649 h 340899"/>
              <a:gd name="connsiteX23" fmla="*/ 72469 w 347358"/>
              <a:gd name="connsiteY23" fmla="*/ 242792 h 340899"/>
              <a:gd name="connsiteX24" fmla="*/ 78540 w 347358"/>
              <a:gd name="connsiteY24" fmla="*/ 238030 h 340899"/>
              <a:gd name="connsiteX25" fmla="*/ 76168 w 347358"/>
              <a:gd name="connsiteY25" fmla="*/ 228600 h 340899"/>
              <a:gd name="connsiteX26" fmla="*/ 14608 w 347358"/>
              <a:gd name="connsiteY26" fmla="*/ 127921 h 340899"/>
              <a:gd name="connsiteX27" fmla="*/ 130425 w 347358"/>
              <a:gd name="connsiteY27" fmla="*/ 14288 h 340899"/>
              <a:gd name="connsiteX28" fmla="*/ 246243 w 347358"/>
              <a:gd name="connsiteY28" fmla="*/ 127921 h 340899"/>
              <a:gd name="connsiteX29" fmla="*/ 224521 w 347358"/>
              <a:gd name="connsiteY29" fmla="*/ 194215 h 340899"/>
              <a:gd name="connsiteX30" fmla="*/ 226893 w 347358"/>
              <a:gd name="connsiteY30" fmla="*/ 203645 h 340899"/>
              <a:gd name="connsiteX31" fmla="*/ 236568 w 347358"/>
              <a:gd name="connsiteY31" fmla="*/ 202501 h 340899"/>
              <a:gd name="connsiteX32" fmla="*/ 260661 w 347358"/>
              <a:gd name="connsiteY32" fmla="*/ 127921 h 340899"/>
              <a:gd name="connsiteX33" fmla="*/ 130331 w 347358"/>
              <a:gd name="connsiteY33" fmla="*/ 0 h 340899"/>
              <a:gd name="connsiteX34" fmla="*/ 0 w 347358"/>
              <a:gd name="connsiteY34" fmla="*/ 127921 h 340899"/>
              <a:gd name="connsiteX35" fmla="*/ 68770 w 347358"/>
              <a:gd name="connsiteY35" fmla="*/ 241554 h 340899"/>
              <a:gd name="connsiteX36" fmla="*/ 130141 w 347358"/>
              <a:gd name="connsiteY36" fmla="*/ 87820 h 340899"/>
              <a:gd name="connsiteX37" fmla="*/ 130331 w 347358"/>
              <a:gd name="connsiteY37" fmla="*/ 87820 h 340899"/>
              <a:gd name="connsiteX38" fmla="*/ 130425 w 347358"/>
              <a:gd name="connsiteY38" fmla="*/ 87820 h 340899"/>
              <a:gd name="connsiteX39" fmla="*/ 147025 w 347358"/>
              <a:gd name="connsiteY39" fmla="*/ 104299 h 340899"/>
              <a:gd name="connsiteX40" fmla="*/ 154234 w 347358"/>
              <a:gd name="connsiteY40" fmla="*/ 111347 h 340899"/>
              <a:gd name="connsiteX41" fmla="*/ 161443 w 347358"/>
              <a:gd name="connsiteY41" fmla="*/ 104299 h 340899"/>
              <a:gd name="connsiteX42" fmla="*/ 137824 w 347358"/>
              <a:gd name="connsiteY42" fmla="*/ 74676 h 340899"/>
              <a:gd name="connsiteX43" fmla="*/ 137824 w 347358"/>
              <a:gd name="connsiteY43" fmla="*/ 64103 h 340899"/>
              <a:gd name="connsiteX44" fmla="*/ 130331 w 347358"/>
              <a:gd name="connsiteY44" fmla="*/ 56959 h 340899"/>
              <a:gd name="connsiteX45" fmla="*/ 122837 w 347358"/>
              <a:gd name="connsiteY45" fmla="*/ 64103 h 340899"/>
              <a:gd name="connsiteX46" fmla="*/ 122837 w 347358"/>
              <a:gd name="connsiteY46" fmla="*/ 74486 h 340899"/>
              <a:gd name="connsiteX47" fmla="*/ 97606 w 347358"/>
              <a:gd name="connsiteY47" fmla="*/ 104394 h 340899"/>
              <a:gd name="connsiteX48" fmla="*/ 130141 w 347358"/>
              <a:gd name="connsiteY48" fmla="*/ 135160 h 340899"/>
              <a:gd name="connsiteX49" fmla="*/ 147025 w 347358"/>
              <a:gd name="connsiteY49" fmla="*/ 152876 h 340899"/>
              <a:gd name="connsiteX50" fmla="*/ 130425 w 347358"/>
              <a:gd name="connsiteY50" fmla="*/ 169355 h 340899"/>
              <a:gd name="connsiteX51" fmla="*/ 130331 w 347358"/>
              <a:gd name="connsiteY51" fmla="*/ 169355 h 340899"/>
              <a:gd name="connsiteX52" fmla="*/ 130141 w 347358"/>
              <a:gd name="connsiteY52" fmla="*/ 169355 h 340899"/>
              <a:gd name="connsiteX53" fmla="*/ 112118 w 347358"/>
              <a:gd name="connsiteY53" fmla="*/ 152781 h 340899"/>
              <a:gd name="connsiteX54" fmla="*/ 104909 w 347358"/>
              <a:gd name="connsiteY54" fmla="*/ 145733 h 340899"/>
              <a:gd name="connsiteX55" fmla="*/ 97700 w 347358"/>
              <a:gd name="connsiteY55" fmla="*/ 152781 h 340899"/>
              <a:gd name="connsiteX56" fmla="*/ 122932 w 347358"/>
              <a:gd name="connsiteY56" fmla="*/ 182689 h 340899"/>
              <a:gd name="connsiteX57" fmla="*/ 122932 w 347358"/>
              <a:gd name="connsiteY57" fmla="*/ 193072 h 340899"/>
              <a:gd name="connsiteX58" fmla="*/ 130425 w 347358"/>
              <a:gd name="connsiteY58" fmla="*/ 200216 h 340899"/>
              <a:gd name="connsiteX59" fmla="*/ 137919 w 347358"/>
              <a:gd name="connsiteY59" fmla="*/ 193072 h 340899"/>
              <a:gd name="connsiteX60" fmla="*/ 137919 w 347358"/>
              <a:gd name="connsiteY60" fmla="*/ 182499 h 340899"/>
              <a:gd name="connsiteX61" fmla="*/ 161538 w 347358"/>
              <a:gd name="connsiteY61" fmla="*/ 152876 h 340899"/>
              <a:gd name="connsiteX62" fmla="*/ 130236 w 347358"/>
              <a:gd name="connsiteY62" fmla="*/ 120968 h 340899"/>
              <a:gd name="connsiteX63" fmla="*/ 112213 w 347358"/>
              <a:gd name="connsiteY63" fmla="*/ 104394 h 340899"/>
              <a:gd name="connsiteX64" fmla="*/ 130236 w 347358"/>
              <a:gd name="connsiteY64" fmla="*/ 87820 h 340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47358" h="340899">
                <a:moveTo>
                  <a:pt x="347358" y="178784"/>
                </a:moveTo>
                <a:lnTo>
                  <a:pt x="347358" y="235744"/>
                </a:lnTo>
                <a:cubicBezTo>
                  <a:pt x="347358" y="239268"/>
                  <a:pt x="343754" y="242887"/>
                  <a:pt x="340149" y="242887"/>
                </a:cubicBezTo>
                <a:cubicBezTo>
                  <a:pt x="336545" y="242887"/>
                  <a:pt x="332940" y="239363"/>
                  <a:pt x="332940" y="235744"/>
                </a:cubicBezTo>
                <a:lnTo>
                  <a:pt x="332940" y="194882"/>
                </a:lnTo>
                <a:cubicBezTo>
                  <a:pt x="268629" y="253619"/>
                  <a:pt x="236445" y="283019"/>
                  <a:pt x="236378" y="283083"/>
                </a:cubicBezTo>
                <a:cubicBezTo>
                  <a:pt x="234007" y="285464"/>
                  <a:pt x="229169" y="285464"/>
                  <a:pt x="226703" y="283083"/>
                </a:cubicBezTo>
                <a:lnTo>
                  <a:pt x="159166" y="229934"/>
                </a:lnTo>
                <a:lnTo>
                  <a:pt x="33768" y="339757"/>
                </a:lnTo>
                <a:cubicBezTo>
                  <a:pt x="32535" y="340900"/>
                  <a:pt x="30164" y="340900"/>
                  <a:pt x="28931" y="340900"/>
                </a:cubicBezTo>
                <a:cubicBezTo>
                  <a:pt x="26559" y="340900"/>
                  <a:pt x="25326" y="340900"/>
                  <a:pt x="22860" y="338518"/>
                </a:cubicBezTo>
                <a:cubicBezTo>
                  <a:pt x="20489" y="336137"/>
                  <a:pt x="20489" y="331470"/>
                  <a:pt x="24093" y="329089"/>
                </a:cubicBezTo>
                <a:lnTo>
                  <a:pt x="154329" y="215741"/>
                </a:lnTo>
                <a:cubicBezTo>
                  <a:pt x="156700" y="213360"/>
                  <a:pt x="160399" y="213360"/>
                  <a:pt x="164004" y="215741"/>
                </a:cubicBezTo>
                <a:lnTo>
                  <a:pt x="231541" y="268891"/>
                </a:lnTo>
                <a:cubicBezTo>
                  <a:pt x="282383" y="221933"/>
                  <a:pt x="308278" y="198120"/>
                  <a:pt x="321463" y="185928"/>
                </a:cubicBezTo>
                <a:lnTo>
                  <a:pt x="283616" y="185928"/>
                </a:lnTo>
                <a:cubicBezTo>
                  <a:pt x="278778" y="185928"/>
                  <a:pt x="276407" y="182404"/>
                  <a:pt x="276407" y="178784"/>
                </a:cubicBezTo>
                <a:cubicBezTo>
                  <a:pt x="276407" y="174022"/>
                  <a:pt x="278778" y="171641"/>
                  <a:pt x="283616" y="171641"/>
                </a:cubicBezTo>
                <a:lnTo>
                  <a:pt x="339580" y="171641"/>
                </a:lnTo>
                <a:cubicBezTo>
                  <a:pt x="339580" y="171641"/>
                  <a:pt x="340149" y="171641"/>
                  <a:pt x="340434" y="171641"/>
                </a:cubicBezTo>
                <a:cubicBezTo>
                  <a:pt x="343944" y="171831"/>
                  <a:pt x="347263" y="174117"/>
                  <a:pt x="347263" y="178689"/>
                </a:cubicBezTo>
                <a:close/>
                <a:moveTo>
                  <a:pt x="68865" y="241649"/>
                </a:moveTo>
                <a:cubicBezTo>
                  <a:pt x="70098" y="241649"/>
                  <a:pt x="71236" y="242792"/>
                  <a:pt x="72469" y="242792"/>
                </a:cubicBezTo>
                <a:cubicBezTo>
                  <a:pt x="74840" y="242792"/>
                  <a:pt x="77307" y="240411"/>
                  <a:pt x="78540" y="238030"/>
                </a:cubicBezTo>
                <a:cubicBezTo>
                  <a:pt x="80911" y="234505"/>
                  <a:pt x="79773" y="230886"/>
                  <a:pt x="76168" y="228600"/>
                </a:cubicBezTo>
                <a:cubicBezTo>
                  <a:pt x="37563" y="209645"/>
                  <a:pt x="14608" y="170593"/>
                  <a:pt x="14608" y="127921"/>
                </a:cubicBezTo>
                <a:cubicBezTo>
                  <a:pt x="14608" y="66389"/>
                  <a:pt x="66493" y="14288"/>
                  <a:pt x="130425" y="14288"/>
                </a:cubicBezTo>
                <a:cubicBezTo>
                  <a:pt x="194357" y="14288"/>
                  <a:pt x="246243" y="66389"/>
                  <a:pt x="246243" y="127921"/>
                </a:cubicBezTo>
                <a:cubicBezTo>
                  <a:pt x="246243" y="151638"/>
                  <a:pt x="239034" y="175260"/>
                  <a:pt x="224521" y="194215"/>
                </a:cubicBezTo>
                <a:cubicBezTo>
                  <a:pt x="222150" y="197739"/>
                  <a:pt x="223288" y="201359"/>
                  <a:pt x="226893" y="203645"/>
                </a:cubicBezTo>
                <a:cubicBezTo>
                  <a:pt x="229264" y="206026"/>
                  <a:pt x="234102" y="204787"/>
                  <a:pt x="236568" y="202501"/>
                </a:cubicBezTo>
                <a:cubicBezTo>
                  <a:pt x="252219" y="181166"/>
                  <a:pt x="260661" y="155162"/>
                  <a:pt x="260661" y="127921"/>
                </a:cubicBezTo>
                <a:cubicBezTo>
                  <a:pt x="260661" y="58103"/>
                  <a:pt x="201566" y="0"/>
                  <a:pt x="130331" y="0"/>
                </a:cubicBezTo>
                <a:cubicBezTo>
                  <a:pt x="59095" y="0"/>
                  <a:pt x="0" y="58007"/>
                  <a:pt x="0" y="127921"/>
                </a:cubicBezTo>
                <a:cubicBezTo>
                  <a:pt x="0" y="175260"/>
                  <a:pt x="26559" y="219075"/>
                  <a:pt x="68770" y="241554"/>
                </a:cubicBezTo>
                <a:close/>
                <a:moveTo>
                  <a:pt x="130141" y="87820"/>
                </a:moveTo>
                <a:cubicBezTo>
                  <a:pt x="130141" y="87820"/>
                  <a:pt x="130331" y="87820"/>
                  <a:pt x="130331" y="87820"/>
                </a:cubicBezTo>
                <a:cubicBezTo>
                  <a:pt x="130331" y="87820"/>
                  <a:pt x="130331" y="87820"/>
                  <a:pt x="130425" y="87820"/>
                </a:cubicBezTo>
                <a:cubicBezTo>
                  <a:pt x="139911" y="88011"/>
                  <a:pt x="147025" y="94964"/>
                  <a:pt x="147025" y="104299"/>
                </a:cubicBezTo>
                <a:cubicBezTo>
                  <a:pt x="147025" y="107823"/>
                  <a:pt x="150629" y="111347"/>
                  <a:pt x="154234" y="111347"/>
                </a:cubicBezTo>
                <a:cubicBezTo>
                  <a:pt x="159072" y="111347"/>
                  <a:pt x="161443" y="107823"/>
                  <a:pt x="161443" y="104299"/>
                </a:cubicBezTo>
                <a:cubicBezTo>
                  <a:pt x="161443" y="90392"/>
                  <a:pt x="151104" y="78200"/>
                  <a:pt x="137824" y="74676"/>
                </a:cubicBezTo>
                <a:lnTo>
                  <a:pt x="137824" y="64103"/>
                </a:lnTo>
                <a:cubicBezTo>
                  <a:pt x="137824" y="60579"/>
                  <a:pt x="134125" y="56959"/>
                  <a:pt x="130331" y="56959"/>
                </a:cubicBezTo>
                <a:cubicBezTo>
                  <a:pt x="126536" y="56959"/>
                  <a:pt x="122837" y="60484"/>
                  <a:pt x="122837" y="64103"/>
                </a:cubicBezTo>
                <a:lnTo>
                  <a:pt x="122837" y="74486"/>
                </a:lnTo>
                <a:cubicBezTo>
                  <a:pt x="108324" y="77724"/>
                  <a:pt x="97606" y="90107"/>
                  <a:pt x="97606" y="104394"/>
                </a:cubicBezTo>
                <a:cubicBezTo>
                  <a:pt x="97606" y="122111"/>
                  <a:pt x="112024" y="135160"/>
                  <a:pt x="130141" y="135160"/>
                </a:cubicBezTo>
                <a:cubicBezTo>
                  <a:pt x="139816" y="135160"/>
                  <a:pt x="147025" y="143447"/>
                  <a:pt x="147025" y="152876"/>
                </a:cubicBezTo>
                <a:cubicBezTo>
                  <a:pt x="147025" y="162306"/>
                  <a:pt x="139911" y="169259"/>
                  <a:pt x="130425" y="169355"/>
                </a:cubicBezTo>
                <a:cubicBezTo>
                  <a:pt x="130425" y="169355"/>
                  <a:pt x="130425" y="169355"/>
                  <a:pt x="130331" y="169355"/>
                </a:cubicBezTo>
                <a:cubicBezTo>
                  <a:pt x="130331" y="169355"/>
                  <a:pt x="130141" y="169355"/>
                  <a:pt x="130141" y="169355"/>
                </a:cubicBezTo>
                <a:cubicBezTo>
                  <a:pt x="120560" y="169355"/>
                  <a:pt x="112118" y="162211"/>
                  <a:pt x="112118" y="152781"/>
                </a:cubicBezTo>
                <a:cubicBezTo>
                  <a:pt x="112118" y="149257"/>
                  <a:pt x="109747" y="145733"/>
                  <a:pt x="104909" y="145733"/>
                </a:cubicBezTo>
                <a:cubicBezTo>
                  <a:pt x="101305" y="145733"/>
                  <a:pt x="97700" y="149257"/>
                  <a:pt x="97700" y="152781"/>
                </a:cubicBezTo>
                <a:cubicBezTo>
                  <a:pt x="97700" y="166973"/>
                  <a:pt x="108419" y="179451"/>
                  <a:pt x="122932" y="182689"/>
                </a:cubicBezTo>
                <a:lnTo>
                  <a:pt x="122932" y="193072"/>
                </a:lnTo>
                <a:cubicBezTo>
                  <a:pt x="122932" y="196596"/>
                  <a:pt x="126631" y="200216"/>
                  <a:pt x="130425" y="200216"/>
                </a:cubicBezTo>
                <a:cubicBezTo>
                  <a:pt x="134220" y="200216"/>
                  <a:pt x="137919" y="196691"/>
                  <a:pt x="137919" y="193072"/>
                </a:cubicBezTo>
                <a:lnTo>
                  <a:pt x="137919" y="182499"/>
                </a:lnTo>
                <a:cubicBezTo>
                  <a:pt x="151199" y="178975"/>
                  <a:pt x="161538" y="166878"/>
                  <a:pt x="161538" y="152876"/>
                </a:cubicBezTo>
                <a:cubicBezTo>
                  <a:pt x="161538" y="135160"/>
                  <a:pt x="147120" y="120968"/>
                  <a:pt x="130236" y="120968"/>
                </a:cubicBezTo>
                <a:cubicBezTo>
                  <a:pt x="120655" y="120968"/>
                  <a:pt x="112213" y="113919"/>
                  <a:pt x="112213" y="104394"/>
                </a:cubicBezTo>
                <a:cubicBezTo>
                  <a:pt x="112213" y="94869"/>
                  <a:pt x="120655" y="87820"/>
                  <a:pt x="130236" y="8782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2" name="Graphic 339">
            <a:extLst>
              <a:ext uri="{FF2B5EF4-FFF2-40B4-BE49-F238E27FC236}">
                <a16:creationId xmlns:a16="http://schemas.microsoft.com/office/drawing/2014/main" id="{086A1090-8C3B-DA68-6120-DBC469CF99C2}"/>
              </a:ext>
            </a:extLst>
          </p:cNvPr>
          <p:cNvSpPr/>
          <p:nvPr/>
        </p:nvSpPr>
        <p:spPr>
          <a:xfrm>
            <a:off x="5540275" y="4894082"/>
            <a:ext cx="350520" cy="456068"/>
          </a:xfrm>
          <a:custGeom>
            <a:avLst/>
            <a:gdLst>
              <a:gd name="connsiteX0" fmla="*/ 261420 w 261419"/>
              <a:gd name="connsiteY0" fmla="*/ 255175 h 340137"/>
              <a:gd name="connsiteX1" fmla="*/ 174438 w 261419"/>
              <a:gd name="connsiteY1" fmla="*/ 340138 h 340137"/>
              <a:gd name="connsiteX2" fmla="*/ 87456 w 261419"/>
              <a:gd name="connsiteY2" fmla="*/ 255175 h 340137"/>
              <a:gd name="connsiteX3" fmla="*/ 87456 w 261419"/>
              <a:gd name="connsiteY3" fmla="*/ 198596 h 340137"/>
              <a:gd name="connsiteX4" fmla="*/ 7304 w 261419"/>
              <a:gd name="connsiteY4" fmla="*/ 198596 h 340137"/>
              <a:gd name="connsiteX5" fmla="*/ 0 w 261419"/>
              <a:gd name="connsiteY5" fmla="*/ 191453 h 340137"/>
              <a:gd name="connsiteX6" fmla="*/ 7304 w 261419"/>
              <a:gd name="connsiteY6" fmla="*/ 184309 h 340137"/>
              <a:gd name="connsiteX7" fmla="*/ 87456 w 261419"/>
              <a:gd name="connsiteY7" fmla="*/ 184309 h 340137"/>
              <a:gd name="connsiteX8" fmla="*/ 87456 w 261419"/>
              <a:gd name="connsiteY8" fmla="*/ 155829 h 340137"/>
              <a:gd name="connsiteX9" fmla="*/ 7304 w 261419"/>
              <a:gd name="connsiteY9" fmla="*/ 155829 h 340137"/>
              <a:gd name="connsiteX10" fmla="*/ 0 w 261419"/>
              <a:gd name="connsiteY10" fmla="*/ 148685 h 340137"/>
              <a:gd name="connsiteX11" fmla="*/ 7304 w 261419"/>
              <a:gd name="connsiteY11" fmla="*/ 141542 h 340137"/>
              <a:gd name="connsiteX12" fmla="*/ 87456 w 261419"/>
              <a:gd name="connsiteY12" fmla="*/ 141542 h 340137"/>
              <a:gd name="connsiteX13" fmla="*/ 87456 w 261419"/>
              <a:gd name="connsiteY13" fmla="*/ 84963 h 340137"/>
              <a:gd name="connsiteX14" fmla="*/ 174438 w 261419"/>
              <a:gd name="connsiteY14" fmla="*/ 0 h 340137"/>
              <a:gd name="connsiteX15" fmla="*/ 261420 w 261419"/>
              <a:gd name="connsiteY15" fmla="*/ 84963 h 340137"/>
              <a:gd name="connsiteX16" fmla="*/ 254211 w 261419"/>
              <a:gd name="connsiteY16" fmla="*/ 92012 h 340137"/>
              <a:gd name="connsiteX17" fmla="*/ 247002 w 261419"/>
              <a:gd name="connsiteY17" fmla="*/ 84963 h 340137"/>
              <a:gd name="connsiteX18" fmla="*/ 174533 w 261419"/>
              <a:gd name="connsiteY18" fmla="*/ 14097 h 340137"/>
              <a:gd name="connsiteX19" fmla="*/ 102064 w 261419"/>
              <a:gd name="connsiteY19" fmla="*/ 84963 h 340137"/>
              <a:gd name="connsiteX20" fmla="*/ 102064 w 261419"/>
              <a:gd name="connsiteY20" fmla="*/ 141542 h 340137"/>
              <a:gd name="connsiteX21" fmla="*/ 225185 w 261419"/>
              <a:gd name="connsiteY21" fmla="*/ 141542 h 340137"/>
              <a:gd name="connsiteX22" fmla="*/ 232489 w 261419"/>
              <a:gd name="connsiteY22" fmla="*/ 148685 h 340137"/>
              <a:gd name="connsiteX23" fmla="*/ 225185 w 261419"/>
              <a:gd name="connsiteY23" fmla="*/ 155829 h 340137"/>
              <a:gd name="connsiteX24" fmla="*/ 102064 w 261419"/>
              <a:gd name="connsiteY24" fmla="*/ 155829 h 340137"/>
              <a:gd name="connsiteX25" fmla="*/ 102064 w 261419"/>
              <a:gd name="connsiteY25" fmla="*/ 184309 h 340137"/>
              <a:gd name="connsiteX26" fmla="*/ 196065 w 261419"/>
              <a:gd name="connsiteY26" fmla="*/ 184309 h 340137"/>
              <a:gd name="connsiteX27" fmla="*/ 203274 w 261419"/>
              <a:gd name="connsiteY27" fmla="*/ 191453 h 340137"/>
              <a:gd name="connsiteX28" fmla="*/ 196065 w 261419"/>
              <a:gd name="connsiteY28" fmla="*/ 198596 h 340137"/>
              <a:gd name="connsiteX29" fmla="*/ 102064 w 261419"/>
              <a:gd name="connsiteY29" fmla="*/ 198596 h 340137"/>
              <a:gd name="connsiteX30" fmla="*/ 102064 w 261419"/>
              <a:gd name="connsiteY30" fmla="*/ 255175 h 340137"/>
              <a:gd name="connsiteX31" fmla="*/ 174533 w 261419"/>
              <a:gd name="connsiteY31" fmla="*/ 326041 h 340137"/>
              <a:gd name="connsiteX32" fmla="*/ 247002 w 261419"/>
              <a:gd name="connsiteY32" fmla="*/ 255175 h 340137"/>
              <a:gd name="connsiteX33" fmla="*/ 254211 w 261419"/>
              <a:gd name="connsiteY33" fmla="*/ 248126 h 340137"/>
              <a:gd name="connsiteX34" fmla="*/ 261420 w 261419"/>
              <a:gd name="connsiteY34" fmla="*/ 255175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61419" h="340137">
                <a:moveTo>
                  <a:pt x="261420" y="255175"/>
                </a:moveTo>
                <a:cubicBezTo>
                  <a:pt x="261420" y="301181"/>
                  <a:pt x="222719" y="340138"/>
                  <a:pt x="174438" y="340138"/>
                </a:cubicBezTo>
                <a:cubicBezTo>
                  <a:pt x="126157" y="340138"/>
                  <a:pt x="87456" y="301181"/>
                  <a:pt x="87456" y="255175"/>
                </a:cubicBezTo>
                <a:lnTo>
                  <a:pt x="87456" y="198596"/>
                </a:lnTo>
                <a:lnTo>
                  <a:pt x="7304" y="198596"/>
                </a:lnTo>
                <a:cubicBezTo>
                  <a:pt x="3699" y="198596"/>
                  <a:pt x="0" y="195072"/>
                  <a:pt x="0" y="191453"/>
                </a:cubicBezTo>
                <a:cubicBezTo>
                  <a:pt x="0" y="186690"/>
                  <a:pt x="3604" y="184309"/>
                  <a:pt x="7304" y="184309"/>
                </a:cubicBezTo>
                <a:lnTo>
                  <a:pt x="87456" y="184309"/>
                </a:lnTo>
                <a:lnTo>
                  <a:pt x="87456" y="155829"/>
                </a:lnTo>
                <a:lnTo>
                  <a:pt x="7304" y="155829"/>
                </a:lnTo>
                <a:cubicBezTo>
                  <a:pt x="3699" y="155829"/>
                  <a:pt x="0" y="152305"/>
                  <a:pt x="0" y="148685"/>
                </a:cubicBezTo>
                <a:cubicBezTo>
                  <a:pt x="0" y="143923"/>
                  <a:pt x="3604" y="141542"/>
                  <a:pt x="7304" y="141542"/>
                </a:cubicBezTo>
                <a:lnTo>
                  <a:pt x="87456" y="141542"/>
                </a:lnTo>
                <a:lnTo>
                  <a:pt x="87456" y="84963"/>
                </a:lnTo>
                <a:cubicBezTo>
                  <a:pt x="87456" y="37719"/>
                  <a:pt x="127295" y="0"/>
                  <a:pt x="174438" y="0"/>
                </a:cubicBezTo>
                <a:cubicBezTo>
                  <a:pt x="221581" y="0"/>
                  <a:pt x="261420" y="37814"/>
                  <a:pt x="261420" y="84963"/>
                </a:cubicBezTo>
                <a:cubicBezTo>
                  <a:pt x="261420" y="88487"/>
                  <a:pt x="259048" y="92012"/>
                  <a:pt x="254211" y="92012"/>
                </a:cubicBezTo>
                <a:cubicBezTo>
                  <a:pt x="250606" y="92012"/>
                  <a:pt x="247002" y="88487"/>
                  <a:pt x="247002" y="84963"/>
                </a:cubicBezTo>
                <a:cubicBezTo>
                  <a:pt x="247002" y="46006"/>
                  <a:pt x="214372" y="14097"/>
                  <a:pt x="174533" y="14097"/>
                </a:cubicBezTo>
                <a:cubicBezTo>
                  <a:pt x="134694" y="14097"/>
                  <a:pt x="102064" y="46006"/>
                  <a:pt x="102064" y="84963"/>
                </a:cubicBezTo>
                <a:lnTo>
                  <a:pt x="102064" y="141542"/>
                </a:lnTo>
                <a:lnTo>
                  <a:pt x="225185" y="141542"/>
                </a:lnTo>
                <a:cubicBezTo>
                  <a:pt x="230023" y="141542"/>
                  <a:pt x="232489" y="143923"/>
                  <a:pt x="232489" y="148685"/>
                </a:cubicBezTo>
                <a:cubicBezTo>
                  <a:pt x="232489" y="152210"/>
                  <a:pt x="230118" y="155829"/>
                  <a:pt x="225185" y="155829"/>
                </a:cubicBezTo>
                <a:lnTo>
                  <a:pt x="102064" y="155829"/>
                </a:lnTo>
                <a:lnTo>
                  <a:pt x="102064" y="184309"/>
                </a:lnTo>
                <a:lnTo>
                  <a:pt x="196065" y="184309"/>
                </a:lnTo>
                <a:cubicBezTo>
                  <a:pt x="200902" y="184309"/>
                  <a:pt x="203274" y="186690"/>
                  <a:pt x="203274" y="191453"/>
                </a:cubicBezTo>
                <a:cubicBezTo>
                  <a:pt x="203274" y="194977"/>
                  <a:pt x="200902" y="198596"/>
                  <a:pt x="196065" y="198596"/>
                </a:cubicBezTo>
                <a:lnTo>
                  <a:pt x="102064" y="198596"/>
                </a:lnTo>
                <a:lnTo>
                  <a:pt x="102064" y="255175"/>
                </a:lnTo>
                <a:cubicBezTo>
                  <a:pt x="102064" y="294132"/>
                  <a:pt x="134694" y="326041"/>
                  <a:pt x="174533" y="326041"/>
                </a:cubicBezTo>
                <a:cubicBezTo>
                  <a:pt x="214372" y="326041"/>
                  <a:pt x="247002" y="294132"/>
                  <a:pt x="247002" y="255175"/>
                </a:cubicBezTo>
                <a:cubicBezTo>
                  <a:pt x="247002" y="250412"/>
                  <a:pt x="250606" y="248126"/>
                  <a:pt x="254211" y="248126"/>
                </a:cubicBezTo>
                <a:cubicBezTo>
                  <a:pt x="259048" y="248126"/>
                  <a:pt x="261420" y="250508"/>
                  <a:pt x="261420" y="25517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3" name="Graphic 339">
            <a:extLst>
              <a:ext uri="{FF2B5EF4-FFF2-40B4-BE49-F238E27FC236}">
                <a16:creationId xmlns:a16="http://schemas.microsoft.com/office/drawing/2014/main" id="{75D999ED-AE8C-2561-5F8A-4C779E2EDA50}"/>
              </a:ext>
            </a:extLst>
          </p:cNvPr>
          <p:cNvSpPr/>
          <p:nvPr/>
        </p:nvSpPr>
        <p:spPr>
          <a:xfrm>
            <a:off x="6305450" y="4894082"/>
            <a:ext cx="350520" cy="456068"/>
          </a:xfrm>
          <a:custGeom>
            <a:avLst/>
            <a:gdLst>
              <a:gd name="connsiteX0" fmla="*/ 261420 w 261419"/>
              <a:gd name="connsiteY0" fmla="*/ 255175 h 340137"/>
              <a:gd name="connsiteX1" fmla="*/ 174438 w 261419"/>
              <a:gd name="connsiteY1" fmla="*/ 340138 h 340137"/>
              <a:gd name="connsiteX2" fmla="*/ 87456 w 261419"/>
              <a:gd name="connsiteY2" fmla="*/ 255175 h 340137"/>
              <a:gd name="connsiteX3" fmla="*/ 87456 w 261419"/>
              <a:gd name="connsiteY3" fmla="*/ 198596 h 340137"/>
              <a:gd name="connsiteX4" fmla="*/ 7304 w 261419"/>
              <a:gd name="connsiteY4" fmla="*/ 198596 h 340137"/>
              <a:gd name="connsiteX5" fmla="*/ 0 w 261419"/>
              <a:gd name="connsiteY5" fmla="*/ 191453 h 340137"/>
              <a:gd name="connsiteX6" fmla="*/ 7304 w 261419"/>
              <a:gd name="connsiteY6" fmla="*/ 184309 h 340137"/>
              <a:gd name="connsiteX7" fmla="*/ 87456 w 261419"/>
              <a:gd name="connsiteY7" fmla="*/ 184309 h 340137"/>
              <a:gd name="connsiteX8" fmla="*/ 87456 w 261419"/>
              <a:gd name="connsiteY8" fmla="*/ 155829 h 340137"/>
              <a:gd name="connsiteX9" fmla="*/ 7304 w 261419"/>
              <a:gd name="connsiteY9" fmla="*/ 155829 h 340137"/>
              <a:gd name="connsiteX10" fmla="*/ 0 w 261419"/>
              <a:gd name="connsiteY10" fmla="*/ 148685 h 340137"/>
              <a:gd name="connsiteX11" fmla="*/ 7304 w 261419"/>
              <a:gd name="connsiteY11" fmla="*/ 141542 h 340137"/>
              <a:gd name="connsiteX12" fmla="*/ 87456 w 261419"/>
              <a:gd name="connsiteY12" fmla="*/ 141542 h 340137"/>
              <a:gd name="connsiteX13" fmla="*/ 87456 w 261419"/>
              <a:gd name="connsiteY13" fmla="*/ 84963 h 340137"/>
              <a:gd name="connsiteX14" fmla="*/ 174438 w 261419"/>
              <a:gd name="connsiteY14" fmla="*/ 0 h 340137"/>
              <a:gd name="connsiteX15" fmla="*/ 261420 w 261419"/>
              <a:gd name="connsiteY15" fmla="*/ 84963 h 340137"/>
              <a:gd name="connsiteX16" fmla="*/ 254211 w 261419"/>
              <a:gd name="connsiteY16" fmla="*/ 92012 h 340137"/>
              <a:gd name="connsiteX17" fmla="*/ 247002 w 261419"/>
              <a:gd name="connsiteY17" fmla="*/ 84963 h 340137"/>
              <a:gd name="connsiteX18" fmla="*/ 174533 w 261419"/>
              <a:gd name="connsiteY18" fmla="*/ 14097 h 340137"/>
              <a:gd name="connsiteX19" fmla="*/ 102064 w 261419"/>
              <a:gd name="connsiteY19" fmla="*/ 84963 h 340137"/>
              <a:gd name="connsiteX20" fmla="*/ 102064 w 261419"/>
              <a:gd name="connsiteY20" fmla="*/ 141542 h 340137"/>
              <a:gd name="connsiteX21" fmla="*/ 225185 w 261419"/>
              <a:gd name="connsiteY21" fmla="*/ 141542 h 340137"/>
              <a:gd name="connsiteX22" fmla="*/ 232489 w 261419"/>
              <a:gd name="connsiteY22" fmla="*/ 148685 h 340137"/>
              <a:gd name="connsiteX23" fmla="*/ 225185 w 261419"/>
              <a:gd name="connsiteY23" fmla="*/ 155829 h 340137"/>
              <a:gd name="connsiteX24" fmla="*/ 102064 w 261419"/>
              <a:gd name="connsiteY24" fmla="*/ 155829 h 340137"/>
              <a:gd name="connsiteX25" fmla="*/ 102064 w 261419"/>
              <a:gd name="connsiteY25" fmla="*/ 184309 h 340137"/>
              <a:gd name="connsiteX26" fmla="*/ 196065 w 261419"/>
              <a:gd name="connsiteY26" fmla="*/ 184309 h 340137"/>
              <a:gd name="connsiteX27" fmla="*/ 203274 w 261419"/>
              <a:gd name="connsiteY27" fmla="*/ 191453 h 340137"/>
              <a:gd name="connsiteX28" fmla="*/ 196065 w 261419"/>
              <a:gd name="connsiteY28" fmla="*/ 198596 h 340137"/>
              <a:gd name="connsiteX29" fmla="*/ 102064 w 261419"/>
              <a:gd name="connsiteY29" fmla="*/ 198596 h 340137"/>
              <a:gd name="connsiteX30" fmla="*/ 102064 w 261419"/>
              <a:gd name="connsiteY30" fmla="*/ 255175 h 340137"/>
              <a:gd name="connsiteX31" fmla="*/ 174533 w 261419"/>
              <a:gd name="connsiteY31" fmla="*/ 326041 h 340137"/>
              <a:gd name="connsiteX32" fmla="*/ 247002 w 261419"/>
              <a:gd name="connsiteY32" fmla="*/ 255175 h 340137"/>
              <a:gd name="connsiteX33" fmla="*/ 254211 w 261419"/>
              <a:gd name="connsiteY33" fmla="*/ 248126 h 340137"/>
              <a:gd name="connsiteX34" fmla="*/ 261420 w 261419"/>
              <a:gd name="connsiteY34" fmla="*/ 255175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61419" h="340137">
                <a:moveTo>
                  <a:pt x="261420" y="255175"/>
                </a:moveTo>
                <a:cubicBezTo>
                  <a:pt x="261420" y="301181"/>
                  <a:pt x="222719" y="340138"/>
                  <a:pt x="174438" y="340138"/>
                </a:cubicBezTo>
                <a:cubicBezTo>
                  <a:pt x="126157" y="340138"/>
                  <a:pt x="87456" y="301181"/>
                  <a:pt x="87456" y="255175"/>
                </a:cubicBezTo>
                <a:lnTo>
                  <a:pt x="87456" y="198596"/>
                </a:lnTo>
                <a:lnTo>
                  <a:pt x="7304" y="198596"/>
                </a:lnTo>
                <a:cubicBezTo>
                  <a:pt x="3699" y="198596"/>
                  <a:pt x="0" y="195072"/>
                  <a:pt x="0" y="191453"/>
                </a:cubicBezTo>
                <a:cubicBezTo>
                  <a:pt x="0" y="186690"/>
                  <a:pt x="3604" y="184309"/>
                  <a:pt x="7304" y="184309"/>
                </a:cubicBezTo>
                <a:lnTo>
                  <a:pt x="87456" y="184309"/>
                </a:lnTo>
                <a:lnTo>
                  <a:pt x="87456" y="155829"/>
                </a:lnTo>
                <a:lnTo>
                  <a:pt x="7304" y="155829"/>
                </a:lnTo>
                <a:cubicBezTo>
                  <a:pt x="3699" y="155829"/>
                  <a:pt x="0" y="152305"/>
                  <a:pt x="0" y="148685"/>
                </a:cubicBezTo>
                <a:cubicBezTo>
                  <a:pt x="0" y="143923"/>
                  <a:pt x="3604" y="141542"/>
                  <a:pt x="7304" y="141542"/>
                </a:cubicBezTo>
                <a:lnTo>
                  <a:pt x="87456" y="141542"/>
                </a:lnTo>
                <a:lnTo>
                  <a:pt x="87456" y="84963"/>
                </a:lnTo>
                <a:cubicBezTo>
                  <a:pt x="87456" y="37719"/>
                  <a:pt x="127295" y="0"/>
                  <a:pt x="174438" y="0"/>
                </a:cubicBezTo>
                <a:cubicBezTo>
                  <a:pt x="221581" y="0"/>
                  <a:pt x="261420" y="37814"/>
                  <a:pt x="261420" y="84963"/>
                </a:cubicBezTo>
                <a:cubicBezTo>
                  <a:pt x="261420" y="88487"/>
                  <a:pt x="259048" y="92012"/>
                  <a:pt x="254211" y="92012"/>
                </a:cubicBezTo>
                <a:cubicBezTo>
                  <a:pt x="250606" y="92012"/>
                  <a:pt x="247002" y="88487"/>
                  <a:pt x="247002" y="84963"/>
                </a:cubicBezTo>
                <a:cubicBezTo>
                  <a:pt x="247002" y="46006"/>
                  <a:pt x="214372" y="14097"/>
                  <a:pt x="174533" y="14097"/>
                </a:cubicBezTo>
                <a:cubicBezTo>
                  <a:pt x="134694" y="14097"/>
                  <a:pt x="102064" y="46006"/>
                  <a:pt x="102064" y="84963"/>
                </a:cubicBezTo>
                <a:lnTo>
                  <a:pt x="102064" y="141542"/>
                </a:lnTo>
                <a:lnTo>
                  <a:pt x="225185" y="141542"/>
                </a:lnTo>
                <a:cubicBezTo>
                  <a:pt x="230023" y="141542"/>
                  <a:pt x="232489" y="143923"/>
                  <a:pt x="232489" y="148685"/>
                </a:cubicBezTo>
                <a:cubicBezTo>
                  <a:pt x="232489" y="152210"/>
                  <a:pt x="230118" y="155829"/>
                  <a:pt x="225185" y="155829"/>
                </a:cubicBezTo>
                <a:lnTo>
                  <a:pt x="102064" y="155829"/>
                </a:lnTo>
                <a:lnTo>
                  <a:pt x="102064" y="184309"/>
                </a:lnTo>
                <a:lnTo>
                  <a:pt x="196065" y="184309"/>
                </a:lnTo>
                <a:cubicBezTo>
                  <a:pt x="200902" y="184309"/>
                  <a:pt x="203274" y="186690"/>
                  <a:pt x="203274" y="191453"/>
                </a:cubicBezTo>
                <a:cubicBezTo>
                  <a:pt x="203274" y="194977"/>
                  <a:pt x="200902" y="198596"/>
                  <a:pt x="196065" y="198596"/>
                </a:cubicBezTo>
                <a:lnTo>
                  <a:pt x="102064" y="198596"/>
                </a:lnTo>
                <a:lnTo>
                  <a:pt x="102064" y="255175"/>
                </a:lnTo>
                <a:cubicBezTo>
                  <a:pt x="102064" y="294132"/>
                  <a:pt x="134694" y="326041"/>
                  <a:pt x="174533" y="326041"/>
                </a:cubicBezTo>
                <a:cubicBezTo>
                  <a:pt x="214372" y="326041"/>
                  <a:pt x="247002" y="294132"/>
                  <a:pt x="247002" y="255175"/>
                </a:cubicBezTo>
                <a:cubicBezTo>
                  <a:pt x="247002" y="250412"/>
                  <a:pt x="250606" y="248126"/>
                  <a:pt x="254211" y="248126"/>
                </a:cubicBezTo>
                <a:cubicBezTo>
                  <a:pt x="259048" y="248126"/>
                  <a:pt x="261420" y="250508"/>
                  <a:pt x="261420" y="25517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4" name="Graphic 339">
            <a:extLst>
              <a:ext uri="{FF2B5EF4-FFF2-40B4-BE49-F238E27FC236}">
                <a16:creationId xmlns:a16="http://schemas.microsoft.com/office/drawing/2014/main" id="{B6D9682D-899D-DCDF-CE93-D22445BD21F5}"/>
              </a:ext>
            </a:extLst>
          </p:cNvPr>
          <p:cNvSpPr/>
          <p:nvPr/>
        </p:nvSpPr>
        <p:spPr>
          <a:xfrm>
            <a:off x="5540275" y="5557657"/>
            <a:ext cx="350520" cy="456068"/>
          </a:xfrm>
          <a:custGeom>
            <a:avLst/>
            <a:gdLst>
              <a:gd name="connsiteX0" fmla="*/ 261420 w 261419"/>
              <a:gd name="connsiteY0" fmla="*/ 255175 h 340137"/>
              <a:gd name="connsiteX1" fmla="*/ 174438 w 261419"/>
              <a:gd name="connsiteY1" fmla="*/ 340138 h 340137"/>
              <a:gd name="connsiteX2" fmla="*/ 87456 w 261419"/>
              <a:gd name="connsiteY2" fmla="*/ 255175 h 340137"/>
              <a:gd name="connsiteX3" fmla="*/ 87456 w 261419"/>
              <a:gd name="connsiteY3" fmla="*/ 198596 h 340137"/>
              <a:gd name="connsiteX4" fmla="*/ 7304 w 261419"/>
              <a:gd name="connsiteY4" fmla="*/ 198596 h 340137"/>
              <a:gd name="connsiteX5" fmla="*/ 0 w 261419"/>
              <a:gd name="connsiteY5" fmla="*/ 191453 h 340137"/>
              <a:gd name="connsiteX6" fmla="*/ 7304 w 261419"/>
              <a:gd name="connsiteY6" fmla="*/ 184309 h 340137"/>
              <a:gd name="connsiteX7" fmla="*/ 87456 w 261419"/>
              <a:gd name="connsiteY7" fmla="*/ 184309 h 340137"/>
              <a:gd name="connsiteX8" fmla="*/ 87456 w 261419"/>
              <a:gd name="connsiteY8" fmla="*/ 155829 h 340137"/>
              <a:gd name="connsiteX9" fmla="*/ 7304 w 261419"/>
              <a:gd name="connsiteY9" fmla="*/ 155829 h 340137"/>
              <a:gd name="connsiteX10" fmla="*/ 0 w 261419"/>
              <a:gd name="connsiteY10" fmla="*/ 148685 h 340137"/>
              <a:gd name="connsiteX11" fmla="*/ 7304 w 261419"/>
              <a:gd name="connsiteY11" fmla="*/ 141542 h 340137"/>
              <a:gd name="connsiteX12" fmla="*/ 87456 w 261419"/>
              <a:gd name="connsiteY12" fmla="*/ 141542 h 340137"/>
              <a:gd name="connsiteX13" fmla="*/ 87456 w 261419"/>
              <a:gd name="connsiteY13" fmla="*/ 84963 h 340137"/>
              <a:gd name="connsiteX14" fmla="*/ 174438 w 261419"/>
              <a:gd name="connsiteY14" fmla="*/ 0 h 340137"/>
              <a:gd name="connsiteX15" fmla="*/ 261420 w 261419"/>
              <a:gd name="connsiteY15" fmla="*/ 84963 h 340137"/>
              <a:gd name="connsiteX16" fmla="*/ 254211 w 261419"/>
              <a:gd name="connsiteY16" fmla="*/ 92012 h 340137"/>
              <a:gd name="connsiteX17" fmla="*/ 247002 w 261419"/>
              <a:gd name="connsiteY17" fmla="*/ 84963 h 340137"/>
              <a:gd name="connsiteX18" fmla="*/ 174533 w 261419"/>
              <a:gd name="connsiteY18" fmla="*/ 14097 h 340137"/>
              <a:gd name="connsiteX19" fmla="*/ 102064 w 261419"/>
              <a:gd name="connsiteY19" fmla="*/ 84963 h 340137"/>
              <a:gd name="connsiteX20" fmla="*/ 102064 w 261419"/>
              <a:gd name="connsiteY20" fmla="*/ 141542 h 340137"/>
              <a:gd name="connsiteX21" fmla="*/ 225185 w 261419"/>
              <a:gd name="connsiteY21" fmla="*/ 141542 h 340137"/>
              <a:gd name="connsiteX22" fmla="*/ 232489 w 261419"/>
              <a:gd name="connsiteY22" fmla="*/ 148685 h 340137"/>
              <a:gd name="connsiteX23" fmla="*/ 225185 w 261419"/>
              <a:gd name="connsiteY23" fmla="*/ 155829 h 340137"/>
              <a:gd name="connsiteX24" fmla="*/ 102064 w 261419"/>
              <a:gd name="connsiteY24" fmla="*/ 155829 h 340137"/>
              <a:gd name="connsiteX25" fmla="*/ 102064 w 261419"/>
              <a:gd name="connsiteY25" fmla="*/ 184309 h 340137"/>
              <a:gd name="connsiteX26" fmla="*/ 196065 w 261419"/>
              <a:gd name="connsiteY26" fmla="*/ 184309 h 340137"/>
              <a:gd name="connsiteX27" fmla="*/ 203274 w 261419"/>
              <a:gd name="connsiteY27" fmla="*/ 191453 h 340137"/>
              <a:gd name="connsiteX28" fmla="*/ 196065 w 261419"/>
              <a:gd name="connsiteY28" fmla="*/ 198596 h 340137"/>
              <a:gd name="connsiteX29" fmla="*/ 102064 w 261419"/>
              <a:gd name="connsiteY29" fmla="*/ 198596 h 340137"/>
              <a:gd name="connsiteX30" fmla="*/ 102064 w 261419"/>
              <a:gd name="connsiteY30" fmla="*/ 255175 h 340137"/>
              <a:gd name="connsiteX31" fmla="*/ 174533 w 261419"/>
              <a:gd name="connsiteY31" fmla="*/ 326041 h 340137"/>
              <a:gd name="connsiteX32" fmla="*/ 247002 w 261419"/>
              <a:gd name="connsiteY32" fmla="*/ 255175 h 340137"/>
              <a:gd name="connsiteX33" fmla="*/ 254211 w 261419"/>
              <a:gd name="connsiteY33" fmla="*/ 248126 h 340137"/>
              <a:gd name="connsiteX34" fmla="*/ 261420 w 261419"/>
              <a:gd name="connsiteY34" fmla="*/ 255175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61419" h="340137">
                <a:moveTo>
                  <a:pt x="261420" y="255175"/>
                </a:moveTo>
                <a:cubicBezTo>
                  <a:pt x="261420" y="301181"/>
                  <a:pt x="222719" y="340138"/>
                  <a:pt x="174438" y="340138"/>
                </a:cubicBezTo>
                <a:cubicBezTo>
                  <a:pt x="126157" y="340138"/>
                  <a:pt x="87456" y="301181"/>
                  <a:pt x="87456" y="255175"/>
                </a:cubicBezTo>
                <a:lnTo>
                  <a:pt x="87456" y="198596"/>
                </a:lnTo>
                <a:lnTo>
                  <a:pt x="7304" y="198596"/>
                </a:lnTo>
                <a:cubicBezTo>
                  <a:pt x="3699" y="198596"/>
                  <a:pt x="0" y="195072"/>
                  <a:pt x="0" y="191453"/>
                </a:cubicBezTo>
                <a:cubicBezTo>
                  <a:pt x="0" y="186690"/>
                  <a:pt x="3604" y="184309"/>
                  <a:pt x="7304" y="184309"/>
                </a:cubicBezTo>
                <a:lnTo>
                  <a:pt x="87456" y="184309"/>
                </a:lnTo>
                <a:lnTo>
                  <a:pt x="87456" y="155829"/>
                </a:lnTo>
                <a:lnTo>
                  <a:pt x="7304" y="155829"/>
                </a:lnTo>
                <a:cubicBezTo>
                  <a:pt x="3699" y="155829"/>
                  <a:pt x="0" y="152305"/>
                  <a:pt x="0" y="148685"/>
                </a:cubicBezTo>
                <a:cubicBezTo>
                  <a:pt x="0" y="143923"/>
                  <a:pt x="3604" y="141542"/>
                  <a:pt x="7304" y="141542"/>
                </a:cubicBezTo>
                <a:lnTo>
                  <a:pt x="87456" y="141542"/>
                </a:lnTo>
                <a:lnTo>
                  <a:pt x="87456" y="84963"/>
                </a:lnTo>
                <a:cubicBezTo>
                  <a:pt x="87456" y="37719"/>
                  <a:pt x="127295" y="0"/>
                  <a:pt x="174438" y="0"/>
                </a:cubicBezTo>
                <a:cubicBezTo>
                  <a:pt x="221581" y="0"/>
                  <a:pt x="261420" y="37814"/>
                  <a:pt x="261420" y="84963"/>
                </a:cubicBezTo>
                <a:cubicBezTo>
                  <a:pt x="261420" y="88487"/>
                  <a:pt x="259048" y="92012"/>
                  <a:pt x="254211" y="92012"/>
                </a:cubicBezTo>
                <a:cubicBezTo>
                  <a:pt x="250606" y="92012"/>
                  <a:pt x="247002" y="88487"/>
                  <a:pt x="247002" y="84963"/>
                </a:cubicBezTo>
                <a:cubicBezTo>
                  <a:pt x="247002" y="46006"/>
                  <a:pt x="214372" y="14097"/>
                  <a:pt x="174533" y="14097"/>
                </a:cubicBezTo>
                <a:cubicBezTo>
                  <a:pt x="134694" y="14097"/>
                  <a:pt x="102064" y="46006"/>
                  <a:pt x="102064" y="84963"/>
                </a:cubicBezTo>
                <a:lnTo>
                  <a:pt x="102064" y="141542"/>
                </a:lnTo>
                <a:lnTo>
                  <a:pt x="225185" y="141542"/>
                </a:lnTo>
                <a:cubicBezTo>
                  <a:pt x="230023" y="141542"/>
                  <a:pt x="232489" y="143923"/>
                  <a:pt x="232489" y="148685"/>
                </a:cubicBezTo>
                <a:cubicBezTo>
                  <a:pt x="232489" y="152210"/>
                  <a:pt x="230118" y="155829"/>
                  <a:pt x="225185" y="155829"/>
                </a:cubicBezTo>
                <a:lnTo>
                  <a:pt x="102064" y="155829"/>
                </a:lnTo>
                <a:lnTo>
                  <a:pt x="102064" y="184309"/>
                </a:lnTo>
                <a:lnTo>
                  <a:pt x="196065" y="184309"/>
                </a:lnTo>
                <a:cubicBezTo>
                  <a:pt x="200902" y="184309"/>
                  <a:pt x="203274" y="186690"/>
                  <a:pt x="203274" y="191453"/>
                </a:cubicBezTo>
                <a:cubicBezTo>
                  <a:pt x="203274" y="194977"/>
                  <a:pt x="200902" y="198596"/>
                  <a:pt x="196065" y="198596"/>
                </a:cubicBezTo>
                <a:lnTo>
                  <a:pt x="102064" y="198596"/>
                </a:lnTo>
                <a:lnTo>
                  <a:pt x="102064" y="255175"/>
                </a:lnTo>
                <a:cubicBezTo>
                  <a:pt x="102064" y="294132"/>
                  <a:pt x="134694" y="326041"/>
                  <a:pt x="174533" y="326041"/>
                </a:cubicBezTo>
                <a:cubicBezTo>
                  <a:pt x="214372" y="326041"/>
                  <a:pt x="247002" y="294132"/>
                  <a:pt x="247002" y="255175"/>
                </a:cubicBezTo>
                <a:cubicBezTo>
                  <a:pt x="247002" y="250412"/>
                  <a:pt x="250606" y="248126"/>
                  <a:pt x="254211" y="248126"/>
                </a:cubicBezTo>
                <a:cubicBezTo>
                  <a:pt x="259048" y="248126"/>
                  <a:pt x="261420" y="250508"/>
                  <a:pt x="261420" y="25517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5" name="Graphic 339">
            <a:extLst>
              <a:ext uri="{FF2B5EF4-FFF2-40B4-BE49-F238E27FC236}">
                <a16:creationId xmlns:a16="http://schemas.microsoft.com/office/drawing/2014/main" id="{4A758D24-2949-F766-3371-C313A9EEA2BF}"/>
              </a:ext>
            </a:extLst>
          </p:cNvPr>
          <p:cNvSpPr/>
          <p:nvPr/>
        </p:nvSpPr>
        <p:spPr>
          <a:xfrm>
            <a:off x="6305450" y="5557657"/>
            <a:ext cx="350520" cy="456068"/>
          </a:xfrm>
          <a:custGeom>
            <a:avLst/>
            <a:gdLst>
              <a:gd name="connsiteX0" fmla="*/ 261420 w 261419"/>
              <a:gd name="connsiteY0" fmla="*/ 255175 h 340137"/>
              <a:gd name="connsiteX1" fmla="*/ 174438 w 261419"/>
              <a:gd name="connsiteY1" fmla="*/ 340138 h 340137"/>
              <a:gd name="connsiteX2" fmla="*/ 87456 w 261419"/>
              <a:gd name="connsiteY2" fmla="*/ 255175 h 340137"/>
              <a:gd name="connsiteX3" fmla="*/ 87456 w 261419"/>
              <a:gd name="connsiteY3" fmla="*/ 198596 h 340137"/>
              <a:gd name="connsiteX4" fmla="*/ 7304 w 261419"/>
              <a:gd name="connsiteY4" fmla="*/ 198596 h 340137"/>
              <a:gd name="connsiteX5" fmla="*/ 0 w 261419"/>
              <a:gd name="connsiteY5" fmla="*/ 191453 h 340137"/>
              <a:gd name="connsiteX6" fmla="*/ 7304 w 261419"/>
              <a:gd name="connsiteY6" fmla="*/ 184309 h 340137"/>
              <a:gd name="connsiteX7" fmla="*/ 87456 w 261419"/>
              <a:gd name="connsiteY7" fmla="*/ 184309 h 340137"/>
              <a:gd name="connsiteX8" fmla="*/ 87456 w 261419"/>
              <a:gd name="connsiteY8" fmla="*/ 155829 h 340137"/>
              <a:gd name="connsiteX9" fmla="*/ 7304 w 261419"/>
              <a:gd name="connsiteY9" fmla="*/ 155829 h 340137"/>
              <a:gd name="connsiteX10" fmla="*/ 0 w 261419"/>
              <a:gd name="connsiteY10" fmla="*/ 148685 h 340137"/>
              <a:gd name="connsiteX11" fmla="*/ 7304 w 261419"/>
              <a:gd name="connsiteY11" fmla="*/ 141542 h 340137"/>
              <a:gd name="connsiteX12" fmla="*/ 87456 w 261419"/>
              <a:gd name="connsiteY12" fmla="*/ 141542 h 340137"/>
              <a:gd name="connsiteX13" fmla="*/ 87456 w 261419"/>
              <a:gd name="connsiteY13" fmla="*/ 84963 h 340137"/>
              <a:gd name="connsiteX14" fmla="*/ 174438 w 261419"/>
              <a:gd name="connsiteY14" fmla="*/ 0 h 340137"/>
              <a:gd name="connsiteX15" fmla="*/ 261420 w 261419"/>
              <a:gd name="connsiteY15" fmla="*/ 84963 h 340137"/>
              <a:gd name="connsiteX16" fmla="*/ 254211 w 261419"/>
              <a:gd name="connsiteY16" fmla="*/ 92012 h 340137"/>
              <a:gd name="connsiteX17" fmla="*/ 247002 w 261419"/>
              <a:gd name="connsiteY17" fmla="*/ 84963 h 340137"/>
              <a:gd name="connsiteX18" fmla="*/ 174533 w 261419"/>
              <a:gd name="connsiteY18" fmla="*/ 14097 h 340137"/>
              <a:gd name="connsiteX19" fmla="*/ 102064 w 261419"/>
              <a:gd name="connsiteY19" fmla="*/ 84963 h 340137"/>
              <a:gd name="connsiteX20" fmla="*/ 102064 w 261419"/>
              <a:gd name="connsiteY20" fmla="*/ 141542 h 340137"/>
              <a:gd name="connsiteX21" fmla="*/ 225185 w 261419"/>
              <a:gd name="connsiteY21" fmla="*/ 141542 h 340137"/>
              <a:gd name="connsiteX22" fmla="*/ 232489 w 261419"/>
              <a:gd name="connsiteY22" fmla="*/ 148685 h 340137"/>
              <a:gd name="connsiteX23" fmla="*/ 225185 w 261419"/>
              <a:gd name="connsiteY23" fmla="*/ 155829 h 340137"/>
              <a:gd name="connsiteX24" fmla="*/ 102064 w 261419"/>
              <a:gd name="connsiteY24" fmla="*/ 155829 h 340137"/>
              <a:gd name="connsiteX25" fmla="*/ 102064 w 261419"/>
              <a:gd name="connsiteY25" fmla="*/ 184309 h 340137"/>
              <a:gd name="connsiteX26" fmla="*/ 196065 w 261419"/>
              <a:gd name="connsiteY26" fmla="*/ 184309 h 340137"/>
              <a:gd name="connsiteX27" fmla="*/ 203274 w 261419"/>
              <a:gd name="connsiteY27" fmla="*/ 191453 h 340137"/>
              <a:gd name="connsiteX28" fmla="*/ 196065 w 261419"/>
              <a:gd name="connsiteY28" fmla="*/ 198596 h 340137"/>
              <a:gd name="connsiteX29" fmla="*/ 102064 w 261419"/>
              <a:gd name="connsiteY29" fmla="*/ 198596 h 340137"/>
              <a:gd name="connsiteX30" fmla="*/ 102064 w 261419"/>
              <a:gd name="connsiteY30" fmla="*/ 255175 h 340137"/>
              <a:gd name="connsiteX31" fmla="*/ 174533 w 261419"/>
              <a:gd name="connsiteY31" fmla="*/ 326041 h 340137"/>
              <a:gd name="connsiteX32" fmla="*/ 247002 w 261419"/>
              <a:gd name="connsiteY32" fmla="*/ 255175 h 340137"/>
              <a:gd name="connsiteX33" fmla="*/ 254211 w 261419"/>
              <a:gd name="connsiteY33" fmla="*/ 248126 h 340137"/>
              <a:gd name="connsiteX34" fmla="*/ 261420 w 261419"/>
              <a:gd name="connsiteY34" fmla="*/ 255175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61419" h="340137">
                <a:moveTo>
                  <a:pt x="261420" y="255175"/>
                </a:moveTo>
                <a:cubicBezTo>
                  <a:pt x="261420" y="301181"/>
                  <a:pt x="222719" y="340138"/>
                  <a:pt x="174438" y="340138"/>
                </a:cubicBezTo>
                <a:cubicBezTo>
                  <a:pt x="126157" y="340138"/>
                  <a:pt x="87456" y="301181"/>
                  <a:pt x="87456" y="255175"/>
                </a:cubicBezTo>
                <a:lnTo>
                  <a:pt x="87456" y="198596"/>
                </a:lnTo>
                <a:lnTo>
                  <a:pt x="7304" y="198596"/>
                </a:lnTo>
                <a:cubicBezTo>
                  <a:pt x="3699" y="198596"/>
                  <a:pt x="0" y="195072"/>
                  <a:pt x="0" y="191453"/>
                </a:cubicBezTo>
                <a:cubicBezTo>
                  <a:pt x="0" y="186690"/>
                  <a:pt x="3604" y="184309"/>
                  <a:pt x="7304" y="184309"/>
                </a:cubicBezTo>
                <a:lnTo>
                  <a:pt x="87456" y="184309"/>
                </a:lnTo>
                <a:lnTo>
                  <a:pt x="87456" y="155829"/>
                </a:lnTo>
                <a:lnTo>
                  <a:pt x="7304" y="155829"/>
                </a:lnTo>
                <a:cubicBezTo>
                  <a:pt x="3699" y="155829"/>
                  <a:pt x="0" y="152305"/>
                  <a:pt x="0" y="148685"/>
                </a:cubicBezTo>
                <a:cubicBezTo>
                  <a:pt x="0" y="143923"/>
                  <a:pt x="3604" y="141542"/>
                  <a:pt x="7304" y="141542"/>
                </a:cubicBezTo>
                <a:lnTo>
                  <a:pt x="87456" y="141542"/>
                </a:lnTo>
                <a:lnTo>
                  <a:pt x="87456" y="84963"/>
                </a:lnTo>
                <a:cubicBezTo>
                  <a:pt x="87456" y="37719"/>
                  <a:pt x="127295" y="0"/>
                  <a:pt x="174438" y="0"/>
                </a:cubicBezTo>
                <a:cubicBezTo>
                  <a:pt x="221581" y="0"/>
                  <a:pt x="261420" y="37814"/>
                  <a:pt x="261420" y="84963"/>
                </a:cubicBezTo>
                <a:cubicBezTo>
                  <a:pt x="261420" y="88487"/>
                  <a:pt x="259048" y="92012"/>
                  <a:pt x="254211" y="92012"/>
                </a:cubicBezTo>
                <a:cubicBezTo>
                  <a:pt x="250606" y="92012"/>
                  <a:pt x="247002" y="88487"/>
                  <a:pt x="247002" y="84963"/>
                </a:cubicBezTo>
                <a:cubicBezTo>
                  <a:pt x="247002" y="46006"/>
                  <a:pt x="214372" y="14097"/>
                  <a:pt x="174533" y="14097"/>
                </a:cubicBezTo>
                <a:cubicBezTo>
                  <a:pt x="134694" y="14097"/>
                  <a:pt x="102064" y="46006"/>
                  <a:pt x="102064" y="84963"/>
                </a:cubicBezTo>
                <a:lnTo>
                  <a:pt x="102064" y="141542"/>
                </a:lnTo>
                <a:lnTo>
                  <a:pt x="225185" y="141542"/>
                </a:lnTo>
                <a:cubicBezTo>
                  <a:pt x="230023" y="141542"/>
                  <a:pt x="232489" y="143923"/>
                  <a:pt x="232489" y="148685"/>
                </a:cubicBezTo>
                <a:cubicBezTo>
                  <a:pt x="232489" y="152210"/>
                  <a:pt x="230118" y="155829"/>
                  <a:pt x="225185" y="155829"/>
                </a:cubicBezTo>
                <a:lnTo>
                  <a:pt x="102064" y="155829"/>
                </a:lnTo>
                <a:lnTo>
                  <a:pt x="102064" y="184309"/>
                </a:lnTo>
                <a:lnTo>
                  <a:pt x="196065" y="184309"/>
                </a:lnTo>
                <a:cubicBezTo>
                  <a:pt x="200902" y="184309"/>
                  <a:pt x="203274" y="186690"/>
                  <a:pt x="203274" y="191453"/>
                </a:cubicBezTo>
                <a:cubicBezTo>
                  <a:pt x="203274" y="194977"/>
                  <a:pt x="200902" y="198596"/>
                  <a:pt x="196065" y="198596"/>
                </a:cubicBezTo>
                <a:lnTo>
                  <a:pt x="102064" y="198596"/>
                </a:lnTo>
                <a:lnTo>
                  <a:pt x="102064" y="255175"/>
                </a:lnTo>
                <a:cubicBezTo>
                  <a:pt x="102064" y="294132"/>
                  <a:pt x="134694" y="326041"/>
                  <a:pt x="174533" y="326041"/>
                </a:cubicBezTo>
                <a:cubicBezTo>
                  <a:pt x="214372" y="326041"/>
                  <a:pt x="247002" y="294132"/>
                  <a:pt x="247002" y="255175"/>
                </a:cubicBezTo>
                <a:cubicBezTo>
                  <a:pt x="247002" y="250412"/>
                  <a:pt x="250606" y="248126"/>
                  <a:pt x="254211" y="248126"/>
                </a:cubicBezTo>
                <a:cubicBezTo>
                  <a:pt x="259048" y="248126"/>
                  <a:pt x="261420" y="250508"/>
                  <a:pt x="261420" y="25517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8" name="Graphic 346">
            <a:extLst>
              <a:ext uri="{FF2B5EF4-FFF2-40B4-BE49-F238E27FC236}">
                <a16:creationId xmlns:a16="http://schemas.microsoft.com/office/drawing/2014/main" id="{1CC3AC12-44D8-1A0B-0137-3129E104328E}"/>
              </a:ext>
            </a:extLst>
          </p:cNvPr>
          <p:cNvSpPr/>
          <p:nvPr/>
        </p:nvSpPr>
        <p:spPr>
          <a:xfrm>
            <a:off x="7160379" y="4882398"/>
            <a:ext cx="361316" cy="471030"/>
          </a:xfrm>
          <a:custGeom>
            <a:avLst/>
            <a:gdLst>
              <a:gd name="connsiteX0" fmla="*/ 269388 w 269387"/>
              <a:gd name="connsiteY0" fmla="*/ 343853 h 351186"/>
              <a:gd name="connsiteX1" fmla="*/ 261894 w 269387"/>
              <a:gd name="connsiteY1" fmla="*/ 351187 h 351186"/>
              <a:gd name="connsiteX2" fmla="*/ 22860 w 269387"/>
              <a:gd name="connsiteY2" fmla="*/ 351187 h 351186"/>
              <a:gd name="connsiteX3" fmla="*/ 15366 w 269387"/>
              <a:gd name="connsiteY3" fmla="*/ 343853 h 351186"/>
              <a:gd name="connsiteX4" fmla="*/ 22860 w 269387"/>
              <a:gd name="connsiteY4" fmla="*/ 336518 h 351186"/>
              <a:gd name="connsiteX5" fmla="*/ 90112 w 269387"/>
              <a:gd name="connsiteY5" fmla="*/ 270701 h 351186"/>
              <a:gd name="connsiteX6" fmla="*/ 90112 w 269387"/>
              <a:gd name="connsiteY6" fmla="*/ 190691 h 351186"/>
              <a:gd name="connsiteX7" fmla="*/ 7494 w 269387"/>
              <a:gd name="connsiteY7" fmla="*/ 190691 h 351186"/>
              <a:gd name="connsiteX8" fmla="*/ 0 w 269387"/>
              <a:gd name="connsiteY8" fmla="*/ 183356 h 351186"/>
              <a:gd name="connsiteX9" fmla="*/ 7494 w 269387"/>
              <a:gd name="connsiteY9" fmla="*/ 176022 h 351186"/>
              <a:gd name="connsiteX10" fmla="*/ 90112 w 269387"/>
              <a:gd name="connsiteY10" fmla="*/ 176022 h 351186"/>
              <a:gd name="connsiteX11" fmla="*/ 90112 w 269387"/>
              <a:gd name="connsiteY11" fmla="*/ 87820 h 351186"/>
              <a:gd name="connsiteX12" fmla="*/ 179750 w 269387"/>
              <a:gd name="connsiteY12" fmla="*/ 0 h 351186"/>
              <a:gd name="connsiteX13" fmla="*/ 269388 w 269387"/>
              <a:gd name="connsiteY13" fmla="*/ 87820 h 351186"/>
              <a:gd name="connsiteX14" fmla="*/ 261894 w 269387"/>
              <a:gd name="connsiteY14" fmla="*/ 95155 h 351186"/>
              <a:gd name="connsiteX15" fmla="*/ 254401 w 269387"/>
              <a:gd name="connsiteY15" fmla="*/ 87820 h 351186"/>
              <a:gd name="connsiteX16" fmla="*/ 179655 w 269387"/>
              <a:gd name="connsiteY16" fmla="*/ 14668 h 351186"/>
              <a:gd name="connsiteX17" fmla="*/ 104909 w 269387"/>
              <a:gd name="connsiteY17" fmla="*/ 87820 h 351186"/>
              <a:gd name="connsiteX18" fmla="*/ 104909 w 269387"/>
              <a:gd name="connsiteY18" fmla="*/ 176022 h 351186"/>
              <a:gd name="connsiteX19" fmla="*/ 231730 w 269387"/>
              <a:gd name="connsiteY19" fmla="*/ 176022 h 351186"/>
              <a:gd name="connsiteX20" fmla="*/ 239224 w 269387"/>
              <a:gd name="connsiteY20" fmla="*/ 183356 h 351186"/>
              <a:gd name="connsiteX21" fmla="*/ 231730 w 269387"/>
              <a:gd name="connsiteY21" fmla="*/ 190691 h 351186"/>
              <a:gd name="connsiteX22" fmla="*/ 104909 w 269387"/>
              <a:gd name="connsiteY22" fmla="*/ 190691 h 351186"/>
              <a:gd name="connsiteX23" fmla="*/ 104909 w 269387"/>
              <a:gd name="connsiteY23" fmla="*/ 270701 h 351186"/>
              <a:gd name="connsiteX24" fmla="*/ 70003 w 269387"/>
              <a:gd name="connsiteY24" fmla="*/ 336518 h 351186"/>
              <a:gd name="connsiteX25" fmla="*/ 261799 w 269387"/>
              <a:gd name="connsiteY25" fmla="*/ 336518 h 351186"/>
              <a:gd name="connsiteX26" fmla="*/ 269293 w 269387"/>
              <a:gd name="connsiteY26" fmla="*/ 343853 h 351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9387" h="351186">
                <a:moveTo>
                  <a:pt x="269388" y="343853"/>
                </a:moveTo>
                <a:cubicBezTo>
                  <a:pt x="269388" y="347472"/>
                  <a:pt x="265688" y="351187"/>
                  <a:pt x="261894" y="351187"/>
                </a:cubicBezTo>
                <a:lnTo>
                  <a:pt x="22860" y="351187"/>
                </a:lnTo>
                <a:cubicBezTo>
                  <a:pt x="17928" y="351187"/>
                  <a:pt x="15366" y="347567"/>
                  <a:pt x="15366" y="343853"/>
                </a:cubicBezTo>
                <a:cubicBezTo>
                  <a:pt x="15366" y="340138"/>
                  <a:pt x="17833" y="336518"/>
                  <a:pt x="22860" y="336518"/>
                </a:cubicBezTo>
                <a:cubicBezTo>
                  <a:pt x="59000" y="336518"/>
                  <a:pt x="90112" y="307276"/>
                  <a:pt x="90112" y="270701"/>
                </a:cubicBezTo>
                <a:lnTo>
                  <a:pt x="90112" y="190691"/>
                </a:lnTo>
                <a:lnTo>
                  <a:pt x="7494" y="190691"/>
                </a:lnTo>
                <a:cubicBezTo>
                  <a:pt x="2466" y="190691"/>
                  <a:pt x="0" y="186976"/>
                  <a:pt x="0" y="183356"/>
                </a:cubicBezTo>
                <a:cubicBezTo>
                  <a:pt x="0" y="179737"/>
                  <a:pt x="2466" y="176022"/>
                  <a:pt x="7494" y="176022"/>
                </a:cubicBezTo>
                <a:lnTo>
                  <a:pt x="90112" y="176022"/>
                </a:lnTo>
                <a:lnTo>
                  <a:pt x="90112" y="87820"/>
                </a:lnTo>
                <a:cubicBezTo>
                  <a:pt x="90112" y="39052"/>
                  <a:pt x="129951" y="0"/>
                  <a:pt x="179750" y="0"/>
                </a:cubicBezTo>
                <a:cubicBezTo>
                  <a:pt x="229549" y="0"/>
                  <a:pt x="269388" y="39052"/>
                  <a:pt x="269388" y="87820"/>
                </a:cubicBezTo>
                <a:cubicBezTo>
                  <a:pt x="269388" y="91440"/>
                  <a:pt x="265688" y="95155"/>
                  <a:pt x="261894" y="95155"/>
                </a:cubicBezTo>
                <a:cubicBezTo>
                  <a:pt x="256962" y="95155"/>
                  <a:pt x="254401" y="91535"/>
                  <a:pt x="254401" y="87820"/>
                </a:cubicBezTo>
                <a:cubicBezTo>
                  <a:pt x="254401" y="47530"/>
                  <a:pt x="220822" y="14668"/>
                  <a:pt x="179655" y="14668"/>
                </a:cubicBezTo>
                <a:cubicBezTo>
                  <a:pt x="138488" y="14668"/>
                  <a:pt x="104909" y="47625"/>
                  <a:pt x="104909" y="87820"/>
                </a:cubicBezTo>
                <a:lnTo>
                  <a:pt x="104909" y="176022"/>
                </a:lnTo>
                <a:lnTo>
                  <a:pt x="231730" y="176022"/>
                </a:lnTo>
                <a:cubicBezTo>
                  <a:pt x="235430" y="176022"/>
                  <a:pt x="239224" y="179641"/>
                  <a:pt x="239224" y="183356"/>
                </a:cubicBezTo>
                <a:cubicBezTo>
                  <a:pt x="239224" y="187071"/>
                  <a:pt x="235524" y="190691"/>
                  <a:pt x="231730" y="190691"/>
                </a:cubicBezTo>
                <a:lnTo>
                  <a:pt x="104909" y="190691"/>
                </a:lnTo>
                <a:lnTo>
                  <a:pt x="104909" y="270701"/>
                </a:lnTo>
                <a:cubicBezTo>
                  <a:pt x="104909" y="297561"/>
                  <a:pt x="91250" y="321945"/>
                  <a:pt x="70003" y="336518"/>
                </a:cubicBezTo>
                <a:lnTo>
                  <a:pt x="261799" y="336518"/>
                </a:lnTo>
                <a:cubicBezTo>
                  <a:pt x="265499" y="336518"/>
                  <a:pt x="269293" y="340138"/>
                  <a:pt x="269293" y="34385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9" name="Graphic 346">
            <a:extLst>
              <a:ext uri="{FF2B5EF4-FFF2-40B4-BE49-F238E27FC236}">
                <a16:creationId xmlns:a16="http://schemas.microsoft.com/office/drawing/2014/main" id="{3364956D-5D4D-378F-E615-8715635EF117}"/>
              </a:ext>
            </a:extLst>
          </p:cNvPr>
          <p:cNvSpPr/>
          <p:nvPr/>
        </p:nvSpPr>
        <p:spPr>
          <a:xfrm>
            <a:off x="7931904" y="4882398"/>
            <a:ext cx="361316" cy="471030"/>
          </a:xfrm>
          <a:custGeom>
            <a:avLst/>
            <a:gdLst>
              <a:gd name="connsiteX0" fmla="*/ 269388 w 269387"/>
              <a:gd name="connsiteY0" fmla="*/ 343853 h 351186"/>
              <a:gd name="connsiteX1" fmla="*/ 261894 w 269387"/>
              <a:gd name="connsiteY1" fmla="*/ 351187 h 351186"/>
              <a:gd name="connsiteX2" fmla="*/ 22860 w 269387"/>
              <a:gd name="connsiteY2" fmla="*/ 351187 h 351186"/>
              <a:gd name="connsiteX3" fmla="*/ 15366 w 269387"/>
              <a:gd name="connsiteY3" fmla="*/ 343853 h 351186"/>
              <a:gd name="connsiteX4" fmla="*/ 22860 w 269387"/>
              <a:gd name="connsiteY4" fmla="*/ 336518 h 351186"/>
              <a:gd name="connsiteX5" fmla="*/ 90112 w 269387"/>
              <a:gd name="connsiteY5" fmla="*/ 270701 h 351186"/>
              <a:gd name="connsiteX6" fmla="*/ 90112 w 269387"/>
              <a:gd name="connsiteY6" fmla="*/ 190691 h 351186"/>
              <a:gd name="connsiteX7" fmla="*/ 7494 w 269387"/>
              <a:gd name="connsiteY7" fmla="*/ 190691 h 351186"/>
              <a:gd name="connsiteX8" fmla="*/ 0 w 269387"/>
              <a:gd name="connsiteY8" fmla="*/ 183356 h 351186"/>
              <a:gd name="connsiteX9" fmla="*/ 7494 w 269387"/>
              <a:gd name="connsiteY9" fmla="*/ 176022 h 351186"/>
              <a:gd name="connsiteX10" fmla="*/ 90112 w 269387"/>
              <a:gd name="connsiteY10" fmla="*/ 176022 h 351186"/>
              <a:gd name="connsiteX11" fmla="*/ 90112 w 269387"/>
              <a:gd name="connsiteY11" fmla="*/ 87820 h 351186"/>
              <a:gd name="connsiteX12" fmla="*/ 179750 w 269387"/>
              <a:gd name="connsiteY12" fmla="*/ 0 h 351186"/>
              <a:gd name="connsiteX13" fmla="*/ 269388 w 269387"/>
              <a:gd name="connsiteY13" fmla="*/ 87820 h 351186"/>
              <a:gd name="connsiteX14" fmla="*/ 261894 w 269387"/>
              <a:gd name="connsiteY14" fmla="*/ 95155 h 351186"/>
              <a:gd name="connsiteX15" fmla="*/ 254401 w 269387"/>
              <a:gd name="connsiteY15" fmla="*/ 87820 h 351186"/>
              <a:gd name="connsiteX16" fmla="*/ 179655 w 269387"/>
              <a:gd name="connsiteY16" fmla="*/ 14668 h 351186"/>
              <a:gd name="connsiteX17" fmla="*/ 104909 w 269387"/>
              <a:gd name="connsiteY17" fmla="*/ 87820 h 351186"/>
              <a:gd name="connsiteX18" fmla="*/ 104909 w 269387"/>
              <a:gd name="connsiteY18" fmla="*/ 176022 h 351186"/>
              <a:gd name="connsiteX19" fmla="*/ 231730 w 269387"/>
              <a:gd name="connsiteY19" fmla="*/ 176022 h 351186"/>
              <a:gd name="connsiteX20" fmla="*/ 239224 w 269387"/>
              <a:gd name="connsiteY20" fmla="*/ 183356 h 351186"/>
              <a:gd name="connsiteX21" fmla="*/ 231730 w 269387"/>
              <a:gd name="connsiteY21" fmla="*/ 190691 h 351186"/>
              <a:gd name="connsiteX22" fmla="*/ 104909 w 269387"/>
              <a:gd name="connsiteY22" fmla="*/ 190691 h 351186"/>
              <a:gd name="connsiteX23" fmla="*/ 104909 w 269387"/>
              <a:gd name="connsiteY23" fmla="*/ 270701 h 351186"/>
              <a:gd name="connsiteX24" fmla="*/ 70003 w 269387"/>
              <a:gd name="connsiteY24" fmla="*/ 336518 h 351186"/>
              <a:gd name="connsiteX25" fmla="*/ 261799 w 269387"/>
              <a:gd name="connsiteY25" fmla="*/ 336518 h 351186"/>
              <a:gd name="connsiteX26" fmla="*/ 269293 w 269387"/>
              <a:gd name="connsiteY26" fmla="*/ 343853 h 351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9387" h="351186">
                <a:moveTo>
                  <a:pt x="269388" y="343853"/>
                </a:moveTo>
                <a:cubicBezTo>
                  <a:pt x="269388" y="347472"/>
                  <a:pt x="265688" y="351187"/>
                  <a:pt x="261894" y="351187"/>
                </a:cubicBezTo>
                <a:lnTo>
                  <a:pt x="22860" y="351187"/>
                </a:lnTo>
                <a:cubicBezTo>
                  <a:pt x="17928" y="351187"/>
                  <a:pt x="15366" y="347567"/>
                  <a:pt x="15366" y="343853"/>
                </a:cubicBezTo>
                <a:cubicBezTo>
                  <a:pt x="15366" y="340138"/>
                  <a:pt x="17833" y="336518"/>
                  <a:pt x="22860" y="336518"/>
                </a:cubicBezTo>
                <a:cubicBezTo>
                  <a:pt x="59000" y="336518"/>
                  <a:pt x="90112" y="307276"/>
                  <a:pt x="90112" y="270701"/>
                </a:cubicBezTo>
                <a:lnTo>
                  <a:pt x="90112" y="190691"/>
                </a:lnTo>
                <a:lnTo>
                  <a:pt x="7494" y="190691"/>
                </a:lnTo>
                <a:cubicBezTo>
                  <a:pt x="2466" y="190691"/>
                  <a:pt x="0" y="186976"/>
                  <a:pt x="0" y="183356"/>
                </a:cubicBezTo>
                <a:cubicBezTo>
                  <a:pt x="0" y="179737"/>
                  <a:pt x="2466" y="176022"/>
                  <a:pt x="7494" y="176022"/>
                </a:cubicBezTo>
                <a:lnTo>
                  <a:pt x="90112" y="176022"/>
                </a:lnTo>
                <a:lnTo>
                  <a:pt x="90112" y="87820"/>
                </a:lnTo>
                <a:cubicBezTo>
                  <a:pt x="90112" y="39052"/>
                  <a:pt x="129951" y="0"/>
                  <a:pt x="179750" y="0"/>
                </a:cubicBezTo>
                <a:cubicBezTo>
                  <a:pt x="229549" y="0"/>
                  <a:pt x="269388" y="39052"/>
                  <a:pt x="269388" y="87820"/>
                </a:cubicBezTo>
                <a:cubicBezTo>
                  <a:pt x="269388" y="91440"/>
                  <a:pt x="265688" y="95155"/>
                  <a:pt x="261894" y="95155"/>
                </a:cubicBezTo>
                <a:cubicBezTo>
                  <a:pt x="256962" y="95155"/>
                  <a:pt x="254401" y="91535"/>
                  <a:pt x="254401" y="87820"/>
                </a:cubicBezTo>
                <a:cubicBezTo>
                  <a:pt x="254401" y="47530"/>
                  <a:pt x="220822" y="14668"/>
                  <a:pt x="179655" y="14668"/>
                </a:cubicBezTo>
                <a:cubicBezTo>
                  <a:pt x="138488" y="14668"/>
                  <a:pt x="104909" y="47625"/>
                  <a:pt x="104909" y="87820"/>
                </a:cubicBezTo>
                <a:lnTo>
                  <a:pt x="104909" y="176022"/>
                </a:lnTo>
                <a:lnTo>
                  <a:pt x="231730" y="176022"/>
                </a:lnTo>
                <a:cubicBezTo>
                  <a:pt x="235430" y="176022"/>
                  <a:pt x="239224" y="179641"/>
                  <a:pt x="239224" y="183356"/>
                </a:cubicBezTo>
                <a:cubicBezTo>
                  <a:pt x="239224" y="187071"/>
                  <a:pt x="235524" y="190691"/>
                  <a:pt x="231730" y="190691"/>
                </a:cubicBezTo>
                <a:lnTo>
                  <a:pt x="104909" y="190691"/>
                </a:lnTo>
                <a:lnTo>
                  <a:pt x="104909" y="270701"/>
                </a:lnTo>
                <a:cubicBezTo>
                  <a:pt x="104909" y="297561"/>
                  <a:pt x="91250" y="321945"/>
                  <a:pt x="70003" y="336518"/>
                </a:cubicBezTo>
                <a:lnTo>
                  <a:pt x="261799" y="336518"/>
                </a:lnTo>
                <a:cubicBezTo>
                  <a:pt x="265499" y="336518"/>
                  <a:pt x="269293" y="340138"/>
                  <a:pt x="269293" y="34385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1" name="Graphic 346">
            <a:extLst>
              <a:ext uri="{FF2B5EF4-FFF2-40B4-BE49-F238E27FC236}">
                <a16:creationId xmlns:a16="http://schemas.microsoft.com/office/drawing/2014/main" id="{EEAEB88F-948D-A870-F478-4B48CD594E0C}"/>
              </a:ext>
            </a:extLst>
          </p:cNvPr>
          <p:cNvSpPr/>
          <p:nvPr/>
        </p:nvSpPr>
        <p:spPr>
          <a:xfrm>
            <a:off x="7931904" y="5552323"/>
            <a:ext cx="361316" cy="471030"/>
          </a:xfrm>
          <a:custGeom>
            <a:avLst/>
            <a:gdLst>
              <a:gd name="connsiteX0" fmla="*/ 269388 w 269387"/>
              <a:gd name="connsiteY0" fmla="*/ 343853 h 351186"/>
              <a:gd name="connsiteX1" fmla="*/ 261894 w 269387"/>
              <a:gd name="connsiteY1" fmla="*/ 351187 h 351186"/>
              <a:gd name="connsiteX2" fmla="*/ 22860 w 269387"/>
              <a:gd name="connsiteY2" fmla="*/ 351187 h 351186"/>
              <a:gd name="connsiteX3" fmla="*/ 15366 w 269387"/>
              <a:gd name="connsiteY3" fmla="*/ 343853 h 351186"/>
              <a:gd name="connsiteX4" fmla="*/ 22860 w 269387"/>
              <a:gd name="connsiteY4" fmla="*/ 336518 h 351186"/>
              <a:gd name="connsiteX5" fmla="*/ 90112 w 269387"/>
              <a:gd name="connsiteY5" fmla="*/ 270701 h 351186"/>
              <a:gd name="connsiteX6" fmla="*/ 90112 w 269387"/>
              <a:gd name="connsiteY6" fmla="*/ 190691 h 351186"/>
              <a:gd name="connsiteX7" fmla="*/ 7494 w 269387"/>
              <a:gd name="connsiteY7" fmla="*/ 190691 h 351186"/>
              <a:gd name="connsiteX8" fmla="*/ 0 w 269387"/>
              <a:gd name="connsiteY8" fmla="*/ 183356 h 351186"/>
              <a:gd name="connsiteX9" fmla="*/ 7494 w 269387"/>
              <a:gd name="connsiteY9" fmla="*/ 176022 h 351186"/>
              <a:gd name="connsiteX10" fmla="*/ 90112 w 269387"/>
              <a:gd name="connsiteY10" fmla="*/ 176022 h 351186"/>
              <a:gd name="connsiteX11" fmla="*/ 90112 w 269387"/>
              <a:gd name="connsiteY11" fmla="*/ 87820 h 351186"/>
              <a:gd name="connsiteX12" fmla="*/ 179750 w 269387"/>
              <a:gd name="connsiteY12" fmla="*/ 0 h 351186"/>
              <a:gd name="connsiteX13" fmla="*/ 269388 w 269387"/>
              <a:gd name="connsiteY13" fmla="*/ 87820 h 351186"/>
              <a:gd name="connsiteX14" fmla="*/ 261894 w 269387"/>
              <a:gd name="connsiteY14" fmla="*/ 95155 h 351186"/>
              <a:gd name="connsiteX15" fmla="*/ 254401 w 269387"/>
              <a:gd name="connsiteY15" fmla="*/ 87820 h 351186"/>
              <a:gd name="connsiteX16" fmla="*/ 179655 w 269387"/>
              <a:gd name="connsiteY16" fmla="*/ 14668 h 351186"/>
              <a:gd name="connsiteX17" fmla="*/ 104909 w 269387"/>
              <a:gd name="connsiteY17" fmla="*/ 87820 h 351186"/>
              <a:gd name="connsiteX18" fmla="*/ 104909 w 269387"/>
              <a:gd name="connsiteY18" fmla="*/ 176022 h 351186"/>
              <a:gd name="connsiteX19" fmla="*/ 231730 w 269387"/>
              <a:gd name="connsiteY19" fmla="*/ 176022 h 351186"/>
              <a:gd name="connsiteX20" fmla="*/ 239224 w 269387"/>
              <a:gd name="connsiteY20" fmla="*/ 183356 h 351186"/>
              <a:gd name="connsiteX21" fmla="*/ 231730 w 269387"/>
              <a:gd name="connsiteY21" fmla="*/ 190691 h 351186"/>
              <a:gd name="connsiteX22" fmla="*/ 104909 w 269387"/>
              <a:gd name="connsiteY22" fmla="*/ 190691 h 351186"/>
              <a:gd name="connsiteX23" fmla="*/ 104909 w 269387"/>
              <a:gd name="connsiteY23" fmla="*/ 270701 h 351186"/>
              <a:gd name="connsiteX24" fmla="*/ 70003 w 269387"/>
              <a:gd name="connsiteY24" fmla="*/ 336518 h 351186"/>
              <a:gd name="connsiteX25" fmla="*/ 261799 w 269387"/>
              <a:gd name="connsiteY25" fmla="*/ 336518 h 351186"/>
              <a:gd name="connsiteX26" fmla="*/ 269293 w 269387"/>
              <a:gd name="connsiteY26" fmla="*/ 343853 h 351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9387" h="351186">
                <a:moveTo>
                  <a:pt x="269388" y="343853"/>
                </a:moveTo>
                <a:cubicBezTo>
                  <a:pt x="269388" y="347472"/>
                  <a:pt x="265688" y="351187"/>
                  <a:pt x="261894" y="351187"/>
                </a:cubicBezTo>
                <a:lnTo>
                  <a:pt x="22860" y="351187"/>
                </a:lnTo>
                <a:cubicBezTo>
                  <a:pt x="17928" y="351187"/>
                  <a:pt x="15366" y="347567"/>
                  <a:pt x="15366" y="343853"/>
                </a:cubicBezTo>
                <a:cubicBezTo>
                  <a:pt x="15366" y="340138"/>
                  <a:pt x="17833" y="336518"/>
                  <a:pt x="22860" y="336518"/>
                </a:cubicBezTo>
                <a:cubicBezTo>
                  <a:pt x="59000" y="336518"/>
                  <a:pt x="90112" y="307276"/>
                  <a:pt x="90112" y="270701"/>
                </a:cubicBezTo>
                <a:lnTo>
                  <a:pt x="90112" y="190691"/>
                </a:lnTo>
                <a:lnTo>
                  <a:pt x="7494" y="190691"/>
                </a:lnTo>
                <a:cubicBezTo>
                  <a:pt x="2466" y="190691"/>
                  <a:pt x="0" y="186976"/>
                  <a:pt x="0" y="183356"/>
                </a:cubicBezTo>
                <a:cubicBezTo>
                  <a:pt x="0" y="179737"/>
                  <a:pt x="2466" y="176022"/>
                  <a:pt x="7494" y="176022"/>
                </a:cubicBezTo>
                <a:lnTo>
                  <a:pt x="90112" y="176022"/>
                </a:lnTo>
                <a:lnTo>
                  <a:pt x="90112" y="87820"/>
                </a:lnTo>
                <a:cubicBezTo>
                  <a:pt x="90112" y="39052"/>
                  <a:pt x="129951" y="0"/>
                  <a:pt x="179750" y="0"/>
                </a:cubicBezTo>
                <a:cubicBezTo>
                  <a:pt x="229549" y="0"/>
                  <a:pt x="269388" y="39052"/>
                  <a:pt x="269388" y="87820"/>
                </a:cubicBezTo>
                <a:cubicBezTo>
                  <a:pt x="269388" y="91440"/>
                  <a:pt x="265688" y="95155"/>
                  <a:pt x="261894" y="95155"/>
                </a:cubicBezTo>
                <a:cubicBezTo>
                  <a:pt x="256962" y="95155"/>
                  <a:pt x="254401" y="91535"/>
                  <a:pt x="254401" y="87820"/>
                </a:cubicBezTo>
                <a:cubicBezTo>
                  <a:pt x="254401" y="47530"/>
                  <a:pt x="220822" y="14668"/>
                  <a:pt x="179655" y="14668"/>
                </a:cubicBezTo>
                <a:cubicBezTo>
                  <a:pt x="138488" y="14668"/>
                  <a:pt x="104909" y="47625"/>
                  <a:pt x="104909" y="87820"/>
                </a:cubicBezTo>
                <a:lnTo>
                  <a:pt x="104909" y="176022"/>
                </a:lnTo>
                <a:lnTo>
                  <a:pt x="231730" y="176022"/>
                </a:lnTo>
                <a:cubicBezTo>
                  <a:pt x="235430" y="176022"/>
                  <a:pt x="239224" y="179641"/>
                  <a:pt x="239224" y="183356"/>
                </a:cubicBezTo>
                <a:cubicBezTo>
                  <a:pt x="239224" y="187071"/>
                  <a:pt x="235524" y="190691"/>
                  <a:pt x="231730" y="190691"/>
                </a:cubicBezTo>
                <a:lnTo>
                  <a:pt x="104909" y="190691"/>
                </a:lnTo>
                <a:lnTo>
                  <a:pt x="104909" y="270701"/>
                </a:lnTo>
                <a:cubicBezTo>
                  <a:pt x="104909" y="297561"/>
                  <a:pt x="91250" y="321945"/>
                  <a:pt x="70003" y="336518"/>
                </a:cubicBezTo>
                <a:lnTo>
                  <a:pt x="261799" y="336518"/>
                </a:lnTo>
                <a:cubicBezTo>
                  <a:pt x="265499" y="336518"/>
                  <a:pt x="269293" y="340138"/>
                  <a:pt x="269293" y="34385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2" name="Graphic 346">
            <a:extLst>
              <a:ext uri="{FF2B5EF4-FFF2-40B4-BE49-F238E27FC236}">
                <a16:creationId xmlns:a16="http://schemas.microsoft.com/office/drawing/2014/main" id="{923A202E-7A12-8975-8B8E-6CEC8BAD1FB6}"/>
              </a:ext>
            </a:extLst>
          </p:cNvPr>
          <p:cNvSpPr/>
          <p:nvPr/>
        </p:nvSpPr>
        <p:spPr>
          <a:xfrm>
            <a:off x="7160379" y="5545973"/>
            <a:ext cx="361316" cy="471030"/>
          </a:xfrm>
          <a:custGeom>
            <a:avLst/>
            <a:gdLst>
              <a:gd name="connsiteX0" fmla="*/ 269388 w 269387"/>
              <a:gd name="connsiteY0" fmla="*/ 343853 h 351186"/>
              <a:gd name="connsiteX1" fmla="*/ 261894 w 269387"/>
              <a:gd name="connsiteY1" fmla="*/ 351187 h 351186"/>
              <a:gd name="connsiteX2" fmla="*/ 22860 w 269387"/>
              <a:gd name="connsiteY2" fmla="*/ 351187 h 351186"/>
              <a:gd name="connsiteX3" fmla="*/ 15366 w 269387"/>
              <a:gd name="connsiteY3" fmla="*/ 343853 h 351186"/>
              <a:gd name="connsiteX4" fmla="*/ 22860 w 269387"/>
              <a:gd name="connsiteY4" fmla="*/ 336518 h 351186"/>
              <a:gd name="connsiteX5" fmla="*/ 90112 w 269387"/>
              <a:gd name="connsiteY5" fmla="*/ 270701 h 351186"/>
              <a:gd name="connsiteX6" fmla="*/ 90112 w 269387"/>
              <a:gd name="connsiteY6" fmla="*/ 190691 h 351186"/>
              <a:gd name="connsiteX7" fmla="*/ 7494 w 269387"/>
              <a:gd name="connsiteY7" fmla="*/ 190691 h 351186"/>
              <a:gd name="connsiteX8" fmla="*/ 0 w 269387"/>
              <a:gd name="connsiteY8" fmla="*/ 183356 h 351186"/>
              <a:gd name="connsiteX9" fmla="*/ 7494 w 269387"/>
              <a:gd name="connsiteY9" fmla="*/ 176022 h 351186"/>
              <a:gd name="connsiteX10" fmla="*/ 90112 w 269387"/>
              <a:gd name="connsiteY10" fmla="*/ 176022 h 351186"/>
              <a:gd name="connsiteX11" fmla="*/ 90112 w 269387"/>
              <a:gd name="connsiteY11" fmla="*/ 87820 h 351186"/>
              <a:gd name="connsiteX12" fmla="*/ 179750 w 269387"/>
              <a:gd name="connsiteY12" fmla="*/ 0 h 351186"/>
              <a:gd name="connsiteX13" fmla="*/ 269388 w 269387"/>
              <a:gd name="connsiteY13" fmla="*/ 87820 h 351186"/>
              <a:gd name="connsiteX14" fmla="*/ 261894 w 269387"/>
              <a:gd name="connsiteY14" fmla="*/ 95155 h 351186"/>
              <a:gd name="connsiteX15" fmla="*/ 254401 w 269387"/>
              <a:gd name="connsiteY15" fmla="*/ 87820 h 351186"/>
              <a:gd name="connsiteX16" fmla="*/ 179655 w 269387"/>
              <a:gd name="connsiteY16" fmla="*/ 14668 h 351186"/>
              <a:gd name="connsiteX17" fmla="*/ 104909 w 269387"/>
              <a:gd name="connsiteY17" fmla="*/ 87820 h 351186"/>
              <a:gd name="connsiteX18" fmla="*/ 104909 w 269387"/>
              <a:gd name="connsiteY18" fmla="*/ 176022 h 351186"/>
              <a:gd name="connsiteX19" fmla="*/ 231730 w 269387"/>
              <a:gd name="connsiteY19" fmla="*/ 176022 h 351186"/>
              <a:gd name="connsiteX20" fmla="*/ 239224 w 269387"/>
              <a:gd name="connsiteY20" fmla="*/ 183356 h 351186"/>
              <a:gd name="connsiteX21" fmla="*/ 231730 w 269387"/>
              <a:gd name="connsiteY21" fmla="*/ 190691 h 351186"/>
              <a:gd name="connsiteX22" fmla="*/ 104909 w 269387"/>
              <a:gd name="connsiteY22" fmla="*/ 190691 h 351186"/>
              <a:gd name="connsiteX23" fmla="*/ 104909 w 269387"/>
              <a:gd name="connsiteY23" fmla="*/ 270701 h 351186"/>
              <a:gd name="connsiteX24" fmla="*/ 70003 w 269387"/>
              <a:gd name="connsiteY24" fmla="*/ 336518 h 351186"/>
              <a:gd name="connsiteX25" fmla="*/ 261799 w 269387"/>
              <a:gd name="connsiteY25" fmla="*/ 336518 h 351186"/>
              <a:gd name="connsiteX26" fmla="*/ 269293 w 269387"/>
              <a:gd name="connsiteY26" fmla="*/ 343853 h 351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9387" h="351186">
                <a:moveTo>
                  <a:pt x="269388" y="343853"/>
                </a:moveTo>
                <a:cubicBezTo>
                  <a:pt x="269388" y="347472"/>
                  <a:pt x="265688" y="351187"/>
                  <a:pt x="261894" y="351187"/>
                </a:cubicBezTo>
                <a:lnTo>
                  <a:pt x="22860" y="351187"/>
                </a:lnTo>
                <a:cubicBezTo>
                  <a:pt x="17928" y="351187"/>
                  <a:pt x="15366" y="347567"/>
                  <a:pt x="15366" y="343853"/>
                </a:cubicBezTo>
                <a:cubicBezTo>
                  <a:pt x="15366" y="340138"/>
                  <a:pt x="17833" y="336518"/>
                  <a:pt x="22860" y="336518"/>
                </a:cubicBezTo>
                <a:cubicBezTo>
                  <a:pt x="59000" y="336518"/>
                  <a:pt x="90112" y="307276"/>
                  <a:pt x="90112" y="270701"/>
                </a:cubicBezTo>
                <a:lnTo>
                  <a:pt x="90112" y="190691"/>
                </a:lnTo>
                <a:lnTo>
                  <a:pt x="7494" y="190691"/>
                </a:lnTo>
                <a:cubicBezTo>
                  <a:pt x="2466" y="190691"/>
                  <a:pt x="0" y="186976"/>
                  <a:pt x="0" y="183356"/>
                </a:cubicBezTo>
                <a:cubicBezTo>
                  <a:pt x="0" y="179737"/>
                  <a:pt x="2466" y="176022"/>
                  <a:pt x="7494" y="176022"/>
                </a:cubicBezTo>
                <a:lnTo>
                  <a:pt x="90112" y="176022"/>
                </a:lnTo>
                <a:lnTo>
                  <a:pt x="90112" y="87820"/>
                </a:lnTo>
                <a:cubicBezTo>
                  <a:pt x="90112" y="39052"/>
                  <a:pt x="129951" y="0"/>
                  <a:pt x="179750" y="0"/>
                </a:cubicBezTo>
                <a:cubicBezTo>
                  <a:pt x="229549" y="0"/>
                  <a:pt x="269388" y="39052"/>
                  <a:pt x="269388" y="87820"/>
                </a:cubicBezTo>
                <a:cubicBezTo>
                  <a:pt x="269388" y="91440"/>
                  <a:pt x="265688" y="95155"/>
                  <a:pt x="261894" y="95155"/>
                </a:cubicBezTo>
                <a:cubicBezTo>
                  <a:pt x="256962" y="95155"/>
                  <a:pt x="254401" y="91535"/>
                  <a:pt x="254401" y="87820"/>
                </a:cubicBezTo>
                <a:cubicBezTo>
                  <a:pt x="254401" y="47530"/>
                  <a:pt x="220822" y="14668"/>
                  <a:pt x="179655" y="14668"/>
                </a:cubicBezTo>
                <a:cubicBezTo>
                  <a:pt x="138488" y="14668"/>
                  <a:pt x="104909" y="47625"/>
                  <a:pt x="104909" y="87820"/>
                </a:cubicBezTo>
                <a:lnTo>
                  <a:pt x="104909" y="176022"/>
                </a:lnTo>
                <a:lnTo>
                  <a:pt x="231730" y="176022"/>
                </a:lnTo>
                <a:cubicBezTo>
                  <a:pt x="235430" y="176022"/>
                  <a:pt x="239224" y="179641"/>
                  <a:pt x="239224" y="183356"/>
                </a:cubicBezTo>
                <a:cubicBezTo>
                  <a:pt x="239224" y="187071"/>
                  <a:pt x="235524" y="190691"/>
                  <a:pt x="231730" y="190691"/>
                </a:cubicBezTo>
                <a:lnTo>
                  <a:pt x="104909" y="190691"/>
                </a:lnTo>
                <a:lnTo>
                  <a:pt x="104909" y="270701"/>
                </a:lnTo>
                <a:cubicBezTo>
                  <a:pt x="104909" y="297561"/>
                  <a:pt x="91250" y="321945"/>
                  <a:pt x="70003" y="336518"/>
                </a:cubicBezTo>
                <a:lnTo>
                  <a:pt x="261799" y="336518"/>
                </a:lnTo>
                <a:cubicBezTo>
                  <a:pt x="265499" y="336518"/>
                  <a:pt x="269293" y="340138"/>
                  <a:pt x="269293" y="34385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5" name="Graphic 353">
            <a:extLst>
              <a:ext uri="{FF2B5EF4-FFF2-40B4-BE49-F238E27FC236}">
                <a16:creationId xmlns:a16="http://schemas.microsoft.com/office/drawing/2014/main" id="{D12B0511-C178-34C5-7E9A-291D08190AC0}"/>
              </a:ext>
            </a:extLst>
          </p:cNvPr>
          <p:cNvSpPr/>
          <p:nvPr/>
        </p:nvSpPr>
        <p:spPr>
          <a:xfrm>
            <a:off x="10545453" y="4874797"/>
            <a:ext cx="190691" cy="449911"/>
          </a:xfrm>
          <a:custGeom>
            <a:avLst/>
            <a:gdLst>
              <a:gd name="connsiteX0" fmla="*/ 72374 w 144084"/>
              <a:gd name="connsiteY0" fmla="*/ 162877 h 339947"/>
              <a:gd name="connsiteX1" fmla="*/ 72374 w 144084"/>
              <a:gd name="connsiteY1" fmla="*/ 49721 h 339947"/>
              <a:gd name="connsiteX2" fmla="*/ 129666 w 144084"/>
              <a:gd name="connsiteY2" fmla="*/ 106299 h 339947"/>
              <a:gd name="connsiteX3" fmla="*/ 136875 w 144084"/>
              <a:gd name="connsiteY3" fmla="*/ 113348 h 339947"/>
              <a:gd name="connsiteX4" fmla="*/ 144084 w 144084"/>
              <a:gd name="connsiteY4" fmla="*/ 106299 h 339947"/>
              <a:gd name="connsiteX5" fmla="*/ 72469 w 144084"/>
              <a:gd name="connsiteY5" fmla="*/ 35528 h 339947"/>
              <a:gd name="connsiteX6" fmla="*/ 72469 w 144084"/>
              <a:gd name="connsiteY6" fmla="*/ 7048 h 339947"/>
              <a:gd name="connsiteX7" fmla="*/ 64976 w 144084"/>
              <a:gd name="connsiteY7" fmla="*/ 0 h 339947"/>
              <a:gd name="connsiteX8" fmla="*/ 57482 w 144084"/>
              <a:gd name="connsiteY8" fmla="*/ 7048 h 339947"/>
              <a:gd name="connsiteX9" fmla="*/ 57482 w 144084"/>
              <a:gd name="connsiteY9" fmla="*/ 37052 h 339947"/>
              <a:gd name="connsiteX10" fmla="*/ 0 w 144084"/>
              <a:gd name="connsiteY10" fmla="*/ 106299 h 339947"/>
              <a:gd name="connsiteX11" fmla="*/ 57482 w 144084"/>
              <a:gd name="connsiteY11" fmla="*/ 175546 h 339947"/>
              <a:gd name="connsiteX12" fmla="*/ 57482 w 144084"/>
              <a:gd name="connsiteY12" fmla="*/ 288227 h 339947"/>
              <a:gd name="connsiteX13" fmla="*/ 14418 w 144084"/>
              <a:gd name="connsiteY13" fmla="*/ 233648 h 339947"/>
              <a:gd name="connsiteX14" fmla="*/ 7209 w 144084"/>
              <a:gd name="connsiteY14" fmla="*/ 226600 h 339947"/>
              <a:gd name="connsiteX15" fmla="*/ 0 w 144084"/>
              <a:gd name="connsiteY15" fmla="*/ 233648 h 339947"/>
              <a:gd name="connsiteX16" fmla="*/ 57482 w 144084"/>
              <a:gd name="connsiteY16" fmla="*/ 302895 h 339947"/>
              <a:gd name="connsiteX17" fmla="*/ 57482 w 144084"/>
              <a:gd name="connsiteY17" fmla="*/ 332899 h 339947"/>
              <a:gd name="connsiteX18" fmla="*/ 64976 w 144084"/>
              <a:gd name="connsiteY18" fmla="*/ 339947 h 339947"/>
              <a:gd name="connsiteX19" fmla="*/ 72469 w 144084"/>
              <a:gd name="connsiteY19" fmla="*/ 332899 h 339947"/>
              <a:gd name="connsiteX20" fmla="*/ 72469 w 144084"/>
              <a:gd name="connsiteY20" fmla="*/ 304419 h 339947"/>
              <a:gd name="connsiteX21" fmla="*/ 144084 w 144084"/>
              <a:gd name="connsiteY21" fmla="*/ 233744 h 339947"/>
              <a:gd name="connsiteX22" fmla="*/ 72469 w 144084"/>
              <a:gd name="connsiteY22" fmla="*/ 162973 h 339947"/>
              <a:gd name="connsiteX23" fmla="*/ 14418 w 144084"/>
              <a:gd name="connsiteY23" fmla="*/ 106299 h 339947"/>
              <a:gd name="connsiteX24" fmla="*/ 57482 w 144084"/>
              <a:gd name="connsiteY24" fmla="*/ 51625 h 339947"/>
              <a:gd name="connsiteX25" fmla="*/ 57482 w 144084"/>
              <a:gd name="connsiteY25" fmla="*/ 160877 h 339947"/>
              <a:gd name="connsiteX26" fmla="*/ 14418 w 144084"/>
              <a:gd name="connsiteY26" fmla="*/ 106299 h 339947"/>
              <a:gd name="connsiteX27" fmla="*/ 72374 w 144084"/>
              <a:gd name="connsiteY27" fmla="*/ 290132 h 339947"/>
              <a:gd name="connsiteX28" fmla="*/ 72374 w 144084"/>
              <a:gd name="connsiteY28" fmla="*/ 176975 h 339947"/>
              <a:gd name="connsiteX29" fmla="*/ 129666 w 144084"/>
              <a:gd name="connsiteY29" fmla="*/ 233553 h 339947"/>
              <a:gd name="connsiteX30" fmla="*/ 72374 w 144084"/>
              <a:gd name="connsiteY30" fmla="*/ 290132 h 33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44084" h="339947">
                <a:moveTo>
                  <a:pt x="72374" y="162877"/>
                </a:moveTo>
                <a:lnTo>
                  <a:pt x="72374" y="49721"/>
                </a:lnTo>
                <a:cubicBezTo>
                  <a:pt x="104625" y="49911"/>
                  <a:pt x="129666" y="74581"/>
                  <a:pt x="129666" y="106299"/>
                </a:cubicBezTo>
                <a:cubicBezTo>
                  <a:pt x="129666" y="109823"/>
                  <a:pt x="133271" y="113348"/>
                  <a:pt x="136875" y="113348"/>
                </a:cubicBezTo>
                <a:cubicBezTo>
                  <a:pt x="141713" y="113348"/>
                  <a:pt x="144084" y="109823"/>
                  <a:pt x="144084" y="106299"/>
                </a:cubicBezTo>
                <a:cubicBezTo>
                  <a:pt x="144084" y="67532"/>
                  <a:pt x="111834" y="35814"/>
                  <a:pt x="72469" y="35528"/>
                </a:cubicBezTo>
                <a:lnTo>
                  <a:pt x="72469" y="7048"/>
                </a:lnTo>
                <a:cubicBezTo>
                  <a:pt x="72469" y="2286"/>
                  <a:pt x="70003" y="0"/>
                  <a:pt x="64976" y="0"/>
                </a:cubicBezTo>
                <a:cubicBezTo>
                  <a:pt x="61276" y="0"/>
                  <a:pt x="57482" y="2381"/>
                  <a:pt x="57482" y="7048"/>
                </a:cubicBezTo>
                <a:lnTo>
                  <a:pt x="57482" y="37052"/>
                </a:lnTo>
                <a:cubicBezTo>
                  <a:pt x="24757" y="43720"/>
                  <a:pt x="0" y="72295"/>
                  <a:pt x="0" y="106299"/>
                </a:cubicBezTo>
                <a:cubicBezTo>
                  <a:pt x="0" y="140303"/>
                  <a:pt x="24757" y="168878"/>
                  <a:pt x="57482" y="175546"/>
                </a:cubicBezTo>
                <a:lnTo>
                  <a:pt x="57482" y="288227"/>
                </a:lnTo>
                <a:cubicBezTo>
                  <a:pt x="33009" y="281654"/>
                  <a:pt x="14418" y="259366"/>
                  <a:pt x="14418" y="233648"/>
                </a:cubicBezTo>
                <a:cubicBezTo>
                  <a:pt x="14418" y="228886"/>
                  <a:pt x="12047" y="226600"/>
                  <a:pt x="7209" y="226600"/>
                </a:cubicBezTo>
                <a:cubicBezTo>
                  <a:pt x="3605" y="226600"/>
                  <a:pt x="0" y="228981"/>
                  <a:pt x="0" y="233648"/>
                </a:cubicBezTo>
                <a:cubicBezTo>
                  <a:pt x="0" y="267653"/>
                  <a:pt x="24757" y="296228"/>
                  <a:pt x="57482" y="302895"/>
                </a:cubicBezTo>
                <a:lnTo>
                  <a:pt x="57482" y="332899"/>
                </a:lnTo>
                <a:cubicBezTo>
                  <a:pt x="57482" y="336423"/>
                  <a:pt x="61181" y="339947"/>
                  <a:pt x="64976" y="339947"/>
                </a:cubicBezTo>
                <a:cubicBezTo>
                  <a:pt x="70003" y="339947"/>
                  <a:pt x="72469" y="336423"/>
                  <a:pt x="72469" y="332899"/>
                </a:cubicBezTo>
                <a:lnTo>
                  <a:pt x="72469" y="304419"/>
                </a:lnTo>
                <a:cubicBezTo>
                  <a:pt x="111929" y="304228"/>
                  <a:pt x="144084" y="272510"/>
                  <a:pt x="144084" y="233744"/>
                </a:cubicBezTo>
                <a:cubicBezTo>
                  <a:pt x="144084" y="194977"/>
                  <a:pt x="111834" y="163259"/>
                  <a:pt x="72469" y="162973"/>
                </a:cubicBezTo>
                <a:close/>
                <a:moveTo>
                  <a:pt x="14418" y="106299"/>
                </a:moveTo>
                <a:cubicBezTo>
                  <a:pt x="14418" y="79534"/>
                  <a:pt x="33009" y="57912"/>
                  <a:pt x="57482" y="51625"/>
                </a:cubicBezTo>
                <a:lnTo>
                  <a:pt x="57482" y="160877"/>
                </a:lnTo>
                <a:cubicBezTo>
                  <a:pt x="33009" y="154305"/>
                  <a:pt x="14418" y="132017"/>
                  <a:pt x="14418" y="106299"/>
                </a:cubicBezTo>
                <a:close/>
                <a:moveTo>
                  <a:pt x="72374" y="290132"/>
                </a:moveTo>
                <a:lnTo>
                  <a:pt x="72374" y="176975"/>
                </a:lnTo>
                <a:cubicBezTo>
                  <a:pt x="104625" y="177165"/>
                  <a:pt x="129666" y="201835"/>
                  <a:pt x="129666" y="233553"/>
                </a:cubicBezTo>
                <a:cubicBezTo>
                  <a:pt x="129666" y="265271"/>
                  <a:pt x="104625" y="289941"/>
                  <a:pt x="72374" y="29013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6" name="Graphic 353">
            <a:extLst>
              <a:ext uri="{FF2B5EF4-FFF2-40B4-BE49-F238E27FC236}">
                <a16:creationId xmlns:a16="http://schemas.microsoft.com/office/drawing/2014/main" id="{3B653083-9C07-4D72-8E33-FEC60EE812E0}"/>
              </a:ext>
            </a:extLst>
          </p:cNvPr>
          <p:cNvSpPr/>
          <p:nvPr/>
        </p:nvSpPr>
        <p:spPr>
          <a:xfrm>
            <a:off x="11304278" y="4874797"/>
            <a:ext cx="190691" cy="449911"/>
          </a:xfrm>
          <a:custGeom>
            <a:avLst/>
            <a:gdLst>
              <a:gd name="connsiteX0" fmla="*/ 72374 w 144084"/>
              <a:gd name="connsiteY0" fmla="*/ 162877 h 339947"/>
              <a:gd name="connsiteX1" fmla="*/ 72374 w 144084"/>
              <a:gd name="connsiteY1" fmla="*/ 49721 h 339947"/>
              <a:gd name="connsiteX2" fmla="*/ 129666 w 144084"/>
              <a:gd name="connsiteY2" fmla="*/ 106299 h 339947"/>
              <a:gd name="connsiteX3" fmla="*/ 136875 w 144084"/>
              <a:gd name="connsiteY3" fmla="*/ 113348 h 339947"/>
              <a:gd name="connsiteX4" fmla="*/ 144084 w 144084"/>
              <a:gd name="connsiteY4" fmla="*/ 106299 h 339947"/>
              <a:gd name="connsiteX5" fmla="*/ 72469 w 144084"/>
              <a:gd name="connsiteY5" fmla="*/ 35528 h 339947"/>
              <a:gd name="connsiteX6" fmla="*/ 72469 w 144084"/>
              <a:gd name="connsiteY6" fmla="*/ 7048 h 339947"/>
              <a:gd name="connsiteX7" fmla="*/ 64976 w 144084"/>
              <a:gd name="connsiteY7" fmla="*/ 0 h 339947"/>
              <a:gd name="connsiteX8" fmla="*/ 57482 w 144084"/>
              <a:gd name="connsiteY8" fmla="*/ 7048 h 339947"/>
              <a:gd name="connsiteX9" fmla="*/ 57482 w 144084"/>
              <a:gd name="connsiteY9" fmla="*/ 37052 h 339947"/>
              <a:gd name="connsiteX10" fmla="*/ 0 w 144084"/>
              <a:gd name="connsiteY10" fmla="*/ 106299 h 339947"/>
              <a:gd name="connsiteX11" fmla="*/ 57482 w 144084"/>
              <a:gd name="connsiteY11" fmla="*/ 175546 h 339947"/>
              <a:gd name="connsiteX12" fmla="*/ 57482 w 144084"/>
              <a:gd name="connsiteY12" fmla="*/ 288227 h 339947"/>
              <a:gd name="connsiteX13" fmla="*/ 14418 w 144084"/>
              <a:gd name="connsiteY13" fmla="*/ 233648 h 339947"/>
              <a:gd name="connsiteX14" fmla="*/ 7209 w 144084"/>
              <a:gd name="connsiteY14" fmla="*/ 226600 h 339947"/>
              <a:gd name="connsiteX15" fmla="*/ 0 w 144084"/>
              <a:gd name="connsiteY15" fmla="*/ 233648 h 339947"/>
              <a:gd name="connsiteX16" fmla="*/ 57482 w 144084"/>
              <a:gd name="connsiteY16" fmla="*/ 302895 h 339947"/>
              <a:gd name="connsiteX17" fmla="*/ 57482 w 144084"/>
              <a:gd name="connsiteY17" fmla="*/ 332899 h 339947"/>
              <a:gd name="connsiteX18" fmla="*/ 64976 w 144084"/>
              <a:gd name="connsiteY18" fmla="*/ 339947 h 339947"/>
              <a:gd name="connsiteX19" fmla="*/ 72469 w 144084"/>
              <a:gd name="connsiteY19" fmla="*/ 332899 h 339947"/>
              <a:gd name="connsiteX20" fmla="*/ 72469 w 144084"/>
              <a:gd name="connsiteY20" fmla="*/ 304419 h 339947"/>
              <a:gd name="connsiteX21" fmla="*/ 144084 w 144084"/>
              <a:gd name="connsiteY21" fmla="*/ 233744 h 339947"/>
              <a:gd name="connsiteX22" fmla="*/ 72469 w 144084"/>
              <a:gd name="connsiteY22" fmla="*/ 162973 h 339947"/>
              <a:gd name="connsiteX23" fmla="*/ 14418 w 144084"/>
              <a:gd name="connsiteY23" fmla="*/ 106299 h 339947"/>
              <a:gd name="connsiteX24" fmla="*/ 57482 w 144084"/>
              <a:gd name="connsiteY24" fmla="*/ 51625 h 339947"/>
              <a:gd name="connsiteX25" fmla="*/ 57482 w 144084"/>
              <a:gd name="connsiteY25" fmla="*/ 160877 h 339947"/>
              <a:gd name="connsiteX26" fmla="*/ 14418 w 144084"/>
              <a:gd name="connsiteY26" fmla="*/ 106299 h 339947"/>
              <a:gd name="connsiteX27" fmla="*/ 72374 w 144084"/>
              <a:gd name="connsiteY27" fmla="*/ 290132 h 339947"/>
              <a:gd name="connsiteX28" fmla="*/ 72374 w 144084"/>
              <a:gd name="connsiteY28" fmla="*/ 176975 h 339947"/>
              <a:gd name="connsiteX29" fmla="*/ 129666 w 144084"/>
              <a:gd name="connsiteY29" fmla="*/ 233553 h 339947"/>
              <a:gd name="connsiteX30" fmla="*/ 72374 w 144084"/>
              <a:gd name="connsiteY30" fmla="*/ 290132 h 33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44084" h="339947">
                <a:moveTo>
                  <a:pt x="72374" y="162877"/>
                </a:moveTo>
                <a:lnTo>
                  <a:pt x="72374" y="49721"/>
                </a:lnTo>
                <a:cubicBezTo>
                  <a:pt x="104625" y="49911"/>
                  <a:pt x="129666" y="74581"/>
                  <a:pt x="129666" y="106299"/>
                </a:cubicBezTo>
                <a:cubicBezTo>
                  <a:pt x="129666" y="109823"/>
                  <a:pt x="133271" y="113348"/>
                  <a:pt x="136875" y="113348"/>
                </a:cubicBezTo>
                <a:cubicBezTo>
                  <a:pt x="141713" y="113348"/>
                  <a:pt x="144084" y="109823"/>
                  <a:pt x="144084" y="106299"/>
                </a:cubicBezTo>
                <a:cubicBezTo>
                  <a:pt x="144084" y="67532"/>
                  <a:pt x="111834" y="35814"/>
                  <a:pt x="72469" y="35528"/>
                </a:cubicBezTo>
                <a:lnTo>
                  <a:pt x="72469" y="7048"/>
                </a:lnTo>
                <a:cubicBezTo>
                  <a:pt x="72469" y="2286"/>
                  <a:pt x="70003" y="0"/>
                  <a:pt x="64976" y="0"/>
                </a:cubicBezTo>
                <a:cubicBezTo>
                  <a:pt x="61276" y="0"/>
                  <a:pt x="57482" y="2381"/>
                  <a:pt x="57482" y="7048"/>
                </a:cubicBezTo>
                <a:lnTo>
                  <a:pt x="57482" y="37052"/>
                </a:lnTo>
                <a:cubicBezTo>
                  <a:pt x="24757" y="43720"/>
                  <a:pt x="0" y="72295"/>
                  <a:pt x="0" y="106299"/>
                </a:cubicBezTo>
                <a:cubicBezTo>
                  <a:pt x="0" y="140303"/>
                  <a:pt x="24757" y="168878"/>
                  <a:pt x="57482" y="175546"/>
                </a:cubicBezTo>
                <a:lnTo>
                  <a:pt x="57482" y="288227"/>
                </a:lnTo>
                <a:cubicBezTo>
                  <a:pt x="33009" y="281654"/>
                  <a:pt x="14418" y="259366"/>
                  <a:pt x="14418" y="233648"/>
                </a:cubicBezTo>
                <a:cubicBezTo>
                  <a:pt x="14418" y="228886"/>
                  <a:pt x="12047" y="226600"/>
                  <a:pt x="7209" y="226600"/>
                </a:cubicBezTo>
                <a:cubicBezTo>
                  <a:pt x="3605" y="226600"/>
                  <a:pt x="0" y="228981"/>
                  <a:pt x="0" y="233648"/>
                </a:cubicBezTo>
                <a:cubicBezTo>
                  <a:pt x="0" y="267653"/>
                  <a:pt x="24757" y="296228"/>
                  <a:pt x="57482" y="302895"/>
                </a:cubicBezTo>
                <a:lnTo>
                  <a:pt x="57482" y="332899"/>
                </a:lnTo>
                <a:cubicBezTo>
                  <a:pt x="57482" y="336423"/>
                  <a:pt x="61181" y="339947"/>
                  <a:pt x="64976" y="339947"/>
                </a:cubicBezTo>
                <a:cubicBezTo>
                  <a:pt x="70003" y="339947"/>
                  <a:pt x="72469" y="336423"/>
                  <a:pt x="72469" y="332899"/>
                </a:cubicBezTo>
                <a:lnTo>
                  <a:pt x="72469" y="304419"/>
                </a:lnTo>
                <a:cubicBezTo>
                  <a:pt x="111929" y="304228"/>
                  <a:pt x="144084" y="272510"/>
                  <a:pt x="144084" y="233744"/>
                </a:cubicBezTo>
                <a:cubicBezTo>
                  <a:pt x="144084" y="194977"/>
                  <a:pt x="111834" y="163259"/>
                  <a:pt x="72469" y="162973"/>
                </a:cubicBezTo>
                <a:close/>
                <a:moveTo>
                  <a:pt x="14418" y="106299"/>
                </a:moveTo>
                <a:cubicBezTo>
                  <a:pt x="14418" y="79534"/>
                  <a:pt x="33009" y="57912"/>
                  <a:pt x="57482" y="51625"/>
                </a:cubicBezTo>
                <a:lnTo>
                  <a:pt x="57482" y="160877"/>
                </a:lnTo>
                <a:cubicBezTo>
                  <a:pt x="33009" y="154305"/>
                  <a:pt x="14418" y="132017"/>
                  <a:pt x="14418" y="106299"/>
                </a:cubicBezTo>
                <a:close/>
                <a:moveTo>
                  <a:pt x="72374" y="290132"/>
                </a:moveTo>
                <a:lnTo>
                  <a:pt x="72374" y="176975"/>
                </a:lnTo>
                <a:cubicBezTo>
                  <a:pt x="104625" y="177165"/>
                  <a:pt x="129666" y="201835"/>
                  <a:pt x="129666" y="233553"/>
                </a:cubicBezTo>
                <a:cubicBezTo>
                  <a:pt x="129666" y="265271"/>
                  <a:pt x="104625" y="289941"/>
                  <a:pt x="72374" y="29013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7" name="Graphic 353">
            <a:extLst>
              <a:ext uri="{FF2B5EF4-FFF2-40B4-BE49-F238E27FC236}">
                <a16:creationId xmlns:a16="http://schemas.microsoft.com/office/drawing/2014/main" id="{DB12F4D1-31BD-F06D-DC34-62C867FB4265}"/>
              </a:ext>
            </a:extLst>
          </p:cNvPr>
          <p:cNvSpPr/>
          <p:nvPr/>
        </p:nvSpPr>
        <p:spPr>
          <a:xfrm>
            <a:off x="10545453" y="5519322"/>
            <a:ext cx="190691" cy="449911"/>
          </a:xfrm>
          <a:custGeom>
            <a:avLst/>
            <a:gdLst>
              <a:gd name="connsiteX0" fmla="*/ 72374 w 144084"/>
              <a:gd name="connsiteY0" fmla="*/ 162877 h 339947"/>
              <a:gd name="connsiteX1" fmla="*/ 72374 w 144084"/>
              <a:gd name="connsiteY1" fmla="*/ 49721 h 339947"/>
              <a:gd name="connsiteX2" fmla="*/ 129666 w 144084"/>
              <a:gd name="connsiteY2" fmla="*/ 106299 h 339947"/>
              <a:gd name="connsiteX3" fmla="*/ 136875 w 144084"/>
              <a:gd name="connsiteY3" fmla="*/ 113348 h 339947"/>
              <a:gd name="connsiteX4" fmla="*/ 144084 w 144084"/>
              <a:gd name="connsiteY4" fmla="*/ 106299 h 339947"/>
              <a:gd name="connsiteX5" fmla="*/ 72469 w 144084"/>
              <a:gd name="connsiteY5" fmla="*/ 35528 h 339947"/>
              <a:gd name="connsiteX6" fmla="*/ 72469 w 144084"/>
              <a:gd name="connsiteY6" fmla="*/ 7048 h 339947"/>
              <a:gd name="connsiteX7" fmla="*/ 64976 w 144084"/>
              <a:gd name="connsiteY7" fmla="*/ 0 h 339947"/>
              <a:gd name="connsiteX8" fmla="*/ 57482 w 144084"/>
              <a:gd name="connsiteY8" fmla="*/ 7048 h 339947"/>
              <a:gd name="connsiteX9" fmla="*/ 57482 w 144084"/>
              <a:gd name="connsiteY9" fmla="*/ 37052 h 339947"/>
              <a:gd name="connsiteX10" fmla="*/ 0 w 144084"/>
              <a:gd name="connsiteY10" fmla="*/ 106299 h 339947"/>
              <a:gd name="connsiteX11" fmla="*/ 57482 w 144084"/>
              <a:gd name="connsiteY11" fmla="*/ 175546 h 339947"/>
              <a:gd name="connsiteX12" fmla="*/ 57482 w 144084"/>
              <a:gd name="connsiteY12" fmla="*/ 288227 h 339947"/>
              <a:gd name="connsiteX13" fmla="*/ 14418 w 144084"/>
              <a:gd name="connsiteY13" fmla="*/ 233648 h 339947"/>
              <a:gd name="connsiteX14" fmla="*/ 7209 w 144084"/>
              <a:gd name="connsiteY14" fmla="*/ 226600 h 339947"/>
              <a:gd name="connsiteX15" fmla="*/ 0 w 144084"/>
              <a:gd name="connsiteY15" fmla="*/ 233648 h 339947"/>
              <a:gd name="connsiteX16" fmla="*/ 57482 w 144084"/>
              <a:gd name="connsiteY16" fmla="*/ 302895 h 339947"/>
              <a:gd name="connsiteX17" fmla="*/ 57482 w 144084"/>
              <a:gd name="connsiteY17" fmla="*/ 332899 h 339947"/>
              <a:gd name="connsiteX18" fmla="*/ 64976 w 144084"/>
              <a:gd name="connsiteY18" fmla="*/ 339947 h 339947"/>
              <a:gd name="connsiteX19" fmla="*/ 72469 w 144084"/>
              <a:gd name="connsiteY19" fmla="*/ 332899 h 339947"/>
              <a:gd name="connsiteX20" fmla="*/ 72469 w 144084"/>
              <a:gd name="connsiteY20" fmla="*/ 304419 h 339947"/>
              <a:gd name="connsiteX21" fmla="*/ 144084 w 144084"/>
              <a:gd name="connsiteY21" fmla="*/ 233744 h 339947"/>
              <a:gd name="connsiteX22" fmla="*/ 72469 w 144084"/>
              <a:gd name="connsiteY22" fmla="*/ 162973 h 339947"/>
              <a:gd name="connsiteX23" fmla="*/ 14418 w 144084"/>
              <a:gd name="connsiteY23" fmla="*/ 106299 h 339947"/>
              <a:gd name="connsiteX24" fmla="*/ 57482 w 144084"/>
              <a:gd name="connsiteY24" fmla="*/ 51625 h 339947"/>
              <a:gd name="connsiteX25" fmla="*/ 57482 w 144084"/>
              <a:gd name="connsiteY25" fmla="*/ 160877 h 339947"/>
              <a:gd name="connsiteX26" fmla="*/ 14418 w 144084"/>
              <a:gd name="connsiteY26" fmla="*/ 106299 h 339947"/>
              <a:gd name="connsiteX27" fmla="*/ 72374 w 144084"/>
              <a:gd name="connsiteY27" fmla="*/ 290132 h 339947"/>
              <a:gd name="connsiteX28" fmla="*/ 72374 w 144084"/>
              <a:gd name="connsiteY28" fmla="*/ 176975 h 339947"/>
              <a:gd name="connsiteX29" fmla="*/ 129666 w 144084"/>
              <a:gd name="connsiteY29" fmla="*/ 233553 h 339947"/>
              <a:gd name="connsiteX30" fmla="*/ 72374 w 144084"/>
              <a:gd name="connsiteY30" fmla="*/ 290132 h 33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44084" h="339947">
                <a:moveTo>
                  <a:pt x="72374" y="162877"/>
                </a:moveTo>
                <a:lnTo>
                  <a:pt x="72374" y="49721"/>
                </a:lnTo>
                <a:cubicBezTo>
                  <a:pt x="104625" y="49911"/>
                  <a:pt x="129666" y="74581"/>
                  <a:pt x="129666" y="106299"/>
                </a:cubicBezTo>
                <a:cubicBezTo>
                  <a:pt x="129666" y="109823"/>
                  <a:pt x="133271" y="113348"/>
                  <a:pt x="136875" y="113348"/>
                </a:cubicBezTo>
                <a:cubicBezTo>
                  <a:pt x="141713" y="113348"/>
                  <a:pt x="144084" y="109823"/>
                  <a:pt x="144084" y="106299"/>
                </a:cubicBezTo>
                <a:cubicBezTo>
                  <a:pt x="144084" y="67532"/>
                  <a:pt x="111834" y="35814"/>
                  <a:pt x="72469" y="35528"/>
                </a:cubicBezTo>
                <a:lnTo>
                  <a:pt x="72469" y="7048"/>
                </a:lnTo>
                <a:cubicBezTo>
                  <a:pt x="72469" y="2286"/>
                  <a:pt x="70003" y="0"/>
                  <a:pt x="64976" y="0"/>
                </a:cubicBezTo>
                <a:cubicBezTo>
                  <a:pt x="61276" y="0"/>
                  <a:pt x="57482" y="2381"/>
                  <a:pt x="57482" y="7048"/>
                </a:cubicBezTo>
                <a:lnTo>
                  <a:pt x="57482" y="37052"/>
                </a:lnTo>
                <a:cubicBezTo>
                  <a:pt x="24757" y="43720"/>
                  <a:pt x="0" y="72295"/>
                  <a:pt x="0" y="106299"/>
                </a:cubicBezTo>
                <a:cubicBezTo>
                  <a:pt x="0" y="140303"/>
                  <a:pt x="24757" y="168878"/>
                  <a:pt x="57482" y="175546"/>
                </a:cubicBezTo>
                <a:lnTo>
                  <a:pt x="57482" y="288227"/>
                </a:lnTo>
                <a:cubicBezTo>
                  <a:pt x="33009" y="281654"/>
                  <a:pt x="14418" y="259366"/>
                  <a:pt x="14418" y="233648"/>
                </a:cubicBezTo>
                <a:cubicBezTo>
                  <a:pt x="14418" y="228886"/>
                  <a:pt x="12047" y="226600"/>
                  <a:pt x="7209" y="226600"/>
                </a:cubicBezTo>
                <a:cubicBezTo>
                  <a:pt x="3605" y="226600"/>
                  <a:pt x="0" y="228981"/>
                  <a:pt x="0" y="233648"/>
                </a:cubicBezTo>
                <a:cubicBezTo>
                  <a:pt x="0" y="267653"/>
                  <a:pt x="24757" y="296228"/>
                  <a:pt x="57482" y="302895"/>
                </a:cubicBezTo>
                <a:lnTo>
                  <a:pt x="57482" y="332899"/>
                </a:lnTo>
                <a:cubicBezTo>
                  <a:pt x="57482" y="336423"/>
                  <a:pt x="61181" y="339947"/>
                  <a:pt x="64976" y="339947"/>
                </a:cubicBezTo>
                <a:cubicBezTo>
                  <a:pt x="70003" y="339947"/>
                  <a:pt x="72469" y="336423"/>
                  <a:pt x="72469" y="332899"/>
                </a:cubicBezTo>
                <a:lnTo>
                  <a:pt x="72469" y="304419"/>
                </a:lnTo>
                <a:cubicBezTo>
                  <a:pt x="111929" y="304228"/>
                  <a:pt x="144084" y="272510"/>
                  <a:pt x="144084" y="233744"/>
                </a:cubicBezTo>
                <a:cubicBezTo>
                  <a:pt x="144084" y="194977"/>
                  <a:pt x="111834" y="163259"/>
                  <a:pt x="72469" y="162973"/>
                </a:cubicBezTo>
                <a:close/>
                <a:moveTo>
                  <a:pt x="14418" y="106299"/>
                </a:moveTo>
                <a:cubicBezTo>
                  <a:pt x="14418" y="79534"/>
                  <a:pt x="33009" y="57912"/>
                  <a:pt x="57482" y="51625"/>
                </a:cubicBezTo>
                <a:lnTo>
                  <a:pt x="57482" y="160877"/>
                </a:lnTo>
                <a:cubicBezTo>
                  <a:pt x="33009" y="154305"/>
                  <a:pt x="14418" y="132017"/>
                  <a:pt x="14418" y="106299"/>
                </a:cubicBezTo>
                <a:close/>
                <a:moveTo>
                  <a:pt x="72374" y="290132"/>
                </a:moveTo>
                <a:lnTo>
                  <a:pt x="72374" y="176975"/>
                </a:lnTo>
                <a:cubicBezTo>
                  <a:pt x="104625" y="177165"/>
                  <a:pt x="129666" y="201835"/>
                  <a:pt x="129666" y="233553"/>
                </a:cubicBezTo>
                <a:cubicBezTo>
                  <a:pt x="129666" y="265271"/>
                  <a:pt x="104625" y="289941"/>
                  <a:pt x="72374" y="29013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8" name="Graphic 353">
            <a:extLst>
              <a:ext uri="{FF2B5EF4-FFF2-40B4-BE49-F238E27FC236}">
                <a16:creationId xmlns:a16="http://schemas.microsoft.com/office/drawing/2014/main" id="{B47043B9-23D6-BF65-1692-DCAE3C1A3BA8}"/>
              </a:ext>
            </a:extLst>
          </p:cNvPr>
          <p:cNvSpPr/>
          <p:nvPr/>
        </p:nvSpPr>
        <p:spPr>
          <a:xfrm>
            <a:off x="11304278" y="5519322"/>
            <a:ext cx="190691" cy="449911"/>
          </a:xfrm>
          <a:custGeom>
            <a:avLst/>
            <a:gdLst>
              <a:gd name="connsiteX0" fmla="*/ 72374 w 144084"/>
              <a:gd name="connsiteY0" fmla="*/ 162877 h 339947"/>
              <a:gd name="connsiteX1" fmla="*/ 72374 w 144084"/>
              <a:gd name="connsiteY1" fmla="*/ 49721 h 339947"/>
              <a:gd name="connsiteX2" fmla="*/ 129666 w 144084"/>
              <a:gd name="connsiteY2" fmla="*/ 106299 h 339947"/>
              <a:gd name="connsiteX3" fmla="*/ 136875 w 144084"/>
              <a:gd name="connsiteY3" fmla="*/ 113348 h 339947"/>
              <a:gd name="connsiteX4" fmla="*/ 144084 w 144084"/>
              <a:gd name="connsiteY4" fmla="*/ 106299 h 339947"/>
              <a:gd name="connsiteX5" fmla="*/ 72469 w 144084"/>
              <a:gd name="connsiteY5" fmla="*/ 35528 h 339947"/>
              <a:gd name="connsiteX6" fmla="*/ 72469 w 144084"/>
              <a:gd name="connsiteY6" fmla="*/ 7048 h 339947"/>
              <a:gd name="connsiteX7" fmla="*/ 64976 w 144084"/>
              <a:gd name="connsiteY7" fmla="*/ 0 h 339947"/>
              <a:gd name="connsiteX8" fmla="*/ 57482 w 144084"/>
              <a:gd name="connsiteY8" fmla="*/ 7048 h 339947"/>
              <a:gd name="connsiteX9" fmla="*/ 57482 w 144084"/>
              <a:gd name="connsiteY9" fmla="*/ 37052 h 339947"/>
              <a:gd name="connsiteX10" fmla="*/ 0 w 144084"/>
              <a:gd name="connsiteY10" fmla="*/ 106299 h 339947"/>
              <a:gd name="connsiteX11" fmla="*/ 57482 w 144084"/>
              <a:gd name="connsiteY11" fmla="*/ 175546 h 339947"/>
              <a:gd name="connsiteX12" fmla="*/ 57482 w 144084"/>
              <a:gd name="connsiteY12" fmla="*/ 288227 h 339947"/>
              <a:gd name="connsiteX13" fmla="*/ 14418 w 144084"/>
              <a:gd name="connsiteY13" fmla="*/ 233648 h 339947"/>
              <a:gd name="connsiteX14" fmla="*/ 7209 w 144084"/>
              <a:gd name="connsiteY14" fmla="*/ 226600 h 339947"/>
              <a:gd name="connsiteX15" fmla="*/ 0 w 144084"/>
              <a:gd name="connsiteY15" fmla="*/ 233648 h 339947"/>
              <a:gd name="connsiteX16" fmla="*/ 57482 w 144084"/>
              <a:gd name="connsiteY16" fmla="*/ 302895 h 339947"/>
              <a:gd name="connsiteX17" fmla="*/ 57482 w 144084"/>
              <a:gd name="connsiteY17" fmla="*/ 332899 h 339947"/>
              <a:gd name="connsiteX18" fmla="*/ 64976 w 144084"/>
              <a:gd name="connsiteY18" fmla="*/ 339947 h 339947"/>
              <a:gd name="connsiteX19" fmla="*/ 72469 w 144084"/>
              <a:gd name="connsiteY19" fmla="*/ 332899 h 339947"/>
              <a:gd name="connsiteX20" fmla="*/ 72469 w 144084"/>
              <a:gd name="connsiteY20" fmla="*/ 304419 h 339947"/>
              <a:gd name="connsiteX21" fmla="*/ 144084 w 144084"/>
              <a:gd name="connsiteY21" fmla="*/ 233744 h 339947"/>
              <a:gd name="connsiteX22" fmla="*/ 72469 w 144084"/>
              <a:gd name="connsiteY22" fmla="*/ 162973 h 339947"/>
              <a:gd name="connsiteX23" fmla="*/ 14418 w 144084"/>
              <a:gd name="connsiteY23" fmla="*/ 106299 h 339947"/>
              <a:gd name="connsiteX24" fmla="*/ 57482 w 144084"/>
              <a:gd name="connsiteY24" fmla="*/ 51625 h 339947"/>
              <a:gd name="connsiteX25" fmla="*/ 57482 w 144084"/>
              <a:gd name="connsiteY25" fmla="*/ 160877 h 339947"/>
              <a:gd name="connsiteX26" fmla="*/ 14418 w 144084"/>
              <a:gd name="connsiteY26" fmla="*/ 106299 h 339947"/>
              <a:gd name="connsiteX27" fmla="*/ 72374 w 144084"/>
              <a:gd name="connsiteY27" fmla="*/ 290132 h 339947"/>
              <a:gd name="connsiteX28" fmla="*/ 72374 w 144084"/>
              <a:gd name="connsiteY28" fmla="*/ 176975 h 339947"/>
              <a:gd name="connsiteX29" fmla="*/ 129666 w 144084"/>
              <a:gd name="connsiteY29" fmla="*/ 233553 h 339947"/>
              <a:gd name="connsiteX30" fmla="*/ 72374 w 144084"/>
              <a:gd name="connsiteY30" fmla="*/ 290132 h 33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44084" h="339947">
                <a:moveTo>
                  <a:pt x="72374" y="162877"/>
                </a:moveTo>
                <a:lnTo>
                  <a:pt x="72374" y="49721"/>
                </a:lnTo>
                <a:cubicBezTo>
                  <a:pt x="104625" y="49911"/>
                  <a:pt x="129666" y="74581"/>
                  <a:pt x="129666" y="106299"/>
                </a:cubicBezTo>
                <a:cubicBezTo>
                  <a:pt x="129666" y="109823"/>
                  <a:pt x="133271" y="113348"/>
                  <a:pt x="136875" y="113348"/>
                </a:cubicBezTo>
                <a:cubicBezTo>
                  <a:pt x="141713" y="113348"/>
                  <a:pt x="144084" y="109823"/>
                  <a:pt x="144084" y="106299"/>
                </a:cubicBezTo>
                <a:cubicBezTo>
                  <a:pt x="144084" y="67532"/>
                  <a:pt x="111834" y="35814"/>
                  <a:pt x="72469" y="35528"/>
                </a:cubicBezTo>
                <a:lnTo>
                  <a:pt x="72469" y="7048"/>
                </a:lnTo>
                <a:cubicBezTo>
                  <a:pt x="72469" y="2286"/>
                  <a:pt x="70003" y="0"/>
                  <a:pt x="64976" y="0"/>
                </a:cubicBezTo>
                <a:cubicBezTo>
                  <a:pt x="61276" y="0"/>
                  <a:pt x="57482" y="2381"/>
                  <a:pt x="57482" y="7048"/>
                </a:cubicBezTo>
                <a:lnTo>
                  <a:pt x="57482" y="37052"/>
                </a:lnTo>
                <a:cubicBezTo>
                  <a:pt x="24757" y="43720"/>
                  <a:pt x="0" y="72295"/>
                  <a:pt x="0" y="106299"/>
                </a:cubicBezTo>
                <a:cubicBezTo>
                  <a:pt x="0" y="140303"/>
                  <a:pt x="24757" y="168878"/>
                  <a:pt x="57482" y="175546"/>
                </a:cubicBezTo>
                <a:lnTo>
                  <a:pt x="57482" y="288227"/>
                </a:lnTo>
                <a:cubicBezTo>
                  <a:pt x="33009" y="281654"/>
                  <a:pt x="14418" y="259366"/>
                  <a:pt x="14418" y="233648"/>
                </a:cubicBezTo>
                <a:cubicBezTo>
                  <a:pt x="14418" y="228886"/>
                  <a:pt x="12047" y="226600"/>
                  <a:pt x="7209" y="226600"/>
                </a:cubicBezTo>
                <a:cubicBezTo>
                  <a:pt x="3605" y="226600"/>
                  <a:pt x="0" y="228981"/>
                  <a:pt x="0" y="233648"/>
                </a:cubicBezTo>
                <a:cubicBezTo>
                  <a:pt x="0" y="267653"/>
                  <a:pt x="24757" y="296228"/>
                  <a:pt x="57482" y="302895"/>
                </a:cubicBezTo>
                <a:lnTo>
                  <a:pt x="57482" y="332899"/>
                </a:lnTo>
                <a:cubicBezTo>
                  <a:pt x="57482" y="336423"/>
                  <a:pt x="61181" y="339947"/>
                  <a:pt x="64976" y="339947"/>
                </a:cubicBezTo>
                <a:cubicBezTo>
                  <a:pt x="70003" y="339947"/>
                  <a:pt x="72469" y="336423"/>
                  <a:pt x="72469" y="332899"/>
                </a:cubicBezTo>
                <a:lnTo>
                  <a:pt x="72469" y="304419"/>
                </a:lnTo>
                <a:cubicBezTo>
                  <a:pt x="111929" y="304228"/>
                  <a:pt x="144084" y="272510"/>
                  <a:pt x="144084" y="233744"/>
                </a:cubicBezTo>
                <a:cubicBezTo>
                  <a:pt x="144084" y="194977"/>
                  <a:pt x="111834" y="163259"/>
                  <a:pt x="72469" y="162973"/>
                </a:cubicBezTo>
                <a:close/>
                <a:moveTo>
                  <a:pt x="14418" y="106299"/>
                </a:moveTo>
                <a:cubicBezTo>
                  <a:pt x="14418" y="79534"/>
                  <a:pt x="33009" y="57912"/>
                  <a:pt x="57482" y="51625"/>
                </a:cubicBezTo>
                <a:lnTo>
                  <a:pt x="57482" y="160877"/>
                </a:lnTo>
                <a:cubicBezTo>
                  <a:pt x="33009" y="154305"/>
                  <a:pt x="14418" y="132017"/>
                  <a:pt x="14418" y="106299"/>
                </a:cubicBezTo>
                <a:close/>
                <a:moveTo>
                  <a:pt x="72374" y="290132"/>
                </a:moveTo>
                <a:lnTo>
                  <a:pt x="72374" y="176975"/>
                </a:lnTo>
                <a:cubicBezTo>
                  <a:pt x="104625" y="177165"/>
                  <a:pt x="129666" y="201835"/>
                  <a:pt x="129666" y="233553"/>
                </a:cubicBezTo>
                <a:cubicBezTo>
                  <a:pt x="129666" y="265271"/>
                  <a:pt x="104625" y="289941"/>
                  <a:pt x="72374" y="29013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 hidden="1">
            <a:extLst>
              <a:ext uri="{FF2B5EF4-FFF2-40B4-BE49-F238E27FC236}">
                <a16:creationId xmlns:a16="http://schemas.microsoft.com/office/drawing/2014/main" id="{B78A5ECB-BE09-8206-A5C6-321AD6E0671B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44635" y="-40117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Business Template 2</a:t>
            </a:r>
          </a:p>
        </p:txBody>
      </p:sp>
      <p:sp>
        <p:nvSpPr>
          <p:cNvPr id="2" name="object 2"/>
          <p:cNvSpPr txBox="1"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-1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Business</a:t>
            </a:r>
            <a:endParaRPr kumimoji="0" lang="en-US" sz="1800" b="1" i="0" u="none" strike="noStrike" kern="0" cap="none" spc="-1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Graphik Semibold"/>
              <a:ea typeface="+mj-ea"/>
              <a:cs typeface="Graphik Semibold"/>
            </a:endParaRPr>
          </a:p>
        </p:txBody>
      </p:sp>
      <p:sp>
        <p:nvSpPr>
          <p:cNvPr id="107" name="Text Placeholder 106">
            <a:extLst>
              <a:ext uri="{FF2B5EF4-FFF2-40B4-BE49-F238E27FC236}">
                <a16:creationId xmlns:a16="http://schemas.microsoft.com/office/drawing/2014/main" id="{DC6A71D6-5E71-BB67-171F-1A3623132497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dirty="0"/>
              <a:t>box; product; </a:t>
            </a:r>
            <a:br>
              <a:rPr lang="en-US" dirty="0"/>
            </a:br>
            <a:r>
              <a:rPr lang="en-US" dirty="0"/>
              <a:t>logistics</a:t>
            </a:r>
          </a:p>
        </p:txBody>
      </p:sp>
      <p:sp>
        <p:nvSpPr>
          <p:cNvPr id="108" name="Text Placeholder 107">
            <a:extLst>
              <a:ext uri="{FF2B5EF4-FFF2-40B4-BE49-F238E27FC236}">
                <a16:creationId xmlns:a16="http://schemas.microsoft.com/office/drawing/2014/main" id="{08962EB7-EE2F-EE53-E9F6-631EA68F042F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en-US" dirty="0"/>
              <a:t>handle; care; logistics; deliver</a:t>
            </a:r>
          </a:p>
        </p:txBody>
      </p:sp>
      <p:sp>
        <p:nvSpPr>
          <p:cNvPr id="109" name="Text Placeholder 108">
            <a:extLst>
              <a:ext uri="{FF2B5EF4-FFF2-40B4-BE49-F238E27FC236}">
                <a16:creationId xmlns:a16="http://schemas.microsoft.com/office/drawing/2014/main" id="{835D4462-789A-925D-6374-9C9C362238F2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en-US" dirty="0"/>
              <a:t>inspect</a:t>
            </a:r>
          </a:p>
        </p:txBody>
      </p:sp>
      <p:sp>
        <p:nvSpPr>
          <p:cNvPr id="110" name="Text Placeholder 109">
            <a:extLst>
              <a:ext uri="{FF2B5EF4-FFF2-40B4-BE49-F238E27FC236}">
                <a16:creationId xmlns:a16="http://schemas.microsoft.com/office/drawing/2014/main" id="{A5D6590E-16F5-E3ED-EA57-683B16D8BF03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r>
              <a:rPr lang="en-US" dirty="0"/>
              <a:t>trolley; dolly; ship; deliver; products; logistics</a:t>
            </a:r>
          </a:p>
        </p:txBody>
      </p:sp>
      <p:sp>
        <p:nvSpPr>
          <p:cNvPr id="111" name="Text Placeholder 110">
            <a:extLst>
              <a:ext uri="{FF2B5EF4-FFF2-40B4-BE49-F238E27FC236}">
                <a16:creationId xmlns:a16="http://schemas.microsoft.com/office/drawing/2014/main" id="{1F23B246-504E-A8F5-96AA-6A718816C1B3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en-US" dirty="0"/>
              <a:t>truck; delivery; shipping; logistics</a:t>
            </a:r>
          </a:p>
        </p:txBody>
      </p:sp>
      <p:sp>
        <p:nvSpPr>
          <p:cNvPr id="112" name="Text Placeholder 111">
            <a:extLst>
              <a:ext uri="{FF2B5EF4-FFF2-40B4-BE49-F238E27FC236}">
                <a16:creationId xmlns:a16="http://schemas.microsoft.com/office/drawing/2014/main" id="{9EED3F23-FB58-8052-2704-53551291ABE0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en-US" dirty="0"/>
              <a:t>fast; delivery; shipping; logistics; truck</a:t>
            </a:r>
          </a:p>
        </p:txBody>
      </p:sp>
      <p:sp>
        <p:nvSpPr>
          <p:cNvPr id="113" name="Text Placeholder 112">
            <a:extLst>
              <a:ext uri="{FF2B5EF4-FFF2-40B4-BE49-F238E27FC236}">
                <a16:creationId xmlns:a16="http://schemas.microsoft.com/office/drawing/2014/main" id="{A0A8DF66-FACE-8D65-1F9F-B71E3C2B280A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en-US" dirty="0"/>
              <a:t>store; retail</a:t>
            </a:r>
          </a:p>
        </p:txBody>
      </p:sp>
      <p:sp>
        <p:nvSpPr>
          <p:cNvPr id="100" name="Text Placeholder 99">
            <a:extLst>
              <a:ext uri="{FF2B5EF4-FFF2-40B4-BE49-F238E27FC236}">
                <a16:creationId xmlns:a16="http://schemas.microsoft.com/office/drawing/2014/main" id="{394AB242-31B7-A26F-BD23-6ED48A2C699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shopping bag; heart; loyalty; experience; commerce</a:t>
            </a:r>
          </a:p>
        </p:txBody>
      </p:sp>
      <p:sp>
        <p:nvSpPr>
          <p:cNvPr id="101" name="Text Placeholder 100">
            <a:extLst>
              <a:ext uri="{FF2B5EF4-FFF2-40B4-BE49-F238E27FC236}">
                <a16:creationId xmlns:a16="http://schemas.microsoft.com/office/drawing/2014/main" id="{4D0A4DB0-8712-EC67-8D31-C1651C6C40A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/>
              <a:t>shopping cart</a:t>
            </a:r>
          </a:p>
        </p:txBody>
      </p:sp>
      <p:sp>
        <p:nvSpPr>
          <p:cNvPr id="102" name="Text Placeholder 101">
            <a:extLst>
              <a:ext uri="{FF2B5EF4-FFF2-40B4-BE49-F238E27FC236}">
                <a16:creationId xmlns:a16="http://schemas.microsoft.com/office/drawing/2014/main" id="{25731A17-DEA4-5048-9339-CE00EBAEAF8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shop; basket; commerce; checkout</a:t>
            </a:r>
          </a:p>
        </p:txBody>
      </p:sp>
      <p:sp>
        <p:nvSpPr>
          <p:cNvPr id="103" name="Text Placeholder 102">
            <a:extLst>
              <a:ext uri="{FF2B5EF4-FFF2-40B4-BE49-F238E27FC236}">
                <a16:creationId xmlns:a16="http://schemas.microsoft.com/office/drawing/2014/main" id="{2427C8C3-EA4E-9F29-C7A3-E88F401E99E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content; file; document</a:t>
            </a:r>
          </a:p>
        </p:txBody>
      </p:sp>
      <p:sp>
        <p:nvSpPr>
          <p:cNvPr id="104" name="Text Placeholder 103">
            <a:extLst>
              <a:ext uri="{FF2B5EF4-FFF2-40B4-BE49-F238E27FC236}">
                <a16:creationId xmlns:a16="http://schemas.microsoft.com/office/drawing/2014/main" id="{E90ED6ED-18F3-2EFC-8813-6E62A6A588D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content; file; warning; alert; risk</a:t>
            </a:r>
          </a:p>
        </p:txBody>
      </p:sp>
      <p:sp>
        <p:nvSpPr>
          <p:cNvPr id="105" name="Text Placeholder 104">
            <a:extLst>
              <a:ext uri="{FF2B5EF4-FFF2-40B4-BE49-F238E27FC236}">
                <a16:creationId xmlns:a16="http://schemas.microsoft.com/office/drawing/2014/main" id="{A357EE5F-FC8D-5A2C-6B07-837C7DBD0E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/>
              <a:t>excel; spreadsheet; </a:t>
            </a:r>
            <a:br>
              <a:rPr lang="en-US"/>
            </a:br>
            <a:r>
              <a:rPr lang="en-US"/>
              <a:t>table; xls</a:t>
            </a:r>
          </a:p>
        </p:txBody>
      </p:sp>
      <p:sp>
        <p:nvSpPr>
          <p:cNvPr id="106" name="Text Placeholder 105">
            <a:extLst>
              <a:ext uri="{FF2B5EF4-FFF2-40B4-BE49-F238E27FC236}">
                <a16:creationId xmlns:a16="http://schemas.microsoft.com/office/drawing/2014/main" id="{04DBA155-F30F-8960-AA76-7894959F0B4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/>
              <a:t>report</a:t>
            </a:r>
          </a:p>
        </p:txBody>
      </p:sp>
      <p:sp>
        <p:nvSpPr>
          <p:cNvPr id="6" name="Graphic 4">
            <a:extLst>
              <a:ext uri="{FF2B5EF4-FFF2-40B4-BE49-F238E27FC236}">
                <a16:creationId xmlns:a16="http://schemas.microsoft.com/office/drawing/2014/main" id="{B9087E17-76C3-4907-D646-60DD57128282}"/>
              </a:ext>
            </a:extLst>
          </p:cNvPr>
          <p:cNvSpPr/>
          <p:nvPr/>
        </p:nvSpPr>
        <p:spPr>
          <a:xfrm>
            <a:off x="552507" y="844003"/>
            <a:ext cx="455693" cy="445706"/>
          </a:xfrm>
          <a:custGeom>
            <a:avLst/>
            <a:gdLst>
              <a:gd name="connsiteX0" fmla="*/ 343279 w 343279"/>
              <a:gd name="connsiteY0" fmla="*/ 77724 h 335756"/>
              <a:gd name="connsiteX1" fmla="*/ 343279 w 343279"/>
              <a:gd name="connsiteY1" fmla="*/ 76867 h 335756"/>
              <a:gd name="connsiteX2" fmla="*/ 342900 w 343279"/>
              <a:gd name="connsiteY2" fmla="*/ 75533 h 335756"/>
              <a:gd name="connsiteX3" fmla="*/ 342805 w 343279"/>
              <a:gd name="connsiteY3" fmla="*/ 75057 h 335756"/>
              <a:gd name="connsiteX4" fmla="*/ 339675 w 343279"/>
              <a:gd name="connsiteY4" fmla="*/ 71056 h 335756"/>
              <a:gd name="connsiteX5" fmla="*/ 336734 w 343279"/>
              <a:gd name="connsiteY5" fmla="*/ 70294 h 335756"/>
              <a:gd name="connsiteX6" fmla="*/ 175197 w 343279"/>
              <a:gd name="connsiteY6" fmla="*/ 857 h 335756"/>
              <a:gd name="connsiteX7" fmla="*/ 169221 w 343279"/>
              <a:gd name="connsiteY7" fmla="*/ 857 h 335756"/>
              <a:gd name="connsiteX8" fmla="*/ 7683 w 343279"/>
              <a:gd name="connsiteY8" fmla="*/ 70294 h 335756"/>
              <a:gd name="connsiteX9" fmla="*/ 3604 w 343279"/>
              <a:gd name="connsiteY9" fmla="*/ 71056 h 335756"/>
              <a:gd name="connsiteX10" fmla="*/ 0 w 343279"/>
              <a:gd name="connsiteY10" fmla="*/ 76867 h 335756"/>
              <a:gd name="connsiteX11" fmla="*/ 0 w 343279"/>
              <a:gd name="connsiteY11" fmla="*/ 258794 h 335756"/>
              <a:gd name="connsiteX12" fmla="*/ 4743 w 343279"/>
              <a:gd name="connsiteY12" fmla="*/ 265748 h 335756"/>
              <a:gd name="connsiteX13" fmla="*/ 176050 w 343279"/>
              <a:gd name="connsiteY13" fmla="*/ 335756 h 335756"/>
              <a:gd name="connsiteX14" fmla="*/ 178422 w 343279"/>
              <a:gd name="connsiteY14" fmla="*/ 335756 h 335756"/>
              <a:gd name="connsiteX15" fmla="*/ 178611 w 343279"/>
              <a:gd name="connsiteY15" fmla="*/ 335756 h 335756"/>
              <a:gd name="connsiteX16" fmla="*/ 178706 w 343279"/>
              <a:gd name="connsiteY16" fmla="*/ 335756 h 335756"/>
              <a:gd name="connsiteX17" fmla="*/ 182311 w 343279"/>
              <a:gd name="connsiteY17" fmla="*/ 335756 h 335756"/>
              <a:gd name="connsiteX18" fmla="*/ 339580 w 343279"/>
              <a:gd name="connsiteY18" fmla="*/ 265748 h 335756"/>
              <a:gd name="connsiteX19" fmla="*/ 343185 w 343279"/>
              <a:gd name="connsiteY19" fmla="*/ 258794 h 335756"/>
              <a:gd name="connsiteX20" fmla="*/ 343185 w 343279"/>
              <a:gd name="connsiteY20" fmla="*/ 78200 h 335756"/>
              <a:gd name="connsiteX21" fmla="*/ 343185 w 343279"/>
              <a:gd name="connsiteY21" fmla="*/ 77819 h 335756"/>
              <a:gd name="connsiteX22" fmla="*/ 171687 w 343279"/>
              <a:gd name="connsiteY22" fmla="*/ 14859 h 335756"/>
              <a:gd name="connsiteX23" fmla="*/ 318427 w 343279"/>
              <a:gd name="connsiteY23" fmla="*/ 77724 h 335756"/>
              <a:gd name="connsiteX24" fmla="*/ 263032 w 343279"/>
              <a:gd name="connsiteY24" fmla="*/ 102394 h 335756"/>
              <a:gd name="connsiteX25" fmla="*/ 121130 w 343279"/>
              <a:gd name="connsiteY25" fmla="*/ 36766 h 335756"/>
              <a:gd name="connsiteX26" fmla="*/ 171782 w 343279"/>
              <a:gd name="connsiteY26" fmla="*/ 14859 h 335756"/>
              <a:gd name="connsiteX27" fmla="*/ 179181 w 343279"/>
              <a:gd name="connsiteY27" fmla="*/ 139732 h 335756"/>
              <a:gd name="connsiteX28" fmla="*/ 26844 w 343279"/>
              <a:gd name="connsiteY28" fmla="*/ 77533 h 335756"/>
              <a:gd name="connsiteX29" fmla="*/ 103107 w 343279"/>
              <a:gd name="connsiteY29" fmla="*/ 44577 h 335756"/>
              <a:gd name="connsiteX30" fmla="*/ 245294 w 343279"/>
              <a:gd name="connsiteY30" fmla="*/ 110395 h 335756"/>
              <a:gd name="connsiteX31" fmla="*/ 179275 w 343279"/>
              <a:gd name="connsiteY31" fmla="*/ 139732 h 335756"/>
              <a:gd name="connsiteX32" fmla="*/ 171403 w 343279"/>
              <a:gd name="connsiteY32" fmla="*/ 318135 h 335756"/>
              <a:gd name="connsiteX33" fmla="*/ 14418 w 343279"/>
              <a:gd name="connsiteY33" fmla="*/ 254032 h 335756"/>
              <a:gd name="connsiteX34" fmla="*/ 14418 w 343279"/>
              <a:gd name="connsiteY34" fmla="*/ 87249 h 335756"/>
              <a:gd name="connsiteX35" fmla="*/ 171403 w 343279"/>
              <a:gd name="connsiteY35" fmla="*/ 151352 h 335756"/>
              <a:gd name="connsiteX36" fmla="*/ 171403 w 343279"/>
              <a:gd name="connsiteY36" fmla="*/ 318135 h 335756"/>
              <a:gd name="connsiteX37" fmla="*/ 329051 w 343279"/>
              <a:gd name="connsiteY37" fmla="*/ 255175 h 335756"/>
              <a:gd name="connsiteX38" fmla="*/ 186010 w 343279"/>
              <a:gd name="connsiteY38" fmla="*/ 318135 h 335756"/>
              <a:gd name="connsiteX39" fmla="*/ 186010 w 343279"/>
              <a:gd name="connsiteY39" fmla="*/ 151352 h 335756"/>
              <a:gd name="connsiteX40" fmla="*/ 329051 w 343279"/>
              <a:gd name="connsiteY40" fmla="*/ 88392 h 335756"/>
              <a:gd name="connsiteX41" fmla="*/ 329051 w 343279"/>
              <a:gd name="connsiteY41" fmla="*/ 255175 h 335756"/>
              <a:gd name="connsiteX42" fmla="*/ 47617 w 343279"/>
              <a:gd name="connsiteY42" fmla="*/ 216598 h 335756"/>
              <a:gd name="connsiteX43" fmla="*/ 133461 w 343279"/>
              <a:gd name="connsiteY43" fmla="*/ 258413 h 335756"/>
              <a:gd name="connsiteX44" fmla="*/ 139436 w 343279"/>
              <a:gd name="connsiteY44" fmla="*/ 258413 h 335756"/>
              <a:gd name="connsiteX45" fmla="*/ 143041 w 343279"/>
              <a:gd name="connsiteY45" fmla="*/ 251460 h 335756"/>
              <a:gd name="connsiteX46" fmla="*/ 143041 w 343279"/>
              <a:gd name="connsiteY46" fmla="*/ 181737 h 335756"/>
              <a:gd name="connsiteX47" fmla="*/ 139436 w 343279"/>
              <a:gd name="connsiteY47" fmla="*/ 175927 h 335756"/>
              <a:gd name="connsiteX48" fmla="*/ 53593 w 343279"/>
              <a:gd name="connsiteY48" fmla="*/ 134112 h 335756"/>
              <a:gd name="connsiteX49" fmla="*/ 46479 w 343279"/>
              <a:gd name="connsiteY49" fmla="*/ 134112 h 335756"/>
              <a:gd name="connsiteX50" fmla="*/ 42874 w 343279"/>
              <a:gd name="connsiteY50" fmla="*/ 139922 h 335756"/>
              <a:gd name="connsiteX51" fmla="*/ 42874 w 343279"/>
              <a:gd name="connsiteY51" fmla="*/ 209645 h 335756"/>
              <a:gd name="connsiteX52" fmla="*/ 47617 w 343279"/>
              <a:gd name="connsiteY52" fmla="*/ 216598 h 335756"/>
              <a:gd name="connsiteX53" fmla="*/ 57103 w 343279"/>
              <a:gd name="connsiteY53" fmla="*/ 151543 h 335756"/>
              <a:gd name="connsiteX54" fmla="*/ 128623 w 343279"/>
              <a:gd name="connsiteY54" fmla="*/ 186404 h 335756"/>
              <a:gd name="connsiteX55" fmla="*/ 128623 w 343279"/>
              <a:gd name="connsiteY55" fmla="*/ 241078 h 335756"/>
              <a:gd name="connsiteX56" fmla="*/ 57103 w 343279"/>
              <a:gd name="connsiteY56" fmla="*/ 206216 h 335756"/>
              <a:gd name="connsiteX57" fmla="*/ 57103 w 343279"/>
              <a:gd name="connsiteY57" fmla="*/ 151543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43279" h="335756">
                <a:moveTo>
                  <a:pt x="343279" y="77724"/>
                </a:moveTo>
                <a:lnTo>
                  <a:pt x="343279" y="76867"/>
                </a:lnTo>
                <a:cubicBezTo>
                  <a:pt x="343279" y="76867"/>
                  <a:pt x="342995" y="76010"/>
                  <a:pt x="342900" y="75533"/>
                </a:cubicBezTo>
                <a:cubicBezTo>
                  <a:pt x="342900" y="75343"/>
                  <a:pt x="342900" y="75248"/>
                  <a:pt x="342805" y="75057"/>
                </a:cubicBezTo>
                <a:cubicBezTo>
                  <a:pt x="342331" y="73438"/>
                  <a:pt x="341477" y="71914"/>
                  <a:pt x="339675" y="71056"/>
                </a:cubicBezTo>
                <a:cubicBezTo>
                  <a:pt x="339011" y="70390"/>
                  <a:pt x="337967" y="70199"/>
                  <a:pt x="336734" y="70294"/>
                </a:cubicBezTo>
                <a:cubicBezTo>
                  <a:pt x="329051" y="66961"/>
                  <a:pt x="298318" y="53816"/>
                  <a:pt x="175197" y="857"/>
                </a:cubicBezTo>
                <a:cubicBezTo>
                  <a:pt x="172825" y="-286"/>
                  <a:pt x="170454" y="-286"/>
                  <a:pt x="169221" y="857"/>
                </a:cubicBezTo>
                <a:cubicBezTo>
                  <a:pt x="169221" y="857"/>
                  <a:pt x="115372" y="24003"/>
                  <a:pt x="7683" y="70294"/>
                </a:cubicBezTo>
                <a:cubicBezTo>
                  <a:pt x="6355" y="70199"/>
                  <a:pt x="4932" y="70294"/>
                  <a:pt x="3604" y="71056"/>
                </a:cubicBezTo>
                <a:cubicBezTo>
                  <a:pt x="1233" y="73342"/>
                  <a:pt x="0" y="74581"/>
                  <a:pt x="0" y="76867"/>
                </a:cubicBezTo>
                <a:lnTo>
                  <a:pt x="0" y="258794"/>
                </a:lnTo>
                <a:cubicBezTo>
                  <a:pt x="0" y="262319"/>
                  <a:pt x="2371" y="264604"/>
                  <a:pt x="4743" y="265748"/>
                </a:cubicBezTo>
                <a:lnTo>
                  <a:pt x="176050" y="335756"/>
                </a:lnTo>
                <a:lnTo>
                  <a:pt x="178422" y="335756"/>
                </a:lnTo>
                <a:cubicBezTo>
                  <a:pt x="178422" y="335756"/>
                  <a:pt x="178517" y="335756"/>
                  <a:pt x="178611" y="335756"/>
                </a:cubicBezTo>
                <a:cubicBezTo>
                  <a:pt x="178706" y="335756"/>
                  <a:pt x="178611" y="335756"/>
                  <a:pt x="178706" y="335756"/>
                </a:cubicBezTo>
                <a:lnTo>
                  <a:pt x="182311" y="335756"/>
                </a:lnTo>
                <a:lnTo>
                  <a:pt x="339580" y="265748"/>
                </a:lnTo>
                <a:cubicBezTo>
                  <a:pt x="341951" y="264604"/>
                  <a:pt x="343185" y="262223"/>
                  <a:pt x="343185" y="258794"/>
                </a:cubicBezTo>
                <a:lnTo>
                  <a:pt x="343185" y="78200"/>
                </a:lnTo>
                <a:cubicBezTo>
                  <a:pt x="343185" y="78200"/>
                  <a:pt x="343185" y="77914"/>
                  <a:pt x="343185" y="77819"/>
                </a:cubicBezTo>
                <a:close/>
                <a:moveTo>
                  <a:pt x="171687" y="14859"/>
                </a:moveTo>
                <a:cubicBezTo>
                  <a:pt x="171687" y="14859"/>
                  <a:pt x="171687" y="14859"/>
                  <a:pt x="318427" y="77724"/>
                </a:cubicBezTo>
                <a:cubicBezTo>
                  <a:pt x="308278" y="82296"/>
                  <a:pt x="291204" y="89821"/>
                  <a:pt x="263032" y="102394"/>
                </a:cubicBezTo>
                <a:lnTo>
                  <a:pt x="121130" y="36766"/>
                </a:lnTo>
                <a:cubicBezTo>
                  <a:pt x="135927" y="30385"/>
                  <a:pt x="152716" y="23146"/>
                  <a:pt x="171782" y="14859"/>
                </a:cubicBezTo>
                <a:close/>
                <a:moveTo>
                  <a:pt x="179181" y="139732"/>
                </a:moveTo>
                <a:cubicBezTo>
                  <a:pt x="171118" y="136398"/>
                  <a:pt x="140859" y="124111"/>
                  <a:pt x="26844" y="77533"/>
                </a:cubicBezTo>
                <a:cubicBezTo>
                  <a:pt x="39365" y="72104"/>
                  <a:pt x="62130" y="62294"/>
                  <a:pt x="103107" y="44577"/>
                </a:cubicBezTo>
                <a:lnTo>
                  <a:pt x="245294" y="110395"/>
                </a:lnTo>
                <a:cubicBezTo>
                  <a:pt x="227177" y="118396"/>
                  <a:pt x="205455" y="128111"/>
                  <a:pt x="179275" y="139732"/>
                </a:cubicBezTo>
                <a:close/>
                <a:moveTo>
                  <a:pt x="171403" y="318135"/>
                </a:moveTo>
                <a:lnTo>
                  <a:pt x="14418" y="254032"/>
                </a:lnTo>
                <a:lnTo>
                  <a:pt x="14418" y="87249"/>
                </a:lnTo>
                <a:lnTo>
                  <a:pt x="171403" y="151352"/>
                </a:lnTo>
                <a:lnTo>
                  <a:pt x="171403" y="318135"/>
                </a:lnTo>
                <a:close/>
                <a:moveTo>
                  <a:pt x="329051" y="255175"/>
                </a:moveTo>
                <a:lnTo>
                  <a:pt x="186010" y="318135"/>
                </a:lnTo>
                <a:lnTo>
                  <a:pt x="186010" y="151352"/>
                </a:lnTo>
                <a:lnTo>
                  <a:pt x="329051" y="88392"/>
                </a:lnTo>
                <a:lnTo>
                  <a:pt x="329051" y="255175"/>
                </a:lnTo>
                <a:close/>
                <a:moveTo>
                  <a:pt x="47617" y="216598"/>
                </a:moveTo>
                <a:lnTo>
                  <a:pt x="133461" y="258413"/>
                </a:lnTo>
                <a:lnTo>
                  <a:pt x="139436" y="258413"/>
                </a:lnTo>
                <a:cubicBezTo>
                  <a:pt x="141808" y="256127"/>
                  <a:pt x="143041" y="254889"/>
                  <a:pt x="143041" y="251460"/>
                </a:cubicBezTo>
                <a:lnTo>
                  <a:pt x="143041" y="181737"/>
                </a:lnTo>
                <a:cubicBezTo>
                  <a:pt x="143041" y="179451"/>
                  <a:pt x="141808" y="177070"/>
                  <a:pt x="139436" y="175927"/>
                </a:cubicBezTo>
                <a:lnTo>
                  <a:pt x="53593" y="134112"/>
                </a:lnTo>
                <a:cubicBezTo>
                  <a:pt x="51222" y="132969"/>
                  <a:pt x="48850" y="132969"/>
                  <a:pt x="46479" y="134112"/>
                </a:cubicBezTo>
                <a:cubicBezTo>
                  <a:pt x="44107" y="135255"/>
                  <a:pt x="42874" y="137636"/>
                  <a:pt x="42874" y="139922"/>
                </a:cubicBezTo>
                <a:lnTo>
                  <a:pt x="42874" y="209645"/>
                </a:lnTo>
                <a:cubicBezTo>
                  <a:pt x="42874" y="213169"/>
                  <a:pt x="45246" y="215456"/>
                  <a:pt x="47617" y="216598"/>
                </a:cubicBezTo>
                <a:close/>
                <a:moveTo>
                  <a:pt x="57103" y="151543"/>
                </a:moveTo>
                <a:lnTo>
                  <a:pt x="128623" y="186404"/>
                </a:lnTo>
                <a:lnTo>
                  <a:pt x="128623" y="241078"/>
                </a:lnTo>
                <a:lnTo>
                  <a:pt x="57103" y="206216"/>
                </a:lnTo>
                <a:lnTo>
                  <a:pt x="57103" y="151543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" name="Graphic 4">
            <a:extLst>
              <a:ext uri="{FF2B5EF4-FFF2-40B4-BE49-F238E27FC236}">
                <a16:creationId xmlns:a16="http://schemas.microsoft.com/office/drawing/2014/main" id="{F9E0FD48-BC19-12FF-A2CE-8FD97D755EA7}"/>
              </a:ext>
            </a:extLst>
          </p:cNvPr>
          <p:cNvSpPr/>
          <p:nvPr/>
        </p:nvSpPr>
        <p:spPr>
          <a:xfrm>
            <a:off x="1320857" y="844003"/>
            <a:ext cx="455693" cy="445706"/>
          </a:xfrm>
          <a:custGeom>
            <a:avLst/>
            <a:gdLst>
              <a:gd name="connsiteX0" fmla="*/ 343279 w 343279"/>
              <a:gd name="connsiteY0" fmla="*/ 77724 h 335756"/>
              <a:gd name="connsiteX1" fmla="*/ 343279 w 343279"/>
              <a:gd name="connsiteY1" fmla="*/ 76867 h 335756"/>
              <a:gd name="connsiteX2" fmla="*/ 342900 w 343279"/>
              <a:gd name="connsiteY2" fmla="*/ 75533 h 335756"/>
              <a:gd name="connsiteX3" fmla="*/ 342805 w 343279"/>
              <a:gd name="connsiteY3" fmla="*/ 75057 h 335756"/>
              <a:gd name="connsiteX4" fmla="*/ 339675 w 343279"/>
              <a:gd name="connsiteY4" fmla="*/ 71056 h 335756"/>
              <a:gd name="connsiteX5" fmla="*/ 336734 w 343279"/>
              <a:gd name="connsiteY5" fmla="*/ 70294 h 335756"/>
              <a:gd name="connsiteX6" fmla="*/ 175197 w 343279"/>
              <a:gd name="connsiteY6" fmla="*/ 857 h 335756"/>
              <a:gd name="connsiteX7" fmla="*/ 169221 w 343279"/>
              <a:gd name="connsiteY7" fmla="*/ 857 h 335756"/>
              <a:gd name="connsiteX8" fmla="*/ 7683 w 343279"/>
              <a:gd name="connsiteY8" fmla="*/ 70294 h 335756"/>
              <a:gd name="connsiteX9" fmla="*/ 3604 w 343279"/>
              <a:gd name="connsiteY9" fmla="*/ 71056 h 335756"/>
              <a:gd name="connsiteX10" fmla="*/ 0 w 343279"/>
              <a:gd name="connsiteY10" fmla="*/ 76867 h 335756"/>
              <a:gd name="connsiteX11" fmla="*/ 0 w 343279"/>
              <a:gd name="connsiteY11" fmla="*/ 258794 h 335756"/>
              <a:gd name="connsiteX12" fmla="*/ 4743 w 343279"/>
              <a:gd name="connsiteY12" fmla="*/ 265748 h 335756"/>
              <a:gd name="connsiteX13" fmla="*/ 176050 w 343279"/>
              <a:gd name="connsiteY13" fmla="*/ 335756 h 335756"/>
              <a:gd name="connsiteX14" fmla="*/ 178422 w 343279"/>
              <a:gd name="connsiteY14" fmla="*/ 335756 h 335756"/>
              <a:gd name="connsiteX15" fmla="*/ 178611 w 343279"/>
              <a:gd name="connsiteY15" fmla="*/ 335756 h 335756"/>
              <a:gd name="connsiteX16" fmla="*/ 178706 w 343279"/>
              <a:gd name="connsiteY16" fmla="*/ 335756 h 335756"/>
              <a:gd name="connsiteX17" fmla="*/ 182311 w 343279"/>
              <a:gd name="connsiteY17" fmla="*/ 335756 h 335756"/>
              <a:gd name="connsiteX18" fmla="*/ 339580 w 343279"/>
              <a:gd name="connsiteY18" fmla="*/ 265748 h 335756"/>
              <a:gd name="connsiteX19" fmla="*/ 343185 w 343279"/>
              <a:gd name="connsiteY19" fmla="*/ 258794 h 335756"/>
              <a:gd name="connsiteX20" fmla="*/ 343185 w 343279"/>
              <a:gd name="connsiteY20" fmla="*/ 78200 h 335756"/>
              <a:gd name="connsiteX21" fmla="*/ 343185 w 343279"/>
              <a:gd name="connsiteY21" fmla="*/ 77819 h 335756"/>
              <a:gd name="connsiteX22" fmla="*/ 171687 w 343279"/>
              <a:gd name="connsiteY22" fmla="*/ 14859 h 335756"/>
              <a:gd name="connsiteX23" fmla="*/ 318427 w 343279"/>
              <a:gd name="connsiteY23" fmla="*/ 77724 h 335756"/>
              <a:gd name="connsiteX24" fmla="*/ 263032 w 343279"/>
              <a:gd name="connsiteY24" fmla="*/ 102394 h 335756"/>
              <a:gd name="connsiteX25" fmla="*/ 121130 w 343279"/>
              <a:gd name="connsiteY25" fmla="*/ 36766 h 335756"/>
              <a:gd name="connsiteX26" fmla="*/ 171782 w 343279"/>
              <a:gd name="connsiteY26" fmla="*/ 14859 h 335756"/>
              <a:gd name="connsiteX27" fmla="*/ 179181 w 343279"/>
              <a:gd name="connsiteY27" fmla="*/ 139732 h 335756"/>
              <a:gd name="connsiteX28" fmla="*/ 26844 w 343279"/>
              <a:gd name="connsiteY28" fmla="*/ 77533 h 335756"/>
              <a:gd name="connsiteX29" fmla="*/ 103107 w 343279"/>
              <a:gd name="connsiteY29" fmla="*/ 44577 h 335756"/>
              <a:gd name="connsiteX30" fmla="*/ 245294 w 343279"/>
              <a:gd name="connsiteY30" fmla="*/ 110395 h 335756"/>
              <a:gd name="connsiteX31" fmla="*/ 179275 w 343279"/>
              <a:gd name="connsiteY31" fmla="*/ 139732 h 335756"/>
              <a:gd name="connsiteX32" fmla="*/ 171403 w 343279"/>
              <a:gd name="connsiteY32" fmla="*/ 318135 h 335756"/>
              <a:gd name="connsiteX33" fmla="*/ 14418 w 343279"/>
              <a:gd name="connsiteY33" fmla="*/ 254032 h 335756"/>
              <a:gd name="connsiteX34" fmla="*/ 14418 w 343279"/>
              <a:gd name="connsiteY34" fmla="*/ 87249 h 335756"/>
              <a:gd name="connsiteX35" fmla="*/ 171403 w 343279"/>
              <a:gd name="connsiteY35" fmla="*/ 151352 h 335756"/>
              <a:gd name="connsiteX36" fmla="*/ 171403 w 343279"/>
              <a:gd name="connsiteY36" fmla="*/ 318135 h 335756"/>
              <a:gd name="connsiteX37" fmla="*/ 329051 w 343279"/>
              <a:gd name="connsiteY37" fmla="*/ 255175 h 335756"/>
              <a:gd name="connsiteX38" fmla="*/ 186010 w 343279"/>
              <a:gd name="connsiteY38" fmla="*/ 318135 h 335756"/>
              <a:gd name="connsiteX39" fmla="*/ 186010 w 343279"/>
              <a:gd name="connsiteY39" fmla="*/ 151352 h 335756"/>
              <a:gd name="connsiteX40" fmla="*/ 329051 w 343279"/>
              <a:gd name="connsiteY40" fmla="*/ 88392 h 335756"/>
              <a:gd name="connsiteX41" fmla="*/ 329051 w 343279"/>
              <a:gd name="connsiteY41" fmla="*/ 255175 h 335756"/>
              <a:gd name="connsiteX42" fmla="*/ 47617 w 343279"/>
              <a:gd name="connsiteY42" fmla="*/ 216598 h 335756"/>
              <a:gd name="connsiteX43" fmla="*/ 133461 w 343279"/>
              <a:gd name="connsiteY43" fmla="*/ 258413 h 335756"/>
              <a:gd name="connsiteX44" fmla="*/ 139436 w 343279"/>
              <a:gd name="connsiteY44" fmla="*/ 258413 h 335756"/>
              <a:gd name="connsiteX45" fmla="*/ 143041 w 343279"/>
              <a:gd name="connsiteY45" fmla="*/ 251460 h 335756"/>
              <a:gd name="connsiteX46" fmla="*/ 143041 w 343279"/>
              <a:gd name="connsiteY46" fmla="*/ 181737 h 335756"/>
              <a:gd name="connsiteX47" fmla="*/ 139436 w 343279"/>
              <a:gd name="connsiteY47" fmla="*/ 175927 h 335756"/>
              <a:gd name="connsiteX48" fmla="*/ 53593 w 343279"/>
              <a:gd name="connsiteY48" fmla="*/ 134112 h 335756"/>
              <a:gd name="connsiteX49" fmla="*/ 46479 w 343279"/>
              <a:gd name="connsiteY49" fmla="*/ 134112 h 335756"/>
              <a:gd name="connsiteX50" fmla="*/ 42874 w 343279"/>
              <a:gd name="connsiteY50" fmla="*/ 139922 h 335756"/>
              <a:gd name="connsiteX51" fmla="*/ 42874 w 343279"/>
              <a:gd name="connsiteY51" fmla="*/ 209645 h 335756"/>
              <a:gd name="connsiteX52" fmla="*/ 47617 w 343279"/>
              <a:gd name="connsiteY52" fmla="*/ 216598 h 335756"/>
              <a:gd name="connsiteX53" fmla="*/ 57103 w 343279"/>
              <a:gd name="connsiteY53" fmla="*/ 151543 h 335756"/>
              <a:gd name="connsiteX54" fmla="*/ 128623 w 343279"/>
              <a:gd name="connsiteY54" fmla="*/ 186404 h 335756"/>
              <a:gd name="connsiteX55" fmla="*/ 128623 w 343279"/>
              <a:gd name="connsiteY55" fmla="*/ 241078 h 335756"/>
              <a:gd name="connsiteX56" fmla="*/ 57103 w 343279"/>
              <a:gd name="connsiteY56" fmla="*/ 206216 h 335756"/>
              <a:gd name="connsiteX57" fmla="*/ 57103 w 343279"/>
              <a:gd name="connsiteY57" fmla="*/ 151543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43279" h="335756">
                <a:moveTo>
                  <a:pt x="343279" y="77724"/>
                </a:moveTo>
                <a:lnTo>
                  <a:pt x="343279" y="76867"/>
                </a:lnTo>
                <a:cubicBezTo>
                  <a:pt x="343279" y="76867"/>
                  <a:pt x="342995" y="76010"/>
                  <a:pt x="342900" y="75533"/>
                </a:cubicBezTo>
                <a:cubicBezTo>
                  <a:pt x="342900" y="75343"/>
                  <a:pt x="342900" y="75248"/>
                  <a:pt x="342805" y="75057"/>
                </a:cubicBezTo>
                <a:cubicBezTo>
                  <a:pt x="342331" y="73438"/>
                  <a:pt x="341477" y="71914"/>
                  <a:pt x="339675" y="71056"/>
                </a:cubicBezTo>
                <a:cubicBezTo>
                  <a:pt x="339011" y="70390"/>
                  <a:pt x="337967" y="70199"/>
                  <a:pt x="336734" y="70294"/>
                </a:cubicBezTo>
                <a:cubicBezTo>
                  <a:pt x="329051" y="66961"/>
                  <a:pt x="298318" y="53816"/>
                  <a:pt x="175197" y="857"/>
                </a:cubicBezTo>
                <a:cubicBezTo>
                  <a:pt x="172825" y="-286"/>
                  <a:pt x="170454" y="-286"/>
                  <a:pt x="169221" y="857"/>
                </a:cubicBezTo>
                <a:cubicBezTo>
                  <a:pt x="169221" y="857"/>
                  <a:pt x="115372" y="24003"/>
                  <a:pt x="7683" y="70294"/>
                </a:cubicBezTo>
                <a:cubicBezTo>
                  <a:pt x="6355" y="70199"/>
                  <a:pt x="4932" y="70294"/>
                  <a:pt x="3604" y="71056"/>
                </a:cubicBezTo>
                <a:cubicBezTo>
                  <a:pt x="1233" y="73342"/>
                  <a:pt x="0" y="74581"/>
                  <a:pt x="0" y="76867"/>
                </a:cubicBezTo>
                <a:lnTo>
                  <a:pt x="0" y="258794"/>
                </a:lnTo>
                <a:cubicBezTo>
                  <a:pt x="0" y="262319"/>
                  <a:pt x="2371" y="264604"/>
                  <a:pt x="4743" y="265748"/>
                </a:cubicBezTo>
                <a:lnTo>
                  <a:pt x="176050" y="335756"/>
                </a:lnTo>
                <a:lnTo>
                  <a:pt x="178422" y="335756"/>
                </a:lnTo>
                <a:cubicBezTo>
                  <a:pt x="178422" y="335756"/>
                  <a:pt x="178517" y="335756"/>
                  <a:pt x="178611" y="335756"/>
                </a:cubicBezTo>
                <a:cubicBezTo>
                  <a:pt x="178706" y="335756"/>
                  <a:pt x="178611" y="335756"/>
                  <a:pt x="178706" y="335756"/>
                </a:cubicBezTo>
                <a:lnTo>
                  <a:pt x="182311" y="335756"/>
                </a:lnTo>
                <a:lnTo>
                  <a:pt x="339580" y="265748"/>
                </a:lnTo>
                <a:cubicBezTo>
                  <a:pt x="341951" y="264604"/>
                  <a:pt x="343185" y="262223"/>
                  <a:pt x="343185" y="258794"/>
                </a:cubicBezTo>
                <a:lnTo>
                  <a:pt x="343185" y="78200"/>
                </a:lnTo>
                <a:cubicBezTo>
                  <a:pt x="343185" y="78200"/>
                  <a:pt x="343185" y="77914"/>
                  <a:pt x="343185" y="77819"/>
                </a:cubicBezTo>
                <a:close/>
                <a:moveTo>
                  <a:pt x="171687" y="14859"/>
                </a:moveTo>
                <a:cubicBezTo>
                  <a:pt x="171687" y="14859"/>
                  <a:pt x="171687" y="14859"/>
                  <a:pt x="318427" y="77724"/>
                </a:cubicBezTo>
                <a:cubicBezTo>
                  <a:pt x="308278" y="82296"/>
                  <a:pt x="291204" y="89821"/>
                  <a:pt x="263032" y="102394"/>
                </a:cubicBezTo>
                <a:lnTo>
                  <a:pt x="121130" y="36766"/>
                </a:lnTo>
                <a:cubicBezTo>
                  <a:pt x="135927" y="30385"/>
                  <a:pt x="152716" y="23146"/>
                  <a:pt x="171782" y="14859"/>
                </a:cubicBezTo>
                <a:close/>
                <a:moveTo>
                  <a:pt x="179181" y="139732"/>
                </a:moveTo>
                <a:cubicBezTo>
                  <a:pt x="171118" y="136398"/>
                  <a:pt x="140859" y="124111"/>
                  <a:pt x="26844" y="77533"/>
                </a:cubicBezTo>
                <a:cubicBezTo>
                  <a:pt x="39365" y="72104"/>
                  <a:pt x="62130" y="62294"/>
                  <a:pt x="103107" y="44577"/>
                </a:cubicBezTo>
                <a:lnTo>
                  <a:pt x="245294" y="110395"/>
                </a:lnTo>
                <a:cubicBezTo>
                  <a:pt x="227177" y="118396"/>
                  <a:pt x="205455" y="128111"/>
                  <a:pt x="179275" y="139732"/>
                </a:cubicBezTo>
                <a:close/>
                <a:moveTo>
                  <a:pt x="171403" y="318135"/>
                </a:moveTo>
                <a:lnTo>
                  <a:pt x="14418" y="254032"/>
                </a:lnTo>
                <a:lnTo>
                  <a:pt x="14418" y="87249"/>
                </a:lnTo>
                <a:lnTo>
                  <a:pt x="171403" y="151352"/>
                </a:lnTo>
                <a:lnTo>
                  <a:pt x="171403" y="318135"/>
                </a:lnTo>
                <a:close/>
                <a:moveTo>
                  <a:pt x="329051" y="255175"/>
                </a:moveTo>
                <a:lnTo>
                  <a:pt x="186010" y="318135"/>
                </a:lnTo>
                <a:lnTo>
                  <a:pt x="186010" y="151352"/>
                </a:lnTo>
                <a:lnTo>
                  <a:pt x="329051" y="88392"/>
                </a:lnTo>
                <a:lnTo>
                  <a:pt x="329051" y="255175"/>
                </a:lnTo>
                <a:close/>
                <a:moveTo>
                  <a:pt x="47617" y="216598"/>
                </a:moveTo>
                <a:lnTo>
                  <a:pt x="133461" y="258413"/>
                </a:lnTo>
                <a:lnTo>
                  <a:pt x="139436" y="258413"/>
                </a:lnTo>
                <a:cubicBezTo>
                  <a:pt x="141808" y="256127"/>
                  <a:pt x="143041" y="254889"/>
                  <a:pt x="143041" y="251460"/>
                </a:cubicBezTo>
                <a:lnTo>
                  <a:pt x="143041" y="181737"/>
                </a:lnTo>
                <a:cubicBezTo>
                  <a:pt x="143041" y="179451"/>
                  <a:pt x="141808" y="177070"/>
                  <a:pt x="139436" y="175927"/>
                </a:cubicBezTo>
                <a:lnTo>
                  <a:pt x="53593" y="134112"/>
                </a:lnTo>
                <a:cubicBezTo>
                  <a:pt x="51222" y="132969"/>
                  <a:pt x="48850" y="132969"/>
                  <a:pt x="46479" y="134112"/>
                </a:cubicBezTo>
                <a:cubicBezTo>
                  <a:pt x="44107" y="135255"/>
                  <a:pt x="42874" y="137636"/>
                  <a:pt x="42874" y="139922"/>
                </a:cubicBezTo>
                <a:lnTo>
                  <a:pt x="42874" y="209645"/>
                </a:lnTo>
                <a:cubicBezTo>
                  <a:pt x="42874" y="213169"/>
                  <a:pt x="45246" y="215456"/>
                  <a:pt x="47617" y="216598"/>
                </a:cubicBezTo>
                <a:close/>
                <a:moveTo>
                  <a:pt x="57103" y="151543"/>
                </a:moveTo>
                <a:lnTo>
                  <a:pt x="128623" y="186404"/>
                </a:lnTo>
                <a:lnTo>
                  <a:pt x="128623" y="241078"/>
                </a:lnTo>
                <a:lnTo>
                  <a:pt x="57103" y="206216"/>
                </a:lnTo>
                <a:lnTo>
                  <a:pt x="57103" y="151543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" name="Graphic 4">
            <a:extLst>
              <a:ext uri="{FF2B5EF4-FFF2-40B4-BE49-F238E27FC236}">
                <a16:creationId xmlns:a16="http://schemas.microsoft.com/office/drawing/2014/main" id="{7063D311-0EC0-CD16-8BE0-6CFD40D8C244}"/>
              </a:ext>
            </a:extLst>
          </p:cNvPr>
          <p:cNvSpPr/>
          <p:nvPr/>
        </p:nvSpPr>
        <p:spPr>
          <a:xfrm>
            <a:off x="552507" y="1482178"/>
            <a:ext cx="455693" cy="445706"/>
          </a:xfrm>
          <a:custGeom>
            <a:avLst/>
            <a:gdLst>
              <a:gd name="connsiteX0" fmla="*/ 343279 w 343279"/>
              <a:gd name="connsiteY0" fmla="*/ 77724 h 335756"/>
              <a:gd name="connsiteX1" fmla="*/ 343279 w 343279"/>
              <a:gd name="connsiteY1" fmla="*/ 76867 h 335756"/>
              <a:gd name="connsiteX2" fmla="*/ 342900 w 343279"/>
              <a:gd name="connsiteY2" fmla="*/ 75533 h 335756"/>
              <a:gd name="connsiteX3" fmla="*/ 342805 w 343279"/>
              <a:gd name="connsiteY3" fmla="*/ 75057 h 335756"/>
              <a:gd name="connsiteX4" fmla="*/ 339675 w 343279"/>
              <a:gd name="connsiteY4" fmla="*/ 71056 h 335756"/>
              <a:gd name="connsiteX5" fmla="*/ 336734 w 343279"/>
              <a:gd name="connsiteY5" fmla="*/ 70294 h 335756"/>
              <a:gd name="connsiteX6" fmla="*/ 175197 w 343279"/>
              <a:gd name="connsiteY6" fmla="*/ 857 h 335756"/>
              <a:gd name="connsiteX7" fmla="*/ 169221 w 343279"/>
              <a:gd name="connsiteY7" fmla="*/ 857 h 335756"/>
              <a:gd name="connsiteX8" fmla="*/ 7683 w 343279"/>
              <a:gd name="connsiteY8" fmla="*/ 70294 h 335756"/>
              <a:gd name="connsiteX9" fmla="*/ 3604 w 343279"/>
              <a:gd name="connsiteY9" fmla="*/ 71056 h 335756"/>
              <a:gd name="connsiteX10" fmla="*/ 0 w 343279"/>
              <a:gd name="connsiteY10" fmla="*/ 76867 h 335756"/>
              <a:gd name="connsiteX11" fmla="*/ 0 w 343279"/>
              <a:gd name="connsiteY11" fmla="*/ 258794 h 335756"/>
              <a:gd name="connsiteX12" fmla="*/ 4743 w 343279"/>
              <a:gd name="connsiteY12" fmla="*/ 265748 h 335756"/>
              <a:gd name="connsiteX13" fmla="*/ 176050 w 343279"/>
              <a:gd name="connsiteY13" fmla="*/ 335756 h 335756"/>
              <a:gd name="connsiteX14" fmla="*/ 178422 w 343279"/>
              <a:gd name="connsiteY14" fmla="*/ 335756 h 335756"/>
              <a:gd name="connsiteX15" fmla="*/ 178611 w 343279"/>
              <a:gd name="connsiteY15" fmla="*/ 335756 h 335756"/>
              <a:gd name="connsiteX16" fmla="*/ 178706 w 343279"/>
              <a:gd name="connsiteY16" fmla="*/ 335756 h 335756"/>
              <a:gd name="connsiteX17" fmla="*/ 182311 w 343279"/>
              <a:gd name="connsiteY17" fmla="*/ 335756 h 335756"/>
              <a:gd name="connsiteX18" fmla="*/ 339580 w 343279"/>
              <a:gd name="connsiteY18" fmla="*/ 265748 h 335756"/>
              <a:gd name="connsiteX19" fmla="*/ 343185 w 343279"/>
              <a:gd name="connsiteY19" fmla="*/ 258794 h 335756"/>
              <a:gd name="connsiteX20" fmla="*/ 343185 w 343279"/>
              <a:gd name="connsiteY20" fmla="*/ 78200 h 335756"/>
              <a:gd name="connsiteX21" fmla="*/ 343185 w 343279"/>
              <a:gd name="connsiteY21" fmla="*/ 77819 h 335756"/>
              <a:gd name="connsiteX22" fmla="*/ 171687 w 343279"/>
              <a:gd name="connsiteY22" fmla="*/ 14859 h 335756"/>
              <a:gd name="connsiteX23" fmla="*/ 318427 w 343279"/>
              <a:gd name="connsiteY23" fmla="*/ 77724 h 335756"/>
              <a:gd name="connsiteX24" fmla="*/ 263032 w 343279"/>
              <a:gd name="connsiteY24" fmla="*/ 102394 h 335756"/>
              <a:gd name="connsiteX25" fmla="*/ 121130 w 343279"/>
              <a:gd name="connsiteY25" fmla="*/ 36766 h 335756"/>
              <a:gd name="connsiteX26" fmla="*/ 171782 w 343279"/>
              <a:gd name="connsiteY26" fmla="*/ 14859 h 335756"/>
              <a:gd name="connsiteX27" fmla="*/ 179181 w 343279"/>
              <a:gd name="connsiteY27" fmla="*/ 139732 h 335756"/>
              <a:gd name="connsiteX28" fmla="*/ 26844 w 343279"/>
              <a:gd name="connsiteY28" fmla="*/ 77533 h 335756"/>
              <a:gd name="connsiteX29" fmla="*/ 103107 w 343279"/>
              <a:gd name="connsiteY29" fmla="*/ 44577 h 335756"/>
              <a:gd name="connsiteX30" fmla="*/ 245294 w 343279"/>
              <a:gd name="connsiteY30" fmla="*/ 110395 h 335756"/>
              <a:gd name="connsiteX31" fmla="*/ 179275 w 343279"/>
              <a:gd name="connsiteY31" fmla="*/ 139732 h 335756"/>
              <a:gd name="connsiteX32" fmla="*/ 171403 w 343279"/>
              <a:gd name="connsiteY32" fmla="*/ 318135 h 335756"/>
              <a:gd name="connsiteX33" fmla="*/ 14418 w 343279"/>
              <a:gd name="connsiteY33" fmla="*/ 254032 h 335756"/>
              <a:gd name="connsiteX34" fmla="*/ 14418 w 343279"/>
              <a:gd name="connsiteY34" fmla="*/ 87249 h 335756"/>
              <a:gd name="connsiteX35" fmla="*/ 171403 w 343279"/>
              <a:gd name="connsiteY35" fmla="*/ 151352 h 335756"/>
              <a:gd name="connsiteX36" fmla="*/ 171403 w 343279"/>
              <a:gd name="connsiteY36" fmla="*/ 318135 h 335756"/>
              <a:gd name="connsiteX37" fmla="*/ 329051 w 343279"/>
              <a:gd name="connsiteY37" fmla="*/ 255175 h 335756"/>
              <a:gd name="connsiteX38" fmla="*/ 186010 w 343279"/>
              <a:gd name="connsiteY38" fmla="*/ 318135 h 335756"/>
              <a:gd name="connsiteX39" fmla="*/ 186010 w 343279"/>
              <a:gd name="connsiteY39" fmla="*/ 151352 h 335756"/>
              <a:gd name="connsiteX40" fmla="*/ 329051 w 343279"/>
              <a:gd name="connsiteY40" fmla="*/ 88392 h 335756"/>
              <a:gd name="connsiteX41" fmla="*/ 329051 w 343279"/>
              <a:gd name="connsiteY41" fmla="*/ 255175 h 335756"/>
              <a:gd name="connsiteX42" fmla="*/ 47617 w 343279"/>
              <a:gd name="connsiteY42" fmla="*/ 216598 h 335756"/>
              <a:gd name="connsiteX43" fmla="*/ 133461 w 343279"/>
              <a:gd name="connsiteY43" fmla="*/ 258413 h 335756"/>
              <a:gd name="connsiteX44" fmla="*/ 139436 w 343279"/>
              <a:gd name="connsiteY44" fmla="*/ 258413 h 335756"/>
              <a:gd name="connsiteX45" fmla="*/ 143041 w 343279"/>
              <a:gd name="connsiteY45" fmla="*/ 251460 h 335756"/>
              <a:gd name="connsiteX46" fmla="*/ 143041 w 343279"/>
              <a:gd name="connsiteY46" fmla="*/ 181737 h 335756"/>
              <a:gd name="connsiteX47" fmla="*/ 139436 w 343279"/>
              <a:gd name="connsiteY47" fmla="*/ 175927 h 335756"/>
              <a:gd name="connsiteX48" fmla="*/ 53593 w 343279"/>
              <a:gd name="connsiteY48" fmla="*/ 134112 h 335756"/>
              <a:gd name="connsiteX49" fmla="*/ 46479 w 343279"/>
              <a:gd name="connsiteY49" fmla="*/ 134112 h 335756"/>
              <a:gd name="connsiteX50" fmla="*/ 42874 w 343279"/>
              <a:gd name="connsiteY50" fmla="*/ 139922 h 335756"/>
              <a:gd name="connsiteX51" fmla="*/ 42874 w 343279"/>
              <a:gd name="connsiteY51" fmla="*/ 209645 h 335756"/>
              <a:gd name="connsiteX52" fmla="*/ 47617 w 343279"/>
              <a:gd name="connsiteY52" fmla="*/ 216598 h 335756"/>
              <a:gd name="connsiteX53" fmla="*/ 57103 w 343279"/>
              <a:gd name="connsiteY53" fmla="*/ 151543 h 335756"/>
              <a:gd name="connsiteX54" fmla="*/ 128623 w 343279"/>
              <a:gd name="connsiteY54" fmla="*/ 186404 h 335756"/>
              <a:gd name="connsiteX55" fmla="*/ 128623 w 343279"/>
              <a:gd name="connsiteY55" fmla="*/ 241078 h 335756"/>
              <a:gd name="connsiteX56" fmla="*/ 57103 w 343279"/>
              <a:gd name="connsiteY56" fmla="*/ 206216 h 335756"/>
              <a:gd name="connsiteX57" fmla="*/ 57103 w 343279"/>
              <a:gd name="connsiteY57" fmla="*/ 151543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43279" h="335756">
                <a:moveTo>
                  <a:pt x="343279" y="77724"/>
                </a:moveTo>
                <a:lnTo>
                  <a:pt x="343279" y="76867"/>
                </a:lnTo>
                <a:cubicBezTo>
                  <a:pt x="343279" y="76867"/>
                  <a:pt x="342995" y="76010"/>
                  <a:pt x="342900" y="75533"/>
                </a:cubicBezTo>
                <a:cubicBezTo>
                  <a:pt x="342900" y="75343"/>
                  <a:pt x="342900" y="75248"/>
                  <a:pt x="342805" y="75057"/>
                </a:cubicBezTo>
                <a:cubicBezTo>
                  <a:pt x="342331" y="73438"/>
                  <a:pt x="341477" y="71914"/>
                  <a:pt x="339675" y="71056"/>
                </a:cubicBezTo>
                <a:cubicBezTo>
                  <a:pt x="339011" y="70390"/>
                  <a:pt x="337967" y="70199"/>
                  <a:pt x="336734" y="70294"/>
                </a:cubicBezTo>
                <a:cubicBezTo>
                  <a:pt x="329051" y="66961"/>
                  <a:pt x="298318" y="53816"/>
                  <a:pt x="175197" y="857"/>
                </a:cubicBezTo>
                <a:cubicBezTo>
                  <a:pt x="172825" y="-286"/>
                  <a:pt x="170454" y="-286"/>
                  <a:pt x="169221" y="857"/>
                </a:cubicBezTo>
                <a:cubicBezTo>
                  <a:pt x="169221" y="857"/>
                  <a:pt x="115372" y="24003"/>
                  <a:pt x="7683" y="70294"/>
                </a:cubicBezTo>
                <a:cubicBezTo>
                  <a:pt x="6355" y="70199"/>
                  <a:pt x="4932" y="70294"/>
                  <a:pt x="3604" y="71056"/>
                </a:cubicBezTo>
                <a:cubicBezTo>
                  <a:pt x="1233" y="73342"/>
                  <a:pt x="0" y="74581"/>
                  <a:pt x="0" y="76867"/>
                </a:cubicBezTo>
                <a:lnTo>
                  <a:pt x="0" y="258794"/>
                </a:lnTo>
                <a:cubicBezTo>
                  <a:pt x="0" y="262319"/>
                  <a:pt x="2371" y="264604"/>
                  <a:pt x="4743" y="265748"/>
                </a:cubicBezTo>
                <a:lnTo>
                  <a:pt x="176050" y="335756"/>
                </a:lnTo>
                <a:lnTo>
                  <a:pt x="178422" y="335756"/>
                </a:lnTo>
                <a:cubicBezTo>
                  <a:pt x="178422" y="335756"/>
                  <a:pt x="178517" y="335756"/>
                  <a:pt x="178611" y="335756"/>
                </a:cubicBezTo>
                <a:cubicBezTo>
                  <a:pt x="178706" y="335756"/>
                  <a:pt x="178611" y="335756"/>
                  <a:pt x="178706" y="335756"/>
                </a:cubicBezTo>
                <a:lnTo>
                  <a:pt x="182311" y="335756"/>
                </a:lnTo>
                <a:lnTo>
                  <a:pt x="339580" y="265748"/>
                </a:lnTo>
                <a:cubicBezTo>
                  <a:pt x="341951" y="264604"/>
                  <a:pt x="343185" y="262223"/>
                  <a:pt x="343185" y="258794"/>
                </a:cubicBezTo>
                <a:lnTo>
                  <a:pt x="343185" y="78200"/>
                </a:lnTo>
                <a:cubicBezTo>
                  <a:pt x="343185" y="78200"/>
                  <a:pt x="343185" y="77914"/>
                  <a:pt x="343185" y="77819"/>
                </a:cubicBezTo>
                <a:close/>
                <a:moveTo>
                  <a:pt x="171687" y="14859"/>
                </a:moveTo>
                <a:cubicBezTo>
                  <a:pt x="171687" y="14859"/>
                  <a:pt x="171687" y="14859"/>
                  <a:pt x="318427" y="77724"/>
                </a:cubicBezTo>
                <a:cubicBezTo>
                  <a:pt x="308278" y="82296"/>
                  <a:pt x="291204" y="89821"/>
                  <a:pt x="263032" y="102394"/>
                </a:cubicBezTo>
                <a:lnTo>
                  <a:pt x="121130" y="36766"/>
                </a:lnTo>
                <a:cubicBezTo>
                  <a:pt x="135927" y="30385"/>
                  <a:pt x="152716" y="23146"/>
                  <a:pt x="171782" y="14859"/>
                </a:cubicBezTo>
                <a:close/>
                <a:moveTo>
                  <a:pt x="179181" y="139732"/>
                </a:moveTo>
                <a:cubicBezTo>
                  <a:pt x="171118" y="136398"/>
                  <a:pt x="140859" y="124111"/>
                  <a:pt x="26844" y="77533"/>
                </a:cubicBezTo>
                <a:cubicBezTo>
                  <a:pt x="39365" y="72104"/>
                  <a:pt x="62130" y="62294"/>
                  <a:pt x="103107" y="44577"/>
                </a:cubicBezTo>
                <a:lnTo>
                  <a:pt x="245294" y="110395"/>
                </a:lnTo>
                <a:cubicBezTo>
                  <a:pt x="227177" y="118396"/>
                  <a:pt x="205455" y="128111"/>
                  <a:pt x="179275" y="139732"/>
                </a:cubicBezTo>
                <a:close/>
                <a:moveTo>
                  <a:pt x="171403" y="318135"/>
                </a:moveTo>
                <a:lnTo>
                  <a:pt x="14418" y="254032"/>
                </a:lnTo>
                <a:lnTo>
                  <a:pt x="14418" y="87249"/>
                </a:lnTo>
                <a:lnTo>
                  <a:pt x="171403" y="151352"/>
                </a:lnTo>
                <a:lnTo>
                  <a:pt x="171403" y="318135"/>
                </a:lnTo>
                <a:close/>
                <a:moveTo>
                  <a:pt x="329051" y="255175"/>
                </a:moveTo>
                <a:lnTo>
                  <a:pt x="186010" y="318135"/>
                </a:lnTo>
                <a:lnTo>
                  <a:pt x="186010" y="151352"/>
                </a:lnTo>
                <a:lnTo>
                  <a:pt x="329051" y="88392"/>
                </a:lnTo>
                <a:lnTo>
                  <a:pt x="329051" y="255175"/>
                </a:lnTo>
                <a:close/>
                <a:moveTo>
                  <a:pt x="47617" y="216598"/>
                </a:moveTo>
                <a:lnTo>
                  <a:pt x="133461" y="258413"/>
                </a:lnTo>
                <a:lnTo>
                  <a:pt x="139436" y="258413"/>
                </a:lnTo>
                <a:cubicBezTo>
                  <a:pt x="141808" y="256127"/>
                  <a:pt x="143041" y="254889"/>
                  <a:pt x="143041" y="251460"/>
                </a:cubicBezTo>
                <a:lnTo>
                  <a:pt x="143041" y="181737"/>
                </a:lnTo>
                <a:cubicBezTo>
                  <a:pt x="143041" y="179451"/>
                  <a:pt x="141808" y="177070"/>
                  <a:pt x="139436" y="175927"/>
                </a:cubicBezTo>
                <a:lnTo>
                  <a:pt x="53593" y="134112"/>
                </a:lnTo>
                <a:cubicBezTo>
                  <a:pt x="51222" y="132969"/>
                  <a:pt x="48850" y="132969"/>
                  <a:pt x="46479" y="134112"/>
                </a:cubicBezTo>
                <a:cubicBezTo>
                  <a:pt x="44107" y="135255"/>
                  <a:pt x="42874" y="137636"/>
                  <a:pt x="42874" y="139922"/>
                </a:cubicBezTo>
                <a:lnTo>
                  <a:pt x="42874" y="209645"/>
                </a:lnTo>
                <a:cubicBezTo>
                  <a:pt x="42874" y="213169"/>
                  <a:pt x="45246" y="215456"/>
                  <a:pt x="47617" y="216598"/>
                </a:cubicBezTo>
                <a:close/>
                <a:moveTo>
                  <a:pt x="57103" y="151543"/>
                </a:moveTo>
                <a:lnTo>
                  <a:pt x="128623" y="186404"/>
                </a:lnTo>
                <a:lnTo>
                  <a:pt x="128623" y="241078"/>
                </a:lnTo>
                <a:lnTo>
                  <a:pt x="57103" y="206216"/>
                </a:lnTo>
                <a:lnTo>
                  <a:pt x="57103" y="151543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" name="Graphic 4">
            <a:extLst>
              <a:ext uri="{FF2B5EF4-FFF2-40B4-BE49-F238E27FC236}">
                <a16:creationId xmlns:a16="http://schemas.microsoft.com/office/drawing/2014/main" id="{8D9B2727-53B8-6447-C4AA-CC435BE6B17E}"/>
              </a:ext>
            </a:extLst>
          </p:cNvPr>
          <p:cNvSpPr/>
          <p:nvPr/>
        </p:nvSpPr>
        <p:spPr>
          <a:xfrm>
            <a:off x="1320857" y="1482178"/>
            <a:ext cx="455693" cy="445706"/>
          </a:xfrm>
          <a:custGeom>
            <a:avLst/>
            <a:gdLst>
              <a:gd name="connsiteX0" fmla="*/ 343279 w 343279"/>
              <a:gd name="connsiteY0" fmla="*/ 77724 h 335756"/>
              <a:gd name="connsiteX1" fmla="*/ 343279 w 343279"/>
              <a:gd name="connsiteY1" fmla="*/ 76867 h 335756"/>
              <a:gd name="connsiteX2" fmla="*/ 342900 w 343279"/>
              <a:gd name="connsiteY2" fmla="*/ 75533 h 335756"/>
              <a:gd name="connsiteX3" fmla="*/ 342805 w 343279"/>
              <a:gd name="connsiteY3" fmla="*/ 75057 h 335756"/>
              <a:gd name="connsiteX4" fmla="*/ 339675 w 343279"/>
              <a:gd name="connsiteY4" fmla="*/ 71056 h 335756"/>
              <a:gd name="connsiteX5" fmla="*/ 336734 w 343279"/>
              <a:gd name="connsiteY5" fmla="*/ 70294 h 335756"/>
              <a:gd name="connsiteX6" fmla="*/ 175197 w 343279"/>
              <a:gd name="connsiteY6" fmla="*/ 857 h 335756"/>
              <a:gd name="connsiteX7" fmla="*/ 169221 w 343279"/>
              <a:gd name="connsiteY7" fmla="*/ 857 h 335756"/>
              <a:gd name="connsiteX8" fmla="*/ 7683 w 343279"/>
              <a:gd name="connsiteY8" fmla="*/ 70294 h 335756"/>
              <a:gd name="connsiteX9" fmla="*/ 3604 w 343279"/>
              <a:gd name="connsiteY9" fmla="*/ 71056 h 335756"/>
              <a:gd name="connsiteX10" fmla="*/ 0 w 343279"/>
              <a:gd name="connsiteY10" fmla="*/ 76867 h 335756"/>
              <a:gd name="connsiteX11" fmla="*/ 0 w 343279"/>
              <a:gd name="connsiteY11" fmla="*/ 258794 h 335756"/>
              <a:gd name="connsiteX12" fmla="*/ 4743 w 343279"/>
              <a:gd name="connsiteY12" fmla="*/ 265748 h 335756"/>
              <a:gd name="connsiteX13" fmla="*/ 176050 w 343279"/>
              <a:gd name="connsiteY13" fmla="*/ 335756 h 335756"/>
              <a:gd name="connsiteX14" fmla="*/ 178422 w 343279"/>
              <a:gd name="connsiteY14" fmla="*/ 335756 h 335756"/>
              <a:gd name="connsiteX15" fmla="*/ 178611 w 343279"/>
              <a:gd name="connsiteY15" fmla="*/ 335756 h 335756"/>
              <a:gd name="connsiteX16" fmla="*/ 178706 w 343279"/>
              <a:gd name="connsiteY16" fmla="*/ 335756 h 335756"/>
              <a:gd name="connsiteX17" fmla="*/ 182311 w 343279"/>
              <a:gd name="connsiteY17" fmla="*/ 335756 h 335756"/>
              <a:gd name="connsiteX18" fmla="*/ 339580 w 343279"/>
              <a:gd name="connsiteY18" fmla="*/ 265748 h 335756"/>
              <a:gd name="connsiteX19" fmla="*/ 343185 w 343279"/>
              <a:gd name="connsiteY19" fmla="*/ 258794 h 335756"/>
              <a:gd name="connsiteX20" fmla="*/ 343185 w 343279"/>
              <a:gd name="connsiteY20" fmla="*/ 78200 h 335756"/>
              <a:gd name="connsiteX21" fmla="*/ 343185 w 343279"/>
              <a:gd name="connsiteY21" fmla="*/ 77819 h 335756"/>
              <a:gd name="connsiteX22" fmla="*/ 171687 w 343279"/>
              <a:gd name="connsiteY22" fmla="*/ 14859 h 335756"/>
              <a:gd name="connsiteX23" fmla="*/ 318427 w 343279"/>
              <a:gd name="connsiteY23" fmla="*/ 77724 h 335756"/>
              <a:gd name="connsiteX24" fmla="*/ 263032 w 343279"/>
              <a:gd name="connsiteY24" fmla="*/ 102394 h 335756"/>
              <a:gd name="connsiteX25" fmla="*/ 121130 w 343279"/>
              <a:gd name="connsiteY25" fmla="*/ 36766 h 335756"/>
              <a:gd name="connsiteX26" fmla="*/ 171782 w 343279"/>
              <a:gd name="connsiteY26" fmla="*/ 14859 h 335756"/>
              <a:gd name="connsiteX27" fmla="*/ 179181 w 343279"/>
              <a:gd name="connsiteY27" fmla="*/ 139732 h 335756"/>
              <a:gd name="connsiteX28" fmla="*/ 26844 w 343279"/>
              <a:gd name="connsiteY28" fmla="*/ 77533 h 335756"/>
              <a:gd name="connsiteX29" fmla="*/ 103107 w 343279"/>
              <a:gd name="connsiteY29" fmla="*/ 44577 h 335756"/>
              <a:gd name="connsiteX30" fmla="*/ 245294 w 343279"/>
              <a:gd name="connsiteY30" fmla="*/ 110395 h 335756"/>
              <a:gd name="connsiteX31" fmla="*/ 179275 w 343279"/>
              <a:gd name="connsiteY31" fmla="*/ 139732 h 335756"/>
              <a:gd name="connsiteX32" fmla="*/ 171403 w 343279"/>
              <a:gd name="connsiteY32" fmla="*/ 318135 h 335756"/>
              <a:gd name="connsiteX33" fmla="*/ 14418 w 343279"/>
              <a:gd name="connsiteY33" fmla="*/ 254032 h 335756"/>
              <a:gd name="connsiteX34" fmla="*/ 14418 w 343279"/>
              <a:gd name="connsiteY34" fmla="*/ 87249 h 335756"/>
              <a:gd name="connsiteX35" fmla="*/ 171403 w 343279"/>
              <a:gd name="connsiteY35" fmla="*/ 151352 h 335756"/>
              <a:gd name="connsiteX36" fmla="*/ 171403 w 343279"/>
              <a:gd name="connsiteY36" fmla="*/ 318135 h 335756"/>
              <a:gd name="connsiteX37" fmla="*/ 329051 w 343279"/>
              <a:gd name="connsiteY37" fmla="*/ 255175 h 335756"/>
              <a:gd name="connsiteX38" fmla="*/ 186010 w 343279"/>
              <a:gd name="connsiteY38" fmla="*/ 318135 h 335756"/>
              <a:gd name="connsiteX39" fmla="*/ 186010 w 343279"/>
              <a:gd name="connsiteY39" fmla="*/ 151352 h 335756"/>
              <a:gd name="connsiteX40" fmla="*/ 329051 w 343279"/>
              <a:gd name="connsiteY40" fmla="*/ 88392 h 335756"/>
              <a:gd name="connsiteX41" fmla="*/ 329051 w 343279"/>
              <a:gd name="connsiteY41" fmla="*/ 255175 h 335756"/>
              <a:gd name="connsiteX42" fmla="*/ 47617 w 343279"/>
              <a:gd name="connsiteY42" fmla="*/ 216598 h 335756"/>
              <a:gd name="connsiteX43" fmla="*/ 133461 w 343279"/>
              <a:gd name="connsiteY43" fmla="*/ 258413 h 335756"/>
              <a:gd name="connsiteX44" fmla="*/ 139436 w 343279"/>
              <a:gd name="connsiteY44" fmla="*/ 258413 h 335756"/>
              <a:gd name="connsiteX45" fmla="*/ 143041 w 343279"/>
              <a:gd name="connsiteY45" fmla="*/ 251460 h 335756"/>
              <a:gd name="connsiteX46" fmla="*/ 143041 w 343279"/>
              <a:gd name="connsiteY46" fmla="*/ 181737 h 335756"/>
              <a:gd name="connsiteX47" fmla="*/ 139436 w 343279"/>
              <a:gd name="connsiteY47" fmla="*/ 175927 h 335756"/>
              <a:gd name="connsiteX48" fmla="*/ 53593 w 343279"/>
              <a:gd name="connsiteY48" fmla="*/ 134112 h 335756"/>
              <a:gd name="connsiteX49" fmla="*/ 46479 w 343279"/>
              <a:gd name="connsiteY49" fmla="*/ 134112 h 335756"/>
              <a:gd name="connsiteX50" fmla="*/ 42874 w 343279"/>
              <a:gd name="connsiteY50" fmla="*/ 139922 h 335756"/>
              <a:gd name="connsiteX51" fmla="*/ 42874 w 343279"/>
              <a:gd name="connsiteY51" fmla="*/ 209645 h 335756"/>
              <a:gd name="connsiteX52" fmla="*/ 47617 w 343279"/>
              <a:gd name="connsiteY52" fmla="*/ 216598 h 335756"/>
              <a:gd name="connsiteX53" fmla="*/ 57103 w 343279"/>
              <a:gd name="connsiteY53" fmla="*/ 151543 h 335756"/>
              <a:gd name="connsiteX54" fmla="*/ 128623 w 343279"/>
              <a:gd name="connsiteY54" fmla="*/ 186404 h 335756"/>
              <a:gd name="connsiteX55" fmla="*/ 128623 w 343279"/>
              <a:gd name="connsiteY55" fmla="*/ 241078 h 335756"/>
              <a:gd name="connsiteX56" fmla="*/ 57103 w 343279"/>
              <a:gd name="connsiteY56" fmla="*/ 206216 h 335756"/>
              <a:gd name="connsiteX57" fmla="*/ 57103 w 343279"/>
              <a:gd name="connsiteY57" fmla="*/ 151543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43279" h="335756">
                <a:moveTo>
                  <a:pt x="343279" y="77724"/>
                </a:moveTo>
                <a:lnTo>
                  <a:pt x="343279" y="76867"/>
                </a:lnTo>
                <a:cubicBezTo>
                  <a:pt x="343279" y="76867"/>
                  <a:pt x="342995" y="76010"/>
                  <a:pt x="342900" y="75533"/>
                </a:cubicBezTo>
                <a:cubicBezTo>
                  <a:pt x="342900" y="75343"/>
                  <a:pt x="342900" y="75248"/>
                  <a:pt x="342805" y="75057"/>
                </a:cubicBezTo>
                <a:cubicBezTo>
                  <a:pt x="342331" y="73438"/>
                  <a:pt x="341477" y="71914"/>
                  <a:pt x="339675" y="71056"/>
                </a:cubicBezTo>
                <a:cubicBezTo>
                  <a:pt x="339011" y="70390"/>
                  <a:pt x="337967" y="70199"/>
                  <a:pt x="336734" y="70294"/>
                </a:cubicBezTo>
                <a:cubicBezTo>
                  <a:pt x="329051" y="66961"/>
                  <a:pt x="298318" y="53816"/>
                  <a:pt x="175197" y="857"/>
                </a:cubicBezTo>
                <a:cubicBezTo>
                  <a:pt x="172825" y="-286"/>
                  <a:pt x="170454" y="-286"/>
                  <a:pt x="169221" y="857"/>
                </a:cubicBezTo>
                <a:cubicBezTo>
                  <a:pt x="169221" y="857"/>
                  <a:pt x="115372" y="24003"/>
                  <a:pt x="7683" y="70294"/>
                </a:cubicBezTo>
                <a:cubicBezTo>
                  <a:pt x="6355" y="70199"/>
                  <a:pt x="4932" y="70294"/>
                  <a:pt x="3604" y="71056"/>
                </a:cubicBezTo>
                <a:cubicBezTo>
                  <a:pt x="1233" y="73342"/>
                  <a:pt x="0" y="74581"/>
                  <a:pt x="0" y="76867"/>
                </a:cubicBezTo>
                <a:lnTo>
                  <a:pt x="0" y="258794"/>
                </a:lnTo>
                <a:cubicBezTo>
                  <a:pt x="0" y="262319"/>
                  <a:pt x="2371" y="264604"/>
                  <a:pt x="4743" y="265748"/>
                </a:cubicBezTo>
                <a:lnTo>
                  <a:pt x="176050" y="335756"/>
                </a:lnTo>
                <a:lnTo>
                  <a:pt x="178422" y="335756"/>
                </a:lnTo>
                <a:cubicBezTo>
                  <a:pt x="178422" y="335756"/>
                  <a:pt x="178517" y="335756"/>
                  <a:pt x="178611" y="335756"/>
                </a:cubicBezTo>
                <a:cubicBezTo>
                  <a:pt x="178706" y="335756"/>
                  <a:pt x="178611" y="335756"/>
                  <a:pt x="178706" y="335756"/>
                </a:cubicBezTo>
                <a:lnTo>
                  <a:pt x="182311" y="335756"/>
                </a:lnTo>
                <a:lnTo>
                  <a:pt x="339580" y="265748"/>
                </a:lnTo>
                <a:cubicBezTo>
                  <a:pt x="341951" y="264604"/>
                  <a:pt x="343185" y="262223"/>
                  <a:pt x="343185" y="258794"/>
                </a:cubicBezTo>
                <a:lnTo>
                  <a:pt x="343185" y="78200"/>
                </a:lnTo>
                <a:cubicBezTo>
                  <a:pt x="343185" y="78200"/>
                  <a:pt x="343185" y="77914"/>
                  <a:pt x="343185" y="77819"/>
                </a:cubicBezTo>
                <a:close/>
                <a:moveTo>
                  <a:pt x="171687" y="14859"/>
                </a:moveTo>
                <a:cubicBezTo>
                  <a:pt x="171687" y="14859"/>
                  <a:pt x="171687" y="14859"/>
                  <a:pt x="318427" y="77724"/>
                </a:cubicBezTo>
                <a:cubicBezTo>
                  <a:pt x="308278" y="82296"/>
                  <a:pt x="291204" y="89821"/>
                  <a:pt x="263032" y="102394"/>
                </a:cubicBezTo>
                <a:lnTo>
                  <a:pt x="121130" y="36766"/>
                </a:lnTo>
                <a:cubicBezTo>
                  <a:pt x="135927" y="30385"/>
                  <a:pt x="152716" y="23146"/>
                  <a:pt x="171782" y="14859"/>
                </a:cubicBezTo>
                <a:close/>
                <a:moveTo>
                  <a:pt x="179181" y="139732"/>
                </a:moveTo>
                <a:cubicBezTo>
                  <a:pt x="171118" y="136398"/>
                  <a:pt x="140859" y="124111"/>
                  <a:pt x="26844" y="77533"/>
                </a:cubicBezTo>
                <a:cubicBezTo>
                  <a:pt x="39365" y="72104"/>
                  <a:pt x="62130" y="62294"/>
                  <a:pt x="103107" y="44577"/>
                </a:cubicBezTo>
                <a:lnTo>
                  <a:pt x="245294" y="110395"/>
                </a:lnTo>
                <a:cubicBezTo>
                  <a:pt x="227177" y="118396"/>
                  <a:pt x="205455" y="128111"/>
                  <a:pt x="179275" y="139732"/>
                </a:cubicBezTo>
                <a:close/>
                <a:moveTo>
                  <a:pt x="171403" y="318135"/>
                </a:moveTo>
                <a:lnTo>
                  <a:pt x="14418" y="254032"/>
                </a:lnTo>
                <a:lnTo>
                  <a:pt x="14418" y="87249"/>
                </a:lnTo>
                <a:lnTo>
                  <a:pt x="171403" y="151352"/>
                </a:lnTo>
                <a:lnTo>
                  <a:pt x="171403" y="318135"/>
                </a:lnTo>
                <a:close/>
                <a:moveTo>
                  <a:pt x="329051" y="255175"/>
                </a:moveTo>
                <a:lnTo>
                  <a:pt x="186010" y="318135"/>
                </a:lnTo>
                <a:lnTo>
                  <a:pt x="186010" y="151352"/>
                </a:lnTo>
                <a:lnTo>
                  <a:pt x="329051" y="88392"/>
                </a:lnTo>
                <a:lnTo>
                  <a:pt x="329051" y="255175"/>
                </a:lnTo>
                <a:close/>
                <a:moveTo>
                  <a:pt x="47617" y="216598"/>
                </a:moveTo>
                <a:lnTo>
                  <a:pt x="133461" y="258413"/>
                </a:lnTo>
                <a:lnTo>
                  <a:pt x="139436" y="258413"/>
                </a:lnTo>
                <a:cubicBezTo>
                  <a:pt x="141808" y="256127"/>
                  <a:pt x="143041" y="254889"/>
                  <a:pt x="143041" y="251460"/>
                </a:cubicBezTo>
                <a:lnTo>
                  <a:pt x="143041" y="181737"/>
                </a:lnTo>
                <a:cubicBezTo>
                  <a:pt x="143041" y="179451"/>
                  <a:pt x="141808" y="177070"/>
                  <a:pt x="139436" y="175927"/>
                </a:cubicBezTo>
                <a:lnTo>
                  <a:pt x="53593" y="134112"/>
                </a:lnTo>
                <a:cubicBezTo>
                  <a:pt x="51222" y="132969"/>
                  <a:pt x="48850" y="132969"/>
                  <a:pt x="46479" y="134112"/>
                </a:cubicBezTo>
                <a:cubicBezTo>
                  <a:pt x="44107" y="135255"/>
                  <a:pt x="42874" y="137636"/>
                  <a:pt x="42874" y="139922"/>
                </a:cubicBezTo>
                <a:lnTo>
                  <a:pt x="42874" y="209645"/>
                </a:lnTo>
                <a:cubicBezTo>
                  <a:pt x="42874" y="213169"/>
                  <a:pt x="45246" y="215456"/>
                  <a:pt x="47617" y="216598"/>
                </a:cubicBezTo>
                <a:close/>
                <a:moveTo>
                  <a:pt x="57103" y="151543"/>
                </a:moveTo>
                <a:lnTo>
                  <a:pt x="128623" y="186404"/>
                </a:lnTo>
                <a:lnTo>
                  <a:pt x="128623" y="241078"/>
                </a:lnTo>
                <a:lnTo>
                  <a:pt x="57103" y="206216"/>
                </a:lnTo>
                <a:lnTo>
                  <a:pt x="57103" y="151543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" name="Graphic 10">
            <a:extLst>
              <a:ext uri="{FF2B5EF4-FFF2-40B4-BE49-F238E27FC236}">
                <a16:creationId xmlns:a16="http://schemas.microsoft.com/office/drawing/2014/main" id="{3321DB13-5BF2-CD5A-37A9-ACBB6ADB6F75}"/>
              </a:ext>
            </a:extLst>
          </p:cNvPr>
          <p:cNvSpPr/>
          <p:nvPr/>
        </p:nvSpPr>
        <p:spPr>
          <a:xfrm>
            <a:off x="2201928" y="841400"/>
            <a:ext cx="455394" cy="446773"/>
          </a:xfrm>
          <a:custGeom>
            <a:avLst/>
            <a:gdLst>
              <a:gd name="connsiteX0" fmla="*/ 337683 w 342235"/>
              <a:gd name="connsiteY0" fmla="*/ 91250 h 335756"/>
              <a:gd name="connsiteX1" fmla="*/ 317479 w 342235"/>
              <a:gd name="connsiteY1" fmla="*/ 94774 h 335756"/>
              <a:gd name="connsiteX2" fmla="*/ 292532 w 342235"/>
              <a:gd name="connsiteY2" fmla="*/ 179642 h 335756"/>
              <a:gd name="connsiteX3" fmla="*/ 269957 w 342235"/>
              <a:gd name="connsiteY3" fmla="*/ 201740 h 335756"/>
              <a:gd name="connsiteX4" fmla="*/ 274699 w 342235"/>
              <a:gd name="connsiteY4" fmla="*/ 183166 h 335756"/>
              <a:gd name="connsiteX5" fmla="*/ 262843 w 342235"/>
              <a:gd name="connsiteY5" fmla="*/ 155258 h 335756"/>
              <a:gd name="connsiteX6" fmla="*/ 237896 w 342235"/>
              <a:gd name="connsiteY6" fmla="*/ 165735 h 335756"/>
              <a:gd name="connsiteX7" fmla="*/ 214182 w 342235"/>
              <a:gd name="connsiteY7" fmla="*/ 222694 h 335756"/>
              <a:gd name="connsiteX8" fmla="*/ 214182 w 342235"/>
              <a:gd name="connsiteY8" fmla="*/ 279559 h 335756"/>
              <a:gd name="connsiteX9" fmla="*/ 206594 w 342235"/>
              <a:gd name="connsiteY9" fmla="*/ 279559 h 335756"/>
              <a:gd name="connsiteX10" fmla="*/ 199480 w 342235"/>
              <a:gd name="connsiteY10" fmla="*/ 286607 h 335756"/>
              <a:gd name="connsiteX11" fmla="*/ 199480 w 342235"/>
              <a:gd name="connsiteY11" fmla="*/ 328708 h 335756"/>
              <a:gd name="connsiteX12" fmla="*/ 206594 w 342235"/>
              <a:gd name="connsiteY12" fmla="*/ 335756 h 335756"/>
              <a:gd name="connsiteX13" fmla="*/ 292437 w 342235"/>
              <a:gd name="connsiteY13" fmla="*/ 335756 h 335756"/>
              <a:gd name="connsiteX14" fmla="*/ 299551 w 342235"/>
              <a:gd name="connsiteY14" fmla="*/ 328708 h 335756"/>
              <a:gd name="connsiteX15" fmla="*/ 299551 w 342235"/>
              <a:gd name="connsiteY15" fmla="*/ 286607 h 335756"/>
              <a:gd name="connsiteX16" fmla="*/ 292437 w 342235"/>
              <a:gd name="connsiteY16" fmla="*/ 279559 h 335756"/>
              <a:gd name="connsiteX17" fmla="*/ 285323 w 342235"/>
              <a:gd name="connsiteY17" fmla="*/ 279559 h 335756"/>
              <a:gd name="connsiteX18" fmla="*/ 285323 w 342235"/>
              <a:gd name="connsiteY18" fmla="*/ 269177 h 335756"/>
              <a:gd name="connsiteX19" fmla="*/ 339865 w 342235"/>
              <a:gd name="connsiteY19" fmla="*/ 215646 h 335756"/>
              <a:gd name="connsiteX20" fmla="*/ 342236 w 342235"/>
              <a:gd name="connsiteY20" fmla="*/ 209836 h 335756"/>
              <a:gd name="connsiteX21" fmla="*/ 342236 w 342235"/>
              <a:gd name="connsiteY21" fmla="*/ 98203 h 335756"/>
              <a:gd name="connsiteX22" fmla="*/ 337493 w 342235"/>
              <a:gd name="connsiteY22" fmla="*/ 91250 h 335756"/>
              <a:gd name="connsiteX23" fmla="*/ 285418 w 342235"/>
              <a:gd name="connsiteY23" fmla="*/ 321659 h 335756"/>
              <a:gd name="connsiteX24" fmla="*/ 213898 w 342235"/>
              <a:gd name="connsiteY24" fmla="*/ 321659 h 335756"/>
              <a:gd name="connsiteX25" fmla="*/ 213898 w 342235"/>
              <a:gd name="connsiteY25" fmla="*/ 293561 h 335756"/>
              <a:gd name="connsiteX26" fmla="*/ 285418 w 342235"/>
              <a:gd name="connsiteY26" fmla="*/ 293561 h 335756"/>
              <a:gd name="connsiteX27" fmla="*/ 285418 w 342235"/>
              <a:gd name="connsiteY27" fmla="*/ 321659 h 335756"/>
              <a:gd name="connsiteX28" fmla="*/ 328198 w 342235"/>
              <a:gd name="connsiteY28" fmla="*/ 207550 h 335756"/>
              <a:gd name="connsiteX29" fmla="*/ 273656 w 342235"/>
              <a:gd name="connsiteY29" fmla="*/ 261080 h 335756"/>
              <a:gd name="connsiteX30" fmla="*/ 271285 w 342235"/>
              <a:gd name="connsiteY30" fmla="*/ 265748 h 335756"/>
              <a:gd name="connsiteX31" fmla="*/ 271285 w 342235"/>
              <a:gd name="connsiteY31" fmla="*/ 279654 h 335756"/>
              <a:gd name="connsiteX32" fmla="*/ 228600 w 342235"/>
              <a:gd name="connsiteY32" fmla="*/ 279654 h 335756"/>
              <a:gd name="connsiteX33" fmla="*/ 228600 w 342235"/>
              <a:gd name="connsiteY33" fmla="*/ 225076 h 335756"/>
              <a:gd name="connsiteX34" fmla="*/ 249942 w 342235"/>
              <a:gd name="connsiteY34" fmla="*/ 172783 h 335756"/>
              <a:gd name="connsiteX35" fmla="*/ 258290 w 342235"/>
              <a:gd name="connsiteY35" fmla="*/ 168116 h 335756"/>
              <a:gd name="connsiteX36" fmla="*/ 260661 w 342235"/>
              <a:gd name="connsiteY36" fmla="*/ 180880 h 335756"/>
              <a:gd name="connsiteX37" fmla="*/ 251175 w 342235"/>
              <a:gd name="connsiteY37" fmla="*/ 222790 h 335756"/>
              <a:gd name="connsiteX38" fmla="*/ 254780 w 342235"/>
              <a:gd name="connsiteY38" fmla="*/ 229743 h 335756"/>
              <a:gd name="connsiteX39" fmla="*/ 263127 w 342235"/>
              <a:gd name="connsiteY39" fmla="*/ 228600 h 335756"/>
              <a:gd name="connsiteX40" fmla="*/ 304674 w 342235"/>
              <a:gd name="connsiteY40" fmla="*/ 187928 h 335756"/>
              <a:gd name="connsiteX41" fmla="*/ 307045 w 342235"/>
              <a:gd name="connsiteY41" fmla="*/ 182118 h 335756"/>
              <a:gd name="connsiteX42" fmla="*/ 324878 w 342235"/>
              <a:gd name="connsiteY42" fmla="*/ 106489 h 335756"/>
              <a:gd name="connsiteX43" fmla="*/ 328482 w 342235"/>
              <a:gd name="connsiteY43" fmla="*/ 105346 h 335756"/>
              <a:gd name="connsiteX44" fmla="*/ 328482 w 342235"/>
              <a:gd name="connsiteY44" fmla="*/ 207645 h 335756"/>
              <a:gd name="connsiteX45" fmla="*/ 135737 w 342235"/>
              <a:gd name="connsiteY45" fmla="*/ 279559 h 335756"/>
              <a:gd name="connsiteX46" fmla="*/ 128149 w 342235"/>
              <a:gd name="connsiteY46" fmla="*/ 279559 h 335756"/>
              <a:gd name="connsiteX47" fmla="*/ 128149 w 342235"/>
              <a:gd name="connsiteY47" fmla="*/ 222694 h 335756"/>
              <a:gd name="connsiteX48" fmla="*/ 105573 w 342235"/>
              <a:gd name="connsiteY48" fmla="*/ 165735 h 335756"/>
              <a:gd name="connsiteX49" fmla="*/ 79488 w 342235"/>
              <a:gd name="connsiteY49" fmla="*/ 155258 h 335756"/>
              <a:gd name="connsiteX50" fmla="*/ 68770 w 342235"/>
              <a:gd name="connsiteY50" fmla="*/ 183166 h 335756"/>
              <a:gd name="connsiteX51" fmla="*/ 72374 w 342235"/>
              <a:gd name="connsiteY51" fmla="*/ 201740 h 335756"/>
              <a:gd name="connsiteX52" fmla="*/ 49799 w 342235"/>
              <a:gd name="connsiteY52" fmla="*/ 179642 h 335756"/>
              <a:gd name="connsiteX53" fmla="*/ 26085 w 342235"/>
              <a:gd name="connsiteY53" fmla="*/ 94774 h 335756"/>
              <a:gd name="connsiteX54" fmla="*/ 4743 w 342235"/>
              <a:gd name="connsiteY54" fmla="*/ 91250 h 335756"/>
              <a:gd name="connsiteX55" fmla="*/ 0 w 342235"/>
              <a:gd name="connsiteY55" fmla="*/ 98203 h 335756"/>
              <a:gd name="connsiteX56" fmla="*/ 0 w 342235"/>
              <a:gd name="connsiteY56" fmla="*/ 209836 h 335756"/>
              <a:gd name="connsiteX57" fmla="*/ 2371 w 342235"/>
              <a:gd name="connsiteY57" fmla="*/ 215646 h 335756"/>
              <a:gd name="connsiteX58" fmla="*/ 56913 w 342235"/>
              <a:gd name="connsiteY58" fmla="*/ 267938 h 335756"/>
              <a:gd name="connsiteX59" fmla="*/ 56913 w 342235"/>
              <a:gd name="connsiteY59" fmla="*/ 279464 h 335756"/>
              <a:gd name="connsiteX60" fmla="*/ 49799 w 342235"/>
              <a:gd name="connsiteY60" fmla="*/ 279464 h 335756"/>
              <a:gd name="connsiteX61" fmla="*/ 42685 w 342235"/>
              <a:gd name="connsiteY61" fmla="*/ 286512 h 335756"/>
              <a:gd name="connsiteX62" fmla="*/ 42685 w 342235"/>
              <a:gd name="connsiteY62" fmla="*/ 328613 h 335756"/>
              <a:gd name="connsiteX63" fmla="*/ 49799 w 342235"/>
              <a:gd name="connsiteY63" fmla="*/ 335661 h 335756"/>
              <a:gd name="connsiteX64" fmla="*/ 135642 w 342235"/>
              <a:gd name="connsiteY64" fmla="*/ 335661 h 335756"/>
              <a:gd name="connsiteX65" fmla="*/ 142756 w 342235"/>
              <a:gd name="connsiteY65" fmla="*/ 328613 h 335756"/>
              <a:gd name="connsiteX66" fmla="*/ 142756 w 342235"/>
              <a:gd name="connsiteY66" fmla="*/ 286512 h 335756"/>
              <a:gd name="connsiteX67" fmla="*/ 135642 w 342235"/>
              <a:gd name="connsiteY67" fmla="*/ 279464 h 335756"/>
              <a:gd name="connsiteX68" fmla="*/ 70003 w 342235"/>
              <a:gd name="connsiteY68" fmla="*/ 260985 h 335756"/>
              <a:gd name="connsiteX69" fmla="*/ 14228 w 342235"/>
              <a:gd name="connsiteY69" fmla="*/ 207454 h 335756"/>
              <a:gd name="connsiteX70" fmla="*/ 14228 w 342235"/>
              <a:gd name="connsiteY70" fmla="*/ 105156 h 335756"/>
              <a:gd name="connsiteX71" fmla="*/ 17833 w 342235"/>
              <a:gd name="connsiteY71" fmla="*/ 106299 h 335756"/>
              <a:gd name="connsiteX72" fmla="*/ 35665 w 342235"/>
              <a:gd name="connsiteY72" fmla="*/ 181927 h 335756"/>
              <a:gd name="connsiteX73" fmla="*/ 38037 w 342235"/>
              <a:gd name="connsiteY73" fmla="*/ 187738 h 335756"/>
              <a:gd name="connsiteX74" fmla="*/ 80721 w 342235"/>
              <a:gd name="connsiteY74" fmla="*/ 228410 h 335756"/>
              <a:gd name="connsiteX75" fmla="*/ 89069 w 342235"/>
              <a:gd name="connsiteY75" fmla="*/ 229552 h 335756"/>
              <a:gd name="connsiteX76" fmla="*/ 92673 w 342235"/>
              <a:gd name="connsiteY76" fmla="*/ 222599 h 335756"/>
              <a:gd name="connsiteX77" fmla="*/ 81955 w 342235"/>
              <a:gd name="connsiteY77" fmla="*/ 180689 h 335756"/>
              <a:gd name="connsiteX78" fmla="*/ 85559 w 342235"/>
              <a:gd name="connsiteY78" fmla="*/ 167926 h 335756"/>
              <a:gd name="connsiteX79" fmla="*/ 93906 w 342235"/>
              <a:gd name="connsiteY79" fmla="*/ 172593 h 335756"/>
              <a:gd name="connsiteX80" fmla="*/ 114110 w 342235"/>
              <a:gd name="connsiteY80" fmla="*/ 224885 h 335756"/>
              <a:gd name="connsiteX81" fmla="*/ 114110 w 342235"/>
              <a:gd name="connsiteY81" fmla="*/ 279464 h 335756"/>
              <a:gd name="connsiteX82" fmla="*/ 71426 w 342235"/>
              <a:gd name="connsiteY82" fmla="*/ 279464 h 335756"/>
              <a:gd name="connsiteX83" fmla="*/ 71426 w 342235"/>
              <a:gd name="connsiteY83" fmla="*/ 265557 h 335756"/>
              <a:gd name="connsiteX84" fmla="*/ 70287 w 342235"/>
              <a:gd name="connsiteY84" fmla="*/ 260890 h 335756"/>
              <a:gd name="connsiteX85" fmla="*/ 128623 w 342235"/>
              <a:gd name="connsiteY85" fmla="*/ 321659 h 335756"/>
              <a:gd name="connsiteX86" fmla="*/ 57103 w 342235"/>
              <a:gd name="connsiteY86" fmla="*/ 321659 h 335756"/>
              <a:gd name="connsiteX87" fmla="*/ 57103 w 342235"/>
              <a:gd name="connsiteY87" fmla="*/ 293561 h 335756"/>
              <a:gd name="connsiteX88" fmla="*/ 128623 w 342235"/>
              <a:gd name="connsiteY88" fmla="*/ 293561 h 335756"/>
              <a:gd name="connsiteX89" fmla="*/ 128623 w 342235"/>
              <a:gd name="connsiteY89" fmla="*/ 321659 h 335756"/>
              <a:gd name="connsiteX90" fmla="*/ 257056 w 342235"/>
              <a:gd name="connsiteY90" fmla="*/ 132969 h 335756"/>
              <a:gd name="connsiteX91" fmla="*/ 257056 w 342235"/>
              <a:gd name="connsiteY91" fmla="*/ 48768 h 335756"/>
              <a:gd name="connsiteX92" fmla="*/ 253452 w 342235"/>
              <a:gd name="connsiteY92" fmla="*/ 42958 h 335756"/>
              <a:gd name="connsiteX93" fmla="*/ 174817 w 342235"/>
              <a:gd name="connsiteY93" fmla="*/ 857 h 335756"/>
              <a:gd name="connsiteX94" fmla="*/ 167703 w 342235"/>
              <a:gd name="connsiteY94" fmla="*/ 857 h 335756"/>
              <a:gd name="connsiteX95" fmla="*/ 89069 w 342235"/>
              <a:gd name="connsiteY95" fmla="*/ 42958 h 335756"/>
              <a:gd name="connsiteX96" fmla="*/ 85464 w 342235"/>
              <a:gd name="connsiteY96" fmla="*/ 48768 h 335756"/>
              <a:gd name="connsiteX97" fmla="*/ 85464 w 342235"/>
              <a:gd name="connsiteY97" fmla="*/ 132969 h 335756"/>
              <a:gd name="connsiteX98" fmla="*/ 89069 w 342235"/>
              <a:gd name="connsiteY98" fmla="*/ 140017 h 335756"/>
              <a:gd name="connsiteX99" fmla="*/ 160589 w 342235"/>
              <a:gd name="connsiteY99" fmla="*/ 182118 h 335756"/>
              <a:gd name="connsiteX100" fmla="*/ 167703 w 342235"/>
              <a:gd name="connsiteY100" fmla="*/ 182118 h 335756"/>
              <a:gd name="connsiteX101" fmla="*/ 253547 w 342235"/>
              <a:gd name="connsiteY101" fmla="*/ 140017 h 335756"/>
              <a:gd name="connsiteX102" fmla="*/ 257151 w 342235"/>
              <a:gd name="connsiteY102" fmla="*/ 132969 h 335756"/>
              <a:gd name="connsiteX103" fmla="*/ 171213 w 342235"/>
              <a:gd name="connsiteY103" fmla="*/ 14859 h 335756"/>
              <a:gd name="connsiteX104" fmla="*/ 234386 w 342235"/>
              <a:gd name="connsiteY104" fmla="*/ 48768 h 335756"/>
              <a:gd name="connsiteX105" fmla="*/ 165237 w 342235"/>
              <a:gd name="connsiteY105" fmla="*/ 83820 h 335756"/>
              <a:gd name="connsiteX106" fmla="*/ 107470 w 342235"/>
              <a:gd name="connsiteY106" fmla="*/ 49625 h 335756"/>
              <a:gd name="connsiteX107" fmla="*/ 171213 w 342235"/>
              <a:gd name="connsiteY107" fmla="*/ 14859 h 335756"/>
              <a:gd name="connsiteX108" fmla="*/ 99692 w 342235"/>
              <a:gd name="connsiteY108" fmla="*/ 62103 h 335756"/>
              <a:gd name="connsiteX109" fmla="*/ 156795 w 342235"/>
              <a:gd name="connsiteY109" fmla="*/ 95726 h 335756"/>
              <a:gd name="connsiteX110" fmla="*/ 156795 w 342235"/>
              <a:gd name="connsiteY110" fmla="*/ 163068 h 335756"/>
              <a:gd name="connsiteX111" fmla="*/ 99692 w 342235"/>
              <a:gd name="connsiteY111" fmla="*/ 129445 h 335756"/>
              <a:gd name="connsiteX112" fmla="*/ 99692 w 342235"/>
              <a:gd name="connsiteY112" fmla="*/ 62103 h 335756"/>
              <a:gd name="connsiteX113" fmla="*/ 170833 w 342235"/>
              <a:gd name="connsiteY113" fmla="*/ 165259 h 335756"/>
              <a:gd name="connsiteX114" fmla="*/ 170833 w 342235"/>
              <a:gd name="connsiteY114" fmla="*/ 96298 h 335756"/>
              <a:gd name="connsiteX115" fmla="*/ 242733 w 342235"/>
              <a:gd name="connsiteY115" fmla="*/ 61055 h 335756"/>
              <a:gd name="connsiteX116" fmla="*/ 242733 w 342235"/>
              <a:gd name="connsiteY116" fmla="*/ 129445 h 335756"/>
              <a:gd name="connsiteX117" fmla="*/ 170833 w 342235"/>
              <a:gd name="connsiteY117" fmla="*/ 165259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42235" h="335756">
                <a:moveTo>
                  <a:pt x="337683" y="91250"/>
                </a:moveTo>
                <a:cubicBezTo>
                  <a:pt x="336545" y="91250"/>
                  <a:pt x="326964" y="87725"/>
                  <a:pt x="317479" y="94774"/>
                </a:cubicBezTo>
                <a:cubicBezTo>
                  <a:pt x="300879" y="106394"/>
                  <a:pt x="293765" y="134302"/>
                  <a:pt x="292532" y="179642"/>
                </a:cubicBezTo>
                <a:lnTo>
                  <a:pt x="269957" y="201740"/>
                </a:lnTo>
                <a:lnTo>
                  <a:pt x="274699" y="183166"/>
                </a:lnTo>
                <a:cubicBezTo>
                  <a:pt x="278304" y="169164"/>
                  <a:pt x="271095" y="158782"/>
                  <a:pt x="262843" y="155258"/>
                </a:cubicBezTo>
                <a:cubicBezTo>
                  <a:pt x="255728" y="151733"/>
                  <a:pt x="245010" y="154115"/>
                  <a:pt x="237896" y="165735"/>
                </a:cubicBezTo>
                <a:cubicBezTo>
                  <a:pt x="227177" y="179737"/>
                  <a:pt x="215320" y="220408"/>
                  <a:pt x="214182" y="222694"/>
                </a:cubicBezTo>
                <a:lnTo>
                  <a:pt x="214182" y="279559"/>
                </a:lnTo>
                <a:lnTo>
                  <a:pt x="206594" y="279559"/>
                </a:lnTo>
                <a:cubicBezTo>
                  <a:pt x="202989" y="279559"/>
                  <a:pt x="199480" y="283083"/>
                  <a:pt x="199480" y="286607"/>
                </a:cubicBezTo>
                <a:lnTo>
                  <a:pt x="199480" y="328708"/>
                </a:lnTo>
                <a:cubicBezTo>
                  <a:pt x="199480" y="333375"/>
                  <a:pt x="203084" y="335756"/>
                  <a:pt x="206594" y="335756"/>
                </a:cubicBezTo>
                <a:lnTo>
                  <a:pt x="292437" y="335756"/>
                </a:lnTo>
                <a:cubicBezTo>
                  <a:pt x="297180" y="335756"/>
                  <a:pt x="299551" y="333375"/>
                  <a:pt x="299551" y="328708"/>
                </a:cubicBezTo>
                <a:lnTo>
                  <a:pt x="299551" y="286607"/>
                </a:lnTo>
                <a:cubicBezTo>
                  <a:pt x="299551" y="283083"/>
                  <a:pt x="297180" y="279559"/>
                  <a:pt x="292437" y="279559"/>
                </a:cubicBezTo>
                <a:lnTo>
                  <a:pt x="285323" y="279559"/>
                </a:lnTo>
                <a:lnTo>
                  <a:pt x="285323" y="269177"/>
                </a:lnTo>
                <a:cubicBezTo>
                  <a:pt x="294809" y="259842"/>
                  <a:pt x="330379" y="224981"/>
                  <a:pt x="339865" y="215646"/>
                </a:cubicBezTo>
                <a:cubicBezTo>
                  <a:pt x="342236" y="214503"/>
                  <a:pt x="342236" y="212122"/>
                  <a:pt x="342236" y="209836"/>
                </a:cubicBezTo>
                <a:lnTo>
                  <a:pt x="342236" y="98203"/>
                </a:lnTo>
                <a:cubicBezTo>
                  <a:pt x="342236" y="94679"/>
                  <a:pt x="341003" y="92392"/>
                  <a:pt x="337493" y="91250"/>
                </a:cubicBezTo>
                <a:close/>
                <a:moveTo>
                  <a:pt x="285418" y="321659"/>
                </a:moveTo>
                <a:lnTo>
                  <a:pt x="213898" y="321659"/>
                </a:lnTo>
                <a:lnTo>
                  <a:pt x="213898" y="293561"/>
                </a:lnTo>
                <a:lnTo>
                  <a:pt x="285418" y="293561"/>
                </a:lnTo>
                <a:lnTo>
                  <a:pt x="285418" y="321659"/>
                </a:lnTo>
                <a:close/>
                <a:moveTo>
                  <a:pt x="328198" y="207550"/>
                </a:moveTo>
                <a:cubicBezTo>
                  <a:pt x="313969" y="221552"/>
                  <a:pt x="273656" y="261080"/>
                  <a:pt x="273656" y="261080"/>
                </a:cubicBezTo>
                <a:cubicBezTo>
                  <a:pt x="272518" y="262223"/>
                  <a:pt x="271285" y="263366"/>
                  <a:pt x="271285" y="265748"/>
                </a:cubicBezTo>
                <a:lnTo>
                  <a:pt x="271285" y="279654"/>
                </a:lnTo>
                <a:lnTo>
                  <a:pt x="228600" y="279654"/>
                </a:lnTo>
                <a:lnTo>
                  <a:pt x="228600" y="225076"/>
                </a:lnTo>
                <a:cubicBezTo>
                  <a:pt x="232205" y="213455"/>
                  <a:pt x="242828" y="183166"/>
                  <a:pt x="249942" y="172783"/>
                </a:cubicBezTo>
                <a:cubicBezTo>
                  <a:pt x="252314" y="169259"/>
                  <a:pt x="254685" y="166973"/>
                  <a:pt x="258290" y="168116"/>
                </a:cubicBezTo>
                <a:cubicBezTo>
                  <a:pt x="260661" y="169259"/>
                  <a:pt x="261894" y="173927"/>
                  <a:pt x="260661" y="180880"/>
                </a:cubicBezTo>
                <a:lnTo>
                  <a:pt x="251175" y="222790"/>
                </a:lnTo>
                <a:cubicBezTo>
                  <a:pt x="250037" y="225076"/>
                  <a:pt x="251175" y="228600"/>
                  <a:pt x="254780" y="229743"/>
                </a:cubicBezTo>
                <a:cubicBezTo>
                  <a:pt x="257151" y="232029"/>
                  <a:pt x="260756" y="230886"/>
                  <a:pt x="263127" y="228600"/>
                </a:cubicBezTo>
                <a:lnTo>
                  <a:pt x="304674" y="187928"/>
                </a:lnTo>
                <a:cubicBezTo>
                  <a:pt x="307045" y="186785"/>
                  <a:pt x="307045" y="184404"/>
                  <a:pt x="307045" y="182118"/>
                </a:cubicBezTo>
                <a:cubicBezTo>
                  <a:pt x="307045" y="128587"/>
                  <a:pt x="318902" y="112300"/>
                  <a:pt x="324878" y="106489"/>
                </a:cubicBezTo>
                <a:cubicBezTo>
                  <a:pt x="326016" y="106489"/>
                  <a:pt x="327249" y="105346"/>
                  <a:pt x="328482" y="105346"/>
                </a:cubicBezTo>
                <a:lnTo>
                  <a:pt x="328482" y="207645"/>
                </a:lnTo>
                <a:close/>
                <a:moveTo>
                  <a:pt x="135737" y="279559"/>
                </a:moveTo>
                <a:lnTo>
                  <a:pt x="128149" y="279559"/>
                </a:lnTo>
                <a:lnTo>
                  <a:pt x="128149" y="222694"/>
                </a:lnTo>
                <a:cubicBezTo>
                  <a:pt x="128149" y="220408"/>
                  <a:pt x="115059" y="179642"/>
                  <a:pt x="105573" y="165735"/>
                </a:cubicBezTo>
                <a:cubicBezTo>
                  <a:pt x="98459" y="154115"/>
                  <a:pt x="87741" y="151733"/>
                  <a:pt x="79488" y="155258"/>
                </a:cubicBezTo>
                <a:cubicBezTo>
                  <a:pt x="71141" y="158782"/>
                  <a:pt x="65260" y="169259"/>
                  <a:pt x="68770" y="183166"/>
                </a:cubicBezTo>
                <a:lnTo>
                  <a:pt x="72374" y="201740"/>
                </a:lnTo>
                <a:lnTo>
                  <a:pt x="49799" y="179642"/>
                </a:lnTo>
                <a:cubicBezTo>
                  <a:pt x="49799" y="134302"/>
                  <a:pt x="41452" y="106394"/>
                  <a:pt x="26085" y="94774"/>
                </a:cubicBezTo>
                <a:cubicBezTo>
                  <a:pt x="15366" y="87821"/>
                  <a:pt x="5881" y="91250"/>
                  <a:pt x="4743" y="91250"/>
                </a:cubicBezTo>
                <a:cubicBezTo>
                  <a:pt x="2371" y="92392"/>
                  <a:pt x="0" y="94774"/>
                  <a:pt x="0" y="98203"/>
                </a:cubicBezTo>
                <a:lnTo>
                  <a:pt x="0" y="209836"/>
                </a:lnTo>
                <a:cubicBezTo>
                  <a:pt x="0" y="212122"/>
                  <a:pt x="1138" y="214503"/>
                  <a:pt x="2371" y="215646"/>
                </a:cubicBezTo>
                <a:cubicBezTo>
                  <a:pt x="15461" y="224981"/>
                  <a:pt x="48660" y="259842"/>
                  <a:pt x="56913" y="267938"/>
                </a:cubicBezTo>
                <a:lnTo>
                  <a:pt x="56913" y="279464"/>
                </a:lnTo>
                <a:lnTo>
                  <a:pt x="49799" y="279464"/>
                </a:lnTo>
                <a:cubicBezTo>
                  <a:pt x="46194" y="279464"/>
                  <a:pt x="42685" y="282988"/>
                  <a:pt x="42685" y="286512"/>
                </a:cubicBezTo>
                <a:lnTo>
                  <a:pt x="42685" y="328613"/>
                </a:lnTo>
                <a:cubicBezTo>
                  <a:pt x="42685" y="333280"/>
                  <a:pt x="46289" y="335661"/>
                  <a:pt x="49799" y="335661"/>
                </a:cubicBezTo>
                <a:lnTo>
                  <a:pt x="135642" y="335661"/>
                </a:lnTo>
                <a:cubicBezTo>
                  <a:pt x="140385" y="335661"/>
                  <a:pt x="142756" y="333280"/>
                  <a:pt x="142756" y="328613"/>
                </a:cubicBezTo>
                <a:lnTo>
                  <a:pt x="142756" y="286512"/>
                </a:lnTo>
                <a:cubicBezTo>
                  <a:pt x="142756" y="282988"/>
                  <a:pt x="140385" y="279464"/>
                  <a:pt x="135642" y="279464"/>
                </a:cubicBezTo>
                <a:close/>
                <a:moveTo>
                  <a:pt x="70003" y="260985"/>
                </a:moveTo>
                <a:cubicBezTo>
                  <a:pt x="67631" y="258699"/>
                  <a:pt x="30828" y="221456"/>
                  <a:pt x="14228" y="207454"/>
                </a:cubicBezTo>
                <a:lnTo>
                  <a:pt x="14228" y="105156"/>
                </a:lnTo>
                <a:cubicBezTo>
                  <a:pt x="15366" y="105156"/>
                  <a:pt x="16600" y="106299"/>
                  <a:pt x="17833" y="106299"/>
                </a:cubicBezTo>
                <a:cubicBezTo>
                  <a:pt x="24947" y="112109"/>
                  <a:pt x="35665" y="128397"/>
                  <a:pt x="35665" y="181927"/>
                </a:cubicBezTo>
                <a:cubicBezTo>
                  <a:pt x="35665" y="184214"/>
                  <a:pt x="36899" y="186595"/>
                  <a:pt x="38037" y="187738"/>
                </a:cubicBezTo>
                <a:lnTo>
                  <a:pt x="80721" y="228410"/>
                </a:lnTo>
                <a:cubicBezTo>
                  <a:pt x="83093" y="230696"/>
                  <a:pt x="85464" y="231934"/>
                  <a:pt x="89069" y="229552"/>
                </a:cubicBezTo>
                <a:cubicBezTo>
                  <a:pt x="91440" y="228410"/>
                  <a:pt x="92673" y="224885"/>
                  <a:pt x="92673" y="222599"/>
                </a:cubicBezTo>
                <a:lnTo>
                  <a:pt x="81955" y="180689"/>
                </a:lnTo>
                <a:cubicBezTo>
                  <a:pt x="80816" y="173736"/>
                  <a:pt x="83093" y="169069"/>
                  <a:pt x="85559" y="167926"/>
                </a:cubicBezTo>
                <a:cubicBezTo>
                  <a:pt x="87930" y="166783"/>
                  <a:pt x="91535" y="169069"/>
                  <a:pt x="93906" y="172593"/>
                </a:cubicBezTo>
                <a:cubicBezTo>
                  <a:pt x="101020" y="183071"/>
                  <a:pt x="110506" y="213265"/>
                  <a:pt x="114110" y="224885"/>
                </a:cubicBezTo>
                <a:lnTo>
                  <a:pt x="114110" y="279464"/>
                </a:lnTo>
                <a:lnTo>
                  <a:pt x="71426" y="279464"/>
                </a:lnTo>
                <a:lnTo>
                  <a:pt x="71426" y="265557"/>
                </a:lnTo>
                <a:cubicBezTo>
                  <a:pt x="71426" y="264414"/>
                  <a:pt x="71426" y="262033"/>
                  <a:pt x="70287" y="260890"/>
                </a:cubicBezTo>
                <a:close/>
                <a:moveTo>
                  <a:pt x="128623" y="321659"/>
                </a:moveTo>
                <a:lnTo>
                  <a:pt x="57103" y="321659"/>
                </a:lnTo>
                <a:lnTo>
                  <a:pt x="57103" y="293561"/>
                </a:lnTo>
                <a:lnTo>
                  <a:pt x="128623" y="293561"/>
                </a:lnTo>
                <a:lnTo>
                  <a:pt x="128623" y="321659"/>
                </a:lnTo>
                <a:close/>
                <a:moveTo>
                  <a:pt x="257056" y="132969"/>
                </a:moveTo>
                <a:lnTo>
                  <a:pt x="257056" y="48768"/>
                </a:lnTo>
                <a:cubicBezTo>
                  <a:pt x="257056" y="46387"/>
                  <a:pt x="255823" y="44101"/>
                  <a:pt x="253452" y="42958"/>
                </a:cubicBezTo>
                <a:lnTo>
                  <a:pt x="174817" y="857"/>
                </a:lnTo>
                <a:cubicBezTo>
                  <a:pt x="172446" y="-286"/>
                  <a:pt x="170075" y="-286"/>
                  <a:pt x="167703" y="857"/>
                </a:cubicBezTo>
                <a:lnTo>
                  <a:pt x="89069" y="42958"/>
                </a:lnTo>
                <a:cubicBezTo>
                  <a:pt x="86697" y="44101"/>
                  <a:pt x="85464" y="46482"/>
                  <a:pt x="85464" y="48768"/>
                </a:cubicBezTo>
                <a:lnTo>
                  <a:pt x="85464" y="132969"/>
                </a:lnTo>
                <a:cubicBezTo>
                  <a:pt x="85464" y="136493"/>
                  <a:pt x="86697" y="138779"/>
                  <a:pt x="89069" y="140017"/>
                </a:cubicBezTo>
                <a:lnTo>
                  <a:pt x="160589" y="182118"/>
                </a:lnTo>
                <a:lnTo>
                  <a:pt x="167703" y="182118"/>
                </a:lnTo>
                <a:lnTo>
                  <a:pt x="253547" y="140017"/>
                </a:lnTo>
                <a:cubicBezTo>
                  <a:pt x="255918" y="138875"/>
                  <a:pt x="257151" y="136493"/>
                  <a:pt x="257151" y="132969"/>
                </a:cubicBezTo>
                <a:close/>
                <a:moveTo>
                  <a:pt x="171213" y="14859"/>
                </a:moveTo>
                <a:lnTo>
                  <a:pt x="234386" y="48768"/>
                </a:lnTo>
                <a:lnTo>
                  <a:pt x="165237" y="83820"/>
                </a:lnTo>
                <a:cubicBezTo>
                  <a:pt x="165237" y="83820"/>
                  <a:pt x="165237" y="83820"/>
                  <a:pt x="107470" y="49625"/>
                </a:cubicBezTo>
                <a:lnTo>
                  <a:pt x="171213" y="14859"/>
                </a:lnTo>
                <a:close/>
                <a:moveTo>
                  <a:pt x="99692" y="62103"/>
                </a:moveTo>
                <a:cubicBezTo>
                  <a:pt x="108798" y="67437"/>
                  <a:pt x="125683" y="77343"/>
                  <a:pt x="156795" y="95726"/>
                </a:cubicBezTo>
                <a:lnTo>
                  <a:pt x="156795" y="163068"/>
                </a:lnTo>
                <a:cubicBezTo>
                  <a:pt x="148543" y="158210"/>
                  <a:pt x="132228" y="148590"/>
                  <a:pt x="99692" y="129445"/>
                </a:cubicBezTo>
                <a:lnTo>
                  <a:pt x="99692" y="62103"/>
                </a:lnTo>
                <a:close/>
                <a:moveTo>
                  <a:pt x="170833" y="165259"/>
                </a:moveTo>
                <a:lnTo>
                  <a:pt x="170833" y="96298"/>
                </a:lnTo>
                <a:cubicBezTo>
                  <a:pt x="176714" y="93440"/>
                  <a:pt x="193788" y="85058"/>
                  <a:pt x="242733" y="61055"/>
                </a:cubicBezTo>
                <a:lnTo>
                  <a:pt x="242733" y="129445"/>
                </a:lnTo>
                <a:cubicBezTo>
                  <a:pt x="242733" y="129445"/>
                  <a:pt x="242544" y="129540"/>
                  <a:pt x="170833" y="16525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" name="Graphic 10">
            <a:extLst>
              <a:ext uri="{FF2B5EF4-FFF2-40B4-BE49-F238E27FC236}">
                <a16:creationId xmlns:a16="http://schemas.microsoft.com/office/drawing/2014/main" id="{AE34BC68-4F3C-7FF8-68A0-55D1BC212C54}"/>
              </a:ext>
            </a:extLst>
          </p:cNvPr>
          <p:cNvSpPr/>
          <p:nvPr/>
        </p:nvSpPr>
        <p:spPr>
          <a:xfrm>
            <a:off x="2970278" y="841400"/>
            <a:ext cx="455394" cy="446773"/>
          </a:xfrm>
          <a:custGeom>
            <a:avLst/>
            <a:gdLst>
              <a:gd name="connsiteX0" fmla="*/ 337683 w 342235"/>
              <a:gd name="connsiteY0" fmla="*/ 91250 h 335756"/>
              <a:gd name="connsiteX1" fmla="*/ 317479 w 342235"/>
              <a:gd name="connsiteY1" fmla="*/ 94774 h 335756"/>
              <a:gd name="connsiteX2" fmla="*/ 292532 w 342235"/>
              <a:gd name="connsiteY2" fmla="*/ 179642 h 335756"/>
              <a:gd name="connsiteX3" fmla="*/ 269957 w 342235"/>
              <a:gd name="connsiteY3" fmla="*/ 201740 h 335756"/>
              <a:gd name="connsiteX4" fmla="*/ 274699 w 342235"/>
              <a:gd name="connsiteY4" fmla="*/ 183166 h 335756"/>
              <a:gd name="connsiteX5" fmla="*/ 262843 w 342235"/>
              <a:gd name="connsiteY5" fmla="*/ 155258 h 335756"/>
              <a:gd name="connsiteX6" fmla="*/ 237896 w 342235"/>
              <a:gd name="connsiteY6" fmla="*/ 165735 h 335756"/>
              <a:gd name="connsiteX7" fmla="*/ 214182 w 342235"/>
              <a:gd name="connsiteY7" fmla="*/ 222694 h 335756"/>
              <a:gd name="connsiteX8" fmla="*/ 214182 w 342235"/>
              <a:gd name="connsiteY8" fmla="*/ 279559 h 335756"/>
              <a:gd name="connsiteX9" fmla="*/ 206594 w 342235"/>
              <a:gd name="connsiteY9" fmla="*/ 279559 h 335756"/>
              <a:gd name="connsiteX10" fmla="*/ 199480 w 342235"/>
              <a:gd name="connsiteY10" fmla="*/ 286607 h 335756"/>
              <a:gd name="connsiteX11" fmla="*/ 199480 w 342235"/>
              <a:gd name="connsiteY11" fmla="*/ 328708 h 335756"/>
              <a:gd name="connsiteX12" fmla="*/ 206594 w 342235"/>
              <a:gd name="connsiteY12" fmla="*/ 335756 h 335756"/>
              <a:gd name="connsiteX13" fmla="*/ 292437 w 342235"/>
              <a:gd name="connsiteY13" fmla="*/ 335756 h 335756"/>
              <a:gd name="connsiteX14" fmla="*/ 299551 w 342235"/>
              <a:gd name="connsiteY14" fmla="*/ 328708 h 335756"/>
              <a:gd name="connsiteX15" fmla="*/ 299551 w 342235"/>
              <a:gd name="connsiteY15" fmla="*/ 286607 h 335756"/>
              <a:gd name="connsiteX16" fmla="*/ 292437 w 342235"/>
              <a:gd name="connsiteY16" fmla="*/ 279559 h 335756"/>
              <a:gd name="connsiteX17" fmla="*/ 285323 w 342235"/>
              <a:gd name="connsiteY17" fmla="*/ 279559 h 335756"/>
              <a:gd name="connsiteX18" fmla="*/ 285323 w 342235"/>
              <a:gd name="connsiteY18" fmla="*/ 269177 h 335756"/>
              <a:gd name="connsiteX19" fmla="*/ 339865 w 342235"/>
              <a:gd name="connsiteY19" fmla="*/ 215646 h 335756"/>
              <a:gd name="connsiteX20" fmla="*/ 342236 w 342235"/>
              <a:gd name="connsiteY20" fmla="*/ 209836 h 335756"/>
              <a:gd name="connsiteX21" fmla="*/ 342236 w 342235"/>
              <a:gd name="connsiteY21" fmla="*/ 98203 h 335756"/>
              <a:gd name="connsiteX22" fmla="*/ 337493 w 342235"/>
              <a:gd name="connsiteY22" fmla="*/ 91250 h 335756"/>
              <a:gd name="connsiteX23" fmla="*/ 285418 w 342235"/>
              <a:gd name="connsiteY23" fmla="*/ 321659 h 335756"/>
              <a:gd name="connsiteX24" fmla="*/ 213898 w 342235"/>
              <a:gd name="connsiteY24" fmla="*/ 321659 h 335756"/>
              <a:gd name="connsiteX25" fmla="*/ 213898 w 342235"/>
              <a:gd name="connsiteY25" fmla="*/ 293561 h 335756"/>
              <a:gd name="connsiteX26" fmla="*/ 285418 w 342235"/>
              <a:gd name="connsiteY26" fmla="*/ 293561 h 335756"/>
              <a:gd name="connsiteX27" fmla="*/ 285418 w 342235"/>
              <a:gd name="connsiteY27" fmla="*/ 321659 h 335756"/>
              <a:gd name="connsiteX28" fmla="*/ 328198 w 342235"/>
              <a:gd name="connsiteY28" fmla="*/ 207550 h 335756"/>
              <a:gd name="connsiteX29" fmla="*/ 273656 w 342235"/>
              <a:gd name="connsiteY29" fmla="*/ 261080 h 335756"/>
              <a:gd name="connsiteX30" fmla="*/ 271285 w 342235"/>
              <a:gd name="connsiteY30" fmla="*/ 265748 h 335756"/>
              <a:gd name="connsiteX31" fmla="*/ 271285 w 342235"/>
              <a:gd name="connsiteY31" fmla="*/ 279654 h 335756"/>
              <a:gd name="connsiteX32" fmla="*/ 228600 w 342235"/>
              <a:gd name="connsiteY32" fmla="*/ 279654 h 335756"/>
              <a:gd name="connsiteX33" fmla="*/ 228600 w 342235"/>
              <a:gd name="connsiteY33" fmla="*/ 225076 h 335756"/>
              <a:gd name="connsiteX34" fmla="*/ 249942 w 342235"/>
              <a:gd name="connsiteY34" fmla="*/ 172783 h 335756"/>
              <a:gd name="connsiteX35" fmla="*/ 258290 w 342235"/>
              <a:gd name="connsiteY35" fmla="*/ 168116 h 335756"/>
              <a:gd name="connsiteX36" fmla="*/ 260661 w 342235"/>
              <a:gd name="connsiteY36" fmla="*/ 180880 h 335756"/>
              <a:gd name="connsiteX37" fmla="*/ 251175 w 342235"/>
              <a:gd name="connsiteY37" fmla="*/ 222790 h 335756"/>
              <a:gd name="connsiteX38" fmla="*/ 254780 w 342235"/>
              <a:gd name="connsiteY38" fmla="*/ 229743 h 335756"/>
              <a:gd name="connsiteX39" fmla="*/ 263127 w 342235"/>
              <a:gd name="connsiteY39" fmla="*/ 228600 h 335756"/>
              <a:gd name="connsiteX40" fmla="*/ 304674 w 342235"/>
              <a:gd name="connsiteY40" fmla="*/ 187928 h 335756"/>
              <a:gd name="connsiteX41" fmla="*/ 307045 w 342235"/>
              <a:gd name="connsiteY41" fmla="*/ 182118 h 335756"/>
              <a:gd name="connsiteX42" fmla="*/ 324878 w 342235"/>
              <a:gd name="connsiteY42" fmla="*/ 106489 h 335756"/>
              <a:gd name="connsiteX43" fmla="*/ 328482 w 342235"/>
              <a:gd name="connsiteY43" fmla="*/ 105346 h 335756"/>
              <a:gd name="connsiteX44" fmla="*/ 328482 w 342235"/>
              <a:gd name="connsiteY44" fmla="*/ 207645 h 335756"/>
              <a:gd name="connsiteX45" fmla="*/ 135737 w 342235"/>
              <a:gd name="connsiteY45" fmla="*/ 279559 h 335756"/>
              <a:gd name="connsiteX46" fmla="*/ 128149 w 342235"/>
              <a:gd name="connsiteY46" fmla="*/ 279559 h 335756"/>
              <a:gd name="connsiteX47" fmla="*/ 128149 w 342235"/>
              <a:gd name="connsiteY47" fmla="*/ 222694 h 335756"/>
              <a:gd name="connsiteX48" fmla="*/ 105573 w 342235"/>
              <a:gd name="connsiteY48" fmla="*/ 165735 h 335756"/>
              <a:gd name="connsiteX49" fmla="*/ 79488 w 342235"/>
              <a:gd name="connsiteY49" fmla="*/ 155258 h 335756"/>
              <a:gd name="connsiteX50" fmla="*/ 68770 w 342235"/>
              <a:gd name="connsiteY50" fmla="*/ 183166 h 335756"/>
              <a:gd name="connsiteX51" fmla="*/ 72374 w 342235"/>
              <a:gd name="connsiteY51" fmla="*/ 201740 h 335756"/>
              <a:gd name="connsiteX52" fmla="*/ 49799 w 342235"/>
              <a:gd name="connsiteY52" fmla="*/ 179642 h 335756"/>
              <a:gd name="connsiteX53" fmla="*/ 26085 w 342235"/>
              <a:gd name="connsiteY53" fmla="*/ 94774 h 335756"/>
              <a:gd name="connsiteX54" fmla="*/ 4743 w 342235"/>
              <a:gd name="connsiteY54" fmla="*/ 91250 h 335756"/>
              <a:gd name="connsiteX55" fmla="*/ 0 w 342235"/>
              <a:gd name="connsiteY55" fmla="*/ 98203 h 335756"/>
              <a:gd name="connsiteX56" fmla="*/ 0 w 342235"/>
              <a:gd name="connsiteY56" fmla="*/ 209836 h 335756"/>
              <a:gd name="connsiteX57" fmla="*/ 2371 w 342235"/>
              <a:gd name="connsiteY57" fmla="*/ 215646 h 335756"/>
              <a:gd name="connsiteX58" fmla="*/ 56913 w 342235"/>
              <a:gd name="connsiteY58" fmla="*/ 267938 h 335756"/>
              <a:gd name="connsiteX59" fmla="*/ 56913 w 342235"/>
              <a:gd name="connsiteY59" fmla="*/ 279464 h 335756"/>
              <a:gd name="connsiteX60" fmla="*/ 49799 w 342235"/>
              <a:gd name="connsiteY60" fmla="*/ 279464 h 335756"/>
              <a:gd name="connsiteX61" fmla="*/ 42685 w 342235"/>
              <a:gd name="connsiteY61" fmla="*/ 286512 h 335756"/>
              <a:gd name="connsiteX62" fmla="*/ 42685 w 342235"/>
              <a:gd name="connsiteY62" fmla="*/ 328613 h 335756"/>
              <a:gd name="connsiteX63" fmla="*/ 49799 w 342235"/>
              <a:gd name="connsiteY63" fmla="*/ 335661 h 335756"/>
              <a:gd name="connsiteX64" fmla="*/ 135642 w 342235"/>
              <a:gd name="connsiteY64" fmla="*/ 335661 h 335756"/>
              <a:gd name="connsiteX65" fmla="*/ 142756 w 342235"/>
              <a:gd name="connsiteY65" fmla="*/ 328613 h 335756"/>
              <a:gd name="connsiteX66" fmla="*/ 142756 w 342235"/>
              <a:gd name="connsiteY66" fmla="*/ 286512 h 335756"/>
              <a:gd name="connsiteX67" fmla="*/ 135642 w 342235"/>
              <a:gd name="connsiteY67" fmla="*/ 279464 h 335756"/>
              <a:gd name="connsiteX68" fmla="*/ 70003 w 342235"/>
              <a:gd name="connsiteY68" fmla="*/ 260985 h 335756"/>
              <a:gd name="connsiteX69" fmla="*/ 14228 w 342235"/>
              <a:gd name="connsiteY69" fmla="*/ 207454 h 335756"/>
              <a:gd name="connsiteX70" fmla="*/ 14228 w 342235"/>
              <a:gd name="connsiteY70" fmla="*/ 105156 h 335756"/>
              <a:gd name="connsiteX71" fmla="*/ 17833 w 342235"/>
              <a:gd name="connsiteY71" fmla="*/ 106299 h 335756"/>
              <a:gd name="connsiteX72" fmla="*/ 35665 w 342235"/>
              <a:gd name="connsiteY72" fmla="*/ 181927 h 335756"/>
              <a:gd name="connsiteX73" fmla="*/ 38037 w 342235"/>
              <a:gd name="connsiteY73" fmla="*/ 187738 h 335756"/>
              <a:gd name="connsiteX74" fmla="*/ 80721 w 342235"/>
              <a:gd name="connsiteY74" fmla="*/ 228410 h 335756"/>
              <a:gd name="connsiteX75" fmla="*/ 89069 w 342235"/>
              <a:gd name="connsiteY75" fmla="*/ 229552 h 335756"/>
              <a:gd name="connsiteX76" fmla="*/ 92673 w 342235"/>
              <a:gd name="connsiteY76" fmla="*/ 222599 h 335756"/>
              <a:gd name="connsiteX77" fmla="*/ 81955 w 342235"/>
              <a:gd name="connsiteY77" fmla="*/ 180689 h 335756"/>
              <a:gd name="connsiteX78" fmla="*/ 85559 w 342235"/>
              <a:gd name="connsiteY78" fmla="*/ 167926 h 335756"/>
              <a:gd name="connsiteX79" fmla="*/ 93906 w 342235"/>
              <a:gd name="connsiteY79" fmla="*/ 172593 h 335756"/>
              <a:gd name="connsiteX80" fmla="*/ 114110 w 342235"/>
              <a:gd name="connsiteY80" fmla="*/ 224885 h 335756"/>
              <a:gd name="connsiteX81" fmla="*/ 114110 w 342235"/>
              <a:gd name="connsiteY81" fmla="*/ 279464 h 335756"/>
              <a:gd name="connsiteX82" fmla="*/ 71426 w 342235"/>
              <a:gd name="connsiteY82" fmla="*/ 279464 h 335756"/>
              <a:gd name="connsiteX83" fmla="*/ 71426 w 342235"/>
              <a:gd name="connsiteY83" fmla="*/ 265557 h 335756"/>
              <a:gd name="connsiteX84" fmla="*/ 70287 w 342235"/>
              <a:gd name="connsiteY84" fmla="*/ 260890 h 335756"/>
              <a:gd name="connsiteX85" fmla="*/ 128623 w 342235"/>
              <a:gd name="connsiteY85" fmla="*/ 321659 h 335756"/>
              <a:gd name="connsiteX86" fmla="*/ 57103 w 342235"/>
              <a:gd name="connsiteY86" fmla="*/ 321659 h 335756"/>
              <a:gd name="connsiteX87" fmla="*/ 57103 w 342235"/>
              <a:gd name="connsiteY87" fmla="*/ 293561 h 335756"/>
              <a:gd name="connsiteX88" fmla="*/ 128623 w 342235"/>
              <a:gd name="connsiteY88" fmla="*/ 293561 h 335756"/>
              <a:gd name="connsiteX89" fmla="*/ 128623 w 342235"/>
              <a:gd name="connsiteY89" fmla="*/ 321659 h 335756"/>
              <a:gd name="connsiteX90" fmla="*/ 257056 w 342235"/>
              <a:gd name="connsiteY90" fmla="*/ 132969 h 335756"/>
              <a:gd name="connsiteX91" fmla="*/ 257056 w 342235"/>
              <a:gd name="connsiteY91" fmla="*/ 48768 h 335756"/>
              <a:gd name="connsiteX92" fmla="*/ 253452 w 342235"/>
              <a:gd name="connsiteY92" fmla="*/ 42958 h 335756"/>
              <a:gd name="connsiteX93" fmla="*/ 174817 w 342235"/>
              <a:gd name="connsiteY93" fmla="*/ 857 h 335756"/>
              <a:gd name="connsiteX94" fmla="*/ 167703 w 342235"/>
              <a:gd name="connsiteY94" fmla="*/ 857 h 335756"/>
              <a:gd name="connsiteX95" fmla="*/ 89069 w 342235"/>
              <a:gd name="connsiteY95" fmla="*/ 42958 h 335756"/>
              <a:gd name="connsiteX96" fmla="*/ 85464 w 342235"/>
              <a:gd name="connsiteY96" fmla="*/ 48768 h 335756"/>
              <a:gd name="connsiteX97" fmla="*/ 85464 w 342235"/>
              <a:gd name="connsiteY97" fmla="*/ 132969 h 335756"/>
              <a:gd name="connsiteX98" fmla="*/ 89069 w 342235"/>
              <a:gd name="connsiteY98" fmla="*/ 140017 h 335756"/>
              <a:gd name="connsiteX99" fmla="*/ 160589 w 342235"/>
              <a:gd name="connsiteY99" fmla="*/ 182118 h 335756"/>
              <a:gd name="connsiteX100" fmla="*/ 167703 w 342235"/>
              <a:gd name="connsiteY100" fmla="*/ 182118 h 335756"/>
              <a:gd name="connsiteX101" fmla="*/ 253547 w 342235"/>
              <a:gd name="connsiteY101" fmla="*/ 140017 h 335756"/>
              <a:gd name="connsiteX102" fmla="*/ 257151 w 342235"/>
              <a:gd name="connsiteY102" fmla="*/ 132969 h 335756"/>
              <a:gd name="connsiteX103" fmla="*/ 171213 w 342235"/>
              <a:gd name="connsiteY103" fmla="*/ 14859 h 335756"/>
              <a:gd name="connsiteX104" fmla="*/ 234386 w 342235"/>
              <a:gd name="connsiteY104" fmla="*/ 48768 h 335756"/>
              <a:gd name="connsiteX105" fmla="*/ 165237 w 342235"/>
              <a:gd name="connsiteY105" fmla="*/ 83820 h 335756"/>
              <a:gd name="connsiteX106" fmla="*/ 107470 w 342235"/>
              <a:gd name="connsiteY106" fmla="*/ 49625 h 335756"/>
              <a:gd name="connsiteX107" fmla="*/ 171213 w 342235"/>
              <a:gd name="connsiteY107" fmla="*/ 14859 h 335756"/>
              <a:gd name="connsiteX108" fmla="*/ 99692 w 342235"/>
              <a:gd name="connsiteY108" fmla="*/ 62103 h 335756"/>
              <a:gd name="connsiteX109" fmla="*/ 156795 w 342235"/>
              <a:gd name="connsiteY109" fmla="*/ 95726 h 335756"/>
              <a:gd name="connsiteX110" fmla="*/ 156795 w 342235"/>
              <a:gd name="connsiteY110" fmla="*/ 163068 h 335756"/>
              <a:gd name="connsiteX111" fmla="*/ 99692 w 342235"/>
              <a:gd name="connsiteY111" fmla="*/ 129445 h 335756"/>
              <a:gd name="connsiteX112" fmla="*/ 99692 w 342235"/>
              <a:gd name="connsiteY112" fmla="*/ 62103 h 335756"/>
              <a:gd name="connsiteX113" fmla="*/ 170833 w 342235"/>
              <a:gd name="connsiteY113" fmla="*/ 165259 h 335756"/>
              <a:gd name="connsiteX114" fmla="*/ 170833 w 342235"/>
              <a:gd name="connsiteY114" fmla="*/ 96298 h 335756"/>
              <a:gd name="connsiteX115" fmla="*/ 242733 w 342235"/>
              <a:gd name="connsiteY115" fmla="*/ 61055 h 335756"/>
              <a:gd name="connsiteX116" fmla="*/ 242733 w 342235"/>
              <a:gd name="connsiteY116" fmla="*/ 129445 h 335756"/>
              <a:gd name="connsiteX117" fmla="*/ 170833 w 342235"/>
              <a:gd name="connsiteY117" fmla="*/ 165259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42235" h="335756">
                <a:moveTo>
                  <a:pt x="337683" y="91250"/>
                </a:moveTo>
                <a:cubicBezTo>
                  <a:pt x="336545" y="91250"/>
                  <a:pt x="326964" y="87725"/>
                  <a:pt x="317479" y="94774"/>
                </a:cubicBezTo>
                <a:cubicBezTo>
                  <a:pt x="300879" y="106394"/>
                  <a:pt x="293765" y="134302"/>
                  <a:pt x="292532" y="179642"/>
                </a:cubicBezTo>
                <a:lnTo>
                  <a:pt x="269957" y="201740"/>
                </a:lnTo>
                <a:lnTo>
                  <a:pt x="274699" y="183166"/>
                </a:lnTo>
                <a:cubicBezTo>
                  <a:pt x="278304" y="169164"/>
                  <a:pt x="271095" y="158782"/>
                  <a:pt x="262843" y="155258"/>
                </a:cubicBezTo>
                <a:cubicBezTo>
                  <a:pt x="255728" y="151733"/>
                  <a:pt x="245010" y="154115"/>
                  <a:pt x="237896" y="165735"/>
                </a:cubicBezTo>
                <a:cubicBezTo>
                  <a:pt x="227177" y="179737"/>
                  <a:pt x="215320" y="220408"/>
                  <a:pt x="214182" y="222694"/>
                </a:cubicBezTo>
                <a:lnTo>
                  <a:pt x="214182" y="279559"/>
                </a:lnTo>
                <a:lnTo>
                  <a:pt x="206594" y="279559"/>
                </a:lnTo>
                <a:cubicBezTo>
                  <a:pt x="202989" y="279559"/>
                  <a:pt x="199480" y="283083"/>
                  <a:pt x="199480" y="286607"/>
                </a:cubicBezTo>
                <a:lnTo>
                  <a:pt x="199480" y="328708"/>
                </a:lnTo>
                <a:cubicBezTo>
                  <a:pt x="199480" y="333375"/>
                  <a:pt x="203084" y="335756"/>
                  <a:pt x="206594" y="335756"/>
                </a:cubicBezTo>
                <a:lnTo>
                  <a:pt x="292437" y="335756"/>
                </a:lnTo>
                <a:cubicBezTo>
                  <a:pt x="297180" y="335756"/>
                  <a:pt x="299551" y="333375"/>
                  <a:pt x="299551" y="328708"/>
                </a:cubicBezTo>
                <a:lnTo>
                  <a:pt x="299551" y="286607"/>
                </a:lnTo>
                <a:cubicBezTo>
                  <a:pt x="299551" y="283083"/>
                  <a:pt x="297180" y="279559"/>
                  <a:pt x="292437" y="279559"/>
                </a:cubicBezTo>
                <a:lnTo>
                  <a:pt x="285323" y="279559"/>
                </a:lnTo>
                <a:lnTo>
                  <a:pt x="285323" y="269177"/>
                </a:lnTo>
                <a:cubicBezTo>
                  <a:pt x="294809" y="259842"/>
                  <a:pt x="330379" y="224981"/>
                  <a:pt x="339865" y="215646"/>
                </a:cubicBezTo>
                <a:cubicBezTo>
                  <a:pt x="342236" y="214503"/>
                  <a:pt x="342236" y="212122"/>
                  <a:pt x="342236" y="209836"/>
                </a:cubicBezTo>
                <a:lnTo>
                  <a:pt x="342236" y="98203"/>
                </a:lnTo>
                <a:cubicBezTo>
                  <a:pt x="342236" y="94679"/>
                  <a:pt x="341003" y="92392"/>
                  <a:pt x="337493" y="91250"/>
                </a:cubicBezTo>
                <a:close/>
                <a:moveTo>
                  <a:pt x="285418" y="321659"/>
                </a:moveTo>
                <a:lnTo>
                  <a:pt x="213898" y="321659"/>
                </a:lnTo>
                <a:lnTo>
                  <a:pt x="213898" y="293561"/>
                </a:lnTo>
                <a:lnTo>
                  <a:pt x="285418" y="293561"/>
                </a:lnTo>
                <a:lnTo>
                  <a:pt x="285418" y="321659"/>
                </a:lnTo>
                <a:close/>
                <a:moveTo>
                  <a:pt x="328198" y="207550"/>
                </a:moveTo>
                <a:cubicBezTo>
                  <a:pt x="313969" y="221552"/>
                  <a:pt x="273656" y="261080"/>
                  <a:pt x="273656" y="261080"/>
                </a:cubicBezTo>
                <a:cubicBezTo>
                  <a:pt x="272518" y="262223"/>
                  <a:pt x="271285" y="263366"/>
                  <a:pt x="271285" y="265748"/>
                </a:cubicBezTo>
                <a:lnTo>
                  <a:pt x="271285" y="279654"/>
                </a:lnTo>
                <a:lnTo>
                  <a:pt x="228600" y="279654"/>
                </a:lnTo>
                <a:lnTo>
                  <a:pt x="228600" y="225076"/>
                </a:lnTo>
                <a:cubicBezTo>
                  <a:pt x="232205" y="213455"/>
                  <a:pt x="242828" y="183166"/>
                  <a:pt x="249942" y="172783"/>
                </a:cubicBezTo>
                <a:cubicBezTo>
                  <a:pt x="252314" y="169259"/>
                  <a:pt x="254685" y="166973"/>
                  <a:pt x="258290" y="168116"/>
                </a:cubicBezTo>
                <a:cubicBezTo>
                  <a:pt x="260661" y="169259"/>
                  <a:pt x="261894" y="173927"/>
                  <a:pt x="260661" y="180880"/>
                </a:cubicBezTo>
                <a:lnTo>
                  <a:pt x="251175" y="222790"/>
                </a:lnTo>
                <a:cubicBezTo>
                  <a:pt x="250037" y="225076"/>
                  <a:pt x="251175" y="228600"/>
                  <a:pt x="254780" y="229743"/>
                </a:cubicBezTo>
                <a:cubicBezTo>
                  <a:pt x="257151" y="232029"/>
                  <a:pt x="260756" y="230886"/>
                  <a:pt x="263127" y="228600"/>
                </a:cubicBezTo>
                <a:lnTo>
                  <a:pt x="304674" y="187928"/>
                </a:lnTo>
                <a:cubicBezTo>
                  <a:pt x="307045" y="186785"/>
                  <a:pt x="307045" y="184404"/>
                  <a:pt x="307045" y="182118"/>
                </a:cubicBezTo>
                <a:cubicBezTo>
                  <a:pt x="307045" y="128587"/>
                  <a:pt x="318902" y="112300"/>
                  <a:pt x="324878" y="106489"/>
                </a:cubicBezTo>
                <a:cubicBezTo>
                  <a:pt x="326016" y="106489"/>
                  <a:pt x="327249" y="105346"/>
                  <a:pt x="328482" y="105346"/>
                </a:cubicBezTo>
                <a:lnTo>
                  <a:pt x="328482" y="207645"/>
                </a:lnTo>
                <a:close/>
                <a:moveTo>
                  <a:pt x="135737" y="279559"/>
                </a:moveTo>
                <a:lnTo>
                  <a:pt x="128149" y="279559"/>
                </a:lnTo>
                <a:lnTo>
                  <a:pt x="128149" y="222694"/>
                </a:lnTo>
                <a:cubicBezTo>
                  <a:pt x="128149" y="220408"/>
                  <a:pt x="115059" y="179642"/>
                  <a:pt x="105573" y="165735"/>
                </a:cubicBezTo>
                <a:cubicBezTo>
                  <a:pt x="98459" y="154115"/>
                  <a:pt x="87741" y="151733"/>
                  <a:pt x="79488" y="155258"/>
                </a:cubicBezTo>
                <a:cubicBezTo>
                  <a:pt x="71141" y="158782"/>
                  <a:pt x="65260" y="169259"/>
                  <a:pt x="68770" y="183166"/>
                </a:cubicBezTo>
                <a:lnTo>
                  <a:pt x="72374" y="201740"/>
                </a:lnTo>
                <a:lnTo>
                  <a:pt x="49799" y="179642"/>
                </a:lnTo>
                <a:cubicBezTo>
                  <a:pt x="49799" y="134302"/>
                  <a:pt x="41452" y="106394"/>
                  <a:pt x="26085" y="94774"/>
                </a:cubicBezTo>
                <a:cubicBezTo>
                  <a:pt x="15366" y="87821"/>
                  <a:pt x="5881" y="91250"/>
                  <a:pt x="4743" y="91250"/>
                </a:cubicBezTo>
                <a:cubicBezTo>
                  <a:pt x="2371" y="92392"/>
                  <a:pt x="0" y="94774"/>
                  <a:pt x="0" y="98203"/>
                </a:cubicBezTo>
                <a:lnTo>
                  <a:pt x="0" y="209836"/>
                </a:lnTo>
                <a:cubicBezTo>
                  <a:pt x="0" y="212122"/>
                  <a:pt x="1138" y="214503"/>
                  <a:pt x="2371" y="215646"/>
                </a:cubicBezTo>
                <a:cubicBezTo>
                  <a:pt x="15461" y="224981"/>
                  <a:pt x="48660" y="259842"/>
                  <a:pt x="56913" y="267938"/>
                </a:cubicBezTo>
                <a:lnTo>
                  <a:pt x="56913" y="279464"/>
                </a:lnTo>
                <a:lnTo>
                  <a:pt x="49799" y="279464"/>
                </a:lnTo>
                <a:cubicBezTo>
                  <a:pt x="46194" y="279464"/>
                  <a:pt x="42685" y="282988"/>
                  <a:pt x="42685" y="286512"/>
                </a:cubicBezTo>
                <a:lnTo>
                  <a:pt x="42685" y="328613"/>
                </a:lnTo>
                <a:cubicBezTo>
                  <a:pt x="42685" y="333280"/>
                  <a:pt x="46289" y="335661"/>
                  <a:pt x="49799" y="335661"/>
                </a:cubicBezTo>
                <a:lnTo>
                  <a:pt x="135642" y="335661"/>
                </a:lnTo>
                <a:cubicBezTo>
                  <a:pt x="140385" y="335661"/>
                  <a:pt x="142756" y="333280"/>
                  <a:pt x="142756" y="328613"/>
                </a:cubicBezTo>
                <a:lnTo>
                  <a:pt x="142756" y="286512"/>
                </a:lnTo>
                <a:cubicBezTo>
                  <a:pt x="142756" y="282988"/>
                  <a:pt x="140385" y="279464"/>
                  <a:pt x="135642" y="279464"/>
                </a:cubicBezTo>
                <a:close/>
                <a:moveTo>
                  <a:pt x="70003" y="260985"/>
                </a:moveTo>
                <a:cubicBezTo>
                  <a:pt x="67631" y="258699"/>
                  <a:pt x="30828" y="221456"/>
                  <a:pt x="14228" y="207454"/>
                </a:cubicBezTo>
                <a:lnTo>
                  <a:pt x="14228" y="105156"/>
                </a:lnTo>
                <a:cubicBezTo>
                  <a:pt x="15366" y="105156"/>
                  <a:pt x="16600" y="106299"/>
                  <a:pt x="17833" y="106299"/>
                </a:cubicBezTo>
                <a:cubicBezTo>
                  <a:pt x="24947" y="112109"/>
                  <a:pt x="35665" y="128397"/>
                  <a:pt x="35665" y="181927"/>
                </a:cubicBezTo>
                <a:cubicBezTo>
                  <a:pt x="35665" y="184214"/>
                  <a:pt x="36899" y="186595"/>
                  <a:pt x="38037" y="187738"/>
                </a:cubicBezTo>
                <a:lnTo>
                  <a:pt x="80721" y="228410"/>
                </a:lnTo>
                <a:cubicBezTo>
                  <a:pt x="83093" y="230696"/>
                  <a:pt x="85464" y="231934"/>
                  <a:pt x="89069" y="229552"/>
                </a:cubicBezTo>
                <a:cubicBezTo>
                  <a:pt x="91440" y="228410"/>
                  <a:pt x="92673" y="224885"/>
                  <a:pt x="92673" y="222599"/>
                </a:cubicBezTo>
                <a:lnTo>
                  <a:pt x="81955" y="180689"/>
                </a:lnTo>
                <a:cubicBezTo>
                  <a:pt x="80816" y="173736"/>
                  <a:pt x="83093" y="169069"/>
                  <a:pt x="85559" y="167926"/>
                </a:cubicBezTo>
                <a:cubicBezTo>
                  <a:pt x="87930" y="166783"/>
                  <a:pt x="91535" y="169069"/>
                  <a:pt x="93906" y="172593"/>
                </a:cubicBezTo>
                <a:cubicBezTo>
                  <a:pt x="101020" y="183071"/>
                  <a:pt x="110506" y="213265"/>
                  <a:pt x="114110" y="224885"/>
                </a:cubicBezTo>
                <a:lnTo>
                  <a:pt x="114110" y="279464"/>
                </a:lnTo>
                <a:lnTo>
                  <a:pt x="71426" y="279464"/>
                </a:lnTo>
                <a:lnTo>
                  <a:pt x="71426" y="265557"/>
                </a:lnTo>
                <a:cubicBezTo>
                  <a:pt x="71426" y="264414"/>
                  <a:pt x="71426" y="262033"/>
                  <a:pt x="70287" y="260890"/>
                </a:cubicBezTo>
                <a:close/>
                <a:moveTo>
                  <a:pt x="128623" y="321659"/>
                </a:moveTo>
                <a:lnTo>
                  <a:pt x="57103" y="321659"/>
                </a:lnTo>
                <a:lnTo>
                  <a:pt x="57103" y="293561"/>
                </a:lnTo>
                <a:lnTo>
                  <a:pt x="128623" y="293561"/>
                </a:lnTo>
                <a:lnTo>
                  <a:pt x="128623" y="321659"/>
                </a:lnTo>
                <a:close/>
                <a:moveTo>
                  <a:pt x="257056" y="132969"/>
                </a:moveTo>
                <a:lnTo>
                  <a:pt x="257056" y="48768"/>
                </a:lnTo>
                <a:cubicBezTo>
                  <a:pt x="257056" y="46387"/>
                  <a:pt x="255823" y="44101"/>
                  <a:pt x="253452" y="42958"/>
                </a:cubicBezTo>
                <a:lnTo>
                  <a:pt x="174817" y="857"/>
                </a:lnTo>
                <a:cubicBezTo>
                  <a:pt x="172446" y="-286"/>
                  <a:pt x="170075" y="-286"/>
                  <a:pt x="167703" y="857"/>
                </a:cubicBezTo>
                <a:lnTo>
                  <a:pt x="89069" y="42958"/>
                </a:lnTo>
                <a:cubicBezTo>
                  <a:pt x="86697" y="44101"/>
                  <a:pt x="85464" y="46482"/>
                  <a:pt x="85464" y="48768"/>
                </a:cubicBezTo>
                <a:lnTo>
                  <a:pt x="85464" y="132969"/>
                </a:lnTo>
                <a:cubicBezTo>
                  <a:pt x="85464" y="136493"/>
                  <a:pt x="86697" y="138779"/>
                  <a:pt x="89069" y="140017"/>
                </a:cubicBezTo>
                <a:lnTo>
                  <a:pt x="160589" y="182118"/>
                </a:lnTo>
                <a:lnTo>
                  <a:pt x="167703" y="182118"/>
                </a:lnTo>
                <a:lnTo>
                  <a:pt x="253547" y="140017"/>
                </a:lnTo>
                <a:cubicBezTo>
                  <a:pt x="255918" y="138875"/>
                  <a:pt x="257151" y="136493"/>
                  <a:pt x="257151" y="132969"/>
                </a:cubicBezTo>
                <a:close/>
                <a:moveTo>
                  <a:pt x="171213" y="14859"/>
                </a:moveTo>
                <a:lnTo>
                  <a:pt x="234386" y="48768"/>
                </a:lnTo>
                <a:lnTo>
                  <a:pt x="165237" y="83820"/>
                </a:lnTo>
                <a:cubicBezTo>
                  <a:pt x="165237" y="83820"/>
                  <a:pt x="165237" y="83820"/>
                  <a:pt x="107470" y="49625"/>
                </a:cubicBezTo>
                <a:lnTo>
                  <a:pt x="171213" y="14859"/>
                </a:lnTo>
                <a:close/>
                <a:moveTo>
                  <a:pt x="99692" y="62103"/>
                </a:moveTo>
                <a:cubicBezTo>
                  <a:pt x="108798" y="67437"/>
                  <a:pt x="125683" y="77343"/>
                  <a:pt x="156795" y="95726"/>
                </a:cubicBezTo>
                <a:lnTo>
                  <a:pt x="156795" y="163068"/>
                </a:lnTo>
                <a:cubicBezTo>
                  <a:pt x="148543" y="158210"/>
                  <a:pt x="132228" y="148590"/>
                  <a:pt x="99692" y="129445"/>
                </a:cubicBezTo>
                <a:lnTo>
                  <a:pt x="99692" y="62103"/>
                </a:lnTo>
                <a:close/>
                <a:moveTo>
                  <a:pt x="170833" y="165259"/>
                </a:moveTo>
                <a:lnTo>
                  <a:pt x="170833" y="96298"/>
                </a:lnTo>
                <a:cubicBezTo>
                  <a:pt x="176714" y="93440"/>
                  <a:pt x="193788" y="85058"/>
                  <a:pt x="242733" y="61055"/>
                </a:cubicBezTo>
                <a:lnTo>
                  <a:pt x="242733" y="129445"/>
                </a:lnTo>
                <a:cubicBezTo>
                  <a:pt x="242733" y="129445"/>
                  <a:pt x="242544" y="129540"/>
                  <a:pt x="170833" y="16525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10">
            <a:extLst>
              <a:ext uri="{FF2B5EF4-FFF2-40B4-BE49-F238E27FC236}">
                <a16:creationId xmlns:a16="http://schemas.microsoft.com/office/drawing/2014/main" id="{81154C51-68E9-2011-7D19-5D961F162E1E}"/>
              </a:ext>
            </a:extLst>
          </p:cNvPr>
          <p:cNvSpPr/>
          <p:nvPr/>
        </p:nvSpPr>
        <p:spPr>
          <a:xfrm>
            <a:off x="2201928" y="1485925"/>
            <a:ext cx="455394" cy="446773"/>
          </a:xfrm>
          <a:custGeom>
            <a:avLst/>
            <a:gdLst>
              <a:gd name="connsiteX0" fmla="*/ 337683 w 342235"/>
              <a:gd name="connsiteY0" fmla="*/ 91250 h 335756"/>
              <a:gd name="connsiteX1" fmla="*/ 317479 w 342235"/>
              <a:gd name="connsiteY1" fmla="*/ 94774 h 335756"/>
              <a:gd name="connsiteX2" fmla="*/ 292532 w 342235"/>
              <a:gd name="connsiteY2" fmla="*/ 179642 h 335756"/>
              <a:gd name="connsiteX3" fmla="*/ 269957 w 342235"/>
              <a:gd name="connsiteY3" fmla="*/ 201740 h 335756"/>
              <a:gd name="connsiteX4" fmla="*/ 274699 w 342235"/>
              <a:gd name="connsiteY4" fmla="*/ 183166 h 335756"/>
              <a:gd name="connsiteX5" fmla="*/ 262843 w 342235"/>
              <a:gd name="connsiteY5" fmla="*/ 155258 h 335756"/>
              <a:gd name="connsiteX6" fmla="*/ 237896 w 342235"/>
              <a:gd name="connsiteY6" fmla="*/ 165735 h 335756"/>
              <a:gd name="connsiteX7" fmla="*/ 214182 w 342235"/>
              <a:gd name="connsiteY7" fmla="*/ 222694 h 335756"/>
              <a:gd name="connsiteX8" fmla="*/ 214182 w 342235"/>
              <a:gd name="connsiteY8" fmla="*/ 279559 h 335756"/>
              <a:gd name="connsiteX9" fmla="*/ 206594 w 342235"/>
              <a:gd name="connsiteY9" fmla="*/ 279559 h 335756"/>
              <a:gd name="connsiteX10" fmla="*/ 199480 w 342235"/>
              <a:gd name="connsiteY10" fmla="*/ 286607 h 335756"/>
              <a:gd name="connsiteX11" fmla="*/ 199480 w 342235"/>
              <a:gd name="connsiteY11" fmla="*/ 328708 h 335756"/>
              <a:gd name="connsiteX12" fmla="*/ 206594 w 342235"/>
              <a:gd name="connsiteY12" fmla="*/ 335756 h 335756"/>
              <a:gd name="connsiteX13" fmla="*/ 292437 w 342235"/>
              <a:gd name="connsiteY13" fmla="*/ 335756 h 335756"/>
              <a:gd name="connsiteX14" fmla="*/ 299551 w 342235"/>
              <a:gd name="connsiteY14" fmla="*/ 328708 h 335756"/>
              <a:gd name="connsiteX15" fmla="*/ 299551 w 342235"/>
              <a:gd name="connsiteY15" fmla="*/ 286607 h 335756"/>
              <a:gd name="connsiteX16" fmla="*/ 292437 w 342235"/>
              <a:gd name="connsiteY16" fmla="*/ 279559 h 335756"/>
              <a:gd name="connsiteX17" fmla="*/ 285323 w 342235"/>
              <a:gd name="connsiteY17" fmla="*/ 279559 h 335756"/>
              <a:gd name="connsiteX18" fmla="*/ 285323 w 342235"/>
              <a:gd name="connsiteY18" fmla="*/ 269177 h 335756"/>
              <a:gd name="connsiteX19" fmla="*/ 339865 w 342235"/>
              <a:gd name="connsiteY19" fmla="*/ 215646 h 335756"/>
              <a:gd name="connsiteX20" fmla="*/ 342236 w 342235"/>
              <a:gd name="connsiteY20" fmla="*/ 209836 h 335756"/>
              <a:gd name="connsiteX21" fmla="*/ 342236 w 342235"/>
              <a:gd name="connsiteY21" fmla="*/ 98203 h 335756"/>
              <a:gd name="connsiteX22" fmla="*/ 337493 w 342235"/>
              <a:gd name="connsiteY22" fmla="*/ 91250 h 335756"/>
              <a:gd name="connsiteX23" fmla="*/ 285418 w 342235"/>
              <a:gd name="connsiteY23" fmla="*/ 321659 h 335756"/>
              <a:gd name="connsiteX24" fmla="*/ 213898 w 342235"/>
              <a:gd name="connsiteY24" fmla="*/ 321659 h 335756"/>
              <a:gd name="connsiteX25" fmla="*/ 213898 w 342235"/>
              <a:gd name="connsiteY25" fmla="*/ 293561 h 335756"/>
              <a:gd name="connsiteX26" fmla="*/ 285418 w 342235"/>
              <a:gd name="connsiteY26" fmla="*/ 293561 h 335756"/>
              <a:gd name="connsiteX27" fmla="*/ 285418 w 342235"/>
              <a:gd name="connsiteY27" fmla="*/ 321659 h 335756"/>
              <a:gd name="connsiteX28" fmla="*/ 328198 w 342235"/>
              <a:gd name="connsiteY28" fmla="*/ 207550 h 335756"/>
              <a:gd name="connsiteX29" fmla="*/ 273656 w 342235"/>
              <a:gd name="connsiteY29" fmla="*/ 261080 h 335756"/>
              <a:gd name="connsiteX30" fmla="*/ 271285 w 342235"/>
              <a:gd name="connsiteY30" fmla="*/ 265748 h 335756"/>
              <a:gd name="connsiteX31" fmla="*/ 271285 w 342235"/>
              <a:gd name="connsiteY31" fmla="*/ 279654 h 335756"/>
              <a:gd name="connsiteX32" fmla="*/ 228600 w 342235"/>
              <a:gd name="connsiteY32" fmla="*/ 279654 h 335756"/>
              <a:gd name="connsiteX33" fmla="*/ 228600 w 342235"/>
              <a:gd name="connsiteY33" fmla="*/ 225076 h 335756"/>
              <a:gd name="connsiteX34" fmla="*/ 249942 w 342235"/>
              <a:gd name="connsiteY34" fmla="*/ 172783 h 335756"/>
              <a:gd name="connsiteX35" fmla="*/ 258290 w 342235"/>
              <a:gd name="connsiteY35" fmla="*/ 168116 h 335756"/>
              <a:gd name="connsiteX36" fmla="*/ 260661 w 342235"/>
              <a:gd name="connsiteY36" fmla="*/ 180880 h 335756"/>
              <a:gd name="connsiteX37" fmla="*/ 251175 w 342235"/>
              <a:gd name="connsiteY37" fmla="*/ 222790 h 335756"/>
              <a:gd name="connsiteX38" fmla="*/ 254780 w 342235"/>
              <a:gd name="connsiteY38" fmla="*/ 229743 h 335756"/>
              <a:gd name="connsiteX39" fmla="*/ 263127 w 342235"/>
              <a:gd name="connsiteY39" fmla="*/ 228600 h 335756"/>
              <a:gd name="connsiteX40" fmla="*/ 304674 w 342235"/>
              <a:gd name="connsiteY40" fmla="*/ 187928 h 335756"/>
              <a:gd name="connsiteX41" fmla="*/ 307045 w 342235"/>
              <a:gd name="connsiteY41" fmla="*/ 182118 h 335756"/>
              <a:gd name="connsiteX42" fmla="*/ 324878 w 342235"/>
              <a:gd name="connsiteY42" fmla="*/ 106489 h 335756"/>
              <a:gd name="connsiteX43" fmla="*/ 328482 w 342235"/>
              <a:gd name="connsiteY43" fmla="*/ 105346 h 335756"/>
              <a:gd name="connsiteX44" fmla="*/ 328482 w 342235"/>
              <a:gd name="connsiteY44" fmla="*/ 207645 h 335756"/>
              <a:gd name="connsiteX45" fmla="*/ 135737 w 342235"/>
              <a:gd name="connsiteY45" fmla="*/ 279559 h 335756"/>
              <a:gd name="connsiteX46" fmla="*/ 128149 w 342235"/>
              <a:gd name="connsiteY46" fmla="*/ 279559 h 335756"/>
              <a:gd name="connsiteX47" fmla="*/ 128149 w 342235"/>
              <a:gd name="connsiteY47" fmla="*/ 222694 h 335756"/>
              <a:gd name="connsiteX48" fmla="*/ 105573 w 342235"/>
              <a:gd name="connsiteY48" fmla="*/ 165735 h 335756"/>
              <a:gd name="connsiteX49" fmla="*/ 79488 w 342235"/>
              <a:gd name="connsiteY49" fmla="*/ 155258 h 335756"/>
              <a:gd name="connsiteX50" fmla="*/ 68770 w 342235"/>
              <a:gd name="connsiteY50" fmla="*/ 183166 h 335756"/>
              <a:gd name="connsiteX51" fmla="*/ 72374 w 342235"/>
              <a:gd name="connsiteY51" fmla="*/ 201740 h 335756"/>
              <a:gd name="connsiteX52" fmla="*/ 49799 w 342235"/>
              <a:gd name="connsiteY52" fmla="*/ 179642 h 335756"/>
              <a:gd name="connsiteX53" fmla="*/ 26085 w 342235"/>
              <a:gd name="connsiteY53" fmla="*/ 94774 h 335756"/>
              <a:gd name="connsiteX54" fmla="*/ 4743 w 342235"/>
              <a:gd name="connsiteY54" fmla="*/ 91250 h 335756"/>
              <a:gd name="connsiteX55" fmla="*/ 0 w 342235"/>
              <a:gd name="connsiteY55" fmla="*/ 98203 h 335756"/>
              <a:gd name="connsiteX56" fmla="*/ 0 w 342235"/>
              <a:gd name="connsiteY56" fmla="*/ 209836 h 335756"/>
              <a:gd name="connsiteX57" fmla="*/ 2371 w 342235"/>
              <a:gd name="connsiteY57" fmla="*/ 215646 h 335756"/>
              <a:gd name="connsiteX58" fmla="*/ 56913 w 342235"/>
              <a:gd name="connsiteY58" fmla="*/ 267938 h 335756"/>
              <a:gd name="connsiteX59" fmla="*/ 56913 w 342235"/>
              <a:gd name="connsiteY59" fmla="*/ 279464 h 335756"/>
              <a:gd name="connsiteX60" fmla="*/ 49799 w 342235"/>
              <a:gd name="connsiteY60" fmla="*/ 279464 h 335756"/>
              <a:gd name="connsiteX61" fmla="*/ 42685 w 342235"/>
              <a:gd name="connsiteY61" fmla="*/ 286512 h 335756"/>
              <a:gd name="connsiteX62" fmla="*/ 42685 w 342235"/>
              <a:gd name="connsiteY62" fmla="*/ 328613 h 335756"/>
              <a:gd name="connsiteX63" fmla="*/ 49799 w 342235"/>
              <a:gd name="connsiteY63" fmla="*/ 335661 h 335756"/>
              <a:gd name="connsiteX64" fmla="*/ 135642 w 342235"/>
              <a:gd name="connsiteY64" fmla="*/ 335661 h 335756"/>
              <a:gd name="connsiteX65" fmla="*/ 142756 w 342235"/>
              <a:gd name="connsiteY65" fmla="*/ 328613 h 335756"/>
              <a:gd name="connsiteX66" fmla="*/ 142756 w 342235"/>
              <a:gd name="connsiteY66" fmla="*/ 286512 h 335756"/>
              <a:gd name="connsiteX67" fmla="*/ 135642 w 342235"/>
              <a:gd name="connsiteY67" fmla="*/ 279464 h 335756"/>
              <a:gd name="connsiteX68" fmla="*/ 70003 w 342235"/>
              <a:gd name="connsiteY68" fmla="*/ 260985 h 335756"/>
              <a:gd name="connsiteX69" fmla="*/ 14228 w 342235"/>
              <a:gd name="connsiteY69" fmla="*/ 207454 h 335756"/>
              <a:gd name="connsiteX70" fmla="*/ 14228 w 342235"/>
              <a:gd name="connsiteY70" fmla="*/ 105156 h 335756"/>
              <a:gd name="connsiteX71" fmla="*/ 17833 w 342235"/>
              <a:gd name="connsiteY71" fmla="*/ 106299 h 335756"/>
              <a:gd name="connsiteX72" fmla="*/ 35665 w 342235"/>
              <a:gd name="connsiteY72" fmla="*/ 181927 h 335756"/>
              <a:gd name="connsiteX73" fmla="*/ 38037 w 342235"/>
              <a:gd name="connsiteY73" fmla="*/ 187738 h 335756"/>
              <a:gd name="connsiteX74" fmla="*/ 80721 w 342235"/>
              <a:gd name="connsiteY74" fmla="*/ 228410 h 335756"/>
              <a:gd name="connsiteX75" fmla="*/ 89069 w 342235"/>
              <a:gd name="connsiteY75" fmla="*/ 229552 h 335756"/>
              <a:gd name="connsiteX76" fmla="*/ 92673 w 342235"/>
              <a:gd name="connsiteY76" fmla="*/ 222599 h 335756"/>
              <a:gd name="connsiteX77" fmla="*/ 81955 w 342235"/>
              <a:gd name="connsiteY77" fmla="*/ 180689 h 335756"/>
              <a:gd name="connsiteX78" fmla="*/ 85559 w 342235"/>
              <a:gd name="connsiteY78" fmla="*/ 167926 h 335756"/>
              <a:gd name="connsiteX79" fmla="*/ 93906 w 342235"/>
              <a:gd name="connsiteY79" fmla="*/ 172593 h 335756"/>
              <a:gd name="connsiteX80" fmla="*/ 114110 w 342235"/>
              <a:gd name="connsiteY80" fmla="*/ 224885 h 335756"/>
              <a:gd name="connsiteX81" fmla="*/ 114110 w 342235"/>
              <a:gd name="connsiteY81" fmla="*/ 279464 h 335756"/>
              <a:gd name="connsiteX82" fmla="*/ 71426 w 342235"/>
              <a:gd name="connsiteY82" fmla="*/ 279464 h 335756"/>
              <a:gd name="connsiteX83" fmla="*/ 71426 w 342235"/>
              <a:gd name="connsiteY83" fmla="*/ 265557 h 335756"/>
              <a:gd name="connsiteX84" fmla="*/ 70287 w 342235"/>
              <a:gd name="connsiteY84" fmla="*/ 260890 h 335756"/>
              <a:gd name="connsiteX85" fmla="*/ 128623 w 342235"/>
              <a:gd name="connsiteY85" fmla="*/ 321659 h 335756"/>
              <a:gd name="connsiteX86" fmla="*/ 57103 w 342235"/>
              <a:gd name="connsiteY86" fmla="*/ 321659 h 335756"/>
              <a:gd name="connsiteX87" fmla="*/ 57103 w 342235"/>
              <a:gd name="connsiteY87" fmla="*/ 293561 h 335756"/>
              <a:gd name="connsiteX88" fmla="*/ 128623 w 342235"/>
              <a:gd name="connsiteY88" fmla="*/ 293561 h 335756"/>
              <a:gd name="connsiteX89" fmla="*/ 128623 w 342235"/>
              <a:gd name="connsiteY89" fmla="*/ 321659 h 335756"/>
              <a:gd name="connsiteX90" fmla="*/ 257056 w 342235"/>
              <a:gd name="connsiteY90" fmla="*/ 132969 h 335756"/>
              <a:gd name="connsiteX91" fmla="*/ 257056 w 342235"/>
              <a:gd name="connsiteY91" fmla="*/ 48768 h 335756"/>
              <a:gd name="connsiteX92" fmla="*/ 253452 w 342235"/>
              <a:gd name="connsiteY92" fmla="*/ 42958 h 335756"/>
              <a:gd name="connsiteX93" fmla="*/ 174817 w 342235"/>
              <a:gd name="connsiteY93" fmla="*/ 857 h 335756"/>
              <a:gd name="connsiteX94" fmla="*/ 167703 w 342235"/>
              <a:gd name="connsiteY94" fmla="*/ 857 h 335756"/>
              <a:gd name="connsiteX95" fmla="*/ 89069 w 342235"/>
              <a:gd name="connsiteY95" fmla="*/ 42958 h 335756"/>
              <a:gd name="connsiteX96" fmla="*/ 85464 w 342235"/>
              <a:gd name="connsiteY96" fmla="*/ 48768 h 335756"/>
              <a:gd name="connsiteX97" fmla="*/ 85464 w 342235"/>
              <a:gd name="connsiteY97" fmla="*/ 132969 h 335756"/>
              <a:gd name="connsiteX98" fmla="*/ 89069 w 342235"/>
              <a:gd name="connsiteY98" fmla="*/ 140017 h 335756"/>
              <a:gd name="connsiteX99" fmla="*/ 160589 w 342235"/>
              <a:gd name="connsiteY99" fmla="*/ 182118 h 335756"/>
              <a:gd name="connsiteX100" fmla="*/ 167703 w 342235"/>
              <a:gd name="connsiteY100" fmla="*/ 182118 h 335756"/>
              <a:gd name="connsiteX101" fmla="*/ 253547 w 342235"/>
              <a:gd name="connsiteY101" fmla="*/ 140017 h 335756"/>
              <a:gd name="connsiteX102" fmla="*/ 257151 w 342235"/>
              <a:gd name="connsiteY102" fmla="*/ 132969 h 335756"/>
              <a:gd name="connsiteX103" fmla="*/ 171213 w 342235"/>
              <a:gd name="connsiteY103" fmla="*/ 14859 h 335756"/>
              <a:gd name="connsiteX104" fmla="*/ 234386 w 342235"/>
              <a:gd name="connsiteY104" fmla="*/ 48768 h 335756"/>
              <a:gd name="connsiteX105" fmla="*/ 165237 w 342235"/>
              <a:gd name="connsiteY105" fmla="*/ 83820 h 335756"/>
              <a:gd name="connsiteX106" fmla="*/ 107470 w 342235"/>
              <a:gd name="connsiteY106" fmla="*/ 49625 h 335756"/>
              <a:gd name="connsiteX107" fmla="*/ 171213 w 342235"/>
              <a:gd name="connsiteY107" fmla="*/ 14859 h 335756"/>
              <a:gd name="connsiteX108" fmla="*/ 99692 w 342235"/>
              <a:gd name="connsiteY108" fmla="*/ 62103 h 335756"/>
              <a:gd name="connsiteX109" fmla="*/ 156795 w 342235"/>
              <a:gd name="connsiteY109" fmla="*/ 95726 h 335756"/>
              <a:gd name="connsiteX110" fmla="*/ 156795 w 342235"/>
              <a:gd name="connsiteY110" fmla="*/ 163068 h 335756"/>
              <a:gd name="connsiteX111" fmla="*/ 99692 w 342235"/>
              <a:gd name="connsiteY111" fmla="*/ 129445 h 335756"/>
              <a:gd name="connsiteX112" fmla="*/ 99692 w 342235"/>
              <a:gd name="connsiteY112" fmla="*/ 62103 h 335756"/>
              <a:gd name="connsiteX113" fmla="*/ 170833 w 342235"/>
              <a:gd name="connsiteY113" fmla="*/ 165259 h 335756"/>
              <a:gd name="connsiteX114" fmla="*/ 170833 w 342235"/>
              <a:gd name="connsiteY114" fmla="*/ 96298 h 335756"/>
              <a:gd name="connsiteX115" fmla="*/ 242733 w 342235"/>
              <a:gd name="connsiteY115" fmla="*/ 61055 h 335756"/>
              <a:gd name="connsiteX116" fmla="*/ 242733 w 342235"/>
              <a:gd name="connsiteY116" fmla="*/ 129445 h 335756"/>
              <a:gd name="connsiteX117" fmla="*/ 170833 w 342235"/>
              <a:gd name="connsiteY117" fmla="*/ 165259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42235" h="335756">
                <a:moveTo>
                  <a:pt x="337683" y="91250"/>
                </a:moveTo>
                <a:cubicBezTo>
                  <a:pt x="336545" y="91250"/>
                  <a:pt x="326964" y="87725"/>
                  <a:pt x="317479" y="94774"/>
                </a:cubicBezTo>
                <a:cubicBezTo>
                  <a:pt x="300879" y="106394"/>
                  <a:pt x="293765" y="134302"/>
                  <a:pt x="292532" y="179642"/>
                </a:cubicBezTo>
                <a:lnTo>
                  <a:pt x="269957" y="201740"/>
                </a:lnTo>
                <a:lnTo>
                  <a:pt x="274699" y="183166"/>
                </a:lnTo>
                <a:cubicBezTo>
                  <a:pt x="278304" y="169164"/>
                  <a:pt x="271095" y="158782"/>
                  <a:pt x="262843" y="155258"/>
                </a:cubicBezTo>
                <a:cubicBezTo>
                  <a:pt x="255728" y="151733"/>
                  <a:pt x="245010" y="154115"/>
                  <a:pt x="237896" y="165735"/>
                </a:cubicBezTo>
                <a:cubicBezTo>
                  <a:pt x="227177" y="179737"/>
                  <a:pt x="215320" y="220408"/>
                  <a:pt x="214182" y="222694"/>
                </a:cubicBezTo>
                <a:lnTo>
                  <a:pt x="214182" y="279559"/>
                </a:lnTo>
                <a:lnTo>
                  <a:pt x="206594" y="279559"/>
                </a:lnTo>
                <a:cubicBezTo>
                  <a:pt x="202989" y="279559"/>
                  <a:pt x="199480" y="283083"/>
                  <a:pt x="199480" y="286607"/>
                </a:cubicBezTo>
                <a:lnTo>
                  <a:pt x="199480" y="328708"/>
                </a:lnTo>
                <a:cubicBezTo>
                  <a:pt x="199480" y="333375"/>
                  <a:pt x="203084" y="335756"/>
                  <a:pt x="206594" y="335756"/>
                </a:cubicBezTo>
                <a:lnTo>
                  <a:pt x="292437" y="335756"/>
                </a:lnTo>
                <a:cubicBezTo>
                  <a:pt x="297180" y="335756"/>
                  <a:pt x="299551" y="333375"/>
                  <a:pt x="299551" y="328708"/>
                </a:cubicBezTo>
                <a:lnTo>
                  <a:pt x="299551" y="286607"/>
                </a:lnTo>
                <a:cubicBezTo>
                  <a:pt x="299551" y="283083"/>
                  <a:pt x="297180" y="279559"/>
                  <a:pt x="292437" y="279559"/>
                </a:cubicBezTo>
                <a:lnTo>
                  <a:pt x="285323" y="279559"/>
                </a:lnTo>
                <a:lnTo>
                  <a:pt x="285323" y="269177"/>
                </a:lnTo>
                <a:cubicBezTo>
                  <a:pt x="294809" y="259842"/>
                  <a:pt x="330379" y="224981"/>
                  <a:pt x="339865" y="215646"/>
                </a:cubicBezTo>
                <a:cubicBezTo>
                  <a:pt x="342236" y="214503"/>
                  <a:pt x="342236" y="212122"/>
                  <a:pt x="342236" y="209836"/>
                </a:cubicBezTo>
                <a:lnTo>
                  <a:pt x="342236" y="98203"/>
                </a:lnTo>
                <a:cubicBezTo>
                  <a:pt x="342236" y="94679"/>
                  <a:pt x="341003" y="92392"/>
                  <a:pt x="337493" y="91250"/>
                </a:cubicBezTo>
                <a:close/>
                <a:moveTo>
                  <a:pt x="285418" y="321659"/>
                </a:moveTo>
                <a:lnTo>
                  <a:pt x="213898" y="321659"/>
                </a:lnTo>
                <a:lnTo>
                  <a:pt x="213898" y="293561"/>
                </a:lnTo>
                <a:lnTo>
                  <a:pt x="285418" y="293561"/>
                </a:lnTo>
                <a:lnTo>
                  <a:pt x="285418" y="321659"/>
                </a:lnTo>
                <a:close/>
                <a:moveTo>
                  <a:pt x="328198" y="207550"/>
                </a:moveTo>
                <a:cubicBezTo>
                  <a:pt x="313969" y="221552"/>
                  <a:pt x="273656" y="261080"/>
                  <a:pt x="273656" y="261080"/>
                </a:cubicBezTo>
                <a:cubicBezTo>
                  <a:pt x="272518" y="262223"/>
                  <a:pt x="271285" y="263366"/>
                  <a:pt x="271285" y="265748"/>
                </a:cubicBezTo>
                <a:lnTo>
                  <a:pt x="271285" y="279654"/>
                </a:lnTo>
                <a:lnTo>
                  <a:pt x="228600" y="279654"/>
                </a:lnTo>
                <a:lnTo>
                  <a:pt x="228600" y="225076"/>
                </a:lnTo>
                <a:cubicBezTo>
                  <a:pt x="232205" y="213455"/>
                  <a:pt x="242828" y="183166"/>
                  <a:pt x="249942" y="172783"/>
                </a:cubicBezTo>
                <a:cubicBezTo>
                  <a:pt x="252314" y="169259"/>
                  <a:pt x="254685" y="166973"/>
                  <a:pt x="258290" y="168116"/>
                </a:cubicBezTo>
                <a:cubicBezTo>
                  <a:pt x="260661" y="169259"/>
                  <a:pt x="261894" y="173927"/>
                  <a:pt x="260661" y="180880"/>
                </a:cubicBezTo>
                <a:lnTo>
                  <a:pt x="251175" y="222790"/>
                </a:lnTo>
                <a:cubicBezTo>
                  <a:pt x="250037" y="225076"/>
                  <a:pt x="251175" y="228600"/>
                  <a:pt x="254780" y="229743"/>
                </a:cubicBezTo>
                <a:cubicBezTo>
                  <a:pt x="257151" y="232029"/>
                  <a:pt x="260756" y="230886"/>
                  <a:pt x="263127" y="228600"/>
                </a:cubicBezTo>
                <a:lnTo>
                  <a:pt x="304674" y="187928"/>
                </a:lnTo>
                <a:cubicBezTo>
                  <a:pt x="307045" y="186785"/>
                  <a:pt x="307045" y="184404"/>
                  <a:pt x="307045" y="182118"/>
                </a:cubicBezTo>
                <a:cubicBezTo>
                  <a:pt x="307045" y="128587"/>
                  <a:pt x="318902" y="112300"/>
                  <a:pt x="324878" y="106489"/>
                </a:cubicBezTo>
                <a:cubicBezTo>
                  <a:pt x="326016" y="106489"/>
                  <a:pt x="327249" y="105346"/>
                  <a:pt x="328482" y="105346"/>
                </a:cubicBezTo>
                <a:lnTo>
                  <a:pt x="328482" y="207645"/>
                </a:lnTo>
                <a:close/>
                <a:moveTo>
                  <a:pt x="135737" y="279559"/>
                </a:moveTo>
                <a:lnTo>
                  <a:pt x="128149" y="279559"/>
                </a:lnTo>
                <a:lnTo>
                  <a:pt x="128149" y="222694"/>
                </a:lnTo>
                <a:cubicBezTo>
                  <a:pt x="128149" y="220408"/>
                  <a:pt x="115059" y="179642"/>
                  <a:pt x="105573" y="165735"/>
                </a:cubicBezTo>
                <a:cubicBezTo>
                  <a:pt x="98459" y="154115"/>
                  <a:pt x="87741" y="151733"/>
                  <a:pt x="79488" y="155258"/>
                </a:cubicBezTo>
                <a:cubicBezTo>
                  <a:pt x="71141" y="158782"/>
                  <a:pt x="65260" y="169259"/>
                  <a:pt x="68770" y="183166"/>
                </a:cubicBezTo>
                <a:lnTo>
                  <a:pt x="72374" y="201740"/>
                </a:lnTo>
                <a:lnTo>
                  <a:pt x="49799" y="179642"/>
                </a:lnTo>
                <a:cubicBezTo>
                  <a:pt x="49799" y="134302"/>
                  <a:pt x="41452" y="106394"/>
                  <a:pt x="26085" y="94774"/>
                </a:cubicBezTo>
                <a:cubicBezTo>
                  <a:pt x="15366" y="87821"/>
                  <a:pt x="5881" y="91250"/>
                  <a:pt x="4743" y="91250"/>
                </a:cubicBezTo>
                <a:cubicBezTo>
                  <a:pt x="2371" y="92392"/>
                  <a:pt x="0" y="94774"/>
                  <a:pt x="0" y="98203"/>
                </a:cubicBezTo>
                <a:lnTo>
                  <a:pt x="0" y="209836"/>
                </a:lnTo>
                <a:cubicBezTo>
                  <a:pt x="0" y="212122"/>
                  <a:pt x="1138" y="214503"/>
                  <a:pt x="2371" y="215646"/>
                </a:cubicBezTo>
                <a:cubicBezTo>
                  <a:pt x="15461" y="224981"/>
                  <a:pt x="48660" y="259842"/>
                  <a:pt x="56913" y="267938"/>
                </a:cubicBezTo>
                <a:lnTo>
                  <a:pt x="56913" y="279464"/>
                </a:lnTo>
                <a:lnTo>
                  <a:pt x="49799" y="279464"/>
                </a:lnTo>
                <a:cubicBezTo>
                  <a:pt x="46194" y="279464"/>
                  <a:pt x="42685" y="282988"/>
                  <a:pt x="42685" y="286512"/>
                </a:cubicBezTo>
                <a:lnTo>
                  <a:pt x="42685" y="328613"/>
                </a:lnTo>
                <a:cubicBezTo>
                  <a:pt x="42685" y="333280"/>
                  <a:pt x="46289" y="335661"/>
                  <a:pt x="49799" y="335661"/>
                </a:cubicBezTo>
                <a:lnTo>
                  <a:pt x="135642" y="335661"/>
                </a:lnTo>
                <a:cubicBezTo>
                  <a:pt x="140385" y="335661"/>
                  <a:pt x="142756" y="333280"/>
                  <a:pt x="142756" y="328613"/>
                </a:cubicBezTo>
                <a:lnTo>
                  <a:pt x="142756" y="286512"/>
                </a:lnTo>
                <a:cubicBezTo>
                  <a:pt x="142756" y="282988"/>
                  <a:pt x="140385" y="279464"/>
                  <a:pt x="135642" y="279464"/>
                </a:cubicBezTo>
                <a:close/>
                <a:moveTo>
                  <a:pt x="70003" y="260985"/>
                </a:moveTo>
                <a:cubicBezTo>
                  <a:pt x="67631" y="258699"/>
                  <a:pt x="30828" y="221456"/>
                  <a:pt x="14228" y="207454"/>
                </a:cubicBezTo>
                <a:lnTo>
                  <a:pt x="14228" y="105156"/>
                </a:lnTo>
                <a:cubicBezTo>
                  <a:pt x="15366" y="105156"/>
                  <a:pt x="16600" y="106299"/>
                  <a:pt x="17833" y="106299"/>
                </a:cubicBezTo>
                <a:cubicBezTo>
                  <a:pt x="24947" y="112109"/>
                  <a:pt x="35665" y="128397"/>
                  <a:pt x="35665" y="181927"/>
                </a:cubicBezTo>
                <a:cubicBezTo>
                  <a:pt x="35665" y="184214"/>
                  <a:pt x="36899" y="186595"/>
                  <a:pt x="38037" y="187738"/>
                </a:cubicBezTo>
                <a:lnTo>
                  <a:pt x="80721" y="228410"/>
                </a:lnTo>
                <a:cubicBezTo>
                  <a:pt x="83093" y="230696"/>
                  <a:pt x="85464" y="231934"/>
                  <a:pt x="89069" y="229552"/>
                </a:cubicBezTo>
                <a:cubicBezTo>
                  <a:pt x="91440" y="228410"/>
                  <a:pt x="92673" y="224885"/>
                  <a:pt x="92673" y="222599"/>
                </a:cubicBezTo>
                <a:lnTo>
                  <a:pt x="81955" y="180689"/>
                </a:lnTo>
                <a:cubicBezTo>
                  <a:pt x="80816" y="173736"/>
                  <a:pt x="83093" y="169069"/>
                  <a:pt x="85559" y="167926"/>
                </a:cubicBezTo>
                <a:cubicBezTo>
                  <a:pt x="87930" y="166783"/>
                  <a:pt x="91535" y="169069"/>
                  <a:pt x="93906" y="172593"/>
                </a:cubicBezTo>
                <a:cubicBezTo>
                  <a:pt x="101020" y="183071"/>
                  <a:pt x="110506" y="213265"/>
                  <a:pt x="114110" y="224885"/>
                </a:cubicBezTo>
                <a:lnTo>
                  <a:pt x="114110" y="279464"/>
                </a:lnTo>
                <a:lnTo>
                  <a:pt x="71426" y="279464"/>
                </a:lnTo>
                <a:lnTo>
                  <a:pt x="71426" y="265557"/>
                </a:lnTo>
                <a:cubicBezTo>
                  <a:pt x="71426" y="264414"/>
                  <a:pt x="71426" y="262033"/>
                  <a:pt x="70287" y="260890"/>
                </a:cubicBezTo>
                <a:close/>
                <a:moveTo>
                  <a:pt x="128623" y="321659"/>
                </a:moveTo>
                <a:lnTo>
                  <a:pt x="57103" y="321659"/>
                </a:lnTo>
                <a:lnTo>
                  <a:pt x="57103" y="293561"/>
                </a:lnTo>
                <a:lnTo>
                  <a:pt x="128623" y="293561"/>
                </a:lnTo>
                <a:lnTo>
                  <a:pt x="128623" y="321659"/>
                </a:lnTo>
                <a:close/>
                <a:moveTo>
                  <a:pt x="257056" y="132969"/>
                </a:moveTo>
                <a:lnTo>
                  <a:pt x="257056" y="48768"/>
                </a:lnTo>
                <a:cubicBezTo>
                  <a:pt x="257056" y="46387"/>
                  <a:pt x="255823" y="44101"/>
                  <a:pt x="253452" y="42958"/>
                </a:cubicBezTo>
                <a:lnTo>
                  <a:pt x="174817" y="857"/>
                </a:lnTo>
                <a:cubicBezTo>
                  <a:pt x="172446" y="-286"/>
                  <a:pt x="170075" y="-286"/>
                  <a:pt x="167703" y="857"/>
                </a:cubicBezTo>
                <a:lnTo>
                  <a:pt x="89069" y="42958"/>
                </a:lnTo>
                <a:cubicBezTo>
                  <a:pt x="86697" y="44101"/>
                  <a:pt x="85464" y="46482"/>
                  <a:pt x="85464" y="48768"/>
                </a:cubicBezTo>
                <a:lnTo>
                  <a:pt x="85464" y="132969"/>
                </a:lnTo>
                <a:cubicBezTo>
                  <a:pt x="85464" y="136493"/>
                  <a:pt x="86697" y="138779"/>
                  <a:pt x="89069" y="140017"/>
                </a:cubicBezTo>
                <a:lnTo>
                  <a:pt x="160589" y="182118"/>
                </a:lnTo>
                <a:lnTo>
                  <a:pt x="167703" y="182118"/>
                </a:lnTo>
                <a:lnTo>
                  <a:pt x="253547" y="140017"/>
                </a:lnTo>
                <a:cubicBezTo>
                  <a:pt x="255918" y="138875"/>
                  <a:pt x="257151" y="136493"/>
                  <a:pt x="257151" y="132969"/>
                </a:cubicBezTo>
                <a:close/>
                <a:moveTo>
                  <a:pt x="171213" y="14859"/>
                </a:moveTo>
                <a:lnTo>
                  <a:pt x="234386" y="48768"/>
                </a:lnTo>
                <a:lnTo>
                  <a:pt x="165237" y="83820"/>
                </a:lnTo>
                <a:cubicBezTo>
                  <a:pt x="165237" y="83820"/>
                  <a:pt x="165237" y="83820"/>
                  <a:pt x="107470" y="49625"/>
                </a:cubicBezTo>
                <a:lnTo>
                  <a:pt x="171213" y="14859"/>
                </a:lnTo>
                <a:close/>
                <a:moveTo>
                  <a:pt x="99692" y="62103"/>
                </a:moveTo>
                <a:cubicBezTo>
                  <a:pt x="108798" y="67437"/>
                  <a:pt x="125683" y="77343"/>
                  <a:pt x="156795" y="95726"/>
                </a:cubicBezTo>
                <a:lnTo>
                  <a:pt x="156795" y="163068"/>
                </a:lnTo>
                <a:cubicBezTo>
                  <a:pt x="148543" y="158210"/>
                  <a:pt x="132228" y="148590"/>
                  <a:pt x="99692" y="129445"/>
                </a:cubicBezTo>
                <a:lnTo>
                  <a:pt x="99692" y="62103"/>
                </a:lnTo>
                <a:close/>
                <a:moveTo>
                  <a:pt x="170833" y="165259"/>
                </a:moveTo>
                <a:lnTo>
                  <a:pt x="170833" y="96298"/>
                </a:lnTo>
                <a:cubicBezTo>
                  <a:pt x="176714" y="93440"/>
                  <a:pt x="193788" y="85058"/>
                  <a:pt x="242733" y="61055"/>
                </a:cubicBezTo>
                <a:lnTo>
                  <a:pt x="242733" y="129445"/>
                </a:lnTo>
                <a:cubicBezTo>
                  <a:pt x="242733" y="129445"/>
                  <a:pt x="242544" y="129540"/>
                  <a:pt x="170833" y="16525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" name="Graphic 10">
            <a:extLst>
              <a:ext uri="{FF2B5EF4-FFF2-40B4-BE49-F238E27FC236}">
                <a16:creationId xmlns:a16="http://schemas.microsoft.com/office/drawing/2014/main" id="{BDFDC6F4-A2F0-0D7C-61FA-0B88C5BC79EB}"/>
              </a:ext>
            </a:extLst>
          </p:cNvPr>
          <p:cNvSpPr/>
          <p:nvPr/>
        </p:nvSpPr>
        <p:spPr>
          <a:xfrm>
            <a:off x="2970278" y="1485925"/>
            <a:ext cx="455394" cy="446773"/>
          </a:xfrm>
          <a:custGeom>
            <a:avLst/>
            <a:gdLst>
              <a:gd name="connsiteX0" fmla="*/ 337683 w 342235"/>
              <a:gd name="connsiteY0" fmla="*/ 91250 h 335756"/>
              <a:gd name="connsiteX1" fmla="*/ 317479 w 342235"/>
              <a:gd name="connsiteY1" fmla="*/ 94774 h 335756"/>
              <a:gd name="connsiteX2" fmla="*/ 292532 w 342235"/>
              <a:gd name="connsiteY2" fmla="*/ 179642 h 335756"/>
              <a:gd name="connsiteX3" fmla="*/ 269957 w 342235"/>
              <a:gd name="connsiteY3" fmla="*/ 201740 h 335756"/>
              <a:gd name="connsiteX4" fmla="*/ 274699 w 342235"/>
              <a:gd name="connsiteY4" fmla="*/ 183166 h 335756"/>
              <a:gd name="connsiteX5" fmla="*/ 262843 w 342235"/>
              <a:gd name="connsiteY5" fmla="*/ 155258 h 335756"/>
              <a:gd name="connsiteX6" fmla="*/ 237896 w 342235"/>
              <a:gd name="connsiteY6" fmla="*/ 165735 h 335756"/>
              <a:gd name="connsiteX7" fmla="*/ 214182 w 342235"/>
              <a:gd name="connsiteY7" fmla="*/ 222694 h 335756"/>
              <a:gd name="connsiteX8" fmla="*/ 214182 w 342235"/>
              <a:gd name="connsiteY8" fmla="*/ 279559 h 335756"/>
              <a:gd name="connsiteX9" fmla="*/ 206594 w 342235"/>
              <a:gd name="connsiteY9" fmla="*/ 279559 h 335756"/>
              <a:gd name="connsiteX10" fmla="*/ 199480 w 342235"/>
              <a:gd name="connsiteY10" fmla="*/ 286607 h 335756"/>
              <a:gd name="connsiteX11" fmla="*/ 199480 w 342235"/>
              <a:gd name="connsiteY11" fmla="*/ 328708 h 335756"/>
              <a:gd name="connsiteX12" fmla="*/ 206594 w 342235"/>
              <a:gd name="connsiteY12" fmla="*/ 335756 h 335756"/>
              <a:gd name="connsiteX13" fmla="*/ 292437 w 342235"/>
              <a:gd name="connsiteY13" fmla="*/ 335756 h 335756"/>
              <a:gd name="connsiteX14" fmla="*/ 299551 w 342235"/>
              <a:gd name="connsiteY14" fmla="*/ 328708 h 335756"/>
              <a:gd name="connsiteX15" fmla="*/ 299551 w 342235"/>
              <a:gd name="connsiteY15" fmla="*/ 286607 h 335756"/>
              <a:gd name="connsiteX16" fmla="*/ 292437 w 342235"/>
              <a:gd name="connsiteY16" fmla="*/ 279559 h 335756"/>
              <a:gd name="connsiteX17" fmla="*/ 285323 w 342235"/>
              <a:gd name="connsiteY17" fmla="*/ 279559 h 335756"/>
              <a:gd name="connsiteX18" fmla="*/ 285323 w 342235"/>
              <a:gd name="connsiteY18" fmla="*/ 269177 h 335756"/>
              <a:gd name="connsiteX19" fmla="*/ 339865 w 342235"/>
              <a:gd name="connsiteY19" fmla="*/ 215646 h 335756"/>
              <a:gd name="connsiteX20" fmla="*/ 342236 w 342235"/>
              <a:gd name="connsiteY20" fmla="*/ 209836 h 335756"/>
              <a:gd name="connsiteX21" fmla="*/ 342236 w 342235"/>
              <a:gd name="connsiteY21" fmla="*/ 98203 h 335756"/>
              <a:gd name="connsiteX22" fmla="*/ 337493 w 342235"/>
              <a:gd name="connsiteY22" fmla="*/ 91250 h 335756"/>
              <a:gd name="connsiteX23" fmla="*/ 285418 w 342235"/>
              <a:gd name="connsiteY23" fmla="*/ 321659 h 335756"/>
              <a:gd name="connsiteX24" fmla="*/ 213898 w 342235"/>
              <a:gd name="connsiteY24" fmla="*/ 321659 h 335756"/>
              <a:gd name="connsiteX25" fmla="*/ 213898 w 342235"/>
              <a:gd name="connsiteY25" fmla="*/ 293561 h 335756"/>
              <a:gd name="connsiteX26" fmla="*/ 285418 w 342235"/>
              <a:gd name="connsiteY26" fmla="*/ 293561 h 335756"/>
              <a:gd name="connsiteX27" fmla="*/ 285418 w 342235"/>
              <a:gd name="connsiteY27" fmla="*/ 321659 h 335756"/>
              <a:gd name="connsiteX28" fmla="*/ 328198 w 342235"/>
              <a:gd name="connsiteY28" fmla="*/ 207550 h 335756"/>
              <a:gd name="connsiteX29" fmla="*/ 273656 w 342235"/>
              <a:gd name="connsiteY29" fmla="*/ 261080 h 335756"/>
              <a:gd name="connsiteX30" fmla="*/ 271285 w 342235"/>
              <a:gd name="connsiteY30" fmla="*/ 265748 h 335756"/>
              <a:gd name="connsiteX31" fmla="*/ 271285 w 342235"/>
              <a:gd name="connsiteY31" fmla="*/ 279654 h 335756"/>
              <a:gd name="connsiteX32" fmla="*/ 228600 w 342235"/>
              <a:gd name="connsiteY32" fmla="*/ 279654 h 335756"/>
              <a:gd name="connsiteX33" fmla="*/ 228600 w 342235"/>
              <a:gd name="connsiteY33" fmla="*/ 225076 h 335756"/>
              <a:gd name="connsiteX34" fmla="*/ 249942 w 342235"/>
              <a:gd name="connsiteY34" fmla="*/ 172783 h 335756"/>
              <a:gd name="connsiteX35" fmla="*/ 258290 w 342235"/>
              <a:gd name="connsiteY35" fmla="*/ 168116 h 335756"/>
              <a:gd name="connsiteX36" fmla="*/ 260661 w 342235"/>
              <a:gd name="connsiteY36" fmla="*/ 180880 h 335756"/>
              <a:gd name="connsiteX37" fmla="*/ 251175 w 342235"/>
              <a:gd name="connsiteY37" fmla="*/ 222790 h 335756"/>
              <a:gd name="connsiteX38" fmla="*/ 254780 w 342235"/>
              <a:gd name="connsiteY38" fmla="*/ 229743 h 335756"/>
              <a:gd name="connsiteX39" fmla="*/ 263127 w 342235"/>
              <a:gd name="connsiteY39" fmla="*/ 228600 h 335756"/>
              <a:gd name="connsiteX40" fmla="*/ 304674 w 342235"/>
              <a:gd name="connsiteY40" fmla="*/ 187928 h 335756"/>
              <a:gd name="connsiteX41" fmla="*/ 307045 w 342235"/>
              <a:gd name="connsiteY41" fmla="*/ 182118 h 335756"/>
              <a:gd name="connsiteX42" fmla="*/ 324878 w 342235"/>
              <a:gd name="connsiteY42" fmla="*/ 106489 h 335756"/>
              <a:gd name="connsiteX43" fmla="*/ 328482 w 342235"/>
              <a:gd name="connsiteY43" fmla="*/ 105346 h 335756"/>
              <a:gd name="connsiteX44" fmla="*/ 328482 w 342235"/>
              <a:gd name="connsiteY44" fmla="*/ 207645 h 335756"/>
              <a:gd name="connsiteX45" fmla="*/ 135737 w 342235"/>
              <a:gd name="connsiteY45" fmla="*/ 279559 h 335756"/>
              <a:gd name="connsiteX46" fmla="*/ 128149 w 342235"/>
              <a:gd name="connsiteY46" fmla="*/ 279559 h 335756"/>
              <a:gd name="connsiteX47" fmla="*/ 128149 w 342235"/>
              <a:gd name="connsiteY47" fmla="*/ 222694 h 335756"/>
              <a:gd name="connsiteX48" fmla="*/ 105573 w 342235"/>
              <a:gd name="connsiteY48" fmla="*/ 165735 h 335756"/>
              <a:gd name="connsiteX49" fmla="*/ 79488 w 342235"/>
              <a:gd name="connsiteY49" fmla="*/ 155258 h 335756"/>
              <a:gd name="connsiteX50" fmla="*/ 68770 w 342235"/>
              <a:gd name="connsiteY50" fmla="*/ 183166 h 335756"/>
              <a:gd name="connsiteX51" fmla="*/ 72374 w 342235"/>
              <a:gd name="connsiteY51" fmla="*/ 201740 h 335756"/>
              <a:gd name="connsiteX52" fmla="*/ 49799 w 342235"/>
              <a:gd name="connsiteY52" fmla="*/ 179642 h 335756"/>
              <a:gd name="connsiteX53" fmla="*/ 26085 w 342235"/>
              <a:gd name="connsiteY53" fmla="*/ 94774 h 335756"/>
              <a:gd name="connsiteX54" fmla="*/ 4743 w 342235"/>
              <a:gd name="connsiteY54" fmla="*/ 91250 h 335756"/>
              <a:gd name="connsiteX55" fmla="*/ 0 w 342235"/>
              <a:gd name="connsiteY55" fmla="*/ 98203 h 335756"/>
              <a:gd name="connsiteX56" fmla="*/ 0 w 342235"/>
              <a:gd name="connsiteY56" fmla="*/ 209836 h 335756"/>
              <a:gd name="connsiteX57" fmla="*/ 2371 w 342235"/>
              <a:gd name="connsiteY57" fmla="*/ 215646 h 335756"/>
              <a:gd name="connsiteX58" fmla="*/ 56913 w 342235"/>
              <a:gd name="connsiteY58" fmla="*/ 267938 h 335756"/>
              <a:gd name="connsiteX59" fmla="*/ 56913 w 342235"/>
              <a:gd name="connsiteY59" fmla="*/ 279464 h 335756"/>
              <a:gd name="connsiteX60" fmla="*/ 49799 w 342235"/>
              <a:gd name="connsiteY60" fmla="*/ 279464 h 335756"/>
              <a:gd name="connsiteX61" fmla="*/ 42685 w 342235"/>
              <a:gd name="connsiteY61" fmla="*/ 286512 h 335756"/>
              <a:gd name="connsiteX62" fmla="*/ 42685 w 342235"/>
              <a:gd name="connsiteY62" fmla="*/ 328613 h 335756"/>
              <a:gd name="connsiteX63" fmla="*/ 49799 w 342235"/>
              <a:gd name="connsiteY63" fmla="*/ 335661 h 335756"/>
              <a:gd name="connsiteX64" fmla="*/ 135642 w 342235"/>
              <a:gd name="connsiteY64" fmla="*/ 335661 h 335756"/>
              <a:gd name="connsiteX65" fmla="*/ 142756 w 342235"/>
              <a:gd name="connsiteY65" fmla="*/ 328613 h 335756"/>
              <a:gd name="connsiteX66" fmla="*/ 142756 w 342235"/>
              <a:gd name="connsiteY66" fmla="*/ 286512 h 335756"/>
              <a:gd name="connsiteX67" fmla="*/ 135642 w 342235"/>
              <a:gd name="connsiteY67" fmla="*/ 279464 h 335756"/>
              <a:gd name="connsiteX68" fmla="*/ 70003 w 342235"/>
              <a:gd name="connsiteY68" fmla="*/ 260985 h 335756"/>
              <a:gd name="connsiteX69" fmla="*/ 14228 w 342235"/>
              <a:gd name="connsiteY69" fmla="*/ 207454 h 335756"/>
              <a:gd name="connsiteX70" fmla="*/ 14228 w 342235"/>
              <a:gd name="connsiteY70" fmla="*/ 105156 h 335756"/>
              <a:gd name="connsiteX71" fmla="*/ 17833 w 342235"/>
              <a:gd name="connsiteY71" fmla="*/ 106299 h 335756"/>
              <a:gd name="connsiteX72" fmla="*/ 35665 w 342235"/>
              <a:gd name="connsiteY72" fmla="*/ 181927 h 335756"/>
              <a:gd name="connsiteX73" fmla="*/ 38037 w 342235"/>
              <a:gd name="connsiteY73" fmla="*/ 187738 h 335756"/>
              <a:gd name="connsiteX74" fmla="*/ 80721 w 342235"/>
              <a:gd name="connsiteY74" fmla="*/ 228410 h 335756"/>
              <a:gd name="connsiteX75" fmla="*/ 89069 w 342235"/>
              <a:gd name="connsiteY75" fmla="*/ 229552 h 335756"/>
              <a:gd name="connsiteX76" fmla="*/ 92673 w 342235"/>
              <a:gd name="connsiteY76" fmla="*/ 222599 h 335756"/>
              <a:gd name="connsiteX77" fmla="*/ 81955 w 342235"/>
              <a:gd name="connsiteY77" fmla="*/ 180689 h 335756"/>
              <a:gd name="connsiteX78" fmla="*/ 85559 w 342235"/>
              <a:gd name="connsiteY78" fmla="*/ 167926 h 335756"/>
              <a:gd name="connsiteX79" fmla="*/ 93906 w 342235"/>
              <a:gd name="connsiteY79" fmla="*/ 172593 h 335756"/>
              <a:gd name="connsiteX80" fmla="*/ 114110 w 342235"/>
              <a:gd name="connsiteY80" fmla="*/ 224885 h 335756"/>
              <a:gd name="connsiteX81" fmla="*/ 114110 w 342235"/>
              <a:gd name="connsiteY81" fmla="*/ 279464 h 335756"/>
              <a:gd name="connsiteX82" fmla="*/ 71426 w 342235"/>
              <a:gd name="connsiteY82" fmla="*/ 279464 h 335756"/>
              <a:gd name="connsiteX83" fmla="*/ 71426 w 342235"/>
              <a:gd name="connsiteY83" fmla="*/ 265557 h 335756"/>
              <a:gd name="connsiteX84" fmla="*/ 70287 w 342235"/>
              <a:gd name="connsiteY84" fmla="*/ 260890 h 335756"/>
              <a:gd name="connsiteX85" fmla="*/ 128623 w 342235"/>
              <a:gd name="connsiteY85" fmla="*/ 321659 h 335756"/>
              <a:gd name="connsiteX86" fmla="*/ 57103 w 342235"/>
              <a:gd name="connsiteY86" fmla="*/ 321659 h 335756"/>
              <a:gd name="connsiteX87" fmla="*/ 57103 w 342235"/>
              <a:gd name="connsiteY87" fmla="*/ 293561 h 335756"/>
              <a:gd name="connsiteX88" fmla="*/ 128623 w 342235"/>
              <a:gd name="connsiteY88" fmla="*/ 293561 h 335756"/>
              <a:gd name="connsiteX89" fmla="*/ 128623 w 342235"/>
              <a:gd name="connsiteY89" fmla="*/ 321659 h 335756"/>
              <a:gd name="connsiteX90" fmla="*/ 257056 w 342235"/>
              <a:gd name="connsiteY90" fmla="*/ 132969 h 335756"/>
              <a:gd name="connsiteX91" fmla="*/ 257056 w 342235"/>
              <a:gd name="connsiteY91" fmla="*/ 48768 h 335756"/>
              <a:gd name="connsiteX92" fmla="*/ 253452 w 342235"/>
              <a:gd name="connsiteY92" fmla="*/ 42958 h 335756"/>
              <a:gd name="connsiteX93" fmla="*/ 174817 w 342235"/>
              <a:gd name="connsiteY93" fmla="*/ 857 h 335756"/>
              <a:gd name="connsiteX94" fmla="*/ 167703 w 342235"/>
              <a:gd name="connsiteY94" fmla="*/ 857 h 335756"/>
              <a:gd name="connsiteX95" fmla="*/ 89069 w 342235"/>
              <a:gd name="connsiteY95" fmla="*/ 42958 h 335756"/>
              <a:gd name="connsiteX96" fmla="*/ 85464 w 342235"/>
              <a:gd name="connsiteY96" fmla="*/ 48768 h 335756"/>
              <a:gd name="connsiteX97" fmla="*/ 85464 w 342235"/>
              <a:gd name="connsiteY97" fmla="*/ 132969 h 335756"/>
              <a:gd name="connsiteX98" fmla="*/ 89069 w 342235"/>
              <a:gd name="connsiteY98" fmla="*/ 140017 h 335756"/>
              <a:gd name="connsiteX99" fmla="*/ 160589 w 342235"/>
              <a:gd name="connsiteY99" fmla="*/ 182118 h 335756"/>
              <a:gd name="connsiteX100" fmla="*/ 167703 w 342235"/>
              <a:gd name="connsiteY100" fmla="*/ 182118 h 335756"/>
              <a:gd name="connsiteX101" fmla="*/ 253547 w 342235"/>
              <a:gd name="connsiteY101" fmla="*/ 140017 h 335756"/>
              <a:gd name="connsiteX102" fmla="*/ 257151 w 342235"/>
              <a:gd name="connsiteY102" fmla="*/ 132969 h 335756"/>
              <a:gd name="connsiteX103" fmla="*/ 171213 w 342235"/>
              <a:gd name="connsiteY103" fmla="*/ 14859 h 335756"/>
              <a:gd name="connsiteX104" fmla="*/ 234386 w 342235"/>
              <a:gd name="connsiteY104" fmla="*/ 48768 h 335756"/>
              <a:gd name="connsiteX105" fmla="*/ 165237 w 342235"/>
              <a:gd name="connsiteY105" fmla="*/ 83820 h 335756"/>
              <a:gd name="connsiteX106" fmla="*/ 107470 w 342235"/>
              <a:gd name="connsiteY106" fmla="*/ 49625 h 335756"/>
              <a:gd name="connsiteX107" fmla="*/ 171213 w 342235"/>
              <a:gd name="connsiteY107" fmla="*/ 14859 h 335756"/>
              <a:gd name="connsiteX108" fmla="*/ 99692 w 342235"/>
              <a:gd name="connsiteY108" fmla="*/ 62103 h 335756"/>
              <a:gd name="connsiteX109" fmla="*/ 156795 w 342235"/>
              <a:gd name="connsiteY109" fmla="*/ 95726 h 335756"/>
              <a:gd name="connsiteX110" fmla="*/ 156795 w 342235"/>
              <a:gd name="connsiteY110" fmla="*/ 163068 h 335756"/>
              <a:gd name="connsiteX111" fmla="*/ 99692 w 342235"/>
              <a:gd name="connsiteY111" fmla="*/ 129445 h 335756"/>
              <a:gd name="connsiteX112" fmla="*/ 99692 w 342235"/>
              <a:gd name="connsiteY112" fmla="*/ 62103 h 335756"/>
              <a:gd name="connsiteX113" fmla="*/ 170833 w 342235"/>
              <a:gd name="connsiteY113" fmla="*/ 165259 h 335756"/>
              <a:gd name="connsiteX114" fmla="*/ 170833 w 342235"/>
              <a:gd name="connsiteY114" fmla="*/ 96298 h 335756"/>
              <a:gd name="connsiteX115" fmla="*/ 242733 w 342235"/>
              <a:gd name="connsiteY115" fmla="*/ 61055 h 335756"/>
              <a:gd name="connsiteX116" fmla="*/ 242733 w 342235"/>
              <a:gd name="connsiteY116" fmla="*/ 129445 h 335756"/>
              <a:gd name="connsiteX117" fmla="*/ 170833 w 342235"/>
              <a:gd name="connsiteY117" fmla="*/ 165259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42235" h="335756">
                <a:moveTo>
                  <a:pt x="337683" y="91250"/>
                </a:moveTo>
                <a:cubicBezTo>
                  <a:pt x="336545" y="91250"/>
                  <a:pt x="326964" y="87725"/>
                  <a:pt x="317479" y="94774"/>
                </a:cubicBezTo>
                <a:cubicBezTo>
                  <a:pt x="300879" y="106394"/>
                  <a:pt x="293765" y="134302"/>
                  <a:pt x="292532" y="179642"/>
                </a:cubicBezTo>
                <a:lnTo>
                  <a:pt x="269957" y="201740"/>
                </a:lnTo>
                <a:lnTo>
                  <a:pt x="274699" y="183166"/>
                </a:lnTo>
                <a:cubicBezTo>
                  <a:pt x="278304" y="169164"/>
                  <a:pt x="271095" y="158782"/>
                  <a:pt x="262843" y="155258"/>
                </a:cubicBezTo>
                <a:cubicBezTo>
                  <a:pt x="255728" y="151733"/>
                  <a:pt x="245010" y="154115"/>
                  <a:pt x="237896" y="165735"/>
                </a:cubicBezTo>
                <a:cubicBezTo>
                  <a:pt x="227177" y="179737"/>
                  <a:pt x="215320" y="220408"/>
                  <a:pt x="214182" y="222694"/>
                </a:cubicBezTo>
                <a:lnTo>
                  <a:pt x="214182" y="279559"/>
                </a:lnTo>
                <a:lnTo>
                  <a:pt x="206594" y="279559"/>
                </a:lnTo>
                <a:cubicBezTo>
                  <a:pt x="202989" y="279559"/>
                  <a:pt x="199480" y="283083"/>
                  <a:pt x="199480" y="286607"/>
                </a:cubicBezTo>
                <a:lnTo>
                  <a:pt x="199480" y="328708"/>
                </a:lnTo>
                <a:cubicBezTo>
                  <a:pt x="199480" y="333375"/>
                  <a:pt x="203084" y="335756"/>
                  <a:pt x="206594" y="335756"/>
                </a:cubicBezTo>
                <a:lnTo>
                  <a:pt x="292437" y="335756"/>
                </a:lnTo>
                <a:cubicBezTo>
                  <a:pt x="297180" y="335756"/>
                  <a:pt x="299551" y="333375"/>
                  <a:pt x="299551" y="328708"/>
                </a:cubicBezTo>
                <a:lnTo>
                  <a:pt x="299551" y="286607"/>
                </a:lnTo>
                <a:cubicBezTo>
                  <a:pt x="299551" y="283083"/>
                  <a:pt x="297180" y="279559"/>
                  <a:pt x="292437" y="279559"/>
                </a:cubicBezTo>
                <a:lnTo>
                  <a:pt x="285323" y="279559"/>
                </a:lnTo>
                <a:lnTo>
                  <a:pt x="285323" y="269177"/>
                </a:lnTo>
                <a:cubicBezTo>
                  <a:pt x="294809" y="259842"/>
                  <a:pt x="330379" y="224981"/>
                  <a:pt x="339865" y="215646"/>
                </a:cubicBezTo>
                <a:cubicBezTo>
                  <a:pt x="342236" y="214503"/>
                  <a:pt x="342236" y="212122"/>
                  <a:pt x="342236" y="209836"/>
                </a:cubicBezTo>
                <a:lnTo>
                  <a:pt x="342236" y="98203"/>
                </a:lnTo>
                <a:cubicBezTo>
                  <a:pt x="342236" y="94679"/>
                  <a:pt x="341003" y="92392"/>
                  <a:pt x="337493" y="91250"/>
                </a:cubicBezTo>
                <a:close/>
                <a:moveTo>
                  <a:pt x="285418" y="321659"/>
                </a:moveTo>
                <a:lnTo>
                  <a:pt x="213898" y="321659"/>
                </a:lnTo>
                <a:lnTo>
                  <a:pt x="213898" y="293561"/>
                </a:lnTo>
                <a:lnTo>
                  <a:pt x="285418" y="293561"/>
                </a:lnTo>
                <a:lnTo>
                  <a:pt x="285418" y="321659"/>
                </a:lnTo>
                <a:close/>
                <a:moveTo>
                  <a:pt x="328198" y="207550"/>
                </a:moveTo>
                <a:cubicBezTo>
                  <a:pt x="313969" y="221552"/>
                  <a:pt x="273656" y="261080"/>
                  <a:pt x="273656" y="261080"/>
                </a:cubicBezTo>
                <a:cubicBezTo>
                  <a:pt x="272518" y="262223"/>
                  <a:pt x="271285" y="263366"/>
                  <a:pt x="271285" y="265748"/>
                </a:cubicBezTo>
                <a:lnTo>
                  <a:pt x="271285" y="279654"/>
                </a:lnTo>
                <a:lnTo>
                  <a:pt x="228600" y="279654"/>
                </a:lnTo>
                <a:lnTo>
                  <a:pt x="228600" y="225076"/>
                </a:lnTo>
                <a:cubicBezTo>
                  <a:pt x="232205" y="213455"/>
                  <a:pt x="242828" y="183166"/>
                  <a:pt x="249942" y="172783"/>
                </a:cubicBezTo>
                <a:cubicBezTo>
                  <a:pt x="252314" y="169259"/>
                  <a:pt x="254685" y="166973"/>
                  <a:pt x="258290" y="168116"/>
                </a:cubicBezTo>
                <a:cubicBezTo>
                  <a:pt x="260661" y="169259"/>
                  <a:pt x="261894" y="173927"/>
                  <a:pt x="260661" y="180880"/>
                </a:cubicBezTo>
                <a:lnTo>
                  <a:pt x="251175" y="222790"/>
                </a:lnTo>
                <a:cubicBezTo>
                  <a:pt x="250037" y="225076"/>
                  <a:pt x="251175" y="228600"/>
                  <a:pt x="254780" y="229743"/>
                </a:cubicBezTo>
                <a:cubicBezTo>
                  <a:pt x="257151" y="232029"/>
                  <a:pt x="260756" y="230886"/>
                  <a:pt x="263127" y="228600"/>
                </a:cubicBezTo>
                <a:lnTo>
                  <a:pt x="304674" y="187928"/>
                </a:lnTo>
                <a:cubicBezTo>
                  <a:pt x="307045" y="186785"/>
                  <a:pt x="307045" y="184404"/>
                  <a:pt x="307045" y="182118"/>
                </a:cubicBezTo>
                <a:cubicBezTo>
                  <a:pt x="307045" y="128587"/>
                  <a:pt x="318902" y="112300"/>
                  <a:pt x="324878" y="106489"/>
                </a:cubicBezTo>
                <a:cubicBezTo>
                  <a:pt x="326016" y="106489"/>
                  <a:pt x="327249" y="105346"/>
                  <a:pt x="328482" y="105346"/>
                </a:cubicBezTo>
                <a:lnTo>
                  <a:pt x="328482" y="207645"/>
                </a:lnTo>
                <a:close/>
                <a:moveTo>
                  <a:pt x="135737" y="279559"/>
                </a:moveTo>
                <a:lnTo>
                  <a:pt x="128149" y="279559"/>
                </a:lnTo>
                <a:lnTo>
                  <a:pt x="128149" y="222694"/>
                </a:lnTo>
                <a:cubicBezTo>
                  <a:pt x="128149" y="220408"/>
                  <a:pt x="115059" y="179642"/>
                  <a:pt x="105573" y="165735"/>
                </a:cubicBezTo>
                <a:cubicBezTo>
                  <a:pt x="98459" y="154115"/>
                  <a:pt x="87741" y="151733"/>
                  <a:pt x="79488" y="155258"/>
                </a:cubicBezTo>
                <a:cubicBezTo>
                  <a:pt x="71141" y="158782"/>
                  <a:pt x="65260" y="169259"/>
                  <a:pt x="68770" y="183166"/>
                </a:cubicBezTo>
                <a:lnTo>
                  <a:pt x="72374" y="201740"/>
                </a:lnTo>
                <a:lnTo>
                  <a:pt x="49799" y="179642"/>
                </a:lnTo>
                <a:cubicBezTo>
                  <a:pt x="49799" y="134302"/>
                  <a:pt x="41452" y="106394"/>
                  <a:pt x="26085" y="94774"/>
                </a:cubicBezTo>
                <a:cubicBezTo>
                  <a:pt x="15366" y="87821"/>
                  <a:pt x="5881" y="91250"/>
                  <a:pt x="4743" y="91250"/>
                </a:cubicBezTo>
                <a:cubicBezTo>
                  <a:pt x="2371" y="92392"/>
                  <a:pt x="0" y="94774"/>
                  <a:pt x="0" y="98203"/>
                </a:cubicBezTo>
                <a:lnTo>
                  <a:pt x="0" y="209836"/>
                </a:lnTo>
                <a:cubicBezTo>
                  <a:pt x="0" y="212122"/>
                  <a:pt x="1138" y="214503"/>
                  <a:pt x="2371" y="215646"/>
                </a:cubicBezTo>
                <a:cubicBezTo>
                  <a:pt x="15461" y="224981"/>
                  <a:pt x="48660" y="259842"/>
                  <a:pt x="56913" y="267938"/>
                </a:cubicBezTo>
                <a:lnTo>
                  <a:pt x="56913" y="279464"/>
                </a:lnTo>
                <a:lnTo>
                  <a:pt x="49799" y="279464"/>
                </a:lnTo>
                <a:cubicBezTo>
                  <a:pt x="46194" y="279464"/>
                  <a:pt x="42685" y="282988"/>
                  <a:pt x="42685" y="286512"/>
                </a:cubicBezTo>
                <a:lnTo>
                  <a:pt x="42685" y="328613"/>
                </a:lnTo>
                <a:cubicBezTo>
                  <a:pt x="42685" y="333280"/>
                  <a:pt x="46289" y="335661"/>
                  <a:pt x="49799" y="335661"/>
                </a:cubicBezTo>
                <a:lnTo>
                  <a:pt x="135642" y="335661"/>
                </a:lnTo>
                <a:cubicBezTo>
                  <a:pt x="140385" y="335661"/>
                  <a:pt x="142756" y="333280"/>
                  <a:pt x="142756" y="328613"/>
                </a:cubicBezTo>
                <a:lnTo>
                  <a:pt x="142756" y="286512"/>
                </a:lnTo>
                <a:cubicBezTo>
                  <a:pt x="142756" y="282988"/>
                  <a:pt x="140385" y="279464"/>
                  <a:pt x="135642" y="279464"/>
                </a:cubicBezTo>
                <a:close/>
                <a:moveTo>
                  <a:pt x="70003" y="260985"/>
                </a:moveTo>
                <a:cubicBezTo>
                  <a:pt x="67631" y="258699"/>
                  <a:pt x="30828" y="221456"/>
                  <a:pt x="14228" y="207454"/>
                </a:cubicBezTo>
                <a:lnTo>
                  <a:pt x="14228" y="105156"/>
                </a:lnTo>
                <a:cubicBezTo>
                  <a:pt x="15366" y="105156"/>
                  <a:pt x="16600" y="106299"/>
                  <a:pt x="17833" y="106299"/>
                </a:cubicBezTo>
                <a:cubicBezTo>
                  <a:pt x="24947" y="112109"/>
                  <a:pt x="35665" y="128397"/>
                  <a:pt x="35665" y="181927"/>
                </a:cubicBezTo>
                <a:cubicBezTo>
                  <a:pt x="35665" y="184214"/>
                  <a:pt x="36899" y="186595"/>
                  <a:pt x="38037" y="187738"/>
                </a:cubicBezTo>
                <a:lnTo>
                  <a:pt x="80721" y="228410"/>
                </a:lnTo>
                <a:cubicBezTo>
                  <a:pt x="83093" y="230696"/>
                  <a:pt x="85464" y="231934"/>
                  <a:pt x="89069" y="229552"/>
                </a:cubicBezTo>
                <a:cubicBezTo>
                  <a:pt x="91440" y="228410"/>
                  <a:pt x="92673" y="224885"/>
                  <a:pt x="92673" y="222599"/>
                </a:cubicBezTo>
                <a:lnTo>
                  <a:pt x="81955" y="180689"/>
                </a:lnTo>
                <a:cubicBezTo>
                  <a:pt x="80816" y="173736"/>
                  <a:pt x="83093" y="169069"/>
                  <a:pt x="85559" y="167926"/>
                </a:cubicBezTo>
                <a:cubicBezTo>
                  <a:pt x="87930" y="166783"/>
                  <a:pt x="91535" y="169069"/>
                  <a:pt x="93906" y="172593"/>
                </a:cubicBezTo>
                <a:cubicBezTo>
                  <a:pt x="101020" y="183071"/>
                  <a:pt x="110506" y="213265"/>
                  <a:pt x="114110" y="224885"/>
                </a:cubicBezTo>
                <a:lnTo>
                  <a:pt x="114110" y="279464"/>
                </a:lnTo>
                <a:lnTo>
                  <a:pt x="71426" y="279464"/>
                </a:lnTo>
                <a:lnTo>
                  <a:pt x="71426" y="265557"/>
                </a:lnTo>
                <a:cubicBezTo>
                  <a:pt x="71426" y="264414"/>
                  <a:pt x="71426" y="262033"/>
                  <a:pt x="70287" y="260890"/>
                </a:cubicBezTo>
                <a:close/>
                <a:moveTo>
                  <a:pt x="128623" y="321659"/>
                </a:moveTo>
                <a:lnTo>
                  <a:pt x="57103" y="321659"/>
                </a:lnTo>
                <a:lnTo>
                  <a:pt x="57103" y="293561"/>
                </a:lnTo>
                <a:lnTo>
                  <a:pt x="128623" y="293561"/>
                </a:lnTo>
                <a:lnTo>
                  <a:pt x="128623" y="321659"/>
                </a:lnTo>
                <a:close/>
                <a:moveTo>
                  <a:pt x="257056" y="132969"/>
                </a:moveTo>
                <a:lnTo>
                  <a:pt x="257056" y="48768"/>
                </a:lnTo>
                <a:cubicBezTo>
                  <a:pt x="257056" y="46387"/>
                  <a:pt x="255823" y="44101"/>
                  <a:pt x="253452" y="42958"/>
                </a:cubicBezTo>
                <a:lnTo>
                  <a:pt x="174817" y="857"/>
                </a:lnTo>
                <a:cubicBezTo>
                  <a:pt x="172446" y="-286"/>
                  <a:pt x="170075" y="-286"/>
                  <a:pt x="167703" y="857"/>
                </a:cubicBezTo>
                <a:lnTo>
                  <a:pt x="89069" y="42958"/>
                </a:lnTo>
                <a:cubicBezTo>
                  <a:pt x="86697" y="44101"/>
                  <a:pt x="85464" y="46482"/>
                  <a:pt x="85464" y="48768"/>
                </a:cubicBezTo>
                <a:lnTo>
                  <a:pt x="85464" y="132969"/>
                </a:lnTo>
                <a:cubicBezTo>
                  <a:pt x="85464" y="136493"/>
                  <a:pt x="86697" y="138779"/>
                  <a:pt x="89069" y="140017"/>
                </a:cubicBezTo>
                <a:lnTo>
                  <a:pt x="160589" y="182118"/>
                </a:lnTo>
                <a:lnTo>
                  <a:pt x="167703" y="182118"/>
                </a:lnTo>
                <a:lnTo>
                  <a:pt x="253547" y="140017"/>
                </a:lnTo>
                <a:cubicBezTo>
                  <a:pt x="255918" y="138875"/>
                  <a:pt x="257151" y="136493"/>
                  <a:pt x="257151" y="132969"/>
                </a:cubicBezTo>
                <a:close/>
                <a:moveTo>
                  <a:pt x="171213" y="14859"/>
                </a:moveTo>
                <a:lnTo>
                  <a:pt x="234386" y="48768"/>
                </a:lnTo>
                <a:lnTo>
                  <a:pt x="165237" y="83820"/>
                </a:lnTo>
                <a:cubicBezTo>
                  <a:pt x="165237" y="83820"/>
                  <a:pt x="165237" y="83820"/>
                  <a:pt x="107470" y="49625"/>
                </a:cubicBezTo>
                <a:lnTo>
                  <a:pt x="171213" y="14859"/>
                </a:lnTo>
                <a:close/>
                <a:moveTo>
                  <a:pt x="99692" y="62103"/>
                </a:moveTo>
                <a:cubicBezTo>
                  <a:pt x="108798" y="67437"/>
                  <a:pt x="125683" y="77343"/>
                  <a:pt x="156795" y="95726"/>
                </a:cubicBezTo>
                <a:lnTo>
                  <a:pt x="156795" y="163068"/>
                </a:lnTo>
                <a:cubicBezTo>
                  <a:pt x="148543" y="158210"/>
                  <a:pt x="132228" y="148590"/>
                  <a:pt x="99692" y="129445"/>
                </a:cubicBezTo>
                <a:lnTo>
                  <a:pt x="99692" y="62103"/>
                </a:lnTo>
                <a:close/>
                <a:moveTo>
                  <a:pt x="170833" y="165259"/>
                </a:moveTo>
                <a:lnTo>
                  <a:pt x="170833" y="96298"/>
                </a:lnTo>
                <a:cubicBezTo>
                  <a:pt x="176714" y="93440"/>
                  <a:pt x="193788" y="85058"/>
                  <a:pt x="242733" y="61055"/>
                </a:cubicBezTo>
                <a:lnTo>
                  <a:pt x="242733" y="129445"/>
                </a:lnTo>
                <a:cubicBezTo>
                  <a:pt x="242733" y="129445"/>
                  <a:pt x="242544" y="129540"/>
                  <a:pt x="170833" y="16525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" name="Graphic 16">
            <a:extLst>
              <a:ext uri="{FF2B5EF4-FFF2-40B4-BE49-F238E27FC236}">
                <a16:creationId xmlns:a16="http://schemas.microsoft.com/office/drawing/2014/main" id="{333800E4-1EDA-F133-9207-0A66935816B6}"/>
              </a:ext>
            </a:extLst>
          </p:cNvPr>
          <p:cNvSpPr/>
          <p:nvPr/>
        </p:nvSpPr>
        <p:spPr>
          <a:xfrm>
            <a:off x="3822475" y="812689"/>
            <a:ext cx="515252" cy="508000"/>
          </a:xfrm>
          <a:custGeom>
            <a:avLst/>
            <a:gdLst>
              <a:gd name="connsiteX0" fmla="*/ 384636 w 386438"/>
              <a:gd name="connsiteY0" fmla="*/ 367760 h 380999"/>
              <a:gd name="connsiteX1" fmla="*/ 311124 w 386438"/>
              <a:gd name="connsiteY1" fmla="*/ 295275 h 380999"/>
              <a:gd name="connsiteX2" fmla="*/ 333794 w 386438"/>
              <a:gd name="connsiteY2" fmla="*/ 236220 h 380999"/>
              <a:gd name="connsiteX3" fmla="*/ 239603 w 386438"/>
              <a:gd name="connsiteY3" fmla="*/ 144304 h 380999"/>
              <a:gd name="connsiteX4" fmla="*/ 145412 w 386438"/>
              <a:gd name="connsiteY4" fmla="*/ 236220 h 380999"/>
              <a:gd name="connsiteX5" fmla="*/ 239603 w 386438"/>
              <a:gd name="connsiteY5" fmla="*/ 328136 h 380999"/>
              <a:gd name="connsiteX6" fmla="*/ 300310 w 386438"/>
              <a:gd name="connsiteY6" fmla="*/ 305848 h 380999"/>
              <a:gd name="connsiteX7" fmla="*/ 373823 w 386438"/>
              <a:gd name="connsiteY7" fmla="*/ 378333 h 380999"/>
              <a:gd name="connsiteX8" fmla="*/ 379135 w 386438"/>
              <a:gd name="connsiteY8" fmla="*/ 381000 h 380999"/>
              <a:gd name="connsiteX9" fmla="*/ 384446 w 386438"/>
              <a:gd name="connsiteY9" fmla="*/ 378333 h 380999"/>
              <a:gd name="connsiteX10" fmla="*/ 384446 w 386438"/>
              <a:gd name="connsiteY10" fmla="*/ 367760 h 380999"/>
              <a:gd name="connsiteX11" fmla="*/ 161633 w 386438"/>
              <a:gd name="connsiteY11" fmla="*/ 236220 h 380999"/>
              <a:gd name="connsiteX12" fmla="*/ 239698 w 386438"/>
              <a:gd name="connsiteY12" fmla="*/ 160020 h 380999"/>
              <a:gd name="connsiteX13" fmla="*/ 317764 w 386438"/>
              <a:gd name="connsiteY13" fmla="*/ 236220 h 380999"/>
              <a:gd name="connsiteX14" fmla="*/ 295473 w 386438"/>
              <a:gd name="connsiteY14" fmla="*/ 289465 h 380999"/>
              <a:gd name="connsiteX15" fmla="*/ 294998 w 386438"/>
              <a:gd name="connsiteY15" fmla="*/ 289846 h 380999"/>
              <a:gd name="connsiteX16" fmla="*/ 294429 w 386438"/>
              <a:gd name="connsiteY16" fmla="*/ 290417 h 380999"/>
              <a:gd name="connsiteX17" fmla="*/ 239698 w 386438"/>
              <a:gd name="connsiteY17" fmla="*/ 312325 h 380999"/>
              <a:gd name="connsiteX18" fmla="*/ 161633 w 386438"/>
              <a:gd name="connsiteY18" fmla="*/ 236125 h 380999"/>
              <a:gd name="connsiteX19" fmla="*/ 16125 w 386438"/>
              <a:gd name="connsiteY19" fmla="*/ 79248 h 380999"/>
              <a:gd name="connsiteX20" fmla="*/ 16125 w 386438"/>
              <a:gd name="connsiteY20" fmla="*/ 237649 h 380999"/>
              <a:gd name="connsiteX21" fmla="*/ 104435 w 386438"/>
              <a:gd name="connsiteY21" fmla="*/ 237649 h 380999"/>
              <a:gd name="connsiteX22" fmla="*/ 112498 w 386438"/>
              <a:gd name="connsiteY22" fmla="*/ 245554 h 380999"/>
              <a:gd name="connsiteX23" fmla="*/ 104435 w 386438"/>
              <a:gd name="connsiteY23" fmla="*/ 253460 h 380999"/>
              <a:gd name="connsiteX24" fmla="*/ 8063 w 386438"/>
              <a:gd name="connsiteY24" fmla="*/ 253460 h 380999"/>
              <a:gd name="connsiteX25" fmla="*/ 0 w 386438"/>
              <a:gd name="connsiteY25" fmla="*/ 245554 h 380999"/>
              <a:gd name="connsiteX26" fmla="*/ 0 w 386438"/>
              <a:gd name="connsiteY26" fmla="*/ 71342 h 380999"/>
              <a:gd name="connsiteX27" fmla="*/ 3699 w 386438"/>
              <a:gd name="connsiteY27" fmla="*/ 65056 h 380999"/>
              <a:gd name="connsiteX28" fmla="*/ 67062 w 386438"/>
              <a:gd name="connsiteY28" fmla="*/ 2667 h 380999"/>
              <a:gd name="connsiteX29" fmla="*/ 72469 w 386438"/>
              <a:gd name="connsiteY29" fmla="*/ 0 h 380999"/>
              <a:gd name="connsiteX30" fmla="*/ 169031 w 386438"/>
              <a:gd name="connsiteY30" fmla="*/ 0 h 380999"/>
              <a:gd name="connsiteX31" fmla="*/ 175766 w 386438"/>
              <a:gd name="connsiteY31" fmla="*/ 2667 h 380999"/>
              <a:gd name="connsiteX32" fmla="*/ 240172 w 386438"/>
              <a:gd name="connsiteY32" fmla="*/ 66008 h 380999"/>
              <a:gd name="connsiteX33" fmla="*/ 241500 w 386438"/>
              <a:gd name="connsiteY33" fmla="*/ 75247 h 380999"/>
              <a:gd name="connsiteX34" fmla="*/ 241121 w 386438"/>
              <a:gd name="connsiteY34" fmla="*/ 75628 h 380999"/>
              <a:gd name="connsiteX35" fmla="*/ 241121 w 386438"/>
              <a:gd name="connsiteY35" fmla="*/ 102965 h 380999"/>
              <a:gd name="connsiteX36" fmla="*/ 233058 w 386438"/>
              <a:gd name="connsiteY36" fmla="*/ 110871 h 380999"/>
              <a:gd name="connsiteX37" fmla="*/ 224996 w 386438"/>
              <a:gd name="connsiteY37" fmla="*/ 102965 h 380999"/>
              <a:gd name="connsiteX38" fmla="*/ 224996 w 386438"/>
              <a:gd name="connsiteY38" fmla="*/ 79248 h 380999"/>
              <a:gd name="connsiteX39" fmla="*/ 16125 w 386438"/>
              <a:gd name="connsiteY39" fmla="*/ 79248 h 380999"/>
              <a:gd name="connsiteX40" fmla="*/ 214656 w 386438"/>
              <a:gd name="connsiteY40" fmla="*/ 63341 h 380999"/>
              <a:gd name="connsiteX41" fmla="*/ 128908 w 386438"/>
              <a:gd name="connsiteY41" fmla="*/ 63341 h 380999"/>
              <a:gd name="connsiteX42" fmla="*/ 128908 w 386438"/>
              <a:gd name="connsiteY42" fmla="*/ 15811 h 380999"/>
              <a:gd name="connsiteX43" fmla="*/ 166375 w 386438"/>
              <a:gd name="connsiteY43" fmla="*/ 15811 h 380999"/>
              <a:gd name="connsiteX44" fmla="*/ 214656 w 386438"/>
              <a:gd name="connsiteY44" fmla="*/ 63341 h 380999"/>
              <a:gd name="connsiteX45" fmla="*/ 76548 w 386438"/>
              <a:gd name="connsiteY45" fmla="*/ 15811 h 380999"/>
              <a:gd name="connsiteX46" fmla="*/ 112308 w 386438"/>
              <a:gd name="connsiteY46" fmla="*/ 15811 h 380999"/>
              <a:gd name="connsiteX47" fmla="*/ 112308 w 386438"/>
              <a:gd name="connsiteY47" fmla="*/ 63341 h 380999"/>
              <a:gd name="connsiteX48" fmla="*/ 28362 w 386438"/>
              <a:gd name="connsiteY48" fmla="*/ 63341 h 380999"/>
              <a:gd name="connsiteX49" fmla="*/ 76643 w 386438"/>
              <a:gd name="connsiteY49" fmla="*/ 15811 h 380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438" h="380999">
                <a:moveTo>
                  <a:pt x="384636" y="367760"/>
                </a:moveTo>
                <a:cubicBezTo>
                  <a:pt x="384636" y="367760"/>
                  <a:pt x="384446" y="367570"/>
                  <a:pt x="311124" y="295275"/>
                </a:cubicBezTo>
                <a:cubicBezTo>
                  <a:pt x="325162" y="279178"/>
                  <a:pt x="333794" y="258508"/>
                  <a:pt x="333794" y="236220"/>
                </a:cubicBezTo>
                <a:cubicBezTo>
                  <a:pt x="333794" y="184976"/>
                  <a:pt x="290730" y="144304"/>
                  <a:pt x="239603" y="144304"/>
                </a:cubicBezTo>
                <a:cubicBezTo>
                  <a:pt x="188476" y="144304"/>
                  <a:pt x="145412" y="184976"/>
                  <a:pt x="145412" y="236220"/>
                </a:cubicBezTo>
                <a:cubicBezTo>
                  <a:pt x="145412" y="287464"/>
                  <a:pt x="187149" y="328136"/>
                  <a:pt x="239603" y="328136"/>
                </a:cubicBezTo>
                <a:cubicBezTo>
                  <a:pt x="262558" y="328136"/>
                  <a:pt x="283805" y="319659"/>
                  <a:pt x="300310" y="305848"/>
                </a:cubicBezTo>
                <a:cubicBezTo>
                  <a:pt x="308088" y="313563"/>
                  <a:pt x="327059" y="332232"/>
                  <a:pt x="373823" y="378333"/>
                </a:cubicBezTo>
                <a:cubicBezTo>
                  <a:pt x="375151" y="379666"/>
                  <a:pt x="376479" y="381000"/>
                  <a:pt x="379135" y="381000"/>
                </a:cubicBezTo>
                <a:cubicBezTo>
                  <a:pt x="380463" y="381000"/>
                  <a:pt x="383118" y="379666"/>
                  <a:pt x="384446" y="378333"/>
                </a:cubicBezTo>
                <a:cubicBezTo>
                  <a:pt x="387102" y="375666"/>
                  <a:pt x="387102" y="370427"/>
                  <a:pt x="384446" y="367760"/>
                </a:cubicBezTo>
                <a:close/>
                <a:moveTo>
                  <a:pt x="161633" y="236220"/>
                </a:moveTo>
                <a:cubicBezTo>
                  <a:pt x="161633" y="194215"/>
                  <a:pt x="196634" y="160020"/>
                  <a:pt x="239698" y="160020"/>
                </a:cubicBezTo>
                <a:cubicBezTo>
                  <a:pt x="282762" y="160020"/>
                  <a:pt x="317764" y="194215"/>
                  <a:pt x="317764" y="236220"/>
                </a:cubicBezTo>
                <a:cubicBezTo>
                  <a:pt x="317764" y="256985"/>
                  <a:pt x="309227" y="275749"/>
                  <a:pt x="295473" y="289465"/>
                </a:cubicBezTo>
                <a:cubicBezTo>
                  <a:pt x="295378" y="289655"/>
                  <a:pt x="295093" y="289655"/>
                  <a:pt x="294998" y="289846"/>
                </a:cubicBezTo>
                <a:cubicBezTo>
                  <a:pt x="294809" y="290036"/>
                  <a:pt x="294714" y="290227"/>
                  <a:pt x="294429" y="290417"/>
                </a:cubicBezTo>
                <a:cubicBezTo>
                  <a:pt x="280296" y="303943"/>
                  <a:pt x="261040" y="312325"/>
                  <a:pt x="239698" y="312325"/>
                </a:cubicBezTo>
                <a:cubicBezTo>
                  <a:pt x="196634" y="312325"/>
                  <a:pt x="161633" y="278130"/>
                  <a:pt x="161633" y="236125"/>
                </a:cubicBezTo>
                <a:close/>
                <a:moveTo>
                  <a:pt x="16125" y="79248"/>
                </a:moveTo>
                <a:lnTo>
                  <a:pt x="16125" y="237649"/>
                </a:lnTo>
                <a:lnTo>
                  <a:pt x="104435" y="237649"/>
                </a:lnTo>
                <a:cubicBezTo>
                  <a:pt x="109747" y="237649"/>
                  <a:pt x="112498" y="241649"/>
                  <a:pt x="112498" y="245554"/>
                </a:cubicBezTo>
                <a:cubicBezTo>
                  <a:pt x="112498" y="250793"/>
                  <a:pt x="109842" y="253460"/>
                  <a:pt x="104435" y="253460"/>
                </a:cubicBezTo>
                <a:lnTo>
                  <a:pt x="8063" y="253460"/>
                </a:lnTo>
                <a:cubicBezTo>
                  <a:pt x="4079" y="253460"/>
                  <a:pt x="0" y="250793"/>
                  <a:pt x="0" y="245554"/>
                </a:cubicBezTo>
                <a:lnTo>
                  <a:pt x="0" y="71342"/>
                </a:lnTo>
                <a:cubicBezTo>
                  <a:pt x="0" y="68961"/>
                  <a:pt x="1613" y="66580"/>
                  <a:pt x="3699" y="65056"/>
                </a:cubicBezTo>
                <a:cubicBezTo>
                  <a:pt x="45881" y="23527"/>
                  <a:pt x="66996" y="2731"/>
                  <a:pt x="67062" y="2667"/>
                </a:cubicBezTo>
                <a:cubicBezTo>
                  <a:pt x="68390" y="1333"/>
                  <a:pt x="71046" y="0"/>
                  <a:pt x="72469" y="0"/>
                </a:cubicBezTo>
                <a:lnTo>
                  <a:pt x="169031" y="0"/>
                </a:lnTo>
                <a:cubicBezTo>
                  <a:pt x="171687" y="0"/>
                  <a:pt x="174438" y="1333"/>
                  <a:pt x="175766" y="2667"/>
                </a:cubicBezTo>
                <a:lnTo>
                  <a:pt x="240172" y="66008"/>
                </a:lnTo>
                <a:cubicBezTo>
                  <a:pt x="241500" y="68675"/>
                  <a:pt x="242828" y="72580"/>
                  <a:pt x="241500" y="75247"/>
                </a:cubicBezTo>
                <a:cubicBezTo>
                  <a:pt x="241500" y="75438"/>
                  <a:pt x="241216" y="75438"/>
                  <a:pt x="241121" y="75628"/>
                </a:cubicBezTo>
                <a:lnTo>
                  <a:pt x="241121" y="102965"/>
                </a:lnTo>
                <a:cubicBezTo>
                  <a:pt x="241121" y="108204"/>
                  <a:pt x="238465" y="110871"/>
                  <a:pt x="233058" y="110871"/>
                </a:cubicBezTo>
                <a:cubicBezTo>
                  <a:pt x="229074" y="110871"/>
                  <a:pt x="224996" y="108204"/>
                  <a:pt x="224996" y="102965"/>
                </a:cubicBezTo>
                <a:lnTo>
                  <a:pt x="224996" y="79248"/>
                </a:lnTo>
                <a:lnTo>
                  <a:pt x="16125" y="79248"/>
                </a:lnTo>
                <a:close/>
                <a:moveTo>
                  <a:pt x="214656" y="63341"/>
                </a:moveTo>
                <a:lnTo>
                  <a:pt x="128908" y="63341"/>
                </a:lnTo>
                <a:lnTo>
                  <a:pt x="128908" y="15811"/>
                </a:lnTo>
                <a:lnTo>
                  <a:pt x="166375" y="15811"/>
                </a:lnTo>
                <a:lnTo>
                  <a:pt x="214656" y="63341"/>
                </a:lnTo>
                <a:close/>
                <a:moveTo>
                  <a:pt x="76548" y="15811"/>
                </a:moveTo>
                <a:lnTo>
                  <a:pt x="112308" y="15811"/>
                </a:lnTo>
                <a:lnTo>
                  <a:pt x="112308" y="63341"/>
                </a:lnTo>
                <a:lnTo>
                  <a:pt x="28362" y="63341"/>
                </a:lnTo>
                <a:lnTo>
                  <a:pt x="76643" y="1581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" name="Graphic 16">
            <a:extLst>
              <a:ext uri="{FF2B5EF4-FFF2-40B4-BE49-F238E27FC236}">
                <a16:creationId xmlns:a16="http://schemas.microsoft.com/office/drawing/2014/main" id="{AB73EB8F-A21A-8673-B12D-C8028B98FAE9}"/>
              </a:ext>
            </a:extLst>
          </p:cNvPr>
          <p:cNvSpPr/>
          <p:nvPr/>
        </p:nvSpPr>
        <p:spPr>
          <a:xfrm>
            <a:off x="4590825" y="812689"/>
            <a:ext cx="515252" cy="508000"/>
          </a:xfrm>
          <a:custGeom>
            <a:avLst/>
            <a:gdLst>
              <a:gd name="connsiteX0" fmla="*/ 384636 w 386438"/>
              <a:gd name="connsiteY0" fmla="*/ 367760 h 380999"/>
              <a:gd name="connsiteX1" fmla="*/ 311124 w 386438"/>
              <a:gd name="connsiteY1" fmla="*/ 295275 h 380999"/>
              <a:gd name="connsiteX2" fmla="*/ 333794 w 386438"/>
              <a:gd name="connsiteY2" fmla="*/ 236220 h 380999"/>
              <a:gd name="connsiteX3" fmla="*/ 239603 w 386438"/>
              <a:gd name="connsiteY3" fmla="*/ 144304 h 380999"/>
              <a:gd name="connsiteX4" fmla="*/ 145412 w 386438"/>
              <a:gd name="connsiteY4" fmla="*/ 236220 h 380999"/>
              <a:gd name="connsiteX5" fmla="*/ 239603 w 386438"/>
              <a:gd name="connsiteY5" fmla="*/ 328136 h 380999"/>
              <a:gd name="connsiteX6" fmla="*/ 300310 w 386438"/>
              <a:gd name="connsiteY6" fmla="*/ 305848 h 380999"/>
              <a:gd name="connsiteX7" fmla="*/ 373823 w 386438"/>
              <a:gd name="connsiteY7" fmla="*/ 378333 h 380999"/>
              <a:gd name="connsiteX8" fmla="*/ 379135 w 386438"/>
              <a:gd name="connsiteY8" fmla="*/ 381000 h 380999"/>
              <a:gd name="connsiteX9" fmla="*/ 384446 w 386438"/>
              <a:gd name="connsiteY9" fmla="*/ 378333 h 380999"/>
              <a:gd name="connsiteX10" fmla="*/ 384446 w 386438"/>
              <a:gd name="connsiteY10" fmla="*/ 367760 h 380999"/>
              <a:gd name="connsiteX11" fmla="*/ 161633 w 386438"/>
              <a:gd name="connsiteY11" fmla="*/ 236220 h 380999"/>
              <a:gd name="connsiteX12" fmla="*/ 239698 w 386438"/>
              <a:gd name="connsiteY12" fmla="*/ 160020 h 380999"/>
              <a:gd name="connsiteX13" fmla="*/ 317764 w 386438"/>
              <a:gd name="connsiteY13" fmla="*/ 236220 h 380999"/>
              <a:gd name="connsiteX14" fmla="*/ 295473 w 386438"/>
              <a:gd name="connsiteY14" fmla="*/ 289465 h 380999"/>
              <a:gd name="connsiteX15" fmla="*/ 294998 w 386438"/>
              <a:gd name="connsiteY15" fmla="*/ 289846 h 380999"/>
              <a:gd name="connsiteX16" fmla="*/ 294429 w 386438"/>
              <a:gd name="connsiteY16" fmla="*/ 290417 h 380999"/>
              <a:gd name="connsiteX17" fmla="*/ 239698 w 386438"/>
              <a:gd name="connsiteY17" fmla="*/ 312325 h 380999"/>
              <a:gd name="connsiteX18" fmla="*/ 161633 w 386438"/>
              <a:gd name="connsiteY18" fmla="*/ 236125 h 380999"/>
              <a:gd name="connsiteX19" fmla="*/ 16125 w 386438"/>
              <a:gd name="connsiteY19" fmla="*/ 79248 h 380999"/>
              <a:gd name="connsiteX20" fmla="*/ 16125 w 386438"/>
              <a:gd name="connsiteY20" fmla="*/ 237649 h 380999"/>
              <a:gd name="connsiteX21" fmla="*/ 104435 w 386438"/>
              <a:gd name="connsiteY21" fmla="*/ 237649 h 380999"/>
              <a:gd name="connsiteX22" fmla="*/ 112498 w 386438"/>
              <a:gd name="connsiteY22" fmla="*/ 245554 h 380999"/>
              <a:gd name="connsiteX23" fmla="*/ 104435 w 386438"/>
              <a:gd name="connsiteY23" fmla="*/ 253460 h 380999"/>
              <a:gd name="connsiteX24" fmla="*/ 8063 w 386438"/>
              <a:gd name="connsiteY24" fmla="*/ 253460 h 380999"/>
              <a:gd name="connsiteX25" fmla="*/ 0 w 386438"/>
              <a:gd name="connsiteY25" fmla="*/ 245554 h 380999"/>
              <a:gd name="connsiteX26" fmla="*/ 0 w 386438"/>
              <a:gd name="connsiteY26" fmla="*/ 71342 h 380999"/>
              <a:gd name="connsiteX27" fmla="*/ 3699 w 386438"/>
              <a:gd name="connsiteY27" fmla="*/ 65056 h 380999"/>
              <a:gd name="connsiteX28" fmla="*/ 67062 w 386438"/>
              <a:gd name="connsiteY28" fmla="*/ 2667 h 380999"/>
              <a:gd name="connsiteX29" fmla="*/ 72469 w 386438"/>
              <a:gd name="connsiteY29" fmla="*/ 0 h 380999"/>
              <a:gd name="connsiteX30" fmla="*/ 169031 w 386438"/>
              <a:gd name="connsiteY30" fmla="*/ 0 h 380999"/>
              <a:gd name="connsiteX31" fmla="*/ 175766 w 386438"/>
              <a:gd name="connsiteY31" fmla="*/ 2667 h 380999"/>
              <a:gd name="connsiteX32" fmla="*/ 240172 w 386438"/>
              <a:gd name="connsiteY32" fmla="*/ 66008 h 380999"/>
              <a:gd name="connsiteX33" fmla="*/ 241500 w 386438"/>
              <a:gd name="connsiteY33" fmla="*/ 75247 h 380999"/>
              <a:gd name="connsiteX34" fmla="*/ 241121 w 386438"/>
              <a:gd name="connsiteY34" fmla="*/ 75628 h 380999"/>
              <a:gd name="connsiteX35" fmla="*/ 241121 w 386438"/>
              <a:gd name="connsiteY35" fmla="*/ 102965 h 380999"/>
              <a:gd name="connsiteX36" fmla="*/ 233058 w 386438"/>
              <a:gd name="connsiteY36" fmla="*/ 110871 h 380999"/>
              <a:gd name="connsiteX37" fmla="*/ 224996 w 386438"/>
              <a:gd name="connsiteY37" fmla="*/ 102965 h 380999"/>
              <a:gd name="connsiteX38" fmla="*/ 224996 w 386438"/>
              <a:gd name="connsiteY38" fmla="*/ 79248 h 380999"/>
              <a:gd name="connsiteX39" fmla="*/ 16125 w 386438"/>
              <a:gd name="connsiteY39" fmla="*/ 79248 h 380999"/>
              <a:gd name="connsiteX40" fmla="*/ 214656 w 386438"/>
              <a:gd name="connsiteY40" fmla="*/ 63341 h 380999"/>
              <a:gd name="connsiteX41" fmla="*/ 128908 w 386438"/>
              <a:gd name="connsiteY41" fmla="*/ 63341 h 380999"/>
              <a:gd name="connsiteX42" fmla="*/ 128908 w 386438"/>
              <a:gd name="connsiteY42" fmla="*/ 15811 h 380999"/>
              <a:gd name="connsiteX43" fmla="*/ 166375 w 386438"/>
              <a:gd name="connsiteY43" fmla="*/ 15811 h 380999"/>
              <a:gd name="connsiteX44" fmla="*/ 214656 w 386438"/>
              <a:gd name="connsiteY44" fmla="*/ 63341 h 380999"/>
              <a:gd name="connsiteX45" fmla="*/ 76548 w 386438"/>
              <a:gd name="connsiteY45" fmla="*/ 15811 h 380999"/>
              <a:gd name="connsiteX46" fmla="*/ 112308 w 386438"/>
              <a:gd name="connsiteY46" fmla="*/ 15811 h 380999"/>
              <a:gd name="connsiteX47" fmla="*/ 112308 w 386438"/>
              <a:gd name="connsiteY47" fmla="*/ 63341 h 380999"/>
              <a:gd name="connsiteX48" fmla="*/ 28362 w 386438"/>
              <a:gd name="connsiteY48" fmla="*/ 63341 h 380999"/>
              <a:gd name="connsiteX49" fmla="*/ 76643 w 386438"/>
              <a:gd name="connsiteY49" fmla="*/ 15811 h 380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438" h="380999">
                <a:moveTo>
                  <a:pt x="384636" y="367760"/>
                </a:moveTo>
                <a:cubicBezTo>
                  <a:pt x="384636" y="367760"/>
                  <a:pt x="384446" y="367570"/>
                  <a:pt x="311124" y="295275"/>
                </a:cubicBezTo>
                <a:cubicBezTo>
                  <a:pt x="325162" y="279178"/>
                  <a:pt x="333794" y="258508"/>
                  <a:pt x="333794" y="236220"/>
                </a:cubicBezTo>
                <a:cubicBezTo>
                  <a:pt x="333794" y="184976"/>
                  <a:pt x="290730" y="144304"/>
                  <a:pt x="239603" y="144304"/>
                </a:cubicBezTo>
                <a:cubicBezTo>
                  <a:pt x="188476" y="144304"/>
                  <a:pt x="145412" y="184976"/>
                  <a:pt x="145412" y="236220"/>
                </a:cubicBezTo>
                <a:cubicBezTo>
                  <a:pt x="145412" y="287464"/>
                  <a:pt x="187149" y="328136"/>
                  <a:pt x="239603" y="328136"/>
                </a:cubicBezTo>
                <a:cubicBezTo>
                  <a:pt x="262558" y="328136"/>
                  <a:pt x="283805" y="319659"/>
                  <a:pt x="300310" y="305848"/>
                </a:cubicBezTo>
                <a:cubicBezTo>
                  <a:pt x="308088" y="313563"/>
                  <a:pt x="327059" y="332232"/>
                  <a:pt x="373823" y="378333"/>
                </a:cubicBezTo>
                <a:cubicBezTo>
                  <a:pt x="375151" y="379666"/>
                  <a:pt x="376479" y="381000"/>
                  <a:pt x="379135" y="381000"/>
                </a:cubicBezTo>
                <a:cubicBezTo>
                  <a:pt x="380463" y="381000"/>
                  <a:pt x="383118" y="379666"/>
                  <a:pt x="384446" y="378333"/>
                </a:cubicBezTo>
                <a:cubicBezTo>
                  <a:pt x="387102" y="375666"/>
                  <a:pt x="387102" y="370427"/>
                  <a:pt x="384446" y="367760"/>
                </a:cubicBezTo>
                <a:close/>
                <a:moveTo>
                  <a:pt x="161633" y="236220"/>
                </a:moveTo>
                <a:cubicBezTo>
                  <a:pt x="161633" y="194215"/>
                  <a:pt x="196634" y="160020"/>
                  <a:pt x="239698" y="160020"/>
                </a:cubicBezTo>
                <a:cubicBezTo>
                  <a:pt x="282762" y="160020"/>
                  <a:pt x="317764" y="194215"/>
                  <a:pt x="317764" y="236220"/>
                </a:cubicBezTo>
                <a:cubicBezTo>
                  <a:pt x="317764" y="256985"/>
                  <a:pt x="309227" y="275749"/>
                  <a:pt x="295473" y="289465"/>
                </a:cubicBezTo>
                <a:cubicBezTo>
                  <a:pt x="295378" y="289655"/>
                  <a:pt x="295093" y="289655"/>
                  <a:pt x="294998" y="289846"/>
                </a:cubicBezTo>
                <a:cubicBezTo>
                  <a:pt x="294809" y="290036"/>
                  <a:pt x="294714" y="290227"/>
                  <a:pt x="294429" y="290417"/>
                </a:cubicBezTo>
                <a:cubicBezTo>
                  <a:pt x="280296" y="303943"/>
                  <a:pt x="261040" y="312325"/>
                  <a:pt x="239698" y="312325"/>
                </a:cubicBezTo>
                <a:cubicBezTo>
                  <a:pt x="196634" y="312325"/>
                  <a:pt x="161633" y="278130"/>
                  <a:pt x="161633" y="236125"/>
                </a:cubicBezTo>
                <a:close/>
                <a:moveTo>
                  <a:pt x="16125" y="79248"/>
                </a:moveTo>
                <a:lnTo>
                  <a:pt x="16125" y="237649"/>
                </a:lnTo>
                <a:lnTo>
                  <a:pt x="104435" y="237649"/>
                </a:lnTo>
                <a:cubicBezTo>
                  <a:pt x="109747" y="237649"/>
                  <a:pt x="112498" y="241649"/>
                  <a:pt x="112498" y="245554"/>
                </a:cubicBezTo>
                <a:cubicBezTo>
                  <a:pt x="112498" y="250793"/>
                  <a:pt x="109842" y="253460"/>
                  <a:pt x="104435" y="253460"/>
                </a:cubicBezTo>
                <a:lnTo>
                  <a:pt x="8063" y="253460"/>
                </a:lnTo>
                <a:cubicBezTo>
                  <a:pt x="4079" y="253460"/>
                  <a:pt x="0" y="250793"/>
                  <a:pt x="0" y="245554"/>
                </a:cubicBezTo>
                <a:lnTo>
                  <a:pt x="0" y="71342"/>
                </a:lnTo>
                <a:cubicBezTo>
                  <a:pt x="0" y="68961"/>
                  <a:pt x="1613" y="66580"/>
                  <a:pt x="3699" y="65056"/>
                </a:cubicBezTo>
                <a:cubicBezTo>
                  <a:pt x="45881" y="23527"/>
                  <a:pt x="66996" y="2731"/>
                  <a:pt x="67062" y="2667"/>
                </a:cubicBezTo>
                <a:cubicBezTo>
                  <a:pt x="68390" y="1333"/>
                  <a:pt x="71046" y="0"/>
                  <a:pt x="72469" y="0"/>
                </a:cubicBezTo>
                <a:lnTo>
                  <a:pt x="169031" y="0"/>
                </a:lnTo>
                <a:cubicBezTo>
                  <a:pt x="171687" y="0"/>
                  <a:pt x="174438" y="1333"/>
                  <a:pt x="175766" y="2667"/>
                </a:cubicBezTo>
                <a:lnTo>
                  <a:pt x="240172" y="66008"/>
                </a:lnTo>
                <a:cubicBezTo>
                  <a:pt x="241500" y="68675"/>
                  <a:pt x="242828" y="72580"/>
                  <a:pt x="241500" y="75247"/>
                </a:cubicBezTo>
                <a:cubicBezTo>
                  <a:pt x="241500" y="75438"/>
                  <a:pt x="241216" y="75438"/>
                  <a:pt x="241121" y="75628"/>
                </a:cubicBezTo>
                <a:lnTo>
                  <a:pt x="241121" y="102965"/>
                </a:lnTo>
                <a:cubicBezTo>
                  <a:pt x="241121" y="108204"/>
                  <a:pt x="238465" y="110871"/>
                  <a:pt x="233058" y="110871"/>
                </a:cubicBezTo>
                <a:cubicBezTo>
                  <a:pt x="229074" y="110871"/>
                  <a:pt x="224996" y="108204"/>
                  <a:pt x="224996" y="102965"/>
                </a:cubicBezTo>
                <a:lnTo>
                  <a:pt x="224996" y="79248"/>
                </a:lnTo>
                <a:lnTo>
                  <a:pt x="16125" y="79248"/>
                </a:lnTo>
                <a:close/>
                <a:moveTo>
                  <a:pt x="214656" y="63341"/>
                </a:moveTo>
                <a:lnTo>
                  <a:pt x="128908" y="63341"/>
                </a:lnTo>
                <a:lnTo>
                  <a:pt x="128908" y="15811"/>
                </a:lnTo>
                <a:lnTo>
                  <a:pt x="166375" y="15811"/>
                </a:lnTo>
                <a:lnTo>
                  <a:pt x="214656" y="63341"/>
                </a:lnTo>
                <a:close/>
                <a:moveTo>
                  <a:pt x="76548" y="15811"/>
                </a:moveTo>
                <a:lnTo>
                  <a:pt x="112308" y="15811"/>
                </a:lnTo>
                <a:lnTo>
                  <a:pt x="112308" y="63341"/>
                </a:lnTo>
                <a:lnTo>
                  <a:pt x="28362" y="63341"/>
                </a:lnTo>
                <a:lnTo>
                  <a:pt x="76643" y="1581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6">
            <a:extLst>
              <a:ext uri="{FF2B5EF4-FFF2-40B4-BE49-F238E27FC236}">
                <a16:creationId xmlns:a16="http://schemas.microsoft.com/office/drawing/2014/main" id="{1F79B9FC-9F93-CC34-0CEC-64E12B935875}"/>
              </a:ext>
            </a:extLst>
          </p:cNvPr>
          <p:cNvSpPr/>
          <p:nvPr/>
        </p:nvSpPr>
        <p:spPr>
          <a:xfrm>
            <a:off x="3822475" y="1457214"/>
            <a:ext cx="515252" cy="508000"/>
          </a:xfrm>
          <a:custGeom>
            <a:avLst/>
            <a:gdLst>
              <a:gd name="connsiteX0" fmla="*/ 384636 w 386438"/>
              <a:gd name="connsiteY0" fmla="*/ 367760 h 380999"/>
              <a:gd name="connsiteX1" fmla="*/ 311124 w 386438"/>
              <a:gd name="connsiteY1" fmla="*/ 295275 h 380999"/>
              <a:gd name="connsiteX2" fmla="*/ 333794 w 386438"/>
              <a:gd name="connsiteY2" fmla="*/ 236220 h 380999"/>
              <a:gd name="connsiteX3" fmla="*/ 239603 w 386438"/>
              <a:gd name="connsiteY3" fmla="*/ 144304 h 380999"/>
              <a:gd name="connsiteX4" fmla="*/ 145412 w 386438"/>
              <a:gd name="connsiteY4" fmla="*/ 236220 h 380999"/>
              <a:gd name="connsiteX5" fmla="*/ 239603 w 386438"/>
              <a:gd name="connsiteY5" fmla="*/ 328136 h 380999"/>
              <a:gd name="connsiteX6" fmla="*/ 300310 w 386438"/>
              <a:gd name="connsiteY6" fmla="*/ 305848 h 380999"/>
              <a:gd name="connsiteX7" fmla="*/ 373823 w 386438"/>
              <a:gd name="connsiteY7" fmla="*/ 378333 h 380999"/>
              <a:gd name="connsiteX8" fmla="*/ 379135 w 386438"/>
              <a:gd name="connsiteY8" fmla="*/ 381000 h 380999"/>
              <a:gd name="connsiteX9" fmla="*/ 384446 w 386438"/>
              <a:gd name="connsiteY9" fmla="*/ 378333 h 380999"/>
              <a:gd name="connsiteX10" fmla="*/ 384446 w 386438"/>
              <a:gd name="connsiteY10" fmla="*/ 367760 h 380999"/>
              <a:gd name="connsiteX11" fmla="*/ 161633 w 386438"/>
              <a:gd name="connsiteY11" fmla="*/ 236220 h 380999"/>
              <a:gd name="connsiteX12" fmla="*/ 239698 w 386438"/>
              <a:gd name="connsiteY12" fmla="*/ 160020 h 380999"/>
              <a:gd name="connsiteX13" fmla="*/ 317764 w 386438"/>
              <a:gd name="connsiteY13" fmla="*/ 236220 h 380999"/>
              <a:gd name="connsiteX14" fmla="*/ 295473 w 386438"/>
              <a:gd name="connsiteY14" fmla="*/ 289465 h 380999"/>
              <a:gd name="connsiteX15" fmla="*/ 294998 w 386438"/>
              <a:gd name="connsiteY15" fmla="*/ 289846 h 380999"/>
              <a:gd name="connsiteX16" fmla="*/ 294429 w 386438"/>
              <a:gd name="connsiteY16" fmla="*/ 290417 h 380999"/>
              <a:gd name="connsiteX17" fmla="*/ 239698 w 386438"/>
              <a:gd name="connsiteY17" fmla="*/ 312325 h 380999"/>
              <a:gd name="connsiteX18" fmla="*/ 161633 w 386438"/>
              <a:gd name="connsiteY18" fmla="*/ 236125 h 380999"/>
              <a:gd name="connsiteX19" fmla="*/ 16125 w 386438"/>
              <a:gd name="connsiteY19" fmla="*/ 79248 h 380999"/>
              <a:gd name="connsiteX20" fmla="*/ 16125 w 386438"/>
              <a:gd name="connsiteY20" fmla="*/ 237649 h 380999"/>
              <a:gd name="connsiteX21" fmla="*/ 104435 w 386438"/>
              <a:gd name="connsiteY21" fmla="*/ 237649 h 380999"/>
              <a:gd name="connsiteX22" fmla="*/ 112498 w 386438"/>
              <a:gd name="connsiteY22" fmla="*/ 245554 h 380999"/>
              <a:gd name="connsiteX23" fmla="*/ 104435 w 386438"/>
              <a:gd name="connsiteY23" fmla="*/ 253460 h 380999"/>
              <a:gd name="connsiteX24" fmla="*/ 8063 w 386438"/>
              <a:gd name="connsiteY24" fmla="*/ 253460 h 380999"/>
              <a:gd name="connsiteX25" fmla="*/ 0 w 386438"/>
              <a:gd name="connsiteY25" fmla="*/ 245554 h 380999"/>
              <a:gd name="connsiteX26" fmla="*/ 0 w 386438"/>
              <a:gd name="connsiteY26" fmla="*/ 71342 h 380999"/>
              <a:gd name="connsiteX27" fmla="*/ 3699 w 386438"/>
              <a:gd name="connsiteY27" fmla="*/ 65056 h 380999"/>
              <a:gd name="connsiteX28" fmla="*/ 67062 w 386438"/>
              <a:gd name="connsiteY28" fmla="*/ 2667 h 380999"/>
              <a:gd name="connsiteX29" fmla="*/ 72469 w 386438"/>
              <a:gd name="connsiteY29" fmla="*/ 0 h 380999"/>
              <a:gd name="connsiteX30" fmla="*/ 169031 w 386438"/>
              <a:gd name="connsiteY30" fmla="*/ 0 h 380999"/>
              <a:gd name="connsiteX31" fmla="*/ 175766 w 386438"/>
              <a:gd name="connsiteY31" fmla="*/ 2667 h 380999"/>
              <a:gd name="connsiteX32" fmla="*/ 240172 w 386438"/>
              <a:gd name="connsiteY32" fmla="*/ 66008 h 380999"/>
              <a:gd name="connsiteX33" fmla="*/ 241500 w 386438"/>
              <a:gd name="connsiteY33" fmla="*/ 75247 h 380999"/>
              <a:gd name="connsiteX34" fmla="*/ 241121 w 386438"/>
              <a:gd name="connsiteY34" fmla="*/ 75628 h 380999"/>
              <a:gd name="connsiteX35" fmla="*/ 241121 w 386438"/>
              <a:gd name="connsiteY35" fmla="*/ 102965 h 380999"/>
              <a:gd name="connsiteX36" fmla="*/ 233058 w 386438"/>
              <a:gd name="connsiteY36" fmla="*/ 110871 h 380999"/>
              <a:gd name="connsiteX37" fmla="*/ 224996 w 386438"/>
              <a:gd name="connsiteY37" fmla="*/ 102965 h 380999"/>
              <a:gd name="connsiteX38" fmla="*/ 224996 w 386438"/>
              <a:gd name="connsiteY38" fmla="*/ 79248 h 380999"/>
              <a:gd name="connsiteX39" fmla="*/ 16125 w 386438"/>
              <a:gd name="connsiteY39" fmla="*/ 79248 h 380999"/>
              <a:gd name="connsiteX40" fmla="*/ 214656 w 386438"/>
              <a:gd name="connsiteY40" fmla="*/ 63341 h 380999"/>
              <a:gd name="connsiteX41" fmla="*/ 128908 w 386438"/>
              <a:gd name="connsiteY41" fmla="*/ 63341 h 380999"/>
              <a:gd name="connsiteX42" fmla="*/ 128908 w 386438"/>
              <a:gd name="connsiteY42" fmla="*/ 15811 h 380999"/>
              <a:gd name="connsiteX43" fmla="*/ 166375 w 386438"/>
              <a:gd name="connsiteY43" fmla="*/ 15811 h 380999"/>
              <a:gd name="connsiteX44" fmla="*/ 214656 w 386438"/>
              <a:gd name="connsiteY44" fmla="*/ 63341 h 380999"/>
              <a:gd name="connsiteX45" fmla="*/ 76548 w 386438"/>
              <a:gd name="connsiteY45" fmla="*/ 15811 h 380999"/>
              <a:gd name="connsiteX46" fmla="*/ 112308 w 386438"/>
              <a:gd name="connsiteY46" fmla="*/ 15811 h 380999"/>
              <a:gd name="connsiteX47" fmla="*/ 112308 w 386438"/>
              <a:gd name="connsiteY47" fmla="*/ 63341 h 380999"/>
              <a:gd name="connsiteX48" fmla="*/ 28362 w 386438"/>
              <a:gd name="connsiteY48" fmla="*/ 63341 h 380999"/>
              <a:gd name="connsiteX49" fmla="*/ 76643 w 386438"/>
              <a:gd name="connsiteY49" fmla="*/ 15811 h 380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438" h="380999">
                <a:moveTo>
                  <a:pt x="384636" y="367760"/>
                </a:moveTo>
                <a:cubicBezTo>
                  <a:pt x="384636" y="367760"/>
                  <a:pt x="384446" y="367570"/>
                  <a:pt x="311124" y="295275"/>
                </a:cubicBezTo>
                <a:cubicBezTo>
                  <a:pt x="325162" y="279178"/>
                  <a:pt x="333794" y="258508"/>
                  <a:pt x="333794" y="236220"/>
                </a:cubicBezTo>
                <a:cubicBezTo>
                  <a:pt x="333794" y="184976"/>
                  <a:pt x="290730" y="144304"/>
                  <a:pt x="239603" y="144304"/>
                </a:cubicBezTo>
                <a:cubicBezTo>
                  <a:pt x="188476" y="144304"/>
                  <a:pt x="145412" y="184976"/>
                  <a:pt x="145412" y="236220"/>
                </a:cubicBezTo>
                <a:cubicBezTo>
                  <a:pt x="145412" y="287464"/>
                  <a:pt x="187149" y="328136"/>
                  <a:pt x="239603" y="328136"/>
                </a:cubicBezTo>
                <a:cubicBezTo>
                  <a:pt x="262558" y="328136"/>
                  <a:pt x="283805" y="319659"/>
                  <a:pt x="300310" y="305848"/>
                </a:cubicBezTo>
                <a:cubicBezTo>
                  <a:pt x="308088" y="313563"/>
                  <a:pt x="327059" y="332232"/>
                  <a:pt x="373823" y="378333"/>
                </a:cubicBezTo>
                <a:cubicBezTo>
                  <a:pt x="375151" y="379666"/>
                  <a:pt x="376479" y="381000"/>
                  <a:pt x="379135" y="381000"/>
                </a:cubicBezTo>
                <a:cubicBezTo>
                  <a:pt x="380463" y="381000"/>
                  <a:pt x="383118" y="379666"/>
                  <a:pt x="384446" y="378333"/>
                </a:cubicBezTo>
                <a:cubicBezTo>
                  <a:pt x="387102" y="375666"/>
                  <a:pt x="387102" y="370427"/>
                  <a:pt x="384446" y="367760"/>
                </a:cubicBezTo>
                <a:close/>
                <a:moveTo>
                  <a:pt x="161633" y="236220"/>
                </a:moveTo>
                <a:cubicBezTo>
                  <a:pt x="161633" y="194215"/>
                  <a:pt x="196634" y="160020"/>
                  <a:pt x="239698" y="160020"/>
                </a:cubicBezTo>
                <a:cubicBezTo>
                  <a:pt x="282762" y="160020"/>
                  <a:pt x="317764" y="194215"/>
                  <a:pt x="317764" y="236220"/>
                </a:cubicBezTo>
                <a:cubicBezTo>
                  <a:pt x="317764" y="256985"/>
                  <a:pt x="309227" y="275749"/>
                  <a:pt x="295473" y="289465"/>
                </a:cubicBezTo>
                <a:cubicBezTo>
                  <a:pt x="295378" y="289655"/>
                  <a:pt x="295093" y="289655"/>
                  <a:pt x="294998" y="289846"/>
                </a:cubicBezTo>
                <a:cubicBezTo>
                  <a:pt x="294809" y="290036"/>
                  <a:pt x="294714" y="290227"/>
                  <a:pt x="294429" y="290417"/>
                </a:cubicBezTo>
                <a:cubicBezTo>
                  <a:pt x="280296" y="303943"/>
                  <a:pt x="261040" y="312325"/>
                  <a:pt x="239698" y="312325"/>
                </a:cubicBezTo>
                <a:cubicBezTo>
                  <a:pt x="196634" y="312325"/>
                  <a:pt x="161633" y="278130"/>
                  <a:pt x="161633" y="236125"/>
                </a:cubicBezTo>
                <a:close/>
                <a:moveTo>
                  <a:pt x="16125" y="79248"/>
                </a:moveTo>
                <a:lnTo>
                  <a:pt x="16125" y="237649"/>
                </a:lnTo>
                <a:lnTo>
                  <a:pt x="104435" y="237649"/>
                </a:lnTo>
                <a:cubicBezTo>
                  <a:pt x="109747" y="237649"/>
                  <a:pt x="112498" y="241649"/>
                  <a:pt x="112498" y="245554"/>
                </a:cubicBezTo>
                <a:cubicBezTo>
                  <a:pt x="112498" y="250793"/>
                  <a:pt x="109842" y="253460"/>
                  <a:pt x="104435" y="253460"/>
                </a:cubicBezTo>
                <a:lnTo>
                  <a:pt x="8063" y="253460"/>
                </a:lnTo>
                <a:cubicBezTo>
                  <a:pt x="4079" y="253460"/>
                  <a:pt x="0" y="250793"/>
                  <a:pt x="0" y="245554"/>
                </a:cubicBezTo>
                <a:lnTo>
                  <a:pt x="0" y="71342"/>
                </a:lnTo>
                <a:cubicBezTo>
                  <a:pt x="0" y="68961"/>
                  <a:pt x="1613" y="66580"/>
                  <a:pt x="3699" y="65056"/>
                </a:cubicBezTo>
                <a:cubicBezTo>
                  <a:pt x="45881" y="23527"/>
                  <a:pt x="66996" y="2731"/>
                  <a:pt x="67062" y="2667"/>
                </a:cubicBezTo>
                <a:cubicBezTo>
                  <a:pt x="68390" y="1333"/>
                  <a:pt x="71046" y="0"/>
                  <a:pt x="72469" y="0"/>
                </a:cubicBezTo>
                <a:lnTo>
                  <a:pt x="169031" y="0"/>
                </a:lnTo>
                <a:cubicBezTo>
                  <a:pt x="171687" y="0"/>
                  <a:pt x="174438" y="1333"/>
                  <a:pt x="175766" y="2667"/>
                </a:cubicBezTo>
                <a:lnTo>
                  <a:pt x="240172" y="66008"/>
                </a:lnTo>
                <a:cubicBezTo>
                  <a:pt x="241500" y="68675"/>
                  <a:pt x="242828" y="72580"/>
                  <a:pt x="241500" y="75247"/>
                </a:cubicBezTo>
                <a:cubicBezTo>
                  <a:pt x="241500" y="75438"/>
                  <a:pt x="241216" y="75438"/>
                  <a:pt x="241121" y="75628"/>
                </a:cubicBezTo>
                <a:lnTo>
                  <a:pt x="241121" y="102965"/>
                </a:lnTo>
                <a:cubicBezTo>
                  <a:pt x="241121" y="108204"/>
                  <a:pt x="238465" y="110871"/>
                  <a:pt x="233058" y="110871"/>
                </a:cubicBezTo>
                <a:cubicBezTo>
                  <a:pt x="229074" y="110871"/>
                  <a:pt x="224996" y="108204"/>
                  <a:pt x="224996" y="102965"/>
                </a:cubicBezTo>
                <a:lnTo>
                  <a:pt x="224996" y="79248"/>
                </a:lnTo>
                <a:lnTo>
                  <a:pt x="16125" y="79248"/>
                </a:lnTo>
                <a:close/>
                <a:moveTo>
                  <a:pt x="214656" y="63341"/>
                </a:moveTo>
                <a:lnTo>
                  <a:pt x="128908" y="63341"/>
                </a:lnTo>
                <a:lnTo>
                  <a:pt x="128908" y="15811"/>
                </a:lnTo>
                <a:lnTo>
                  <a:pt x="166375" y="15811"/>
                </a:lnTo>
                <a:lnTo>
                  <a:pt x="214656" y="63341"/>
                </a:lnTo>
                <a:close/>
                <a:moveTo>
                  <a:pt x="76548" y="15811"/>
                </a:moveTo>
                <a:lnTo>
                  <a:pt x="112308" y="15811"/>
                </a:lnTo>
                <a:lnTo>
                  <a:pt x="112308" y="63341"/>
                </a:lnTo>
                <a:lnTo>
                  <a:pt x="28362" y="63341"/>
                </a:lnTo>
                <a:lnTo>
                  <a:pt x="76643" y="1581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16">
            <a:extLst>
              <a:ext uri="{FF2B5EF4-FFF2-40B4-BE49-F238E27FC236}">
                <a16:creationId xmlns:a16="http://schemas.microsoft.com/office/drawing/2014/main" id="{C3350550-3A0A-86D6-0078-046C46EAC18E}"/>
              </a:ext>
            </a:extLst>
          </p:cNvPr>
          <p:cNvSpPr/>
          <p:nvPr/>
        </p:nvSpPr>
        <p:spPr>
          <a:xfrm>
            <a:off x="4590825" y="1457214"/>
            <a:ext cx="515252" cy="508000"/>
          </a:xfrm>
          <a:custGeom>
            <a:avLst/>
            <a:gdLst>
              <a:gd name="connsiteX0" fmla="*/ 384636 w 386438"/>
              <a:gd name="connsiteY0" fmla="*/ 367760 h 380999"/>
              <a:gd name="connsiteX1" fmla="*/ 311124 w 386438"/>
              <a:gd name="connsiteY1" fmla="*/ 295275 h 380999"/>
              <a:gd name="connsiteX2" fmla="*/ 333794 w 386438"/>
              <a:gd name="connsiteY2" fmla="*/ 236220 h 380999"/>
              <a:gd name="connsiteX3" fmla="*/ 239603 w 386438"/>
              <a:gd name="connsiteY3" fmla="*/ 144304 h 380999"/>
              <a:gd name="connsiteX4" fmla="*/ 145412 w 386438"/>
              <a:gd name="connsiteY4" fmla="*/ 236220 h 380999"/>
              <a:gd name="connsiteX5" fmla="*/ 239603 w 386438"/>
              <a:gd name="connsiteY5" fmla="*/ 328136 h 380999"/>
              <a:gd name="connsiteX6" fmla="*/ 300310 w 386438"/>
              <a:gd name="connsiteY6" fmla="*/ 305848 h 380999"/>
              <a:gd name="connsiteX7" fmla="*/ 373823 w 386438"/>
              <a:gd name="connsiteY7" fmla="*/ 378333 h 380999"/>
              <a:gd name="connsiteX8" fmla="*/ 379135 w 386438"/>
              <a:gd name="connsiteY8" fmla="*/ 381000 h 380999"/>
              <a:gd name="connsiteX9" fmla="*/ 384446 w 386438"/>
              <a:gd name="connsiteY9" fmla="*/ 378333 h 380999"/>
              <a:gd name="connsiteX10" fmla="*/ 384446 w 386438"/>
              <a:gd name="connsiteY10" fmla="*/ 367760 h 380999"/>
              <a:gd name="connsiteX11" fmla="*/ 161633 w 386438"/>
              <a:gd name="connsiteY11" fmla="*/ 236220 h 380999"/>
              <a:gd name="connsiteX12" fmla="*/ 239698 w 386438"/>
              <a:gd name="connsiteY12" fmla="*/ 160020 h 380999"/>
              <a:gd name="connsiteX13" fmla="*/ 317764 w 386438"/>
              <a:gd name="connsiteY13" fmla="*/ 236220 h 380999"/>
              <a:gd name="connsiteX14" fmla="*/ 295473 w 386438"/>
              <a:gd name="connsiteY14" fmla="*/ 289465 h 380999"/>
              <a:gd name="connsiteX15" fmla="*/ 294998 w 386438"/>
              <a:gd name="connsiteY15" fmla="*/ 289846 h 380999"/>
              <a:gd name="connsiteX16" fmla="*/ 294429 w 386438"/>
              <a:gd name="connsiteY16" fmla="*/ 290417 h 380999"/>
              <a:gd name="connsiteX17" fmla="*/ 239698 w 386438"/>
              <a:gd name="connsiteY17" fmla="*/ 312325 h 380999"/>
              <a:gd name="connsiteX18" fmla="*/ 161633 w 386438"/>
              <a:gd name="connsiteY18" fmla="*/ 236125 h 380999"/>
              <a:gd name="connsiteX19" fmla="*/ 16125 w 386438"/>
              <a:gd name="connsiteY19" fmla="*/ 79248 h 380999"/>
              <a:gd name="connsiteX20" fmla="*/ 16125 w 386438"/>
              <a:gd name="connsiteY20" fmla="*/ 237649 h 380999"/>
              <a:gd name="connsiteX21" fmla="*/ 104435 w 386438"/>
              <a:gd name="connsiteY21" fmla="*/ 237649 h 380999"/>
              <a:gd name="connsiteX22" fmla="*/ 112498 w 386438"/>
              <a:gd name="connsiteY22" fmla="*/ 245554 h 380999"/>
              <a:gd name="connsiteX23" fmla="*/ 104435 w 386438"/>
              <a:gd name="connsiteY23" fmla="*/ 253460 h 380999"/>
              <a:gd name="connsiteX24" fmla="*/ 8063 w 386438"/>
              <a:gd name="connsiteY24" fmla="*/ 253460 h 380999"/>
              <a:gd name="connsiteX25" fmla="*/ 0 w 386438"/>
              <a:gd name="connsiteY25" fmla="*/ 245554 h 380999"/>
              <a:gd name="connsiteX26" fmla="*/ 0 w 386438"/>
              <a:gd name="connsiteY26" fmla="*/ 71342 h 380999"/>
              <a:gd name="connsiteX27" fmla="*/ 3699 w 386438"/>
              <a:gd name="connsiteY27" fmla="*/ 65056 h 380999"/>
              <a:gd name="connsiteX28" fmla="*/ 67062 w 386438"/>
              <a:gd name="connsiteY28" fmla="*/ 2667 h 380999"/>
              <a:gd name="connsiteX29" fmla="*/ 72469 w 386438"/>
              <a:gd name="connsiteY29" fmla="*/ 0 h 380999"/>
              <a:gd name="connsiteX30" fmla="*/ 169031 w 386438"/>
              <a:gd name="connsiteY30" fmla="*/ 0 h 380999"/>
              <a:gd name="connsiteX31" fmla="*/ 175766 w 386438"/>
              <a:gd name="connsiteY31" fmla="*/ 2667 h 380999"/>
              <a:gd name="connsiteX32" fmla="*/ 240172 w 386438"/>
              <a:gd name="connsiteY32" fmla="*/ 66008 h 380999"/>
              <a:gd name="connsiteX33" fmla="*/ 241500 w 386438"/>
              <a:gd name="connsiteY33" fmla="*/ 75247 h 380999"/>
              <a:gd name="connsiteX34" fmla="*/ 241121 w 386438"/>
              <a:gd name="connsiteY34" fmla="*/ 75628 h 380999"/>
              <a:gd name="connsiteX35" fmla="*/ 241121 w 386438"/>
              <a:gd name="connsiteY35" fmla="*/ 102965 h 380999"/>
              <a:gd name="connsiteX36" fmla="*/ 233058 w 386438"/>
              <a:gd name="connsiteY36" fmla="*/ 110871 h 380999"/>
              <a:gd name="connsiteX37" fmla="*/ 224996 w 386438"/>
              <a:gd name="connsiteY37" fmla="*/ 102965 h 380999"/>
              <a:gd name="connsiteX38" fmla="*/ 224996 w 386438"/>
              <a:gd name="connsiteY38" fmla="*/ 79248 h 380999"/>
              <a:gd name="connsiteX39" fmla="*/ 16125 w 386438"/>
              <a:gd name="connsiteY39" fmla="*/ 79248 h 380999"/>
              <a:gd name="connsiteX40" fmla="*/ 214656 w 386438"/>
              <a:gd name="connsiteY40" fmla="*/ 63341 h 380999"/>
              <a:gd name="connsiteX41" fmla="*/ 128908 w 386438"/>
              <a:gd name="connsiteY41" fmla="*/ 63341 h 380999"/>
              <a:gd name="connsiteX42" fmla="*/ 128908 w 386438"/>
              <a:gd name="connsiteY42" fmla="*/ 15811 h 380999"/>
              <a:gd name="connsiteX43" fmla="*/ 166375 w 386438"/>
              <a:gd name="connsiteY43" fmla="*/ 15811 h 380999"/>
              <a:gd name="connsiteX44" fmla="*/ 214656 w 386438"/>
              <a:gd name="connsiteY44" fmla="*/ 63341 h 380999"/>
              <a:gd name="connsiteX45" fmla="*/ 76548 w 386438"/>
              <a:gd name="connsiteY45" fmla="*/ 15811 h 380999"/>
              <a:gd name="connsiteX46" fmla="*/ 112308 w 386438"/>
              <a:gd name="connsiteY46" fmla="*/ 15811 h 380999"/>
              <a:gd name="connsiteX47" fmla="*/ 112308 w 386438"/>
              <a:gd name="connsiteY47" fmla="*/ 63341 h 380999"/>
              <a:gd name="connsiteX48" fmla="*/ 28362 w 386438"/>
              <a:gd name="connsiteY48" fmla="*/ 63341 h 380999"/>
              <a:gd name="connsiteX49" fmla="*/ 76643 w 386438"/>
              <a:gd name="connsiteY49" fmla="*/ 15811 h 380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438" h="380999">
                <a:moveTo>
                  <a:pt x="384636" y="367760"/>
                </a:moveTo>
                <a:cubicBezTo>
                  <a:pt x="384636" y="367760"/>
                  <a:pt x="384446" y="367570"/>
                  <a:pt x="311124" y="295275"/>
                </a:cubicBezTo>
                <a:cubicBezTo>
                  <a:pt x="325162" y="279178"/>
                  <a:pt x="333794" y="258508"/>
                  <a:pt x="333794" y="236220"/>
                </a:cubicBezTo>
                <a:cubicBezTo>
                  <a:pt x="333794" y="184976"/>
                  <a:pt x="290730" y="144304"/>
                  <a:pt x="239603" y="144304"/>
                </a:cubicBezTo>
                <a:cubicBezTo>
                  <a:pt x="188476" y="144304"/>
                  <a:pt x="145412" y="184976"/>
                  <a:pt x="145412" y="236220"/>
                </a:cubicBezTo>
                <a:cubicBezTo>
                  <a:pt x="145412" y="287464"/>
                  <a:pt x="187149" y="328136"/>
                  <a:pt x="239603" y="328136"/>
                </a:cubicBezTo>
                <a:cubicBezTo>
                  <a:pt x="262558" y="328136"/>
                  <a:pt x="283805" y="319659"/>
                  <a:pt x="300310" y="305848"/>
                </a:cubicBezTo>
                <a:cubicBezTo>
                  <a:pt x="308088" y="313563"/>
                  <a:pt x="327059" y="332232"/>
                  <a:pt x="373823" y="378333"/>
                </a:cubicBezTo>
                <a:cubicBezTo>
                  <a:pt x="375151" y="379666"/>
                  <a:pt x="376479" y="381000"/>
                  <a:pt x="379135" y="381000"/>
                </a:cubicBezTo>
                <a:cubicBezTo>
                  <a:pt x="380463" y="381000"/>
                  <a:pt x="383118" y="379666"/>
                  <a:pt x="384446" y="378333"/>
                </a:cubicBezTo>
                <a:cubicBezTo>
                  <a:pt x="387102" y="375666"/>
                  <a:pt x="387102" y="370427"/>
                  <a:pt x="384446" y="367760"/>
                </a:cubicBezTo>
                <a:close/>
                <a:moveTo>
                  <a:pt x="161633" y="236220"/>
                </a:moveTo>
                <a:cubicBezTo>
                  <a:pt x="161633" y="194215"/>
                  <a:pt x="196634" y="160020"/>
                  <a:pt x="239698" y="160020"/>
                </a:cubicBezTo>
                <a:cubicBezTo>
                  <a:pt x="282762" y="160020"/>
                  <a:pt x="317764" y="194215"/>
                  <a:pt x="317764" y="236220"/>
                </a:cubicBezTo>
                <a:cubicBezTo>
                  <a:pt x="317764" y="256985"/>
                  <a:pt x="309227" y="275749"/>
                  <a:pt x="295473" y="289465"/>
                </a:cubicBezTo>
                <a:cubicBezTo>
                  <a:pt x="295378" y="289655"/>
                  <a:pt x="295093" y="289655"/>
                  <a:pt x="294998" y="289846"/>
                </a:cubicBezTo>
                <a:cubicBezTo>
                  <a:pt x="294809" y="290036"/>
                  <a:pt x="294714" y="290227"/>
                  <a:pt x="294429" y="290417"/>
                </a:cubicBezTo>
                <a:cubicBezTo>
                  <a:pt x="280296" y="303943"/>
                  <a:pt x="261040" y="312325"/>
                  <a:pt x="239698" y="312325"/>
                </a:cubicBezTo>
                <a:cubicBezTo>
                  <a:pt x="196634" y="312325"/>
                  <a:pt x="161633" y="278130"/>
                  <a:pt x="161633" y="236125"/>
                </a:cubicBezTo>
                <a:close/>
                <a:moveTo>
                  <a:pt x="16125" y="79248"/>
                </a:moveTo>
                <a:lnTo>
                  <a:pt x="16125" y="237649"/>
                </a:lnTo>
                <a:lnTo>
                  <a:pt x="104435" y="237649"/>
                </a:lnTo>
                <a:cubicBezTo>
                  <a:pt x="109747" y="237649"/>
                  <a:pt x="112498" y="241649"/>
                  <a:pt x="112498" y="245554"/>
                </a:cubicBezTo>
                <a:cubicBezTo>
                  <a:pt x="112498" y="250793"/>
                  <a:pt x="109842" y="253460"/>
                  <a:pt x="104435" y="253460"/>
                </a:cubicBezTo>
                <a:lnTo>
                  <a:pt x="8063" y="253460"/>
                </a:lnTo>
                <a:cubicBezTo>
                  <a:pt x="4079" y="253460"/>
                  <a:pt x="0" y="250793"/>
                  <a:pt x="0" y="245554"/>
                </a:cubicBezTo>
                <a:lnTo>
                  <a:pt x="0" y="71342"/>
                </a:lnTo>
                <a:cubicBezTo>
                  <a:pt x="0" y="68961"/>
                  <a:pt x="1613" y="66580"/>
                  <a:pt x="3699" y="65056"/>
                </a:cubicBezTo>
                <a:cubicBezTo>
                  <a:pt x="45881" y="23527"/>
                  <a:pt x="66996" y="2731"/>
                  <a:pt x="67062" y="2667"/>
                </a:cubicBezTo>
                <a:cubicBezTo>
                  <a:pt x="68390" y="1333"/>
                  <a:pt x="71046" y="0"/>
                  <a:pt x="72469" y="0"/>
                </a:cubicBezTo>
                <a:lnTo>
                  <a:pt x="169031" y="0"/>
                </a:lnTo>
                <a:cubicBezTo>
                  <a:pt x="171687" y="0"/>
                  <a:pt x="174438" y="1333"/>
                  <a:pt x="175766" y="2667"/>
                </a:cubicBezTo>
                <a:lnTo>
                  <a:pt x="240172" y="66008"/>
                </a:lnTo>
                <a:cubicBezTo>
                  <a:pt x="241500" y="68675"/>
                  <a:pt x="242828" y="72580"/>
                  <a:pt x="241500" y="75247"/>
                </a:cubicBezTo>
                <a:cubicBezTo>
                  <a:pt x="241500" y="75438"/>
                  <a:pt x="241216" y="75438"/>
                  <a:pt x="241121" y="75628"/>
                </a:cubicBezTo>
                <a:lnTo>
                  <a:pt x="241121" y="102965"/>
                </a:lnTo>
                <a:cubicBezTo>
                  <a:pt x="241121" y="108204"/>
                  <a:pt x="238465" y="110871"/>
                  <a:pt x="233058" y="110871"/>
                </a:cubicBezTo>
                <a:cubicBezTo>
                  <a:pt x="229074" y="110871"/>
                  <a:pt x="224996" y="108204"/>
                  <a:pt x="224996" y="102965"/>
                </a:cubicBezTo>
                <a:lnTo>
                  <a:pt x="224996" y="79248"/>
                </a:lnTo>
                <a:lnTo>
                  <a:pt x="16125" y="79248"/>
                </a:lnTo>
                <a:close/>
                <a:moveTo>
                  <a:pt x="214656" y="63341"/>
                </a:moveTo>
                <a:lnTo>
                  <a:pt x="128908" y="63341"/>
                </a:lnTo>
                <a:lnTo>
                  <a:pt x="128908" y="15811"/>
                </a:lnTo>
                <a:lnTo>
                  <a:pt x="166375" y="15811"/>
                </a:lnTo>
                <a:lnTo>
                  <a:pt x="214656" y="63341"/>
                </a:lnTo>
                <a:close/>
                <a:moveTo>
                  <a:pt x="76548" y="15811"/>
                </a:moveTo>
                <a:lnTo>
                  <a:pt x="112308" y="15811"/>
                </a:lnTo>
                <a:lnTo>
                  <a:pt x="112308" y="63341"/>
                </a:lnTo>
                <a:lnTo>
                  <a:pt x="28362" y="63341"/>
                </a:lnTo>
                <a:lnTo>
                  <a:pt x="76643" y="1581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" name="Graphic 22">
            <a:extLst>
              <a:ext uri="{FF2B5EF4-FFF2-40B4-BE49-F238E27FC236}">
                <a16:creationId xmlns:a16="http://schemas.microsoft.com/office/drawing/2014/main" id="{F0B70C13-8040-0369-3154-245B436EA525}"/>
              </a:ext>
            </a:extLst>
          </p:cNvPr>
          <p:cNvSpPr/>
          <p:nvPr/>
        </p:nvSpPr>
        <p:spPr>
          <a:xfrm>
            <a:off x="5520895" y="762473"/>
            <a:ext cx="406267" cy="526942"/>
          </a:xfrm>
          <a:custGeom>
            <a:avLst/>
            <a:gdLst>
              <a:gd name="connsiteX0" fmla="*/ 305432 w 308728"/>
              <a:gd name="connsiteY0" fmla="*/ 385000 h 400431"/>
              <a:gd name="connsiteX1" fmla="*/ 269862 w 308728"/>
              <a:gd name="connsiteY1" fmla="*/ 351473 h 400431"/>
              <a:gd name="connsiteX2" fmla="*/ 264170 w 308728"/>
              <a:gd name="connsiteY2" fmla="*/ 350044 h 400431"/>
              <a:gd name="connsiteX3" fmla="*/ 118094 w 308728"/>
              <a:gd name="connsiteY3" fmla="*/ 350044 h 400431"/>
              <a:gd name="connsiteX4" fmla="*/ 118758 w 308728"/>
              <a:gd name="connsiteY4" fmla="*/ 342138 h 400431"/>
              <a:gd name="connsiteX5" fmla="*/ 117999 w 308728"/>
              <a:gd name="connsiteY5" fmla="*/ 333280 h 400431"/>
              <a:gd name="connsiteX6" fmla="*/ 280770 w 308728"/>
              <a:gd name="connsiteY6" fmla="*/ 333280 h 400431"/>
              <a:gd name="connsiteX7" fmla="*/ 289307 w 308728"/>
              <a:gd name="connsiteY7" fmla="*/ 324993 h 400431"/>
              <a:gd name="connsiteX8" fmla="*/ 289307 w 308728"/>
              <a:gd name="connsiteY8" fmla="*/ 174974 h 400431"/>
              <a:gd name="connsiteX9" fmla="*/ 280770 w 308728"/>
              <a:gd name="connsiteY9" fmla="*/ 166688 h 400431"/>
              <a:gd name="connsiteX10" fmla="*/ 238275 w 308728"/>
              <a:gd name="connsiteY10" fmla="*/ 166688 h 400431"/>
              <a:gd name="connsiteX11" fmla="*/ 238275 w 308728"/>
              <a:gd name="connsiteY11" fmla="*/ 92107 h 400431"/>
              <a:gd name="connsiteX12" fmla="*/ 229738 w 308728"/>
              <a:gd name="connsiteY12" fmla="*/ 83820 h 400431"/>
              <a:gd name="connsiteX13" fmla="*/ 110506 w 308728"/>
              <a:gd name="connsiteY13" fmla="*/ 83820 h 400431"/>
              <a:gd name="connsiteX14" fmla="*/ 101969 w 308728"/>
              <a:gd name="connsiteY14" fmla="*/ 92107 h 400431"/>
              <a:gd name="connsiteX15" fmla="*/ 101969 w 308728"/>
              <a:gd name="connsiteY15" fmla="*/ 174974 h 400431"/>
              <a:gd name="connsiteX16" fmla="*/ 101969 w 308728"/>
              <a:gd name="connsiteY16" fmla="*/ 174974 h 400431"/>
              <a:gd name="connsiteX17" fmla="*/ 101969 w 308728"/>
              <a:gd name="connsiteY17" fmla="*/ 301466 h 400431"/>
              <a:gd name="connsiteX18" fmla="*/ 85274 w 308728"/>
              <a:gd name="connsiteY18" fmla="*/ 289750 h 400431"/>
              <a:gd name="connsiteX19" fmla="*/ 85274 w 308728"/>
              <a:gd name="connsiteY19" fmla="*/ 8382 h 400431"/>
              <a:gd name="connsiteX20" fmla="*/ 76737 w 308728"/>
              <a:gd name="connsiteY20" fmla="*/ 0 h 400431"/>
              <a:gd name="connsiteX21" fmla="*/ 25326 w 308728"/>
              <a:gd name="connsiteY21" fmla="*/ 0 h 400431"/>
              <a:gd name="connsiteX22" fmla="*/ 16789 w 308728"/>
              <a:gd name="connsiteY22" fmla="*/ 8382 h 400431"/>
              <a:gd name="connsiteX23" fmla="*/ 25326 w 308728"/>
              <a:gd name="connsiteY23" fmla="*/ 16764 h 400431"/>
              <a:gd name="connsiteX24" fmla="*/ 68201 w 308728"/>
              <a:gd name="connsiteY24" fmla="*/ 16764 h 400431"/>
              <a:gd name="connsiteX25" fmla="*/ 68201 w 308728"/>
              <a:gd name="connsiteY25" fmla="*/ 284702 h 400431"/>
              <a:gd name="connsiteX26" fmla="*/ 59379 w 308728"/>
              <a:gd name="connsiteY26" fmla="*/ 284036 h 400431"/>
              <a:gd name="connsiteX27" fmla="*/ 0 w 308728"/>
              <a:gd name="connsiteY27" fmla="*/ 342233 h 400431"/>
              <a:gd name="connsiteX28" fmla="*/ 59379 w 308728"/>
              <a:gd name="connsiteY28" fmla="*/ 400431 h 400431"/>
              <a:gd name="connsiteX29" fmla="*/ 112972 w 308728"/>
              <a:gd name="connsiteY29" fmla="*/ 366903 h 400431"/>
              <a:gd name="connsiteX30" fmla="*/ 261420 w 308728"/>
              <a:gd name="connsiteY30" fmla="*/ 366903 h 400431"/>
              <a:gd name="connsiteX31" fmla="*/ 294145 w 308728"/>
              <a:gd name="connsiteY31" fmla="*/ 397669 h 400431"/>
              <a:gd name="connsiteX32" fmla="*/ 299836 w 308728"/>
              <a:gd name="connsiteY32" fmla="*/ 400431 h 400431"/>
              <a:gd name="connsiteX33" fmla="*/ 305527 w 308728"/>
              <a:gd name="connsiteY33" fmla="*/ 397669 h 400431"/>
              <a:gd name="connsiteX34" fmla="*/ 305527 w 308728"/>
              <a:gd name="connsiteY34" fmla="*/ 385096 h 400431"/>
              <a:gd name="connsiteX35" fmla="*/ 272233 w 308728"/>
              <a:gd name="connsiteY35" fmla="*/ 316706 h 400431"/>
              <a:gd name="connsiteX36" fmla="*/ 119043 w 308728"/>
              <a:gd name="connsiteY36" fmla="*/ 316706 h 400431"/>
              <a:gd name="connsiteX37" fmla="*/ 119043 w 308728"/>
              <a:gd name="connsiteY37" fmla="*/ 183452 h 400431"/>
              <a:gd name="connsiteX38" fmla="*/ 229833 w 308728"/>
              <a:gd name="connsiteY38" fmla="*/ 183452 h 400431"/>
              <a:gd name="connsiteX39" fmla="*/ 230213 w 308728"/>
              <a:gd name="connsiteY39" fmla="*/ 183452 h 400431"/>
              <a:gd name="connsiteX40" fmla="*/ 272328 w 308728"/>
              <a:gd name="connsiteY40" fmla="*/ 183452 h 400431"/>
              <a:gd name="connsiteX41" fmla="*/ 272328 w 308728"/>
              <a:gd name="connsiteY41" fmla="*/ 316802 h 400431"/>
              <a:gd name="connsiteX42" fmla="*/ 221201 w 308728"/>
              <a:gd name="connsiteY42" fmla="*/ 100489 h 400431"/>
              <a:gd name="connsiteX43" fmla="*/ 221201 w 308728"/>
              <a:gd name="connsiteY43" fmla="*/ 166783 h 400431"/>
              <a:gd name="connsiteX44" fmla="*/ 118948 w 308728"/>
              <a:gd name="connsiteY44" fmla="*/ 166783 h 400431"/>
              <a:gd name="connsiteX45" fmla="*/ 118948 w 308728"/>
              <a:gd name="connsiteY45" fmla="*/ 100489 h 400431"/>
              <a:gd name="connsiteX46" fmla="*/ 221201 w 308728"/>
              <a:gd name="connsiteY46" fmla="*/ 100489 h 400431"/>
              <a:gd name="connsiteX47" fmla="*/ 59379 w 308728"/>
              <a:gd name="connsiteY47" fmla="*/ 383762 h 400431"/>
              <a:gd name="connsiteX48" fmla="*/ 16979 w 308728"/>
              <a:gd name="connsiteY48" fmla="*/ 342233 h 400431"/>
              <a:gd name="connsiteX49" fmla="*/ 59379 w 308728"/>
              <a:gd name="connsiteY49" fmla="*/ 300704 h 400431"/>
              <a:gd name="connsiteX50" fmla="*/ 101779 w 308728"/>
              <a:gd name="connsiteY50" fmla="*/ 342233 h 400431"/>
              <a:gd name="connsiteX51" fmla="*/ 59379 w 308728"/>
              <a:gd name="connsiteY51" fmla="*/ 383762 h 400431"/>
              <a:gd name="connsiteX52" fmla="*/ 246433 w 308728"/>
              <a:gd name="connsiteY52" fmla="*/ 284036 h 400431"/>
              <a:gd name="connsiteX53" fmla="*/ 254970 w 308728"/>
              <a:gd name="connsiteY53" fmla="*/ 292417 h 400431"/>
              <a:gd name="connsiteX54" fmla="*/ 246433 w 308728"/>
              <a:gd name="connsiteY54" fmla="*/ 300800 h 400431"/>
              <a:gd name="connsiteX55" fmla="*/ 212475 w 308728"/>
              <a:gd name="connsiteY55" fmla="*/ 300800 h 400431"/>
              <a:gd name="connsiteX56" fmla="*/ 203938 w 308728"/>
              <a:gd name="connsiteY56" fmla="*/ 292417 h 400431"/>
              <a:gd name="connsiteX57" fmla="*/ 212475 w 308728"/>
              <a:gd name="connsiteY57" fmla="*/ 284036 h 400431"/>
              <a:gd name="connsiteX58" fmla="*/ 246433 w 308728"/>
              <a:gd name="connsiteY58" fmla="*/ 284036 h 400431"/>
              <a:gd name="connsiteX59" fmla="*/ 136306 w 308728"/>
              <a:gd name="connsiteY59" fmla="*/ 141542 h 400431"/>
              <a:gd name="connsiteX60" fmla="*/ 144843 w 308728"/>
              <a:gd name="connsiteY60" fmla="*/ 133159 h 400431"/>
              <a:gd name="connsiteX61" fmla="*/ 162012 w 308728"/>
              <a:gd name="connsiteY61" fmla="*/ 133159 h 400431"/>
              <a:gd name="connsiteX62" fmla="*/ 170549 w 308728"/>
              <a:gd name="connsiteY62" fmla="*/ 141542 h 400431"/>
              <a:gd name="connsiteX63" fmla="*/ 162012 w 308728"/>
              <a:gd name="connsiteY63" fmla="*/ 149923 h 400431"/>
              <a:gd name="connsiteX64" fmla="*/ 144843 w 308728"/>
              <a:gd name="connsiteY64" fmla="*/ 149923 h 400431"/>
              <a:gd name="connsiteX65" fmla="*/ 136306 w 308728"/>
              <a:gd name="connsiteY65" fmla="*/ 141542 h 4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08728" h="400431">
                <a:moveTo>
                  <a:pt x="305432" y="385000"/>
                </a:moveTo>
                <a:lnTo>
                  <a:pt x="269862" y="351473"/>
                </a:lnTo>
                <a:cubicBezTo>
                  <a:pt x="268439" y="350044"/>
                  <a:pt x="265593" y="350044"/>
                  <a:pt x="264170" y="350044"/>
                </a:cubicBezTo>
                <a:lnTo>
                  <a:pt x="118094" y="350044"/>
                </a:lnTo>
                <a:cubicBezTo>
                  <a:pt x="118474" y="347472"/>
                  <a:pt x="118758" y="344805"/>
                  <a:pt x="118758" y="342138"/>
                </a:cubicBezTo>
                <a:cubicBezTo>
                  <a:pt x="118758" y="339090"/>
                  <a:pt x="118474" y="336137"/>
                  <a:pt x="117999" y="333280"/>
                </a:cubicBezTo>
                <a:lnTo>
                  <a:pt x="280770" y="333280"/>
                </a:lnTo>
                <a:cubicBezTo>
                  <a:pt x="285039" y="333280"/>
                  <a:pt x="289307" y="329089"/>
                  <a:pt x="289307" y="324993"/>
                </a:cubicBezTo>
                <a:lnTo>
                  <a:pt x="289307" y="174974"/>
                </a:lnTo>
                <a:cubicBezTo>
                  <a:pt x="289307" y="169450"/>
                  <a:pt x="285039" y="166688"/>
                  <a:pt x="280770" y="166688"/>
                </a:cubicBezTo>
                <a:lnTo>
                  <a:pt x="238275" y="166688"/>
                </a:lnTo>
                <a:lnTo>
                  <a:pt x="238275" y="92107"/>
                </a:lnTo>
                <a:cubicBezTo>
                  <a:pt x="238275" y="86582"/>
                  <a:pt x="234007" y="83820"/>
                  <a:pt x="229738" y="83820"/>
                </a:cubicBezTo>
                <a:lnTo>
                  <a:pt x="110506" y="83820"/>
                </a:lnTo>
                <a:cubicBezTo>
                  <a:pt x="106237" y="83820"/>
                  <a:pt x="101969" y="86582"/>
                  <a:pt x="101969" y="92107"/>
                </a:cubicBezTo>
                <a:lnTo>
                  <a:pt x="101969" y="174974"/>
                </a:lnTo>
                <a:lnTo>
                  <a:pt x="101969" y="174974"/>
                </a:lnTo>
                <a:lnTo>
                  <a:pt x="101969" y="301466"/>
                </a:lnTo>
                <a:cubicBezTo>
                  <a:pt x="97131" y="296609"/>
                  <a:pt x="91535" y="292703"/>
                  <a:pt x="85274" y="289750"/>
                </a:cubicBezTo>
                <a:lnTo>
                  <a:pt x="85274" y="8382"/>
                </a:lnTo>
                <a:cubicBezTo>
                  <a:pt x="85274" y="2857"/>
                  <a:pt x="81006" y="0"/>
                  <a:pt x="76737" y="0"/>
                </a:cubicBezTo>
                <a:lnTo>
                  <a:pt x="25326" y="0"/>
                </a:lnTo>
                <a:cubicBezTo>
                  <a:pt x="21058" y="0"/>
                  <a:pt x="16789" y="2762"/>
                  <a:pt x="16789" y="8382"/>
                </a:cubicBezTo>
                <a:cubicBezTo>
                  <a:pt x="16789" y="12573"/>
                  <a:pt x="21058" y="16764"/>
                  <a:pt x="25326" y="16764"/>
                </a:cubicBezTo>
                <a:lnTo>
                  <a:pt x="68201" y="16764"/>
                </a:lnTo>
                <a:lnTo>
                  <a:pt x="68201" y="284702"/>
                </a:lnTo>
                <a:cubicBezTo>
                  <a:pt x="65355" y="284321"/>
                  <a:pt x="62414" y="284036"/>
                  <a:pt x="59379" y="284036"/>
                </a:cubicBezTo>
                <a:cubicBezTo>
                  <a:pt x="26844" y="284036"/>
                  <a:pt x="0" y="308991"/>
                  <a:pt x="0" y="342233"/>
                </a:cubicBezTo>
                <a:cubicBezTo>
                  <a:pt x="0" y="375475"/>
                  <a:pt x="26844" y="400431"/>
                  <a:pt x="59379" y="400431"/>
                </a:cubicBezTo>
                <a:cubicBezTo>
                  <a:pt x="82903" y="400431"/>
                  <a:pt x="103392" y="386620"/>
                  <a:pt x="112972" y="366903"/>
                </a:cubicBezTo>
                <a:lnTo>
                  <a:pt x="261420" y="366903"/>
                </a:lnTo>
                <a:lnTo>
                  <a:pt x="294145" y="397669"/>
                </a:lnTo>
                <a:cubicBezTo>
                  <a:pt x="295568" y="399098"/>
                  <a:pt x="296990" y="400431"/>
                  <a:pt x="299836" y="400431"/>
                </a:cubicBezTo>
                <a:cubicBezTo>
                  <a:pt x="302682" y="400431"/>
                  <a:pt x="304104" y="399002"/>
                  <a:pt x="305527" y="397669"/>
                </a:cubicBezTo>
                <a:cubicBezTo>
                  <a:pt x="309796" y="393478"/>
                  <a:pt x="309796" y="389287"/>
                  <a:pt x="305527" y="385096"/>
                </a:cubicBezTo>
                <a:close/>
                <a:moveTo>
                  <a:pt x="272233" y="316706"/>
                </a:moveTo>
                <a:lnTo>
                  <a:pt x="119043" y="316706"/>
                </a:lnTo>
                <a:lnTo>
                  <a:pt x="119043" y="183452"/>
                </a:lnTo>
                <a:lnTo>
                  <a:pt x="229833" y="183452"/>
                </a:lnTo>
                <a:cubicBezTo>
                  <a:pt x="229833" y="183452"/>
                  <a:pt x="230118" y="183452"/>
                  <a:pt x="230213" y="183452"/>
                </a:cubicBezTo>
                <a:lnTo>
                  <a:pt x="272328" y="183452"/>
                </a:lnTo>
                <a:lnTo>
                  <a:pt x="272328" y="316802"/>
                </a:lnTo>
                <a:close/>
                <a:moveTo>
                  <a:pt x="221201" y="100489"/>
                </a:moveTo>
                <a:lnTo>
                  <a:pt x="221201" y="166783"/>
                </a:lnTo>
                <a:lnTo>
                  <a:pt x="118948" y="166783"/>
                </a:lnTo>
                <a:lnTo>
                  <a:pt x="118948" y="100489"/>
                </a:lnTo>
                <a:lnTo>
                  <a:pt x="221201" y="100489"/>
                </a:lnTo>
                <a:close/>
                <a:moveTo>
                  <a:pt x="59379" y="383762"/>
                </a:moveTo>
                <a:cubicBezTo>
                  <a:pt x="35381" y="383762"/>
                  <a:pt x="16979" y="364331"/>
                  <a:pt x="16979" y="342233"/>
                </a:cubicBezTo>
                <a:cubicBezTo>
                  <a:pt x="16979" y="318707"/>
                  <a:pt x="35381" y="300704"/>
                  <a:pt x="59379" y="300704"/>
                </a:cubicBezTo>
                <a:cubicBezTo>
                  <a:pt x="81955" y="300704"/>
                  <a:pt x="101779" y="318707"/>
                  <a:pt x="101779" y="342233"/>
                </a:cubicBezTo>
                <a:cubicBezTo>
                  <a:pt x="101779" y="364427"/>
                  <a:pt x="81955" y="383762"/>
                  <a:pt x="59379" y="383762"/>
                </a:cubicBezTo>
                <a:close/>
                <a:moveTo>
                  <a:pt x="246433" y="284036"/>
                </a:moveTo>
                <a:cubicBezTo>
                  <a:pt x="250701" y="284036"/>
                  <a:pt x="254970" y="286798"/>
                  <a:pt x="254970" y="292417"/>
                </a:cubicBezTo>
                <a:cubicBezTo>
                  <a:pt x="254970" y="296609"/>
                  <a:pt x="250701" y="300800"/>
                  <a:pt x="246433" y="300800"/>
                </a:cubicBezTo>
                <a:lnTo>
                  <a:pt x="212475" y="300800"/>
                </a:lnTo>
                <a:cubicBezTo>
                  <a:pt x="208206" y="300800"/>
                  <a:pt x="203938" y="296609"/>
                  <a:pt x="203938" y="292417"/>
                </a:cubicBezTo>
                <a:cubicBezTo>
                  <a:pt x="203938" y="286798"/>
                  <a:pt x="208206" y="284036"/>
                  <a:pt x="212475" y="284036"/>
                </a:cubicBezTo>
                <a:lnTo>
                  <a:pt x="246433" y="284036"/>
                </a:lnTo>
                <a:close/>
                <a:moveTo>
                  <a:pt x="136306" y="141542"/>
                </a:moveTo>
                <a:cubicBezTo>
                  <a:pt x="136306" y="135922"/>
                  <a:pt x="140575" y="133159"/>
                  <a:pt x="144843" y="133159"/>
                </a:cubicBezTo>
                <a:lnTo>
                  <a:pt x="162012" y="133159"/>
                </a:lnTo>
                <a:cubicBezTo>
                  <a:pt x="166280" y="133159"/>
                  <a:pt x="170549" y="135922"/>
                  <a:pt x="170549" y="141542"/>
                </a:cubicBezTo>
                <a:cubicBezTo>
                  <a:pt x="170549" y="145732"/>
                  <a:pt x="166280" y="149923"/>
                  <a:pt x="162012" y="149923"/>
                </a:cubicBezTo>
                <a:lnTo>
                  <a:pt x="144843" y="149923"/>
                </a:lnTo>
                <a:cubicBezTo>
                  <a:pt x="140575" y="149923"/>
                  <a:pt x="136306" y="145732"/>
                  <a:pt x="136306" y="14154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2">
            <a:extLst>
              <a:ext uri="{FF2B5EF4-FFF2-40B4-BE49-F238E27FC236}">
                <a16:creationId xmlns:a16="http://schemas.microsoft.com/office/drawing/2014/main" id="{A3E69510-FC48-D67B-27FB-1224F50CD12F}"/>
              </a:ext>
            </a:extLst>
          </p:cNvPr>
          <p:cNvSpPr/>
          <p:nvPr/>
        </p:nvSpPr>
        <p:spPr>
          <a:xfrm>
            <a:off x="6279720" y="762473"/>
            <a:ext cx="406267" cy="526942"/>
          </a:xfrm>
          <a:custGeom>
            <a:avLst/>
            <a:gdLst>
              <a:gd name="connsiteX0" fmla="*/ 305432 w 308728"/>
              <a:gd name="connsiteY0" fmla="*/ 385000 h 400431"/>
              <a:gd name="connsiteX1" fmla="*/ 269862 w 308728"/>
              <a:gd name="connsiteY1" fmla="*/ 351473 h 400431"/>
              <a:gd name="connsiteX2" fmla="*/ 264170 w 308728"/>
              <a:gd name="connsiteY2" fmla="*/ 350044 h 400431"/>
              <a:gd name="connsiteX3" fmla="*/ 118094 w 308728"/>
              <a:gd name="connsiteY3" fmla="*/ 350044 h 400431"/>
              <a:gd name="connsiteX4" fmla="*/ 118758 w 308728"/>
              <a:gd name="connsiteY4" fmla="*/ 342138 h 400431"/>
              <a:gd name="connsiteX5" fmla="*/ 117999 w 308728"/>
              <a:gd name="connsiteY5" fmla="*/ 333280 h 400431"/>
              <a:gd name="connsiteX6" fmla="*/ 280770 w 308728"/>
              <a:gd name="connsiteY6" fmla="*/ 333280 h 400431"/>
              <a:gd name="connsiteX7" fmla="*/ 289307 w 308728"/>
              <a:gd name="connsiteY7" fmla="*/ 324993 h 400431"/>
              <a:gd name="connsiteX8" fmla="*/ 289307 w 308728"/>
              <a:gd name="connsiteY8" fmla="*/ 174974 h 400431"/>
              <a:gd name="connsiteX9" fmla="*/ 280770 w 308728"/>
              <a:gd name="connsiteY9" fmla="*/ 166688 h 400431"/>
              <a:gd name="connsiteX10" fmla="*/ 238275 w 308728"/>
              <a:gd name="connsiteY10" fmla="*/ 166688 h 400431"/>
              <a:gd name="connsiteX11" fmla="*/ 238275 w 308728"/>
              <a:gd name="connsiteY11" fmla="*/ 92107 h 400431"/>
              <a:gd name="connsiteX12" fmla="*/ 229738 w 308728"/>
              <a:gd name="connsiteY12" fmla="*/ 83820 h 400431"/>
              <a:gd name="connsiteX13" fmla="*/ 110506 w 308728"/>
              <a:gd name="connsiteY13" fmla="*/ 83820 h 400431"/>
              <a:gd name="connsiteX14" fmla="*/ 101969 w 308728"/>
              <a:gd name="connsiteY14" fmla="*/ 92107 h 400431"/>
              <a:gd name="connsiteX15" fmla="*/ 101969 w 308728"/>
              <a:gd name="connsiteY15" fmla="*/ 174974 h 400431"/>
              <a:gd name="connsiteX16" fmla="*/ 101969 w 308728"/>
              <a:gd name="connsiteY16" fmla="*/ 174974 h 400431"/>
              <a:gd name="connsiteX17" fmla="*/ 101969 w 308728"/>
              <a:gd name="connsiteY17" fmla="*/ 301466 h 400431"/>
              <a:gd name="connsiteX18" fmla="*/ 85274 w 308728"/>
              <a:gd name="connsiteY18" fmla="*/ 289750 h 400431"/>
              <a:gd name="connsiteX19" fmla="*/ 85274 w 308728"/>
              <a:gd name="connsiteY19" fmla="*/ 8382 h 400431"/>
              <a:gd name="connsiteX20" fmla="*/ 76737 w 308728"/>
              <a:gd name="connsiteY20" fmla="*/ 0 h 400431"/>
              <a:gd name="connsiteX21" fmla="*/ 25326 w 308728"/>
              <a:gd name="connsiteY21" fmla="*/ 0 h 400431"/>
              <a:gd name="connsiteX22" fmla="*/ 16789 w 308728"/>
              <a:gd name="connsiteY22" fmla="*/ 8382 h 400431"/>
              <a:gd name="connsiteX23" fmla="*/ 25326 w 308728"/>
              <a:gd name="connsiteY23" fmla="*/ 16764 h 400431"/>
              <a:gd name="connsiteX24" fmla="*/ 68201 w 308728"/>
              <a:gd name="connsiteY24" fmla="*/ 16764 h 400431"/>
              <a:gd name="connsiteX25" fmla="*/ 68201 w 308728"/>
              <a:gd name="connsiteY25" fmla="*/ 284702 h 400431"/>
              <a:gd name="connsiteX26" fmla="*/ 59379 w 308728"/>
              <a:gd name="connsiteY26" fmla="*/ 284036 h 400431"/>
              <a:gd name="connsiteX27" fmla="*/ 0 w 308728"/>
              <a:gd name="connsiteY27" fmla="*/ 342233 h 400431"/>
              <a:gd name="connsiteX28" fmla="*/ 59379 w 308728"/>
              <a:gd name="connsiteY28" fmla="*/ 400431 h 400431"/>
              <a:gd name="connsiteX29" fmla="*/ 112972 w 308728"/>
              <a:gd name="connsiteY29" fmla="*/ 366903 h 400431"/>
              <a:gd name="connsiteX30" fmla="*/ 261420 w 308728"/>
              <a:gd name="connsiteY30" fmla="*/ 366903 h 400431"/>
              <a:gd name="connsiteX31" fmla="*/ 294145 w 308728"/>
              <a:gd name="connsiteY31" fmla="*/ 397669 h 400431"/>
              <a:gd name="connsiteX32" fmla="*/ 299836 w 308728"/>
              <a:gd name="connsiteY32" fmla="*/ 400431 h 400431"/>
              <a:gd name="connsiteX33" fmla="*/ 305527 w 308728"/>
              <a:gd name="connsiteY33" fmla="*/ 397669 h 400431"/>
              <a:gd name="connsiteX34" fmla="*/ 305527 w 308728"/>
              <a:gd name="connsiteY34" fmla="*/ 385096 h 400431"/>
              <a:gd name="connsiteX35" fmla="*/ 272233 w 308728"/>
              <a:gd name="connsiteY35" fmla="*/ 316706 h 400431"/>
              <a:gd name="connsiteX36" fmla="*/ 119043 w 308728"/>
              <a:gd name="connsiteY36" fmla="*/ 316706 h 400431"/>
              <a:gd name="connsiteX37" fmla="*/ 119043 w 308728"/>
              <a:gd name="connsiteY37" fmla="*/ 183452 h 400431"/>
              <a:gd name="connsiteX38" fmla="*/ 229833 w 308728"/>
              <a:gd name="connsiteY38" fmla="*/ 183452 h 400431"/>
              <a:gd name="connsiteX39" fmla="*/ 230213 w 308728"/>
              <a:gd name="connsiteY39" fmla="*/ 183452 h 400431"/>
              <a:gd name="connsiteX40" fmla="*/ 272328 w 308728"/>
              <a:gd name="connsiteY40" fmla="*/ 183452 h 400431"/>
              <a:gd name="connsiteX41" fmla="*/ 272328 w 308728"/>
              <a:gd name="connsiteY41" fmla="*/ 316802 h 400431"/>
              <a:gd name="connsiteX42" fmla="*/ 221201 w 308728"/>
              <a:gd name="connsiteY42" fmla="*/ 100489 h 400431"/>
              <a:gd name="connsiteX43" fmla="*/ 221201 w 308728"/>
              <a:gd name="connsiteY43" fmla="*/ 166783 h 400431"/>
              <a:gd name="connsiteX44" fmla="*/ 118948 w 308728"/>
              <a:gd name="connsiteY44" fmla="*/ 166783 h 400431"/>
              <a:gd name="connsiteX45" fmla="*/ 118948 w 308728"/>
              <a:gd name="connsiteY45" fmla="*/ 100489 h 400431"/>
              <a:gd name="connsiteX46" fmla="*/ 221201 w 308728"/>
              <a:gd name="connsiteY46" fmla="*/ 100489 h 400431"/>
              <a:gd name="connsiteX47" fmla="*/ 59379 w 308728"/>
              <a:gd name="connsiteY47" fmla="*/ 383762 h 400431"/>
              <a:gd name="connsiteX48" fmla="*/ 16979 w 308728"/>
              <a:gd name="connsiteY48" fmla="*/ 342233 h 400431"/>
              <a:gd name="connsiteX49" fmla="*/ 59379 w 308728"/>
              <a:gd name="connsiteY49" fmla="*/ 300704 h 400431"/>
              <a:gd name="connsiteX50" fmla="*/ 101779 w 308728"/>
              <a:gd name="connsiteY50" fmla="*/ 342233 h 400431"/>
              <a:gd name="connsiteX51" fmla="*/ 59379 w 308728"/>
              <a:gd name="connsiteY51" fmla="*/ 383762 h 400431"/>
              <a:gd name="connsiteX52" fmla="*/ 246433 w 308728"/>
              <a:gd name="connsiteY52" fmla="*/ 284036 h 400431"/>
              <a:gd name="connsiteX53" fmla="*/ 254970 w 308728"/>
              <a:gd name="connsiteY53" fmla="*/ 292417 h 400431"/>
              <a:gd name="connsiteX54" fmla="*/ 246433 w 308728"/>
              <a:gd name="connsiteY54" fmla="*/ 300800 h 400431"/>
              <a:gd name="connsiteX55" fmla="*/ 212475 w 308728"/>
              <a:gd name="connsiteY55" fmla="*/ 300800 h 400431"/>
              <a:gd name="connsiteX56" fmla="*/ 203938 w 308728"/>
              <a:gd name="connsiteY56" fmla="*/ 292417 h 400431"/>
              <a:gd name="connsiteX57" fmla="*/ 212475 w 308728"/>
              <a:gd name="connsiteY57" fmla="*/ 284036 h 400431"/>
              <a:gd name="connsiteX58" fmla="*/ 246433 w 308728"/>
              <a:gd name="connsiteY58" fmla="*/ 284036 h 400431"/>
              <a:gd name="connsiteX59" fmla="*/ 136306 w 308728"/>
              <a:gd name="connsiteY59" fmla="*/ 141542 h 400431"/>
              <a:gd name="connsiteX60" fmla="*/ 144843 w 308728"/>
              <a:gd name="connsiteY60" fmla="*/ 133159 h 400431"/>
              <a:gd name="connsiteX61" fmla="*/ 162012 w 308728"/>
              <a:gd name="connsiteY61" fmla="*/ 133159 h 400431"/>
              <a:gd name="connsiteX62" fmla="*/ 170549 w 308728"/>
              <a:gd name="connsiteY62" fmla="*/ 141542 h 400431"/>
              <a:gd name="connsiteX63" fmla="*/ 162012 w 308728"/>
              <a:gd name="connsiteY63" fmla="*/ 149923 h 400431"/>
              <a:gd name="connsiteX64" fmla="*/ 144843 w 308728"/>
              <a:gd name="connsiteY64" fmla="*/ 149923 h 400431"/>
              <a:gd name="connsiteX65" fmla="*/ 136306 w 308728"/>
              <a:gd name="connsiteY65" fmla="*/ 141542 h 4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08728" h="400431">
                <a:moveTo>
                  <a:pt x="305432" y="385000"/>
                </a:moveTo>
                <a:lnTo>
                  <a:pt x="269862" y="351473"/>
                </a:lnTo>
                <a:cubicBezTo>
                  <a:pt x="268439" y="350044"/>
                  <a:pt x="265593" y="350044"/>
                  <a:pt x="264170" y="350044"/>
                </a:cubicBezTo>
                <a:lnTo>
                  <a:pt x="118094" y="350044"/>
                </a:lnTo>
                <a:cubicBezTo>
                  <a:pt x="118474" y="347472"/>
                  <a:pt x="118758" y="344805"/>
                  <a:pt x="118758" y="342138"/>
                </a:cubicBezTo>
                <a:cubicBezTo>
                  <a:pt x="118758" y="339090"/>
                  <a:pt x="118474" y="336137"/>
                  <a:pt x="117999" y="333280"/>
                </a:cubicBezTo>
                <a:lnTo>
                  <a:pt x="280770" y="333280"/>
                </a:lnTo>
                <a:cubicBezTo>
                  <a:pt x="285039" y="333280"/>
                  <a:pt x="289307" y="329089"/>
                  <a:pt x="289307" y="324993"/>
                </a:cubicBezTo>
                <a:lnTo>
                  <a:pt x="289307" y="174974"/>
                </a:lnTo>
                <a:cubicBezTo>
                  <a:pt x="289307" y="169450"/>
                  <a:pt x="285039" y="166688"/>
                  <a:pt x="280770" y="166688"/>
                </a:cubicBezTo>
                <a:lnTo>
                  <a:pt x="238275" y="166688"/>
                </a:lnTo>
                <a:lnTo>
                  <a:pt x="238275" y="92107"/>
                </a:lnTo>
                <a:cubicBezTo>
                  <a:pt x="238275" y="86582"/>
                  <a:pt x="234007" y="83820"/>
                  <a:pt x="229738" y="83820"/>
                </a:cubicBezTo>
                <a:lnTo>
                  <a:pt x="110506" y="83820"/>
                </a:lnTo>
                <a:cubicBezTo>
                  <a:pt x="106237" y="83820"/>
                  <a:pt x="101969" y="86582"/>
                  <a:pt x="101969" y="92107"/>
                </a:cubicBezTo>
                <a:lnTo>
                  <a:pt x="101969" y="174974"/>
                </a:lnTo>
                <a:lnTo>
                  <a:pt x="101969" y="174974"/>
                </a:lnTo>
                <a:lnTo>
                  <a:pt x="101969" y="301466"/>
                </a:lnTo>
                <a:cubicBezTo>
                  <a:pt x="97131" y="296609"/>
                  <a:pt x="91535" y="292703"/>
                  <a:pt x="85274" y="289750"/>
                </a:cubicBezTo>
                <a:lnTo>
                  <a:pt x="85274" y="8382"/>
                </a:lnTo>
                <a:cubicBezTo>
                  <a:pt x="85274" y="2857"/>
                  <a:pt x="81006" y="0"/>
                  <a:pt x="76737" y="0"/>
                </a:cubicBezTo>
                <a:lnTo>
                  <a:pt x="25326" y="0"/>
                </a:lnTo>
                <a:cubicBezTo>
                  <a:pt x="21058" y="0"/>
                  <a:pt x="16789" y="2762"/>
                  <a:pt x="16789" y="8382"/>
                </a:cubicBezTo>
                <a:cubicBezTo>
                  <a:pt x="16789" y="12573"/>
                  <a:pt x="21058" y="16764"/>
                  <a:pt x="25326" y="16764"/>
                </a:cubicBezTo>
                <a:lnTo>
                  <a:pt x="68201" y="16764"/>
                </a:lnTo>
                <a:lnTo>
                  <a:pt x="68201" y="284702"/>
                </a:lnTo>
                <a:cubicBezTo>
                  <a:pt x="65355" y="284321"/>
                  <a:pt x="62414" y="284036"/>
                  <a:pt x="59379" y="284036"/>
                </a:cubicBezTo>
                <a:cubicBezTo>
                  <a:pt x="26844" y="284036"/>
                  <a:pt x="0" y="308991"/>
                  <a:pt x="0" y="342233"/>
                </a:cubicBezTo>
                <a:cubicBezTo>
                  <a:pt x="0" y="375475"/>
                  <a:pt x="26844" y="400431"/>
                  <a:pt x="59379" y="400431"/>
                </a:cubicBezTo>
                <a:cubicBezTo>
                  <a:pt x="82903" y="400431"/>
                  <a:pt x="103392" y="386620"/>
                  <a:pt x="112972" y="366903"/>
                </a:cubicBezTo>
                <a:lnTo>
                  <a:pt x="261420" y="366903"/>
                </a:lnTo>
                <a:lnTo>
                  <a:pt x="294145" y="397669"/>
                </a:lnTo>
                <a:cubicBezTo>
                  <a:pt x="295568" y="399098"/>
                  <a:pt x="296990" y="400431"/>
                  <a:pt x="299836" y="400431"/>
                </a:cubicBezTo>
                <a:cubicBezTo>
                  <a:pt x="302682" y="400431"/>
                  <a:pt x="304104" y="399002"/>
                  <a:pt x="305527" y="397669"/>
                </a:cubicBezTo>
                <a:cubicBezTo>
                  <a:pt x="309796" y="393478"/>
                  <a:pt x="309796" y="389287"/>
                  <a:pt x="305527" y="385096"/>
                </a:cubicBezTo>
                <a:close/>
                <a:moveTo>
                  <a:pt x="272233" y="316706"/>
                </a:moveTo>
                <a:lnTo>
                  <a:pt x="119043" y="316706"/>
                </a:lnTo>
                <a:lnTo>
                  <a:pt x="119043" y="183452"/>
                </a:lnTo>
                <a:lnTo>
                  <a:pt x="229833" y="183452"/>
                </a:lnTo>
                <a:cubicBezTo>
                  <a:pt x="229833" y="183452"/>
                  <a:pt x="230118" y="183452"/>
                  <a:pt x="230213" y="183452"/>
                </a:cubicBezTo>
                <a:lnTo>
                  <a:pt x="272328" y="183452"/>
                </a:lnTo>
                <a:lnTo>
                  <a:pt x="272328" y="316802"/>
                </a:lnTo>
                <a:close/>
                <a:moveTo>
                  <a:pt x="221201" y="100489"/>
                </a:moveTo>
                <a:lnTo>
                  <a:pt x="221201" y="166783"/>
                </a:lnTo>
                <a:lnTo>
                  <a:pt x="118948" y="166783"/>
                </a:lnTo>
                <a:lnTo>
                  <a:pt x="118948" y="100489"/>
                </a:lnTo>
                <a:lnTo>
                  <a:pt x="221201" y="100489"/>
                </a:lnTo>
                <a:close/>
                <a:moveTo>
                  <a:pt x="59379" y="383762"/>
                </a:moveTo>
                <a:cubicBezTo>
                  <a:pt x="35381" y="383762"/>
                  <a:pt x="16979" y="364331"/>
                  <a:pt x="16979" y="342233"/>
                </a:cubicBezTo>
                <a:cubicBezTo>
                  <a:pt x="16979" y="318707"/>
                  <a:pt x="35381" y="300704"/>
                  <a:pt x="59379" y="300704"/>
                </a:cubicBezTo>
                <a:cubicBezTo>
                  <a:pt x="81955" y="300704"/>
                  <a:pt x="101779" y="318707"/>
                  <a:pt x="101779" y="342233"/>
                </a:cubicBezTo>
                <a:cubicBezTo>
                  <a:pt x="101779" y="364427"/>
                  <a:pt x="81955" y="383762"/>
                  <a:pt x="59379" y="383762"/>
                </a:cubicBezTo>
                <a:close/>
                <a:moveTo>
                  <a:pt x="246433" y="284036"/>
                </a:moveTo>
                <a:cubicBezTo>
                  <a:pt x="250701" y="284036"/>
                  <a:pt x="254970" y="286798"/>
                  <a:pt x="254970" y="292417"/>
                </a:cubicBezTo>
                <a:cubicBezTo>
                  <a:pt x="254970" y="296609"/>
                  <a:pt x="250701" y="300800"/>
                  <a:pt x="246433" y="300800"/>
                </a:cubicBezTo>
                <a:lnTo>
                  <a:pt x="212475" y="300800"/>
                </a:lnTo>
                <a:cubicBezTo>
                  <a:pt x="208206" y="300800"/>
                  <a:pt x="203938" y="296609"/>
                  <a:pt x="203938" y="292417"/>
                </a:cubicBezTo>
                <a:cubicBezTo>
                  <a:pt x="203938" y="286798"/>
                  <a:pt x="208206" y="284036"/>
                  <a:pt x="212475" y="284036"/>
                </a:cubicBezTo>
                <a:lnTo>
                  <a:pt x="246433" y="284036"/>
                </a:lnTo>
                <a:close/>
                <a:moveTo>
                  <a:pt x="136306" y="141542"/>
                </a:moveTo>
                <a:cubicBezTo>
                  <a:pt x="136306" y="135922"/>
                  <a:pt x="140575" y="133159"/>
                  <a:pt x="144843" y="133159"/>
                </a:cubicBezTo>
                <a:lnTo>
                  <a:pt x="162012" y="133159"/>
                </a:lnTo>
                <a:cubicBezTo>
                  <a:pt x="166280" y="133159"/>
                  <a:pt x="170549" y="135922"/>
                  <a:pt x="170549" y="141542"/>
                </a:cubicBezTo>
                <a:cubicBezTo>
                  <a:pt x="170549" y="145732"/>
                  <a:pt x="166280" y="149923"/>
                  <a:pt x="162012" y="149923"/>
                </a:cubicBezTo>
                <a:lnTo>
                  <a:pt x="144843" y="149923"/>
                </a:lnTo>
                <a:cubicBezTo>
                  <a:pt x="140575" y="149923"/>
                  <a:pt x="136306" y="145732"/>
                  <a:pt x="136306" y="14154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2">
            <a:extLst>
              <a:ext uri="{FF2B5EF4-FFF2-40B4-BE49-F238E27FC236}">
                <a16:creationId xmlns:a16="http://schemas.microsoft.com/office/drawing/2014/main" id="{31CE4221-953C-4E7C-B876-F4FA0D32BEB9}"/>
              </a:ext>
            </a:extLst>
          </p:cNvPr>
          <p:cNvSpPr/>
          <p:nvPr/>
        </p:nvSpPr>
        <p:spPr>
          <a:xfrm>
            <a:off x="5520895" y="1403823"/>
            <a:ext cx="406267" cy="526942"/>
          </a:xfrm>
          <a:custGeom>
            <a:avLst/>
            <a:gdLst>
              <a:gd name="connsiteX0" fmla="*/ 305432 w 308728"/>
              <a:gd name="connsiteY0" fmla="*/ 385000 h 400431"/>
              <a:gd name="connsiteX1" fmla="*/ 269862 w 308728"/>
              <a:gd name="connsiteY1" fmla="*/ 351473 h 400431"/>
              <a:gd name="connsiteX2" fmla="*/ 264170 w 308728"/>
              <a:gd name="connsiteY2" fmla="*/ 350044 h 400431"/>
              <a:gd name="connsiteX3" fmla="*/ 118094 w 308728"/>
              <a:gd name="connsiteY3" fmla="*/ 350044 h 400431"/>
              <a:gd name="connsiteX4" fmla="*/ 118758 w 308728"/>
              <a:gd name="connsiteY4" fmla="*/ 342138 h 400431"/>
              <a:gd name="connsiteX5" fmla="*/ 117999 w 308728"/>
              <a:gd name="connsiteY5" fmla="*/ 333280 h 400431"/>
              <a:gd name="connsiteX6" fmla="*/ 280770 w 308728"/>
              <a:gd name="connsiteY6" fmla="*/ 333280 h 400431"/>
              <a:gd name="connsiteX7" fmla="*/ 289307 w 308728"/>
              <a:gd name="connsiteY7" fmla="*/ 324993 h 400431"/>
              <a:gd name="connsiteX8" fmla="*/ 289307 w 308728"/>
              <a:gd name="connsiteY8" fmla="*/ 174974 h 400431"/>
              <a:gd name="connsiteX9" fmla="*/ 280770 w 308728"/>
              <a:gd name="connsiteY9" fmla="*/ 166688 h 400431"/>
              <a:gd name="connsiteX10" fmla="*/ 238275 w 308728"/>
              <a:gd name="connsiteY10" fmla="*/ 166688 h 400431"/>
              <a:gd name="connsiteX11" fmla="*/ 238275 w 308728"/>
              <a:gd name="connsiteY11" fmla="*/ 92107 h 400431"/>
              <a:gd name="connsiteX12" fmla="*/ 229738 w 308728"/>
              <a:gd name="connsiteY12" fmla="*/ 83820 h 400431"/>
              <a:gd name="connsiteX13" fmla="*/ 110506 w 308728"/>
              <a:gd name="connsiteY13" fmla="*/ 83820 h 400431"/>
              <a:gd name="connsiteX14" fmla="*/ 101969 w 308728"/>
              <a:gd name="connsiteY14" fmla="*/ 92107 h 400431"/>
              <a:gd name="connsiteX15" fmla="*/ 101969 w 308728"/>
              <a:gd name="connsiteY15" fmla="*/ 174974 h 400431"/>
              <a:gd name="connsiteX16" fmla="*/ 101969 w 308728"/>
              <a:gd name="connsiteY16" fmla="*/ 174974 h 400431"/>
              <a:gd name="connsiteX17" fmla="*/ 101969 w 308728"/>
              <a:gd name="connsiteY17" fmla="*/ 301466 h 400431"/>
              <a:gd name="connsiteX18" fmla="*/ 85274 w 308728"/>
              <a:gd name="connsiteY18" fmla="*/ 289750 h 400431"/>
              <a:gd name="connsiteX19" fmla="*/ 85274 w 308728"/>
              <a:gd name="connsiteY19" fmla="*/ 8382 h 400431"/>
              <a:gd name="connsiteX20" fmla="*/ 76737 w 308728"/>
              <a:gd name="connsiteY20" fmla="*/ 0 h 400431"/>
              <a:gd name="connsiteX21" fmla="*/ 25326 w 308728"/>
              <a:gd name="connsiteY21" fmla="*/ 0 h 400431"/>
              <a:gd name="connsiteX22" fmla="*/ 16789 w 308728"/>
              <a:gd name="connsiteY22" fmla="*/ 8382 h 400431"/>
              <a:gd name="connsiteX23" fmla="*/ 25326 w 308728"/>
              <a:gd name="connsiteY23" fmla="*/ 16764 h 400431"/>
              <a:gd name="connsiteX24" fmla="*/ 68201 w 308728"/>
              <a:gd name="connsiteY24" fmla="*/ 16764 h 400431"/>
              <a:gd name="connsiteX25" fmla="*/ 68201 w 308728"/>
              <a:gd name="connsiteY25" fmla="*/ 284702 h 400431"/>
              <a:gd name="connsiteX26" fmla="*/ 59379 w 308728"/>
              <a:gd name="connsiteY26" fmla="*/ 284036 h 400431"/>
              <a:gd name="connsiteX27" fmla="*/ 0 w 308728"/>
              <a:gd name="connsiteY27" fmla="*/ 342233 h 400431"/>
              <a:gd name="connsiteX28" fmla="*/ 59379 w 308728"/>
              <a:gd name="connsiteY28" fmla="*/ 400431 h 400431"/>
              <a:gd name="connsiteX29" fmla="*/ 112972 w 308728"/>
              <a:gd name="connsiteY29" fmla="*/ 366903 h 400431"/>
              <a:gd name="connsiteX30" fmla="*/ 261420 w 308728"/>
              <a:gd name="connsiteY30" fmla="*/ 366903 h 400431"/>
              <a:gd name="connsiteX31" fmla="*/ 294145 w 308728"/>
              <a:gd name="connsiteY31" fmla="*/ 397669 h 400431"/>
              <a:gd name="connsiteX32" fmla="*/ 299836 w 308728"/>
              <a:gd name="connsiteY32" fmla="*/ 400431 h 400431"/>
              <a:gd name="connsiteX33" fmla="*/ 305527 w 308728"/>
              <a:gd name="connsiteY33" fmla="*/ 397669 h 400431"/>
              <a:gd name="connsiteX34" fmla="*/ 305527 w 308728"/>
              <a:gd name="connsiteY34" fmla="*/ 385096 h 400431"/>
              <a:gd name="connsiteX35" fmla="*/ 272233 w 308728"/>
              <a:gd name="connsiteY35" fmla="*/ 316706 h 400431"/>
              <a:gd name="connsiteX36" fmla="*/ 119043 w 308728"/>
              <a:gd name="connsiteY36" fmla="*/ 316706 h 400431"/>
              <a:gd name="connsiteX37" fmla="*/ 119043 w 308728"/>
              <a:gd name="connsiteY37" fmla="*/ 183452 h 400431"/>
              <a:gd name="connsiteX38" fmla="*/ 229833 w 308728"/>
              <a:gd name="connsiteY38" fmla="*/ 183452 h 400431"/>
              <a:gd name="connsiteX39" fmla="*/ 230213 w 308728"/>
              <a:gd name="connsiteY39" fmla="*/ 183452 h 400431"/>
              <a:gd name="connsiteX40" fmla="*/ 272328 w 308728"/>
              <a:gd name="connsiteY40" fmla="*/ 183452 h 400431"/>
              <a:gd name="connsiteX41" fmla="*/ 272328 w 308728"/>
              <a:gd name="connsiteY41" fmla="*/ 316802 h 400431"/>
              <a:gd name="connsiteX42" fmla="*/ 221201 w 308728"/>
              <a:gd name="connsiteY42" fmla="*/ 100489 h 400431"/>
              <a:gd name="connsiteX43" fmla="*/ 221201 w 308728"/>
              <a:gd name="connsiteY43" fmla="*/ 166783 h 400431"/>
              <a:gd name="connsiteX44" fmla="*/ 118948 w 308728"/>
              <a:gd name="connsiteY44" fmla="*/ 166783 h 400431"/>
              <a:gd name="connsiteX45" fmla="*/ 118948 w 308728"/>
              <a:gd name="connsiteY45" fmla="*/ 100489 h 400431"/>
              <a:gd name="connsiteX46" fmla="*/ 221201 w 308728"/>
              <a:gd name="connsiteY46" fmla="*/ 100489 h 400431"/>
              <a:gd name="connsiteX47" fmla="*/ 59379 w 308728"/>
              <a:gd name="connsiteY47" fmla="*/ 383762 h 400431"/>
              <a:gd name="connsiteX48" fmla="*/ 16979 w 308728"/>
              <a:gd name="connsiteY48" fmla="*/ 342233 h 400431"/>
              <a:gd name="connsiteX49" fmla="*/ 59379 w 308728"/>
              <a:gd name="connsiteY49" fmla="*/ 300704 h 400431"/>
              <a:gd name="connsiteX50" fmla="*/ 101779 w 308728"/>
              <a:gd name="connsiteY50" fmla="*/ 342233 h 400431"/>
              <a:gd name="connsiteX51" fmla="*/ 59379 w 308728"/>
              <a:gd name="connsiteY51" fmla="*/ 383762 h 400431"/>
              <a:gd name="connsiteX52" fmla="*/ 246433 w 308728"/>
              <a:gd name="connsiteY52" fmla="*/ 284036 h 400431"/>
              <a:gd name="connsiteX53" fmla="*/ 254970 w 308728"/>
              <a:gd name="connsiteY53" fmla="*/ 292417 h 400431"/>
              <a:gd name="connsiteX54" fmla="*/ 246433 w 308728"/>
              <a:gd name="connsiteY54" fmla="*/ 300800 h 400431"/>
              <a:gd name="connsiteX55" fmla="*/ 212475 w 308728"/>
              <a:gd name="connsiteY55" fmla="*/ 300800 h 400431"/>
              <a:gd name="connsiteX56" fmla="*/ 203938 w 308728"/>
              <a:gd name="connsiteY56" fmla="*/ 292417 h 400431"/>
              <a:gd name="connsiteX57" fmla="*/ 212475 w 308728"/>
              <a:gd name="connsiteY57" fmla="*/ 284036 h 400431"/>
              <a:gd name="connsiteX58" fmla="*/ 246433 w 308728"/>
              <a:gd name="connsiteY58" fmla="*/ 284036 h 400431"/>
              <a:gd name="connsiteX59" fmla="*/ 136306 w 308728"/>
              <a:gd name="connsiteY59" fmla="*/ 141542 h 400431"/>
              <a:gd name="connsiteX60" fmla="*/ 144843 w 308728"/>
              <a:gd name="connsiteY60" fmla="*/ 133159 h 400431"/>
              <a:gd name="connsiteX61" fmla="*/ 162012 w 308728"/>
              <a:gd name="connsiteY61" fmla="*/ 133159 h 400431"/>
              <a:gd name="connsiteX62" fmla="*/ 170549 w 308728"/>
              <a:gd name="connsiteY62" fmla="*/ 141542 h 400431"/>
              <a:gd name="connsiteX63" fmla="*/ 162012 w 308728"/>
              <a:gd name="connsiteY63" fmla="*/ 149923 h 400431"/>
              <a:gd name="connsiteX64" fmla="*/ 144843 w 308728"/>
              <a:gd name="connsiteY64" fmla="*/ 149923 h 400431"/>
              <a:gd name="connsiteX65" fmla="*/ 136306 w 308728"/>
              <a:gd name="connsiteY65" fmla="*/ 141542 h 4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08728" h="400431">
                <a:moveTo>
                  <a:pt x="305432" y="385000"/>
                </a:moveTo>
                <a:lnTo>
                  <a:pt x="269862" y="351473"/>
                </a:lnTo>
                <a:cubicBezTo>
                  <a:pt x="268439" y="350044"/>
                  <a:pt x="265593" y="350044"/>
                  <a:pt x="264170" y="350044"/>
                </a:cubicBezTo>
                <a:lnTo>
                  <a:pt x="118094" y="350044"/>
                </a:lnTo>
                <a:cubicBezTo>
                  <a:pt x="118474" y="347472"/>
                  <a:pt x="118758" y="344805"/>
                  <a:pt x="118758" y="342138"/>
                </a:cubicBezTo>
                <a:cubicBezTo>
                  <a:pt x="118758" y="339090"/>
                  <a:pt x="118474" y="336137"/>
                  <a:pt x="117999" y="333280"/>
                </a:cubicBezTo>
                <a:lnTo>
                  <a:pt x="280770" y="333280"/>
                </a:lnTo>
                <a:cubicBezTo>
                  <a:pt x="285039" y="333280"/>
                  <a:pt x="289307" y="329089"/>
                  <a:pt x="289307" y="324993"/>
                </a:cubicBezTo>
                <a:lnTo>
                  <a:pt x="289307" y="174974"/>
                </a:lnTo>
                <a:cubicBezTo>
                  <a:pt x="289307" y="169450"/>
                  <a:pt x="285039" y="166688"/>
                  <a:pt x="280770" y="166688"/>
                </a:cubicBezTo>
                <a:lnTo>
                  <a:pt x="238275" y="166688"/>
                </a:lnTo>
                <a:lnTo>
                  <a:pt x="238275" y="92107"/>
                </a:lnTo>
                <a:cubicBezTo>
                  <a:pt x="238275" y="86582"/>
                  <a:pt x="234007" y="83820"/>
                  <a:pt x="229738" y="83820"/>
                </a:cubicBezTo>
                <a:lnTo>
                  <a:pt x="110506" y="83820"/>
                </a:lnTo>
                <a:cubicBezTo>
                  <a:pt x="106237" y="83820"/>
                  <a:pt x="101969" y="86582"/>
                  <a:pt x="101969" y="92107"/>
                </a:cubicBezTo>
                <a:lnTo>
                  <a:pt x="101969" y="174974"/>
                </a:lnTo>
                <a:lnTo>
                  <a:pt x="101969" y="174974"/>
                </a:lnTo>
                <a:lnTo>
                  <a:pt x="101969" y="301466"/>
                </a:lnTo>
                <a:cubicBezTo>
                  <a:pt x="97131" y="296609"/>
                  <a:pt x="91535" y="292703"/>
                  <a:pt x="85274" y="289750"/>
                </a:cubicBezTo>
                <a:lnTo>
                  <a:pt x="85274" y="8382"/>
                </a:lnTo>
                <a:cubicBezTo>
                  <a:pt x="85274" y="2857"/>
                  <a:pt x="81006" y="0"/>
                  <a:pt x="76737" y="0"/>
                </a:cubicBezTo>
                <a:lnTo>
                  <a:pt x="25326" y="0"/>
                </a:lnTo>
                <a:cubicBezTo>
                  <a:pt x="21058" y="0"/>
                  <a:pt x="16789" y="2762"/>
                  <a:pt x="16789" y="8382"/>
                </a:cubicBezTo>
                <a:cubicBezTo>
                  <a:pt x="16789" y="12573"/>
                  <a:pt x="21058" y="16764"/>
                  <a:pt x="25326" y="16764"/>
                </a:cubicBezTo>
                <a:lnTo>
                  <a:pt x="68201" y="16764"/>
                </a:lnTo>
                <a:lnTo>
                  <a:pt x="68201" y="284702"/>
                </a:lnTo>
                <a:cubicBezTo>
                  <a:pt x="65355" y="284321"/>
                  <a:pt x="62414" y="284036"/>
                  <a:pt x="59379" y="284036"/>
                </a:cubicBezTo>
                <a:cubicBezTo>
                  <a:pt x="26844" y="284036"/>
                  <a:pt x="0" y="308991"/>
                  <a:pt x="0" y="342233"/>
                </a:cubicBezTo>
                <a:cubicBezTo>
                  <a:pt x="0" y="375475"/>
                  <a:pt x="26844" y="400431"/>
                  <a:pt x="59379" y="400431"/>
                </a:cubicBezTo>
                <a:cubicBezTo>
                  <a:pt x="82903" y="400431"/>
                  <a:pt x="103392" y="386620"/>
                  <a:pt x="112972" y="366903"/>
                </a:cubicBezTo>
                <a:lnTo>
                  <a:pt x="261420" y="366903"/>
                </a:lnTo>
                <a:lnTo>
                  <a:pt x="294145" y="397669"/>
                </a:lnTo>
                <a:cubicBezTo>
                  <a:pt x="295568" y="399098"/>
                  <a:pt x="296990" y="400431"/>
                  <a:pt x="299836" y="400431"/>
                </a:cubicBezTo>
                <a:cubicBezTo>
                  <a:pt x="302682" y="400431"/>
                  <a:pt x="304104" y="399002"/>
                  <a:pt x="305527" y="397669"/>
                </a:cubicBezTo>
                <a:cubicBezTo>
                  <a:pt x="309796" y="393478"/>
                  <a:pt x="309796" y="389287"/>
                  <a:pt x="305527" y="385096"/>
                </a:cubicBezTo>
                <a:close/>
                <a:moveTo>
                  <a:pt x="272233" y="316706"/>
                </a:moveTo>
                <a:lnTo>
                  <a:pt x="119043" y="316706"/>
                </a:lnTo>
                <a:lnTo>
                  <a:pt x="119043" y="183452"/>
                </a:lnTo>
                <a:lnTo>
                  <a:pt x="229833" y="183452"/>
                </a:lnTo>
                <a:cubicBezTo>
                  <a:pt x="229833" y="183452"/>
                  <a:pt x="230118" y="183452"/>
                  <a:pt x="230213" y="183452"/>
                </a:cubicBezTo>
                <a:lnTo>
                  <a:pt x="272328" y="183452"/>
                </a:lnTo>
                <a:lnTo>
                  <a:pt x="272328" y="316802"/>
                </a:lnTo>
                <a:close/>
                <a:moveTo>
                  <a:pt x="221201" y="100489"/>
                </a:moveTo>
                <a:lnTo>
                  <a:pt x="221201" y="166783"/>
                </a:lnTo>
                <a:lnTo>
                  <a:pt x="118948" y="166783"/>
                </a:lnTo>
                <a:lnTo>
                  <a:pt x="118948" y="100489"/>
                </a:lnTo>
                <a:lnTo>
                  <a:pt x="221201" y="100489"/>
                </a:lnTo>
                <a:close/>
                <a:moveTo>
                  <a:pt x="59379" y="383762"/>
                </a:moveTo>
                <a:cubicBezTo>
                  <a:pt x="35381" y="383762"/>
                  <a:pt x="16979" y="364331"/>
                  <a:pt x="16979" y="342233"/>
                </a:cubicBezTo>
                <a:cubicBezTo>
                  <a:pt x="16979" y="318707"/>
                  <a:pt x="35381" y="300704"/>
                  <a:pt x="59379" y="300704"/>
                </a:cubicBezTo>
                <a:cubicBezTo>
                  <a:pt x="81955" y="300704"/>
                  <a:pt x="101779" y="318707"/>
                  <a:pt x="101779" y="342233"/>
                </a:cubicBezTo>
                <a:cubicBezTo>
                  <a:pt x="101779" y="364427"/>
                  <a:pt x="81955" y="383762"/>
                  <a:pt x="59379" y="383762"/>
                </a:cubicBezTo>
                <a:close/>
                <a:moveTo>
                  <a:pt x="246433" y="284036"/>
                </a:moveTo>
                <a:cubicBezTo>
                  <a:pt x="250701" y="284036"/>
                  <a:pt x="254970" y="286798"/>
                  <a:pt x="254970" y="292417"/>
                </a:cubicBezTo>
                <a:cubicBezTo>
                  <a:pt x="254970" y="296609"/>
                  <a:pt x="250701" y="300800"/>
                  <a:pt x="246433" y="300800"/>
                </a:cubicBezTo>
                <a:lnTo>
                  <a:pt x="212475" y="300800"/>
                </a:lnTo>
                <a:cubicBezTo>
                  <a:pt x="208206" y="300800"/>
                  <a:pt x="203938" y="296609"/>
                  <a:pt x="203938" y="292417"/>
                </a:cubicBezTo>
                <a:cubicBezTo>
                  <a:pt x="203938" y="286798"/>
                  <a:pt x="208206" y="284036"/>
                  <a:pt x="212475" y="284036"/>
                </a:cubicBezTo>
                <a:lnTo>
                  <a:pt x="246433" y="284036"/>
                </a:lnTo>
                <a:close/>
                <a:moveTo>
                  <a:pt x="136306" y="141542"/>
                </a:moveTo>
                <a:cubicBezTo>
                  <a:pt x="136306" y="135922"/>
                  <a:pt x="140575" y="133159"/>
                  <a:pt x="144843" y="133159"/>
                </a:cubicBezTo>
                <a:lnTo>
                  <a:pt x="162012" y="133159"/>
                </a:lnTo>
                <a:cubicBezTo>
                  <a:pt x="166280" y="133159"/>
                  <a:pt x="170549" y="135922"/>
                  <a:pt x="170549" y="141542"/>
                </a:cubicBezTo>
                <a:cubicBezTo>
                  <a:pt x="170549" y="145732"/>
                  <a:pt x="166280" y="149923"/>
                  <a:pt x="162012" y="149923"/>
                </a:cubicBezTo>
                <a:lnTo>
                  <a:pt x="144843" y="149923"/>
                </a:lnTo>
                <a:cubicBezTo>
                  <a:pt x="140575" y="149923"/>
                  <a:pt x="136306" y="145732"/>
                  <a:pt x="136306" y="14154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" name="Graphic 22">
            <a:extLst>
              <a:ext uri="{FF2B5EF4-FFF2-40B4-BE49-F238E27FC236}">
                <a16:creationId xmlns:a16="http://schemas.microsoft.com/office/drawing/2014/main" id="{1C4D7CF5-A6E9-27F3-B1EF-E49B7C0DA437}"/>
              </a:ext>
            </a:extLst>
          </p:cNvPr>
          <p:cNvSpPr/>
          <p:nvPr/>
        </p:nvSpPr>
        <p:spPr>
          <a:xfrm>
            <a:off x="6279720" y="1403823"/>
            <a:ext cx="406267" cy="526942"/>
          </a:xfrm>
          <a:custGeom>
            <a:avLst/>
            <a:gdLst>
              <a:gd name="connsiteX0" fmla="*/ 305432 w 308728"/>
              <a:gd name="connsiteY0" fmla="*/ 385000 h 400431"/>
              <a:gd name="connsiteX1" fmla="*/ 269862 w 308728"/>
              <a:gd name="connsiteY1" fmla="*/ 351473 h 400431"/>
              <a:gd name="connsiteX2" fmla="*/ 264170 w 308728"/>
              <a:gd name="connsiteY2" fmla="*/ 350044 h 400431"/>
              <a:gd name="connsiteX3" fmla="*/ 118094 w 308728"/>
              <a:gd name="connsiteY3" fmla="*/ 350044 h 400431"/>
              <a:gd name="connsiteX4" fmla="*/ 118758 w 308728"/>
              <a:gd name="connsiteY4" fmla="*/ 342138 h 400431"/>
              <a:gd name="connsiteX5" fmla="*/ 117999 w 308728"/>
              <a:gd name="connsiteY5" fmla="*/ 333280 h 400431"/>
              <a:gd name="connsiteX6" fmla="*/ 280770 w 308728"/>
              <a:gd name="connsiteY6" fmla="*/ 333280 h 400431"/>
              <a:gd name="connsiteX7" fmla="*/ 289307 w 308728"/>
              <a:gd name="connsiteY7" fmla="*/ 324993 h 400431"/>
              <a:gd name="connsiteX8" fmla="*/ 289307 w 308728"/>
              <a:gd name="connsiteY8" fmla="*/ 174974 h 400431"/>
              <a:gd name="connsiteX9" fmla="*/ 280770 w 308728"/>
              <a:gd name="connsiteY9" fmla="*/ 166688 h 400431"/>
              <a:gd name="connsiteX10" fmla="*/ 238275 w 308728"/>
              <a:gd name="connsiteY10" fmla="*/ 166688 h 400431"/>
              <a:gd name="connsiteX11" fmla="*/ 238275 w 308728"/>
              <a:gd name="connsiteY11" fmla="*/ 92107 h 400431"/>
              <a:gd name="connsiteX12" fmla="*/ 229738 w 308728"/>
              <a:gd name="connsiteY12" fmla="*/ 83820 h 400431"/>
              <a:gd name="connsiteX13" fmla="*/ 110506 w 308728"/>
              <a:gd name="connsiteY13" fmla="*/ 83820 h 400431"/>
              <a:gd name="connsiteX14" fmla="*/ 101969 w 308728"/>
              <a:gd name="connsiteY14" fmla="*/ 92107 h 400431"/>
              <a:gd name="connsiteX15" fmla="*/ 101969 w 308728"/>
              <a:gd name="connsiteY15" fmla="*/ 174974 h 400431"/>
              <a:gd name="connsiteX16" fmla="*/ 101969 w 308728"/>
              <a:gd name="connsiteY16" fmla="*/ 174974 h 400431"/>
              <a:gd name="connsiteX17" fmla="*/ 101969 w 308728"/>
              <a:gd name="connsiteY17" fmla="*/ 301466 h 400431"/>
              <a:gd name="connsiteX18" fmla="*/ 85274 w 308728"/>
              <a:gd name="connsiteY18" fmla="*/ 289750 h 400431"/>
              <a:gd name="connsiteX19" fmla="*/ 85274 w 308728"/>
              <a:gd name="connsiteY19" fmla="*/ 8382 h 400431"/>
              <a:gd name="connsiteX20" fmla="*/ 76737 w 308728"/>
              <a:gd name="connsiteY20" fmla="*/ 0 h 400431"/>
              <a:gd name="connsiteX21" fmla="*/ 25326 w 308728"/>
              <a:gd name="connsiteY21" fmla="*/ 0 h 400431"/>
              <a:gd name="connsiteX22" fmla="*/ 16789 w 308728"/>
              <a:gd name="connsiteY22" fmla="*/ 8382 h 400431"/>
              <a:gd name="connsiteX23" fmla="*/ 25326 w 308728"/>
              <a:gd name="connsiteY23" fmla="*/ 16764 h 400431"/>
              <a:gd name="connsiteX24" fmla="*/ 68201 w 308728"/>
              <a:gd name="connsiteY24" fmla="*/ 16764 h 400431"/>
              <a:gd name="connsiteX25" fmla="*/ 68201 w 308728"/>
              <a:gd name="connsiteY25" fmla="*/ 284702 h 400431"/>
              <a:gd name="connsiteX26" fmla="*/ 59379 w 308728"/>
              <a:gd name="connsiteY26" fmla="*/ 284036 h 400431"/>
              <a:gd name="connsiteX27" fmla="*/ 0 w 308728"/>
              <a:gd name="connsiteY27" fmla="*/ 342233 h 400431"/>
              <a:gd name="connsiteX28" fmla="*/ 59379 w 308728"/>
              <a:gd name="connsiteY28" fmla="*/ 400431 h 400431"/>
              <a:gd name="connsiteX29" fmla="*/ 112972 w 308728"/>
              <a:gd name="connsiteY29" fmla="*/ 366903 h 400431"/>
              <a:gd name="connsiteX30" fmla="*/ 261420 w 308728"/>
              <a:gd name="connsiteY30" fmla="*/ 366903 h 400431"/>
              <a:gd name="connsiteX31" fmla="*/ 294145 w 308728"/>
              <a:gd name="connsiteY31" fmla="*/ 397669 h 400431"/>
              <a:gd name="connsiteX32" fmla="*/ 299836 w 308728"/>
              <a:gd name="connsiteY32" fmla="*/ 400431 h 400431"/>
              <a:gd name="connsiteX33" fmla="*/ 305527 w 308728"/>
              <a:gd name="connsiteY33" fmla="*/ 397669 h 400431"/>
              <a:gd name="connsiteX34" fmla="*/ 305527 w 308728"/>
              <a:gd name="connsiteY34" fmla="*/ 385096 h 400431"/>
              <a:gd name="connsiteX35" fmla="*/ 272233 w 308728"/>
              <a:gd name="connsiteY35" fmla="*/ 316706 h 400431"/>
              <a:gd name="connsiteX36" fmla="*/ 119043 w 308728"/>
              <a:gd name="connsiteY36" fmla="*/ 316706 h 400431"/>
              <a:gd name="connsiteX37" fmla="*/ 119043 w 308728"/>
              <a:gd name="connsiteY37" fmla="*/ 183452 h 400431"/>
              <a:gd name="connsiteX38" fmla="*/ 229833 w 308728"/>
              <a:gd name="connsiteY38" fmla="*/ 183452 h 400431"/>
              <a:gd name="connsiteX39" fmla="*/ 230213 w 308728"/>
              <a:gd name="connsiteY39" fmla="*/ 183452 h 400431"/>
              <a:gd name="connsiteX40" fmla="*/ 272328 w 308728"/>
              <a:gd name="connsiteY40" fmla="*/ 183452 h 400431"/>
              <a:gd name="connsiteX41" fmla="*/ 272328 w 308728"/>
              <a:gd name="connsiteY41" fmla="*/ 316802 h 400431"/>
              <a:gd name="connsiteX42" fmla="*/ 221201 w 308728"/>
              <a:gd name="connsiteY42" fmla="*/ 100489 h 400431"/>
              <a:gd name="connsiteX43" fmla="*/ 221201 w 308728"/>
              <a:gd name="connsiteY43" fmla="*/ 166783 h 400431"/>
              <a:gd name="connsiteX44" fmla="*/ 118948 w 308728"/>
              <a:gd name="connsiteY44" fmla="*/ 166783 h 400431"/>
              <a:gd name="connsiteX45" fmla="*/ 118948 w 308728"/>
              <a:gd name="connsiteY45" fmla="*/ 100489 h 400431"/>
              <a:gd name="connsiteX46" fmla="*/ 221201 w 308728"/>
              <a:gd name="connsiteY46" fmla="*/ 100489 h 400431"/>
              <a:gd name="connsiteX47" fmla="*/ 59379 w 308728"/>
              <a:gd name="connsiteY47" fmla="*/ 383762 h 400431"/>
              <a:gd name="connsiteX48" fmla="*/ 16979 w 308728"/>
              <a:gd name="connsiteY48" fmla="*/ 342233 h 400431"/>
              <a:gd name="connsiteX49" fmla="*/ 59379 w 308728"/>
              <a:gd name="connsiteY49" fmla="*/ 300704 h 400431"/>
              <a:gd name="connsiteX50" fmla="*/ 101779 w 308728"/>
              <a:gd name="connsiteY50" fmla="*/ 342233 h 400431"/>
              <a:gd name="connsiteX51" fmla="*/ 59379 w 308728"/>
              <a:gd name="connsiteY51" fmla="*/ 383762 h 400431"/>
              <a:gd name="connsiteX52" fmla="*/ 246433 w 308728"/>
              <a:gd name="connsiteY52" fmla="*/ 284036 h 400431"/>
              <a:gd name="connsiteX53" fmla="*/ 254970 w 308728"/>
              <a:gd name="connsiteY53" fmla="*/ 292417 h 400431"/>
              <a:gd name="connsiteX54" fmla="*/ 246433 w 308728"/>
              <a:gd name="connsiteY54" fmla="*/ 300800 h 400431"/>
              <a:gd name="connsiteX55" fmla="*/ 212475 w 308728"/>
              <a:gd name="connsiteY55" fmla="*/ 300800 h 400431"/>
              <a:gd name="connsiteX56" fmla="*/ 203938 w 308728"/>
              <a:gd name="connsiteY56" fmla="*/ 292417 h 400431"/>
              <a:gd name="connsiteX57" fmla="*/ 212475 w 308728"/>
              <a:gd name="connsiteY57" fmla="*/ 284036 h 400431"/>
              <a:gd name="connsiteX58" fmla="*/ 246433 w 308728"/>
              <a:gd name="connsiteY58" fmla="*/ 284036 h 400431"/>
              <a:gd name="connsiteX59" fmla="*/ 136306 w 308728"/>
              <a:gd name="connsiteY59" fmla="*/ 141542 h 400431"/>
              <a:gd name="connsiteX60" fmla="*/ 144843 w 308728"/>
              <a:gd name="connsiteY60" fmla="*/ 133159 h 400431"/>
              <a:gd name="connsiteX61" fmla="*/ 162012 w 308728"/>
              <a:gd name="connsiteY61" fmla="*/ 133159 h 400431"/>
              <a:gd name="connsiteX62" fmla="*/ 170549 w 308728"/>
              <a:gd name="connsiteY62" fmla="*/ 141542 h 400431"/>
              <a:gd name="connsiteX63" fmla="*/ 162012 w 308728"/>
              <a:gd name="connsiteY63" fmla="*/ 149923 h 400431"/>
              <a:gd name="connsiteX64" fmla="*/ 144843 w 308728"/>
              <a:gd name="connsiteY64" fmla="*/ 149923 h 400431"/>
              <a:gd name="connsiteX65" fmla="*/ 136306 w 308728"/>
              <a:gd name="connsiteY65" fmla="*/ 141542 h 4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08728" h="400431">
                <a:moveTo>
                  <a:pt x="305432" y="385000"/>
                </a:moveTo>
                <a:lnTo>
                  <a:pt x="269862" y="351473"/>
                </a:lnTo>
                <a:cubicBezTo>
                  <a:pt x="268439" y="350044"/>
                  <a:pt x="265593" y="350044"/>
                  <a:pt x="264170" y="350044"/>
                </a:cubicBezTo>
                <a:lnTo>
                  <a:pt x="118094" y="350044"/>
                </a:lnTo>
                <a:cubicBezTo>
                  <a:pt x="118474" y="347472"/>
                  <a:pt x="118758" y="344805"/>
                  <a:pt x="118758" y="342138"/>
                </a:cubicBezTo>
                <a:cubicBezTo>
                  <a:pt x="118758" y="339090"/>
                  <a:pt x="118474" y="336137"/>
                  <a:pt x="117999" y="333280"/>
                </a:cubicBezTo>
                <a:lnTo>
                  <a:pt x="280770" y="333280"/>
                </a:lnTo>
                <a:cubicBezTo>
                  <a:pt x="285039" y="333280"/>
                  <a:pt x="289307" y="329089"/>
                  <a:pt x="289307" y="324993"/>
                </a:cubicBezTo>
                <a:lnTo>
                  <a:pt x="289307" y="174974"/>
                </a:lnTo>
                <a:cubicBezTo>
                  <a:pt x="289307" y="169450"/>
                  <a:pt x="285039" y="166688"/>
                  <a:pt x="280770" y="166688"/>
                </a:cubicBezTo>
                <a:lnTo>
                  <a:pt x="238275" y="166688"/>
                </a:lnTo>
                <a:lnTo>
                  <a:pt x="238275" y="92107"/>
                </a:lnTo>
                <a:cubicBezTo>
                  <a:pt x="238275" y="86582"/>
                  <a:pt x="234007" y="83820"/>
                  <a:pt x="229738" y="83820"/>
                </a:cubicBezTo>
                <a:lnTo>
                  <a:pt x="110506" y="83820"/>
                </a:lnTo>
                <a:cubicBezTo>
                  <a:pt x="106237" y="83820"/>
                  <a:pt x="101969" y="86582"/>
                  <a:pt x="101969" y="92107"/>
                </a:cubicBezTo>
                <a:lnTo>
                  <a:pt x="101969" y="174974"/>
                </a:lnTo>
                <a:lnTo>
                  <a:pt x="101969" y="174974"/>
                </a:lnTo>
                <a:lnTo>
                  <a:pt x="101969" y="301466"/>
                </a:lnTo>
                <a:cubicBezTo>
                  <a:pt x="97131" y="296609"/>
                  <a:pt x="91535" y="292703"/>
                  <a:pt x="85274" y="289750"/>
                </a:cubicBezTo>
                <a:lnTo>
                  <a:pt x="85274" y="8382"/>
                </a:lnTo>
                <a:cubicBezTo>
                  <a:pt x="85274" y="2857"/>
                  <a:pt x="81006" y="0"/>
                  <a:pt x="76737" y="0"/>
                </a:cubicBezTo>
                <a:lnTo>
                  <a:pt x="25326" y="0"/>
                </a:lnTo>
                <a:cubicBezTo>
                  <a:pt x="21058" y="0"/>
                  <a:pt x="16789" y="2762"/>
                  <a:pt x="16789" y="8382"/>
                </a:cubicBezTo>
                <a:cubicBezTo>
                  <a:pt x="16789" y="12573"/>
                  <a:pt x="21058" y="16764"/>
                  <a:pt x="25326" y="16764"/>
                </a:cubicBezTo>
                <a:lnTo>
                  <a:pt x="68201" y="16764"/>
                </a:lnTo>
                <a:lnTo>
                  <a:pt x="68201" y="284702"/>
                </a:lnTo>
                <a:cubicBezTo>
                  <a:pt x="65355" y="284321"/>
                  <a:pt x="62414" y="284036"/>
                  <a:pt x="59379" y="284036"/>
                </a:cubicBezTo>
                <a:cubicBezTo>
                  <a:pt x="26844" y="284036"/>
                  <a:pt x="0" y="308991"/>
                  <a:pt x="0" y="342233"/>
                </a:cubicBezTo>
                <a:cubicBezTo>
                  <a:pt x="0" y="375475"/>
                  <a:pt x="26844" y="400431"/>
                  <a:pt x="59379" y="400431"/>
                </a:cubicBezTo>
                <a:cubicBezTo>
                  <a:pt x="82903" y="400431"/>
                  <a:pt x="103392" y="386620"/>
                  <a:pt x="112972" y="366903"/>
                </a:cubicBezTo>
                <a:lnTo>
                  <a:pt x="261420" y="366903"/>
                </a:lnTo>
                <a:lnTo>
                  <a:pt x="294145" y="397669"/>
                </a:lnTo>
                <a:cubicBezTo>
                  <a:pt x="295568" y="399098"/>
                  <a:pt x="296990" y="400431"/>
                  <a:pt x="299836" y="400431"/>
                </a:cubicBezTo>
                <a:cubicBezTo>
                  <a:pt x="302682" y="400431"/>
                  <a:pt x="304104" y="399002"/>
                  <a:pt x="305527" y="397669"/>
                </a:cubicBezTo>
                <a:cubicBezTo>
                  <a:pt x="309796" y="393478"/>
                  <a:pt x="309796" y="389287"/>
                  <a:pt x="305527" y="385096"/>
                </a:cubicBezTo>
                <a:close/>
                <a:moveTo>
                  <a:pt x="272233" y="316706"/>
                </a:moveTo>
                <a:lnTo>
                  <a:pt x="119043" y="316706"/>
                </a:lnTo>
                <a:lnTo>
                  <a:pt x="119043" y="183452"/>
                </a:lnTo>
                <a:lnTo>
                  <a:pt x="229833" y="183452"/>
                </a:lnTo>
                <a:cubicBezTo>
                  <a:pt x="229833" y="183452"/>
                  <a:pt x="230118" y="183452"/>
                  <a:pt x="230213" y="183452"/>
                </a:cubicBezTo>
                <a:lnTo>
                  <a:pt x="272328" y="183452"/>
                </a:lnTo>
                <a:lnTo>
                  <a:pt x="272328" y="316802"/>
                </a:lnTo>
                <a:close/>
                <a:moveTo>
                  <a:pt x="221201" y="100489"/>
                </a:moveTo>
                <a:lnTo>
                  <a:pt x="221201" y="166783"/>
                </a:lnTo>
                <a:lnTo>
                  <a:pt x="118948" y="166783"/>
                </a:lnTo>
                <a:lnTo>
                  <a:pt x="118948" y="100489"/>
                </a:lnTo>
                <a:lnTo>
                  <a:pt x="221201" y="100489"/>
                </a:lnTo>
                <a:close/>
                <a:moveTo>
                  <a:pt x="59379" y="383762"/>
                </a:moveTo>
                <a:cubicBezTo>
                  <a:pt x="35381" y="383762"/>
                  <a:pt x="16979" y="364331"/>
                  <a:pt x="16979" y="342233"/>
                </a:cubicBezTo>
                <a:cubicBezTo>
                  <a:pt x="16979" y="318707"/>
                  <a:pt x="35381" y="300704"/>
                  <a:pt x="59379" y="300704"/>
                </a:cubicBezTo>
                <a:cubicBezTo>
                  <a:pt x="81955" y="300704"/>
                  <a:pt x="101779" y="318707"/>
                  <a:pt x="101779" y="342233"/>
                </a:cubicBezTo>
                <a:cubicBezTo>
                  <a:pt x="101779" y="364427"/>
                  <a:pt x="81955" y="383762"/>
                  <a:pt x="59379" y="383762"/>
                </a:cubicBezTo>
                <a:close/>
                <a:moveTo>
                  <a:pt x="246433" y="284036"/>
                </a:moveTo>
                <a:cubicBezTo>
                  <a:pt x="250701" y="284036"/>
                  <a:pt x="254970" y="286798"/>
                  <a:pt x="254970" y="292417"/>
                </a:cubicBezTo>
                <a:cubicBezTo>
                  <a:pt x="254970" y="296609"/>
                  <a:pt x="250701" y="300800"/>
                  <a:pt x="246433" y="300800"/>
                </a:cubicBezTo>
                <a:lnTo>
                  <a:pt x="212475" y="300800"/>
                </a:lnTo>
                <a:cubicBezTo>
                  <a:pt x="208206" y="300800"/>
                  <a:pt x="203938" y="296609"/>
                  <a:pt x="203938" y="292417"/>
                </a:cubicBezTo>
                <a:cubicBezTo>
                  <a:pt x="203938" y="286798"/>
                  <a:pt x="208206" y="284036"/>
                  <a:pt x="212475" y="284036"/>
                </a:cubicBezTo>
                <a:lnTo>
                  <a:pt x="246433" y="284036"/>
                </a:lnTo>
                <a:close/>
                <a:moveTo>
                  <a:pt x="136306" y="141542"/>
                </a:moveTo>
                <a:cubicBezTo>
                  <a:pt x="136306" y="135922"/>
                  <a:pt x="140575" y="133159"/>
                  <a:pt x="144843" y="133159"/>
                </a:cubicBezTo>
                <a:lnTo>
                  <a:pt x="162012" y="133159"/>
                </a:lnTo>
                <a:cubicBezTo>
                  <a:pt x="166280" y="133159"/>
                  <a:pt x="170549" y="135922"/>
                  <a:pt x="170549" y="141542"/>
                </a:cubicBezTo>
                <a:cubicBezTo>
                  <a:pt x="170549" y="145732"/>
                  <a:pt x="166280" y="149923"/>
                  <a:pt x="162012" y="149923"/>
                </a:cubicBezTo>
                <a:lnTo>
                  <a:pt x="144843" y="149923"/>
                </a:lnTo>
                <a:cubicBezTo>
                  <a:pt x="140575" y="149923"/>
                  <a:pt x="136306" y="145732"/>
                  <a:pt x="136306" y="14154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" name="Graphic 28">
            <a:extLst>
              <a:ext uri="{FF2B5EF4-FFF2-40B4-BE49-F238E27FC236}">
                <a16:creationId xmlns:a16="http://schemas.microsoft.com/office/drawing/2014/main" id="{0429DE62-E919-D500-7799-E203D1905AE3}"/>
              </a:ext>
            </a:extLst>
          </p:cNvPr>
          <p:cNvSpPr/>
          <p:nvPr/>
        </p:nvSpPr>
        <p:spPr>
          <a:xfrm>
            <a:off x="7078304" y="919393"/>
            <a:ext cx="529522" cy="368780"/>
          </a:xfrm>
          <a:custGeom>
            <a:avLst/>
            <a:gdLst>
              <a:gd name="connsiteX0" fmla="*/ 0 w 399907"/>
              <a:gd name="connsiteY0" fmla="*/ 8096 h 278511"/>
              <a:gd name="connsiteX1" fmla="*/ 0 w 399907"/>
              <a:gd name="connsiteY1" fmla="*/ 237553 h 278511"/>
              <a:gd name="connsiteX2" fmla="*/ 8347 w 399907"/>
              <a:gd name="connsiteY2" fmla="*/ 245745 h 278511"/>
              <a:gd name="connsiteX3" fmla="*/ 42590 w 399907"/>
              <a:gd name="connsiteY3" fmla="*/ 245745 h 278511"/>
              <a:gd name="connsiteX4" fmla="*/ 83377 w 399907"/>
              <a:gd name="connsiteY4" fmla="*/ 278511 h 278511"/>
              <a:gd name="connsiteX5" fmla="*/ 124165 w 399907"/>
              <a:gd name="connsiteY5" fmla="*/ 245745 h 278511"/>
              <a:gd name="connsiteX6" fmla="*/ 276502 w 399907"/>
              <a:gd name="connsiteY6" fmla="*/ 245745 h 278511"/>
              <a:gd name="connsiteX7" fmla="*/ 316910 w 399907"/>
              <a:gd name="connsiteY7" fmla="*/ 278511 h 278511"/>
              <a:gd name="connsiteX8" fmla="*/ 357223 w 399907"/>
              <a:gd name="connsiteY8" fmla="*/ 245745 h 278511"/>
              <a:gd name="connsiteX9" fmla="*/ 391561 w 399907"/>
              <a:gd name="connsiteY9" fmla="*/ 245745 h 278511"/>
              <a:gd name="connsiteX10" fmla="*/ 399908 w 399907"/>
              <a:gd name="connsiteY10" fmla="*/ 237553 h 278511"/>
              <a:gd name="connsiteX11" fmla="*/ 399908 w 399907"/>
              <a:gd name="connsiteY11" fmla="*/ 147447 h 278511"/>
              <a:gd name="connsiteX12" fmla="*/ 397157 w 399907"/>
              <a:gd name="connsiteY12" fmla="*/ 142018 h 278511"/>
              <a:gd name="connsiteX13" fmla="*/ 363863 w 399907"/>
              <a:gd name="connsiteY13" fmla="*/ 109252 h 278511"/>
              <a:gd name="connsiteX14" fmla="*/ 323644 w 399907"/>
              <a:gd name="connsiteY14" fmla="*/ 36862 h 278511"/>
              <a:gd name="connsiteX15" fmla="*/ 316720 w 399907"/>
              <a:gd name="connsiteY15" fmla="*/ 32766 h 278511"/>
              <a:gd name="connsiteX16" fmla="*/ 250037 w 399907"/>
              <a:gd name="connsiteY16" fmla="*/ 32766 h 278511"/>
              <a:gd name="connsiteX17" fmla="*/ 250037 w 399907"/>
              <a:gd name="connsiteY17" fmla="*/ 8192 h 278511"/>
              <a:gd name="connsiteX18" fmla="*/ 241690 w 399907"/>
              <a:gd name="connsiteY18" fmla="*/ 0 h 278511"/>
              <a:gd name="connsiteX19" fmla="*/ 8442 w 399907"/>
              <a:gd name="connsiteY19" fmla="*/ 0 h 278511"/>
              <a:gd name="connsiteX20" fmla="*/ 95 w 399907"/>
              <a:gd name="connsiteY20" fmla="*/ 8192 h 278511"/>
              <a:gd name="connsiteX21" fmla="*/ 233248 w 399907"/>
              <a:gd name="connsiteY21" fmla="*/ 40862 h 278511"/>
              <a:gd name="connsiteX22" fmla="*/ 233912 w 399907"/>
              <a:gd name="connsiteY22" fmla="*/ 44101 h 278511"/>
              <a:gd name="connsiteX23" fmla="*/ 233912 w 399907"/>
              <a:gd name="connsiteY23" fmla="*/ 196501 h 278511"/>
              <a:gd name="connsiteX24" fmla="*/ 16600 w 399907"/>
              <a:gd name="connsiteY24" fmla="*/ 196501 h 278511"/>
              <a:gd name="connsiteX25" fmla="*/ 16600 w 399907"/>
              <a:gd name="connsiteY25" fmla="*/ 16193 h 278511"/>
              <a:gd name="connsiteX26" fmla="*/ 233153 w 399907"/>
              <a:gd name="connsiteY26" fmla="*/ 16193 h 278511"/>
              <a:gd name="connsiteX27" fmla="*/ 233153 w 399907"/>
              <a:gd name="connsiteY27" fmla="*/ 40767 h 278511"/>
              <a:gd name="connsiteX28" fmla="*/ 116577 w 399907"/>
              <a:gd name="connsiteY28" fmla="*/ 212884 h 278511"/>
              <a:gd name="connsiteX29" fmla="*/ 283711 w 399907"/>
              <a:gd name="connsiteY29" fmla="*/ 212884 h 278511"/>
              <a:gd name="connsiteX30" fmla="*/ 276407 w 399907"/>
              <a:gd name="connsiteY30" fmla="*/ 229267 h 278511"/>
              <a:gd name="connsiteX31" fmla="*/ 124260 w 399907"/>
              <a:gd name="connsiteY31" fmla="*/ 229267 h 278511"/>
              <a:gd name="connsiteX32" fmla="*/ 116577 w 399907"/>
              <a:gd name="connsiteY32" fmla="*/ 212884 h 278511"/>
              <a:gd name="connsiteX33" fmla="*/ 383118 w 399907"/>
              <a:gd name="connsiteY33" fmla="*/ 150114 h 278511"/>
              <a:gd name="connsiteX34" fmla="*/ 383118 w 399907"/>
              <a:gd name="connsiteY34" fmla="*/ 196596 h 278511"/>
              <a:gd name="connsiteX35" fmla="*/ 250132 w 399907"/>
              <a:gd name="connsiteY35" fmla="*/ 196596 h 278511"/>
              <a:gd name="connsiteX36" fmla="*/ 250132 w 399907"/>
              <a:gd name="connsiteY36" fmla="*/ 49054 h 278511"/>
              <a:gd name="connsiteX37" fmla="*/ 310839 w 399907"/>
              <a:gd name="connsiteY37" fmla="*/ 49054 h 278511"/>
              <a:gd name="connsiteX38" fmla="*/ 349730 w 399907"/>
              <a:gd name="connsiteY38" fmla="*/ 118681 h 278511"/>
              <a:gd name="connsiteX39" fmla="*/ 351152 w 399907"/>
              <a:gd name="connsiteY39" fmla="*/ 120015 h 278511"/>
              <a:gd name="connsiteX40" fmla="*/ 383118 w 399907"/>
              <a:gd name="connsiteY40" fmla="*/ 150019 h 278511"/>
              <a:gd name="connsiteX41" fmla="*/ 383118 w 399907"/>
              <a:gd name="connsiteY41" fmla="*/ 229267 h 278511"/>
              <a:gd name="connsiteX42" fmla="*/ 357223 w 399907"/>
              <a:gd name="connsiteY42" fmla="*/ 229267 h 278511"/>
              <a:gd name="connsiteX43" fmla="*/ 349635 w 399907"/>
              <a:gd name="connsiteY43" fmla="*/ 212884 h 278511"/>
              <a:gd name="connsiteX44" fmla="*/ 383118 w 399907"/>
              <a:gd name="connsiteY44" fmla="*/ 212884 h 278511"/>
              <a:gd name="connsiteX45" fmla="*/ 383118 w 399907"/>
              <a:gd name="connsiteY45" fmla="*/ 229267 h 278511"/>
              <a:gd name="connsiteX46" fmla="*/ 292058 w 399907"/>
              <a:gd name="connsiteY46" fmla="*/ 237458 h 278511"/>
              <a:gd name="connsiteX47" fmla="*/ 316815 w 399907"/>
              <a:gd name="connsiteY47" fmla="*/ 212884 h 278511"/>
              <a:gd name="connsiteX48" fmla="*/ 341572 w 399907"/>
              <a:gd name="connsiteY48" fmla="*/ 237077 h 278511"/>
              <a:gd name="connsiteX49" fmla="*/ 341572 w 399907"/>
              <a:gd name="connsiteY49" fmla="*/ 237458 h 278511"/>
              <a:gd name="connsiteX50" fmla="*/ 341572 w 399907"/>
              <a:gd name="connsiteY50" fmla="*/ 237839 h 278511"/>
              <a:gd name="connsiteX51" fmla="*/ 316815 w 399907"/>
              <a:gd name="connsiteY51" fmla="*/ 262033 h 278511"/>
              <a:gd name="connsiteX52" fmla="*/ 292058 w 399907"/>
              <a:gd name="connsiteY52" fmla="*/ 237458 h 278511"/>
              <a:gd name="connsiteX53" fmla="*/ 58336 w 399907"/>
              <a:gd name="connsiteY53" fmla="*/ 237458 h 278511"/>
              <a:gd name="connsiteX54" fmla="*/ 83377 w 399907"/>
              <a:gd name="connsiteY54" fmla="*/ 212884 h 278511"/>
              <a:gd name="connsiteX55" fmla="*/ 108419 w 399907"/>
              <a:gd name="connsiteY55" fmla="*/ 237458 h 278511"/>
              <a:gd name="connsiteX56" fmla="*/ 83377 w 399907"/>
              <a:gd name="connsiteY56" fmla="*/ 262033 h 278511"/>
              <a:gd name="connsiteX57" fmla="*/ 58336 w 399907"/>
              <a:gd name="connsiteY57" fmla="*/ 237458 h 278511"/>
              <a:gd name="connsiteX58" fmla="*/ 16600 w 399907"/>
              <a:gd name="connsiteY58" fmla="*/ 229267 h 278511"/>
              <a:gd name="connsiteX59" fmla="*/ 16600 w 399907"/>
              <a:gd name="connsiteY59" fmla="*/ 212884 h 278511"/>
              <a:gd name="connsiteX60" fmla="*/ 49799 w 399907"/>
              <a:gd name="connsiteY60" fmla="*/ 212884 h 278511"/>
              <a:gd name="connsiteX61" fmla="*/ 42495 w 399907"/>
              <a:gd name="connsiteY61" fmla="*/ 229267 h 278511"/>
              <a:gd name="connsiteX62" fmla="*/ 16600 w 399907"/>
              <a:gd name="connsiteY62" fmla="*/ 229267 h 278511"/>
              <a:gd name="connsiteX63" fmla="*/ 328008 w 399907"/>
              <a:gd name="connsiteY63" fmla="*/ 129635 h 278511"/>
              <a:gd name="connsiteX64" fmla="*/ 325257 w 399907"/>
              <a:gd name="connsiteY64" fmla="*/ 130969 h 278511"/>
              <a:gd name="connsiteX65" fmla="*/ 316910 w 399907"/>
              <a:gd name="connsiteY65" fmla="*/ 126873 h 278511"/>
              <a:gd name="connsiteX66" fmla="*/ 294524 w 399907"/>
              <a:gd name="connsiteY66" fmla="*/ 81820 h 278511"/>
              <a:gd name="connsiteX67" fmla="*/ 274984 w 399907"/>
              <a:gd name="connsiteY67" fmla="*/ 81820 h 278511"/>
              <a:gd name="connsiteX68" fmla="*/ 266637 w 399907"/>
              <a:gd name="connsiteY68" fmla="*/ 73628 h 278511"/>
              <a:gd name="connsiteX69" fmla="*/ 274984 w 399907"/>
              <a:gd name="connsiteY69" fmla="*/ 65437 h 278511"/>
              <a:gd name="connsiteX70" fmla="*/ 300121 w 399907"/>
              <a:gd name="connsiteY70" fmla="*/ 65437 h 278511"/>
              <a:gd name="connsiteX71" fmla="*/ 307140 w 399907"/>
              <a:gd name="connsiteY71" fmla="*/ 69532 h 278511"/>
              <a:gd name="connsiteX72" fmla="*/ 332276 w 399907"/>
              <a:gd name="connsiteY72" fmla="*/ 118681 h 278511"/>
              <a:gd name="connsiteX73" fmla="*/ 328103 w 399907"/>
              <a:gd name="connsiteY73" fmla="*/ 129635 h 27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399907" h="278511">
                <a:moveTo>
                  <a:pt x="0" y="8096"/>
                </a:moveTo>
                <a:lnTo>
                  <a:pt x="0" y="237553"/>
                </a:lnTo>
                <a:cubicBezTo>
                  <a:pt x="0" y="241649"/>
                  <a:pt x="2751" y="245745"/>
                  <a:pt x="8347" y="245745"/>
                </a:cubicBezTo>
                <a:cubicBezTo>
                  <a:pt x="26559" y="245745"/>
                  <a:pt x="36804" y="245745"/>
                  <a:pt x="42590" y="245745"/>
                </a:cubicBezTo>
                <a:cubicBezTo>
                  <a:pt x="46479" y="263938"/>
                  <a:pt x="62794" y="278511"/>
                  <a:pt x="83377" y="278511"/>
                </a:cubicBezTo>
                <a:cubicBezTo>
                  <a:pt x="102823" y="278511"/>
                  <a:pt x="120086" y="263938"/>
                  <a:pt x="124165" y="245745"/>
                </a:cubicBezTo>
                <a:cubicBezTo>
                  <a:pt x="226987" y="245745"/>
                  <a:pt x="263507" y="245745"/>
                  <a:pt x="276502" y="245745"/>
                </a:cubicBezTo>
                <a:cubicBezTo>
                  <a:pt x="280296" y="263938"/>
                  <a:pt x="296516" y="278511"/>
                  <a:pt x="316910" y="278511"/>
                </a:cubicBezTo>
                <a:cubicBezTo>
                  <a:pt x="336070" y="278511"/>
                  <a:pt x="353144" y="263938"/>
                  <a:pt x="357223" y="245745"/>
                </a:cubicBezTo>
                <a:lnTo>
                  <a:pt x="391561" y="245745"/>
                </a:lnTo>
                <a:cubicBezTo>
                  <a:pt x="395734" y="245745"/>
                  <a:pt x="399908" y="241649"/>
                  <a:pt x="399908" y="237553"/>
                </a:cubicBezTo>
                <a:lnTo>
                  <a:pt x="399908" y="147447"/>
                </a:lnTo>
                <a:cubicBezTo>
                  <a:pt x="399908" y="144685"/>
                  <a:pt x="398485" y="143351"/>
                  <a:pt x="397157" y="142018"/>
                </a:cubicBezTo>
                <a:lnTo>
                  <a:pt x="363863" y="109252"/>
                </a:lnTo>
                <a:lnTo>
                  <a:pt x="323644" y="36862"/>
                </a:lnTo>
                <a:cubicBezTo>
                  <a:pt x="322222" y="34099"/>
                  <a:pt x="319471" y="32766"/>
                  <a:pt x="316720" y="32766"/>
                </a:cubicBezTo>
                <a:lnTo>
                  <a:pt x="250037" y="32766"/>
                </a:lnTo>
                <a:lnTo>
                  <a:pt x="250037" y="8192"/>
                </a:lnTo>
                <a:cubicBezTo>
                  <a:pt x="250037" y="4096"/>
                  <a:pt x="245864" y="0"/>
                  <a:pt x="241690" y="0"/>
                </a:cubicBezTo>
                <a:lnTo>
                  <a:pt x="8442" y="0"/>
                </a:lnTo>
                <a:cubicBezTo>
                  <a:pt x="2846" y="0"/>
                  <a:pt x="95" y="4096"/>
                  <a:pt x="95" y="8192"/>
                </a:cubicBezTo>
                <a:close/>
                <a:moveTo>
                  <a:pt x="233248" y="40862"/>
                </a:moveTo>
                <a:cubicBezTo>
                  <a:pt x="233248" y="42005"/>
                  <a:pt x="233532" y="43053"/>
                  <a:pt x="233912" y="44101"/>
                </a:cubicBezTo>
                <a:cubicBezTo>
                  <a:pt x="233912" y="145161"/>
                  <a:pt x="233912" y="182689"/>
                  <a:pt x="233912" y="196501"/>
                </a:cubicBezTo>
                <a:cubicBezTo>
                  <a:pt x="83472" y="196501"/>
                  <a:pt x="33294" y="196501"/>
                  <a:pt x="16600" y="196501"/>
                </a:cubicBezTo>
                <a:cubicBezTo>
                  <a:pt x="16600" y="76422"/>
                  <a:pt x="16600" y="16319"/>
                  <a:pt x="16600" y="16193"/>
                </a:cubicBezTo>
                <a:lnTo>
                  <a:pt x="233153" y="16193"/>
                </a:lnTo>
                <a:lnTo>
                  <a:pt x="233153" y="40767"/>
                </a:lnTo>
                <a:close/>
                <a:moveTo>
                  <a:pt x="116577" y="212884"/>
                </a:moveTo>
                <a:cubicBezTo>
                  <a:pt x="190279" y="212884"/>
                  <a:pt x="244251" y="212884"/>
                  <a:pt x="283711" y="212884"/>
                </a:cubicBezTo>
                <a:cubicBezTo>
                  <a:pt x="280201" y="217646"/>
                  <a:pt x="277640" y="223171"/>
                  <a:pt x="276407" y="229267"/>
                </a:cubicBezTo>
                <a:cubicBezTo>
                  <a:pt x="173679" y="229267"/>
                  <a:pt x="137160" y="229267"/>
                  <a:pt x="124260" y="229267"/>
                </a:cubicBezTo>
                <a:cubicBezTo>
                  <a:pt x="123027" y="223171"/>
                  <a:pt x="120276" y="217646"/>
                  <a:pt x="116577" y="212884"/>
                </a:cubicBezTo>
                <a:close/>
                <a:moveTo>
                  <a:pt x="383118" y="150114"/>
                </a:moveTo>
                <a:cubicBezTo>
                  <a:pt x="383118" y="170307"/>
                  <a:pt x="383118" y="185356"/>
                  <a:pt x="383118" y="196596"/>
                </a:cubicBezTo>
                <a:cubicBezTo>
                  <a:pt x="332181" y="196596"/>
                  <a:pt x="288169" y="196596"/>
                  <a:pt x="250132" y="196596"/>
                </a:cubicBezTo>
                <a:cubicBezTo>
                  <a:pt x="250132" y="99251"/>
                  <a:pt x="250132" y="62770"/>
                  <a:pt x="250132" y="49054"/>
                </a:cubicBezTo>
                <a:lnTo>
                  <a:pt x="310839" y="49054"/>
                </a:lnTo>
                <a:lnTo>
                  <a:pt x="349730" y="118681"/>
                </a:lnTo>
                <a:cubicBezTo>
                  <a:pt x="351152" y="118681"/>
                  <a:pt x="351152" y="120015"/>
                  <a:pt x="351152" y="120015"/>
                </a:cubicBezTo>
                <a:lnTo>
                  <a:pt x="383118" y="150019"/>
                </a:lnTo>
                <a:close/>
                <a:moveTo>
                  <a:pt x="383118" y="229267"/>
                </a:moveTo>
                <a:cubicBezTo>
                  <a:pt x="369934" y="229267"/>
                  <a:pt x="362061" y="229267"/>
                  <a:pt x="357223" y="229267"/>
                </a:cubicBezTo>
                <a:cubicBezTo>
                  <a:pt x="355990" y="223171"/>
                  <a:pt x="353239" y="217646"/>
                  <a:pt x="349635" y="212884"/>
                </a:cubicBezTo>
                <a:cubicBezTo>
                  <a:pt x="366993" y="212884"/>
                  <a:pt x="377237" y="212884"/>
                  <a:pt x="383118" y="212884"/>
                </a:cubicBezTo>
                <a:lnTo>
                  <a:pt x="383118" y="229267"/>
                </a:lnTo>
                <a:close/>
                <a:moveTo>
                  <a:pt x="292058" y="237458"/>
                </a:moveTo>
                <a:cubicBezTo>
                  <a:pt x="292058" y="223837"/>
                  <a:pt x="303061" y="212884"/>
                  <a:pt x="316815" y="212884"/>
                </a:cubicBezTo>
                <a:cubicBezTo>
                  <a:pt x="329051" y="212884"/>
                  <a:pt x="341287" y="223647"/>
                  <a:pt x="341572" y="237077"/>
                </a:cubicBezTo>
                <a:cubicBezTo>
                  <a:pt x="341572" y="237172"/>
                  <a:pt x="341572" y="237268"/>
                  <a:pt x="341572" y="237458"/>
                </a:cubicBezTo>
                <a:cubicBezTo>
                  <a:pt x="341572" y="237649"/>
                  <a:pt x="341572" y="237649"/>
                  <a:pt x="341572" y="237839"/>
                </a:cubicBezTo>
                <a:cubicBezTo>
                  <a:pt x="341382" y="251365"/>
                  <a:pt x="329146" y="262033"/>
                  <a:pt x="316815" y="262033"/>
                </a:cubicBezTo>
                <a:cubicBezTo>
                  <a:pt x="303061" y="262033"/>
                  <a:pt x="292058" y="251079"/>
                  <a:pt x="292058" y="237458"/>
                </a:cubicBezTo>
                <a:close/>
                <a:moveTo>
                  <a:pt x="58336" y="237458"/>
                </a:moveTo>
                <a:cubicBezTo>
                  <a:pt x="58336" y="223837"/>
                  <a:pt x="69434" y="212884"/>
                  <a:pt x="83377" y="212884"/>
                </a:cubicBezTo>
                <a:cubicBezTo>
                  <a:pt x="95898" y="212884"/>
                  <a:pt x="108419" y="223837"/>
                  <a:pt x="108419" y="237458"/>
                </a:cubicBezTo>
                <a:cubicBezTo>
                  <a:pt x="108419" y="251079"/>
                  <a:pt x="95898" y="262033"/>
                  <a:pt x="83377" y="262033"/>
                </a:cubicBezTo>
                <a:cubicBezTo>
                  <a:pt x="69434" y="262033"/>
                  <a:pt x="58336" y="251079"/>
                  <a:pt x="58336" y="237458"/>
                </a:cubicBezTo>
                <a:close/>
                <a:moveTo>
                  <a:pt x="16600" y="229267"/>
                </a:moveTo>
                <a:lnTo>
                  <a:pt x="16600" y="212884"/>
                </a:lnTo>
                <a:cubicBezTo>
                  <a:pt x="27982" y="212884"/>
                  <a:pt x="39080" y="212884"/>
                  <a:pt x="49799" y="212884"/>
                </a:cubicBezTo>
                <a:cubicBezTo>
                  <a:pt x="46194" y="217646"/>
                  <a:pt x="43633" y="223171"/>
                  <a:pt x="42495" y="229267"/>
                </a:cubicBezTo>
                <a:lnTo>
                  <a:pt x="16600" y="229267"/>
                </a:lnTo>
                <a:close/>
                <a:moveTo>
                  <a:pt x="328008" y="129635"/>
                </a:moveTo>
                <a:cubicBezTo>
                  <a:pt x="326585" y="130969"/>
                  <a:pt x="325257" y="130969"/>
                  <a:pt x="325257" y="130969"/>
                </a:cubicBezTo>
                <a:cubicBezTo>
                  <a:pt x="321083" y="130969"/>
                  <a:pt x="318238" y="129635"/>
                  <a:pt x="316910" y="126873"/>
                </a:cubicBezTo>
                <a:lnTo>
                  <a:pt x="294524" y="81820"/>
                </a:lnTo>
                <a:lnTo>
                  <a:pt x="274984" y="81820"/>
                </a:lnTo>
                <a:cubicBezTo>
                  <a:pt x="269388" y="81820"/>
                  <a:pt x="266637" y="77724"/>
                  <a:pt x="266637" y="73628"/>
                </a:cubicBezTo>
                <a:cubicBezTo>
                  <a:pt x="266637" y="69532"/>
                  <a:pt x="269388" y="65437"/>
                  <a:pt x="274984" y="65437"/>
                </a:cubicBezTo>
                <a:lnTo>
                  <a:pt x="300121" y="65437"/>
                </a:lnTo>
                <a:cubicBezTo>
                  <a:pt x="302871" y="65437"/>
                  <a:pt x="305717" y="66770"/>
                  <a:pt x="307140" y="69532"/>
                </a:cubicBezTo>
                <a:lnTo>
                  <a:pt x="332276" y="118681"/>
                </a:lnTo>
                <a:cubicBezTo>
                  <a:pt x="333699" y="122777"/>
                  <a:pt x="332276" y="128206"/>
                  <a:pt x="328103" y="12963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8">
            <a:extLst>
              <a:ext uri="{FF2B5EF4-FFF2-40B4-BE49-F238E27FC236}">
                <a16:creationId xmlns:a16="http://schemas.microsoft.com/office/drawing/2014/main" id="{14D99D89-24B6-1C22-0D2C-201A19DD56CA}"/>
              </a:ext>
            </a:extLst>
          </p:cNvPr>
          <p:cNvSpPr/>
          <p:nvPr/>
        </p:nvSpPr>
        <p:spPr>
          <a:xfrm>
            <a:off x="7843479" y="919393"/>
            <a:ext cx="529522" cy="368780"/>
          </a:xfrm>
          <a:custGeom>
            <a:avLst/>
            <a:gdLst>
              <a:gd name="connsiteX0" fmla="*/ 0 w 399907"/>
              <a:gd name="connsiteY0" fmla="*/ 8096 h 278511"/>
              <a:gd name="connsiteX1" fmla="*/ 0 w 399907"/>
              <a:gd name="connsiteY1" fmla="*/ 237553 h 278511"/>
              <a:gd name="connsiteX2" fmla="*/ 8347 w 399907"/>
              <a:gd name="connsiteY2" fmla="*/ 245745 h 278511"/>
              <a:gd name="connsiteX3" fmla="*/ 42590 w 399907"/>
              <a:gd name="connsiteY3" fmla="*/ 245745 h 278511"/>
              <a:gd name="connsiteX4" fmla="*/ 83377 w 399907"/>
              <a:gd name="connsiteY4" fmla="*/ 278511 h 278511"/>
              <a:gd name="connsiteX5" fmla="*/ 124165 w 399907"/>
              <a:gd name="connsiteY5" fmla="*/ 245745 h 278511"/>
              <a:gd name="connsiteX6" fmla="*/ 276502 w 399907"/>
              <a:gd name="connsiteY6" fmla="*/ 245745 h 278511"/>
              <a:gd name="connsiteX7" fmla="*/ 316910 w 399907"/>
              <a:gd name="connsiteY7" fmla="*/ 278511 h 278511"/>
              <a:gd name="connsiteX8" fmla="*/ 357223 w 399907"/>
              <a:gd name="connsiteY8" fmla="*/ 245745 h 278511"/>
              <a:gd name="connsiteX9" fmla="*/ 391561 w 399907"/>
              <a:gd name="connsiteY9" fmla="*/ 245745 h 278511"/>
              <a:gd name="connsiteX10" fmla="*/ 399908 w 399907"/>
              <a:gd name="connsiteY10" fmla="*/ 237553 h 278511"/>
              <a:gd name="connsiteX11" fmla="*/ 399908 w 399907"/>
              <a:gd name="connsiteY11" fmla="*/ 147447 h 278511"/>
              <a:gd name="connsiteX12" fmla="*/ 397157 w 399907"/>
              <a:gd name="connsiteY12" fmla="*/ 142018 h 278511"/>
              <a:gd name="connsiteX13" fmla="*/ 363863 w 399907"/>
              <a:gd name="connsiteY13" fmla="*/ 109252 h 278511"/>
              <a:gd name="connsiteX14" fmla="*/ 323644 w 399907"/>
              <a:gd name="connsiteY14" fmla="*/ 36862 h 278511"/>
              <a:gd name="connsiteX15" fmla="*/ 316720 w 399907"/>
              <a:gd name="connsiteY15" fmla="*/ 32766 h 278511"/>
              <a:gd name="connsiteX16" fmla="*/ 250037 w 399907"/>
              <a:gd name="connsiteY16" fmla="*/ 32766 h 278511"/>
              <a:gd name="connsiteX17" fmla="*/ 250037 w 399907"/>
              <a:gd name="connsiteY17" fmla="*/ 8192 h 278511"/>
              <a:gd name="connsiteX18" fmla="*/ 241690 w 399907"/>
              <a:gd name="connsiteY18" fmla="*/ 0 h 278511"/>
              <a:gd name="connsiteX19" fmla="*/ 8442 w 399907"/>
              <a:gd name="connsiteY19" fmla="*/ 0 h 278511"/>
              <a:gd name="connsiteX20" fmla="*/ 95 w 399907"/>
              <a:gd name="connsiteY20" fmla="*/ 8192 h 278511"/>
              <a:gd name="connsiteX21" fmla="*/ 233248 w 399907"/>
              <a:gd name="connsiteY21" fmla="*/ 40862 h 278511"/>
              <a:gd name="connsiteX22" fmla="*/ 233912 w 399907"/>
              <a:gd name="connsiteY22" fmla="*/ 44101 h 278511"/>
              <a:gd name="connsiteX23" fmla="*/ 233912 w 399907"/>
              <a:gd name="connsiteY23" fmla="*/ 196501 h 278511"/>
              <a:gd name="connsiteX24" fmla="*/ 16600 w 399907"/>
              <a:gd name="connsiteY24" fmla="*/ 196501 h 278511"/>
              <a:gd name="connsiteX25" fmla="*/ 16600 w 399907"/>
              <a:gd name="connsiteY25" fmla="*/ 16193 h 278511"/>
              <a:gd name="connsiteX26" fmla="*/ 233153 w 399907"/>
              <a:gd name="connsiteY26" fmla="*/ 16193 h 278511"/>
              <a:gd name="connsiteX27" fmla="*/ 233153 w 399907"/>
              <a:gd name="connsiteY27" fmla="*/ 40767 h 278511"/>
              <a:gd name="connsiteX28" fmla="*/ 116577 w 399907"/>
              <a:gd name="connsiteY28" fmla="*/ 212884 h 278511"/>
              <a:gd name="connsiteX29" fmla="*/ 283711 w 399907"/>
              <a:gd name="connsiteY29" fmla="*/ 212884 h 278511"/>
              <a:gd name="connsiteX30" fmla="*/ 276407 w 399907"/>
              <a:gd name="connsiteY30" fmla="*/ 229267 h 278511"/>
              <a:gd name="connsiteX31" fmla="*/ 124260 w 399907"/>
              <a:gd name="connsiteY31" fmla="*/ 229267 h 278511"/>
              <a:gd name="connsiteX32" fmla="*/ 116577 w 399907"/>
              <a:gd name="connsiteY32" fmla="*/ 212884 h 278511"/>
              <a:gd name="connsiteX33" fmla="*/ 383118 w 399907"/>
              <a:gd name="connsiteY33" fmla="*/ 150114 h 278511"/>
              <a:gd name="connsiteX34" fmla="*/ 383118 w 399907"/>
              <a:gd name="connsiteY34" fmla="*/ 196596 h 278511"/>
              <a:gd name="connsiteX35" fmla="*/ 250132 w 399907"/>
              <a:gd name="connsiteY35" fmla="*/ 196596 h 278511"/>
              <a:gd name="connsiteX36" fmla="*/ 250132 w 399907"/>
              <a:gd name="connsiteY36" fmla="*/ 49054 h 278511"/>
              <a:gd name="connsiteX37" fmla="*/ 310839 w 399907"/>
              <a:gd name="connsiteY37" fmla="*/ 49054 h 278511"/>
              <a:gd name="connsiteX38" fmla="*/ 349730 w 399907"/>
              <a:gd name="connsiteY38" fmla="*/ 118681 h 278511"/>
              <a:gd name="connsiteX39" fmla="*/ 351152 w 399907"/>
              <a:gd name="connsiteY39" fmla="*/ 120015 h 278511"/>
              <a:gd name="connsiteX40" fmla="*/ 383118 w 399907"/>
              <a:gd name="connsiteY40" fmla="*/ 150019 h 278511"/>
              <a:gd name="connsiteX41" fmla="*/ 383118 w 399907"/>
              <a:gd name="connsiteY41" fmla="*/ 229267 h 278511"/>
              <a:gd name="connsiteX42" fmla="*/ 357223 w 399907"/>
              <a:gd name="connsiteY42" fmla="*/ 229267 h 278511"/>
              <a:gd name="connsiteX43" fmla="*/ 349635 w 399907"/>
              <a:gd name="connsiteY43" fmla="*/ 212884 h 278511"/>
              <a:gd name="connsiteX44" fmla="*/ 383118 w 399907"/>
              <a:gd name="connsiteY44" fmla="*/ 212884 h 278511"/>
              <a:gd name="connsiteX45" fmla="*/ 383118 w 399907"/>
              <a:gd name="connsiteY45" fmla="*/ 229267 h 278511"/>
              <a:gd name="connsiteX46" fmla="*/ 292058 w 399907"/>
              <a:gd name="connsiteY46" fmla="*/ 237458 h 278511"/>
              <a:gd name="connsiteX47" fmla="*/ 316815 w 399907"/>
              <a:gd name="connsiteY47" fmla="*/ 212884 h 278511"/>
              <a:gd name="connsiteX48" fmla="*/ 341572 w 399907"/>
              <a:gd name="connsiteY48" fmla="*/ 237077 h 278511"/>
              <a:gd name="connsiteX49" fmla="*/ 341572 w 399907"/>
              <a:gd name="connsiteY49" fmla="*/ 237458 h 278511"/>
              <a:gd name="connsiteX50" fmla="*/ 341572 w 399907"/>
              <a:gd name="connsiteY50" fmla="*/ 237839 h 278511"/>
              <a:gd name="connsiteX51" fmla="*/ 316815 w 399907"/>
              <a:gd name="connsiteY51" fmla="*/ 262033 h 278511"/>
              <a:gd name="connsiteX52" fmla="*/ 292058 w 399907"/>
              <a:gd name="connsiteY52" fmla="*/ 237458 h 278511"/>
              <a:gd name="connsiteX53" fmla="*/ 58336 w 399907"/>
              <a:gd name="connsiteY53" fmla="*/ 237458 h 278511"/>
              <a:gd name="connsiteX54" fmla="*/ 83377 w 399907"/>
              <a:gd name="connsiteY54" fmla="*/ 212884 h 278511"/>
              <a:gd name="connsiteX55" fmla="*/ 108419 w 399907"/>
              <a:gd name="connsiteY55" fmla="*/ 237458 h 278511"/>
              <a:gd name="connsiteX56" fmla="*/ 83377 w 399907"/>
              <a:gd name="connsiteY56" fmla="*/ 262033 h 278511"/>
              <a:gd name="connsiteX57" fmla="*/ 58336 w 399907"/>
              <a:gd name="connsiteY57" fmla="*/ 237458 h 278511"/>
              <a:gd name="connsiteX58" fmla="*/ 16600 w 399907"/>
              <a:gd name="connsiteY58" fmla="*/ 229267 h 278511"/>
              <a:gd name="connsiteX59" fmla="*/ 16600 w 399907"/>
              <a:gd name="connsiteY59" fmla="*/ 212884 h 278511"/>
              <a:gd name="connsiteX60" fmla="*/ 49799 w 399907"/>
              <a:gd name="connsiteY60" fmla="*/ 212884 h 278511"/>
              <a:gd name="connsiteX61" fmla="*/ 42495 w 399907"/>
              <a:gd name="connsiteY61" fmla="*/ 229267 h 278511"/>
              <a:gd name="connsiteX62" fmla="*/ 16600 w 399907"/>
              <a:gd name="connsiteY62" fmla="*/ 229267 h 278511"/>
              <a:gd name="connsiteX63" fmla="*/ 328008 w 399907"/>
              <a:gd name="connsiteY63" fmla="*/ 129635 h 278511"/>
              <a:gd name="connsiteX64" fmla="*/ 325257 w 399907"/>
              <a:gd name="connsiteY64" fmla="*/ 130969 h 278511"/>
              <a:gd name="connsiteX65" fmla="*/ 316910 w 399907"/>
              <a:gd name="connsiteY65" fmla="*/ 126873 h 278511"/>
              <a:gd name="connsiteX66" fmla="*/ 294524 w 399907"/>
              <a:gd name="connsiteY66" fmla="*/ 81820 h 278511"/>
              <a:gd name="connsiteX67" fmla="*/ 274984 w 399907"/>
              <a:gd name="connsiteY67" fmla="*/ 81820 h 278511"/>
              <a:gd name="connsiteX68" fmla="*/ 266637 w 399907"/>
              <a:gd name="connsiteY68" fmla="*/ 73628 h 278511"/>
              <a:gd name="connsiteX69" fmla="*/ 274984 w 399907"/>
              <a:gd name="connsiteY69" fmla="*/ 65437 h 278511"/>
              <a:gd name="connsiteX70" fmla="*/ 300121 w 399907"/>
              <a:gd name="connsiteY70" fmla="*/ 65437 h 278511"/>
              <a:gd name="connsiteX71" fmla="*/ 307140 w 399907"/>
              <a:gd name="connsiteY71" fmla="*/ 69532 h 278511"/>
              <a:gd name="connsiteX72" fmla="*/ 332276 w 399907"/>
              <a:gd name="connsiteY72" fmla="*/ 118681 h 278511"/>
              <a:gd name="connsiteX73" fmla="*/ 328103 w 399907"/>
              <a:gd name="connsiteY73" fmla="*/ 129635 h 27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399907" h="278511">
                <a:moveTo>
                  <a:pt x="0" y="8096"/>
                </a:moveTo>
                <a:lnTo>
                  <a:pt x="0" y="237553"/>
                </a:lnTo>
                <a:cubicBezTo>
                  <a:pt x="0" y="241649"/>
                  <a:pt x="2751" y="245745"/>
                  <a:pt x="8347" y="245745"/>
                </a:cubicBezTo>
                <a:cubicBezTo>
                  <a:pt x="26559" y="245745"/>
                  <a:pt x="36804" y="245745"/>
                  <a:pt x="42590" y="245745"/>
                </a:cubicBezTo>
                <a:cubicBezTo>
                  <a:pt x="46479" y="263938"/>
                  <a:pt x="62794" y="278511"/>
                  <a:pt x="83377" y="278511"/>
                </a:cubicBezTo>
                <a:cubicBezTo>
                  <a:pt x="102823" y="278511"/>
                  <a:pt x="120086" y="263938"/>
                  <a:pt x="124165" y="245745"/>
                </a:cubicBezTo>
                <a:cubicBezTo>
                  <a:pt x="226987" y="245745"/>
                  <a:pt x="263507" y="245745"/>
                  <a:pt x="276502" y="245745"/>
                </a:cubicBezTo>
                <a:cubicBezTo>
                  <a:pt x="280296" y="263938"/>
                  <a:pt x="296516" y="278511"/>
                  <a:pt x="316910" y="278511"/>
                </a:cubicBezTo>
                <a:cubicBezTo>
                  <a:pt x="336070" y="278511"/>
                  <a:pt x="353144" y="263938"/>
                  <a:pt x="357223" y="245745"/>
                </a:cubicBezTo>
                <a:lnTo>
                  <a:pt x="391561" y="245745"/>
                </a:lnTo>
                <a:cubicBezTo>
                  <a:pt x="395734" y="245745"/>
                  <a:pt x="399908" y="241649"/>
                  <a:pt x="399908" y="237553"/>
                </a:cubicBezTo>
                <a:lnTo>
                  <a:pt x="399908" y="147447"/>
                </a:lnTo>
                <a:cubicBezTo>
                  <a:pt x="399908" y="144685"/>
                  <a:pt x="398485" y="143351"/>
                  <a:pt x="397157" y="142018"/>
                </a:cubicBezTo>
                <a:lnTo>
                  <a:pt x="363863" y="109252"/>
                </a:lnTo>
                <a:lnTo>
                  <a:pt x="323644" y="36862"/>
                </a:lnTo>
                <a:cubicBezTo>
                  <a:pt x="322222" y="34099"/>
                  <a:pt x="319471" y="32766"/>
                  <a:pt x="316720" y="32766"/>
                </a:cubicBezTo>
                <a:lnTo>
                  <a:pt x="250037" y="32766"/>
                </a:lnTo>
                <a:lnTo>
                  <a:pt x="250037" y="8192"/>
                </a:lnTo>
                <a:cubicBezTo>
                  <a:pt x="250037" y="4096"/>
                  <a:pt x="245864" y="0"/>
                  <a:pt x="241690" y="0"/>
                </a:cubicBezTo>
                <a:lnTo>
                  <a:pt x="8442" y="0"/>
                </a:lnTo>
                <a:cubicBezTo>
                  <a:pt x="2846" y="0"/>
                  <a:pt x="95" y="4096"/>
                  <a:pt x="95" y="8192"/>
                </a:cubicBezTo>
                <a:close/>
                <a:moveTo>
                  <a:pt x="233248" y="40862"/>
                </a:moveTo>
                <a:cubicBezTo>
                  <a:pt x="233248" y="42005"/>
                  <a:pt x="233532" y="43053"/>
                  <a:pt x="233912" y="44101"/>
                </a:cubicBezTo>
                <a:cubicBezTo>
                  <a:pt x="233912" y="145161"/>
                  <a:pt x="233912" y="182689"/>
                  <a:pt x="233912" y="196501"/>
                </a:cubicBezTo>
                <a:cubicBezTo>
                  <a:pt x="83472" y="196501"/>
                  <a:pt x="33294" y="196501"/>
                  <a:pt x="16600" y="196501"/>
                </a:cubicBezTo>
                <a:cubicBezTo>
                  <a:pt x="16600" y="76422"/>
                  <a:pt x="16600" y="16319"/>
                  <a:pt x="16600" y="16193"/>
                </a:cubicBezTo>
                <a:lnTo>
                  <a:pt x="233153" y="16193"/>
                </a:lnTo>
                <a:lnTo>
                  <a:pt x="233153" y="40767"/>
                </a:lnTo>
                <a:close/>
                <a:moveTo>
                  <a:pt x="116577" y="212884"/>
                </a:moveTo>
                <a:cubicBezTo>
                  <a:pt x="190279" y="212884"/>
                  <a:pt x="244251" y="212884"/>
                  <a:pt x="283711" y="212884"/>
                </a:cubicBezTo>
                <a:cubicBezTo>
                  <a:pt x="280201" y="217646"/>
                  <a:pt x="277640" y="223171"/>
                  <a:pt x="276407" y="229267"/>
                </a:cubicBezTo>
                <a:cubicBezTo>
                  <a:pt x="173679" y="229267"/>
                  <a:pt x="137160" y="229267"/>
                  <a:pt x="124260" y="229267"/>
                </a:cubicBezTo>
                <a:cubicBezTo>
                  <a:pt x="123027" y="223171"/>
                  <a:pt x="120276" y="217646"/>
                  <a:pt x="116577" y="212884"/>
                </a:cubicBezTo>
                <a:close/>
                <a:moveTo>
                  <a:pt x="383118" y="150114"/>
                </a:moveTo>
                <a:cubicBezTo>
                  <a:pt x="383118" y="170307"/>
                  <a:pt x="383118" y="185356"/>
                  <a:pt x="383118" y="196596"/>
                </a:cubicBezTo>
                <a:cubicBezTo>
                  <a:pt x="332181" y="196596"/>
                  <a:pt x="288169" y="196596"/>
                  <a:pt x="250132" y="196596"/>
                </a:cubicBezTo>
                <a:cubicBezTo>
                  <a:pt x="250132" y="99251"/>
                  <a:pt x="250132" y="62770"/>
                  <a:pt x="250132" y="49054"/>
                </a:cubicBezTo>
                <a:lnTo>
                  <a:pt x="310839" y="49054"/>
                </a:lnTo>
                <a:lnTo>
                  <a:pt x="349730" y="118681"/>
                </a:lnTo>
                <a:cubicBezTo>
                  <a:pt x="351152" y="118681"/>
                  <a:pt x="351152" y="120015"/>
                  <a:pt x="351152" y="120015"/>
                </a:cubicBezTo>
                <a:lnTo>
                  <a:pt x="383118" y="150019"/>
                </a:lnTo>
                <a:close/>
                <a:moveTo>
                  <a:pt x="383118" y="229267"/>
                </a:moveTo>
                <a:cubicBezTo>
                  <a:pt x="369934" y="229267"/>
                  <a:pt x="362061" y="229267"/>
                  <a:pt x="357223" y="229267"/>
                </a:cubicBezTo>
                <a:cubicBezTo>
                  <a:pt x="355990" y="223171"/>
                  <a:pt x="353239" y="217646"/>
                  <a:pt x="349635" y="212884"/>
                </a:cubicBezTo>
                <a:cubicBezTo>
                  <a:pt x="366993" y="212884"/>
                  <a:pt x="377237" y="212884"/>
                  <a:pt x="383118" y="212884"/>
                </a:cubicBezTo>
                <a:lnTo>
                  <a:pt x="383118" y="229267"/>
                </a:lnTo>
                <a:close/>
                <a:moveTo>
                  <a:pt x="292058" y="237458"/>
                </a:moveTo>
                <a:cubicBezTo>
                  <a:pt x="292058" y="223837"/>
                  <a:pt x="303061" y="212884"/>
                  <a:pt x="316815" y="212884"/>
                </a:cubicBezTo>
                <a:cubicBezTo>
                  <a:pt x="329051" y="212884"/>
                  <a:pt x="341287" y="223647"/>
                  <a:pt x="341572" y="237077"/>
                </a:cubicBezTo>
                <a:cubicBezTo>
                  <a:pt x="341572" y="237172"/>
                  <a:pt x="341572" y="237268"/>
                  <a:pt x="341572" y="237458"/>
                </a:cubicBezTo>
                <a:cubicBezTo>
                  <a:pt x="341572" y="237649"/>
                  <a:pt x="341572" y="237649"/>
                  <a:pt x="341572" y="237839"/>
                </a:cubicBezTo>
                <a:cubicBezTo>
                  <a:pt x="341382" y="251365"/>
                  <a:pt x="329146" y="262033"/>
                  <a:pt x="316815" y="262033"/>
                </a:cubicBezTo>
                <a:cubicBezTo>
                  <a:pt x="303061" y="262033"/>
                  <a:pt x="292058" y="251079"/>
                  <a:pt x="292058" y="237458"/>
                </a:cubicBezTo>
                <a:close/>
                <a:moveTo>
                  <a:pt x="58336" y="237458"/>
                </a:moveTo>
                <a:cubicBezTo>
                  <a:pt x="58336" y="223837"/>
                  <a:pt x="69434" y="212884"/>
                  <a:pt x="83377" y="212884"/>
                </a:cubicBezTo>
                <a:cubicBezTo>
                  <a:pt x="95898" y="212884"/>
                  <a:pt x="108419" y="223837"/>
                  <a:pt x="108419" y="237458"/>
                </a:cubicBezTo>
                <a:cubicBezTo>
                  <a:pt x="108419" y="251079"/>
                  <a:pt x="95898" y="262033"/>
                  <a:pt x="83377" y="262033"/>
                </a:cubicBezTo>
                <a:cubicBezTo>
                  <a:pt x="69434" y="262033"/>
                  <a:pt x="58336" y="251079"/>
                  <a:pt x="58336" y="237458"/>
                </a:cubicBezTo>
                <a:close/>
                <a:moveTo>
                  <a:pt x="16600" y="229267"/>
                </a:moveTo>
                <a:lnTo>
                  <a:pt x="16600" y="212884"/>
                </a:lnTo>
                <a:cubicBezTo>
                  <a:pt x="27982" y="212884"/>
                  <a:pt x="39080" y="212884"/>
                  <a:pt x="49799" y="212884"/>
                </a:cubicBezTo>
                <a:cubicBezTo>
                  <a:pt x="46194" y="217646"/>
                  <a:pt x="43633" y="223171"/>
                  <a:pt x="42495" y="229267"/>
                </a:cubicBezTo>
                <a:lnTo>
                  <a:pt x="16600" y="229267"/>
                </a:lnTo>
                <a:close/>
                <a:moveTo>
                  <a:pt x="328008" y="129635"/>
                </a:moveTo>
                <a:cubicBezTo>
                  <a:pt x="326585" y="130969"/>
                  <a:pt x="325257" y="130969"/>
                  <a:pt x="325257" y="130969"/>
                </a:cubicBezTo>
                <a:cubicBezTo>
                  <a:pt x="321083" y="130969"/>
                  <a:pt x="318238" y="129635"/>
                  <a:pt x="316910" y="126873"/>
                </a:cubicBezTo>
                <a:lnTo>
                  <a:pt x="294524" y="81820"/>
                </a:lnTo>
                <a:lnTo>
                  <a:pt x="274984" y="81820"/>
                </a:lnTo>
                <a:cubicBezTo>
                  <a:pt x="269388" y="81820"/>
                  <a:pt x="266637" y="77724"/>
                  <a:pt x="266637" y="73628"/>
                </a:cubicBezTo>
                <a:cubicBezTo>
                  <a:pt x="266637" y="69532"/>
                  <a:pt x="269388" y="65437"/>
                  <a:pt x="274984" y="65437"/>
                </a:cubicBezTo>
                <a:lnTo>
                  <a:pt x="300121" y="65437"/>
                </a:lnTo>
                <a:cubicBezTo>
                  <a:pt x="302871" y="65437"/>
                  <a:pt x="305717" y="66770"/>
                  <a:pt x="307140" y="69532"/>
                </a:cubicBezTo>
                <a:lnTo>
                  <a:pt x="332276" y="118681"/>
                </a:lnTo>
                <a:cubicBezTo>
                  <a:pt x="333699" y="122777"/>
                  <a:pt x="332276" y="128206"/>
                  <a:pt x="328103" y="12963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4" name="Graphic 28">
            <a:extLst>
              <a:ext uri="{FF2B5EF4-FFF2-40B4-BE49-F238E27FC236}">
                <a16:creationId xmlns:a16="http://schemas.microsoft.com/office/drawing/2014/main" id="{877B5C00-70DD-72BE-B552-B999734A2DD8}"/>
              </a:ext>
            </a:extLst>
          </p:cNvPr>
          <p:cNvSpPr/>
          <p:nvPr/>
        </p:nvSpPr>
        <p:spPr>
          <a:xfrm>
            <a:off x="7078304" y="1567093"/>
            <a:ext cx="529522" cy="368780"/>
          </a:xfrm>
          <a:custGeom>
            <a:avLst/>
            <a:gdLst>
              <a:gd name="connsiteX0" fmla="*/ 0 w 399907"/>
              <a:gd name="connsiteY0" fmla="*/ 8096 h 278511"/>
              <a:gd name="connsiteX1" fmla="*/ 0 w 399907"/>
              <a:gd name="connsiteY1" fmla="*/ 237553 h 278511"/>
              <a:gd name="connsiteX2" fmla="*/ 8347 w 399907"/>
              <a:gd name="connsiteY2" fmla="*/ 245745 h 278511"/>
              <a:gd name="connsiteX3" fmla="*/ 42590 w 399907"/>
              <a:gd name="connsiteY3" fmla="*/ 245745 h 278511"/>
              <a:gd name="connsiteX4" fmla="*/ 83377 w 399907"/>
              <a:gd name="connsiteY4" fmla="*/ 278511 h 278511"/>
              <a:gd name="connsiteX5" fmla="*/ 124165 w 399907"/>
              <a:gd name="connsiteY5" fmla="*/ 245745 h 278511"/>
              <a:gd name="connsiteX6" fmla="*/ 276502 w 399907"/>
              <a:gd name="connsiteY6" fmla="*/ 245745 h 278511"/>
              <a:gd name="connsiteX7" fmla="*/ 316910 w 399907"/>
              <a:gd name="connsiteY7" fmla="*/ 278511 h 278511"/>
              <a:gd name="connsiteX8" fmla="*/ 357223 w 399907"/>
              <a:gd name="connsiteY8" fmla="*/ 245745 h 278511"/>
              <a:gd name="connsiteX9" fmla="*/ 391561 w 399907"/>
              <a:gd name="connsiteY9" fmla="*/ 245745 h 278511"/>
              <a:gd name="connsiteX10" fmla="*/ 399908 w 399907"/>
              <a:gd name="connsiteY10" fmla="*/ 237553 h 278511"/>
              <a:gd name="connsiteX11" fmla="*/ 399908 w 399907"/>
              <a:gd name="connsiteY11" fmla="*/ 147447 h 278511"/>
              <a:gd name="connsiteX12" fmla="*/ 397157 w 399907"/>
              <a:gd name="connsiteY12" fmla="*/ 142018 h 278511"/>
              <a:gd name="connsiteX13" fmla="*/ 363863 w 399907"/>
              <a:gd name="connsiteY13" fmla="*/ 109252 h 278511"/>
              <a:gd name="connsiteX14" fmla="*/ 323644 w 399907"/>
              <a:gd name="connsiteY14" fmla="*/ 36862 h 278511"/>
              <a:gd name="connsiteX15" fmla="*/ 316720 w 399907"/>
              <a:gd name="connsiteY15" fmla="*/ 32766 h 278511"/>
              <a:gd name="connsiteX16" fmla="*/ 250037 w 399907"/>
              <a:gd name="connsiteY16" fmla="*/ 32766 h 278511"/>
              <a:gd name="connsiteX17" fmla="*/ 250037 w 399907"/>
              <a:gd name="connsiteY17" fmla="*/ 8192 h 278511"/>
              <a:gd name="connsiteX18" fmla="*/ 241690 w 399907"/>
              <a:gd name="connsiteY18" fmla="*/ 0 h 278511"/>
              <a:gd name="connsiteX19" fmla="*/ 8442 w 399907"/>
              <a:gd name="connsiteY19" fmla="*/ 0 h 278511"/>
              <a:gd name="connsiteX20" fmla="*/ 95 w 399907"/>
              <a:gd name="connsiteY20" fmla="*/ 8192 h 278511"/>
              <a:gd name="connsiteX21" fmla="*/ 233248 w 399907"/>
              <a:gd name="connsiteY21" fmla="*/ 40862 h 278511"/>
              <a:gd name="connsiteX22" fmla="*/ 233912 w 399907"/>
              <a:gd name="connsiteY22" fmla="*/ 44101 h 278511"/>
              <a:gd name="connsiteX23" fmla="*/ 233912 w 399907"/>
              <a:gd name="connsiteY23" fmla="*/ 196501 h 278511"/>
              <a:gd name="connsiteX24" fmla="*/ 16600 w 399907"/>
              <a:gd name="connsiteY24" fmla="*/ 196501 h 278511"/>
              <a:gd name="connsiteX25" fmla="*/ 16600 w 399907"/>
              <a:gd name="connsiteY25" fmla="*/ 16193 h 278511"/>
              <a:gd name="connsiteX26" fmla="*/ 233153 w 399907"/>
              <a:gd name="connsiteY26" fmla="*/ 16193 h 278511"/>
              <a:gd name="connsiteX27" fmla="*/ 233153 w 399907"/>
              <a:gd name="connsiteY27" fmla="*/ 40767 h 278511"/>
              <a:gd name="connsiteX28" fmla="*/ 116577 w 399907"/>
              <a:gd name="connsiteY28" fmla="*/ 212884 h 278511"/>
              <a:gd name="connsiteX29" fmla="*/ 283711 w 399907"/>
              <a:gd name="connsiteY29" fmla="*/ 212884 h 278511"/>
              <a:gd name="connsiteX30" fmla="*/ 276407 w 399907"/>
              <a:gd name="connsiteY30" fmla="*/ 229267 h 278511"/>
              <a:gd name="connsiteX31" fmla="*/ 124260 w 399907"/>
              <a:gd name="connsiteY31" fmla="*/ 229267 h 278511"/>
              <a:gd name="connsiteX32" fmla="*/ 116577 w 399907"/>
              <a:gd name="connsiteY32" fmla="*/ 212884 h 278511"/>
              <a:gd name="connsiteX33" fmla="*/ 383118 w 399907"/>
              <a:gd name="connsiteY33" fmla="*/ 150114 h 278511"/>
              <a:gd name="connsiteX34" fmla="*/ 383118 w 399907"/>
              <a:gd name="connsiteY34" fmla="*/ 196596 h 278511"/>
              <a:gd name="connsiteX35" fmla="*/ 250132 w 399907"/>
              <a:gd name="connsiteY35" fmla="*/ 196596 h 278511"/>
              <a:gd name="connsiteX36" fmla="*/ 250132 w 399907"/>
              <a:gd name="connsiteY36" fmla="*/ 49054 h 278511"/>
              <a:gd name="connsiteX37" fmla="*/ 310839 w 399907"/>
              <a:gd name="connsiteY37" fmla="*/ 49054 h 278511"/>
              <a:gd name="connsiteX38" fmla="*/ 349730 w 399907"/>
              <a:gd name="connsiteY38" fmla="*/ 118681 h 278511"/>
              <a:gd name="connsiteX39" fmla="*/ 351152 w 399907"/>
              <a:gd name="connsiteY39" fmla="*/ 120015 h 278511"/>
              <a:gd name="connsiteX40" fmla="*/ 383118 w 399907"/>
              <a:gd name="connsiteY40" fmla="*/ 150019 h 278511"/>
              <a:gd name="connsiteX41" fmla="*/ 383118 w 399907"/>
              <a:gd name="connsiteY41" fmla="*/ 229267 h 278511"/>
              <a:gd name="connsiteX42" fmla="*/ 357223 w 399907"/>
              <a:gd name="connsiteY42" fmla="*/ 229267 h 278511"/>
              <a:gd name="connsiteX43" fmla="*/ 349635 w 399907"/>
              <a:gd name="connsiteY43" fmla="*/ 212884 h 278511"/>
              <a:gd name="connsiteX44" fmla="*/ 383118 w 399907"/>
              <a:gd name="connsiteY44" fmla="*/ 212884 h 278511"/>
              <a:gd name="connsiteX45" fmla="*/ 383118 w 399907"/>
              <a:gd name="connsiteY45" fmla="*/ 229267 h 278511"/>
              <a:gd name="connsiteX46" fmla="*/ 292058 w 399907"/>
              <a:gd name="connsiteY46" fmla="*/ 237458 h 278511"/>
              <a:gd name="connsiteX47" fmla="*/ 316815 w 399907"/>
              <a:gd name="connsiteY47" fmla="*/ 212884 h 278511"/>
              <a:gd name="connsiteX48" fmla="*/ 341572 w 399907"/>
              <a:gd name="connsiteY48" fmla="*/ 237077 h 278511"/>
              <a:gd name="connsiteX49" fmla="*/ 341572 w 399907"/>
              <a:gd name="connsiteY49" fmla="*/ 237458 h 278511"/>
              <a:gd name="connsiteX50" fmla="*/ 341572 w 399907"/>
              <a:gd name="connsiteY50" fmla="*/ 237839 h 278511"/>
              <a:gd name="connsiteX51" fmla="*/ 316815 w 399907"/>
              <a:gd name="connsiteY51" fmla="*/ 262033 h 278511"/>
              <a:gd name="connsiteX52" fmla="*/ 292058 w 399907"/>
              <a:gd name="connsiteY52" fmla="*/ 237458 h 278511"/>
              <a:gd name="connsiteX53" fmla="*/ 58336 w 399907"/>
              <a:gd name="connsiteY53" fmla="*/ 237458 h 278511"/>
              <a:gd name="connsiteX54" fmla="*/ 83377 w 399907"/>
              <a:gd name="connsiteY54" fmla="*/ 212884 h 278511"/>
              <a:gd name="connsiteX55" fmla="*/ 108419 w 399907"/>
              <a:gd name="connsiteY55" fmla="*/ 237458 h 278511"/>
              <a:gd name="connsiteX56" fmla="*/ 83377 w 399907"/>
              <a:gd name="connsiteY56" fmla="*/ 262033 h 278511"/>
              <a:gd name="connsiteX57" fmla="*/ 58336 w 399907"/>
              <a:gd name="connsiteY57" fmla="*/ 237458 h 278511"/>
              <a:gd name="connsiteX58" fmla="*/ 16600 w 399907"/>
              <a:gd name="connsiteY58" fmla="*/ 229267 h 278511"/>
              <a:gd name="connsiteX59" fmla="*/ 16600 w 399907"/>
              <a:gd name="connsiteY59" fmla="*/ 212884 h 278511"/>
              <a:gd name="connsiteX60" fmla="*/ 49799 w 399907"/>
              <a:gd name="connsiteY60" fmla="*/ 212884 h 278511"/>
              <a:gd name="connsiteX61" fmla="*/ 42495 w 399907"/>
              <a:gd name="connsiteY61" fmla="*/ 229267 h 278511"/>
              <a:gd name="connsiteX62" fmla="*/ 16600 w 399907"/>
              <a:gd name="connsiteY62" fmla="*/ 229267 h 278511"/>
              <a:gd name="connsiteX63" fmla="*/ 328008 w 399907"/>
              <a:gd name="connsiteY63" fmla="*/ 129635 h 278511"/>
              <a:gd name="connsiteX64" fmla="*/ 325257 w 399907"/>
              <a:gd name="connsiteY64" fmla="*/ 130969 h 278511"/>
              <a:gd name="connsiteX65" fmla="*/ 316910 w 399907"/>
              <a:gd name="connsiteY65" fmla="*/ 126873 h 278511"/>
              <a:gd name="connsiteX66" fmla="*/ 294524 w 399907"/>
              <a:gd name="connsiteY66" fmla="*/ 81820 h 278511"/>
              <a:gd name="connsiteX67" fmla="*/ 274984 w 399907"/>
              <a:gd name="connsiteY67" fmla="*/ 81820 h 278511"/>
              <a:gd name="connsiteX68" fmla="*/ 266637 w 399907"/>
              <a:gd name="connsiteY68" fmla="*/ 73628 h 278511"/>
              <a:gd name="connsiteX69" fmla="*/ 274984 w 399907"/>
              <a:gd name="connsiteY69" fmla="*/ 65437 h 278511"/>
              <a:gd name="connsiteX70" fmla="*/ 300121 w 399907"/>
              <a:gd name="connsiteY70" fmla="*/ 65437 h 278511"/>
              <a:gd name="connsiteX71" fmla="*/ 307140 w 399907"/>
              <a:gd name="connsiteY71" fmla="*/ 69532 h 278511"/>
              <a:gd name="connsiteX72" fmla="*/ 332276 w 399907"/>
              <a:gd name="connsiteY72" fmla="*/ 118681 h 278511"/>
              <a:gd name="connsiteX73" fmla="*/ 328103 w 399907"/>
              <a:gd name="connsiteY73" fmla="*/ 129635 h 27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399907" h="278511">
                <a:moveTo>
                  <a:pt x="0" y="8096"/>
                </a:moveTo>
                <a:lnTo>
                  <a:pt x="0" y="237553"/>
                </a:lnTo>
                <a:cubicBezTo>
                  <a:pt x="0" y="241649"/>
                  <a:pt x="2751" y="245745"/>
                  <a:pt x="8347" y="245745"/>
                </a:cubicBezTo>
                <a:cubicBezTo>
                  <a:pt x="26559" y="245745"/>
                  <a:pt x="36804" y="245745"/>
                  <a:pt x="42590" y="245745"/>
                </a:cubicBezTo>
                <a:cubicBezTo>
                  <a:pt x="46479" y="263938"/>
                  <a:pt x="62794" y="278511"/>
                  <a:pt x="83377" y="278511"/>
                </a:cubicBezTo>
                <a:cubicBezTo>
                  <a:pt x="102823" y="278511"/>
                  <a:pt x="120086" y="263938"/>
                  <a:pt x="124165" y="245745"/>
                </a:cubicBezTo>
                <a:cubicBezTo>
                  <a:pt x="226987" y="245745"/>
                  <a:pt x="263507" y="245745"/>
                  <a:pt x="276502" y="245745"/>
                </a:cubicBezTo>
                <a:cubicBezTo>
                  <a:pt x="280296" y="263938"/>
                  <a:pt x="296516" y="278511"/>
                  <a:pt x="316910" y="278511"/>
                </a:cubicBezTo>
                <a:cubicBezTo>
                  <a:pt x="336070" y="278511"/>
                  <a:pt x="353144" y="263938"/>
                  <a:pt x="357223" y="245745"/>
                </a:cubicBezTo>
                <a:lnTo>
                  <a:pt x="391561" y="245745"/>
                </a:lnTo>
                <a:cubicBezTo>
                  <a:pt x="395734" y="245745"/>
                  <a:pt x="399908" y="241649"/>
                  <a:pt x="399908" y="237553"/>
                </a:cubicBezTo>
                <a:lnTo>
                  <a:pt x="399908" y="147447"/>
                </a:lnTo>
                <a:cubicBezTo>
                  <a:pt x="399908" y="144685"/>
                  <a:pt x="398485" y="143351"/>
                  <a:pt x="397157" y="142018"/>
                </a:cubicBezTo>
                <a:lnTo>
                  <a:pt x="363863" y="109252"/>
                </a:lnTo>
                <a:lnTo>
                  <a:pt x="323644" y="36862"/>
                </a:lnTo>
                <a:cubicBezTo>
                  <a:pt x="322222" y="34099"/>
                  <a:pt x="319471" y="32766"/>
                  <a:pt x="316720" y="32766"/>
                </a:cubicBezTo>
                <a:lnTo>
                  <a:pt x="250037" y="32766"/>
                </a:lnTo>
                <a:lnTo>
                  <a:pt x="250037" y="8192"/>
                </a:lnTo>
                <a:cubicBezTo>
                  <a:pt x="250037" y="4096"/>
                  <a:pt x="245864" y="0"/>
                  <a:pt x="241690" y="0"/>
                </a:cubicBezTo>
                <a:lnTo>
                  <a:pt x="8442" y="0"/>
                </a:lnTo>
                <a:cubicBezTo>
                  <a:pt x="2846" y="0"/>
                  <a:pt x="95" y="4096"/>
                  <a:pt x="95" y="8192"/>
                </a:cubicBezTo>
                <a:close/>
                <a:moveTo>
                  <a:pt x="233248" y="40862"/>
                </a:moveTo>
                <a:cubicBezTo>
                  <a:pt x="233248" y="42005"/>
                  <a:pt x="233532" y="43053"/>
                  <a:pt x="233912" y="44101"/>
                </a:cubicBezTo>
                <a:cubicBezTo>
                  <a:pt x="233912" y="145161"/>
                  <a:pt x="233912" y="182689"/>
                  <a:pt x="233912" y="196501"/>
                </a:cubicBezTo>
                <a:cubicBezTo>
                  <a:pt x="83472" y="196501"/>
                  <a:pt x="33294" y="196501"/>
                  <a:pt x="16600" y="196501"/>
                </a:cubicBezTo>
                <a:cubicBezTo>
                  <a:pt x="16600" y="76422"/>
                  <a:pt x="16600" y="16319"/>
                  <a:pt x="16600" y="16193"/>
                </a:cubicBezTo>
                <a:lnTo>
                  <a:pt x="233153" y="16193"/>
                </a:lnTo>
                <a:lnTo>
                  <a:pt x="233153" y="40767"/>
                </a:lnTo>
                <a:close/>
                <a:moveTo>
                  <a:pt x="116577" y="212884"/>
                </a:moveTo>
                <a:cubicBezTo>
                  <a:pt x="190279" y="212884"/>
                  <a:pt x="244251" y="212884"/>
                  <a:pt x="283711" y="212884"/>
                </a:cubicBezTo>
                <a:cubicBezTo>
                  <a:pt x="280201" y="217646"/>
                  <a:pt x="277640" y="223171"/>
                  <a:pt x="276407" y="229267"/>
                </a:cubicBezTo>
                <a:cubicBezTo>
                  <a:pt x="173679" y="229267"/>
                  <a:pt x="137160" y="229267"/>
                  <a:pt x="124260" y="229267"/>
                </a:cubicBezTo>
                <a:cubicBezTo>
                  <a:pt x="123027" y="223171"/>
                  <a:pt x="120276" y="217646"/>
                  <a:pt x="116577" y="212884"/>
                </a:cubicBezTo>
                <a:close/>
                <a:moveTo>
                  <a:pt x="383118" y="150114"/>
                </a:moveTo>
                <a:cubicBezTo>
                  <a:pt x="383118" y="170307"/>
                  <a:pt x="383118" y="185356"/>
                  <a:pt x="383118" y="196596"/>
                </a:cubicBezTo>
                <a:cubicBezTo>
                  <a:pt x="332181" y="196596"/>
                  <a:pt x="288169" y="196596"/>
                  <a:pt x="250132" y="196596"/>
                </a:cubicBezTo>
                <a:cubicBezTo>
                  <a:pt x="250132" y="99251"/>
                  <a:pt x="250132" y="62770"/>
                  <a:pt x="250132" y="49054"/>
                </a:cubicBezTo>
                <a:lnTo>
                  <a:pt x="310839" y="49054"/>
                </a:lnTo>
                <a:lnTo>
                  <a:pt x="349730" y="118681"/>
                </a:lnTo>
                <a:cubicBezTo>
                  <a:pt x="351152" y="118681"/>
                  <a:pt x="351152" y="120015"/>
                  <a:pt x="351152" y="120015"/>
                </a:cubicBezTo>
                <a:lnTo>
                  <a:pt x="383118" y="150019"/>
                </a:lnTo>
                <a:close/>
                <a:moveTo>
                  <a:pt x="383118" y="229267"/>
                </a:moveTo>
                <a:cubicBezTo>
                  <a:pt x="369934" y="229267"/>
                  <a:pt x="362061" y="229267"/>
                  <a:pt x="357223" y="229267"/>
                </a:cubicBezTo>
                <a:cubicBezTo>
                  <a:pt x="355990" y="223171"/>
                  <a:pt x="353239" y="217646"/>
                  <a:pt x="349635" y="212884"/>
                </a:cubicBezTo>
                <a:cubicBezTo>
                  <a:pt x="366993" y="212884"/>
                  <a:pt x="377237" y="212884"/>
                  <a:pt x="383118" y="212884"/>
                </a:cubicBezTo>
                <a:lnTo>
                  <a:pt x="383118" y="229267"/>
                </a:lnTo>
                <a:close/>
                <a:moveTo>
                  <a:pt x="292058" y="237458"/>
                </a:moveTo>
                <a:cubicBezTo>
                  <a:pt x="292058" y="223837"/>
                  <a:pt x="303061" y="212884"/>
                  <a:pt x="316815" y="212884"/>
                </a:cubicBezTo>
                <a:cubicBezTo>
                  <a:pt x="329051" y="212884"/>
                  <a:pt x="341287" y="223647"/>
                  <a:pt x="341572" y="237077"/>
                </a:cubicBezTo>
                <a:cubicBezTo>
                  <a:pt x="341572" y="237172"/>
                  <a:pt x="341572" y="237268"/>
                  <a:pt x="341572" y="237458"/>
                </a:cubicBezTo>
                <a:cubicBezTo>
                  <a:pt x="341572" y="237649"/>
                  <a:pt x="341572" y="237649"/>
                  <a:pt x="341572" y="237839"/>
                </a:cubicBezTo>
                <a:cubicBezTo>
                  <a:pt x="341382" y="251365"/>
                  <a:pt x="329146" y="262033"/>
                  <a:pt x="316815" y="262033"/>
                </a:cubicBezTo>
                <a:cubicBezTo>
                  <a:pt x="303061" y="262033"/>
                  <a:pt x="292058" y="251079"/>
                  <a:pt x="292058" y="237458"/>
                </a:cubicBezTo>
                <a:close/>
                <a:moveTo>
                  <a:pt x="58336" y="237458"/>
                </a:moveTo>
                <a:cubicBezTo>
                  <a:pt x="58336" y="223837"/>
                  <a:pt x="69434" y="212884"/>
                  <a:pt x="83377" y="212884"/>
                </a:cubicBezTo>
                <a:cubicBezTo>
                  <a:pt x="95898" y="212884"/>
                  <a:pt x="108419" y="223837"/>
                  <a:pt x="108419" y="237458"/>
                </a:cubicBezTo>
                <a:cubicBezTo>
                  <a:pt x="108419" y="251079"/>
                  <a:pt x="95898" y="262033"/>
                  <a:pt x="83377" y="262033"/>
                </a:cubicBezTo>
                <a:cubicBezTo>
                  <a:pt x="69434" y="262033"/>
                  <a:pt x="58336" y="251079"/>
                  <a:pt x="58336" y="237458"/>
                </a:cubicBezTo>
                <a:close/>
                <a:moveTo>
                  <a:pt x="16600" y="229267"/>
                </a:moveTo>
                <a:lnTo>
                  <a:pt x="16600" y="212884"/>
                </a:lnTo>
                <a:cubicBezTo>
                  <a:pt x="27982" y="212884"/>
                  <a:pt x="39080" y="212884"/>
                  <a:pt x="49799" y="212884"/>
                </a:cubicBezTo>
                <a:cubicBezTo>
                  <a:pt x="46194" y="217646"/>
                  <a:pt x="43633" y="223171"/>
                  <a:pt x="42495" y="229267"/>
                </a:cubicBezTo>
                <a:lnTo>
                  <a:pt x="16600" y="229267"/>
                </a:lnTo>
                <a:close/>
                <a:moveTo>
                  <a:pt x="328008" y="129635"/>
                </a:moveTo>
                <a:cubicBezTo>
                  <a:pt x="326585" y="130969"/>
                  <a:pt x="325257" y="130969"/>
                  <a:pt x="325257" y="130969"/>
                </a:cubicBezTo>
                <a:cubicBezTo>
                  <a:pt x="321083" y="130969"/>
                  <a:pt x="318238" y="129635"/>
                  <a:pt x="316910" y="126873"/>
                </a:cubicBezTo>
                <a:lnTo>
                  <a:pt x="294524" y="81820"/>
                </a:lnTo>
                <a:lnTo>
                  <a:pt x="274984" y="81820"/>
                </a:lnTo>
                <a:cubicBezTo>
                  <a:pt x="269388" y="81820"/>
                  <a:pt x="266637" y="77724"/>
                  <a:pt x="266637" y="73628"/>
                </a:cubicBezTo>
                <a:cubicBezTo>
                  <a:pt x="266637" y="69532"/>
                  <a:pt x="269388" y="65437"/>
                  <a:pt x="274984" y="65437"/>
                </a:cubicBezTo>
                <a:lnTo>
                  <a:pt x="300121" y="65437"/>
                </a:lnTo>
                <a:cubicBezTo>
                  <a:pt x="302871" y="65437"/>
                  <a:pt x="305717" y="66770"/>
                  <a:pt x="307140" y="69532"/>
                </a:cubicBezTo>
                <a:lnTo>
                  <a:pt x="332276" y="118681"/>
                </a:lnTo>
                <a:cubicBezTo>
                  <a:pt x="333699" y="122777"/>
                  <a:pt x="332276" y="128206"/>
                  <a:pt x="328103" y="12963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5" name="Graphic 28">
            <a:extLst>
              <a:ext uri="{FF2B5EF4-FFF2-40B4-BE49-F238E27FC236}">
                <a16:creationId xmlns:a16="http://schemas.microsoft.com/office/drawing/2014/main" id="{BD3240EC-BF8E-1F35-E44A-5E8E80425AF6}"/>
              </a:ext>
            </a:extLst>
          </p:cNvPr>
          <p:cNvSpPr/>
          <p:nvPr/>
        </p:nvSpPr>
        <p:spPr>
          <a:xfrm>
            <a:off x="7843479" y="1567093"/>
            <a:ext cx="529522" cy="368780"/>
          </a:xfrm>
          <a:custGeom>
            <a:avLst/>
            <a:gdLst>
              <a:gd name="connsiteX0" fmla="*/ 0 w 399907"/>
              <a:gd name="connsiteY0" fmla="*/ 8096 h 278511"/>
              <a:gd name="connsiteX1" fmla="*/ 0 w 399907"/>
              <a:gd name="connsiteY1" fmla="*/ 237553 h 278511"/>
              <a:gd name="connsiteX2" fmla="*/ 8347 w 399907"/>
              <a:gd name="connsiteY2" fmla="*/ 245745 h 278511"/>
              <a:gd name="connsiteX3" fmla="*/ 42590 w 399907"/>
              <a:gd name="connsiteY3" fmla="*/ 245745 h 278511"/>
              <a:gd name="connsiteX4" fmla="*/ 83377 w 399907"/>
              <a:gd name="connsiteY4" fmla="*/ 278511 h 278511"/>
              <a:gd name="connsiteX5" fmla="*/ 124165 w 399907"/>
              <a:gd name="connsiteY5" fmla="*/ 245745 h 278511"/>
              <a:gd name="connsiteX6" fmla="*/ 276502 w 399907"/>
              <a:gd name="connsiteY6" fmla="*/ 245745 h 278511"/>
              <a:gd name="connsiteX7" fmla="*/ 316910 w 399907"/>
              <a:gd name="connsiteY7" fmla="*/ 278511 h 278511"/>
              <a:gd name="connsiteX8" fmla="*/ 357223 w 399907"/>
              <a:gd name="connsiteY8" fmla="*/ 245745 h 278511"/>
              <a:gd name="connsiteX9" fmla="*/ 391561 w 399907"/>
              <a:gd name="connsiteY9" fmla="*/ 245745 h 278511"/>
              <a:gd name="connsiteX10" fmla="*/ 399908 w 399907"/>
              <a:gd name="connsiteY10" fmla="*/ 237553 h 278511"/>
              <a:gd name="connsiteX11" fmla="*/ 399908 w 399907"/>
              <a:gd name="connsiteY11" fmla="*/ 147447 h 278511"/>
              <a:gd name="connsiteX12" fmla="*/ 397157 w 399907"/>
              <a:gd name="connsiteY12" fmla="*/ 142018 h 278511"/>
              <a:gd name="connsiteX13" fmla="*/ 363863 w 399907"/>
              <a:gd name="connsiteY13" fmla="*/ 109252 h 278511"/>
              <a:gd name="connsiteX14" fmla="*/ 323644 w 399907"/>
              <a:gd name="connsiteY14" fmla="*/ 36862 h 278511"/>
              <a:gd name="connsiteX15" fmla="*/ 316720 w 399907"/>
              <a:gd name="connsiteY15" fmla="*/ 32766 h 278511"/>
              <a:gd name="connsiteX16" fmla="*/ 250037 w 399907"/>
              <a:gd name="connsiteY16" fmla="*/ 32766 h 278511"/>
              <a:gd name="connsiteX17" fmla="*/ 250037 w 399907"/>
              <a:gd name="connsiteY17" fmla="*/ 8192 h 278511"/>
              <a:gd name="connsiteX18" fmla="*/ 241690 w 399907"/>
              <a:gd name="connsiteY18" fmla="*/ 0 h 278511"/>
              <a:gd name="connsiteX19" fmla="*/ 8442 w 399907"/>
              <a:gd name="connsiteY19" fmla="*/ 0 h 278511"/>
              <a:gd name="connsiteX20" fmla="*/ 95 w 399907"/>
              <a:gd name="connsiteY20" fmla="*/ 8192 h 278511"/>
              <a:gd name="connsiteX21" fmla="*/ 233248 w 399907"/>
              <a:gd name="connsiteY21" fmla="*/ 40862 h 278511"/>
              <a:gd name="connsiteX22" fmla="*/ 233912 w 399907"/>
              <a:gd name="connsiteY22" fmla="*/ 44101 h 278511"/>
              <a:gd name="connsiteX23" fmla="*/ 233912 w 399907"/>
              <a:gd name="connsiteY23" fmla="*/ 196501 h 278511"/>
              <a:gd name="connsiteX24" fmla="*/ 16600 w 399907"/>
              <a:gd name="connsiteY24" fmla="*/ 196501 h 278511"/>
              <a:gd name="connsiteX25" fmla="*/ 16600 w 399907"/>
              <a:gd name="connsiteY25" fmla="*/ 16193 h 278511"/>
              <a:gd name="connsiteX26" fmla="*/ 233153 w 399907"/>
              <a:gd name="connsiteY26" fmla="*/ 16193 h 278511"/>
              <a:gd name="connsiteX27" fmla="*/ 233153 w 399907"/>
              <a:gd name="connsiteY27" fmla="*/ 40767 h 278511"/>
              <a:gd name="connsiteX28" fmla="*/ 116577 w 399907"/>
              <a:gd name="connsiteY28" fmla="*/ 212884 h 278511"/>
              <a:gd name="connsiteX29" fmla="*/ 283711 w 399907"/>
              <a:gd name="connsiteY29" fmla="*/ 212884 h 278511"/>
              <a:gd name="connsiteX30" fmla="*/ 276407 w 399907"/>
              <a:gd name="connsiteY30" fmla="*/ 229267 h 278511"/>
              <a:gd name="connsiteX31" fmla="*/ 124260 w 399907"/>
              <a:gd name="connsiteY31" fmla="*/ 229267 h 278511"/>
              <a:gd name="connsiteX32" fmla="*/ 116577 w 399907"/>
              <a:gd name="connsiteY32" fmla="*/ 212884 h 278511"/>
              <a:gd name="connsiteX33" fmla="*/ 383118 w 399907"/>
              <a:gd name="connsiteY33" fmla="*/ 150114 h 278511"/>
              <a:gd name="connsiteX34" fmla="*/ 383118 w 399907"/>
              <a:gd name="connsiteY34" fmla="*/ 196596 h 278511"/>
              <a:gd name="connsiteX35" fmla="*/ 250132 w 399907"/>
              <a:gd name="connsiteY35" fmla="*/ 196596 h 278511"/>
              <a:gd name="connsiteX36" fmla="*/ 250132 w 399907"/>
              <a:gd name="connsiteY36" fmla="*/ 49054 h 278511"/>
              <a:gd name="connsiteX37" fmla="*/ 310839 w 399907"/>
              <a:gd name="connsiteY37" fmla="*/ 49054 h 278511"/>
              <a:gd name="connsiteX38" fmla="*/ 349730 w 399907"/>
              <a:gd name="connsiteY38" fmla="*/ 118681 h 278511"/>
              <a:gd name="connsiteX39" fmla="*/ 351152 w 399907"/>
              <a:gd name="connsiteY39" fmla="*/ 120015 h 278511"/>
              <a:gd name="connsiteX40" fmla="*/ 383118 w 399907"/>
              <a:gd name="connsiteY40" fmla="*/ 150019 h 278511"/>
              <a:gd name="connsiteX41" fmla="*/ 383118 w 399907"/>
              <a:gd name="connsiteY41" fmla="*/ 229267 h 278511"/>
              <a:gd name="connsiteX42" fmla="*/ 357223 w 399907"/>
              <a:gd name="connsiteY42" fmla="*/ 229267 h 278511"/>
              <a:gd name="connsiteX43" fmla="*/ 349635 w 399907"/>
              <a:gd name="connsiteY43" fmla="*/ 212884 h 278511"/>
              <a:gd name="connsiteX44" fmla="*/ 383118 w 399907"/>
              <a:gd name="connsiteY44" fmla="*/ 212884 h 278511"/>
              <a:gd name="connsiteX45" fmla="*/ 383118 w 399907"/>
              <a:gd name="connsiteY45" fmla="*/ 229267 h 278511"/>
              <a:gd name="connsiteX46" fmla="*/ 292058 w 399907"/>
              <a:gd name="connsiteY46" fmla="*/ 237458 h 278511"/>
              <a:gd name="connsiteX47" fmla="*/ 316815 w 399907"/>
              <a:gd name="connsiteY47" fmla="*/ 212884 h 278511"/>
              <a:gd name="connsiteX48" fmla="*/ 341572 w 399907"/>
              <a:gd name="connsiteY48" fmla="*/ 237077 h 278511"/>
              <a:gd name="connsiteX49" fmla="*/ 341572 w 399907"/>
              <a:gd name="connsiteY49" fmla="*/ 237458 h 278511"/>
              <a:gd name="connsiteX50" fmla="*/ 341572 w 399907"/>
              <a:gd name="connsiteY50" fmla="*/ 237839 h 278511"/>
              <a:gd name="connsiteX51" fmla="*/ 316815 w 399907"/>
              <a:gd name="connsiteY51" fmla="*/ 262033 h 278511"/>
              <a:gd name="connsiteX52" fmla="*/ 292058 w 399907"/>
              <a:gd name="connsiteY52" fmla="*/ 237458 h 278511"/>
              <a:gd name="connsiteX53" fmla="*/ 58336 w 399907"/>
              <a:gd name="connsiteY53" fmla="*/ 237458 h 278511"/>
              <a:gd name="connsiteX54" fmla="*/ 83377 w 399907"/>
              <a:gd name="connsiteY54" fmla="*/ 212884 h 278511"/>
              <a:gd name="connsiteX55" fmla="*/ 108419 w 399907"/>
              <a:gd name="connsiteY55" fmla="*/ 237458 h 278511"/>
              <a:gd name="connsiteX56" fmla="*/ 83377 w 399907"/>
              <a:gd name="connsiteY56" fmla="*/ 262033 h 278511"/>
              <a:gd name="connsiteX57" fmla="*/ 58336 w 399907"/>
              <a:gd name="connsiteY57" fmla="*/ 237458 h 278511"/>
              <a:gd name="connsiteX58" fmla="*/ 16600 w 399907"/>
              <a:gd name="connsiteY58" fmla="*/ 229267 h 278511"/>
              <a:gd name="connsiteX59" fmla="*/ 16600 w 399907"/>
              <a:gd name="connsiteY59" fmla="*/ 212884 h 278511"/>
              <a:gd name="connsiteX60" fmla="*/ 49799 w 399907"/>
              <a:gd name="connsiteY60" fmla="*/ 212884 h 278511"/>
              <a:gd name="connsiteX61" fmla="*/ 42495 w 399907"/>
              <a:gd name="connsiteY61" fmla="*/ 229267 h 278511"/>
              <a:gd name="connsiteX62" fmla="*/ 16600 w 399907"/>
              <a:gd name="connsiteY62" fmla="*/ 229267 h 278511"/>
              <a:gd name="connsiteX63" fmla="*/ 328008 w 399907"/>
              <a:gd name="connsiteY63" fmla="*/ 129635 h 278511"/>
              <a:gd name="connsiteX64" fmla="*/ 325257 w 399907"/>
              <a:gd name="connsiteY64" fmla="*/ 130969 h 278511"/>
              <a:gd name="connsiteX65" fmla="*/ 316910 w 399907"/>
              <a:gd name="connsiteY65" fmla="*/ 126873 h 278511"/>
              <a:gd name="connsiteX66" fmla="*/ 294524 w 399907"/>
              <a:gd name="connsiteY66" fmla="*/ 81820 h 278511"/>
              <a:gd name="connsiteX67" fmla="*/ 274984 w 399907"/>
              <a:gd name="connsiteY67" fmla="*/ 81820 h 278511"/>
              <a:gd name="connsiteX68" fmla="*/ 266637 w 399907"/>
              <a:gd name="connsiteY68" fmla="*/ 73628 h 278511"/>
              <a:gd name="connsiteX69" fmla="*/ 274984 w 399907"/>
              <a:gd name="connsiteY69" fmla="*/ 65437 h 278511"/>
              <a:gd name="connsiteX70" fmla="*/ 300121 w 399907"/>
              <a:gd name="connsiteY70" fmla="*/ 65437 h 278511"/>
              <a:gd name="connsiteX71" fmla="*/ 307140 w 399907"/>
              <a:gd name="connsiteY71" fmla="*/ 69532 h 278511"/>
              <a:gd name="connsiteX72" fmla="*/ 332276 w 399907"/>
              <a:gd name="connsiteY72" fmla="*/ 118681 h 278511"/>
              <a:gd name="connsiteX73" fmla="*/ 328103 w 399907"/>
              <a:gd name="connsiteY73" fmla="*/ 129635 h 27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399907" h="278511">
                <a:moveTo>
                  <a:pt x="0" y="8096"/>
                </a:moveTo>
                <a:lnTo>
                  <a:pt x="0" y="237553"/>
                </a:lnTo>
                <a:cubicBezTo>
                  <a:pt x="0" y="241649"/>
                  <a:pt x="2751" y="245745"/>
                  <a:pt x="8347" y="245745"/>
                </a:cubicBezTo>
                <a:cubicBezTo>
                  <a:pt x="26559" y="245745"/>
                  <a:pt x="36804" y="245745"/>
                  <a:pt x="42590" y="245745"/>
                </a:cubicBezTo>
                <a:cubicBezTo>
                  <a:pt x="46479" y="263938"/>
                  <a:pt x="62794" y="278511"/>
                  <a:pt x="83377" y="278511"/>
                </a:cubicBezTo>
                <a:cubicBezTo>
                  <a:pt x="102823" y="278511"/>
                  <a:pt x="120086" y="263938"/>
                  <a:pt x="124165" y="245745"/>
                </a:cubicBezTo>
                <a:cubicBezTo>
                  <a:pt x="226987" y="245745"/>
                  <a:pt x="263507" y="245745"/>
                  <a:pt x="276502" y="245745"/>
                </a:cubicBezTo>
                <a:cubicBezTo>
                  <a:pt x="280296" y="263938"/>
                  <a:pt x="296516" y="278511"/>
                  <a:pt x="316910" y="278511"/>
                </a:cubicBezTo>
                <a:cubicBezTo>
                  <a:pt x="336070" y="278511"/>
                  <a:pt x="353144" y="263938"/>
                  <a:pt x="357223" y="245745"/>
                </a:cubicBezTo>
                <a:lnTo>
                  <a:pt x="391561" y="245745"/>
                </a:lnTo>
                <a:cubicBezTo>
                  <a:pt x="395734" y="245745"/>
                  <a:pt x="399908" y="241649"/>
                  <a:pt x="399908" y="237553"/>
                </a:cubicBezTo>
                <a:lnTo>
                  <a:pt x="399908" y="147447"/>
                </a:lnTo>
                <a:cubicBezTo>
                  <a:pt x="399908" y="144685"/>
                  <a:pt x="398485" y="143351"/>
                  <a:pt x="397157" y="142018"/>
                </a:cubicBezTo>
                <a:lnTo>
                  <a:pt x="363863" y="109252"/>
                </a:lnTo>
                <a:lnTo>
                  <a:pt x="323644" y="36862"/>
                </a:lnTo>
                <a:cubicBezTo>
                  <a:pt x="322222" y="34099"/>
                  <a:pt x="319471" y="32766"/>
                  <a:pt x="316720" y="32766"/>
                </a:cubicBezTo>
                <a:lnTo>
                  <a:pt x="250037" y="32766"/>
                </a:lnTo>
                <a:lnTo>
                  <a:pt x="250037" y="8192"/>
                </a:lnTo>
                <a:cubicBezTo>
                  <a:pt x="250037" y="4096"/>
                  <a:pt x="245864" y="0"/>
                  <a:pt x="241690" y="0"/>
                </a:cubicBezTo>
                <a:lnTo>
                  <a:pt x="8442" y="0"/>
                </a:lnTo>
                <a:cubicBezTo>
                  <a:pt x="2846" y="0"/>
                  <a:pt x="95" y="4096"/>
                  <a:pt x="95" y="8192"/>
                </a:cubicBezTo>
                <a:close/>
                <a:moveTo>
                  <a:pt x="233248" y="40862"/>
                </a:moveTo>
                <a:cubicBezTo>
                  <a:pt x="233248" y="42005"/>
                  <a:pt x="233532" y="43053"/>
                  <a:pt x="233912" y="44101"/>
                </a:cubicBezTo>
                <a:cubicBezTo>
                  <a:pt x="233912" y="145161"/>
                  <a:pt x="233912" y="182689"/>
                  <a:pt x="233912" y="196501"/>
                </a:cubicBezTo>
                <a:cubicBezTo>
                  <a:pt x="83472" y="196501"/>
                  <a:pt x="33294" y="196501"/>
                  <a:pt x="16600" y="196501"/>
                </a:cubicBezTo>
                <a:cubicBezTo>
                  <a:pt x="16600" y="76422"/>
                  <a:pt x="16600" y="16319"/>
                  <a:pt x="16600" y="16193"/>
                </a:cubicBezTo>
                <a:lnTo>
                  <a:pt x="233153" y="16193"/>
                </a:lnTo>
                <a:lnTo>
                  <a:pt x="233153" y="40767"/>
                </a:lnTo>
                <a:close/>
                <a:moveTo>
                  <a:pt x="116577" y="212884"/>
                </a:moveTo>
                <a:cubicBezTo>
                  <a:pt x="190279" y="212884"/>
                  <a:pt x="244251" y="212884"/>
                  <a:pt x="283711" y="212884"/>
                </a:cubicBezTo>
                <a:cubicBezTo>
                  <a:pt x="280201" y="217646"/>
                  <a:pt x="277640" y="223171"/>
                  <a:pt x="276407" y="229267"/>
                </a:cubicBezTo>
                <a:cubicBezTo>
                  <a:pt x="173679" y="229267"/>
                  <a:pt x="137160" y="229267"/>
                  <a:pt x="124260" y="229267"/>
                </a:cubicBezTo>
                <a:cubicBezTo>
                  <a:pt x="123027" y="223171"/>
                  <a:pt x="120276" y="217646"/>
                  <a:pt x="116577" y="212884"/>
                </a:cubicBezTo>
                <a:close/>
                <a:moveTo>
                  <a:pt x="383118" y="150114"/>
                </a:moveTo>
                <a:cubicBezTo>
                  <a:pt x="383118" y="170307"/>
                  <a:pt x="383118" y="185356"/>
                  <a:pt x="383118" y="196596"/>
                </a:cubicBezTo>
                <a:cubicBezTo>
                  <a:pt x="332181" y="196596"/>
                  <a:pt x="288169" y="196596"/>
                  <a:pt x="250132" y="196596"/>
                </a:cubicBezTo>
                <a:cubicBezTo>
                  <a:pt x="250132" y="99251"/>
                  <a:pt x="250132" y="62770"/>
                  <a:pt x="250132" y="49054"/>
                </a:cubicBezTo>
                <a:lnTo>
                  <a:pt x="310839" y="49054"/>
                </a:lnTo>
                <a:lnTo>
                  <a:pt x="349730" y="118681"/>
                </a:lnTo>
                <a:cubicBezTo>
                  <a:pt x="351152" y="118681"/>
                  <a:pt x="351152" y="120015"/>
                  <a:pt x="351152" y="120015"/>
                </a:cubicBezTo>
                <a:lnTo>
                  <a:pt x="383118" y="150019"/>
                </a:lnTo>
                <a:close/>
                <a:moveTo>
                  <a:pt x="383118" y="229267"/>
                </a:moveTo>
                <a:cubicBezTo>
                  <a:pt x="369934" y="229267"/>
                  <a:pt x="362061" y="229267"/>
                  <a:pt x="357223" y="229267"/>
                </a:cubicBezTo>
                <a:cubicBezTo>
                  <a:pt x="355990" y="223171"/>
                  <a:pt x="353239" y="217646"/>
                  <a:pt x="349635" y="212884"/>
                </a:cubicBezTo>
                <a:cubicBezTo>
                  <a:pt x="366993" y="212884"/>
                  <a:pt x="377237" y="212884"/>
                  <a:pt x="383118" y="212884"/>
                </a:cubicBezTo>
                <a:lnTo>
                  <a:pt x="383118" y="229267"/>
                </a:lnTo>
                <a:close/>
                <a:moveTo>
                  <a:pt x="292058" y="237458"/>
                </a:moveTo>
                <a:cubicBezTo>
                  <a:pt x="292058" y="223837"/>
                  <a:pt x="303061" y="212884"/>
                  <a:pt x="316815" y="212884"/>
                </a:cubicBezTo>
                <a:cubicBezTo>
                  <a:pt x="329051" y="212884"/>
                  <a:pt x="341287" y="223647"/>
                  <a:pt x="341572" y="237077"/>
                </a:cubicBezTo>
                <a:cubicBezTo>
                  <a:pt x="341572" y="237172"/>
                  <a:pt x="341572" y="237268"/>
                  <a:pt x="341572" y="237458"/>
                </a:cubicBezTo>
                <a:cubicBezTo>
                  <a:pt x="341572" y="237649"/>
                  <a:pt x="341572" y="237649"/>
                  <a:pt x="341572" y="237839"/>
                </a:cubicBezTo>
                <a:cubicBezTo>
                  <a:pt x="341382" y="251365"/>
                  <a:pt x="329146" y="262033"/>
                  <a:pt x="316815" y="262033"/>
                </a:cubicBezTo>
                <a:cubicBezTo>
                  <a:pt x="303061" y="262033"/>
                  <a:pt x="292058" y="251079"/>
                  <a:pt x="292058" y="237458"/>
                </a:cubicBezTo>
                <a:close/>
                <a:moveTo>
                  <a:pt x="58336" y="237458"/>
                </a:moveTo>
                <a:cubicBezTo>
                  <a:pt x="58336" y="223837"/>
                  <a:pt x="69434" y="212884"/>
                  <a:pt x="83377" y="212884"/>
                </a:cubicBezTo>
                <a:cubicBezTo>
                  <a:pt x="95898" y="212884"/>
                  <a:pt x="108419" y="223837"/>
                  <a:pt x="108419" y="237458"/>
                </a:cubicBezTo>
                <a:cubicBezTo>
                  <a:pt x="108419" y="251079"/>
                  <a:pt x="95898" y="262033"/>
                  <a:pt x="83377" y="262033"/>
                </a:cubicBezTo>
                <a:cubicBezTo>
                  <a:pt x="69434" y="262033"/>
                  <a:pt x="58336" y="251079"/>
                  <a:pt x="58336" y="237458"/>
                </a:cubicBezTo>
                <a:close/>
                <a:moveTo>
                  <a:pt x="16600" y="229267"/>
                </a:moveTo>
                <a:lnTo>
                  <a:pt x="16600" y="212884"/>
                </a:lnTo>
                <a:cubicBezTo>
                  <a:pt x="27982" y="212884"/>
                  <a:pt x="39080" y="212884"/>
                  <a:pt x="49799" y="212884"/>
                </a:cubicBezTo>
                <a:cubicBezTo>
                  <a:pt x="46194" y="217646"/>
                  <a:pt x="43633" y="223171"/>
                  <a:pt x="42495" y="229267"/>
                </a:cubicBezTo>
                <a:lnTo>
                  <a:pt x="16600" y="229267"/>
                </a:lnTo>
                <a:close/>
                <a:moveTo>
                  <a:pt x="328008" y="129635"/>
                </a:moveTo>
                <a:cubicBezTo>
                  <a:pt x="326585" y="130969"/>
                  <a:pt x="325257" y="130969"/>
                  <a:pt x="325257" y="130969"/>
                </a:cubicBezTo>
                <a:cubicBezTo>
                  <a:pt x="321083" y="130969"/>
                  <a:pt x="318238" y="129635"/>
                  <a:pt x="316910" y="126873"/>
                </a:cubicBezTo>
                <a:lnTo>
                  <a:pt x="294524" y="81820"/>
                </a:lnTo>
                <a:lnTo>
                  <a:pt x="274984" y="81820"/>
                </a:lnTo>
                <a:cubicBezTo>
                  <a:pt x="269388" y="81820"/>
                  <a:pt x="266637" y="77724"/>
                  <a:pt x="266637" y="73628"/>
                </a:cubicBezTo>
                <a:cubicBezTo>
                  <a:pt x="266637" y="69532"/>
                  <a:pt x="269388" y="65437"/>
                  <a:pt x="274984" y="65437"/>
                </a:cubicBezTo>
                <a:lnTo>
                  <a:pt x="300121" y="65437"/>
                </a:lnTo>
                <a:cubicBezTo>
                  <a:pt x="302871" y="65437"/>
                  <a:pt x="305717" y="66770"/>
                  <a:pt x="307140" y="69532"/>
                </a:cubicBezTo>
                <a:lnTo>
                  <a:pt x="332276" y="118681"/>
                </a:lnTo>
                <a:cubicBezTo>
                  <a:pt x="333699" y="122777"/>
                  <a:pt x="332276" y="128206"/>
                  <a:pt x="328103" y="12963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7D586D32-B1A6-1898-38C5-60B8380F13CF}"/>
              </a:ext>
            </a:extLst>
          </p:cNvPr>
          <p:cNvGrpSpPr/>
          <p:nvPr/>
        </p:nvGrpSpPr>
        <p:grpSpPr>
          <a:xfrm>
            <a:off x="8663491" y="794272"/>
            <a:ext cx="653854" cy="493901"/>
            <a:chOff x="10222991" y="1849920"/>
            <a:chExt cx="488502" cy="368999"/>
          </a:xfrm>
        </p:grpSpPr>
        <p:grpSp>
          <p:nvGrpSpPr>
            <p:cNvPr id="119" name="Graphic 116">
              <a:extLst>
                <a:ext uri="{FF2B5EF4-FFF2-40B4-BE49-F238E27FC236}">
                  <a16:creationId xmlns:a16="http://schemas.microsoft.com/office/drawing/2014/main" id="{09C7EE2E-C04B-CC1A-CB89-E4AA8FF382F8}"/>
                </a:ext>
              </a:extLst>
            </p:cNvPr>
            <p:cNvGrpSpPr/>
            <p:nvPr/>
          </p:nvGrpSpPr>
          <p:grpSpPr>
            <a:xfrm>
              <a:off x="10311491" y="1940313"/>
              <a:ext cx="400002" cy="278606"/>
              <a:chOff x="8796673" y="2104374"/>
              <a:chExt cx="400002" cy="278606"/>
            </a:xfrm>
            <a:solidFill>
              <a:srgbClr val="969696"/>
            </a:solidFill>
          </p:grpSpPr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EA5C62BA-FF8A-0360-30F2-D01154E39915}"/>
                  </a:ext>
                </a:extLst>
              </p:cNvPr>
              <p:cNvSpPr/>
              <p:nvPr/>
            </p:nvSpPr>
            <p:spPr>
              <a:xfrm>
                <a:off x="8796673" y="2104374"/>
                <a:ext cx="400002" cy="278606"/>
              </a:xfrm>
              <a:custGeom>
                <a:avLst/>
                <a:gdLst>
                  <a:gd name="connsiteX0" fmla="*/ 397062 w 400002"/>
                  <a:gd name="connsiteY0" fmla="*/ 142018 h 278606"/>
                  <a:gd name="connsiteX1" fmla="*/ 363768 w 400002"/>
                  <a:gd name="connsiteY1" fmla="*/ 109252 h 278606"/>
                  <a:gd name="connsiteX2" fmla="*/ 323550 w 400002"/>
                  <a:gd name="connsiteY2" fmla="*/ 36862 h 278606"/>
                  <a:gd name="connsiteX3" fmla="*/ 316625 w 400002"/>
                  <a:gd name="connsiteY3" fmla="*/ 32766 h 278606"/>
                  <a:gd name="connsiteX4" fmla="*/ 249942 w 400002"/>
                  <a:gd name="connsiteY4" fmla="*/ 32766 h 278606"/>
                  <a:gd name="connsiteX5" fmla="*/ 249942 w 400002"/>
                  <a:gd name="connsiteY5" fmla="*/ 8192 h 278606"/>
                  <a:gd name="connsiteX6" fmla="*/ 241595 w 400002"/>
                  <a:gd name="connsiteY6" fmla="*/ 0 h 278606"/>
                  <a:gd name="connsiteX7" fmla="*/ 105479 w 400002"/>
                  <a:gd name="connsiteY7" fmla="*/ 0 h 278606"/>
                  <a:gd name="connsiteX8" fmla="*/ 103676 w 400002"/>
                  <a:gd name="connsiteY8" fmla="*/ 16383 h 278606"/>
                  <a:gd name="connsiteX9" fmla="*/ 233343 w 400002"/>
                  <a:gd name="connsiteY9" fmla="*/ 16383 h 278606"/>
                  <a:gd name="connsiteX10" fmla="*/ 233343 w 400002"/>
                  <a:gd name="connsiteY10" fmla="*/ 40958 h 278606"/>
                  <a:gd name="connsiteX11" fmla="*/ 234007 w 400002"/>
                  <a:gd name="connsiteY11" fmla="*/ 44196 h 278606"/>
                  <a:gd name="connsiteX12" fmla="*/ 234007 w 400002"/>
                  <a:gd name="connsiteY12" fmla="*/ 196596 h 278606"/>
                  <a:gd name="connsiteX13" fmla="*/ 16694 w 400002"/>
                  <a:gd name="connsiteY13" fmla="*/ 196596 h 278606"/>
                  <a:gd name="connsiteX14" fmla="*/ 16694 w 400002"/>
                  <a:gd name="connsiteY14" fmla="*/ 99060 h 278606"/>
                  <a:gd name="connsiteX15" fmla="*/ 1423 w 400002"/>
                  <a:gd name="connsiteY15" fmla="*/ 100394 h 278606"/>
                  <a:gd name="connsiteX16" fmla="*/ 0 w 400002"/>
                  <a:gd name="connsiteY16" fmla="*/ 100394 h 278606"/>
                  <a:gd name="connsiteX17" fmla="*/ 0 w 400002"/>
                  <a:gd name="connsiteY17" fmla="*/ 237649 h 278606"/>
                  <a:gd name="connsiteX18" fmla="*/ 8347 w 400002"/>
                  <a:gd name="connsiteY18" fmla="*/ 245840 h 278606"/>
                  <a:gd name="connsiteX19" fmla="*/ 42590 w 400002"/>
                  <a:gd name="connsiteY19" fmla="*/ 245840 h 278606"/>
                  <a:gd name="connsiteX20" fmla="*/ 83472 w 400002"/>
                  <a:gd name="connsiteY20" fmla="*/ 278606 h 278606"/>
                  <a:gd name="connsiteX21" fmla="*/ 124260 w 400002"/>
                  <a:gd name="connsiteY21" fmla="*/ 245840 h 278606"/>
                  <a:gd name="connsiteX22" fmla="*/ 276596 w 400002"/>
                  <a:gd name="connsiteY22" fmla="*/ 245840 h 278606"/>
                  <a:gd name="connsiteX23" fmla="*/ 317005 w 400002"/>
                  <a:gd name="connsiteY23" fmla="*/ 278606 h 278606"/>
                  <a:gd name="connsiteX24" fmla="*/ 357318 w 400002"/>
                  <a:gd name="connsiteY24" fmla="*/ 245840 h 278606"/>
                  <a:gd name="connsiteX25" fmla="*/ 391655 w 400002"/>
                  <a:gd name="connsiteY25" fmla="*/ 245840 h 278606"/>
                  <a:gd name="connsiteX26" fmla="*/ 400003 w 400002"/>
                  <a:gd name="connsiteY26" fmla="*/ 237649 h 278606"/>
                  <a:gd name="connsiteX27" fmla="*/ 400003 w 400002"/>
                  <a:gd name="connsiteY27" fmla="*/ 147542 h 278606"/>
                  <a:gd name="connsiteX28" fmla="*/ 397252 w 400002"/>
                  <a:gd name="connsiteY28" fmla="*/ 142113 h 278606"/>
                  <a:gd name="connsiteX29" fmla="*/ 42495 w 400002"/>
                  <a:gd name="connsiteY29" fmla="*/ 229457 h 278606"/>
                  <a:gd name="connsiteX30" fmla="*/ 16600 w 400002"/>
                  <a:gd name="connsiteY30" fmla="*/ 229457 h 278606"/>
                  <a:gd name="connsiteX31" fmla="*/ 16600 w 400002"/>
                  <a:gd name="connsiteY31" fmla="*/ 213074 h 278606"/>
                  <a:gd name="connsiteX32" fmla="*/ 49799 w 400002"/>
                  <a:gd name="connsiteY32" fmla="*/ 213074 h 278606"/>
                  <a:gd name="connsiteX33" fmla="*/ 42495 w 400002"/>
                  <a:gd name="connsiteY33" fmla="*/ 229457 h 278606"/>
                  <a:gd name="connsiteX34" fmla="*/ 83377 w 400002"/>
                  <a:gd name="connsiteY34" fmla="*/ 262223 h 278606"/>
                  <a:gd name="connsiteX35" fmla="*/ 58336 w 400002"/>
                  <a:gd name="connsiteY35" fmla="*/ 237649 h 278606"/>
                  <a:gd name="connsiteX36" fmla="*/ 83377 w 400002"/>
                  <a:gd name="connsiteY36" fmla="*/ 213074 h 278606"/>
                  <a:gd name="connsiteX37" fmla="*/ 108419 w 400002"/>
                  <a:gd name="connsiteY37" fmla="*/ 237649 h 278606"/>
                  <a:gd name="connsiteX38" fmla="*/ 83377 w 400002"/>
                  <a:gd name="connsiteY38" fmla="*/ 262223 h 278606"/>
                  <a:gd name="connsiteX39" fmla="*/ 276407 w 400002"/>
                  <a:gd name="connsiteY39" fmla="*/ 229457 h 278606"/>
                  <a:gd name="connsiteX40" fmla="*/ 124260 w 400002"/>
                  <a:gd name="connsiteY40" fmla="*/ 229457 h 278606"/>
                  <a:gd name="connsiteX41" fmla="*/ 116577 w 400002"/>
                  <a:gd name="connsiteY41" fmla="*/ 213074 h 278606"/>
                  <a:gd name="connsiteX42" fmla="*/ 283711 w 400002"/>
                  <a:gd name="connsiteY42" fmla="*/ 213074 h 278606"/>
                  <a:gd name="connsiteX43" fmla="*/ 276407 w 400002"/>
                  <a:gd name="connsiteY43" fmla="*/ 229457 h 278606"/>
                  <a:gd name="connsiteX44" fmla="*/ 341572 w 400002"/>
                  <a:gd name="connsiteY44" fmla="*/ 238030 h 278606"/>
                  <a:gd name="connsiteX45" fmla="*/ 316815 w 400002"/>
                  <a:gd name="connsiteY45" fmla="*/ 262223 h 278606"/>
                  <a:gd name="connsiteX46" fmla="*/ 292058 w 400002"/>
                  <a:gd name="connsiteY46" fmla="*/ 237649 h 278606"/>
                  <a:gd name="connsiteX47" fmla="*/ 316815 w 400002"/>
                  <a:gd name="connsiteY47" fmla="*/ 213074 h 278606"/>
                  <a:gd name="connsiteX48" fmla="*/ 341572 w 400002"/>
                  <a:gd name="connsiteY48" fmla="*/ 237268 h 278606"/>
                  <a:gd name="connsiteX49" fmla="*/ 341572 w 400002"/>
                  <a:gd name="connsiteY49" fmla="*/ 237649 h 278606"/>
                  <a:gd name="connsiteX50" fmla="*/ 341572 w 400002"/>
                  <a:gd name="connsiteY50" fmla="*/ 238030 h 278606"/>
                  <a:gd name="connsiteX51" fmla="*/ 383213 w 400002"/>
                  <a:gd name="connsiteY51" fmla="*/ 229457 h 278606"/>
                  <a:gd name="connsiteX52" fmla="*/ 357318 w 400002"/>
                  <a:gd name="connsiteY52" fmla="*/ 229457 h 278606"/>
                  <a:gd name="connsiteX53" fmla="*/ 349730 w 400002"/>
                  <a:gd name="connsiteY53" fmla="*/ 213074 h 278606"/>
                  <a:gd name="connsiteX54" fmla="*/ 383213 w 400002"/>
                  <a:gd name="connsiteY54" fmla="*/ 213074 h 278606"/>
                  <a:gd name="connsiteX55" fmla="*/ 383213 w 400002"/>
                  <a:gd name="connsiteY55" fmla="*/ 229457 h 278606"/>
                  <a:gd name="connsiteX56" fmla="*/ 383213 w 400002"/>
                  <a:gd name="connsiteY56" fmla="*/ 196691 h 278606"/>
                  <a:gd name="connsiteX57" fmla="*/ 250227 w 400002"/>
                  <a:gd name="connsiteY57" fmla="*/ 196691 h 278606"/>
                  <a:gd name="connsiteX58" fmla="*/ 250227 w 400002"/>
                  <a:gd name="connsiteY58" fmla="*/ 49149 h 278606"/>
                  <a:gd name="connsiteX59" fmla="*/ 310934 w 400002"/>
                  <a:gd name="connsiteY59" fmla="*/ 49149 h 278606"/>
                  <a:gd name="connsiteX60" fmla="*/ 349824 w 400002"/>
                  <a:gd name="connsiteY60" fmla="*/ 118777 h 278606"/>
                  <a:gd name="connsiteX61" fmla="*/ 351247 w 400002"/>
                  <a:gd name="connsiteY61" fmla="*/ 120110 h 278606"/>
                  <a:gd name="connsiteX62" fmla="*/ 383213 w 400002"/>
                  <a:gd name="connsiteY62" fmla="*/ 150114 h 278606"/>
                  <a:gd name="connsiteX63" fmla="*/ 383213 w 400002"/>
                  <a:gd name="connsiteY63" fmla="*/ 19659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00002" h="278606">
                    <a:moveTo>
                      <a:pt x="397062" y="142018"/>
                    </a:moveTo>
                    <a:lnTo>
                      <a:pt x="363768" y="109252"/>
                    </a:lnTo>
                    <a:lnTo>
                      <a:pt x="323550" y="36862"/>
                    </a:lnTo>
                    <a:cubicBezTo>
                      <a:pt x="322127" y="34100"/>
                      <a:pt x="319376" y="32766"/>
                      <a:pt x="316625" y="32766"/>
                    </a:cubicBezTo>
                    <a:lnTo>
                      <a:pt x="249942" y="32766"/>
                    </a:lnTo>
                    <a:lnTo>
                      <a:pt x="249942" y="8192"/>
                    </a:lnTo>
                    <a:cubicBezTo>
                      <a:pt x="249942" y="4096"/>
                      <a:pt x="245769" y="0"/>
                      <a:pt x="241595" y="0"/>
                    </a:cubicBezTo>
                    <a:lnTo>
                      <a:pt x="105479" y="0"/>
                    </a:lnTo>
                    <a:cubicBezTo>
                      <a:pt x="105384" y="5525"/>
                      <a:pt x="104720" y="11049"/>
                      <a:pt x="103676" y="16383"/>
                    </a:cubicBezTo>
                    <a:lnTo>
                      <a:pt x="233343" y="16383"/>
                    </a:lnTo>
                    <a:lnTo>
                      <a:pt x="233343" y="40958"/>
                    </a:lnTo>
                    <a:cubicBezTo>
                      <a:pt x="233343" y="42100"/>
                      <a:pt x="233627" y="43148"/>
                      <a:pt x="234007" y="44196"/>
                    </a:cubicBezTo>
                    <a:lnTo>
                      <a:pt x="234007" y="196596"/>
                    </a:lnTo>
                    <a:lnTo>
                      <a:pt x="16694" y="196596"/>
                    </a:lnTo>
                    <a:lnTo>
                      <a:pt x="16694" y="99060"/>
                    </a:lnTo>
                    <a:cubicBezTo>
                      <a:pt x="11667" y="99822"/>
                      <a:pt x="6640" y="100394"/>
                      <a:pt x="1423" y="100394"/>
                    </a:cubicBezTo>
                    <a:cubicBezTo>
                      <a:pt x="949" y="100394"/>
                      <a:pt x="474" y="100394"/>
                      <a:pt x="0" y="100394"/>
                    </a:cubicBezTo>
                    <a:lnTo>
                      <a:pt x="0" y="237649"/>
                    </a:lnTo>
                    <a:cubicBezTo>
                      <a:pt x="0" y="241744"/>
                      <a:pt x="2751" y="245840"/>
                      <a:pt x="8347" y="245840"/>
                    </a:cubicBezTo>
                    <a:lnTo>
                      <a:pt x="42590" y="245840"/>
                    </a:lnTo>
                    <a:cubicBezTo>
                      <a:pt x="46479" y="264033"/>
                      <a:pt x="62794" y="278606"/>
                      <a:pt x="83472" y="278606"/>
                    </a:cubicBezTo>
                    <a:cubicBezTo>
                      <a:pt x="102917" y="278606"/>
                      <a:pt x="120181" y="264033"/>
                      <a:pt x="124260" y="245840"/>
                    </a:cubicBezTo>
                    <a:lnTo>
                      <a:pt x="276596" y="245840"/>
                    </a:lnTo>
                    <a:cubicBezTo>
                      <a:pt x="280391" y="264033"/>
                      <a:pt x="296611" y="278606"/>
                      <a:pt x="317005" y="278606"/>
                    </a:cubicBezTo>
                    <a:cubicBezTo>
                      <a:pt x="336165" y="278606"/>
                      <a:pt x="353239" y="264033"/>
                      <a:pt x="357318" y="245840"/>
                    </a:cubicBezTo>
                    <a:lnTo>
                      <a:pt x="391655" y="245840"/>
                    </a:lnTo>
                    <a:cubicBezTo>
                      <a:pt x="395829" y="245840"/>
                      <a:pt x="400003" y="241744"/>
                      <a:pt x="400003" y="237649"/>
                    </a:cubicBezTo>
                    <a:lnTo>
                      <a:pt x="400003" y="147542"/>
                    </a:lnTo>
                    <a:cubicBezTo>
                      <a:pt x="400003" y="144780"/>
                      <a:pt x="398580" y="143446"/>
                      <a:pt x="397252" y="142113"/>
                    </a:cubicBezTo>
                    <a:close/>
                    <a:moveTo>
                      <a:pt x="42495" y="229457"/>
                    </a:moveTo>
                    <a:lnTo>
                      <a:pt x="16600" y="229457"/>
                    </a:lnTo>
                    <a:lnTo>
                      <a:pt x="16600" y="213074"/>
                    </a:lnTo>
                    <a:lnTo>
                      <a:pt x="49799" y="213074"/>
                    </a:lnTo>
                    <a:cubicBezTo>
                      <a:pt x="46194" y="217837"/>
                      <a:pt x="43633" y="223361"/>
                      <a:pt x="42495" y="229457"/>
                    </a:cubicBezTo>
                    <a:close/>
                    <a:moveTo>
                      <a:pt x="83377" y="262223"/>
                    </a:moveTo>
                    <a:cubicBezTo>
                      <a:pt x="69434" y="262223"/>
                      <a:pt x="58336" y="251269"/>
                      <a:pt x="58336" y="237649"/>
                    </a:cubicBezTo>
                    <a:cubicBezTo>
                      <a:pt x="58336" y="224028"/>
                      <a:pt x="69434" y="213074"/>
                      <a:pt x="83377" y="213074"/>
                    </a:cubicBezTo>
                    <a:cubicBezTo>
                      <a:pt x="95898" y="213074"/>
                      <a:pt x="108419" y="224028"/>
                      <a:pt x="108419" y="237649"/>
                    </a:cubicBezTo>
                    <a:cubicBezTo>
                      <a:pt x="108419" y="251269"/>
                      <a:pt x="95898" y="262223"/>
                      <a:pt x="83377" y="262223"/>
                    </a:cubicBezTo>
                    <a:close/>
                    <a:moveTo>
                      <a:pt x="276407" y="229457"/>
                    </a:moveTo>
                    <a:lnTo>
                      <a:pt x="124260" y="229457"/>
                    </a:lnTo>
                    <a:cubicBezTo>
                      <a:pt x="123027" y="223361"/>
                      <a:pt x="120276" y="217837"/>
                      <a:pt x="116577" y="213074"/>
                    </a:cubicBezTo>
                    <a:lnTo>
                      <a:pt x="283711" y="213074"/>
                    </a:lnTo>
                    <a:cubicBezTo>
                      <a:pt x="280201" y="217837"/>
                      <a:pt x="277640" y="223361"/>
                      <a:pt x="276407" y="229457"/>
                    </a:cubicBezTo>
                    <a:close/>
                    <a:moveTo>
                      <a:pt x="341572" y="238030"/>
                    </a:moveTo>
                    <a:cubicBezTo>
                      <a:pt x="341382" y="251555"/>
                      <a:pt x="329146" y="262223"/>
                      <a:pt x="316815" y="262223"/>
                    </a:cubicBezTo>
                    <a:cubicBezTo>
                      <a:pt x="303061" y="262223"/>
                      <a:pt x="292058" y="251269"/>
                      <a:pt x="292058" y="237649"/>
                    </a:cubicBezTo>
                    <a:cubicBezTo>
                      <a:pt x="292058" y="224028"/>
                      <a:pt x="303061" y="213074"/>
                      <a:pt x="316815" y="213074"/>
                    </a:cubicBezTo>
                    <a:cubicBezTo>
                      <a:pt x="329051" y="213074"/>
                      <a:pt x="341288" y="223838"/>
                      <a:pt x="341572" y="237268"/>
                    </a:cubicBezTo>
                    <a:cubicBezTo>
                      <a:pt x="341572" y="237363"/>
                      <a:pt x="341572" y="237458"/>
                      <a:pt x="341572" y="237649"/>
                    </a:cubicBezTo>
                    <a:cubicBezTo>
                      <a:pt x="341572" y="237839"/>
                      <a:pt x="341572" y="237839"/>
                      <a:pt x="341572" y="238030"/>
                    </a:cubicBezTo>
                    <a:close/>
                    <a:moveTo>
                      <a:pt x="383213" y="229457"/>
                    </a:moveTo>
                    <a:lnTo>
                      <a:pt x="357318" y="229457"/>
                    </a:lnTo>
                    <a:cubicBezTo>
                      <a:pt x="356085" y="223361"/>
                      <a:pt x="353334" y="217837"/>
                      <a:pt x="349730" y="213074"/>
                    </a:cubicBezTo>
                    <a:lnTo>
                      <a:pt x="383213" y="213074"/>
                    </a:lnTo>
                    <a:lnTo>
                      <a:pt x="383213" y="229457"/>
                    </a:lnTo>
                    <a:close/>
                    <a:moveTo>
                      <a:pt x="383213" y="196691"/>
                    </a:moveTo>
                    <a:lnTo>
                      <a:pt x="250227" y="196691"/>
                    </a:lnTo>
                    <a:lnTo>
                      <a:pt x="250227" y="49149"/>
                    </a:lnTo>
                    <a:lnTo>
                      <a:pt x="310934" y="49149"/>
                    </a:lnTo>
                    <a:lnTo>
                      <a:pt x="349824" y="118777"/>
                    </a:lnTo>
                    <a:cubicBezTo>
                      <a:pt x="351247" y="118777"/>
                      <a:pt x="351247" y="120110"/>
                      <a:pt x="351247" y="120110"/>
                    </a:cubicBezTo>
                    <a:lnTo>
                      <a:pt x="383213" y="150114"/>
                    </a:lnTo>
                    <a:lnTo>
                      <a:pt x="383213" y="196596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0B34362E-7B52-802A-FF6C-CE6980886A1B}"/>
                  </a:ext>
                </a:extLst>
              </p:cNvPr>
              <p:cNvSpPr/>
              <p:nvPr/>
            </p:nvSpPr>
            <p:spPr>
              <a:xfrm>
                <a:off x="9063310" y="2169906"/>
                <a:ext cx="66079" cy="65532"/>
              </a:xfrm>
              <a:custGeom>
                <a:avLst/>
                <a:gdLst>
                  <a:gd name="connsiteX0" fmla="*/ 40503 w 66079"/>
                  <a:gd name="connsiteY0" fmla="*/ 4096 h 65532"/>
                  <a:gd name="connsiteX1" fmla="*/ 33484 w 66079"/>
                  <a:gd name="connsiteY1" fmla="*/ 0 h 65532"/>
                  <a:gd name="connsiteX2" fmla="*/ 8347 w 66079"/>
                  <a:gd name="connsiteY2" fmla="*/ 0 h 65532"/>
                  <a:gd name="connsiteX3" fmla="*/ 0 w 66079"/>
                  <a:gd name="connsiteY3" fmla="*/ 8192 h 65532"/>
                  <a:gd name="connsiteX4" fmla="*/ 8347 w 66079"/>
                  <a:gd name="connsiteY4" fmla="*/ 16383 h 65532"/>
                  <a:gd name="connsiteX5" fmla="*/ 27887 w 66079"/>
                  <a:gd name="connsiteY5" fmla="*/ 16383 h 65532"/>
                  <a:gd name="connsiteX6" fmla="*/ 50273 w 66079"/>
                  <a:gd name="connsiteY6" fmla="*/ 61436 h 65532"/>
                  <a:gd name="connsiteX7" fmla="*/ 58620 w 66079"/>
                  <a:gd name="connsiteY7" fmla="*/ 65532 h 65532"/>
                  <a:gd name="connsiteX8" fmla="*/ 61371 w 66079"/>
                  <a:gd name="connsiteY8" fmla="*/ 64199 h 65532"/>
                  <a:gd name="connsiteX9" fmla="*/ 65545 w 66079"/>
                  <a:gd name="connsiteY9" fmla="*/ 53245 h 65532"/>
                  <a:gd name="connsiteX10" fmla="*/ 40408 w 66079"/>
                  <a:gd name="connsiteY10" fmla="*/ 4096 h 6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079" h="65532">
                    <a:moveTo>
                      <a:pt x="40503" y="4096"/>
                    </a:moveTo>
                    <a:cubicBezTo>
                      <a:pt x="39080" y="1333"/>
                      <a:pt x="36329" y="0"/>
                      <a:pt x="33484" y="0"/>
                    </a:cubicBezTo>
                    <a:lnTo>
                      <a:pt x="8347" y="0"/>
                    </a:lnTo>
                    <a:cubicBezTo>
                      <a:pt x="2751" y="0"/>
                      <a:pt x="0" y="4096"/>
                      <a:pt x="0" y="8192"/>
                    </a:cubicBezTo>
                    <a:cubicBezTo>
                      <a:pt x="0" y="12287"/>
                      <a:pt x="2751" y="16383"/>
                      <a:pt x="8347" y="16383"/>
                    </a:cubicBezTo>
                    <a:lnTo>
                      <a:pt x="27887" y="16383"/>
                    </a:lnTo>
                    <a:lnTo>
                      <a:pt x="50273" y="61436"/>
                    </a:lnTo>
                    <a:cubicBezTo>
                      <a:pt x="51696" y="64199"/>
                      <a:pt x="54447" y="65532"/>
                      <a:pt x="58620" y="65532"/>
                    </a:cubicBezTo>
                    <a:cubicBezTo>
                      <a:pt x="58620" y="65532"/>
                      <a:pt x="60043" y="65532"/>
                      <a:pt x="61371" y="64199"/>
                    </a:cubicBezTo>
                    <a:cubicBezTo>
                      <a:pt x="65545" y="62865"/>
                      <a:pt x="66967" y="57341"/>
                      <a:pt x="65545" y="53245"/>
                    </a:cubicBezTo>
                    <a:lnTo>
                      <a:pt x="40408" y="4096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9DA850DE-699A-BB16-343A-72B79C4E7898}"/>
                </a:ext>
              </a:extLst>
            </p:cNvPr>
            <p:cNvSpPr/>
            <p:nvPr/>
          </p:nvSpPr>
          <p:spPr>
            <a:xfrm>
              <a:off x="10222991" y="1849920"/>
              <a:ext cx="179844" cy="317944"/>
            </a:xfrm>
            <a:custGeom>
              <a:avLst/>
              <a:gdLst>
                <a:gd name="connsiteX0" fmla="*/ 89922 w 179844"/>
                <a:gd name="connsiteY0" fmla="*/ 176594 h 317944"/>
                <a:gd name="connsiteX1" fmla="*/ 179845 w 179844"/>
                <a:gd name="connsiteY1" fmla="*/ 88297 h 317944"/>
                <a:gd name="connsiteX2" fmla="*/ 89922 w 179844"/>
                <a:gd name="connsiteY2" fmla="*/ 0 h 317944"/>
                <a:gd name="connsiteX3" fmla="*/ 0 w 179844"/>
                <a:gd name="connsiteY3" fmla="*/ 88297 h 317944"/>
                <a:gd name="connsiteX4" fmla="*/ 89922 w 179844"/>
                <a:gd name="connsiteY4" fmla="*/ 176594 h 317944"/>
                <a:gd name="connsiteX5" fmla="*/ 89922 w 179844"/>
                <a:gd name="connsiteY5" fmla="*/ 17621 h 317944"/>
                <a:gd name="connsiteX6" fmla="*/ 161822 w 179844"/>
                <a:gd name="connsiteY6" fmla="*/ 88297 h 317944"/>
                <a:gd name="connsiteX7" fmla="*/ 89922 w 179844"/>
                <a:gd name="connsiteY7" fmla="*/ 158972 h 317944"/>
                <a:gd name="connsiteX8" fmla="*/ 18022 w 179844"/>
                <a:gd name="connsiteY8" fmla="*/ 88297 h 317944"/>
                <a:gd name="connsiteX9" fmla="*/ 89922 w 179844"/>
                <a:gd name="connsiteY9" fmla="*/ 17621 h 317944"/>
                <a:gd name="connsiteX10" fmla="*/ 72279 w 179844"/>
                <a:gd name="connsiteY10" fmla="*/ 97155 h 317944"/>
                <a:gd name="connsiteX11" fmla="*/ 72279 w 179844"/>
                <a:gd name="connsiteY11" fmla="*/ 44196 h 317944"/>
                <a:gd name="connsiteX12" fmla="*/ 81196 w 179844"/>
                <a:gd name="connsiteY12" fmla="*/ 35338 h 317944"/>
                <a:gd name="connsiteX13" fmla="*/ 90112 w 179844"/>
                <a:gd name="connsiteY13" fmla="*/ 44196 h 317944"/>
                <a:gd name="connsiteX14" fmla="*/ 90112 w 179844"/>
                <a:gd name="connsiteY14" fmla="*/ 88392 h 317944"/>
                <a:gd name="connsiteX15" fmla="*/ 116956 w 179844"/>
                <a:gd name="connsiteY15" fmla="*/ 88392 h 317944"/>
                <a:gd name="connsiteX16" fmla="*/ 125872 w 179844"/>
                <a:gd name="connsiteY16" fmla="*/ 97250 h 317944"/>
                <a:gd name="connsiteX17" fmla="*/ 116956 w 179844"/>
                <a:gd name="connsiteY17" fmla="*/ 106109 h 317944"/>
                <a:gd name="connsiteX18" fmla="*/ 81101 w 179844"/>
                <a:gd name="connsiteY18" fmla="*/ 106109 h 317944"/>
                <a:gd name="connsiteX19" fmla="*/ 72184 w 179844"/>
                <a:gd name="connsiteY19" fmla="*/ 97250 h 317944"/>
                <a:gd name="connsiteX20" fmla="*/ 72279 w 179844"/>
                <a:gd name="connsiteY20" fmla="*/ 238411 h 317944"/>
                <a:gd name="connsiteX21" fmla="*/ 63268 w 179844"/>
                <a:gd name="connsiteY21" fmla="*/ 247269 h 317944"/>
                <a:gd name="connsiteX22" fmla="*/ 9011 w 179844"/>
                <a:gd name="connsiteY22" fmla="*/ 247269 h 317944"/>
                <a:gd name="connsiteX23" fmla="*/ 0 w 179844"/>
                <a:gd name="connsiteY23" fmla="*/ 238411 h 317944"/>
                <a:gd name="connsiteX24" fmla="*/ 9011 w 179844"/>
                <a:gd name="connsiteY24" fmla="*/ 229553 h 317944"/>
                <a:gd name="connsiteX25" fmla="*/ 63268 w 179844"/>
                <a:gd name="connsiteY25" fmla="*/ 229553 h 317944"/>
                <a:gd name="connsiteX26" fmla="*/ 72279 w 179844"/>
                <a:gd name="connsiteY26" fmla="*/ 238411 h 317944"/>
                <a:gd name="connsiteX27" fmla="*/ 72279 w 179844"/>
                <a:gd name="connsiteY27" fmla="*/ 273749 h 317944"/>
                <a:gd name="connsiteX28" fmla="*/ 63268 w 179844"/>
                <a:gd name="connsiteY28" fmla="*/ 282607 h 317944"/>
                <a:gd name="connsiteX29" fmla="*/ 36329 w 179844"/>
                <a:gd name="connsiteY29" fmla="*/ 282607 h 317944"/>
                <a:gd name="connsiteX30" fmla="*/ 27318 w 179844"/>
                <a:gd name="connsiteY30" fmla="*/ 273749 h 317944"/>
                <a:gd name="connsiteX31" fmla="*/ 36329 w 179844"/>
                <a:gd name="connsiteY31" fmla="*/ 264890 h 317944"/>
                <a:gd name="connsiteX32" fmla="*/ 63268 w 179844"/>
                <a:gd name="connsiteY32" fmla="*/ 264890 h 317944"/>
                <a:gd name="connsiteX33" fmla="*/ 72279 w 179844"/>
                <a:gd name="connsiteY33" fmla="*/ 273749 h 317944"/>
                <a:gd name="connsiteX34" fmla="*/ 72279 w 179844"/>
                <a:gd name="connsiteY34" fmla="*/ 309086 h 317944"/>
                <a:gd name="connsiteX35" fmla="*/ 63173 w 179844"/>
                <a:gd name="connsiteY35" fmla="*/ 317945 h 317944"/>
                <a:gd name="connsiteX36" fmla="*/ 54067 w 179844"/>
                <a:gd name="connsiteY36" fmla="*/ 317945 h 317944"/>
                <a:gd name="connsiteX37" fmla="*/ 44961 w 179844"/>
                <a:gd name="connsiteY37" fmla="*/ 309086 h 317944"/>
                <a:gd name="connsiteX38" fmla="*/ 54067 w 179844"/>
                <a:gd name="connsiteY38" fmla="*/ 300228 h 317944"/>
                <a:gd name="connsiteX39" fmla="*/ 63173 w 179844"/>
                <a:gd name="connsiteY39" fmla="*/ 300228 h 317944"/>
                <a:gd name="connsiteX40" fmla="*/ 72279 w 179844"/>
                <a:gd name="connsiteY40" fmla="*/ 309086 h 317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9844" h="317944">
                  <a:moveTo>
                    <a:pt x="89922" y="176594"/>
                  </a:moveTo>
                  <a:cubicBezTo>
                    <a:pt x="137824" y="176594"/>
                    <a:pt x="179845" y="135350"/>
                    <a:pt x="179845" y="88297"/>
                  </a:cubicBezTo>
                  <a:cubicBezTo>
                    <a:pt x="179845" y="41243"/>
                    <a:pt x="137919" y="0"/>
                    <a:pt x="89922" y="0"/>
                  </a:cubicBezTo>
                  <a:cubicBezTo>
                    <a:pt x="41926" y="0"/>
                    <a:pt x="0" y="39719"/>
                    <a:pt x="0" y="88297"/>
                  </a:cubicBezTo>
                  <a:cubicBezTo>
                    <a:pt x="0" y="136874"/>
                    <a:pt x="40503" y="176594"/>
                    <a:pt x="89922" y="176594"/>
                  </a:cubicBezTo>
                  <a:close/>
                  <a:moveTo>
                    <a:pt x="89922" y="17621"/>
                  </a:moveTo>
                  <a:cubicBezTo>
                    <a:pt x="128908" y="17621"/>
                    <a:pt x="161822" y="50006"/>
                    <a:pt x="161822" y="88297"/>
                  </a:cubicBezTo>
                  <a:cubicBezTo>
                    <a:pt x="161822" y="126587"/>
                    <a:pt x="128813" y="158972"/>
                    <a:pt x="89922" y="158972"/>
                  </a:cubicBezTo>
                  <a:cubicBezTo>
                    <a:pt x="51032" y="158972"/>
                    <a:pt x="18022" y="126587"/>
                    <a:pt x="18022" y="88297"/>
                  </a:cubicBezTo>
                  <a:cubicBezTo>
                    <a:pt x="18022" y="50006"/>
                    <a:pt x="51032" y="17621"/>
                    <a:pt x="89922" y="17621"/>
                  </a:cubicBezTo>
                  <a:close/>
                  <a:moveTo>
                    <a:pt x="72279" y="97155"/>
                  </a:moveTo>
                  <a:lnTo>
                    <a:pt x="72279" y="44196"/>
                  </a:lnTo>
                  <a:cubicBezTo>
                    <a:pt x="72279" y="38291"/>
                    <a:pt x="75220" y="35338"/>
                    <a:pt x="81196" y="35338"/>
                  </a:cubicBezTo>
                  <a:cubicBezTo>
                    <a:pt x="85654" y="35338"/>
                    <a:pt x="90112" y="38291"/>
                    <a:pt x="90112" y="44196"/>
                  </a:cubicBezTo>
                  <a:lnTo>
                    <a:pt x="90112" y="88392"/>
                  </a:lnTo>
                  <a:lnTo>
                    <a:pt x="116956" y="88392"/>
                  </a:lnTo>
                  <a:cubicBezTo>
                    <a:pt x="121414" y="88392"/>
                    <a:pt x="125872" y="91345"/>
                    <a:pt x="125872" y="97250"/>
                  </a:cubicBezTo>
                  <a:cubicBezTo>
                    <a:pt x="125872" y="101632"/>
                    <a:pt x="121414" y="106109"/>
                    <a:pt x="116956" y="106109"/>
                  </a:cubicBezTo>
                  <a:lnTo>
                    <a:pt x="81101" y="106109"/>
                  </a:lnTo>
                  <a:cubicBezTo>
                    <a:pt x="75125" y="106109"/>
                    <a:pt x="72184" y="101727"/>
                    <a:pt x="72184" y="97250"/>
                  </a:cubicBezTo>
                  <a:close/>
                  <a:moveTo>
                    <a:pt x="72279" y="238411"/>
                  </a:moveTo>
                  <a:cubicBezTo>
                    <a:pt x="72279" y="242792"/>
                    <a:pt x="67726" y="247269"/>
                    <a:pt x="63268" y="247269"/>
                  </a:cubicBezTo>
                  <a:lnTo>
                    <a:pt x="9011" y="247269"/>
                  </a:lnTo>
                  <a:cubicBezTo>
                    <a:pt x="2941" y="247269"/>
                    <a:pt x="0" y="242888"/>
                    <a:pt x="0" y="238411"/>
                  </a:cubicBezTo>
                  <a:cubicBezTo>
                    <a:pt x="0" y="232505"/>
                    <a:pt x="3035" y="229553"/>
                    <a:pt x="9011" y="229553"/>
                  </a:cubicBezTo>
                  <a:lnTo>
                    <a:pt x="63268" y="229553"/>
                  </a:lnTo>
                  <a:cubicBezTo>
                    <a:pt x="67821" y="229553"/>
                    <a:pt x="72279" y="232505"/>
                    <a:pt x="72279" y="238411"/>
                  </a:cubicBezTo>
                  <a:close/>
                  <a:moveTo>
                    <a:pt x="72279" y="273749"/>
                  </a:moveTo>
                  <a:cubicBezTo>
                    <a:pt x="72279" y="278130"/>
                    <a:pt x="67821" y="282607"/>
                    <a:pt x="63268" y="282607"/>
                  </a:cubicBezTo>
                  <a:lnTo>
                    <a:pt x="36329" y="282607"/>
                  </a:lnTo>
                  <a:cubicBezTo>
                    <a:pt x="30354" y="282607"/>
                    <a:pt x="27318" y="278225"/>
                    <a:pt x="27318" y="273749"/>
                  </a:cubicBezTo>
                  <a:cubicBezTo>
                    <a:pt x="27318" y="267843"/>
                    <a:pt x="30354" y="264890"/>
                    <a:pt x="36329" y="264890"/>
                  </a:cubicBezTo>
                  <a:lnTo>
                    <a:pt x="63268" y="264890"/>
                  </a:lnTo>
                  <a:cubicBezTo>
                    <a:pt x="67726" y="264890"/>
                    <a:pt x="72279" y="267843"/>
                    <a:pt x="72279" y="273749"/>
                  </a:cubicBezTo>
                  <a:close/>
                  <a:moveTo>
                    <a:pt x="72279" y="309086"/>
                  </a:moveTo>
                  <a:cubicBezTo>
                    <a:pt x="72279" y="313468"/>
                    <a:pt x="67726" y="317945"/>
                    <a:pt x="63173" y="317945"/>
                  </a:cubicBezTo>
                  <a:lnTo>
                    <a:pt x="54067" y="317945"/>
                  </a:lnTo>
                  <a:cubicBezTo>
                    <a:pt x="47997" y="317945"/>
                    <a:pt x="44961" y="313563"/>
                    <a:pt x="44961" y="309086"/>
                  </a:cubicBezTo>
                  <a:cubicBezTo>
                    <a:pt x="44961" y="303181"/>
                    <a:pt x="49514" y="300228"/>
                    <a:pt x="54067" y="300228"/>
                  </a:cubicBezTo>
                  <a:lnTo>
                    <a:pt x="63173" y="300228"/>
                  </a:lnTo>
                  <a:cubicBezTo>
                    <a:pt x="67726" y="300228"/>
                    <a:pt x="72279" y="304610"/>
                    <a:pt x="72279" y="30908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0C266EFD-F894-2060-9C94-D921C3815F4D}"/>
              </a:ext>
            </a:extLst>
          </p:cNvPr>
          <p:cNvGrpSpPr/>
          <p:nvPr/>
        </p:nvGrpSpPr>
        <p:grpSpPr>
          <a:xfrm>
            <a:off x="9415966" y="794272"/>
            <a:ext cx="653854" cy="493901"/>
            <a:chOff x="10222991" y="1849920"/>
            <a:chExt cx="488502" cy="368999"/>
          </a:xfrm>
        </p:grpSpPr>
        <p:grpSp>
          <p:nvGrpSpPr>
            <p:cNvPr id="125" name="Graphic 116">
              <a:extLst>
                <a:ext uri="{FF2B5EF4-FFF2-40B4-BE49-F238E27FC236}">
                  <a16:creationId xmlns:a16="http://schemas.microsoft.com/office/drawing/2014/main" id="{3F1FC3C3-18B5-B553-BC33-9732ECC02763}"/>
                </a:ext>
              </a:extLst>
            </p:cNvPr>
            <p:cNvGrpSpPr/>
            <p:nvPr/>
          </p:nvGrpSpPr>
          <p:grpSpPr>
            <a:xfrm>
              <a:off x="10311491" y="1940313"/>
              <a:ext cx="400002" cy="278606"/>
              <a:chOff x="8796673" y="2104374"/>
              <a:chExt cx="400002" cy="278606"/>
            </a:xfrm>
            <a:solidFill>
              <a:srgbClr val="969696"/>
            </a:solidFill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261641AF-A683-1E72-700E-98D09BA74BF4}"/>
                  </a:ext>
                </a:extLst>
              </p:cNvPr>
              <p:cNvSpPr/>
              <p:nvPr/>
            </p:nvSpPr>
            <p:spPr>
              <a:xfrm>
                <a:off x="8796673" y="2104374"/>
                <a:ext cx="400002" cy="278606"/>
              </a:xfrm>
              <a:custGeom>
                <a:avLst/>
                <a:gdLst>
                  <a:gd name="connsiteX0" fmla="*/ 397062 w 400002"/>
                  <a:gd name="connsiteY0" fmla="*/ 142018 h 278606"/>
                  <a:gd name="connsiteX1" fmla="*/ 363768 w 400002"/>
                  <a:gd name="connsiteY1" fmla="*/ 109252 h 278606"/>
                  <a:gd name="connsiteX2" fmla="*/ 323550 w 400002"/>
                  <a:gd name="connsiteY2" fmla="*/ 36862 h 278606"/>
                  <a:gd name="connsiteX3" fmla="*/ 316625 w 400002"/>
                  <a:gd name="connsiteY3" fmla="*/ 32766 h 278606"/>
                  <a:gd name="connsiteX4" fmla="*/ 249942 w 400002"/>
                  <a:gd name="connsiteY4" fmla="*/ 32766 h 278606"/>
                  <a:gd name="connsiteX5" fmla="*/ 249942 w 400002"/>
                  <a:gd name="connsiteY5" fmla="*/ 8192 h 278606"/>
                  <a:gd name="connsiteX6" fmla="*/ 241595 w 400002"/>
                  <a:gd name="connsiteY6" fmla="*/ 0 h 278606"/>
                  <a:gd name="connsiteX7" fmla="*/ 105479 w 400002"/>
                  <a:gd name="connsiteY7" fmla="*/ 0 h 278606"/>
                  <a:gd name="connsiteX8" fmla="*/ 103676 w 400002"/>
                  <a:gd name="connsiteY8" fmla="*/ 16383 h 278606"/>
                  <a:gd name="connsiteX9" fmla="*/ 233343 w 400002"/>
                  <a:gd name="connsiteY9" fmla="*/ 16383 h 278606"/>
                  <a:gd name="connsiteX10" fmla="*/ 233343 w 400002"/>
                  <a:gd name="connsiteY10" fmla="*/ 40958 h 278606"/>
                  <a:gd name="connsiteX11" fmla="*/ 234007 w 400002"/>
                  <a:gd name="connsiteY11" fmla="*/ 44196 h 278606"/>
                  <a:gd name="connsiteX12" fmla="*/ 234007 w 400002"/>
                  <a:gd name="connsiteY12" fmla="*/ 196596 h 278606"/>
                  <a:gd name="connsiteX13" fmla="*/ 16694 w 400002"/>
                  <a:gd name="connsiteY13" fmla="*/ 196596 h 278606"/>
                  <a:gd name="connsiteX14" fmla="*/ 16694 w 400002"/>
                  <a:gd name="connsiteY14" fmla="*/ 99060 h 278606"/>
                  <a:gd name="connsiteX15" fmla="*/ 1423 w 400002"/>
                  <a:gd name="connsiteY15" fmla="*/ 100394 h 278606"/>
                  <a:gd name="connsiteX16" fmla="*/ 0 w 400002"/>
                  <a:gd name="connsiteY16" fmla="*/ 100394 h 278606"/>
                  <a:gd name="connsiteX17" fmla="*/ 0 w 400002"/>
                  <a:gd name="connsiteY17" fmla="*/ 237649 h 278606"/>
                  <a:gd name="connsiteX18" fmla="*/ 8347 w 400002"/>
                  <a:gd name="connsiteY18" fmla="*/ 245840 h 278606"/>
                  <a:gd name="connsiteX19" fmla="*/ 42590 w 400002"/>
                  <a:gd name="connsiteY19" fmla="*/ 245840 h 278606"/>
                  <a:gd name="connsiteX20" fmla="*/ 83472 w 400002"/>
                  <a:gd name="connsiteY20" fmla="*/ 278606 h 278606"/>
                  <a:gd name="connsiteX21" fmla="*/ 124260 w 400002"/>
                  <a:gd name="connsiteY21" fmla="*/ 245840 h 278606"/>
                  <a:gd name="connsiteX22" fmla="*/ 276596 w 400002"/>
                  <a:gd name="connsiteY22" fmla="*/ 245840 h 278606"/>
                  <a:gd name="connsiteX23" fmla="*/ 317005 w 400002"/>
                  <a:gd name="connsiteY23" fmla="*/ 278606 h 278606"/>
                  <a:gd name="connsiteX24" fmla="*/ 357318 w 400002"/>
                  <a:gd name="connsiteY24" fmla="*/ 245840 h 278606"/>
                  <a:gd name="connsiteX25" fmla="*/ 391655 w 400002"/>
                  <a:gd name="connsiteY25" fmla="*/ 245840 h 278606"/>
                  <a:gd name="connsiteX26" fmla="*/ 400003 w 400002"/>
                  <a:gd name="connsiteY26" fmla="*/ 237649 h 278606"/>
                  <a:gd name="connsiteX27" fmla="*/ 400003 w 400002"/>
                  <a:gd name="connsiteY27" fmla="*/ 147542 h 278606"/>
                  <a:gd name="connsiteX28" fmla="*/ 397252 w 400002"/>
                  <a:gd name="connsiteY28" fmla="*/ 142113 h 278606"/>
                  <a:gd name="connsiteX29" fmla="*/ 42495 w 400002"/>
                  <a:gd name="connsiteY29" fmla="*/ 229457 h 278606"/>
                  <a:gd name="connsiteX30" fmla="*/ 16600 w 400002"/>
                  <a:gd name="connsiteY30" fmla="*/ 229457 h 278606"/>
                  <a:gd name="connsiteX31" fmla="*/ 16600 w 400002"/>
                  <a:gd name="connsiteY31" fmla="*/ 213074 h 278606"/>
                  <a:gd name="connsiteX32" fmla="*/ 49799 w 400002"/>
                  <a:gd name="connsiteY32" fmla="*/ 213074 h 278606"/>
                  <a:gd name="connsiteX33" fmla="*/ 42495 w 400002"/>
                  <a:gd name="connsiteY33" fmla="*/ 229457 h 278606"/>
                  <a:gd name="connsiteX34" fmla="*/ 83377 w 400002"/>
                  <a:gd name="connsiteY34" fmla="*/ 262223 h 278606"/>
                  <a:gd name="connsiteX35" fmla="*/ 58336 w 400002"/>
                  <a:gd name="connsiteY35" fmla="*/ 237649 h 278606"/>
                  <a:gd name="connsiteX36" fmla="*/ 83377 w 400002"/>
                  <a:gd name="connsiteY36" fmla="*/ 213074 h 278606"/>
                  <a:gd name="connsiteX37" fmla="*/ 108419 w 400002"/>
                  <a:gd name="connsiteY37" fmla="*/ 237649 h 278606"/>
                  <a:gd name="connsiteX38" fmla="*/ 83377 w 400002"/>
                  <a:gd name="connsiteY38" fmla="*/ 262223 h 278606"/>
                  <a:gd name="connsiteX39" fmla="*/ 276407 w 400002"/>
                  <a:gd name="connsiteY39" fmla="*/ 229457 h 278606"/>
                  <a:gd name="connsiteX40" fmla="*/ 124260 w 400002"/>
                  <a:gd name="connsiteY40" fmla="*/ 229457 h 278606"/>
                  <a:gd name="connsiteX41" fmla="*/ 116577 w 400002"/>
                  <a:gd name="connsiteY41" fmla="*/ 213074 h 278606"/>
                  <a:gd name="connsiteX42" fmla="*/ 283711 w 400002"/>
                  <a:gd name="connsiteY42" fmla="*/ 213074 h 278606"/>
                  <a:gd name="connsiteX43" fmla="*/ 276407 w 400002"/>
                  <a:gd name="connsiteY43" fmla="*/ 229457 h 278606"/>
                  <a:gd name="connsiteX44" fmla="*/ 341572 w 400002"/>
                  <a:gd name="connsiteY44" fmla="*/ 238030 h 278606"/>
                  <a:gd name="connsiteX45" fmla="*/ 316815 w 400002"/>
                  <a:gd name="connsiteY45" fmla="*/ 262223 h 278606"/>
                  <a:gd name="connsiteX46" fmla="*/ 292058 w 400002"/>
                  <a:gd name="connsiteY46" fmla="*/ 237649 h 278606"/>
                  <a:gd name="connsiteX47" fmla="*/ 316815 w 400002"/>
                  <a:gd name="connsiteY47" fmla="*/ 213074 h 278606"/>
                  <a:gd name="connsiteX48" fmla="*/ 341572 w 400002"/>
                  <a:gd name="connsiteY48" fmla="*/ 237268 h 278606"/>
                  <a:gd name="connsiteX49" fmla="*/ 341572 w 400002"/>
                  <a:gd name="connsiteY49" fmla="*/ 237649 h 278606"/>
                  <a:gd name="connsiteX50" fmla="*/ 341572 w 400002"/>
                  <a:gd name="connsiteY50" fmla="*/ 238030 h 278606"/>
                  <a:gd name="connsiteX51" fmla="*/ 383213 w 400002"/>
                  <a:gd name="connsiteY51" fmla="*/ 229457 h 278606"/>
                  <a:gd name="connsiteX52" fmla="*/ 357318 w 400002"/>
                  <a:gd name="connsiteY52" fmla="*/ 229457 h 278606"/>
                  <a:gd name="connsiteX53" fmla="*/ 349730 w 400002"/>
                  <a:gd name="connsiteY53" fmla="*/ 213074 h 278606"/>
                  <a:gd name="connsiteX54" fmla="*/ 383213 w 400002"/>
                  <a:gd name="connsiteY54" fmla="*/ 213074 h 278606"/>
                  <a:gd name="connsiteX55" fmla="*/ 383213 w 400002"/>
                  <a:gd name="connsiteY55" fmla="*/ 229457 h 278606"/>
                  <a:gd name="connsiteX56" fmla="*/ 383213 w 400002"/>
                  <a:gd name="connsiteY56" fmla="*/ 196691 h 278606"/>
                  <a:gd name="connsiteX57" fmla="*/ 250227 w 400002"/>
                  <a:gd name="connsiteY57" fmla="*/ 196691 h 278606"/>
                  <a:gd name="connsiteX58" fmla="*/ 250227 w 400002"/>
                  <a:gd name="connsiteY58" fmla="*/ 49149 h 278606"/>
                  <a:gd name="connsiteX59" fmla="*/ 310934 w 400002"/>
                  <a:gd name="connsiteY59" fmla="*/ 49149 h 278606"/>
                  <a:gd name="connsiteX60" fmla="*/ 349824 w 400002"/>
                  <a:gd name="connsiteY60" fmla="*/ 118777 h 278606"/>
                  <a:gd name="connsiteX61" fmla="*/ 351247 w 400002"/>
                  <a:gd name="connsiteY61" fmla="*/ 120110 h 278606"/>
                  <a:gd name="connsiteX62" fmla="*/ 383213 w 400002"/>
                  <a:gd name="connsiteY62" fmla="*/ 150114 h 278606"/>
                  <a:gd name="connsiteX63" fmla="*/ 383213 w 400002"/>
                  <a:gd name="connsiteY63" fmla="*/ 19659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00002" h="278606">
                    <a:moveTo>
                      <a:pt x="397062" y="142018"/>
                    </a:moveTo>
                    <a:lnTo>
                      <a:pt x="363768" y="109252"/>
                    </a:lnTo>
                    <a:lnTo>
                      <a:pt x="323550" y="36862"/>
                    </a:lnTo>
                    <a:cubicBezTo>
                      <a:pt x="322127" y="34100"/>
                      <a:pt x="319376" y="32766"/>
                      <a:pt x="316625" y="32766"/>
                    </a:cubicBezTo>
                    <a:lnTo>
                      <a:pt x="249942" y="32766"/>
                    </a:lnTo>
                    <a:lnTo>
                      <a:pt x="249942" y="8192"/>
                    </a:lnTo>
                    <a:cubicBezTo>
                      <a:pt x="249942" y="4096"/>
                      <a:pt x="245769" y="0"/>
                      <a:pt x="241595" y="0"/>
                    </a:cubicBezTo>
                    <a:lnTo>
                      <a:pt x="105479" y="0"/>
                    </a:lnTo>
                    <a:cubicBezTo>
                      <a:pt x="105384" y="5525"/>
                      <a:pt x="104720" y="11049"/>
                      <a:pt x="103676" y="16383"/>
                    </a:cubicBezTo>
                    <a:lnTo>
                      <a:pt x="233343" y="16383"/>
                    </a:lnTo>
                    <a:lnTo>
                      <a:pt x="233343" y="40958"/>
                    </a:lnTo>
                    <a:cubicBezTo>
                      <a:pt x="233343" y="42100"/>
                      <a:pt x="233627" y="43148"/>
                      <a:pt x="234007" y="44196"/>
                    </a:cubicBezTo>
                    <a:lnTo>
                      <a:pt x="234007" y="196596"/>
                    </a:lnTo>
                    <a:lnTo>
                      <a:pt x="16694" y="196596"/>
                    </a:lnTo>
                    <a:lnTo>
                      <a:pt x="16694" y="99060"/>
                    </a:lnTo>
                    <a:cubicBezTo>
                      <a:pt x="11667" y="99822"/>
                      <a:pt x="6640" y="100394"/>
                      <a:pt x="1423" y="100394"/>
                    </a:cubicBezTo>
                    <a:cubicBezTo>
                      <a:pt x="949" y="100394"/>
                      <a:pt x="474" y="100394"/>
                      <a:pt x="0" y="100394"/>
                    </a:cubicBezTo>
                    <a:lnTo>
                      <a:pt x="0" y="237649"/>
                    </a:lnTo>
                    <a:cubicBezTo>
                      <a:pt x="0" y="241744"/>
                      <a:pt x="2751" y="245840"/>
                      <a:pt x="8347" y="245840"/>
                    </a:cubicBezTo>
                    <a:lnTo>
                      <a:pt x="42590" y="245840"/>
                    </a:lnTo>
                    <a:cubicBezTo>
                      <a:pt x="46479" y="264033"/>
                      <a:pt x="62794" y="278606"/>
                      <a:pt x="83472" y="278606"/>
                    </a:cubicBezTo>
                    <a:cubicBezTo>
                      <a:pt x="102917" y="278606"/>
                      <a:pt x="120181" y="264033"/>
                      <a:pt x="124260" y="245840"/>
                    </a:cubicBezTo>
                    <a:lnTo>
                      <a:pt x="276596" y="245840"/>
                    </a:lnTo>
                    <a:cubicBezTo>
                      <a:pt x="280391" y="264033"/>
                      <a:pt x="296611" y="278606"/>
                      <a:pt x="317005" y="278606"/>
                    </a:cubicBezTo>
                    <a:cubicBezTo>
                      <a:pt x="336165" y="278606"/>
                      <a:pt x="353239" y="264033"/>
                      <a:pt x="357318" y="245840"/>
                    </a:cubicBezTo>
                    <a:lnTo>
                      <a:pt x="391655" y="245840"/>
                    </a:lnTo>
                    <a:cubicBezTo>
                      <a:pt x="395829" y="245840"/>
                      <a:pt x="400003" y="241744"/>
                      <a:pt x="400003" y="237649"/>
                    </a:cubicBezTo>
                    <a:lnTo>
                      <a:pt x="400003" y="147542"/>
                    </a:lnTo>
                    <a:cubicBezTo>
                      <a:pt x="400003" y="144780"/>
                      <a:pt x="398580" y="143446"/>
                      <a:pt x="397252" y="142113"/>
                    </a:cubicBezTo>
                    <a:close/>
                    <a:moveTo>
                      <a:pt x="42495" y="229457"/>
                    </a:moveTo>
                    <a:lnTo>
                      <a:pt x="16600" y="229457"/>
                    </a:lnTo>
                    <a:lnTo>
                      <a:pt x="16600" y="213074"/>
                    </a:lnTo>
                    <a:lnTo>
                      <a:pt x="49799" y="213074"/>
                    </a:lnTo>
                    <a:cubicBezTo>
                      <a:pt x="46194" y="217837"/>
                      <a:pt x="43633" y="223361"/>
                      <a:pt x="42495" y="229457"/>
                    </a:cubicBezTo>
                    <a:close/>
                    <a:moveTo>
                      <a:pt x="83377" y="262223"/>
                    </a:moveTo>
                    <a:cubicBezTo>
                      <a:pt x="69434" y="262223"/>
                      <a:pt x="58336" y="251269"/>
                      <a:pt x="58336" y="237649"/>
                    </a:cubicBezTo>
                    <a:cubicBezTo>
                      <a:pt x="58336" y="224028"/>
                      <a:pt x="69434" y="213074"/>
                      <a:pt x="83377" y="213074"/>
                    </a:cubicBezTo>
                    <a:cubicBezTo>
                      <a:pt x="95898" y="213074"/>
                      <a:pt x="108419" y="224028"/>
                      <a:pt x="108419" y="237649"/>
                    </a:cubicBezTo>
                    <a:cubicBezTo>
                      <a:pt x="108419" y="251269"/>
                      <a:pt x="95898" y="262223"/>
                      <a:pt x="83377" y="262223"/>
                    </a:cubicBezTo>
                    <a:close/>
                    <a:moveTo>
                      <a:pt x="276407" y="229457"/>
                    </a:moveTo>
                    <a:lnTo>
                      <a:pt x="124260" y="229457"/>
                    </a:lnTo>
                    <a:cubicBezTo>
                      <a:pt x="123027" y="223361"/>
                      <a:pt x="120276" y="217837"/>
                      <a:pt x="116577" y="213074"/>
                    </a:cubicBezTo>
                    <a:lnTo>
                      <a:pt x="283711" y="213074"/>
                    </a:lnTo>
                    <a:cubicBezTo>
                      <a:pt x="280201" y="217837"/>
                      <a:pt x="277640" y="223361"/>
                      <a:pt x="276407" y="229457"/>
                    </a:cubicBezTo>
                    <a:close/>
                    <a:moveTo>
                      <a:pt x="341572" y="238030"/>
                    </a:moveTo>
                    <a:cubicBezTo>
                      <a:pt x="341382" y="251555"/>
                      <a:pt x="329146" y="262223"/>
                      <a:pt x="316815" y="262223"/>
                    </a:cubicBezTo>
                    <a:cubicBezTo>
                      <a:pt x="303061" y="262223"/>
                      <a:pt x="292058" y="251269"/>
                      <a:pt x="292058" y="237649"/>
                    </a:cubicBezTo>
                    <a:cubicBezTo>
                      <a:pt x="292058" y="224028"/>
                      <a:pt x="303061" y="213074"/>
                      <a:pt x="316815" y="213074"/>
                    </a:cubicBezTo>
                    <a:cubicBezTo>
                      <a:pt x="329051" y="213074"/>
                      <a:pt x="341288" y="223838"/>
                      <a:pt x="341572" y="237268"/>
                    </a:cubicBezTo>
                    <a:cubicBezTo>
                      <a:pt x="341572" y="237363"/>
                      <a:pt x="341572" y="237458"/>
                      <a:pt x="341572" y="237649"/>
                    </a:cubicBezTo>
                    <a:cubicBezTo>
                      <a:pt x="341572" y="237839"/>
                      <a:pt x="341572" y="237839"/>
                      <a:pt x="341572" y="238030"/>
                    </a:cubicBezTo>
                    <a:close/>
                    <a:moveTo>
                      <a:pt x="383213" y="229457"/>
                    </a:moveTo>
                    <a:lnTo>
                      <a:pt x="357318" y="229457"/>
                    </a:lnTo>
                    <a:cubicBezTo>
                      <a:pt x="356085" y="223361"/>
                      <a:pt x="353334" y="217837"/>
                      <a:pt x="349730" y="213074"/>
                    </a:cubicBezTo>
                    <a:lnTo>
                      <a:pt x="383213" y="213074"/>
                    </a:lnTo>
                    <a:lnTo>
                      <a:pt x="383213" y="229457"/>
                    </a:lnTo>
                    <a:close/>
                    <a:moveTo>
                      <a:pt x="383213" y="196691"/>
                    </a:moveTo>
                    <a:lnTo>
                      <a:pt x="250227" y="196691"/>
                    </a:lnTo>
                    <a:lnTo>
                      <a:pt x="250227" y="49149"/>
                    </a:lnTo>
                    <a:lnTo>
                      <a:pt x="310934" y="49149"/>
                    </a:lnTo>
                    <a:lnTo>
                      <a:pt x="349824" y="118777"/>
                    </a:lnTo>
                    <a:cubicBezTo>
                      <a:pt x="351247" y="118777"/>
                      <a:pt x="351247" y="120110"/>
                      <a:pt x="351247" y="120110"/>
                    </a:cubicBezTo>
                    <a:lnTo>
                      <a:pt x="383213" y="150114"/>
                    </a:lnTo>
                    <a:lnTo>
                      <a:pt x="383213" y="196596"/>
                    </a:lnTo>
                    <a:close/>
                  </a:path>
                </a:pathLst>
              </a:custGeom>
              <a:solidFill>
                <a:schemeClr val="accent4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D5F4A093-6A71-99B0-BD1A-008A297305A7}"/>
                  </a:ext>
                </a:extLst>
              </p:cNvPr>
              <p:cNvSpPr/>
              <p:nvPr/>
            </p:nvSpPr>
            <p:spPr>
              <a:xfrm>
                <a:off x="9063310" y="2169906"/>
                <a:ext cx="66079" cy="65532"/>
              </a:xfrm>
              <a:custGeom>
                <a:avLst/>
                <a:gdLst>
                  <a:gd name="connsiteX0" fmla="*/ 40503 w 66079"/>
                  <a:gd name="connsiteY0" fmla="*/ 4096 h 65532"/>
                  <a:gd name="connsiteX1" fmla="*/ 33484 w 66079"/>
                  <a:gd name="connsiteY1" fmla="*/ 0 h 65532"/>
                  <a:gd name="connsiteX2" fmla="*/ 8347 w 66079"/>
                  <a:gd name="connsiteY2" fmla="*/ 0 h 65532"/>
                  <a:gd name="connsiteX3" fmla="*/ 0 w 66079"/>
                  <a:gd name="connsiteY3" fmla="*/ 8192 h 65532"/>
                  <a:gd name="connsiteX4" fmla="*/ 8347 w 66079"/>
                  <a:gd name="connsiteY4" fmla="*/ 16383 h 65532"/>
                  <a:gd name="connsiteX5" fmla="*/ 27887 w 66079"/>
                  <a:gd name="connsiteY5" fmla="*/ 16383 h 65532"/>
                  <a:gd name="connsiteX6" fmla="*/ 50273 w 66079"/>
                  <a:gd name="connsiteY6" fmla="*/ 61436 h 65532"/>
                  <a:gd name="connsiteX7" fmla="*/ 58620 w 66079"/>
                  <a:gd name="connsiteY7" fmla="*/ 65532 h 65532"/>
                  <a:gd name="connsiteX8" fmla="*/ 61371 w 66079"/>
                  <a:gd name="connsiteY8" fmla="*/ 64199 h 65532"/>
                  <a:gd name="connsiteX9" fmla="*/ 65545 w 66079"/>
                  <a:gd name="connsiteY9" fmla="*/ 53245 h 65532"/>
                  <a:gd name="connsiteX10" fmla="*/ 40408 w 66079"/>
                  <a:gd name="connsiteY10" fmla="*/ 4096 h 6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079" h="65532">
                    <a:moveTo>
                      <a:pt x="40503" y="4096"/>
                    </a:moveTo>
                    <a:cubicBezTo>
                      <a:pt x="39080" y="1333"/>
                      <a:pt x="36329" y="0"/>
                      <a:pt x="33484" y="0"/>
                    </a:cubicBezTo>
                    <a:lnTo>
                      <a:pt x="8347" y="0"/>
                    </a:lnTo>
                    <a:cubicBezTo>
                      <a:pt x="2751" y="0"/>
                      <a:pt x="0" y="4096"/>
                      <a:pt x="0" y="8192"/>
                    </a:cubicBezTo>
                    <a:cubicBezTo>
                      <a:pt x="0" y="12287"/>
                      <a:pt x="2751" y="16383"/>
                      <a:pt x="8347" y="16383"/>
                    </a:cubicBezTo>
                    <a:lnTo>
                      <a:pt x="27887" y="16383"/>
                    </a:lnTo>
                    <a:lnTo>
                      <a:pt x="50273" y="61436"/>
                    </a:lnTo>
                    <a:cubicBezTo>
                      <a:pt x="51696" y="64199"/>
                      <a:pt x="54447" y="65532"/>
                      <a:pt x="58620" y="65532"/>
                    </a:cubicBezTo>
                    <a:cubicBezTo>
                      <a:pt x="58620" y="65532"/>
                      <a:pt x="60043" y="65532"/>
                      <a:pt x="61371" y="64199"/>
                    </a:cubicBezTo>
                    <a:cubicBezTo>
                      <a:pt x="65545" y="62865"/>
                      <a:pt x="66967" y="57341"/>
                      <a:pt x="65545" y="53245"/>
                    </a:cubicBezTo>
                    <a:lnTo>
                      <a:pt x="40408" y="4096"/>
                    </a:lnTo>
                    <a:close/>
                  </a:path>
                </a:pathLst>
              </a:custGeom>
              <a:solidFill>
                <a:schemeClr val="accent4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0D6DDFAF-B6C1-3B1A-7F65-26C71754BD9B}"/>
                </a:ext>
              </a:extLst>
            </p:cNvPr>
            <p:cNvSpPr/>
            <p:nvPr/>
          </p:nvSpPr>
          <p:spPr>
            <a:xfrm>
              <a:off x="10222991" y="1849920"/>
              <a:ext cx="179844" cy="317944"/>
            </a:xfrm>
            <a:custGeom>
              <a:avLst/>
              <a:gdLst>
                <a:gd name="connsiteX0" fmla="*/ 89922 w 179844"/>
                <a:gd name="connsiteY0" fmla="*/ 176594 h 317944"/>
                <a:gd name="connsiteX1" fmla="*/ 179845 w 179844"/>
                <a:gd name="connsiteY1" fmla="*/ 88297 h 317944"/>
                <a:gd name="connsiteX2" fmla="*/ 89922 w 179844"/>
                <a:gd name="connsiteY2" fmla="*/ 0 h 317944"/>
                <a:gd name="connsiteX3" fmla="*/ 0 w 179844"/>
                <a:gd name="connsiteY3" fmla="*/ 88297 h 317944"/>
                <a:gd name="connsiteX4" fmla="*/ 89922 w 179844"/>
                <a:gd name="connsiteY4" fmla="*/ 176594 h 317944"/>
                <a:gd name="connsiteX5" fmla="*/ 89922 w 179844"/>
                <a:gd name="connsiteY5" fmla="*/ 17621 h 317944"/>
                <a:gd name="connsiteX6" fmla="*/ 161822 w 179844"/>
                <a:gd name="connsiteY6" fmla="*/ 88297 h 317944"/>
                <a:gd name="connsiteX7" fmla="*/ 89922 w 179844"/>
                <a:gd name="connsiteY7" fmla="*/ 158972 h 317944"/>
                <a:gd name="connsiteX8" fmla="*/ 18022 w 179844"/>
                <a:gd name="connsiteY8" fmla="*/ 88297 h 317944"/>
                <a:gd name="connsiteX9" fmla="*/ 89922 w 179844"/>
                <a:gd name="connsiteY9" fmla="*/ 17621 h 317944"/>
                <a:gd name="connsiteX10" fmla="*/ 72279 w 179844"/>
                <a:gd name="connsiteY10" fmla="*/ 97155 h 317944"/>
                <a:gd name="connsiteX11" fmla="*/ 72279 w 179844"/>
                <a:gd name="connsiteY11" fmla="*/ 44196 h 317944"/>
                <a:gd name="connsiteX12" fmla="*/ 81196 w 179844"/>
                <a:gd name="connsiteY12" fmla="*/ 35338 h 317944"/>
                <a:gd name="connsiteX13" fmla="*/ 90112 w 179844"/>
                <a:gd name="connsiteY13" fmla="*/ 44196 h 317944"/>
                <a:gd name="connsiteX14" fmla="*/ 90112 w 179844"/>
                <a:gd name="connsiteY14" fmla="*/ 88392 h 317944"/>
                <a:gd name="connsiteX15" fmla="*/ 116956 w 179844"/>
                <a:gd name="connsiteY15" fmla="*/ 88392 h 317944"/>
                <a:gd name="connsiteX16" fmla="*/ 125872 w 179844"/>
                <a:gd name="connsiteY16" fmla="*/ 97250 h 317944"/>
                <a:gd name="connsiteX17" fmla="*/ 116956 w 179844"/>
                <a:gd name="connsiteY17" fmla="*/ 106109 h 317944"/>
                <a:gd name="connsiteX18" fmla="*/ 81101 w 179844"/>
                <a:gd name="connsiteY18" fmla="*/ 106109 h 317944"/>
                <a:gd name="connsiteX19" fmla="*/ 72184 w 179844"/>
                <a:gd name="connsiteY19" fmla="*/ 97250 h 317944"/>
                <a:gd name="connsiteX20" fmla="*/ 72279 w 179844"/>
                <a:gd name="connsiteY20" fmla="*/ 238411 h 317944"/>
                <a:gd name="connsiteX21" fmla="*/ 63268 w 179844"/>
                <a:gd name="connsiteY21" fmla="*/ 247269 h 317944"/>
                <a:gd name="connsiteX22" fmla="*/ 9011 w 179844"/>
                <a:gd name="connsiteY22" fmla="*/ 247269 h 317944"/>
                <a:gd name="connsiteX23" fmla="*/ 0 w 179844"/>
                <a:gd name="connsiteY23" fmla="*/ 238411 h 317944"/>
                <a:gd name="connsiteX24" fmla="*/ 9011 w 179844"/>
                <a:gd name="connsiteY24" fmla="*/ 229553 h 317944"/>
                <a:gd name="connsiteX25" fmla="*/ 63268 w 179844"/>
                <a:gd name="connsiteY25" fmla="*/ 229553 h 317944"/>
                <a:gd name="connsiteX26" fmla="*/ 72279 w 179844"/>
                <a:gd name="connsiteY26" fmla="*/ 238411 h 317944"/>
                <a:gd name="connsiteX27" fmla="*/ 72279 w 179844"/>
                <a:gd name="connsiteY27" fmla="*/ 273749 h 317944"/>
                <a:gd name="connsiteX28" fmla="*/ 63268 w 179844"/>
                <a:gd name="connsiteY28" fmla="*/ 282607 h 317944"/>
                <a:gd name="connsiteX29" fmla="*/ 36329 w 179844"/>
                <a:gd name="connsiteY29" fmla="*/ 282607 h 317944"/>
                <a:gd name="connsiteX30" fmla="*/ 27318 w 179844"/>
                <a:gd name="connsiteY30" fmla="*/ 273749 h 317944"/>
                <a:gd name="connsiteX31" fmla="*/ 36329 w 179844"/>
                <a:gd name="connsiteY31" fmla="*/ 264890 h 317944"/>
                <a:gd name="connsiteX32" fmla="*/ 63268 w 179844"/>
                <a:gd name="connsiteY32" fmla="*/ 264890 h 317944"/>
                <a:gd name="connsiteX33" fmla="*/ 72279 w 179844"/>
                <a:gd name="connsiteY33" fmla="*/ 273749 h 317944"/>
                <a:gd name="connsiteX34" fmla="*/ 72279 w 179844"/>
                <a:gd name="connsiteY34" fmla="*/ 309086 h 317944"/>
                <a:gd name="connsiteX35" fmla="*/ 63173 w 179844"/>
                <a:gd name="connsiteY35" fmla="*/ 317945 h 317944"/>
                <a:gd name="connsiteX36" fmla="*/ 54067 w 179844"/>
                <a:gd name="connsiteY36" fmla="*/ 317945 h 317944"/>
                <a:gd name="connsiteX37" fmla="*/ 44961 w 179844"/>
                <a:gd name="connsiteY37" fmla="*/ 309086 h 317944"/>
                <a:gd name="connsiteX38" fmla="*/ 54067 w 179844"/>
                <a:gd name="connsiteY38" fmla="*/ 300228 h 317944"/>
                <a:gd name="connsiteX39" fmla="*/ 63173 w 179844"/>
                <a:gd name="connsiteY39" fmla="*/ 300228 h 317944"/>
                <a:gd name="connsiteX40" fmla="*/ 72279 w 179844"/>
                <a:gd name="connsiteY40" fmla="*/ 309086 h 317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9844" h="317944">
                  <a:moveTo>
                    <a:pt x="89922" y="176594"/>
                  </a:moveTo>
                  <a:cubicBezTo>
                    <a:pt x="137824" y="176594"/>
                    <a:pt x="179845" y="135350"/>
                    <a:pt x="179845" y="88297"/>
                  </a:cubicBezTo>
                  <a:cubicBezTo>
                    <a:pt x="179845" y="41243"/>
                    <a:pt x="137919" y="0"/>
                    <a:pt x="89922" y="0"/>
                  </a:cubicBezTo>
                  <a:cubicBezTo>
                    <a:pt x="41926" y="0"/>
                    <a:pt x="0" y="39719"/>
                    <a:pt x="0" y="88297"/>
                  </a:cubicBezTo>
                  <a:cubicBezTo>
                    <a:pt x="0" y="136874"/>
                    <a:pt x="40503" y="176594"/>
                    <a:pt x="89922" y="176594"/>
                  </a:cubicBezTo>
                  <a:close/>
                  <a:moveTo>
                    <a:pt x="89922" y="17621"/>
                  </a:moveTo>
                  <a:cubicBezTo>
                    <a:pt x="128908" y="17621"/>
                    <a:pt x="161822" y="50006"/>
                    <a:pt x="161822" y="88297"/>
                  </a:cubicBezTo>
                  <a:cubicBezTo>
                    <a:pt x="161822" y="126587"/>
                    <a:pt x="128813" y="158972"/>
                    <a:pt x="89922" y="158972"/>
                  </a:cubicBezTo>
                  <a:cubicBezTo>
                    <a:pt x="51032" y="158972"/>
                    <a:pt x="18022" y="126587"/>
                    <a:pt x="18022" y="88297"/>
                  </a:cubicBezTo>
                  <a:cubicBezTo>
                    <a:pt x="18022" y="50006"/>
                    <a:pt x="51032" y="17621"/>
                    <a:pt x="89922" y="17621"/>
                  </a:cubicBezTo>
                  <a:close/>
                  <a:moveTo>
                    <a:pt x="72279" y="97155"/>
                  </a:moveTo>
                  <a:lnTo>
                    <a:pt x="72279" y="44196"/>
                  </a:lnTo>
                  <a:cubicBezTo>
                    <a:pt x="72279" y="38291"/>
                    <a:pt x="75220" y="35338"/>
                    <a:pt x="81196" y="35338"/>
                  </a:cubicBezTo>
                  <a:cubicBezTo>
                    <a:pt x="85654" y="35338"/>
                    <a:pt x="90112" y="38291"/>
                    <a:pt x="90112" y="44196"/>
                  </a:cubicBezTo>
                  <a:lnTo>
                    <a:pt x="90112" y="88392"/>
                  </a:lnTo>
                  <a:lnTo>
                    <a:pt x="116956" y="88392"/>
                  </a:lnTo>
                  <a:cubicBezTo>
                    <a:pt x="121414" y="88392"/>
                    <a:pt x="125872" y="91345"/>
                    <a:pt x="125872" y="97250"/>
                  </a:cubicBezTo>
                  <a:cubicBezTo>
                    <a:pt x="125872" y="101632"/>
                    <a:pt x="121414" y="106109"/>
                    <a:pt x="116956" y="106109"/>
                  </a:cubicBezTo>
                  <a:lnTo>
                    <a:pt x="81101" y="106109"/>
                  </a:lnTo>
                  <a:cubicBezTo>
                    <a:pt x="75125" y="106109"/>
                    <a:pt x="72184" y="101727"/>
                    <a:pt x="72184" y="97250"/>
                  </a:cubicBezTo>
                  <a:close/>
                  <a:moveTo>
                    <a:pt x="72279" y="238411"/>
                  </a:moveTo>
                  <a:cubicBezTo>
                    <a:pt x="72279" y="242792"/>
                    <a:pt x="67726" y="247269"/>
                    <a:pt x="63268" y="247269"/>
                  </a:cubicBezTo>
                  <a:lnTo>
                    <a:pt x="9011" y="247269"/>
                  </a:lnTo>
                  <a:cubicBezTo>
                    <a:pt x="2941" y="247269"/>
                    <a:pt x="0" y="242888"/>
                    <a:pt x="0" y="238411"/>
                  </a:cubicBezTo>
                  <a:cubicBezTo>
                    <a:pt x="0" y="232505"/>
                    <a:pt x="3035" y="229553"/>
                    <a:pt x="9011" y="229553"/>
                  </a:cubicBezTo>
                  <a:lnTo>
                    <a:pt x="63268" y="229553"/>
                  </a:lnTo>
                  <a:cubicBezTo>
                    <a:pt x="67821" y="229553"/>
                    <a:pt x="72279" y="232505"/>
                    <a:pt x="72279" y="238411"/>
                  </a:cubicBezTo>
                  <a:close/>
                  <a:moveTo>
                    <a:pt x="72279" y="273749"/>
                  </a:moveTo>
                  <a:cubicBezTo>
                    <a:pt x="72279" y="278130"/>
                    <a:pt x="67821" y="282607"/>
                    <a:pt x="63268" y="282607"/>
                  </a:cubicBezTo>
                  <a:lnTo>
                    <a:pt x="36329" y="282607"/>
                  </a:lnTo>
                  <a:cubicBezTo>
                    <a:pt x="30354" y="282607"/>
                    <a:pt x="27318" y="278225"/>
                    <a:pt x="27318" y="273749"/>
                  </a:cubicBezTo>
                  <a:cubicBezTo>
                    <a:pt x="27318" y="267843"/>
                    <a:pt x="30354" y="264890"/>
                    <a:pt x="36329" y="264890"/>
                  </a:cubicBezTo>
                  <a:lnTo>
                    <a:pt x="63268" y="264890"/>
                  </a:lnTo>
                  <a:cubicBezTo>
                    <a:pt x="67726" y="264890"/>
                    <a:pt x="72279" y="267843"/>
                    <a:pt x="72279" y="273749"/>
                  </a:cubicBezTo>
                  <a:close/>
                  <a:moveTo>
                    <a:pt x="72279" y="309086"/>
                  </a:moveTo>
                  <a:cubicBezTo>
                    <a:pt x="72279" y="313468"/>
                    <a:pt x="67726" y="317945"/>
                    <a:pt x="63173" y="317945"/>
                  </a:cubicBezTo>
                  <a:lnTo>
                    <a:pt x="54067" y="317945"/>
                  </a:lnTo>
                  <a:cubicBezTo>
                    <a:pt x="47997" y="317945"/>
                    <a:pt x="44961" y="313563"/>
                    <a:pt x="44961" y="309086"/>
                  </a:cubicBezTo>
                  <a:cubicBezTo>
                    <a:pt x="44961" y="303181"/>
                    <a:pt x="49514" y="300228"/>
                    <a:pt x="54067" y="300228"/>
                  </a:cubicBezTo>
                  <a:lnTo>
                    <a:pt x="63173" y="300228"/>
                  </a:lnTo>
                  <a:cubicBezTo>
                    <a:pt x="67726" y="300228"/>
                    <a:pt x="72279" y="304610"/>
                    <a:pt x="72279" y="309086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251293E1-654A-28C5-8C50-1B6B05F23D7D}"/>
              </a:ext>
            </a:extLst>
          </p:cNvPr>
          <p:cNvGrpSpPr/>
          <p:nvPr/>
        </p:nvGrpSpPr>
        <p:grpSpPr>
          <a:xfrm>
            <a:off x="9415966" y="1445147"/>
            <a:ext cx="653854" cy="493901"/>
            <a:chOff x="10222991" y="1849920"/>
            <a:chExt cx="488502" cy="368999"/>
          </a:xfrm>
        </p:grpSpPr>
        <p:grpSp>
          <p:nvGrpSpPr>
            <p:cNvPr id="135" name="Graphic 116">
              <a:extLst>
                <a:ext uri="{FF2B5EF4-FFF2-40B4-BE49-F238E27FC236}">
                  <a16:creationId xmlns:a16="http://schemas.microsoft.com/office/drawing/2014/main" id="{B3A6B30A-0BAD-921E-B0A2-096D9E34B258}"/>
                </a:ext>
              </a:extLst>
            </p:cNvPr>
            <p:cNvGrpSpPr/>
            <p:nvPr/>
          </p:nvGrpSpPr>
          <p:grpSpPr>
            <a:xfrm>
              <a:off x="10311491" y="1940313"/>
              <a:ext cx="400002" cy="278606"/>
              <a:chOff x="8796673" y="2104374"/>
              <a:chExt cx="400002" cy="278606"/>
            </a:xfrm>
            <a:solidFill>
              <a:srgbClr val="969696"/>
            </a:solidFill>
          </p:grpSpPr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2DD180B9-CA9A-51D1-C73F-2E93F36202FB}"/>
                  </a:ext>
                </a:extLst>
              </p:cNvPr>
              <p:cNvSpPr/>
              <p:nvPr/>
            </p:nvSpPr>
            <p:spPr>
              <a:xfrm>
                <a:off x="8796673" y="2104374"/>
                <a:ext cx="400002" cy="278606"/>
              </a:xfrm>
              <a:custGeom>
                <a:avLst/>
                <a:gdLst>
                  <a:gd name="connsiteX0" fmla="*/ 397062 w 400002"/>
                  <a:gd name="connsiteY0" fmla="*/ 142018 h 278606"/>
                  <a:gd name="connsiteX1" fmla="*/ 363768 w 400002"/>
                  <a:gd name="connsiteY1" fmla="*/ 109252 h 278606"/>
                  <a:gd name="connsiteX2" fmla="*/ 323550 w 400002"/>
                  <a:gd name="connsiteY2" fmla="*/ 36862 h 278606"/>
                  <a:gd name="connsiteX3" fmla="*/ 316625 w 400002"/>
                  <a:gd name="connsiteY3" fmla="*/ 32766 h 278606"/>
                  <a:gd name="connsiteX4" fmla="*/ 249942 w 400002"/>
                  <a:gd name="connsiteY4" fmla="*/ 32766 h 278606"/>
                  <a:gd name="connsiteX5" fmla="*/ 249942 w 400002"/>
                  <a:gd name="connsiteY5" fmla="*/ 8192 h 278606"/>
                  <a:gd name="connsiteX6" fmla="*/ 241595 w 400002"/>
                  <a:gd name="connsiteY6" fmla="*/ 0 h 278606"/>
                  <a:gd name="connsiteX7" fmla="*/ 105479 w 400002"/>
                  <a:gd name="connsiteY7" fmla="*/ 0 h 278606"/>
                  <a:gd name="connsiteX8" fmla="*/ 103676 w 400002"/>
                  <a:gd name="connsiteY8" fmla="*/ 16383 h 278606"/>
                  <a:gd name="connsiteX9" fmla="*/ 233343 w 400002"/>
                  <a:gd name="connsiteY9" fmla="*/ 16383 h 278606"/>
                  <a:gd name="connsiteX10" fmla="*/ 233343 w 400002"/>
                  <a:gd name="connsiteY10" fmla="*/ 40958 h 278606"/>
                  <a:gd name="connsiteX11" fmla="*/ 234007 w 400002"/>
                  <a:gd name="connsiteY11" fmla="*/ 44196 h 278606"/>
                  <a:gd name="connsiteX12" fmla="*/ 234007 w 400002"/>
                  <a:gd name="connsiteY12" fmla="*/ 196596 h 278606"/>
                  <a:gd name="connsiteX13" fmla="*/ 16694 w 400002"/>
                  <a:gd name="connsiteY13" fmla="*/ 196596 h 278606"/>
                  <a:gd name="connsiteX14" fmla="*/ 16694 w 400002"/>
                  <a:gd name="connsiteY14" fmla="*/ 99060 h 278606"/>
                  <a:gd name="connsiteX15" fmla="*/ 1423 w 400002"/>
                  <a:gd name="connsiteY15" fmla="*/ 100394 h 278606"/>
                  <a:gd name="connsiteX16" fmla="*/ 0 w 400002"/>
                  <a:gd name="connsiteY16" fmla="*/ 100394 h 278606"/>
                  <a:gd name="connsiteX17" fmla="*/ 0 w 400002"/>
                  <a:gd name="connsiteY17" fmla="*/ 237649 h 278606"/>
                  <a:gd name="connsiteX18" fmla="*/ 8347 w 400002"/>
                  <a:gd name="connsiteY18" fmla="*/ 245840 h 278606"/>
                  <a:gd name="connsiteX19" fmla="*/ 42590 w 400002"/>
                  <a:gd name="connsiteY19" fmla="*/ 245840 h 278606"/>
                  <a:gd name="connsiteX20" fmla="*/ 83472 w 400002"/>
                  <a:gd name="connsiteY20" fmla="*/ 278606 h 278606"/>
                  <a:gd name="connsiteX21" fmla="*/ 124260 w 400002"/>
                  <a:gd name="connsiteY21" fmla="*/ 245840 h 278606"/>
                  <a:gd name="connsiteX22" fmla="*/ 276596 w 400002"/>
                  <a:gd name="connsiteY22" fmla="*/ 245840 h 278606"/>
                  <a:gd name="connsiteX23" fmla="*/ 317005 w 400002"/>
                  <a:gd name="connsiteY23" fmla="*/ 278606 h 278606"/>
                  <a:gd name="connsiteX24" fmla="*/ 357318 w 400002"/>
                  <a:gd name="connsiteY24" fmla="*/ 245840 h 278606"/>
                  <a:gd name="connsiteX25" fmla="*/ 391655 w 400002"/>
                  <a:gd name="connsiteY25" fmla="*/ 245840 h 278606"/>
                  <a:gd name="connsiteX26" fmla="*/ 400003 w 400002"/>
                  <a:gd name="connsiteY26" fmla="*/ 237649 h 278606"/>
                  <a:gd name="connsiteX27" fmla="*/ 400003 w 400002"/>
                  <a:gd name="connsiteY27" fmla="*/ 147542 h 278606"/>
                  <a:gd name="connsiteX28" fmla="*/ 397252 w 400002"/>
                  <a:gd name="connsiteY28" fmla="*/ 142113 h 278606"/>
                  <a:gd name="connsiteX29" fmla="*/ 42495 w 400002"/>
                  <a:gd name="connsiteY29" fmla="*/ 229457 h 278606"/>
                  <a:gd name="connsiteX30" fmla="*/ 16600 w 400002"/>
                  <a:gd name="connsiteY30" fmla="*/ 229457 h 278606"/>
                  <a:gd name="connsiteX31" fmla="*/ 16600 w 400002"/>
                  <a:gd name="connsiteY31" fmla="*/ 213074 h 278606"/>
                  <a:gd name="connsiteX32" fmla="*/ 49799 w 400002"/>
                  <a:gd name="connsiteY32" fmla="*/ 213074 h 278606"/>
                  <a:gd name="connsiteX33" fmla="*/ 42495 w 400002"/>
                  <a:gd name="connsiteY33" fmla="*/ 229457 h 278606"/>
                  <a:gd name="connsiteX34" fmla="*/ 83377 w 400002"/>
                  <a:gd name="connsiteY34" fmla="*/ 262223 h 278606"/>
                  <a:gd name="connsiteX35" fmla="*/ 58336 w 400002"/>
                  <a:gd name="connsiteY35" fmla="*/ 237649 h 278606"/>
                  <a:gd name="connsiteX36" fmla="*/ 83377 w 400002"/>
                  <a:gd name="connsiteY36" fmla="*/ 213074 h 278606"/>
                  <a:gd name="connsiteX37" fmla="*/ 108419 w 400002"/>
                  <a:gd name="connsiteY37" fmla="*/ 237649 h 278606"/>
                  <a:gd name="connsiteX38" fmla="*/ 83377 w 400002"/>
                  <a:gd name="connsiteY38" fmla="*/ 262223 h 278606"/>
                  <a:gd name="connsiteX39" fmla="*/ 276407 w 400002"/>
                  <a:gd name="connsiteY39" fmla="*/ 229457 h 278606"/>
                  <a:gd name="connsiteX40" fmla="*/ 124260 w 400002"/>
                  <a:gd name="connsiteY40" fmla="*/ 229457 h 278606"/>
                  <a:gd name="connsiteX41" fmla="*/ 116577 w 400002"/>
                  <a:gd name="connsiteY41" fmla="*/ 213074 h 278606"/>
                  <a:gd name="connsiteX42" fmla="*/ 283711 w 400002"/>
                  <a:gd name="connsiteY42" fmla="*/ 213074 h 278606"/>
                  <a:gd name="connsiteX43" fmla="*/ 276407 w 400002"/>
                  <a:gd name="connsiteY43" fmla="*/ 229457 h 278606"/>
                  <a:gd name="connsiteX44" fmla="*/ 341572 w 400002"/>
                  <a:gd name="connsiteY44" fmla="*/ 238030 h 278606"/>
                  <a:gd name="connsiteX45" fmla="*/ 316815 w 400002"/>
                  <a:gd name="connsiteY45" fmla="*/ 262223 h 278606"/>
                  <a:gd name="connsiteX46" fmla="*/ 292058 w 400002"/>
                  <a:gd name="connsiteY46" fmla="*/ 237649 h 278606"/>
                  <a:gd name="connsiteX47" fmla="*/ 316815 w 400002"/>
                  <a:gd name="connsiteY47" fmla="*/ 213074 h 278606"/>
                  <a:gd name="connsiteX48" fmla="*/ 341572 w 400002"/>
                  <a:gd name="connsiteY48" fmla="*/ 237268 h 278606"/>
                  <a:gd name="connsiteX49" fmla="*/ 341572 w 400002"/>
                  <a:gd name="connsiteY49" fmla="*/ 237649 h 278606"/>
                  <a:gd name="connsiteX50" fmla="*/ 341572 w 400002"/>
                  <a:gd name="connsiteY50" fmla="*/ 238030 h 278606"/>
                  <a:gd name="connsiteX51" fmla="*/ 383213 w 400002"/>
                  <a:gd name="connsiteY51" fmla="*/ 229457 h 278606"/>
                  <a:gd name="connsiteX52" fmla="*/ 357318 w 400002"/>
                  <a:gd name="connsiteY52" fmla="*/ 229457 h 278606"/>
                  <a:gd name="connsiteX53" fmla="*/ 349730 w 400002"/>
                  <a:gd name="connsiteY53" fmla="*/ 213074 h 278606"/>
                  <a:gd name="connsiteX54" fmla="*/ 383213 w 400002"/>
                  <a:gd name="connsiteY54" fmla="*/ 213074 h 278606"/>
                  <a:gd name="connsiteX55" fmla="*/ 383213 w 400002"/>
                  <a:gd name="connsiteY55" fmla="*/ 229457 h 278606"/>
                  <a:gd name="connsiteX56" fmla="*/ 383213 w 400002"/>
                  <a:gd name="connsiteY56" fmla="*/ 196691 h 278606"/>
                  <a:gd name="connsiteX57" fmla="*/ 250227 w 400002"/>
                  <a:gd name="connsiteY57" fmla="*/ 196691 h 278606"/>
                  <a:gd name="connsiteX58" fmla="*/ 250227 w 400002"/>
                  <a:gd name="connsiteY58" fmla="*/ 49149 h 278606"/>
                  <a:gd name="connsiteX59" fmla="*/ 310934 w 400002"/>
                  <a:gd name="connsiteY59" fmla="*/ 49149 h 278606"/>
                  <a:gd name="connsiteX60" fmla="*/ 349824 w 400002"/>
                  <a:gd name="connsiteY60" fmla="*/ 118777 h 278606"/>
                  <a:gd name="connsiteX61" fmla="*/ 351247 w 400002"/>
                  <a:gd name="connsiteY61" fmla="*/ 120110 h 278606"/>
                  <a:gd name="connsiteX62" fmla="*/ 383213 w 400002"/>
                  <a:gd name="connsiteY62" fmla="*/ 150114 h 278606"/>
                  <a:gd name="connsiteX63" fmla="*/ 383213 w 400002"/>
                  <a:gd name="connsiteY63" fmla="*/ 19659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00002" h="278606">
                    <a:moveTo>
                      <a:pt x="397062" y="142018"/>
                    </a:moveTo>
                    <a:lnTo>
                      <a:pt x="363768" y="109252"/>
                    </a:lnTo>
                    <a:lnTo>
                      <a:pt x="323550" y="36862"/>
                    </a:lnTo>
                    <a:cubicBezTo>
                      <a:pt x="322127" y="34100"/>
                      <a:pt x="319376" y="32766"/>
                      <a:pt x="316625" y="32766"/>
                    </a:cubicBezTo>
                    <a:lnTo>
                      <a:pt x="249942" y="32766"/>
                    </a:lnTo>
                    <a:lnTo>
                      <a:pt x="249942" y="8192"/>
                    </a:lnTo>
                    <a:cubicBezTo>
                      <a:pt x="249942" y="4096"/>
                      <a:pt x="245769" y="0"/>
                      <a:pt x="241595" y="0"/>
                    </a:cubicBezTo>
                    <a:lnTo>
                      <a:pt x="105479" y="0"/>
                    </a:lnTo>
                    <a:cubicBezTo>
                      <a:pt x="105384" y="5525"/>
                      <a:pt x="104720" y="11049"/>
                      <a:pt x="103676" y="16383"/>
                    </a:cubicBezTo>
                    <a:lnTo>
                      <a:pt x="233343" y="16383"/>
                    </a:lnTo>
                    <a:lnTo>
                      <a:pt x="233343" y="40958"/>
                    </a:lnTo>
                    <a:cubicBezTo>
                      <a:pt x="233343" y="42100"/>
                      <a:pt x="233627" y="43148"/>
                      <a:pt x="234007" y="44196"/>
                    </a:cubicBezTo>
                    <a:lnTo>
                      <a:pt x="234007" y="196596"/>
                    </a:lnTo>
                    <a:lnTo>
                      <a:pt x="16694" y="196596"/>
                    </a:lnTo>
                    <a:lnTo>
                      <a:pt x="16694" y="99060"/>
                    </a:lnTo>
                    <a:cubicBezTo>
                      <a:pt x="11667" y="99822"/>
                      <a:pt x="6640" y="100394"/>
                      <a:pt x="1423" y="100394"/>
                    </a:cubicBezTo>
                    <a:cubicBezTo>
                      <a:pt x="949" y="100394"/>
                      <a:pt x="474" y="100394"/>
                      <a:pt x="0" y="100394"/>
                    </a:cubicBezTo>
                    <a:lnTo>
                      <a:pt x="0" y="237649"/>
                    </a:lnTo>
                    <a:cubicBezTo>
                      <a:pt x="0" y="241744"/>
                      <a:pt x="2751" y="245840"/>
                      <a:pt x="8347" y="245840"/>
                    </a:cubicBezTo>
                    <a:lnTo>
                      <a:pt x="42590" y="245840"/>
                    </a:lnTo>
                    <a:cubicBezTo>
                      <a:pt x="46479" y="264033"/>
                      <a:pt x="62794" y="278606"/>
                      <a:pt x="83472" y="278606"/>
                    </a:cubicBezTo>
                    <a:cubicBezTo>
                      <a:pt x="102917" y="278606"/>
                      <a:pt x="120181" y="264033"/>
                      <a:pt x="124260" y="245840"/>
                    </a:cubicBezTo>
                    <a:lnTo>
                      <a:pt x="276596" y="245840"/>
                    </a:lnTo>
                    <a:cubicBezTo>
                      <a:pt x="280391" y="264033"/>
                      <a:pt x="296611" y="278606"/>
                      <a:pt x="317005" y="278606"/>
                    </a:cubicBezTo>
                    <a:cubicBezTo>
                      <a:pt x="336165" y="278606"/>
                      <a:pt x="353239" y="264033"/>
                      <a:pt x="357318" y="245840"/>
                    </a:cubicBezTo>
                    <a:lnTo>
                      <a:pt x="391655" y="245840"/>
                    </a:lnTo>
                    <a:cubicBezTo>
                      <a:pt x="395829" y="245840"/>
                      <a:pt x="400003" y="241744"/>
                      <a:pt x="400003" y="237649"/>
                    </a:cubicBezTo>
                    <a:lnTo>
                      <a:pt x="400003" y="147542"/>
                    </a:lnTo>
                    <a:cubicBezTo>
                      <a:pt x="400003" y="144780"/>
                      <a:pt x="398580" y="143446"/>
                      <a:pt x="397252" y="142113"/>
                    </a:cubicBezTo>
                    <a:close/>
                    <a:moveTo>
                      <a:pt x="42495" y="229457"/>
                    </a:moveTo>
                    <a:lnTo>
                      <a:pt x="16600" y="229457"/>
                    </a:lnTo>
                    <a:lnTo>
                      <a:pt x="16600" y="213074"/>
                    </a:lnTo>
                    <a:lnTo>
                      <a:pt x="49799" y="213074"/>
                    </a:lnTo>
                    <a:cubicBezTo>
                      <a:pt x="46194" y="217837"/>
                      <a:pt x="43633" y="223361"/>
                      <a:pt x="42495" y="229457"/>
                    </a:cubicBezTo>
                    <a:close/>
                    <a:moveTo>
                      <a:pt x="83377" y="262223"/>
                    </a:moveTo>
                    <a:cubicBezTo>
                      <a:pt x="69434" y="262223"/>
                      <a:pt x="58336" y="251269"/>
                      <a:pt x="58336" y="237649"/>
                    </a:cubicBezTo>
                    <a:cubicBezTo>
                      <a:pt x="58336" y="224028"/>
                      <a:pt x="69434" y="213074"/>
                      <a:pt x="83377" y="213074"/>
                    </a:cubicBezTo>
                    <a:cubicBezTo>
                      <a:pt x="95898" y="213074"/>
                      <a:pt x="108419" y="224028"/>
                      <a:pt x="108419" y="237649"/>
                    </a:cubicBezTo>
                    <a:cubicBezTo>
                      <a:pt x="108419" y="251269"/>
                      <a:pt x="95898" y="262223"/>
                      <a:pt x="83377" y="262223"/>
                    </a:cubicBezTo>
                    <a:close/>
                    <a:moveTo>
                      <a:pt x="276407" y="229457"/>
                    </a:moveTo>
                    <a:lnTo>
                      <a:pt x="124260" y="229457"/>
                    </a:lnTo>
                    <a:cubicBezTo>
                      <a:pt x="123027" y="223361"/>
                      <a:pt x="120276" y="217837"/>
                      <a:pt x="116577" y="213074"/>
                    </a:cubicBezTo>
                    <a:lnTo>
                      <a:pt x="283711" y="213074"/>
                    </a:lnTo>
                    <a:cubicBezTo>
                      <a:pt x="280201" y="217837"/>
                      <a:pt x="277640" y="223361"/>
                      <a:pt x="276407" y="229457"/>
                    </a:cubicBezTo>
                    <a:close/>
                    <a:moveTo>
                      <a:pt x="341572" y="238030"/>
                    </a:moveTo>
                    <a:cubicBezTo>
                      <a:pt x="341382" y="251555"/>
                      <a:pt x="329146" y="262223"/>
                      <a:pt x="316815" y="262223"/>
                    </a:cubicBezTo>
                    <a:cubicBezTo>
                      <a:pt x="303061" y="262223"/>
                      <a:pt x="292058" y="251269"/>
                      <a:pt x="292058" y="237649"/>
                    </a:cubicBezTo>
                    <a:cubicBezTo>
                      <a:pt x="292058" y="224028"/>
                      <a:pt x="303061" y="213074"/>
                      <a:pt x="316815" y="213074"/>
                    </a:cubicBezTo>
                    <a:cubicBezTo>
                      <a:pt x="329051" y="213074"/>
                      <a:pt x="341288" y="223838"/>
                      <a:pt x="341572" y="237268"/>
                    </a:cubicBezTo>
                    <a:cubicBezTo>
                      <a:pt x="341572" y="237363"/>
                      <a:pt x="341572" y="237458"/>
                      <a:pt x="341572" y="237649"/>
                    </a:cubicBezTo>
                    <a:cubicBezTo>
                      <a:pt x="341572" y="237839"/>
                      <a:pt x="341572" y="237839"/>
                      <a:pt x="341572" y="238030"/>
                    </a:cubicBezTo>
                    <a:close/>
                    <a:moveTo>
                      <a:pt x="383213" y="229457"/>
                    </a:moveTo>
                    <a:lnTo>
                      <a:pt x="357318" y="229457"/>
                    </a:lnTo>
                    <a:cubicBezTo>
                      <a:pt x="356085" y="223361"/>
                      <a:pt x="353334" y="217837"/>
                      <a:pt x="349730" y="213074"/>
                    </a:cubicBezTo>
                    <a:lnTo>
                      <a:pt x="383213" y="213074"/>
                    </a:lnTo>
                    <a:lnTo>
                      <a:pt x="383213" y="229457"/>
                    </a:lnTo>
                    <a:close/>
                    <a:moveTo>
                      <a:pt x="383213" y="196691"/>
                    </a:moveTo>
                    <a:lnTo>
                      <a:pt x="250227" y="196691"/>
                    </a:lnTo>
                    <a:lnTo>
                      <a:pt x="250227" y="49149"/>
                    </a:lnTo>
                    <a:lnTo>
                      <a:pt x="310934" y="49149"/>
                    </a:lnTo>
                    <a:lnTo>
                      <a:pt x="349824" y="118777"/>
                    </a:lnTo>
                    <a:cubicBezTo>
                      <a:pt x="351247" y="118777"/>
                      <a:pt x="351247" y="120110"/>
                      <a:pt x="351247" y="120110"/>
                    </a:cubicBezTo>
                    <a:lnTo>
                      <a:pt x="383213" y="150114"/>
                    </a:lnTo>
                    <a:lnTo>
                      <a:pt x="383213" y="196596"/>
                    </a:lnTo>
                    <a:close/>
                  </a:path>
                </a:pathLst>
              </a:custGeom>
              <a:solidFill>
                <a:schemeClr val="tx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37792285-BA6A-4AB7-D4F3-4375A091591C}"/>
                  </a:ext>
                </a:extLst>
              </p:cNvPr>
              <p:cNvSpPr/>
              <p:nvPr/>
            </p:nvSpPr>
            <p:spPr>
              <a:xfrm>
                <a:off x="9063310" y="2169906"/>
                <a:ext cx="66079" cy="65532"/>
              </a:xfrm>
              <a:custGeom>
                <a:avLst/>
                <a:gdLst>
                  <a:gd name="connsiteX0" fmla="*/ 40503 w 66079"/>
                  <a:gd name="connsiteY0" fmla="*/ 4096 h 65532"/>
                  <a:gd name="connsiteX1" fmla="*/ 33484 w 66079"/>
                  <a:gd name="connsiteY1" fmla="*/ 0 h 65532"/>
                  <a:gd name="connsiteX2" fmla="*/ 8347 w 66079"/>
                  <a:gd name="connsiteY2" fmla="*/ 0 h 65532"/>
                  <a:gd name="connsiteX3" fmla="*/ 0 w 66079"/>
                  <a:gd name="connsiteY3" fmla="*/ 8192 h 65532"/>
                  <a:gd name="connsiteX4" fmla="*/ 8347 w 66079"/>
                  <a:gd name="connsiteY4" fmla="*/ 16383 h 65532"/>
                  <a:gd name="connsiteX5" fmla="*/ 27887 w 66079"/>
                  <a:gd name="connsiteY5" fmla="*/ 16383 h 65532"/>
                  <a:gd name="connsiteX6" fmla="*/ 50273 w 66079"/>
                  <a:gd name="connsiteY6" fmla="*/ 61436 h 65532"/>
                  <a:gd name="connsiteX7" fmla="*/ 58620 w 66079"/>
                  <a:gd name="connsiteY7" fmla="*/ 65532 h 65532"/>
                  <a:gd name="connsiteX8" fmla="*/ 61371 w 66079"/>
                  <a:gd name="connsiteY8" fmla="*/ 64199 h 65532"/>
                  <a:gd name="connsiteX9" fmla="*/ 65545 w 66079"/>
                  <a:gd name="connsiteY9" fmla="*/ 53245 h 65532"/>
                  <a:gd name="connsiteX10" fmla="*/ 40408 w 66079"/>
                  <a:gd name="connsiteY10" fmla="*/ 4096 h 6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079" h="65532">
                    <a:moveTo>
                      <a:pt x="40503" y="4096"/>
                    </a:moveTo>
                    <a:cubicBezTo>
                      <a:pt x="39080" y="1333"/>
                      <a:pt x="36329" y="0"/>
                      <a:pt x="33484" y="0"/>
                    </a:cubicBezTo>
                    <a:lnTo>
                      <a:pt x="8347" y="0"/>
                    </a:lnTo>
                    <a:cubicBezTo>
                      <a:pt x="2751" y="0"/>
                      <a:pt x="0" y="4096"/>
                      <a:pt x="0" y="8192"/>
                    </a:cubicBezTo>
                    <a:cubicBezTo>
                      <a:pt x="0" y="12287"/>
                      <a:pt x="2751" y="16383"/>
                      <a:pt x="8347" y="16383"/>
                    </a:cubicBezTo>
                    <a:lnTo>
                      <a:pt x="27887" y="16383"/>
                    </a:lnTo>
                    <a:lnTo>
                      <a:pt x="50273" y="61436"/>
                    </a:lnTo>
                    <a:cubicBezTo>
                      <a:pt x="51696" y="64199"/>
                      <a:pt x="54447" y="65532"/>
                      <a:pt x="58620" y="65532"/>
                    </a:cubicBezTo>
                    <a:cubicBezTo>
                      <a:pt x="58620" y="65532"/>
                      <a:pt x="60043" y="65532"/>
                      <a:pt x="61371" y="64199"/>
                    </a:cubicBezTo>
                    <a:cubicBezTo>
                      <a:pt x="65545" y="62865"/>
                      <a:pt x="66967" y="57341"/>
                      <a:pt x="65545" y="53245"/>
                    </a:cubicBezTo>
                    <a:lnTo>
                      <a:pt x="40408" y="4096"/>
                    </a:lnTo>
                    <a:close/>
                  </a:path>
                </a:pathLst>
              </a:custGeom>
              <a:solidFill>
                <a:schemeClr val="tx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0817E662-F3E6-2993-7CB0-E91DCD759B30}"/>
                </a:ext>
              </a:extLst>
            </p:cNvPr>
            <p:cNvSpPr/>
            <p:nvPr/>
          </p:nvSpPr>
          <p:spPr>
            <a:xfrm>
              <a:off x="10222991" y="1849920"/>
              <a:ext cx="179844" cy="317944"/>
            </a:xfrm>
            <a:custGeom>
              <a:avLst/>
              <a:gdLst>
                <a:gd name="connsiteX0" fmla="*/ 89922 w 179844"/>
                <a:gd name="connsiteY0" fmla="*/ 176594 h 317944"/>
                <a:gd name="connsiteX1" fmla="*/ 179845 w 179844"/>
                <a:gd name="connsiteY1" fmla="*/ 88297 h 317944"/>
                <a:gd name="connsiteX2" fmla="*/ 89922 w 179844"/>
                <a:gd name="connsiteY2" fmla="*/ 0 h 317944"/>
                <a:gd name="connsiteX3" fmla="*/ 0 w 179844"/>
                <a:gd name="connsiteY3" fmla="*/ 88297 h 317944"/>
                <a:gd name="connsiteX4" fmla="*/ 89922 w 179844"/>
                <a:gd name="connsiteY4" fmla="*/ 176594 h 317944"/>
                <a:gd name="connsiteX5" fmla="*/ 89922 w 179844"/>
                <a:gd name="connsiteY5" fmla="*/ 17621 h 317944"/>
                <a:gd name="connsiteX6" fmla="*/ 161822 w 179844"/>
                <a:gd name="connsiteY6" fmla="*/ 88297 h 317944"/>
                <a:gd name="connsiteX7" fmla="*/ 89922 w 179844"/>
                <a:gd name="connsiteY7" fmla="*/ 158972 h 317944"/>
                <a:gd name="connsiteX8" fmla="*/ 18022 w 179844"/>
                <a:gd name="connsiteY8" fmla="*/ 88297 h 317944"/>
                <a:gd name="connsiteX9" fmla="*/ 89922 w 179844"/>
                <a:gd name="connsiteY9" fmla="*/ 17621 h 317944"/>
                <a:gd name="connsiteX10" fmla="*/ 72279 w 179844"/>
                <a:gd name="connsiteY10" fmla="*/ 97155 h 317944"/>
                <a:gd name="connsiteX11" fmla="*/ 72279 w 179844"/>
                <a:gd name="connsiteY11" fmla="*/ 44196 h 317944"/>
                <a:gd name="connsiteX12" fmla="*/ 81196 w 179844"/>
                <a:gd name="connsiteY12" fmla="*/ 35338 h 317944"/>
                <a:gd name="connsiteX13" fmla="*/ 90112 w 179844"/>
                <a:gd name="connsiteY13" fmla="*/ 44196 h 317944"/>
                <a:gd name="connsiteX14" fmla="*/ 90112 w 179844"/>
                <a:gd name="connsiteY14" fmla="*/ 88392 h 317944"/>
                <a:gd name="connsiteX15" fmla="*/ 116956 w 179844"/>
                <a:gd name="connsiteY15" fmla="*/ 88392 h 317944"/>
                <a:gd name="connsiteX16" fmla="*/ 125872 w 179844"/>
                <a:gd name="connsiteY16" fmla="*/ 97250 h 317944"/>
                <a:gd name="connsiteX17" fmla="*/ 116956 w 179844"/>
                <a:gd name="connsiteY17" fmla="*/ 106109 h 317944"/>
                <a:gd name="connsiteX18" fmla="*/ 81101 w 179844"/>
                <a:gd name="connsiteY18" fmla="*/ 106109 h 317944"/>
                <a:gd name="connsiteX19" fmla="*/ 72184 w 179844"/>
                <a:gd name="connsiteY19" fmla="*/ 97250 h 317944"/>
                <a:gd name="connsiteX20" fmla="*/ 72279 w 179844"/>
                <a:gd name="connsiteY20" fmla="*/ 238411 h 317944"/>
                <a:gd name="connsiteX21" fmla="*/ 63268 w 179844"/>
                <a:gd name="connsiteY21" fmla="*/ 247269 h 317944"/>
                <a:gd name="connsiteX22" fmla="*/ 9011 w 179844"/>
                <a:gd name="connsiteY22" fmla="*/ 247269 h 317944"/>
                <a:gd name="connsiteX23" fmla="*/ 0 w 179844"/>
                <a:gd name="connsiteY23" fmla="*/ 238411 h 317944"/>
                <a:gd name="connsiteX24" fmla="*/ 9011 w 179844"/>
                <a:gd name="connsiteY24" fmla="*/ 229553 h 317944"/>
                <a:gd name="connsiteX25" fmla="*/ 63268 w 179844"/>
                <a:gd name="connsiteY25" fmla="*/ 229553 h 317944"/>
                <a:gd name="connsiteX26" fmla="*/ 72279 w 179844"/>
                <a:gd name="connsiteY26" fmla="*/ 238411 h 317944"/>
                <a:gd name="connsiteX27" fmla="*/ 72279 w 179844"/>
                <a:gd name="connsiteY27" fmla="*/ 273749 h 317944"/>
                <a:gd name="connsiteX28" fmla="*/ 63268 w 179844"/>
                <a:gd name="connsiteY28" fmla="*/ 282607 h 317944"/>
                <a:gd name="connsiteX29" fmla="*/ 36329 w 179844"/>
                <a:gd name="connsiteY29" fmla="*/ 282607 h 317944"/>
                <a:gd name="connsiteX30" fmla="*/ 27318 w 179844"/>
                <a:gd name="connsiteY30" fmla="*/ 273749 h 317944"/>
                <a:gd name="connsiteX31" fmla="*/ 36329 w 179844"/>
                <a:gd name="connsiteY31" fmla="*/ 264890 h 317944"/>
                <a:gd name="connsiteX32" fmla="*/ 63268 w 179844"/>
                <a:gd name="connsiteY32" fmla="*/ 264890 h 317944"/>
                <a:gd name="connsiteX33" fmla="*/ 72279 w 179844"/>
                <a:gd name="connsiteY33" fmla="*/ 273749 h 317944"/>
                <a:gd name="connsiteX34" fmla="*/ 72279 w 179844"/>
                <a:gd name="connsiteY34" fmla="*/ 309086 h 317944"/>
                <a:gd name="connsiteX35" fmla="*/ 63173 w 179844"/>
                <a:gd name="connsiteY35" fmla="*/ 317945 h 317944"/>
                <a:gd name="connsiteX36" fmla="*/ 54067 w 179844"/>
                <a:gd name="connsiteY36" fmla="*/ 317945 h 317944"/>
                <a:gd name="connsiteX37" fmla="*/ 44961 w 179844"/>
                <a:gd name="connsiteY37" fmla="*/ 309086 h 317944"/>
                <a:gd name="connsiteX38" fmla="*/ 54067 w 179844"/>
                <a:gd name="connsiteY38" fmla="*/ 300228 h 317944"/>
                <a:gd name="connsiteX39" fmla="*/ 63173 w 179844"/>
                <a:gd name="connsiteY39" fmla="*/ 300228 h 317944"/>
                <a:gd name="connsiteX40" fmla="*/ 72279 w 179844"/>
                <a:gd name="connsiteY40" fmla="*/ 309086 h 317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9844" h="317944">
                  <a:moveTo>
                    <a:pt x="89922" y="176594"/>
                  </a:moveTo>
                  <a:cubicBezTo>
                    <a:pt x="137824" y="176594"/>
                    <a:pt x="179845" y="135350"/>
                    <a:pt x="179845" y="88297"/>
                  </a:cubicBezTo>
                  <a:cubicBezTo>
                    <a:pt x="179845" y="41243"/>
                    <a:pt x="137919" y="0"/>
                    <a:pt x="89922" y="0"/>
                  </a:cubicBezTo>
                  <a:cubicBezTo>
                    <a:pt x="41926" y="0"/>
                    <a:pt x="0" y="39719"/>
                    <a:pt x="0" y="88297"/>
                  </a:cubicBezTo>
                  <a:cubicBezTo>
                    <a:pt x="0" y="136874"/>
                    <a:pt x="40503" y="176594"/>
                    <a:pt x="89922" y="176594"/>
                  </a:cubicBezTo>
                  <a:close/>
                  <a:moveTo>
                    <a:pt x="89922" y="17621"/>
                  </a:moveTo>
                  <a:cubicBezTo>
                    <a:pt x="128908" y="17621"/>
                    <a:pt x="161822" y="50006"/>
                    <a:pt x="161822" y="88297"/>
                  </a:cubicBezTo>
                  <a:cubicBezTo>
                    <a:pt x="161822" y="126587"/>
                    <a:pt x="128813" y="158972"/>
                    <a:pt x="89922" y="158972"/>
                  </a:cubicBezTo>
                  <a:cubicBezTo>
                    <a:pt x="51032" y="158972"/>
                    <a:pt x="18022" y="126587"/>
                    <a:pt x="18022" y="88297"/>
                  </a:cubicBezTo>
                  <a:cubicBezTo>
                    <a:pt x="18022" y="50006"/>
                    <a:pt x="51032" y="17621"/>
                    <a:pt x="89922" y="17621"/>
                  </a:cubicBezTo>
                  <a:close/>
                  <a:moveTo>
                    <a:pt x="72279" y="97155"/>
                  </a:moveTo>
                  <a:lnTo>
                    <a:pt x="72279" y="44196"/>
                  </a:lnTo>
                  <a:cubicBezTo>
                    <a:pt x="72279" y="38291"/>
                    <a:pt x="75220" y="35338"/>
                    <a:pt x="81196" y="35338"/>
                  </a:cubicBezTo>
                  <a:cubicBezTo>
                    <a:pt x="85654" y="35338"/>
                    <a:pt x="90112" y="38291"/>
                    <a:pt x="90112" y="44196"/>
                  </a:cubicBezTo>
                  <a:lnTo>
                    <a:pt x="90112" y="88392"/>
                  </a:lnTo>
                  <a:lnTo>
                    <a:pt x="116956" y="88392"/>
                  </a:lnTo>
                  <a:cubicBezTo>
                    <a:pt x="121414" y="88392"/>
                    <a:pt x="125872" y="91345"/>
                    <a:pt x="125872" y="97250"/>
                  </a:cubicBezTo>
                  <a:cubicBezTo>
                    <a:pt x="125872" y="101632"/>
                    <a:pt x="121414" y="106109"/>
                    <a:pt x="116956" y="106109"/>
                  </a:cubicBezTo>
                  <a:lnTo>
                    <a:pt x="81101" y="106109"/>
                  </a:lnTo>
                  <a:cubicBezTo>
                    <a:pt x="75125" y="106109"/>
                    <a:pt x="72184" y="101727"/>
                    <a:pt x="72184" y="97250"/>
                  </a:cubicBezTo>
                  <a:close/>
                  <a:moveTo>
                    <a:pt x="72279" y="238411"/>
                  </a:moveTo>
                  <a:cubicBezTo>
                    <a:pt x="72279" y="242792"/>
                    <a:pt x="67726" y="247269"/>
                    <a:pt x="63268" y="247269"/>
                  </a:cubicBezTo>
                  <a:lnTo>
                    <a:pt x="9011" y="247269"/>
                  </a:lnTo>
                  <a:cubicBezTo>
                    <a:pt x="2941" y="247269"/>
                    <a:pt x="0" y="242888"/>
                    <a:pt x="0" y="238411"/>
                  </a:cubicBezTo>
                  <a:cubicBezTo>
                    <a:pt x="0" y="232505"/>
                    <a:pt x="3035" y="229553"/>
                    <a:pt x="9011" y="229553"/>
                  </a:cubicBezTo>
                  <a:lnTo>
                    <a:pt x="63268" y="229553"/>
                  </a:lnTo>
                  <a:cubicBezTo>
                    <a:pt x="67821" y="229553"/>
                    <a:pt x="72279" y="232505"/>
                    <a:pt x="72279" y="238411"/>
                  </a:cubicBezTo>
                  <a:close/>
                  <a:moveTo>
                    <a:pt x="72279" y="273749"/>
                  </a:moveTo>
                  <a:cubicBezTo>
                    <a:pt x="72279" y="278130"/>
                    <a:pt x="67821" y="282607"/>
                    <a:pt x="63268" y="282607"/>
                  </a:cubicBezTo>
                  <a:lnTo>
                    <a:pt x="36329" y="282607"/>
                  </a:lnTo>
                  <a:cubicBezTo>
                    <a:pt x="30354" y="282607"/>
                    <a:pt x="27318" y="278225"/>
                    <a:pt x="27318" y="273749"/>
                  </a:cubicBezTo>
                  <a:cubicBezTo>
                    <a:pt x="27318" y="267843"/>
                    <a:pt x="30354" y="264890"/>
                    <a:pt x="36329" y="264890"/>
                  </a:cubicBezTo>
                  <a:lnTo>
                    <a:pt x="63268" y="264890"/>
                  </a:lnTo>
                  <a:cubicBezTo>
                    <a:pt x="67726" y="264890"/>
                    <a:pt x="72279" y="267843"/>
                    <a:pt x="72279" y="273749"/>
                  </a:cubicBezTo>
                  <a:close/>
                  <a:moveTo>
                    <a:pt x="72279" y="309086"/>
                  </a:moveTo>
                  <a:cubicBezTo>
                    <a:pt x="72279" y="313468"/>
                    <a:pt x="67726" y="317945"/>
                    <a:pt x="63173" y="317945"/>
                  </a:cubicBezTo>
                  <a:lnTo>
                    <a:pt x="54067" y="317945"/>
                  </a:lnTo>
                  <a:cubicBezTo>
                    <a:pt x="47997" y="317945"/>
                    <a:pt x="44961" y="313563"/>
                    <a:pt x="44961" y="309086"/>
                  </a:cubicBezTo>
                  <a:cubicBezTo>
                    <a:pt x="44961" y="303181"/>
                    <a:pt x="49514" y="300228"/>
                    <a:pt x="54067" y="300228"/>
                  </a:cubicBezTo>
                  <a:lnTo>
                    <a:pt x="63173" y="300228"/>
                  </a:lnTo>
                  <a:cubicBezTo>
                    <a:pt x="67726" y="300228"/>
                    <a:pt x="72279" y="304610"/>
                    <a:pt x="72279" y="309086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1D15041-8ACF-CBE1-0699-6F5B3E1B879E}"/>
              </a:ext>
            </a:extLst>
          </p:cNvPr>
          <p:cNvGrpSpPr/>
          <p:nvPr/>
        </p:nvGrpSpPr>
        <p:grpSpPr>
          <a:xfrm>
            <a:off x="8663491" y="1445147"/>
            <a:ext cx="653854" cy="493901"/>
            <a:chOff x="10222991" y="1849920"/>
            <a:chExt cx="488502" cy="368999"/>
          </a:xfrm>
        </p:grpSpPr>
        <p:grpSp>
          <p:nvGrpSpPr>
            <p:cNvPr id="130" name="Graphic 116">
              <a:extLst>
                <a:ext uri="{FF2B5EF4-FFF2-40B4-BE49-F238E27FC236}">
                  <a16:creationId xmlns:a16="http://schemas.microsoft.com/office/drawing/2014/main" id="{4E3ADF0F-D213-C116-149D-4794730FBA51}"/>
                </a:ext>
              </a:extLst>
            </p:cNvPr>
            <p:cNvGrpSpPr/>
            <p:nvPr/>
          </p:nvGrpSpPr>
          <p:grpSpPr>
            <a:xfrm>
              <a:off x="10311491" y="1940313"/>
              <a:ext cx="400002" cy="278606"/>
              <a:chOff x="8796673" y="2104374"/>
              <a:chExt cx="400002" cy="278606"/>
            </a:xfrm>
            <a:solidFill>
              <a:srgbClr val="969696"/>
            </a:solidFill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DEF2753-E4ED-6A19-9BB0-495AD20C2758}"/>
                  </a:ext>
                </a:extLst>
              </p:cNvPr>
              <p:cNvSpPr/>
              <p:nvPr/>
            </p:nvSpPr>
            <p:spPr>
              <a:xfrm>
                <a:off x="8796673" y="2104374"/>
                <a:ext cx="400002" cy="278606"/>
              </a:xfrm>
              <a:custGeom>
                <a:avLst/>
                <a:gdLst>
                  <a:gd name="connsiteX0" fmla="*/ 397062 w 400002"/>
                  <a:gd name="connsiteY0" fmla="*/ 142018 h 278606"/>
                  <a:gd name="connsiteX1" fmla="*/ 363768 w 400002"/>
                  <a:gd name="connsiteY1" fmla="*/ 109252 h 278606"/>
                  <a:gd name="connsiteX2" fmla="*/ 323550 w 400002"/>
                  <a:gd name="connsiteY2" fmla="*/ 36862 h 278606"/>
                  <a:gd name="connsiteX3" fmla="*/ 316625 w 400002"/>
                  <a:gd name="connsiteY3" fmla="*/ 32766 h 278606"/>
                  <a:gd name="connsiteX4" fmla="*/ 249942 w 400002"/>
                  <a:gd name="connsiteY4" fmla="*/ 32766 h 278606"/>
                  <a:gd name="connsiteX5" fmla="*/ 249942 w 400002"/>
                  <a:gd name="connsiteY5" fmla="*/ 8192 h 278606"/>
                  <a:gd name="connsiteX6" fmla="*/ 241595 w 400002"/>
                  <a:gd name="connsiteY6" fmla="*/ 0 h 278606"/>
                  <a:gd name="connsiteX7" fmla="*/ 105479 w 400002"/>
                  <a:gd name="connsiteY7" fmla="*/ 0 h 278606"/>
                  <a:gd name="connsiteX8" fmla="*/ 103676 w 400002"/>
                  <a:gd name="connsiteY8" fmla="*/ 16383 h 278606"/>
                  <a:gd name="connsiteX9" fmla="*/ 233343 w 400002"/>
                  <a:gd name="connsiteY9" fmla="*/ 16383 h 278606"/>
                  <a:gd name="connsiteX10" fmla="*/ 233343 w 400002"/>
                  <a:gd name="connsiteY10" fmla="*/ 40958 h 278606"/>
                  <a:gd name="connsiteX11" fmla="*/ 234007 w 400002"/>
                  <a:gd name="connsiteY11" fmla="*/ 44196 h 278606"/>
                  <a:gd name="connsiteX12" fmla="*/ 234007 w 400002"/>
                  <a:gd name="connsiteY12" fmla="*/ 196596 h 278606"/>
                  <a:gd name="connsiteX13" fmla="*/ 16694 w 400002"/>
                  <a:gd name="connsiteY13" fmla="*/ 196596 h 278606"/>
                  <a:gd name="connsiteX14" fmla="*/ 16694 w 400002"/>
                  <a:gd name="connsiteY14" fmla="*/ 99060 h 278606"/>
                  <a:gd name="connsiteX15" fmla="*/ 1423 w 400002"/>
                  <a:gd name="connsiteY15" fmla="*/ 100394 h 278606"/>
                  <a:gd name="connsiteX16" fmla="*/ 0 w 400002"/>
                  <a:gd name="connsiteY16" fmla="*/ 100394 h 278606"/>
                  <a:gd name="connsiteX17" fmla="*/ 0 w 400002"/>
                  <a:gd name="connsiteY17" fmla="*/ 237649 h 278606"/>
                  <a:gd name="connsiteX18" fmla="*/ 8347 w 400002"/>
                  <a:gd name="connsiteY18" fmla="*/ 245840 h 278606"/>
                  <a:gd name="connsiteX19" fmla="*/ 42590 w 400002"/>
                  <a:gd name="connsiteY19" fmla="*/ 245840 h 278606"/>
                  <a:gd name="connsiteX20" fmla="*/ 83472 w 400002"/>
                  <a:gd name="connsiteY20" fmla="*/ 278606 h 278606"/>
                  <a:gd name="connsiteX21" fmla="*/ 124260 w 400002"/>
                  <a:gd name="connsiteY21" fmla="*/ 245840 h 278606"/>
                  <a:gd name="connsiteX22" fmla="*/ 276596 w 400002"/>
                  <a:gd name="connsiteY22" fmla="*/ 245840 h 278606"/>
                  <a:gd name="connsiteX23" fmla="*/ 317005 w 400002"/>
                  <a:gd name="connsiteY23" fmla="*/ 278606 h 278606"/>
                  <a:gd name="connsiteX24" fmla="*/ 357318 w 400002"/>
                  <a:gd name="connsiteY24" fmla="*/ 245840 h 278606"/>
                  <a:gd name="connsiteX25" fmla="*/ 391655 w 400002"/>
                  <a:gd name="connsiteY25" fmla="*/ 245840 h 278606"/>
                  <a:gd name="connsiteX26" fmla="*/ 400003 w 400002"/>
                  <a:gd name="connsiteY26" fmla="*/ 237649 h 278606"/>
                  <a:gd name="connsiteX27" fmla="*/ 400003 w 400002"/>
                  <a:gd name="connsiteY27" fmla="*/ 147542 h 278606"/>
                  <a:gd name="connsiteX28" fmla="*/ 397252 w 400002"/>
                  <a:gd name="connsiteY28" fmla="*/ 142113 h 278606"/>
                  <a:gd name="connsiteX29" fmla="*/ 42495 w 400002"/>
                  <a:gd name="connsiteY29" fmla="*/ 229457 h 278606"/>
                  <a:gd name="connsiteX30" fmla="*/ 16600 w 400002"/>
                  <a:gd name="connsiteY30" fmla="*/ 229457 h 278606"/>
                  <a:gd name="connsiteX31" fmla="*/ 16600 w 400002"/>
                  <a:gd name="connsiteY31" fmla="*/ 213074 h 278606"/>
                  <a:gd name="connsiteX32" fmla="*/ 49799 w 400002"/>
                  <a:gd name="connsiteY32" fmla="*/ 213074 h 278606"/>
                  <a:gd name="connsiteX33" fmla="*/ 42495 w 400002"/>
                  <a:gd name="connsiteY33" fmla="*/ 229457 h 278606"/>
                  <a:gd name="connsiteX34" fmla="*/ 83377 w 400002"/>
                  <a:gd name="connsiteY34" fmla="*/ 262223 h 278606"/>
                  <a:gd name="connsiteX35" fmla="*/ 58336 w 400002"/>
                  <a:gd name="connsiteY35" fmla="*/ 237649 h 278606"/>
                  <a:gd name="connsiteX36" fmla="*/ 83377 w 400002"/>
                  <a:gd name="connsiteY36" fmla="*/ 213074 h 278606"/>
                  <a:gd name="connsiteX37" fmla="*/ 108419 w 400002"/>
                  <a:gd name="connsiteY37" fmla="*/ 237649 h 278606"/>
                  <a:gd name="connsiteX38" fmla="*/ 83377 w 400002"/>
                  <a:gd name="connsiteY38" fmla="*/ 262223 h 278606"/>
                  <a:gd name="connsiteX39" fmla="*/ 276407 w 400002"/>
                  <a:gd name="connsiteY39" fmla="*/ 229457 h 278606"/>
                  <a:gd name="connsiteX40" fmla="*/ 124260 w 400002"/>
                  <a:gd name="connsiteY40" fmla="*/ 229457 h 278606"/>
                  <a:gd name="connsiteX41" fmla="*/ 116577 w 400002"/>
                  <a:gd name="connsiteY41" fmla="*/ 213074 h 278606"/>
                  <a:gd name="connsiteX42" fmla="*/ 283711 w 400002"/>
                  <a:gd name="connsiteY42" fmla="*/ 213074 h 278606"/>
                  <a:gd name="connsiteX43" fmla="*/ 276407 w 400002"/>
                  <a:gd name="connsiteY43" fmla="*/ 229457 h 278606"/>
                  <a:gd name="connsiteX44" fmla="*/ 341572 w 400002"/>
                  <a:gd name="connsiteY44" fmla="*/ 238030 h 278606"/>
                  <a:gd name="connsiteX45" fmla="*/ 316815 w 400002"/>
                  <a:gd name="connsiteY45" fmla="*/ 262223 h 278606"/>
                  <a:gd name="connsiteX46" fmla="*/ 292058 w 400002"/>
                  <a:gd name="connsiteY46" fmla="*/ 237649 h 278606"/>
                  <a:gd name="connsiteX47" fmla="*/ 316815 w 400002"/>
                  <a:gd name="connsiteY47" fmla="*/ 213074 h 278606"/>
                  <a:gd name="connsiteX48" fmla="*/ 341572 w 400002"/>
                  <a:gd name="connsiteY48" fmla="*/ 237268 h 278606"/>
                  <a:gd name="connsiteX49" fmla="*/ 341572 w 400002"/>
                  <a:gd name="connsiteY49" fmla="*/ 237649 h 278606"/>
                  <a:gd name="connsiteX50" fmla="*/ 341572 w 400002"/>
                  <a:gd name="connsiteY50" fmla="*/ 238030 h 278606"/>
                  <a:gd name="connsiteX51" fmla="*/ 383213 w 400002"/>
                  <a:gd name="connsiteY51" fmla="*/ 229457 h 278606"/>
                  <a:gd name="connsiteX52" fmla="*/ 357318 w 400002"/>
                  <a:gd name="connsiteY52" fmla="*/ 229457 h 278606"/>
                  <a:gd name="connsiteX53" fmla="*/ 349730 w 400002"/>
                  <a:gd name="connsiteY53" fmla="*/ 213074 h 278606"/>
                  <a:gd name="connsiteX54" fmla="*/ 383213 w 400002"/>
                  <a:gd name="connsiteY54" fmla="*/ 213074 h 278606"/>
                  <a:gd name="connsiteX55" fmla="*/ 383213 w 400002"/>
                  <a:gd name="connsiteY55" fmla="*/ 229457 h 278606"/>
                  <a:gd name="connsiteX56" fmla="*/ 383213 w 400002"/>
                  <a:gd name="connsiteY56" fmla="*/ 196691 h 278606"/>
                  <a:gd name="connsiteX57" fmla="*/ 250227 w 400002"/>
                  <a:gd name="connsiteY57" fmla="*/ 196691 h 278606"/>
                  <a:gd name="connsiteX58" fmla="*/ 250227 w 400002"/>
                  <a:gd name="connsiteY58" fmla="*/ 49149 h 278606"/>
                  <a:gd name="connsiteX59" fmla="*/ 310934 w 400002"/>
                  <a:gd name="connsiteY59" fmla="*/ 49149 h 278606"/>
                  <a:gd name="connsiteX60" fmla="*/ 349824 w 400002"/>
                  <a:gd name="connsiteY60" fmla="*/ 118777 h 278606"/>
                  <a:gd name="connsiteX61" fmla="*/ 351247 w 400002"/>
                  <a:gd name="connsiteY61" fmla="*/ 120110 h 278606"/>
                  <a:gd name="connsiteX62" fmla="*/ 383213 w 400002"/>
                  <a:gd name="connsiteY62" fmla="*/ 150114 h 278606"/>
                  <a:gd name="connsiteX63" fmla="*/ 383213 w 400002"/>
                  <a:gd name="connsiteY63" fmla="*/ 19659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00002" h="278606">
                    <a:moveTo>
                      <a:pt x="397062" y="142018"/>
                    </a:moveTo>
                    <a:lnTo>
                      <a:pt x="363768" y="109252"/>
                    </a:lnTo>
                    <a:lnTo>
                      <a:pt x="323550" y="36862"/>
                    </a:lnTo>
                    <a:cubicBezTo>
                      <a:pt x="322127" y="34100"/>
                      <a:pt x="319376" y="32766"/>
                      <a:pt x="316625" y="32766"/>
                    </a:cubicBezTo>
                    <a:lnTo>
                      <a:pt x="249942" y="32766"/>
                    </a:lnTo>
                    <a:lnTo>
                      <a:pt x="249942" y="8192"/>
                    </a:lnTo>
                    <a:cubicBezTo>
                      <a:pt x="249942" y="4096"/>
                      <a:pt x="245769" y="0"/>
                      <a:pt x="241595" y="0"/>
                    </a:cubicBezTo>
                    <a:lnTo>
                      <a:pt x="105479" y="0"/>
                    </a:lnTo>
                    <a:cubicBezTo>
                      <a:pt x="105384" y="5525"/>
                      <a:pt x="104720" y="11049"/>
                      <a:pt x="103676" y="16383"/>
                    </a:cubicBezTo>
                    <a:lnTo>
                      <a:pt x="233343" y="16383"/>
                    </a:lnTo>
                    <a:lnTo>
                      <a:pt x="233343" y="40958"/>
                    </a:lnTo>
                    <a:cubicBezTo>
                      <a:pt x="233343" y="42100"/>
                      <a:pt x="233627" y="43148"/>
                      <a:pt x="234007" y="44196"/>
                    </a:cubicBezTo>
                    <a:lnTo>
                      <a:pt x="234007" y="196596"/>
                    </a:lnTo>
                    <a:lnTo>
                      <a:pt x="16694" y="196596"/>
                    </a:lnTo>
                    <a:lnTo>
                      <a:pt x="16694" y="99060"/>
                    </a:lnTo>
                    <a:cubicBezTo>
                      <a:pt x="11667" y="99822"/>
                      <a:pt x="6640" y="100394"/>
                      <a:pt x="1423" y="100394"/>
                    </a:cubicBezTo>
                    <a:cubicBezTo>
                      <a:pt x="949" y="100394"/>
                      <a:pt x="474" y="100394"/>
                      <a:pt x="0" y="100394"/>
                    </a:cubicBezTo>
                    <a:lnTo>
                      <a:pt x="0" y="237649"/>
                    </a:lnTo>
                    <a:cubicBezTo>
                      <a:pt x="0" y="241744"/>
                      <a:pt x="2751" y="245840"/>
                      <a:pt x="8347" y="245840"/>
                    </a:cubicBezTo>
                    <a:lnTo>
                      <a:pt x="42590" y="245840"/>
                    </a:lnTo>
                    <a:cubicBezTo>
                      <a:pt x="46479" y="264033"/>
                      <a:pt x="62794" y="278606"/>
                      <a:pt x="83472" y="278606"/>
                    </a:cubicBezTo>
                    <a:cubicBezTo>
                      <a:pt x="102917" y="278606"/>
                      <a:pt x="120181" y="264033"/>
                      <a:pt x="124260" y="245840"/>
                    </a:cubicBezTo>
                    <a:lnTo>
                      <a:pt x="276596" y="245840"/>
                    </a:lnTo>
                    <a:cubicBezTo>
                      <a:pt x="280391" y="264033"/>
                      <a:pt x="296611" y="278606"/>
                      <a:pt x="317005" y="278606"/>
                    </a:cubicBezTo>
                    <a:cubicBezTo>
                      <a:pt x="336165" y="278606"/>
                      <a:pt x="353239" y="264033"/>
                      <a:pt x="357318" y="245840"/>
                    </a:cubicBezTo>
                    <a:lnTo>
                      <a:pt x="391655" y="245840"/>
                    </a:lnTo>
                    <a:cubicBezTo>
                      <a:pt x="395829" y="245840"/>
                      <a:pt x="400003" y="241744"/>
                      <a:pt x="400003" y="237649"/>
                    </a:cubicBezTo>
                    <a:lnTo>
                      <a:pt x="400003" y="147542"/>
                    </a:lnTo>
                    <a:cubicBezTo>
                      <a:pt x="400003" y="144780"/>
                      <a:pt x="398580" y="143446"/>
                      <a:pt x="397252" y="142113"/>
                    </a:cubicBezTo>
                    <a:close/>
                    <a:moveTo>
                      <a:pt x="42495" y="229457"/>
                    </a:moveTo>
                    <a:lnTo>
                      <a:pt x="16600" y="229457"/>
                    </a:lnTo>
                    <a:lnTo>
                      <a:pt x="16600" y="213074"/>
                    </a:lnTo>
                    <a:lnTo>
                      <a:pt x="49799" y="213074"/>
                    </a:lnTo>
                    <a:cubicBezTo>
                      <a:pt x="46194" y="217837"/>
                      <a:pt x="43633" y="223361"/>
                      <a:pt x="42495" y="229457"/>
                    </a:cubicBezTo>
                    <a:close/>
                    <a:moveTo>
                      <a:pt x="83377" y="262223"/>
                    </a:moveTo>
                    <a:cubicBezTo>
                      <a:pt x="69434" y="262223"/>
                      <a:pt x="58336" y="251269"/>
                      <a:pt x="58336" y="237649"/>
                    </a:cubicBezTo>
                    <a:cubicBezTo>
                      <a:pt x="58336" y="224028"/>
                      <a:pt x="69434" y="213074"/>
                      <a:pt x="83377" y="213074"/>
                    </a:cubicBezTo>
                    <a:cubicBezTo>
                      <a:pt x="95898" y="213074"/>
                      <a:pt x="108419" y="224028"/>
                      <a:pt x="108419" y="237649"/>
                    </a:cubicBezTo>
                    <a:cubicBezTo>
                      <a:pt x="108419" y="251269"/>
                      <a:pt x="95898" y="262223"/>
                      <a:pt x="83377" y="262223"/>
                    </a:cubicBezTo>
                    <a:close/>
                    <a:moveTo>
                      <a:pt x="276407" y="229457"/>
                    </a:moveTo>
                    <a:lnTo>
                      <a:pt x="124260" y="229457"/>
                    </a:lnTo>
                    <a:cubicBezTo>
                      <a:pt x="123027" y="223361"/>
                      <a:pt x="120276" y="217837"/>
                      <a:pt x="116577" y="213074"/>
                    </a:cubicBezTo>
                    <a:lnTo>
                      <a:pt x="283711" y="213074"/>
                    </a:lnTo>
                    <a:cubicBezTo>
                      <a:pt x="280201" y="217837"/>
                      <a:pt x="277640" y="223361"/>
                      <a:pt x="276407" y="229457"/>
                    </a:cubicBezTo>
                    <a:close/>
                    <a:moveTo>
                      <a:pt x="341572" y="238030"/>
                    </a:moveTo>
                    <a:cubicBezTo>
                      <a:pt x="341382" y="251555"/>
                      <a:pt x="329146" y="262223"/>
                      <a:pt x="316815" y="262223"/>
                    </a:cubicBezTo>
                    <a:cubicBezTo>
                      <a:pt x="303061" y="262223"/>
                      <a:pt x="292058" y="251269"/>
                      <a:pt x="292058" y="237649"/>
                    </a:cubicBezTo>
                    <a:cubicBezTo>
                      <a:pt x="292058" y="224028"/>
                      <a:pt x="303061" y="213074"/>
                      <a:pt x="316815" y="213074"/>
                    </a:cubicBezTo>
                    <a:cubicBezTo>
                      <a:pt x="329051" y="213074"/>
                      <a:pt x="341288" y="223838"/>
                      <a:pt x="341572" y="237268"/>
                    </a:cubicBezTo>
                    <a:cubicBezTo>
                      <a:pt x="341572" y="237363"/>
                      <a:pt x="341572" y="237458"/>
                      <a:pt x="341572" y="237649"/>
                    </a:cubicBezTo>
                    <a:cubicBezTo>
                      <a:pt x="341572" y="237839"/>
                      <a:pt x="341572" y="237839"/>
                      <a:pt x="341572" y="238030"/>
                    </a:cubicBezTo>
                    <a:close/>
                    <a:moveTo>
                      <a:pt x="383213" y="229457"/>
                    </a:moveTo>
                    <a:lnTo>
                      <a:pt x="357318" y="229457"/>
                    </a:lnTo>
                    <a:cubicBezTo>
                      <a:pt x="356085" y="223361"/>
                      <a:pt x="353334" y="217837"/>
                      <a:pt x="349730" y="213074"/>
                    </a:cubicBezTo>
                    <a:lnTo>
                      <a:pt x="383213" y="213074"/>
                    </a:lnTo>
                    <a:lnTo>
                      <a:pt x="383213" y="229457"/>
                    </a:lnTo>
                    <a:close/>
                    <a:moveTo>
                      <a:pt x="383213" y="196691"/>
                    </a:moveTo>
                    <a:lnTo>
                      <a:pt x="250227" y="196691"/>
                    </a:lnTo>
                    <a:lnTo>
                      <a:pt x="250227" y="49149"/>
                    </a:lnTo>
                    <a:lnTo>
                      <a:pt x="310934" y="49149"/>
                    </a:lnTo>
                    <a:lnTo>
                      <a:pt x="349824" y="118777"/>
                    </a:lnTo>
                    <a:cubicBezTo>
                      <a:pt x="351247" y="118777"/>
                      <a:pt x="351247" y="120110"/>
                      <a:pt x="351247" y="120110"/>
                    </a:cubicBezTo>
                    <a:lnTo>
                      <a:pt x="383213" y="150114"/>
                    </a:lnTo>
                    <a:lnTo>
                      <a:pt x="383213" y="196596"/>
                    </a:lnTo>
                    <a:close/>
                  </a:path>
                </a:pathLst>
              </a:custGeom>
              <a:solidFill>
                <a:schemeClr val="bg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93E622B2-81C3-D911-CC4D-1596EA1782AB}"/>
                  </a:ext>
                </a:extLst>
              </p:cNvPr>
              <p:cNvSpPr/>
              <p:nvPr/>
            </p:nvSpPr>
            <p:spPr>
              <a:xfrm>
                <a:off x="9063310" y="2169906"/>
                <a:ext cx="66079" cy="65532"/>
              </a:xfrm>
              <a:custGeom>
                <a:avLst/>
                <a:gdLst>
                  <a:gd name="connsiteX0" fmla="*/ 40503 w 66079"/>
                  <a:gd name="connsiteY0" fmla="*/ 4096 h 65532"/>
                  <a:gd name="connsiteX1" fmla="*/ 33484 w 66079"/>
                  <a:gd name="connsiteY1" fmla="*/ 0 h 65532"/>
                  <a:gd name="connsiteX2" fmla="*/ 8347 w 66079"/>
                  <a:gd name="connsiteY2" fmla="*/ 0 h 65532"/>
                  <a:gd name="connsiteX3" fmla="*/ 0 w 66079"/>
                  <a:gd name="connsiteY3" fmla="*/ 8192 h 65532"/>
                  <a:gd name="connsiteX4" fmla="*/ 8347 w 66079"/>
                  <a:gd name="connsiteY4" fmla="*/ 16383 h 65532"/>
                  <a:gd name="connsiteX5" fmla="*/ 27887 w 66079"/>
                  <a:gd name="connsiteY5" fmla="*/ 16383 h 65532"/>
                  <a:gd name="connsiteX6" fmla="*/ 50273 w 66079"/>
                  <a:gd name="connsiteY6" fmla="*/ 61436 h 65532"/>
                  <a:gd name="connsiteX7" fmla="*/ 58620 w 66079"/>
                  <a:gd name="connsiteY7" fmla="*/ 65532 h 65532"/>
                  <a:gd name="connsiteX8" fmla="*/ 61371 w 66079"/>
                  <a:gd name="connsiteY8" fmla="*/ 64199 h 65532"/>
                  <a:gd name="connsiteX9" fmla="*/ 65545 w 66079"/>
                  <a:gd name="connsiteY9" fmla="*/ 53245 h 65532"/>
                  <a:gd name="connsiteX10" fmla="*/ 40408 w 66079"/>
                  <a:gd name="connsiteY10" fmla="*/ 4096 h 6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079" h="65532">
                    <a:moveTo>
                      <a:pt x="40503" y="4096"/>
                    </a:moveTo>
                    <a:cubicBezTo>
                      <a:pt x="39080" y="1333"/>
                      <a:pt x="36329" y="0"/>
                      <a:pt x="33484" y="0"/>
                    </a:cubicBezTo>
                    <a:lnTo>
                      <a:pt x="8347" y="0"/>
                    </a:lnTo>
                    <a:cubicBezTo>
                      <a:pt x="2751" y="0"/>
                      <a:pt x="0" y="4096"/>
                      <a:pt x="0" y="8192"/>
                    </a:cubicBezTo>
                    <a:cubicBezTo>
                      <a:pt x="0" y="12287"/>
                      <a:pt x="2751" y="16383"/>
                      <a:pt x="8347" y="16383"/>
                    </a:cubicBezTo>
                    <a:lnTo>
                      <a:pt x="27887" y="16383"/>
                    </a:lnTo>
                    <a:lnTo>
                      <a:pt x="50273" y="61436"/>
                    </a:lnTo>
                    <a:cubicBezTo>
                      <a:pt x="51696" y="64199"/>
                      <a:pt x="54447" y="65532"/>
                      <a:pt x="58620" y="65532"/>
                    </a:cubicBezTo>
                    <a:cubicBezTo>
                      <a:pt x="58620" y="65532"/>
                      <a:pt x="60043" y="65532"/>
                      <a:pt x="61371" y="64199"/>
                    </a:cubicBezTo>
                    <a:cubicBezTo>
                      <a:pt x="65545" y="62865"/>
                      <a:pt x="66967" y="57341"/>
                      <a:pt x="65545" y="53245"/>
                    </a:cubicBezTo>
                    <a:lnTo>
                      <a:pt x="40408" y="4096"/>
                    </a:lnTo>
                    <a:close/>
                  </a:path>
                </a:pathLst>
              </a:custGeom>
              <a:solidFill>
                <a:schemeClr val="bg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B5C6929C-2D00-E9D1-8A76-3DC38EFF0127}"/>
                </a:ext>
              </a:extLst>
            </p:cNvPr>
            <p:cNvSpPr/>
            <p:nvPr/>
          </p:nvSpPr>
          <p:spPr>
            <a:xfrm>
              <a:off x="10222991" y="1849920"/>
              <a:ext cx="179844" cy="317944"/>
            </a:xfrm>
            <a:custGeom>
              <a:avLst/>
              <a:gdLst>
                <a:gd name="connsiteX0" fmla="*/ 89922 w 179844"/>
                <a:gd name="connsiteY0" fmla="*/ 176594 h 317944"/>
                <a:gd name="connsiteX1" fmla="*/ 179845 w 179844"/>
                <a:gd name="connsiteY1" fmla="*/ 88297 h 317944"/>
                <a:gd name="connsiteX2" fmla="*/ 89922 w 179844"/>
                <a:gd name="connsiteY2" fmla="*/ 0 h 317944"/>
                <a:gd name="connsiteX3" fmla="*/ 0 w 179844"/>
                <a:gd name="connsiteY3" fmla="*/ 88297 h 317944"/>
                <a:gd name="connsiteX4" fmla="*/ 89922 w 179844"/>
                <a:gd name="connsiteY4" fmla="*/ 176594 h 317944"/>
                <a:gd name="connsiteX5" fmla="*/ 89922 w 179844"/>
                <a:gd name="connsiteY5" fmla="*/ 17621 h 317944"/>
                <a:gd name="connsiteX6" fmla="*/ 161822 w 179844"/>
                <a:gd name="connsiteY6" fmla="*/ 88297 h 317944"/>
                <a:gd name="connsiteX7" fmla="*/ 89922 w 179844"/>
                <a:gd name="connsiteY7" fmla="*/ 158972 h 317944"/>
                <a:gd name="connsiteX8" fmla="*/ 18022 w 179844"/>
                <a:gd name="connsiteY8" fmla="*/ 88297 h 317944"/>
                <a:gd name="connsiteX9" fmla="*/ 89922 w 179844"/>
                <a:gd name="connsiteY9" fmla="*/ 17621 h 317944"/>
                <a:gd name="connsiteX10" fmla="*/ 72279 w 179844"/>
                <a:gd name="connsiteY10" fmla="*/ 97155 h 317944"/>
                <a:gd name="connsiteX11" fmla="*/ 72279 w 179844"/>
                <a:gd name="connsiteY11" fmla="*/ 44196 h 317944"/>
                <a:gd name="connsiteX12" fmla="*/ 81196 w 179844"/>
                <a:gd name="connsiteY12" fmla="*/ 35338 h 317944"/>
                <a:gd name="connsiteX13" fmla="*/ 90112 w 179844"/>
                <a:gd name="connsiteY13" fmla="*/ 44196 h 317944"/>
                <a:gd name="connsiteX14" fmla="*/ 90112 w 179844"/>
                <a:gd name="connsiteY14" fmla="*/ 88392 h 317944"/>
                <a:gd name="connsiteX15" fmla="*/ 116956 w 179844"/>
                <a:gd name="connsiteY15" fmla="*/ 88392 h 317944"/>
                <a:gd name="connsiteX16" fmla="*/ 125872 w 179844"/>
                <a:gd name="connsiteY16" fmla="*/ 97250 h 317944"/>
                <a:gd name="connsiteX17" fmla="*/ 116956 w 179844"/>
                <a:gd name="connsiteY17" fmla="*/ 106109 h 317944"/>
                <a:gd name="connsiteX18" fmla="*/ 81101 w 179844"/>
                <a:gd name="connsiteY18" fmla="*/ 106109 h 317944"/>
                <a:gd name="connsiteX19" fmla="*/ 72184 w 179844"/>
                <a:gd name="connsiteY19" fmla="*/ 97250 h 317944"/>
                <a:gd name="connsiteX20" fmla="*/ 72279 w 179844"/>
                <a:gd name="connsiteY20" fmla="*/ 238411 h 317944"/>
                <a:gd name="connsiteX21" fmla="*/ 63268 w 179844"/>
                <a:gd name="connsiteY21" fmla="*/ 247269 h 317944"/>
                <a:gd name="connsiteX22" fmla="*/ 9011 w 179844"/>
                <a:gd name="connsiteY22" fmla="*/ 247269 h 317944"/>
                <a:gd name="connsiteX23" fmla="*/ 0 w 179844"/>
                <a:gd name="connsiteY23" fmla="*/ 238411 h 317944"/>
                <a:gd name="connsiteX24" fmla="*/ 9011 w 179844"/>
                <a:gd name="connsiteY24" fmla="*/ 229553 h 317944"/>
                <a:gd name="connsiteX25" fmla="*/ 63268 w 179844"/>
                <a:gd name="connsiteY25" fmla="*/ 229553 h 317944"/>
                <a:gd name="connsiteX26" fmla="*/ 72279 w 179844"/>
                <a:gd name="connsiteY26" fmla="*/ 238411 h 317944"/>
                <a:gd name="connsiteX27" fmla="*/ 72279 w 179844"/>
                <a:gd name="connsiteY27" fmla="*/ 273749 h 317944"/>
                <a:gd name="connsiteX28" fmla="*/ 63268 w 179844"/>
                <a:gd name="connsiteY28" fmla="*/ 282607 h 317944"/>
                <a:gd name="connsiteX29" fmla="*/ 36329 w 179844"/>
                <a:gd name="connsiteY29" fmla="*/ 282607 h 317944"/>
                <a:gd name="connsiteX30" fmla="*/ 27318 w 179844"/>
                <a:gd name="connsiteY30" fmla="*/ 273749 h 317944"/>
                <a:gd name="connsiteX31" fmla="*/ 36329 w 179844"/>
                <a:gd name="connsiteY31" fmla="*/ 264890 h 317944"/>
                <a:gd name="connsiteX32" fmla="*/ 63268 w 179844"/>
                <a:gd name="connsiteY32" fmla="*/ 264890 h 317944"/>
                <a:gd name="connsiteX33" fmla="*/ 72279 w 179844"/>
                <a:gd name="connsiteY33" fmla="*/ 273749 h 317944"/>
                <a:gd name="connsiteX34" fmla="*/ 72279 w 179844"/>
                <a:gd name="connsiteY34" fmla="*/ 309086 h 317944"/>
                <a:gd name="connsiteX35" fmla="*/ 63173 w 179844"/>
                <a:gd name="connsiteY35" fmla="*/ 317945 h 317944"/>
                <a:gd name="connsiteX36" fmla="*/ 54067 w 179844"/>
                <a:gd name="connsiteY36" fmla="*/ 317945 h 317944"/>
                <a:gd name="connsiteX37" fmla="*/ 44961 w 179844"/>
                <a:gd name="connsiteY37" fmla="*/ 309086 h 317944"/>
                <a:gd name="connsiteX38" fmla="*/ 54067 w 179844"/>
                <a:gd name="connsiteY38" fmla="*/ 300228 h 317944"/>
                <a:gd name="connsiteX39" fmla="*/ 63173 w 179844"/>
                <a:gd name="connsiteY39" fmla="*/ 300228 h 317944"/>
                <a:gd name="connsiteX40" fmla="*/ 72279 w 179844"/>
                <a:gd name="connsiteY40" fmla="*/ 309086 h 317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9844" h="317944">
                  <a:moveTo>
                    <a:pt x="89922" y="176594"/>
                  </a:moveTo>
                  <a:cubicBezTo>
                    <a:pt x="137824" y="176594"/>
                    <a:pt x="179845" y="135350"/>
                    <a:pt x="179845" y="88297"/>
                  </a:cubicBezTo>
                  <a:cubicBezTo>
                    <a:pt x="179845" y="41243"/>
                    <a:pt x="137919" y="0"/>
                    <a:pt x="89922" y="0"/>
                  </a:cubicBezTo>
                  <a:cubicBezTo>
                    <a:pt x="41926" y="0"/>
                    <a:pt x="0" y="39719"/>
                    <a:pt x="0" y="88297"/>
                  </a:cubicBezTo>
                  <a:cubicBezTo>
                    <a:pt x="0" y="136874"/>
                    <a:pt x="40503" y="176594"/>
                    <a:pt x="89922" y="176594"/>
                  </a:cubicBezTo>
                  <a:close/>
                  <a:moveTo>
                    <a:pt x="89922" y="17621"/>
                  </a:moveTo>
                  <a:cubicBezTo>
                    <a:pt x="128908" y="17621"/>
                    <a:pt x="161822" y="50006"/>
                    <a:pt x="161822" y="88297"/>
                  </a:cubicBezTo>
                  <a:cubicBezTo>
                    <a:pt x="161822" y="126587"/>
                    <a:pt x="128813" y="158972"/>
                    <a:pt x="89922" y="158972"/>
                  </a:cubicBezTo>
                  <a:cubicBezTo>
                    <a:pt x="51032" y="158972"/>
                    <a:pt x="18022" y="126587"/>
                    <a:pt x="18022" y="88297"/>
                  </a:cubicBezTo>
                  <a:cubicBezTo>
                    <a:pt x="18022" y="50006"/>
                    <a:pt x="51032" y="17621"/>
                    <a:pt x="89922" y="17621"/>
                  </a:cubicBezTo>
                  <a:close/>
                  <a:moveTo>
                    <a:pt x="72279" y="97155"/>
                  </a:moveTo>
                  <a:lnTo>
                    <a:pt x="72279" y="44196"/>
                  </a:lnTo>
                  <a:cubicBezTo>
                    <a:pt x="72279" y="38291"/>
                    <a:pt x="75220" y="35338"/>
                    <a:pt x="81196" y="35338"/>
                  </a:cubicBezTo>
                  <a:cubicBezTo>
                    <a:pt x="85654" y="35338"/>
                    <a:pt x="90112" y="38291"/>
                    <a:pt x="90112" y="44196"/>
                  </a:cubicBezTo>
                  <a:lnTo>
                    <a:pt x="90112" y="88392"/>
                  </a:lnTo>
                  <a:lnTo>
                    <a:pt x="116956" y="88392"/>
                  </a:lnTo>
                  <a:cubicBezTo>
                    <a:pt x="121414" y="88392"/>
                    <a:pt x="125872" y="91345"/>
                    <a:pt x="125872" y="97250"/>
                  </a:cubicBezTo>
                  <a:cubicBezTo>
                    <a:pt x="125872" y="101632"/>
                    <a:pt x="121414" y="106109"/>
                    <a:pt x="116956" y="106109"/>
                  </a:cubicBezTo>
                  <a:lnTo>
                    <a:pt x="81101" y="106109"/>
                  </a:lnTo>
                  <a:cubicBezTo>
                    <a:pt x="75125" y="106109"/>
                    <a:pt x="72184" y="101727"/>
                    <a:pt x="72184" y="97250"/>
                  </a:cubicBezTo>
                  <a:close/>
                  <a:moveTo>
                    <a:pt x="72279" y="238411"/>
                  </a:moveTo>
                  <a:cubicBezTo>
                    <a:pt x="72279" y="242792"/>
                    <a:pt x="67726" y="247269"/>
                    <a:pt x="63268" y="247269"/>
                  </a:cubicBezTo>
                  <a:lnTo>
                    <a:pt x="9011" y="247269"/>
                  </a:lnTo>
                  <a:cubicBezTo>
                    <a:pt x="2941" y="247269"/>
                    <a:pt x="0" y="242888"/>
                    <a:pt x="0" y="238411"/>
                  </a:cubicBezTo>
                  <a:cubicBezTo>
                    <a:pt x="0" y="232505"/>
                    <a:pt x="3035" y="229553"/>
                    <a:pt x="9011" y="229553"/>
                  </a:cubicBezTo>
                  <a:lnTo>
                    <a:pt x="63268" y="229553"/>
                  </a:lnTo>
                  <a:cubicBezTo>
                    <a:pt x="67821" y="229553"/>
                    <a:pt x="72279" y="232505"/>
                    <a:pt x="72279" y="238411"/>
                  </a:cubicBezTo>
                  <a:close/>
                  <a:moveTo>
                    <a:pt x="72279" y="273749"/>
                  </a:moveTo>
                  <a:cubicBezTo>
                    <a:pt x="72279" y="278130"/>
                    <a:pt x="67821" y="282607"/>
                    <a:pt x="63268" y="282607"/>
                  </a:cubicBezTo>
                  <a:lnTo>
                    <a:pt x="36329" y="282607"/>
                  </a:lnTo>
                  <a:cubicBezTo>
                    <a:pt x="30354" y="282607"/>
                    <a:pt x="27318" y="278225"/>
                    <a:pt x="27318" y="273749"/>
                  </a:cubicBezTo>
                  <a:cubicBezTo>
                    <a:pt x="27318" y="267843"/>
                    <a:pt x="30354" y="264890"/>
                    <a:pt x="36329" y="264890"/>
                  </a:cubicBezTo>
                  <a:lnTo>
                    <a:pt x="63268" y="264890"/>
                  </a:lnTo>
                  <a:cubicBezTo>
                    <a:pt x="67726" y="264890"/>
                    <a:pt x="72279" y="267843"/>
                    <a:pt x="72279" y="273749"/>
                  </a:cubicBezTo>
                  <a:close/>
                  <a:moveTo>
                    <a:pt x="72279" y="309086"/>
                  </a:moveTo>
                  <a:cubicBezTo>
                    <a:pt x="72279" y="313468"/>
                    <a:pt x="67726" y="317945"/>
                    <a:pt x="63173" y="317945"/>
                  </a:cubicBezTo>
                  <a:lnTo>
                    <a:pt x="54067" y="317945"/>
                  </a:lnTo>
                  <a:cubicBezTo>
                    <a:pt x="47997" y="317945"/>
                    <a:pt x="44961" y="313563"/>
                    <a:pt x="44961" y="309086"/>
                  </a:cubicBezTo>
                  <a:cubicBezTo>
                    <a:pt x="44961" y="303181"/>
                    <a:pt x="49514" y="300228"/>
                    <a:pt x="54067" y="300228"/>
                  </a:cubicBezTo>
                  <a:lnTo>
                    <a:pt x="63173" y="300228"/>
                  </a:lnTo>
                  <a:cubicBezTo>
                    <a:pt x="67726" y="300228"/>
                    <a:pt x="72279" y="304610"/>
                    <a:pt x="72279" y="309086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141" name="Graphic 139">
            <a:extLst>
              <a:ext uri="{FF2B5EF4-FFF2-40B4-BE49-F238E27FC236}">
                <a16:creationId xmlns:a16="http://schemas.microsoft.com/office/drawing/2014/main" id="{C6AFF52B-3E19-BA58-A837-CCC095419E1F}"/>
              </a:ext>
            </a:extLst>
          </p:cNvPr>
          <p:cNvSpPr/>
          <p:nvPr/>
        </p:nvSpPr>
        <p:spPr>
          <a:xfrm>
            <a:off x="10431626" y="929040"/>
            <a:ext cx="420989" cy="370205"/>
          </a:xfrm>
          <a:custGeom>
            <a:avLst/>
            <a:gdLst>
              <a:gd name="connsiteX0" fmla="*/ 164004 w 315392"/>
              <a:gd name="connsiteY0" fmla="*/ 145330 h 277346"/>
              <a:gd name="connsiteX1" fmla="*/ 58905 w 315392"/>
              <a:gd name="connsiteY1" fmla="*/ 145330 h 277346"/>
              <a:gd name="connsiteX2" fmla="*/ 52360 w 315392"/>
              <a:gd name="connsiteY2" fmla="*/ 151998 h 277346"/>
              <a:gd name="connsiteX3" fmla="*/ 52360 w 315392"/>
              <a:gd name="connsiteY3" fmla="*/ 231436 h 277346"/>
              <a:gd name="connsiteX4" fmla="*/ 58905 w 315392"/>
              <a:gd name="connsiteY4" fmla="*/ 238104 h 277346"/>
              <a:gd name="connsiteX5" fmla="*/ 164004 w 315392"/>
              <a:gd name="connsiteY5" fmla="*/ 238104 h 277346"/>
              <a:gd name="connsiteX6" fmla="*/ 170549 w 315392"/>
              <a:gd name="connsiteY6" fmla="*/ 231436 h 277346"/>
              <a:gd name="connsiteX7" fmla="*/ 170549 w 315392"/>
              <a:gd name="connsiteY7" fmla="*/ 151998 h 277346"/>
              <a:gd name="connsiteX8" fmla="*/ 164004 w 315392"/>
              <a:gd name="connsiteY8" fmla="*/ 145330 h 277346"/>
              <a:gd name="connsiteX9" fmla="*/ 157459 w 315392"/>
              <a:gd name="connsiteY9" fmla="*/ 224769 h 277346"/>
              <a:gd name="connsiteX10" fmla="*/ 65545 w 315392"/>
              <a:gd name="connsiteY10" fmla="*/ 224769 h 277346"/>
              <a:gd name="connsiteX11" fmla="*/ 65545 w 315392"/>
              <a:gd name="connsiteY11" fmla="*/ 158570 h 277346"/>
              <a:gd name="connsiteX12" fmla="*/ 157459 w 315392"/>
              <a:gd name="connsiteY12" fmla="*/ 158570 h 277346"/>
              <a:gd name="connsiteX13" fmla="*/ 157459 w 315392"/>
              <a:gd name="connsiteY13" fmla="*/ 224769 h 277346"/>
              <a:gd name="connsiteX14" fmla="*/ 314254 w 315392"/>
              <a:gd name="connsiteY14" fmla="*/ 56748 h 277346"/>
              <a:gd name="connsiteX15" fmla="*/ 287979 w 315392"/>
              <a:gd name="connsiteY15" fmla="*/ 3979 h 277346"/>
              <a:gd name="connsiteX16" fmla="*/ 282478 w 315392"/>
              <a:gd name="connsiteY16" fmla="*/ 646 h 277346"/>
              <a:gd name="connsiteX17" fmla="*/ 232774 w 315392"/>
              <a:gd name="connsiteY17" fmla="*/ 646 h 277346"/>
              <a:gd name="connsiteX18" fmla="*/ 227746 w 315392"/>
              <a:gd name="connsiteY18" fmla="*/ 265 h 277346"/>
              <a:gd name="connsiteX19" fmla="*/ 227082 w 315392"/>
              <a:gd name="connsiteY19" fmla="*/ 646 h 277346"/>
              <a:gd name="connsiteX20" fmla="*/ 87646 w 315392"/>
              <a:gd name="connsiteY20" fmla="*/ 646 h 277346"/>
              <a:gd name="connsiteX21" fmla="*/ 86792 w 315392"/>
              <a:gd name="connsiteY21" fmla="*/ 265 h 277346"/>
              <a:gd name="connsiteX22" fmla="*/ 82524 w 315392"/>
              <a:gd name="connsiteY22" fmla="*/ 646 h 277346"/>
              <a:gd name="connsiteX23" fmla="*/ 32820 w 315392"/>
              <a:gd name="connsiteY23" fmla="*/ 646 h 277346"/>
              <a:gd name="connsiteX24" fmla="*/ 26275 w 315392"/>
              <a:gd name="connsiteY24" fmla="*/ 3979 h 277346"/>
              <a:gd name="connsiteX25" fmla="*/ 0 w 315392"/>
              <a:gd name="connsiteY25" fmla="*/ 56843 h 277346"/>
              <a:gd name="connsiteX26" fmla="*/ 95 w 315392"/>
              <a:gd name="connsiteY26" fmla="*/ 59510 h 277346"/>
              <a:gd name="connsiteX27" fmla="*/ 0 w 315392"/>
              <a:gd name="connsiteY27" fmla="*/ 59986 h 277346"/>
              <a:gd name="connsiteX28" fmla="*/ 0 w 315392"/>
              <a:gd name="connsiteY28" fmla="*/ 73226 h 277346"/>
              <a:gd name="connsiteX29" fmla="*/ 26559 w 315392"/>
              <a:gd name="connsiteY29" fmla="*/ 114946 h 277346"/>
              <a:gd name="connsiteX30" fmla="*/ 26559 w 315392"/>
              <a:gd name="connsiteY30" fmla="*/ 270775 h 277346"/>
              <a:gd name="connsiteX31" fmla="*/ 33104 w 315392"/>
              <a:gd name="connsiteY31" fmla="*/ 277347 h 277346"/>
              <a:gd name="connsiteX32" fmla="*/ 282288 w 315392"/>
              <a:gd name="connsiteY32" fmla="*/ 277347 h 277346"/>
              <a:gd name="connsiteX33" fmla="*/ 288833 w 315392"/>
              <a:gd name="connsiteY33" fmla="*/ 270775 h 277346"/>
              <a:gd name="connsiteX34" fmla="*/ 288833 w 315392"/>
              <a:gd name="connsiteY34" fmla="*/ 114946 h 277346"/>
              <a:gd name="connsiteX35" fmla="*/ 315392 w 315392"/>
              <a:gd name="connsiteY35" fmla="*/ 73226 h 277346"/>
              <a:gd name="connsiteX36" fmla="*/ 315392 w 315392"/>
              <a:gd name="connsiteY36" fmla="*/ 59986 h 277346"/>
              <a:gd name="connsiteX37" fmla="*/ 314254 w 315392"/>
              <a:gd name="connsiteY37" fmla="*/ 56748 h 277346"/>
              <a:gd name="connsiteX38" fmla="*/ 236568 w 315392"/>
              <a:gd name="connsiteY38" fmla="*/ 97801 h 277346"/>
              <a:gd name="connsiteX39" fmla="*/ 197108 w 315392"/>
              <a:gd name="connsiteY39" fmla="*/ 119518 h 277346"/>
              <a:gd name="connsiteX40" fmla="*/ 164004 w 315392"/>
              <a:gd name="connsiteY40" fmla="*/ 105802 h 277346"/>
              <a:gd name="connsiteX41" fmla="*/ 164004 w 315392"/>
              <a:gd name="connsiteY41" fmla="*/ 66749 h 277346"/>
              <a:gd name="connsiteX42" fmla="*/ 236568 w 315392"/>
              <a:gd name="connsiteY42" fmla="*/ 66749 h 277346"/>
              <a:gd name="connsiteX43" fmla="*/ 236568 w 315392"/>
              <a:gd name="connsiteY43" fmla="*/ 97896 h 277346"/>
              <a:gd name="connsiteX44" fmla="*/ 79014 w 315392"/>
              <a:gd name="connsiteY44" fmla="*/ 66654 h 277346"/>
              <a:gd name="connsiteX45" fmla="*/ 151388 w 315392"/>
              <a:gd name="connsiteY45" fmla="*/ 66654 h 277346"/>
              <a:gd name="connsiteX46" fmla="*/ 151388 w 315392"/>
              <a:gd name="connsiteY46" fmla="*/ 104754 h 277346"/>
              <a:gd name="connsiteX47" fmla="*/ 118284 w 315392"/>
              <a:gd name="connsiteY47" fmla="*/ 119422 h 277346"/>
              <a:gd name="connsiteX48" fmla="*/ 79014 w 315392"/>
              <a:gd name="connsiteY48" fmla="*/ 97991 h 277346"/>
              <a:gd name="connsiteX49" fmla="*/ 79014 w 315392"/>
              <a:gd name="connsiteY49" fmla="*/ 66654 h 277346"/>
              <a:gd name="connsiteX50" fmla="*/ 224901 w 315392"/>
              <a:gd name="connsiteY50" fmla="*/ 13885 h 277346"/>
              <a:gd name="connsiteX51" fmla="*/ 234671 w 315392"/>
              <a:gd name="connsiteY51" fmla="*/ 53319 h 277346"/>
              <a:gd name="connsiteX52" fmla="*/ 164004 w 315392"/>
              <a:gd name="connsiteY52" fmla="*/ 53319 h 277346"/>
              <a:gd name="connsiteX53" fmla="*/ 164004 w 315392"/>
              <a:gd name="connsiteY53" fmla="*/ 13885 h 277346"/>
              <a:gd name="connsiteX54" fmla="*/ 224901 w 315392"/>
              <a:gd name="connsiteY54" fmla="*/ 13885 h 277346"/>
              <a:gd name="connsiteX55" fmla="*/ 151388 w 315392"/>
              <a:gd name="connsiteY55" fmla="*/ 53319 h 277346"/>
              <a:gd name="connsiteX56" fmla="*/ 80911 w 315392"/>
              <a:gd name="connsiteY56" fmla="*/ 53319 h 277346"/>
              <a:gd name="connsiteX57" fmla="*/ 90871 w 315392"/>
              <a:gd name="connsiteY57" fmla="*/ 13885 h 277346"/>
              <a:gd name="connsiteX58" fmla="*/ 151483 w 315392"/>
              <a:gd name="connsiteY58" fmla="*/ 13885 h 277346"/>
              <a:gd name="connsiteX59" fmla="*/ 151483 w 315392"/>
              <a:gd name="connsiteY59" fmla="*/ 53319 h 277346"/>
              <a:gd name="connsiteX60" fmla="*/ 297844 w 315392"/>
              <a:gd name="connsiteY60" fmla="*/ 53319 h 277346"/>
              <a:gd name="connsiteX61" fmla="*/ 248614 w 315392"/>
              <a:gd name="connsiteY61" fmla="*/ 53319 h 277346"/>
              <a:gd name="connsiteX62" fmla="*/ 238844 w 315392"/>
              <a:gd name="connsiteY62" fmla="*/ 13885 h 277346"/>
              <a:gd name="connsiteX63" fmla="*/ 278209 w 315392"/>
              <a:gd name="connsiteY63" fmla="*/ 13885 h 277346"/>
              <a:gd name="connsiteX64" fmla="*/ 297844 w 315392"/>
              <a:gd name="connsiteY64" fmla="*/ 53319 h 277346"/>
              <a:gd name="connsiteX65" fmla="*/ 37183 w 315392"/>
              <a:gd name="connsiteY65" fmla="*/ 13885 h 277346"/>
              <a:gd name="connsiteX66" fmla="*/ 76643 w 315392"/>
              <a:gd name="connsiteY66" fmla="*/ 13885 h 277346"/>
              <a:gd name="connsiteX67" fmla="*/ 66683 w 315392"/>
              <a:gd name="connsiteY67" fmla="*/ 53319 h 277346"/>
              <a:gd name="connsiteX68" fmla="*/ 17453 w 315392"/>
              <a:gd name="connsiteY68" fmla="*/ 53319 h 277346"/>
              <a:gd name="connsiteX69" fmla="*/ 37088 w 315392"/>
              <a:gd name="connsiteY69" fmla="*/ 13885 h 277346"/>
              <a:gd name="connsiteX70" fmla="*/ 13090 w 315392"/>
              <a:gd name="connsiteY70" fmla="*/ 73131 h 277346"/>
              <a:gd name="connsiteX71" fmla="*/ 13090 w 315392"/>
              <a:gd name="connsiteY71" fmla="*/ 66654 h 277346"/>
              <a:gd name="connsiteX72" fmla="*/ 65734 w 315392"/>
              <a:gd name="connsiteY72" fmla="*/ 66654 h 277346"/>
              <a:gd name="connsiteX73" fmla="*/ 65734 w 315392"/>
              <a:gd name="connsiteY73" fmla="*/ 96943 h 277346"/>
              <a:gd name="connsiteX74" fmla="*/ 46005 w 315392"/>
              <a:gd name="connsiteY74" fmla="*/ 106278 h 277346"/>
              <a:gd name="connsiteX75" fmla="*/ 36235 w 315392"/>
              <a:gd name="connsiteY75" fmla="*/ 104659 h 277346"/>
              <a:gd name="connsiteX76" fmla="*/ 34243 w 315392"/>
              <a:gd name="connsiteY76" fmla="*/ 103992 h 277346"/>
              <a:gd name="connsiteX77" fmla="*/ 13090 w 315392"/>
              <a:gd name="connsiteY77" fmla="*/ 73226 h 277346"/>
              <a:gd name="connsiteX78" fmla="*/ 197108 w 315392"/>
              <a:gd name="connsiteY78" fmla="*/ 264107 h 277346"/>
              <a:gd name="connsiteX79" fmla="*/ 197108 w 315392"/>
              <a:gd name="connsiteY79" fmla="*/ 158475 h 277346"/>
              <a:gd name="connsiteX80" fmla="*/ 249847 w 315392"/>
              <a:gd name="connsiteY80" fmla="*/ 158475 h 277346"/>
              <a:gd name="connsiteX81" fmla="*/ 249847 w 315392"/>
              <a:gd name="connsiteY81" fmla="*/ 264107 h 277346"/>
              <a:gd name="connsiteX82" fmla="*/ 197108 w 315392"/>
              <a:gd name="connsiteY82" fmla="*/ 264107 h 277346"/>
              <a:gd name="connsiteX83" fmla="*/ 275648 w 315392"/>
              <a:gd name="connsiteY83" fmla="*/ 264202 h 277346"/>
              <a:gd name="connsiteX84" fmla="*/ 262937 w 315392"/>
              <a:gd name="connsiteY84" fmla="*/ 264202 h 277346"/>
              <a:gd name="connsiteX85" fmla="*/ 262937 w 315392"/>
              <a:gd name="connsiteY85" fmla="*/ 151903 h 277346"/>
              <a:gd name="connsiteX86" fmla="*/ 256392 w 315392"/>
              <a:gd name="connsiteY86" fmla="*/ 145330 h 277346"/>
              <a:gd name="connsiteX87" fmla="*/ 190563 w 315392"/>
              <a:gd name="connsiteY87" fmla="*/ 145330 h 277346"/>
              <a:gd name="connsiteX88" fmla="*/ 184018 w 315392"/>
              <a:gd name="connsiteY88" fmla="*/ 151903 h 277346"/>
              <a:gd name="connsiteX89" fmla="*/ 184018 w 315392"/>
              <a:gd name="connsiteY89" fmla="*/ 264202 h 277346"/>
              <a:gd name="connsiteX90" fmla="*/ 39744 w 315392"/>
              <a:gd name="connsiteY90" fmla="*/ 264202 h 277346"/>
              <a:gd name="connsiteX91" fmla="*/ 39744 w 315392"/>
              <a:gd name="connsiteY91" fmla="*/ 118851 h 277346"/>
              <a:gd name="connsiteX92" fmla="*/ 46005 w 315392"/>
              <a:gd name="connsiteY92" fmla="*/ 119518 h 277346"/>
              <a:gd name="connsiteX93" fmla="*/ 71236 w 315392"/>
              <a:gd name="connsiteY93" fmla="*/ 109612 h 277346"/>
              <a:gd name="connsiteX94" fmla="*/ 118379 w 315392"/>
              <a:gd name="connsiteY94" fmla="*/ 132757 h 277346"/>
              <a:gd name="connsiteX95" fmla="*/ 157838 w 315392"/>
              <a:gd name="connsiteY95" fmla="*/ 117327 h 277346"/>
              <a:gd name="connsiteX96" fmla="*/ 197298 w 315392"/>
              <a:gd name="connsiteY96" fmla="*/ 132757 h 277346"/>
              <a:gd name="connsiteX97" fmla="*/ 244441 w 315392"/>
              <a:gd name="connsiteY97" fmla="*/ 109612 h 277346"/>
              <a:gd name="connsiteX98" fmla="*/ 269672 w 315392"/>
              <a:gd name="connsiteY98" fmla="*/ 119518 h 277346"/>
              <a:gd name="connsiteX99" fmla="*/ 275933 w 315392"/>
              <a:gd name="connsiteY99" fmla="*/ 118851 h 277346"/>
              <a:gd name="connsiteX100" fmla="*/ 275933 w 315392"/>
              <a:gd name="connsiteY100" fmla="*/ 264202 h 277346"/>
              <a:gd name="connsiteX101" fmla="*/ 269388 w 315392"/>
              <a:gd name="connsiteY101" fmla="*/ 106278 h 277346"/>
              <a:gd name="connsiteX102" fmla="*/ 249658 w 315392"/>
              <a:gd name="connsiteY102" fmla="*/ 97134 h 277346"/>
              <a:gd name="connsiteX103" fmla="*/ 249658 w 315392"/>
              <a:gd name="connsiteY103" fmla="*/ 66654 h 277346"/>
              <a:gd name="connsiteX104" fmla="*/ 302302 w 315392"/>
              <a:gd name="connsiteY104" fmla="*/ 66654 h 277346"/>
              <a:gd name="connsiteX105" fmla="*/ 302302 w 315392"/>
              <a:gd name="connsiteY105" fmla="*/ 73131 h 277346"/>
              <a:gd name="connsiteX106" fmla="*/ 269482 w 315392"/>
              <a:gd name="connsiteY106" fmla="*/ 106183 h 277346"/>
              <a:gd name="connsiteX107" fmla="*/ 236378 w 315392"/>
              <a:gd name="connsiteY107" fmla="*/ 218006 h 277346"/>
              <a:gd name="connsiteX108" fmla="*/ 229738 w 315392"/>
              <a:gd name="connsiteY108" fmla="*/ 224674 h 277346"/>
              <a:gd name="connsiteX109" fmla="*/ 223098 w 315392"/>
              <a:gd name="connsiteY109" fmla="*/ 218006 h 277346"/>
              <a:gd name="connsiteX110" fmla="*/ 229738 w 315392"/>
              <a:gd name="connsiteY110" fmla="*/ 211339 h 277346"/>
              <a:gd name="connsiteX111" fmla="*/ 236378 w 315392"/>
              <a:gd name="connsiteY111" fmla="*/ 218006 h 27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315392" h="277346">
                <a:moveTo>
                  <a:pt x="164004" y="145330"/>
                </a:moveTo>
                <a:lnTo>
                  <a:pt x="58905" y="145330"/>
                </a:lnTo>
                <a:cubicBezTo>
                  <a:pt x="55585" y="145330"/>
                  <a:pt x="52360" y="148664"/>
                  <a:pt x="52360" y="151998"/>
                </a:cubicBezTo>
                <a:lnTo>
                  <a:pt x="52360" y="231436"/>
                </a:lnTo>
                <a:cubicBezTo>
                  <a:pt x="52360" y="234770"/>
                  <a:pt x="55680" y="238104"/>
                  <a:pt x="58905" y="238104"/>
                </a:cubicBezTo>
                <a:lnTo>
                  <a:pt x="164004" y="238104"/>
                </a:lnTo>
                <a:cubicBezTo>
                  <a:pt x="167324" y="238104"/>
                  <a:pt x="170549" y="234770"/>
                  <a:pt x="170549" y="231436"/>
                </a:cubicBezTo>
                <a:lnTo>
                  <a:pt x="170549" y="151998"/>
                </a:lnTo>
                <a:cubicBezTo>
                  <a:pt x="170549" y="148664"/>
                  <a:pt x="167229" y="145330"/>
                  <a:pt x="164004" y="145330"/>
                </a:cubicBezTo>
                <a:close/>
                <a:moveTo>
                  <a:pt x="157459" y="224769"/>
                </a:moveTo>
                <a:lnTo>
                  <a:pt x="65545" y="224769"/>
                </a:lnTo>
                <a:lnTo>
                  <a:pt x="65545" y="158570"/>
                </a:lnTo>
                <a:lnTo>
                  <a:pt x="157459" y="158570"/>
                </a:lnTo>
                <a:lnTo>
                  <a:pt x="157459" y="224769"/>
                </a:lnTo>
                <a:close/>
                <a:moveTo>
                  <a:pt x="314254" y="56748"/>
                </a:moveTo>
                <a:cubicBezTo>
                  <a:pt x="314254" y="56748"/>
                  <a:pt x="311693" y="51509"/>
                  <a:pt x="287979" y="3979"/>
                </a:cubicBezTo>
                <a:cubicBezTo>
                  <a:pt x="286841" y="1789"/>
                  <a:pt x="284659" y="646"/>
                  <a:pt x="282478" y="646"/>
                </a:cubicBezTo>
                <a:lnTo>
                  <a:pt x="232774" y="646"/>
                </a:lnTo>
                <a:cubicBezTo>
                  <a:pt x="231351" y="-21"/>
                  <a:pt x="229643" y="-212"/>
                  <a:pt x="227746" y="265"/>
                </a:cubicBezTo>
                <a:cubicBezTo>
                  <a:pt x="227462" y="265"/>
                  <a:pt x="227272" y="550"/>
                  <a:pt x="227082" y="646"/>
                </a:cubicBezTo>
                <a:lnTo>
                  <a:pt x="87646" y="646"/>
                </a:lnTo>
                <a:cubicBezTo>
                  <a:pt x="87646" y="646"/>
                  <a:pt x="87172" y="360"/>
                  <a:pt x="86792" y="265"/>
                </a:cubicBezTo>
                <a:cubicBezTo>
                  <a:pt x="85274" y="-212"/>
                  <a:pt x="83852" y="-21"/>
                  <a:pt x="82524" y="646"/>
                </a:cubicBezTo>
                <a:lnTo>
                  <a:pt x="32820" y="646"/>
                </a:lnTo>
                <a:cubicBezTo>
                  <a:pt x="30638" y="646"/>
                  <a:pt x="27318" y="1789"/>
                  <a:pt x="26275" y="3979"/>
                </a:cubicBezTo>
                <a:lnTo>
                  <a:pt x="0" y="56843"/>
                </a:lnTo>
                <a:cubicBezTo>
                  <a:pt x="0" y="57700"/>
                  <a:pt x="0" y="58653"/>
                  <a:pt x="95" y="59510"/>
                </a:cubicBezTo>
                <a:cubicBezTo>
                  <a:pt x="95" y="59701"/>
                  <a:pt x="0" y="59796"/>
                  <a:pt x="0" y="59986"/>
                </a:cubicBezTo>
                <a:lnTo>
                  <a:pt x="0" y="73226"/>
                </a:lnTo>
                <a:cubicBezTo>
                  <a:pt x="0" y="91609"/>
                  <a:pt x="11003" y="107516"/>
                  <a:pt x="26559" y="114946"/>
                </a:cubicBezTo>
                <a:lnTo>
                  <a:pt x="26559" y="270775"/>
                </a:lnTo>
                <a:cubicBezTo>
                  <a:pt x="26559" y="274108"/>
                  <a:pt x="29879" y="277347"/>
                  <a:pt x="33104" y="277347"/>
                </a:cubicBezTo>
                <a:lnTo>
                  <a:pt x="282288" y="277347"/>
                </a:lnTo>
                <a:cubicBezTo>
                  <a:pt x="285608" y="277347"/>
                  <a:pt x="288833" y="274013"/>
                  <a:pt x="288833" y="270775"/>
                </a:cubicBezTo>
                <a:lnTo>
                  <a:pt x="288833" y="114946"/>
                </a:lnTo>
                <a:cubicBezTo>
                  <a:pt x="304389" y="107516"/>
                  <a:pt x="315392" y="91514"/>
                  <a:pt x="315392" y="73226"/>
                </a:cubicBezTo>
                <a:lnTo>
                  <a:pt x="315392" y="59986"/>
                </a:lnTo>
                <a:cubicBezTo>
                  <a:pt x="315392" y="58843"/>
                  <a:pt x="314918" y="57796"/>
                  <a:pt x="314254" y="56748"/>
                </a:cubicBezTo>
                <a:close/>
                <a:moveTo>
                  <a:pt x="236568" y="97801"/>
                </a:moveTo>
                <a:cubicBezTo>
                  <a:pt x="227557" y="110278"/>
                  <a:pt x="211906" y="119518"/>
                  <a:pt x="197108" y="119518"/>
                </a:cubicBezTo>
                <a:cubicBezTo>
                  <a:pt x="184777" y="119518"/>
                  <a:pt x="172636" y="114565"/>
                  <a:pt x="164004" y="105802"/>
                </a:cubicBezTo>
                <a:lnTo>
                  <a:pt x="164004" y="66749"/>
                </a:lnTo>
                <a:lnTo>
                  <a:pt x="236568" y="66749"/>
                </a:lnTo>
                <a:lnTo>
                  <a:pt x="236568" y="97896"/>
                </a:lnTo>
                <a:close/>
                <a:moveTo>
                  <a:pt x="79014" y="66654"/>
                </a:moveTo>
                <a:lnTo>
                  <a:pt x="151388" y="66654"/>
                </a:lnTo>
                <a:lnTo>
                  <a:pt x="151388" y="104754"/>
                </a:lnTo>
                <a:cubicBezTo>
                  <a:pt x="142662" y="114184"/>
                  <a:pt x="130994" y="119422"/>
                  <a:pt x="118284" y="119422"/>
                </a:cubicBezTo>
                <a:cubicBezTo>
                  <a:pt x="103581" y="119422"/>
                  <a:pt x="88025" y="110278"/>
                  <a:pt x="79014" y="97991"/>
                </a:cubicBezTo>
                <a:lnTo>
                  <a:pt x="79014" y="66654"/>
                </a:lnTo>
                <a:close/>
                <a:moveTo>
                  <a:pt x="224901" y="13885"/>
                </a:moveTo>
                <a:cubicBezTo>
                  <a:pt x="226323" y="19600"/>
                  <a:pt x="229169" y="30935"/>
                  <a:pt x="234671" y="53319"/>
                </a:cubicBezTo>
                <a:lnTo>
                  <a:pt x="164004" y="53319"/>
                </a:lnTo>
                <a:lnTo>
                  <a:pt x="164004" y="13885"/>
                </a:lnTo>
                <a:lnTo>
                  <a:pt x="224901" y="13885"/>
                </a:lnTo>
                <a:close/>
                <a:moveTo>
                  <a:pt x="151388" y="53319"/>
                </a:moveTo>
                <a:lnTo>
                  <a:pt x="80911" y="53319"/>
                </a:lnTo>
                <a:cubicBezTo>
                  <a:pt x="82524" y="47032"/>
                  <a:pt x="85464" y="35317"/>
                  <a:pt x="90871" y="13885"/>
                </a:cubicBezTo>
                <a:lnTo>
                  <a:pt x="151483" y="13885"/>
                </a:lnTo>
                <a:lnTo>
                  <a:pt x="151483" y="53319"/>
                </a:lnTo>
                <a:close/>
                <a:moveTo>
                  <a:pt x="297844" y="53319"/>
                </a:moveTo>
                <a:lnTo>
                  <a:pt x="248614" y="53319"/>
                </a:lnTo>
                <a:cubicBezTo>
                  <a:pt x="247381" y="48366"/>
                  <a:pt x="244725" y="37507"/>
                  <a:pt x="238844" y="13885"/>
                </a:cubicBezTo>
                <a:lnTo>
                  <a:pt x="278209" y="13885"/>
                </a:lnTo>
                <a:cubicBezTo>
                  <a:pt x="278209" y="13885"/>
                  <a:pt x="278209" y="13885"/>
                  <a:pt x="297844" y="53319"/>
                </a:cubicBezTo>
                <a:close/>
                <a:moveTo>
                  <a:pt x="37183" y="13885"/>
                </a:moveTo>
                <a:lnTo>
                  <a:pt x="76643" y="13885"/>
                </a:lnTo>
                <a:cubicBezTo>
                  <a:pt x="74935" y="20648"/>
                  <a:pt x="71900" y="32650"/>
                  <a:pt x="66683" y="53319"/>
                </a:cubicBezTo>
                <a:lnTo>
                  <a:pt x="17453" y="53319"/>
                </a:lnTo>
                <a:lnTo>
                  <a:pt x="37088" y="13885"/>
                </a:lnTo>
                <a:close/>
                <a:moveTo>
                  <a:pt x="13090" y="73131"/>
                </a:moveTo>
                <a:lnTo>
                  <a:pt x="13090" y="66654"/>
                </a:lnTo>
                <a:lnTo>
                  <a:pt x="65734" y="66654"/>
                </a:lnTo>
                <a:lnTo>
                  <a:pt x="65734" y="96943"/>
                </a:lnTo>
                <a:cubicBezTo>
                  <a:pt x="58051" y="103325"/>
                  <a:pt x="51980" y="106278"/>
                  <a:pt x="46005" y="106278"/>
                </a:cubicBezTo>
                <a:cubicBezTo>
                  <a:pt x="42590" y="106278"/>
                  <a:pt x="39365" y="105611"/>
                  <a:pt x="36235" y="104659"/>
                </a:cubicBezTo>
                <a:cubicBezTo>
                  <a:pt x="35571" y="104373"/>
                  <a:pt x="35001" y="104182"/>
                  <a:pt x="34243" y="103992"/>
                </a:cubicBezTo>
                <a:cubicBezTo>
                  <a:pt x="21722" y="99134"/>
                  <a:pt x="13090" y="86847"/>
                  <a:pt x="13090" y="73226"/>
                </a:cubicBezTo>
                <a:close/>
                <a:moveTo>
                  <a:pt x="197108" y="264107"/>
                </a:moveTo>
                <a:lnTo>
                  <a:pt x="197108" y="158475"/>
                </a:lnTo>
                <a:lnTo>
                  <a:pt x="249847" y="158475"/>
                </a:lnTo>
                <a:lnTo>
                  <a:pt x="249847" y="264107"/>
                </a:lnTo>
                <a:lnTo>
                  <a:pt x="197108" y="264107"/>
                </a:lnTo>
                <a:close/>
                <a:moveTo>
                  <a:pt x="275648" y="264202"/>
                </a:moveTo>
                <a:lnTo>
                  <a:pt x="262937" y="264202"/>
                </a:lnTo>
                <a:lnTo>
                  <a:pt x="262937" y="151903"/>
                </a:lnTo>
                <a:cubicBezTo>
                  <a:pt x="262937" y="148569"/>
                  <a:pt x="259617" y="145330"/>
                  <a:pt x="256392" y="145330"/>
                </a:cubicBezTo>
                <a:lnTo>
                  <a:pt x="190563" y="145330"/>
                </a:lnTo>
                <a:cubicBezTo>
                  <a:pt x="187243" y="145330"/>
                  <a:pt x="184018" y="148664"/>
                  <a:pt x="184018" y="151903"/>
                </a:cubicBezTo>
                <a:lnTo>
                  <a:pt x="184018" y="264202"/>
                </a:lnTo>
                <a:lnTo>
                  <a:pt x="39744" y="264202"/>
                </a:lnTo>
                <a:lnTo>
                  <a:pt x="39744" y="118851"/>
                </a:lnTo>
                <a:cubicBezTo>
                  <a:pt x="41831" y="119137"/>
                  <a:pt x="43918" y="119518"/>
                  <a:pt x="46005" y="119518"/>
                </a:cubicBezTo>
                <a:cubicBezTo>
                  <a:pt x="56913" y="119518"/>
                  <a:pt x="64596" y="115136"/>
                  <a:pt x="71236" y="109612"/>
                </a:cubicBezTo>
                <a:cubicBezTo>
                  <a:pt x="83282" y="123899"/>
                  <a:pt x="100831" y="132757"/>
                  <a:pt x="118379" y="132757"/>
                </a:cubicBezTo>
                <a:cubicBezTo>
                  <a:pt x="132607" y="132757"/>
                  <a:pt x="146835" y="127233"/>
                  <a:pt x="157838" y="117327"/>
                </a:cubicBezTo>
                <a:cubicBezTo>
                  <a:pt x="168747" y="127233"/>
                  <a:pt x="183070" y="132757"/>
                  <a:pt x="197298" y="132757"/>
                </a:cubicBezTo>
                <a:cubicBezTo>
                  <a:pt x="214846" y="132757"/>
                  <a:pt x="232394" y="123899"/>
                  <a:pt x="244441" y="109612"/>
                </a:cubicBezTo>
                <a:cubicBezTo>
                  <a:pt x="250986" y="115136"/>
                  <a:pt x="258669" y="119518"/>
                  <a:pt x="269672" y="119518"/>
                </a:cubicBezTo>
                <a:cubicBezTo>
                  <a:pt x="271854" y="119518"/>
                  <a:pt x="273846" y="119137"/>
                  <a:pt x="275933" y="118851"/>
                </a:cubicBezTo>
                <a:lnTo>
                  <a:pt x="275933" y="264202"/>
                </a:lnTo>
                <a:close/>
                <a:moveTo>
                  <a:pt x="269388" y="106278"/>
                </a:moveTo>
                <a:cubicBezTo>
                  <a:pt x="262463" y="106278"/>
                  <a:pt x="256392" y="103420"/>
                  <a:pt x="249658" y="97134"/>
                </a:cubicBezTo>
                <a:lnTo>
                  <a:pt x="249658" y="66654"/>
                </a:lnTo>
                <a:lnTo>
                  <a:pt x="302302" y="66654"/>
                </a:lnTo>
                <a:lnTo>
                  <a:pt x="302302" y="73131"/>
                </a:lnTo>
                <a:cubicBezTo>
                  <a:pt x="302302" y="90752"/>
                  <a:pt x="286936" y="106183"/>
                  <a:pt x="269482" y="106183"/>
                </a:cubicBezTo>
                <a:close/>
                <a:moveTo>
                  <a:pt x="236378" y="218006"/>
                </a:moveTo>
                <a:cubicBezTo>
                  <a:pt x="236378" y="221721"/>
                  <a:pt x="233438" y="224674"/>
                  <a:pt x="229738" y="224674"/>
                </a:cubicBezTo>
                <a:cubicBezTo>
                  <a:pt x="226039" y="224674"/>
                  <a:pt x="223098" y="221721"/>
                  <a:pt x="223098" y="218006"/>
                </a:cubicBezTo>
                <a:cubicBezTo>
                  <a:pt x="223098" y="214291"/>
                  <a:pt x="226039" y="211339"/>
                  <a:pt x="229738" y="211339"/>
                </a:cubicBezTo>
                <a:cubicBezTo>
                  <a:pt x="233438" y="211339"/>
                  <a:pt x="236378" y="214291"/>
                  <a:pt x="236378" y="21800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2" name="Graphic 139">
            <a:extLst>
              <a:ext uri="{FF2B5EF4-FFF2-40B4-BE49-F238E27FC236}">
                <a16:creationId xmlns:a16="http://schemas.microsoft.com/office/drawing/2014/main" id="{FC9F640D-AB9F-B174-53B5-4AA8E4496FBC}"/>
              </a:ext>
            </a:extLst>
          </p:cNvPr>
          <p:cNvSpPr/>
          <p:nvPr/>
        </p:nvSpPr>
        <p:spPr>
          <a:xfrm>
            <a:off x="11184101" y="929040"/>
            <a:ext cx="420989" cy="370205"/>
          </a:xfrm>
          <a:custGeom>
            <a:avLst/>
            <a:gdLst>
              <a:gd name="connsiteX0" fmla="*/ 164004 w 315392"/>
              <a:gd name="connsiteY0" fmla="*/ 145330 h 277346"/>
              <a:gd name="connsiteX1" fmla="*/ 58905 w 315392"/>
              <a:gd name="connsiteY1" fmla="*/ 145330 h 277346"/>
              <a:gd name="connsiteX2" fmla="*/ 52360 w 315392"/>
              <a:gd name="connsiteY2" fmla="*/ 151998 h 277346"/>
              <a:gd name="connsiteX3" fmla="*/ 52360 w 315392"/>
              <a:gd name="connsiteY3" fmla="*/ 231436 h 277346"/>
              <a:gd name="connsiteX4" fmla="*/ 58905 w 315392"/>
              <a:gd name="connsiteY4" fmla="*/ 238104 h 277346"/>
              <a:gd name="connsiteX5" fmla="*/ 164004 w 315392"/>
              <a:gd name="connsiteY5" fmla="*/ 238104 h 277346"/>
              <a:gd name="connsiteX6" fmla="*/ 170549 w 315392"/>
              <a:gd name="connsiteY6" fmla="*/ 231436 h 277346"/>
              <a:gd name="connsiteX7" fmla="*/ 170549 w 315392"/>
              <a:gd name="connsiteY7" fmla="*/ 151998 h 277346"/>
              <a:gd name="connsiteX8" fmla="*/ 164004 w 315392"/>
              <a:gd name="connsiteY8" fmla="*/ 145330 h 277346"/>
              <a:gd name="connsiteX9" fmla="*/ 157459 w 315392"/>
              <a:gd name="connsiteY9" fmla="*/ 224769 h 277346"/>
              <a:gd name="connsiteX10" fmla="*/ 65545 w 315392"/>
              <a:gd name="connsiteY10" fmla="*/ 224769 h 277346"/>
              <a:gd name="connsiteX11" fmla="*/ 65545 w 315392"/>
              <a:gd name="connsiteY11" fmla="*/ 158570 h 277346"/>
              <a:gd name="connsiteX12" fmla="*/ 157459 w 315392"/>
              <a:gd name="connsiteY12" fmla="*/ 158570 h 277346"/>
              <a:gd name="connsiteX13" fmla="*/ 157459 w 315392"/>
              <a:gd name="connsiteY13" fmla="*/ 224769 h 277346"/>
              <a:gd name="connsiteX14" fmla="*/ 314254 w 315392"/>
              <a:gd name="connsiteY14" fmla="*/ 56748 h 277346"/>
              <a:gd name="connsiteX15" fmla="*/ 287979 w 315392"/>
              <a:gd name="connsiteY15" fmla="*/ 3979 h 277346"/>
              <a:gd name="connsiteX16" fmla="*/ 282478 w 315392"/>
              <a:gd name="connsiteY16" fmla="*/ 646 h 277346"/>
              <a:gd name="connsiteX17" fmla="*/ 232774 w 315392"/>
              <a:gd name="connsiteY17" fmla="*/ 646 h 277346"/>
              <a:gd name="connsiteX18" fmla="*/ 227746 w 315392"/>
              <a:gd name="connsiteY18" fmla="*/ 265 h 277346"/>
              <a:gd name="connsiteX19" fmla="*/ 227082 w 315392"/>
              <a:gd name="connsiteY19" fmla="*/ 646 h 277346"/>
              <a:gd name="connsiteX20" fmla="*/ 87646 w 315392"/>
              <a:gd name="connsiteY20" fmla="*/ 646 h 277346"/>
              <a:gd name="connsiteX21" fmla="*/ 86792 w 315392"/>
              <a:gd name="connsiteY21" fmla="*/ 265 h 277346"/>
              <a:gd name="connsiteX22" fmla="*/ 82524 w 315392"/>
              <a:gd name="connsiteY22" fmla="*/ 646 h 277346"/>
              <a:gd name="connsiteX23" fmla="*/ 32820 w 315392"/>
              <a:gd name="connsiteY23" fmla="*/ 646 h 277346"/>
              <a:gd name="connsiteX24" fmla="*/ 26275 w 315392"/>
              <a:gd name="connsiteY24" fmla="*/ 3979 h 277346"/>
              <a:gd name="connsiteX25" fmla="*/ 0 w 315392"/>
              <a:gd name="connsiteY25" fmla="*/ 56843 h 277346"/>
              <a:gd name="connsiteX26" fmla="*/ 95 w 315392"/>
              <a:gd name="connsiteY26" fmla="*/ 59510 h 277346"/>
              <a:gd name="connsiteX27" fmla="*/ 0 w 315392"/>
              <a:gd name="connsiteY27" fmla="*/ 59986 h 277346"/>
              <a:gd name="connsiteX28" fmla="*/ 0 w 315392"/>
              <a:gd name="connsiteY28" fmla="*/ 73226 h 277346"/>
              <a:gd name="connsiteX29" fmla="*/ 26559 w 315392"/>
              <a:gd name="connsiteY29" fmla="*/ 114946 h 277346"/>
              <a:gd name="connsiteX30" fmla="*/ 26559 w 315392"/>
              <a:gd name="connsiteY30" fmla="*/ 270775 h 277346"/>
              <a:gd name="connsiteX31" fmla="*/ 33104 w 315392"/>
              <a:gd name="connsiteY31" fmla="*/ 277347 h 277346"/>
              <a:gd name="connsiteX32" fmla="*/ 282288 w 315392"/>
              <a:gd name="connsiteY32" fmla="*/ 277347 h 277346"/>
              <a:gd name="connsiteX33" fmla="*/ 288833 w 315392"/>
              <a:gd name="connsiteY33" fmla="*/ 270775 h 277346"/>
              <a:gd name="connsiteX34" fmla="*/ 288833 w 315392"/>
              <a:gd name="connsiteY34" fmla="*/ 114946 h 277346"/>
              <a:gd name="connsiteX35" fmla="*/ 315392 w 315392"/>
              <a:gd name="connsiteY35" fmla="*/ 73226 h 277346"/>
              <a:gd name="connsiteX36" fmla="*/ 315392 w 315392"/>
              <a:gd name="connsiteY36" fmla="*/ 59986 h 277346"/>
              <a:gd name="connsiteX37" fmla="*/ 314254 w 315392"/>
              <a:gd name="connsiteY37" fmla="*/ 56748 h 277346"/>
              <a:gd name="connsiteX38" fmla="*/ 236568 w 315392"/>
              <a:gd name="connsiteY38" fmla="*/ 97801 h 277346"/>
              <a:gd name="connsiteX39" fmla="*/ 197108 w 315392"/>
              <a:gd name="connsiteY39" fmla="*/ 119518 h 277346"/>
              <a:gd name="connsiteX40" fmla="*/ 164004 w 315392"/>
              <a:gd name="connsiteY40" fmla="*/ 105802 h 277346"/>
              <a:gd name="connsiteX41" fmla="*/ 164004 w 315392"/>
              <a:gd name="connsiteY41" fmla="*/ 66749 h 277346"/>
              <a:gd name="connsiteX42" fmla="*/ 236568 w 315392"/>
              <a:gd name="connsiteY42" fmla="*/ 66749 h 277346"/>
              <a:gd name="connsiteX43" fmla="*/ 236568 w 315392"/>
              <a:gd name="connsiteY43" fmla="*/ 97896 h 277346"/>
              <a:gd name="connsiteX44" fmla="*/ 79014 w 315392"/>
              <a:gd name="connsiteY44" fmla="*/ 66654 h 277346"/>
              <a:gd name="connsiteX45" fmla="*/ 151388 w 315392"/>
              <a:gd name="connsiteY45" fmla="*/ 66654 h 277346"/>
              <a:gd name="connsiteX46" fmla="*/ 151388 w 315392"/>
              <a:gd name="connsiteY46" fmla="*/ 104754 h 277346"/>
              <a:gd name="connsiteX47" fmla="*/ 118284 w 315392"/>
              <a:gd name="connsiteY47" fmla="*/ 119422 h 277346"/>
              <a:gd name="connsiteX48" fmla="*/ 79014 w 315392"/>
              <a:gd name="connsiteY48" fmla="*/ 97991 h 277346"/>
              <a:gd name="connsiteX49" fmla="*/ 79014 w 315392"/>
              <a:gd name="connsiteY49" fmla="*/ 66654 h 277346"/>
              <a:gd name="connsiteX50" fmla="*/ 224901 w 315392"/>
              <a:gd name="connsiteY50" fmla="*/ 13885 h 277346"/>
              <a:gd name="connsiteX51" fmla="*/ 234671 w 315392"/>
              <a:gd name="connsiteY51" fmla="*/ 53319 h 277346"/>
              <a:gd name="connsiteX52" fmla="*/ 164004 w 315392"/>
              <a:gd name="connsiteY52" fmla="*/ 53319 h 277346"/>
              <a:gd name="connsiteX53" fmla="*/ 164004 w 315392"/>
              <a:gd name="connsiteY53" fmla="*/ 13885 h 277346"/>
              <a:gd name="connsiteX54" fmla="*/ 224901 w 315392"/>
              <a:gd name="connsiteY54" fmla="*/ 13885 h 277346"/>
              <a:gd name="connsiteX55" fmla="*/ 151388 w 315392"/>
              <a:gd name="connsiteY55" fmla="*/ 53319 h 277346"/>
              <a:gd name="connsiteX56" fmla="*/ 80911 w 315392"/>
              <a:gd name="connsiteY56" fmla="*/ 53319 h 277346"/>
              <a:gd name="connsiteX57" fmla="*/ 90871 w 315392"/>
              <a:gd name="connsiteY57" fmla="*/ 13885 h 277346"/>
              <a:gd name="connsiteX58" fmla="*/ 151483 w 315392"/>
              <a:gd name="connsiteY58" fmla="*/ 13885 h 277346"/>
              <a:gd name="connsiteX59" fmla="*/ 151483 w 315392"/>
              <a:gd name="connsiteY59" fmla="*/ 53319 h 277346"/>
              <a:gd name="connsiteX60" fmla="*/ 297844 w 315392"/>
              <a:gd name="connsiteY60" fmla="*/ 53319 h 277346"/>
              <a:gd name="connsiteX61" fmla="*/ 248614 w 315392"/>
              <a:gd name="connsiteY61" fmla="*/ 53319 h 277346"/>
              <a:gd name="connsiteX62" fmla="*/ 238844 w 315392"/>
              <a:gd name="connsiteY62" fmla="*/ 13885 h 277346"/>
              <a:gd name="connsiteX63" fmla="*/ 278209 w 315392"/>
              <a:gd name="connsiteY63" fmla="*/ 13885 h 277346"/>
              <a:gd name="connsiteX64" fmla="*/ 297844 w 315392"/>
              <a:gd name="connsiteY64" fmla="*/ 53319 h 277346"/>
              <a:gd name="connsiteX65" fmla="*/ 37183 w 315392"/>
              <a:gd name="connsiteY65" fmla="*/ 13885 h 277346"/>
              <a:gd name="connsiteX66" fmla="*/ 76643 w 315392"/>
              <a:gd name="connsiteY66" fmla="*/ 13885 h 277346"/>
              <a:gd name="connsiteX67" fmla="*/ 66683 w 315392"/>
              <a:gd name="connsiteY67" fmla="*/ 53319 h 277346"/>
              <a:gd name="connsiteX68" fmla="*/ 17453 w 315392"/>
              <a:gd name="connsiteY68" fmla="*/ 53319 h 277346"/>
              <a:gd name="connsiteX69" fmla="*/ 37088 w 315392"/>
              <a:gd name="connsiteY69" fmla="*/ 13885 h 277346"/>
              <a:gd name="connsiteX70" fmla="*/ 13090 w 315392"/>
              <a:gd name="connsiteY70" fmla="*/ 73131 h 277346"/>
              <a:gd name="connsiteX71" fmla="*/ 13090 w 315392"/>
              <a:gd name="connsiteY71" fmla="*/ 66654 h 277346"/>
              <a:gd name="connsiteX72" fmla="*/ 65734 w 315392"/>
              <a:gd name="connsiteY72" fmla="*/ 66654 h 277346"/>
              <a:gd name="connsiteX73" fmla="*/ 65734 w 315392"/>
              <a:gd name="connsiteY73" fmla="*/ 96943 h 277346"/>
              <a:gd name="connsiteX74" fmla="*/ 46005 w 315392"/>
              <a:gd name="connsiteY74" fmla="*/ 106278 h 277346"/>
              <a:gd name="connsiteX75" fmla="*/ 36235 w 315392"/>
              <a:gd name="connsiteY75" fmla="*/ 104659 h 277346"/>
              <a:gd name="connsiteX76" fmla="*/ 34243 w 315392"/>
              <a:gd name="connsiteY76" fmla="*/ 103992 h 277346"/>
              <a:gd name="connsiteX77" fmla="*/ 13090 w 315392"/>
              <a:gd name="connsiteY77" fmla="*/ 73226 h 277346"/>
              <a:gd name="connsiteX78" fmla="*/ 197108 w 315392"/>
              <a:gd name="connsiteY78" fmla="*/ 264107 h 277346"/>
              <a:gd name="connsiteX79" fmla="*/ 197108 w 315392"/>
              <a:gd name="connsiteY79" fmla="*/ 158475 h 277346"/>
              <a:gd name="connsiteX80" fmla="*/ 249847 w 315392"/>
              <a:gd name="connsiteY80" fmla="*/ 158475 h 277346"/>
              <a:gd name="connsiteX81" fmla="*/ 249847 w 315392"/>
              <a:gd name="connsiteY81" fmla="*/ 264107 h 277346"/>
              <a:gd name="connsiteX82" fmla="*/ 197108 w 315392"/>
              <a:gd name="connsiteY82" fmla="*/ 264107 h 277346"/>
              <a:gd name="connsiteX83" fmla="*/ 275648 w 315392"/>
              <a:gd name="connsiteY83" fmla="*/ 264202 h 277346"/>
              <a:gd name="connsiteX84" fmla="*/ 262937 w 315392"/>
              <a:gd name="connsiteY84" fmla="*/ 264202 h 277346"/>
              <a:gd name="connsiteX85" fmla="*/ 262937 w 315392"/>
              <a:gd name="connsiteY85" fmla="*/ 151903 h 277346"/>
              <a:gd name="connsiteX86" fmla="*/ 256392 w 315392"/>
              <a:gd name="connsiteY86" fmla="*/ 145330 h 277346"/>
              <a:gd name="connsiteX87" fmla="*/ 190563 w 315392"/>
              <a:gd name="connsiteY87" fmla="*/ 145330 h 277346"/>
              <a:gd name="connsiteX88" fmla="*/ 184018 w 315392"/>
              <a:gd name="connsiteY88" fmla="*/ 151903 h 277346"/>
              <a:gd name="connsiteX89" fmla="*/ 184018 w 315392"/>
              <a:gd name="connsiteY89" fmla="*/ 264202 h 277346"/>
              <a:gd name="connsiteX90" fmla="*/ 39744 w 315392"/>
              <a:gd name="connsiteY90" fmla="*/ 264202 h 277346"/>
              <a:gd name="connsiteX91" fmla="*/ 39744 w 315392"/>
              <a:gd name="connsiteY91" fmla="*/ 118851 h 277346"/>
              <a:gd name="connsiteX92" fmla="*/ 46005 w 315392"/>
              <a:gd name="connsiteY92" fmla="*/ 119518 h 277346"/>
              <a:gd name="connsiteX93" fmla="*/ 71236 w 315392"/>
              <a:gd name="connsiteY93" fmla="*/ 109612 h 277346"/>
              <a:gd name="connsiteX94" fmla="*/ 118379 w 315392"/>
              <a:gd name="connsiteY94" fmla="*/ 132757 h 277346"/>
              <a:gd name="connsiteX95" fmla="*/ 157838 w 315392"/>
              <a:gd name="connsiteY95" fmla="*/ 117327 h 277346"/>
              <a:gd name="connsiteX96" fmla="*/ 197298 w 315392"/>
              <a:gd name="connsiteY96" fmla="*/ 132757 h 277346"/>
              <a:gd name="connsiteX97" fmla="*/ 244441 w 315392"/>
              <a:gd name="connsiteY97" fmla="*/ 109612 h 277346"/>
              <a:gd name="connsiteX98" fmla="*/ 269672 w 315392"/>
              <a:gd name="connsiteY98" fmla="*/ 119518 h 277346"/>
              <a:gd name="connsiteX99" fmla="*/ 275933 w 315392"/>
              <a:gd name="connsiteY99" fmla="*/ 118851 h 277346"/>
              <a:gd name="connsiteX100" fmla="*/ 275933 w 315392"/>
              <a:gd name="connsiteY100" fmla="*/ 264202 h 277346"/>
              <a:gd name="connsiteX101" fmla="*/ 269388 w 315392"/>
              <a:gd name="connsiteY101" fmla="*/ 106278 h 277346"/>
              <a:gd name="connsiteX102" fmla="*/ 249658 w 315392"/>
              <a:gd name="connsiteY102" fmla="*/ 97134 h 277346"/>
              <a:gd name="connsiteX103" fmla="*/ 249658 w 315392"/>
              <a:gd name="connsiteY103" fmla="*/ 66654 h 277346"/>
              <a:gd name="connsiteX104" fmla="*/ 302302 w 315392"/>
              <a:gd name="connsiteY104" fmla="*/ 66654 h 277346"/>
              <a:gd name="connsiteX105" fmla="*/ 302302 w 315392"/>
              <a:gd name="connsiteY105" fmla="*/ 73131 h 277346"/>
              <a:gd name="connsiteX106" fmla="*/ 269482 w 315392"/>
              <a:gd name="connsiteY106" fmla="*/ 106183 h 277346"/>
              <a:gd name="connsiteX107" fmla="*/ 236378 w 315392"/>
              <a:gd name="connsiteY107" fmla="*/ 218006 h 277346"/>
              <a:gd name="connsiteX108" fmla="*/ 229738 w 315392"/>
              <a:gd name="connsiteY108" fmla="*/ 224674 h 277346"/>
              <a:gd name="connsiteX109" fmla="*/ 223098 w 315392"/>
              <a:gd name="connsiteY109" fmla="*/ 218006 h 277346"/>
              <a:gd name="connsiteX110" fmla="*/ 229738 w 315392"/>
              <a:gd name="connsiteY110" fmla="*/ 211339 h 277346"/>
              <a:gd name="connsiteX111" fmla="*/ 236378 w 315392"/>
              <a:gd name="connsiteY111" fmla="*/ 218006 h 27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315392" h="277346">
                <a:moveTo>
                  <a:pt x="164004" y="145330"/>
                </a:moveTo>
                <a:lnTo>
                  <a:pt x="58905" y="145330"/>
                </a:lnTo>
                <a:cubicBezTo>
                  <a:pt x="55585" y="145330"/>
                  <a:pt x="52360" y="148664"/>
                  <a:pt x="52360" y="151998"/>
                </a:cubicBezTo>
                <a:lnTo>
                  <a:pt x="52360" y="231436"/>
                </a:lnTo>
                <a:cubicBezTo>
                  <a:pt x="52360" y="234770"/>
                  <a:pt x="55680" y="238104"/>
                  <a:pt x="58905" y="238104"/>
                </a:cubicBezTo>
                <a:lnTo>
                  <a:pt x="164004" y="238104"/>
                </a:lnTo>
                <a:cubicBezTo>
                  <a:pt x="167324" y="238104"/>
                  <a:pt x="170549" y="234770"/>
                  <a:pt x="170549" y="231436"/>
                </a:cubicBezTo>
                <a:lnTo>
                  <a:pt x="170549" y="151998"/>
                </a:lnTo>
                <a:cubicBezTo>
                  <a:pt x="170549" y="148664"/>
                  <a:pt x="167229" y="145330"/>
                  <a:pt x="164004" y="145330"/>
                </a:cubicBezTo>
                <a:close/>
                <a:moveTo>
                  <a:pt x="157459" y="224769"/>
                </a:moveTo>
                <a:lnTo>
                  <a:pt x="65545" y="224769"/>
                </a:lnTo>
                <a:lnTo>
                  <a:pt x="65545" y="158570"/>
                </a:lnTo>
                <a:lnTo>
                  <a:pt x="157459" y="158570"/>
                </a:lnTo>
                <a:lnTo>
                  <a:pt x="157459" y="224769"/>
                </a:lnTo>
                <a:close/>
                <a:moveTo>
                  <a:pt x="314254" y="56748"/>
                </a:moveTo>
                <a:cubicBezTo>
                  <a:pt x="314254" y="56748"/>
                  <a:pt x="311693" y="51509"/>
                  <a:pt x="287979" y="3979"/>
                </a:cubicBezTo>
                <a:cubicBezTo>
                  <a:pt x="286841" y="1789"/>
                  <a:pt x="284659" y="646"/>
                  <a:pt x="282478" y="646"/>
                </a:cubicBezTo>
                <a:lnTo>
                  <a:pt x="232774" y="646"/>
                </a:lnTo>
                <a:cubicBezTo>
                  <a:pt x="231351" y="-21"/>
                  <a:pt x="229643" y="-212"/>
                  <a:pt x="227746" y="265"/>
                </a:cubicBezTo>
                <a:cubicBezTo>
                  <a:pt x="227462" y="265"/>
                  <a:pt x="227272" y="550"/>
                  <a:pt x="227082" y="646"/>
                </a:cubicBezTo>
                <a:lnTo>
                  <a:pt x="87646" y="646"/>
                </a:lnTo>
                <a:cubicBezTo>
                  <a:pt x="87646" y="646"/>
                  <a:pt x="87172" y="360"/>
                  <a:pt x="86792" y="265"/>
                </a:cubicBezTo>
                <a:cubicBezTo>
                  <a:pt x="85274" y="-212"/>
                  <a:pt x="83852" y="-21"/>
                  <a:pt x="82524" y="646"/>
                </a:cubicBezTo>
                <a:lnTo>
                  <a:pt x="32820" y="646"/>
                </a:lnTo>
                <a:cubicBezTo>
                  <a:pt x="30638" y="646"/>
                  <a:pt x="27318" y="1789"/>
                  <a:pt x="26275" y="3979"/>
                </a:cubicBezTo>
                <a:lnTo>
                  <a:pt x="0" y="56843"/>
                </a:lnTo>
                <a:cubicBezTo>
                  <a:pt x="0" y="57700"/>
                  <a:pt x="0" y="58653"/>
                  <a:pt x="95" y="59510"/>
                </a:cubicBezTo>
                <a:cubicBezTo>
                  <a:pt x="95" y="59701"/>
                  <a:pt x="0" y="59796"/>
                  <a:pt x="0" y="59986"/>
                </a:cubicBezTo>
                <a:lnTo>
                  <a:pt x="0" y="73226"/>
                </a:lnTo>
                <a:cubicBezTo>
                  <a:pt x="0" y="91609"/>
                  <a:pt x="11003" y="107516"/>
                  <a:pt x="26559" y="114946"/>
                </a:cubicBezTo>
                <a:lnTo>
                  <a:pt x="26559" y="270775"/>
                </a:lnTo>
                <a:cubicBezTo>
                  <a:pt x="26559" y="274108"/>
                  <a:pt x="29879" y="277347"/>
                  <a:pt x="33104" y="277347"/>
                </a:cubicBezTo>
                <a:lnTo>
                  <a:pt x="282288" y="277347"/>
                </a:lnTo>
                <a:cubicBezTo>
                  <a:pt x="285608" y="277347"/>
                  <a:pt x="288833" y="274013"/>
                  <a:pt x="288833" y="270775"/>
                </a:cubicBezTo>
                <a:lnTo>
                  <a:pt x="288833" y="114946"/>
                </a:lnTo>
                <a:cubicBezTo>
                  <a:pt x="304389" y="107516"/>
                  <a:pt x="315392" y="91514"/>
                  <a:pt x="315392" y="73226"/>
                </a:cubicBezTo>
                <a:lnTo>
                  <a:pt x="315392" y="59986"/>
                </a:lnTo>
                <a:cubicBezTo>
                  <a:pt x="315392" y="58843"/>
                  <a:pt x="314918" y="57796"/>
                  <a:pt x="314254" y="56748"/>
                </a:cubicBezTo>
                <a:close/>
                <a:moveTo>
                  <a:pt x="236568" y="97801"/>
                </a:moveTo>
                <a:cubicBezTo>
                  <a:pt x="227557" y="110278"/>
                  <a:pt x="211906" y="119518"/>
                  <a:pt x="197108" y="119518"/>
                </a:cubicBezTo>
                <a:cubicBezTo>
                  <a:pt x="184777" y="119518"/>
                  <a:pt x="172636" y="114565"/>
                  <a:pt x="164004" y="105802"/>
                </a:cubicBezTo>
                <a:lnTo>
                  <a:pt x="164004" y="66749"/>
                </a:lnTo>
                <a:lnTo>
                  <a:pt x="236568" y="66749"/>
                </a:lnTo>
                <a:lnTo>
                  <a:pt x="236568" y="97896"/>
                </a:lnTo>
                <a:close/>
                <a:moveTo>
                  <a:pt x="79014" y="66654"/>
                </a:moveTo>
                <a:lnTo>
                  <a:pt x="151388" y="66654"/>
                </a:lnTo>
                <a:lnTo>
                  <a:pt x="151388" y="104754"/>
                </a:lnTo>
                <a:cubicBezTo>
                  <a:pt x="142662" y="114184"/>
                  <a:pt x="130994" y="119422"/>
                  <a:pt x="118284" y="119422"/>
                </a:cubicBezTo>
                <a:cubicBezTo>
                  <a:pt x="103581" y="119422"/>
                  <a:pt x="88025" y="110278"/>
                  <a:pt x="79014" y="97991"/>
                </a:cubicBezTo>
                <a:lnTo>
                  <a:pt x="79014" y="66654"/>
                </a:lnTo>
                <a:close/>
                <a:moveTo>
                  <a:pt x="224901" y="13885"/>
                </a:moveTo>
                <a:cubicBezTo>
                  <a:pt x="226323" y="19600"/>
                  <a:pt x="229169" y="30935"/>
                  <a:pt x="234671" y="53319"/>
                </a:cubicBezTo>
                <a:lnTo>
                  <a:pt x="164004" y="53319"/>
                </a:lnTo>
                <a:lnTo>
                  <a:pt x="164004" y="13885"/>
                </a:lnTo>
                <a:lnTo>
                  <a:pt x="224901" y="13885"/>
                </a:lnTo>
                <a:close/>
                <a:moveTo>
                  <a:pt x="151388" y="53319"/>
                </a:moveTo>
                <a:lnTo>
                  <a:pt x="80911" y="53319"/>
                </a:lnTo>
                <a:cubicBezTo>
                  <a:pt x="82524" y="47032"/>
                  <a:pt x="85464" y="35317"/>
                  <a:pt x="90871" y="13885"/>
                </a:cubicBezTo>
                <a:lnTo>
                  <a:pt x="151483" y="13885"/>
                </a:lnTo>
                <a:lnTo>
                  <a:pt x="151483" y="53319"/>
                </a:lnTo>
                <a:close/>
                <a:moveTo>
                  <a:pt x="297844" y="53319"/>
                </a:moveTo>
                <a:lnTo>
                  <a:pt x="248614" y="53319"/>
                </a:lnTo>
                <a:cubicBezTo>
                  <a:pt x="247381" y="48366"/>
                  <a:pt x="244725" y="37507"/>
                  <a:pt x="238844" y="13885"/>
                </a:cubicBezTo>
                <a:lnTo>
                  <a:pt x="278209" y="13885"/>
                </a:lnTo>
                <a:cubicBezTo>
                  <a:pt x="278209" y="13885"/>
                  <a:pt x="278209" y="13885"/>
                  <a:pt x="297844" y="53319"/>
                </a:cubicBezTo>
                <a:close/>
                <a:moveTo>
                  <a:pt x="37183" y="13885"/>
                </a:moveTo>
                <a:lnTo>
                  <a:pt x="76643" y="13885"/>
                </a:lnTo>
                <a:cubicBezTo>
                  <a:pt x="74935" y="20648"/>
                  <a:pt x="71900" y="32650"/>
                  <a:pt x="66683" y="53319"/>
                </a:cubicBezTo>
                <a:lnTo>
                  <a:pt x="17453" y="53319"/>
                </a:lnTo>
                <a:lnTo>
                  <a:pt x="37088" y="13885"/>
                </a:lnTo>
                <a:close/>
                <a:moveTo>
                  <a:pt x="13090" y="73131"/>
                </a:moveTo>
                <a:lnTo>
                  <a:pt x="13090" y="66654"/>
                </a:lnTo>
                <a:lnTo>
                  <a:pt x="65734" y="66654"/>
                </a:lnTo>
                <a:lnTo>
                  <a:pt x="65734" y="96943"/>
                </a:lnTo>
                <a:cubicBezTo>
                  <a:pt x="58051" y="103325"/>
                  <a:pt x="51980" y="106278"/>
                  <a:pt x="46005" y="106278"/>
                </a:cubicBezTo>
                <a:cubicBezTo>
                  <a:pt x="42590" y="106278"/>
                  <a:pt x="39365" y="105611"/>
                  <a:pt x="36235" y="104659"/>
                </a:cubicBezTo>
                <a:cubicBezTo>
                  <a:pt x="35571" y="104373"/>
                  <a:pt x="35001" y="104182"/>
                  <a:pt x="34243" y="103992"/>
                </a:cubicBezTo>
                <a:cubicBezTo>
                  <a:pt x="21722" y="99134"/>
                  <a:pt x="13090" y="86847"/>
                  <a:pt x="13090" y="73226"/>
                </a:cubicBezTo>
                <a:close/>
                <a:moveTo>
                  <a:pt x="197108" y="264107"/>
                </a:moveTo>
                <a:lnTo>
                  <a:pt x="197108" y="158475"/>
                </a:lnTo>
                <a:lnTo>
                  <a:pt x="249847" y="158475"/>
                </a:lnTo>
                <a:lnTo>
                  <a:pt x="249847" y="264107"/>
                </a:lnTo>
                <a:lnTo>
                  <a:pt x="197108" y="264107"/>
                </a:lnTo>
                <a:close/>
                <a:moveTo>
                  <a:pt x="275648" y="264202"/>
                </a:moveTo>
                <a:lnTo>
                  <a:pt x="262937" y="264202"/>
                </a:lnTo>
                <a:lnTo>
                  <a:pt x="262937" y="151903"/>
                </a:lnTo>
                <a:cubicBezTo>
                  <a:pt x="262937" y="148569"/>
                  <a:pt x="259617" y="145330"/>
                  <a:pt x="256392" y="145330"/>
                </a:cubicBezTo>
                <a:lnTo>
                  <a:pt x="190563" y="145330"/>
                </a:lnTo>
                <a:cubicBezTo>
                  <a:pt x="187243" y="145330"/>
                  <a:pt x="184018" y="148664"/>
                  <a:pt x="184018" y="151903"/>
                </a:cubicBezTo>
                <a:lnTo>
                  <a:pt x="184018" y="264202"/>
                </a:lnTo>
                <a:lnTo>
                  <a:pt x="39744" y="264202"/>
                </a:lnTo>
                <a:lnTo>
                  <a:pt x="39744" y="118851"/>
                </a:lnTo>
                <a:cubicBezTo>
                  <a:pt x="41831" y="119137"/>
                  <a:pt x="43918" y="119518"/>
                  <a:pt x="46005" y="119518"/>
                </a:cubicBezTo>
                <a:cubicBezTo>
                  <a:pt x="56913" y="119518"/>
                  <a:pt x="64596" y="115136"/>
                  <a:pt x="71236" y="109612"/>
                </a:cubicBezTo>
                <a:cubicBezTo>
                  <a:pt x="83282" y="123899"/>
                  <a:pt x="100831" y="132757"/>
                  <a:pt x="118379" y="132757"/>
                </a:cubicBezTo>
                <a:cubicBezTo>
                  <a:pt x="132607" y="132757"/>
                  <a:pt x="146835" y="127233"/>
                  <a:pt x="157838" y="117327"/>
                </a:cubicBezTo>
                <a:cubicBezTo>
                  <a:pt x="168747" y="127233"/>
                  <a:pt x="183070" y="132757"/>
                  <a:pt x="197298" y="132757"/>
                </a:cubicBezTo>
                <a:cubicBezTo>
                  <a:pt x="214846" y="132757"/>
                  <a:pt x="232394" y="123899"/>
                  <a:pt x="244441" y="109612"/>
                </a:cubicBezTo>
                <a:cubicBezTo>
                  <a:pt x="250986" y="115136"/>
                  <a:pt x="258669" y="119518"/>
                  <a:pt x="269672" y="119518"/>
                </a:cubicBezTo>
                <a:cubicBezTo>
                  <a:pt x="271854" y="119518"/>
                  <a:pt x="273846" y="119137"/>
                  <a:pt x="275933" y="118851"/>
                </a:cubicBezTo>
                <a:lnTo>
                  <a:pt x="275933" y="264202"/>
                </a:lnTo>
                <a:close/>
                <a:moveTo>
                  <a:pt x="269388" y="106278"/>
                </a:moveTo>
                <a:cubicBezTo>
                  <a:pt x="262463" y="106278"/>
                  <a:pt x="256392" y="103420"/>
                  <a:pt x="249658" y="97134"/>
                </a:cubicBezTo>
                <a:lnTo>
                  <a:pt x="249658" y="66654"/>
                </a:lnTo>
                <a:lnTo>
                  <a:pt x="302302" y="66654"/>
                </a:lnTo>
                <a:lnTo>
                  <a:pt x="302302" y="73131"/>
                </a:lnTo>
                <a:cubicBezTo>
                  <a:pt x="302302" y="90752"/>
                  <a:pt x="286936" y="106183"/>
                  <a:pt x="269482" y="106183"/>
                </a:cubicBezTo>
                <a:close/>
                <a:moveTo>
                  <a:pt x="236378" y="218006"/>
                </a:moveTo>
                <a:cubicBezTo>
                  <a:pt x="236378" y="221721"/>
                  <a:pt x="233438" y="224674"/>
                  <a:pt x="229738" y="224674"/>
                </a:cubicBezTo>
                <a:cubicBezTo>
                  <a:pt x="226039" y="224674"/>
                  <a:pt x="223098" y="221721"/>
                  <a:pt x="223098" y="218006"/>
                </a:cubicBezTo>
                <a:cubicBezTo>
                  <a:pt x="223098" y="214291"/>
                  <a:pt x="226039" y="211339"/>
                  <a:pt x="229738" y="211339"/>
                </a:cubicBezTo>
                <a:cubicBezTo>
                  <a:pt x="233438" y="211339"/>
                  <a:pt x="236378" y="214291"/>
                  <a:pt x="236378" y="21800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3" name="Graphic 139">
            <a:extLst>
              <a:ext uri="{FF2B5EF4-FFF2-40B4-BE49-F238E27FC236}">
                <a16:creationId xmlns:a16="http://schemas.microsoft.com/office/drawing/2014/main" id="{FDF2EF4A-56A6-7F91-9B87-8742D084ABAC}"/>
              </a:ext>
            </a:extLst>
          </p:cNvPr>
          <p:cNvSpPr/>
          <p:nvPr/>
        </p:nvSpPr>
        <p:spPr>
          <a:xfrm>
            <a:off x="10431626" y="1544990"/>
            <a:ext cx="420989" cy="370205"/>
          </a:xfrm>
          <a:custGeom>
            <a:avLst/>
            <a:gdLst>
              <a:gd name="connsiteX0" fmla="*/ 164004 w 315392"/>
              <a:gd name="connsiteY0" fmla="*/ 145330 h 277346"/>
              <a:gd name="connsiteX1" fmla="*/ 58905 w 315392"/>
              <a:gd name="connsiteY1" fmla="*/ 145330 h 277346"/>
              <a:gd name="connsiteX2" fmla="*/ 52360 w 315392"/>
              <a:gd name="connsiteY2" fmla="*/ 151998 h 277346"/>
              <a:gd name="connsiteX3" fmla="*/ 52360 w 315392"/>
              <a:gd name="connsiteY3" fmla="*/ 231436 h 277346"/>
              <a:gd name="connsiteX4" fmla="*/ 58905 w 315392"/>
              <a:gd name="connsiteY4" fmla="*/ 238104 h 277346"/>
              <a:gd name="connsiteX5" fmla="*/ 164004 w 315392"/>
              <a:gd name="connsiteY5" fmla="*/ 238104 h 277346"/>
              <a:gd name="connsiteX6" fmla="*/ 170549 w 315392"/>
              <a:gd name="connsiteY6" fmla="*/ 231436 h 277346"/>
              <a:gd name="connsiteX7" fmla="*/ 170549 w 315392"/>
              <a:gd name="connsiteY7" fmla="*/ 151998 h 277346"/>
              <a:gd name="connsiteX8" fmla="*/ 164004 w 315392"/>
              <a:gd name="connsiteY8" fmla="*/ 145330 h 277346"/>
              <a:gd name="connsiteX9" fmla="*/ 157459 w 315392"/>
              <a:gd name="connsiteY9" fmla="*/ 224769 h 277346"/>
              <a:gd name="connsiteX10" fmla="*/ 65545 w 315392"/>
              <a:gd name="connsiteY10" fmla="*/ 224769 h 277346"/>
              <a:gd name="connsiteX11" fmla="*/ 65545 w 315392"/>
              <a:gd name="connsiteY11" fmla="*/ 158570 h 277346"/>
              <a:gd name="connsiteX12" fmla="*/ 157459 w 315392"/>
              <a:gd name="connsiteY12" fmla="*/ 158570 h 277346"/>
              <a:gd name="connsiteX13" fmla="*/ 157459 w 315392"/>
              <a:gd name="connsiteY13" fmla="*/ 224769 h 277346"/>
              <a:gd name="connsiteX14" fmla="*/ 314254 w 315392"/>
              <a:gd name="connsiteY14" fmla="*/ 56748 h 277346"/>
              <a:gd name="connsiteX15" fmla="*/ 287979 w 315392"/>
              <a:gd name="connsiteY15" fmla="*/ 3979 h 277346"/>
              <a:gd name="connsiteX16" fmla="*/ 282478 w 315392"/>
              <a:gd name="connsiteY16" fmla="*/ 646 h 277346"/>
              <a:gd name="connsiteX17" fmla="*/ 232774 w 315392"/>
              <a:gd name="connsiteY17" fmla="*/ 646 h 277346"/>
              <a:gd name="connsiteX18" fmla="*/ 227746 w 315392"/>
              <a:gd name="connsiteY18" fmla="*/ 265 h 277346"/>
              <a:gd name="connsiteX19" fmla="*/ 227082 w 315392"/>
              <a:gd name="connsiteY19" fmla="*/ 646 h 277346"/>
              <a:gd name="connsiteX20" fmla="*/ 87646 w 315392"/>
              <a:gd name="connsiteY20" fmla="*/ 646 h 277346"/>
              <a:gd name="connsiteX21" fmla="*/ 86792 w 315392"/>
              <a:gd name="connsiteY21" fmla="*/ 265 h 277346"/>
              <a:gd name="connsiteX22" fmla="*/ 82524 w 315392"/>
              <a:gd name="connsiteY22" fmla="*/ 646 h 277346"/>
              <a:gd name="connsiteX23" fmla="*/ 32820 w 315392"/>
              <a:gd name="connsiteY23" fmla="*/ 646 h 277346"/>
              <a:gd name="connsiteX24" fmla="*/ 26275 w 315392"/>
              <a:gd name="connsiteY24" fmla="*/ 3979 h 277346"/>
              <a:gd name="connsiteX25" fmla="*/ 0 w 315392"/>
              <a:gd name="connsiteY25" fmla="*/ 56843 h 277346"/>
              <a:gd name="connsiteX26" fmla="*/ 95 w 315392"/>
              <a:gd name="connsiteY26" fmla="*/ 59510 h 277346"/>
              <a:gd name="connsiteX27" fmla="*/ 0 w 315392"/>
              <a:gd name="connsiteY27" fmla="*/ 59986 h 277346"/>
              <a:gd name="connsiteX28" fmla="*/ 0 w 315392"/>
              <a:gd name="connsiteY28" fmla="*/ 73226 h 277346"/>
              <a:gd name="connsiteX29" fmla="*/ 26559 w 315392"/>
              <a:gd name="connsiteY29" fmla="*/ 114946 h 277346"/>
              <a:gd name="connsiteX30" fmla="*/ 26559 w 315392"/>
              <a:gd name="connsiteY30" fmla="*/ 270775 h 277346"/>
              <a:gd name="connsiteX31" fmla="*/ 33104 w 315392"/>
              <a:gd name="connsiteY31" fmla="*/ 277347 h 277346"/>
              <a:gd name="connsiteX32" fmla="*/ 282288 w 315392"/>
              <a:gd name="connsiteY32" fmla="*/ 277347 h 277346"/>
              <a:gd name="connsiteX33" fmla="*/ 288833 w 315392"/>
              <a:gd name="connsiteY33" fmla="*/ 270775 h 277346"/>
              <a:gd name="connsiteX34" fmla="*/ 288833 w 315392"/>
              <a:gd name="connsiteY34" fmla="*/ 114946 h 277346"/>
              <a:gd name="connsiteX35" fmla="*/ 315392 w 315392"/>
              <a:gd name="connsiteY35" fmla="*/ 73226 h 277346"/>
              <a:gd name="connsiteX36" fmla="*/ 315392 w 315392"/>
              <a:gd name="connsiteY36" fmla="*/ 59986 h 277346"/>
              <a:gd name="connsiteX37" fmla="*/ 314254 w 315392"/>
              <a:gd name="connsiteY37" fmla="*/ 56748 h 277346"/>
              <a:gd name="connsiteX38" fmla="*/ 236568 w 315392"/>
              <a:gd name="connsiteY38" fmla="*/ 97801 h 277346"/>
              <a:gd name="connsiteX39" fmla="*/ 197108 w 315392"/>
              <a:gd name="connsiteY39" fmla="*/ 119518 h 277346"/>
              <a:gd name="connsiteX40" fmla="*/ 164004 w 315392"/>
              <a:gd name="connsiteY40" fmla="*/ 105802 h 277346"/>
              <a:gd name="connsiteX41" fmla="*/ 164004 w 315392"/>
              <a:gd name="connsiteY41" fmla="*/ 66749 h 277346"/>
              <a:gd name="connsiteX42" fmla="*/ 236568 w 315392"/>
              <a:gd name="connsiteY42" fmla="*/ 66749 h 277346"/>
              <a:gd name="connsiteX43" fmla="*/ 236568 w 315392"/>
              <a:gd name="connsiteY43" fmla="*/ 97896 h 277346"/>
              <a:gd name="connsiteX44" fmla="*/ 79014 w 315392"/>
              <a:gd name="connsiteY44" fmla="*/ 66654 h 277346"/>
              <a:gd name="connsiteX45" fmla="*/ 151388 w 315392"/>
              <a:gd name="connsiteY45" fmla="*/ 66654 h 277346"/>
              <a:gd name="connsiteX46" fmla="*/ 151388 w 315392"/>
              <a:gd name="connsiteY46" fmla="*/ 104754 h 277346"/>
              <a:gd name="connsiteX47" fmla="*/ 118284 w 315392"/>
              <a:gd name="connsiteY47" fmla="*/ 119422 h 277346"/>
              <a:gd name="connsiteX48" fmla="*/ 79014 w 315392"/>
              <a:gd name="connsiteY48" fmla="*/ 97991 h 277346"/>
              <a:gd name="connsiteX49" fmla="*/ 79014 w 315392"/>
              <a:gd name="connsiteY49" fmla="*/ 66654 h 277346"/>
              <a:gd name="connsiteX50" fmla="*/ 224901 w 315392"/>
              <a:gd name="connsiteY50" fmla="*/ 13885 h 277346"/>
              <a:gd name="connsiteX51" fmla="*/ 234671 w 315392"/>
              <a:gd name="connsiteY51" fmla="*/ 53319 h 277346"/>
              <a:gd name="connsiteX52" fmla="*/ 164004 w 315392"/>
              <a:gd name="connsiteY52" fmla="*/ 53319 h 277346"/>
              <a:gd name="connsiteX53" fmla="*/ 164004 w 315392"/>
              <a:gd name="connsiteY53" fmla="*/ 13885 h 277346"/>
              <a:gd name="connsiteX54" fmla="*/ 224901 w 315392"/>
              <a:gd name="connsiteY54" fmla="*/ 13885 h 277346"/>
              <a:gd name="connsiteX55" fmla="*/ 151388 w 315392"/>
              <a:gd name="connsiteY55" fmla="*/ 53319 h 277346"/>
              <a:gd name="connsiteX56" fmla="*/ 80911 w 315392"/>
              <a:gd name="connsiteY56" fmla="*/ 53319 h 277346"/>
              <a:gd name="connsiteX57" fmla="*/ 90871 w 315392"/>
              <a:gd name="connsiteY57" fmla="*/ 13885 h 277346"/>
              <a:gd name="connsiteX58" fmla="*/ 151483 w 315392"/>
              <a:gd name="connsiteY58" fmla="*/ 13885 h 277346"/>
              <a:gd name="connsiteX59" fmla="*/ 151483 w 315392"/>
              <a:gd name="connsiteY59" fmla="*/ 53319 h 277346"/>
              <a:gd name="connsiteX60" fmla="*/ 297844 w 315392"/>
              <a:gd name="connsiteY60" fmla="*/ 53319 h 277346"/>
              <a:gd name="connsiteX61" fmla="*/ 248614 w 315392"/>
              <a:gd name="connsiteY61" fmla="*/ 53319 h 277346"/>
              <a:gd name="connsiteX62" fmla="*/ 238844 w 315392"/>
              <a:gd name="connsiteY62" fmla="*/ 13885 h 277346"/>
              <a:gd name="connsiteX63" fmla="*/ 278209 w 315392"/>
              <a:gd name="connsiteY63" fmla="*/ 13885 h 277346"/>
              <a:gd name="connsiteX64" fmla="*/ 297844 w 315392"/>
              <a:gd name="connsiteY64" fmla="*/ 53319 h 277346"/>
              <a:gd name="connsiteX65" fmla="*/ 37183 w 315392"/>
              <a:gd name="connsiteY65" fmla="*/ 13885 h 277346"/>
              <a:gd name="connsiteX66" fmla="*/ 76643 w 315392"/>
              <a:gd name="connsiteY66" fmla="*/ 13885 h 277346"/>
              <a:gd name="connsiteX67" fmla="*/ 66683 w 315392"/>
              <a:gd name="connsiteY67" fmla="*/ 53319 h 277346"/>
              <a:gd name="connsiteX68" fmla="*/ 17453 w 315392"/>
              <a:gd name="connsiteY68" fmla="*/ 53319 h 277346"/>
              <a:gd name="connsiteX69" fmla="*/ 37088 w 315392"/>
              <a:gd name="connsiteY69" fmla="*/ 13885 h 277346"/>
              <a:gd name="connsiteX70" fmla="*/ 13090 w 315392"/>
              <a:gd name="connsiteY70" fmla="*/ 73131 h 277346"/>
              <a:gd name="connsiteX71" fmla="*/ 13090 w 315392"/>
              <a:gd name="connsiteY71" fmla="*/ 66654 h 277346"/>
              <a:gd name="connsiteX72" fmla="*/ 65734 w 315392"/>
              <a:gd name="connsiteY72" fmla="*/ 66654 h 277346"/>
              <a:gd name="connsiteX73" fmla="*/ 65734 w 315392"/>
              <a:gd name="connsiteY73" fmla="*/ 96943 h 277346"/>
              <a:gd name="connsiteX74" fmla="*/ 46005 w 315392"/>
              <a:gd name="connsiteY74" fmla="*/ 106278 h 277346"/>
              <a:gd name="connsiteX75" fmla="*/ 36235 w 315392"/>
              <a:gd name="connsiteY75" fmla="*/ 104659 h 277346"/>
              <a:gd name="connsiteX76" fmla="*/ 34243 w 315392"/>
              <a:gd name="connsiteY76" fmla="*/ 103992 h 277346"/>
              <a:gd name="connsiteX77" fmla="*/ 13090 w 315392"/>
              <a:gd name="connsiteY77" fmla="*/ 73226 h 277346"/>
              <a:gd name="connsiteX78" fmla="*/ 197108 w 315392"/>
              <a:gd name="connsiteY78" fmla="*/ 264107 h 277346"/>
              <a:gd name="connsiteX79" fmla="*/ 197108 w 315392"/>
              <a:gd name="connsiteY79" fmla="*/ 158475 h 277346"/>
              <a:gd name="connsiteX80" fmla="*/ 249847 w 315392"/>
              <a:gd name="connsiteY80" fmla="*/ 158475 h 277346"/>
              <a:gd name="connsiteX81" fmla="*/ 249847 w 315392"/>
              <a:gd name="connsiteY81" fmla="*/ 264107 h 277346"/>
              <a:gd name="connsiteX82" fmla="*/ 197108 w 315392"/>
              <a:gd name="connsiteY82" fmla="*/ 264107 h 277346"/>
              <a:gd name="connsiteX83" fmla="*/ 275648 w 315392"/>
              <a:gd name="connsiteY83" fmla="*/ 264202 h 277346"/>
              <a:gd name="connsiteX84" fmla="*/ 262937 w 315392"/>
              <a:gd name="connsiteY84" fmla="*/ 264202 h 277346"/>
              <a:gd name="connsiteX85" fmla="*/ 262937 w 315392"/>
              <a:gd name="connsiteY85" fmla="*/ 151903 h 277346"/>
              <a:gd name="connsiteX86" fmla="*/ 256392 w 315392"/>
              <a:gd name="connsiteY86" fmla="*/ 145330 h 277346"/>
              <a:gd name="connsiteX87" fmla="*/ 190563 w 315392"/>
              <a:gd name="connsiteY87" fmla="*/ 145330 h 277346"/>
              <a:gd name="connsiteX88" fmla="*/ 184018 w 315392"/>
              <a:gd name="connsiteY88" fmla="*/ 151903 h 277346"/>
              <a:gd name="connsiteX89" fmla="*/ 184018 w 315392"/>
              <a:gd name="connsiteY89" fmla="*/ 264202 h 277346"/>
              <a:gd name="connsiteX90" fmla="*/ 39744 w 315392"/>
              <a:gd name="connsiteY90" fmla="*/ 264202 h 277346"/>
              <a:gd name="connsiteX91" fmla="*/ 39744 w 315392"/>
              <a:gd name="connsiteY91" fmla="*/ 118851 h 277346"/>
              <a:gd name="connsiteX92" fmla="*/ 46005 w 315392"/>
              <a:gd name="connsiteY92" fmla="*/ 119518 h 277346"/>
              <a:gd name="connsiteX93" fmla="*/ 71236 w 315392"/>
              <a:gd name="connsiteY93" fmla="*/ 109612 h 277346"/>
              <a:gd name="connsiteX94" fmla="*/ 118379 w 315392"/>
              <a:gd name="connsiteY94" fmla="*/ 132757 h 277346"/>
              <a:gd name="connsiteX95" fmla="*/ 157838 w 315392"/>
              <a:gd name="connsiteY95" fmla="*/ 117327 h 277346"/>
              <a:gd name="connsiteX96" fmla="*/ 197298 w 315392"/>
              <a:gd name="connsiteY96" fmla="*/ 132757 h 277346"/>
              <a:gd name="connsiteX97" fmla="*/ 244441 w 315392"/>
              <a:gd name="connsiteY97" fmla="*/ 109612 h 277346"/>
              <a:gd name="connsiteX98" fmla="*/ 269672 w 315392"/>
              <a:gd name="connsiteY98" fmla="*/ 119518 h 277346"/>
              <a:gd name="connsiteX99" fmla="*/ 275933 w 315392"/>
              <a:gd name="connsiteY99" fmla="*/ 118851 h 277346"/>
              <a:gd name="connsiteX100" fmla="*/ 275933 w 315392"/>
              <a:gd name="connsiteY100" fmla="*/ 264202 h 277346"/>
              <a:gd name="connsiteX101" fmla="*/ 269388 w 315392"/>
              <a:gd name="connsiteY101" fmla="*/ 106278 h 277346"/>
              <a:gd name="connsiteX102" fmla="*/ 249658 w 315392"/>
              <a:gd name="connsiteY102" fmla="*/ 97134 h 277346"/>
              <a:gd name="connsiteX103" fmla="*/ 249658 w 315392"/>
              <a:gd name="connsiteY103" fmla="*/ 66654 h 277346"/>
              <a:gd name="connsiteX104" fmla="*/ 302302 w 315392"/>
              <a:gd name="connsiteY104" fmla="*/ 66654 h 277346"/>
              <a:gd name="connsiteX105" fmla="*/ 302302 w 315392"/>
              <a:gd name="connsiteY105" fmla="*/ 73131 h 277346"/>
              <a:gd name="connsiteX106" fmla="*/ 269482 w 315392"/>
              <a:gd name="connsiteY106" fmla="*/ 106183 h 277346"/>
              <a:gd name="connsiteX107" fmla="*/ 236378 w 315392"/>
              <a:gd name="connsiteY107" fmla="*/ 218006 h 277346"/>
              <a:gd name="connsiteX108" fmla="*/ 229738 w 315392"/>
              <a:gd name="connsiteY108" fmla="*/ 224674 h 277346"/>
              <a:gd name="connsiteX109" fmla="*/ 223098 w 315392"/>
              <a:gd name="connsiteY109" fmla="*/ 218006 h 277346"/>
              <a:gd name="connsiteX110" fmla="*/ 229738 w 315392"/>
              <a:gd name="connsiteY110" fmla="*/ 211339 h 277346"/>
              <a:gd name="connsiteX111" fmla="*/ 236378 w 315392"/>
              <a:gd name="connsiteY111" fmla="*/ 218006 h 27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315392" h="277346">
                <a:moveTo>
                  <a:pt x="164004" y="145330"/>
                </a:moveTo>
                <a:lnTo>
                  <a:pt x="58905" y="145330"/>
                </a:lnTo>
                <a:cubicBezTo>
                  <a:pt x="55585" y="145330"/>
                  <a:pt x="52360" y="148664"/>
                  <a:pt x="52360" y="151998"/>
                </a:cubicBezTo>
                <a:lnTo>
                  <a:pt x="52360" y="231436"/>
                </a:lnTo>
                <a:cubicBezTo>
                  <a:pt x="52360" y="234770"/>
                  <a:pt x="55680" y="238104"/>
                  <a:pt x="58905" y="238104"/>
                </a:cubicBezTo>
                <a:lnTo>
                  <a:pt x="164004" y="238104"/>
                </a:lnTo>
                <a:cubicBezTo>
                  <a:pt x="167324" y="238104"/>
                  <a:pt x="170549" y="234770"/>
                  <a:pt x="170549" y="231436"/>
                </a:cubicBezTo>
                <a:lnTo>
                  <a:pt x="170549" y="151998"/>
                </a:lnTo>
                <a:cubicBezTo>
                  <a:pt x="170549" y="148664"/>
                  <a:pt x="167229" y="145330"/>
                  <a:pt x="164004" y="145330"/>
                </a:cubicBezTo>
                <a:close/>
                <a:moveTo>
                  <a:pt x="157459" y="224769"/>
                </a:moveTo>
                <a:lnTo>
                  <a:pt x="65545" y="224769"/>
                </a:lnTo>
                <a:lnTo>
                  <a:pt x="65545" y="158570"/>
                </a:lnTo>
                <a:lnTo>
                  <a:pt x="157459" y="158570"/>
                </a:lnTo>
                <a:lnTo>
                  <a:pt x="157459" y="224769"/>
                </a:lnTo>
                <a:close/>
                <a:moveTo>
                  <a:pt x="314254" y="56748"/>
                </a:moveTo>
                <a:cubicBezTo>
                  <a:pt x="314254" y="56748"/>
                  <a:pt x="311693" y="51509"/>
                  <a:pt x="287979" y="3979"/>
                </a:cubicBezTo>
                <a:cubicBezTo>
                  <a:pt x="286841" y="1789"/>
                  <a:pt x="284659" y="646"/>
                  <a:pt x="282478" y="646"/>
                </a:cubicBezTo>
                <a:lnTo>
                  <a:pt x="232774" y="646"/>
                </a:lnTo>
                <a:cubicBezTo>
                  <a:pt x="231351" y="-21"/>
                  <a:pt x="229643" y="-212"/>
                  <a:pt x="227746" y="265"/>
                </a:cubicBezTo>
                <a:cubicBezTo>
                  <a:pt x="227462" y="265"/>
                  <a:pt x="227272" y="550"/>
                  <a:pt x="227082" y="646"/>
                </a:cubicBezTo>
                <a:lnTo>
                  <a:pt x="87646" y="646"/>
                </a:lnTo>
                <a:cubicBezTo>
                  <a:pt x="87646" y="646"/>
                  <a:pt x="87172" y="360"/>
                  <a:pt x="86792" y="265"/>
                </a:cubicBezTo>
                <a:cubicBezTo>
                  <a:pt x="85274" y="-212"/>
                  <a:pt x="83852" y="-21"/>
                  <a:pt x="82524" y="646"/>
                </a:cubicBezTo>
                <a:lnTo>
                  <a:pt x="32820" y="646"/>
                </a:lnTo>
                <a:cubicBezTo>
                  <a:pt x="30638" y="646"/>
                  <a:pt x="27318" y="1789"/>
                  <a:pt x="26275" y="3979"/>
                </a:cubicBezTo>
                <a:lnTo>
                  <a:pt x="0" y="56843"/>
                </a:lnTo>
                <a:cubicBezTo>
                  <a:pt x="0" y="57700"/>
                  <a:pt x="0" y="58653"/>
                  <a:pt x="95" y="59510"/>
                </a:cubicBezTo>
                <a:cubicBezTo>
                  <a:pt x="95" y="59701"/>
                  <a:pt x="0" y="59796"/>
                  <a:pt x="0" y="59986"/>
                </a:cubicBezTo>
                <a:lnTo>
                  <a:pt x="0" y="73226"/>
                </a:lnTo>
                <a:cubicBezTo>
                  <a:pt x="0" y="91609"/>
                  <a:pt x="11003" y="107516"/>
                  <a:pt x="26559" y="114946"/>
                </a:cubicBezTo>
                <a:lnTo>
                  <a:pt x="26559" y="270775"/>
                </a:lnTo>
                <a:cubicBezTo>
                  <a:pt x="26559" y="274108"/>
                  <a:pt x="29879" y="277347"/>
                  <a:pt x="33104" y="277347"/>
                </a:cubicBezTo>
                <a:lnTo>
                  <a:pt x="282288" y="277347"/>
                </a:lnTo>
                <a:cubicBezTo>
                  <a:pt x="285608" y="277347"/>
                  <a:pt x="288833" y="274013"/>
                  <a:pt x="288833" y="270775"/>
                </a:cubicBezTo>
                <a:lnTo>
                  <a:pt x="288833" y="114946"/>
                </a:lnTo>
                <a:cubicBezTo>
                  <a:pt x="304389" y="107516"/>
                  <a:pt x="315392" y="91514"/>
                  <a:pt x="315392" y="73226"/>
                </a:cubicBezTo>
                <a:lnTo>
                  <a:pt x="315392" y="59986"/>
                </a:lnTo>
                <a:cubicBezTo>
                  <a:pt x="315392" y="58843"/>
                  <a:pt x="314918" y="57796"/>
                  <a:pt x="314254" y="56748"/>
                </a:cubicBezTo>
                <a:close/>
                <a:moveTo>
                  <a:pt x="236568" y="97801"/>
                </a:moveTo>
                <a:cubicBezTo>
                  <a:pt x="227557" y="110278"/>
                  <a:pt x="211906" y="119518"/>
                  <a:pt x="197108" y="119518"/>
                </a:cubicBezTo>
                <a:cubicBezTo>
                  <a:pt x="184777" y="119518"/>
                  <a:pt x="172636" y="114565"/>
                  <a:pt x="164004" y="105802"/>
                </a:cubicBezTo>
                <a:lnTo>
                  <a:pt x="164004" y="66749"/>
                </a:lnTo>
                <a:lnTo>
                  <a:pt x="236568" y="66749"/>
                </a:lnTo>
                <a:lnTo>
                  <a:pt x="236568" y="97896"/>
                </a:lnTo>
                <a:close/>
                <a:moveTo>
                  <a:pt x="79014" y="66654"/>
                </a:moveTo>
                <a:lnTo>
                  <a:pt x="151388" y="66654"/>
                </a:lnTo>
                <a:lnTo>
                  <a:pt x="151388" y="104754"/>
                </a:lnTo>
                <a:cubicBezTo>
                  <a:pt x="142662" y="114184"/>
                  <a:pt x="130994" y="119422"/>
                  <a:pt x="118284" y="119422"/>
                </a:cubicBezTo>
                <a:cubicBezTo>
                  <a:pt x="103581" y="119422"/>
                  <a:pt x="88025" y="110278"/>
                  <a:pt x="79014" y="97991"/>
                </a:cubicBezTo>
                <a:lnTo>
                  <a:pt x="79014" y="66654"/>
                </a:lnTo>
                <a:close/>
                <a:moveTo>
                  <a:pt x="224901" y="13885"/>
                </a:moveTo>
                <a:cubicBezTo>
                  <a:pt x="226323" y="19600"/>
                  <a:pt x="229169" y="30935"/>
                  <a:pt x="234671" y="53319"/>
                </a:cubicBezTo>
                <a:lnTo>
                  <a:pt x="164004" y="53319"/>
                </a:lnTo>
                <a:lnTo>
                  <a:pt x="164004" y="13885"/>
                </a:lnTo>
                <a:lnTo>
                  <a:pt x="224901" y="13885"/>
                </a:lnTo>
                <a:close/>
                <a:moveTo>
                  <a:pt x="151388" y="53319"/>
                </a:moveTo>
                <a:lnTo>
                  <a:pt x="80911" y="53319"/>
                </a:lnTo>
                <a:cubicBezTo>
                  <a:pt x="82524" y="47032"/>
                  <a:pt x="85464" y="35317"/>
                  <a:pt x="90871" y="13885"/>
                </a:cubicBezTo>
                <a:lnTo>
                  <a:pt x="151483" y="13885"/>
                </a:lnTo>
                <a:lnTo>
                  <a:pt x="151483" y="53319"/>
                </a:lnTo>
                <a:close/>
                <a:moveTo>
                  <a:pt x="297844" y="53319"/>
                </a:moveTo>
                <a:lnTo>
                  <a:pt x="248614" y="53319"/>
                </a:lnTo>
                <a:cubicBezTo>
                  <a:pt x="247381" y="48366"/>
                  <a:pt x="244725" y="37507"/>
                  <a:pt x="238844" y="13885"/>
                </a:cubicBezTo>
                <a:lnTo>
                  <a:pt x="278209" y="13885"/>
                </a:lnTo>
                <a:cubicBezTo>
                  <a:pt x="278209" y="13885"/>
                  <a:pt x="278209" y="13885"/>
                  <a:pt x="297844" y="53319"/>
                </a:cubicBezTo>
                <a:close/>
                <a:moveTo>
                  <a:pt x="37183" y="13885"/>
                </a:moveTo>
                <a:lnTo>
                  <a:pt x="76643" y="13885"/>
                </a:lnTo>
                <a:cubicBezTo>
                  <a:pt x="74935" y="20648"/>
                  <a:pt x="71900" y="32650"/>
                  <a:pt x="66683" y="53319"/>
                </a:cubicBezTo>
                <a:lnTo>
                  <a:pt x="17453" y="53319"/>
                </a:lnTo>
                <a:lnTo>
                  <a:pt x="37088" y="13885"/>
                </a:lnTo>
                <a:close/>
                <a:moveTo>
                  <a:pt x="13090" y="73131"/>
                </a:moveTo>
                <a:lnTo>
                  <a:pt x="13090" y="66654"/>
                </a:lnTo>
                <a:lnTo>
                  <a:pt x="65734" y="66654"/>
                </a:lnTo>
                <a:lnTo>
                  <a:pt x="65734" y="96943"/>
                </a:lnTo>
                <a:cubicBezTo>
                  <a:pt x="58051" y="103325"/>
                  <a:pt x="51980" y="106278"/>
                  <a:pt x="46005" y="106278"/>
                </a:cubicBezTo>
                <a:cubicBezTo>
                  <a:pt x="42590" y="106278"/>
                  <a:pt x="39365" y="105611"/>
                  <a:pt x="36235" y="104659"/>
                </a:cubicBezTo>
                <a:cubicBezTo>
                  <a:pt x="35571" y="104373"/>
                  <a:pt x="35001" y="104182"/>
                  <a:pt x="34243" y="103992"/>
                </a:cubicBezTo>
                <a:cubicBezTo>
                  <a:pt x="21722" y="99134"/>
                  <a:pt x="13090" y="86847"/>
                  <a:pt x="13090" y="73226"/>
                </a:cubicBezTo>
                <a:close/>
                <a:moveTo>
                  <a:pt x="197108" y="264107"/>
                </a:moveTo>
                <a:lnTo>
                  <a:pt x="197108" y="158475"/>
                </a:lnTo>
                <a:lnTo>
                  <a:pt x="249847" y="158475"/>
                </a:lnTo>
                <a:lnTo>
                  <a:pt x="249847" y="264107"/>
                </a:lnTo>
                <a:lnTo>
                  <a:pt x="197108" y="264107"/>
                </a:lnTo>
                <a:close/>
                <a:moveTo>
                  <a:pt x="275648" y="264202"/>
                </a:moveTo>
                <a:lnTo>
                  <a:pt x="262937" y="264202"/>
                </a:lnTo>
                <a:lnTo>
                  <a:pt x="262937" y="151903"/>
                </a:lnTo>
                <a:cubicBezTo>
                  <a:pt x="262937" y="148569"/>
                  <a:pt x="259617" y="145330"/>
                  <a:pt x="256392" y="145330"/>
                </a:cubicBezTo>
                <a:lnTo>
                  <a:pt x="190563" y="145330"/>
                </a:lnTo>
                <a:cubicBezTo>
                  <a:pt x="187243" y="145330"/>
                  <a:pt x="184018" y="148664"/>
                  <a:pt x="184018" y="151903"/>
                </a:cubicBezTo>
                <a:lnTo>
                  <a:pt x="184018" y="264202"/>
                </a:lnTo>
                <a:lnTo>
                  <a:pt x="39744" y="264202"/>
                </a:lnTo>
                <a:lnTo>
                  <a:pt x="39744" y="118851"/>
                </a:lnTo>
                <a:cubicBezTo>
                  <a:pt x="41831" y="119137"/>
                  <a:pt x="43918" y="119518"/>
                  <a:pt x="46005" y="119518"/>
                </a:cubicBezTo>
                <a:cubicBezTo>
                  <a:pt x="56913" y="119518"/>
                  <a:pt x="64596" y="115136"/>
                  <a:pt x="71236" y="109612"/>
                </a:cubicBezTo>
                <a:cubicBezTo>
                  <a:pt x="83282" y="123899"/>
                  <a:pt x="100831" y="132757"/>
                  <a:pt x="118379" y="132757"/>
                </a:cubicBezTo>
                <a:cubicBezTo>
                  <a:pt x="132607" y="132757"/>
                  <a:pt x="146835" y="127233"/>
                  <a:pt x="157838" y="117327"/>
                </a:cubicBezTo>
                <a:cubicBezTo>
                  <a:pt x="168747" y="127233"/>
                  <a:pt x="183070" y="132757"/>
                  <a:pt x="197298" y="132757"/>
                </a:cubicBezTo>
                <a:cubicBezTo>
                  <a:pt x="214846" y="132757"/>
                  <a:pt x="232394" y="123899"/>
                  <a:pt x="244441" y="109612"/>
                </a:cubicBezTo>
                <a:cubicBezTo>
                  <a:pt x="250986" y="115136"/>
                  <a:pt x="258669" y="119518"/>
                  <a:pt x="269672" y="119518"/>
                </a:cubicBezTo>
                <a:cubicBezTo>
                  <a:pt x="271854" y="119518"/>
                  <a:pt x="273846" y="119137"/>
                  <a:pt x="275933" y="118851"/>
                </a:cubicBezTo>
                <a:lnTo>
                  <a:pt x="275933" y="264202"/>
                </a:lnTo>
                <a:close/>
                <a:moveTo>
                  <a:pt x="269388" y="106278"/>
                </a:moveTo>
                <a:cubicBezTo>
                  <a:pt x="262463" y="106278"/>
                  <a:pt x="256392" y="103420"/>
                  <a:pt x="249658" y="97134"/>
                </a:cubicBezTo>
                <a:lnTo>
                  <a:pt x="249658" y="66654"/>
                </a:lnTo>
                <a:lnTo>
                  <a:pt x="302302" y="66654"/>
                </a:lnTo>
                <a:lnTo>
                  <a:pt x="302302" y="73131"/>
                </a:lnTo>
                <a:cubicBezTo>
                  <a:pt x="302302" y="90752"/>
                  <a:pt x="286936" y="106183"/>
                  <a:pt x="269482" y="106183"/>
                </a:cubicBezTo>
                <a:close/>
                <a:moveTo>
                  <a:pt x="236378" y="218006"/>
                </a:moveTo>
                <a:cubicBezTo>
                  <a:pt x="236378" y="221721"/>
                  <a:pt x="233438" y="224674"/>
                  <a:pt x="229738" y="224674"/>
                </a:cubicBezTo>
                <a:cubicBezTo>
                  <a:pt x="226039" y="224674"/>
                  <a:pt x="223098" y="221721"/>
                  <a:pt x="223098" y="218006"/>
                </a:cubicBezTo>
                <a:cubicBezTo>
                  <a:pt x="223098" y="214291"/>
                  <a:pt x="226039" y="211339"/>
                  <a:pt x="229738" y="211339"/>
                </a:cubicBezTo>
                <a:cubicBezTo>
                  <a:pt x="233438" y="211339"/>
                  <a:pt x="236378" y="214291"/>
                  <a:pt x="236378" y="21800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4" name="Graphic 139">
            <a:extLst>
              <a:ext uri="{FF2B5EF4-FFF2-40B4-BE49-F238E27FC236}">
                <a16:creationId xmlns:a16="http://schemas.microsoft.com/office/drawing/2014/main" id="{B1CE7E34-F573-9821-02C8-7EC05C487B57}"/>
              </a:ext>
            </a:extLst>
          </p:cNvPr>
          <p:cNvSpPr/>
          <p:nvPr/>
        </p:nvSpPr>
        <p:spPr>
          <a:xfrm>
            <a:off x="11184101" y="1544990"/>
            <a:ext cx="420989" cy="370205"/>
          </a:xfrm>
          <a:custGeom>
            <a:avLst/>
            <a:gdLst>
              <a:gd name="connsiteX0" fmla="*/ 164004 w 315392"/>
              <a:gd name="connsiteY0" fmla="*/ 145330 h 277346"/>
              <a:gd name="connsiteX1" fmla="*/ 58905 w 315392"/>
              <a:gd name="connsiteY1" fmla="*/ 145330 h 277346"/>
              <a:gd name="connsiteX2" fmla="*/ 52360 w 315392"/>
              <a:gd name="connsiteY2" fmla="*/ 151998 h 277346"/>
              <a:gd name="connsiteX3" fmla="*/ 52360 w 315392"/>
              <a:gd name="connsiteY3" fmla="*/ 231436 h 277346"/>
              <a:gd name="connsiteX4" fmla="*/ 58905 w 315392"/>
              <a:gd name="connsiteY4" fmla="*/ 238104 h 277346"/>
              <a:gd name="connsiteX5" fmla="*/ 164004 w 315392"/>
              <a:gd name="connsiteY5" fmla="*/ 238104 h 277346"/>
              <a:gd name="connsiteX6" fmla="*/ 170549 w 315392"/>
              <a:gd name="connsiteY6" fmla="*/ 231436 h 277346"/>
              <a:gd name="connsiteX7" fmla="*/ 170549 w 315392"/>
              <a:gd name="connsiteY7" fmla="*/ 151998 h 277346"/>
              <a:gd name="connsiteX8" fmla="*/ 164004 w 315392"/>
              <a:gd name="connsiteY8" fmla="*/ 145330 h 277346"/>
              <a:gd name="connsiteX9" fmla="*/ 157459 w 315392"/>
              <a:gd name="connsiteY9" fmla="*/ 224769 h 277346"/>
              <a:gd name="connsiteX10" fmla="*/ 65545 w 315392"/>
              <a:gd name="connsiteY10" fmla="*/ 224769 h 277346"/>
              <a:gd name="connsiteX11" fmla="*/ 65545 w 315392"/>
              <a:gd name="connsiteY11" fmla="*/ 158570 h 277346"/>
              <a:gd name="connsiteX12" fmla="*/ 157459 w 315392"/>
              <a:gd name="connsiteY12" fmla="*/ 158570 h 277346"/>
              <a:gd name="connsiteX13" fmla="*/ 157459 w 315392"/>
              <a:gd name="connsiteY13" fmla="*/ 224769 h 277346"/>
              <a:gd name="connsiteX14" fmla="*/ 314254 w 315392"/>
              <a:gd name="connsiteY14" fmla="*/ 56748 h 277346"/>
              <a:gd name="connsiteX15" fmla="*/ 287979 w 315392"/>
              <a:gd name="connsiteY15" fmla="*/ 3979 h 277346"/>
              <a:gd name="connsiteX16" fmla="*/ 282478 w 315392"/>
              <a:gd name="connsiteY16" fmla="*/ 646 h 277346"/>
              <a:gd name="connsiteX17" fmla="*/ 232774 w 315392"/>
              <a:gd name="connsiteY17" fmla="*/ 646 h 277346"/>
              <a:gd name="connsiteX18" fmla="*/ 227746 w 315392"/>
              <a:gd name="connsiteY18" fmla="*/ 265 h 277346"/>
              <a:gd name="connsiteX19" fmla="*/ 227082 w 315392"/>
              <a:gd name="connsiteY19" fmla="*/ 646 h 277346"/>
              <a:gd name="connsiteX20" fmla="*/ 87646 w 315392"/>
              <a:gd name="connsiteY20" fmla="*/ 646 h 277346"/>
              <a:gd name="connsiteX21" fmla="*/ 86792 w 315392"/>
              <a:gd name="connsiteY21" fmla="*/ 265 h 277346"/>
              <a:gd name="connsiteX22" fmla="*/ 82524 w 315392"/>
              <a:gd name="connsiteY22" fmla="*/ 646 h 277346"/>
              <a:gd name="connsiteX23" fmla="*/ 32820 w 315392"/>
              <a:gd name="connsiteY23" fmla="*/ 646 h 277346"/>
              <a:gd name="connsiteX24" fmla="*/ 26275 w 315392"/>
              <a:gd name="connsiteY24" fmla="*/ 3979 h 277346"/>
              <a:gd name="connsiteX25" fmla="*/ 0 w 315392"/>
              <a:gd name="connsiteY25" fmla="*/ 56843 h 277346"/>
              <a:gd name="connsiteX26" fmla="*/ 95 w 315392"/>
              <a:gd name="connsiteY26" fmla="*/ 59510 h 277346"/>
              <a:gd name="connsiteX27" fmla="*/ 0 w 315392"/>
              <a:gd name="connsiteY27" fmla="*/ 59986 h 277346"/>
              <a:gd name="connsiteX28" fmla="*/ 0 w 315392"/>
              <a:gd name="connsiteY28" fmla="*/ 73226 h 277346"/>
              <a:gd name="connsiteX29" fmla="*/ 26559 w 315392"/>
              <a:gd name="connsiteY29" fmla="*/ 114946 h 277346"/>
              <a:gd name="connsiteX30" fmla="*/ 26559 w 315392"/>
              <a:gd name="connsiteY30" fmla="*/ 270775 h 277346"/>
              <a:gd name="connsiteX31" fmla="*/ 33104 w 315392"/>
              <a:gd name="connsiteY31" fmla="*/ 277347 h 277346"/>
              <a:gd name="connsiteX32" fmla="*/ 282288 w 315392"/>
              <a:gd name="connsiteY32" fmla="*/ 277347 h 277346"/>
              <a:gd name="connsiteX33" fmla="*/ 288833 w 315392"/>
              <a:gd name="connsiteY33" fmla="*/ 270775 h 277346"/>
              <a:gd name="connsiteX34" fmla="*/ 288833 w 315392"/>
              <a:gd name="connsiteY34" fmla="*/ 114946 h 277346"/>
              <a:gd name="connsiteX35" fmla="*/ 315392 w 315392"/>
              <a:gd name="connsiteY35" fmla="*/ 73226 h 277346"/>
              <a:gd name="connsiteX36" fmla="*/ 315392 w 315392"/>
              <a:gd name="connsiteY36" fmla="*/ 59986 h 277346"/>
              <a:gd name="connsiteX37" fmla="*/ 314254 w 315392"/>
              <a:gd name="connsiteY37" fmla="*/ 56748 h 277346"/>
              <a:gd name="connsiteX38" fmla="*/ 236568 w 315392"/>
              <a:gd name="connsiteY38" fmla="*/ 97801 h 277346"/>
              <a:gd name="connsiteX39" fmla="*/ 197108 w 315392"/>
              <a:gd name="connsiteY39" fmla="*/ 119518 h 277346"/>
              <a:gd name="connsiteX40" fmla="*/ 164004 w 315392"/>
              <a:gd name="connsiteY40" fmla="*/ 105802 h 277346"/>
              <a:gd name="connsiteX41" fmla="*/ 164004 w 315392"/>
              <a:gd name="connsiteY41" fmla="*/ 66749 h 277346"/>
              <a:gd name="connsiteX42" fmla="*/ 236568 w 315392"/>
              <a:gd name="connsiteY42" fmla="*/ 66749 h 277346"/>
              <a:gd name="connsiteX43" fmla="*/ 236568 w 315392"/>
              <a:gd name="connsiteY43" fmla="*/ 97896 h 277346"/>
              <a:gd name="connsiteX44" fmla="*/ 79014 w 315392"/>
              <a:gd name="connsiteY44" fmla="*/ 66654 h 277346"/>
              <a:gd name="connsiteX45" fmla="*/ 151388 w 315392"/>
              <a:gd name="connsiteY45" fmla="*/ 66654 h 277346"/>
              <a:gd name="connsiteX46" fmla="*/ 151388 w 315392"/>
              <a:gd name="connsiteY46" fmla="*/ 104754 h 277346"/>
              <a:gd name="connsiteX47" fmla="*/ 118284 w 315392"/>
              <a:gd name="connsiteY47" fmla="*/ 119422 h 277346"/>
              <a:gd name="connsiteX48" fmla="*/ 79014 w 315392"/>
              <a:gd name="connsiteY48" fmla="*/ 97991 h 277346"/>
              <a:gd name="connsiteX49" fmla="*/ 79014 w 315392"/>
              <a:gd name="connsiteY49" fmla="*/ 66654 h 277346"/>
              <a:gd name="connsiteX50" fmla="*/ 224901 w 315392"/>
              <a:gd name="connsiteY50" fmla="*/ 13885 h 277346"/>
              <a:gd name="connsiteX51" fmla="*/ 234671 w 315392"/>
              <a:gd name="connsiteY51" fmla="*/ 53319 h 277346"/>
              <a:gd name="connsiteX52" fmla="*/ 164004 w 315392"/>
              <a:gd name="connsiteY52" fmla="*/ 53319 h 277346"/>
              <a:gd name="connsiteX53" fmla="*/ 164004 w 315392"/>
              <a:gd name="connsiteY53" fmla="*/ 13885 h 277346"/>
              <a:gd name="connsiteX54" fmla="*/ 224901 w 315392"/>
              <a:gd name="connsiteY54" fmla="*/ 13885 h 277346"/>
              <a:gd name="connsiteX55" fmla="*/ 151388 w 315392"/>
              <a:gd name="connsiteY55" fmla="*/ 53319 h 277346"/>
              <a:gd name="connsiteX56" fmla="*/ 80911 w 315392"/>
              <a:gd name="connsiteY56" fmla="*/ 53319 h 277346"/>
              <a:gd name="connsiteX57" fmla="*/ 90871 w 315392"/>
              <a:gd name="connsiteY57" fmla="*/ 13885 h 277346"/>
              <a:gd name="connsiteX58" fmla="*/ 151483 w 315392"/>
              <a:gd name="connsiteY58" fmla="*/ 13885 h 277346"/>
              <a:gd name="connsiteX59" fmla="*/ 151483 w 315392"/>
              <a:gd name="connsiteY59" fmla="*/ 53319 h 277346"/>
              <a:gd name="connsiteX60" fmla="*/ 297844 w 315392"/>
              <a:gd name="connsiteY60" fmla="*/ 53319 h 277346"/>
              <a:gd name="connsiteX61" fmla="*/ 248614 w 315392"/>
              <a:gd name="connsiteY61" fmla="*/ 53319 h 277346"/>
              <a:gd name="connsiteX62" fmla="*/ 238844 w 315392"/>
              <a:gd name="connsiteY62" fmla="*/ 13885 h 277346"/>
              <a:gd name="connsiteX63" fmla="*/ 278209 w 315392"/>
              <a:gd name="connsiteY63" fmla="*/ 13885 h 277346"/>
              <a:gd name="connsiteX64" fmla="*/ 297844 w 315392"/>
              <a:gd name="connsiteY64" fmla="*/ 53319 h 277346"/>
              <a:gd name="connsiteX65" fmla="*/ 37183 w 315392"/>
              <a:gd name="connsiteY65" fmla="*/ 13885 h 277346"/>
              <a:gd name="connsiteX66" fmla="*/ 76643 w 315392"/>
              <a:gd name="connsiteY66" fmla="*/ 13885 h 277346"/>
              <a:gd name="connsiteX67" fmla="*/ 66683 w 315392"/>
              <a:gd name="connsiteY67" fmla="*/ 53319 h 277346"/>
              <a:gd name="connsiteX68" fmla="*/ 17453 w 315392"/>
              <a:gd name="connsiteY68" fmla="*/ 53319 h 277346"/>
              <a:gd name="connsiteX69" fmla="*/ 37088 w 315392"/>
              <a:gd name="connsiteY69" fmla="*/ 13885 h 277346"/>
              <a:gd name="connsiteX70" fmla="*/ 13090 w 315392"/>
              <a:gd name="connsiteY70" fmla="*/ 73131 h 277346"/>
              <a:gd name="connsiteX71" fmla="*/ 13090 w 315392"/>
              <a:gd name="connsiteY71" fmla="*/ 66654 h 277346"/>
              <a:gd name="connsiteX72" fmla="*/ 65734 w 315392"/>
              <a:gd name="connsiteY72" fmla="*/ 66654 h 277346"/>
              <a:gd name="connsiteX73" fmla="*/ 65734 w 315392"/>
              <a:gd name="connsiteY73" fmla="*/ 96943 h 277346"/>
              <a:gd name="connsiteX74" fmla="*/ 46005 w 315392"/>
              <a:gd name="connsiteY74" fmla="*/ 106278 h 277346"/>
              <a:gd name="connsiteX75" fmla="*/ 36235 w 315392"/>
              <a:gd name="connsiteY75" fmla="*/ 104659 h 277346"/>
              <a:gd name="connsiteX76" fmla="*/ 34243 w 315392"/>
              <a:gd name="connsiteY76" fmla="*/ 103992 h 277346"/>
              <a:gd name="connsiteX77" fmla="*/ 13090 w 315392"/>
              <a:gd name="connsiteY77" fmla="*/ 73226 h 277346"/>
              <a:gd name="connsiteX78" fmla="*/ 197108 w 315392"/>
              <a:gd name="connsiteY78" fmla="*/ 264107 h 277346"/>
              <a:gd name="connsiteX79" fmla="*/ 197108 w 315392"/>
              <a:gd name="connsiteY79" fmla="*/ 158475 h 277346"/>
              <a:gd name="connsiteX80" fmla="*/ 249847 w 315392"/>
              <a:gd name="connsiteY80" fmla="*/ 158475 h 277346"/>
              <a:gd name="connsiteX81" fmla="*/ 249847 w 315392"/>
              <a:gd name="connsiteY81" fmla="*/ 264107 h 277346"/>
              <a:gd name="connsiteX82" fmla="*/ 197108 w 315392"/>
              <a:gd name="connsiteY82" fmla="*/ 264107 h 277346"/>
              <a:gd name="connsiteX83" fmla="*/ 275648 w 315392"/>
              <a:gd name="connsiteY83" fmla="*/ 264202 h 277346"/>
              <a:gd name="connsiteX84" fmla="*/ 262937 w 315392"/>
              <a:gd name="connsiteY84" fmla="*/ 264202 h 277346"/>
              <a:gd name="connsiteX85" fmla="*/ 262937 w 315392"/>
              <a:gd name="connsiteY85" fmla="*/ 151903 h 277346"/>
              <a:gd name="connsiteX86" fmla="*/ 256392 w 315392"/>
              <a:gd name="connsiteY86" fmla="*/ 145330 h 277346"/>
              <a:gd name="connsiteX87" fmla="*/ 190563 w 315392"/>
              <a:gd name="connsiteY87" fmla="*/ 145330 h 277346"/>
              <a:gd name="connsiteX88" fmla="*/ 184018 w 315392"/>
              <a:gd name="connsiteY88" fmla="*/ 151903 h 277346"/>
              <a:gd name="connsiteX89" fmla="*/ 184018 w 315392"/>
              <a:gd name="connsiteY89" fmla="*/ 264202 h 277346"/>
              <a:gd name="connsiteX90" fmla="*/ 39744 w 315392"/>
              <a:gd name="connsiteY90" fmla="*/ 264202 h 277346"/>
              <a:gd name="connsiteX91" fmla="*/ 39744 w 315392"/>
              <a:gd name="connsiteY91" fmla="*/ 118851 h 277346"/>
              <a:gd name="connsiteX92" fmla="*/ 46005 w 315392"/>
              <a:gd name="connsiteY92" fmla="*/ 119518 h 277346"/>
              <a:gd name="connsiteX93" fmla="*/ 71236 w 315392"/>
              <a:gd name="connsiteY93" fmla="*/ 109612 h 277346"/>
              <a:gd name="connsiteX94" fmla="*/ 118379 w 315392"/>
              <a:gd name="connsiteY94" fmla="*/ 132757 h 277346"/>
              <a:gd name="connsiteX95" fmla="*/ 157838 w 315392"/>
              <a:gd name="connsiteY95" fmla="*/ 117327 h 277346"/>
              <a:gd name="connsiteX96" fmla="*/ 197298 w 315392"/>
              <a:gd name="connsiteY96" fmla="*/ 132757 h 277346"/>
              <a:gd name="connsiteX97" fmla="*/ 244441 w 315392"/>
              <a:gd name="connsiteY97" fmla="*/ 109612 h 277346"/>
              <a:gd name="connsiteX98" fmla="*/ 269672 w 315392"/>
              <a:gd name="connsiteY98" fmla="*/ 119518 h 277346"/>
              <a:gd name="connsiteX99" fmla="*/ 275933 w 315392"/>
              <a:gd name="connsiteY99" fmla="*/ 118851 h 277346"/>
              <a:gd name="connsiteX100" fmla="*/ 275933 w 315392"/>
              <a:gd name="connsiteY100" fmla="*/ 264202 h 277346"/>
              <a:gd name="connsiteX101" fmla="*/ 269388 w 315392"/>
              <a:gd name="connsiteY101" fmla="*/ 106278 h 277346"/>
              <a:gd name="connsiteX102" fmla="*/ 249658 w 315392"/>
              <a:gd name="connsiteY102" fmla="*/ 97134 h 277346"/>
              <a:gd name="connsiteX103" fmla="*/ 249658 w 315392"/>
              <a:gd name="connsiteY103" fmla="*/ 66654 h 277346"/>
              <a:gd name="connsiteX104" fmla="*/ 302302 w 315392"/>
              <a:gd name="connsiteY104" fmla="*/ 66654 h 277346"/>
              <a:gd name="connsiteX105" fmla="*/ 302302 w 315392"/>
              <a:gd name="connsiteY105" fmla="*/ 73131 h 277346"/>
              <a:gd name="connsiteX106" fmla="*/ 269482 w 315392"/>
              <a:gd name="connsiteY106" fmla="*/ 106183 h 277346"/>
              <a:gd name="connsiteX107" fmla="*/ 236378 w 315392"/>
              <a:gd name="connsiteY107" fmla="*/ 218006 h 277346"/>
              <a:gd name="connsiteX108" fmla="*/ 229738 w 315392"/>
              <a:gd name="connsiteY108" fmla="*/ 224674 h 277346"/>
              <a:gd name="connsiteX109" fmla="*/ 223098 w 315392"/>
              <a:gd name="connsiteY109" fmla="*/ 218006 h 277346"/>
              <a:gd name="connsiteX110" fmla="*/ 229738 w 315392"/>
              <a:gd name="connsiteY110" fmla="*/ 211339 h 277346"/>
              <a:gd name="connsiteX111" fmla="*/ 236378 w 315392"/>
              <a:gd name="connsiteY111" fmla="*/ 218006 h 27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315392" h="277346">
                <a:moveTo>
                  <a:pt x="164004" y="145330"/>
                </a:moveTo>
                <a:lnTo>
                  <a:pt x="58905" y="145330"/>
                </a:lnTo>
                <a:cubicBezTo>
                  <a:pt x="55585" y="145330"/>
                  <a:pt x="52360" y="148664"/>
                  <a:pt x="52360" y="151998"/>
                </a:cubicBezTo>
                <a:lnTo>
                  <a:pt x="52360" y="231436"/>
                </a:lnTo>
                <a:cubicBezTo>
                  <a:pt x="52360" y="234770"/>
                  <a:pt x="55680" y="238104"/>
                  <a:pt x="58905" y="238104"/>
                </a:cubicBezTo>
                <a:lnTo>
                  <a:pt x="164004" y="238104"/>
                </a:lnTo>
                <a:cubicBezTo>
                  <a:pt x="167324" y="238104"/>
                  <a:pt x="170549" y="234770"/>
                  <a:pt x="170549" y="231436"/>
                </a:cubicBezTo>
                <a:lnTo>
                  <a:pt x="170549" y="151998"/>
                </a:lnTo>
                <a:cubicBezTo>
                  <a:pt x="170549" y="148664"/>
                  <a:pt x="167229" y="145330"/>
                  <a:pt x="164004" y="145330"/>
                </a:cubicBezTo>
                <a:close/>
                <a:moveTo>
                  <a:pt x="157459" y="224769"/>
                </a:moveTo>
                <a:lnTo>
                  <a:pt x="65545" y="224769"/>
                </a:lnTo>
                <a:lnTo>
                  <a:pt x="65545" y="158570"/>
                </a:lnTo>
                <a:lnTo>
                  <a:pt x="157459" y="158570"/>
                </a:lnTo>
                <a:lnTo>
                  <a:pt x="157459" y="224769"/>
                </a:lnTo>
                <a:close/>
                <a:moveTo>
                  <a:pt x="314254" y="56748"/>
                </a:moveTo>
                <a:cubicBezTo>
                  <a:pt x="314254" y="56748"/>
                  <a:pt x="311693" y="51509"/>
                  <a:pt x="287979" y="3979"/>
                </a:cubicBezTo>
                <a:cubicBezTo>
                  <a:pt x="286841" y="1789"/>
                  <a:pt x="284659" y="646"/>
                  <a:pt x="282478" y="646"/>
                </a:cubicBezTo>
                <a:lnTo>
                  <a:pt x="232774" y="646"/>
                </a:lnTo>
                <a:cubicBezTo>
                  <a:pt x="231351" y="-21"/>
                  <a:pt x="229643" y="-212"/>
                  <a:pt x="227746" y="265"/>
                </a:cubicBezTo>
                <a:cubicBezTo>
                  <a:pt x="227462" y="265"/>
                  <a:pt x="227272" y="550"/>
                  <a:pt x="227082" y="646"/>
                </a:cubicBezTo>
                <a:lnTo>
                  <a:pt x="87646" y="646"/>
                </a:lnTo>
                <a:cubicBezTo>
                  <a:pt x="87646" y="646"/>
                  <a:pt x="87172" y="360"/>
                  <a:pt x="86792" y="265"/>
                </a:cubicBezTo>
                <a:cubicBezTo>
                  <a:pt x="85274" y="-212"/>
                  <a:pt x="83852" y="-21"/>
                  <a:pt x="82524" y="646"/>
                </a:cubicBezTo>
                <a:lnTo>
                  <a:pt x="32820" y="646"/>
                </a:lnTo>
                <a:cubicBezTo>
                  <a:pt x="30638" y="646"/>
                  <a:pt x="27318" y="1789"/>
                  <a:pt x="26275" y="3979"/>
                </a:cubicBezTo>
                <a:lnTo>
                  <a:pt x="0" y="56843"/>
                </a:lnTo>
                <a:cubicBezTo>
                  <a:pt x="0" y="57700"/>
                  <a:pt x="0" y="58653"/>
                  <a:pt x="95" y="59510"/>
                </a:cubicBezTo>
                <a:cubicBezTo>
                  <a:pt x="95" y="59701"/>
                  <a:pt x="0" y="59796"/>
                  <a:pt x="0" y="59986"/>
                </a:cubicBezTo>
                <a:lnTo>
                  <a:pt x="0" y="73226"/>
                </a:lnTo>
                <a:cubicBezTo>
                  <a:pt x="0" y="91609"/>
                  <a:pt x="11003" y="107516"/>
                  <a:pt x="26559" y="114946"/>
                </a:cubicBezTo>
                <a:lnTo>
                  <a:pt x="26559" y="270775"/>
                </a:lnTo>
                <a:cubicBezTo>
                  <a:pt x="26559" y="274108"/>
                  <a:pt x="29879" y="277347"/>
                  <a:pt x="33104" y="277347"/>
                </a:cubicBezTo>
                <a:lnTo>
                  <a:pt x="282288" y="277347"/>
                </a:lnTo>
                <a:cubicBezTo>
                  <a:pt x="285608" y="277347"/>
                  <a:pt x="288833" y="274013"/>
                  <a:pt x="288833" y="270775"/>
                </a:cubicBezTo>
                <a:lnTo>
                  <a:pt x="288833" y="114946"/>
                </a:lnTo>
                <a:cubicBezTo>
                  <a:pt x="304389" y="107516"/>
                  <a:pt x="315392" y="91514"/>
                  <a:pt x="315392" y="73226"/>
                </a:cubicBezTo>
                <a:lnTo>
                  <a:pt x="315392" y="59986"/>
                </a:lnTo>
                <a:cubicBezTo>
                  <a:pt x="315392" y="58843"/>
                  <a:pt x="314918" y="57796"/>
                  <a:pt x="314254" y="56748"/>
                </a:cubicBezTo>
                <a:close/>
                <a:moveTo>
                  <a:pt x="236568" y="97801"/>
                </a:moveTo>
                <a:cubicBezTo>
                  <a:pt x="227557" y="110278"/>
                  <a:pt x="211906" y="119518"/>
                  <a:pt x="197108" y="119518"/>
                </a:cubicBezTo>
                <a:cubicBezTo>
                  <a:pt x="184777" y="119518"/>
                  <a:pt x="172636" y="114565"/>
                  <a:pt x="164004" y="105802"/>
                </a:cubicBezTo>
                <a:lnTo>
                  <a:pt x="164004" y="66749"/>
                </a:lnTo>
                <a:lnTo>
                  <a:pt x="236568" y="66749"/>
                </a:lnTo>
                <a:lnTo>
                  <a:pt x="236568" y="97896"/>
                </a:lnTo>
                <a:close/>
                <a:moveTo>
                  <a:pt x="79014" y="66654"/>
                </a:moveTo>
                <a:lnTo>
                  <a:pt x="151388" y="66654"/>
                </a:lnTo>
                <a:lnTo>
                  <a:pt x="151388" y="104754"/>
                </a:lnTo>
                <a:cubicBezTo>
                  <a:pt x="142662" y="114184"/>
                  <a:pt x="130994" y="119422"/>
                  <a:pt x="118284" y="119422"/>
                </a:cubicBezTo>
                <a:cubicBezTo>
                  <a:pt x="103581" y="119422"/>
                  <a:pt x="88025" y="110278"/>
                  <a:pt x="79014" y="97991"/>
                </a:cubicBezTo>
                <a:lnTo>
                  <a:pt x="79014" y="66654"/>
                </a:lnTo>
                <a:close/>
                <a:moveTo>
                  <a:pt x="224901" y="13885"/>
                </a:moveTo>
                <a:cubicBezTo>
                  <a:pt x="226323" y="19600"/>
                  <a:pt x="229169" y="30935"/>
                  <a:pt x="234671" y="53319"/>
                </a:cubicBezTo>
                <a:lnTo>
                  <a:pt x="164004" y="53319"/>
                </a:lnTo>
                <a:lnTo>
                  <a:pt x="164004" y="13885"/>
                </a:lnTo>
                <a:lnTo>
                  <a:pt x="224901" y="13885"/>
                </a:lnTo>
                <a:close/>
                <a:moveTo>
                  <a:pt x="151388" y="53319"/>
                </a:moveTo>
                <a:lnTo>
                  <a:pt x="80911" y="53319"/>
                </a:lnTo>
                <a:cubicBezTo>
                  <a:pt x="82524" y="47032"/>
                  <a:pt x="85464" y="35317"/>
                  <a:pt x="90871" y="13885"/>
                </a:cubicBezTo>
                <a:lnTo>
                  <a:pt x="151483" y="13885"/>
                </a:lnTo>
                <a:lnTo>
                  <a:pt x="151483" y="53319"/>
                </a:lnTo>
                <a:close/>
                <a:moveTo>
                  <a:pt x="297844" y="53319"/>
                </a:moveTo>
                <a:lnTo>
                  <a:pt x="248614" y="53319"/>
                </a:lnTo>
                <a:cubicBezTo>
                  <a:pt x="247381" y="48366"/>
                  <a:pt x="244725" y="37507"/>
                  <a:pt x="238844" y="13885"/>
                </a:cubicBezTo>
                <a:lnTo>
                  <a:pt x="278209" y="13885"/>
                </a:lnTo>
                <a:cubicBezTo>
                  <a:pt x="278209" y="13885"/>
                  <a:pt x="278209" y="13885"/>
                  <a:pt x="297844" y="53319"/>
                </a:cubicBezTo>
                <a:close/>
                <a:moveTo>
                  <a:pt x="37183" y="13885"/>
                </a:moveTo>
                <a:lnTo>
                  <a:pt x="76643" y="13885"/>
                </a:lnTo>
                <a:cubicBezTo>
                  <a:pt x="74935" y="20648"/>
                  <a:pt x="71900" y="32650"/>
                  <a:pt x="66683" y="53319"/>
                </a:cubicBezTo>
                <a:lnTo>
                  <a:pt x="17453" y="53319"/>
                </a:lnTo>
                <a:lnTo>
                  <a:pt x="37088" y="13885"/>
                </a:lnTo>
                <a:close/>
                <a:moveTo>
                  <a:pt x="13090" y="73131"/>
                </a:moveTo>
                <a:lnTo>
                  <a:pt x="13090" y="66654"/>
                </a:lnTo>
                <a:lnTo>
                  <a:pt x="65734" y="66654"/>
                </a:lnTo>
                <a:lnTo>
                  <a:pt x="65734" y="96943"/>
                </a:lnTo>
                <a:cubicBezTo>
                  <a:pt x="58051" y="103325"/>
                  <a:pt x="51980" y="106278"/>
                  <a:pt x="46005" y="106278"/>
                </a:cubicBezTo>
                <a:cubicBezTo>
                  <a:pt x="42590" y="106278"/>
                  <a:pt x="39365" y="105611"/>
                  <a:pt x="36235" y="104659"/>
                </a:cubicBezTo>
                <a:cubicBezTo>
                  <a:pt x="35571" y="104373"/>
                  <a:pt x="35001" y="104182"/>
                  <a:pt x="34243" y="103992"/>
                </a:cubicBezTo>
                <a:cubicBezTo>
                  <a:pt x="21722" y="99134"/>
                  <a:pt x="13090" y="86847"/>
                  <a:pt x="13090" y="73226"/>
                </a:cubicBezTo>
                <a:close/>
                <a:moveTo>
                  <a:pt x="197108" y="264107"/>
                </a:moveTo>
                <a:lnTo>
                  <a:pt x="197108" y="158475"/>
                </a:lnTo>
                <a:lnTo>
                  <a:pt x="249847" y="158475"/>
                </a:lnTo>
                <a:lnTo>
                  <a:pt x="249847" y="264107"/>
                </a:lnTo>
                <a:lnTo>
                  <a:pt x="197108" y="264107"/>
                </a:lnTo>
                <a:close/>
                <a:moveTo>
                  <a:pt x="275648" y="264202"/>
                </a:moveTo>
                <a:lnTo>
                  <a:pt x="262937" y="264202"/>
                </a:lnTo>
                <a:lnTo>
                  <a:pt x="262937" y="151903"/>
                </a:lnTo>
                <a:cubicBezTo>
                  <a:pt x="262937" y="148569"/>
                  <a:pt x="259617" y="145330"/>
                  <a:pt x="256392" y="145330"/>
                </a:cubicBezTo>
                <a:lnTo>
                  <a:pt x="190563" y="145330"/>
                </a:lnTo>
                <a:cubicBezTo>
                  <a:pt x="187243" y="145330"/>
                  <a:pt x="184018" y="148664"/>
                  <a:pt x="184018" y="151903"/>
                </a:cubicBezTo>
                <a:lnTo>
                  <a:pt x="184018" y="264202"/>
                </a:lnTo>
                <a:lnTo>
                  <a:pt x="39744" y="264202"/>
                </a:lnTo>
                <a:lnTo>
                  <a:pt x="39744" y="118851"/>
                </a:lnTo>
                <a:cubicBezTo>
                  <a:pt x="41831" y="119137"/>
                  <a:pt x="43918" y="119518"/>
                  <a:pt x="46005" y="119518"/>
                </a:cubicBezTo>
                <a:cubicBezTo>
                  <a:pt x="56913" y="119518"/>
                  <a:pt x="64596" y="115136"/>
                  <a:pt x="71236" y="109612"/>
                </a:cubicBezTo>
                <a:cubicBezTo>
                  <a:pt x="83282" y="123899"/>
                  <a:pt x="100831" y="132757"/>
                  <a:pt x="118379" y="132757"/>
                </a:cubicBezTo>
                <a:cubicBezTo>
                  <a:pt x="132607" y="132757"/>
                  <a:pt x="146835" y="127233"/>
                  <a:pt x="157838" y="117327"/>
                </a:cubicBezTo>
                <a:cubicBezTo>
                  <a:pt x="168747" y="127233"/>
                  <a:pt x="183070" y="132757"/>
                  <a:pt x="197298" y="132757"/>
                </a:cubicBezTo>
                <a:cubicBezTo>
                  <a:pt x="214846" y="132757"/>
                  <a:pt x="232394" y="123899"/>
                  <a:pt x="244441" y="109612"/>
                </a:cubicBezTo>
                <a:cubicBezTo>
                  <a:pt x="250986" y="115136"/>
                  <a:pt x="258669" y="119518"/>
                  <a:pt x="269672" y="119518"/>
                </a:cubicBezTo>
                <a:cubicBezTo>
                  <a:pt x="271854" y="119518"/>
                  <a:pt x="273846" y="119137"/>
                  <a:pt x="275933" y="118851"/>
                </a:cubicBezTo>
                <a:lnTo>
                  <a:pt x="275933" y="264202"/>
                </a:lnTo>
                <a:close/>
                <a:moveTo>
                  <a:pt x="269388" y="106278"/>
                </a:moveTo>
                <a:cubicBezTo>
                  <a:pt x="262463" y="106278"/>
                  <a:pt x="256392" y="103420"/>
                  <a:pt x="249658" y="97134"/>
                </a:cubicBezTo>
                <a:lnTo>
                  <a:pt x="249658" y="66654"/>
                </a:lnTo>
                <a:lnTo>
                  <a:pt x="302302" y="66654"/>
                </a:lnTo>
                <a:lnTo>
                  <a:pt x="302302" y="73131"/>
                </a:lnTo>
                <a:cubicBezTo>
                  <a:pt x="302302" y="90752"/>
                  <a:pt x="286936" y="106183"/>
                  <a:pt x="269482" y="106183"/>
                </a:cubicBezTo>
                <a:close/>
                <a:moveTo>
                  <a:pt x="236378" y="218006"/>
                </a:moveTo>
                <a:cubicBezTo>
                  <a:pt x="236378" y="221721"/>
                  <a:pt x="233438" y="224674"/>
                  <a:pt x="229738" y="224674"/>
                </a:cubicBezTo>
                <a:cubicBezTo>
                  <a:pt x="226039" y="224674"/>
                  <a:pt x="223098" y="221721"/>
                  <a:pt x="223098" y="218006"/>
                </a:cubicBezTo>
                <a:cubicBezTo>
                  <a:pt x="223098" y="214291"/>
                  <a:pt x="226039" y="211339"/>
                  <a:pt x="229738" y="211339"/>
                </a:cubicBezTo>
                <a:cubicBezTo>
                  <a:pt x="233438" y="211339"/>
                  <a:pt x="236378" y="214291"/>
                  <a:pt x="236378" y="21800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7" name="Graphic 145">
            <a:extLst>
              <a:ext uri="{FF2B5EF4-FFF2-40B4-BE49-F238E27FC236}">
                <a16:creationId xmlns:a16="http://schemas.microsoft.com/office/drawing/2014/main" id="{1E3E6BFE-9D21-DD3E-9A11-E4CBA2BFA420}"/>
              </a:ext>
            </a:extLst>
          </p:cNvPr>
          <p:cNvSpPr/>
          <p:nvPr/>
        </p:nvSpPr>
        <p:spPr>
          <a:xfrm>
            <a:off x="588075" y="2809494"/>
            <a:ext cx="399426" cy="508158"/>
          </a:xfrm>
          <a:custGeom>
            <a:avLst/>
            <a:gdLst>
              <a:gd name="connsiteX0" fmla="*/ 295188 w 299551"/>
              <a:gd name="connsiteY0" fmla="*/ 98965 h 381095"/>
              <a:gd name="connsiteX1" fmla="*/ 268249 w 299551"/>
              <a:gd name="connsiteY1" fmla="*/ 73057 h 381095"/>
              <a:gd name="connsiteX2" fmla="*/ 263507 w 299551"/>
              <a:gd name="connsiteY2" fmla="*/ 70676 h 381095"/>
              <a:gd name="connsiteX3" fmla="*/ 234291 w 299551"/>
              <a:gd name="connsiteY3" fmla="*/ 70676 h 381095"/>
              <a:gd name="connsiteX4" fmla="*/ 234291 w 299551"/>
              <a:gd name="connsiteY4" fmla="*/ 84868 h 381095"/>
              <a:gd name="connsiteX5" fmla="*/ 259902 w 299551"/>
              <a:gd name="connsiteY5" fmla="*/ 84868 h 381095"/>
              <a:gd name="connsiteX6" fmla="*/ 274035 w 299551"/>
              <a:gd name="connsiteY6" fmla="*/ 98489 h 381095"/>
              <a:gd name="connsiteX7" fmla="*/ 219968 w 299551"/>
              <a:gd name="connsiteY7" fmla="*/ 98489 h 381095"/>
              <a:gd name="connsiteX8" fmla="*/ 219968 w 299551"/>
              <a:gd name="connsiteY8" fmla="*/ 70485 h 381095"/>
              <a:gd name="connsiteX9" fmla="*/ 149965 w 299551"/>
              <a:gd name="connsiteY9" fmla="*/ 0 h 381095"/>
              <a:gd name="connsiteX10" fmla="*/ 79963 w 299551"/>
              <a:gd name="connsiteY10" fmla="*/ 70485 h 381095"/>
              <a:gd name="connsiteX11" fmla="*/ 79963 w 299551"/>
              <a:gd name="connsiteY11" fmla="*/ 98489 h 381095"/>
              <a:gd name="connsiteX12" fmla="*/ 26464 w 299551"/>
              <a:gd name="connsiteY12" fmla="*/ 98489 h 381095"/>
              <a:gd name="connsiteX13" fmla="*/ 41262 w 299551"/>
              <a:gd name="connsiteY13" fmla="*/ 84868 h 381095"/>
              <a:gd name="connsiteX14" fmla="*/ 65734 w 299551"/>
              <a:gd name="connsiteY14" fmla="*/ 84868 h 381095"/>
              <a:gd name="connsiteX15" fmla="*/ 65734 w 299551"/>
              <a:gd name="connsiteY15" fmla="*/ 70676 h 381095"/>
              <a:gd name="connsiteX16" fmla="*/ 38890 w 299551"/>
              <a:gd name="connsiteY16" fmla="*/ 70676 h 381095"/>
              <a:gd name="connsiteX17" fmla="*/ 34148 w 299551"/>
              <a:gd name="connsiteY17" fmla="*/ 73057 h 381095"/>
              <a:gd name="connsiteX18" fmla="*/ 5122 w 299551"/>
              <a:gd name="connsiteY18" fmla="*/ 98965 h 381095"/>
              <a:gd name="connsiteX19" fmla="*/ 0 w 299551"/>
              <a:gd name="connsiteY19" fmla="*/ 105537 h 381095"/>
              <a:gd name="connsiteX20" fmla="*/ 0 w 299551"/>
              <a:gd name="connsiteY20" fmla="*/ 374047 h 381095"/>
              <a:gd name="connsiteX21" fmla="*/ 7019 w 299551"/>
              <a:gd name="connsiteY21" fmla="*/ 381095 h 381095"/>
              <a:gd name="connsiteX22" fmla="*/ 292532 w 299551"/>
              <a:gd name="connsiteY22" fmla="*/ 381095 h 381095"/>
              <a:gd name="connsiteX23" fmla="*/ 299551 w 299551"/>
              <a:gd name="connsiteY23" fmla="*/ 374047 h 381095"/>
              <a:gd name="connsiteX24" fmla="*/ 299551 w 299551"/>
              <a:gd name="connsiteY24" fmla="*/ 105537 h 381095"/>
              <a:gd name="connsiteX25" fmla="*/ 294714 w 299551"/>
              <a:gd name="connsiteY25" fmla="*/ 98965 h 381095"/>
              <a:gd name="connsiteX26" fmla="*/ 94191 w 299551"/>
              <a:gd name="connsiteY26" fmla="*/ 70485 h 381095"/>
              <a:gd name="connsiteX27" fmla="*/ 150155 w 299551"/>
              <a:gd name="connsiteY27" fmla="*/ 14097 h 381095"/>
              <a:gd name="connsiteX28" fmla="*/ 206119 w 299551"/>
              <a:gd name="connsiteY28" fmla="*/ 70485 h 381095"/>
              <a:gd name="connsiteX29" fmla="*/ 206119 w 299551"/>
              <a:gd name="connsiteY29" fmla="*/ 98489 h 381095"/>
              <a:gd name="connsiteX30" fmla="*/ 94191 w 299551"/>
              <a:gd name="connsiteY30" fmla="*/ 98489 h 381095"/>
              <a:gd name="connsiteX31" fmla="*/ 94191 w 299551"/>
              <a:gd name="connsiteY31" fmla="*/ 70485 h 381095"/>
              <a:gd name="connsiteX32" fmla="*/ 285892 w 299551"/>
              <a:gd name="connsiteY32" fmla="*/ 366903 h 381095"/>
              <a:gd name="connsiteX33" fmla="*/ 14418 w 299551"/>
              <a:gd name="connsiteY33" fmla="*/ 366903 h 381095"/>
              <a:gd name="connsiteX34" fmla="*/ 14418 w 299551"/>
              <a:gd name="connsiteY34" fmla="*/ 112490 h 381095"/>
              <a:gd name="connsiteX35" fmla="*/ 86033 w 299551"/>
              <a:gd name="connsiteY35" fmla="*/ 112490 h 381095"/>
              <a:gd name="connsiteX36" fmla="*/ 87171 w 299551"/>
              <a:gd name="connsiteY36" fmla="*/ 112681 h 381095"/>
              <a:gd name="connsiteX37" fmla="*/ 213139 w 299551"/>
              <a:gd name="connsiteY37" fmla="*/ 112681 h 381095"/>
              <a:gd name="connsiteX38" fmla="*/ 214277 w 299551"/>
              <a:gd name="connsiteY38" fmla="*/ 112490 h 381095"/>
              <a:gd name="connsiteX39" fmla="*/ 285892 w 299551"/>
              <a:gd name="connsiteY39" fmla="*/ 112490 h 381095"/>
              <a:gd name="connsiteX40" fmla="*/ 285892 w 299551"/>
              <a:gd name="connsiteY40" fmla="*/ 366903 h 381095"/>
              <a:gd name="connsiteX41" fmla="*/ 192460 w 299551"/>
              <a:gd name="connsiteY41" fmla="*/ 70676 h 381095"/>
              <a:gd name="connsiteX42" fmla="*/ 192460 w 299551"/>
              <a:gd name="connsiteY42" fmla="*/ 84963 h 381095"/>
              <a:gd name="connsiteX43" fmla="*/ 107850 w 299551"/>
              <a:gd name="connsiteY43" fmla="*/ 84963 h 381095"/>
              <a:gd name="connsiteX44" fmla="*/ 107850 w 299551"/>
              <a:gd name="connsiteY44" fmla="*/ 70676 h 381095"/>
              <a:gd name="connsiteX45" fmla="*/ 192460 w 299551"/>
              <a:gd name="connsiteY45" fmla="*/ 70676 h 381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99551" h="381095">
                <a:moveTo>
                  <a:pt x="295188" y="98965"/>
                </a:moveTo>
                <a:cubicBezTo>
                  <a:pt x="292058" y="95917"/>
                  <a:pt x="284849" y="88964"/>
                  <a:pt x="268249" y="73057"/>
                </a:cubicBezTo>
                <a:cubicBezTo>
                  <a:pt x="267111" y="71914"/>
                  <a:pt x="264740" y="70676"/>
                  <a:pt x="263507" y="70676"/>
                </a:cubicBezTo>
                <a:cubicBezTo>
                  <a:pt x="263507" y="70676"/>
                  <a:pt x="282478" y="70676"/>
                  <a:pt x="234291" y="70676"/>
                </a:cubicBezTo>
                <a:lnTo>
                  <a:pt x="234291" y="84868"/>
                </a:lnTo>
                <a:cubicBezTo>
                  <a:pt x="234291" y="84868"/>
                  <a:pt x="215320" y="84868"/>
                  <a:pt x="259902" y="84868"/>
                </a:cubicBezTo>
                <a:cubicBezTo>
                  <a:pt x="259902" y="84868"/>
                  <a:pt x="259902" y="84868"/>
                  <a:pt x="274035" y="98489"/>
                </a:cubicBezTo>
                <a:lnTo>
                  <a:pt x="219968" y="98489"/>
                </a:lnTo>
                <a:lnTo>
                  <a:pt x="219968" y="70485"/>
                </a:lnTo>
                <a:cubicBezTo>
                  <a:pt x="219968" y="31718"/>
                  <a:pt x="188476" y="0"/>
                  <a:pt x="149965" y="0"/>
                </a:cubicBezTo>
                <a:cubicBezTo>
                  <a:pt x="111454" y="0"/>
                  <a:pt x="79963" y="31718"/>
                  <a:pt x="79963" y="70485"/>
                </a:cubicBezTo>
                <a:lnTo>
                  <a:pt x="79963" y="98489"/>
                </a:lnTo>
                <a:lnTo>
                  <a:pt x="26464" y="98489"/>
                </a:lnTo>
                <a:lnTo>
                  <a:pt x="41262" y="84868"/>
                </a:lnTo>
                <a:cubicBezTo>
                  <a:pt x="41262" y="84868"/>
                  <a:pt x="22291" y="84868"/>
                  <a:pt x="65734" y="84868"/>
                </a:cubicBezTo>
                <a:lnTo>
                  <a:pt x="65734" y="70676"/>
                </a:lnTo>
                <a:cubicBezTo>
                  <a:pt x="65734" y="70676"/>
                  <a:pt x="84705" y="70676"/>
                  <a:pt x="38890" y="70676"/>
                </a:cubicBezTo>
                <a:cubicBezTo>
                  <a:pt x="37752" y="70676"/>
                  <a:pt x="35381" y="71818"/>
                  <a:pt x="34148" y="73057"/>
                </a:cubicBezTo>
                <a:cubicBezTo>
                  <a:pt x="34148" y="73057"/>
                  <a:pt x="34148" y="73057"/>
                  <a:pt x="5122" y="98965"/>
                </a:cubicBezTo>
                <a:cubicBezTo>
                  <a:pt x="2371" y="99917"/>
                  <a:pt x="0" y="102679"/>
                  <a:pt x="0" y="105537"/>
                </a:cubicBezTo>
                <a:lnTo>
                  <a:pt x="0" y="374047"/>
                </a:lnTo>
                <a:cubicBezTo>
                  <a:pt x="0" y="378714"/>
                  <a:pt x="3510" y="381095"/>
                  <a:pt x="7019" y="381095"/>
                </a:cubicBezTo>
                <a:cubicBezTo>
                  <a:pt x="7019" y="381095"/>
                  <a:pt x="-30923" y="381095"/>
                  <a:pt x="292532" y="381095"/>
                </a:cubicBezTo>
                <a:cubicBezTo>
                  <a:pt x="296042" y="381095"/>
                  <a:pt x="299551" y="378714"/>
                  <a:pt x="299551" y="374047"/>
                </a:cubicBezTo>
                <a:lnTo>
                  <a:pt x="299551" y="105537"/>
                </a:lnTo>
                <a:cubicBezTo>
                  <a:pt x="299551" y="102775"/>
                  <a:pt x="297370" y="100108"/>
                  <a:pt x="294714" y="98965"/>
                </a:cubicBezTo>
                <a:close/>
                <a:moveTo>
                  <a:pt x="94191" y="70485"/>
                </a:moveTo>
                <a:cubicBezTo>
                  <a:pt x="94191" y="40005"/>
                  <a:pt x="119802" y="14097"/>
                  <a:pt x="150155" y="14097"/>
                </a:cubicBezTo>
                <a:cubicBezTo>
                  <a:pt x="180509" y="14097"/>
                  <a:pt x="206119" y="39910"/>
                  <a:pt x="206119" y="70485"/>
                </a:cubicBezTo>
                <a:lnTo>
                  <a:pt x="206119" y="98489"/>
                </a:lnTo>
                <a:lnTo>
                  <a:pt x="94191" y="98489"/>
                </a:lnTo>
                <a:lnTo>
                  <a:pt x="94191" y="70485"/>
                </a:lnTo>
                <a:close/>
                <a:moveTo>
                  <a:pt x="285892" y="366903"/>
                </a:moveTo>
                <a:cubicBezTo>
                  <a:pt x="285892" y="366903"/>
                  <a:pt x="323834" y="366903"/>
                  <a:pt x="14418" y="366903"/>
                </a:cubicBezTo>
                <a:lnTo>
                  <a:pt x="14418" y="112490"/>
                </a:lnTo>
                <a:cubicBezTo>
                  <a:pt x="14418" y="112490"/>
                  <a:pt x="-4458" y="112490"/>
                  <a:pt x="86033" y="112490"/>
                </a:cubicBezTo>
                <a:cubicBezTo>
                  <a:pt x="86413" y="112490"/>
                  <a:pt x="86792" y="112681"/>
                  <a:pt x="87171" y="112681"/>
                </a:cubicBezTo>
                <a:lnTo>
                  <a:pt x="213139" y="112681"/>
                </a:lnTo>
                <a:cubicBezTo>
                  <a:pt x="213139" y="112681"/>
                  <a:pt x="213897" y="112585"/>
                  <a:pt x="214277" y="112490"/>
                </a:cubicBezTo>
                <a:lnTo>
                  <a:pt x="285892" y="112490"/>
                </a:lnTo>
                <a:lnTo>
                  <a:pt x="285892" y="366903"/>
                </a:lnTo>
                <a:close/>
                <a:moveTo>
                  <a:pt x="192460" y="70676"/>
                </a:moveTo>
                <a:lnTo>
                  <a:pt x="192460" y="84963"/>
                </a:lnTo>
                <a:lnTo>
                  <a:pt x="107850" y="84963"/>
                </a:lnTo>
                <a:lnTo>
                  <a:pt x="107850" y="70676"/>
                </a:lnTo>
                <a:lnTo>
                  <a:pt x="192460" y="7067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8" name="Graphic 145">
            <a:extLst>
              <a:ext uri="{FF2B5EF4-FFF2-40B4-BE49-F238E27FC236}">
                <a16:creationId xmlns:a16="http://schemas.microsoft.com/office/drawing/2014/main" id="{0961BC35-6BA1-D735-53BC-C2D7A81D7D5F}"/>
              </a:ext>
            </a:extLst>
          </p:cNvPr>
          <p:cNvSpPr/>
          <p:nvPr/>
        </p:nvSpPr>
        <p:spPr>
          <a:xfrm>
            <a:off x="1359600" y="2809494"/>
            <a:ext cx="399426" cy="508158"/>
          </a:xfrm>
          <a:custGeom>
            <a:avLst/>
            <a:gdLst>
              <a:gd name="connsiteX0" fmla="*/ 295188 w 299551"/>
              <a:gd name="connsiteY0" fmla="*/ 98965 h 381095"/>
              <a:gd name="connsiteX1" fmla="*/ 268249 w 299551"/>
              <a:gd name="connsiteY1" fmla="*/ 73057 h 381095"/>
              <a:gd name="connsiteX2" fmla="*/ 263507 w 299551"/>
              <a:gd name="connsiteY2" fmla="*/ 70676 h 381095"/>
              <a:gd name="connsiteX3" fmla="*/ 234291 w 299551"/>
              <a:gd name="connsiteY3" fmla="*/ 70676 h 381095"/>
              <a:gd name="connsiteX4" fmla="*/ 234291 w 299551"/>
              <a:gd name="connsiteY4" fmla="*/ 84868 h 381095"/>
              <a:gd name="connsiteX5" fmla="*/ 259902 w 299551"/>
              <a:gd name="connsiteY5" fmla="*/ 84868 h 381095"/>
              <a:gd name="connsiteX6" fmla="*/ 274035 w 299551"/>
              <a:gd name="connsiteY6" fmla="*/ 98489 h 381095"/>
              <a:gd name="connsiteX7" fmla="*/ 219968 w 299551"/>
              <a:gd name="connsiteY7" fmla="*/ 98489 h 381095"/>
              <a:gd name="connsiteX8" fmla="*/ 219968 w 299551"/>
              <a:gd name="connsiteY8" fmla="*/ 70485 h 381095"/>
              <a:gd name="connsiteX9" fmla="*/ 149965 w 299551"/>
              <a:gd name="connsiteY9" fmla="*/ 0 h 381095"/>
              <a:gd name="connsiteX10" fmla="*/ 79963 w 299551"/>
              <a:gd name="connsiteY10" fmla="*/ 70485 h 381095"/>
              <a:gd name="connsiteX11" fmla="*/ 79963 w 299551"/>
              <a:gd name="connsiteY11" fmla="*/ 98489 h 381095"/>
              <a:gd name="connsiteX12" fmla="*/ 26464 w 299551"/>
              <a:gd name="connsiteY12" fmla="*/ 98489 h 381095"/>
              <a:gd name="connsiteX13" fmla="*/ 41262 w 299551"/>
              <a:gd name="connsiteY13" fmla="*/ 84868 h 381095"/>
              <a:gd name="connsiteX14" fmla="*/ 65734 w 299551"/>
              <a:gd name="connsiteY14" fmla="*/ 84868 h 381095"/>
              <a:gd name="connsiteX15" fmla="*/ 65734 w 299551"/>
              <a:gd name="connsiteY15" fmla="*/ 70676 h 381095"/>
              <a:gd name="connsiteX16" fmla="*/ 38890 w 299551"/>
              <a:gd name="connsiteY16" fmla="*/ 70676 h 381095"/>
              <a:gd name="connsiteX17" fmla="*/ 34148 w 299551"/>
              <a:gd name="connsiteY17" fmla="*/ 73057 h 381095"/>
              <a:gd name="connsiteX18" fmla="*/ 5122 w 299551"/>
              <a:gd name="connsiteY18" fmla="*/ 98965 h 381095"/>
              <a:gd name="connsiteX19" fmla="*/ 0 w 299551"/>
              <a:gd name="connsiteY19" fmla="*/ 105537 h 381095"/>
              <a:gd name="connsiteX20" fmla="*/ 0 w 299551"/>
              <a:gd name="connsiteY20" fmla="*/ 374047 h 381095"/>
              <a:gd name="connsiteX21" fmla="*/ 7019 w 299551"/>
              <a:gd name="connsiteY21" fmla="*/ 381095 h 381095"/>
              <a:gd name="connsiteX22" fmla="*/ 292532 w 299551"/>
              <a:gd name="connsiteY22" fmla="*/ 381095 h 381095"/>
              <a:gd name="connsiteX23" fmla="*/ 299551 w 299551"/>
              <a:gd name="connsiteY23" fmla="*/ 374047 h 381095"/>
              <a:gd name="connsiteX24" fmla="*/ 299551 w 299551"/>
              <a:gd name="connsiteY24" fmla="*/ 105537 h 381095"/>
              <a:gd name="connsiteX25" fmla="*/ 294714 w 299551"/>
              <a:gd name="connsiteY25" fmla="*/ 98965 h 381095"/>
              <a:gd name="connsiteX26" fmla="*/ 94191 w 299551"/>
              <a:gd name="connsiteY26" fmla="*/ 70485 h 381095"/>
              <a:gd name="connsiteX27" fmla="*/ 150155 w 299551"/>
              <a:gd name="connsiteY27" fmla="*/ 14097 h 381095"/>
              <a:gd name="connsiteX28" fmla="*/ 206119 w 299551"/>
              <a:gd name="connsiteY28" fmla="*/ 70485 h 381095"/>
              <a:gd name="connsiteX29" fmla="*/ 206119 w 299551"/>
              <a:gd name="connsiteY29" fmla="*/ 98489 h 381095"/>
              <a:gd name="connsiteX30" fmla="*/ 94191 w 299551"/>
              <a:gd name="connsiteY30" fmla="*/ 98489 h 381095"/>
              <a:gd name="connsiteX31" fmla="*/ 94191 w 299551"/>
              <a:gd name="connsiteY31" fmla="*/ 70485 h 381095"/>
              <a:gd name="connsiteX32" fmla="*/ 285892 w 299551"/>
              <a:gd name="connsiteY32" fmla="*/ 366903 h 381095"/>
              <a:gd name="connsiteX33" fmla="*/ 14418 w 299551"/>
              <a:gd name="connsiteY33" fmla="*/ 366903 h 381095"/>
              <a:gd name="connsiteX34" fmla="*/ 14418 w 299551"/>
              <a:gd name="connsiteY34" fmla="*/ 112490 h 381095"/>
              <a:gd name="connsiteX35" fmla="*/ 86033 w 299551"/>
              <a:gd name="connsiteY35" fmla="*/ 112490 h 381095"/>
              <a:gd name="connsiteX36" fmla="*/ 87171 w 299551"/>
              <a:gd name="connsiteY36" fmla="*/ 112681 h 381095"/>
              <a:gd name="connsiteX37" fmla="*/ 213139 w 299551"/>
              <a:gd name="connsiteY37" fmla="*/ 112681 h 381095"/>
              <a:gd name="connsiteX38" fmla="*/ 214277 w 299551"/>
              <a:gd name="connsiteY38" fmla="*/ 112490 h 381095"/>
              <a:gd name="connsiteX39" fmla="*/ 285892 w 299551"/>
              <a:gd name="connsiteY39" fmla="*/ 112490 h 381095"/>
              <a:gd name="connsiteX40" fmla="*/ 285892 w 299551"/>
              <a:gd name="connsiteY40" fmla="*/ 366903 h 381095"/>
              <a:gd name="connsiteX41" fmla="*/ 192460 w 299551"/>
              <a:gd name="connsiteY41" fmla="*/ 70676 h 381095"/>
              <a:gd name="connsiteX42" fmla="*/ 192460 w 299551"/>
              <a:gd name="connsiteY42" fmla="*/ 84963 h 381095"/>
              <a:gd name="connsiteX43" fmla="*/ 107850 w 299551"/>
              <a:gd name="connsiteY43" fmla="*/ 84963 h 381095"/>
              <a:gd name="connsiteX44" fmla="*/ 107850 w 299551"/>
              <a:gd name="connsiteY44" fmla="*/ 70676 h 381095"/>
              <a:gd name="connsiteX45" fmla="*/ 192460 w 299551"/>
              <a:gd name="connsiteY45" fmla="*/ 70676 h 381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99551" h="381095">
                <a:moveTo>
                  <a:pt x="295188" y="98965"/>
                </a:moveTo>
                <a:cubicBezTo>
                  <a:pt x="292058" y="95917"/>
                  <a:pt x="284849" y="88964"/>
                  <a:pt x="268249" y="73057"/>
                </a:cubicBezTo>
                <a:cubicBezTo>
                  <a:pt x="267111" y="71914"/>
                  <a:pt x="264740" y="70676"/>
                  <a:pt x="263507" y="70676"/>
                </a:cubicBezTo>
                <a:cubicBezTo>
                  <a:pt x="263507" y="70676"/>
                  <a:pt x="282478" y="70676"/>
                  <a:pt x="234291" y="70676"/>
                </a:cubicBezTo>
                <a:lnTo>
                  <a:pt x="234291" y="84868"/>
                </a:lnTo>
                <a:cubicBezTo>
                  <a:pt x="234291" y="84868"/>
                  <a:pt x="215320" y="84868"/>
                  <a:pt x="259902" y="84868"/>
                </a:cubicBezTo>
                <a:cubicBezTo>
                  <a:pt x="259902" y="84868"/>
                  <a:pt x="259902" y="84868"/>
                  <a:pt x="274035" y="98489"/>
                </a:cubicBezTo>
                <a:lnTo>
                  <a:pt x="219968" y="98489"/>
                </a:lnTo>
                <a:lnTo>
                  <a:pt x="219968" y="70485"/>
                </a:lnTo>
                <a:cubicBezTo>
                  <a:pt x="219968" y="31718"/>
                  <a:pt x="188476" y="0"/>
                  <a:pt x="149965" y="0"/>
                </a:cubicBezTo>
                <a:cubicBezTo>
                  <a:pt x="111454" y="0"/>
                  <a:pt x="79963" y="31718"/>
                  <a:pt x="79963" y="70485"/>
                </a:cubicBezTo>
                <a:lnTo>
                  <a:pt x="79963" y="98489"/>
                </a:lnTo>
                <a:lnTo>
                  <a:pt x="26464" y="98489"/>
                </a:lnTo>
                <a:lnTo>
                  <a:pt x="41262" y="84868"/>
                </a:lnTo>
                <a:cubicBezTo>
                  <a:pt x="41262" y="84868"/>
                  <a:pt x="22291" y="84868"/>
                  <a:pt x="65734" y="84868"/>
                </a:cubicBezTo>
                <a:lnTo>
                  <a:pt x="65734" y="70676"/>
                </a:lnTo>
                <a:cubicBezTo>
                  <a:pt x="65734" y="70676"/>
                  <a:pt x="84705" y="70676"/>
                  <a:pt x="38890" y="70676"/>
                </a:cubicBezTo>
                <a:cubicBezTo>
                  <a:pt x="37752" y="70676"/>
                  <a:pt x="35381" y="71818"/>
                  <a:pt x="34148" y="73057"/>
                </a:cubicBezTo>
                <a:cubicBezTo>
                  <a:pt x="34148" y="73057"/>
                  <a:pt x="34148" y="73057"/>
                  <a:pt x="5122" y="98965"/>
                </a:cubicBezTo>
                <a:cubicBezTo>
                  <a:pt x="2371" y="99917"/>
                  <a:pt x="0" y="102679"/>
                  <a:pt x="0" y="105537"/>
                </a:cubicBezTo>
                <a:lnTo>
                  <a:pt x="0" y="374047"/>
                </a:lnTo>
                <a:cubicBezTo>
                  <a:pt x="0" y="378714"/>
                  <a:pt x="3510" y="381095"/>
                  <a:pt x="7019" y="381095"/>
                </a:cubicBezTo>
                <a:cubicBezTo>
                  <a:pt x="7019" y="381095"/>
                  <a:pt x="-30923" y="381095"/>
                  <a:pt x="292532" y="381095"/>
                </a:cubicBezTo>
                <a:cubicBezTo>
                  <a:pt x="296042" y="381095"/>
                  <a:pt x="299551" y="378714"/>
                  <a:pt x="299551" y="374047"/>
                </a:cubicBezTo>
                <a:lnTo>
                  <a:pt x="299551" y="105537"/>
                </a:lnTo>
                <a:cubicBezTo>
                  <a:pt x="299551" y="102775"/>
                  <a:pt x="297370" y="100108"/>
                  <a:pt x="294714" y="98965"/>
                </a:cubicBezTo>
                <a:close/>
                <a:moveTo>
                  <a:pt x="94191" y="70485"/>
                </a:moveTo>
                <a:cubicBezTo>
                  <a:pt x="94191" y="40005"/>
                  <a:pt x="119802" y="14097"/>
                  <a:pt x="150155" y="14097"/>
                </a:cubicBezTo>
                <a:cubicBezTo>
                  <a:pt x="180509" y="14097"/>
                  <a:pt x="206119" y="39910"/>
                  <a:pt x="206119" y="70485"/>
                </a:cubicBezTo>
                <a:lnTo>
                  <a:pt x="206119" y="98489"/>
                </a:lnTo>
                <a:lnTo>
                  <a:pt x="94191" y="98489"/>
                </a:lnTo>
                <a:lnTo>
                  <a:pt x="94191" y="70485"/>
                </a:lnTo>
                <a:close/>
                <a:moveTo>
                  <a:pt x="285892" y="366903"/>
                </a:moveTo>
                <a:cubicBezTo>
                  <a:pt x="285892" y="366903"/>
                  <a:pt x="323834" y="366903"/>
                  <a:pt x="14418" y="366903"/>
                </a:cubicBezTo>
                <a:lnTo>
                  <a:pt x="14418" y="112490"/>
                </a:lnTo>
                <a:cubicBezTo>
                  <a:pt x="14418" y="112490"/>
                  <a:pt x="-4458" y="112490"/>
                  <a:pt x="86033" y="112490"/>
                </a:cubicBezTo>
                <a:cubicBezTo>
                  <a:pt x="86413" y="112490"/>
                  <a:pt x="86792" y="112681"/>
                  <a:pt x="87171" y="112681"/>
                </a:cubicBezTo>
                <a:lnTo>
                  <a:pt x="213139" y="112681"/>
                </a:lnTo>
                <a:cubicBezTo>
                  <a:pt x="213139" y="112681"/>
                  <a:pt x="213897" y="112585"/>
                  <a:pt x="214277" y="112490"/>
                </a:cubicBezTo>
                <a:lnTo>
                  <a:pt x="285892" y="112490"/>
                </a:lnTo>
                <a:lnTo>
                  <a:pt x="285892" y="366903"/>
                </a:lnTo>
                <a:close/>
                <a:moveTo>
                  <a:pt x="192460" y="70676"/>
                </a:moveTo>
                <a:lnTo>
                  <a:pt x="192460" y="84963"/>
                </a:lnTo>
                <a:lnTo>
                  <a:pt x="107850" y="84963"/>
                </a:lnTo>
                <a:lnTo>
                  <a:pt x="107850" y="70676"/>
                </a:lnTo>
                <a:lnTo>
                  <a:pt x="192460" y="7067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9" name="Graphic 145">
            <a:extLst>
              <a:ext uri="{FF2B5EF4-FFF2-40B4-BE49-F238E27FC236}">
                <a16:creationId xmlns:a16="http://schemas.microsoft.com/office/drawing/2014/main" id="{7B37CF5A-E45D-9E27-6009-142E277B6613}"/>
              </a:ext>
            </a:extLst>
          </p:cNvPr>
          <p:cNvSpPr/>
          <p:nvPr/>
        </p:nvSpPr>
        <p:spPr>
          <a:xfrm>
            <a:off x="588075" y="3457194"/>
            <a:ext cx="399426" cy="508158"/>
          </a:xfrm>
          <a:custGeom>
            <a:avLst/>
            <a:gdLst>
              <a:gd name="connsiteX0" fmla="*/ 295188 w 299551"/>
              <a:gd name="connsiteY0" fmla="*/ 98965 h 381095"/>
              <a:gd name="connsiteX1" fmla="*/ 268249 w 299551"/>
              <a:gd name="connsiteY1" fmla="*/ 73057 h 381095"/>
              <a:gd name="connsiteX2" fmla="*/ 263507 w 299551"/>
              <a:gd name="connsiteY2" fmla="*/ 70676 h 381095"/>
              <a:gd name="connsiteX3" fmla="*/ 234291 w 299551"/>
              <a:gd name="connsiteY3" fmla="*/ 70676 h 381095"/>
              <a:gd name="connsiteX4" fmla="*/ 234291 w 299551"/>
              <a:gd name="connsiteY4" fmla="*/ 84868 h 381095"/>
              <a:gd name="connsiteX5" fmla="*/ 259902 w 299551"/>
              <a:gd name="connsiteY5" fmla="*/ 84868 h 381095"/>
              <a:gd name="connsiteX6" fmla="*/ 274035 w 299551"/>
              <a:gd name="connsiteY6" fmla="*/ 98489 h 381095"/>
              <a:gd name="connsiteX7" fmla="*/ 219968 w 299551"/>
              <a:gd name="connsiteY7" fmla="*/ 98489 h 381095"/>
              <a:gd name="connsiteX8" fmla="*/ 219968 w 299551"/>
              <a:gd name="connsiteY8" fmla="*/ 70485 h 381095"/>
              <a:gd name="connsiteX9" fmla="*/ 149965 w 299551"/>
              <a:gd name="connsiteY9" fmla="*/ 0 h 381095"/>
              <a:gd name="connsiteX10" fmla="*/ 79963 w 299551"/>
              <a:gd name="connsiteY10" fmla="*/ 70485 h 381095"/>
              <a:gd name="connsiteX11" fmla="*/ 79963 w 299551"/>
              <a:gd name="connsiteY11" fmla="*/ 98489 h 381095"/>
              <a:gd name="connsiteX12" fmla="*/ 26464 w 299551"/>
              <a:gd name="connsiteY12" fmla="*/ 98489 h 381095"/>
              <a:gd name="connsiteX13" fmla="*/ 41262 w 299551"/>
              <a:gd name="connsiteY13" fmla="*/ 84868 h 381095"/>
              <a:gd name="connsiteX14" fmla="*/ 65734 w 299551"/>
              <a:gd name="connsiteY14" fmla="*/ 84868 h 381095"/>
              <a:gd name="connsiteX15" fmla="*/ 65734 w 299551"/>
              <a:gd name="connsiteY15" fmla="*/ 70676 h 381095"/>
              <a:gd name="connsiteX16" fmla="*/ 38890 w 299551"/>
              <a:gd name="connsiteY16" fmla="*/ 70676 h 381095"/>
              <a:gd name="connsiteX17" fmla="*/ 34148 w 299551"/>
              <a:gd name="connsiteY17" fmla="*/ 73057 h 381095"/>
              <a:gd name="connsiteX18" fmla="*/ 5122 w 299551"/>
              <a:gd name="connsiteY18" fmla="*/ 98965 h 381095"/>
              <a:gd name="connsiteX19" fmla="*/ 0 w 299551"/>
              <a:gd name="connsiteY19" fmla="*/ 105537 h 381095"/>
              <a:gd name="connsiteX20" fmla="*/ 0 w 299551"/>
              <a:gd name="connsiteY20" fmla="*/ 374047 h 381095"/>
              <a:gd name="connsiteX21" fmla="*/ 7019 w 299551"/>
              <a:gd name="connsiteY21" fmla="*/ 381095 h 381095"/>
              <a:gd name="connsiteX22" fmla="*/ 292532 w 299551"/>
              <a:gd name="connsiteY22" fmla="*/ 381095 h 381095"/>
              <a:gd name="connsiteX23" fmla="*/ 299551 w 299551"/>
              <a:gd name="connsiteY23" fmla="*/ 374047 h 381095"/>
              <a:gd name="connsiteX24" fmla="*/ 299551 w 299551"/>
              <a:gd name="connsiteY24" fmla="*/ 105537 h 381095"/>
              <a:gd name="connsiteX25" fmla="*/ 294714 w 299551"/>
              <a:gd name="connsiteY25" fmla="*/ 98965 h 381095"/>
              <a:gd name="connsiteX26" fmla="*/ 94191 w 299551"/>
              <a:gd name="connsiteY26" fmla="*/ 70485 h 381095"/>
              <a:gd name="connsiteX27" fmla="*/ 150155 w 299551"/>
              <a:gd name="connsiteY27" fmla="*/ 14097 h 381095"/>
              <a:gd name="connsiteX28" fmla="*/ 206119 w 299551"/>
              <a:gd name="connsiteY28" fmla="*/ 70485 h 381095"/>
              <a:gd name="connsiteX29" fmla="*/ 206119 w 299551"/>
              <a:gd name="connsiteY29" fmla="*/ 98489 h 381095"/>
              <a:gd name="connsiteX30" fmla="*/ 94191 w 299551"/>
              <a:gd name="connsiteY30" fmla="*/ 98489 h 381095"/>
              <a:gd name="connsiteX31" fmla="*/ 94191 w 299551"/>
              <a:gd name="connsiteY31" fmla="*/ 70485 h 381095"/>
              <a:gd name="connsiteX32" fmla="*/ 285892 w 299551"/>
              <a:gd name="connsiteY32" fmla="*/ 366903 h 381095"/>
              <a:gd name="connsiteX33" fmla="*/ 14418 w 299551"/>
              <a:gd name="connsiteY33" fmla="*/ 366903 h 381095"/>
              <a:gd name="connsiteX34" fmla="*/ 14418 w 299551"/>
              <a:gd name="connsiteY34" fmla="*/ 112490 h 381095"/>
              <a:gd name="connsiteX35" fmla="*/ 86033 w 299551"/>
              <a:gd name="connsiteY35" fmla="*/ 112490 h 381095"/>
              <a:gd name="connsiteX36" fmla="*/ 87171 w 299551"/>
              <a:gd name="connsiteY36" fmla="*/ 112681 h 381095"/>
              <a:gd name="connsiteX37" fmla="*/ 213139 w 299551"/>
              <a:gd name="connsiteY37" fmla="*/ 112681 h 381095"/>
              <a:gd name="connsiteX38" fmla="*/ 214277 w 299551"/>
              <a:gd name="connsiteY38" fmla="*/ 112490 h 381095"/>
              <a:gd name="connsiteX39" fmla="*/ 285892 w 299551"/>
              <a:gd name="connsiteY39" fmla="*/ 112490 h 381095"/>
              <a:gd name="connsiteX40" fmla="*/ 285892 w 299551"/>
              <a:gd name="connsiteY40" fmla="*/ 366903 h 381095"/>
              <a:gd name="connsiteX41" fmla="*/ 192460 w 299551"/>
              <a:gd name="connsiteY41" fmla="*/ 70676 h 381095"/>
              <a:gd name="connsiteX42" fmla="*/ 192460 w 299551"/>
              <a:gd name="connsiteY42" fmla="*/ 84963 h 381095"/>
              <a:gd name="connsiteX43" fmla="*/ 107850 w 299551"/>
              <a:gd name="connsiteY43" fmla="*/ 84963 h 381095"/>
              <a:gd name="connsiteX44" fmla="*/ 107850 w 299551"/>
              <a:gd name="connsiteY44" fmla="*/ 70676 h 381095"/>
              <a:gd name="connsiteX45" fmla="*/ 192460 w 299551"/>
              <a:gd name="connsiteY45" fmla="*/ 70676 h 381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99551" h="381095">
                <a:moveTo>
                  <a:pt x="295188" y="98965"/>
                </a:moveTo>
                <a:cubicBezTo>
                  <a:pt x="292058" y="95917"/>
                  <a:pt x="284849" y="88964"/>
                  <a:pt x="268249" y="73057"/>
                </a:cubicBezTo>
                <a:cubicBezTo>
                  <a:pt x="267111" y="71914"/>
                  <a:pt x="264740" y="70676"/>
                  <a:pt x="263507" y="70676"/>
                </a:cubicBezTo>
                <a:cubicBezTo>
                  <a:pt x="263507" y="70676"/>
                  <a:pt x="282478" y="70676"/>
                  <a:pt x="234291" y="70676"/>
                </a:cubicBezTo>
                <a:lnTo>
                  <a:pt x="234291" y="84868"/>
                </a:lnTo>
                <a:cubicBezTo>
                  <a:pt x="234291" y="84868"/>
                  <a:pt x="215320" y="84868"/>
                  <a:pt x="259902" y="84868"/>
                </a:cubicBezTo>
                <a:cubicBezTo>
                  <a:pt x="259902" y="84868"/>
                  <a:pt x="259902" y="84868"/>
                  <a:pt x="274035" y="98489"/>
                </a:cubicBezTo>
                <a:lnTo>
                  <a:pt x="219968" y="98489"/>
                </a:lnTo>
                <a:lnTo>
                  <a:pt x="219968" y="70485"/>
                </a:lnTo>
                <a:cubicBezTo>
                  <a:pt x="219968" y="31718"/>
                  <a:pt x="188476" y="0"/>
                  <a:pt x="149965" y="0"/>
                </a:cubicBezTo>
                <a:cubicBezTo>
                  <a:pt x="111454" y="0"/>
                  <a:pt x="79963" y="31718"/>
                  <a:pt x="79963" y="70485"/>
                </a:cubicBezTo>
                <a:lnTo>
                  <a:pt x="79963" y="98489"/>
                </a:lnTo>
                <a:lnTo>
                  <a:pt x="26464" y="98489"/>
                </a:lnTo>
                <a:lnTo>
                  <a:pt x="41262" y="84868"/>
                </a:lnTo>
                <a:cubicBezTo>
                  <a:pt x="41262" y="84868"/>
                  <a:pt x="22291" y="84868"/>
                  <a:pt x="65734" y="84868"/>
                </a:cubicBezTo>
                <a:lnTo>
                  <a:pt x="65734" y="70676"/>
                </a:lnTo>
                <a:cubicBezTo>
                  <a:pt x="65734" y="70676"/>
                  <a:pt x="84705" y="70676"/>
                  <a:pt x="38890" y="70676"/>
                </a:cubicBezTo>
                <a:cubicBezTo>
                  <a:pt x="37752" y="70676"/>
                  <a:pt x="35381" y="71818"/>
                  <a:pt x="34148" y="73057"/>
                </a:cubicBezTo>
                <a:cubicBezTo>
                  <a:pt x="34148" y="73057"/>
                  <a:pt x="34148" y="73057"/>
                  <a:pt x="5122" y="98965"/>
                </a:cubicBezTo>
                <a:cubicBezTo>
                  <a:pt x="2371" y="99917"/>
                  <a:pt x="0" y="102679"/>
                  <a:pt x="0" y="105537"/>
                </a:cubicBezTo>
                <a:lnTo>
                  <a:pt x="0" y="374047"/>
                </a:lnTo>
                <a:cubicBezTo>
                  <a:pt x="0" y="378714"/>
                  <a:pt x="3510" y="381095"/>
                  <a:pt x="7019" y="381095"/>
                </a:cubicBezTo>
                <a:cubicBezTo>
                  <a:pt x="7019" y="381095"/>
                  <a:pt x="-30923" y="381095"/>
                  <a:pt x="292532" y="381095"/>
                </a:cubicBezTo>
                <a:cubicBezTo>
                  <a:pt x="296042" y="381095"/>
                  <a:pt x="299551" y="378714"/>
                  <a:pt x="299551" y="374047"/>
                </a:cubicBezTo>
                <a:lnTo>
                  <a:pt x="299551" y="105537"/>
                </a:lnTo>
                <a:cubicBezTo>
                  <a:pt x="299551" y="102775"/>
                  <a:pt x="297370" y="100108"/>
                  <a:pt x="294714" y="98965"/>
                </a:cubicBezTo>
                <a:close/>
                <a:moveTo>
                  <a:pt x="94191" y="70485"/>
                </a:moveTo>
                <a:cubicBezTo>
                  <a:pt x="94191" y="40005"/>
                  <a:pt x="119802" y="14097"/>
                  <a:pt x="150155" y="14097"/>
                </a:cubicBezTo>
                <a:cubicBezTo>
                  <a:pt x="180509" y="14097"/>
                  <a:pt x="206119" y="39910"/>
                  <a:pt x="206119" y="70485"/>
                </a:cubicBezTo>
                <a:lnTo>
                  <a:pt x="206119" y="98489"/>
                </a:lnTo>
                <a:lnTo>
                  <a:pt x="94191" y="98489"/>
                </a:lnTo>
                <a:lnTo>
                  <a:pt x="94191" y="70485"/>
                </a:lnTo>
                <a:close/>
                <a:moveTo>
                  <a:pt x="285892" y="366903"/>
                </a:moveTo>
                <a:cubicBezTo>
                  <a:pt x="285892" y="366903"/>
                  <a:pt x="323834" y="366903"/>
                  <a:pt x="14418" y="366903"/>
                </a:cubicBezTo>
                <a:lnTo>
                  <a:pt x="14418" y="112490"/>
                </a:lnTo>
                <a:cubicBezTo>
                  <a:pt x="14418" y="112490"/>
                  <a:pt x="-4458" y="112490"/>
                  <a:pt x="86033" y="112490"/>
                </a:cubicBezTo>
                <a:cubicBezTo>
                  <a:pt x="86413" y="112490"/>
                  <a:pt x="86792" y="112681"/>
                  <a:pt x="87171" y="112681"/>
                </a:cubicBezTo>
                <a:lnTo>
                  <a:pt x="213139" y="112681"/>
                </a:lnTo>
                <a:cubicBezTo>
                  <a:pt x="213139" y="112681"/>
                  <a:pt x="213897" y="112585"/>
                  <a:pt x="214277" y="112490"/>
                </a:cubicBezTo>
                <a:lnTo>
                  <a:pt x="285892" y="112490"/>
                </a:lnTo>
                <a:lnTo>
                  <a:pt x="285892" y="366903"/>
                </a:lnTo>
                <a:close/>
                <a:moveTo>
                  <a:pt x="192460" y="70676"/>
                </a:moveTo>
                <a:lnTo>
                  <a:pt x="192460" y="84963"/>
                </a:lnTo>
                <a:lnTo>
                  <a:pt x="107850" y="84963"/>
                </a:lnTo>
                <a:lnTo>
                  <a:pt x="107850" y="70676"/>
                </a:lnTo>
                <a:lnTo>
                  <a:pt x="192460" y="7067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0" name="Graphic 145">
            <a:extLst>
              <a:ext uri="{FF2B5EF4-FFF2-40B4-BE49-F238E27FC236}">
                <a16:creationId xmlns:a16="http://schemas.microsoft.com/office/drawing/2014/main" id="{171F23BD-9FF3-BC9E-EEE2-FF6E1EF5B7EC}"/>
              </a:ext>
            </a:extLst>
          </p:cNvPr>
          <p:cNvSpPr/>
          <p:nvPr/>
        </p:nvSpPr>
        <p:spPr>
          <a:xfrm>
            <a:off x="1359600" y="3457194"/>
            <a:ext cx="399426" cy="508158"/>
          </a:xfrm>
          <a:custGeom>
            <a:avLst/>
            <a:gdLst>
              <a:gd name="connsiteX0" fmla="*/ 295188 w 299551"/>
              <a:gd name="connsiteY0" fmla="*/ 98965 h 381095"/>
              <a:gd name="connsiteX1" fmla="*/ 268249 w 299551"/>
              <a:gd name="connsiteY1" fmla="*/ 73057 h 381095"/>
              <a:gd name="connsiteX2" fmla="*/ 263507 w 299551"/>
              <a:gd name="connsiteY2" fmla="*/ 70676 h 381095"/>
              <a:gd name="connsiteX3" fmla="*/ 234291 w 299551"/>
              <a:gd name="connsiteY3" fmla="*/ 70676 h 381095"/>
              <a:gd name="connsiteX4" fmla="*/ 234291 w 299551"/>
              <a:gd name="connsiteY4" fmla="*/ 84868 h 381095"/>
              <a:gd name="connsiteX5" fmla="*/ 259902 w 299551"/>
              <a:gd name="connsiteY5" fmla="*/ 84868 h 381095"/>
              <a:gd name="connsiteX6" fmla="*/ 274035 w 299551"/>
              <a:gd name="connsiteY6" fmla="*/ 98489 h 381095"/>
              <a:gd name="connsiteX7" fmla="*/ 219968 w 299551"/>
              <a:gd name="connsiteY7" fmla="*/ 98489 h 381095"/>
              <a:gd name="connsiteX8" fmla="*/ 219968 w 299551"/>
              <a:gd name="connsiteY8" fmla="*/ 70485 h 381095"/>
              <a:gd name="connsiteX9" fmla="*/ 149965 w 299551"/>
              <a:gd name="connsiteY9" fmla="*/ 0 h 381095"/>
              <a:gd name="connsiteX10" fmla="*/ 79963 w 299551"/>
              <a:gd name="connsiteY10" fmla="*/ 70485 h 381095"/>
              <a:gd name="connsiteX11" fmla="*/ 79963 w 299551"/>
              <a:gd name="connsiteY11" fmla="*/ 98489 h 381095"/>
              <a:gd name="connsiteX12" fmla="*/ 26464 w 299551"/>
              <a:gd name="connsiteY12" fmla="*/ 98489 h 381095"/>
              <a:gd name="connsiteX13" fmla="*/ 41262 w 299551"/>
              <a:gd name="connsiteY13" fmla="*/ 84868 h 381095"/>
              <a:gd name="connsiteX14" fmla="*/ 65734 w 299551"/>
              <a:gd name="connsiteY14" fmla="*/ 84868 h 381095"/>
              <a:gd name="connsiteX15" fmla="*/ 65734 w 299551"/>
              <a:gd name="connsiteY15" fmla="*/ 70676 h 381095"/>
              <a:gd name="connsiteX16" fmla="*/ 38890 w 299551"/>
              <a:gd name="connsiteY16" fmla="*/ 70676 h 381095"/>
              <a:gd name="connsiteX17" fmla="*/ 34148 w 299551"/>
              <a:gd name="connsiteY17" fmla="*/ 73057 h 381095"/>
              <a:gd name="connsiteX18" fmla="*/ 5122 w 299551"/>
              <a:gd name="connsiteY18" fmla="*/ 98965 h 381095"/>
              <a:gd name="connsiteX19" fmla="*/ 0 w 299551"/>
              <a:gd name="connsiteY19" fmla="*/ 105537 h 381095"/>
              <a:gd name="connsiteX20" fmla="*/ 0 w 299551"/>
              <a:gd name="connsiteY20" fmla="*/ 374047 h 381095"/>
              <a:gd name="connsiteX21" fmla="*/ 7019 w 299551"/>
              <a:gd name="connsiteY21" fmla="*/ 381095 h 381095"/>
              <a:gd name="connsiteX22" fmla="*/ 292532 w 299551"/>
              <a:gd name="connsiteY22" fmla="*/ 381095 h 381095"/>
              <a:gd name="connsiteX23" fmla="*/ 299551 w 299551"/>
              <a:gd name="connsiteY23" fmla="*/ 374047 h 381095"/>
              <a:gd name="connsiteX24" fmla="*/ 299551 w 299551"/>
              <a:gd name="connsiteY24" fmla="*/ 105537 h 381095"/>
              <a:gd name="connsiteX25" fmla="*/ 294714 w 299551"/>
              <a:gd name="connsiteY25" fmla="*/ 98965 h 381095"/>
              <a:gd name="connsiteX26" fmla="*/ 94191 w 299551"/>
              <a:gd name="connsiteY26" fmla="*/ 70485 h 381095"/>
              <a:gd name="connsiteX27" fmla="*/ 150155 w 299551"/>
              <a:gd name="connsiteY27" fmla="*/ 14097 h 381095"/>
              <a:gd name="connsiteX28" fmla="*/ 206119 w 299551"/>
              <a:gd name="connsiteY28" fmla="*/ 70485 h 381095"/>
              <a:gd name="connsiteX29" fmla="*/ 206119 w 299551"/>
              <a:gd name="connsiteY29" fmla="*/ 98489 h 381095"/>
              <a:gd name="connsiteX30" fmla="*/ 94191 w 299551"/>
              <a:gd name="connsiteY30" fmla="*/ 98489 h 381095"/>
              <a:gd name="connsiteX31" fmla="*/ 94191 w 299551"/>
              <a:gd name="connsiteY31" fmla="*/ 70485 h 381095"/>
              <a:gd name="connsiteX32" fmla="*/ 285892 w 299551"/>
              <a:gd name="connsiteY32" fmla="*/ 366903 h 381095"/>
              <a:gd name="connsiteX33" fmla="*/ 14418 w 299551"/>
              <a:gd name="connsiteY33" fmla="*/ 366903 h 381095"/>
              <a:gd name="connsiteX34" fmla="*/ 14418 w 299551"/>
              <a:gd name="connsiteY34" fmla="*/ 112490 h 381095"/>
              <a:gd name="connsiteX35" fmla="*/ 86033 w 299551"/>
              <a:gd name="connsiteY35" fmla="*/ 112490 h 381095"/>
              <a:gd name="connsiteX36" fmla="*/ 87171 w 299551"/>
              <a:gd name="connsiteY36" fmla="*/ 112681 h 381095"/>
              <a:gd name="connsiteX37" fmla="*/ 213139 w 299551"/>
              <a:gd name="connsiteY37" fmla="*/ 112681 h 381095"/>
              <a:gd name="connsiteX38" fmla="*/ 214277 w 299551"/>
              <a:gd name="connsiteY38" fmla="*/ 112490 h 381095"/>
              <a:gd name="connsiteX39" fmla="*/ 285892 w 299551"/>
              <a:gd name="connsiteY39" fmla="*/ 112490 h 381095"/>
              <a:gd name="connsiteX40" fmla="*/ 285892 w 299551"/>
              <a:gd name="connsiteY40" fmla="*/ 366903 h 381095"/>
              <a:gd name="connsiteX41" fmla="*/ 192460 w 299551"/>
              <a:gd name="connsiteY41" fmla="*/ 70676 h 381095"/>
              <a:gd name="connsiteX42" fmla="*/ 192460 w 299551"/>
              <a:gd name="connsiteY42" fmla="*/ 84963 h 381095"/>
              <a:gd name="connsiteX43" fmla="*/ 107850 w 299551"/>
              <a:gd name="connsiteY43" fmla="*/ 84963 h 381095"/>
              <a:gd name="connsiteX44" fmla="*/ 107850 w 299551"/>
              <a:gd name="connsiteY44" fmla="*/ 70676 h 381095"/>
              <a:gd name="connsiteX45" fmla="*/ 192460 w 299551"/>
              <a:gd name="connsiteY45" fmla="*/ 70676 h 381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99551" h="381095">
                <a:moveTo>
                  <a:pt x="295188" y="98965"/>
                </a:moveTo>
                <a:cubicBezTo>
                  <a:pt x="292058" y="95917"/>
                  <a:pt x="284849" y="88964"/>
                  <a:pt x="268249" y="73057"/>
                </a:cubicBezTo>
                <a:cubicBezTo>
                  <a:pt x="267111" y="71914"/>
                  <a:pt x="264740" y="70676"/>
                  <a:pt x="263507" y="70676"/>
                </a:cubicBezTo>
                <a:cubicBezTo>
                  <a:pt x="263507" y="70676"/>
                  <a:pt x="282478" y="70676"/>
                  <a:pt x="234291" y="70676"/>
                </a:cubicBezTo>
                <a:lnTo>
                  <a:pt x="234291" y="84868"/>
                </a:lnTo>
                <a:cubicBezTo>
                  <a:pt x="234291" y="84868"/>
                  <a:pt x="215320" y="84868"/>
                  <a:pt x="259902" y="84868"/>
                </a:cubicBezTo>
                <a:cubicBezTo>
                  <a:pt x="259902" y="84868"/>
                  <a:pt x="259902" y="84868"/>
                  <a:pt x="274035" y="98489"/>
                </a:cubicBezTo>
                <a:lnTo>
                  <a:pt x="219968" y="98489"/>
                </a:lnTo>
                <a:lnTo>
                  <a:pt x="219968" y="70485"/>
                </a:lnTo>
                <a:cubicBezTo>
                  <a:pt x="219968" y="31718"/>
                  <a:pt x="188476" y="0"/>
                  <a:pt x="149965" y="0"/>
                </a:cubicBezTo>
                <a:cubicBezTo>
                  <a:pt x="111454" y="0"/>
                  <a:pt x="79963" y="31718"/>
                  <a:pt x="79963" y="70485"/>
                </a:cubicBezTo>
                <a:lnTo>
                  <a:pt x="79963" y="98489"/>
                </a:lnTo>
                <a:lnTo>
                  <a:pt x="26464" y="98489"/>
                </a:lnTo>
                <a:lnTo>
                  <a:pt x="41262" y="84868"/>
                </a:lnTo>
                <a:cubicBezTo>
                  <a:pt x="41262" y="84868"/>
                  <a:pt x="22291" y="84868"/>
                  <a:pt x="65734" y="84868"/>
                </a:cubicBezTo>
                <a:lnTo>
                  <a:pt x="65734" y="70676"/>
                </a:lnTo>
                <a:cubicBezTo>
                  <a:pt x="65734" y="70676"/>
                  <a:pt x="84705" y="70676"/>
                  <a:pt x="38890" y="70676"/>
                </a:cubicBezTo>
                <a:cubicBezTo>
                  <a:pt x="37752" y="70676"/>
                  <a:pt x="35381" y="71818"/>
                  <a:pt x="34148" y="73057"/>
                </a:cubicBezTo>
                <a:cubicBezTo>
                  <a:pt x="34148" y="73057"/>
                  <a:pt x="34148" y="73057"/>
                  <a:pt x="5122" y="98965"/>
                </a:cubicBezTo>
                <a:cubicBezTo>
                  <a:pt x="2371" y="99917"/>
                  <a:pt x="0" y="102679"/>
                  <a:pt x="0" y="105537"/>
                </a:cubicBezTo>
                <a:lnTo>
                  <a:pt x="0" y="374047"/>
                </a:lnTo>
                <a:cubicBezTo>
                  <a:pt x="0" y="378714"/>
                  <a:pt x="3510" y="381095"/>
                  <a:pt x="7019" y="381095"/>
                </a:cubicBezTo>
                <a:cubicBezTo>
                  <a:pt x="7019" y="381095"/>
                  <a:pt x="-30923" y="381095"/>
                  <a:pt x="292532" y="381095"/>
                </a:cubicBezTo>
                <a:cubicBezTo>
                  <a:pt x="296042" y="381095"/>
                  <a:pt x="299551" y="378714"/>
                  <a:pt x="299551" y="374047"/>
                </a:cubicBezTo>
                <a:lnTo>
                  <a:pt x="299551" y="105537"/>
                </a:lnTo>
                <a:cubicBezTo>
                  <a:pt x="299551" y="102775"/>
                  <a:pt x="297370" y="100108"/>
                  <a:pt x="294714" y="98965"/>
                </a:cubicBezTo>
                <a:close/>
                <a:moveTo>
                  <a:pt x="94191" y="70485"/>
                </a:moveTo>
                <a:cubicBezTo>
                  <a:pt x="94191" y="40005"/>
                  <a:pt x="119802" y="14097"/>
                  <a:pt x="150155" y="14097"/>
                </a:cubicBezTo>
                <a:cubicBezTo>
                  <a:pt x="180509" y="14097"/>
                  <a:pt x="206119" y="39910"/>
                  <a:pt x="206119" y="70485"/>
                </a:cubicBezTo>
                <a:lnTo>
                  <a:pt x="206119" y="98489"/>
                </a:lnTo>
                <a:lnTo>
                  <a:pt x="94191" y="98489"/>
                </a:lnTo>
                <a:lnTo>
                  <a:pt x="94191" y="70485"/>
                </a:lnTo>
                <a:close/>
                <a:moveTo>
                  <a:pt x="285892" y="366903"/>
                </a:moveTo>
                <a:cubicBezTo>
                  <a:pt x="285892" y="366903"/>
                  <a:pt x="323834" y="366903"/>
                  <a:pt x="14418" y="366903"/>
                </a:cubicBezTo>
                <a:lnTo>
                  <a:pt x="14418" y="112490"/>
                </a:lnTo>
                <a:cubicBezTo>
                  <a:pt x="14418" y="112490"/>
                  <a:pt x="-4458" y="112490"/>
                  <a:pt x="86033" y="112490"/>
                </a:cubicBezTo>
                <a:cubicBezTo>
                  <a:pt x="86413" y="112490"/>
                  <a:pt x="86792" y="112681"/>
                  <a:pt x="87171" y="112681"/>
                </a:cubicBezTo>
                <a:lnTo>
                  <a:pt x="213139" y="112681"/>
                </a:lnTo>
                <a:cubicBezTo>
                  <a:pt x="213139" y="112681"/>
                  <a:pt x="213897" y="112585"/>
                  <a:pt x="214277" y="112490"/>
                </a:cubicBezTo>
                <a:lnTo>
                  <a:pt x="285892" y="112490"/>
                </a:lnTo>
                <a:lnTo>
                  <a:pt x="285892" y="366903"/>
                </a:lnTo>
                <a:close/>
                <a:moveTo>
                  <a:pt x="192460" y="70676"/>
                </a:moveTo>
                <a:lnTo>
                  <a:pt x="192460" y="84963"/>
                </a:lnTo>
                <a:lnTo>
                  <a:pt x="107850" y="84963"/>
                </a:lnTo>
                <a:lnTo>
                  <a:pt x="107850" y="70676"/>
                </a:lnTo>
                <a:lnTo>
                  <a:pt x="192460" y="7067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3" name="Graphic 151">
            <a:extLst>
              <a:ext uri="{FF2B5EF4-FFF2-40B4-BE49-F238E27FC236}">
                <a16:creationId xmlns:a16="http://schemas.microsoft.com/office/drawing/2014/main" id="{74A2FDD9-F08D-ABC8-227C-2A13B53FF1D8}"/>
              </a:ext>
            </a:extLst>
          </p:cNvPr>
          <p:cNvSpPr/>
          <p:nvPr/>
        </p:nvSpPr>
        <p:spPr>
          <a:xfrm>
            <a:off x="2206863" y="2883332"/>
            <a:ext cx="453479" cy="397775"/>
          </a:xfrm>
          <a:custGeom>
            <a:avLst/>
            <a:gdLst>
              <a:gd name="connsiteX0" fmla="*/ 295283 w 337493"/>
              <a:gd name="connsiteY0" fmla="*/ 220694 h 296036"/>
              <a:gd name="connsiteX1" fmla="*/ 337493 w 337493"/>
              <a:gd name="connsiteY1" fmla="*/ 93535 h 296036"/>
              <a:gd name="connsiteX2" fmla="*/ 336355 w 337493"/>
              <a:gd name="connsiteY2" fmla="*/ 86487 h 296036"/>
              <a:gd name="connsiteX3" fmla="*/ 330474 w 337493"/>
              <a:gd name="connsiteY3" fmla="*/ 84106 h 296036"/>
              <a:gd name="connsiteX4" fmla="*/ 81955 w 337493"/>
              <a:gd name="connsiteY4" fmla="*/ 84106 h 296036"/>
              <a:gd name="connsiteX5" fmla="*/ 63268 w 337493"/>
              <a:gd name="connsiteY5" fmla="*/ 4667 h 296036"/>
              <a:gd name="connsiteX6" fmla="*/ 56249 w 337493"/>
              <a:gd name="connsiteY6" fmla="*/ 0 h 296036"/>
              <a:gd name="connsiteX7" fmla="*/ 7019 w 337493"/>
              <a:gd name="connsiteY7" fmla="*/ 0 h 296036"/>
              <a:gd name="connsiteX8" fmla="*/ 0 w 337493"/>
              <a:gd name="connsiteY8" fmla="*/ 7048 h 296036"/>
              <a:gd name="connsiteX9" fmla="*/ 7019 w 337493"/>
              <a:gd name="connsiteY9" fmla="*/ 14097 h 296036"/>
              <a:gd name="connsiteX10" fmla="*/ 50368 w 337493"/>
              <a:gd name="connsiteY10" fmla="*/ 14097 h 296036"/>
              <a:gd name="connsiteX11" fmla="*/ 98554 w 337493"/>
              <a:gd name="connsiteY11" fmla="*/ 218027 h 296036"/>
              <a:gd name="connsiteX12" fmla="*/ 98554 w 337493"/>
              <a:gd name="connsiteY12" fmla="*/ 218408 h 296036"/>
              <a:gd name="connsiteX13" fmla="*/ 99408 w 337493"/>
              <a:gd name="connsiteY13" fmla="*/ 221361 h 296036"/>
              <a:gd name="connsiteX14" fmla="*/ 103961 w 337493"/>
              <a:gd name="connsiteY14" fmla="*/ 240411 h 296036"/>
              <a:gd name="connsiteX15" fmla="*/ 84705 w 337493"/>
              <a:gd name="connsiteY15" fmla="*/ 267462 h 296036"/>
              <a:gd name="connsiteX16" fmla="*/ 112782 w 337493"/>
              <a:gd name="connsiteY16" fmla="*/ 296037 h 296036"/>
              <a:gd name="connsiteX17" fmla="*/ 140859 w 337493"/>
              <a:gd name="connsiteY17" fmla="*/ 267462 h 296036"/>
              <a:gd name="connsiteX18" fmla="*/ 137065 w 337493"/>
              <a:gd name="connsiteY18" fmla="*/ 253174 h 296036"/>
              <a:gd name="connsiteX19" fmla="*/ 242544 w 337493"/>
              <a:gd name="connsiteY19" fmla="*/ 253174 h 296036"/>
              <a:gd name="connsiteX20" fmla="*/ 238749 w 337493"/>
              <a:gd name="connsiteY20" fmla="*/ 267462 h 296036"/>
              <a:gd name="connsiteX21" fmla="*/ 266826 w 337493"/>
              <a:gd name="connsiteY21" fmla="*/ 296037 h 296036"/>
              <a:gd name="connsiteX22" fmla="*/ 294904 w 337493"/>
              <a:gd name="connsiteY22" fmla="*/ 267462 h 296036"/>
              <a:gd name="connsiteX23" fmla="*/ 266826 w 337493"/>
              <a:gd name="connsiteY23" fmla="*/ 238887 h 296036"/>
              <a:gd name="connsiteX24" fmla="*/ 264550 w 337493"/>
              <a:gd name="connsiteY24" fmla="*/ 239078 h 296036"/>
              <a:gd name="connsiteX25" fmla="*/ 118379 w 337493"/>
              <a:gd name="connsiteY25" fmla="*/ 239078 h 296036"/>
              <a:gd name="connsiteX26" fmla="*/ 115154 w 337493"/>
              <a:gd name="connsiteY26" fmla="*/ 225362 h 296036"/>
              <a:gd name="connsiteX27" fmla="*/ 288264 w 337493"/>
              <a:gd name="connsiteY27" fmla="*/ 225362 h 296036"/>
              <a:gd name="connsiteX28" fmla="*/ 295283 w 337493"/>
              <a:gd name="connsiteY28" fmla="*/ 220694 h 296036"/>
              <a:gd name="connsiteX29" fmla="*/ 126631 w 337493"/>
              <a:gd name="connsiteY29" fmla="*/ 267462 h 296036"/>
              <a:gd name="connsiteX30" fmla="*/ 112593 w 337493"/>
              <a:gd name="connsiteY30" fmla="*/ 281749 h 296036"/>
              <a:gd name="connsiteX31" fmla="*/ 98554 w 337493"/>
              <a:gd name="connsiteY31" fmla="*/ 267462 h 296036"/>
              <a:gd name="connsiteX32" fmla="*/ 112593 w 337493"/>
              <a:gd name="connsiteY32" fmla="*/ 253174 h 296036"/>
              <a:gd name="connsiteX33" fmla="*/ 126631 w 337493"/>
              <a:gd name="connsiteY33" fmla="*/ 267462 h 296036"/>
              <a:gd name="connsiteX34" fmla="*/ 280770 w 337493"/>
              <a:gd name="connsiteY34" fmla="*/ 267462 h 296036"/>
              <a:gd name="connsiteX35" fmla="*/ 266732 w 337493"/>
              <a:gd name="connsiteY35" fmla="*/ 281749 h 296036"/>
              <a:gd name="connsiteX36" fmla="*/ 252693 w 337493"/>
              <a:gd name="connsiteY36" fmla="*/ 267462 h 296036"/>
              <a:gd name="connsiteX37" fmla="*/ 266732 w 337493"/>
              <a:gd name="connsiteY37" fmla="*/ 253174 h 296036"/>
              <a:gd name="connsiteX38" fmla="*/ 280770 w 337493"/>
              <a:gd name="connsiteY38" fmla="*/ 267462 h 296036"/>
              <a:gd name="connsiteX39" fmla="*/ 111739 w 337493"/>
              <a:gd name="connsiteY39" fmla="*/ 211264 h 296036"/>
              <a:gd name="connsiteX40" fmla="*/ 85180 w 337493"/>
              <a:gd name="connsiteY40" fmla="*/ 98203 h 296036"/>
              <a:gd name="connsiteX41" fmla="*/ 320989 w 337493"/>
              <a:gd name="connsiteY41" fmla="*/ 98203 h 296036"/>
              <a:gd name="connsiteX42" fmla="*/ 283521 w 337493"/>
              <a:gd name="connsiteY42" fmla="*/ 211264 h 296036"/>
              <a:gd name="connsiteX43" fmla="*/ 111739 w 337493"/>
              <a:gd name="connsiteY43" fmla="*/ 211264 h 296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37493" h="296036">
                <a:moveTo>
                  <a:pt x="295283" y="220694"/>
                </a:moveTo>
                <a:lnTo>
                  <a:pt x="337493" y="93535"/>
                </a:lnTo>
                <a:cubicBezTo>
                  <a:pt x="337493" y="91154"/>
                  <a:pt x="337493" y="88868"/>
                  <a:pt x="336355" y="86487"/>
                </a:cubicBezTo>
                <a:cubicBezTo>
                  <a:pt x="335217" y="85344"/>
                  <a:pt x="332845" y="84106"/>
                  <a:pt x="330474" y="84106"/>
                </a:cubicBezTo>
                <a:lnTo>
                  <a:pt x="81955" y="84106"/>
                </a:lnTo>
                <a:cubicBezTo>
                  <a:pt x="76548" y="61151"/>
                  <a:pt x="70382" y="34862"/>
                  <a:pt x="63268" y="4667"/>
                </a:cubicBezTo>
                <a:cubicBezTo>
                  <a:pt x="62130" y="2286"/>
                  <a:pt x="59758" y="0"/>
                  <a:pt x="56249" y="0"/>
                </a:cubicBezTo>
                <a:lnTo>
                  <a:pt x="7019" y="0"/>
                </a:lnTo>
                <a:cubicBezTo>
                  <a:pt x="3510" y="0"/>
                  <a:pt x="0" y="2381"/>
                  <a:pt x="0" y="7048"/>
                </a:cubicBezTo>
                <a:cubicBezTo>
                  <a:pt x="0" y="10573"/>
                  <a:pt x="3510" y="14097"/>
                  <a:pt x="7019" y="14097"/>
                </a:cubicBezTo>
                <a:lnTo>
                  <a:pt x="50368" y="14097"/>
                </a:lnTo>
                <a:cubicBezTo>
                  <a:pt x="50368" y="14097"/>
                  <a:pt x="50368" y="14288"/>
                  <a:pt x="98554" y="218027"/>
                </a:cubicBezTo>
                <a:cubicBezTo>
                  <a:pt x="98554" y="218218"/>
                  <a:pt x="98554" y="218313"/>
                  <a:pt x="98554" y="218408"/>
                </a:cubicBezTo>
                <a:cubicBezTo>
                  <a:pt x="98554" y="219456"/>
                  <a:pt x="98934" y="220408"/>
                  <a:pt x="99408" y="221361"/>
                </a:cubicBezTo>
                <a:cubicBezTo>
                  <a:pt x="100831" y="227552"/>
                  <a:pt x="102348" y="233934"/>
                  <a:pt x="103961" y="240411"/>
                </a:cubicBezTo>
                <a:cubicBezTo>
                  <a:pt x="92958" y="244030"/>
                  <a:pt x="84705" y="254127"/>
                  <a:pt x="84705" y="267462"/>
                </a:cubicBezTo>
                <a:cubicBezTo>
                  <a:pt x="84705" y="282893"/>
                  <a:pt x="97606" y="296037"/>
                  <a:pt x="112782" y="296037"/>
                </a:cubicBezTo>
                <a:cubicBezTo>
                  <a:pt x="127959" y="296037"/>
                  <a:pt x="140859" y="282893"/>
                  <a:pt x="140859" y="267462"/>
                </a:cubicBezTo>
                <a:cubicBezTo>
                  <a:pt x="140859" y="262128"/>
                  <a:pt x="139436" y="257270"/>
                  <a:pt x="137065" y="253174"/>
                </a:cubicBezTo>
                <a:lnTo>
                  <a:pt x="242544" y="253174"/>
                </a:lnTo>
                <a:cubicBezTo>
                  <a:pt x="240267" y="257270"/>
                  <a:pt x="238749" y="262128"/>
                  <a:pt x="238749" y="267462"/>
                </a:cubicBezTo>
                <a:cubicBezTo>
                  <a:pt x="238749" y="282893"/>
                  <a:pt x="251650" y="296037"/>
                  <a:pt x="266826" y="296037"/>
                </a:cubicBezTo>
                <a:cubicBezTo>
                  <a:pt x="282003" y="296037"/>
                  <a:pt x="294904" y="282893"/>
                  <a:pt x="294904" y="267462"/>
                </a:cubicBezTo>
                <a:cubicBezTo>
                  <a:pt x="294904" y="250793"/>
                  <a:pt x="282003" y="238887"/>
                  <a:pt x="266826" y="238887"/>
                </a:cubicBezTo>
                <a:cubicBezTo>
                  <a:pt x="266068" y="238887"/>
                  <a:pt x="265309" y="239078"/>
                  <a:pt x="264550" y="239078"/>
                </a:cubicBezTo>
                <a:lnTo>
                  <a:pt x="118379" y="239078"/>
                </a:lnTo>
                <a:cubicBezTo>
                  <a:pt x="118379" y="239078"/>
                  <a:pt x="118379" y="239078"/>
                  <a:pt x="115154" y="225362"/>
                </a:cubicBezTo>
                <a:lnTo>
                  <a:pt x="288264" y="225362"/>
                </a:lnTo>
                <a:cubicBezTo>
                  <a:pt x="290635" y="225362"/>
                  <a:pt x="294145" y="222980"/>
                  <a:pt x="295283" y="220694"/>
                </a:cubicBezTo>
                <a:close/>
                <a:moveTo>
                  <a:pt x="126631" y="267462"/>
                </a:moveTo>
                <a:cubicBezTo>
                  <a:pt x="126631" y="274606"/>
                  <a:pt x="119612" y="281749"/>
                  <a:pt x="112593" y="281749"/>
                </a:cubicBezTo>
                <a:cubicBezTo>
                  <a:pt x="104435" y="281749"/>
                  <a:pt x="98554" y="274606"/>
                  <a:pt x="98554" y="267462"/>
                </a:cubicBezTo>
                <a:cubicBezTo>
                  <a:pt x="98554" y="259080"/>
                  <a:pt x="104435" y="253174"/>
                  <a:pt x="112593" y="253174"/>
                </a:cubicBezTo>
                <a:cubicBezTo>
                  <a:pt x="119612" y="253174"/>
                  <a:pt x="126631" y="259080"/>
                  <a:pt x="126631" y="267462"/>
                </a:cubicBezTo>
                <a:close/>
                <a:moveTo>
                  <a:pt x="280770" y="267462"/>
                </a:moveTo>
                <a:cubicBezTo>
                  <a:pt x="280770" y="274606"/>
                  <a:pt x="273751" y="281749"/>
                  <a:pt x="266732" y="281749"/>
                </a:cubicBezTo>
                <a:cubicBezTo>
                  <a:pt x="258574" y="281749"/>
                  <a:pt x="252693" y="274606"/>
                  <a:pt x="252693" y="267462"/>
                </a:cubicBezTo>
                <a:cubicBezTo>
                  <a:pt x="252693" y="259080"/>
                  <a:pt x="258574" y="253174"/>
                  <a:pt x="266732" y="253174"/>
                </a:cubicBezTo>
                <a:cubicBezTo>
                  <a:pt x="273751" y="253174"/>
                  <a:pt x="280770" y="259080"/>
                  <a:pt x="280770" y="267462"/>
                </a:cubicBezTo>
                <a:close/>
                <a:moveTo>
                  <a:pt x="111739" y="211264"/>
                </a:moveTo>
                <a:cubicBezTo>
                  <a:pt x="107091" y="191357"/>
                  <a:pt x="99028" y="157162"/>
                  <a:pt x="85180" y="98203"/>
                </a:cubicBezTo>
                <a:lnTo>
                  <a:pt x="320989" y="98203"/>
                </a:lnTo>
                <a:lnTo>
                  <a:pt x="283521" y="211264"/>
                </a:lnTo>
                <a:lnTo>
                  <a:pt x="111739" y="211264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4" name="Graphic 151">
            <a:extLst>
              <a:ext uri="{FF2B5EF4-FFF2-40B4-BE49-F238E27FC236}">
                <a16:creationId xmlns:a16="http://schemas.microsoft.com/office/drawing/2014/main" id="{69ED7F52-0552-5A18-4998-A4D444D8527C}"/>
              </a:ext>
            </a:extLst>
          </p:cNvPr>
          <p:cNvSpPr/>
          <p:nvPr/>
        </p:nvSpPr>
        <p:spPr>
          <a:xfrm>
            <a:off x="2973660" y="2883332"/>
            <a:ext cx="453479" cy="397775"/>
          </a:xfrm>
          <a:custGeom>
            <a:avLst/>
            <a:gdLst>
              <a:gd name="connsiteX0" fmla="*/ 295283 w 337493"/>
              <a:gd name="connsiteY0" fmla="*/ 220694 h 296036"/>
              <a:gd name="connsiteX1" fmla="*/ 337493 w 337493"/>
              <a:gd name="connsiteY1" fmla="*/ 93535 h 296036"/>
              <a:gd name="connsiteX2" fmla="*/ 336355 w 337493"/>
              <a:gd name="connsiteY2" fmla="*/ 86487 h 296036"/>
              <a:gd name="connsiteX3" fmla="*/ 330474 w 337493"/>
              <a:gd name="connsiteY3" fmla="*/ 84106 h 296036"/>
              <a:gd name="connsiteX4" fmla="*/ 81955 w 337493"/>
              <a:gd name="connsiteY4" fmla="*/ 84106 h 296036"/>
              <a:gd name="connsiteX5" fmla="*/ 63268 w 337493"/>
              <a:gd name="connsiteY5" fmla="*/ 4667 h 296036"/>
              <a:gd name="connsiteX6" fmla="*/ 56249 w 337493"/>
              <a:gd name="connsiteY6" fmla="*/ 0 h 296036"/>
              <a:gd name="connsiteX7" fmla="*/ 7019 w 337493"/>
              <a:gd name="connsiteY7" fmla="*/ 0 h 296036"/>
              <a:gd name="connsiteX8" fmla="*/ 0 w 337493"/>
              <a:gd name="connsiteY8" fmla="*/ 7048 h 296036"/>
              <a:gd name="connsiteX9" fmla="*/ 7019 w 337493"/>
              <a:gd name="connsiteY9" fmla="*/ 14097 h 296036"/>
              <a:gd name="connsiteX10" fmla="*/ 50368 w 337493"/>
              <a:gd name="connsiteY10" fmla="*/ 14097 h 296036"/>
              <a:gd name="connsiteX11" fmla="*/ 98554 w 337493"/>
              <a:gd name="connsiteY11" fmla="*/ 218027 h 296036"/>
              <a:gd name="connsiteX12" fmla="*/ 98554 w 337493"/>
              <a:gd name="connsiteY12" fmla="*/ 218408 h 296036"/>
              <a:gd name="connsiteX13" fmla="*/ 99408 w 337493"/>
              <a:gd name="connsiteY13" fmla="*/ 221361 h 296036"/>
              <a:gd name="connsiteX14" fmla="*/ 103961 w 337493"/>
              <a:gd name="connsiteY14" fmla="*/ 240411 h 296036"/>
              <a:gd name="connsiteX15" fmla="*/ 84705 w 337493"/>
              <a:gd name="connsiteY15" fmla="*/ 267462 h 296036"/>
              <a:gd name="connsiteX16" fmla="*/ 112782 w 337493"/>
              <a:gd name="connsiteY16" fmla="*/ 296037 h 296036"/>
              <a:gd name="connsiteX17" fmla="*/ 140859 w 337493"/>
              <a:gd name="connsiteY17" fmla="*/ 267462 h 296036"/>
              <a:gd name="connsiteX18" fmla="*/ 137065 w 337493"/>
              <a:gd name="connsiteY18" fmla="*/ 253174 h 296036"/>
              <a:gd name="connsiteX19" fmla="*/ 242544 w 337493"/>
              <a:gd name="connsiteY19" fmla="*/ 253174 h 296036"/>
              <a:gd name="connsiteX20" fmla="*/ 238749 w 337493"/>
              <a:gd name="connsiteY20" fmla="*/ 267462 h 296036"/>
              <a:gd name="connsiteX21" fmla="*/ 266826 w 337493"/>
              <a:gd name="connsiteY21" fmla="*/ 296037 h 296036"/>
              <a:gd name="connsiteX22" fmla="*/ 294904 w 337493"/>
              <a:gd name="connsiteY22" fmla="*/ 267462 h 296036"/>
              <a:gd name="connsiteX23" fmla="*/ 266826 w 337493"/>
              <a:gd name="connsiteY23" fmla="*/ 238887 h 296036"/>
              <a:gd name="connsiteX24" fmla="*/ 264550 w 337493"/>
              <a:gd name="connsiteY24" fmla="*/ 239078 h 296036"/>
              <a:gd name="connsiteX25" fmla="*/ 118379 w 337493"/>
              <a:gd name="connsiteY25" fmla="*/ 239078 h 296036"/>
              <a:gd name="connsiteX26" fmla="*/ 115154 w 337493"/>
              <a:gd name="connsiteY26" fmla="*/ 225362 h 296036"/>
              <a:gd name="connsiteX27" fmla="*/ 288264 w 337493"/>
              <a:gd name="connsiteY27" fmla="*/ 225362 h 296036"/>
              <a:gd name="connsiteX28" fmla="*/ 295283 w 337493"/>
              <a:gd name="connsiteY28" fmla="*/ 220694 h 296036"/>
              <a:gd name="connsiteX29" fmla="*/ 126631 w 337493"/>
              <a:gd name="connsiteY29" fmla="*/ 267462 h 296036"/>
              <a:gd name="connsiteX30" fmla="*/ 112593 w 337493"/>
              <a:gd name="connsiteY30" fmla="*/ 281749 h 296036"/>
              <a:gd name="connsiteX31" fmla="*/ 98554 w 337493"/>
              <a:gd name="connsiteY31" fmla="*/ 267462 h 296036"/>
              <a:gd name="connsiteX32" fmla="*/ 112593 w 337493"/>
              <a:gd name="connsiteY32" fmla="*/ 253174 h 296036"/>
              <a:gd name="connsiteX33" fmla="*/ 126631 w 337493"/>
              <a:gd name="connsiteY33" fmla="*/ 267462 h 296036"/>
              <a:gd name="connsiteX34" fmla="*/ 280770 w 337493"/>
              <a:gd name="connsiteY34" fmla="*/ 267462 h 296036"/>
              <a:gd name="connsiteX35" fmla="*/ 266732 w 337493"/>
              <a:gd name="connsiteY35" fmla="*/ 281749 h 296036"/>
              <a:gd name="connsiteX36" fmla="*/ 252693 w 337493"/>
              <a:gd name="connsiteY36" fmla="*/ 267462 h 296036"/>
              <a:gd name="connsiteX37" fmla="*/ 266732 w 337493"/>
              <a:gd name="connsiteY37" fmla="*/ 253174 h 296036"/>
              <a:gd name="connsiteX38" fmla="*/ 280770 w 337493"/>
              <a:gd name="connsiteY38" fmla="*/ 267462 h 296036"/>
              <a:gd name="connsiteX39" fmla="*/ 111739 w 337493"/>
              <a:gd name="connsiteY39" fmla="*/ 211264 h 296036"/>
              <a:gd name="connsiteX40" fmla="*/ 85180 w 337493"/>
              <a:gd name="connsiteY40" fmla="*/ 98203 h 296036"/>
              <a:gd name="connsiteX41" fmla="*/ 320989 w 337493"/>
              <a:gd name="connsiteY41" fmla="*/ 98203 h 296036"/>
              <a:gd name="connsiteX42" fmla="*/ 283521 w 337493"/>
              <a:gd name="connsiteY42" fmla="*/ 211264 h 296036"/>
              <a:gd name="connsiteX43" fmla="*/ 111739 w 337493"/>
              <a:gd name="connsiteY43" fmla="*/ 211264 h 296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37493" h="296036">
                <a:moveTo>
                  <a:pt x="295283" y="220694"/>
                </a:moveTo>
                <a:lnTo>
                  <a:pt x="337493" y="93535"/>
                </a:lnTo>
                <a:cubicBezTo>
                  <a:pt x="337493" y="91154"/>
                  <a:pt x="337493" y="88868"/>
                  <a:pt x="336355" y="86487"/>
                </a:cubicBezTo>
                <a:cubicBezTo>
                  <a:pt x="335217" y="85344"/>
                  <a:pt x="332845" y="84106"/>
                  <a:pt x="330474" y="84106"/>
                </a:cubicBezTo>
                <a:lnTo>
                  <a:pt x="81955" y="84106"/>
                </a:lnTo>
                <a:cubicBezTo>
                  <a:pt x="76548" y="61151"/>
                  <a:pt x="70382" y="34862"/>
                  <a:pt x="63268" y="4667"/>
                </a:cubicBezTo>
                <a:cubicBezTo>
                  <a:pt x="62130" y="2286"/>
                  <a:pt x="59758" y="0"/>
                  <a:pt x="56249" y="0"/>
                </a:cubicBezTo>
                <a:lnTo>
                  <a:pt x="7019" y="0"/>
                </a:lnTo>
                <a:cubicBezTo>
                  <a:pt x="3510" y="0"/>
                  <a:pt x="0" y="2381"/>
                  <a:pt x="0" y="7048"/>
                </a:cubicBezTo>
                <a:cubicBezTo>
                  <a:pt x="0" y="10573"/>
                  <a:pt x="3510" y="14097"/>
                  <a:pt x="7019" y="14097"/>
                </a:cubicBezTo>
                <a:lnTo>
                  <a:pt x="50368" y="14097"/>
                </a:lnTo>
                <a:cubicBezTo>
                  <a:pt x="50368" y="14097"/>
                  <a:pt x="50368" y="14288"/>
                  <a:pt x="98554" y="218027"/>
                </a:cubicBezTo>
                <a:cubicBezTo>
                  <a:pt x="98554" y="218218"/>
                  <a:pt x="98554" y="218313"/>
                  <a:pt x="98554" y="218408"/>
                </a:cubicBezTo>
                <a:cubicBezTo>
                  <a:pt x="98554" y="219456"/>
                  <a:pt x="98934" y="220408"/>
                  <a:pt x="99408" y="221361"/>
                </a:cubicBezTo>
                <a:cubicBezTo>
                  <a:pt x="100831" y="227552"/>
                  <a:pt x="102348" y="233934"/>
                  <a:pt x="103961" y="240411"/>
                </a:cubicBezTo>
                <a:cubicBezTo>
                  <a:pt x="92958" y="244030"/>
                  <a:pt x="84705" y="254127"/>
                  <a:pt x="84705" y="267462"/>
                </a:cubicBezTo>
                <a:cubicBezTo>
                  <a:pt x="84705" y="282893"/>
                  <a:pt x="97606" y="296037"/>
                  <a:pt x="112782" y="296037"/>
                </a:cubicBezTo>
                <a:cubicBezTo>
                  <a:pt x="127959" y="296037"/>
                  <a:pt x="140859" y="282893"/>
                  <a:pt x="140859" y="267462"/>
                </a:cubicBezTo>
                <a:cubicBezTo>
                  <a:pt x="140859" y="262128"/>
                  <a:pt x="139436" y="257270"/>
                  <a:pt x="137065" y="253174"/>
                </a:cubicBezTo>
                <a:lnTo>
                  <a:pt x="242544" y="253174"/>
                </a:lnTo>
                <a:cubicBezTo>
                  <a:pt x="240267" y="257270"/>
                  <a:pt x="238749" y="262128"/>
                  <a:pt x="238749" y="267462"/>
                </a:cubicBezTo>
                <a:cubicBezTo>
                  <a:pt x="238749" y="282893"/>
                  <a:pt x="251650" y="296037"/>
                  <a:pt x="266826" y="296037"/>
                </a:cubicBezTo>
                <a:cubicBezTo>
                  <a:pt x="282003" y="296037"/>
                  <a:pt x="294904" y="282893"/>
                  <a:pt x="294904" y="267462"/>
                </a:cubicBezTo>
                <a:cubicBezTo>
                  <a:pt x="294904" y="250793"/>
                  <a:pt x="282003" y="238887"/>
                  <a:pt x="266826" y="238887"/>
                </a:cubicBezTo>
                <a:cubicBezTo>
                  <a:pt x="266068" y="238887"/>
                  <a:pt x="265309" y="239078"/>
                  <a:pt x="264550" y="239078"/>
                </a:cubicBezTo>
                <a:lnTo>
                  <a:pt x="118379" y="239078"/>
                </a:lnTo>
                <a:cubicBezTo>
                  <a:pt x="118379" y="239078"/>
                  <a:pt x="118379" y="239078"/>
                  <a:pt x="115154" y="225362"/>
                </a:cubicBezTo>
                <a:lnTo>
                  <a:pt x="288264" y="225362"/>
                </a:lnTo>
                <a:cubicBezTo>
                  <a:pt x="290635" y="225362"/>
                  <a:pt x="294145" y="222980"/>
                  <a:pt x="295283" y="220694"/>
                </a:cubicBezTo>
                <a:close/>
                <a:moveTo>
                  <a:pt x="126631" y="267462"/>
                </a:moveTo>
                <a:cubicBezTo>
                  <a:pt x="126631" y="274606"/>
                  <a:pt x="119612" y="281749"/>
                  <a:pt x="112593" y="281749"/>
                </a:cubicBezTo>
                <a:cubicBezTo>
                  <a:pt x="104435" y="281749"/>
                  <a:pt x="98554" y="274606"/>
                  <a:pt x="98554" y="267462"/>
                </a:cubicBezTo>
                <a:cubicBezTo>
                  <a:pt x="98554" y="259080"/>
                  <a:pt x="104435" y="253174"/>
                  <a:pt x="112593" y="253174"/>
                </a:cubicBezTo>
                <a:cubicBezTo>
                  <a:pt x="119612" y="253174"/>
                  <a:pt x="126631" y="259080"/>
                  <a:pt x="126631" y="267462"/>
                </a:cubicBezTo>
                <a:close/>
                <a:moveTo>
                  <a:pt x="280770" y="267462"/>
                </a:moveTo>
                <a:cubicBezTo>
                  <a:pt x="280770" y="274606"/>
                  <a:pt x="273751" y="281749"/>
                  <a:pt x="266732" y="281749"/>
                </a:cubicBezTo>
                <a:cubicBezTo>
                  <a:pt x="258574" y="281749"/>
                  <a:pt x="252693" y="274606"/>
                  <a:pt x="252693" y="267462"/>
                </a:cubicBezTo>
                <a:cubicBezTo>
                  <a:pt x="252693" y="259080"/>
                  <a:pt x="258574" y="253174"/>
                  <a:pt x="266732" y="253174"/>
                </a:cubicBezTo>
                <a:cubicBezTo>
                  <a:pt x="273751" y="253174"/>
                  <a:pt x="280770" y="259080"/>
                  <a:pt x="280770" y="267462"/>
                </a:cubicBezTo>
                <a:close/>
                <a:moveTo>
                  <a:pt x="111739" y="211264"/>
                </a:moveTo>
                <a:cubicBezTo>
                  <a:pt x="107091" y="191357"/>
                  <a:pt x="99028" y="157162"/>
                  <a:pt x="85180" y="98203"/>
                </a:cubicBezTo>
                <a:lnTo>
                  <a:pt x="320989" y="98203"/>
                </a:lnTo>
                <a:lnTo>
                  <a:pt x="283521" y="211264"/>
                </a:lnTo>
                <a:lnTo>
                  <a:pt x="111739" y="211264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5" name="object 36">
            <a:extLst>
              <a:ext uri="{FF2B5EF4-FFF2-40B4-BE49-F238E27FC236}">
                <a16:creationId xmlns:a16="http://schemas.microsoft.com/office/drawing/2014/main" id="{C997E652-FC02-E42C-29D9-CCFF258D11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2205202" y="3530662"/>
            <a:ext cx="452120" cy="394970"/>
          </a:xfrm>
          <a:custGeom>
            <a:avLst/>
            <a:gdLst/>
            <a:ahLst/>
            <a:cxnLst/>
            <a:rect l="l" t="t" r="r" b="b"/>
            <a:pathLst>
              <a:path w="452119" h="394970">
                <a:moveTo>
                  <a:pt x="80035" y="0"/>
                </a:moveTo>
                <a:lnTo>
                  <a:pt x="4698" y="0"/>
                </a:lnTo>
                <a:lnTo>
                  <a:pt x="0" y="3124"/>
                </a:lnTo>
                <a:lnTo>
                  <a:pt x="0" y="14058"/>
                </a:lnTo>
                <a:lnTo>
                  <a:pt x="4698" y="18757"/>
                </a:lnTo>
                <a:lnTo>
                  <a:pt x="67475" y="18757"/>
                </a:lnTo>
                <a:lnTo>
                  <a:pt x="131952" y="290601"/>
                </a:lnTo>
                <a:lnTo>
                  <a:pt x="131838" y="292531"/>
                </a:lnTo>
                <a:lnTo>
                  <a:pt x="132333" y="293865"/>
                </a:lnTo>
                <a:lnTo>
                  <a:pt x="133019" y="295135"/>
                </a:lnTo>
                <a:lnTo>
                  <a:pt x="139052" y="320573"/>
                </a:lnTo>
                <a:lnTo>
                  <a:pt x="128781" y="325741"/>
                </a:lnTo>
                <a:lnTo>
                  <a:pt x="120599" y="333760"/>
                </a:lnTo>
                <a:lnTo>
                  <a:pt x="115188" y="344206"/>
                </a:lnTo>
                <a:lnTo>
                  <a:pt x="113233" y="356654"/>
                </a:lnTo>
                <a:lnTo>
                  <a:pt x="116242" y="371313"/>
                </a:lnTo>
                <a:lnTo>
                  <a:pt x="124388" y="383443"/>
                </a:lnTo>
                <a:lnTo>
                  <a:pt x="136352" y="391703"/>
                </a:lnTo>
                <a:lnTo>
                  <a:pt x="150812" y="394754"/>
                </a:lnTo>
                <a:lnTo>
                  <a:pt x="165265" y="391703"/>
                </a:lnTo>
                <a:lnTo>
                  <a:pt x="177225" y="383443"/>
                </a:lnTo>
                <a:lnTo>
                  <a:pt x="182422" y="375704"/>
                </a:lnTo>
                <a:lnTo>
                  <a:pt x="150812" y="375704"/>
                </a:lnTo>
                <a:lnTo>
                  <a:pt x="143251" y="374066"/>
                </a:lnTo>
                <a:lnTo>
                  <a:pt x="137304" y="369750"/>
                </a:lnTo>
                <a:lnTo>
                  <a:pt x="133412" y="363649"/>
                </a:lnTo>
                <a:lnTo>
                  <a:pt x="132016" y="356654"/>
                </a:lnTo>
                <a:lnTo>
                  <a:pt x="133318" y="349503"/>
                </a:lnTo>
                <a:lnTo>
                  <a:pt x="133412" y="348989"/>
                </a:lnTo>
                <a:lnTo>
                  <a:pt x="137205" y="343115"/>
                </a:lnTo>
                <a:lnTo>
                  <a:pt x="137304" y="342961"/>
                </a:lnTo>
                <a:lnTo>
                  <a:pt x="143251" y="339017"/>
                </a:lnTo>
                <a:lnTo>
                  <a:pt x="150812" y="337604"/>
                </a:lnTo>
                <a:lnTo>
                  <a:pt x="389231" y="337604"/>
                </a:lnTo>
                <a:lnTo>
                  <a:pt x="383600" y="329269"/>
                </a:lnTo>
                <a:lnTo>
                  <a:pt x="371640" y="321381"/>
                </a:lnTo>
                <a:lnTo>
                  <a:pt x="358680" y="318846"/>
                </a:lnTo>
                <a:lnTo>
                  <a:pt x="158508" y="318846"/>
                </a:lnTo>
                <a:lnTo>
                  <a:pt x="154190" y="300558"/>
                </a:lnTo>
                <a:lnTo>
                  <a:pt x="389140" y="300558"/>
                </a:lnTo>
                <a:lnTo>
                  <a:pt x="393852" y="297421"/>
                </a:lnTo>
                <a:lnTo>
                  <a:pt x="395427" y="294284"/>
                </a:lnTo>
                <a:lnTo>
                  <a:pt x="399611" y="281724"/>
                </a:lnTo>
                <a:lnTo>
                  <a:pt x="149745" y="281724"/>
                </a:lnTo>
                <a:lnTo>
                  <a:pt x="114185" y="131013"/>
                </a:lnTo>
                <a:lnTo>
                  <a:pt x="449814" y="131013"/>
                </a:lnTo>
                <a:lnTo>
                  <a:pt x="451904" y="124739"/>
                </a:lnTo>
                <a:lnTo>
                  <a:pt x="451904" y="118452"/>
                </a:lnTo>
                <a:lnTo>
                  <a:pt x="450329" y="115315"/>
                </a:lnTo>
                <a:lnTo>
                  <a:pt x="448767" y="113753"/>
                </a:lnTo>
                <a:lnTo>
                  <a:pt x="445630" y="112179"/>
                </a:lnTo>
                <a:lnTo>
                  <a:pt x="109740" y="112179"/>
                </a:lnTo>
                <a:lnTo>
                  <a:pt x="84747" y="6248"/>
                </a:lnTo>
                <a:lnTo>
                  <a:pt x="83172" y="3124"/>
                </a:lnTo>
                <a:lnTo>
                  <a:pt x="80035" y="0"/>
                </a:lnTo>
                <a:close/>
              </a:path>
              <a:path w="452119" h="394970">
                <a:moveTo>
                  <a:pt x="357187" y="337604"/>
                </a:moveTo>
                <a:lnTo>
                  <a:pt x="324637" y="337604"/>
                </a:lnTo>
                <a:lnTo>
                  <a:pt x="321625" y="342961"/>
                </a:lnTo>
                <a:lnTo>
                  <a:pt x="321538" y="343115"/>
                </a:lnTo>
                <a:lnTo>
                  <a:pt x="319608" y="349503"/>
                </a:lnTo>
                <a:lnTo>
                  <a:pt x="319608" y="356654"/>
                </a:lnTo>
                <a:lnTo>
                  <a:pt x="322617" y="371313"/>
                </a:lnTo>
                <a:lnTo>
                  <a:pt x="330763" y="383443"/>
                </a:lnTo>
                <a:lnTo>
                  <a:pt x="342727" y="391703"/>
                </a:lnTo>
                <a:lnTo>
                  <a:pt x="357187" y="394754"/>
                </a:lnTo>
                <a:lnTo>
                  <a:pt x="371640" y="391703"/>
                </a:lnTo>
                <a:lnTo>
                  <a:pt x="383600" y="383443"/>
                </a:lnTo>
                <a:lnTo>
                  <a:pt x="388797" y="375704"/>
                </a:lnTo>
                <a:lnTo>
                  <a:pt x="357187" y="375704"/>
                </a:lnTo>
                <a:lnTo>
                  <a:pt x="349626" y="374066"/>
                </a:lnTo>
                <a:lnTo>
                  <a:pt x="343679" y="369750"/>
                </a:lnTo>
                <a:lnTo>
                  <a:pt x="339787" y="363649"/>
                </a:lnTo>
                <a:lnTo>
                  <a:pt x="338391" y="356654"/>
                </a:lnTo>
                <a:lnTo>
                  <a:pt x="339693" y="349503"/>
                </a:lnTo>
                <a:lnTo>
                  <a:pt x="339787" y="348989"/>
                </a:lnTo>
                <a:lnTo>
                  <a:pt x="343580" y="343115"/>
                </a:lnTo>
                <a:lnTo>
                  <a:pt x="343679" y="342961"/>
                </a:lnTo>
                <a:lnTo>
                  <a:pt x="349626" y="339017"/>
                </a:lnTo>
                <a:lnTo>
                  <a:pt x="357187" y="337604"/>
                </a:lnTo>
                <a:close/>
              </a:path>
              <a:path w="452119" h="394970">
                <a:moveTo>
                  <a:pt x="183362" y="337604"/>
                </a:moveTo>
                <a:lnTo>
                  <a:pt x="150812" y="337604"/>
                </a:lnTo>
                <a:lnTo>
                  <a:pt x="157706" y="339017"/>
                </a:lnTo>
                <a:lnTo>
                  <a:pt x="163723" y="342961"/>
                </a:lnTo>
                <a:lnTo>
                  <a:pt x="167980" y="348989"/>
                </a:lnTo>
                <a:lnTo>
                  <a:pt x="169595" y="356654"/>
                </a:lnTo>
                <a:lnTo>
                  <a:pt x="167980" y="363649"/>
                </a:lnTo>
                <a:lnTo>
                  <a:pt x="163723" y="369750"/>
                </a:lnTo>
                <a:lnTo>
                  <a:pt x="157706" y="374066"/>
                </a:lnTo>
                <a:lnTo>
                  <a:pt x="150812" y="375704"/>
                </a:lnTo>
                <a:lnTo>
                  <a:pt x="182422" y="375704"/>
                </a:lnTo>
                <a:lnTo>
                  <a:pt x="185370" y="371313"/>
                </a:lnTo>
                <a:lnTo>
                  <a:pt x="188379" y="356654"/>
                </a:lnTo>
                <a:lnTo>
                  <a:pt x="188379" y="349503"/>
                </a:lnTo>
                <a:lnTo>
                  <a:pt x="186448" y="343115"/>
                </a:lnTo>
                <a:lnTo>
                  <a:pt x="183362" y="337604"/>
                </a:lnTo>
                <a:close/>
              </a:path>
              <a:path w="452119" h="394970">
                <a:moveTo>
                  <a:pt x="389231" y="337604"/>
                </a:moveTo>
                <a:lnTo>
                  <a:pt x="357187" y="337604"/>
                </a:lnTo>
                <a:lnTo>
                  <a:pt x="364081" y="339017"/>
                </a:lnTo>
                <a:lnTo>
                  <a:pt x="370098" y="342961"/>
                </a:lnTo>
                <a:lnTo>
                  <a:pt x="374355" y="348989"/>
                </a:lnTo>
                <a:lnTo>
                  <a:pt x="375970" y="356654"/>
                </a:lnTo>
                <a:lnTo>
                  <a:pt x="374355" y="363649"/>
                </a:lnTo>
                <a:lnTo>
                  <a:pt x="370098" y="369750"/>
                </a:lnTo>
                <a:lnTo>
                  <a:pt x="364081" y="374066"/>
                </a:lnTo>
                <a:lnTo>
                  <a:pt x="357187" y="375704"/>
                </a:lnTo>
                <a:lnTo>
                  <a:pt x="388797" y="375704"/>
                </a:lnTo>
                <a:lnTo>
                  <a:pt x="391745" y="371313"/>
                </a:lnTo>
                <a:lnTo>
                  <a:pt x="394754" y="356654"/>
                </a:lnTo>
                <a:lnTo>
                  <a:pt x="391745" y="341324"/>
                </a:lnTo>
                <a:lnTo>
                  <a:pt x="389231" y="337604"/>
                </a:lnTo>
                <a:close/>
              </a:path>
              <a:path w="452119" h="394970">
                <a:moveTo>
                  <a:pt x="357187" y="318554"/>
                </a:moveTo>
                <a:lnTo>
                  <a:pt x="356158" y="318554"/>
                </a:lnTo>
                <a:lnTo>
                  <a:pt x="354835" y="318846"/>
                </a:lnTo>
                <a:lnTo>
                  <a:pt x="358680" y="318846"/>
                </a:lnTo>
                <a:lnTo>
                  <a:pt x="357187" y="318554"/>
                </a:lnTo>
                <a:close/>
              </a:path>
              <a:path w="452119" h="394970">
                <a:moveTo>
                  <a:pt x="449814" y="131013"/>
                </a:moveTo>
                <a:lnTo>
                  <a:pt x="429933" y="131013"/>
                </a:lnTo>
                <a:lnTo>
                  <a:pt x="379730" y="281724"/>
                </a:lnTo>
                <a:lnTo>
                  <a:pt x="399611" y="281724"/>
                </a:lnTo>
                <a:lnTo>
                  <a:pt x="449814" y="13101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Graphic 151">
            <a:extLst>
              <a:ext uri="{FF2B5EF4-FFF2-40B4-BE49-F238E27FC236}">
                <a16:creationId xmlns:a16="http://schemas.microsoft.com/office/drawing/2014/main" id="{E8845F5E-2370-9B6E-A31E-02B89332B337}"/>
              </a:ext>
            </a:extLst>
          </p:cNvPr>
          <p:cNvSpPr/>
          <p:nvPr/>
        </p:nvSpPr>
        <p:spPr>
          <a:xfrm>
            <a:off x="2973660" y="3527857"/>
            <a:ext cx="453479" cy="397775"/>
          </a:xfrm>
          <a:custGeom>
            <a:avLst/>
            <a:gdLst>
              <a:gd name="connsiteX0" fmla="*/ 295283 w 337493"/>
              <a:gd name="connsiteY0" fmla="*/ 220694 h 296036"/>
              <a:gd name="connsiteX1" fmla="*/ 337493 w 337493"/>
              <a:gd name="connsiteY1" fmla="*/ 93535 h 296036"/>
              <a:gd name="connsiteX2" fmla="*/ 336355 w 337493"/>
              <a:gd name="connsiteY2" fmla="*/ 86487 h 296036"/>
              <a:gd name="connsiteX3" fmla="*/ 330474 w 337493"/>
              <a:gd name="connsiteY3" fmla="*/ 84106 h 296036"/>
              <a:gd name="connsiteX4" fmla="*/ 81955 w 337493"/>
              <a:gd name="connsiteY4" fmla="*/ 84106 h 296036"/>
              <a:gd name="connsiteX5" fmla="*/ 63268 w 337493"/>
              <a:gd name="connsiteY5" fmla="*/ 4667 h 296036"/>
              <a:gd name="connsiteX6" fmla="*/ 56249 w 337493"/>
              <a:gd name="connsiteY6" fmla="*/ 0 h 296036"/>
              <a:gd name="connsiteX7" fmla="*/ 7019 w 337493"/>
              <a:gd name="connsiteY7" fmla="*/ 0 h 296036"/>
              <a:gd name="connsiteX8" fmla="*/ 0 w 337493"/>
              <a:gd name="connsiteY8" fmla="*/ 7048 h 296036"/>
              <a:gd name="connsiteX9" fmla="*/ 7019 w 337493"/>
              <a:gd name="connsiteY9" fmla="*/ 14097 h 296036"/>
              <a:gd name="connsiteX10" fmla="*/ 50368 w 337493"/>
              <a:gd name="connsiteY10" fmla="*/ 14097 h 296036"/>
              <a:gd name="connsiteX11" fmla="*/ 98554 w 337493"/>
              <a:gd name="connsiteY11" fmla="*/ 218027 h 296036"/>
              <a:gd name="connsiteX12" fmla="*/ 98554 w 337493"/>
              <a:gd name="connsiteY12" fmla="*/ 218408 h 296036"/>
              <a:gd name="connsiteX13" fmla="*/ 99408 w 337493"/>
              <a:gd name="connsiteY13" fmla="*/ 221361 h 296036"/>
              <a:gd name="connsiteX14" fmla="*/ 103961 w 337493"/>
              <a:gd name="connsiteY14" fmla="*/ 240411 h 296036"/>
              <a:gd name="connsiteX15" fmla="*/ 84705 w 337493"/>
              <a:gd name="connsiteY15" fmla="*/ 267462 h 296036"/>
              <a:gd name="connsiteX16" fmla="*/ 112782 w 337493"/>
              <a:gd name="connsiteY16" fmla="*/ 296037 h 296036"/>
              <a:gd name="connsiteX17" fmla="*/ 140859 w 337493"/>
              <a:gd name="connsiteY17" fmla="*/ 267462 h 296036"/>
              <a:gd name="connsiteX18" fmla="*/ 137065 w 337493"/>
              <a:gd name="connsiteY18" fmla="*/ 253174 h 296036"/>
              <a:gd name="connsiteX19" fmla="*/ 242544 w 337493"/>
              <a:gd name="connsiteY19" fmla="*/ 253174 h 296036"/>
              <a:gd name="connsiteX20" fmla="*/ 238749 w 337493"/>
              <a:gd name="connsiteY20" fmla="*/ 267462 h 296036"/>
              <a:gd name="connsiteX21" fmla="*/ 266826 w 337493"/>
              <a:gd name="connsiteY21" fmla="*/ 296037 h 296036"/>
              <a:gd name="connsiteX22" fmla="*/ 294904 w 337493"/>
              <a:gd name="connsiteY22" fmla="*/ 267462 h 296036"/>
              <a:gd name="connsiteX23" fmla="*/ 266826 w 337493"/>
              <a:gd name="connsiteY23" fmla="*/ 238887 h 296036"/>
              <a:gd name="connsiteX24" fmla="*/ 264550 w 337493"/>
              <a:gd name="connsiteY24" fmla="*/ 239078 h 296036"/>
              <a:gd name="connsiteX25" fmla="*/ 118379 w 337493"/>
              <a:gd name="connsiteY25" fmla="*/ 239078 h 296036"/>
              <a:gd name="connsiteX26" fmla="*/ 115154 w 337493"/>
              <a:gd name="connsiteY26" fmla="*/ 225362 h 296036"/>
              <a:gd name="connsiteX27" fmla="*/ 288264 w 337493"/>
              <a:gd name="connsiteY27" fmla="*/ 225362 h 296036"/>
              <a:gd name="connsiteX28" fmla="*/ 295283 w 337493"/>
              <a:gd name="connsiteY28" fmla="*/ 220694 h 296036"/>
              <a:gd name="connsiteX29" fmla="*/ 126631 w 337493"/>
              <a:gd name="connsiteY29" fmla="*/ 267462 h 296036"/>
              <a:gd name="connsiteX30" fmla="*/ 112593 w 337493"/>
              <a:gd name="connsiteY30" fmla="*/ 281749 h 296036"/>
              <a:gd name="connsiteX31" fmla="*/ 98554 w 337493"/>
              <a:gd name="connsiteY31" fmla="*/ 267462 h 296036"/>
              <a:gd name="connsiteX32" fmla="*/ 112593 w 337493"/>
              <a:gd name="connsiteY32" fmla="*/ 253174 h 296036"/>
              <a:gd name="connsiteX33" fmla="*/ 126631 w 337493"/>
              <a:gd name="connsiteY33" fmla="*/ 267462 h 296036"/>
              <a:gd name="connsiteX34" fmla="*/ 280770 w 337493"/>
              <a:gd name="connsiteY34" fmla="*/ 267462 h 296036"/>
              <a:gd name="connsiteX35" fmla="*/ 266732 w 337493"/>
              <a:gd name="connsiteY35" fmla="*/ 281749 h 296036"/>
              <a:gd name="connsiteX36" fmla="*/ 252693 w 337493"/>
              <a:gd name="connsiteY36" fmla="*/ 267462 h 296036"/>
              <a:gd name="connsiteX37" fmla="*/ 266732 w 337493"/>
              <a:gd name="connsiteY37" fmla="*/ 253174 h 296036"/>
              <a:gd name="connsiteX38" fmla="*/ 280770 w 337493"/>
              <a:gd name="connsiteY38" fmla="*/ 267462 h 296036"/>
              <a:gd name="connsiteX39" fmla="*/ 111739 w 337493"/>
              <a:gd name="connsiteY39" fmla="*/ 211264 h 296036"/>
              <a:gd name="connsiteX40" fmla="*/ 85180 w 337493"/>
              <a:gd name="connsiteY40" fmla="*/ 98203 h 296036"/>
              <a:gd name="connsiteX41" fmla="*/ 320989 w 337493"/>
              <a:gd name="connsiteY41" fmla="*/ 98203 h 296036"/>
              <a:gd name="connsiteX42" fmla="*/ 283521 w 337493"/>
              <a:gd name="connsiteY42" fmla="*/ 211264 h 296036"/>
              <a:gd name="connsiteX43" fmla="*/ 111739 w 337493"/>
              <a:gd name="connsiteY43" fmla="*/ 211264 h 296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37493" h="296036">
                <a:moveTo>
                  <a:pt x="295283" y="220694"/>
                </a:moveTo>
                <a:lnTo>
                  <a:pt x="337493" y="93535"/>
                </a:lnTo>
                <a:cubicBezTo>
                  <a:pt x="337493" y="91154"/>
                  <a:pt x="337493" y="88868"/>
                  <a:pt x="336355" y="86487"/>
                </a:cubicBezTo>
                <a:cubicBezTo>
                  <a:pt x="335217" y="85344"/>
                  <a:pt x="332845" y="84106"/>
                  <a:pt x="330474" y="84106"/>
                </a:cubicBezTo>
                <a:lnTo>
                  <a:pt x="81955" y="84106"/>
                </a:lnTo>
                <a:cubicBezTo>
                  <a:pt x="76548" y="61151"/>
                  <a:pt x="70382" y="34862"/>
                  <a:pt x="63268" y="4667"/>
                </a:cubicBezTo>
                <a:cubicBezTo>
                  <a:pt x="62130" y="2286"/>
                  <a:pt x="59758" y="0"/>
                  <a:pt x="56249" y="0"/>
                </a:cubicBezTo>
                <a:lnTo>
                  <a:pt x="7019" y="0"/>
                </a:lnTo>
                <a:cubicBezTo>
                  <a:pt x="3510" y="0"/>
                  <a:pt x="0" y="2381"/>
                  <a:pt x="0" y="7048"/>
                </a:cubicBezTo>
                <a:cubicBezTo>
                  <a:pt x="0" y="10573"/>
                  <a:pt x="3510" y="14097"/>
                  <a:pt x="7019" y="14097"/>
                </a:cubicBezTo>
                <a:lnTo>
                  <a:pt x="50368" y="14097"/>
                </a:lnTo>
                <a:cubicBezTo>
                  <a:pt x="50368" y="14097"/>
                  <a:pt x="50368" y="14288"/>
                  <a:pt x="98554" y="218027"/>
                </a:cubicBezTo>
                <a:cubicBezTo>
                  <a:pt x="98554" y="218218"/>
                  <a:pt x="98554" y="218313"/>
                  <a:pt x="98554" y="218408"/>
                </a:cubicBezTo>
                <a:cubicBezTo>
                  <a:pt x="98554" y="219456"/>
                  <a:pt x="98934" y="220408"/>
                  <a:pt x="99408" y="221361"/>
                </a:cubicBezTo>
                <a:cubicBezTo>
                  <a:pt x="100831" y="227552"/>
                  <a:pt x="102348" y="233934"/>
                  <a:pt x="103961" y="240411"/>
                </a:cubicBezTo>
                <a:cubicBezTo>
                  <a:pt x="92958" y="244030"/>
                  <a:pt x="84705" y="254127"/>
                  <a:pt x="84705" y="267462"/>
                </a:cubicBezTo>
                <a:cubicBezTo>
                  <a:pt x="84705" y="282893"/>
                  <a:pt x="97606" y="296037"/>
                  <a:pt x="112782" y="296037"/>
                </a:cubicBezTo>
                <a:cubicBezTo>
                  <a:pt x="127959" y="296037"/>
                  <a:pt x="140859" y="282893"/>
                  <a:pt x="140859" y="267462"/>
                </a:cubicBezTo>
                <a:cubicBezTo>
                  <a:pt x="140859" y="262128"/>
                  <a:pt x="139436" y="257270"/>
                  <a:pt x="137065" y="253174"/>
                </a:cubicBezTo>
                <a:lnTo>
                  <a:pt x="242544" y="253174"/>
                </a:lnTo>
                <a:cubicBezTo>
                  <a:pt x="240267" y="257270"/>
                  <a:pt x="238749" y="262128"/>
                  <a:pt x="238749" y="267462"/>
                </a:cubicBezTo>
                <a:cubicBezTo>
                  <a:pt x="238749" y="282893"/>
                  <a:pt x="251650" y="296037"/>
                  <a:pt x="266826" y="296037"/>
                </a:cubicBezTo>
                <a:cubicBezTo>
                  <a:pt x="282003" y="296037"/>
                  <a:pt x="294904" y="282893"/>
                  <a:pt x="294904" y="267462"/>
                </a:cubicBezTo>
                <a:cubicBezTo>
                  <a:pt x="294904" y="250793"/>
                  <a:pt x="282003" y="238887"/>
                  <a:pt x="266826" y="238887"/>
                </a:cubicBezTo>
                <a:cubicBezTo>
                  <a:pt x="266068" y="238887"/>
                  <a:pt x="265309" y="239078"/>
                  <a:pt x="264550" y="239078"/>
                </a:cubicBezTo>
                <a:lnTo>
                  <a:pt x="118379" y="239078"/>
                </a:lnTo>
                <a:cubicBezTo>
                  <a:pt x="118379" y="239078"/>
                  <a:pt x="118379" y="239078"/>
                  <a:pt x="115154" y="225362"/>
                </a:cubicBezTo>
                <a:lnTo>
                  <a:pt x="288264" y="225362"/>
                </a:lnTo>
                <a:cubicBezTo>
                  <a:pt x="290635" y="225362"/>
                  <a:pt x="294145" y="222980"/>
                  <a:pt x="295283" y="220694"/>
                </a:cubicBezTo>
                <a:close/>
                <a:moveTo>
                  <a:pt x="126631" y="267462"/>
                </a:moveTo>
                <a:cubicBezTo>
                  <a:pt x="126631" y="274606"/>
                  <a:pt x="119612" y="281749"/>
                  <a:pt x="112593" y="281749"/>
                </a:cubicBezTo>
                <a:cubicBezTo>
                  <a:pt x="104435" y="281749"/>
                  <a:pt x="98554" y="274606"/>
                  <a:pt x="98554" y="267462"/>
                </a:cubicBezTo>
                <a:cubicBezTo>
                  <a:pt x="98554" y="259080"/>
                  <a:pt x="104435" y="253174"/>
                  <a:pt x="112593" y="253174"/>
                </a:cubicBezTo>
                <a:cubicBezTo>
                  <a:pt x="119612" y="253174"/>
                  <a:pt x="126631" y="259080"/>
                  <a:pt x="126631" y="267462"/>
                </a:cubicBezTo>
                <a:close/>
                <a:moveTo>
                  <a:pt x="280770" y="267462"/>
                </a:moveTo>
                <a:cubicBezTo>
                  <a:pt x="280770" y="274606"/>
                  <a:pt x="273751" y="281749"/>
                  <a:pt x="266732" y="281749"/>
                </a:cubicBezTo>
                <a:cubicBezTo>
                  <a:pt x="258574" y="281749"/>
                  <a:pt x="252693" y="274606"/>
                  <a:pt x="252693" y="267462"/>
                </a:cubicBezTo>
                <a:cubicBezTo>
                  <a:pt x="252693" y="259080"/>
                  <a:pt x="258574" y="253174"/>
                  <a:pt x="266732" y="253174"/>
                </a:cubicBezTo>
                <a:cubicBezTo>
                  <a:pt x="273751" y="253174"/>
                  <a:pt x="280770" y="259080"/>
                  <a:pt x="280770" y="267462"/>
                </a:cubicBezTo>
                <a:close/>
                <a:moveTo>
                  <a:pt x="111739" y="211264"/>
                </a:moveTo>
                <a:cubicBezTo>
                  <a:pt x="107091" y="191357"/>
                  <a:pt x="99028" y="157162"/>
                  <a:pt x="85180" y="98203"/>
                </a:cubicBezTo>
                <a:lnTo>
                  <a:pt x="320989" y="98203"/>
                </a:lnTo>
                <a:lnTo>
                  <a:pt x="283521" y="211264"/>
                </a:lnTo>
                <a:lnTo>
                  <a:pt x="111739" y="211264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0" name="Graphic 158">
            <a:extLst>
              <a:ext uri="{FF2B5EF4-FFF2-40B4-BE49-F238E27FC236}">
                <a16:creationId xmlns:a16="http://schemas.microsoft.com/office/drawing/2014/main" id="{A33B0E4C-E6F3-0F66-2D78-0452891CE55F}"/>
              </a:ext>
            </a:extLst>
          </p:cNvPr>
          <p:cNvSpPr/>
          <p:nvPr/>
        </p:nvSpPr>
        <p:spPr>
          <a:xfrm>
            <a:off x="3862344" y="2862584"/>
            <a:ext cx="439607" cy="405130"/>
          </a:xfrm>
          <a:custGeom>
            <a:avLst/>
            <a:gdLst>
              <a:gd name="connsiteX0" fmla="*/ 321842 w 328671"/>
              <a:gd name="connsiteY0" fmla="*/ 110014 h 302894"/>
              <a:gd name="connsiteX1" fmla="*/ 6830 w 328671"/>
              <a:gd name="connsiteY1" fmla="*/ 110014 h 302894"/>
              <a:gd name="connsiteX2" fmla="*/ 0 w 328671"/>
              <a:gd name="connsiteY2" fmla="*/ 116872 h 302894"/>
              <a:gd name="connsiteX3" fmla="*/ 0 w 328671"/>
              <a:gd name="connsiteY3" fmla="*/ 144208 h 302894"/>
              <a:gd name="connsiteX4" fmla="*/ 6830 w 328671"/>
              <a:gd name="connsiteY4" fmla="*/ 151066 h 302894"/>
              <a:gd name="connsiteX5" fmla="*/ 14418 w 328671"/>
              <a:gd name="connsiteY5" fmla="*/ 151066 h 302894"/>
              <a:gd name="connsiteX6" fmla="*/ 40882 w 328671"/>
              <a:gd name="connsiteY6" fmla="*/ 297180 h 302894"/>
              <a:gd name="connsiteX7" fmla="*/ 47712 w 328671"/>
              <a:gd name="connsiteY7" fmla="*/ 302895 h 302894"/>
              <a:gd name="connsiteX8" fmla="*/ 280580 w 328671"/>
              <a:gd name="connsiteY8" fmla="*/ 302895 h 302894"/>
              <a:gd name="connsiteX9" fmla="*/ 287410 w 328671"/>
              <a:gd name="connsiteY9" fmla="*/ 297180 h 302894"/>
              <a:gd name="connsiteX10" fmla="*/ 313874 w 328671"/>
              <a:gd name="connsiteY10" fmla="*/ 151066 h 302894"/>
              <a:gd name="connsiteX11" fmla="*/ 321842 w 328671"/>
              <a:gd name="connsiteY11" fmla="*/ 151066 h 302894"/>
              <a:gd name="connsiteX12" fmla="*/ 328672 w 328671"/>
              <a:gd name="connsiteY12" fmla="*/ 144208 h 302894"/>
              <a:gd name="connsiteX13" fmla="*/ 328672 w 328671"/>
              <a:gd name="connsiteY13" fmla="*/ 116872 h 302894"/>
              <a:gd name="connsiteX14" fmla="*/ 321842 w 328671"/>
              <a:gd name="connsiteY14" fmla="*/ 110014 h 302894"/>
              <a:gd name="connsiteX15" fmla="*/ 274794 w 328671"/>
              <a:gd name="connsiteY15" fmla="*/ 289179 h 302894"/>
              <a:gd name="connsiteX16" fmla="*/ 53403 w 328671"/>
              <a:gd name="connsiteY16" fmla="*/ 289179 h 302894"/>
              <a:gd name="connsiteX17" fmla="*/ 28267 w 328671"/>
              <a:gd name="connsiteY17" fmla="*/ 151638 h 302894"/>
              <a:gd name="connsiteX18" fmla="*/ 298793 w 328671"/>
              <a:gd name="connsiteY18" fmla="*/ 151638 h 302894"/>
              <a:gd name="connsiteX19" fmla="*/ 274794 w 328671"/>
              <a:gd name="connsiteY19" fmla="*/ 289179 h 302894"/>
              <a:gd name="connsiteX20" fmla="*/ 314918 w 328671"/>
              <a:gd name="connsiteY20" fmla="*/ 137351 h 302894"/>
              <a:gd name="connsiteX21" fmla="*/ 13659 w 328671"/>
              <a:gd name="connsiteY21" fmla="*/ 137351 h 302894"/>
              <a:gd name="connsiteX22" fmla="*/ 13659 w 328671"/>
              <a:gd name="connsiteY22" fmla="*/ 123634 h 302894"/>
              <a:gd name="connsiteX23" fmla="*/ 314918 w 328671"/>
              <a:gd name="connsiteY23" fmla="*/ 123634 h 302894"/>
              <a:gd name="connsiteX24" fmla="*/ 314918 w 328671"/>
              <a:gd name="connsiteY24" fmla="*/ 137351 h 302894"/>
              <a:gd name="connsiteX25" fmla="*/ 42400 w 328671"/>
              <a:gd name="connsiteY25" fmla="*/ 93821 h 302894"/>
              <a:gd name="connsiteX26" fmla="*/ 42400 w 328671"/>
              <a:gd name="connsiteY26" fmla="*/ 84677 h 302894"/>
              <a:gd name="connsiteX27" fmla="*/ 124734 w 328671"/>
              <a:gd name="connsiteY27" fmla="*/ 2667 h 302894"/>
              <a:gd name="connsiteX28" fmla="*/ 135073 w 328671"/>
              <a:gd name="connsiteY28" fmla="*/ 2667 h 302894"/>
              <a:gd name="connsiteX29" fmla="*/ 135073 w 328671"/>
              <a:gd name="connsiteY29" fmla="*/ 11811 h 302894"/>
              <a:gd name="connsiteX30" fmla="*/ 52739 w 328671"/>
              <a:gd name="connsiteY30" fmla="*/ 93821 h 302894"/>
              <a:gd name="connsiteX31" fmla="*/ 48186 w 328671"/>
              <a:gd name="connsiteY31" fmla="*/ 96107 h 302894"/>
              <a:gd name="connsiteX32" fmla="*/ 42495 w 328671"/>
              <a:gd name="connsiteY32" fmla="*/ 93821 h 302894"/>
              <a:gd name="connsiteX33" fmla="*/ 192840 w 328671"/>
              <a:gd name="connsiteY33" fmla="*/ 11716 h 302894"/>
              <a:gd name="connsiteX34" fmla="*/ 192840 w 328671"/>
              <a:gd name="connsiteY34" fmla="*/ 2572 h 302894"/>
              <a:gd name="connsiteX35" fmla="*/ 203179 w 328671"/>
              <a:gd name="connsiteY35" fmla="*/ 2572 h 302894"/>
              <a:gd name="connsiteX36" fmla="*/ 285513 w 328671"/>
              <a:gd name="connsiteY36" fmla="*/ 84582 h 302894"/>
              <a:gd name="connsiteX37" fmla="*/ 285513 w 328671"/>
              <a:gd name="connsiteY37" fmla="*/ 93726 h 302894"/>
              <a:gd name="connsiteX38" fmla="*/ 280960 w 328671"/>
              <a:gd name="connsiteY38" fmla="*/ 96012 h 302894"/>
              <a:gd name="connsiteX39" fmla="*/ 275269 w 328671"/>
              <a:gd name="connsiteY39" fmla="*/ 93726 h 302894"/>
              <a:gd name="connsiteX40" fmla="*/ 192935 w 328671"/>
              <a:gd name="connsiteY40" fmla="*/ 11716 h 302894"/>
              <a:gd name="connsiteX41" fmla="*/ 178232 w 328671"/>
              <a:gd name="connsiteY41" fmla="*/ 254984 h 302894"/>
              <a:gd name="connsiteX42" fmla="*/ 178232 w 328671"/>
              <a:gd name="connsiteY42" fmla="*/ 172022 h 302894"/>
              <a:gd name="connsiteX43" fmla="*/ 185156 w 328671"/>
              <a:gd name="connsiteY43" fmla="*/ 165068 h 302894"/>
              <a:gd name="connsiteX44" fmla="*/ 192081 w 328671"/>
              <a:gd name="connsiteY44" fmla="*/ 172022 h 302894"/>
              <a:gd name="connsiteX45" fmla="*/ 192081 w 328671"/>
              <a:gd name="connsiteY45" fmla="*/ 254984 h 302894"/>
              <a:gd name="connsiteX46" fmla="*/ 185156 w 328671"/>
              <a:gd name="connsiteY46" fmla="*/ 261937 h 302894"/>
              <a:gd name="connsiteX47" fmla="*/ 178232 w 328671"/>
              <a:gd name="connsiteY47" fmla="*/ 254984 h 302894"/>
              <a:gd name="connsiteX48" fmla="*/ 232963 w 328671"/>
              <a:gd name="connsiteY48" fmla="*/ 254984 h 302894"/>
              <a:gd name="connsiteX49" fmla="*/ 232963 w 328671"/>
              <a:gd name="connsiteY49" fmla="*/ 172022 h 302894"/>
              <a:gd name="connsiteX50" fmla="*/ 239888 w 328671"/>
              <a:gd name="connsiteY50" fmla="*/ 165068 h 302894"/>
              <a:gd name="connsiteX51" fmla="*/ 246812 w 328671"/>
              <a:gd name="connsiteY51" fmla="*/ 172022 h 302894"/>
              <a:gd name="connsiteX52" fmla="*/ 246812 w 328671"/>
              <a:gd name="connsiteY52" fmla="*/ 254984 h 302894"/>
              <a:gd name="connsiteX53" fmla="*/ 239888 w 328671"/>
              <a:gd name="connsiteY53" fmla="*/ 261937 h 302894"/>
              <a:gd name="connsiteX54" fmla="*/ 232963 w 328671"/>
              <a:gd name="connsiteY54" fmla="*/ 254984 h 302894"/>
              <a:gd name="connsiteX55" fmla="*/ 137350 w 328671"/>
              <a:gd name="connsiteY55" fmla="*/ 254984 h 302894"/>
              <a:gd name="connsiteX56" fmla="*/ 137350 w 328671"/>
              <a:gd name="connsiteY56" fmla="*/ 172022 h 302894"/>
              <a:gd name="connsiteX57" fmla="*/ 143895 w 328671"/>
              <a:gd name="connsiteY57" fmla="*/ 165068 h 302894"/>
              <a:gd name="connsiteX58" fmla="*/ 150440 w 328671"/>
              <a:gd name="connsiteY58" fmla="*/ 172022 h 302894"/>
              <a:gd name="connsiteX59" fmla="*/ 150440 w 328671"/>
              <a:gd name="connsiteY59" fmla="*/ 254984 h 302894"/>
              <a:gd name="connsiteX60" fmla="*/ 143895 w 328671"/>
              <a:gd name="connsiteY60" fmla="*/ 261937 h 302894"/>
              <a:gd name="connsiteX61" fmla="*/ 137350 w 328671"/>
              <a:gd name="connsiteY61" fmla="*/ 254984 h 302894"/>
              <a:gd name="connsiteX62" fmla="*/ 81765 w 328671"/>
              <a:gd name="connsiteY62" fmla="*/ 254984 h 302894"/>
              <a:gd name="connsiteX63" fmla="*/ 81765 w 328671"/>
              <a:gd name="connsiteY63" fmla="*/ 172022 h 302894"/>
              <a:gd name="connsiteX64" fmla="*/ 88689 w 328671"/>
              <a:gd name="connsiteY64" fmla="*/ 165068 h 302894"/>
              <a:gd name="connsiteX65" fmla="*/ 95614 w 328671"/>
              <a:gd name="connsiteY65" fmla="*/ 172022 h 302894"/>
              <a:gd name="connsiteX66" fmla="*/ 95614 w 328671"/>
              <a:gd name="connsiteY66" fmla="*/ 254984 h 302894"/>
              <a:gd name="connsiteX67" fmla="*/ 88689 w 328671"/>
              <a:gd name="connsiteY67" fmla="*/ 261937 h 302894"/>
              <a:gd name="connsiteX68" fmla="*/ 81765 w 328671"/>
              <a:gd name="connsiteY68" fmla="*/ 254984 h 30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28671" h="302894">
                <a:moveTo>
                  <a:pt x="321842" y="110014"/>
                </a:moveTo>
                <a:lnTo>
                  <a:pt x="6830" y="110014"/>
                </a:lnTo>
                <a:cubicBezTo>
                  <a:pt x="2276" y="110014"/>
                  <a:pt x="0" y="113443"/>
                  <a:pt x="0" y="116872"/>
                </a:cubicBezTo>
                <a:lnTo>
                  <a:pt x="0" y="144208"/>
                </a:lnTo>
                <a:cubicBezTo>
                  <a:pt x="0" y="147637"/>
                  <a:pt x="2276" y="151066"/>
                  <a:pt x="6830" y="151066"/>
                </a:cubicBezTo>
                <a:lnTo>
                  <a:pt x="14418" y="151066"/>
                </a:lnTo>
                <a:cubicBezTo>
                  <a:pt x="16315" y="161735"/>
                  <a:pt x="22386" y="194881"/>
                  <a:pt x="40882" y="297180"/>
                </a:cubicBezTo>
                <a:cubicBezTo>
                  <a:pt x="40882" y="300609"/>
                  <a:pt x="44297" y="302895"/>
                  <a:pt x="47712" y="302895"/>
                </a:cubicBezTo>
                <a:lnTo>
                  <a:pt x="280580" y="302895"/>
                </a:lnTo>
                <a:cubicBezTo>
                  <a:pt x="283995" y="302895"/>
                  <a:pt x="286272" y="300609"/>
                  <a:pt x="287410" y="297180"/>
                </a:cubicBezTo>
                <a:cubicBezTo>
                  <a:pt x="287410" y="297180"/>
                  <a:pt x="296231" y="248476"/>
                  <a:pt x="313874" y="151066"/>
                </a:cubicBezTo>
                <a:lnTo>
                  <a:pt x="321842" y="151066"/>
                </a:lnTo>
                <a:cubicBezTo>
                  <a:pt x="325257" y="151066"/>
                  <a:pt x="328672" y="147637"/>
                  <a:pt x="328672" y="144208"/>
                </a:cubicBezTo>
                <a:lnTo>
                  <a:pt x="328672" y="116872"/>
                </a:lnTo>
                <a:cubicBezTo>
                  <a:pt x="328672" y="113443"/>
                  <a:pt x="325257" y="110014"/>
                  <a:pt x="321842" y="110014"/>
                </a:cubicBezTo>
                <a:close/>
                <a:moveTo>
                  <a:pt x="274794" y="289179"/>
                </a:moveTo>
                <a:lnTo>
                  <a:pt x="53403" y="289179"/>
                </a:lnTo>
                <a:lnTo>
                  <a:pt x="28267" y="151638"/>
                </a:lnTo>
                <a:lnTo>
                  <a:pt x="298793" y="151638"/>
                </a:lnTo>
                <a:lnTo>
                  <a:pt x="274794" y="289179"/>
                </a:lnTo>
                <a:close/>
                <a:moveTo>
                  <a:pt x="314918" y="137351"/>
                </a:moveTo>
                <a:lnTo>
                  <a:pt x="13659" y="137351"/>
                </a:lnTo>
                <a:lnTo>
                  <a:pt x="13659" y="123634"/>
                </a:lnTo>
                <a:lnTo>
                  <a:pt x="314918" y="123634"/>
                </a:lnTo>
                <a:lnTo>
                  <a:pt x="314918" y="137351"/>
                </a:lnTo>
                <a:close/>
                <a:moveTo>
                  <a:pt x="42400" y="93821"/>
                </a:moveTo>
                <a:cubicBezTo>
                  <a:pt x="40124" y="91535"/>
                  <a:pt x="40124" y="86963"/>
                  <a:pt x="42400" y="84677"/>
                </a:cubicBezTo>
                <a:lnTo>
                  <a:pt x="124734" y="2667"/>
                </a:lnTo>
                <a:cubicBezTo>
                  <a:pt x="128149" y="-762"/>
                  <a:pt x="132702" y="-762"/>
                  <a:pt x="135073" y="2667"/>
                </a:cubicBezTo>
                <a:cubicBezTo>
                  <a:pt x="137350" y="4953"/>
                  <a:pt x="137350" y="9525"/>
                  <a:pt x="135073" y="11811"/>
                </a:cubicBezTo>
                <a:lnTo>
                  <a:pt x="52739" y="93821"/>
                </a:lnTo>
                <a:cubicBezTo>
                  <a:pt x="51601" y="94964"/>
                  <a:pt x="49324" y="96107"/>
                  <a:pt x="48186" y="96107"/>
                </a:cubicBezTo>
                <a:cubicBezTo>
                  <a:pt x="45910" y="96107"/>
                  <a:pt x="44771" y="94964"/>
                  <a:pt x="42495" y="93821"/>
                </a:cubicBezTo>
                <a:close/>
                <a:moveTo>
                  <a:pt x="192840" y="11716"/>
                </a:moveTo>
                <a:cubicBezTo>
                  <a:pt x="190563" y="9430"/>
                  <a:pt x="190563" y="4858"/>
                  <a:pt x="192840" y="2572"/>
                </a:cubicBezTo>
                <a:cubicBezTo>
                  <a:pt x="196254" y="-857"/>
                  <a:pt x="200808" y="-857"/>
                  <a:pt x="203179" y="2572"/>
                </a:cubicBezTo>
                <a:lnTo>
                  <a:pt x="285513" y="84582"/>
                </a:lnTo>
                <a:cubicBezTo>
                  <a:pt x="287789" y="86868"/>
                  <a:pt x="287789" y="91440"/>
                  <a:pt x="285513" y="93726"/>
                </a:cubicBezTo>
                <a:cubicBezTo>
                  <a:pt x="284375" y="94869"/>
                  <a:pt x="282098" y="96012"/>
                  <a:pt x="280960" y="96012"/>
                </a:cubicBezTo>
                <a:cubicBezTo>
                  <a:pt x="278683" y="96012"/>
                  <a:pt x="277545" y="94869"/>
                  <a:pt x="275269" y="93726"/>
                </a:cubicBezTo>
                <a:lnTo>
                  <a:pt x="192935" y="11716"/>
                </a:lnTo>
                <a:close/>
                <a:moveTo>
                  <a:pt x="178232" y="254984"/>
                </a:moveTo>
                <a:lnTo>
                  <a:pt x="178232" y="172022"/>
                </a:lnTo>
                <a:cubicBezTo>
                  <a:pt x="178232" y="168593"/>
                  <a:pt x="180509" y="165068"/>
                  <a:pt x="185156" y="165068"/>
                </a:cubicBezTo>
                <a:cubicBezTo>
                  <a:pt x="188666" y="165068"/>
                  <a:pt x="192081" y="168497"/>
                  <a:pt x="192081" y="172022"/>
                </a:cubicBezTo>
                <a:lnTo>
                  <a:pt x="192081" y="254984"/>
                </a:lnTo>
                <a:cubicBezTo>
                  <a:pt x="192081" y="258413"/>
                  <a:pt x="188571" y="261937"/>
                  <a:pt x="185156" y="261937"/>
                </a:cubicBezTo>
                <a:cubicBezTo>
                  <a:pt x="180509" y="261937"/>
                  <a:pt x="178232" y="258508"/>
                  <a:pt x="178232" y="254984"/>
                </a:cubicBezTo>
                <a:close/>
                <a:moveTo>
                  <a:pt x="232963" y="254984"/>
                </a:moveTo>
                <a:lnTo>
                  <a:pt x="232963" y="172022"/>
                </a:lnTo>
                <a:cubicBezTo>
                  <a:pt x="232963" y="168593"/>
                  <a:pt x="235240" y="165068"/>
                  <a:pt x="239888" y="165068"/>
                </a:cubicBezTo>
                <a:cubicBezTo>
                  <a:pt x="243397" y="165068"/>
                  <a:pt x="246812" y="168497"/>
                  <a:pt x="246812" y="172022"/>
                </a:cubicBezTo>
                <a:lnTo>
                  <a:pt x="246812" y="254984"/>
                </a:lnTo>
                <a:cubicBezTo>
                  <a:pt x="246812" y="258413"/>
                  <a:pt x="243302" y="261937"/>
                  <a:pt x="239888" y="261937"/>
                </a:cubicBezTo>
                <a:cubicBezTo>
                  <a:pt x="235240" y="261937"/>
                  <a:pt x="232963" y="258508"/>
                  <a:pt x="232963" y="254984"/>
                </a:cubicBezTo>
                <a:close/>
                <a:moveTo>
                  <a:pt x="137350" y="254984"/>
                </a:moveTo>
                <a:lnTo>
                  <a:pt x="137350" y="172022"/>
                </a:lnTo>
                <a:cubicBezTo>
                  <a:pt x="137350" y="168593"/>
                  <a:pt x="139531" y="165068"/>
                  <a:pt x="143895" y="165068"/>
                </a:cubicBezTo>
                <a:cubicBezTo>
                  <a:pt x="147215" y="165068"/>
                  <a:pt x="150440" y="168497"/>
                  <a:pt x="150440" y="172022"/>
                </a:cubicBezTo>
                <a:lnTo>
                  <a:pt x="150440" y="254984"/>
                </a:lnTo>
                <a:cubicBezTo>
                  <a:pt x="150440" y="258413"/>
                  <a:pt x="147120" y="261937"/>
                  <a:pt x="143895" y="261937"/>
                </a:cubicBezTo>
                <a:cubicBezTo>
                  <a:pt x="139531" y="261937"/>
                  <a:pt x="137350" y="258508"/>
                  <a:pt x="137350" y="254984"/>
                </a:cubicBezTo>
                <a:close/>
                <a:moveTo>
                  <a:pt x="81765" y="254984"/>
                </a:moveTo>
                <a:lnTo>
                  <a:pt x="81765" y="172022"/>
                </a:lnTo>
                <a:cubicBezTo>
                  <a:pt x="81765" y="168593"/>
                  <a:pt x="84041" y="165068"/>
                  <a:pt x="88689" y="165068"/>
                </a:cubicBezTo>
                <a:cubicBezTo>
                  <a:pt x="92199" y="165068"/>
                  <a:pt x="95614" y="168497"/>
                  <a:pt x="95614" y="172022"/>
                </a:cubicBezTo>
                <a:lnTo>
                  <a:pt x="95614" y="254984"/>
                </a:lnTo>
                <a:cubicBezTo>
                  <a:pt x="95614" y="258413"/>
                  <a:pt x="92104" y="261937"/>
                  <a:pt x="88689" y="261937"/>
                </a:cubicBezTo>
                <a:cubicBezTo>
                  <a:pt x="84041" y="261937"/>
                  <a:pt x="81765" y="258508"/>
                  <a:pt x="81765" y="25498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1" name="Graphic 158">
            <a:extLst>
              <a:ext uri="{FF2B5EF4-FFF2-40B4-BE49-F238E27FC236}">
                <a16:creationId xmlns:a16="http://schemas.microsoft.com/office/drawing/2014/main" id="{066FD781-77CB-9D71-7A68-7F56D5979169}"/>
              </a:ext>
            </a:extLst>
          </p:cNvPr>
          <p:cNvSpPr/>
          <p:nvPr/>
        </p:nvSpPr>
        <p:spPr>
          <a:xfrm>
            <a:off x="4627519" y="2862584"/>
            <a:ext cx="439607" cy="405130"/>
          </a:xfrm>
          <a:custGeom>
            <a:avLst/>
            <a:gdLst>
              <a:gd name="connsiteX0" fmla="*/ 321842 w 328671"/>
              <a:gd name="connsiteY0" fmla="*/ 110014 h 302894"/>
              <a:gd name="connsiteX1" fmla="*/ 6830 w 328671"/>
              <a:gd name="connsiteY1" fmla="*/ 110014 h 302894"/>
              <a:gd name="connsiteX2" fmla="*/ 0 w 328671"/>
              <a:gd name="connsiteY2" fmla="*/ 116872 h 302894"/>
              <a:gd name="connsiteX3" fmla="*/ 0 w 328671"/>
              <a:gd name="connsiteY3" fmla="*/ 144208 h 302894"/>
              <a:gd name="connsiteX4" fmla="*/ 6830 w 328671"/>
              <a:gd name="connsiteY4" fmla="*/ 151066 h 302894"/>
              <a:gd name="connsiteX5" fmla="*/ 14418 w 328671"/>
              <a:gd name="connsiteY5" fmla="*/ 151066 h 302894"/>
              <a:gd name="connsiteX6" fmla="*/ 40882 w 328671"/>
              <a:gd name="connsiteY6" fmla="*/ 297180 h 302894"/>
              <a:gd name="connsiteX7" fmla="*/ 47712 w 328671"/>
              <a:gd name="connsiteY7" fmla="*/ 302895 h 302894"/>
              <a:gd name="connsiteX8" fmla="*/ 280580 w 328671"/>
              <a:gd name="connsiteY8" fmla="*/ 302895 h 302894"/>
              <a:gd name="connsiteX9" fmla="*/ 287410 w 328671"/>
              <a:gd name="connsiteY9" fmla="*/ 297180 h 302894"/>
              <a:gd name="connsiteX10" fmla="*/ 313874 w 328671"/>
              <a:gd name="connsiteY10" fmla="*/ 151066 h 302894"/>
              <a:gd name="connsiteX11" fmla="*/ 321842 w 328671"/>
              <a:gd name="connsiteY11" fmla="*/ 151066 h 302894"/>
              <a:gd name="connsiteX12" fmla="*/ 328672 w 328671"/>
              <a:gd name="connsiteY12" fmla="*/ 144208 h 302894"/>
              <a:gd name="connsiteX13" fmla="*/ 328672 w 328671"/>
              <a:gd name="connsiteY13" fmla="*/ 116872 h 302894"/>
              <a:gd name="connsiteX14" fmla="*/ 321842 w 328671"/>
              <a:gd name="connsiteY14" fmla="*/ 110014 h 302894"/>
              <a:gd name="connsiteX15" fmla="*/ 274794 w 328671"/>
              <a:gd name="connsiteY15" fmla="*/ 289179 h 302894"/>
              <a:gd name="connsiteX16" fmla="*/ 53403 w 328671"/>
              <a:gd name="connsiteY16" fmla="*/ 289179 h 302894"/>
              <a:gd name="connsiteX17" fmla="*/ 28267 w 328671"/>
              <a:gd name="connsiteY17" fmla="*/ 151638 h 302894"/>
              <a:gd name="connsiteX18" fmla="*/ 298793 w 328671"/>
              <a:gd name="connsiteY18" fmla="*/ 151638 h 302894"/>
              <a:gd name="connsiteX19" fmla="*/ 274794 w 328671"/>
              <a:gd name="connsiteY19" fmla="*/ 289179 h 302894"/>
              <a:gd name="connsiteX20" fmla="*/ 314918 w 328671"/>
              <a:gd name="connsiteY20" fmla="*/ 137351 h 302894"/>
              <a:gd name="connsiteX21" fmla="*/ 13659 w 328671"/>
              <a:gd name="connsiteY21" fmla="*/ 137351 h 302894"/>
              <a:gd name="connsiteX22" fmla="*/ 13659 w 328671"/>
              <a:gd name="connsiteY22" fmla="*/ 123634 h 302894"/>
              <a:gd name="connsiteX23" fmla="*/ 314918 w 328671"/>
              <a:gd name="connsiteY23" fmla="*/ 123634 h 302894"/>
              <a:gd name="connsiteX24" fmla="*/ 314918 w 328671"/>
              <a:gd name="connsiteY24" fmla="*/ 137351 h 302894"/>
              <a:gd name="connsiteX25" fmla="*/ 42400 w 328671"/>
              <a:gd name="connsiteY25" fmla="*/ 93821 h 302894"/>
              <a:gd name="connsiteX26" fmla="*/ 42400 w 328671"/>
              <a:gd name="connsiteY26" fmla="*/ 84677 h 302894"/>
              <a:gd name="connsiteX27" fmla="*/ 124734 w 328671"/>
              <a:gd name="connsiteY27" fmla="*/ 2667 h 302894"/>
              <a:gd name="connsiteX28" fmla="*/ 135073 w 328671"/>
              <a:gd name="connsiteY28" fmla="*/ 2667 h 302894"/>
              <a:gd name="connsiteX29" fmla="*/ 135073 w 328671"/>
              <a:gd name="connsiteY29" fmla="*/ 11811 h 302894"/>
              <a:gd name="connsiteX30" fmla="*/ 52739 w 328671"/>
              <a:gd name="connsiteY30" fmla="*/ 93821 h 302894"/>
              <a:gd name="connsiteX31" fmla="*/ 48186 w 328671"/>
              <a:gd name="connsiteY31" fmla="*/ 96107 h 302894"/>
              <a:gd name="connsiteX32" fmla="*/ 42495 w 328671"/>
              <a:gd name="connsiteY32" fmla="*/ 93821 h 302894"/>
              <a:gd name="connsiteX33" fmla="*/ 192840 w 328671"/>
              <a:gd name="connsiteY33" fmla="*/ 11716 h 302894"/>
              <a:gd name="connsiteX34" fmla="*/ 192840 w 328671"/>
              <a:gd name="connsiteY34" fmla="*/ 2572 h 302894"/>
              <a:gd name="connsiteX35" fmla="*/ 203179 w 328671"/>
              <a:gd name="connsiteY35" fmla="*/ 2572 h 302894"/>
              <a:gd name="connsiteX36" fmla="*/ 285513 w 328671"/>
              <a:gd name="connsiteY36" fmla="*/ 84582 h 302894"/>
              <a:gd name="connsiteX37" fmla="*/ 285513 w 328671"/>
              <a:gd name="connsiteY37" fmla="*/ 93726 h 302894"/>
              <a:gd name="connsiteX38" fmla="*/ 280960 w 328671"/>
              <a:gd name="connsiteY38" fmla="*/ 96012 h 302894"/>
              <a:gd name="connsiteX39" fmla="*/ 275269 w 328671"/>
              <a:gd name="connsiteY39" fmla="*/ 93726 h 302894"/>
              <a:gd name="connsiteX40" fmla="*/ 192935 w 328671"/>
              <a:gd name="connsiteY40" fmla="*/ 11716 h 302894"/>
              <a:gd name="connsiteX41" fmla="*/ 178232 w 328671"/>
              <a:gd name="connsiteY41" fmla="*/ 254984 h 302894"/>
              <a:gd name="connsiteX42" fmla="*/ 178232 w 328671"/>
              <a:gd name="connsiteY42" fmla="*/ 172022 h 302894"/>
              <a:gd name="connsiteX43" fmla="*/ 185156 w 328671"/>
              <a:gd name="connsiteY43" fmla="*/ 165068 h 302894"/>
              <a:gd name="connsiteX44" fmla="*/ 192081 w 328671"/>
              <a:gd name="connsiteY44" fmla="*/ 172022 h 302894"/>
              <a:gd name="connsiteX45" fmla="*/ 192081 w 328671"/>
              <a:gd name="connsiteY45" fmla="*/ 254984 h 302894"/>
              <a:gd name="connsiteX46" fmla="*/ 185156 w 328671"/>
              <a:gd name="connsiteY46" fmla="*/ 261937 h 302894"/>
              <a:gd name="connsiteX47" fmla="*/ 178232 w 328671"/>
              <a:gd name="connsiteY47" fmla="*/ 254984 h 302894"/>
              <a:gd name="connsiteX48" fmla="*/ 232963 w 328671"/>
              <a:gd name="connsiteY48" fmla="*/ 254984 h 302894"/>
              <a:gd name="connsiteX49" fmla="*/ 232963 w 328671"/>
              <a:gd name="connsiteY49" fmla="*/ 172022 h 302894"/>
              <a:gd name="connsiteX50" fmla="*/ 239888 w 328671"/>
              <a:gd name="connsiteY50" fmla="*/ 165068 h 302894"/>
              <a:gd name="connsiteX51" fmla="*/ 246812 w 328671"/>
              <a:gd name="connsiteY51" fmla="*/ 172022 h 302894"/>
              <a:gd name="connsiteX52" fmla="*/ 246812 w 328671"/>
              <a:gd name="connsiteY52" fmla="*/ 254984 h 302894"/>
              <a:gd name="connsiteX53" fmla="*/ 239888 w 328671"/>
              <a:gd name="connsiteY53" fmla="*/ 261937 h 302894"/>
              <a:gd name="connsiteX54" fmla="*/ 232963 w 328671"/>
              <a:gd name="connsiteY54" fmla="*/ 254984 h 302894"/>
              <a:gd name="connsiteX55" fmla="*/ 137350 w 328671"/>
              <a:gd name="connsiteY55" fmla="*/ 254984 h 302894"/>
              <a:gd name="connsiteX56" fmla="*/ 137350 w 328671"/>
              <a:gd name="connsiteY56" fmla="*/ 172022 h 302894"/>
              <a:gd name="connsiteX57" fmla="*/ 143895 w 328671"/>
              <a:gd name="connsiteY57" fmla="*/ 165068 h 302894"/>
              <a:gd name="connsiteX58" fmla="*/ 150440 w 328671"/>
              <a:gd name="connsiteY58" fmla="*/ 172022 h 302894"/>
              <a:gd name="connsiteX59" fmla="*/ 150440 w 328671"/>
              <a:gd name="connsiteY59" fmla="*/ 254984 h 302894"/>
              <a:gd name="connsiteX60" fmla="*/ 143895 w 328671"/>
              <a:gd name="connsiteY60" fmla="*/ 261937 h 302894"/>
              <a:gd name="connsiteX61" fmla="*/ 137350 w 328671"/>
              <a:gd name="connsiteY61" fmla="*/ 254984 h 302894"/>
              <a:gd name="connsiteX62" fmla="*/ 81765 w 328671"/>
              <a:gd name="connsiteY62" fmla="*/ 254984 h 302894"/>
              <a:gd name="connsiteX63" fmla="*/ 81765 w 328671"/>
              <a:gd name="connsiteY63" fmla="*/ 172022 h 302894"/>
              <a:gd name="connsiteX64" fmla="*/ 88689 w 328671"/>
              <a:gd name="connsiteY64" fmla="*/ 165068 h 302894"/>
              <a:gd name="connsiteX65" fmla="*/ 95614 w 328671"/>
              <a:gd name="connsiteY65" fmla="*/ 172022 h 302894"/>
              <a:gd name="connsiteX66" fmla="*/ 95614 w 328671"/>
              <a:gd name="connsiteY66" fmla="*/ 254984 h 302894"/>
              <a:gd name="connsiteX67" fmla="*/ 88689 w 328671"/>
              <a:gd name="connsiteY67" fmla="*/ 261937 h 302894"/>
              <a:gd name="connsiteX68" fmla="*/ 81765 w 328671"/>
              <a:gd name="connsiteY68" fmla="*/ 254984 h 30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28671" h="302894">
                <a:moveTo>
                  <a:pt x="321842" y="110014"/>
                </a:moveTo>
                <a:lnTo>
                  <a:pt x="6830" y="110014"/>
                </a:lnTo>
                <a:cubicBezTo>
                  <a:pt x="2276" y="110014"/>
                  <a:pt x="0" y="113443"/>
                  <a:pt x="0" y="116872"/>
                </a:cubicBezTo>
                <a:lnTo>
                  <a:pt x="0" y="144208"/>
                </a:lnTo>
                <a:cubicBezTo>
                  <a:pt x="0" y="147637"/>
                  <a:pt x="2276" y="151066"/>
                  <a:pt x="6830" y="151066"/>
                </a:cubicBezTo>
                <a:lnTo>
                  <a:pt x="14418" y="151066"/>
                </a:lnTo>
                <a:cubicBezTo>
                  <a:pt x="16315" y="161735"/>
                  <a:pt x="22386" y="194881"/>
                  <a:pt x="40882" y="297180"/>
                </a:cubicBezTo>
                <a:cubicBezTo>
                  <a:pt x="40882" y="300609"/>
                  <a:pt x="44297" y="302895"/>
                  <a:pt x="47712" y="302895"/>
                </a:cubicBezTo>
                <a:lnTo>
                  <a:pt x="280580" y="302895"/>
                </a:lnTo>
                <a:cubicBezTo>
                  <a:pt x="283995" y="302895"/>
                  <a:pt x="286272" y="300609"/>
                  <a:pt x="287410" y="297180"/>
                </a:cubicBezTo>
                <a:cubicBezTo>
                  <a:pt x="287410" y="297180"/>
                  <a:pt x="296231" y="248476"/>
                  <a:pt x="313874" y="151066"/>
                </a:cubicBezTo>
                <a:lnTo>
                  <a:pt x="321842" y="151066"/>
                </a:lnTo>
                <a:cubicBezTo>
                  <a:pt x="325257" y="151066"/>
                  <a:pt x="328672" y="147637"/>
                  <a:pt x="328672" y="144208"/>
                </a:cubicBezTo>
                <a:lnTo>
                  <a:pt x="328672" y="116872"/>
                </a:lnTo>
                <a:cubicBezTo>
                  <a:pt x="328672" y="113443"/>
                  <a:pt x="325257" y="110014"/>
                  <a:pt x="321842" y="110014"/>
                </a:cubicBezTo>
                <a:close/>
                <a:moveTo>
                  <a:pt x="274794" y="289179"/>
                </a:moveTo>
                <a:lnTo>
                  <a:pt x="53403" y="289179"/>
                </a:lnTo>
                <a:lnTo>
                  <a:pt x="28267" y="151638"/>
                </a:lnTo>
                <a:lnTo>
                  <a:pt x="298793" y="151638"/>
                </a:lnTo>
                <a:lnTo>
                  <a:pt x="274794" y="289179"/>
                </a:lnTo>
                <a:close/>
                <a:moveTo>
                  <a:pt x="314918" y="137351"/>
                </a:moveTo>
                <a:lnTo>
                  <a:pt x="13659" y="137351"/>
                </a:lnTo>
                <a:lnTo>
                  <a:pt x="13659" y="123634"/>
                </a:lnTo>
                <a:lnTo>
                  <a:pt x="314918" y="123634"/>
                </a:lnTo>
                <a:lnTo>
                  <a:pt x="314918" y="137351"/>
                </a:lnTo>
                <a:close/>
                <a:moveTo>
                  <a:pt x="42400" y="93821"/>
                </a:moveTo>
                <a:cubicBezTo>
                  <a:pt x="40124" y="91535"/>
                  <a:pt x="40124" y="86963"/>
                  <a:pt x="42400" y="84677"/>
                </a:cubicBezTo>
                <a:lnTo>
                  <a:pt x="124734" y="2667"/>
                </a:lnTo>
                <a:cubicBezTo>
                  <a:pt x="128149" y="-762"/>
                  <a:pt x="132702" y="-762"/>
                  <a:pt x="135073" y="2667"/>
                </a:cubicBezTo>
                <a:cubicBezTo>
                  <a:pt x="137350" y="4953"/>
                  <a:pt x="137350" y="9525"/>
                  <a:pt x="135073" y="11811"/>
                </a:cubicBezTo>
                <a:lnTo>
                  <a:pt x="52739" y="93821"/>
                </a:lnTo>
                <a:cubicBezTo>
                  <a:pt x="51601" y="94964"/>
                  <a:pt x="49324" y="96107"/>
                  <a:pt x="48186" y="96107"/>
                </a:cubicBezTo>
                <a:cubicBezTo>
                  <a:pt x="45910" y="96107"/>
                  <a:pt x="44771" y="94964"/>
                  <a:pt x="42495" y="93821"/>
                </a:cubicBezTo>
                <a:close/>
                <a:moveTo>
                  <a:pt x="192840" y="11716"/>
                </a:moveTo>
                <a:cubicBezTo>
                  <a:pt x="190563" y="9430"/>
                  <a:pt x="190563" y="4858"/>
                  <a:pt x="192840" y="2572"/>
                </a:cubicBezTo>
                <a:cubicBezTo>
                  <a:pt x="196254" y="-857"/>
                  <a:pt x="200808" y="-857"/>
                  <a:pt x="203179" y="2572"/>
                </a:cubicBezTo>
                <a:lnTo>
                  <a:pt x="285513" y="84582"/>
                </a:lnTo>
                <a:cubicBezTo>
                  <a:pt x="287789" y="86868"/>
                  <a:pt x="287789" y="91440"/>
                  <a:pt x="285513" y="93726"/>
                </a:cubicBezTo>
                <a:cubicBezTo>
                  <a:pt x="284375" y="94869"/>
                  <a:pt x="282098" y="96012"/>
                  <a:pt x="280960" y="96012"/>
                </a:cubicBezTo>
                <a:cubicBezTo>
                  <a:pt x="278683" y="96012"/>
                  <a:pt x="277545" y="94869"/>
                  <a:pt x="275269" y="93726"/>
                </a:cubicBezTo>
                <a:lnTo>
                  <a:pt x="192935" y="11716"/>
                </a:lnTo>
                <a:close/>
                <a:moveTo>
                  <a:pt x="178232" y="254984"/>
                </a:moveTo>
                <a:lnTo>
                  <a:pt x="178232" y="172022"/>
                </a:lnTo>
                <a:cubicBezTo>
                  <a:pt x="178232" y="168593"/>
                  <a:pt x="180509" y="165068"/>
                  <a:pt x="185156" y="165068"/>
                </a:cubicBezTo>
                <a:cubicBezTo>
                  <a:pt x="188666" y="165068"/>
                  <a:pt x="192081" y="168497"/>
                  <a:pt x="192081" y="172022"/>
                </a:cubicBezTo>
                <a:lnTo>
                  <a:pt x="192081" y="254984"/>
                </a:lnTo>
                <a:cubicBezTo>
                  <a:pt x="192081" y="258413"/>
                  <a:pt x="188571" y="261937"/>
                  <a:pt x="185156" y="261937"/>
                </a:cubicBezTo>
                <a:cubicBezTo>
                  <a:pt x="180509" y="261937"/>
                  <a:pt x="178232" y="258508"/>
                  <a:pt x="178232" y="254984"/>
                </a:cubicBezTo>
                <a:close/>
                <a:moveTo>
                  <a:pt x="232963" y="254984"/>
                </a:moveTo>
                <a:lnTo>
                  <a:pt x="232963" y="172022"/>
                </a:lnTo>
                <a:cubicBezTo>
                  <a:pt x="232963" y="168593"/>
                  <a:pt x="235240" y="165068"/>
                  <a:pt x="239888" y="165068"/>
                </a:cubicBezTo>
                <a:cubicBezTo>
                  <a:pt x="243397" y="165068"/>
                  <a:pt x="246812" y="168497"/>
                  <a:pt x="246812" y="172022"/>
                </a:cubicBezTo>
                <a:lnTo>
                  <a:pt x="246812" y="254984"/>
                </a:lnTo>
                <a:cubicBezTo>
                  <a:pt x="246812" y="258413"/>
                  <a:pt x="243302" y="261937"/>
                  <a:pt x="239888" y="261937"/>
                </a:cubicBezTo>
                <a:cubicBezTo>
                  <a:pt x="235240" y="261937"/>
                  <a:pt x="232963" y="258508"/>
                  <a:pt x="232963" y="254984"/>
                </a:cubicBezTo>
                <a:close/>
                <a:moveTo>
                  <a:pt x="137350" y="254984"/>
                </a:moveTo>
                <a:lnTo>
                  <a:pt x="137350" y="172022"/>
                </a:lnTo>
                <a:cubicBezTo>
                  <a:pt x="137350" y="168593"/>
                  <a:pt x="139531" y="165068"/>
                  <a:pt x="143895" y="165068"/>
                </a:cubicBezTo>
                <a:cubicBezTo>
                  <a:pt x="147215" y="165068"/>
                  <a:pt x="150440" y="168497"/>
                  <a:pt x="150440" y="172022"/>
                </a:cubicBezTo>
                <a:lnTo>
                  <a:pt x="150440" y="254984"/>
                </a:lnTo>
                <a:cubicBezTo>
                  <a:pt x="150440" y="258413"/>
                  <a:pt x="147120" y="261937"/>
                  <a:pt x="143895" y="261937"/>
                </a:cubicBezTo>
                <a:cubicBezTo>
                  <a:pt x="139531" y="261937"/>
                  <a:pt x="137350" y="258508"/>
                  <a:pt x="137350" y="254984"/>
                </a:cubicBezTo>
                <a:close/>
                <a:moveTo>
                  <a:pt x="81765" y="254984"/>
                </a:moveTo>
                <a:lnTo>
                  <a:pt x="81765" y="172022"/>
                </a:lnTo>
                <a:cubicBezTo>
                  <a:pt x="81765" y="168593"/>
                  <a:pt x="84041" y="165068"/>
                  <a:pt x="88689" y="165068"/>
                </a:cubicBezTo>
                <a:cubicBezTo>
                  <a:pt x="92199" y="165068"/>
                  <a:pt x="95614" y="168497"/>
                  <a:pt x="95614" y="172022"/>
                </a:cubicBezTo>
                <a:lnTo>
                  <a:pt x="95614" y="254984"/>
                </a:lnTo>
                <a:cubicBezTo>
                  <a:pt x="95614" y="258413"/>
                  <a:pt x="92104" y="261937"/>
                  <a:pt x="88689" y="261937"/>
                </a:cubicBezTo>
                <a:cubicBezTo>
                  <a:pt x="84041" y="261937"/>
                  <a:pt x="81765" y="258508"/>
                  <a:pt x="81765" y="25498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2" name="Graphic 158">
            <a:extLst>
              <a:ext uri="{FF2B5EF4-FFF2-40B4-BE49-F238E27FC236}">
                <a16:creationId xmlns:a16="http://schemas.microsoft.com/office/drawing/2014/main" id="{ECAC70D8-8CB9-8DC5-023F-83E2B0EDA388}"/>
              </a:ext>
            </a:extLst>
          </p:cNvPr>
          <p:cNvSpPr/>
          <p:nvPr/>
        </p:nvSpPr>
        <p:spPr>
          <a:xfrm>
            <a:off x="3862344" y="3548384"/>
            <a:ext cx="439607" cy="405130"/>
          </a:xfrm>
          <a:custGeom>
            <a:avLst/>
            <a:gdLst>
              <a:gd name="connsiteX0" fmla="*/ 321842 w 328671"/>
              <a:gd name="connsiteY0" fmla="*/ 110014 h 302894"/>
              <a:gd name="connsiteX1" fmla="*/ 6830 w 328671"/>
              <a:gd name="connsiteY1" fmla="*/ 110014 h 302894"/>
              <a:gd name="connsiteX2" fmla="*/ 0 w 328671"/>
              <a:gd name="connsiteY2" fmla="*/ 116872 h 302894"/>
              <a:gd name="connsiteX3" fmla="*/ 0 w 328671"/>
              <a:gd name="connsiteY3" fmla="*/ 144208 h 302894"/>
              <a:gd name="connsiteX4" fmla="*/ 6830 w 328671"/>
              <a:gd name="connsiteY4" fmla="*/ 151066 h 302894"/>
              <a:gd name="connsiteX5" fmla="*/ 14418 w 328671"/>
              <a:gd name="connsiteY5" fmla="*/ 151066 h 302894"/>
              <a:gd name="connsiteX6" fmla="*/ 40882 w 328671"/>
              <a:gd name="connsiteY6" fmla="*/ 297180 h 302894"/>
              <a:gd name="connsiteX7" fmla="*/ 47712 w 328671"/>
              <a:gd name="connsiteY7" fmla="*/ 302895 h 302894"/>
              <a:gd name="connsiteX8" fmla="*/ 280580 w 328671"/>
              <a:gd name="connsiteY8" fmla="*/ 302895 h 302894"/>
              <a:gd name="connsiteX9" fmla="*/ 287410 w 328671"/>
              <a:gd name="connsiteY9" fmla="*/ 297180 h 302894"/>
              <a:gd name="connsiteX10" fmla="*/ 313874 w 328671"/>
              <a:gd name="connsiteY10" fmla="*/ 151066 h 302894"/>
              <a:gd name="connsiteX11" fmla="*/ 321842 w 328671"/>
              <a:gd name="connsiteY11" fmla="*/ 151066 h 302894"/>
              <a:gd name="connsiteX12" fmla="*/ 328672 w 328671"/>
              <a:gd name="connsiteY12" fmla="*/ 144208 h 302894"/>
              <a:gd name="connsiteX13" fmla="*/ 328672 w 328671"/>
              <a:gd name="connsiteY13" fmla="*/ 116872 h 302894"/>
              <a:gd name="connsiteX14" fmla="*/ 321842 w 328671"/>
              <a:gd name="connsiteY14" fmla="*/ 110014 h 302894"/>
              <a:gd name="connsiteX15" fmla="*/ 274794 w 328671"/>
              <a:gd name="connsiteY15" fmla="*/ 289179 h 302894"/>
              <a:gd name="connsiteX16" fmla="*/ 53403 w 328671"/>
              <a:gd name="connsiteY16" fmla="*/ 289179 h 302894"/>
              <a:gd name="connsiteX17" fmla="*/ 28267 w 328671"/>
              <a:gd name="connsiteY17" fmla="*/ 151638 h 302894"/>
              <a:gd name="connsiteX18" fmla="*/ 298793 w 328671"/>
              <a:gd name="connsiteY18" fmla="*/ 151638 h 302894"/>
              <a:gd name="connsiteX19" fmla="*/ 274794 w 328671"/>
              <a:gd name="connsiteY19" fmla="*/ 289179 h 302894"/>
              <a:gd name="connsiteX20" fmla="*/ 314918 w 328671"/>
              <a:gd name="connsiteY20" fmla="*/ 137351 h 302894"/>
              <a:gd name="connsiteX21" fmla="*/ 13659 w 328671"/>
              <a:gd name="connsiteY21" fmla="*/ 137351 h 302894"/>
              <a:gd name="connsiteX22" fmla="*/ 13659 w 328671"/>
              <a:gd name="connsiteY22" fmla="*/ 123634 h 302894"/>
              <a:gd name="connsiteX23" fmla="*/ 314918 w 328671"/>
              <a:gd name="connsiteY23" fmla="*/ 123634 h 302894"/>
              <a:gd name="connsiteX24" fmla="*/ 314918 w 328671"/>
              <a:gd name="connsiteY24" fmla="*/ 137351 h 302894"/>
              <a:gd name="connsiteX25" fmla="*/ 42400 w 328671"/>
              <a:gd name="connsiteY25" fmla="*/ 93821 h 302894"/>
              <a:gd name="connsiteX26" fmla="*/ 42400 w 328671"/>
              <a:gd name="connsiteY26" fmla="*/ 84677 h 302894"/>
              <a:gd name="connsiteX27" fmla="*/ 124734 w 328671"/>
              <a:gd name="connsiteY27" fmla="*/ 2667 h 302894"/>
              <a:gd name="connsiteX28" fmla="*/ 135073 w 328671"/>
              <a:gd name="connsiteY28" fmla="*/ 2667 h 302894"/>
              <a:gd name="connsiteX29" fmla="*/ 135073 w 328671"/>
              <a:gd name="connsiteY29" fmla="*/ 11811 h 302894"/>
              <a:gd name="connsiteX30" fmla="*/ 52739 w 328671"/>
              <a:gd name="connsiteY30" fmla="*/ 93821 h 302894"/>
              <a:gd name="connsiteX31" fmla="*/ 48186 w 328671"/>
              <a:gd name="connsiteY31" fmla="*/ 96107 h 302894"/>
              <a:gd name="connsiteX32" fmla="*/ 42495 w 328671"/>
              <a:gd name="connsiteY32" fmla="*/ 93821 h 302894"/>
              <a:gd name="connsiteX33" fmla="*/ 192840 w 328671"/>
              <a:gd name="connsiteY33" fmla="*/ 11716 h 302894"/>
              <a:gd name="connsiteX34" fmla="*/ 192840 w 328671"/>
              <a:gd name="connsiteY34" fmla="*/ 2572 h 302894"/>
              <a:gd name="connsiteX35" fmla="*/ 203179 w 328671"/>
              <a:gd name="connsiteY35" fmla="*/ 2572 h 302894"/>
              <a:gd name="connsiteX36" fmla="*/ 285513 w 328671"/>
              <a:gd name="connsiteY36" fmla="*/ 84582 h 302894"/>
              <a:gd name="connsiteX37" fmla="*/ 285513 w 328671"/>
              <a:gd name="connsiteY37" fmla="*/ 93726 h 302894"/>
              <a:gd name="connsiteX38" fmla="*/ 280960 w 328671"/>
              <a:gd name="connsiteY38" fmla="*/ 96012 h 302894"/>
              <a:gd name="connsiteX39" fmla="*/ 275269 w 328671"/>
              <a:gd name="connsiteY39" fmla="*/ 93726 h 302894"/>
              <a:gd name="connsiteX40" fmla="*/ 192935 w 328671"/>
              <a:gd name="connsiteY40" fmla="*/ 11716 h 302894"/>
              <a:gd name="connsiteX41" fmla="*/ 178232 w 328671"/>
              <a:gd name="connsiteY41" fmla="*/ 254984 h 302894"/>
              <a:gd name="connsiteX42" fmla="*/ 178232 w 328671"/>
              <a:gd name="connsiteY42" fmla="*/ 172022 h 302894"/>
              <a:gd name="connsiteX43" fmla="*/ 185156 w 328671"/>
              <a:gd name="connsiteY43" fmla="*/ 165068 h 302894"/>
              <a:gd name="connsiteX44" fmla="*/ 192081 w 328671"/>
              <a:gd name="connsiteY44" fmla="*/ 172022 h 302894"/>
              <a:gd name="connsiteX45" fmla="*/ 192081 w 328671"/>
              <a:gd name="connsiteY45" fmla="*/ 254984 h 302894"/>
              <a:gd name="connsiteX46" fmla="*/ 185156 w 328671"/>
              <a:gd name="connsiteY46" fmla="*/ 261937 h 302894"/>
              <a:gd name="connsiteX47" fmla="*/ 178232 w 328671"/>
              <a:gd name="connsiteY47" fmla="*/ 254984 h 302894"/>
              <a:gd name="connsiteX48" fmla="*/ 232963 w 328671"/>
              <a:gd name="connsiteY48" fmla="*/ 254984 h 302894"/>
              <a:gd name="connsiteX49" fmla="*/ 232963 w 328671"/>
              <a:gd name="connsiteY49" fmla="*/ 172022 h 302894"/>
              <a:gd name="connsiteX50" fmla="*/ 239888 w 328671"/>
              <a:gd name="connsiteY50" fmla="*/ 165068 h 302894"/>
              <a:gd name="connsiteX51" fmla="*/ 246812 w 328671"/>
              <a:gd name="connsiteY51" fmla="*/ 172022 h 302894"/>
              <a:gd name="connsiteX52" fmla="*/ 246812 w 328671"/>
              <a:gd name="connsiteY52" fmla="*/ 254984 h 302894"/>
              <a:gd name="connsiteX53" fmla="*/ 239888 w 328671"/>
              <a:gd name="connsiteY53" fmla="*/ 261937 h 302894"/>
              <a:gd name="connsiteX54" fmla="*/ 232963 w 328671"/>
              <a:gd name="connsiteY54" fmla="*/ 254984 h 302894"/>
              <a:gd name="connsiteX55" fmla="*/ 137350 w 328671"/>
              <a:gd name="connsiteY55" fmla="*/ 254984 h 302894"/>
              <a:gd name="connsiteX56" fmla="*/ 137350 w 328671"/>
              <a:gd name="connsiteY56" fmla="*/ 172022 h 302894"/>
              <a:gd name="connsiteX57" fmla="*/ 143895 w 328671"/>
              <a:gd name="connsiteY57" fmla="*/ 165068 h 302894"/>
              <a:gd name="connsiteX58" fmla="*/ 150440 w 328671"/>
              <a:gd name="connsiteY58" fmla="*/ 172022 h 302894"/>
              <a:gd name="connsiteX59" fmla="*/ 150440 w 328671"/>
              <a:gd name="connsiteY59" fmla="*/ 254984 h 302894"/>
              <a:gd name="connsiteX60" fmla="*/ 143895 w 328671"/>
              <a:gd name="connsiteY60" fmla="*/ 261937 h 302894"/>
              <a:gd name="connsiteX61" fmla="*/ 137350 w 328671"/>
              <a:gd name="connsiteY61" fmla="*/ 254984 h 302894"/>
              <a:gd name="connsiteX62" fmla="*/ 81765 w 328671"/>
              <a:gd name="connsiteY62" fmla="*/ 254984 h 302894"/>
              <a:gd name="connsiteX63" fmla="*/ 81765 w 328671"/>
              <a:gd name="connsiteY63" fmla="*/ 172022 h 302894"/>
              <a:gd name="connsiteX64" fmla="*/ 88689 w 328671"/>
              <a:gd name="connsiteY64" fmla="*/ 165068 h 302894"/>
              <a:gd name="connsiteX65" fmla="*/ 95614 w 328671"/>
              <a:gd name="connsiteY65" fmla="*/ 172022 h 302894"/>
              <a:gd name="connsiteX66" fmla="*/ 95614 w 328671"/>
              <a:gd name="connsiteY66" fmla="*/ 254984 h 302894"/>
              <a:gd name="connsiteX67" fmla="*/ 88689 w 328671"/>
              <a:gd name="connsiteY67" fmla="*/ 261937 h 302894"/>
              <a:gd name="connsiteX68" fmla="*/ 81765 w 328671"/>
              <a:gd name="connsiteY68" fmla="*/ 254984 h 30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28671" h="302894">
                <a:moveTo>
                  <a:pt x="321842" y="110014"/>
                </a:moveTo>
                <a:lnTo>
                  <a:pt x="6830" y="110014"/>
                </a:lnTo>
                <a:cubicBezTo>
                  <a:pt x="2276" y="110014"/>
                  <a:pt x="0" y="113443"/>
                  <a:pt x="0" y="116872"/>
                </a:cubicBezTo>
                <a:lnTo>
                  <a:pt x="0" y="144208"/>
                </a:lnTo>
                <a:cubicBezTo>
                  <a:pt x="0" y="147637"/>
                  <a:pt x="2276" y="151066"/>
                  <a:pt x="6830" y="151066"/>
                </a:cubicBezTo>
                <a:lnTo>
                  <a:pt x="14418" y="151066"/>
                </a:lnTo>
                <a:cubicBezTo>
                  <a:pt x="16315" y="161735"/>
                  <a:pt x="22386" y="194881"/>
                  <a:pt x="40882" y="297180"/>
                </a:cubicBezTo>
                <a:cubicBezTo>
                  <a:pt x="40882" y="300609"/>
                  <a:pt x="44297" y="302895"/>
                  <a:pt x="47712" y="302895"/>
                </a:cubicBezTo>
                <a:lnTo>
                  <a:pt x="280580" y="302895"/>
                </a:lnTo>
                <a:cubicBezTo>
                  <a:pt x="283995" y="302895"/>
                  <a:pt x="286272" y="300609"/>
                  <a:pt x="287410" y="297180"/>
                </a:cubicBezTo>
                <a:cubicBezTo>
                  <a:pt x="287410" y="297180"/>
                  <a:pt x="296231" y="248476"/>
                  <a:pt x="313874" y="151066"/>
                </a:cubicBezTo>
                <a:lnTo>
                  <a:pt x="321842" y="151066"/>
                </a:lnTo>
                <a:cubicBezTo>
                  <a:pt x="325257" y="151066"/>
                  <a:pt x="328672" y="147637"/>
                  <a:pt x="328672" y="144208"/>
                </a:cubicBezTo>
                <a:lnTo>
                  <a:pt x="328672" y="116872"/>
                </a:lnTo>
                <a:cubicBezTo>
                  <a:pt x="328672" y="113443"/>
                  <a:pt x="325257" y="110014"/>
                  <a:pt x="321842" y="110014"/>
                </a:cubicBezTo>
                <a:close/>
                <a:moveTo>
                  <a:pt x="274794" y="289179"/>
                </a:moveTo>
                <a:lnTo>
                  <a:pt x="53403" y="289179"/>
                </a:lnTo>
                <a:lnTo>
                  <a:pt x="28267" y="151638"/>
                </a:lnTo>
                <a:lnTo>
                  <a:pt x="298793" y="151638"/>
                </a:lnTo>
                <a:lnTo>
                  <a:pt x="274794" y="289179"/>
                </a:lnTo>
                <a:close/>
                <a:moveTo>
                  <a:pt x="314918" y="137351"/>
                </a:moveTo>
                <a:lnTo>
                  <a:pt x="13659" y="137351"/>
                </a:lnTo>
                <a:lnTo>
                  <a:pt x="13659" y="123634"/>
                </a:lnTo>
                <a:lnTo>
                  <a:pt x="314918" y="123634"/>
                </a:lnTo>
                <a:lnTo>
                  <a:pt x="314918" y="137351"/>
                </a:lnTo>
                <a:close/>
                <a:moveTo>
                  <a:pt x="42400" y="93821"/>
                </a:moveTo>
                <a:cubicBezTo>
                  <a:pt x="40124" y="91535"/>
                  <a:pt x="40124" y="86963"/>
                  <a:pt x="42400" y="84677"/>
                </a:cubicBezTo>
                <a:lnTo>
                  <a:pt x="124734" y="2667"/>
                </a:lnTo>
                <a:cubicBezTo>
                  <a:pt x="128149" y="-762"/>
                  <a:pt x="132702" y="-762"/>
                  <a:pt x="135073" y="2667"/>
                </a:cubicBezTo>
                <a:cubicBezTo>
                  <a:pt x="137350" y="4953"/>
                  <a:pt x="137350" y="9525"/>
                  <a:pt x="135073" y="11811"/>
                </a:cubicBezTo>
                <a:lnTo>
                  <a:pt x="52739" y="93821"/>
                </a:lnTo>
                <a:cubicBezTo>
                  <a:pt x="51601" y="94964"/>
                  <a:pt x="49324" y="96107"/>
                  <a:pt x="48186" y="96107"/>
                </a:cubicBezTo>
                <a:cubicBezTo>
                  <a:pt x="45910" y="96107"/>
                  <a:pt x="44771" y="94964"/>
                  <a:pt x="42495" y="93821"/>
                </a:cubicBezTo>
                <a:close/>
                <a:moveTo>
                  <a:pt x="192840" y="11716"/>
                </a:moveTo>
                <a:cubicBezTo>
                  <a:pt x="190563" y="9430"/>
                  <a:pt x="190563" y="4858"/>
                  <a:pt x="192840" y="2572"/>
                </a:cubicBezTo>
                <a:cubicBezTo>
                  <a:pt x="196254" y="-857"/>
                  <a:pt x="200808" y="-857"/>
                  <a:pt x="203179" y="2572"/>
                </a:cubicBezTo>
                <a:lnTo>
                  <a:pt x="285513" y="84582"/>
                </a:lnTo>
                <a:cubicBezTo>
                  <a:pt x="287789" y="86868"/>
                  <a:pt x="287789" y="91440"/>
                  <a:pt x="285513" y="93726"/>
                </a:cubicBezTo>
                <a:cubicBezTo>
                  <a:pt x="284375" y="94869"/>
                  <a:pt x="282098" y="96012"/>
                  <a:pt x="280960" y="96012"/>
                </a:cubicBezTo>
                <a:cubicBezTo>
                  <a:pt x="278683" y="96012"/>
                  <a:pt x="277545" y="94869"/>
                  <a:pt x="275269" y="93726"/>
                </a:cubicBezTo>
                <a:lnTo>
                  <a:pt x="192935" y="11716"/>
                </a:lnTo>
                <a:close/>
                <a:moveTo>
                  <a:pt x="178232" y="254984"/>
                </a:moveTo>
                <a:lnTo>
                  <a:pt x="178232" y="172022"/>
                </a:lnTo>
                <a:cubicBezTo>
                  <a:pt x="178232" y="168593"/>
                  <a:pt x="180509" y="165068"/>
                  <a:pt x="185156" y="165068"/>
                </a:cubicBezTo>
                <a:cubicBezTo>
                  <a:pt x="188666" y="165068"/>
                  <a:pt x="192081" y="168497"/>
                  <a:pt x="192081" y="172022"/>
                </a:cubicBezTo>
                <a:lnTo>
                  <a:pt x="192081" y="254984"/>
                </a:lnTo>
                <a:cubicBezTo>
                  <a:pt x="192081" y="258413"/>
                  <a:pt x="188571" y="261937"/>
                  <a:pt x="185156" y="261937"/>
                </a:cubicBezTo>
                <a:cubicBezTo>
                  <a:pt x="180509" y="261937"/>
                  <a:pt x="178232" y="258508"/>
                  <a:pt x="178232" y="254984"/>
                </a:cubicBezTo>
                <a:close/>
                <a:moveTo>
                  <a:pt x="232963" y="254984"/>
                </a:moveTo>
                <a:lnTo>
                  <a:pt x="232963" y="172022"/>
                </a:lnTo>
                <a:cubicBezTo>
                  <a:pt x="232963" y="168593"/>
                  <a:pt x="235240" y="165068"/>
                  <a:pt x="239888" y="165068"/>
                </a:cubicBezTo>
                <a:cubicBezTo>
                  <a:pt x="243397" y="165068"/>
                  <a:pt x="246812" y="168497"/>
                  <a:pt x="246812" y="172022"/>
                </a:cubicBezTo>
                <a:lnTo>
                  <a:pt x="246812" y="254984"/>
                </a:lnTo>
                <a:cubicBezTo>
                  <a:pt x="246812" y="258413"/>
                  <a:pt x="243302" y="261937"/>
                  <a:pt x="239888" y="261937"/>
                </a:cubicBezTo>
                <a:cubicBezTo>
                  <a:pt x="235240" y="261937"/>
                  <a:pt x="232963" y="258508"/>
                  <a:pt x="232963" y="254984"/>
                </a:cubicBezTo>
                <a:close/>
                <a:moveTo>
                  <a:pt x="137350" y="254984"/>
                </a:moveTo>
                <a:lnTo>
                  <a:pt x="137350" y="172022"/>
                </a:lnTo>
                <a:cubicBezTo>
                  <a:pt x="137350" y="168593"/>
                  <a:pt x="139531" y="165068"/>
                  <a:pt x="143895" y="165068"/>
                </a:cubicBezTo>
                <a:cubicBezTo>
                  <a:pt x="147215" y="165068"/>
                  <a:pt x="150440" y="168497"/>
                  <a:pt x="150440" y="172022"/>
                </a:cubicBezTo>
                <a:lnTo>
                  <a:pt x="150440" y="254984"/>
                </a:lnTo>
                <a:cubicBezTo>
                  <a:pt x="150440" y="258413"/>
                  <a:pt x="147120" y="261937"/>
                  <a:pt x="143895" y="261937"/>
                </a:cubicBezTo>
                <a:cubicBezTo>
                  <a:pt x="139531" y="261937"/>
                  <a:pt x="137350" y="258508"/>
                  <a:pt x="137350" y="254984"/>
                </a:cubicBezTo>
                <a:close/>
                <a:moveTo>
                  <a:pt x="81765" y="254984"/>
                </a:moveTo>
                <a:lnTo>
                  <a:pt x="81765" y="172022"/>
                </a:lnTo>
                <a:cubicBezTo>
                  <a:pt x="81765" y="168593"/>
                  <a:pt x="84041" y="165068"/>
                  <a:pt x="88689" y="165068"/>
                </a:cubicBezTo>
                <a:cubicBezTo>
                  <a:pt x="92199" y="165068"/>
                  <a:pt x="95614" y="168497"/>
                  <a:pt x="95614" y="172022"/>
                </a:cubicBezTo>
                <a:lnTo>
                  <a:pt x="95614" y="254984"/>
                </a:lnTo>
                <a:cubicBezTo>
                  <a:pt x="95614" y="258413"/>
                  <a:pt x="92104" y="261937"/>
                  <a:pt x="88689" y="261937"/>
                </a:cubicBezTo>
                <a:cubicBezTo>
                  <a:pt x="84041" y="261937"/>
                  <a:pt x="81765" y="258508"/>
                  <a:pt x="81765" y="25498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3" name="Graphic 158">
            <a:extLst>
              <a:ext uri="{FF2B5EF4-FFF2-40B4-BE49-F238E27FC236}">
                <a16:creationId xmlns:a16="http://schemas.microsoft.com/office/drawing/2014/main" id="{B374C250-F8E0-575C-375D-27C93785A012}"/>
              </a:ext>
            </a:extLst>
          </p:cNvPr>
          <p:cNvSpPr/>
          <p:nvPr/>
        </p:nvSpPr>
        <p:spPr>
          <a:xfrm>
            <a:off x="4627519" y="3548384"/>
            <a:ext cx="439607" cy="405130"/>
          </a:xfrm>
          <a:custGeom>
            <a:avLst/>
            <a:gdLst>
              <a:gd name="connsiteX0" fmla="*/ 321842 w 328671"/>
              <a:gd name="connsiteY0" fmla="*/ 110014 h 302894"/>
              <a:gd name="connsiteX1" fmla="*/ 6830 w 328671"/>
              <a:gd name="connsiteY1" fmla="*/ 110014 h 302894"/>
              <a:gd name="connsiteX2" fmla="*/ 0 w 328671"/>
              <a:gd name="connsiteY2" fmla="*/ 116872 h 302894"/>
              <a:gd name="connsiteX3" fmla="*/ 0 w 328671"/>
              <a:gd name="connsiteY3" fmla="*/ 144208 h 302894"/>
              <a:gd name="connsiteX4" fmla="*/ 6830 w 328671"/>
              <a:gd name="connsiteY4" fmla="*/ 151066 h 302894"/>
              <a:gd name="connsiteX5" fmla="*/ 14418 w 328671"/>
              <a:gd name="connsiteY5" fmla="*/ 151066 h 302894"/>
              <a:gd name="connsiteX6" fmla="*/ 40882 w 328671"/>
              <a:gd name="connsiteY6" fmla="*/ 297180 h 302894"/>
              <a:gd name="connsiteX7" fmla="*/ 47712 w 328671"/>
              <a:gd name="connsiteY7" fmla="*/ 302895 h 302894"/>
              <a:gd name="connsiteX8" fmla="*/ 280580 w 328671"/>
              <a:gd name="connsiteY8" fmla="*/ 302895 h 302894"/>
              <a:gd name="connsiteX9" fmla="*/ 287410 w 328671"/>
              <a:gd name="connsiteY9" fmla="*/ 297180 h 302894"/>
              <a:gd name="connsiteX10" fmla="*/ 313874 w 328671"/>
              <a:gd name="connsiteY10" fmla="*/ 151066 h 302894"/>
              <a:gd name="connsiteX11" fmla="*/ 321842 w 328671"/>
              <a:gd name="connsiteY11" fmla="*/ 151066 h 302894"/>
              <a:gd name="connsiteX12" fmla="*/ 328672 w 328671"/>
              <a:gd name="connsiteY12" fmla="*/ 144208 h 302894"/>
              <a:gd name="connsiteX13" fmla="*/ 328672 w 328671"/>
              <a:gd name="connsiteY13" fmla="*/ 116872 h 302894"/>
              <a:gd name="connsiteX14" fmla="*/ 321842 w 328671"/>
              <a:gd name="connsiteY14" fmla="*/ 110014 h 302894"/>
              <a:gd name="connsiteX15" fmla="*/ 274794 w 328671"/>
              <a:gd name="connsiteY15" fmla="*/ 289179 h 302894"/>
              <a:gd name="connsiteX16" fmla="*/ 53403 w 328671"/>
              <a:gd name="connsiteY16" fmla="*/ 289179 h 302894"/>
              <a:gd name="connsiteX17" fmla="*/ 28267 w 328671"/>
              <a:gd name="connsiteY17" fmla="*/ 151638 h 302894"/>
              <a:gd name="connsiteX18" fmla="*/ 298793 w 328671"/>
              <a:gd name="connsiteY18" fmla="*/ 151638 h 302894"/>
              <a:gd name="connsiteX19" fmla="*/ 274794 w 328671"/>
              <a:gd name="connsiteY19" fmla="*/ 289179 h 302894"/>
              <a:gd name="connsiteX20" fmla="*/ 314918 w 328671"/>
              <a:gd name="connsiteY20" fmla="*/ 137351 h 302894"/>
              <a:gd name="connsiteX21" fmla="*/ 13659 w 328671"/>
              <a:gd name="connsiteY21" fmla="*/ 137351 h 302894"/>
              <a:gd name="connsiteX22" fmla="*/ 13659 w 328671"/>
              <a:gd name="connsiteY22" fmla="*/ 123634 h 302894"/>
              <a:gd name="connsiteX23" fmla="*/ 314918 w 328671"/>
              <a:gd name="connsiteY23" fmla="*/ 123634 h 302894"/>
              <a:gd name="connsiteX24" fmla="*/ 314918 w 328671"/>
              <a:gd name="connsiteY24" fmla="*/ 137351 h 302894"/>
              <a:gd name="connsiteX25" fmla="*/ 42400 w 328671"/>
              <a:gd name="connsiteY25" fmla="*/ 93821 h 302894"/>
              <a:gd name="connsiteX26" fmla="*/ 42400 w 328671"/>
              <a:gd name="connsiteY26" fmla="*/ 84677 h 302894"/>
              <a:gd name="connsiteX27" fmla="*/ 124734 w 328671"/>
              <a:gd name="connsiteY27" fmla="*/ 2667 h 302894"/>
              <a:gd name="connsiteX28" fmla="*/ 135073 w 328671"/>
              <a:gd name="connsiteY28" fmla="*/ 2667 h 302894"/>
              <a:gd name="connsiteX29" fmla="*/ 135073 w 328671"/>
              <a:gd name="connsiteY29" fmla="*/ 11811 h 302894"/>
              <a:gd name="connsiteX30" fmla="*/ 52739 w 328671"/>
              <a:gd name="connsiteY30" fmla="*/ 93821 h 302894"/>
              <a:gd name="connsiteX31" fmla="*/ 48186 w 328671"/>
              <a:gd name="connsiteY31" fmla="*/ 96107 h 302894"/>
              <a:gd name="connsiteX32" fmla="*/ 42495 w 328671"/>
              <a:gd name="connsiteY32" fmla="*/ 93821 h 302894"/>
              <a:gd name="connsiteX33" fmla="*/ 192840 w 328671"/>
              <a:gd name="connsiteY33" fmla="*/ 11716 h 302894"/>
              <a:gd name="connsiteX34" fmla="*/ 192840 w 328671"/>
              <a:gd name="connsiteY34" fmla="*/ 2572 h 302894"/>
              <a:gd name="connsiteX35" fmla="*/ 203179 w 328671"/>
              <a:gd name="connsiteY35" fmla="*/ 2572 h 302894"/>
              <a:gd name="connsiteX36" fmla="*/ 285513 w 328671"/>
              <a:gd name="connsiteY36" fmla="*/ 84582 h 302894"/>
              <a:gd name="connsiteX37" fmla="*/ 285513 w 328671"/>
              <a:gd name="connsiteY37" fmla="*/ 93726 h 302894"/>
              <a:gd name="connsiteX38" fmla="*/ 280960 w 328671"/>
              <a:gd name="connsiteY38" fmla="*/ 96012 h 302894"/>
              <a:gd name="connsiteX39" fmla="*/ 275269 w 328671"/>
              <a:gd name="connsiteY39" fmla="*/ 93726 h 302894"/>
              <a:gd name="connsiteX40" fmla="*/ 192935 w 328671"/>
              <a:gd name="connsiteY40" fmla="*/ 11716 h 302894"/>
              <a:gd name="connsiteX41" fmla="*/ 178232 w 328671"/>
              <a:gd name="connsiteY41" fmla="*/ 254984 h 302894"/>
              <a:gd name="connsiteX42" fmla="*/ 178232 w 328671"/>
              <a:gd name="connsiteY42" fmla="*/ 172022 h 302894"/>
              <a:gd name="connsiteX43" fmla="*/ 185156 w 328671"/>
              <a:gd name="connsiteY43" fmla="*/ 165068 h 302894"/>
              <a:gd name="connsiteX44" fmla="*/ 192081 w 328671"/>
              <a:gd name="connsiteY44" fmla="*/ 172022 h 302894"/>
              <a:gd name="connsiteX45" fmla="*/ 192081 w 328671"/>
              <a:gd name="connsiteY45" fmla="*/ 254984 h 302894"/>
              <a:gd name="connsiteX46" fmla="*/ 185156 w 328671"/>
              <a:gd name="connsiteY46" fmla="*/ 261937 h 302894"/>
              <a:gd name="connsiteX47" fmla="*/ 178232 w 328671"/>
              <a:gd name="connsiteY47" fmla="*/ 254984 h 302894"/>
              <a:gd name="connsiteX48" fmla="*/ 232963 w 328671"/>
              <a:gd name="connsiteY48" fmla="*/ 254984 h 302894"/>
              <a:gd name="connsiteX49" fmla="*/ 232963 w 328671"/>
              <a:gd name="connsiteY49" fmla="*/ 172022 h 302894"/>
              <a:gd name="connsiteX50" fmla="*/ 239888 w 328671"/>
              <a:gd name="connsiteY50" fmla="*/ 165068 h 302894"/>
              <a:gd name="connsiteX51" fmla="*/ 246812 w 328671"/>
              <a:gd name="connsiteY51" fmla="*/ 172022 h 302894"/>
              <a:gd name="connsiteX52" fmla="*/ 246812 w 328671"/>
              <a:gd name="connsiteY52" fmla="*/ 254984 h 302894"/>
              <a:gd name="connsiteX53" fmla="*/ 239888 w 328671"/>
              <a:gd name="connsiteY53" fmla="*/ 261937 h 302894"/>
              <a:gd name="connsiteX54" fmla="*/ 232963 w 328671"/>
              <a:gd name="connsiteY54" fmla="*/ 254984 h 302894"/>
              <a:gd name="connsiteX55" fmla="*/ 137350 w 328671"/>
              <a:gd name="connsiteY55" fmla="*/ 254984 h 302894"/>
              <a:gd name="connsiteX56" fmla="*/ 137350 w 328671"/>
              <a:gd name="connsiteY56" fmla="*/ 172022 h 302894"/>
              <a:gd name="connsiteX57" fmla="*/ 143895 w 328671"/>
              <a:gd name="connsiteY57" fmla="*/ 165068 h 302894"/>
              <a:gd name="connsiteX58" fmla="*/ 150440 w 328671"/>
              <a:gd name="connsiteY58" fmla="*/ 172022 h 302894"/>
              <a:gd name="connsiteX59" fmla="*/ 150440 w 328671"/>
              <a:gd name="connsiteY59" fmla="*/ 254984 h 302894"/>
              <a:gd name="connsiteX60" fmla="*/ 143895 w 328671"/>
              <a:gd name="connsiteY60" fmla="*/ 261937 h 302894"/>
              <a:gd name="connsiteX61" fmla="*/ 137350 w 328671"/>
              <a:gd name="connsiteY61" fmla="*/ 254984 h 302894"/>
              <a:gd name="connsiteX62" fmla="*/ 81765 w 328671"/>
              <a:gd name="connsiteY62" fmla="*/ 254984 h 302894"/>
              <a:gd name="connsiteX63" fmla="*/ 81765 w 328671"/>
              <a:gd name="connsiteY63" fmla="*/ 172022 h 302894"/>
              <a:gd name="connsiteX64" fmla="*/ 88689 w 328671"/>
              <a:gd name="connsiteY64" fmla="*/ 165068 h 302894"/>
              <a:gd name="connsiteX65" fmla="*/ 95614 w 328671"/>
              <a:gd name="connsiteY65" fmla="*/ 172022 h 302894"/>
              <a:gd name="connsiteX66" fmla="*/ 95614 w 328671"/>
              <a:gd name="connsiteY66" fmla="*/ 254984 h 302894"/>
              <a:gd name="connsiteX67" fmla="*/ 88689 w 328671"/>
              <a:gd name="connsiteY67" fmla="*/ 261937 h 302894"/>
              <a:gd name="connsiteX68" fmla="*/ 81765 w 328671"/>
              <a:gd name="connsiteY68" fmla="*/ 254984 h 30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28671" h="302894">
                <a:moveTo>
                  <a:pt x="321842" y="110014"/>
                </a:moveTo>
                <a:lnTo>
                  <a:pt x="6830" y="110014"/>
                </a:lnTo>
                <a:cubicBezTo>
                  <a:pt x="2276" y="110014"/>
                  <a:pt x="0" y="113443"/>
                  <a:pt x="0" y="116872"/>
                </a:cubicBezTo>
                <a:lnTo>
                  <a:pt x="0" y="144208"/>
                </a:lnTo>
                <a:cubicBezTo>
                  <a:pt x="0" y="147637"/>
                  <a:pt x="2276" y="151066"/>
                  <a:pt x="6830" y="151066"/>
                </a:cubicBezTo>
                <a:lnTo>
                  <a:pt x="14418" y="151066"/>
                </a:lnTo>
                <a:cubicBezTo>
                  <a:pt x="16315" y="161735"/>
                  <a:pt x="22386" y="194881"/>
                  <a:pt x="40882" y="297180"/>
                </a:cubicBezTo>
                <a:cubicBezTo>
                  <a:pt x="40882" y="300609"/>
                  <a:pt x="44297" y="302895"/>
                  <a:pt x="47712" y="302895"/>
                </a:cubicBezTo>
                <a:lnTo>
                  <a:pt x="280580" y="302895"/>
                </a:lnTo>
                <a:cubicBezTo>
                  <a:pt x="283995" y="302895"/>
                  <a:pt x="286272" y="300609"/>
                  <a:pt x="287410" y="297180"/>
                </a:cubicBezTo>
                <a:cubicBezTo>
                  <a:pt x="287410" y="297180"/>
                  <a:pt x="296231" y="248476"/>
                  <a:pt x="313874" y="151066"/>
                </a:cubicBezTo>
                <a:lnTo>
                  <a:pt x="321842" y="151066"/>
                </a:lnTo>
                <a:cubicBezTo>
                  <a:pt x="325257" y="151066"/>
                  <a:pt x="328672" y="147637"/>
                  <a:pt x="328672" y="144208"/>
                </a:cubicBezTo>
                <a:lnTo>
                  <a:pt x="328672" y="116872"/>
                </a:lnTo>
                <a:cubicBezTo>
                  <a:pt x="328672" y="113443"/>
                  <a:pt x="325257" y="110014"/>
                  <a:pt x="321842" y="110014"/>
                </a:cubicBezTo>
                <a:close/>
                <a:moveTo>
                  <a:pt x="274794" y="289179"/>
                </a:moveTo>
                <a:lnTo>
                  <a:pt x="53403" y="289179"/>
                </a:lnTo>
                <a:lnTo>
                  <a:pt x="28267" y="151638"/>
                </a:lnTo>
                <a:lnTo>
                  <a:pt x="298793" y="151638"/>
                </a:lnTo>
                <a:lnTo>
                  <a:pt x="274794" y="289179"/>
                </a:lnTo>
                <a:close/>
                <a:moveTo>
                  <a:pt x="314918" y="137351"/>
                </a:moveTo>
                <a:lnTo>
                  <a:pt x="13659" y="137351"/>
                </a:lnTo>
                <a:lnTo>
                  <a:pt x="13659" y="123634"/>
                </a:lnTo>
                <a:lnTo>
                  <a:pt x="314918" y="123634"/>
                </a:lnTo>
                <a:lnTo>
                  <a:pt x="314918" y="137351"/>
                </a:lnTo>
                <a:close/>
                <a:moveTo>
                  <a:pt x="42400" y="93821"/>
                </a:moveTo>
                <a:cubicBezTo>
                  <a:pt x="40124" y="91535"/>
                  <a:pt x="40124" y="86963"/>
                  <a:pt x="42400" y="84677"/>
                </a:cubicBezTo>
                <a:lnTo>
                  <a:pt x="124734" y="2667"/>
                </a:lnTo>
                <a:cubicBezTo>
                  <a:pt x="128149" y="-762"/>
                  <a:pt x="132702" y="-762"/>
                  <a:pt x="135073" y="2667"/>
                </a:cubicBezTo>
                <a:cubicBezTo>
                  <a:pt x="137350" y="4953"/>
                  <a:pt x="137350" y="9525"/>
                  <a:pt x="135073" y="11811"/>
                </a:cubicBezTo>
                <a:lnTo>
                  <a:pt x="52739" y="93821"/>
                </a:lnTo>
                <a:cubicBezTo>
                  <a:pt x="51601" y="94964"/>
                  <a:pt x="49324" y="96107"/>
                  <a:pt x="48186" y="96107"/>
                </a:cubicBezTo>
                <a:cubicBezTo>
                  <a:pt x="45910" y="96107"/>
                  <a:pt x="44771" y="94964"/>
                  <a:pt x="42495" y="93821"/>
                </a:cubicBezTo>
                <a:close/>
                <a:moveTo>
                  <a:pt x="192840" y="11716"/>
                </a:moveTo>
                <a:cubicBezTo>
                  <a:pt x="190563" y="9430"/>
                  <a:pt x="190563" y="4858"/>
                  <a:pt x="192840" y="2572"/>
                </a:cubicBezTo>
                <a:cubicBezTo>
                  <a:pt x="196254" y="-857"/>
                  <a:pt x="200808" y="-857"/>
                  <a:pt x="203179" y="2572"/>
                </a:cubicBezTo>
                <a:lnTo>
                  <a:pt x="285513" y="84582"/>
                </a:lnTo>
                <a:cubicBezTo>
                  <a:pt x="287789" y="86868"/>
                  <a:pt x="287789" y="91440"/>
                  <a:pt x="285513" y="93726"/>
                </a:cubicBezTo>
                <a:cubicBezTo>
                  <a:pt x="284375" y="94869"/>
                  <a:pt x="282098" y="96012"/>
                  <a:pt x="280960" y="96012"/>
                </a:cubicBezTo>
                <a:cubicBezTo>
                  <a:pt x="278683" y="96012"/>
                  <a:pt x="277545" y="94869"/>
                  <a:pt x="275269" y="93726"/>
                </a:cubicBezTo>
                <a:lnTo>
                  <a:pt x="192935" y="11716"/>
                </a:lnTo>
                <a:close/>
                <a:moveTo>
                  <a:pt x="178232" y="254984"/>
                </a:moveTo>
                <a:lnTo>
                  <a:pt x="178232" y="172022"/>
                </a:lnTo>
                <a:cubicBezTo>
                  <a:pt x="178232" y="168593"/>
                  <a:pt x="180509" y="165068"/>
                  <a:pt x="185156" y="165068"/>
                </a:cubicBezTo>
                <a:cubicBezTo>
                  <a:pt x="188666" y="165068"/>
                  <a:pt x="192081" y="168497"/>
                  <a:pt x="192081" y="172022"/>
                </a:cubicBezTo>
                <a:lnTo>
                  <a:pt x="192081" y="254984"/>
                </a:lnTo>
                <a:cubicBezTo>
                  <a:pt x="192081" y="258413"/>
                  <a:pt x="188571" y="261937"/>
                  <a:pt x="185156" y="261937"/>
                </a:cubicBezTo>
                <a:cubicBezTo>
                  <a:pt x="180509" y="261937"/>
                  <a:pt x="178232" y="258508"/>
                  <a:pt x="178232" y="254984"/>
                </a:cubicBezTo>
                <a:close/>
                <a:moveTo>
                  <a:pt x="232963" y="254984"/>
                </a:moveTo>
                <a:lnTo>
                  <a:pt x="232963" y="172022"/>
                </a:lnTo>
                <a:cubicBezTo>
                  <a:pt x="232963" y="168593"/>
                  <a:pt x="235240" y="165068"/>
                  <a:pt x="239888" y="165068"/>
                </a:cubicBezTo>
                <a:cubicBezTo>
                  <a:pt x="243397" y="165068"/>
                  <a:pt x="246812" y="168497"/>
                  <a:pt x="246812" y="172022"/>
                </a:cubicBezTo>
                <a:lnTo>
                  <a:pt x="246812" y="254984"/>
                </a:lnTo>
                <a:cubicBezTo>
                  <a:pt x="246812" y="258413"/>
                  <a:pt x="243302" y="261937"/>
                  <a:pt x="239888" y="261937"/>
                </a:cubicBezTo>
                <a:cubicBezTo>
                  <a:pt x="235240" y="261937"/>
                  <a:pt x="232963" y="258508"/>
                  <a:pt x="232963" y="254984"/>
                </a:cubicBezTo>
                <a:close/>
                <a:moveTo>
                  <a:pt x="137350" y="254984"/>
                </a:moveTo>
                <a:lnTo>
                  <a:pt x="137350" y="172022"/>
                </a:lnTo>
                <a:cubicBezTo>
                  <a:pt x="137350" y="168593"/>
                  <a:pt x="139531" y="165068"/>
                  <a:pt x="143895" y="165068"/>
                </a:cubicBezTo>
                <a:cubicBezTo>
                  <a:pt x="147215" y="165068"/>
                  <a:pt x="150440" y="168497"/>
                  <a:pt x="150440" y="172022"/>
                </a:cubicBezTo>
                <a:lnTo>
                  <a:pt x="150440" y="254984"/>
                </a:lnTo>
                <a:cubicBezTo>
                  <a:pt x="150440" y="258413"/>
                  <a:pt x="147120" y="261937"/>
                  <a:pt x="143895" y="261937"/>
                </a:cubicBezTo>
                <a:cubicBezTo>
                  <a:pt x="139531" y="261937"/>
                  <a:pt x="137350" y="258508"/>
                  <a:pt x="137350" y="254984"/>
                </a:cubicBezTo>
                <a:close/>
                <a:moveTo>
                  <a:pt x="81765" y="254984"/>
                </a:moveTo>
                <a:lnTo>
                  <a:pt x="81765" y="172022"/>
                </a:lnTo>
                <a:cubicBezTo>
                  <a:pt x="81765" y="168593"/>
                  <a:pt x="84041" y="165068"/>
                  <a:pt x="88689" y="165068"/>
                </a:cubicBezTo>
                <a:cubicBezTo>
                  <a:pt x="92199" y="165068"/>
                  <a:pt x="95614" y="168497"/>
                  <a:pt x="95614" y="172022"/>
                </a:cubicBezTo>
                <a:lnTo>
                  <a:pt x="95614" y="254984"/>
                </a:lnTo>
                <a:cubicBezTo>
                  <a:pt x="95614" y="258413"/>
                  <a:pt x="92104" y="261937"/>
                  <a:pt x="88689" y="261937"/>
                </a:cubicBezTo>
                <a:cubicBezTo>
                  <a:pt x="84041" y="261937"/>
                  <a:pt x="81765" y="258508"/>
                  <a:pt x="81765" y="25498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6" name="Graphic 164">
            <a:extLst>
              <a:ext uri="{FF2B5EF4-FFF2-40B4-BE49-F238E27FC236}">
                <a16:creationId xmlns:a16="http://schemas.microsoft.com/office/drawing/2014/main" id="{1B6EF683-DC1D-B2FB-52C2-FDF0A90E1483}"/>
              </a:ext>
            </a:extLst>
          </p:cNvPr>
          <p:cNvSpPr/>
          <p:nvPr/>
        </p:nvSpPr>
        <p:spPr>
          <a:xfrm>
            <a:off x="5550032" y="2831896"/>
            <a:ext cx="347073" cy="465455"/>
          </a:xfrm>
          <a:custGeom>
            <a:avLst/>
            <a:gdLst>
              <a:gd name="connsiteX0" fmla="*/ 260092 w 260091"/>
              <a:gd name="connsiteY0" fmla="*/ 94393 h 348805"/>
              <a:gd name="connsiteX1" fmla="*/ 260092 w 260091"/>
              <a:gd name="connsiteY1" fmla="*/ 94298 h 348805"/>
              <a:gd name="connsiteX2" fmla="*/ 258859 w 260091"/>
              <a:gd name="connsiteY2" fmla="*/ 88487 h 348805"/>
              <a:gd name="connsiteX3" fmla="*/ 172161 w 260091"/>
              <a:gd name="connsiteY3" fmla="*/ 1238 h 348805"/>
              <a:gd name="connsiteX4" fmla="*/ 166186 w 260091"/>
              <a:gd name="connsiteY4" fmla="*/ 0 h 348805"/>
              <a:gd name="connsiteX5" fmla="*/ 166186 w 260091"/>
              <a:gd name="connsiteY5" fmla="*/ 0 h 348805"/>
              <a:gd name="connsiteX6" fmla="*/ 166186 w 260091"/>
              <a:gd name="connsiteY6" fmla="*/ 0 h 348805"/>
              <a:gd name="connsiteX7" fmla="*/ 166186 w 260091"/>
              <a:gd name="connsiteY7" fmla="*/ 0 h 348805"/>
              <a:gd name="connsiteX8" fmla="*/ 7209 w 260091"/>
              <a:gd name="connsiteY8" fmla="*/ 0 h 348805"/>
              <a:gd name="connsiteX9" fmla="*/ 0 w 260091"/>
              <a:gd name="connsiteY9" fmla="*/ 7239 h 348805"/>
              <a:gd name="connsiteX10" fmla="*/ 0 w 260091"/>
              <a:gd name="connsiteY10" fmla="*/ 341567 h 348805"/>
              <a:gd name="connsiteX11" fmla="*/ 7209 w 260091"/>
              <a:gd name="connsiteY11" fmla="*/ 348806 h 348805"/>
              <a:gd name="connsiteX12" fmla="*/ 252883 w 260091"/>
              <a:gd name="connsiteY12" fmla="*/ 348806 h 348805"/>
              <a:gd name="connsiteX13" fmla="*/ 260092 w 260091"/>
              <a:gd name="connsiteY13" fmla="*/ 341567 h 348805"/>
              <a:gd name="connsiteX14" fmla="*/ 260092 w 260091"/>
              <a:gd name="connsiteY14" fmla="*/ 94488 h 348805"/>
              <a:gd name="connsiteX15" fmla="*/ 260092 w 260091"/>
              <a:gd name="connsiteY15" fmla="*/ 94298 h 348805"/>
              <a:gd name="connsiteX16" fmla="*/ 260092 w 260091"/>
              <a:gd name="connsiteY16" fmla="*/ 94298 h 348805"/>
              <a:gd name="connsiteX17" fmla="*/ 173395 w 260091"/>
              <a:gd name="connsiteY17" fmla="*/ 24384 h 348805"/>
              <a:gd name="connsiteX18" fmla="*/ 235809 w 260091"/>
              <a:gd name="connsiteY18" fmla="*/ 87154 h 348805"/>
              <a:gd name="connsiteX19" fmla="*/ 173395 w 260091"/>
              <a:gd name="connsiteY19" fmla="*/ 87154 h 348805"/>
              <a:gd name="connsiteX20" fmla="*/ 173395 w 260091"/>
              <a:gd name="connsiteY20" fmla="*/ 24384 h 348805"/>
              <a:gd name="connsiteX21" fmla="*/ 14323 w 260091"/>
              <a:gd name="connsiteY21" fmla="*/ 334423 h 348805"/>
              <a:gd name="connsiteX22" fmla="*/ 14323 w 260091"/>
              <a:gd name="connsiteY22" fmla="*/ 14669 h 348805"/>
              <a:gd name="connsiteX23" fmla="*/ 158882 w 260091"/>
              <a:gd name="connsiteY23" fmla="*/ 14669 h 348805"/>
              <a:gd name="connsiteX24" fmla="*/ 158882 w 260091"/>
              <a:gd name="connsiteY24" fmla="*/ 94393 h 348805"/>
              <a:gd name="connsiteX25" fmla="*/ 166091 w 260091"/>
              <a:gd name="connsiteY25" fmla="*/ 101632 h 348805"/>
              <a:gd name="connsiteX26" fmla="*/ 245579 w 260091"/>
              <a:gd name="connsiteY26" fmla="*/ 101632 h 348805"/>
              <a:gd name="connsiteX27" fmla="*/ 245579 w 260091"/>
              <a:gd name="connsiteY27" fmla="*/ 334423 h 348805"/>
              <a:gd name="connsiteX28" fmla="*/ 14323 w 260091"/>
              <a:gd name="connsiteY28" fmla="*/ 334423 h 348805"/>
              <a:gd name="connsiteX29" fmla="*/ 57767 w 260091"/>
              <a:gd name="connsiteY29" fmla="*/ 108966 h 348805"/>
              <a:gd name="connsiteX30" fmla="*/ 64976 w 260091"/>
              <a:gd name="connsiteY30" fmla="*/ 101632 h 348805"/>
              <a:gd name="connsiteX31" fmla="*/ 129667 w 260091"/>
              <a:gd name="connsiteY31" fmla="*/ 101632 h 348805"/>
              <a:gd name="connsiteX32" fmla="*/ 136875 w 260091"/>
              <a:gd name="connsiteY32" fmla="*/ 108966 h 348805"/>
              <a:gd name="connsiteX33" fmla="*/ 129667 w 260091"/>
              <a:gd name="connsiteY33" fmla="*/ 116300 h 348805"/>
              <a:gd name="connsiteX34" fmla="*/ 64976 w 260091"/>
              <a:gd name="connsiteY34" fmla="*/ 116300 h 348805"/>
              <a:gd name="connsiteX35" fmla="*/ 57767 w 260091"/>
              <a:gd name="connsiteY35" fmla="*/ 108966 h 348805"/>
              <a:gd name="connsiteX36" fmla="*/ 202136 w 260091"/>
              <a:gd name="connsiteY36" fmla="*/ 152781 h 348805"/>
              <a:gd name="connsiteX37" fmla="*/ 194927 w 260091"/>
              <a:gd name="connsiteY37" fmla="*/ 159734 h 348805"/>
              <a:gd name="connsiteX38" fmla="*/ 64976 w 260091"/>
              <a:gd name="connsiteY38" fmla="*/ 159734 h 348805"/>
              <a:gd name="connsiteX39" fmla="*/ 57767 w 260091"/>
              <a:gd name="connsiteY39" fmla="*/ 152781 h 348805"/>
              <a:gd name="connsiteX40" fmla="*/ 64976 w 260091"/>
              <a:gd name="connsiteY40" fmla="*/ 145828 h 348805"/>
              <a:gd name="connsiteX41" fmla="*/ 194927 w 260091"/>
              <a:gd name="connsiteY41" fmla="*/ 145828 h 348805"/>
              <a:gd name="connsiteX42" fmla="*/ 202136 w 260091"/>
              <a:gd name="connsiteY42" fmla="*/ 152781 h 348805"/>
              <a:gd name="connsiteX43" fmla="*/ 202136 w 260091"/>
              <a:gd name="connsiteY43" fmla="*/ 196596 h 348805"/>
              <a:gd name="connsiteX44" fmla="*/ 194927 w 260091"/>
              <a:gd name="connsiteY44" fmla="*/ 203930 h 348805"/>
              <a:gd name="connsiteX45" fmla="*/ 64976 w 260091"/>
              <a:gd name="connsiteY45" fmla="*/ 203930 h 348805"/>
              <a:gd name="connsiteX46" fmla="*/ 57767 w 260091"/>
              <a:gd name="connsiteY46" fmla="*/ 196596 h 348805"/>
              <a:gd name="connsiteX47" fmla="*/ 64976 w 260091"/>
              <a:gd name="connsiteY47" fmla="*/ 189262 h 348805"/>
              <a:gd name="connsiteX48" fmla="*/ 194927 w 260091"/>
              <a:gd name="connsiteY48" fmla="*/ 189262 h 348805"/>
              <a:gd name="connsiteX49" fmla="*/ 202136 w 260091"/>
              <a:gd name="connsiteY49" fmla="*/ 196596 h 348805"/>
              <a:gd name="connsiteX50" fmla="*/ 202136 w 260091"/>
              <a:gd name="connsiteY50" fmla="*/ 240030 h 348805"/>
              <a:gd name="connsiteX51" fmla="*/ 194927 w 260091"/>
              <a:gd name="connsiteY51" fmla="*/ 247364 h 348805"/>
              <a:gd name="connsiteX52" fmla="*/ 64976 w 260091"/>
              <a:gd name="connsiteY52" fmla="*/ 247364 h 348805"/>
              <a:gd name="connsiteX53" fmla="*/ 57767 w 260091"/>
              <a:gd name="connsiteY53" fmla="*/ 240030 h 348805"/>
              <a:gd name="connsiteX54" fmla="*/ 64976 w 260091"/>
              <a:gd name="connsiteY54" fmla="*/ 232696 h 348805"/>
              <a:gd name="connsiteX55" fmla="*/ 194927 w 260091"/>
              <a:gd name="connsiteY55" fmla="*/ 232696 h 348805"/>
              <a:gd name="connsiteX56" fmla="*/ 202136 w 260091"/>
              <a:gd name="connsiteY56" fmla="*/ 240030 h 348805"/>
              <a:gd name="connsiteX57" fmla="*/ 202136 w 260091"/>
              <a:gd name="connsiteY57" fmla="*/ 283369 h 348805"/>
              <a:gd name="connsiteX58" fmla="*/ 194927 w 260091"/>
              <a:gd name="connsiteY58" fmla="*/ 290703 h 348805"/>
              <a:gd name="connsiteX59" fmla="*/ 64976 w 260091"/>
              <a:gd name="connsiteY59" fmla="*/ 290703 h 348805"/>
              <a:gd name="connsiteX60" fmla="*/ 57767 w 260091"/>
              <a:gd name="connsiteY60" fmla="*/ 283369 h 348805"/>
              <a:gd name="connsiteX61" fmla="*/ 64976 w 260091"/>
              <a:gd name="connsiteY61" fmla="*/ 276035 h 348805"/>
              <a:gd name="connsiteX62" fmla="*/ 194927 w 260091"/>
              <a:gd name="connsiteY62" fmla="*/ 276035 h 348805"/>
              <a:gd name="connsiteX63" fmla="*/ 202136 w 260091"/>
              <a:gd name="connsiteY63" fmla="*/ 283369 h 348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60091" h="348805">
                <a:moveTo>
                  <a:pt x="260092" y="94393"/>
                </a:moveTo>
                <a:cubicBezTo>
                  <a:pt x="260092" y="94393"/>
                  <a:pt x="260092" y="94393"/>
                  <a:pt x="260092" y="94298"/>
                </a:cubicBezTo>
                <a:cubicBezTo>
                  <a:pt x="260092" y="92107"/>
                  <a:pt x="260092" y="90869"/>
                  <a:pt x="258859" y="88487"/>
                </a:cubicBezTo>
                <a:lnTo>
                  <a:pt x="172161" y="1238"/>
                </a:lnTo>
                <a:cubicBezTo>
                  <a:pt x="170928" y="0"/>
                  <a:pt x="168557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lnTo>
                  <a:pt x="7209" y="0"/>
                </a:lnTo>
                <a:cubicBezTo>
                  <a:pt x="3605" y="0"/>
                  <a:pt x="0" y="2381"/>
                  <a:pt x="0" y="7239"/>
                </a:cubicBezTo>
                <a:lnTo>
                  <a:pt x="0" y="341567"/>
                </a:lnTo>
                <a:cubicBezTo>
                  <a:pt x="0" y="345186"/>
                  <a:pt x="3605" y="348806"/>
                  <a:pt x="7209" y="348806"/>
                </a:cubicBezTo>
                <a:lnTo>
                  <a:pt x="252883" y="348806"/>
                </a:lnTo>
                <a:cubicBezTo>
                  <a:pt x="257720" y="348806"/>
                  <a:pt x="260092" y="345186"/>
                  <a:pt x="260092" y="341567"/>
                </a:cubicBezTo>
                <a:lnTo>
                  <a:pt x="260092" y="94488"/>
                </a:lnTo>
                <a:cubicBezTo>
                  <a:pt x="260092" y="94488"/>
                  <a:pt x="260092" y="94488"/>
                  <a:pt x="260092" y="94298"/>
                </a:cubicBezTo>
                <a:cubicBezTo>
                  <a:pt x="260092" y="94298"/>
                  <a:pt x="260092" y="94298"/>
                  <a:pt x="260092" y="94298"/>
                </a:cubicBezTo>
                <a:close/>
                <a:moveTo>
                  <a:pt x="173395" y="24384"/>
                </a:moveTo>
                <a:cubicBezTo>
                  <a:pt x="182595" y="33623"/>
                  <a:pt x="200713" y="51816"/>
                  <a:pt x="235809" y="87154"/>
                </a:cubicBezTo>
                <a:lnTo>
                  <a:pt x="173395" y="87154"/>
                </a:lnTo>
                <a:lnTo>
                  <a:pt x="173395" y="24384"/>
                </a:lnTo>
                <a:close/>
                <a:moveTo>
                  <a:pt x="14323" y="334423"/>
                </a:moveTo>
                <a:lnTo>
                  <a:pt x="14323" y="14669"/>
                </a:lnTo>
                <a:lnTo>
                  <a:pt x="158882" y="14669"/>
                </a:lnTo>
                <a:lnTo>
                  <a:pt x="158882" y="94393"/>
                </a:lnTo>
                <a:cubicBezTo>
                  <a:pt x="158882" y="98012"/>
                  <a:pt x="162486" y="101632"/>
                  <a:pt x="166091" y="101632"/>
                </a:cubicBezTo>
                <a:lnTo>
                  <a:pt x="245579" y="101632"/>
                </a:lnTo>
                <a:lnTo>
                  <a:pt x="245579" y="334423"/>
                </a:lnTo>
                <a:lnTo>
                  <a:pt x="14323" y="334423"/>
                </a:lnTo>
                <a:close/>
                <a:moveTo>
                  <a:pt x="57767" y="108966"/>
                </a:moveTo>
                <a:cubicBezTo>
                  <a:pt x="57767" y="104013"/>
                  <a:pt x="61371" y="101632"/>
                  <a:pt x="64976" y="101632"/>
                </a:cubicBezTo>
                <a:lnTo>
                  <a:pt x="129667" y="101632"/>
                </a:lnTo>
                <a:cubicBezTo>
                  <a:pt x="134504" y="101632"/>
                  <a:pt x="136875" y="104108"/>
                  <a:pt x="136875" y="108966"/>
                </a:cubicBezTo>
                <a:cubicBezTo>
                  <a:pt x="136875" y="112681"/>
                  <a:pt x="134504" y="116300"/>
                  <a:pt x="129667" y="116300"/>
                </a:cubicBezTo>
                <a:lnTo>
                  <a:pt x="64976" y="116300"/>
                </a:lnTo>
                <a:cubicBezTo>
                  <a:pt x="61371" y="116300"/>
                  <a:pt x="57767" y="112586"/>
                  <a:pt x="57767" y="108966"/>
                </a:cubicBezTo>
                <a:close/>
                <a:moveTo>
                  <a:pt x="202136" y="152781"/>
                </a:moveTo>
                <a:cubicBezTo>
                  <a:pt x="202136" y="156305"/>
                  <a:pt x="199764" y="159734"/>
                  <a:pt x="194927" y="159734"/>
                </a:cubicBezTo>
                <a:lnTo>
                  <a:pt x="64976" y="159734"/>
                </a:lnTo>
                <a:cubicBezTo>
                  <a:pt x="61371" y="159734"/>
                  <a:pt x="57767" y="156210"/>
                  <a:pt x="57767" y="152781"/>
                </a:cubicBezTo>
                <a:cubicBezTo>
                  <a:pt x="57767" y="148114"/>
                  <a:pt x="61371" y="145828"/>
                  <a:pt x="64976" y="145828"/>
                </a:cubicBezTo>
                <a:lnTo>
                  <a:pt x="194927" y="145828"/>
                </a:lnTo>
                <a:cubicBezTo>
                  <a:pt x="199764" y="145828"/>
                  <a:pt x="202136" y="148114"/>
                  <a:pt x="202136" y="152781"/>
                </a:cubicBezTo>
                <a:close/>
                <a:moveTo>
                  <a:pt x="202136" y="196596"/>
                </a:moveTo>
                <a:cubicBezTo>
                  <a:pt x="202136" y="200311"/>
                  <a:pt x="199764" y="203930"/>
                  <a:pt x="194927" y="203930"/>
                </a:cubicBezTo>
                <a:lnTo>
                  <a:pt x="64976" y="203930"/>
                </a:lnTo>
                <a:cubicBezTo>
                  <a:pt x="61371" y="203930"/>
                  <a:pt x="57767" y="200216"/>
                  <a:pt x="57767" y="196596"/>
                </a:cubicBezTo>
                <a:cubicBezTo>
                  <a:pt x="57767" y="191643"/>
                  <a:pt x="61371" y="189262"/>
                  <a:pt x="64976" y="189262"/>
                </a:cubicBezTo>
                <a:lnTo>
                  <a:pt x="194927" y="189262"/>
                </a:lnTo>
                <a:cubicBezTo>
                  <a:pt x="199764" y="189262"/>
                  <a:pt x="202136" y="191738"/>
                  <a:pt x="202136" y="196596"/>
                </a:cubicBezTo>
                <a:close/>
                <a:moveTo>
                  <a:pt x="202136" y="240030"/>
                </a:moveTo>
                <a:cubicBezTo>
                  <a:pt x="202136" y="243745"/>
                  <a:pt x="199764" y="247364"/>
                  <a:pt x="194927" y="247364"/>
                </a:cubicBezTo>
                <a:lnTo>
                  <a:pt x="64976" y="247364"/>
                </a:lnTo>
                <a:cubicBezTo>
                  <a:pt x="61371" y="247364"/>
                  <a:pt x="57767" y="243650"/>
                  <a:pt x="57767" y="240030"/>
                </a:cubicBezTo>
                <a:cubicBezTo>
                  <a:pt x="57767" y="235077"/>
                  <a:pt x="61371" y="232696"/>
                  <a:pt x="64976" y="232696"/>
                </a:cubicBezTo>
                <a:lnTo>
                  <a:pt x="194927" y="232696"/>
                </a:lnTo>
                <a:cubicBezTo>
                  <a:pt x="199764" y="232696"/>
                  <a:pt x="202136" y="235172"/>
                  <a:pt x="202136" y="240030"/>
                </a:cubicBezTo>
                <a:close/>
                <a:moveTo>
                  <a:pt x="202136" y="283369"/>
                </a:moveTo>
                <a:cubicBezTo>
                  <a:pt x="202136" y="287084"/>
                  <a:pt x="199764" y="290703"/>
                  <a:pt x="194927" y="290703"/>
                </a:cubicBezTo>
                <a:lnTo>
                  <a:pt x="64976" y="290703"/>
                </a:lnTo>
                <a:cubicBezTo>
                  <a:pt x="61371" y="290703"/>
                  <a:pt x="57767" y="286988"/>
                  <a:pt x="57767" y="283369"/>
                </a:cubicBezTo>
                <a:cubicBezTo>
                  <a:pt x="57767" y="278416"/>
                  <a:pt x="61371" y="276035"/>
                  <a:pt x="64976" y="276035"/>
                </a:cubicBezTo>
                <a:lnTo>
                  <a:pt x="194927" y="276035"/>
                </a:lnTo>
                <a:cubicBezTo>
                  <a:pt x="199764" y="276035"/>
                  <a:pt x="202136" y="278511"/>
                  <a:pt x="202136" y="28336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7" name="Graphic 164">
            <a:extLst>
              <a:ext uri="{FF2B5EF4-FFF2-40B4-BE49-F238E27FC236}">
                <a16:creationId xmlns:a16="http://schemas.microsoft.com/office/drawing/2014/main" id="{39397AF9-76CF-F42E-3986-885B86D468A1}"/>
              </a:ext>
            </a:extLst>
          </p:cNvPr>
          <p:cNvSpPr/>
          <p:nvPr/>
        </p:nvSpPr>
        <p:spPr>
          <a:xfrm>
            <a:off x="6308857" y="2831896"/>
            <a:ext cx="347073" cy="465455"/>
          </a:xfrm>
          <a:custGeom>
            <a:avLst/>
            <a:gdLst>
              <a:gd name="connsiteX0" fmla="*/ 260092 w 260091"/>
              <a:gd name="connsiteY0" fmla="*/ 94393 h 348805"/>
              <a:gd name="connsiteX1" fmla="*/ 260092 w 260091"/>
              <a:gd name="connsiteY1" fmla="*/ 94298 h 348805"/>
              <a:gd name="connsiteX2" fmla="*/ 258859 w 260091"/>
              <a:gd name="connsiteY2" fmla="*/ 88487 h 348805"/>
              <a:gd name="connsiteX3" fmla="*/ 172161 w 260091"/>
              <a:gd name="connsiteY3" fmla="*/ 1238 h 348805"/>
              <a:gd name="connsiteX4" fmla="*/ 166186 w 260091"/>
              <a:gd name="connsiteY4" fmla="*/ 0 h 348805"/>
              <a:gd name="connsiteX5" fmla="*/ 166186 w 260091"/>
              <a:gd name="connsiteY5" fmla="*/ 0 h 348805"/>
              <a:gd name="connsiteX6" fmla="*/ 166186 w 260091"/>
              <a:gd name="connsiteY6" fmla="*/ 0 h 348805"/>
              <a:gd name="connsiteX7" fmla="*/ 166186 w 260091"/>
              <a:gd name="connsiteY7" fmla="*/ 0 h 348805"/>
              <a:gd name="connsiteX8" fmla="*/ 7209 w 260091"/>
              <a:gd name="connsiteY8" fmla="*/ 0 h 348805"/>
              <a:gd name="connsiteX9" fmla="*/ 0 w 260091"/>
              <a:gd name="connsiteY9" fmla="*/ 7239 h 348805"/>
              <a:gd name="connsiteX10" fmla="*/ 0 w 260091"/>
              <a:gd name="connsiteY10" fmla="*/ 341567 h 348805"/>
              <a:gd name="connsiteX11" fmla="*/ 7209 w 260091"/>
              <a:gd name="connsiteY11" fmla="*/ 348806 h 348805"/>
              <a:gd name="connsiteX12" fmla="*/ 252883 w 260091"/>
              <a:gd name="connsiteY12" fmla="*/ 348806 h 348805"/>
              <a:gd name="connsiteX13" fmla="*/ 260092 w 260091"/>
              <a:gd name="connsiteY13" fmla="*/ 341567 h 348805"/>
              <a:gd name="connsiteX14" fmla="*/ 260092 w 260091"/>
              <a:gd name="connsiteY14" fmla="*/ 94488 h 348805"/>
              <a:gd name="connsiteX15" fmla="*/ 260092 w 260091"/>
              <a:gd name="connsiteY15" fmla="*/ 94298 h 348805"/>
              <a:gd name="connsiteX16" fmla="*/ 260092 w 260091"/>
              <a:gd name="connsiteY16" fmla="*/ 94298 h 348805"/>
              <a:gd name="connsiteX17" fmla="*/ 173395 w 260091"/>
              <a:gd name="connsiteY17" fmla="*/ 24384 h 348805"/>
              <a:gd name="connsiteX18" fmla="*/ 235809 w 260091"/>
              <a:gd name="connsiteY18" fmla="*/ 87154 h 348805"/>
              <a:gd name="connsiteX19" fmla="*/ 173395 w 260091"/>
              <a:gd name="connsiteY19" fmla="*/ 87154 h 348805"/>
              <a:gd name="connsiteX20" fmla="*/ 173395 w 260091"/>
              <a:gd name="connsiteY20" fmla="*/ 24384 h 348805"/>
              <a:gd name="connsiteX21" fmla="*/ 14323 w 260091"/>
              <a:gd name="connsiteY21" fmla="*/ 334423 h 348805"/>
              <a:gd name="connsiteX22" fmla="*/ 14323 w 260091"/>
              <a:gd name="connsiteY22" fmla="*/ 14669 h 348805"/>
              <a:gd name="connsiteX23" fmla="*/ 158882 w 260091"/>
              <a:gd name="connsiteY23" fmla="*/ 14669 h 348805"/>
              <a:gd name="connsiteX24" fmla="*/ 158882 w 260091"/>
              <a:gd name="connsiteY24" fmla="*/ 94393 h 348805"/>
              <a:gd name="connsiteX25" fmla="*/ 166091 w 260091"/>
              <a:gd name="connsiteY25" fmla="*/ 101632 h 348805"/>
              <a:gd name="connsiteX26" fmla="*/ 245579 w 260091"/>
              <a:gd name="connsiteY26" fmla="*/ 101632 h 348805"/>
              <a:gd name="connsiteX27" fmla="*/ 245579 w 260091"/>
              <a:gd name="connsiteY27" fmla="*/ 334423 h 348805"/>
              <a:gd name="connsiteX28" fmla="*/ 14323 w 260091"/>
              <a:gd name="connsiteY28" fmla="*/ 334423 h 348805"/>
              <a:gd name="connsiteX29" fmla="*/ 57767 w 260091"/>
              <a:gd name="connsiteY29" fmla="*/ 108966 h 348805"/>
              <a:gd name="connsiteX30" fmla="*/ 64976 w 260091"/>
              <a:gd name="connsiteY30" fmla="*/ 101632 h 348805"/>
              <a:gd name="connsiteX31" fmla="*/ 129667 w 260091"/>
              <a:gd name="connsiteY31" fmla="*/ 101632 h 348805"/>
              <a:gd name="connsiteX32" fmla="*/ 136875 w 260091"/>
              <a:gd name="connsiteY32" fmla="*/ 108966 h 348805"/>
              <a:gd name="connsiteX33" fmla="*/ 129667 w 260091"/>
              <a:gd name="connsiteY33" fmla="*/ 116300 h 348805"/>
              <a:gd name="connsiteX34" fmla="*/ 64976 w 260091"/>
              <a:gd name="connsiteY34" fmla="*/ 116300 h 348805"/>
              <a:gd name="connsiteX35" fmla="*/ 57767 w 260091"/>
              <a:gd name="connsiteY35" fmla="*/ 108966 h 348805"/>
              <a:gd name="connsiteX36" fmla="*/ 202136 w 260091"/>
              <a:gd name="connsiteY36" fmla="*/ 152781 h 348805"/>
              <a:gd name="connsiteX37" fmla="*/ 194927 w 260091"/>
              <a:gd name="connsiteY37" fmla="*/ 159734 h 348805"/>
              <a:gd name="connsiteX38" fmla="*/ 64976 w 260091"/>
              <a:gd name="connsiteY38" fmla="*/ 159734 h 348805"/>
              <a:gd name="connsiteX39" fmla="*/ 57767 w 260091"/>
              <a:gd name="connsiteY39" fmla="*/ 152781 h 348805"/>
              <a:gd name="connsiteX40" fmla="*/ 64976 w 260091"/>
              <a:gd name="connsiteY40" fmla="*/ 145828 h 348805"/>
              <a:gd name="connsiteX41" fmla="*/ 194927 w 260091"/>
              <a:gd name="connsiteY41" fmla="*/ 145828 h 348805"/>
              <a:gd name="connsiteX42" fmla="*/ 202136 w 260091"/>
              <a:gd name="connsiteY42" fmla="*/ 152781 h 348805"/>
              <a:gd name="connsiteX43" fmla="*/ 202136 w 260091"/>
              <a:gd name="connsiteY43" fmla="*/ 196596 h 348805"/>
              <a:gd name="connsiteX44" fmla="*/ 194927 w 260091"/>
              <a:gd name="connsiteY44" fmla="*/ 203930 h 348805"/>
              <a:gd name="connsiteX45" fmla="*/ 64976 w 260091"/>
              <a:gd name="connsiteY45" fmla="*/ 203930 h 348805"/>
              <a:gd name="connsiteX46" fmla="*/ 57767 w 260091"/>
              <a:gd name="connsiteY46" fmla="*/ 196596 h 348805"/>
              <a:gd name="connsiteX47" fmla="*/ 64976 w 260091"/>
              <a:gd name="connsiteY47" fmla="*/ 189262 h 348805"/>
              <a:gd name="connsiteX48" fmla="*/ 194927 w 260091"/>
              <a:gd name="connsiteY48" fmla="*/ 189262 h 348805"/>
              <a:gd name="connsiteX49" fmla="*/ 202136 w 260091"/>
              <a:gd name="connsiteY49" fmla="*/ 196596 h 348805"/>
              <a:gd name="connsiteX50" fmla="*/ 202136 w 260091"/>
              <a:gd name="connsiteY50" fmla="*/ 240030 h 348805"/>
              <a:gd name="connsiteX51" fmla="*/ 194927 w 260091"/>
              <a:gd name="connsiteY51" fmla="*/ 247364 h 348805"/>
              <a:gd name="connsiteX52" fmla="*/ 64976 w 260091"/>
              <a:gd name="connsiteY52" fmla="*/ 247364 h 348805"/>
              <a:gd name="connsiteX53" fmla="*/ 57767 w 260091"/>
              <a:gd name="connsiteY53" fmla="*/ 240030 h 348805"/>
              <a:gd name="connsiteX54" fmla="*/ 64976 w 260091"/>
              <a:gd name="connsiteY54" fmla="*/ 232696 h 348805"/>
              <a:gd name="connsiteX55" fmla="*/ 194927 w 260091"/>
              <a:gd name="connsiteY55" fmla="*/ 232696 h 348805"/>
              <a:gd name="connsiteX56" fmla="*/ 202136 w 260091"/>
              <a:gd name="connsiteY56" fmla="*/ 240030 h 348805"/>
              <a:gd name="connsiteX57" fmla="*/ 202136 w 260091"/>
              <a:gd name="connsiteY57" fmla="*/ 283369 h 348805"/>
              <a:gd name="connsiteX58" fmla="*/ 194927 w 260091"/>
              <a:gd name="connsiteY58" fmla="*/ 290703 h 348805"/>
              <a:gd name="connsiteX59" fmla="*/ 64976 w 260091"/>
              <a:gd name="connsiteY59" fmla="*/ 290703 h 348805"/>
              <a:gd name="connsiteX60" fmla="*/ 57767 w 260091"/>
              <a:gd name="connsiteY60" fmla="*/ 283369 h 348805"/>
              <a:gd name="connsiteX61" fmla="*/ 64976 w 260091"/>
              <a:gd name="connsiteY61" fmla="*/ 276035 h 348805"/>
              <a:gd name="connsiteX62" fmla="*/ 194927 w 260091"/>
              <a:gd name="connsiteY62" fmla="*/ 276035 h 348805"/>
              <a:gd name="connsiteX63" fmla="*/ 202136 w 260091"/>
              <a:gd name="connsiteY63" fmla="*/ 283369 h 348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60091" h="348805">
                <a:moveTo>
                  <a:pt x="260092" y="94393"/>
                </a:moveTo>
                <a:cubicBezTo>
                  <a:pt x="260092" y="94393"/>
                  <a:pt x="260092" y="94393"/>
                  <a:pt x="260092" y="94298"/>
                </a:cubicBezTo>
                <a:cubicBezTo>
                  <a:pt x="260092" y="92107"/>
                  <a:pt x="260092" y="90869"/>
                  <a:pt x="258859" y="88487"/>
                </a:cubicBezTo>
                <a:lnTo>
                  <a:pt x="172161" y="1238"/>
                </a:lnTo>
                <a:cubicBezTo>
                  <a:pt x="170928" y="0"/>
                  <a:pt x="168557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lnTo>
                  <a:pt x="7209" y="0"/>
                </a:lnTo>
                <a:cubicBezTo>
                  <a:pt x="3605" y="0"/>
                  <a:pt x="0" y="2381"/>
                  <a:pt x="0" y="7239"/>
                </a:cubicBezTo>
                <a:lnTo>
                  <a:pt x="0" y="341567"/>
                </a:lnTo>
                <a:cubicBezTo>
                  <a:pt x="0" y="345186"/>
                  <a:pt x="3605" y="348806"/>
                  <a:pt x="7209" y="348806"/>
                </a:cubicBezTo>
                <a:lnTo>
                  <a:pt x="252883" y="348806"/>
                </a:lnTo>
                <a:cubicBezTo>
                  <a:pt x="257720" y="348806"/>
                  <a:pt x="260092" y="345186"/>
                  <a:pt x="260092" y="341567"/>
                </a:cubicBezTo>
                <a:lnTo>
                  <a:pt x="260092" y="94488"/>
                </a:lnTo>
                <a:cubicBezTo>
                  <a:pt x="260092" y="94488"/>
                  <a:pt x="260092" y="94488"/>
                  <a:pt x="260092" y="94298"/>
                </a:cubicBezTo>
                <a:cubicBezTo>
                  <a:pt x="260092" y="94298"/>
                  <a:pt x="260092" y="94298"/>
                  <a:pt x="260092" y="94298"/>
                </a:cubicBezTo>
                <a:close/>
                <a:moveTo>
                  <a:pt x="173395" y="24384"/>
                </a:moveTo>
                <a:cubicBezTo>
                  <a:pt x="182595" y="33623"/>
                  <a:pt x="200713" y="51816"/>
                  <a:pt x="235809" y="87154"/>
                </a:cubicBezTo>
                <a:lnTo>
                  <a:pt x="173395" y="87154"/>
                </a:lnTo>
                <a:lnTo>
                  <a:pt x="173395" y="24384"/>
                </a:lnTo>
                <a:close/>
                <a:moveTo>
                  <a:pt x="14323" y="334423"/>
                </a:moveTo>
                <a:lnTo>
                  <a:pt x="14323" y="14669"/>
                </a:lnTo>
                <a:lnTo>
                  <a:pt x="158882" y="14669"/>
                </a:lnTo>
                <a:lnTo>
                  <a:pt x="158882" y="94393"/>
                </a:lnTo>
                <a:cubicBezTo>
                  <a:pt x="158882" y="98012"/>
                  <a:pt x="162486" y="101632"/>
                  <a:pt x="166091" y="101632"/>
                </a:cubicBezTo>
                <a:lnTo>
                  <a:pt x="245579" y="101632"/>
                </a:lnTo>
                <a:lnTo>
                  <a:pt x="245579" y="334423"/>
                </a:lnTo>
                <a:lnTo>
                  <a:pt x="14323" y="334423"/>
                </a:lnTo>
                <a:close/>
                <a:moveTo>
                  <a:pt x="57767" y="108966"/>
                </a:moveTo>
                <a:cubicBezTo>
                  <a:pt x="57767" y="104013"/>
                  <a:pt x="61371" y="101632"/>
                  <a:pt x="64976" y="101632"/>
                </a:cubicBezTo>
                <a:lnTo>
                  <a:pt x="129667" y="101632"/>
                </a:lnTo>
                <a:cubicBezTo>
                  <a:pt x="134504" y="101632"/>
                  <a:pt x="136875" y="104108"/>
                  <a:pt x="136875" y="108966"/>
                </a:cubicBezTo>
                <a:cubicBezTo>
                  <a:pt x="136875" y="112681"/>
                  <a:pt x="134504" y="116300"/>
                  <a:pt x="129667" y="116300"/>
                </a:cubicBezTo>
                <a:lnTo>
                  <a:pt x="64976" y="116300"/>
                </a:lnTo>
                <a:cubicBezTo>
                  <a:pt x="61371" y="116300"/>
                  <a:pt x="57767" y="112586"/>
                  <a:pt x="57767" y="108966"/>
                </a:cubicBezTo>
                <a:close/>
                <a:moveTo>
                  <a:pt x="202136" y="152781"/>
                </a:moveTo>
                <a:cubicBezTo>
                  <a:pt x="202136" y="156305"/>
                  <a:pt x="199764" y="159734"/>
                  <a:pt x="194927" y="159734"/>
                </a:cubicBezTo>
                <a:lnTo>
                  <a:pt x="64976" y="159734"/>
                </a:lnTo>
                <a:cubicBezTo>
                  <a:pt x="61371" y="159734"/>
                  <a:pt x="57767" y="156210"/>
                  <a:pt x="57767" y="152781"/>
                </a:cubicBezTo>
                <a:cubicBezTo>
                  <a:pt x="57767" y="148114"/>
                  <a:pt x="61371" y="145828"/>
                  <a:pt x="64976" y="145828"/>
                </a:cubicBezTo>
                <a:lnTo>
                  <a:pt x="194927" y="145828"/>
                </a:lnTo>
                <a:cubicBezTo>
                  <a:pt x="199764" y="145828"/>
                  <a:pt x="202136" y="148114"/>
                  <a:pt x="202136" y="152781"/>
                </a:cubicBezTo>
                <a:close/>
                <a:moveTo>
                  <a:pt x="202136" y="196596"/>
                </a:moveTo>
                <a:cubicBezTo>
                  <a:pt x="202136" y="200311"/>
                  <a:pt x="199764" y="203930"/>
                  <a:pt x="194927" y="203930"/>
                </a:cubicBezTo>
                <a:lnTo>
                  <a:pt x="64976" y="203930"/>
                </a:lnTo>
                <a:cubicBezTo>
                  <a:pt x="61371" y="203930"/>
                  <a:pt x="57767" y="200216"/>
                  <a:pt x="57767" y="196596"/>
                </a:cubicBezTo>
                <a:cubicBezTo>
                  <a:pt x="57767" y="191643"/>
                  <a:pt x="61371" y="189262"/>
                  <a:pt x="64976" y="189262"/>
                </a:cubicBezTo>
                <a:lnTo>
                  <a:pt x="194927" y="189262"/>
                </a:lnTo>
                <a:cubicBezTo>
                  <a:pt x="199764" y="189262"/>
                  <a:pt x="202136" y="191738"/>
                  <a:pt x="202136" y="196596"/>
                </a:cubicBezTo>
                <a:close/>
                <a:moveTo>
                  <a:pt x="202136" y="240030"/>
                </a:moveTo>
                <a:cubicBezTo>
                  <a:pt x="202136" y="243745"/>
                  <a:pt x="199764" y="247364"/>
                  <a:pt x="194927" y="247364"/>
                </a:cubicBezTo>
                <a:lnTo>
                  <a:pt x="64976" y="247364"/>
                </a:lnTo>
                <a:cubicBezTo>
                  <a:pt x="61371" y="247364"/>
                  <a:pt x="57767" y="243650"/>
                  <a:pt x="57767" y="240030"/>
                </a:cubicBezTo>
                <a:cubicBezTo>
                  <a:pt x="57767" y="235077"/>
                  <a:pt x="61371" y="232696"/>
                  <a:pt x="64976" y="232696"/>
                </a:cubicBezTo>
                <a:lnTo>
                  <a:pt x="194927" y="232696"/>
                </a:lnTo>
                <a:cubicBezTo>
                  <a:pt x="199764" y="232696"/>
                  <a:pt x="202136" y="235172"/>
                  <a:pt x="202136" y="240030"/>
                </a:cubicBezTo>
                <a:close/>
                <a:moveTo>
                  <a:pt x="202136" y="283369"/>
                </a:moveTo>
                <a:cubicBezTo>
                  <a:pt x="202136" y="287084"/>
                  <a:pt x="199764" y="290703"/>
                  <a:pt x="194927" y="290703"/>
                </a:cubicBezTo>
                <a:lnTo>
                  <a:pt x="64976" y="290703"/>
                </a:lnTo>
                <a:cubicBezTo>
                  <a:pt x="61371" y="290703"/>
                  <a:pt x="57767" y="286988"/>
                  <a:pt x="57767" y="283369"/>
                </a:cubicBezTo>
                <a:cubicBezTo>
                  <a:pt x="57767" y="278416"/>
                  <a:pt x="61371" y="276035"/>
                  <a:pt x="64976" y="276035"/>
                </a:cubicBezTo>
                <a:lnTo>
                  <a:pt x="194927" y="276035"/>
                </a:lnTo>
                <a:cubicBezTo>
                  <a:pt x="199764" y="276035"/>
                  <a:pt x="202136" y="278511"/>
                  <a:pt x="202136" y="28336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8" name="Graphic 164">
            <a:extLst>
              <a:ext uri="{FF2B5EF4-FFF2-40B4-BE49-F238E27FC236}">
                <a16:creationId xmlns:a16="http://schemas.microsoft.com/office/drawing/2014/main" id="{4C9E7B16-DEAE-023C-444C-BB624F5B705C}"/>
              </a:ext>
            </a:extLst>
          </p:cNvPr>
          <p:cNvSpPr/>
          <p:nvPr/>
        </p:nvSpPr>
        <p:spPr>
          <a:xfrm>
            <a:off x="5550032" y="3482771"/>
            <a:ext cx="347073" cy="465455"/>
          </a:xfrm>
          <a:custGeom>
            <a:avLst/>
            <a:gdLst>
              <a:gd name="connsiteX0" fmla="*/ 260092 w 260091"/>
              <a:gd name="connsiteY0" fmla="*/ 94393 h 348805"/>
              <a:gd name="connsiteX1" fmla="*/ 260092 w 260091"/>
              <a:gd name="connsiteY1" fmla="*/ 94298 h 348805"/>
              <a:gd name="connsiteX2" fmla="*/ 258859 w 260091"/>
              <a:gd name="connsiteY2" fmla="*/ 88487 h 348805"/>
              <a:gd name="connsiteX3" fmla="*/ 172161 w 260091"/>
              <a:gd name="connsiteY3" fmla="*/ 1238 h 348805"/>
              <a:gd name="connsiteX4" fmla="*/ 166186 w 260091"/>
              <a:gd name="connsiteY4" fmla="*/ 0 h 348805"/>
              <a:gd name="connsiteX5" fmla="*/ 166186 w 260091"/>
              <a:gd name="connsiteY5" fmla="*/ 0 h 348805"/>
              <a:gd name="connsiteX6" fmla="*/ 166186 w 260091"/>
              <a:gd name="connsiteY6" fmla="*/ 0 h 348805"/>
              <a:gd name="connsiteX7" fmla="*/ 166186 w 260091"/>
              <a:gd name="connsiteY7" fmla="*/ 0 h 348805"/>
              <a:gd name="connsiteX8" fmla="*/ 7209 w 260091"/>
              <a:gd name="connsiteY8" fmla="*/ 0 h 348805"/>
              <a:gd name="connsiteX9" fmla="*/ 0 w 260091"/>
              <a:gd name="connsiteY9" fmla="*/ 7239 h 348805"/>
              <a:gd name="connsiteX10" fmla="*/ 0 w 260091"/>
              <a:gd name="connsiteY10" fmla="*/ 341567 h 348805"/>
              <a:gd name="connsiteX11" fmla="*/ 7209 w 260091"/>
              <a:gd name="connsiteY11" fmla="*/ 348806 h 348805"/>
              <a:gd name="connsiteX12" fmla="*/ 252883 w 260091"/>
              <a:gd name="connsiteY12" fmla="*/ 348806 h 348805"/>
              <a:gd name="connsiteX13" fmla="*/ 260092 w 260091"/>
              <a:gd name="connsiteY13" fmla="*/ 341567 h 348805"/>
              <a:gd name="connsiteX14" fmla="*/ 260092 w 260091"/>
              <a:gd name="connsiteY14" fmla="*/ 94488 h 348805"/>
              <a:gd name="connsiteX15" fmla="*/ 260092 w 260091"/>
              <a:gd name="connsiteY15" fmla="*/ 94298 h 348805"/>
              <a:gd name="connsiteX16" fmla="*/ 260092 w 260091"/>
              <a:gd name="connsiteY16" fmla="*/ 94298 h 348805"/>
              <a:gd name="connsiteX17" fmla="*/ 173395 w 260091"/>
              <a:gd name="connsiteY17" fmla="*/ 24384 h 348805"/>
              <a:gd name="connsiteX18" fmla="*/ 235809 w 260091"/>
              <a:gd name="connsiteY18" fmla="*/ 87154 h 348805"/>
              <a:gd name="connsiteX19" fmla="*/ 173395 w 260091"/>
              <a:gd name="connsiteY19" fmla="*/ 87154 h 348805"/>
              <a:gd name="connsiteX20" fmla="*/ 173395 w 260091"/>
              <a:gd name="connsiteY20" fmla="*/ 24384 h 348805"/>
              <a:gd name="connsiteX21" fmla="*/ 14323 w 260091"/>
              <a:gd name="connsiteY21" fmla="*/ 334423 h 348805"/>
              <a:gd name="connsiteX22" fmla="*/ 14323 w 260091"/>
              <a:gd name="connsiteY22" fmla="*/ 14669 h 348805"/>
              <a:gd name="connsiteX23" fmla="*/ 158882 w 260091"/>
              <a:gd name="connsiteY23" fmla="*/ 14669 h 348805"/>
              <a:gd name="connsiteX24" fmla="*/ 158882 w 260091"/>
              <a:gd name="connsiteY24" fmla="*/ 94393 h 348805"/>
              <a:gd name="connsiteX25" fmla="*/ 166091 w 260091"/>
              <a:gd name="connsiteY25" fmla="*/ 101632 h 348805"/>
              <a:gd name="connsiteX26" fmla="*/ 245579 w 260091"/>
              <a:gd name="connsiteY26" fmla="*/ 101632 h 348805"/>
              <a:gd name="connsiteX27" fmla="*/ 245579 w 260091"/>
              <a:gd name="connsiteY27" fmla="*/ 334423 h 348805"/>
              <a:gd name="connsiteX28" fmla="*/ 14323 w 260091"/>
              <a:gd name="connsiteY28" fmla="*/ 334423 h 348805"/>
              <a:gd name="connsiteX29" fmla="*/ 57767 w 260091"/>
              <a:gd name="connsiteY29" fmla="*/ 108966 h 348805"/>
              <a:gd name="connsiteX30" fmla="*/ 64976 w 260091"/>
              <a:gd name="connsiteY30" fmla="*/ 101632 h 348805"/>
              <a:gd name="connsiteX31" fmla="*/ 129667 w 260091"/>
              <a:gd name="connsiteY31" fmla="*/ 101632 h 348805"/>
              <a:gd name="connsiteX32" fmla="*/ 136875 w 260091"/>
              <a:gd name="connsiteY32" fmla="*/ 108966 h 348805"/>
              <a:gd name="connsiteX33" fmla="*/ 129667 w 260091"/>
              <a:gd name="connsiteY33" fmla="*/ 116300 h 348805"/>
              <a:gd name="connsiteX34" fmla="*/ 64976 w 260091"/>
              <a:gd name="connsiteY34" fmla="*/ 116300 h 348805"/>
              <a:gd name="connsiteX35" fmla="*/ 57767 w 260091"/>
              <a:gd name="connsiteY35" fmla="*/ 108966 h 348805"/>
              <a:gd name="connsiteX36" fmla="*/ 202136 w 260091"/>
              <a:gd name="connsiteY36" fmla="*/ 152781 h 348805"/>
              <a:gd name="connsiteX37" fmla="*/ 194927 w 260091"/>
              <a:gd name="connsiteY37" fmla="*/ 159734 h 348805"/>
              <a:gd name="connsiteX38" fmla="*/ 64976 w 260091"/>
              <a:gd name="connsiteY38" fmla="*/ 159734 h 348805"/>
              <a:gd name="connsiteX39" fmla="*/ 57767 w 260091"/>
              <a:gd name="connsiteY39" fmla="*/ 152781 h 348805"/>
              <a:gd name="connsiteX40" fmla="*/ 64976 w 260091"/>
              <a:gd name="connsiteY40" fmla="*/ 145828 h 348805"/>
              <a:gd name="connsiteX41" fmla="*/ 194927 w 260091"/>
              <a:gd name="connsiteY41" fmla="*/ 145828 h 348805"/>
              <a:gd name="connsiteX42" fmla="*/ 202136 w 260091"/>
              <a:gd name="connsiteY42" fmla="*/ 152781 h 348805"/>
              <a:gd name="connsiteX43" fmla="*/ 202136 w 260091"/>
              <a:gd name="connsiteY43" fmla="*/ 196596 h 348805"/>
              <a:gd name="connsiteX44" fmla="*/ 194927 w 260091"/>
              <a:gd name="connsiteY44" fmla="*/ 203930 h 348805"/>
              <a:gd name="connsiteX45" fmla="*/ 64976 w 260091"/>
              <a:gd name="connsiteY45" fmla="*/ 203930 h 348805"/>
              <a:gd name="connsiteX46" fmla="*/ 57767 w 260091"/>
              <a:gd name="connsiteY46" fmla="*/ 196596 h 348805"/>
              <a:gd name="connsiteX47" fmla="*/ 64976 w 260091"/>
              <a:gd name="connsiteY47" fmla="*/ 189262 h 348805"/>
              <a:gd name="connsiteX48" fmla="*/ 194927 w 260091"/>
              <a:gd name="connsiteY48" fmla="*/ 189262 h 348805"/>
              <a:gd name="connsiteX49" fmla="*/ 202136 w 260091"/>
              <a:gd name="connsiteY49" fmla="*/ 196596 h 348805"/>
              <a:gd name="connsiteX50" fmla="*/ 202136 w 260091"/>
              <a:gd name="connsiteY50" fmla="*/ 240030 h 348805"/>
              <a:gd name="connsiteX51" fmla="*/ 194927 w 260091"/>
              <a:gd name="connsiteY51" fmla="*/ 247364 h 348805"/>
              <a:gd name="connsiteX52" fmla="*/ 64976 w 260091"/>
              <a:gd name="connsiteY52" fmla="*/ 247364 h 348805"/>
              <a:gd name="connsiteX53" fmla="*/ 57767 w 260091"/>
              <a:gd name="connsiteY53" fmla="*/ 240030 h 348805"/>
              <a:gd name="connsiteX54" fmla="*/ 64976 w 260091"/>
              <a:gd name="connsiteY54" fmla="*/ 232696 h 348805"/>
              <a:gd name="connsiteX55" fmla="*/ 194927 w 260091"/>
              <a:gd name="connsiteY55" fmla="*/ 232696 h 348805"/>
              <a:gd name="connsiteX56" fmla="*/ 202136 w 260091"/>
              <a:gd name="connsiteY56" fmla="*/ 240030 h 348805"/>
              <a:gd name="connsiteX57" fmla="*/ 202136 w 260091"/>
              <a:gd name="connsiteY57" fmla="*/ 283369 h 348805"/>
              <a:gd name="connsiteX58" fmla="*/ 194927 w 260091"/>
              <a:gd name="connsiteY58" fmla="*/ 290703 h 348805"/>
              <a:gd name="connsiteX59" fmla="*/ 64976 w 260091"/>
              <a:gd name="connsiteY59" fmla="*/ 290703 h 348805"/>
              <a:gd name="connsiteX60" fmla="*/ 57767 w 260091"/>
              <a:gd name="connsiteY60" fmla="*/ 283369 h 348805"/>
              <a:gd name="connsiteX61" fmla="*/ 64976 w 260091"/>
              <a:gd name="connsiteY61" fmla="*/ 276035 h 348805"/>
              <a:gd name="connsiteX62" fmla="*/ 194927 w 260091"/>
              <a:gd name="connsiteY62" fmla="*/ 276035 h 348805"/>
              <a:gd name="connsiteX63" fmla="*/ 202136 w 260091"/>
              <a:gd name="connsiteY63" fmla="*/ 283369 h 348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60091" h="348805">
                <a:moveTo>
                  <a:pt x="260092" y="94393"/>
                </a:moveTo>
                <a:cubicBezTo>
                  <a:pt x="260092" y="94393"/>
                  <a:pt x="260092" y="94393"/>
                  <a:pt x="260092" y="94298"/>
                </a:cubicBezTo>
                <a:cubicBezTo>
                  <a:pt x="260092" y="92107"/>
                  <a:pt x="260092" y="90869"/>
                  <a:pt x="258859" y="88487"/>
                </a:cubicBezTo>
                <a:lnTo>
                  <a:pt x="172161" y="1238"/>
                </a:lnTo>
                <a:cubicBezTo>
                  <a:pt x="170928" y="0"/>
                  <a:pt x="168557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lnTo>
                  <a:pt x="7209" y="0"/>
                </a:lnTo>
                <a:cubicBezTo>
                  <a:pt x="3605" y="0"/>
                  <a:pt x="0" y="2381"/>
                  <a:pt x="0" y="7239"/>
                </a:cubicBezTo>
                <a:lnTo>
                  <a:pt x="0" y="341567"/>
                </a:lnTo>
                <a:cubicBezTo>
                  <a:pt x="0" y="345186"/>
                  <a:pt x="3605" y="348806"/>
                  <a:pt x="7209" y="348806"/>
                </a:cubicBezTo>
                <a:lnTo>
                  <a:pt x="252883" y="348806"/>
                </a:lnTo>
                <a:cubicBezTo>
                  <a:pt x="257720" y="348806"/>
                  <a:pt x="260092" y="345186"/>
                  <a:pt x="260092" y="341567"/>
                </a:cubicBezTo>
                <a:lnTo>
                  <a:pt x="260092" y="94488"/>
                </a:lnTo>
                <a:cubicBezTo>
                  <a:pt x="260092" y="94488"/>
                  <a:pt x="260092" y="94488"/>
                  <a:pt x="260092" y="94298"/>
                </a:cubicBezTo>
                <a:cubicBezTo>
                  <a:pt x="260092" y="94298"/>
                  <a:pt x="260092" y="94298"/>
                  <a:pt x="260092" y="94298"/>
                </a:cubicBezTo>
                <a:close/>
                <a:moveTo>
                  <a:pt x="173395" y="24384"/>
                </a:moveTo>
                <a:cubicBezTo>
                  <a:pt x="182595" y="33623"/>
                  <a:pt x="200713" y="51816"/>
                  <a:pt x="235809" y="87154"/>
                </a:cubicBezTo>
                <a:lnTo>
                  <a:pt x="173395" y="87154"/>
                </a:lnTo>
                <a:lnTo>
                  <a:pt x="173395" y="24384"/>
                </a:lnTo>
                <a:close/>
                <a:moveTo>
                  <a:pt x="14323" y="334423"/>
                </a:moveTo>
                <a:lnTo>
                  <a:pt x="14323" y="14669"/>
                </a:lnTo>
                <a:lnTo>
                  <a:pt x="158882" y="14669"/>
                </a:lnTo>
                <a:lnTo>
                  <a:pt x="158882" y="94393"/>
                </a:lnTo>
                <a:cubicBezTo>
                  <a:pt x="158882" y="98012"/>
                  <a:pt x="162486" y="101632"/>
                  <a:pt x="166091" y="101632"/>
                </a:cubicBezTo>
                <a:lnTo>
                  <a:pt x="245579" y="101632"/>
                </a:lnTo>
                <a:lnTo>
                  <a:pt x="245579" y="334423"/>
                </a:lnTo>
                <a:lnTo>
                  <a:pt x="14323" y="334423"/>
                </a:lnTo>
                <a:close/>
                <a:moveTo>
                  <a:pt x="57767" y="108966"/>
                </a:moveTo>
                <a:cubicBezTo>
                  <a:pt x="57767" y="104013"/>
                  <a:pt x="61371" y="101632"/>
                  <a:pt x="64976" y="101632"/>
                </a:cubicBezTo>
                <a:lnTo>
                  <a:pt x="129667" y="101632"/>
                </a:lnTo>
                <a:cubicBezTo>
                  <a:pt x="134504" y="101632"/>
                  <a:pt x="136875" y="104108"/>
                  <a:pt x="136875" y="108966"/>
                </a:cubicBezTo>
                <a:cubicBezTo>
                  <a:pt x="136875" y="112681"/>
                  <a:pt x="134504" y="116300"/>
                  <a:pt x="129667" y="116300"/>
                </a:cubicBezTo>
                <a:lnTo>
                  <a:pt x="64976" y="116300"/>
                </a:lnTo>
                <a:cubicBezTo>
                  <a:pt x="61371" y="116300"/>
                  <a:pt x="57767" y="112586"/>
                  <a:pt x="57767" y="108966"/>
                </a:cubicBezTo>
                <a:close/>
                <a:moveTo>
                  <a:pt x="202136" y="152781"/>
                </a:moveTo>
                <a:cubicBezTo>
                  <a:pt x="202136" y="156305"/>
                  <a:pt x="199764" y="159734"/>
                  <a:pt x="194927" y="159734"/>
                </a:cubicBezTo>
                <a:lnTo>
                  <a:pt x="64976" y="159734"/>
                </a:lnTo>
                <a:cubicBezTo>
                  <a:pt x="61371" y="159734"/>
                  <a:pt x="57767" y="156210"/>
                  <a:pt x="57767" y="152781"/>
                </a:cubicBezTo>
                <a:cubicBezTo>
                  <a:pt x="57767" y="148114"/>
                  <a:pt x="61371" y="145828"/>
                  <a:pt x="64976" y="145828"/>
                </a:cubicBezTo>
                <a:lnTo>
                  <a:pt x="194927" y="145828"/>
                </a:lnTo>
                <a:cubicBezTo>
                  <a:pt x="199764" y="145828"/>
                  <a:pt x="202136" y="148114"/>
                  <a:pt x="202136" y="152781"/>
                </a:cubicBezTo>
                <a:close/>
                <a:moveTo>
                  <a:pt x="202136" y="196596"/>
                </a:moveTo>
                <a:cubicBezTo>
                  <a:pt x="202136" y="200311"/>
                  <a:pt x="199764" y="203930"/>
                  <a:pt x="194927" y="203930"/>
                </a:cubicBezTo>
                <a:lnTo>
                  <a:pt x="64976" y="203930"/>
                </a:lnTo>
                <a:cubicBezTo>
                  <a:pt x="61371" y="203930"/>
                  <a:pt x="57767" y="200216"/>
                  <a:pt x="57767" y="196596"/>
                </a:cubicBezTo>
                <a:cubicBezTo>
                  <a:pt x="57767" y="191643"/>
                  <a:pt x="61371" y="189262"/>
                  <a:pt x="64976" y="189262"/>
                </a:cubicBezTo>
                <a:lnTo>
                  <a:pt x="194927" y="189262"/>
                </a:lnTo>
                <a:cubicBezTo>
                  <a:pt x="199764" y="189262"/>
                  <a:pt x="202136" y="191738"/>
                  <a:pt x="202136" y="196596"/>
                </a:cubicBezTo>
                <a:close/>
                <a:moveTo>
                  <a:pt x="202136" y="240030"/>
                </a:moveTo>
                <a:cubicBezTo>
                  <a:pt x="202136" y="243745"/>
                  <a:pt x="199764" y="247364"/>
                  <a:pt x="194927" y="247364"/>
                </a:cubicBezTo>
                <a:lnTo>
                  <a:pt x="64976" y="247364"/>
                </a:lnTo>
                <a:cubicBezTo>
                  <a:pt x="61371" y="247364"/>
                  <a:pt x="57767" y="243650"/>
                  <a:pt x="57767" y="240030"/>
                </a:cubicBezTo>
                <a:cubicBezTo>
                  <a:pt x="57767" y="235077"/>
                  <a:pt x="61371" y="232696"/>
                  <a:pt x="64976" y="232696"/>
                </a:cubicBezTo>
                <a:lnTo>
                  <a:pt x="194927" y="232696"/>
                </a:lnTo>
                <a:cubicBezTo>
                  <a:pt x="199764" y="232696"/>
                  <a:pt x="202136" y="235172"/>
                  <a:pt x="202136" y="240030"/>
                </a:cubicBezTo>
                <a:close/>
                <a:moveTo>
                  <a:pt x="202136" y="283369"/>
                </a:moveTo>
                <a:cubicBezTo>
                  <a:pt x="202136" y="287084"/>
                  <a:pt x="199764" y="290703"/>
                  <a:pt x="194927" y="290703"/>
                </a:cubicBezTo>
                <a:lnTo>
                  <a:pt x="64976" y="290703"/>
                </a:lnTo>
                <a:cubicBezTo>
                  <a:pt x="61371" y="290703"/>
                  <a:pt x="57767" y="286988"/>
                  <a:pt x="57767" y="283369"/>
                </a:cubicBezTo>
                <a:cubicBezTo>
                  <a:pt x="57767" y="278416"/>
                  <a:pt x="61371" y="276035"/>
                  <a:pt x="64976" y="276035"/>
                </a:cubicBezTo>
                <a:lnTo>
                  <a:pt x="194927" y="276035"/>
                </a:lnTo>
                <a:cubicBezTo>
                  <a:pt x="199764" y="276035"/>
                  <a:pt x="202136" y="278511"/>
                  <a:pt x="202136" y="28336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9" name="Graphic 164">
            <a:extLst>
              <a:ext uri="{FF2B5EF4-FFF2-40B4-BE49-F238E27FC236}">
                <a16:creationId xmlns:a16="http://schemas.microsoft.com/office/drawing/2014/main" id="{89436755-2477-1BBC-A1B3-B9ABC1C1EA3A}"/>
              </a:ext>
            </a:extLst>
          </p:cNvPr>
          <p:cNvSpPr/>
          <p:nvPr/>
        </p:nvSpPr>
        <p:spPr>
          <a:xfrm>
            <a:off x="6308857" y="3482771"/>
            <a:ext cx="347073" cy="465455"/>
          </a:xfrm>
          <a:custGeom>
            <a:avLst/>
            <a:gdLst>
              <a:gd name="connsiteX0" fmla="*/ 260092 w 260091"/>
              <a:gd name="connsiteY0" fmla="*/ 94393 h 348805"/>
              <a:gd name="connsiteX1" fmla="*/ 260092 w 260091"/>
              <a:gd name="connsiteY1" fmla="*/ 94298 h 348805"/>
              <a:gd name="connsiteX2" fmla="*/ 258859 w 260091"/>
              <a:gd name="connsiteY2" fmla="*/ 88487 h 348805"/>
              <a:gd name="connsiteX3" fmla="*/ 172161 w 260091"/>
              <a:gd name="connsiteY3" fmla="*/ 1238 h 348805"/>
              <a:gd name="connsiteX4" fmla="*/ 166186 w 260091"/>
              <a:gd name="connsiteY4" fmla="*/ 0 h 348805"/>
              <a:gd name="connsiteX5" fmla="*/ 166186 w 260091"/>
              <a:gd name="connsiteY5" fmla="*/ 0 h 348805"/>
              <a:gd name="connsiteX6" fmla="*/ 166186 w 260091"/>
              <a:gd name="connsiteY6" fmla="*/ 0 h 348805"/>
              <a:gd name="connsiteX7" fmla="*/ 166186 w 260091"/>
              <a:gd name="connsiteY7" fmla="*/ 0 h 348805"/>
              <a:gd name="connsiteX8" fmla="*/ 7209 w 260091"/>
              <a:gd name="connsiteY8" fmla="*/ 0 h 348805"/>
              <a:gd name="connsiteX9" fmla="*/ 0 w 260091"/>
              <a:gd name="connsiteY9" fmla="*/ 7239 h 348805"/>
              <a:gd name="connsiteX10" fmla="*/ 0 w 260091"/>
              <a:gd name="connsiteY10" fmla="*/ 341567 h 348805"/>
              <a:gd name="connsiteX11" fmla="*/ 7209 w 260091"/>
              <a:gd name="connsiteY11" fmla="*/ 348806 h 348805"/>
              <a:gd name="connsiteX12" fmla="*/ 252883 w 260091"/>
              <a:gd name="connsiteY12" fmla="*/ 348806 h 348805"/>
              <a:gd name="connsiteX13" fmla="*/ 260092 w 260091"/>
              <a:gd name="connsiteY13" fmla="*/ 341567 h 348805"/>
              <a:gd name="connsiteX14" fmla="*/ 260092 w 260091"/>
              <a:gd name="connsiteY14" fmla="*/ 94488 h 348805"/>
              <a:gd name="connsiteX15" fmla="*/ 260092 w 260091"/>
              <a:gd name="connsiteY15" fmla="*/ 94298 h 348805"/>
              <a:gd name="connsiteX16" fmla="*/ 260092 w 260091"/>
              <a:gd name="connsiteY16" fmla="*/ 94298 h 348805"/>
              <a:gd name="connsiteX17" fmla="*/ 173395 w 260091"/>
              <a:gd name="connsiteY17" fmla="*/ 24384 h 348805"/>
              <a:gd name="connsiteX18" fmla="*/ 235809 w 260091"/>
              <a:gd name="connsiteY18" fmla="*/ 87154 h 348805"/>
              <a:gd name="connsiteX19" fmla="*/ 173395 w 260091"/>
              <a:gd name="connsiteY19" fmla="*/ 87154 h 348805"/>
              <a:gd name="connsiteX20" fmla="*/ 173395 w 260091"/>
              <a:gd name="connsiteY20" fmla="*/ 24384 h 348805"/>
              <a:gd name="connsiteX21" fmla="*/ 14323 w 260091"/>
              <a:gd name="connsiteY21" fmla="*/ 334423 h 348805"/>
              <a:gd name="connsiteX22" fmla="*/ 14323 w 260091"/>
              <a:gd name="connsiteY22" fmla="*/ 14669 h 348805"/>
              <a:gd name="connsiteX23" fmla="*/ 158882 w 260091"/>
              <a:gd name="connsiteY23" fmla="*/ 14669 h 348805"/>
              <a:gd name="connsiteX24" fmla="*/ 158882 w 260091"/>
              <a:gd name="connsiteY24" fmla="*/ 94393 h 348805"/>
              <a:gd name="connsiteX25" fmla="*/ 166091 w 260091"/>
              <a:gd name="connsiteY25" fmla="*/ 101632 h 348805"/>
              <a:gd name="connsiteX26" fmla="*/ 245579 w 260091"/>
              <a:gd name="connsiteY26" fmla="*/ 101632 h 348805"/>
              <a:gd name="connsiteX27" fmla="*/ 245579 w 260091"/>
              <a:gd name="connsiteY27" fmla="*/ 334423 h 348805"/>
              <a:gd name="connsiteX28" fmla="*/ 14323 w 260091"/>
              <a:gd name="connsiteY28" fmla="*/ 334423 h 348805"/>
              <a:gd name="connsiteX29" fmla="*/ 57767 w 260091"/>
              <a:gd name="connsiteY29" fmla="*/ 108966 h 348805"/>
              <a:gd name="connsiteX30" fmla="*/ 64976 w 260091"/>
              <a:gd name="connsiteY30" fmla="*/ 101632 h 348805"/>
              <a:gd name="connsiteX31" fmla="*/ 129667 w 260091"/>
              <a:gd name="connsiteY31" fmla="*/ 101632 h 348805"/>
              <a:gd name="connsiteX32" fmla="*/ 136875 w 260091"/>
              <a:gd name="connsiteY32" fmla="*/ 108966 h 348805"/>
              <a:gd name="connsiteX33" fmla="*/ 129667 w 260091"/>
              <a:gd name="connsiteY33" fmla="*/ 116300 h 348805"/>
              <a:gd name="connsiteX34" fmla="*/ 64976 w 260091"/>
              <a:gd name="connsiteY34" fmla="*/ 116300 h 348805"/>
              <a:gd name="connsiteX35" fmla="*/ 57767 w 260091"/>
              <a:gd name="connsiteY35" fmla="*/ 108966 h 348805"/>
              <a:gd name="connsiteX36" fmla="*/ 202136 w 260091"/>
              <a:gd name="connsiteY36" fmla="*/ 152781 h 348805"/>
              <a:gd name="connsiteX37" fmla="*/ 194927 w 260091"/>
              <a:gd name="connsiteY37" fmla="*/ 159734 h 348805"/>
              <a:gd name="connsiteX38" fmla="*/ 64976 w 260091"/>
              <a:gd name="connsiteY38" fmla="*/ 159734 h 348805"/>
              <a:gd name="connsiteX39" fmla="*/ 57767 w 260091"/>
              <a:gd name="connsiteY39" fmla="*/ 152781 h 348805"/>
              <a:gd name="connsiteX40" fmla="*/ 64976 w 260091"/>
              <a:gd name="connsiteY40" fmla="*/ 145828 h 348805"/>
              <a:gd name="connsiteX41" fmla="*/ 194927 w 260091"/>
              <a:gd name="connsiteY41" fmla="*/ 145828 h 348805"/>
              <a:gd name="connsiteX42" fmla="*/ 202136 w 260091"/>
              <a:gd name="connsiteY42" fmla="*/ 152781 h 348805"/>
              <a:gd name="connsiteX43" fmla="*/ 202136 w 260091"/>
              <a:gd name="connsiteY43" fmla="*/ 196596 h 348805"/>
              <a:gd name="connsiteX44" fmla="*/ 194927 w 260091"/>
              <a:gd name="connsiteY44" fmla="*/ 203930 h 348805"/>
              <a:gd name="connsiteX45" fmla="*/ 64976 w 260091"/>
              <a:gd name="connsiteY45" fmla="*/ 203930 h 348805"/>
              <a:gd name="connsiteX46" fmla="*/ 57767 w 260091"/>
              <a:gd name="connsiteY46" fmla="*/ 196596 h 348805"/>
              <a:gd name="connsiteX47" fmla="*/ 64976 w 260091"/>
              <a:gd name="connsiteY47" fmla="*/ 189262 h 348805"/>
              <a:gd name="connsiteX48" fmla="*/ 194927 w 260091"/>
              <a:gd name="connsiteY48" fmla="*/ 189262 h 348805"/>
              <a:gd name="connsiteX49" fmla="*/ 202136 w 260091"/>
              <a:gd name="connsiteY49" fmla="*/ 196596 h 348805"/>
              <a:gd name="connsiteX50" fmla="*/ 202136 w 260091"/>
              <a:gd name="connsiteY50" fmla="*/ 240030 h 348805"/>
              <a:gd name="connsiteX51" fmla="*/ 194927 w 260091"/>
              <a:gd name="connsiteY51" fmla="*/ 247364 h 348805"/>
              <a:gd name="connsiteX52" fmla="*/ 64976 w 260091"/>
              <a:gd name="connsiteY52" fmla="*/ 247364 h 348805"/>
              <a:gd name="connsiteX53" fmla="*/ 57767 w 260091"/>
              <a:gd name="connsiteY53" fmla="*/ 240030 h 348805"/>
              <a:gd name="connsiteX54" fmla="*/ 64976 w 260091"/>
              <a:gd name="connsiteY54" fmla="*/ 232696 h 348805"/>
              <a:gd name="connsiteX55" fmla="*/ 194927 w 260091"/>
              <a:gd name="connsiteY55" fmla="*/ 232696 h 348805"/>
              <a:gd name="connsiteX56" fmla="*/ 202136 w 260091"/>
              <a:gd name="connsiteY56" fmla="*/ 240030 h 348805"/>
              <a:gd name="connsiteX57" fmla="*/ 202136 w 260091"/>
              <a:gd name="connsiteY57" fmla="*/ 283369 h 348805"/>
              <a:gd name="connsiteX58" fmla="*/ 194927 w 260091"/>
              <a:gd name="connsiteY58" fmla="*/ 290703 h 348805"/>
              <a:gd name="connsiteX59" fmla="*/ 64976 w 260091"/>
              <a:gd name="connsiteY59" fmla="*/ 290703 h 348805"/>
              <a:gd name="connsiteX60" fmla="*/ 57767 w 260091"/>
              <a:gd name="connsiteY60" fmla="*/ 283369 h 348805"/>
              <a:gd name="connsiteX61" fmla="*/ 64976 w 260091"/>
              <a:gd name="connsiteY61" fmla="*/ 276035 h 348805"/>
              <a:gd name="connsiteX62" fmla="*/ 194927 w 260091"/>
              <a:gd name="connsiteY62" fmla="*/ 276035 h 348805"/>
              <a:gd name="connsiteX63" fmla="*/ 202136 w 260091"/>
              <a:gd name="connsiteY63" fmla="*/ 283369 h 348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60091" h="348805">
                <a:moveTo>
                  <a:pt x="260092" y="94393"/>
                </a:moveTo>
                <a:cubicBezTo>
                  <a:pt x="260092" y="94393"/>
                  <a:pt x="260092" y="94393"/>
                  <a:pt x="260092" y="94298"/>
                </a:cubicBezTo>
                <a:cubicBezTo>
                  <a:pt x="260092" y="92107"/>
                  <a:pt x="260092" y="90869"/>
                  <a:pt x="258859" y="88487"/>
                </a:cubicBezTo>
                <a:lnTo>
                  <a:pt x="172161" y="1238"/>
                </a:lnTo>
                <a:cubicBezTo>
                  <a:pt x="170928" y="0"/>
                  <a:pt x="168557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cubicBezTo>
                  <a:pt x="166186" y="0"/>
                  <a:pt x="166186" y="0"/>
                  <a:pt x="166186" y="0"/>
                </a:cubicBezTo>
                <a:lnTo>
                  <a:pt x="7209" y="0"/>
                </a:lnTo>
                <a:cubicBezTo>
                  <a:pt x="3605" y="0"/>
                  <a:pt x="0" y="2381"/>
                  <a:pt x="0" y="7239"/>
                </a:cubicBezTo>
                <a:lnTo>
                  <a:pt x="0" y="341567"/>
                </a:lnTo>
                <a:cubicBezTo>
                  <a:pt x="0" y="345186"/>
                  <a:pt x="3605" y="348806"/>
                  <a:pt x="7209" y="348806"/>
                </a:cubicBezTo>
                <a:lnTo>
                  <a:pt x="252883" y="348806"/>
                </a:lnTo>
                <a:cubicBezTo>
                  <a:pt x="257720" y="348806"/>
                  <a:pt x="260092" y="345186"/>
                  <a:pt x="260092" y="341567"/>
                </a:cubicBezTo>
                <a:lnTo>
                  <a:pt x="260092" y="94488"/>
                </a:lnTo>
                <a:cubicBezTo>
                  <a:pt x="260092" y="94488"/>
                  <a:pt x="260092" y="94488"/>
                  <a:pt x="260092" y="94298"/>
                </a:cubicBezTo>
                <a:cubicBezTo>
                  <a:pt x="260092" y="94298"/>
                  <a:pt x="260092" y="94298"/>
                  <a:pt x="260092" y="94298"/>
                </a:cubicBezTo>
                <a:close/>
                <a:moveTo>
                  <a:pt x="173395" y="24384"/>
                </a:moveTo>
                <a:cubicBezTo>
                  <a:pt x="182595" y="33623"/>
                  <a:pt x="200713" y="51816"/>
                  <a:pt x="235809" y="87154"/>
                </a:cubicBezTo>
                <a:lnTo>
                  <a:pt x="173395" y="87154"/>
                </a:lnTo>
                <a:lnTo>
                  <a:pt x="173395" y="24384"/>
                </a:lnTo>
                <a:close/>
                <a:moveTo>
                  <a:pt x="14323" y="334423"/>
                </a:moveTo>
                <a:lnTo>
                  <a:pt x="14323" y="14669"/>
                </a:lnTo>
                <a:lnTo>
                  <a:pt x="158882" y="14669"/>
                </a:lnTo>
                <a:lnTo>
                  <a:pt x="158882" y="94393"/>
                </a:lnTo>
                <a:cubicBezTo>
                  <a:pt x="158882" y="98012"/>
                  <a:pt x="162486" y="101632"/>
                  <a:pt x="166091" y="101632"/>
                </a:cubicBezTo>
                <a:lnTo>
                  <a:pt x="245579" y="101632"/>
                </a:lnTo>
                <a:lnTo>
                  <a:pt x="245579" y="334423"/>
                </a:lnTo>
                <a:lnTo>
                  <a:pt x="14323" y="334423"/>
                </a:lnTo>
                <a:close/>
                <a:moveTo>
                  <a:pt x="57767" y="108966"/>
                </a:moveTo>
                <a:cubicBezTo>
                  <a:pt x="57767" y="104013"/>
                  <a:pt x="61371" y="101632"/>
                  <a:pt x="64976" y="101632"/>
                </a:cubicBezTo>
                <a:lnTo>
                  <a:pt x="129667" y="101632"/>
                </a:lnTo>
                <a:cubicBezTo>
                  <a:pt x="134504" y="101632"/>
                  <a:pt x="136875" y="104108"/>
                  <a:pt x="136875" y="108966"/>
                </a:cubicBezTo>
                <a:cubicBezTo>
                  <a:pt x="136875" y="112681"/>
                  <a:pt x="134504" y="116300"/>
                  <a:pt x="129667" y="116300"/>
                </a:cubicBezTo>
                <a:lnTo>
                  <a:pt x="64976" y="116300"/>
                </a:lnTo>
                <a:cubicBezTo>
                  <a:pt x="61371" y="116300"/>
                  <a:pt x="57767" y="112586"/>
                  <a:pt x="57767" y="108966"/>
                </a:cubicBezTo>
                <a:close/>
                <a:moveTo>
                  <a:pt x="202136" y="152781"/>
                </a:moveTo>
                <a:cubicBezTo>
                  <a:pt x="202136" y="156305"/>
                  <a:pt x="199764" y="159734"/>
                  <a:pt x="194927" y="159734"/>
                </a:cubicBezTo>
                <a:lnTo>
                  <a:pt x="64976" y="159734"/>
                </a:lnTo>
                <a:cubicBezTo>
                  <a:pt x="61371" y="159734"/>
                  <a:pt x="57767" y="156210"/>
                  <a:pt x="57767" y="152781"/>
                </a:cubicBezTo>
                <a:cubicBezTo>
                  <a:pt x="57767" y="148114"/>
                  <a:pt x="61371" y="145828"/>
                  <a:pt x="64976" y="145828"/>
                </a:cubicBezTo>
                <a:lnTo>
                  <a:pt x="194927" y="145828"/>
                </a:lnTo>
                <a:cubicBezTo>
                  <a:pt x="199764" y="145828"/>
                  <a:pt x="202136" y="148114"/>
                  <a:pt x="202136" y="152781"/>
                </a:cubicBezTo>
                <a:close/>
                <a:moveTo>
                  <a:pt x="202136" y="196596"/>
                </a:moveTo>
                <a:cubicBezTo>
                  <a:pt x="202136" y="200311"/>
                  <a:pt x="199764" y="203930"/>
                  <a:pt x="194927" y="203930"/>
                </a:cubicBezTo>
                <a:lnTo>
                  <a:pt x="64976" y="203930"/>
                </a:lnTo>
                <a:cubicBezTo>
                  <a:pt x="61371" y="203930"/>
                  <a:pt x="57767" y="200216"/>
                  <a:pt x="57767" y="196596"/>
                </a:cubicBezTo>
                <a:cubicBezTo>
                  <a:pt x="57767" y="191643"/>
                  <a:pt x="61371" y="189262"/>
                  <a:pt x="64976" y="189262"/>
                </a:cubicBezTo>
                <a:lnTo>
                  <a:pt x="194927" y="189262"/>
                </a:lnTo>
                <a:cubicBezTo>
                  <a:pt x="199764" y="189262"/>
                  <a:pt x="202136" y="191738"/>
                  <a:pt x="202136" y="196596"/>
                </a:cubicBezTo>
                <a:close/>
                <a:moveTo>
                  <a:pt x="202136" y="240030"/>
                </a:moveTo>
                <a:cubicBezTo>
                  <a:pt x="202136" y="243745"/>
                  <a:pt x="199764" y="247364"/>
                  <a:pt x="194927" y="247364"/>
                </a:cubicBezTo>
                <a:lnTo>
                  <a:pt x="64976" y="247364"/>
                </a:lnTo>
                <a:cubicBezTo>
                  <a:pt x="61371" y="247364"/>
                  <a:pt x="57767" y="243650"/>
                  <a:pt x="57767" y="240030"/>
                </a:cubicBezTo>
                <a:cubicBezTo>
                  <a:pt x="57767" y="235077"/>
                  <a:pt x="61371" y="232696"/>
                  <a:pt x="64976" y="232696"/>
                </a:cubicBezTo>
                <a:lnTo>
                  <a:pt x="194927" y="232696"/>
                </a:lnTo>
                <a:cubicBezTo>
                  <a:pt x="199764" y="232696"/>
                  <a:pt x="202136" y="235172"/>
                  <a:pt x="202136" y="240030"/>
                </a:cubicBezTo>
                <a:close/>
                <a:moveTo>
                  <a:pt x="202136" y="283369"/>
                </a:moveTo>
                <a:cubicBezTo>
                  <a:pt x="202136" y="287084"/>
                  <a:pt x="199764" y="290703"/>
                  <a:pt x="194927" y="290703"/>
                </a:cubicBezTo>
                <a:lnTo>
                  <a:pt x="64976" y="290703"/>
                </a:lnTo>
                <a:cubicBezTo>
                  <a:pt x="61371" y="290703"/>
                  <a:pt x="57767" y="286988"/>
                  <a:pt x="57767" y="283369"/>
                </a:cubicBezTo>
                <a:cubicBezTo>
                  <a:pt x="57767" y="278416"/>
                  <a:pt x="61371" y="276035"/>
                  <a:pt x="64976" y="276035"/>
                </a:cubicBezTo>
                <a:lnTo>
                  <a:pt x="194927" y="276035"/>
                </a:lnTo>
                <a:cubicBezTo>
                  <a:pt x="199764" y="276035"/>
                  <a:pt x="202136" y="278511"/>
                  <a:pt x="202136" y="28336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2" name="Graphic 170">
            <a:extLst>
              <a:ext uri="{FF2B5EF4-FFF2-40B4-BE49-F238E27FC236}">
                <a16:creationId xmlns:a16="http://schemas.microsoft.com/office/drawing/2014/main" id="{63095EA2-427D-503A-0E96-E9FB7DAE1BCF}"/>
              </a:ext>
            </a:extLst>
          </p:cNvPr>
          <p:cNvSpPr/>
          <p:nvPr/>
        </p:nvSpPr>
        <p:spPr>
          <a:xfrm>
            <a:off x="7113324" y="2833528"/>
            <a:ext cx="465455" cy="468960"/>
          </a:xfrm>
          <a:custGeom>
            <a:avLst/>
            <a:gdLst>
              <a:gd name="connsiteX0" fmla="*/ 14228 w 346860"/>
              <a:gd name="connsiteY0" fmla="*/ 14383 h 349472"/>
              <a:gd name="connsiteX1" fmla="*/ 158787 w 346860"/>
              <a:gd name="connsiteY1" fmla="*/ 14383 h 349472"/>
              <a:gd name="connsiteX2" fmla="*/ 158787 w 346860"/>
              <a:gd name="connsiteY2" fmla="*/ 80105 h 349472"/>
              <a:gd name="connsiteX3" fmla="*/ 166091 w 346860"/>
              <a:gd name="connsiteY3" fmla="*/ 87440 h 349472"/>
              <a:gd name="connsiteX4" fmla="*/ 231635 w 346860"/>
              <a:gd name="connsiteY4" fmla="*/ 87440 h 349472"/>
              <a:gd name="connsiteX5" fmla="*/ 231635 w 346860"/>
              <a:gd name="connsiteY5" fmla="*/ 138113 h 349472"/>
              <a:gd name="connsiteX6" fmla="*/ 246148 w 346860"/>
              <a:gd name="connsiteY6" fmla="*/ 138113 h 349472"/>
              <a:gd name="connsiteX7" fmla="*/ 246148 w 346860"/>
              <a:gd name="connsiteY7" fmla="*/ 79915 h 349472"/>
              <a:gd name="connsiteX8" fmla="*/ 245579 w 346860"/>
              <a:gd name="connsiteY8" fmla="*/ 77724 h 349472"/>
              <a:gd name="connsiteX9" fmla="*/ 245579 w 346860"/>
              <a:gd name="connsiteY9" fmla="*/ 77533 h 349472"/>
              <a:gd name="connsiteX10" fmla="*/ 244251 w 346860"/>
              <a:gd name="connsiteY10" fmla="*/ 75628 h 349472"/>
              <a:gd name="connsiteX11" fmla="*/ 243872 w 346860"/>
              <a:gd name="connsiteY11" fmla="*/ 75152 h 349472"/>
              <a:gd name="connsiteX12" fmla="*/ 243872 w 346860"/>
              <a:gd name="connsiteY12" fmla="*/ 75152 h 349472"/>
              <a:gd name="connsiteX13" fmla="*/ 171403 w 346860"/>
              <a:gd name="connsiteY13" fmla="*/ 2381 h 349472"/>
              <a:gd name="connsiteX14" fmla="*/ 166565 w 346860"/>
              <a:gd name="connsiteY14" fmla="*/ 0 h 349472"/>
              <a:gd name="connsiteX15" fmla="*/ 7209 w 346860"/>
              <a:gd name="connsiteY15" fmla="*/ 0 h 349472"/>
              <a:gd name="connsiteX16" fmla="*/ 0 w 346860"/>
              <a:gd name="connsiteY16" fmla="*/ 7239 h 349472"/>
              <a:gd name="connsiteX17" fmla="*/ 0 w 346860"/>
              <a:gd name="connsiteY17" fmla="*/ 312896 h 349472"/>
              <a:gd name="connsiteX18" fmla="*/ 7209 w 346860"/>
              <a:gd name="connsiteY18" fmla="*/ 320135 h 349472"/>
              <a:gd name="connsiteX19" fmla="*/ 152052 w 346860"/>
              <a:gd name="connsiteY19" fmla="*/ 320135 h 349472"/>
              <a:gd name="connsiteX20" fmla="*/ 152052 w 346860"/>
              <a:gd name="connsiteY20" fmla="*/ 305562 h 349472"/>
              <a:gd name="connsiteX21" fmla="*/ 14418 w 346860"/>
              <a:gd name="connsiteY21" fmla="*/ 305562 h 349472"/>
              <a:gd name="connsiteX22" fmla="*/ 14418 w 346860"/>
              <a:gd name="connsiteY22" fmla="*/ 14478 h 349472"/>
              <a:gd name="connsiteX23" fmla="*/ 173300 w 346860"/>
              <a:gd name="connsiteY23" fmla="*/ 24860 h 349472"/>
              <a:gd name="connsiteX24" fmla="*/ 221960 w 346860"/>
              <a:gd name="connsiteY24" fmla="*/ 72866 h 349472"/>
              <a:gd name="connsiteX25" fmla="*/ 173300 w 346860"/>
              <a:gd name="connsiteY25" fmla="*/ 72866 h 349472"/>
              <a:gd name="connsiteX26" fmla="*/ 173300 w 346860"/>
              <a:gd name="connsiteY26" fmla="*/ 24860 h 349472"/>
              <a:gd name="connsiteX27" fmla="*/ 345935 w 346860"/>
              <a:gd name="connsiteY27" fmla="*/ 338614 h 349472"/>
              <a:gd name="connsiteX28" fmla="*/ 259143 w 346860"/>
              <a:gd name="connsiteY28" fmla="*/ 164021 h 349472"/>
              <a:gd name="connsiteX29" fmla="*/ 253073 w 346860"/>
              <a:gd name="connsiteY29" fmla="*/ 160401 h 349472"/>
              <a:gd name="connsiteX30" fmla="*/ 245863 w 346860"/>
              <a:gd name="connsiteY30" fmla="*/ 164021 h 349472"/>
              <a:gd name="connsiteX31" fmla="*/ 159071 w 346860"/>
              <a:gd name="connsiteY31" fmla="*/ 338614 h 349472"/>
              <a:gd name="connsiteX32" fmla="*/ 160305 w 346860"/>
              <a:gd name="connsiteY32" fmla="*/ 345853 h 349472"/>
              <a:gd name="connsiteX33" fmla="*/ 166375 w 346860"/>
              <a:gd name="connsiteY33" fmla="*/ 349472 h 349472"/>
              <a:gd name="connsiteX34" fmla="*/ 339865 w 346860"/>
              <a:gd name="connsiteY34" fmla="*/ 349472 h 349472"/>
              <a:gd name="connsiteX35" fmla="*/ 345935 w 346860"/>
              <a:gd name="connsiteY35" fmla="*/ 345853 h 349472"/>
              <a:gd name="connsiteX36" fmla="*/ 345935 w 346860"/>
              <a:gd name="connsiteY36" fmla="*/ 338614 h 349472"/>
              <a:gd name="connsiteX37" fmla="*/ 177189 w 346860"/>
              <a:gd name="connsiteY37" fmla="*/ 334994 h 349472"/>
              <a:gd name="connsiteX38" fmla="*/ 253073 w 346860"/>
              <a:gd name="connsiteY38" fmla="*/ 183452 h 349472"/>
              <a:gd name="connsiteX39" fmla="*/ 327818 w 346860"/>
              <a:gd name="connsiteY39" fmla="*/ 334994 h 349472"/>
              <a:gd name="connsiteX40" fmla="*/ 177189 w 346860"/>
              <a:gd name="connsiteY40" fmla="*/ 334994 h 349472"/>
              <a:gd name="connsiteX41" fmla="*/ 253357 w 346860"/>
              <a:gd name="connsiteY41" fmla="*/ 231648 h 349472"/>
              <a:gd name="connsiteX42" fmla="*/ 260661 w 346860"/>
              <a:gd name="connsiteY42" fmla="*/ 238887 h 349472"/>
              <a:gd name="connsiteX43" fmla="*/ 260661 w 346860"/>
              <a:gd name="connsiteY43" fmla="*/ 285845 h 349472"/>
              <a:gd name="connsiteX44" fmla="*/ 253357 w 346860"/>
              <a:gd name="connsiteY44" fmla="*/ 293084 h 349472"/>
              <a:gd name="connsiteX45" fmla="*/ 246053 w 346860"/>
              <a:gd name="connsiteY45" fmla="*/ 285845 h 349472"/>
              <a:gd name="connsiteX46" fmla="*/ 246053 w 346860"/>
              <a:gd name="connsiteY46" fmla="*/ 238887 h 349472"/>
              <a:gd name="connsiteX47" fmla="*/ 253357 w 346860"/>
              <a:gd name="connsiteY47" fmla="*/ 231648 h 349472"/>
              <a:gd name="connsiteX48" fmla="*/ 260661 w 346860"/>
              <a:gd name="connsiteY48" fmla="*/ 309848 h 349472"/>
              <a:gd name="connsiteX49" fmla="*/ 252503 w 346860"/>
              <a:gd name="connsiteY49" fmla="*/ 317659 h 349472"/>
              <a:gd name="connsiteX50" fmla="*/ 244346 w 346860"/>
              <a:gd name="connsiteY50" fmla="*/ 309848 h 349472"/>
              <a:gd name="connsiteX51" fmla="*/ 252503 w 346860"/>
              <a:gd name="connsiteY51" fmla="*/ 302038 h 349472"/>
              <a:gd name="connsiteX52" fmla="*/ 260661 w 346860"/>
              <a:gd name="connsiteY52" fmla="*/ 309848 h 349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46860" h="349472">
                <a:moveTo>
                  <a:pt x="14228" y="14383"/>
                </a:moveTo>
                <a:lnTo>
                  <a:pt x="158787" y="14383"/>
                </a:lnTo>
                <a:lnTo>
                  <a:pt x="158787" y="80105"/>
                </a:lnTo>
                <a:cubicBezTo>
                  <a:pt x="158787" y="83725"/>
                  <a:pt x="161253" y="87440"/>
                  <a:pt x="166091" y="87440"/>
                </a:cubicBezTo>
                <a:lnTo>
                  <a:pt x="231635" y="87440"/>
                </a:lnTo>
                <a:lnTo>
                  <a:pt x="231635" y="138113"/>
                </a:lnTo>
                <a:lnTo>
                  <a:pt x="246148" y="138113"/>
                </a:lnTo>
                <a:lnTo>
                  <a:pt x="246148" y="79915"/>
                </a:lnTo>
                <a:cubicBezTo>
                  <a:pt x="246148" y="78962"/>
                  <a:pt x="245863" y="78296"/>
                  <a:pt x="245579" y="77724"/>
                </a:cubicBezTo>
                <a:cubicBezTo>
                  <a:pt x="245579" y="77724"/>
                  <a:pt x="245579" y="77629"/>
                  <a:pt x="245579" y="77533"/>
                </a:cubicBezTo>
                <a:cubicBezTo>
                  <a:pt x="245200" y="76771"/>
                  <a:pt x="244725" y="76200"/>
                  <a:pt x="244251" y="75628"/>
                </a:cubicBezTo>
                <a:cubicBezTo>
                  <a:pt x="244061" y="75438"/>
                  <a:pt x="243966" y="75248"/>
                  <a:pt x="243872" y="75152"/>
                </a:cubicBezTo>
                <a:cubicBezTo>
                  <a:pt x="243872" y="75152"/>
                  <a:pt x="243872" y="75152"/>
                  <a:pt x="243872" y="75152"/>
                </a:cubicBezTo>
                <a:lnTo>
                  <a:pt x="171403" y="2381"/>
                </a:lnTo>
                <a:cubicBezTo>
                  <a:pt x="170169" y="0"/>
                  <a:pt x="167798" y="0"/>
                  <a:pt x="166565" y="0"/>
                </a:cubicBezTo>
                <a:lnTo>
                  <a:pt x="7209" y="0"/>
                </a:lnTo>
                <a:cubicBezTo>
                  <a:pt x="2371" y="0"/>
                  <a:pt x="0" y="3619"/>
                  <a:pt x="0" y="7239"/>
                </a:cubicBezTo>
                <a:lnTo>
                  <a:pt x="0" y="312896"/>
                </a:lnTo>
                <a:cubicBezTo>
                  <a:pt x="0" y="316516"/>
                  <a:pt x="2371" y="320135"/>
                  <a:pt x="7209" y="320135"/>
                </a:cubicBezTo>
                <a:lnTo>
                  <a:pt x="152052" y="320135"/>
                </a:lnTo>
                <a:lnTo>
                  <a:pt x="152052" y="305562"/>
                </a:lnTo>
                <a:lnTo>
                  <a:pt x="14418" y="305562"/>
                </a:lnTo>
                <a:lnTo>
                  <a:pt x="14418" y="14478"/>
                </a:lnTo>
                <a:close/>
                <a:moveTo>
                  <a:pt x="173300" y="24860"/>
                </a:moveTo>
                <a:cubicBezTo>
                  <a:pt x="181457" y="32956"/>
                  <a:pt x="196065" y="47339"/>
                  <a:pt x="221960" y="72866"/>
                </a:cubicBezTo>
                <a:lnTo>
                  <a:pt x="173300" y="72866"/>
                </a:lnTo>
                <a:lnTo>
                  <a:pt x="173300" y="24860"/>
                </a:lnTo>
                <a:close/>
                <a:moveTo>
                  <a:pt x="345935" y="338614"/>
                </a:moveTo>
                <a:lnTo>
                  <a:pt x="259143" y="164021"/>
                </a:lnTo>
                <a:cubicBezTo>
                  <a:pt x="257910" y="161639"/>
                  <a:pt x="255539" y="160401"/>
                  <a:pt x="253073" y="160401"/>
                </a:cubicBezTo>
                <a:cubicBezTo>
                  <a:pt x="249468" y="160401"/>
                  <a:pt x="247002" y="161639"/>
                  <a:pt x="245863" y="164021"/>
                </a:cubicBezTo>
                <a:lnTo>
                  <a:pt x="159071" y="338614"/>
                </a:lnTo>
                <a:cubicBezTo>
                  <a:pt x="157838" y="340995"/>
                  <a:pt x="157838" y="343471"/>
                  <a:pt x="160305" y="345853"/>
                </a:cubicBezTo>
                <a:cubicBezTo>
                  <a:pt x="161538" y="348234"/>
                  <a:pt x="163909" y="349472"/>
                  <a:pt x="166375" y="349472"/>
                </a:cubicBezTo>
                <a:lnTo>
                  <a:pt x="339865" y="349472"/>
                </a:lnTo>
                <a:cubicBezTo>
                  <a:pt x="342236" y="349472"/>
                  <a:pt x="344702" y="348234"/>
                  <a:pt x="345935" y="345853"/>
                </a:cubicBezTo>
                <a:cubicBezTo>
                  <a:pt x="347168" y="343471"/>
                  <a:pt x="347168" y="340995"/>
                  <a:pt x="345935" y="338614"/>
                </a:cubicBezTo>
                <a:close/>
                <a:moveTo>
                  <a:pt x="177189" y="334994"/>
                </a:moveTo>
                <a:lnTo>
                  <a:pt x="253073" y="183452"/>
                </a:lnTo>
                <a:lnTo>
                  <a:pt x="327818" y="334994"/>
                </a:lnTo>
                <a:lnTo>
                  <a:pt x="177189" y="334994"/>
                </a:lnTo>
                <a:close/>
                <a:moveTo>
                  <a:pt x="253357" y="231648"/>
                </a:moveTo>
                <a:cubicBezTo>
                  <a:pt x="257056" y="231648"/>
                  <a:pt x="260661" y="234029"/>
                  <a:pt x="260661" y="238887"/>
                </a:cubicBezTo>
                <a:lnTo>
                  <a:pt x="260661" y="285845"/>
                </a:lnTo>
                <a:cubicBezTo>
                  <a:pt x="260661" y="289465"/>
                  <a:pt x="256962" y="293084"/>
                  <a:pt x="253357" y="293084"/>
                </a:cubicBezTo>
                <a:cubicBezTo>
                  <a:pt x="248425" y="293084"/>
                  <a:pt x="246053" y="289465"/>
                  <a:pt x="246053" y="285845"/>
                </a:cubicBezTo>
                <a:lnTo>
                  <a:pt x="246053" y="238887"/>
                </a:lnTo>
                <a:cubicBezTo>
                  <a:pt x="246053" y="234029"/>
                  <a:pt x="248519" y="231648"/>
                  <a:pt x="253357" y="231648"/>
                </a:cubicBezTo>
                <a:close/>
                <a:moveTo>
                  <a:pt x="260661" y="309848"/>
                </a:moveTo>
                <a:cubicBezTo>
                  <a:pt x="260661" y="314134"/>
                  <a:pt x="257056" y="317659"/>
                  <a:pt x="252503" y="317659"/>
                </a:cubicBezTo>
                <a:cubicBezTo>
                  <a:pt x="247950" y="317659"/>
                  <a:pt x="244346" y="314134"/>
                  <a:pt x="244346" y="309848"/>
                </a:cubicBezTo>
                <a:cubicBezTo>
                  <a:pt x="244346" y="305562"/>
                  <a:pt x="247950" y="302038"/>
                  <a:pt x="252503" y="302038"/>
                </a:cubicBezTo>
                <a:cubicBezTo>
                  <a:pt x="257056" y="302038"/>
                  <a:pt x="260661" y="305562"/>
                  <a:pt x="260661" y="30984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3" name="Graphic 170">
            <a:extLst>
              <a:ext uri="{FF2B5EF4-FFF2-40B4-BE49-F238E27FC236}">
                <a16:creationId xmlns:a16="http://schemas.microsoft.com/office/drawing/2014/main" id="{8C1874DA-D4B2-5CE3-FB68-09B7E3FA0E8F}"/>
              </a:ext>
            </a:extLst>
          </p:cNvPr>
          <p:cNvSpPr/>
          <p:nvPr/>
        </p:nvSpPr>
        <p:spPr>
          <a:xfrm>
            <a:off x="7875324" y="2833528"/>
            <a:ext cx="465455" cy="468960"/>
          </a:xfrm>
          <a:custGeom>
            <a:avLst/>
            <a:gdLst>
              <a:gd name="connsiteX0" fmla="*/ 14228 w 346860"/>
              <a:gd name="connsiteY0" fmla="*/ 14383 h 349472"/>
              <a:gd name="connsiteX1" fmla="*/ 158787 w 346860"/>
              <a:gd name="connsiteY1" fmla="*/ 14383 h 349472"/>
              <a:gd name="connsiteX2" fmla="*/ 158787 w 346860"/>
              <a:gd name="connsiteY2" fmla="*/ 80105 h 349472"/>
              <a:gd name="connsiteX3" fmla="*/ 166091 w 346860"/>
              <a:gd name="connsiteY3" fmla="*/ 87440 h 349472"/>
              <a:gd name="connsiteX4" fmla="*/ 231635 w 346860"/>
              <a:gd name="connsiteY4" fmla="*/ 87440 h 349472"/>
              <a:gd name="connsiteX5" fmla="*/ 231635 w 346860"/>
              <a:gd name="connsiteY5" fmla="*/ 138113 h 349472"/>
              <a:gd name="connsiteX6" fmla="*/ 246148 w 346860"/>
              <a:gd name="connsiteY6" fmla="*/ 138113 h 349472"/>
              <a:gd name="connsiteX7" fmla="*/ 246148 w 346860"/>
              <a:gd name="connsiteY7" fmla="*/ 79915 h 349472"/>
              <a:gd name="connsiteX8" fmla="*/ 245579 w 346860"/>
              <a:gd name="connsiteY8" fmla="*/ 77724 h 349472"/>
              <a:gd name="connsiteX9" fmla="*/ 245579 w 346860"/>
              <a:gd name="connsiteY9" fmla="*/ 77533 h 349472"/>
              <a:gd name="connsiteX10" fmla="*/ 244251 w 346860"/>
              <a:gd name="connsiteY10" fmla="*/ 75628 h 349472"/>
              <a:gd name="connsiteX11" fmla="*/ 243872 w 346860"/>
              <a:gd name="connsiteY11" fmla="*/ 75152 h 349472"/>
              <a:gd name="connsiteX12" fmla="*/ 243872 w 346860"/>
              <a:gd name="connsiteY12" fmla="*/ 75152 h 349472"/>
              <a:gd name="connsiteX13" fmla="*/ 171403 w 346860"/>
              <a:gd name="connsiteY13" fmla="*/ 2381 h 349472"/>
              <a:gd name="connsiteX14" fmla="*/ 166565 w 346860"/>
              <a:gd name="connsiteY14" fmla="*/ 0 h 349472"/>
              <a:gd name="connsiteX15" fmla="*/ 7209 w 346860"/>
              <a:gd name="connsiteY15" fmla="*/ 0 h 349472"/>
              <a:gd name="connsiteX16" fmla="*/ 0 w 346860"/>
              <a:gd name="connsiteY16" fmla="*/ 7239 h 349472"/>
              <a:gd name="connsiteX17" fmla="*/ 0 w 346860"/>
              <a:gd name="connsiteY17" fmla="*/ 312896 h 349472"/>
              <a:gd name="connsiteX18" fmla="*/ 7209 w 346860"/>
              <a:gd name="connsiteY18" fmla="*/ 320135 h 349472"/>
              <a:gd name="connsiteX19" fmla="*/ 152052 w 346860"/>
              <a:gd name="connsiteY19" fmla="*/ 320135 h 349472"/>
              <a:gd name="connsiteX20" fmla="*/ 152052 w 346860"/>
              <a:gd name="connsiteY20" fmla="*/ 305562 h 349472"/>
              <a:gd name="connsiteX21" fmla="*/ 14418 w 346860"/>
              <a:gd name="connsiteY21" fmla="*/ 305562 h 349472"/>
              <a:gd name="connsiteX22" fmla="*/ 14418 w 346860"/>
              <a:gd name="connsiteY22" fmla="*/ 14478 h 349472"/>
              <a:gd name="connsiteX23" fmla="*/ 173300 w 346860"/>
              <a:gd name="connsiteY23" fmla="*/ 24860 h 349472"/>
              <a:gd name="connsiteX24" fmla="*/ 221960 w 346860"/>
              <a:gd name="connsiteY24" fmla="*/ 72866 h 349472"/>
              <a:gd name="connsiteX25" fmla="*/ 173300 w 346860"/>
              <a:gd name="connsiteY25" fmla="*/ 72866 h 349472"/>
              <a:gd name="connsiteX26" fmla="*/ 173300 w 346860"/>
              <a:gd name="connsiteY26" fmla="*/ 24860 h 349472"/>
              <a:gd name="connsiteX27" fmla="*/ 345935 w 346860"/>
              <a:gd name="connsiteY27" fmla="*/ 338614 h 349472"/>
              <a:gd name="connsiteX28" fmla="*/ 259143 w 346860"/>
              <a:gd name="connsiteY28" fmla="*/ 164021 h 349472"/>
              <a:gd name="connsiteX29" fmla="*/ 253073 w 346860"/>
              <a:gd name="connsiteY29" fmla="*/ 160401 h 349472"/>
              <a:gd name="connsiteX30" fmla="*/ 245863 w 346860"/>
              <a:gd name="connsiteY30" fmla="*/ 164021 h 349472"/>
              <a:gd name="connsiteX31" fmla="*/ 159071 w 346860"/>
              <a:gd name="connsiteY31" fmla="*/ 338614 h 349472"/>
              <a:gd name="connsiteX32" fmla="*/ 160305 w 346860"/>
              <a:gd name="connsiteY32" fmla="*/ 345853 h 349472"/>
              <a:gd name="connsiteX33" fmla="*/ 166375 w 346860"/>
              <a:gd name="connsiteY33" fmla="*/ 349472 h 349472"/>
              <a:gd name="connsiteX34" fmla="*/ 339865 w 346860"/>
              <a:gd name="connsiteY34" fmla="*/ 349472 h 349472"/>
              <a:gd name="connsiteX35" fmla="*/ 345935 w 346860"/>
              <a:gd name="connsiteY35" fmla="*/ 345853 h 349472"/>
              <a:gd name="connsiteX36" fmla="*/ 345935 w 346860"/>
              <a:gd name="connsiteY36" fmla="*/ 338614 h 349472"/>
              <a:gd name="connsiteX37" fmla="*/ 177189 w 346860"/>
              <a:gd name="connsiteY37" fmla="*/ 334994 h 349472"/>
              <a:gd name="connsiteX38" fmla="*/ 253073 w 346860"/>
              <a:gd name="connsiteY38" fmla="*/ 183452 h 349472"/>
              <a:gd name="connsiteX39" fmla="*/ 327818 w 346860"/>
              <a:gd name="connsiteY39" fmla="*/ 334994 h 349472"/>
              <a:gd name="connsiteX40" fmla="*/ 177189 w 346860"/>
              <a:gd name="connsiteY40" fmla="*/ 334994 h 349472"/>
              <a:gd name="connsiteX41" fmla="*/ 253357 w 346860"/>
              <a:gd name="connsiteY41" fmla="*/ 231648 h 349472"/>
              <a:gd name="connsiteX42" fmla="*/ 260661 w 346860"/>
              <a:gd name="connsiteY42" fmla="*/ 238887 h 349472"/>
              <a:gd name="connsiteX43" fmla="*/ 260661 w 346860"/>
              <a:gd name="connsiteY43" fmla="*/ 285845 h 349472"/>
              <a:gd name="connsiteX44" fmla="*/ 253357 w 346860"/>
              <a:gd name="connsiteY44" fmla="*/ 293084 h 349472"/>
              <a:gd name="connsiteX45" fmla="*/ 246053 w 346860"/>
              <a:gd name="connsiteY45" fmla="*/ 285845 h 349472"/>
              <a:gd name="connsiteX46" fmla="*/ 246053 w 346860"/>
              <a:gd name="connsiteY46" fmla="*/ 238887 h 349472"/>
              <a:gd name="connsiteX47" fmla="*/ 253357 w 346860"/>
              <a:gd name="connsiteY47" fmla="*/ 231648 h 349472"/>
              <a:gd name="connsiteX48" fmla="*/ 260661 w 346860"/>
              <a:gd name="connsiteY48" fmla="*/ 309848 h 349472"/>
              <a:gd name="connsiteX49" fmla="*/ 252503 w 346860"/>
              <a:gd name="connsiteY49" fmla="*/ 317659 h 349472"/>
              <a:gd name="connsiteX50" fmla="*/ 244346 w 346860"/>
              <a:gd name="connsiteY50" fmla="*/ 309848 h 349472"/>
              <a:gd name="connsiteX51" fmla="*/ 252503 w 346860"/>
              <a:gd name="connsiteY51" fmla="*/ 302038 h 349472"/>
              <a:gd name="connsiteX52" fmla="*/ 260661 w 346860"/>
              <a:gd name="connsiteY52" fmla="*/ 309848 h 349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46860" h="349472">
                <a:moveTo>
                  <a:pt x="14228" y="14383"/>
                </a:moveTo>
                <a:lnTo>
                  <a:pt x="158787" y="14383"/>
                </a:lnTo>
                <a:lnTo>
                  <a:pt x="158787" y="80105"/>
                </a:lnTo>
                <a:cubicBezTo>
                  <a:pt x="158787" y="83725"/>
                  <a:pt x="161253" y="87440"/>
                  <a:pt x="166091" y="87440"/>
                </a:cubicBezTo>
                <a:lnTo>
                  <a:pt x="231635" y="87440"/>
                </a:lnTo>
                <a:lnTo>
                  <a:pt x="231635" y="138113"/>
                </a:lnTo>
                <a:lnTo>
                  <a:pt x="246148" y="138113"/>
                </a:lnTo>
                <a:lnTo>
                  <a:pt x="246148" y="79915"/>
                </a:lnTo>
                <a:cubicBezTo>
                  <a:pt x="246148" y="78962"/>
                  <a:pt x="245863" y="78296"/>
                  <a:pt x="245579" y="77724"/>
                </a:cubicBezTo>
                <a:cubicBezTo>
                  <a:pt x="245579" y="77724"/>
                  <a:pt x="245579" y="77629"/>
                  <a:pt x="245579" y="77533"/>
                </a:cubicBezTo>
                <a:cubicBezTo>
                  <a:pt x="245200" y="76771"/>
                  <a:pt x="244725" y="76200"/>
                  <a:pt x="244251" y="75628"/>
                </a:cubicBezTo>
                <a:cubicBezTo>
                  <a:pt x="244061" y="75438"/>
                  <a:pt x="243966" y="75248"/>
                  <a:pt x="243872" y="75152"/>
                </a:cubicBezTo>
                <a:cubicBezTo>
                  <a:pt x="243872" y="75152"/>
                  <a:pt x="243872" y="75152"/>
                  <a:pt x="243872" y="75152"/>
                </a:cubicBezTo>
                <a:lnTo>
                  <a:pt x="171403" y="2381"/>
                </a:lnTo>
                <a:cubicBezTo>
                  <a:pt x="170169" y="0"/>
                  <a:pt x="167798" y="0"/>
                  <a:pt x="166565" y="0"/>
                </a:cubicBezTo>
                <a:lnTo>
                  <a:pt x="7209" y="0"/>
                </a:lnTo>
                <a:cubicBezTo>
                  <a:pt x="2371" y="0"/>
                  <a:pt x="0" y="3619"/>
                  <a:pt x="0" y="7239"/>
                </a:cubicBezTo>
                <a:lnTo>
                  <a:pt x="0" y="312896"/>
                </a:lnTo>
                <a:cubicBezTo>
                  <a:pt x="0" y="316516"/>
                  <a:pt x="2371" y="320135"/>
                  <a:pt x="7209" y="320135"/>
                </a:cubicBezTo>
                <a:lnTo>
                  <a:pt x="152052" y="320135"/>
                </a:lnTo>
                <a:lnTo>
                  <a:pt x="152052" y="305562"/>
                </a:lnTo>
                <a:lnTo>
                  <a:pt x="14418" y="305562"/>
                </a:lnTo>
                <a:lnTo>
                  <a:pt x="14418" y="14478"/>
                </a:lnTo>
                <a:close/>
                <a:moveTo>
                  <a:pt x="173300" y="24860"/>
                </a:moveTo>
                <a:cubicBezTo>
                  <a:pt x="181457" y="32956"/>
                  <a:pt x="196065" y="47339"/>
                  <a:pt x="221960" y="72866"/>
                </a:cubicBezTo>
                <a:lnTo>
                  <a:pt x="173300" y="72866"/>
                </a:lnTo>
                <a:lnTo>
                  <a:pt x="173300" y="24860"/>
                </a:lnTo>
                <a:close/>
                <a:moveTo>
                  <a:pt x="345935" y="338614"/>
                </a:moveTo>
                <a:lnTo>
                  <a:pt x="259143" y="164021"/>
                </a:lnTo>
                <a:cubicBezTo>
                  <a:pt x="257910" y="161639"/>
                  <a:pt x="255539" y="160401"/>
                  <a:pt x="253073" y="160401"/>
                </a:cubicBezTo>
                <a:cubicBezTo>
                  <a:pt x="249468" y="160401"/>
                  <a:pt x="247002" y="161639"/>
                  <a:pt x="245863" y="164021"/>
                </a:cubicBezTo>
                <a:lnTo>
                  <a:pt x="159071" y="338614"/>
                </a:lnTo>
                <a:cubicBezTo>
                  <a:pt x="157838" y="340995"/>
                  <a:pt x="157838" y="343471"/>
                  <a:pt x="160305" y="345853"/>
                </a:cubicBezTo>
                <a:cubicBezTo>
                  <a:pt x="161538" y="348234"/>
                  <a:pt x="163909" y="349472"/>
                  <a:pt x="166375" y="349472"/>
                </a:cubicBezTo>
                <a:lnTo>
                  <a:pt x="339865" y="349472"/>
                </a:lnTo>
                <a:cubicBezTo>
                  <a:pt x="342236" y="349472"/>
                  <a:pt x="344702" y="348234"/>
                  <a:pt x="345935" y="345853"/>
                </a:cubicBezTo>
                <a:cubicBezTo>
                  <a:pt x="347168" y="343471"/>
                  <a:pt x="347168" y="340995"/>
                  <a:pt x="345935" y="338614"/>
                </a:cubicBezTo>
                <a:close/>
                <a:moveTo>
                  <a:pt x="177189" y="334994"/>
                </a:moveTo>
                <a:lnTo>
                  <a:pt x="253073" y="183452"/>
                </a:lnTo>
                <a:lnTo>
                  <a:pt x="327818" y="334994"/>
                </a:lnTo>
                <a:lnTo>
                  <a:pt x="177189" y="334994"/>
                </a:lnTo>
                <a:close/>
                <a:moveTo>
                  <a:pt x="253357" y="231648"/>
                </a:moveTo>
                <a:cubicBezTo>
                  <a:pt x="257056" y="231648"/>
                  <a:pt x="260661" y="234029"/>
                  <a:pt x="260661" y="238887"/>
                </a:cubicBezTo>
                <a:lnTo>
                  <a:pt x="260661" y="285845"/>
                </a:lnTo>
                <a:cubicBezTo>
                  <a:pt x="260661" y="289465"/>
                  <a:pt x="256962" y="293084"/>
                  <a:pt x="253357" y="293084"/>
                </a:cubicBezTo>
                <a:cubicBezTo>
                  <a:pt x="248425" y="293084"/>
                  <a:pt x="246053" y="289465"/>
                  <a:pt x="246053" y="285845"/>
                </a:cubicBezTo>
                <a:lnTo>
                  <a:pt x="246053" y="238887"/>
                </a:lnTo>
                <a:cubicBezTo>
                  <a:pt x="246053" y="234029"/>
                  <a:pt x="248519" y="231648"/>
                  <a:pt x="253357" y="231648"/>
                </a:cubicBezTo>
                <a:close/>
                <a:moveTo>
                  <a:pt x="260661" y="309848"/>
                </a:moveTo>
                <a:cubicBezTo>
                  <a:pt x="260661" y="314134"/>
                  <a:pt x="257056" y="317659"/>
                  <a:pt x="252503" y="317659"/>
                </a:cubicBezTo>
                <a:cubicBezTo>
                  <a:pt x="247950" y="317659"/>
                  <a:pt x="244346" y="314134"/>
                  <a:pt x="244346" y="309848"/>
                </a:cubicBezTo>
                <a:cubicBezTo>
                  <a:pt x="244346" y="305562"/>
                  <a:pt x="247950" y="302038"/>
                  <a:pt x="252503" y="302038"/>
                </a:cubicBezTo>
                <a:cubicBezTo>
                  <a:pt x="257056" y="302038"/>
                  <a:pt x="260661" y="305562"/>
                  <a:pt x="260661" y="30984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4" name="Graphic 170">
            <a:extLst>
              <a:ext uri="{FF2B5EF4-FFF2-40B4-BE49-F238E27FC236}">
                <a16:creationId xmlns:a16="http://schemas.microsoft.com/office/drawing/2014/main" id="{97A1977E-F95F-CE08-5CB3-19611B194165}"/>
              </a:ext>
            </a:extLst>
          </p:cNvPr>
          <p:cNvSpPr/>
          <p:nvPr/>
        </p:nvSpPr>
        <p:spPr>
          <a:xfrm>
            <a:off x="7113324" y="3484403"/>
            <a:ext cx="465455" cy="468960"/>
          </a:xfrm>
          <a:custGeom>
            <a:avLst/>
            <a:gdLst>
              <a:gd name="connsiteX0" fmla="*/ 14228 w 346860"/>
              <a:gd name="connsiteY0" fmla="*/ 14383 h 349472"/>
              <a:gd name="connsiteX1" fmla="*/ 158787 w 346860"/>
              <a:gd name="connsiteY1" fmla="*/ 14383 h 349472"/>
              <a:gd name="connsiteX2" fmla="*/ 158787 w 346860"/>
              <a:gd name="connsiteY2" fmla="*/ 80105 h 349472"/>
              <a:gd name="connsiteX3" fmla="*/ 166091 w 346860"/>
              <a:gd name="connsiteY3" fmla="*/ 87440 h 349472"/>
              <a:gd name="connsiteX4" fmla="*/ 231635 w 346860"/>
              <a:gd name="connsiteY4" fmla="*/ 87440 h 349472"/>
              <a:gd name="connsiteX5" fmla="*/ 231635 w 346860"/>
              <a:gd name="connsiteY5" fmla="*/ 138113 h 349472"/>
              <a:gd name="connsiteX6" fmla="*/ 246148 w 346860"/>
              <a:gd name="connsiteY6" fmla="*/ 138113 h 349472"/>
              <a:gd name="connsiteX7" fmla="*/ 246148 w 346860"/>
              <a:gd name="connsiteY7" fmla="*/ 79915 h 349472"/>
              <a:gd name="connsiteX8" fmla="*/ 245579 w 346860"/>
              <a:gd name="connsiteY8" fmla="*/ 77724 h 349472"/>
              <a:gd name="connsiteX9" fmla="*/ 245579 w 346860"/>
              <a:gd name="connsiteY9" fmla="*/ 77533 h 349472"/>
              <a:gd name="connsiteX10" fmla="*/ 244251 w 346860"/>
              <a:gd name="connsiteY10" fmla="*/ 75628 h 349472"/>
              <a:gd name="connsiteX11" fmla="*/ 243872 w 346860"/>
              <a:gd name="connsiteY11" fmla="*/ 75152 h 349472"/>
              <a:gd name="connsiteX12" fmla="*/ 243872 w 346860"/>
              <a:gd name="connsiteY12" fmla="*/ 75152 h 349472"/>
              <a:gd name="connsiteX13" fmla="*/ 171403 w 346860"/>
              <a:gd name="connsiteY13" fmla="*/ 2381 h 349472"/>
              <a:gd name="connsiteX14" fmla="*/ 166565 w 346860"/>
              <a:gd name="connsiteY14" fmla="*/ 0 h 349472"/>
              <a:gd name="connsiteX15" fmla="*/ 7209 w 346860"/>
              <a:gd name="connsiteY15" fmla="*/ 0 h 349472"/>
              <a:gd name="connsiteX16" fmla="*/ 0 w 346860"/>
              <a:gd name="connsiteY16" fmla="*/ 7239 h 349472"/>
              <a:gd name="connsiteX17" fmla="*/ 0 w 346860"/>
              <a:gd name="connsiteY17" fmla="*/ 312896 h 349472"/>
              <a:gd name="connsiteX18" fmla="*/ 7209 w 346860"/>
              <a:gd name="connsiteY18" fmla="*/ 320135 h 349472"/>
              <a:gd name="connsiteX19" fmla="*/ 152052 w 346860"/>
              <a:gd name="connsiteY19" fmla="*/ 320135 h 349472"/>
              <a:gd name="connsiteX20" fmla="*/ 152052 w 346860"/>
              <a:gd name="connsiteY20" fmla="*/ 305562 h 349472"/>
              <a:gd name="connsiteX21" fmla="*/ 14418 w 346860"/>
              <a:gd name="connsiteY21" fmla="*/ 305562 h 349472"/>
              <a:gd name="connsiteX22" fmla="*/ 14418 w 346860"/>
              <a:gd name="connsiteY22" fmla="*/ 14478 h 349472"/>
              <a:gd name="connsiteX23" fmla="*/ 173300 w 346860"/>
              <a:gd name="connsiteY23" fmla="*/ 24860 h 349472"/>
              <a:gd name="connsiteX24" fmla="*/ 221960 w 346860"/>
              <a:gd name="connsiteY24" fmla="*/ 72866 h 349472"/>
              <a:gd name="connsiteX25" fmla="*/ 173300 w 346860"/>
              <a:gd name="connsiteY25" fmla="*/ 72866 h 349472"/>
              <a:gd name="connsiteX26" fmla="*/ 173300 w 346860"/>
              <a:gd name="connsiteY26" fmla="*/ 24860 h 349472"/>
              <a:gd name="connsiteX27" fmla="*/ 345935 w 346860"/>
              <a:gd name="connsiteY27" fmla="*/ 338614 h 349472"/>
              <a:gd name="connsiteX28" fmla="*/ 259143 w 346860"/>
              <a:gd name="connsiteY28" fmla="*/ 164021 h 349472"/>
              <a:gd name="connsiteX29" fmla="*/ 253073 w 346860"/>
              <a:gd name="connsiteY29" fmla="*/ 160401 h 349472"/>
              <a:gd name="connsiteX30" fmla="*/ 245863 w 346860"/>
              <a:gd name="connsiteY30" fmla="*/ 164021 h 349472"/>
              <a:gd name="connsiteX31" fmla="*/ 159071 w 346860"/>
              <a:gd name="connsiteY31" fmla="*/ 338614 h 349472"/>
              <a:gd name="connsiteX32" fmla="*/ 160305 w 346860"/>
              <a:gd name="connsiteY32" fmla="*/ 345853 h 349472"/>
              <a:gd name="connsiteX33" fmla="*/ 166375 w 346860"/>
              <a:gd name="connsiteY33" fmla="*/ 349472 h 349472"/>
              <a:gd name="connsiteX34" fmla="*/ 339865 w 346860"/>
              <a:gd name="connsiteY34" fmla="*/ 349472 h 349472"/>
              <a:gd name="connsiteX35" fmla="*/ 345935 w 346860"/>
              <a:gd name="connsiteY35" fmla="*/ 345853 h 349472"/>
              <a:gd name="connsiteX36" fmla="*/ 345935 w 346860"/>
              <a:gd name="connsiteY36" fmla="*/ 338614 h 349472"/>
              <a:gd name="connsiteX37" fmla="*/ 177189 w 346860"/>
              <a:gd name="connsiteY37" fmla="*/ 334994 h 349472"/>
              <a:gd name="connsiteX38" fmla="*/ 253073 w 346860"/>
              <a:gd name="connsiteY38" fmla="*/ 183452 h 349472"/>
              <a:gd name="connsiteX39" fmla="*/ 327818 w 346860"/>
              <a:gd name="connsiteY39" fmla="*/ 334994 h 349472"/>
              <a:gd name="connsiteX40" fmla="*/ 177189 w 346860"/>
              <a:gd name="connsiteY40" fmla="*/ 334994 h 349472"/>
              <a:gd name="connsiteX41" fmla="*/ 253357 w 346860"/>
              <a:gd name="connsiteY41" fmla="*/ 231648 h 349472"/>
              <a:gd name="connsiteX42" fmla="*/ 260661 w 346860"/>
              <a:gd name="connsiteY42" fmla="*/ 238887 h 349472"/>
              <a:gd name="connsiteX43" fmla="*/ 260661 w 346860"/>
              <a:gd name="connsiteY43" fmla="*/ 285845 h 349472"/>
              <a:gd name="connsiteX44" fmla="*/ 253357 w 346860"/>
              <a:gd name="connsiteY44" fmla="*/ 293084 h 349472"/>
              <a:gd name="connsiteX45" fmla="*/ 246053 w 346860"/>
              <a:gd name="connsiteY45" fmla="*/ 285845 h 349472"/>
              <a:gd name="connsiteX46" fmla="*/ 246053 w 346860"/>
              <a:gd name="connsiteY46" fmla="*/ 238887 h 349472"/>
              <a:gd name="connsiteX47" fmla="*/ 253357 w 346860"/>
              <a:gd name="connsiteY47" fmla="*/ 231648 h 349472"/>
              <a:gd name="connsiteX48" fmla="*/ 260661 w 346860"/>
              <a:gd name="connsiteY48" fmla="*/ 309848 h 349472"/>
              <a:gd name="connsiteX49" fmla="*/ 252503 w 346860"/>
              <a:gd name="connsiteY49" fmla="*/ 317659 h 349472"/>
              <a:gd name="connsiteX50" fmla="*/ 244346 w 346860"/>
              <a:gd name="connsiteY50" fmla="*/ 309848 h 349472"/>
              <a:gd name="connsiteX51" fmla="*/ 252503 w 346860"/>
              <a:gd name="connsiteY51" fmla="*/ 302038 h 349472"/>
              <a:gd name="connsiteX52" fmla="*/ 260661 w 346860"/>
              <a:gd name="connsiteY52" fmla="*/ 309848 h 349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46860" h="349472">
                <a:moveTo>
                  <a:pt x="14228" y="14383"/>
                </a:moveTo>
                <a:lnTo>
                  <a:pt x="158787" y="14383"/>
                </a:lnTo>
                <a:lnTo>
                  <a:pt x="158787" y="80105"/>
                </a:lnTo>
                <a:cubicBezTo>
                  <a:pt x="158787" y="83725"/>
                  <a:pt x="161253" y="87440"/>
                  <a:pt x="166091" y="87440"/>
                </a:cubicBezTo>
                <a:lnTo>
                  <a:pt x="231635" y="87440"/>
                </a:lnTo>
                <a:lnTo>
                  <a:pt x="231635" y="138113"/>
                </a:lnTo>
                <a:lnTo>
                  <a:pt x="246148" y="138113"/>
                </a:lnTo>
                <a:lnTo>
                  <a:pt x="246148" y="79915"/>
                </a:lnTo>
                <a:cubicBezTo>
                  <a:pt x="246148" y="78962"/>
                  <a:pt x="245863" y="78296"/>
                  <a:pt x="245579" y="77724"/>
                </a:cubicBezTo>
                <a:cubicBezTo>
                  <a:pt x="245579" y="77724"/>
                  <a:pt x="245579" y="77629"/>
                  <a:pt x="245579" y="77533"/>
                </a:cubicBezTo>
                <a:cubicBezTo>
                  <a:pt x="245200" y="76771"/>
                  <a:pt x="244725" y="76200"/>
                  <a:pt x="244251" y="75628"/>
                </a:cubicBezTo>
                <a:cubicBezTo>
                  <a:pt x="244061" y="75438"/>
                  <a:pt x="243966" y="75248"/>
                  <a:pt x="243872" y="75152"/>
                </a:cubicBezTo>
                <a:cubicBezTo>
                  <a:pt x="243872" y="75152"/>
                  <a:pt x="243872" y="75152"/>
                  <a:pt x="243872" y="75152"/>
                </a:cubicBezTo>
                <a:lnTo>
                  <a:pt x="171403" y="2381"/>
                </a:lnTo>
                <a:cubicBezTo>
                  <a:pt x="170169" y="0"/>
                  <a:pt x="167798" y="0"/>
                  <a:pt x="166565" y="0"/>
                </a:cubicBezTo>
                <a:lnTo>
                  <a:pt x="7209" y="0"/>
                </a:lnTo>
                <a:cubicBezTo>
                  <a:pt x="2371" y="0"/>
                  <a:pt x="0" y="3619"/>
                  <a:pt x="0" y="7239"/>
                </a:cubicBezTo>
                <a:lnTo>
                  <a:pt x="0" y="312896"/>
                </a:lnTo>
                <a:cubicBezTo>
                  <a:pt x="0" y="316516"/>
                  <a:pt x="2371" y="320135"/>
                  <a:pt x="7209" y="320135"/>
                </a:cubicBezTo>
                <a:lnTo>
                  <a:pt x="152052" y="320135"/>
                </a:lnTo>
                <a:lnTo>
                  <a:pt x="152052" y="305562"/>
                </a:lnTo>
                <a:lnTo>
                  <a:pt x="14418" y="305562"/>
                </a:lnTo>
                <a:lnTo>
                  <a:pt x="14418" y="14478"/>
                </a:lnTo>
                <a:close/>
                <a:moveTo>
                  <a:pt x="173300" y="24860"/>
                </a:moveTo>
                <a:cubicBezTo>
                  <a:pt x="181457" y="32956"/>
                  <a:pt x="196065" y="47339"/>
                  <a:pt x="221960" y="72866"/>
                </a:cubicBezTo>
                <a:lnTo>
                  <a:pt x="173300" y="72866"/>
                </a:lnTo>
                <a:lnTo>
                  <a:pt x="173300" y="24860"/>
                </a:lnTo>
                <a:close/>
                <a:moveTo>
                  <a:pt x="345935" y="338614"/>
                </a:moveTo>
                <a:lnTo>
                  <a:pt x="259143" y="164021"/>
                </a:lnTo>
                <a:cubicBezTo>
                  <a:pt x="257910" y="161639"/>
                  <a:pt x="255539" y="160401"/>
                  <a:pt x="253073" y="160401"/>
                </a:cubicBezTo>
                <a:cubicBezTo>
                  <a:pt x="249468" y="160401"/>
                  <a:pt x="247002" y="161639"/>
                  <a:pt x="245863" y="164021"/>
                </a:cubicBezTo>
                <a:lnTo>
                  <a:pt x="159071" y="338614"/>
                </a:lnTo>
                <a:cubicBezTo>
                  <a:pt x="157838" y="340995"/>
                  <a:pt x="157838" y="343471"/>
                  <a:pt x="160305" y="345853"/>
                </a:cubicBezTo>
                <a:cubicBezTo>
                  <a:pt x="161538" y="348234"/>
                  <a:pt x="163909" y="349472"/>
                  <a:pt x="166375" y="349472"/>
                </a:cubicBezTo>
                <a:lnTo>
                  <a:pt x="339865" y="349472"/>
                </a:lnTo>
                <a:cubicBezTo>
                  <a:pt x="342236" y="349472"/>
                  <a:pt x="344702" y="348234"/>
                  <a:pt x="345935" y="345853"/>
                </a:cubicBezTo>
                <a:cubicBezTo>
                  <a:pt x="347168" y="343471"/>
                  <a:pt x="347168" y="340995"/>
                  <a:pt x="345935" y="338614"/>
                </a:cubicBezTo>
                <a:close/>
                <a:moveTo>
                  <a:pt x="177189" y="334994"/>
                </a:moveTo>
                <a:lnTo>
                  <a:pt x="253073" y="183452"/>
                </a:lnTo>
                <a:lnTo>
                  <a:pt x="327818" y="334994"/>
                </a:lnTo>
                <a:lnTo>
                  <a:pt x="177189" y="334994"/>
                </a:lnTo>
                <a:close/>
                <a:moveTo>
                  <a:pt x="253357" y="231648"/>
                </a:moveTo>
                <a:cubicBezTo>
                  <a:pt x="257056" y="231648"/>
                  <a:pt x="260661" y="234029"/>
                  <a:pt x="260661" y="238887"/>
                </a:cubicBezTo>
                <a:lnTo>
                  <a:pt x="260661" y="285845"/>
                </a:lnTo>
                <a:cubicBezTo>
                  <a:pt x="260661" y="289465"/>
                  <a:pt x="256962" y="293084"/>
                  <a:pt x="253357" y="293084"/>
                </a:cubicBezTo>
                <a:cubicBezTo>
                  <a:pt x="248425" y="293084"/>
                  <a:pt x="246053" y="289465"/>
                  <a:pt x="246053" y="285845"/>
                </a:cubicBezTo>
                <a:lnTo>
                  <a:pt x="246053" y="238887"/>
                </a:lnTo>
                <a:cubicBezTo>
                  <a:pt x="246053" y="234029"/>
                  <a:pt x="248519" y="231648"/>
                  <a:pt x="253357" y="231648"/>
                </a:cubicBezTo>
                <a:close/>
                <a:moveTo>
                  <a:pt x="260661" y="309848"/>
                </a:moveTo>
                <a:cubicBezTo>
                  <a:pt x="260661" y="314134"/>
                  <a:pt x="257056" y="317659"/>
                  <a:pt x="252503" y="317659"/>
                </a:cubicBezTo>
                <a:cubicBezTo>
                  <a:pt x="247950" y="317659"/>
                  <a:pt x="244346" y="314134"/>
                  <a:pt x="244346" y="309848"/>
                </a:cubicBezTo>
                <a:cubicBezTo>
                  <a:pt x="244346" y="305562"/>
                  <a:pt x="247950" y="302038"/>
                  <a:pt x="252503" y="302038"/>
                </a:cubicBezTo>
                <a:cubicBezTo>
                  <a:pt x="257056" y="302038"/>
                  <a:pt x="260661" y="305562"/>
                  <a:pt x="260661" y="30984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5" name="Graphic 170">
            <a:extLst>
              <a:ext uri="{FF2B5EF4-FFF2-40B4-BE49-F238E27FC236}">
                <a16:creationId xmlns:a16="http://schemas.microsoft.com/office/drawing/2014/main" id="{80EA9871-5A26-EDCF-5FAF-C4470F716862}"/>
              </a:ext>
            </a:extLst>
          </p:cNvPr>
          <p:cNvSpPr/>
          <p:nvPr/>
        </p:nvSpPr>
        <p:spPr>
          <a:xfrm>
            <a:off x="7875324" y="3484403"/>
            <a:ext cx="465455" cy="468960"/>
          </a:xfrm>
          <a:custGeom>
            <a:avLst/>
            <a:gdLst>
              <a:gd name="connsiteX0" fmla="*/ 14228 w 346860"/>
              <a:gd name="connsiteY0" fmla="*/ 14383 h 349472"/>
              <a:gd name="connsiteX1" fmla="*/ 158787 w 346860"/>
              <a:gd name="connsiteY1" fmla="*/ 14383 h 349472"/>
              <a:gd name="connsiteX2" fmla="*/ 158787 w 346860"/>
              <a:gd name="connsiteY2" fmla="*/ 80105 h 349472"/>
              <a:gd name="connsiteX3" fmla="*/ 166091 w 346860"/>
              <a:gd name="connsiteY3" fmla="*/ 87440 h 349472"/>
              <a:gd name="connsiteX4" fmla="*/ 231635 w 346860"/>
              <a:gd name="connsiteY4" fmla="*/ 87440 h 349472"/>
              <a:gd name="connsiteX5" fmla="*/ 231635 w 346860"/>
              <a:gd name="connsiteY5" fmla="*/ 138113 h 349472"/>
              <a:gd name="connsiteX6" fmla="*/ 246148 w 346860"/>
              <a:gd name="connsiteY6" fmla="*/ 138113 h 349472"/>
              <a:gd name="connsiteX7" fmla="*/ 246148 w 346860"/>
              <a:gd name="connsiteY7" fmla="*/ 79915 h 349472"/>
              <a:gd name="connsiteX8" fmla="*/ 245579 w 346860"/>
              <a:gd name="connsiteY8" fmla="*/ 77724 h 349472"/>
              <a:gd name="connsiteX9" fmla="*/ 245579 w 346860"/>
              <a:gd name="connsiteY9" fmla="*/ 77533 h 349472"/>
              <a:gd name="connsiteX10" fmla="*/ 244251 w 346860"/>
              <a:gd name="connsiteY10" fmla="*/ 75628 h 349472"/>
              <a:gd name="connsiteX11" fmla="*/ 243872 w 346860"/>
              <a:gd name="connsiteY11" fmla="*/ 75152 h 349472"/>
              <a:gd name="connsiteX12" fmla="*/ 243872 w 346860"/>
              <a:gd name="connsiteY12" fmla="*/ 75152 h 349472"/>
              <a:gd name="connsiteX13" fmla="*/ 171403 w 346860"/>
              <a:gd name="connsiteY13" fmla="*/ 2381 h 349472"/>
              <a:gd name="connsiteX14" fmla="*/ 166565 w 346860"/>
              <a:gd name="connsiteY14" fmla="*/ 0 h 349472"/>
              <a:gd name="connsiteX15" fmla="*/ 7209 w 346860"/>
              <a:gd name="connsiteY15" fmla="*/ 0 h 349472"/>
              <a:gd name="connsiteX16" fmla="*/ 0 w 346860"/>
              <a:gd name="connsiteY16" fmla="*/ 7239 h 349472"/>
              <a:gd name="connsiteX17" fmla="*/ 0 w 346860"/>
              <a:gd name="connsiteY17" fmla="*/ 312896 h 349472"/>
              <a:gd name="connsiteX18" fmla="*/ 7209 w 346860"/>
              <a:gd name="connsiteY18" fmla="*/ 320135 h 349472"/>
              <a:gd name="connsiteX19" fmla="*/ 152052 w 346860"/>
              <a:gd name="connsiteY19" fmla="*/ 320135 h 349472"/>
              <a:gd name="connsiteX20" fmla="*/ 152052 w 346860"/>
              <a:gd name="connsiteY20" fmla="*/ 305562 h 349472"/>
              <a:gd name="connsiteX21" fmla="*/ 14418 w 346860"/>
              <a:gd name="connsiteY21" fmla="*/ 305562 h 349472"/>
              <a:gd name="connsiteX22" fmla="*/ 14418 w 346860"/>
              <a:gd name="connsiteY22" fmla="*/ 14478 h 349472"/>
              <a:gd name="connsiteX23" fmla="*/ 173300 w 346860"/>
              <a:gd name="connsiteY23" fmla="*/ 24860 h 349472"/>
              <a:gd name="connsiteX24" fmla="*/ 221960 w 346860"/>
              <a:gd name="connsiteY24" fmla="*/ 72866 h 349472"/>
              <a:gd name="connsiteX25" fmla="*/ 173300 w 346860"/>
              <a:gd name="connsiteY25" fmla="*/ 72866 h 349472"/>
              <a:gd name="connsiteX26" fmla="*/ 173300 w 346860"/>
              <a:gd name="connsiteY26" fmla="*/ 24860 h 349472"/>
              <a:gd name="connsiteX27" fmla="*/ 345935 w 346860"/>
              <a:gd name="connsiteY27" fmla="*/ 338614 h 349472"/>
              <a:gd name="connsiteX28" fmla="*/ 259143 w 346860"/>
              <a:gd name="connsiteY28" fmla="*/ 164021 h 349472"/>
              <a:gd name="connsiteX29" fmla="*/ 253073 w 346860"/>
              <a:gd name="connsiteY29" fmla="*/ 160401 h 349472"/>
              <a:gd name="connsiteX30" fmla="*/ 245863 w 346860"/>
              <a:gd name="connsiteY30" fmla="*/ 164021 h 349472"/>
              <a:gd name="connsiteX31" fmla="*/ 159071 w 346860"/>
              <a:gd name="connsiteY31" fmla="*/ 338614 h 349472"/>
              <a:gd name="connsiteX32" fmla="*/ 160305 w 346860"/>
              <a:gd name="connsiteY32" fmla="*/ 345853 h 349472"/>
              <a:gd name="connsiteX33" fmla="*/ 166375 w 346860"/>
              <a:gd name="connsiteY33" fmla="*/ 349472 h 349472"/>
              <a:gd name="connsiteX34" fmla="*/ 339865 w 346860"/>
              <a:gd name="connsiteY34" fmla="*/ 349472 h 349472"/>
              <a:gd name="connsiteX35" fmla="*/ 345935 w 346860"/>
              <a:gd name="connsiteY35" fmla="*/ 345853 h 349472"/>
              <a:gd name="connsiteX36" fmla="*/ 345935 w 346860"/>
              <a:gd name="connsiteY36" fmla="*/ 338614 h 349472"/>
              <a:gd name="connsiteX37" fmla="*/ 177189 w 346860"/>
              <a:gd name="connsiteY37" fmla="*/ 334994 h 349472"/>
              <a:gd name="connsiteX38" fmla="*/ 253073 w 346860"/>
              <a:gd name="connsiteY38" fmla="*/ 183452 h 349472"/>
              <a:gd name="connsiteX39" fmla="*/ 327818 w 346860"/>
              <a:gd name="connsiteY39" fmla="*/ 334994 h 349472"/>
              <a:gd name="connsiteX40" fmla="*/ 177189 w 346860"/>
              <a:gd name="connsiteY40" fmla="*/ 334994 h 349472"/>
              <a:gd name="connsiteX41" fmla="*/ 253357 w 346860"/>
              <a:gd name="connsiteY41" fmla="*/ 231648 h 349472"/>
              <a:gd name="connsiteX42" fmla="*/ 260661 w 346860"/>
              <a:gd name="connsiteY42" fmla="*/ 238887 h 349472"/>
              <a:gd name="connsiteX43" fmla="*/ 260661 w 346860"/>
              <a:gd name="connsiteY43" fmla="*/ 285845 h 349472"/>
              <a:gd name="connsiteX44" fmla="*/ 253357 w 346860"/>
              <a:gd name="connsiteY44" fmla="*/ 293084 h 349472"/>
              <a:gd name="connsiteX45" fmla="*/ 246053 w 346860"/>
              <a:gd name="connsiteY45" fmla="*/ 285845 h 349472"/>
              <a:gd name="connsiteX46" fmla="*/ 246053 w 346860"/>
              <a:gd name="connsiteY46" fmla="*/ 238887 h 349472"/>
              <a:gd name="connsiteX47" fmla="*/ 253357 w 346860"/>
              <a:gd name="connsiteY47" fmla="*/ 231648 h 349472"/>
              <a:gd name="connsiteX48" fmla="*/ 260661 w 346860"/>
              <a:gd name="connsiteY48" fmla="*/ 309848 h 349472"/>
              <a:gd name="connsiteX49" fmla="*/ 252503 w 346860"/>
              <a:gd name="connsiteY49" fmla="*/ 317659 h 349472"/>
              <a:gd name="connsiteX50" fmla="*/ 244346 w 346860"/>
              <a:gd name="connsiteY50" fmla="*/ 309848 h 349472"/>
              <a:gd name="connsiteX51" fmla="*/ 252503 w 346860"/>
              <a:gd name="connsiteY51" fmla="*/ 302038 h 349472"/>
              <a:gd name="connsiteX52" fmla="*/ 260661 w 346860"/>
              <a:gd name="connsiteY52" fmla="*/ 309848 h 349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46860" h="349472">
                <a:moveTo>
                  <a:pt x="14228" y="14383"/>
                </a:moveTo>
                <a:lnTo>
                  <a:pt x="158787" y="14383"/>
                </a:lnTo>
                <a:lnTo>
                  <a:pt x="158787" y="80105"/>
                </a:lnTo>
                <a:cubicBezTo>
                  <a:pt x="158787" y="83725"/>
                  <a:pt x="161253" y="87440"/>
                  <a:pt x="166091" y="87440"/>
                </a:cubicBezTo>
                <a:lnTo>
                  <a:pt x="231635" y="87440"/>
                </a:lnTo>
                <a:lnTo>
                  <a:pt x="231635" y="138113"/>
                </a:lnTo>
                <a:lnTo>
                  <a:pt x="246148" y="138113"/>
                </a:lnTo>
                <a:lnTo>
                  <a:pt x="246148" y="79915"/>
                </a:lnTo>
                <a:cubicBezTo>
                  <a:pt x="246148" y="78962"/>
                  <a:pt x="245863" y="78296"/>
                  <a:pt x="245579" y="77724"/>
                </a:cubicBezTo>
                <a:cubicBezTo>
                  <a:pt x="245579" y="77724"/>
                  <a:pt x="245579" y="77629"/>
                  <a:pt x="245579" y="77533"/>
                </a:cubicBezTo>
                <a:cubicBezTo>
                  <a:pt x="245200" y="76771"/>
                  <a:pt x="244725" y="76200"/>
                  <a:pt x="244251" y="75628"/>
                </a:cubicBezTo>
                <a:cubicBezTo>
                  <a:pt x="244061" y="75438"/>
                  <a:pt x="243966" y="75248"/>
                  <a:pt x="243872" y="75152"/>
                </a:cubicBezTo>
                <a:cubicBezTo>
                  <a:pt x="243872" y="75152"/>
                  <a:pt x="243872" y="75152"/>
                  <a:pt x="243872" y="75152"/>
                </a:cubicBezTo>
                <a:lnTo>
                  <a:pt x="171403" y="2381"/>
                </a:lnTo>
                <a:cubicBezTo>
                  <a:pt x="170169" y="0"/>
                  <a:pt x="167798" y="0"/>
                  <a:pt x="166565" y="0"/>
                </a:cubicBezTo>
                <a:lnTo>
                  <a:pt x="7209" y="0"/>
                </a:lnTo>
                <a:cubicBezTo>
                  <a:pt x="2371" y="0"/>
                  <a:pt x="0" y="3619"/>
                  <a:pt x="0" y="7239"/>
                </a:cubicBezTo>
                <a:lnTo>
                  <a:pt x="0" y="312896"/>
                </a:lnTo>
                <a:cubicBezTo>
                  <a:pt x="0" y="316516"/>
                  <a:pt x="2371" y="320135"/>
                  <a:pt x="7209" y="320135"/>
                </a:cubicBezTo>
                <a:lnTo>
                  <a:pt x="152052" y="320135"/>
                </a:lnTo>
                <a:lnTo>
                  <a:pt x="152052" y="305562"/>
                </a:lnTo>
                <a:lnTo>
                  <a:pt x="14418" y="305562"/>
                </a:lnTo>
                <a:lnTo>
                  <a:pt x="14418" y="14478"/>
                </a:lnTo>
                <a:close/>
                <a:moveTo>
                  <a:pt x="173300" y="24860"/>
                </a:moveTo>
                <a:cubicBezTo>
                  <a:pt x="181457" y="32956"/>
                  <a:pt x="196065" y="47339"/>
                  <a:pt x="221960" y="72866"/>
                </a:cubicBezTo>
                <a:lnTo>
                  <a:pt x="173300" y="72866"/>
                </a:lnTo>
                <a:lnTo>
                  <a:pt x="173300" y="24860"/>
                </a:lnTo>
                <a:close/>
                <a:moveTo>
                  <a:pt x="345935" y="338614"/>
                </a:moveTo>
                <a:lnTo>
                  <a:pt x="259143" y="164021"/>
                </a:lnTo>
                <a:cubicBezTo>
                  <a:pt x="257910" y="161639"/>
                  <a:pt x="255539" y="160401"/>
                  <a:pt x="253073" y="160401"/>
                </a:cubicBezTo>
                <a:cubicBezTo>
                  <a:pt x="249468" y="160401"/>
                  <a:pt x="247002" y="161639"/>
                  <a:pt x="245863" y="164021"/>
                </a:cubicBezTo>
                <a:lnTo>
                  <a:pt x="159071" y="338614"/>
                </a:lnTo>
                <a:cubicBezTo>
                  <a:pt x="157838" y="340995"/>
                  <a:pt x="157838" y="343471"/>
                  <a:pt x="160305" y="345853"/>
                </a:cubicBezTo>
                <a:cubicBezTo>
                  <a:pt x="161538" y="348234"/>
                  <a:pt x="163909" y="349472"/>
                  <a:pt x="166375" y="349472"/>
                </a:cubicBezTo>
                <a:lnTo>
                  <a:pt x="339865" y="349472"/>
                </a:lnTo>
                <a:cubicBezTo>
                  <a:pt x="342236" y="349472"/>
                  <a:pt x="344702" y="348234"/>
                  <a:pt x="345935" y="345853"/>
                </a:cubicBezTo>
                <a:cubicBezTo>
                  <a:pt x="347168" y="343471"/>
                  <a:pt x="347168" y="340995"/>
                  <a:pt x="345935" y="338614"/>
                </a:cubicBezTo>
                <a:close/>
                <a:moveTo>
                  <a:pt x="177189" y="334994"/>
                </a:moveTo>
                <a:lnTo>
                  <a:pt x="253073" y="183452"/>
                </a:lnTo>
                <a:lnTo>
                  <a:pt x="327818" y="334994"/>
                </a:lnTo>
                <a:lnTo>
                  <a:pt x="177189" y="334994"/>
                </a:lnTo>
                <a:close/>
                <a:moveTo>
                  <a:pt x="253357" y="231648"/>
                </a:moveTo>
                <a:cubicBezTo>
                  <a:pt x="257056" y="231648"/>
                  <a:pt x="260661" y="234029"/>
                  <a:pt x="260661" y="238887"/>
                </a:cubicBezTo>
                <a:lnTo>
                  <a:pt x="260661" y="285845"/>
                </a:lnTo>
                <a:cubicBezTo>
                  <a:pt x="260661" y="289465"/>
                  <a:pt x="256962" y="293084"/>
                  <a:pt x="253357" y="293084"/>
                </a:cubicBezTo>
                <a:cubicBezTo>
                  <a:pt x="248425" y="293084"/>
                  <a:pt x="246053" y="289465"/>
                  <a:pt x="246053" y="285845"/>
                </a:cubicBezTo>
                <a:lnTo>
                  <a:pt x="246053" y="238887"/>
                </a:lnTo>
                <a:cubicBezTo>
                  <a:pt x="246053" y="234029"/>
                  <a:pt x="248519" y="231648"/>
                  <a:pt x="253357" y="231648"/>
                </a:cubicBezTo>
                <a:close/>
                <a:moveTo>
                  <a:pt x="260661" y="309848"/>
                </a:moveTo>
                <a:cubicBezTo>
                  <a:pt x="260661" y="314134"/>
                  <a:pt x="257056" y="317659"/>
                  <a:pt x="252503" y="317659"/>
                </a:cubicBezTo>
                <a:cubicBezTo>
                  <a:pt x="247950" y="317659"/>
                  <a:pt x="244346" y="314134"/>
                  <a:pt x="244346" y="309848"/>
                </a:cubicBezTo>
                <a:cubicBezTo>
                  <a:pt x="244346" y="305562"/>
                  <a:pt x="247950" y="302038"/>
                  <a:pt x="252503" y="302038"/>
                </a:cubicBezTo>
                <a:cubicBezTo>
                  <a:pt x="257056" y="302038"/>
                  <a:pt x="260661" y="305562"/>
                  <a:pt x="260661" y="30984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8" name="Graphic 176">
            <a:extLst>
              <a:ext uri="{FF2B5EF4-FFF2-40B4-BE49-F238E27FC236}">
                <a16:creationId xmlns:a16="http://schemas.microsoft.com/office/drawing/2014/main" id="{14614298-2011-B540-7AFF-E4EBE3798166}"/>
              </a:ext>
            </a:extLst>
          </p:cNvPr>
          <p:cNvSpPr/>
          <p:nvPr/>
        </p:nvSpPr>
        <p:spPr>
          <a:xfrm>
            <a:off x="8790710" y="2769730"/>
            <a:ext cx="394331" cy="528764"/>
          </a:xfrm>
          <a:custGeom>
            <a:avLst/>
            <a:gdLst>
              <a:gd name="connsiteX0" fmla="*/ 298034 w 298128"/>
              <a:gd name="connsiteY0" fmla="*/ 108014 h 399764"/>
              <a:gd name="connsiteX1" fmla="*/ 298034 w 298128"/>
              <a:gd name="connsiteY1" fmla="*/ 108014 h 399764"/>
              <a:gd name="connsiteX2" fmla="*/ 298034 w 298128"/>
              <a:gd name="connsiteY2" fmla="*/ 107918 h 399764"/>
              <a:gd name="connsiteX3" fmla="*/ 296706 w 298128"/>
              <a:gd name="connsiteY3" fmla="*/ 102680 h 399764"/>
              <a:gd name="connsiteX4" fmla="*/ 197298 w 298128"/>
              <a:gd name="connsiteY4" fmla="*/ 2762 h 399764"/>
              <a:gd name="connsiteX5" fmla="*/ 194263 w 298128"/>
              <a:gd name="connsiteY5" fmla="*/ 857 h 399764"/>
              <a:gd name="connsiteX6" fmla="*/ 190468 w 298128"/>
              <a:gd name="connsiteY6" fmla="*/ 0 h 399764"/>
              <a:gd name="connsiteX7" fmla="*/ 190468 w 298128"/>
              <a:gd name="connsiteY7" fmla="*/ 0 h 399764"/>
              <a:gd name="connsiteX8" fmla="*/ 190468 w 298128"/>
              <a:gd name="connsiteY8" fmla="*/ 0 h 399764"/>
              <a:gd name="connsiteX9" fmla="*/ 8252 w 298128"/>
              <a:gd name="connsiteY9" fmla="*/ 0 h 399764"/>
              <a:gd name="connsiteX10" fmla="*/ 0 w 298128"/>
              <a:gd name="connsiteY10" fmla="*/ 8287 h 399764"/>
              <a:gd name="connsiteX11" fmla="*/ 0 w 298128"/>
              <a:gd name="connsiteY11" fmla="*/ 391478 h 399764"/>
              <a:gd name="connsiteX12" fmla="*/ 8252 w 298128"/>
              <a:gd name="connsiteY12" fmla="*/ 399764 h 399764"/>
              <a:gd name="connsiteX13" fmla="*/ 289876 w 298128"/>
              <a:gd name="connsiteY13" fmla="*/ 399764 h 399764"/>
              <a:gd name="connsiteX14" fmla="*/ 298129 w 298128"/>
              <a:gd name="connsiteY14" fmla="*/ 391478 h 399764"/>
              <a:gd name="connsiteX15" fmla="*/ 298129 w 298128"/>
              <a:gd name="connsiteY15" fmla="*/ 108299 h 399764"/>
              <a:gd name="connsiteX16" fmla="*/ 298129 w 298128"/>
              <a:gd name="connsiteY16" fmla="*/ 108109 h 399764"/>
              <a:gd name="connsiteX17" fmla="*/ 198721 w 298128"/>
              <a:gd name="connsiteY17" fmla="*/ 27908 h 399764"/>
              <a:gd name="connsiteX18" fmla="*/ 269008 w 298128"/>
              <a:gd name="connsiteY18" fmla="*/ 99727 h 399764"/>
              <a:gd name="connsiteX19" fmla="*/ 198721 w 298128"/>
              <a:gd name="connsiteY19" fmla="*/ 99727 h 399764"/>
              <a:gd name="connsiteX20" fmla="*/ 198721 w 298128"/>
              <a:gd name="connsiteY20" fmla="*/ 27908 h 399764"/>
              <a:gd name="connsiteX21" fmla="*/ 16410 w 298128"/>
              <a:gd name="connsiteY21" fmla="*/ 383096 h 399764"/>
              <a:gd name="connsiteX22" fmla="*/ 16410 w 298128"/>
              <a:gd name="connsiteY22" fmla="*/ 16574 h 399764"/>
              <a:gd name="connsiteX23" fmla="*/ 182121 w 298128"/>
              <a:gd name="connsiteY23" fmla="*/ 16574 h 399764"/>
              <a:gd name="connsiteX24" fmla="*/ 182121 w 298128"/>
              <a:gd name="connsiteY24" fmla="*/ 108014 h 399764"/>
              <a:gd name="connsiteX25" fmla="*/ 190374 w 298128"/>
              <a:gd name="connsiteY25" fmla="*/ 116300 h 399764"/>
              <a:gd name="connsiteX26" fmla="*/ 281434 w 298128"/>
              <a:gd name="connsiteY26" fmla="*/ 116300 h 399764"/>
              <a:gd name="connsiteX27" fmla="*/ 281434 w 298128"/>
              <a:gd name="connsiteY27" fmla="*/ 383096 h 399764"/>
              <a:gd name="connsiteX28" fmla="*/ 16410 w 298128"/>
              <a:gd name="connsiteY28" fmla="*/ 383096 h 399764"/>
              <a:gd name="connsiteX29" fmla="*/ 240172 w 298128"/>
              <a:gd name="connsiteY29" fmla="*/ 133160 h 399764"/>
              <a:gd name="connsiteX30" fmla="*/ 57672 w 298128"/>
              <a:gd name="connsiteY30" fmla="*/ 133160 h 399764"/>
              <a:gd name="connsiteX31" fmla="*/ 49419 w 298128"/>
              <a:gd name="connsiteY31" fmla="*/ 141542 h 399764"/>
              <a:gd name="connsiteX32" fmla="*/ 49419 w 298128"/>
              <a:gd name="connsiteY32" fmla="*/ 341662 h 399764"/>
              <a:gd name="connsiteX33" fmla="*/ 57672 w 298128"/>
              <a:gd name="connsiteY33" fmla="*/ 350044 h 399764"/>
              <a:gd name="connsiteX34" fmla="*/ 240172 w 298128"/>
              <a:gd name="connsiteY34" fmla="*/ 350044 h 399764"/>
              <a:gd name="connsiteX35" fmla="*/ 248425 w 298128"/>
              <a:gd name="connsiteY35" fmla="*/ 341662 h 399764"/>
              <a:gd name="connsiteX36" fmla="*/ 248425 w 298128"/>
              <a:gd name="connsiteY36" fmla="*/ 141542 h 399764"/>
              <a:gd name="connsiteX37" fmla="*/ 240172 w 298128"/>
              <a:gd name="connsiteY37" fmla="*/ 133160 h 399764"/>
              <a:gd name="connsiteX38" fmla="*/ 115723 w 298128"/>
              <a:gd name="connsiteY38" fmla="*/ 233648 h 399764"/>
              <a:gd name="connsiteX39" fmla="*/ 65924 w 298128"/>
              <a:gd name="connsiteY39" fmla="*/ 233648 h 399764"/>
              <a:gd name="connsiteX40" fmla="*/ 65924 w 298128"/>
              <a:gd name="connsiteY40" fmla="*/ 199835 h 399764"/>
              <a:gd name="connsiteX41" fmla="*/ 115723 w 298128"/>
              <a:gd name="connsiteY41" fmla="*/ 199835 h 399764"/>
              <a:gd name="connsiteX42" fmla="*/ 115723 w 298128"/>
              <a:gd name="connsiteY42" fmla="*/ 233648 h 399764"/>
              <a:gd name="connsiteX43" fmla="*/ 131658 w 298128"/>
              <a:gd name="connsiteY43" fmla="*/ 199835 h 399764"/>
              <a:gd name="connsiteX44" fmla="*/ 231920 w 298128"/>
              <a:gd name="connsiteY44" fmla="*/ 199835 h 399764"/>
              <a:gd name="connsiteX45" fmla="*/ 231920 w 298128"/>
              <a:gd name="connsiteY45" fmla="*/ 233648 h 399764"/>
              <a:gd name="connsiteX46" fmla="*/ 131658 w 298128"/>
              <a:gd name="connsiteY46" fmla="*/ 233648 h 399764"/>
              <a:gd name="connsiteX47" fmla="*/ 131658 w 298128"/>
              <a:gd name="connsiteY47" fmla="*/ 199835 h 399764"/>
              <a:gd name="connsiteX48" fmla="*/ 66019 w 298128"/>
              <a:gd name="connsiteY48" fmla="*/ 249555 h 399764"/>
              <a:gd name="connsiteX49" fmla="*/ 115818 w 298128"/>
              <a:gd name="connsiteY49" fmla="*/ 249555 h 399764"/>
              <a:gd name="connsiteX50" fmla="*/ 115818 w 298128"/>
              <a:gd name="connsiteY50" fmla="*/ 283369 h 399764"/>
              <a:gd name="connsiteX51" fmla="*/ 66019 w 298128"/>
              <a:gd name="connsiteY51" fmla="*/ 283369 h 399764"/>
              <a:gd name="connsiteX52" fmla="*/ 66019 w 298128"/>
              <a:gd name="connsiteY52" fmla="*/ 249555 h 399764"/>
              <a:gd name="connsiteX53" fmla="*/ 131658 w 298128"/>
              <a:gd name="connsiteY53" fmla="*/ 249555 h 399764"/>
              <a:gd name="connsiteX54" fmla="*/ 231920 w 298128"/>
              <a:gd name="connsiteY54" fmla="*/ 249555 h 399764"/>
              <a:gd name="connsiteX55" fmla="*/ 231920 w 298128"/>
              <a:gd name="connsiteY55" fmla="*/ 283369 h 399764"/>
              <a:gd name="connsiteX56" fmla="*/ 131658 w 298128"/>
              <a:gd name="connsiteY56" fmla="*/ 283369 h 399764"/>
              <a:gd name="connsiteX57" fmla="*/ 131658 w 298128"/>
              <a:gd name="connsiteY57" fmla="*/ 249555 h 399764"/>
              <a:gd name="connsiteX58" fmla="*/ 231920 w 298128"/>
              <a:gd name="connsiteY58" fmla="*/ 182975 h 399764"/>
              <a:gd name="connsiteX59" fmla="*/ 131658 w 298128"/>
              <a:gd name="connsiteY59" fmla="*/ 182975 h 399764"/>
              <a:gd name="connsiteX60" fmla="*/ 131658 w 298128"/>
              <a:gd name="connsiteY60" fmla="*/ 149924 h 399764"/>
              <a:gd name="connsiteX61" fmla="*/ 231920 w 298128"/>
              <a:gd name="connsiteY61" fmla="*/ 149924 h 399764"/>
              <a:gd name="connsiteX62" fmla="*/ 231920 w 298128"/>
              <a:gd name="connsiteY62" fmla="*/ 182975 h 399764"/>
              <a:gd name="connsiteX63" fmla="*/ 115723 w 298128"/>
              <a:gd name="connsiteY63" fmla="*/ 149924 h 399764"/>
              <a:gd name="connsiteX64" fmla="*/ 115723 w 298128"/>
              <a:gd name="connsiteY64" fmla="*/ 182975 h 399764"/>
              <a:gd name="connsiteX65" fmla="*/ 65924 w 298128"/>
              <a:gd name="connsiteY65" fmla="*/ 182975 h 399764"/>
              <a:gd name="connsiteX66" fmla="*/ 65924 w 298128"/>
              <a:gd name="connsiteY66" fmla="*/ 149924 h 399764"/>
              <a:gd name="connsiteX67" fmla="*/ 115723 w 298128"/>
              <a:gd name="connsiteY67" fmla="*/ 149924 h 399764"/>
              <a:gd name="connsiteX68" fmla="*/ 66019 w 298128"/>
              <a:gd name="connsiteY68" fmla="*/ 300228 h 399764"/>
              <a:gd name="connsiteX69" fmla="*/ 115818 w 298128"/>
              <a:gd name="connsiteY69" fmla="*/ 300228 h 399764"/>
              <a:gd name="connsiteX70" fmla="*/ 115818 w 298128"/>
              <a:gd name="connsiteY70" fmla="*/ 333280 h 399764"/>
              <a:gd name="connsiteX71" fmla="*/ 66019 w 298128"/>
              <a:gd name="connsiteY71" fmla="*/ 333280 h 399764"/>
              <a:gd name="connsiteX72" fmla="*/ 66019 w 298128"/>
              <a:gd name="connsiteY72" fmla="*/ 300228 h 399764"/>
              <a:gd name="connsiteX73" fmla="*/ 131658 w 298128"/>
              <a:gd name="connsiteY73" fmla="*/ 333280 h 399764"/>
              <a:gd name="connsiteX74" fmla="*/ 131658 w 298128"/>
              <a:gd name="connsiteY74" fmla="*/ 300228 h 399764"/>
              <a:gd name="connsiteX75" fmla="*/ 231920 w 298128"/>
              <a:gd name="connsiteY75" fmla="*/ 300228 h 399764"/>
              <a:gd name="connsiteX76" fmla="*/ 231920 w 298128"/>
              <a:gd name="connsiteY76" fmla="*/ 333280 h 399764"/>
              <a:gd name="connsiteX77" fmla="*/ 131658 w 298128"/>
              <a:gd name="connsiteY77" fmla="*/ 333280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98128" h="399764">
                <a:moveTo>
                  <a:pt x="298034" y="108014"/>
                </a:moveTo>
                <a:cubicBezTo>
                  <a:pt x="298034" y="108014"/>
                  <a:pt x="298034" y="108014"/>
                  <a:pt x="298034" y="108014"/>
                </a:cubicBezTo>
                <a:cubicBezTo>
                  <a:pt x="298034" y="108014"/>
                  <a:pt x="298034" y="108014"/>
                  <a:pt x="298034" y="107918"/>
                </a:cubicBezTo>
                <a:cubicBezTo>
                  <a:pt x="298034" y="106490"/>
                  <a:pt x="298034" y="104013"/>
                  <a:pt x="296706" y="102680"/>
                </a:cubicBezTo>
                <a:lnTo>
                  <a:pt x="197298" y="2762"/>
                </a:lnTo>
                <a:cubicBezTo>
                  <a:pt x="196539" y="2000"/>
                  <a:pt x="195496" y="1334"/>
                  <a:pt x="194263" y="857"/>
                </a:cubicBezTo>
                <a:cubicBezTo>
                  <a:pt x="193219" y="381"/>
                  <a:pt x="191986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lnTo>
                  <a:pt x="8252" y="0"/>
                </a:lnTo>
                <a:cubicBezTo>
                  <a:pt x="4079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4174" y="399764"/>
                  <a:pt x="8252" y="399764"/>
                </a:cubicBezTo>
                <a:lnTo>
                  <a:pt x="289876" y="399764"/>
                </a:lnTo>
                <a:cubicBezTo>
                  <a:pt x="295378" y="399764"/>
                  <a:pt x="298129" y="397002"/>
                  <a:pt x="298129" y="391478"/>
                </a:cubicBezTo>
                <a:lnTo>
                  <a:pt x="298129" y="108299"/>
                </a:lnTo>
                <a:cubicBezTo>
                  <a:pt x="298129" y="108299"/>
                  <a:pt x="298129" y="108204"/>
                  <a:pt x="298129" y="108109"/>
                </a:cubicBezTo>
                <a:close/>
                <a:moveTo>
                  <a:pt x="198721" y="27908"/>
                </a:moveTo>
                <a:cubicBezTo>
                  <a:pt x="209155" y="38576"/>
                  <a:pt x="229549" y="59341"/>
                  <a:pt x="269008" y="99727"/>
                </a:cubicBezTo>
                <a:lnTo>
                  <a:pt x="198721" y="99727"/>
                </a:lnTo>
                <a:lnTo>
                  <a:pt x="198721" y="27908"/>
                </a:lnTo>
                <a:close/>
                <a:moveTo>
                  <a:pt x="16410" y="383096"/>
                </a:moveTo>
                <a:lnTo>
                  <a:pt x="16410" y="16574"/>
                </a:lnTo>
                <a:lnTo>
                  <a:pt x="182121" y="16574"/>
                </a:lnTo>
                <a:lnTo>
                  <a:pt x="182121" y="108014"/>
                </a:lnTo>
                <a:cubicBezTo>
                  <a:pt x="182121" y="113538"/>
                  <a:pt x="186295" y="116300"/>
                  <a:pt x="190374" y="116300"/>
                </a:cubicBezTo>
                <a:lnTo>
                  <a:pt x="281434" y="116300"/>
                </a:lnTo>
                <a:lnTo>
                  <a:pt x="281434" y="383096"/>
                </a:lnTo>
                <a:lnTo>
                  <a:pt x="16410" y="383096"/>
                </a:lnTo>
                <a:close/>
                <a:moveTo>
                  <a:pt x="240172" y="133160"/>
                </a:moveTo>
                <a:lnTo>
                  <a:pt x="57672" y="133160"/>
                </a:lnTo>
                <a:cubicBezTo>
                  <a:pt x="53498" y="133160"/>
                  <a:pt x="49419" y="137351"/>
                  <a:pt x="49419" y="141542"/>
                </a:cubicBezTo>
                <a:lnTo>
                  <a:pt x="49419" y="341662"/>
                </a:lnTo>
                <a:cubicBezTo>
                  <a:pt x="49419" y="347186"/>
                  <a:pt x="53593" y="350044"/>
                  <a:pt x="57672" y="350044"/>
                </a:cubicBezTo>
                <a:lnTo>
                  <a:pt x="240172" y="350044"/>
                </a:lnTo>
                <a:cubicBezTo>
                  <a:pt x="245674" y="350044"/>
                  <a:pt x="248425" y="347282"/>
                  <a:pt x="248425" y="341662"/>
                </a:cubicBezTo>
                <a:lnTo>
                  <a:pt x="248425" y="141542"/>
                </a:lnTo>
                <a:cubicBezTo>
                  <a:pt x="248425" y="137351"/>
                  <a:pt x="245674" y="133160"/>
                  <a:pt x="240172" y="133160"/>
                </a:cubicBezTo>
                <a:close/>
                <a:moveTo>
                  <a:pt x="115723" y="233648"/>
                </a:moveTo>
                <a:lnTo>
                  <a:pt x="65924" y="233648"/>
                </a:lnTo>
                <a:lnTo>
                  <a:pt x="65924" y="199835"/>
                </a:lnTo>
                <a:lnTo>
                  <a:pt x="115723" y="199835"/>
                </a:lnTo>
                <a:lnTo>
                  <a:pt x="115723" y="233648"/>
                </a:lnTo>
                <a:close/>
                <a:moveTo>
                  <a:pt x="131658" y="199835"/>
                </a:moveTo>
                <a:lnTo>
                  <a:pt x="231920" y="199835"/>
                </a:lnTo>
                <a:lnTo>
                  <a:pt x="231920" y="233648"/>
                </a:lnTo>
                <a:lnTo>
                  <a:pt x="131658" y="233648"/>
                </a:lnTo>
                <a:lnTo>
                  <a:pt x="131658" y="199835"/>
                </a:lnTo>
                <a:close/>
                <a:moveTo>
                  <a:pt x="66019" y="249555"/>
                </a:moveTo>
                <a:lnTo>
                  <a:pt x="115818" y="249555"/>
                </a:lnTo>
                <a:lnTo>
                  <a:pt x="115818" y="283369"/>
                </a:lnTo>
                <a:lnTo>
                  <a:pt x="66019" y="283369"/>
                </a:lnTo>
                <a:lnTo>
                  <a:pt x="66019" y="249555"/>
                </a:lnTo>
                <a:close/>
                <a:moveTo>
                  <a:pt x="131658" y="249555"/>
                </a:moveTo>
                <a:lnTo>
                  <a:pt x="231920" y="249555"/>
                </a:lnTo>
                <a:lnTo>
                  <a:pt x="231920" y="283369"/>
                </a:lnTo>
                <a:lnTo>
                  <a:pt x="131658" y="283369"/>
                </a:lnTo>
                <a:lnTo>
                  <a:pt x="131658" y="249555"/>
                </a:lnTo>
                <a:close/>
                <a:moveTo>
                  <a:pt x="231920" y="182975"/>
                </a:moveTo>
                <a:lnTo>
                  <a:pt x="131658" y="182975"/>
                </a:lnTo>
                <a:lnTo>
                  <a:pt x="131658" y="149924"/>
                </a:lnTo>
                <a:lnTo>
                  <a:pt x="231920" y="149924"/>
                </a:lnTo>
                <a:lnTo>
                  <a:pt x="231920" y="182975"/>
                </a:lnTo>
                <a:close/>
                <a:moveTo>
                  <a:pt x="115723" y="149924"/>
                </a:moveTo>
                <a:lnTo>
                  <a:pt x="115723" y="182975"/>
                </a:lnTo>
                <a:lnTo>
                  <a:pt x="65924" y="182975"/>
                </a:lnTo>
                <a:lnTo>
                  <a:pt x="65924" y="149924"/>
                </a:lnTo>
                <a:lnTo>
                  <a:pt x="115723" y="149924"/>
                </a:lnTo>
                <a:close/>
                <a:moveTo>
                  <a:pt x="66019" y="300228"/>
                </a:moveTo>
                <a:lnTo>
                  <a:pt x="115818" y="300228"/>
                </a:lnTo>
                <a:lnTo>
                  <a:pt x="115818" y="333280"/>
                </a:lnTo>
                <a:lnTo>
                  <a:pt x="66019" y="333280"/>
                </a:lnTo>
                <a:lnTo>
                  <a:pt x="66019" y="300228"/>
                </a:lnTo>
                <a:close/>
                <a:moveTo>
                  <a:pt x="131658" y="333280"/>
                </a:moveTo>
                <a:lnTo>
                  <a:pt x="131658" y="300228"/>
                </a:lnTo>
                <a:lnTo>
                  <a:pt x="231920" y="300228"/>
                </a:lnTo>
                <a:lnTo>
                  <a:pt x="231920" y="333280"/>
                </a:lnTo>
                <a:lnTo>
                  <a:pt x="131658" y="33328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9" name="Graphic 176">
            <a:extLst>
              <a:ext uri="{FF2B5EF4-FFF2-40B4-BE49-F238E27FC236}">
                <a16:creationId xmlns:a16="http://schemas.microsoft.com/office/drawing/2014/main" id="{FC27FA21-882A-7E86-AD71-19A34E3AF1CB}"/>
              </a:ext>
            </a:extLst>
          </p:cNvPr>
          <p:cNvSpPr/>
          <p:nvPr/>
        </p:nvSpPr>
        <p:spPr>
          <a:xfrm>
            <a:off x="9540010" y="2769730"/>
            <a:ext cx="394331" cy="528764"/>
          </a:xfrm>
          <a:custGeom>
            <a:avLst/>
            <a:gdLst>
              <a:gd name="connsiteX0" fmla="*/ 298034 w 298128"/>
              <a:gd name="connsiteY0" fmla="*/ 108014 h 399764"/>
              <a:gd name="connsiteX1" fmla="*/ 298034 w 298128"/>
              <a:gd name="connsiteY1" fmla="*/ 108014 h 399764"/>
              <a:gd name="connsiteX2" fmla="*/ 298034 w 298128"/>
              <a:gd name="connsiteY2" fmla="*/ 107918 h 399764"/>
              <a:gd name="connsiteX3" fmla="*/ 296706 w 298128"/>
              <a:gd name="connsiteY3" fmla="*/ 102680 h 399764"/>
              <a:gd name="connsiteX4" fmla="*/ 197298 w 298128"/>
              <a:gd name="connsiteY4" fmla="*/ 2762 h 399764"/>
              <a:gd name="connsiteX5" fmla="*/ 194263 w 298128"/>
              <a:gd name="connsiteY5" fmla="*/ 857 h 399764"/>
              <a:gd name="connsiteX6" fmla="*/ 190468 w 298128"/>
              <a:gd name="connsiteY6" fmla="*/ 0 h 399764"/>
              <a:gd name="connsiteX7" fmla="*/ 190468 w 298128"/>
              <a:gd name="connsiteY7" fmla="*/ 0 h 399764"/>
              <a:gd name="connsiteX8" fmla="*/ 190468 w 298128"/>
              <a:gd name="connsiteY8" fmla="*/ 0 h 399764"/>
              <a:gd name="connsiteX9" fmla="*/ 8252 w 298128"/>
              <a:gd name="connsiteY9" fmla="*/ 0 h 399764"/>
              <a:gd name="connsiteX10" fmla="*/ 0 w 298128"/>
              <a:gd name="connsiteY10" fmla="*/ 8287 h 399764"/>
              <a:gd name="connsiteX11" fmla="*/ 0 w 298128"/>
              <a:gd name="connsiteY11" fmla="*/ 391478 h 399764"/>
              <a:gd name="connsiteX12" fmla="*/ 8252 w 298128"/>
              <a:gd name="connsiteY12" fmla="*/ 399764 h 399764"/>
              <a:gd name="connsiteX13" fmla="*/ 289876 w 298128"/>
              <a:gd name="connsiteY13" fmla="*/ 399764 h 399764"/>
              <a:gd name="connsiteX14" fmla="*/ 298129 w 298128"/>
              <a:gd name="connsiteY14" fmla="*/ 391478 h 399764"/>
              <a:gd name="connsiteX15" fmla="*/ 298129 w 298128"/>
              <a:gd name="connsiteY15" fmla="*/ 108299 h 399764"/>
              <a:gd name="connsiteX16" fmla="*/ 298129 w 298128"/>
              <a:gd name="connsiteY16" fmla="*/ 108109 h 399764"/>
              <a:gd name="connsiteX17" fmla="*/ 198721 w 298128"/>
              <a:gd name="connsiteY17" fmla="*/ 27908 h 399764"/>
              <a:gd name="connsiteX18" fmla="*/ 269008 w 298128"/>
              <a:gd name="connsiteY18" fmla="*/ 99727 h 399764"/>
              <a:gd name="connsiteX19" fmla="*/ 198721 w 298128"/>
              <a:gd name="connsiteY19" fmla="*/ 99727 h 399764"/>
              <a:gd name="connsiteX20" fmla="*/ 198721 w 298128"/>
              <a:gd name="connsiteY20" fmla="*/ 27908 h 399764"/>
              <a:gd name="connsiteX21" fmla="*/ 16410 w 298128"/>
              <a:gd name="connsiteY21" fmla="*/ 383096 h 399764"/>
              <a:gd name="connsiteX22" fmla="*/ 16410 w 298128"/>
              <a:gd name="connsiteY22" fmla="*/ 16574 h 399764"/>
              <a:gd name="connsiteX23" fmla="*/ 182121 w 298128"/>
              <a:gd name="connsiteY23" fmla="*/ 16574 h 399764"/>
              <a:gd name="connsiteX24" fmla="*/ 182121 w 298128"/>
              <a:gd name="connsiteY24" fmla="*/ 108014 h 399764"/>
              <a:gd name="connsiteX25" fmla="*/ 190374 w 298128"/>
              <a:gd name="connsiteY25" fmla="*/ 116300 h 399764"/>
              <a:gd name="connsiteX26" fmla="*/ 281434 w 298128"/>
              <a:gd name="connsiteY26" fmla="*/ 116300 h 399764"/>
              <a:gd name="connsiteX27" fmla="*/ 281434 w 298128"/>
              <a:gd name="connsiteY27" fmla="*/ 383096 h 399764"/>
              <a:gd name="connsiteX28" fmla="*/ 16410 w 298128"/>
              <a:gd name="connsiteY28" fmla="*/ 383096 h 399764"/>
              <a:gd name="connsiteX29" fmla="*/ 240172 w 298128"/>
              <a:gd name="connsiteY29" fmla="*/ 133160 h 399764"/>
              <a:gd name="connsiteX30" fmla="*/ 57672 w 298128"/>
              <a:gd name="connsiteY30" fmla="*/ 133160 h 399764"/>
              <a:gd name="connsiteX31" fmla="*/ 49419 w 298128"/>
              <a:gd name="connsiteY31" fmla="*/ 141542 h 399764"/>
              <a:gd name="connsiteX32" fmla="*/ 49419 w 298128"/>
              <a:gd name="connsiteY32" fmla="*/ 341662 h 399764"/>
              <a:gd name="connsiteX33" fmla="*/ 57672 w 298128"/>
              <a:gd name="connsiteY33" fmla="*/ 350044 h 399764"/>
              <a:gd name="connsiteX34" fmla="*/ 240172 w 298128"/>
              <a:gd name="connsiteY34" fmla="*/ 350044 h 399764"/>
              <a:gd name="connsiteX35" fmla="*/ 248425 w 298128"/>
              <a:gd name="connsiteY35" fmla="*/ 341662 h 399764"/>
              <a:gd name="connsiteX36" fmla="*/ 248425 w 298128"/>
              <a:gd name="connsiteY36" fmla="*/ 141542 h 399764"/>
              <a:gd name="connsiteX37" fmla="*/ 240172 w 298128"/>
              <a:gd name="connsiteY37" fmla="*/ 133160 h 399764"/>
              <a:gd name="connsiteX38" fmla="*/ 115723 w 298128"/>
              <a:gd name="connsiteY38" fmla="*/ 233648 h 399764"/>
              <a:gd name="connsiteX39" fmla="*/ 65924 w 298128"/>
              <a:gd name="connsiteY39" fmla="*/ 233648 h 399764"/>
              <a:gd name="connsiteX40" fmla="*/ 65924 w 298128"/>
              <a:gd name="connsiteY40" fmla="*/ 199835 h 399764"/>
              <a:gd name="connsiteX41" fmla="*/ 115723 w 298128"/>
              <a:gd name="connsiteY41" fmla="*/ 199835 h 399764"/>
              <a:gd name="connsiteX42" fmla="*/ 115723 w 298128"/>
              <a:gd name="connsiteY42" fmla="*/ 233648 h 399764"/>
              <a:gd name="connsiteX43" fmla="*/ 131658 w 298128"/>
              <a:gd name="connsiteY43" fmla="*/ 199835 h 399764"/>
              <a:gd name="connsiteX44" fmla="*/ 231920 w 298128"/>
              <a:gd name="connsiteY44" fmla="*/ 199835 h 399764"/>
              <a:gd name="connsiteX45" fmla="*/ 231920 w 298128"/>
              <a:gd name="connsiteY45" fmla="*/ 233648 h 399764"/>
              <a:gd name="connsiteX46" fmla="*/ 131658 w 298128"/>
              <a:gd name="connsiteY46" fmla="*/ 233648 h 399764"/>
              <a:gd name="connsiteX47" fmla="*/ 131658 w 298128"/>
              <a:gd name="connsiteY47" fmla="*/ 199835 h 399764"/>
              <a:gd name="connsiteX48" fmla="*/ 66019 w 298128"/>
              <a:gd name="connsiteY48" fmla="*/ 249555 h 399764"/>
              <a:gd name="connsiteX49" fmla="*/ 115818 w 298128"/>
              <a:gd name="connsiteY49" fmla="*/ 249555 h 399764"/>
              <a:gd name="connsiteX50" fmla="*/ 115818 w 298128"/>
              <a:gd name="connsiteY50" fmla="*/ 283369 h 399764"/>
              <a:gd name="connsiteX51" fmla="*/ 66019 w 298128"/>
              <a:gd name="connsiteY51" fmla="*/ 283369 h 399764"/>
              <a:gd name="connsiteX52" fmla="*/ 66019 w 298128"/>
              <a:gd name="connsiteY52" fmla="*/ 249555 h 399764"/>
              <a:gd name="connsiteX53" fmla="*/ 131658 w 298128"/>
              <a:gd name="connsiteY53" fmla="*/ 249555 h 399764"/>
              <a:gd name="connsiteX54" fmla="*/ 231920 w 298128"/>
              <a:gd name="connsiteY54" fmla="*/ 249555 h 399764"/>
              <a:gd name="connsiteX55" fmla="*/ 231920 w 298128"/>
              <a:gd name="connsiteY55" fmla="*/ 283369 h 399764"/>
              <a:gd name="connsiteX56" fmla="*/ 131658 w 298128"/>
              <a:gd name="connsiteY56" fmla="*/ 283369 h 399764"/>
              <a:gd name="connsiteX57" fmla="*/ 131658 w 298128"/>
              <a:gd name="connsiteY57" fmla="*/ 249555 h 399764"/>
              <a:gd name="connsiteX58" fmla="*/ 231920 w 298128"/>
              <a:gd name="connsiteY58" fmla="*/ 182975 h 399764"/>
              <a:gd name="connsiteX59" fmla="*/ 131658 w 298128"/>
              <a:gd name="connsiteY59" fmla="*/ 182975 h 399764"/>
              <a:gd name="connsiteX60" fmla="*/ 131658 w 298128"/>
              <a:gd name="connsiteY60" fmla="*/ 149924 h 399764"/>
              <a:gd name="connsiteX61" fmla="*/ 231920 w 298128"/>
              <a:gd name="connsiteY61" fmla="*/ 149924 h 399764"/>
              <a:gd name="connsiteX62" fmla="*/ 231920 w 298128"/>
              <a:gd name="connsiteY62" fmla="*/ 182975 h 399764"/>
              <a:gd name="connsiteX63" fmla="*/ 115723 w 298128"/>
              <a:gd name="connsiteY63" fmla="*/ 149924 h 399764"/>
              <a:gd name="connsiteX64" fmla="*/ 115723 w 298128"/>
              <a:gd name="connsiteY64" fmla="*/ 182975 h 399764"/>
              <a:gd name="connsiteX65" fmla="*/ 65924 w 298128"/>
              <a:gd name="connsiteY65" fmla="*/ 182975 h 399764"/>
              <a:gd name="connsiteX66" fmla="*/ 65924 w 298128"/>
              <a:gd name="connsiteY66" fmla="*/ 149924 h 399764"/>
              <a:gd name="connsiteX67" fmla="*/ 115723 w 298128"/>
              <a:gd name="connsiteY67" fmla="*/ 149924 h 399764"/>
              <a:gd name="connsiteX68" fmla="*/ 66019 w 298128"/>
              <a:gd name="connsiteY68" fmla="*/ 300228 h 399764"/>
              <a:gd name="connsiteX69" fmla="*/ 115818 w 298128"/>
              <a:gd name="connsiteY69" fmla="*/ 300228 h 399764"/>
              <a:gd name="connsiteX70" fmla="*/ 115818 w 298128"/>
              <a:gd name="connsiteY70" fmla="*/ 333280 h 399764"/>
              <a:gd name="connsiteX71" fmla="*/ 66019 w 298128"/>
              <a:gd name="connsiteY71" fmla="*/ 333280 h 399764"/>
              <a:gd name="connsiteX72" fmla="*/ 66019 w 298128"/>
              <a:gd name="connsiteY72" fmla="*/ 300228 h 399764"/>
              <a:gd name="connsiteX73" fmla="*/ 131658 w 298128"/>
              <a:gd name="connsiteY73" fmla="*/ 333280 h 399764"/>
              <a:gd name="connsiteX74" fmla="*/ 131658 w 298128"/>
              <a:gd name="connsiteY74" fmla="*/ 300228 h 399764"/>
              <a:gd name="connsiteX75" fmla="*/ 231920 w 298128"/>
              <a:gd name="connsiteY75" fmla="*/ 300228 h 399764"/>
              <a:gd name="connsiteX76" fmla="*/ 231920 w 298128"/>
              <a:gd name="connsiteY76" fmla="*/ 333280 h 399764"/>
              <a:gd name="connsiteX77" fmla="*/ 131658 w 298128"/>
              <a:gd name="connsiteY77" fmla="*/ 333280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98128" h="399764">
                <a:moveTo>
                  <a:pt x="298034" y="108014"/>
                </a:moveTo>
                <a:cubicBezTo>
                  <a:pt x="298034" y="108014"/>
                  <a:pt x="298034" y="108014"/>
                  <a:pt x="298034" y="108014"/>
                </a:cubicBezTo>
                <a:cubicBezTo>
                  <a:pt x="298034" y="108014"/>
                  <a:pt x="298034" y="108014"/>
                  <a:pt x="298034" y="107918"/>
                </a:cubicBezTo>
                <a:cubicBezTo>
                  <a:pt x="298034" y="106490"/>
                  <a:pt x="298034" y="104013"/>
                  <a:pt x="296706" y="102680"/>
                </a:cubicBezTo>
                <a:lnTo>
                  <a:pt x="197298" y="2762"/>
                </a:lnTo>
                <a:cubicBezTo>
                  <a:pt x="196539" y="2000"/>
                  <a:pt x="195496" y="1334"/>
                  <a:pt x="194263" y="857"/>
                </a:cubicBezTo>
                <a:cubicBezTo>
                  <a:pt x="193219" y="381"/>
                  <a:pt x="191986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lnTo>
                  <a:pt x="8252" y="0"/>
                </a:lnTo>
                <a:cubicBezTo>
                  <a:pt x="4079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4174" y="399764"/>
                  <a:pt x="8252" y="399764"/>
                </a:cubicBezTo>
                <a:lnTo>
                  <a:pt x="289876" y="399764"/>
                </a:lnTo>
                <a:cubicBezTo>
                  <a:pt x="295378" y="399764"/>
                  <a:pt x="298129" y="397002"/>
                  <a:pt x="298129" y="391478"/>
                </a:cubicBezTo>
                <a:lnTo>
                  <a:pt x="298129" y="108299"/>
                </a:lnTo>
                <a:cubicBezTo>
                  <a:pt x="298129" y="108299"/>
                  <a:pt x="298129" y="108204"/>
                  <a:pt x="298129" y="108109"/>
                </a:cubicBezTo>
                <a:close/>
                <a:moveTo>
                  <a:pt x="198721" y="27908"/>
                </a:moveTo>
                <a:cubicBezTo>
                  <a:pt x="209155" y="38576"/>
                  <a:pt x="229549" y="59341"/>
                  <a:pt x="269008" y="99727"/>
                </a:cubicBezTo>
                <a:lnTo>
                  <a:pt x="198721" y="99727"/>
                </a:lnTo>
                <a:lnTo>
                  <a:pt x="198721" y="27908"/>
                </a:lnTo>
                <a:close/>
                <a:moveTo>
                  <a:pt x="16410" y="383096"/>
                </a:moveTo>
                <a:lnTo>
                  <a:pt x="16410" y="16574"/>
                </a:lnTo>
                <a:lnTo>
                  <a:pt x="182121" y="16574"/>
                </a:lnTo>
                <a:lnTo>
                  <a:pt x="182121" y="108014"/>
                </a:lnTo>
                <a:cubicBezTo>
                  <a:pt x="182121" y="113538"/>
                  <a:pt x="186295" y="116300"/>
                  <a:pt x="190374" y="116300"/>
                </a:cubicBezTo>
                <a:lnTo>
                  <a:pt x="281434" y="116300"/>
                </a:lnTo>
                <a:lnTo>
                  <a:pt x="281434" y="383096"/>
                </a:lnTo>
                <a:lnTo>
                  <a:pt x="16410" y="383096"/>
                </a:lnTo>
                <a:close/>
                <a:moveTo>
                  <a:pt x="240172" y="133160"/>
                </a:moveTo>
                <a:lnTo>
                  <a:pt x="57672" y="133160"/>
                </a:lnTo>
                <a:cubicBezTo>
                  <a:pt x="53498" y="133160"/>
                  <a:pt x="49419" y="137351"/>
                  <a:pt x="49419" y="141542"/>
                </a:cubicBezTo>
                <a:lnTo>
                  <a:pt x="49419" y="341662"/>
                </a:lnTo>
                <a:cubicBezTo>
                  <a:pt x="49419" y="347186"/>
                  <a:pt x="53593" y="350044"/>
                  <a:pt x="57672" y="350044"/>
                </a:cubicBezTo>
                <a:lnTo>
                  <a:pt x="240172" y="350044"/>
                </a:lnTo>
                <a:cubicBezTo>
                  <a:pt x="245674" y="350044"/>
                  <a:pt x="248425" y="347282"/>
                  <a:pt x="248425" y="341662"/>
                </a:cubicBezTo>
                <a:lnTo>
                  <a:pt x="248425" y="141542"/>
                </a:lnTo>
                <a:cubicBezTo>
                  <a:pt x="248425" y="137351"/>
                  <a:pt x="245674" y="133160"/>
                  <a:pt x="240172" y="133160"/>
                </a:cubicBezTo>
                <a:close/>
                <a:moveTo>
                  <a:pt x="115723" y="233648"/>
                </a:moveTo>
                <a:lnTo>
                  <a:pt x="65924" y="233648"/>
                </a:lnTo>
                <a:lnTo>
                  <a:pt x="65924" y="199835"/>
                </a:lnTo>
                <a:lnTo>
                  <a:pt x="115723" y="199835"/>
                </a:lnTo>
                <a:lnTo>
                  <a:pt x="115723" y="233648"/>
                </a:lnTo>
                <a:close/>
                <a:moveTo>
                  <a:pt x="131658" y="199835"/>
                </a:moveTo>
                <a:lnTo>
                  <a:pt x="231920" y="199835"/>
                </a:lnTo>
                <a:lnTo>
                  <a:pt x="231920" y="233648"/>
                </a:lnTo>
                <a:lnTo>
                  <a:pt x="131658" y="233648"/>
                </a:lnTo>
                <a:lnTo>
                  <a:pt x="131658" y="199835"/>
                </a:lnTo>
                <a:close/>
                <a:moveTo>
                  <a:pt x="66019" y="249555"/>
                </a:moveTo>
                <a:lnTo>
                  <a:pt x="115818" y="249555"/>
                </a:lnTo>
                <a:lnTo>
                  <a:pt x="115818" y="283369"/>
                </a:lnTo>
                <a:lnTo>
                  <a:pt x="66019" y="283369"/>
                </a:lnTo>
                <a:lnTo>
                  <a:pt x="66019" y="249555"/>
                </a:lnTo>
                <a:close/>
                <a:moveTo>
                  <a:pt x="131658" y="249555"/>
                </a:moveTo>
                <a:lnTo>
                  <a:pt x="231920" y="249555"/>
                </a:lnTo>
                <a:lnTo>
                  <a:pt x="231920" y="283369"/>
                </a:lnTo>
                <a:lnTo>
                  <a:pt x="131658" y="283369"/>
                </a:lnTo>
                <a:lnTo>
                  <a:pt x="131658" y="249555"/>
                </a:lnTo>
                <a:close/>
                <a:moveTo>
                  <a:pt x="231920" y="182975"/>
                </a:moveTo>
                <a:lnTo>
                  <a:pt x="131658" y="182975"/>
                </a:lnTo>
                <a:lnTo>
                  <a:pt x="131658" y="149924"/>
                </a:lnTo>
                <a:lnTo>
                  <a:pt x="231920" y="149924"/>
                </a:lnTo>
                <a:lnTo>
                  <a:pt x="231920" y="182975"/>
                </a:lnTo>
                <a:close/>
                <a:moveTo>
                  <a:pt x="115723" y="149924"/>
                </a:moveTo>
                <a:lnTo>
                  <a:pt x="115723" y="182975"/>
                </a:lnTo>
                <a:lnTo>
                  <a:pt x="65924" y="182975"/>
                </a:lnTo>
                <a:lnTo>
                  <a:pt x="65924" y="149924"/>
                </a:lnTo>
                <a:lnTo>
                  <a:pt x="115723" y="149924"/>
                </a:lnTo>
                <a:close/>
                <a:moveTo>
                  <a:pt x="66019" y="300228"/>
                </a:moveTo>
                <a:lnTo>
                  <a:pt x="115818" y="300228"/>
                </a:lnTo>
                <a:lnTo>
                  <a:pt x="115818" y="333280"/>
                </a:lnTo>
                <a:lnTo>
                  <a:pt x="66019" y="333280"/>
                </a:lnTo>
                <a:lnTo>
                  <a:pt x="66019" y="300228"/>
                </a:lnTo>
                <a:close/>
                <a:moveTo>
                  <a:pt x="131658" y="333280"/>
                </a:moveTo>
                <a:lnTo>
                  <a:pt x="131658" y="300228"/>
                </a:lnTo>
                <a:lnTo>
                  <a:pt x="231920" y="300228"/>
                </a:lnTo>
                <a:lnTo>
                  <a:pt x="231920" y="333280"/>
                </a:lnTo>
                <a:lnTo>
                  <a:pt x="131658" y="33328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0" name="Graphic 176">
            <a:extLst>
              <a:ext uri="{FF2B5EF4-FFF2-40B4-BE49-F238E27FC236}">
                <a16:creationId xmlns:a16="http://schemas.microsoft.com/office/drawing/2014/main" id="{9F33EB26-2448-E4B2-0082-8ECB0D93D0CC}"/>
              </a:ext>
            </a:extLst>
          </p:cNvPr>
          <p:cNvSpPr/>
          <p:nvPr/>
        </p:nvSpPr>
        <p:spPr>
          <a:xfrm>
            <a:off x="8790710" y="3420605"/>
            <a:ext cx="394331" cy="528764"/>
          </a:xfrm>
          <a:custGeom>
            <a:avLst/>
            <a:gdLst>
              <a:gd name="connsiteX0" fmla="*/ 298034 w 298128"/>
              <a:gd name="connsiteY0" fmla="*/ 108014 h 399764"/>
              <a:gd name="connsiteX1" fmla="*/ 298034 w 298128"/>
              <a:gd name="connsiteY1" fmla="*/ 108014 h 399764"/>
              <a:gd name="connsiteX2" fmla="*/ 298034 w 298128"/>
              <a:gd name="connsiteY2" fmla="*/ 107918 h 399764"/>
              <a:gd name="connsiteX3" fmla="*/ 296706 w 298128"/>
              <a:gd name="connsiteY3" fmla="*/ 102680 h 399764"/>
              <a:gd name="connsiteX4" fmla="*/ 197298 w 298128"/>
              <a:gd name="connsiteY4" fmla="*/ 2762 h 399764"/>
              <a:gd name="connsiteX5" fmla="*/ 194263 w 298128"/>
              <a:gd name="connsiteY5" fmla="*/ 857 h 399764"/>
              <a:gd name="connsiteX6" fmla="*/ 190468 w 298128"/>
              <a:gd name="connsiteY6" fmla="*/ 0 h 399764"/>
              <a:gd name="connsiteX7" fmla="*/ 190468 w 298128"/>
              <a:gd name="connsiteY7" fmla="*/ 0 h 399764"/>
              <a:gd name="connsiteX8" fmla="*/ 190468 w 298128"/>
              <a:gd name="connsiteY8" fmla="*/ 0 h 399764"/>
              <a:gd name="connsiteX9" fmla="*/ 8252 w 298128"/>
              <a:gd name="connsiteY9" fmla="*/ 0 h 399764"/>
              <a:gd name="connsiteX10" fmla="*/ 0 w 298128"/>
              <a:gd name="connsiteY10" fmla="*/ 8287 h 399764"/>
              <a:gd name="connsiteX11" fmla="*/ 0 w 298128"/>
              <a:gd name="connsiteY11" fmla="*/ 391478 h 399764"/>
              <a:gd name="connsiteX12" fmla="*/ 8252 w 298128"/>
              <a:gd name="connsiteY12" fmla="*/ 399764 h 399764"/>
              <a:gd name="connsiteX13" fmla="*/ 289876 w 298128"/>
              <a:gd name="connsiteY13" fmla="*/ 399764 h 399764"/>
              <a:gd name="connsiteX14" fmla="*/ 298129 w 298128"/>
              <a:gd name="connsiteY14" fmla="*/ 391478 h 399764"/>
              <a:gd name="connsiteX15" fmla="*/ 298129 w 298128"/>
              <a:gd name="connsiteY15" fmla="*/ 108299 h 399764"/>
              <a:gd name="connsiteX16" fmla="*/ 298129 w 298128"/>
              <a:gd name="connsiteY16" fmla="*/ 108109 h 399764"/>
              <a:gd name="connsiteX17" fmla="*/ 198721 w 298128"/>
              <a:gd name="connsiteY17" fmla="*/ 27908 h 399764"/>
              <a:gd name="connsiteX18" fmla="*/ 269008 w 298128"/>
              <a:gd name="connsiteY18" fmla="*/ 99727 h 399764"/>
              <a:gd name="connsiteX19" fmla="*/ 198721 w 298128"/>
              <a:gd name="connsiteY19" fmla="*/ 99727 h 399764"/>
              <a:gd name="connsiteX20" fmla="*/ 198721 w 298128"/>
              <a:gd name="connsiteY20" fmla="*/ 27908 h 399764"/>
              <a:gd name="connsiteX21" fmla="*/ 16410 w 298128"/>
              <a:gd name="connsiteY21" fmla="*/ 383096 h 399764"/>
              <a:gd name="connsiteX22" fmla="*/ 16410 w 298128"/>
              <a:gd name="connsiteY22" fmla="*/ 16574 h 399764"/>
              <a:gd name="connsiteX23" fmla="*/ 182121 w 298128"/>
              <a:gd name="connsiteY23" fmla="*/ 16574 h 399764"/>
              <a:gd name="connsiteX24" fmla="*/ 182121 w 298128"/>
              <a:gd name="connsiteY24" fmla="*/ 108014 h 399764"/>
              <a:gd name="connsiteX25" fmla="*/ 190374 w 298128"/>
              <a:gd name="connsiteY25" fmla="*/ 116300 h 399764"/>
              <a:gd name="connsiteX26" fmla="*/ 281434 w 298128"/>
              <a:gd name="connsiteY26" fmla="*/ 116300 h 399764"/>
              <a:gd name="connsiteX27" fmla="*/ 281434 w 298128"/>
              <a:gd name="connsiteY27" fmla="*/ 383096 h 399764"/>
              <a:gd name="connsiteX28" fmla="*/ 16410 w 298128"/>
              <a:gd name="connsiteY28" fmla="*/ 383096 h 399764"/>
              <a:gd name="connsiteX29" fmla="*/ 240172 w 298128"/>
              <a:gd name="connsiteY29" fmla="*/ 133160 h 399764"/>
              <a:gd name="connsiteX30" fmla="*/ 57672 w 298128"/>
              <a:gd name="connsiteY30" fmla="*/ 133160 h 399764"/>
              <a:gd name="connsiteX31" fmla="*/ 49419 w 298128"/>
              <a:gd name="connsiteY31" fmla="*/ 141542 h 399764"/>
              <a:gd name="connsiteX32" fmla="*/ 49419 w 298128"/>
              <a:gd name="connsiteY32" fmla="*/ 341662 h 399764"/>
              <a:gd name="connsiteX33" fmla="*/ 57672 w 298128"/>
              <a:gd name="connsiteY33" fmla="*/ 350044 h 399764"/>
              <a:gd name="connsiteX34" fmla="*/ 240172 w 298128"/>
              <a:gd name="connsiteY34" fmla="*/ 350044 h 399764"/>
              <a:gd name="connsiteX35" fmla="*/ 248425 w 298128"/>
              <a:gd name="connsiteY35" fmla="*/ 341662 h 399764"/>
              <a:gd name="connsiteX36" fmla="*/ 248425 w 298128"/>
              <a:gd name="connsiteY36" fmla="*/ 141542 h 399764"/>
              <a:gd name="connsiteX37" fmla="*/ 240172 w 298128"/>
              <a:gd name="connsiteY37" fmla="*/ 133160 h 399764"/>
              <a:gd name="connsiteX38" fmla="*/ 115723 w 298128"/>
              <a:gd name="connsiteY38" fmla="*/ 233648 h 399764"/>
              <a:gd name="connsiteX39" fmla="*/ 65924 w 298128"/>
              <a:gd name="connsiteY39" fmla="*/ 233648 h 399764"/>
              <a:gd name="connsiteX40" fmla="*/ 65924 w 298128"/>
              <a:gd name="connsiteY40" fmla="*/ 199835 h 399764"/>
              <a:gd name="connsiteX41" fmla="*/ 115723 w 298128"/>
              <a:gd name="connsiteY41" fmla="*/ 199835 h 399764"/>
              <a:gd name="connsiteX42" fmla="*/ 115723 w 298128"/>
              <a:gd name="connsiteY42" fmla="*/ 233648 h 399764"/>
              <a:gd name="connsiteX43" fmla="*/ 131658 w 298128"/>
              <a:gd name="connsiteY43" fmla="*/ 199835 h 399764"/>
              <a:gd name="connsiteX44" fmla="*/ 231920 w 298128"/>
              <a:gd name="connsiteY44" fmla="*/ 199835 h 399764"/>
              <a:gd name="connsiteX45" fmla="*/ 231920 w 298128"/>
              <a:gd name="connsiteY45" fmla="*/ 233648 h 399764"/>
              <a:gd name="connsiteX46" fmla="*/ 131658 w 298128"/>
              <a:gd name="connsiteY46" fmla="*/ 233648 h 399764"/>
              <a:gd name="connsiteX47" fmla="*/ 131658 w 298128"/>
              <a:gd name="connsiteY47" fmla="*/ 199835 h 399764"/>
              <a:gd name="connsiteX48" fmla="*/ 66019 w 298128"/>
              <a:gd name="connsiteY48" fmla="*/ 249555 h 399764"/>
              <a:gd name="connsiteX49" fmla="*/ 115818 w 298128"/>
              <a:gd name="connsiteY49" fmla="*/ 249555 h 399764"/>
              <a:gd name="connsiteX50" fmla="*/ 115818 w 298128"/>
              <a:gd name="connsiteY50" fmla="*/ 283369 h 399764"/>
              <a:gd name="connsiteX51" fmla="*/ 66019 w 298128"/>
              <a:gd name="connsiteY51" fmla="*/ 283369 h 399764"/>
              <a:gd name="connsiteX52" fmla="*/ 66019 w 298128"/>
              <a:gd name="connsiteY52" fmla="*/ 249555 h 399764"/>
              <a:gd name="connsiteX53" fmla="*/ 131658 w 298128"/>
              <a:gd name="connsiteY53" fmla="*/ 249555 h 399764"/>
              <a:gd name="connsiteX54" fmla="*/ 231920 w 298128"/>
              <a:gd name="connsiteY54" fmla="*/ 249555 h 399764"/>
              <a:gd name="connsiteX55" fmla="*/ 231920 w 298128"/>
              <a:gd name="connsiteY55" fmla="*/ 283369 h 399764"/>
              <a:gd name="connsiteX56" fmla="*/ 131658 w 298128"/>
              <a:gd name="connsiteY56" fmla="*/ 283369 h 399764"/>
              <a:gd name="connsiteX57" fmla="*/ 131658 w 298128"/>
              <a:gd name="connsiteY57" fmla="*/ 249555 h 399764"/>
              <a:gd name="connsiteX58" fmla="*/ 231920 w 298128"/>
              <a:gd name="connsiteY58" fmla="*/ 182975 h 399764"/>
              <a:gd name="connsiteX59" fmla="*/ 131658 w 298128"/>
              <a:gd name="connsiteY59" fmla="*/ 182975 h 399764"/>
              <a:gd name="connsiteX60" fmla="*/ 131658 w 298128"/>
              <a:gd name="connsiteY60" fmla="*/ 149924 h 399764"/>
              <a:gd name="connsiteX61" fmla="*/ 231920 w 298128"/>
              <a:gd name="connsiteY61" fmla="*/ 149924 h 399764"/>
              <a:gd name="connsiteX62" fmla="*/ 231920 w 298128"/>
              <a:gd name="connsiteY62" fmla="*/ 182975 h 399764"/>
              <a:gd name="connsiteX63" fmla="*/ 115723 w 298128"/>
              <a:gd name="connsiteY63" fmla="*/ 149924 h 399764"/>
              <a:gd name="connsiteX64" fmla="*/ 115723 w 298128"/>
              <a:gd name="connsiteY64" fmla="*/ 182975 h 399764"/>
              <a:gd name="connsiteX65" fmla="*/ 65924 w 298128"/>
              <a:gd name="connsiteY65" fmla="*/ 182975 h 399764"/>
              <a:gd name="connsiteX66" fmla="*/ 65924 w 298128"/>
              <a:gd name="connsiteY66" fmla="*/ 149924 h 399764"/>
              <a:gd name="connsiteX67" fmla="*/ 115723 w 298128"/>
              <a:gd name="connsiteY67" fmla="*/ 149924 h 399764"/>
              <a:gd name="connsiteX68" fmla="*/ 66019 w 298128"/>
              <a:gd name="connsiteY68" fmla="*/ 300228 h 399764"/>
              <a:gd name="connsiteX69" fmla="*/ 115818 w 298128"/>
              <a:gd name="connsiteY69" fmla="*/ 300228 h 399764"/>
              <a:gd name="connsiteX70" fmla="*/ 115818 w 298128"/>
              <a:gd name="connsiteY70" fmla="*/ 333280 h 399764"/>
              <a:gd name="connsiteX71" fmla="*/ 66019 w 298128"/>
              <a:gd name="connsiteY71" fmla="*/ 333280 h 399764"/>
              <a:gd name="connsiteX72" fmla="*/ 66019 w 298128"/>
              <a:gd name="connsiteY72" fmla="*/ 300228 h 399764"/>
              <a:gd name="connsiteX73" fmla="*/ 131658 w 298128"/>
              <a:gd name="connsiteY73" fmla="*/ 333280 h 399764"/>
              <a:gd name="connsiteX74" fmla="*/ 131658 w 298128"/>
              <a:gd name="connsiteY74" fmla="*/ 300228 h 399764"/>
              <a:gd name="connsiteX75" fmla="*/ 231920 w 298128"/>
              <a:gd name="connsiteY75" fmla="*/ 300228 h 399764"/>
              <a:gd name="connsiteX76" fmla="*/ 231920 w 298128"/>
              <a:gd name="connsiteY76" fmla="*/ 333280 h 399764"/>
              <a:gd name="connsiteX77" fmla="*/ 131658 w 298128"/>
              <a:gd name="connsiteY77" fmla="*/ 333280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98128" h="399764">
                <a:moveTo>
                  <a:pt x="298034" y="108014"/>
                </a:moveTo>
                <a:cubicBezTo>
                  <a:pt x="298034" y="108014"/>
                  <a:pt x="298034" y="108014"/>
                  <a:pt x="298034" y="108014"/>
                </a:cubicBezTo>
                <a:cubicBezTo>
                  <a:pt x="298034" y="108014"/>
                  <a:pt x="298034" y="108014"/>
                  <a:pt x="298034" y="107918"/>
                </a:cubicBezTo>
                <a:cubicBezTo>
                  <a:pt x="298034" y="106490"/>
                  <a:pt x="298034" y="104013"/>
                  <a:pt x="296706" y="102680"/>
                </a:cubicBezTo>
                <a:lnTo>
                  <a:pt x="197298" y="2762"/>
                </a:lnTo>
                <a:cubicBezTo>
                  <a:pt x="196539" y="2000"/>
                  <a:pt x="195496" y="1334"/>
                  <a:pt x="194263" y="857"/>
                </a:cubicBezTo>
                <a:cubicBezTo>
                  <a:pt x="193219" y="381"/>
                  <a:pt x="191986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lnTo>
                  <a:pt x="8252" y="0"/>
                </a:lnTo>
                <a:cubicBezTo>
                  <a:pt x="4079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4174" y="399764"/>
                  <a:pt x="8252" y="399764"/>
                </a:cubicBezTo>
                <a:lnTo>
                  <a:pt x="289876" y="399764"/>
                </a:lnTo>
                <a:cubicBezTo>
                  <a:pt x="295378" y="399764"/>
                  <a:pt x="298129" y="397002"/>
                  <a:pt x="298129" y="391478"/>
                </a:cubicBezTo>
                <a:lnTo>
                  <a:pt x="298129" y="108299"/>
                </a:lnTo>
                <a:cubicBezTo>
                  <a:pt x="298129" y="108299"/>
                  <a:pt x="298129" y="108204"/>
                  <a:pt x="298129" y="108109"/>
                </a:cubicBezTo>
                <a:close/>
                <a:moveTo>
                  <a:pt x="198721" y="27908"/>
                </a:moveTo>
                <a:cubicBezTo>
                  <a:pt x="209155" y="38576"/>
                  <a:pt x="229549" y="59341"/>
                  <a:pt x="269008" y="99727"/>
                </a:cubicBezTo>
                <a:lnTo>
                  <a:pt x="198721" y="99727"/>
                </a:lnTo>
                <a:lnTo>
                  <a:pt x="198721" y="27908"/>
                </a:lnTo>
                <a:close/>
                <a:moveTo>
                  <a:pt x="16410" y="383096"/>
                </a:moveTo>
                <a:lnTo>
                  <a:pt x="16410" y="16574"/>
                </a:lnTo>
                <a:lnTo>
                  <a:pt x="182121" y="16574"/>
                </a:lnTo>
                <a:lnTo>
                  <a:pt x="182121" y="108014"/>
                </a:lnTo>
                <a:cubicBezTo>
                  <a:pt x="182121" y="113538"/>
                  <a:pt x="186295" y="116300"/>
                  <a:pt x="190374" y="116300"/>
                </a:cubicBezTo>
                <a:lnTo>
                  <a:pt x="281434" y="116300"/>
                </a:lnTo>
                <a:lnTo>
                  <a:pt x="281434" y="383096"/>
                </a:lnTo>
                <a:lnTo>
                  <a:pt x="16410" y="383096"/>
                </a:lnTo>
                <a:close/>
                <a:moveTo>
                  <a:pt x="240172" y="133160"/>
                </a:moveTo>
                <a:lnTo>
                  <a:pt x="57672" y="133160"/>
                </a:lnTo>
                <a:cubicBezTo>
                  <a:pt x="53498" y="133160"/>
                  <a:pt x="49419" y="137351"/>
                  <a:pt x="49419" y="141542"/>
                </a:cubicBezTo>
                <a:lnTo>
                  <a:pt x="49419" y="341662"/>
                </a:lnTo>
                <a:cubicBezTo>
                  <a:pt x="49419" y="347186"/>
                  <a:pt x="53593" y="350044"/>
                  <a:pt x="57672" y="350044"/>
                </a:cubicBezTo>
                <a:lnTo>
                  <a:pt x="240172" y="350044"/>
                </a:lnTo>
                <a:cubicBezTo>
                  <a:pt x="245674" y="350044"/>
                  <a:pt x="248425" y="347282"/>
                  <a:pt x="248425" y="341662"/>
                </a:cubicBezTo>
                <a:lnTo>
                  <a:pt x="248425" y="141542"/>
                </a:lnTo>
                <a:cubicBezTo>
                  <a:pt x="248425" y="137351"/>
                  <a:pt x="245674" y="133160"/>
                  <a:pt x="240172" y="133160"/>
                </a:cubicBezTo>
                <a:close/>
                <a:moveTo>
                  <a:pt x="115723" y="233648"/>
                </a:moveTo>
                <a:lnTo>
                  <a:pt x="65924" y="233648"/>
                </a:lnTo>
                <a:lnTo>
                  <a:pt x="65924" y="199835"/>
                </a:lnTo>
                <a:lnTo>
                  <a:pt x="115723" y="199835"/>
                </a:lnTo>
                <a:lnTo>
                  <a:pt x="115723" y="233648"/>
                </a:lnTo>
                <a:close/>
                <a:moveTo>
                  <a:pt x="131658" y="199835"/>
                </a:moveTo>
                <a:lnTo>
                  <a:pt x="231920" y="199835"/>
                </a:lnTo>
                <a:lnTo>
                  <a:pt x="231920" y="233648"/>
                </a:lnTo>
                <a:lnTo>
                  <a:pt x="131658" y="233648"/>
                </a:lnTo>
                <a:lnTo>
                  <a:pt x="131658" y="199835"/>
                </a:lnTo>
                <a:close/>
                <a:moveTo>
                  <a:pt x="66019" y="249555"/>
                </a:moveTo>
                <a:lnTo>
                  <a:pt x="115818" y="249555"/>
                </a:lnTo>
                <a:lnTo>
                  <a:pt x="115818" y="283369"/>
                </a:lnTo>
                <a:lnTo>
                  <a:pt x="66019" y="283369"/>
                </a:lnTo>
                <a:lnTo>
                  <a:pt x="66019" y="249555"/>
                </a:lnTo>
                <a:close/>
                <a:moveTo>
                  <a:pt x="131658" y="249555"/>
                </a:moveTo>
                <a:lnTo>
                  <a:pt x="231920" y="249555"/>
                </a:lnTo>
                <a:lnTo>
                  <a:pt x="231920" y="283369"/>
                </a:lnTo>
                <a:lnTo>
                  <a:pt x="131658" y="283369"/>
                </a:lnTo>
                <a:lnTo>
                  <a:pt x="131658" y="249555"/>
                </a:lnTo>
                <a:close/>
                <a:moveTo>
                  <a:pt x="231920" y="182975"/>
                </a:moveTo>
                <a:lnTo>
                  <a:pt x="131658" y="182975"/>
                </a:lnTo>
                <a:lnTo>
                  <a:pt x="131658" y="149924"/>
                </a:lnTo>
                <a:lnTo>
                  <a:pt x="231920" y="149924"/>
                </a:lnTo>
                <a:lnTo>
                  <a:pt x="231920" y="182975"/>
                </a:lnTo>
                <a:close/>
                <a:moveTo>
                  <a:pt x="115723" y="149924"/>
                </a:moveTo>
                <a:lnTo>
                  <a:pt x="115723" y="182975"/>
                </a:lnTo>
                <a:lnTo>
                  <a:pt x="65924" y="182975"/>
                </a:lnTo>
                <a:lnTo>
                  <a:pt x="65924" y="149924"/>
                </a:lnTo>
                <a:lnTo>
                  <a:pt x="115723" y="149924"/>
                </a:lnTo>
                <a:close/>
                <a:moveTo>
                  <a:pt x="66019" y="300228"/>
                </a:moveTo>
                <a:lnTo>
                  <a:pt x="115818" y="300228"/>
                </a:lnTo>
                <a:lnTo>
                  <a:pt x="115818" y="333280"/>
                </a:lnTo>
                <a:lnTo>
                  <a:pt x="66019" y="333280"/>
                </a:lnTo>
                <a:lnTo>
                  <a:pt x="66019" y="300228"/>
                </a:lnTo>
                <a:close/>
                <a:moveTo>
                  <a:pt x="131658" y="333280"/>
                </a:moveTo>
                <a:lnTo>
                  <a:pt x="131658" y="300228"/>
                </a:lnTo>
                <a:lnTo>
                  <a:pt x="231920" y="300228"/>
                </a:lnTo>
                <a:lnTo>
                  <a:pt x="231920" y="333280"/>
                </a:lnTo>
                <a:lnTo>
                  <a:pt x="131658" y="33328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1" name="Graphic 176">
            <a:extLst>
              <a:ext uri="{FF2B5EF4-FFF2-40B4-BE49-F238E27FC236}">
                <a16:creationId xmlns:a16="http://schemas.microsoft.com/office/drawing/2014/main" id="{AFD4694C-BEC9-EF68-D991-F1B8F5AE358E}"/>
              </a:ext>
            </a:extLst>
          </p:cNvPr>
          <p:cNvSpPr/>
          <p:nvPr/>
        </p:nvSpPr>
        <p:spPr>
          <a:xfrm>
            <a:off x="9540010" y="3420605"/>
            <a:ext cx="394331" cy="528764"/>
          </a:xfrm>
          <a:custGeom>
            <a:avLst/>
            <a:gdLst>
              <a:gd name="connsiteX0" fmla="*/ 298034 w 298128"/>
              <a:gd name="connsiteY0" fmla="*/ 108014 h 399764"/>
              <a:gd name="connsiteX1" fmla="*/ 298034 w 298128"/>
              <a:gd name="connsiteY1" fmla="*/ 108014 h 399764"/>
              <a:gd name="connsiteX2" fmla="*/ 298034 w 298128"/>
              <a:gd name="connsiteY2" fmla="*/ 107918 h 399764"/>
              <a:gd name="connsiteX3" fmla="*/ 296706 w 298128"/>
              <a:gd name="connsiteY3" fmla="*/ 102680 h 399764"/>
              <a:gd name="connsiteX4" fmla="*/ 197298 w 298128"/>
              <a:gd name="connsiteY4" fmla="*/ 2762 h 399764"/>
              <a:gd name="connsiteX5" fmla="*/ 194263 w 298128"/>
              <a:gd name="connsiteY5" fmla="*/ 857 h 399764"/>
              <a:gd name="connsiteX6" fmla="*/ 190468 w 298128"/>
              <a:gd name="connsiteY6" fmla="*/ 0 h 399764"/>
              <a:gd name="connsiteX7" fmla="*/ 190468 w 298128"/>
              <a:gd name="connsiteY7" fmla="*/ 0 h 399764"/>
              <a:gd name="connsiteX8" fmla="*/ 190468 w 298128"/>
              <a:gd name="connsiteY8" fmla="*/ 0 h 399764"/>
              <a:gd name="connsiteX9" fmla="*/ 8252 w 298128"/>
              <a:gd name="connsiteY9" fmla="*/ 0 h 399764"/>
              <a:gd name="connsiteX10" fmla="*/ 0 w 298128"/>
              <a:gd name="connsiteY10" fmla="*/ 8287 h 399764"/>
              <a:gd name="connsiteX11" fmla="*/ 0 w 298128"/>
              <a:gd name="connsiteY11" fmla="*/ 391478 h 399764"/>
              <a:gd name="connsiteX12" fmla="*/ 8252 w 298128"/>
              <a:gd name="connsiteY12" fmla="*/ 399764 h 399764"/>
              <a:gd name="connsiteX13" fmla="*/ 289876 w 298128"/>
              <a:gd name="connsiteY13" fmla="*/ 399764 h 399764"/>
              <a:gd name="connsiteX14" fmla="*/ 298129 w 298128"/>
              <a:gd name="connsiteY14" fmla="*/ 391478 h 399764"/>
              <a:gd name="connsiteX15" fmla="*/ 298129 w 298128"/>
              <a:gd name="connsiteY15" fmla="*/ 108299 h 399764"/>
              <a:gd name="connsiteX16" fmla="*/ 298129 w 298128"/>
              <a:gd name="connsiteY16" fmla="*/ 108109 h 399764"/>
              <a:gd name="connsiteX17" fmla="*/ 198721 w 298128"/>
              <a:gd name="connsiteY17" fmla="*/ 27908 h 399764"/>
              <a:gd name="connsiteX18" fmla="*/ 269008 w 298128"/>
              <a:gd name="connsiteY18" fmla="*/ 99727 h 399764"/>
              <a:gd name="connsiteX19" fmla="*/ 198721 w 298128"/>
              <a:gd name="connsiteY19" fmla="*/ 99727 h 399764"/>
              <a:gd name="connsiteX20" fmla="*/ 198721 w 298128"/>
              <a:gd name="connsiteY20" fmla="*/ 27908 h 399764"/>
              <a:gd name="connsiteX21" fmla="*/ 16410 w 298128"/>
              <a:gd name="connsiteY21" fmla="*/ 383096 h 399764"/>
              <a:gd name="connsiteX22" fmla="*/ 16410 w 298128"/>
              <a:gd name="connsiteY22" fmla="*/ 16574 h 399764"/>
              <a:gd name="connsiteX23" fmla="*/ 182121 w 298128"/>
              <a:gd name="connsiteY23" fmla="*/ 16574 h 399764"/>
              <a:gd name="connsiteX24" fmla="*/ 182121 w 298128"/>
              <a:gd name="connsiteY24" fmla="*/ 108014 h 399764"/>
              <a:gd name="connsiteX25" fmla="*/ 190374 w 298128"/>
              <a:gd name="connsiteY25" fmla="*/ 116300 h 399764"/>
              <a:gd name="connsiteX26" fmla="*/ 281434 w 298128"/>
              <a:gd name="connsiteY26" fmla="*/ 116300 h 399764"/>
              <a:gd name="connsiteX27" fmla="*/ 281434 w 298128"/>
              <a:gd name="connsiteY27" fmla="*/ 383096 h 399764"/>
              <a:gd name="connsiteX28" fmla="*/ 16410 w 298128"/>
              <a:gd name="connsiteY28" fmla="*/ 383096 h 399764"/>
              <a:gd name="connsiteX29" fmla="*/ 240172 w 298128"/>
              <a:gd name="connsiteY29" fmla="*/ 133160 h 399764"/>
              <a:gd name="connsiteX30" fmla="*/ 57672 w 298128"/>
              <a:gd name="connsiteY30" fmla="*/ 133160 h 399764"/>
              <a:gd name="connsiteX31" fmla="*/ 49419 w 298128"/>
              <a:gd name="connsiteY31" fmla="*/ 141542 h 399764"/>
              <a:gd name="connsiteX32" fmla="*/ 49419 w 298128"/>
              <a:gd name="connsiteY32" fmla="*/ 341662 h 399764"/>
              <a:gd name="connsiteX33" fmla="*/ 57672 w 298128"/>
              <a:gd name="connsiteY33" fmla="*/ 350044 h 399764"/>
              <a:gd name="connsiteX34" fmla="*/ 240172 w 298128"/>
              <a:gd name="connsiteY34" fmla="*/ 350044 h 399764"/>
              <a:gd name="connsiteX35" fmla="*/ 248425 w 298128"/>
              <a:gd name="connsiteY35" fmla="*/ 341662 h 399764"/>
              <a:gd name="connsiteX36" fmla="*/ 248425 w 298128"/>
              <a:gd name="connsiteY36" fmla="*/ 141542 h 399764"/>
              <a:gd name="connsiteX37" fmla="*/ 240172 w 298128"/>
              <a:gd name="connsiteY37" fmla="*/ 133160 h 399764"/>
              <a:gd name="connsiteX38" fmla="*/ 115723 w 298128"/>
              <a:gd name="connsiteY38" fmla="*/ 233648 h 399764"/>
              <a:gd name="connsiteX39" fmla="*/ 65924 w 298128"/>
              <a:gd name="connsiteY39" fmla="*/ 233648 h 399764"/>
              <a:gd name="connsiteX40" fmla="*/ 65924 w 298128"/>
              <a:gd name="connsiteY40" fmla="*/ 199835 h 399764"/>
              <a:gd name="connsiteX41" fmla="*/ 115723 w 298128"/>
              <a:gd name="connsiteY41" fmla="*/ 199835 h 399764"/>
              <a:gd name="connsiteX42" fmla="*/ 115723 w 298128"/>
              <a:gd name="connsiteY42" fmla="*/ 233648 h 399764"/>
              <a:gd name="connsiteX43" fmla="*/ 131658 w 298128"/>
              <a:gd name="connsiteY43" fmla="*/ 199835 h 399764"/>
              <a:gd name="connsiteX44" fmla="*/ 231920 w 298128"/>
              <a:gd name="connsiteY44" fmla="*/ 199835 h 399764"/>
              <a:gd name="connsiteX45" fmla="*/ 231920 w 298128"/>
              <a:gd name="connsiteY45" fmla="*/ 233648 h 399764"/>
              <a:gd name="connsiteX46" fmla="*/ 131658 w 298128"/>
              <a:gd name="connsiteY46" fmla="*/ 233648 h 399764"/>
              <a:gd name="connsiteX47" fmla="*/ 131658 w 298128"/>
              <a:gd name="connsiteY47" fmla="*/ 199835 h 399764"/>
              <a:gd name="connsiteX48" fmla="*/ 66019 w 298128"/>
              <a:gd name="connsiteY48" fmla="*/ 249555 h 399764"/>
              <a:gd name="connsiteX49" fmla="*/ 115818 w 298128"/>
              <a:gd name="connsiteY49" fmla="*/ 249555 h 399764"/>
              <a:gd name="connsiteX50" fmla="*/ 115818 w 298128"/>
              <a:gd name="connsiteY50" fmla="*/ 283369 h 399764"/>
              <a:gd name="connsiteX51" fmla="*/ 66019 w 298128"/>
              <a:gd name="connsiteY51" fmla="*/ 283369 h 399764"/>
              <a:gd name="connsiteX52" fmla="*/ 66019 w 298128"/>
              <a:gd name="connsiteY52" fmla="*/ 249555 h 399764"/>
              <a:gd name="connsiteX53" fmla="*/ 131658 w 298128"/>
              <a:gd name="connsiteY53" fmla="*/ 249555 h 399764"/>
              <a:gd name="connsiteX54" fmla="*/ 231920 w 298128"/>
              <a:gd name="connsiteY54" fmla="*/ 249555 h 399764"/>
              <a:gd name="connsiteX55" fmla="*/ 231920 w 298128"/>
              <a:gd name="connsiteY55" fmla="*/ 283369 h 399764"/>
              <a:gd name="connsiteX56" fmla="*/ 131658 w 298128"/>
              <a:gd name="connsiteY56" fmla="*/ 283369 h 399764"/>
              <a:gd name="connsiteX57" fmla="*/ 131658 w 298128"/>
              <a:gd name="connsiteY57" fmla="*/ 249555 h 399764"/>
              <a:gd name="connsiteX58" fmla="*/ 231920 w 298128"/>
              <a:gd name="connsiteY58" fmla="*/ 182975 h 399764"/>
              <a:gd name="connsiteX59" fmla="*/ 131658 w 298128"/>
              <a:gd name="connsiteY59" fmla="*/ 182975 h 399764"/>
              <a:gd name="connsiteX60" fmla="*/ 131658 w 298128"/>
              <a:gd name="connsiteY60" fmla="*/ 149924 h 399764"/>
              <a:gd name="connsiteX61" fmla="*/ 231920 w 298128"/>
              <a:gd name="connsiteY61" fmla="*/ 149924 h 399764"/>
              <a:gd name="connsiteX62" fmla="*/ 231920 w 298128"/>
              <a:gd name="connsiteY62" fmla="*/ 182975 h 399764"/>
              <a:gd name="connsiteX63" fmla="*/ 115723 w 298128"/>
              <a:gd name="connsiteY63" fmla="*/ 149924 h 399764"/>
              <a:gd name="connsiteX64" fmla="*/ 115723 w 298128"/>
              <a:gd name="connsiteY64" fmla="*/ 182975 h 399764"/>
              <a:gd name="connsiteX65" fmla="*/ 65924 w 298128"/>
              <a:gd name="connsiteY65" fmla="*/ 182975 h 399764"/>
              <a:gd name="connsiteX66" fmla="*/ 65924 w 298128"/>
              <a:gd name="connsiteY66" fmla="*/ 149924 h 399764"/>
              <a:gd name="connsiteX67" fmla="*/ 115723 w 298128"/>
              <a:gd name="connsiteY67" fmla="*/ 149924 h 399764"/>
              <a:gd name="connsiteX68" fmla="*/ 66019 w 298128"/>
              <a:gd name="connsiteY68" fmla="*/ 300228 h 399764"/>
              <a:gd name="connsiteX69" fmla="*/ 115818 w 298128"/>
              <a:gd name="connsiteY69" fmla="*/ 300228 h 399764"/>
              <a:gd name="connsiteX70" fmla="*/ 115818 w 298128"/>
              <a:gd name="connsiteY70" fmla="*/ 333280 h 399764"/>
              <a:gd name="connsiteX71" fmla="*/ 66019 w 298128"/>
              <a:gd name="connsiteY71" fmla="*/ 333280 h 399764"/>
              <a:gd name="connsiteX72" fmla="*/ 66019 w 298128"/>
              <a:gd name="connsiteY72" fmla="*/ 300228 h 399764"/>
              <a:gd name="connsiteX73" fmla="*/ 131658 w 298128"/>
              <a:gd name="connsiteY73" fmla="*/ 333280 h 399764"/>
              <a:gd name="connsiteX74" fmla="*/ 131658 w 298128"/>
              <a:gd name="connsiteY74" fmla="*/ 300228 h 399764"/>
              <a:gd name="connsiteX75" fmla="*/ 231920 w 298128"/>
              <a:gd name="connsiteY75" fmla="*/ 300228 h 399764"/>
              <a:gd name="connsiteX76" fmla="*/ 231920 w 298128"/>
              <a:gd name="connsiteY76" fmla="*/ 333280 h 399764"/>
              <a:gd name="connsiteX77" fmla="*/ 131658 w 298128"/>
              <a:gd name="connsiteY77" fmla="*/ 333280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98128" h="399764">
                <a:moveTo>
                  <a:pt x="298034" y="108014"/>
                </a:moveTo>
                <a:cubicBezTo>
                  <a:pt x="298034" y="108014"/>
                  <a:pt x="298034" y="108014"/>
                  <a:pt x="298034" y="108014"/>
                </a:cubicBezTo>
                <a:cubicBezTo>
                  <a:pt x="298034" y="108014"/>
                  <a:pt x="298034" y="108014"/>
                  <a:pt x="298034" y="107918"/>
                </a:cubicBezTo>
                <a:cubicBezTo>
                  <a:pt x="298034" y="106490"/>
                  <a:pt x="298034" y="104013"/>
                  <a:pt x="296706" y="102680"/>
                </a:cubicBezTo>
                <a:lnTo>
                  <a:pt x="197298" y="2762"/>
                </a:lnTo>
                <a:cubicBezTo>
                  <a:pt x="196539" y="2000"/>
                  <a:pt x="195496" y="1334"/>
                  <a:pt x="194263" y="857"/>
                </a:cubicBezTo>
                <a:cubicBezTo>
                  <a:pt x="193219" y="381"/>
                  <a:pt x="191986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cubicBezTo>
                  <a:pt x="190468" y="0"/>
                  <a:pt x="190468" y="0"/>
                  <a:pt x="190468" y="0"/>
                </a:cubicBezTo>
                <a:lnTo>
                  <a:pt x="8252" y="0"/>
                </a:lnTo>
                <a:cubicBezTo>
                  <a:pt x="4079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4174" y="399764"/>
                  <a:pt x="8252" y="399764"/>
                </a:cubicBezTo>
                <a:lnTo>
                  <a:pt x="289876" y="399764"/>
                </a:lnTo>
                <a:cubicBezTo>
                  <a:pt x="295378" y="399764"/>
                  <a:pt x="298129" y="397002"/>
                  <a:pt x="298129" y="391478"/>
                </a:cubicBezTo>
                <a:lnTo>
                  <a:pt x="298129" y="108299"/>
                </a:lnTo>
                <a:cubicBezTo>
                  <a:pt x="298129" y="108299"/>
                  <a:pt x="298129" y="108204"/>
                  <a:pt x="298129" y="108109"/>
                </a:cubicBezTo>
                <a:close/>
                <a:moveTo>
                  <a:pt x="198721" y="27908"/>
                </a:moveTo>
                <a:cubicBezTo>
                  <a:pt x="209155" y="38576"/>
                  <a:pt x="229549" y="59341"/>
                  <a:pt x="269008" y="99727"/>
                </a:cubicBezTo>
                <a:lnTo>
                  <a:pt x="198721" y="99727"/>
                </a:lnTo>
                <a:lnTo>
                  <a:pt x="198721" y="27908"/>
                </a:lnTo>
                <a:close/>
                <a:moveTo>
                  <a:pt x="16410" y="383096"/>
                </a:moveTo>
                <a:lnTo>
                  <a:pt x="16410" y="16574"/>
                </a:lnTo>
                <a:lnTo>
                  <a:pt x="182121" y="16574"/>
                </a:lnTo>
                <a:lnTo>
                  <a:pt x="182121" y="108014"/>
                </a:lnTo>
                <a:cubicBezTo>
                  <a:pt x="182121" y="113538"/>
                  <a:pt x="186295" y="116300"/>
                  <a:pt x="190374" y="116300"/>
                </a:cubicBezTo>
                <a:lnTo>
                  <a:pt x="281434" y="116300"/>
                </a:lnTo>
                <a:lnTo>
                  <a:pt x="281434" y="383096"/>
                </a:lnTo>
                <a:lnTo>
                  <a:pt x="16410" y="383096"/>
                </a:lnTo>
                <a:close/>
                <a:moveTo>
                  <a:pt x="240172" y="133160"/>
                </a:moveTo>
                <a:lnTo>
                  <a:pt x="57672" y="133160"/>
                </a:lnTo>
                <a:cubicBezTo>
                  <a:pt x="53498" y="133160"/>
                  <a:pt x="49419" y="137351"/>
                  <a:pt x="49419" y="141542"/>
                </a:cubicBezTo>
                <a:lnTo>
                  <a:pt x="49419" y="341662"/>
                </a:lnTo>
                <a:cubicBezTo>
                  <a:pt x="49419" y="347186"/>
                  <a:pt x="53593" y="350044"/>
                  <a:pt x="57672" y="350044"/>
                </a:cubicBezTo>
                <a:lnTo>
                  <a:pt x="240172" y="350044"/>
                </a:lnTo>
                <a:cubicBezTo>
                  <a:pt x="245674" y="350044"/>
                  <a:pt x="248425" y="347282"/>
                  <a:pt x="248425" y="341662"/>
                </a:cubicBezTo>
                <a:lnTo>
                  <a:pt x="248425" y="141542"/>
                </a:lnTo>
                <a:cubicBezTo>
                  <a:pt x="248425" y="137351"/>
                  <a:pt x="245674" y="133160"/>
                  <a:pt x="240172" y="133160"/>
                </a:cubicBezTo>
                <a:close/>
                <a:moveTo>
                  <a:pt x="115723" y="233648"/>
                </a:moveTo>
                <a:lnTo>
                  <a:pt x="65924" y="233648"/>
                </a:lnTo>
                <a:lnTo>
                  <a:pt x="65924" y="199835"/>
                </a:lnTo>
                <a:lnTo>
                  <a:pt x="115723" y="199835"/>
                </a:lnTo>
                <a:lnTo>
                  <a:pt x="115723" y="233648"/>
                </a:lnTo>
                <a:close/>
                <a:moveTo>
                  <a:pt x="131658" y="199835"/>
                </a:moveTo>
                <a:lnTo>
                  <a:pt x="231920" y="199835"/>
                </a:lnTo>
                <a:lnTo>
                  <a:pt x="231920" y="233648"/>
                </a:lnTo>
                <a:lnTo>
                  <a:pt x="131658" y="233648"/>
                </a:lnTo>
                <a:lnTo>
                  <a:pt x="131658" y="199835"/>
                </a:lnTo>
                <a:close/>
                <a:moveTo>
                  <a:pt x="66019" y="249555"/>
                </a:moveTo>
                <a:lnTo>
                  <a:pt x="115818" y="249555"/>
                </a:lnTo>
                <a:lnTo>
                  <a:pt x="115818" y="283369"/>
                </a:lnTo>
                <a:lnTo>
                  <a:pt x="66019" y="283369"/>
                </a:lnTo>
                <a:lnTo>
                  <a:pt x="66019" y="249555"/>
                </a:lnTo>
                <a:close/>
                <a:moveTo>
                  <a:pt x="131658" y="249555"/>
                </a:moveTo>
                <a:lnTo>
                  <a:pt x="231920" y="249555"/>
                </a:lnTo>
                <a:lnTo>
                  <a:pt x="231920" y="283369"/>
                </a:lnTo>
                <a:lnTo>
                  <a:pt x="131658" y="283369"/>
                </a:lnTo>
                <a:lnTo>
                  <a:pt x="131658" y="249555"/>
                </a:lnTo>
                <a:close/>
                <a:moveTo>
                  <a:pt x="231920" y="182975"/>
                </a:moveTo>
                <a:lnTo>
                  <a:pt x="131658" y="182975"/>
                </a:lnTo>
                <a:lnTo>
                  <a:pt x="131658" y="149924"/>
                </a:lnTo>
                <a:lnTo>
                  <a:pt x="231920" y="149924"/>
                </a:lnTo>
                <a:lnTo>
                  <a:pt x="231920" y="182975"/>
                </a:lnTo>
                <a:close/>
                <a:moveTo>
                  <a:pt x="115723" y="149924"/>
                </a:moveTo>
                <a:lnTo>
                  <a:pt x="115723" y="182975"/>
                </a:lnTo>
                <a:lnTo>
                  <a:pt x="65924" y="182975"/>
                </a:lnTo>
                <a:lnTo>
                  <a:pt x="65924" y="149924"/>
                </a:lnTo>
                <a:lnTo>
                  <a:pt x="115723" y="149924"/>
                </a:lnTo>
                <a:close/>
                <a:moveTo>
                  <a:pt x="66019" y="300228"/>
                </a:moveTo>
                <a:lnTo>
                  <a:pt x="115818" y="300228"/>
                </a:lnTo>
                <a:lnTo>
                  <a:pt x="115818" y="333280"/>
                </a:lnTo>
                <a:lnTo>
                  <a:pt x="66019" y="333280"/>
                </a:lnTo>
                <a:lnTo>
                  <a:pt x="66019" y="300228"/>
                </a:lnTo>
                <a:close/>
                <a:moveTo>
                  <a:pt x="131658" y="333280"/>
                </a:moveTo>
                <a:lnTo>
                  <a:pt x="131658" y="300228"/>
                </a:lnTo>
                <a:lnTo>
                  <a:pt x="231920" y="300228"/>
                </a:lnTo>
                <a:lnTo>
                  <a:pt x="231920" y="333280"/>
                </a:lnTo>
                <a:lnTo>
                  <a:pt x="131658" y="333280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4" name="Graphic 182">
            <a:extLst>
              <a:ext uri="{FF2B5EF4-FFF2-40B4-BE49-F238E27FC236}">
                <a16:creationId xmlns:a16="http://schemas.microsoft.com/office/drawing/2014/main" id="{217C64D4-6B07-6BFF-068A-205D52415E05}"/>
              </a:ext>
            </a:extLst>
          </p:cNvPr>
          <p:cNvSpPr/>
          <p:nvPr/>
        </p:nvSpPr>
        <p:spPr>
          <a:xfrm>
            <a:off x="10440655" y="2765062"/>
            <a:ext cx="402193" cy="537426"/>
          </a:xfrm>
          <a:custGeom>
            <a:avLst/>
            <a:gdLst>
              <a:gd name="connsiteX0" fmla="*/ 299172 w 299171"/>
              <a:gd name="connsiteY0" fmla="*/ 108014 h 399764"/>
              <a:gd name="connsiteX1" fmla="*/ 294619 w 299171"/>
              <a:gd name="connsiteY1" fmla="*/ 100965 h 399764"/>
              <a:gd name="connsiteX2" fmla="*/ 198910 w 299171"/>
              <a:gd name="connsiteY2" fmla="*/ 5048 h 399764"/>
              <a:gd name="connsiteX3" fmla="*/ 191512 w 299171"/>
              <a:gd name="connsiteY3" fmla="*/ 0 h 399764"/>
              <a:gd name="connsiteX4" fmla="*/ 191322 w 299171"/>
              <a:gd name="connsiteY4" fmla="*/ 0 h 399764"/>
              <a:gd name="connsiteX5" fmla="*/ 191132 w 299171"/>
              <a:gd name="connsiteY5" fmla="*/ 0 h 399764"/>
              <a:gd name="connsiteX6" fmla="*/ 8347 w 299171"/>
              <a:gd name="connsiteY6" fmla="*/ 0 h 399764"/>
              <a:gd name="connsiteX7" fmla="*/ 0 w 299171"/>
              <a:gd name="connsiteY7" fmla="*/ 8287 h 399764"/>
              <a:gd name="connsiteX8" fmla="*/ 0 w 299171"/>
              <a:gd name="connsiteY8" fmla="*/ 391478 h 399764"/>
              <a:gd name="connsiteX9" fmla="*/ 8347 w 299171"/>
              <a:gd name="connsiteY9" fmla="*/ 399764 h 399764"/>
              <a:gd name="connsiteX10" fmla="*/ 290825 w 299171"/>
              <a:gd name="connsiteY10" fmla="*/ 399764 h 399764"/>
              <a:gd name="connsiteX11" fmla="*/ 299172 w 299171"/>
              <a:gd name="connsiteY11" fmla="*/ 391478 h 399764"/>
              <a:gd name="connsiteX12" fmla="*/ 299172 w 299171"/>
              <a:gd name="connsiteY12" fmla="*/ 108299 h 399764"/>
              <a:gd name="connsiteX13" fmla="*/ 299172 w 299171"/>
              <a:gd name="connsiteY13" fmla="*/ 108299 h 399764"/>
              <a:gd name="connsiteX14" fmla="*/ 299172 w 299171"/>
              <a:gd name="connsiteY14" fmla="*/ 108204 h 399764"/>
              <a:gd name="connsiteX15" fmla="*/ 199859 w 299171"/>
              <a:gd name="connsiteY15" fmla="*/ 29432 h 399764"/>
              <a:gd name="connsiteX16" fmla="*/ 269957 w 299171"/>
              <a:gd name="connsiteY16" fmla="*/ 99632 h 399764"/>
              <a:gd name="connsiteX17" fmla="*/ 199859 w 299171"/>
              <a:gd name="connsiteY17" fmla="*/ 99632 h 399764"/>
              <a:gd name="connsiteX18" fmla="*/ 199859 w 299171"/>
              <a:gd name="connsiteY18" fmla="*/ 29432 h 399764"/>
              <a:gd name="connsiteX19" fmla="*/ 16694 w 299171"/>
              <a:gd name="connsiteY19" fmla="*/ 383096 h 399764"/>
              <a:gd name="connsiteX20" fmla="*/ 16694 w 299171"/>
              <a:gd name="connsiteY20" fmla="*/ 16574 h 399764"/>
              <a:gd name="connsiteX21" fmla="*/ 183259 w 299171"/>
              <a:gd name="connsiteY21" fmla="*/ 16574 h 399764"/>
              <a:gd name="connsiteX22" fmla="*/ 183259 w 299171"/>
              <a:gd name="connsiteY22" fmla="*/ 108014 h 399764"/>
              <a:gd name="connsiteX23" fmla="*/ 191512 w 299171"/>
              <a:gd name="connsiteY23" fmla="*/ 116300 h 399764"/>
              <a:gd name="connsiteX24" fmla="*/ 282478 w 299171"/>
              <a:gd name="connsiteY24" fmla="*/ 116300 h 399764"/>
              <a:gd name="connsiteX25" fmla="*/ 282478 w 299171"/>
              <a:gd name="connsiteY25" fmla="*/ 383096 h 399764"/>
              <a:gd name="connsiteX26" fmla="*/ 16600 w 299171"/>
              <a:gd name="connsiteY26" fmla="*/ 383096 h 399764"/>
              <a:gd name="connsiteX27" fmla="*/ 58051 w 299171"/>
              <a:gd name="connsiteY27" fmla="*/ 124778 h 399764"/>
              <a:gd name="connsiteX28" fmla="*/ 66398 w 299171"/>
              <a:gd name="connsiteY28" fmla="*/ 116300 h 399764"/>
              <a:gd name="connsiteX29" fmla="*/ 149776 w 299171"/>
              <a:gd name="connsiteY29" fmla="*/ 116300 h 399764"/>
              <a:gd name="connsiteX30" fmla="*/ 158123 w 299171"/>
              <a:gd name="connsiteY30" fmla="*/ 124778 h 399764"/>
              <a:gd name="connsiteX31" fmla="*/ 149776 w 299171"/>
              <a:gd name="connsiteY31" fmla="*/ 133255 h 399764"/>
              <a:gd name="connsiteX32" fmla="*/ 66398 w 299171"/>
              <a:gd name="connsiteY32" fmla="*/ 133255 h 399764"/>
              <a:gd name="connsiteX33" fmla="*/ 58051 w 299171"/>
              <a:gd name="connsiteY33" fmla="*/ 124778 h 399764"/>
              <a:gd name="connsiteX34" fmla="*/ 58051 w 299171"/>
              <a:gd name="connsiteY34" fmla="*/ 174498 h 399764"/>
              <a:gd name="connsiteX35" fmla="*/ 66398 w 299171"/>
              <a:gd name="connsiteY35" fmla="*/ 166021 h 399764"/>
              <a:gd name="connsiteX36" fmla="*/ 216079 w 299171"/>
              <a:gd name="connsiteY36" fmla="*/ 166021 h 399764"/>
              <a:gd name="connsiteX37" fmla="*/ 224426 w 299171"/>
              <a:gd name="connsiteY37" fmla="*/ 174498 h 399764"/>
              <a:gd name="connsiteX38" fmla="*/ 216079 w 299171"/>
              <a:gd name="connsiteY38" fmla="*/ 182975 h 399764"/>
              <a:gd name="connsiteX39" fmla="*/ 66398 w 299171"/>
              <a:gd name="connsiteY39" fmla="*/ 182975 h 399764"/>
              <a:gd name="connsiteX40" fmla="*/ 58051 w 299171"/>
              <a:gd name="connsiteY40" fmla="*/ 174498 h 399764"/>
              <a:gd name="connsiteX41" fmla="*/ 108514 w 299171"/>
              <a:gd name="connsiteY41" fmla="*/ 225171 h 399764"/>
              <a:gd name="connsiteX42" fmla="*/ 100072 w 299171"/>
              <a:gd name="connsiteY42" fmla="*/ 233648 h 399764"/>
              <a:gd name="connsiteX43" fmla="*/ 66398 w 299171"/>
              <a:gd name="connsiteY43" fmla="*/ 233648 h 399764"/>
              <a:gd name="connsiteX44" fmla="*/ 57956 w 299171"/>
              <a:gd name="connsiteY44" fmla="*/ 225171 h 399764"/>
              <a:gd name="connsiteX45" fmla="*/ 66398 w 299171"/>
              <a:gd name="connsiteY45" fmla="*/ 216694 h 399764"/>
              <a:gd name="connsiteX46" fmla="*/ 100072 w 299171"/>
              <a:gd name="connsiteY46" fmla="*/ 216694 h 399764"/>
              <a:gd name="connsiteX47" fmla="*/ 108514 w 299171"/>
              <a:gd name="connsiteY47" fmla="*/ 225171 h 399764"/>
              <a:gd name="connsiteX48" fmla="*/ 108514 w 299171"/>
              <a:gd name="connsiteY48" fmla="*/ 274892 h 399764"/>
              <a:gd name="connsiteX49" fmla="*/ 100072 w 299171"/>
              <a:gd name="connsiteY49" fmla="*/ 283369 h 399764"/>
              <a:gd name="connsiteX50" fmla="*/ 66398 w 299171"/>
              <a:gd name="connsiteY50" fmla="*/ 283369 h 399764"/>
              <a:gd name="connsiteX51" fmla="*/ 57956 w 299171"/>
              <a:gd name="connsiteY51" fmla="*/ 274892 h 399764"/>
              <a:gd name="connsiteX52" fmla="*/ 66398 w 299171"/>
              <a:gd name="connsiteY52" fmla="*/ 266414 h 399764"/>
              <a:gd name="connsiteX53" fmla="*/ 100072 w 299171"/>
              <a:gd name="connsiteY53" fmla="*/ 266414 h 399764"/>
              <a:gd name="connsiteX54" fmla="*/ 108514 w 299171"/>
              <a:gd name="connsiteY54" fmla="*/ 274892 h 399764"/>
              <a:gd name="connsiteX55" fmla="*/ 108514 w 299171"/>
              <a:gd name="connsiteY55" fmla="*/ 324612 h 399764"/>
              <a:gd name="connsiteX56" fmla="*/ 100072 w 299171"/>
              <a:gd name="connsiteY56" fmla="*/ 333089 h 399764"/>
              <a:gd name="connsiteX57" fmla="*/ 66398 w 299171"/>
              <a:gd name="connsiteY57" fmla="*/ 333089 h 399764"/>
              <a:gd name="connsiteX58" fmla="*/ 57956 w 299171"/>
              <a:gd name="connsiteY58" fmla="*/ 324612 h 399764"/>
              <a:gd name="connsiteX59" fmla="*/ 66398 w 299171"/>
              <a:gd name="connsiteY59" fmla="*/ 316135 h 399764"/>
              <a:gd name="connsiteX60" fmla="*/ 100072 w 299171"/>
              <a:gd name="connsiteY60" fmla="*/ 316135 h 399764"/>
              <a:gd name="connsiteX61" fmla="*/ 108514 w 299171"/>
              <a:gd name="connsiteY61" fmla="*/ 324612 h 399764"/>
              <a:gd name="connsiteX62" fmla="*/ 191227 w 299171"/>
              <a:gd name="connsiteY62" fmla="*/ 216694 h 399764"/>
              <a:gd name="connsiteX63" fmla="*/ 191038 w 299171"/>
              <a:gd name="connsiteY63" fmla="*/ 216694 h 399764"/>
              <a:gd name="connsiteX64" fmla="*/ 191038 w 299171"/>
              <a:gd name="connsiteY64" fmla="*/ 216694 h 399764"/>
              <a:gd name="connsiteX65" fmla="*/ 191038 w 299171"/>
              <a:gd name="connsiteY65" fmla="*/ 216694 h 399764"/>
              <a:gd name="connsiteX66" fmla="*/ 132986 w 299171"/>
              <a:gd name="connsiteY66" fmla="*/ 274892 h 399764"/>
              <a:gd name="connsiteX67" fmla="*/ 191417 w 299171"/>
              <a:gd name="connsiteY67" fmla="*/ 333089 h 399764"/>
              <a:gd name="connsiteX68" fmla="*/ 249848 w 299171"/>
              <a:gd name="connsiteY68" fmla="*/ 274892 h 399764"/>
              <a:gd name="connsiteX69" fmla="*/ 191417 w 299171"/>
              <a:gd name="connsiteY69" fmla="*/ 216694 h 399764"/>
              <a:gd name="connsiteX70" fmla="*/ 182785 w 299171"/>
              <a:gd name="connsiteY70" fmla="*/ 234220 h 399764"/>
              <a:gd name="connsiteX71" fmla="*/ 182785 w 299171"/>
              <a:gd name="connsiteY71" fmla="*/ 272034 h 399764"/>
              <a:gd name="connsiteX72" fmla="*/ 155372 w 299171"/>
              <a:gd name="connsiteY72" fmla="*/ 296418 h 399764"/>
              <a:gd name="connsiteX73" fmla="*/ 149491 w 299171"/>
              <a:gd name="connsiteY73" fmla="*/ 274987 h 399764"/>
              <a:gd name="connsiteX74" fmla="*/ 182785 w 299171"/>
              <a:gd name="connsiteY74" fmla="*/ 234315 h 399764"/>
              <a:gd name="connsiteX75" fmla="*/ 191227 w 299171"/>
              <a:gd name="connsiteY75" fmla="*/ 316516 h 399764"/>
              <a:gd name="connsiteX76" fmla="*/ 165806 w 299171"/>
              <a:gd name="connsiteY76" fmla="*/ 308134 h 399764"/>
              <a:gd name="connsiteX77" fmla="*/ 196444 w 299171"/>
              <a:gd name="connsiteY77" fmla="*/ 281749 h 399764"/>
              <a:gd name="connsiteX78" fmla="*/ 199195 w 299171"/>
              <a:gd name="connsiteY78" fmla="*/ 274796 h 399764"/>
              <a:gd name="connsiteX79" fmla="*/ 199195 w 299171"/>
              <a:gd name="connsiteY79" fmla="*/ 234220 h 399764"/>
              <a:gd name="connsiteX80" fmla="*/ 232963 w 299171"/>
              <a:gd name="connsiteY80" fmla="*/ 274892 h 399764"/>
              <a:gd name="connsiteX81" fmla="*/ 191227 w 299171"/>
              <a:gd name="connsiteY81" fmla="*/ 316421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99171" h="399764">
                <a:moveTo>
                  <a:pt x="299172" y="108014"/>
                </a:moveTo>
                <a:cubicBezTo>
                  <a:pt x="299172" y="105156"/>
                  <a:pt x="297180" y="102489"/>
                  <a:pt x="294619" y="100965"/>
                </a:cubicBezTo>
                <a:cubicBezTo>
                  <a:pt x="289686" y="96012"/>
                  <a:pt x="270905" y="77153"/>
                  <a:pt x="198910" y="5048"/>
                </a:cubicBezTo>
                <a:cubicBezTo>
                  <a:pt x="197488" y="2191"/>
                  <a:pt x="194547" y="0"/>
                  <a:pt x="191512" y="0"/>
                </a:cubicBezTo>
                <a:cubicBezTo>
                  <a:pt x="191512" y="0"/>
                  <a:pt x="191322" y="0"/>
                  <a:pt x="191322" y="0"/>
                </a:cubicBezTo>
                <a:cubicBezTo>
                  <a:pt x="191322" y="0"/>
                  <a:pt x="191227" y="0"/>
                  <a:pt x="191132" y="0"/>
                </a:cubicBezTo>
                <a:lnTo>
                  <a:pt x="8347" y="0"/>
                </a:lnTo>
                <a:cubicBezTo>
                  <a:pt x="2846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2751" y="399764"/>
                  <a:pt x="8347" y="399764"/>
                </a:cubicBezTo>
                <a:lnTo>
                  <a:pt x="290825" y="399764"/>
                </a:lnTo>
                <a:cubicBezTo>
                  <a:pt x="294998" y="399764"/>
                  <a:pt x="299172" y="397002"/>
                  <a:pt x="299172" y="391478"/>
                </a:cubicBezTo>
                <a:lnTo>
                  <a:pt x="299172" y="108299"/>
                </a:lnTo>
                <a:cubicBezTo>
                  <a:pt x="299172" y="108299"/>
                  <a:pt x="299172" y="108299"/>
                  <a:pt x="299172" y="108299"/>
                </a:cubicBezTo>
                <a:cubicBezTo>
                  <a:pt x="299172" y="108299"/>
                  <a:pt x="299172" y="108299"/>
                  <a:pt x="299172" y="108204"/>
                </a:cubicBezTo>
                <a:close/>
                <a:moveTo>
                  <a:pt x="199859" y="29432"/>
                </a:moveTo>
                <a:cubicBezTo>
                  <a:pt x="210862" y="40481"/>
                  <a:pt x="231540" y="61151"/>
                  <a:pt x="269957" y="99632"/>
                </a:cubicBezTo>
                <a:lnTo>
                  <a:pt x="199859" y="99632"/>
                </a:lnTo>
                <a:lnTo>
                  <a:pt x="199859" y="29432"/>
                </a:lnTo>
                <a:close/>
                <a:moveTo>
                  <a:pt x="16694" y="383096"/>
                </a:moveTo>
                <a:lnTo>
                  <a:pt x="16694" y="16574"/>
                </a:lnTo>
                <a:lnTo>
                  <a:pt x="183259" y="16574"/>
                </a:lnTo>
                <a:lnTo>
                  <a:pt x="183259" y="108014"/>
                </a:lnTo>
                <a:cubicBezTo>
                  <a:pt x="183259" y="113538"/>
                  <a:pt x="186010" y="116300"/>
                  <a:pt x="191512" y="116300"/>
                </a:cubicBezTo>
                <a:lnTo>
                  <a:pt x="282478" y="116300"/>
                </a:lnTo>
                <a:lnTo>
                  <a:pt x="282478" y="383096"/>
                </a:lnTo>
                <a:lnTo>
                  <a:pt x="16600" y="383096"/>
                </a:lnTo>
                <a:close/>
                <a:moveTo>
                  <a:pt x="58051" y="124778"/>
                </a:moveTo>
                <a:cubicBezTo>
                  <a:pt x="58051" y="120587"/>
                  <a:pt x="60802" y="116300"/>
                  <a:pt x="66398" y="116300"/>
                </a:cubicBezTo>
                <a:lnTo>
                  <a:pt x="149776" y="116300"/>
                </a:lnTo>
                <a:cubicBezTo>
                  <a:pt x="153949" y="116300"/>
                  <a:pt x="158123" y="120491"/>
                  <a:pt x="158123" y="124778"/>
                </a:cubicBezTo>
                <a:cubicBezTo>
                  <a:pt x="158123" y="130397"/>
                  <a:pt x="153949" y="133255"/>
                  <a:pt x="149776" y="133255"/>
                </a:cubicBezTo>
                <a:lnTo>
                  <a:pt x="66398" y="133255"/>
                </a:lnTo>
                <a:cubicBezTo>
                  <a:pt x="60802" y="133255"/>
                  <a:pt x="58051" y="130397"/>
                  <a:pt x="58051" y="124778"/>
                </a:cubicBezTo>
                <a:close/>
                <a:moveTo>
                  <a:pt x="58051" y="174498"/>
                </a:moveTo>
                <a:cubicBezTo>
                  <a:pt x="58051" y="170307"/>
                  <a:pt x="60802" y="166021"/>
                  <a:pt x="66398" y="166021"/>
                </a:cubicBezTo>
                <a:lnTo>
                  <a:pt x="216079" y="166021"/>
                </a:lnTo>
                <a:cubicBezTo>
                  <a:pt x="220253" y="166021"/>
                  <a:pt x="224426" y="170212"/>
                  <a:pt x="224426" y="174498"/>
                </a:cubicBezTo>
                <a:cubicBezTo>
                  <a:pt x="224426" y="180118"/>
                  <a:pt x="220253" y="182975"/>
                  <a:pt x="216079" y="182975"/>
                </a:cubicBezTo>
                <a:lnTo>
                  <a:pt x="66398" y="182975"/>
                </a:lnTo>
                <a:cubicBezTo>
                  <a:pt x="60897" y="182975"/>
                  <a:pt x="58051" y="180118"/>
                  <a:pt x="58051" y="174498"/>
                </a:cubicBezTo>
                <a:close/>
                <a:moveTo>
                  <a:pt x="108514" y="225171"/>
                </a:moveTo>
                <a:cubicBezTo>
                  <a:pt x="108514" y="230791"/>
                  <a:pt x="104340" y="233648"/>
                  <a:pt x="100072" y="233648"/>
                </a:cubicBezTo>
                <a:lnTo>
                  <a:pt x="66398" y="233648"/>
                </a:lnTo>
                <a:cubicBezTo>
                  <a:pt x="60802" y="233648"/>
                  <a:pt x="57956" y="230791"/>
                  <a:pt x="57956" y="225171"/>
                </a:cubicBezTo>
                <a:cubicBezTo>
                  <a:pt x="57956" y="220980"/>
                  <a:pt x="60802" y="216694"/>
                  <a:pt x="66398" y="216694"/>
                </a:cubicBezTo>
                <a:lnTo>
                  <a:pt x="100072" y="216694"/>
                </a:lnTo>
                <a:cubicBezTo>
                  <a:pt x="104245" y="216694"/>
                  <a:pt x="108514" y="220885"/>
                  <a:pt x="108514" y="225171"/>
                </a:cubicBezTo>
                <a:close/>
                <a:moveTo>
                  <a:pt x="108514" y="274892"/>
                </a:moveTo>
                <a:cubicBezTo>
                  <a:pt x="108514" y="280511"/>
                  <a:pt x="104340" y="283369"/>
                  <a:pt x="100072" y="283369"/>
                </a:cubicBezTo>
                <a:lnTo>
                  <a:pt x="66398" y="283369"/>
                </a:lnTo>
                <a:cubicBezTo>
                  <a:pt x="60802" y="283369"/>
                  <a:pt x="57956" y="280511"/>
                  <a:pt x="57956" y="274892"/>
                </a:cubicBezTo>
                <a:cubicBezTo>
                  <a:pt x="57956" y="270701"/>
                  <a:pt x="60802" y="266414"/>
                  <a:pt x="66398" y="266414"/>
                </a:cubicBezTo>
                <a:lnTo>
                  <a:pt x="100072" y="266414"/>
                </a:lnTo>
                <a:cubicBezTo>
                  <a:pt x="104245" y="266414"/>
                  <a:pt x="108514" y="270605"/>
                  <a:pt x="108514" y="274892"/>
                </a:cubicBezTo>
                <a:close/>
                <a:moveTo>
                  <a:pt x="108514" y="324612"/>
                </a:moveTo>
                <a:cubicBezTo>
                  <a:pt x="108514" y="330232"/>
                  <a:pt x="104340" y="333089"/>
                  <a:pt x="100072" y="333089"/>
                </a:cubicBezTo>
                <a:lnTo>
                  <a:pt x="66398" y="333089"/>
                </a:lnTo>
                <a:cubicBezTo>
                  <a:pt x="60802" y="333089"/>
                  <a:pt x="57956" y="330232"/>
                  <a:pt x="57956" y="324612"/>
                </a:cubicBezTo>
                <a:cubicBezTo>
                  <a:pt x="57956" y="320421"/>
                  <a:pt x="60802" y="316135"/>
                  <a:pt x="66398" y="316135"/>
                </a:cubicBezTo>
                <a:lnTo>
                  <a:pt x="100072" y="316135"/>
                </a:lnTo>
                <a:cubicBezTo>
                  <a:pt x="104245" y="316135"/>
                  <a:pt x="108514" y="320326"/>
                  <a:pt x="108514" y="324612"/>
                </a:cubicBezTo>
                <a:close/>
                <a:moveTo>
                  <a:pt x="191227" y="216694"/>
                </a:moveTo>
                <a:cubicBezTo>
                  <a:pt x="191227" y="216694"/>
                  <a:pt x="191132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57838" y="216884"/>
                  <a:pt x="132986" y="243078"/>
                  <a:pt x="132986" y="274892"/>
                </a:cubicBezTo>
                <a:cubicBezTo>
                  <a:pt x="132986" y="306705"/>
                  <a:pt x="158028" y="333089"/>
                  <a:pt x="191417" y="333089"/>
                </a:cubicBezTo>
                <a:cubicBezTo>
                  <a:pt x="224806" y="333089"/>
                  <a:pt x="249848" y="306800"/>
                  <a:pt x="249848" y="274892"/>
                </a:cubicBezTo>
                <a:cubicBezTo>
                  <a:pt x="249848" y="242983"/>
                  <a:pt x="223383" y="216694"/>
                  <a:pt x="191417" y="216694"/>
                </a:cubicBezTo>
                <a:close/>
                <a:moveTo>
                  <a:pt x="182785" y="234220"/>
                </a:moveTo>
                <a:lnTo>
                  <a:pt x="182785" y="272034"/>
                </a:lnTo>
                <a:cubicBezTo>
                  <a:pt x="182785" y="272034"/>
                  <a:pt x="182785" y="272034"/>
                  <a:pt x="155372" y="296418"/>
                </a:cubicBezTo>
                <a:cubicBezTo>
                  <a:pt x="151673" y="290227"/>
                  <a:pt x="149491" y="282893"/>
                  <a:pt x="149491" y="274987"/>
                </a:cubicBezTo>
                <a:cubicBezTo>
                  <a:pt x="149491" y="255556"/>
                  <a:pt x="163435" y="238220"/>
                  <a:pt x="182785" y="234315"/>
                </a:cubicBezTo>
                <a:close/>
                <a:moveTo>
                  <a:pt x="191227" y="316516"/>
                </a:moveTo>
                <a:cubicBezTo>
                  <a:pt x="181457" y="316516"/>
                  <a:pt x="172825" y="313373"/>
                  <a:pt x="165806" y="308134"/>
                </a:cubicBezTo>
                <a:cubicBezTo>
                  <a:pt x="170833" y="303752"/>
                  <a:pt x="179940" y="295942"/>
                  <a:pt x="196444" y="281749"/>
                </a:cubicBezTo>
                <a:cubicBezTo>
                  <a:pt x="197772" y="280321"/>
                  <a:pt x="199195" y="277559"/>
                  <a:pt x="199195" y="274796"/>
                </a:cubicBezTo>
                <a:lnTo>
                  <a:pt x="199195" y="234220"/>
                </a:lnTo>
                <a:cubicBezTo>
                  <a:pt x="217976" y="238125"/>
                  <a:pt x="232963" y="255461"/>
                  <a:pt x="232963" y="274892"/>
                </a:cubicBezTo>
                <a:cubicBezTo>
                  <a:pt x="232963" y="298418"/>
                  <a:pt x="213518" y="316421"/>
                  <a:pt x="191227" y="31642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5" name="Graphic 182">
            <a:extLst>
              <a:ext uri="{FF2B5EF4-FFF2-40B4-BE49-F238E27FC236}">
                <a16:creationId xmlns:a16="http://schemas.microsoft.com/office/drawing/2014/main" id="{E792EA8F-EF64-1819-10C5-8AAFC2999E52}"/>
              </a:ext>
            </a:extLst>
          </p:cNvPr>
          <p:cNvSpPr/>
          <p:nvPr/>
        </p:nvSpPr>
        <p:spPr>
          <a:xfrm>
            <a:off x="11199480" y="2765062"/>
            <a:ext cx="402193" cy="537426"/>
          </a:xfrm>
          <a:custGeom>
            <a:avLst/>
            <a:gdLst>
              <a:gd name="connsiteX0" fmla="*/ 299172 w 299171"/>
              <a:gd name="connsiteY0" fmla="*/ 108014 h 399764"/>
              <a:gd name="connsiteX1" fmla="*/ 294619 w 299171"/>
              <a:gd name="connsiteY1" fmla="*/ 100965 h 399764"/>
              <a:gd name="connsiteX2" fmla="*/ 198910 w 299171"/>
              <a:gd name="connsiteY2" fmla="*/ 5048 h 399764"/>
              <a:gd name="connsiteX3" fmla="*/ 191512 w 299171"/>
              <a:gd name="connsiteY3" fmla="*/ 0 h 399764"/>
              <a:gd name="connsiteX4" fmla="*/ 191322 w 299171"/>
              <a:gd name="connsiteY4" fmla="*/ 0 h 399764"/>
              <a:gd name="connsiteX5" fmla="*/ 191132 w 299171"/>
              <a:gd name="connsiteY5" fmla="*/ 0 h 399764"/>
              <a:gd name="connsiteX6" fmla="*/ 8347 w 299171"/>
              <a:gd name="connsiteY6" fmla="*/ 0 h 399764"/>
              <a:gd name="connsiteX7" fmla="*/ 0 w 299171"/>
              <a:gd name="connsiteY7" fmla="*/ 8287 h 399764"/>
              <a:gd name="connsiteX8" fmla="*/ 0 w 299171"/>
              <a:gd name="connsiteY8" fmla="*/ 391478 h 399764"/>
              <a:gd name="connsiteX9" fmla="*/ 8347 w 299171"/>
              <a:gd name="connsiteY9" fmla="*/ 399764 h 399764"/>
              <a:gd name="connsiteX10" fmla="*/ 290825 w 299171"/>
              <a:gd name="connsiteY10" fmla="*/ 399764 h 399764"/>
              <a:gd name="connsiteX11" fmla="*/ 299172 w 299171"/>
              <a:gd name="connsiteY11" fmla="*/ 391478 h 399764"/>
              <a:gd name="connsiteX12" fmla="*/ 299172 w 299171"/>
              <a:gd name="connsiteY12" fmla="*/ 108299 h 399764"/>
              <a:gd name="connsiteX13" fmla="*/ 299172 w 299171"/>
              <a:gd name="connsiteY13" fmla="*/ 108299 h 399764"/>
              <a:gd name="connsiteX14" fmla="*/ 299172 w 299171"/>
              <a:gd name="connsiteY14" fmla="*/ 108204 h 399764"/>
              <a:gd name="connsiteX15" fmla="*/ 199859 w 299171"/>
              <a:gd name="connsiteY15" fmla="*/ 29432 h 399764"/>
              <a:gd name="connsiteX16" fmla="*/ 269957 w 299171"/>
              <a:gd name="connsiteY16" fmla="*/ 99632 h 399764"/>
              <a:gd name="connsiteX17" fmla="*/ 199859 w 299171"/>
              <a:gd name="connsiteY17" fmla="*/ 99632 h 399764"/>
              <a:gd name="connsiteX18" fmla="*/ 199859 w 299171"/>
              <a:gd name="connsiteY18" fmla="*/ 29432 h 399764"/>
              <a:gd name="connsiteX19" fmla="*/ 16694 w 299171"/>
              <a:gd name="connsiteY19" fmla="*/ 383096 h 399764"/>
              <a:gd name="connsiteX20" fmla="*/ 16694 w 299171"/>
              <a:gd name="connsiteY20" fmla="*/ 16574 h 399764"/>
              <a:gd name="connsiteX21" fmla="*/ 183259 w 299171"/>
              <a:gd name="connsiteY21" fmla="*/ 16574 h 399764"/>
              <a:gd name="connsiteX22" fmla="*/ 183259 w 299171"/>
              <a:gd name="connsiteY22" fmla="*/ 108014 h 399764"/>
              <a:gd name="connsiteX23" fmla="*/ 191512 w 299171"/>
              <a:gd name="connsiteY23" fmla="*/ 116300 h 399764"/>
              <a:gd name="connsiteX24" fmla="*/ 282478 w 299171"/>
              <a:gd name="connsiteY24" fmla="*/ 116300 h 399764"/>
              <a:gd name="connsiteX25" fmla="*/ 282478 w 299171"/>
              <a:gd name="connsiteY25" fmla="*/ 383096 h 399764"/>
              <a:gd name="connsiteX26" fmla="*/ 16600 w 299171"/>
              <a:gd name="connsiteY26" fmla="*/ 383096 h 399764"/>
              <a:gd name="connsiteX27" fmla="*/ 58051 w 299171"/>
              <a:gd name="connsiteY27" fmla="*/ 124778 h 399764"/>
              <a:gd name="connsiteX28" fmla="*/ 66398 w 299171"/>
              <a:gd name="connsiteY28" fmla="*/ 116300 h 399764"/>
              <a:gd name="connsiteX29" fmla="*/ 149776 w 299171"/>
              <a:gd name="connsiteY29" fmla="*/ 116300 h 399764"/>
              <a:gd name="connsiteX30" fmla="*/ 158123 w 299171"/>
              <a:gd name="connsiteY30" fmla="*/ 124778 h 399764"/>
              <a:gd name="connsiteX31" fmla="*/ 149776 w 299171"/>
              <a:gd name="connsiteY31" fmla="*/ 133255 h 399764"/>
              <a:gd name="connsiteX32" fmla="*/ 66398 w 299171"/>
              <a:gd name="connsiteY32" fmla="*/ 133255 h 399764"/>
              <a:gd name="connsiteX33" fmla="*/ 58051 w 299171"/>
              <a:gd name="connsiteY33" fmla="*/ 124778 h 399764"/>
              <a:gd name="connsiteX34" fmla="*/ 58051 w 299171"/>
              <a:gd name="connsiteY34" fmla="*/ 174498 h 399764"/>
              <a:gd name="connsiteX35" fmla="*/ 66398 w 299171"/>
              <a:gd name="connsiteY35" fmla="*/ 166021 h 399764"/>
              <a:gd name="connsiteX36" fmla="*/ 216079 w 299171"/>
              <a:gd name="connsiteY36" fmla="*/ 166021 h 399764"/>
              <a:gd name="connsiteX37" fmla="*/ 224426 w 299171"/>
              <a:gd name="connsiteY37" fmla="*/ 174498 h 399764"/>
              <a:gd name="connsiteX38" fmla="*/ 216079 w 299171"/>
              <a:gd name="connsiteY38" fmla="*/ 182975 h 399764"/>
              <a:gd name="connsiteX39" fmla="*/ 66398 w 299171"/>
              <a:gd name="connsiteY39" fmla="*/ 182975 h 399764"/>
              <a:gd name="connsiteX40" fmla="*/ 58051 w 299171"/>
              <a:gd name="connsiteY40" fmla="*/ 174498 h 399764"/>
              <a:gd name="connsiteX41" fmla="*/ 108514 w 299171"/>
              <a:gd name="connsiteY41" fmla="*/ 225171 h 399764"/>
              <a:gd name="connsiteX42" fmla="*/ 100072 w 299171"/>
              <a:gd name="connsiteY42" fmla="*/ 233648 h 399764"/>
              <a:gd name="connsiteX43" fmla="*/ 66398 w 299171"/>
              <a:gd name="connsiteY43" fmla="*/ 233648 h 399764"/>
              <a:gd name="connsiteX44" fmla="*/ 57956 w 299171"/>
              <a:gd name="connsiteY44" fmla="*/ 225171 h 399764"/>
              <a:gd name="connsiteX45" fmla="*/ 66398 w 299171"/>
              <a:gd name="connsiteY45" fmla="*/ 216694 h 399764"/>
              <a:gd name="connsiteX46" fmla="*/ 100072 w 299171"/>
              <a:gd name="connsiteY46" fmla="*/ 216694 h 399764"/>
              <a:gd name="connsiteX47" fmla="*/ 108514 w 299171"/>
              <a:gd name="connsiteY47" fmla="*/ 225171 h 399764"/>
              <a:gd name="connsiteX48" fmla="*/ 108514 w 299171"/>
              <a:gd name="connsiteY48" fmla="*/ 274892 h 399764"/>
              <a:gd name="connsiteX49" fmla="*/ 100072 w 299171"/>
              <a:gd name="connsiteY49" fmla="*/ 283369 h 399764"/>
              <a:gd name="connsiteX50" fmla="*/ 66398 w 299171"/>
              <a:gd name="connsiteY50" fmla="*/ 283369 h 399764"/>
              <a:gd name="connsiteX51" fmla="*/ 57956 w 299171"/>
              <a:gd name="connsiteY51" fmla="*/ 274892 h 399764"/>
              <a:gd name="connsiteX52" fmla="*/ 66398 w 299171"/>
              <a:gd name="connsiteY52" fmla="*/ 266414 h 399764"/>
              <a:gd name="connsiteX53" fmla="*/ 100072 w 299171"/>
              <a:gd name="connsiteY53" fmla="*/ 266414 h 399764"/>
              <a:gd name="connsiteX54" fmla="*/ 108514 w 299171"/>
              <a:gd name="connsiteY54" fmla="*/ 274892 h 399764"/>
              <a:gd name="connsiteX55" fmla="*/ 108514 w 299171"/>
              <a:gd name="connsiteY55" fmla="*/ 324612 h 399764"/>
              <a:gd name="connsiteX56" fmla="*/ 100072 w 299171"/>
              <a:gd name="connsiteY56" fmla="*/ 333089 h 399764"/>
              <a:gd name="connsiteX57" fmla="*/ 66398 w 299171"/>
              <a:gd name="connsiteY57" fmla="*/ 333089 h 399764"/>
              <a:gd name="connsiteX58" fmla="*/ 57956 w 299171"/>
              <a:gd name="connsiteY58" fmla="*/ 324612 h 399764"/>
              <a:gd name="connsiteX59" fmla="*/ 66398 w 299171"/>
              <a:gd name="connsiteY59" fmla="*/ 316135 h 399764"/>
              <a:gd name="connsiteX60" fmla="*/ 100072 w 299171"/>
              <a:gd name="connsiteY60" fmla="*/ 316135 h 399764"/>
              <a:gd name="connsiteX61" fmla="*/ 108514 w 299171"/>
              <a:gd name="connsiteY61" fmla="*/ 324612 h 399764"/>
              <a:gd name="connsiteX62" fmla="*/ 191227 w 299171"/>
              <a:gd name="connsiteY62" fmla="*/ 216694 h 399764"/>
              <a:gd name="connsiteX63" fmla="*/ 191038 w 299171"/>
              <a:gd name="connsiteY63" fmla="*/ 216694 h 399764"/>
              <a:gd name="connsiteX64" fmla="*/ 191038 w 299171"/>
              <a:gd name="connsiteY64" fmla="*/ 216694 h 399764"/>
              <a:gd name="connsiteX65" fmla="*/ 191038 w 299171"/>
              <a:gd name="connsiteY65" fmla="*/ 216694 h 399764"/>
              <a:gd name="connsiteX66" fmla="*/ 132986 w 299171"/>
              <a:gd name="connsiteY66" fmla="*/ 274892 h 399764"/>
              <a:gd name="connsiteX67" fmla="*/ 191417 w 299171"/>
              <a:gd name="connsiteY67" fmla="*/ 333089 h 399764"/>
              <a:gd name="connsiteX68" fmla="*/ 249848 w 299171"/>
              <a:gd name="connsiteY68" fmla="*/ 274892 h 399764"/>
              <a:gd name="connsiteX69" fmla="*/ 191417 w 299171"/>
              <a:gd name="connsiteY69" fmla="*/ 216694 h 399764"/>
              <a:gd name="connsiteX70" fmla="*/ 182785 w 299171"/>
              <a:gd name="connsiteY70" fmla="*/ 234220 h 399764"/>
              <a:gd name="connsiteX71" fmla="*/ 182785 w 299171"/>
              <a:gd name="connsiteY71" fmla="*/ 272034 h 399764"/>
              <a:gd name="connsiteX72" fmla="*/ 155372 w 299171"/>
              <a:gd name="connsiteY72" fmla="*/ 296418 h 399764"/>
              <a:gd name="connsiteX73" fmla="*/ 149491 w 299171"/>
              <a:gd name="connsiteY73" fmla="*/ 274987 h 399764"/>
              <a:gd name="connsiteX74" fmla="*/ 182785 w 299171"/>
              <a:gd name="connsiteY74" fmla="*/ 234315 h 399764"/>
              <a:gd name="connsiteX75" fmla="*/ 191227 w 299171"/>
              <a:gd name="connsiteY75" fmla="*/ 316516 h 399764"/>
              <a:gd name="connsiteX76" fmla="*/ 165806 w 299171"/>
              <a:gd name="connsiteY76" fmla="*/ 308134 h 399764"/>
              <a:gd name="connsiteX77" fmla="*/ 196444 w 299171"/>
              <a:gd name="connsiteY77" fmla="*/ 281749 h 399764"/>
              <a:gd name="connsiteX78" fmla="*/ 199195 w 299171"/>
              <a:gd name="connsiteY78" fmla="*/ 274796 h 399764"/>
              <a:gd name="connsiteX79" fmla="*/ 199195 w 299171"/>
              <a:gd name="connsiteY79" fmla="*/ 234220 h 399764"/>
              <a:gd name="connsiteX80" fmla="*/ 232963 w 299171"/>
              <a:gd name="connsiteY80" fmla="*/ 274892 h 399764"/>
              <a:gd name="connsiteX81" fmla="*/ 191227 w 299171"/>
              <a:gd name="connsiteY81" fmla="*/ 316421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99171" h="399764">
                <a:moveTo>
                  <a:pt x="299172" y="108014"/>
                </a:moveTo>
                <a:cubicBezTo>
                  <a:pt x="299172" y="105156"/>
                  <a:pt x="297180" y="102489"/>
                  <a:pt x="294619" y="100965"/>
                </a:cubicBezTo>
                <a:cubicBezTo>
                  <a:pt x="289686" y="96012"/>
                  <a:pt x="270905" y="77153"/>
                  <a:pt x="198910" y="5048"/>
                </a:cubicBezTo>
                <a:cubicBezTo>
                  <a:pt x="197488" y="2191"/>
                  <a:pt x="194547" y="0"/>
                  <a:pt x="191512" y="0"/>
                </a:cubicBezTo>
                <a:cubicBezTo>
                  <a:pt x="191512" y="0"/>
                  <a:pt x="191322" y="0"/>
                  <a:pt x="191322" y="0"/>
                </a:cubicBezTo>
                <a:cubicBezTo>
                  <a:pt x="191322" y="0"/>
                  <a:pt x="191227" y="0"/>
                  <a:pt x="191132" y="0"/>
                </a:cubicBezTo>
                <a:lnTo>
                  <a:pt x="8347" y="0"/>
                </a:lnTo>
                <a:cubicBezTo>
                  <a:pt x="2846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2751" y="399764"/>
                  <a:pt x="8347" y="399764"/>
                </a:cubicBezTo>
                <a:lnTo>
                  <a:pt x="290825" y="399764"/>
                </a:lnTo>
                <a:cubicBezTo>
                  <a:pt x="294998" y="399764"/>
                  <a:pt x="299172" y="397002"/>
                  <a:pt x="299172" y="391478"/>
                </a:cubicBezTo>
                <a:lnTo>
                  <a:pt x="299172" y="108299"/>
                </a:lnTo>
                <a:cubicBezTo>
                  <a:pt x="299172" y="108299"/>
                  <a:pt x="299172" y="108299"/>
                  <a:pt x="299172" y="108299"/>
                </a:cubicBezTo>
                <a:cubicBezTo>
                  <a:pt x="299172" y="108299"/>
                  <a:pt x="299172" y="108299"/>
                  <a:pt x="299172" y="108204"/>
                </a:cubicBezTo>
                <a:close/>
                <a:moveTo>
                  <a:pt x="199859" y="29432"/>
                </a:moveTo>
                <a:cubicBezTo>
                  <a:pt x="210862" y="40481"/>
                  <a:pt x="231540" y="61151"/>
                  <a:pt x="269957" y="99632"/>
                </a:cubicBezTo>
                <a:lnTo>
                  <a:pt x="199859" y="99632"/>
                </a:lnTo>
                <a:lnTo>
                  <a:pt x="199859" y="29432"/>
                </a:lnTo>
                <a:close/>
                <a:moveTo>
                  <a:pt x="16694" y="383096"/>
                </a:moveTo>
                <a:lnTo>
                  <a:pt x="16694" y="16574"/>
                </a:lnTo>
                <a:lnTo>
                  <a:pt x="183259" y="16574"/>
                </a:lnTo>
                <a:lnTo>
                  <a:pt x="183259" y="108014"/>
                </a:lnTo>
                <a:cubicBezTo>
                  <a:pt x="183259" y="113538"/>
                  <a:pt x="186010" y="116300"/>
                  <a:pt x="191512" y="116300"/>
                </a:cubicBezTo>
                <a:lnTo>
                  <a:pt x="282478" y="116300"/>
                </a:lnTo>
                <a:lnTo>
                  <a:pt x="282478" y="383096"/>
                </a:lnTo>
                <a:lnTo>
                  <a:pt x="16600" y="383096"/>
                </a:lnTo>
                <a:close/>
                <a:moveTo>
                  <a:pt x="58051" y="124778"/>
                </a:moveTo>
                <a:cubicBezTo>
                  <a:pt x="58051" y="120587"/>
                  <a:pt x="60802" y="116300"/>
                  <a:pt x="66398" y="116300"/>
                </a:cubicBezTo>
                <a:lnTo>
                  <a:pt x="149776" y="116300"/>
                </a:lnTo>
                <a:cubicBezTo>
                  <a:pt x="153949" y="116300"/>
                  <a:pt x="158123" y="120491"/>
                  <a:pt x="158123" y="124778"/>
                </a:cubicBezTo>
                <a:cubicBezTo>
                  <a:pt x="158123" y="130397"/>
                  <a:pt x="153949" y="133255"/>
                  <a:pt x="149776" y="133255"/>
                </a:cubicBezTo>
                <a:lnTo>
                  <a:pt x="66398" y="133255"/>
                </a:lnTo>
                <a:cubicBezTo>
                  <a:pt x="60802" y="133255"/>
                  <a:pt x="58051" y="130397"/>
                  <a:pt x="58051" y="124778"/>
                </a:cubicBezTo>
                <a:close/>
                <a:moveTo>
                  <a:pt x="58051" y="174498"/>
                </a:moveTo>
                <a:cubicBezTo>
                  <a:pt x="58051" y="170307"/>
                  <a:pt x="60802" y="166021"/>
                  <a:pt x="66398" y="166021"/>
                </a:cubicBezTo>
                <a:lnTo>
                  <a:pt x="216079" y="166021"/>
                </a:lnTo>
                <a:cubicBezTo>
                  <a:pt x="220253" y="166021"/>
                  <a:pt x="224426" y="170212"/>
                  <a:pt x="224426" y="174498"/>
                </a:cubicBezTo>
                <a:cubicBezTo>
                  <a:pt x="224426" y="180118"/>
                  <a:pt x="220253" y="182975"/>
                  <a:pt x="216079" y="182975"/>
                </a:cubicBezTo>
                <a:lnTo>
                  <a:pt x="66398" y="182975"/>
                </a:lnTo>
                <a:cubicBezTo>
                  <a:pt x="60897" y="182975"/>
                  <a:pt x="58051" y="180118"/>
                  <a:pt x="58051" y="174498"/>
                </a:cubicBezTo>
                <a:close/>
                <a:moveTo>
                  <a:pt x="108514" y="225171"/>
                </a:moveTo>
                <a:cubicBezTo>
                  <a:pt x="108514" y="230791"/>
                  <a:pt x="104340" y="233648"/>
                  <a:pt x="100072" y="233648"/>
                </a:cubicBezTo>
                <a:lnTo>
                  <a:pt x="66398" y="233648"/>
                </a:lnTo>
                <a:cubicBezTo>
                  <a:pt x="60802" y="233648"/>
                  <a:pt x="57956" y="230791"/>
                  <a:pt x="57956" y="225171"/>
                </a:cubicBezTo>
                <a:cubicBezTo>
                  <a:pt x="57956" y="220980"/>
                  <a:pt x="60802" y="216694"/>
                  <a:pt x="66398" y="216694"/>
                </a:cubicBezTo>
                <a:lnTo>
                  <a:pt x="100072" y="216694"/>
                </a:lnTo>
                <a:cubicBezTo>
                  <a:pt x="104245" y="216694"/>
                  <a:pt x="108514" y="220885"/>
                  <a:pt x="108514" y="225171"/>
                </a:cubicBezTo>
                <a:close/>
                <a:moveTo>
                  <a:pt x="108514" y="274892"/>
                </a:moveTo>
                <a:cubicBezTo>
                  <a:pt x="108514" y="280511"/>
                  <a:pt x="104340" y="283369"/>
                  <a:pt x="100072" y="283369"/>
                </a:cubicBezTo>
                <a:lnTo>
                  <a:pt x="66398" y="283369"/>
                </a:lnTo>
                <a:cubicBezTo>
                  <a:pt x="60802" y="283369"/>
                  <a:pt x="57956" y="280511"/>
                  <a:pt x="57956" y="274892"/>
                </a:cubicBezTo>
                <a:cubicBezTo>
                  <a:pt x="57956" y="270701"/>
                  <a:pt x="60802" y="266414"/>
                  <a:pt x="66398" y="266414"/>
                </a:cubicBezTo>
                <a:lnTo>
                  <a:pt x="100072" y="266414"/>
                </a:lnTo>
                <a:cubicBezTo>
                  <a:pt x="104245" y="266414"/>
                  <a:pt x="108514" y="270605"/>
                  <a:pt x="108514" y="274892"/>
                </a:cubicBezTo>
                <a:close/>
                <a:moveTo>
                  <a:pt x="108514" y="324612"/>
                </a:moveTo>
                <a:cubicBezTo>
                  <a:pt x="108514" y="330232"/>
                  <a:pt x="104340" y="333089"/>
                  <a:pt x="100072" y="333089"/>
                </a:cubicBezTo>
                <a:lnTo>
                  <a:pt x="66398" y="333089"/>
                </a:lnTo>
                <a:cubicBezTo>
                  <a:pt x="60802" y="333089"/>
                  <a:pt x="57956" y="330232"/>
                  <a:pt x="57956" y="324612"/>
                </a:cubicBezTo>
                <a:cubicBezTo>
                  <a:pt x="57956" y="320421"/>
                  <a:pt x="60802" y="316135"/>
                  <a:pt x="66398" y="316135"/>
                </a:cubicBezTo>
                <a:lnTo>
                  <a:pt x="100072" y="316135"/>
                </a:lnTo>
                <a:cubicBezTo>
                  <a:pt x="104245" y="316135"/>
                  <a:pt x="108514" y="320326"/>
                  <a:pt x="108514" y="324612"/>
                </a:cubicBezTo>
                <a:close/>
                <a:moveTo>
                  <a:pt x="191227" y="216694"/>
                </a:moveTo>
                <a:cubicBezTo>
                  <a:pt x="191227" y="216694"/>
                  <a:pt x="191132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57838" y="216884"/>
                  <a:pt x="132986" y="243078"/>
                  <a:pt x="132986" y="274892"/>
                </a:cubicBezTo>
                <a:cubicBezTo>
                  <a:pt x="132986" y="306705"/>
                  <a:pt x="158028" y="333089"/>
                  <a:pt x="191417" y="333089"/>
                </a:cubicBezTo>
                <a:cubicBezTo>
                  <a:pt x="224806" y="333089"/>
                  <a:pt x="249848" y="306800"/>
                  <a:pt x="249848" y="274892"/>
                </a:cubicBezTo>
                <a:cubicBezTo>
                  <a:pt x="249848" y="242983"/>
                  <a:pt x="223383" y="216694"/>
                  <a:pt x="191417" y="216694"/>
                </a:cubicBezTo>
                <a:close/>
                <a:moveTo>
                  <a:pt x="182785" y="234220"/>
                </a:moveTo>
                <a:lnTo>
                  <a:pt x="182785" y="272034"/>
                </a:lnTo>
                <a:cubicBezTo>
                  <a:pt x="182785" y="272034"/>
                  <a:pt x="182785" y="272034"/>
                  <a:pt x="155372" y="296418"/>
                </a:cubicBezTo>
                <a:cubicBezTo>
                  <a:pt x="151673" y="290227"/>
                  <a:pt x="149491" y="282893"/>
                  <a:pt x="149491" y="274987"/>
                </a:cubicBezTo>
                <a:cubicBezTo>
                  <a:pt x="149491" y="255556"/>
                  <a:pt x="163435" y="238220"/>
                  <a:pt x="182785" y="234315"/>
                </a:cubicBezTo>
                <a:close/>
                <a:moveTo>
                  <a:pt x="191227" y="316516"/>
                </a:moveTo>
                <a:cubicBezTo>
                  <a:pt x="181457" y="316516"/>
                  <a:pt x="172825" y="313373"/>
                  <a:pt x="165806" y="308134"/>
                </a:cubicBezTo>
                <a:cubicBezTo>
                  <a:pt x="170833" y="303752"/>
                  <a:pt x="179940" y="295942"/>
                  <a:pt x="196444" y="281749"/>
                </a:cubicBezTo>
                <a:cubicBezTo>
                  <a:pt x="197772" y="280321"/>
                  <a:pt x="199195" y="277559"/>
                  <a:pt x="199195" y="274796"/>
                </a:cubicBezTo>
                <a:lnTo>
                  <a:pt x="199195" y="234220"/>
                </a:lnTo>
                <a:cubicBezTo>
                  <a:pt x="217976" y="238125"/>
                  <a:pt x="232963" y="255461"/>
                  <a:pt x="232963" y="274892"/>
                </a:cubicBezTo>
                <a:cubicBezTo>
                  <a:pt x="232963" y="298418"/>
                  <a:pt x="213518" y="316421"/>
                  <a:pt x="191227" y="31642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6" name="Graphic 182">
            <a:extLst>
              <a:ext uri="{FF2B5EF4-FFF2-40B4-BE49-F238E27FC236}">
                <a16:creationId xmlns:a16="http://schemas.microsoft.com/office/drawing/2014/main" id="{11947B85-8883-9EC2-A52E-1D9F57232E5D}"/>
              </a:ext>
            </a:extLst>
          </p:cNvPr>
          <p:cNvSpPr/>
          <p:nvPr/>
        </p:nvSpPr>
        <p:spPr>
          <a:xfrm>
            <a:off x="10440655" y="3415937"/>
            <a:ext cx="402193" cy="537426"/>
          </a:xfrm>
          <a:custGeom>
            <a:avLst/>
            <a:gdLst>
              <a:gd name="connsiteX0" fmla="*/ 299172 w 299171"/>
              <a:gd name="connsiteY0" fmla="*/ 108014 h 399764"/>
              <a:gd name="connsiteX1" fmla="*/ 294619 w 299171"/>
              <a:gd name="connsiteY1" fmla="*/ 100965 h 399764"/>
              <a:gd name="connsiteX2" fmla="*/ 198910 w 299171"/>
              <a:gd name="connsiteY2" fmla="*/ 5048 h 399764"/>
              <a:gd name="connsiteX3" fmla="*/ 191512 w 299171"/>
              <a:gd name="connsiteY3" fmla="*/ 0 h 399764"/>
              <a:gd name="connsiteX4" fmla="*/ 191322 w 299171"/>
              <a:gd name="connsiteY4" fmla="*/ 0 h 399764"/>
              <a:gd name="connsiteX5" fmla="*/ 191132 w 299171"/>
              <a:gd name="connsiteY5" fmla="*/ 0 h 399764"/>
              <a:gd name="connsiteX6" fmla="*/ 8347 w 299171"/>
              <a:gd name="connsiteY6" fmla="*/ 0 h 399764"/>
              <a:gd name="connsiteX7" fmla="*/ 0 w 299171"/>
              <a:gd name="connsiteY7" fmla="*/ 8287 h 399764"/>
              <a:gd name="connsiteX8" fmla="*/ 0 w 299171"/>
              <a:gd name="connsiteY8" fmla="*/ 391478 h 399764"/>
              <a:gd name="connsiteX9" fmla="*/ 8347 w 299171"/>
              <a:gd name="connsiteY9" fmla="*/ 399764 h 399764"/>
              <a:gd name="connsiteX10" fmla="*/ 290825 w 299171"/>
              <a:gd name="connsiteY10" fmla="*/ 399764 h 399764"/>
              <a:gd name="connsiteX11" fmla="*/ 299172 w 299171"/>
              <a:gd name="connsiteY11" fmla="*/ 391478 h 399764"/>
              <a:gd name="connsiteX12" fmla="*/ 299172 w 299171"/>
              <a:gd name="connsiteY12" fmla="*/ 108299 h 399764"/>
              <a:gd name="connsiteX13" fmla="*/ 299172 w 299171"/>
              <a:gd name="connsiteY13" fmla="*/ 108299 h 399764"/>
              <a:gd name="connsiteX14" fmla="*/ 299172 w 299171"/>
              <a:gd name="connsiteY14" fmla="*/ 108204 h 399764"/>
              <a:gd name="connsiteX15" fmla="*/ 199859 w 299171"/>
              <a:gd name="connsiteY15" fmla="*/ 29432 h 399764"/>
              <a:gd name="connsiteX16" fmla="*/ 269957 w 299171"/>
              <a:gd name="connsiteY16" fmla="*/ 99632 h 399764"/>
              <a:gd name="connsiteX17" fmla="*/ 199859 w 299171"/>
              <a:gd name="connsiteY17" fmla="*/ 99632 h 399764"/>
              <a:gd name="connsiteX18" fmla="*/ 199859 w 299171"/>
              <a:gd name="connsiteY18" fmla="*/ 29432 h 399764"/>
              <a:gd name="connsiteX19" fmla="*/ 16694 w 299171"/>
              <a:gd name="connsiteY19" fmla="*/ 383096 h 399764"/>
              <a:gd name="connsiteX20" fmla="*/ 16694 w 299171"/>
              <a:gd name="connsiteY20" fmla="*/ 16574 h 399764"/>
              <a:gd name="connsiteX21" fmla="*/ 183259 w 299171"/>
              <a:gd name="connsiteY21" fmla="*/ 16574 h 399764"/>
              <a:gd name="connsiteX22" fmla="*/ 183259 w 299171"/>
              <a:gd name="connsiteY22" fmla="*/ 108014 h 399764"/>
              <a:gd name="connsiteX23" fmla="*/ 191512 w 299171"/>
              <a:gd name="connsiteY23" fmla="*/ 116300 h 399764"/>
              <a:gd name="connsiteX24" fmla="*/ 282478 w 299171"/>
              <a:gd name="connsiteY24" fmla="*/ 116300 h 399764"/>
              <a:gd name="connsiteX25" fmla="*/ 282478 w 299171"/>
              <a:gd name="connsiteY25" fmla="*/ 383096 h 399764"/>
              <a:gd name="connsiteX26" fmla="*/ 16600 w 299171"/>
              <a:gd name="connsiteY26" fmla="*/ 383096 h 399764"/>
              <a:gd name="connsiteX27" fmla="*/ 58051 w 299171"/>
              <a:gd name="connsiteY27" fmla="*/ 124778 h 399764"/>
              <a:gd name="connsiteX28" fmla="*/ 66398 w 299171"/>
              <a:gd name="connsiteY28" fmla="*/ 116300 h 399764"/>
              <a:gd name="connsiteX29" fmla="*/ 149776 w 299171"/>
              <a:gd name="connsiteY29" fmla="*/ 116300 h 399764"/>
              <a:gd name="connsiteX30" fmla="*/ 158123 w 299171"/>
              <a:gd name="connsiteY30" fmla="*/ 124778 h 399764"/>
              <a:gd name="connsiteX31" fmla="*/ 149776 w 299171"/>
              <a:gd name="connsiteY31" fmla="*/ 133255 h 399764"/>
              <a:gd name="connsiteX32" fmla="*/ 66398 w 299171"/>
              <a:gd name="connsiteY32" fmla="*/ 133255 h 399764"/>
              <a:gd name="connsiteX33" fmla="*/ 58051 w 299171"/>
              <a:gd name="connsiteY33" fmla="*/ 124778 h 399764"/>
              <a:gd name="connsiteX34" fmla="*/ 58051 w 299171"/>
              <a:gd name="connsiteY34" fmla="*/ 174498 h 399764"/>
              <a:gd name="connsiteX35" fmla="*/ 66398 w 299171"/>
              <a:gd name="connsiteY35" fmla="*/ 166021 h 399764"/>
              <a:gd name="connsiteX36" fmla="*/ 216079 w 299171"/>
              <a:gd name="connsiteY36" fmla="*/ 166021 h 399764"/>
              <a:gd name="connsiteX37" fmla="*/ 224426 w 299171"/>
              <a:gd name="connsiteY37" fmla="*/ 174498 h 399764"/>
              <a:gd name="connsiteX38" fmla="*/ 216079 w 299171"/>
              <a:gd name="connsiteY38" fmla="*/ 182975 h 399764"/>
              <a:gd name="connsiteX39" fmla="*/ 66398 w 299171"/>
              <a:gd name="connsiteY39" fmla="*/ 182975 h 399764"/>
              <a:gd name="connsiteX40" fmla="*/ 58051 w 299171"/>
              <a:gd name="connsiteY40" fmla="*/ 174498 h 399764"/>
              <a:gd name="connsiteX41" fmla="*/ 108514 w 299171"/>
              <a:gd name="connsiteY41" fmla="*/ 225171 h 399764"/>
              <a:gd name="connsiteX42" fmla="*/ 100072 w 299171"/>
              <a:gd name="connsiteY42" fmla="*/ 233648 h 399764"/>
              <a:gd name="connsiteX43" fmla="*/ 66398 w 299171"/>
              <a:gd name="connsiteY43" fmla="*/ 233648 h 399764"/>
              <a:gd name="connsiteX44" fmla="*/ 57956 w 299171"/>
              <a:gd name="connsiteY44" fmla="*/ 225171 h 399764"/>
              <a:gd name="connsiteX45" fmla="*/ 66398 w 299171"/>
              <a:gd name="connsiteY45" fmla="*/ 216694 h 399764"/>
              <a:gd name="connsiteX46" fmla="*/ 100072 w 299171"/>
              <a:gd name="connsiteY46" fmla="*/ 216694 h 399764"/>
              <a:gd name="connsiteX47" fmla="*/ 108514 w 299171"/>
              <a:gd name="connsiteY47" fmla="*/ 225171 h 399764"/>
              <a:gd name="connsiteX48" fmla="*/ 108514 w 299171"/>
              <a:gd name="connsiteY48" fmla="*/ 274892 h 399764"/>
              <a:gd name="connsiteX49" fmla="*/ 100072 w 299171"/>
              <a:gd name="connsiteY49" fmla="*/ 283369 h 399764"/>
              <a:gd name="connsiteX50" fmla="*/ 66398 w 299171"/>
              <a:gd name="connsiteY50" fmla="*/ 283369 h 399764"/>
              <a:gd name="connsiteX51" fmla="*/ 57956 w 299171"/>
              <a:gd name="connsiteY51" fmla="*/ 274892 h 399764"/>
              <a:gd name="connsiteX52" fmla="*/ 66398 w 299171"/>
              <a:gd name="connsiteY52" fmla="*/ 266414 h 399764"/>
              <a:gd name="connsiteX53" fmla="*/ 100072 w 299171"/>
              <a:gd name="connsiteY53" fmla="*/ 266414 h 399764"/>
              <a:gd name="connsiteX54" fmla="*/ 108514 w 299171"/>
              <a:gd name="connsiteY54" fmla="*/ 274892 h 399764"/>
              <a:gd name="connsiteX55" fmla="*/ 108514 w 299171"/>
              <a:gd name="connsiteY55" fmla="*/ 324612 h 399764"/>
              <a:gd name="connsiteX56" fmla="*/ 100072 w 299171"/>
              <a:gd name="connsiteY56" fmla="*/ 333089 h 399764"/>
              <a:gd name="connsiteX57" fmla="*/ 66398 w 299171"/>
              <a:gd name="connsiteY57" fmla="*/ 333089 h 399764"/>
              <a:gd name="connsiteX58" fmla="*/ 57956 w 299171"/>
              <a:gd name="connsiteY58" fmla="*/ 324612 h 399764"/>
              <a:gd name="connsiteX59" fmla="*/ 66398 w 299171"/>
              <a:gd name="connsiteY59" fmla="*/ 316135 h 399764"/>
              <a:gd name="connsiteX60" fmla="*/ 100072 w 299171"/>
              <a:gd name="connsiteY60" fmla="*/ 316135 h 399764"/>
              <a:gd name="connsiteX61" fmla="*/ 108514 w 299171"/>
              <a:gd name="connsiteY61" fmla="*/ 324612 h 399764"/>
              <a:gd name="connsiteX62" fmla="*/ 191227 w 299171"/>
              <a:gd name="connsiteY62" fmla="*/ 216694 h 399764"/>
              <a:gd name="connsiteX63" fmla="*/ 191038 w 299171"/>
              <a:gd name="connsiteY63" fmla="*/ 216694 h 399764"/>
              <a:gd name="connsiteX64" fmla="*/ 191038 w 299171"/>
              <a:gd name="connsiteY64" fmla="*/ 216694 h 399764"/>
              <a:gd name="connsiteX65" fmla="*/ 191038 w 299171"/>
              <a:gd name="connsiteY65" fmla="*/ 216694 h 399764"/>
              <a:gd name="connsiteX66" fmla="*/ 132986 w 299171"/>
              <a:gd name="connsiteY66" fmla="*/ 274892 h 399764"/>
              <a:gd name="connsiteX67" fmla="*/ 191417 w 299171"/>
              <a:gd name="connsiteY67" fmla="*/ 333089 h 399764"/>
              <a:gd name="connsiteX68" fmla="*/ 249848 w 299171"/>
              <a:gd name="connsiteY68" fmla="*/ 274892 h 399764"/>
              <a:gd name="connsiteX69" fmla="*/ 191417 w 299171"/>
              <a:gd name="connsiteY69" fmla="*/ 216694 h 399764"/>
              <a:gd name="connsiteX70" fmla="*/ 182785 w 299171"/>
              <a:gd name="connsiteY70" fmla="*/ 234220 h 399764"/>
              <a:gd name="connsiteX71" fmla="*/ 182785 w 299171"/>
              <a:gd name="connsiteY71" fmla="*/ 272034 h 399764"/>
              <a:gd name="connsiteX72" fmla="*/ 155372 w 299171"/>
              <a:gd name="connsiteY72" fmla="*/ 296418 h 399764"/>
              <a:gd name="connsiteX73" fmla="*/ 149491 w 299171"/>
              <a:gd name="connsiteY73" fmla="*/ 274987 h 399764"/>
              <a:gd name="connsiteX74" fmla="*/ 182785 w 299171"/>
              <a:gd name="connsiteY74" fmla="*/ 234315 h 399764"/>
              <a:gd name="connsiteX75" fmla="*/ 191227 w 299171"/>
              <a:gd name="connsiteY75" fmla="*/ 316516 h 399764"/>
              <a:gd name="connsiteX76" fmla="*/ 165806 w 299171"/>
              <a:gd name="connsiteY76" fmla="*/ 308134 h 399764"/>
              <a:gd name="connsiteX77" fmla="*/ 196444 w 299171"/>
              <a:gd name="connsiteY77" fmla="*/ 281749 h 399764"/>
              <a:gd name="connsiteX78" fmla="*/ 199195 w 299171"/>
              <a:gd name="connsiteY78" fmla="*/ 274796 h 399764"/>
              <a:gd name="connsiteX79" fmla="*/ 199195 w 299171"/>
              <a:gd name="connsiteY79" fmla="*/ 234220 h 399764"/>
              <a:gd name="connsiteX80" fmla="*/ 232963 w 299171"/>
              <a:gd name="connsiteY80" fmla="*/ 274892 h 399764"/>
              <a:gd name="connsiteX81" fmla="*/ 191227 w 299171"/>
              <a:gd name="connsiteY81" fmla="*/ 316421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99171" h="399764">
                <a:moveTo>
                  <a:pt x="299172" y="108014"/>
                </a:moveTo>
                <a:cubicBezTo>
                  <a:pt x="299172" y="105156"/>
                  <a:pt x="297180" y="102489"/>
                  <a:pt x="294619" y="100965"/>
                </a:cubicBezTo>
                <a:cubicBezTo>
                  <a:pt x="289686" y="96012"/>
                  <a:pt x="270905" y="77153"/>
                  <a:pt x="198910" y="5048"/>
                </a:cubicBezTo>
                <a:cubicBezTo>
                  <a:pt x="197488" y="2191"/>
                  <a:pt x="194547" y="0"/>
                  <a:pt x="191512" y="0"/>
                </a:cubicBezTo>
                <a:cubicBezTo>
                  <a:pt x="191512" y="0"/>
                  <a:pt x="191322" y="0"/>
                  <a:pt x="191322" y="0"/>
                </a:cubicBezTo>
                <a:cubicBezTo>
                  <a:pt x="191322" y="0"/>
                  <a:pt x="191227" y="0"/>
                  <a:pt x="191132" y="0"/>
                </a:cubicBezTo>
                <a:lnTo>
                  <a:pt x="8347" y="0"/>
                </a:lnTo>
                <a:cubicBezTo>
                  <a:pt x="2846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2751" y="399764"/>
                  <a:pt x="8347" y="399764"/>
                </a:cubicBezTo>
                <a:lnTo>
                  <a:pt x="290825" y="399764"/>
                </a:lnTo>
                <a:cubicBezTo>
                  <a:pt x="294998" y="399764"/>
                  <a:pt x="299172" y="397002"/>
                  <a:pt x="299172" y="391478"/>
                </a:cubicBezTo>
                <a:lnTo>
                  <a:pt x="299172" y="108299"/>
                </a:lnTo>
                <a:cubicBezTo>
                  <a:pt x="299172" y="108299"/>
                  <a:pt x="299172" y="108299"/>
                  <a:pt x="299172" y="108299"/>
                </a:cubicBezTo>
                <a:cubicBezTo>
                  <a:pt x="299172" y="108299"/>
                  <a:pt x="299172" y="108299"/>
                  <a:pt x="299172" y="108204"/>
                </a:cubicBezTo>
                <a:close/>
                <a:moveTo>
                  <a:pt x="199859" y="29432"/>
                </a:moveTo>
                <a:cubicBezTo>
                  <a:pt x="210862" y="40481"/>
                  <a:pt x="231540" y="61151"/>
                  <a:pt x="269957" y="99632"/>
                </a:cubicBezTo>
                <a:lnTo>
                  <a:pt x="199859" y="99632"/>
                </a:lnTo>
                <a:lnTo>
                  <a:pt x="199859" y="29432"/>
                </a:lnTo>
                <a:close/>
                <a:moveTo>
                  <a:pt x="16694" y="383096"/>
                </a:moveTo>
                <a:lnTo>
                  <a:pt x="16694" y="16574"/>
                </a:lnTo>
                <a:lnTo>
                  <a:pt x="183259" y="16574"/>
                </a:lnTo>
                <a:lnTo>
                  <a:pt x="183259" y="108014"/>
                </a:lnTo>
                <a:cubicBezTo>
                  <a:pt x="183259" y="113538"/>
                  <a:pt x="186010" y="116300"/>
                  <a:pt x="191512" y="116300"/>
                </a:cubicBezTo>
                <a:lnTo>
                  <a:pt x="282478" y="116300"/>
                </a:lnTo>
                <a:lnTo>
                  <a:pt x="282478" y="383096"/>
                </a:lnTo>
                <a:lnTo>
                  <a:pt x="16600" y="383096"/>
                </a:lnTo>
                <a:close/>
                <a:moveTo>
                  <a:pt x="58051" y="124778"/>
                </a:moveTo>
                <a:cubicBezTo>
                  <a:pt x="58051" y="120587"/>
                  <a:pt x="60802" y="116300"/>
                  <a:pt x="66398" y="116300"/>
                </a:cubicBezTo>
                <a:lnTo>
                  <a:pt x="149776" y="116300"/>
                </a:lnTo>
                <a:cubicBezTo>
                  <a:pt x="153949" y="116300"/>
                  <a:pt x="158123" y="120491"/>
                  <a:pt x="158123" y="124778"/>
                </a:cubicBezTo>
                <a:cubicBezTo>
                  <a:pt x="158123" y="130397"/>
                  <a:pt x="153949" y="133255"/>
                  <a:pt x="149776" y="133255"/>
                </a:cubicBezTo>
                <a:lnTo>
                  <a:pt x="66398" y="133255"/>
                </a:lnTo>
                <a:cubicBezTo>
                  <a:pt x="60802" y="133255"/>
                  <a:pt x="58051" y="130397"/>
                  <a:pt x="58051" y="124778"/>
                </a:cubicBezTo>
                <a:close/>
                <a:moveTo>
                  <a:pt x="58051" y="174498"/>
                </a:moveTo>
                <a:cubicBezTo>
                  <a:pt x="58051" y="170307"/>
                  <a:pt x="60802" y="166021"/>
                  <a:pt x="66398" y="166021"/>
                </a:cubicBezTo>
                <a:lnTo>
                  <a:pt x="216079" y="166021"/>
                </a:lnTo>
                <a:cubicBezTo>
                  <a:pt x="220253" y="166021"/>
                  <a:pt x="224426" y="170212"/>
                  <a:pt x="224426" y="174498"/>
                </a:cubicBezTo>
                <a:cubicBezTo>
                  <a:pt x="224426" y="180118"/>
                  <a:pt x="220253" y="182975"/>
                  <a:pt x="216079" y="182975"/>
                </a:cubicBezTo>
                <a:lnTo>
                  <a:pt x="66398" y="182975"/>
                </a:lnTo>
                <a:cubicBezTo>
                  <a:pt x="60897" y="182975"/>
                  <a:pt x="58051" y="180118"/>
                  <a:pt x="58051" y="174498"/>
                </a:cubicBezTo>
                <a:close/>
                <a:moveTo>
                  <a:pt x="108514" y="225171"/>
                </a:moveTo>
                <a:cubicBezTo>
                  <a:pt x="108514" y="230791"/>
                  <a:pt x="104340" y="233648"/>
                  <a:pt x="100072" y="233648"/>
                </a:cubicBezTo>
                <a:lnTo>
                  <a:pt x="66398" y="233648"/>
                </a:lnTo>
                <a:cubicBezTo>
                  <a:pt x="60802" y="233648"/>
                  <a:pt x="57956" y="230791"/>
                  <a:pt x="57956" y="225171"/>
                </a:cubicBezTo>
                <a:cubicBezTo>
                  <a:pt x="57956" y="220980"/>
                  <a:pt x="60802" y="216694"/>
                  <a:pt x="66398" y="216694"/>
                </a:cubicBezTo>
                <a:lnTo>
                  <a:pt x="100072" y="216694"/>
                </a:lnTo>
                <a:cubicBezTo>
                  <a:pt x="104245" y="216694"/>
                  <a:pt x="108514" y="220885"/>
                  <a:pt x="108514" y="225171"/>
                </a:cubicBezTo>
                <a:close/>
                <a:moveTo>
                  <a:pt x="108514" y="274892"/>
                </a:moveTo>
                <a:cubicBezTo>
                  <a:pt x="108514" y="280511"/>
                  <a:pt x="104340" y="283369"/>
                  <a:pt x="100072" y="283369"/>
                </a:cubicBezTo>
                <a:lnTo>
                  <a:pt x="66398" y="283369"/>
                </a:lnTo>
                <a:cubicBezTo>
                  <a:pt x="60802" y="283369"/>
                  <a:pt x="57956" y="280511"/>
                  <a:pt x="57956" y="274892"/>
                </a:cubicBezTo>
                <a:cubicBezTo>
                  <a:pt x="57956" y="270701"/>
                  <a:pt x="60802" y="266414"/>
                  <a:pt x="66398" y="266414"/>
                </a:cubicBezTo>
                <a:lnTo>
                  <a:pt x="100072" y="266414"/>
                </a:lnTo>
                <a:cubicBezTo>
                  <a:pt x="104245" y="266414"/>
                  <a:pt x="108514" y="270605"/>
                  <a:pt x="108514" y="274892"/>
                </a:cubicBezTo>
                <a:close/>
                <a:moveTo>
                  <a:pt x="108514" y="324612"/>
                </a:moveTo>
                <a:cubicBezTo>
                  <a:pt x="108514" y="330232"/>
                  <a:pt x="104340" y="333089"/>
                  <a:pt x="100072" y="333089"/>
                </a:cubicBezTo>
                <a:lnTo>
                  <a:pt x="66398" y="333089"/>
                </a:lnTo>
                <a:cubicBezTo>
                  <a:pt x="60802" y="333089"/>
                  <a:pt x="57956" y="330232"/>
                  <a:pt x="57956" y="324612"/>
                </a:cubicBezTo>
                <a:cubicBezTo>
                  <a:pt x="57956" y="320421"/>
                  <a:pt x="60802" y="316135"/>
                  <a:pt x="66398" y="316135"/>
                </a:cubicBezTo>
                <a:lnTo>
                  <a:pt x="100072" y="316135"/>
                </a:lnTo>
                <a:cubicBezTo>
                  <a:pt x="104245" y="316135"/>
                  <a:pt x="108514" y="320326"/>
                  <a:pt x="108514" y="324612"/>
                </a:cubicBezTo>
                <a:close/>
                <a:moveTo>
                  <a:pt x="191227" y="216694"/>
                </a:moveTo>
                <a:cubicBezTo>
                  <a:pt x="191227" y="216694"/>
                  <a:pt x="191132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57838" y="216884"/>
                  <a:pt x="132986" y="243078"/>
                  <a:pt x="132986" y="274892"/>
                </a:cubicBezTo>
                <a:cubicBezTo>
                  <a:pt x="132986" y="306705"/>
                  <a:pt x="158028" y="333089"/>
                  <a:pt x="191417" y="333089"/>
                </a:cubicBezTo>
                <a:cubicBezTo>
                  <a:pt x="224806" y="333089"/>
                  <a:pt x="249848" y="306800"/>
                  <a:pt x="249848" y="274892"/>
                </a:cubicBezTo>
                <a:cubicBezTo>
                  <a:pt x="249848" y="242983"/>
                  <a:pt x="223383" y="216694"/>
                  <a:pt x="191417" y="216694"/>
                </a:cubicBezTo>
                <a:close/>
                <a:moveTo>
                  <a:pt x="182785" y="234220"/>
                </a:moveTo>
                <a:lnTo>
                  <a:pt x="182785" y="272034"/>
                </a:lnTo>
                <a:cubicBezTo>
                  <a:pt x="182785" y="272034"/>
                  <a:pt x="182785" y="272034"/>
                  <a:pt x="155372" y="296418"/>
                </a:cubicBezTo>
                <a:cubicBezTo>
                  <a:pt x="151673" y="290227"/>
                  <a:pt x="149491" y="282893"/>
                  <a:pt x="149491" y="274987"/>
                </a:cubicBezTo>
                <a:cubicBezTo>
                  <a:pt x="149491" y="255556"/>
                  <a:pt x="163435" y="238220"/>
                  <a:pt x="182785" y="234315"/>
                </a:cubicBezTo>
                <a:close/>
                <a:moveTo>
                  <a:pt x="191227" y="316516"/>
                </a:moveTo>
                <a:cubicBezTo>
                  <a:pt x="181457" y="316516"/>
                  <a:pt x="172825" y="313373"/>
                  <a:pt x="165806" y="308134"/>
                </a:cubicBezTo>
                <a:cubicBezTo>
                  <a:pt x="170833" y="303752"/>
                  <a:pt x="179940" y="295942"/>
                  <a:pt x="196444" y="281749"/>
                </a:cubicBezTo>
                <a:cubicBezTo>
                  <a:pt x="197772" y="280321"/>
                  <a:pt x="199195" y="277559"/>
                  <a:pt x="199195" y="274796"/>
                </a:cubicBezTo>
                <a:lnTo>
                  <a:pt x="199195" y="234220"/>
                </a:lnTo>
                <a:cubicBezTo>
                  <a:pt x="217976" y="238125"/>
                  <a:pt x="232963" y="255461"/>
                  <a:pt x="232963" y="274892"/>
                </a:cubicBezTo>
                <a:cubicBezTo>
                  <a:pt x="232963" y="298418"/>
                  <a:pt x="213518" y="316421"/>
                  <a:pt x="191227" y="31642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7" name="Graphic 182">
            <a:extLst>
              <a:ext uri="{FF2B5EF4-FFF2-40B4-BE49-F238E27FC236}">
                <a16:creationId xmlns:a16="http://schemas.microsoft.com/office/drawing/2014/main" id="{11915501-EE86-67BF-768C-B2162EFF6F43}"/>
              </a:ext>
            </a:extLst>
          </p:cNvPr>
          <p:cNvSpPr/>
          <p:nvPr/>
        </p:nvSpPr>
        <p:spPr>
          <a:xfrm>
            <a:off x="11199480" y="3415937"/>
            <a:ext cx="402193" cy="537426"/>
          </a:xfrm>
          <a:custGeom>
            <a:avLst/>
            <a:gdLst>
              <a:gd name="connsiteX0" fmla="*/ 299172 w 299171"/>
              <a:gd name="connsiteY0" fmla="*/ 108014 h 399764"/>
              <a:gd name="connsiteX1" fmla="*/ 294619 w 299171"/>
              <a:gd name="connsiteY1" fmla="*/ 100965 h 399764"/>
              <a:gd name="connsiteX2" fmla="*/ 198910 w 299171"/>
              <a:gd name="connsiteY2" fmla="*/ 5048 h 399764"/>
              <a:gd name="connsiteX3" fmla="*/ 191512 w 299171"/>
              <a:gd name="connsiteY3" fmla="*/ 0 h 399764"/>
              <a:gd name="connsiteX4" fmla="*/ 191322 w 299171"/>
              <a:gd name="connsiteY4" fmla="*/ 0 h 399764"/>
              <a:gd name="connsiteX5" fmla="*/ 191132 w 299171"/>
              <a:gd name="connsiteY5" fmla="*/ 0 h 399764"/>
              <a:gd name="connsiteX6" fmla="*/ 8347 w 299171"/>
              <a:gd name="connsiteY6" fmla="*/ 0 h 399764"/>
              <a:gd name="connsiteX7" fmla="*/ 0 w 299171"/>
              <a:gd name="connsiteY7" fmla="*/ 8287 h 399764"/>
              <a:gd name="connsiteX8" fmla="*/ 0 w 299171"/>
              <a:gd name="connsiteY8" fmla="*/ 391478 h 399764"/>
              <a:gd name="connsiteX9" fmla="*/ 8347 w 299171"/>
              <a:gd name="connsiteY9" fmla="*/ 399764 h 399764"/>
              <a:gd name="connsiteX10" fmla="*/ 290825 w 299171"/>
              <a:gd name="connsiteY10" fmla="*/ 399764 h 399764"/>
              <a:gd name="connsiteX11" fmla="*/ 299172 w 299171"/>
              <a:gd name="connsiteY11" fmla="*/ 391478 h 399764"/>
              <a:gd name="connsiteX12" fmla="*/ 299172 w 299171"/>
              <a:gd name="connsiteY12" fmla="*/ 108299 h 399764"/>
              <a:gd name="connsiteX13" fmla="*/ 299172 w 299171"/>
              <a:gd name="connsiteY13" fmla="*/ 108299 h 399764"/>
              <a:gd name="connsiteX14" fmla="*/ 299172 w 299171"/>
              <a:gd name="connsiteY14" fmla="*/ 108204 h 399764"/>
              <a:gd name="connsiteX15" fmla="*/ 199859 w 299171"/>
              <a:gd name="connsiteY15" fmla="*/ 29432 h 399764"/>
              <a:gd name="connsiteX16" fmla="*/ 269957 w 299171"/>
              <a:gd name="connsiteY16" fmla="*/ 99632 h 399764"/>
              <a:gd name="connsiteX17" fmla="*/ 199859 w 299171"/>
              <a:gd name="connsiteY17" fmla="*/ 99632 h 399764"/>
              <a:gd name="connsiteX18" fmla="*/ 199859 w 299171"/>
              <a:gd name="connsiteY18" fmla="*/ 29432 h 399764"/>
              <a:gd name="connsiteX19" fmla="*/ 16694 w 299171"/>
              <a:gd name="connsiteY19" fmla="*/ 383096 h 399764"/>
              <a:gd name="connsiteX20" fmla="*/ 16694 w 299171"/>
              <a:gd name="connsiteY20" fmla="*/ 16574 h 399764"/>
              <a:gd name="connsiteX21" fmla="*/ 183259 w 299171"/>
              <a:gd name="connsiteY21" fmla="*/ 16574 h 399764"/>
              <a:gd name="connsiteX22" fmla="*/ 183259 w 299171"/>
              <a:gd name="connsiteY22" fmla="*/ 108014 h 399764"/>
              <a:gd name="connsiteX23" fmla="*/ 191512 w 299171"/>
              <a:gd name="connsiteY23" fmla="*/ 116300 h 399764"/>
              <a:gd name="connsiteX24" fmla="*/ 282478 w 299171"/>
              <a:gd name="connsiteY24" fmla="*/ 116300 h 399764"/>
              <a:gd name="connsiteX25" fmla="*/ 282478 w 299171"/>
              <a:gd name="connsiteY25" fmla="*/ 383096 h 399764"/>
              <a:gd name="connsiteX26" fmla="*/ 16600 w 299171"/>
              <a:gd name="connsiteY26" fmla="*/ 383096 h 399764"/>
              <a:gd name="connsiteX27" fmla="*/ 58051 w 299171"/>
              <a:gd name="connsiteY27" fmla="*/ 124778 h 399764"/>
              <a:gd name="connsiteX28" fmla="*/ 66398 w 299171"/>
              <a:gd name="connsiteY28" fmla="*/ 116300 h 399764"/>
              <a:gd name="connsiteX29" fmla="*/ 149776 w 299171"/>
              <a:gd name="connsiteY29" fmla="*/ 116300 h 399764"/>
              <a:gd name="connsiteX30" fmla="*/ 158123 w 299171"/>
              <a:gd name="connsiteY30" fmla="*/ 124778 h 399764"/>
              <a:gd name="connsiteX31" fmla="*/ 149776 w 299171"/>
              <a:gd name="connsiteY31" fmla="*/ 133255 h 399764"/>
              <a:gd name="connsiteX32" fmla="*/ 66398 w 299171"/>
              <a:gd name="connsiteY32" fmla="*/ 133255 h 399764"/>
              <a:gd name="connsiteX33" fmla="*/ 58051 w 299171"/>
              <a:gd name="connsiteY33" fmla="*/ 124778 h 399764"/>
              <a:gd name="connsiteX34" fmla="*/ 58051 w 299171"/>
              <a:gd name="connsiteY34" fmla="*/ 174498 h 399764"/>
              <a:gd name="connsiteX35" fmla="*/ 66398 w 299171"/>
              <a:gd name="connsiteY35" fmla="*/ 166021 h 399764"/>
              <a:gd name="connsiteX36" fmla="*/ 216079 w 299171"/>
              <a:gd name="connsiteY36" fmla="*/ 166021 h 399764"/>
              <a:gd name="connsiteX37" fmla="*/ 224426 w 299171"/>
              <a:gd name="connsiteY37" fmla="*/ 174498 h 399764"/>
              <a:gd name="connsiteX38" fmla="*/ 216079 w 299171"/>
              <a:gd name="connsiteY38" fmla="*/ 182975 h 399764"/>
              <a:gd name="connsiteX39" fmla="*/ 66398 w 299171"/>
              <a:gd name="connsiteY39" fmla="*/ 182975 h 399764"/>
              <a:gd name="connsiteX40" fmla="*/ 58051 w 299171"/>
              <a:gd name="connsiteY40" fmla="*/ 174498 h 399764"/>
              <a:gd name="connsiteX41" fmla="*/ 108514 w 299171"/>
              <a:gd name="connsiteY41" fmla="*/ 225171 h 399764"/>
              <a:gd name="connsiteX42" fmla="*/ 100072 w 299171"/>
              <a:gd name="connsiteY42" fmla="*/ 233648 h 399764"/>
              <a:gd name="connsiteX43" fmla="*/ 66398 w 299171"/>
              <a:gd name="connsiteY43" fmla="*/ 233648 h 399764"/>
              <a:gd name="connsiteX44" fmla="*/ 57956 w 299171"/>
              <a:gd name="connsiteY44" fmla="*/ 225171 h 399764"/>
              <a:gd name="connsiteX45" fmla="*/ 66398 w 299171"/>
              <a:gd name="connsiteY45" fmla="*/ 216694 h 399764"/>
              <a:gd name="connsiteX46" fmla="*/ 100072 w 299171"/>
              <a:gd name="connsiteY46" fmla="*/ 216694 h 399764"/>
              <a:gd name="connsiteX47" fmla="*/ 108514 w 299171"/>
              <a:gd name="connsiteY47" fmla="*/ 225171 h 399764"/>
              <a:gd name="connsiteX48" fmla="*/ 108514 w 299171"/>
              <a:gd name="connsiteY48" fmla="*/ 274892 h 399764"/>
              <a:gd name="connsiteX49" fmla="*/ 100072 w 299171"/>
              <a:gd name="connsiteY49" fmla="*/ 283369 h 399764"/>
              <a:gd name="connsiteX50" fmla="*/ 66398 w 299171"/>
              <a:gd name="connsiteY50" fmla="*/ 283369 h 399764"/>
              <a:gd name="connsiteX51" fmla="*/ 57956 w 299171"/>
              <a:gd name="connsiteY51" fmla="*/ 274892 h 399764"/>
              <a:gd name="connsiteX52" fmla="*/ 66398 w 299171"/>
              <a:gd name="connsiteY52" fmla="*/ 266414 h 399764"/>
              <a:gd name="connsiteX53" fmla="*/ 100072 w 299171"/>
              <a:gd name="connsiteY53" fmla="*/ 266414 h 399764"/>
              <a:gd name="connsiteX54" fmla="*/ 108514 w 299171"/>
              <a:gd name="connsiteY54" fmla="*/ 274892 h 399764"/>
              <a:gd name="connsiteX55" fmla="*/ 108514 w 299171"/>
              <a:gd name="connsiteY55" fmla="*/ 324612 h 399764"/>
              <a:gd name="connsiteX56" fmla="*/ 100072 w 299171"/>
              <a:gd name="connsiteY56" fmla="*/ 333089 h 399764"/>
              <a:gd name="connsiteX57" fmla="*/ 66398 w 299171"/>
              <a:gd name="connsiteY57" fmla="*/ 333089 h 399764"/>
              <a:gd name="connsiteX58" fmla="*/ 57956 w 299171"/>
              <a:gd name="connsiteY58" fmla="*/ 324612 h 399764"/>
              <a:gd name="connsiteX59" fmla="*/ 66398 w 299171"/>
              <a:gd name="connsiteY59" fmla="*/ 316135 h 399764"/>
              <a:gd name="connsiteX60" fmla="*/ 100072 w 299171"/>
              <a:gd name="connsiteY60" fmla="*/ 316135 h 399764"/>
              <a:gd name="connsiteX61" fmla="*/ 108514 w 299171"/>
              <a:gd name="connsiteY61" fmla="*/ 324612 h 399764"/>
              <a:gd name="connsiteX62" fmla="*/ 191227 w 299171"/>
              <a:gd name="connsiteY62" fmla="*/ 216694 h 399764"/>
              <a:gd name="connsiteX63" fmla="*/ 191038 w 299171"/>
              <a:gd name="connsiteY63" fmla="*/ 216694 h 399764"/>
              <a:gd name="connsiteX64" fmla="*/ 191038 w 299171"/>
              <a:gd name="connsiteY64" fmla="*/ 216694 h 399764"/>
              <a:gd name="connsiteX65" fmla="*/ 191038 w 299171"/>
              <a:gd name="connsiteY65" fmla="*/ 216694 h 399764"/>
              <a:gd name="connsiteX66" fmla="*/ 132986 w 299171"/>
              <a:gd name="connsiteY66" fmla="*/ 274892 h 399764"/>
              <a:gd name="connsiteX67" fmla="*/ 191417 w 299171"/>
              <a:gd name="connsiteY67" fmla="*/ 333089 h 399764"/>
              <a:gd name="connsiteX68" fmla="*/ 249848 w 299171"/>
              <a:gd name="connsiteY68" fmla="*/ 274892 h 399764"/>
              <a:gd name="connsiteX69" fmla="*/ 191417 w 299171"/>
              <a:gd name="connsiteY69" fmla="*/ 216694 h 399764"/>
              <a:gd name="connsiteX70" fmla="*/ 182785 w 299171"/>
              <a:gd name="connsiteY70" fmla="*/ 234220 h 399764"/>
              <a:gd name="connsiteX71" fmla="*/ 182785 w 299171"/>
              <a:gd name="connsiteY71" fmla="*/ 272034 h 399764"/>
              <a:gd name="connsiteX72" fmla="*/ 155372 w 299171"/>
              <a:gd name="connsiteY72" fmla="*/ 296418 h 399764"/>
              <a:gd name="connsiteX73" fmla="*/ 149491 w 299171"/>
              <a:gd name="connsiteY73" fmla="*/ 274987 h 399764"/>
              <a:gd name="connsiteX74" fmla="*/ 182785 w 299171"/>
              <a:gd name="connsiteY74" fmla="*/ 234315 h 399764"/>
              <a:gd name="connsiteX75" fmla="*/ 191227 w 299171"/>
              <a:gd name="connsiteY75" fmla="*/ 316516 h 399764"/>
              <a:gd name="connsiteX76" fmla="*/ 165806 w 299171"/>
              <a:gd name="connsiteY76" fmla="*/ 308134 h 399764"/>
              <a:gd name="connsiteX77" fmla="*/ 196444 w 299171"/>
              <a:gd name="connsiteY77" fmla="*/ 281749 h 399764"/>
              <a:gd name="connsiteX78" fmla="*/ 199195 w 299171"/>
              <a:gd name="connsiteY78" fmla="*/ 274796 h 399764"/>
              <a:gd name="connsiteX79" fmla="*/ 199195 w 299171"/>
              <a:gd name="connsiteY79" fmla="*/ 234220 h 399764"/>
              <a:gd name="connsiteX80" fmla="*/ 232963 w 299171"/>
              <a:gd name="connsiteY80" fmla="*/ 274892 h 399764"/>
              <a:gd name="connsiteX81" fmla="*/ 191227 w 299171"/>
              <a:gd name="connsiteY81" fmla="*/ 316421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99171" h="399764">
                <a:moveTo>
                  <a:pt x="299172" y="108014"/>
                </a:moveTo>
                <a:cubicBezTo>
                  <a:pt x="299172" y="105156"/>
                  <a:pt x="297180" y="102489"/>
                  <a:pt x="294619" y="100965"/>
                </a:cubicBezTo>
                <a:cubicBezTo>
                  <a:pt x="289686" y="96012"/>
                  <a:pt x="270905" y="77153"/>
                  <a:pt x="198910" y="5048"/>
                </a:cubicBezTo>
                <a:cubicBezTo>
                  <a:pt x="197488" y="2191"/>
                  <a:pt x="194547" y="0"/>
                  <a:pt x="191512" y="0"/>
                </a:cubicBezTo>
                <a:cubicBezTo>
                  <a:pt x="191512" y="0"/>
                  <a:pt x="191322" y="0"/>
                  <a:pt x="191322" y="0"/>
                </a:cubicBezTo>
                <a:cubicBezTo>
                  <a:pt x="191322" y="0"/>
                  <a:pt x="191227" y="0"/>
                  <a:pt x="191132" y="0"/>
                </a:cubicBezTo>
                <a:lnTo>
                  <a:pt x="8347" y="0"/>
                </a:lnTo>
                <a:cubicBezTo>
                  <a:pt x="2846" y="0"/>
                  <a:pt x="0" y="4191"/>
                  <a:pt x="0" y="8287"/>
                </a:cubicBezTo>
                <a:lnTo>
                  <a:pt x="0" y="391478"/>
                </a:lnTo>
                <a:cubicBezTo>
                  <a:pt x="0" y="397002"/>
                  <a:pt x="2751" y="399764"/>
                  <a:pt x="8347" y="399764"/>
                </a:cubicBezTo>
                <a:lnTo>
                  <a:pt x="290825" y="399764"/>
                </a:lnTo>
                <a:cubicBezTo>
                  <a:pt x="294998" y="399764"/>
                  <a:pt x="299172" y="397002"/>
                  <a:pt x="299172" y="391478"/>
                </a:cubicBezTo>
                <a:lnTo>
                  <a:pt x="299172" y="108299"/>
                </a:lnTo>
                <a:cubicBezTo>
                  <a:pt x="299172" y="108299"/>
                  <a:pt x="299172" y="108299"/>
                  <a:pt x="299172" y="108299"/>
                </a:cubicBezTo>
                <a:cubicBezTo>
                  <a:pt x="299172" y="108299"/>
                  <a:pt x="299172" y="108299"/>
                  <a:pt x="299172" y="108204"/>
                </a:cubicBezTo>
                <a:close/>
                <a:moveTo>
                  <a:pt x="199859" y="29432"/>
                </a:moveTo>
                <a:cubicBezTo>
                  <a:pt x="210862" y="40481"/>
                  <a:pt x="231540" y="61151"/>
                  <a:pt x="269957" y="99632"/>
                </a:cubicBezTo>
                <a:lnTo>
                  <a:pt x="199859" y="99632"/>
                </a:lnTo>
                <a:lnTo>
                  <a:pt x="199859" y="29432"/>
                </a:lnTo>
                <a:close/>
                <a:moveTo>
                  <a:pt x="16694" y="383096"/>
                </a:moveTo>
                <a:lnTo>
                  <a:pt x="16694" y="16574"/>
                </a:lnTo>
                <a:lnTo>
                  <a:pt x="183259" y="16574"/>
                </a:lnTo>
                <a:lnTo>
                  <a:pt x="183259" y="108014"/>
                </a:lnTo>
                <a:cubicBezTo>
                  <a:pt x="183259" y="113538"/>
                  <a:pt x="186010" y="116300"/>
                  <a:pt x="191512" y="116300"/>
                </a:cubicBezTo>
                <a:lnTo>
                  <a:pt x="282478" y="116300"/>
                </a:lnTo>
                <a:lnTo>
                  <a:pt x="282478" y="383096"/>
                </a:lnTo>
                <a:lnTo>
                  <a:pt x="16600" y="383096"/>
                </a:lnTo>
                <a:close/>
                <a:moveTo>
                  <a:pt x="58051" y="124778"/>
                </a:moveTo>
                <a:cubicBezTo>
                  <a:pt x="58051" y="120587"/>
                  <a:pt x="60802" y="116300"/>
                  <a:pt x="66398" y="116300"/>
                </a:cubicBezTo>
                <a:lnTo>
                  <a:pt x="149776" y="116300"/>
                </a:lnTo>
                <a:cubicBezTo>
                  <a:pt x="153949" y="116300"/>
                  <a:pt x="158123" y="120491"/>
                  <a:pt x="158123" y="124778"/>
                </a:cubicBezTo>
                <a:cubicBezTo>
                  <a:pt x="158123" y="130397"/>
                  <a:pt x="153949" y="133255"/>
                  <a:pt x="149776" y="133255"/>
                </a:cubicBezTo>
                <a:lnTo>
                  <a:pt x="66398" y="133255"/>
                </a:lnTo>
                <a:cubicBezTo>
                  <a:pt x="60802" y="133255"/>
                  <a:pt x="58051" y="130397"/>
                  <a:pt x="58051" y="124778"/>
                </a:cubicBezTo>
                <a:close/>
                <a:moveTo>
                  <a:pt x="58051" y="174498"/>
                </a:moveTo>
                <a:cubicBezTo>
                  <a:pt x="58051" y="170307"/>
                  <a:pt x="60802" y="166021"/>
                  <a:pt x="66398" y="166021"/>
                </a:cubicBezTo>
                <a:lnTo>
                  <a:pt x="216079" y="166021"/>
                </a:lnTo>
                <a:cubicBezTo>
                  <a:pt x="220253" y="166021"/>
                  <a:pt x="224426" y="170212"/>
                  <a:pt x="224426" y="174498"/>
                </a:cubicBezTo>
                <a:cubicBezTo>
                  <a:pt x="224426" y="180118"/>
                  <a:pt x="220253" y="182975"/>
                  <a:pt x="216079" y="182975"/>
                </a:cubicBezTo>
                <a:lnTo>
                  <a:pt x="66398" y="182975"/>
                </a:lnTo>
                <a:cubicBezTo>
                  <a:pt x="60897" y="182975"/>
                  <a:pt x="58051" y="180118"/>
                  <a:pt x="58051" y="174498"/>
                </a:cubicBezTo>
                <a:close/>
                <a:moveTo>
                  <a:pt x="108514" y="225171"/>
                </a:moveTo>
                <a:cubicBezTo>
                  <a:pt x="108514" y="230791"/>
                  <a:pt x="104340" y="233648"/>
                  <a:pt x="100072" y="233648"/>
                </a:cubicBezTo>
                <a:lnTo>
                  <a:pt x="66398" y="233648"/>
                </a:lnTo>
                <a:cubicBezTo>
                  <a:pt x="60802" y="233648"/>
                  <a:pt x="57956" y="230791"/>
                  <a:pt x="57956" y="225171"/>
                </a:cubicBezTo>
                <a:cubicBezTo>
                  <a:pt x="57956" y="220980"/>
                  <a:pt x="60802" y="216694"/>
                  <a:pt x="66398" y="216694"/>
                </a:cubicBezTo>
                <a:lnTo>
                  <a:pt x="100072" y="216694"/>
                </a:lnTo>
                <a:cubicBezTo>
                  <a:pt x="104245" y="216694"/>
                  <a:pt x="108514" y="220885"/>
                  <a:pt x="108514" y="225171"/>
                </a:cubicBezTo>
                <a:close/>
                <a:moveTo>
                  <a:pt x="108514" y="274892"/>
                </a:moveTo>
                <a:cubicBezTo>
                  <a:pt x="108514" y="280511"/>
                  <a:pt x="104340" y="283369"/>
                  <a:pt x="100072" y="283369"/>
                </a:cubicBezTo>
                <a:lnTo>
                  <a:pt x="66398" y="283369"/>
                </a:lnTo>
                <a:cubicBezTo>
                  <a:pt x="60802" y="283369"/>
                  <a:pt x="57956" y="280511"/>
                  <a:pt x="57956" y="274892"/>
                </a:cubicBezTo>
                <a:cubicBezTo>
                  <a:pt x="57956" y="270701"/>
                  <a:pt x="60802" y="266414"/>
                  <a:pt x="66398" y="266414"/>
                </a:cubicBezTo>
                <a:lnTo>
                  <a:pt x="100072" y="266414"/>
                </a:lnTo>
                <a:cubicBezTo>
                  <a:pt x="104245" y="266414"/>
                  <a:pt x="108514" y="270605"/>
                  <a:pt x="108514" y="274892"/>
                </a:cubicBezTo>
                <a:close/>
                <a:moveTo>
                  <a:pt x="108514" y="324612"/>
                </a:moveTo>
                <a:cubicBezTo>
                  <a:pt x="108514" y="330232"/>
                  <a:pt x="104340" y="333089"/>
                  <a:pt x="100072" y="333089"/>
                </a:cubicBezTo>
                <a:lnTo>
                  <a:pt x="66398" y="333089"/>
                </a:lnTo>
                <a:cubicBezTo>
                  <a:pt x="60802" y="333089"/>
                  <a:pt x="57956" y="330232"/>
                  <a:pt x="57956" y="324612"/>
                </a:cubicBezTo>
                <a:cubicBezTo>
                  <a:pt x="57956" y="320421"/>
                  <a:pt x="60802" y="316135"/>
                  <a:pt x="66398" y="316135"/>
                </a:cubicBezTo>
                <a:lnTo>
                  <a:pt x="100072" y="316135"/>
                </a:lnTo>
                <a:cubicBezTo>
                  <a:pt x="104245" y="316135"/>
                  <a:pt x="108514" y="320326"/>
                  <a:pt x="108514" y="324612"/>
                </a:cubicBezTo>
                <a:close/>
                <a:moveTo>
                  <a:pt x="191227" y="216694"/>
                </a:moveTo>
                <a:cubicBezTo>
                  <a:pt x="191227" y="216694"/>
                  <a:pt x="191132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91038" y="216694"/>
                  <a:pt x="191038" y="216694"/>
                  <a:pt x="191038" y="216694"/>
                </a:cubicBezTo>
                <a:cubicBezTo>
                  <a:pt x="157838" y="216884"/>
                  <a:pt x="132986" y="243078"/>
                  <a:pt x="132986" y="274892"/>
                </a:cubicBezTo>
                <a:cubicBezTo>
                  <a:pt x="132986" y="306705"/>
                  <a:pt x="158028" y="333089"/>
                  <a:pt x="191417" y="333089"/>
                </a:cubicBezTo>
                <a:cubicBezTo>
                  <a:pt x="224806" y="333089"/>
                  <a:pt x="249848" y="306800"/>
                  <a:pt x="249848" y="274892"/>
                </a:cubicBezTo>
                <a:cubicBezTo>
                  <a:pt x="249848" y="242983"/>
                  <a:pt x="223383" y="216694"/>
                  <a:pt x="191417" y="216694"/>
                </a:cubicBezTo>
                <a:close/>
                <a:moveTo>
                  <a:pt x="182785" y="234220"/>
                </a:moveTo>
                <a:lnTo>
                  <a:pt x="182785" y="272034"/>
                </a:lnTo>
                <a:cubicBezTo>
                  <a:pt x="182785" y="272034"/>
                  <a:pt x="182785" y="272034"/>
                  <a:pt x="155372" y="296418"/>
                </a:cubicBezTo>
                <a:cubicBezTo>
                  <a:pt x="151673" y="290227"/>
                  <a:pt x="149491" y="282893"/>
                  <a:pt x="149491" y="274987"/>
                </a:cubicBezTo>
                <a:cubicBezTo>
                  <a:pt x="149491" y="255556"/>
                  <a:pt x="163435" y="238220"/>
                  <a:pt x="182785" y="234315"/>
                </a:cubicBezTo>
                <a:close/>
                <a:moveTo>
                  <a:pt x="191227" y="316516"/>
                </a:moveTo>
                <a:cubicBezTo>
                  <a:pt x="181457" y="316516"/>
                  <a:pt x="172825" y="313373"/>
                  <a:pt x="165806" y="308134"/>
                </a:cubicBezTo>
                <a:cubicBezTo>
                  <a:pt x="170833" y="303752"/>
                  <a:pt x="179940" y="295942"/>
                  <a:pt x="196444" y="281749"/>
                </a:cubicBezTo>
                <a:cubicBezTo>
                  <a:pt x="197772" y="280321"/>
                  <a:pt x="199195" y="277559"/>
                  <a:pt x="199195" y="274796"/>
                </a:cubicBezTo>
                <a:lnTo>
                  <a:pt x="199195" y="234220"/>
                </a:lnTo>
                <a:cubicBezTo>
                  <a:pt x="217976" y="238125"/>
                  <a:pt x="232963" y="255461"/>
                  <a:pt x="232963" y="274892"/>
                </a:cubicBezTo>
                <a:cubicBezTo>
                  <a:pt x="232963" y="298418"/>
                  <a:pt x="213518" y="316421"/>
                  <a:pt x="191227" y="31642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hidden="1">
            <a:extLst>
              <a:ext uri="{FF2B5EF4-FFF2-40B4-BE49-F238E27FC236}">
                <a16:creationId xmlns:a16="http://schemas.microsoft.com/office/drawing/2014/main" id="{D7F942D6-1713-55A5-6E07-58874AEDA4A9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02511" y="-413859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Content &amp; objects Template 1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8F98D10-1104-6617-2287-46A77A797915}"/>
              </a:ext>
            </a:extLst>
          </p:cNvPr>
          <p:cNvSpPr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Content &amp; objects</a:t>
            </a:r>
          </a:p>
        </p:txBody>
      </p:sp>
      <p:sp>
        <p:nvSpPr>
          <p:cNvPr id="104" name="Text Placeholder 103">
            <a:extLst>
              <a:ext uri="{FF2B5EF4-FFF2-40B4-BE49-F238E27FC236}">
                <a16:creationId xmlns:a16="http://schemas.microsoft.com/office/drawing/2014/main" id="{878D936A-4EBF-FC7B-95D8-01ADCF56FE98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scissors; cut; clip</a:t>
            </a:r>
          </a:p>
        </p:txBody>
      </p:sp>
      <p:sp>
        <p:nvSpPr>
          <p:cNvPr id="127" name="Text Placeholder 126">
            <a:extLst>
              <a:ext uri="{FF2B5EF4-FFF2-40B4-BE49-F238E27FC236}">
                <a16:creationId xmlns:a16="http://schemas.microsoft.com/office/drawing/2014/main" id="{AE97B780-D4EE-29FC-733F-531317E83F8E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pencil; office; write;</a:t>
            </a:r>
          </a:p>
          <a:p>
            <a:r>
              <a:rPr lang="en-US" dirty="0"/>
              <a:t>compose; school</a:t>
            </a:r>
          </a:p>
        </p:txBody>
      </p:sp>
      <p:sp>
        <p:nvSpPr>
          <p:cNvPr id="128" name="Text Placeholder 127">
            <a:extLst>
              <a:ext uri="{FF2B5EF4-FFF2-40B4-BE49-F238E27FC236}">
                <a16:creationId xmlns:a16="http://schemas.microsoft.com/office/drawing/2014/main" id="{7A5E8AB5-8B76-549A-87ED-4B3E9E62E0C0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pencil; office; write; edit;</a:t>
            </a:r>
          </a:p>
          <a:p>
            <a:r>
              <a:rPr lang="en-US" dirty="0"/>
              <a:t>compose; school</a:t>
            </a:r>
          </a:p>
        </p:txBody>
      </p:sp>
      <p:sp>
        <p:nvSpPr>
          <p:cNvPr id="129" name="Text Placeholder 128">
            <a:extLst>
              <a:ext uri="{FF2B5EF4-FFF2-40B4-BE49-F238E27FC236}">
                <a16:creationId xmlns:a16="http://schemas.microsoft.com/office/drawing/2014/main" id="{E70ED0EA-CF06-AF80-5342-65179465FC96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pin; push pin; tack; retain; prick; poke; sharp</a:t>
            </a:r>
          </a:p>
        </p:txBody>
      </p:sp>
      <p:sp>
        <p:nvSpPr>
          <p:cNvPr id="130" name="Text Placeholder 129">
            <a:extLst>
              <a:ext uri="{FF2B5EF4-FFF2-40B4-BE49-F238E27FC236}">
                <a16:creationId xmlns:a16="http://schemas.microsoft.com/office/drawing/2014/main" id="{75F72CE6-50B8-F16C-31F0-6ADBFDFADDBB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print; printer; picture;</a:t>
            </a:r>
          </a:p>
          <a:p>
            <a:r>
              <a:rPr lang="en-US" dirty="0"/>
              <a:t>photo</a:t>
            </a:r>
          </a:p>
        </p:txBody>
      </p:sp>
      <p:sp>
        <p:nvSpPr>
          <p:cNvPr id="131" name="Text Placeholder 130">
            <a:extLst>
              <a:ext uri="{FF2B5EF4-FFF2-40B4-BE49-F238E27FC236}">
                <a16:creationId xmlns:a16="http://schemas.microsoft.com/office/drawing/2014/main" id="{834CF72B-C26D-4694-3C92-BCFA9FA00670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design; work shop;</a:t>
            </a:r>
          </a:p>
          <a:p>
            <a:r>
              <a:rPr lang="en-US" dirty="0"/>
              <a:t>workshop</a:t>
            </a:r>
          </a:p>
        </p:txBody>
      </p:sp>
      <p:sp>
        <p:nvSpPr>
          <p:cNvPr id="132" name="Text Placeholder 131">
            <a:extLst>
              <a:ext uri="{FF2B5EF4-FFF2-40B4-BE49-F238E27FC236}">
                <a16:creationId xmlns:a16="http://schemas.microsoft.com/office/drawing/2014/main" id="{A2F6C0D9-E1B8-76DE-E5EC-97B1C3E24A29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paper clip; paper; clip;</a:t>
            </a:r>
          </a:p>
          <a:p>
            <a:r>
              <a:rPr lang="en-US" dirty="0"/>
              <a:t>office</a:t>
            </a:r>
          </a:p>
        </p:txBody>
      </p:sp>
      <p:sp>
        <p:nvSpPr>
          <p:cNvPr id="113" name="Text Placeholder 112">
            <a:extLst>
              <a:ext uri="{FF2B5EF4-FFF2-40B4-BE49-F238E27FC236}">
                <a16:creationId xmlns:a16="http://schemas.microsoft.com/office/drawing/2014/main" id="{0C9D9557-97F0-CE24-79DD-01E0187F703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trash; garbage; bin; can; toss; delete</a:t>
            </a:r>
          </a:p>
        </p:txBody>
      </p:sp>
      <p:sp>
        <p:nvSpPr>
          <p:cNvPr id="142" name="Text Placeholder 141">
            <a:extLst>
              <a:ext uri="{FF2B5EF4-FFF2-40B4-BE49-F238E27FC236}">
                <a16:creationId xmlns:a16="http://schemas.microsoft.com/office/drawing/2014/main" id="{121E6BCB-0F5E-DC23-94E5-F1B1C6E058F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tool; tools; wrench;</a:t>
            </a:r>
          </a:p>
          <a:p>
            <a:r>
              <a:rPr lang="en-US" dirty="0"/>
              <a:t>screwdriver</a:t>
            </a:r>
            <a:endParaRPr lang="en-US"/>
          </a:p>
        </p:txBody>
      </p:sp>
      <p:sp>
        <p:nvSpPr>
          <p:cNvPr id="143" name="Text Placeholder 142">
            <a:extLst>
              <a:ext uri="{FF2B5EF4-FFF2-40B4-BE49-F238E27FC236}">
                <a16:creationId xmlns:a16="http://schemas.microsoft.com/office/drawing/2014/main" id="{66DE1AFB-7CB0-0162-536E-8892CA811E3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idea; lightbulb; light;</a:t>
            </a:r>
          </a:p>
          <a:p>
            <a:r>
              <a:rPr lang="en-US" dirty="0"/>
              <a:t>creative</a:t>
            </a:r>
            <a:endParaRPr lang="en-US"/>
          </a:p>
        </p:txBody>
      </p:sp>
      <p:sp>
        <p:nvSpPr>
          <p:cNvPr id="144" name="Text Placeholder 143">
            <a:extLst>
              <a:ext uri="{FF2B5EF4-FFF2-40B4-BE49-F238E27FC236}">
                <a16:creationId xmlns:a16="http://schemas.microsoft.com/office/drawing/2014/main" id="{58F6EED0-0D55-A6D8-523D-174D7372D0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book; read; magazine;</a:t>
            </a:r>
          </a:p>
          <a:p>
            <a:r>
              <a:rPr lang="en-US" dirty="0"/>
              <a:t>catalog; news</a:t>
            </a:r>
            <a:endParaRPr lang="en-US"/>
          </a:p>
        </p:txBody>
      </p:sp>
      <p:sp>
        <p:nvSpPr>
          <p:cNvPr id="145" name="Text Placeholder 144">
            <a:extLst>
              <a:ext uri="{FF2B5EF4-FFF2-40B4-BE49-F238E27FC236}">
                <a16:creationId xmlns:a16="http://schemas.microsoft.com/office/drawing/2014/main" id="{62520E3E-86C0-7975-8B56-5D7757E704E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relate; context; relevant;</a:t>
            </a:r>
          </a:p>
          <a:p>
            <a:r>
              <a:rPr lang="en-US" dirty="0"/>
              <a:t>footprint</a:t>
            </a:r>
          </a:p>
        </p:txBody>
      </p:sp>
      <p:sp>
        <p:nvSpPr>
          <p:cNvPr id="146" name="Text Placeholder 145">
            <a:extLst>
              <a:ext uri="{FF2B5EF4-FFF2-40B4-BE49-F238E27FC236}">
                <a16:creationId xmlns:a16="http://schemas.microsoft.com/office/drawing/2014/main" id="{E3690AAF-A581-8D8A-5153-B82297A0946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box; cube; product</a:t>
            </a:r>
            <a:endParaRPr lang="en-US"/>
          </a:p>
        </p:txBody>
      </p:sp>
      <p:sp>
        <p:nvSpPr>
          <p:cNvPr id="147" name="Text Placeholder 146">
            <a:extLst>
              <a:ext uri="{FF2B5EF4-FFF2-40B4-BE49-F238E27FC236}">
                <a16:creationId xmlns:a16="http://schemas.microsoft.com/office/drawing/2014/main" id="{5B182C35-161C-E620-BAB4-A66212B6BAF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folder</a:t>
            </a:r>
            <a:endParaRPr lang="en-US"/>
          </a:p>
        </p:txBody>
      </p:sp>
      <p:sp>
        <p:nvSpPr>
          <p:cNvPr id="148" name="Text Placeholder 147">
            <a:extLst>
              <a:ext uri="{FF2B5EF4-FFF2-40B4-BE49-F238E27FC236}">
                <a16:creationId xmlns:a16="http://schemas.microsoft.com/office/drawing/2014/main" id="{BFA2E0F8-C52A-8471-3CE5-4430B08B68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</p:spPr>
        <p:txBody>
          <a:bodyPr/>
          <a:lstStyle/>
          <a:p>
            <a:r>
              <a:rPr lang="en-US" dirty="0"/>
              <a:t>view; vision; eye; eyeball;</a:t>
            </a:r>
          </a:p>
          <a:p>
            <a:r>
              <a:rPr lang="en-US" dirty="0"/>
              <a:t>see; visibility; watch; ad;</a:t>
            </a:r>
          </a:p>
          <a:p>
            <a:r>
              <a:rPr lang="en-US" dirty="0"/>
              <a:t>advertising</a:t>
            </a:r>
            <a:endParaRPr lang="en-US"/>
          </a:p>
        </p:txBody>
      </p:sp>
      <p:sp>
        <p:nvSpPr>
          <p:cNvPr id="149" name="Text Placeholder 148">
            <a:extLst>
              <a:ext uri="{FF2B5EF4-FFF2-40B4-BE49-F238E27FC236}">
                <a16:creationId xmlns:a16="http://schemas.microsoft.com/office/drawing/2014/main" id="{4BB3C979-814E-2CF3-3B4B-C10E4730D0F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</p:spPr>
        <p:txBody>
          <a:bodyPr/>
          <a:lstStyle/>
          <a:p>
            <a:r>
              <a:rPr lang="en-US" dirty="0"/>
              <a:t>see; vision; eyeball; hide;</a:t>
            </a:r>
          </a:p>
          <a:p>
            <a:r>
              <a:rPr lang="en-US" dirty="0"/>
              <a:t>hidden; viewable; block;</a:t>
            </a:r>
          </a:p>
          <a:p>
            <a:r>
              <a:rPr lang="en-US" dirty="0"/>
              <a:t>blind; no visibility; obscured</a:t>
            </a:r>
            <a:endParaRPr lang="en-US"/>
          </a:p>
        </p:txBody>
      </p:sp>
      <p:sp>
        <p:nvSpPr>
          <p:cNvPr id="172" name="Text Placeholder 171">
            <a:extLst>
              <a:ext uri="{FF2B5EF4-FFF2-40B4-BE49-F238E27FC236}">
                <a16:creationId xmlns:a16="http://schemas.microsoft.com/office/drawing/2014/main" id="{28CAAA3C-3026-8CBD-5677-39F4242D2694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633641" y="6153948"/>
            <a:ext cx="1638000" cy="640800"/>
          </a:xfrm>
        </p:spPr>
        <p:txBody>
          <a:bodyPr/>
          <a:lstStyle/>
          <a:p>
            <a:r>
              <a:rPr lang="en-US" dirty="0"/>
              <a:t>search; seo; sem</a:t>
            </a:r>
            <a:endParaRPr lang="en-US"/>
          </a:p>
        </p:txBody>
      </p:sp>
      <p:sp>
        <p:nvSpPr>
          <p:cNvPr id="173" name="Text Placeholder 172">
            <a:extLst>
              <a:ext uri="{FF2B5EF4-FFF2-40B4-BE49-F238E27FC236}">
                <a16:creationId xmlns:a16="http://schemas.microsoft.com/office/drawing/2014/main" id="{8559C4B6-FDA8-443B-F9BC-21879ED5641B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285231" y="6153948"/>
            <a:ext cx="1638000" cy="640800"/>
          </a:xfrm>
        </p:spPr>
        <p:txBody>
          <a:bodyPr/>
          <a:lstStyle/>
          <a:p>
            <a:r>
              <a:rPr lang="en-US" dirty="0"/>
              <a:t>zoom; zoom in; search</a:t>
            </a:r>
            <a:endParaRPr lang="en-US"/>
          </a:p>
        </p:txBody>
      </p:sp>
      <p:sp>
        <p:nvSpPr>
          <p:cNvPr id="174" name="Text Placeholder 173">
            <a:extLst>
              <a:ext uri="{FF2B5EF4-FFF2-40B4-BE49-F238E27FC236}">
                <a16:creationId xmlns:a16="http://schemas.microsoft.com/office/drawing/2014/main" id="{37453220-9CB9-7BB8-3075-72C6010DACD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926898" y="6153948"/>
            <a:ext cx="1638000" cy="640800"/>
          </a:xfrm>
        </p:spPr>
        <p:txBody>
          <a:bodyPr/>
          <a:lstStyle/>
          <a:p>
            <a:r>
              <a:rPr lang="en-US" dirty="0"/>
              <a:t>zoom; zoom out; search</a:t>
            </a:r>
            <a:endParaRPr lang="en-US"/>
          </a:p>
        </p:txBody>
      </p:sp>
      <p:sp>
        <p:nvSpPr>
          <p:cNvPr id="175" name="Text Placeholder 174">
            <a:extLst>
              <a:ext uri="{FF2B5EF4-FFF2-40B4-BE49-F238E27FC236}">
                <a16:creationId xmlns:a16="http://schemas.microsoft.com/office/drawing/2014/main" id="{309F5DBE-F547-4B65-FC42-E735CED4B8EE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571401" y="6153948"/>
            <a:ext cx="1638000" cy="640800"/>
          </a:xfrm>
        </p:spPr>
        <p:txBody>
          <a:bodyPr/>
          <a:lstStyle/>
          <a:p>
            <a:r>
              <a:rPr lang="en-US" dirty="0"/>
              <a:t>megaphone; bullhorn;</a:t>
            </a:r>
          </a:p>
          <a:p>
            <a:r>
              <a:rPr lang="en-US" dirty="0"/>
              <a:t>promote; media; blast;</a:t>
            </a:r>
          </a:p>
          <a:p>
            <a:r>
              <a:rPr lang="en-US" dirty="0"/>
              <a:t>announce; announcement</a:t>
            </a:r>
            <a:endParaRPr lang="en-US"/>
          </a:p>
        </p:txBody>
      </p:sp>
      <p:sp>
        <p:nvSpPr>
          <p:cNvPr id="176" name="Text Placeholder 175">
            <a:extLst>
              <a:ext uri="{FF2B5EF4-FFF2-40B4-BE49-F238E27FC236}">
                <a16:creationId xmlns:a16="http://schemas.microsoft.com/office/drawing/2014/main" id="{8DAA7394-7000-CD7B-121E-7BB7606E253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0222991" y="6153948"/>
            <a:ext cx="1638000" cy="640800"/>
          </a:xfrm>
        </p:spPr>
        <p:txBody>
          <a:bodyPr/>
          <a:lstStyle/>
          <a:p>
            <a:r>
              <a:rPr lang="en-US" dirty="0"/>
              <a:t>plug; power; electricity</a:t>
            </a:r>
            <a:endParaRPr lang="en-US"/>
          </a:p>
        </p:txBody>
      </p:sp>
      <p:sp>
        <p:nvSpPr>
          <p:cNvPr id="6" name="Graphic 4">
            <a:extLst>
              <a:ext uri="{FF2B5EF4-FFF2-40B4-BE49-F238E27FC236}">
                <a16:creationId xmlns:a16="http://schemas.microsoft.com/office/drawing/2014/main" id="{2C201678-64E7-9D59-7B71-034554965D4D}"/>
              </a:ext>
            </a:extLst>
          </p:cNvPr>
          <p:cNvSpPr/>
          <p:nvPr/>
        </p:nvSpPr>
        <p:spPr>
          <a:xfrm>
            <a:off x="568369" y="907639"/>
            <a:ext cx="443125" cy="374712"/>
          </a:xfrm>
          <a:custGeom>
            <a:avLst/>
            <a:gdLst>
              <a:gd name="connsiteX0" fmla="*/ 330948 w 334541"/>
              <a:gd name="connsiteY0" fmla="*/ 221552 h 282892"/>
              <a:gd name="connsiteX1" fmla="*/ 197203 w 334541"/>
              <a:gd name="connsiteY1" fmla="*/ 141065 h 282892"/>
              <a:gd name="connsiteX2" fmla="*/ 330948 w 334541"/>
              <a:gd name="connsiteY2" fmla="*/ 61055 h 282892"/>
              <a:gd name="connsiteX3" fmla="*/ 333320 w 334541"/>
              <a:gd name="connsiteY3" fmla="*/ 51625 h 282892"/>
              <a:gd name="connsiteX4" fmla="*/ 282857 w 334541"/>
              <a:gd name="connsiteY4" fmla="*/ 38576 h 282892"/>
              <a:gd name="connsiteX5" fmla="*/ 122458 w 334541"/>
              <a:gd name="connsiteY5" fmla="*/ 133350 h 282892"/>
              <a:gd name="connsiteX6" fmla="*/ 79393 w 334541"/>
              <a:gd name="connsiteY6" fmla="*/ 107918 h 282892"/>
              <a:gd name="connsiteX7" fmla="*/ 112687 w 334541"/>
              <a:gd name="connsiteY7" fmla="*/ 56579 h 282892"/>
              <a:gd name="connsiteX8" fmla="*/ 56344 w 334541"/>
              <a:gd name="connsiteY8" fmla="*/ 0 h 282892"/>
              <a:gd name="connsiteX9" fmla="*/ 0 w 334541"/>
              <a:gd name="connsiteY9" fmla="*/ 56579 h 282892"/>
              <a:gd name="connsiteX10" fmla="*/ 56344 w 334541"/>
              <a:gd name="connsiteY10" fmla="*/ 113157 h 282892"/>
              <a:gd name="connsiteX11" fmla="*/ 60802 w 334541"/>
              <a:gd name="connsiteY11" fmla="*/ 112967 h 282892"/>
              <a:gd name="connsiteX12" fmla="*/ 108988 w 334541"/>
              <a:gd name="connsiteY12" fmla="*/ 141351 h 282892"/>
              <a:gd name="connsiteX13" fmla="*/ 60612 w 334541"/>
              <a:gd name="connsiteY13" fmla="*/ 169926 h 282892"/>
              <a:gd name="connsiteX14" fmla="*/ 56439 w 334541"/>
              <a:gd name="connsiteY14" fmla="*/ 169736 h 282892"/>
              <a:gd name="connsiteX15" fmla="*/ 95 w 334541"/>
              <a:gd name="connsiteY15" fmla="*/ 226314 h 282892"/>
              <a:gd name="connsiteX16" fmla="*/ 56439 w 334541"/>
              <a:gd name="connsiteY16" fmla="*/ 282892 h 282892"/>
              <a:gd name="connsiteX17" fmla="*/ 112782 w 334541"/>
              <a:gd name="connsiteY17" fmla="*/ 226314 h 282892"/>
              <a:gd name="connsiteX18" fmla="*/ 79583 w 334541"/>
              <a:gd name="connsiteY18" fmla="*/ 174784 h 282892"/>
              <a:gd name="connsiteX19" fmla="*/ 122647 w 334541"/>
              <a:gd name="connsiteY19" fmla="*/ 149352 h 282892"/>
              <a:gd name="connsiteX20" fmla="*/ 282857 w 334541"/>
              <a:gd name="connsiteY20" fmla="*/ 243935 h 282892"/>
              <a:gd name="connsiteX21" fmla="*/ 300500 w 334541"/>
              <a:gd name="connsiteY21" fmla="*/ 248602 h 282892"/>
              <a:gd name="connsiteX22" fmla="*/ 311029 w 334541"/>
              <a:gd name="connsiteY22" fmla="*/ 247460 h 282892"/>
              <a:gd name="connsiteX23" fmla="*/ 333320 w 334541"/>
              <a:gd name="connsiteY23" fmla="*/ 230981 h 282892"/>
              <a:gd name="connsiteX24" fmla="*/ 330948 w 334541"/>
              <a:gd name="connsiteY24" fmla="*/ 221552 h 282892"/>
              <a:gd name="connsiteX25" fmla="*/ 14133 w 334541"/>
              <a:gd name="connsiteY25" fmla="*/ 56579 h 282892"/>
              <a:gd name="connsiteX26" fmla="*/ 56344 w 334541"/>
              <a:gd name="connsiteY26" fmla="*/ 14192 h 282892"/>
              <a:gd name="connsiteX27" fmla="*/ 98554 w 334541"/>
              <a:gd name="connsiteY27" fmla="*/ 56579 h 282892"/>
              <a:gd name="connsiteX28" fmla="*/ 56344 w 334541"/>
              <a:gd name="connsiteY28" fmla="*/ 98965 h 282892"/>
              <a:gd name="connsiteX29" fmla="*/ 14133 w 334541"/>
              <a:gd name="connsiteY29" fmla="*/ 56579 h 282892"/>
              <a:gd name="connsiteX30" fmla="*/ 98649 w 334541"/>
              <a:gd name="connsiteY30" fmla="*/ 226314 h 282892"/>
              <a:gd name="connsiteX31" fmla="*/ 56439 w 334541"/>
              <a:gd name="connsiteY31" fmla="*/ 268700 h 282892"/>
              <a:gd name="connsiteX32" fmla="*/ 14228 w 334541"/>
              <a:gd name="connsiteY32" fmla="*/ 226314 h 282892"/>
              <a:gd name="connsiteX33" fmla="*/ 56439 w 334541"/>
              <a:gd name="connsiteY33" fmla="*/ 183928 h 282892"/>
              <a:gd name="connsiteX34" fmla="*/ 98649 w 334541"/>
              <a:gd name="connsiteY34" fmla="*/ 226314 h 282892"/>
              <a:gd name="connsiteX35" fmla="*/ 289876 w 334541"/>
              <a:gd name="connsiteY35" fmla="*/ 50387 h 282892"/>
              <a:gd name="connsiteX36" fmla="*/ 316910 w 334541"/>
              <a:gd name="connsiteY36" fmla="*/ 52769 h 282892"/>
              <a:gd name="connsiteX37" fmla="*/ 183923 w 334541"/>
              <a:gd name="connsiteY37" fmla="*/ 132969 h 282892"/>
              <a:gd name="connsiteX38" fmla="*/ 167229 w 334541"/>
              <a:gd name="connsiteY38" fmla="*/ 122968 h 282892"/>
              <a:gd name="connsiteX39" fmla="*/ 289971 w 334541"/>
              <a:gd name="connsiteY39" fmla="*/ 50387 h 282892"/>
              <a:gd name="connsiteX40" fmla="*/ 307424 w 334541"/>
              <a:gd name="connsiteY40" fmla="*/ 233267 h 282892"/>
              <a:gd name="connsiteX41" fmla="*/ 289781 w 334541"/>
              <a:gd name="connsiteY41" fmla="*/ 232124 h 282892"/>
              <a:gd name="connsiteX42" fmla="*/ 135927 w 334541"/>
              <a:gd name="connsiteY42" fmla="*/ 141351 h 282892"/>
              <a:gd name="connsiteX43" fmla="*/ 152147 w 334541"/>
              <a:gd name="connsiteY43" fmla="*/ 131731 h 282892"/>
              <a:gd name="connsiteX44" fmla="*/ 316815 w 334541"/>
              <a:gd name="connsiteY44" fmla="*/ 228505 h 282892"/>
              <a:gd name="connsiteX45" fmla="*/ 307424 w 334541"/>
              <a:gd name="connsiteY45" fmla="*/ 233172 h 282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34541" h="282892">
                <a:moveTo>
                  <a:pt x="330948" y="221552"/>
                </a:moveTo>
                <a:cubicBezTo>
                  <a:pt x="330948" y="221552"/>
                  <a:pt x="330853" y="221552"/>
                  <a:pt x="197203" y="141065"/>
                </a:cubicBezTo>
                <a:cubicBezTo>
                  <a:pt x="211906" y="132302"/>
                  <a:pt x="247002" y="111252"/>
                  <a:pt x="330948" y="61055"/>
                </a:cubicBezTo>
                <a:cubicBezTo>
                  <a:pt x="334458" y="58674"/>
                  <a:pt x="335596" y="55150"/>
                  <a:pt x="333320" y="51625"/>
                </a:cubicBezTo>
                <a:cubicBezTo>
                  <a:pt x="322791" y="35052"/>
                  <a:pt x="299267" y="28004"/>
                  <a:pt x="282857" y="38576"/>
                </a:cubicBezTo>
                <a:cubicBezTo>
                  <a:pt x="282857" y="38576"/>
                  <a:pt x="229387" y="70168"/>
                  <a:pt x="122458" y="133350"/>
                </a:cubicBezTo>
                <a:cubicBezTo>
                  <a:pt x="109178" y="125540"/>
                  <a:pt x="94855" y="117062"/>
                  <a:pt x="79393" y="107918"/>
                </a:cubicBezTo>
                <a:cubicBezTo>
                  <a:pt x="98839" y="98869"/>
                  <a:pt x="112687" y="78962"/>
                  <a:pt x="112687" y="56579"/>
                </a:cubicBezTo>
                <a:cubicBezTo>
                  <a:pt x="112687" y="24765"/>
                  <a:pt x="86887" y="0"/>
                  <a:pt x="56344" y="0"/>
                </a:cubicBezTo>
                <a:cubicBezTo>
                  <a:pt x="25801" y="0"/>
                  <a:pt x="0" y="24765"/>
                  <a:pt x="0" y="56579"/>
                </a:cubicBezTo>
                <a:cubicBezTo>
                  <a:pt x="0" y="88392"/>
                  <a:pt x="24662" y="113157"/>
                  <a:pt x="56344" y="113157"/>
                </a:cubicBezTo>
                <a:cubicBezTo>
                  <a:pt x="57861" y="113157"/>
                  <a:pt x="59284" y="113062"/>
                  <a:pt x="60802" y="112967"/>
                </a:cubicBezTo>
                <a:cubicBezTo>
                  <a:pt x="63932" y="114776"/>
                  <a:pt x="74271" y="120967"/>
                  <a:pt x="108988" y="141351"/>
                </a:cubicBezTo>
                <a:cubicBezTo>
                  <a:pt x="94096" y="150114"/>
                  <a:pt x="78066" y="159639"/>
                  <a:pt x="60612" y="169926"/>
                </a:cubicBezTo>
                <a:cubicBezTo>
                  <a:pt x="59189" y="169831"/>
                  <a:pt x="57861" y="169736"/>
                  <a:pt x="56439" y="169736"/>
                </a:cubicBezTo>
                <a:cubicBezTo>
                  <a:pt x="24757" y="169736"/>
                  <a:pt x="95" y="194500"/>
                  <a:pt x="95" y="226314"/>
                </a:cubicBezTo>
                <a:cubicBezTo>
                  <a:pt x="95" y="258127"/>
                  <a:pt x="24757" y="282892"/>
                  <a:pt x="56439" y="282892"/>
                </a:cubicBezTo>
                <a:cubicBezTo>
                  <a:pt x="88120" y="282892"/>
                  <a:pt x="112782" y="256985"/>
                  <a:pt x="112782" y="226314"/>
                </a:cubicBezTo>
                <a:cubicBezTo>
                  <a:pt x="112782" y="203073"/>
                  <a:pt x="98934" y="183547"/>
                  <a:pt x="79583" y="174784"/>
                </a:cubicBezTo>
                <a:cubicBezTo>
                  <a:pt x="87836" y="169926"/>
                  <a:pt x="101210" y="162020"/>
                  <a:pt x="122647" y="149352"/>
                </a:cubicBezTo>
                <a:cubicBezTo>
                  <a:pt x="155657" y="168878"/>
                  <a:pt x="206119" y="198596"/>
                  <a:pt x="282857" y="243935"/>
                </a:cubicBezTo>
                <a:cubicBezTo>
                  <a:pt x="287600" y="247460"/>
                  <a:pt x="294619" y="248602"/>
                  <a:pt x="300500" y="248602"/>
                </a:cubicBezTo>
                <a:cubicBezTo>
                  <a:pt x="304010" y="248602"/>
                  <a:pt x="307519" y="248602"/>
                  <a:pt x="311029" y="247460"/>
                </a:cubicBezTo>
                <a:cubicBezTo>
                  <a:pt x="320419" y="245078"/>
                  <a:pt x="328672" y="239268"/>
                  <a:pt x="333320" y="230981"/>
                </a:cubicBezTo>
                <a:cubicBezTo>
                  <a:pt x="335691" y="227457"/>
                  <a:pt x="334458" y="222790"/>
                  <a:pt x="330948" y="221552"/>
                </a:cubicBezTo>
                <a:close/>
                <a:moveTo>
                  <a:pt x="14133" y="56579"/>
                </a:moveTo>
                <a:cubicBezTo>
                  <a:pt x="14133" y="33052"/>
                  <a:pt x="32915" y="14192"/>
                  <a:pt x="56344" y="14192"/>
                </a:cubicBezTo>
                <a:cubicBezTo>
                  <a:pt x="79773" y="14192"/>
                  <a:pt x="98554" y="33052"/>
                  <a:pt x="98554" y="56579"/>
                </a:cubicBezTo>
                <a:cubicBezTo>
                  <a:pt x="98554" y="80105"/>
                  <a:pt x="79773" y="98965"/>
                  <a:pt x="56344" y="98965"/>
                </a:cubicBezTo>
                <a:cubicBezTo>
                  <a:pt x="32915" y="98965"/>
                  <a:pt x="14133" y="80105"/>
                  <a:pt x="14133" y="56579"/>
                </a:cubicBezTo>
                <a:close/>
                <a:moveTo>
                  <a:pt x="98649" y="226314"/>
                </a:moveTo>
                <a:cubicBezTo>
                  <a:pt x="98649" y="249841"/>
                  <a:pt x="79868" y="268700"/>
                  <a:pt x="56439" y="268700"/>
                </a:cubicBezTo>
                <a:cubicBezTo>
                  <a:pt x="33009" y="268700"/>
                  <a:pt x="14228" y="249841"/>
                  <a:pt x="14228" y="226314"/>
                </a:cubicBezTo>
                <a:cubicBezTo>
                  <a:pt x="14228" y="202787"/>
                  <a:pt x="33009" y="183928"/>
                  <a:pt x="56439" y="183928"/>
                </a:cubicBezTo>
                <a:cubicBezTo>
                  <a:pt x="79868" y="183928"/>
                  <a:pt x="98649" y="202787"/>
                  <a:pt x="98649" y="226314"/>
                </a:cubicBezTo>
                <a:close/>
                <a:moveTo>
                  <a:pt x="289876" y="50387"/>
                </a:moveTo>
                <a:cubicBezTo>
                  <a:pt x="298129" y="45625"/>
                  <a:pt x="308657" y="46863"/>
                  <a:pt x="316910" y="52769"/>
                </a:cubicBezTo>
                <a:cubicBezTo>
                  <a:pt x="316910" y="52769"/>
                  <a:pt x="272584" y="79502"/>
                  <a:pt x="183923" y="132969"/>
                </a:cubicBezTo>
                <a:cubicBezTo>
                  <a:pt x="178612" y="129731"/>
                  <a:pt x="173015" y="126397"/>
                  <a:pt x="167229" y="122968"/>
                </a:cubicBezTo>
                <a:cubicBezTo>
                  <a:pt x="197962" y="104775"/>
                  <a:pt x="237801" y="81248"/>
                  <a:pt x="289971" y="50387"/>
                </a:cubicBezTo>
                <a:close/>
                <a:moveTo>
                  <a:pt x="307424" y="233267"/>
                </a:moveTo>
                <a:cubicBezTo>
                  <a:pt x="300405" y="235648"/>
                  <a:pt x="294524" y="234410"/>
                  <a:pt x="289781" y="232124"/>
                </a:cubicBezTo>
                <a:cubicBezTo>
                  <a:pt x="289781" y="232124"/>
                  <a:pt x="238493" y="201866"/>
                  <a:pt x="135927" y="141351"/>
                </a:cubicBezTo>
                <a:cubicBezTo>
                  <a:pt x="140954" y="138398"/>
                  <a:pt x="146361" y="135160"/>
                  <a:pt x="152147" y="131731"/>
                </a:cubicBezTo>
                <a:cubicBezTo>
                  <a:pt x="161158" y="137065"/>
                  <a:pt x="194357" y="156591"/>
                  <a:pt x="316815" y="228505"/>
                </a:cubicBezTo>
                <a:cubicBezTo>
                  <a:pt x="313305" y="230886"/>
                  <a:pt x="310934" y="233172"/>
                  <a:pt x="307424" y="23317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" name="Graphic 4">
            <a:extLst>
              <a:ext uri="{FF2B5EF4-FFF2-40B4-BE49-F238E27FC236}">
                <a16:creationId xmlns:a16="http://schemas.microsoft.com/office/drawing/2014/main" id="{4ACB198B-A392-CDD7-B2C5-9C79E34E890A}"/>
              </a:ext>
            </a:extLst>
          </p:cNvPr>
          <p:cNvSpPr/>
          <p:nvPr/>
        </p:nvSpPr>
        <p:spPr>
          <a:xfrm>
            <a:off x="1332401" y="907639"/>
            <a:ext cx="443125" cy="374712"/>
          </a:xfrm>
          <a:custGeom>
            <a:avLst/>
            <a:gdLst>
              <a:gd name="connsiteX0" fmla="*/ 330948 w 334541"/>
              <a:gd name="connsiteY0" fmla="*/ 221552 h 282892"/>
              <a:gd name="connsiteX1" fmla="*/ 197203 w 334541"/>
              <a:gd name="connsiteY1" fmla="*/ 141065 h 282892"/>
              <a:gd name="connsiteX2" fmla="*/ 330948 w 334541"/>
              <a:gd name="connsiteY2" fmla="*/ 61055 h 282892"/>
              <a:gd name="connsiteX3" fmla="*/ 333320 w 334541"/>
              <a:gd name="connsiteY3" fmla="*/ 51625 h 282892"/>
              <a:gd name="connsiteX4" fmla="*/ 282857 w 334541"/>
              <a:gd name="connsiteY4" fmla="*/ 38576 h 282892"/>
              <a:gd name="connsiteX5" fmla="*/ 122458 w 334541"/>
              <a:gd name="connsiteY5" fmla="*/ 133350 h 282892"/>
              <a:gd name="connsiteX6" fmla="*/ 79393 w 334541"/>
              <a:gd name="connsiteY6" fmla="*/ 107918 h 282892"/>
              <a:gd name="connsiteX7" fmla="*/ 112687 w 334541"/>
              <a:gd name="connsiteY7" fmla="*/ 56579 h 282892"/>
              <a:gd name="connsiteX8" fmla="*/ 56344 w 334541"/>
              <a:gd name="connsiteY8" fmla="*/ 0 h 282892"/>
              <a:gd name="connsiteX9" fmla="*/ 0 w 334541"/>
              <a:gd name="connsiteY9" fmla="*/ 56579 h 282892"/>
              <a:gd name="connsiteX10" fmla="*/ 56344 w 334541"/>
              <a:gd name="connsiteY10" fmla="*/ 113157 h 282892"/>
              <a:gd name="connsiteX11" fmla="*/ 60802 w 334541"/>
              <a:gd name="connsiteY11" fmla="*/ 112967 h 282892"/>
              <a:gd name="connsiteX12" fmla="*/ 108988 w 334541"/>
              <a:gd name="connsiteY12" fmla="*/ 141351 h 282892"/>
              <a:gd name="connsiteX13" fmla="*/ 60612 w 334541"/>
              <a:gd name="connsiteY13" fmla="*/ 169926 h 282892"/>
              <a:gd name="connsiteX14" fmla="*/ 56439 w 334541"/>
              <a:gd name="connsiteY14" fmla="*/ 169736 h 282892"/>
              <a:gd name="connsiteX15" fmla="*/ 95 w 334541"/>
              <a:gd name="connsiteY15" fmla="*/ 226314 h 282892"/>
              <a:gd name="connsiteX16" fmla="*/ 56439 w 334541"/>
              <a:gd name="connsiteY16" fmla="*/ 282892 h 282892"/>
              <a:gd name="connsiteX17" fmla="*/ 112782 w 334541"/>
              <a:gd name="connsiteY17" fmla="*/ 226314 h 282892"/>
              <a:gd name="connsiteX18" fmla="*/ 79583 w 334541"/>
              <a:gd name="connsiteY18" fmla="*/ 174784 h 282892"/>
              <a:gd name="connsiteX19" fmla="*/ 122647 w 334541"/>
              <a:gd name="connsiteY19" fmla="*/ 149352 h 282892"/>
              <a:gd name="connsiteX20" fmla="*/ 282857 w 334541"/>
              <a:gd name="connsiteY20" fmla="*/ 243935 h 282892"/>
              <a:gd name="connsiteX21" fmla="*/ 300500 w 334541"/>
              <a:gd name="connsiteY21" fmla="*/ 248602 h 282892"/>
              <a:gd name="connsiteX22" fmla="*/ 311029 w 334541"/>
              <a:gd name="connsiteY22" fmla="*/ 247460 h 282892"/>
              <a:gd name="connsiteX23" fmla="*/ 333320 w 334541"/>
              <a:gd name="connsiteY23" fmla="*/ 230981 h 282892"/>
              <a:gd name="connsiteX24" fmla="*/ 330948 w 334541"/>
              <a:gd name="connsiteY24" fmla="*/ 221552 h 282892"/>
              <a:gd name="connsiteX25" fmla="*/ 14133 w 334541"/>
              <a:gd name="connsiteY25" fmla="*/ 56579 h 282892"/>
              <a:gd name="connsiteX26" fmla="*/ 56344 w 334541"/>
              <a:gd name="connsiteY26" fmla="*/ 14192 h 282892"/>
              <a:gd name="connsiteX27" fmla="*/ 98554 w 334541"/>
              <a:gd name="connsiteY27" fmla="*/ 56579 h 282892"/>
              <a:gd name="connsiteX28" fmla="*/ 56344 w 334541"/>
              <a:gd name="connsiteY28" fmla="*/ 98965 h 282892"/>
              <a:gd name="connsiteX29" fmla="*/ 14133 w 334541"/>
              <a:gd name="connsiteY29" fmla="*/ 56579 h 282892"/>
              <a:gd name="connsiteX30" fmla="*/ 98649 w 334541"/>
              <a:gd name="connsiteY30" fmla="*/ 226314 h 282892"/>
              <a:gd name="connsiteX31" fmla="*/ 56439 w 334541"/>
              <a:gd name="connsiteY31" fmla="*/ 268700 h 282892"/>
              <a:gd name="connsiteX32" fmla="*/ 14228 w 334541"/>
              <a:gd name="connsiteY32" fmla="*/ 226314 h 282892"/>
              <a:gd name="connsiteX33" fmla="*/ 56439 w 334541"/>
              <a:gd name="connsiteY33" fmla="*/ 183928 h 282892"/>
              <a:gd name="connsiteX34" fmla="*/ 98649 w 334541"/>
              <a:gd name="connsiteY34" fmla="*/ 226314 h 282892"/>
              <a:gd name="connsiteX35" fmla="*/ 289876 w 334541"/>
              <a:gd name="connsiteY35" fmla="*/ 50387 h 282892"/>
              <a:gd name="connsiteX36" fmla="*/ 316910 w 334541"/>
              <a:gd name="connsiteY36" fmla="*/ 52769 h 282892"/>
              <a:gd name="connsiteX37" fmla="*/ 183923 w 334541"/>
              <a:gd name="connsiteY37" fmla="*/ 132969 h 282892"/>
              <a:gd name="connsiteX38" fmla="*/ 167229 w 334541"/>
              <a:gd name="connsiteY38" fmla="*/ 122968 h 282892"/>
              <a:gd name="connsiteX39" fmla="*/ 289971 w 334541"/>
              <a:gd name="connsiteY39" fmla="*/ 50387 h 282892"/>
              <a:gd name="connsiteX40" fmla="*/ 307424 w 334541"/>
              <a:gd name="connsiteY40" fmla="*/ 233267 h 282892"/>
              <a:gd name="connsiteX41" fmla="*/ 289781 w 334541"/>
              <a:gd name="connsiteY41" fmla="*/ 232124 h 282892"/>
              <a:gd name="connsiteX42" fmla="*/ 135927 w 334541"/>
              <a:gd name="connsiteY42" fmla="*/ 141351 h 282892"/>
              <a:gd name="connsiteX43" fmla="*/ 152147 w 334541"/>
              <a:gd name="connsiteY43" fmla="*/ 131731 h 282892"/>
              <a:gd name="connsiteX44" fmla="*/ 316815 w 334541"/>
              <a:gd name="connsiteY44" fmla="*/ 228505 h 282892"/>
              <a:gd name="connsiteX45" fmla="*/ 307424 w 334541"/>
              <a:gd name="connsiteY45" fmla="*/ 233172 h 282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34541" h="282892">
                <a:moveTo>
                  <a:pt x="330948" y="221552"/>
                </a:moveTo>
                <a:cubicBezTo>
                  <a:pt x="330948" y="221552"/>
                  <a:pt x="330853" y="221552"/>
                  <a:pt x="197203" y="141065"/>
                </a:cubicBezTo>
                <a:cubicBezTo>
                  <a:pt x="211906" y="132302"/>
                  <a:pt x="247002" y="111252"/>
                  <a:pt x="330948" y="61055"/>
                </a:cubicBezTo>
                <a:cubicBezTo>
                  <a:pt x="334458" y="58674"/>
                  <a:pt x="335596" y="55150"/>
                  <a:pt x="333320" y="51625"/>
                </a:cubicBezTo>
                <a:cubicBezTo>
                  <a:pt x="322791" y="35052"/>
                  <a:pt x="299267" y="28004"/>
                  <a:pt x="282857" y="38576"/>
                </a:cubicBezTo>
                <a:cubicBezTo>
                  <a:pt x="282857" y="38576"/>
                  <a:pt x="229387" y="70168"/>
                  <a:pt x="122458" y="133350"/>
                </a:cubicBezTo>
                <a:cubicBezTo>
                  <a:pt x="109178" y="125540"/>
                  <a:pt x="94855" y="117062"/>
                  <a:pt x="79393" y="107918"/>
                </a:cubicBezTo>
                <a:cubicBezTo>
                  <a:pt x="98839" y="98869"/>
                  <a:pt x="112687" y="78962"/>
                  <a:pt x="112687" y="56579"/>
                </a:cubicBezTo>
                <a:cubicBezTo>
                  <a:pt x="112687" y="24765"/>
                  <a:pt x="86887" y="0"/>
                  <a:pt x="56344" y="0"/>
                </a:cubicBezTo>
                <a:cubicBezTo>
                  <a:pt x="25801" y="0"/>
                  <a:pt x="0" y="24765"/>
                  <a:pt x="0" y="56579"/>
                </a:cubicBezTo>
                <a:cubicBezTo>
                  <a:pt x="0" y="88392"/>
                  <a:pt x="24662" y="113157"/>
                  <a:pt x="56344" y="113157"/>
                </a:cubicBezTo>
                <a:cubicBezTo>
                  <a:pt x="57861" y="113157"/>
                  <a:pt x="59284" y="113062"/>
                  <a:pt x="60802" y="112967"/>
                </a:cubicBezTo>
                <a:cubicBezTo>
                  <a:pt x="63932" y="114776"/>
                  <a:pt x="74271" y="120967"/>
                  <a:pt x="108988" y="141351"/>
                </a:cubicBezTo>
                <a:cubicBezTo>
                  <a:pt x="94096" y="150114"/>
                  <a:pt x="78066" y="159639"/>
                  <a:pt x="60612" y="169926"/>
                </a:cubicBezTo>
                <a:cubicBezTo>
                  <a:pt x="59189" y="169831"/>
                  <a:pt x="57861" y="169736"/>
                  <a:pt x="56439" y="169736"/>
                </a:cubicBezTo>
                <a:cubicBezTo>
                  <a:pt x="24757" y="169736"/>
                  <a:pt x="95" y="194500"/>
                  <a:pt x="95" y="226314"/>
                </a:cubicBezTo>
                <a:cubicBezTo>
                  <a:pt x="95" y="258127"/>
                  <a:pt x="24757" y="282892"/>
                  <a:pt x="56439" y="282892"/>
                </a:cubicBezTo>
                <a:cubicBezTo>
                  <a:pt x="88120" y="282892"/>
                  <a:pt x="112782" y="256985"/>
                  <a:pt x="112782" y="226314"/>
                </a:cubicBezTo>
                <a:cubicBezTo>
                  <a:pt x="112782" y="203073"/>
                  <a:pt x="98934" y="183547"/>
                  <a:pt x="79583" y="174784"/>
                </a:cubicBezTo>
                <a:cubicBezTo>
                  <a:pt x="87836" y="169926"/>
                  <a:pt x="101210" y="162020"/>
                  <a:pt x="122647" y="149352"/>
                </a:cubicBezTo>
                <a:cubicBezTo>
                  <a:pt x="155657" y="168878"/>
                  <a:pt x="206119" y="198596"/>
                  <a:pt x="282857" y="243935"/>
                </a:cubicBezTo>
                <a:cubicBezTo>
                  <a:pt x="287600" y="247460"/>
                  <a:pt x="294619" y="248602"/>
                  <a:pt x="300500" y="248602"/>
                </a:cubicBezTo>
                <a:cubicBezTo>
                  <a:pt x="304010" y="248602"/>
                  <a:pt x="307519" y="248602"/>
                  <a:pt x="311029" y="247460"/>
                </a:cubicBezTo>
                <a:cubicBezTo>
                  <a:pt x="320419" y="245078"/>
                  <a:pt x="328672" y="239268"/>
                  <a:pt x="333320" y="230981"/>
                </a:cubicBezTo>
                <a:cubicBezTo>
                  <a:pt x="335691" y="227457"/>
                  <a:pt x="334458" y="222790"/>
                  <a:pt x="330948" y="221552"/>
                </a:cubicBezTo>
                <a:close/>
                <a:moveTo>
                  <a:pt x="14133" y="56579"/>
                </a:moveTo>
                <a:cubicBezTo>
                  <a:pt x="14133" y="33052"/>
                  <a:pt x="32915" y="14192"/>
                  <a:pt x="56344" y="14192"/>
                </a:cubicBezTo>
                <a:cubicBezTo>
                  <a:pt x="79773" y="14192"/>
                  <a:pt x="98554" y="33052"/>
                  <a:pt x="98554" y="56579"/>
                </a:cubicBezTo>
                <a:cubicBezTo>
                  <a:pt x="98554" y="80105"/>
                  <a:pt x="79773" y="98965"/>
                  <a:pt x="56344" y="98965"/>
                </a:cubicBezTo>
                <a:cubicBezTo>
                  <a:pt x="32915" y="98965"/>
                  <a:pt x="14133" y="80105"/>
                  <a:pt x="14133" y="56579"/>
                </a:cubicBezTo>
                <a:close/>
                <a:moveTo>
                  <a:pt x="98649" y="226314"/>
                </a:moveTo>
                <a:cubicBezTo>
                  <a:pt x="98649" y="249841"/>
                  <a:pt x="79868" y="268700"/>
                  <a:pt x="56439" y="268700"/>
                </a:cubicBezTo>
                <a:cubicBezTo>
                  <a:pt x="33009" y="268700"/>
                  <a:pt x="14228" y="249841"/>
                  <a:pt x="14228" y="226314"/>
                </a:cubicBezTo>
                <a:cubicBezTo>
                  <a:pt x="14228" y="202787"/>
                  <a:pt x="33009" y="183928"/>
                  <a:pt x="56439" y="183928"/>
                </a:cubicBezTo>
                <a:cubicBezTo>
                  <a:pt x="79868" y="183928"/>
                  <a:pt x="98649" y="202787"/>
                  <a:pt x="98649" y="226314"/>
                </a:cubicBezTo>
                <a:close/>
                <a:moveTo>
                  <a:pt x="289876" y="50387"/>
                </a:moveTo>
                <a:cubicBezTo>
                  <a:pt x="298129" y="45625"/>
                  <a:pt x="308657" y="46863"/>
                  <a:pt x="316910" y="52769"/>
                </a:cubicBezTo>
                <a:cubicBezTo>
                  <a:pt x="316910" y="52769"/>
                  <a:pt x="272584" y="79502"/>
                  <a:pt x="183923" y="132969"/>
                </a:cubicBezTo>
                <a:cubicBezTo>
                  <a:pt x="178612" y="129731"/>
                  <a:pt x="173015" y="126397"/>
                  <a:pt x="167229" y="122968"/>
                </a:cubicBezTo>
                <a:cubicBezTo>
                  <a:pt x="197962" y="104775"/>
                  <a:pt x="237801" y="81248"/>
                  <a:pt x="289971" y="50387"/>
                </a:cubicBezTo>
                <a:close/>
                <a:moveTo>
                  <a:pt x="307424" y="233267"/>
                </a:moveTo>
                <a:cubicBezTo>
                  <a:pt x="300405" y="235648"/>
                  <a:pt x="294524" y="234410"/>
                  <a:pt x="289781" y="232124"/>
                </a:cubicBezTo>
                <a:cubicBezTo>
                  <a:pt x="289781" y="232124"/>
                  <a:pt x="238493" y="201866"/>
                  <a:pt x="135927" y="141351"/>
                </a:cubicBezTo>
                <a:cubicBezTo>
                  <a:pt x="140954" y="138398"/>
                  <a:pt x="146361" y="135160"/>
                  <a:pt x="152147" y="131731"/>
                </a:cubicBezTo>
                <a:cubicBezTo>
                  <a:pt x="161158" y="137065"/>
                  <a:pt x="194357" y="156591"/>
                  <a:pt x="316815" y="228505"/>
                </a:cubicBezTo>
                <a:cubicBezTo>
                  <a:pt x="313305" y="230886"/>
                  <a:pt x="310934" y="233172"/>
                  <a:pt x="307424" y="23317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" name="Graphic 4">
            <a:extLst>
              <a:ext uri="{FF2B5EF4-FFF2-40B4-BE49-F238E27FC236}">
                <a16:creationId xmlns:a16="http://schemas.microsoft.com/office/drawing/2014/main" id="{A2477DCA-2BD6-D3E5-5A85-E1A110246C7A}"/>
              </a:ext>
            </a:extLst>
          </p:cNvPr>
          <p:cNvSpPr/>
          <p:nvPr/>
        </p:nvSpPr>
        <p:spPr>
          <a:xfrm>
            <a:off x="568369" y="1541623"/>
            <a:ext cx="443125" cy="374712"/>
          </a:xfrm>
          <a:custGeom>
            <a:avLst/>
            <a:gdLst>
              <a:gd name="connsiteX0" fmla="*/ 330948 w 334541"/>
              <a:gd name="connsiteY0" fmla="*/ 221552 h 282892"/>
              <a:gd name="connsiteX1" fmla="*/ 197203 w 334541"/>
              <a:gd name="connsiteY1" fmla="*/ 141065 h 282892"/>
              <a:gd name="connsiteX2" fmla="*/ 330948 w 334541"/>
              <a:gd name="connsiteY2" fmla="*/ 61055 h 282892"/>
              <a:gd name="connsiteX3" fmla="*/ 333320 w 334541"/>
              <a:gd name="connsiteY3" fmla="*/ 51625 h 282892"/>
              <a:gd name="connsiteX4" fmla="*/ 282857 w 334541"/>
              <a:gd name="connsiteY4" fmla="*/ 38576 h 282892"/>
              <a:gd name="connsiteX5" fmla="*/ 122458 w 334541"/>
              <a:gd name="connsiteY5" fmla="*/ 133350 h 282892"/>
              <a:gd name="connsiteX6" fmla="*/ 79393 w 334541"/>
              <a:gd name="connsiteY6" fmla="*/ 107918 h 282892"/>
              <a:gd name="connsiteX7" fmla="*/ 112687 w 334541"/>
              <a:gd name="connsiteY7" fmla="*/ 56579 h 282892"/>
              <a:gd name="connsiteX8" fmla="*/ 56344 w 334541"/>
              <a:gd name="connsiteY8" fmla="*/ 0 h 282892"/>
              <a:gd name="connsiteX9" fmla="*/ 0 w 334541"/>
              <a:gd name="connsiteY9" fmla="*/ 56579 h 282892"/>
              <a:gd name="connsiteX10" fmla="*/ 56344 w 334541"/>
              <a:gd name="connsiteY10" fmla="*/ 113157 h 282892"/>
              <a:gd name="connsiteX11" fmla="*/ 60802 w 334541"/>
              <a:gd name="connsiteY11" fmla="*/ 112967 h 282892"/>
              <a:gd name="connsiteX12" fmla="*/ 108988 w 334541"/>
              <a:gd name="connsiteY12" fmla="*/ 141351 h 282892"/>
              <a:gd name="connsiteX13" fmla="*/ 60612 w 334541"/>
              <a:gd name="connsiteY13" fmla="*/ 169926 h 282892"/>
              <a:gd name="connsiteX14" fmla="*/ 56439 w 334541"/>
              <a:gd name="connsiteY14" fmla="*/ 169736 h 282892"/>
              <a:gd name="connsiteX15" fmla="*/ 95 w 334541"/>
              <a:gd name="connsiteY15" fmla="*/ 226314 h 282892"/>
              <a:gd name="connsiteX16" fmla="*/ 56439 w 334541"/>
              <a:gd name="connsiteY16" fmla="*/ 282892 h 282892"/>
              <a:gd name="connsiteX17" fmla="*/ 112782 w 334541"/>
              <a:gd name="connsiteY17" fmla="*/ 226314 h 282892"/>
              <a:gd name="connsiteX18" fmla="*/ 79583 w 334541"/>
              <a:gd name="connsiteY18" fmla="*/ 174784 h 282892"/>
              <a:gd name="connsiteX19" fmla="*/ 122647 w 334541"/>
              <a:gd name="connsiteY19" fmla="*/ 149352 h 282892"/>
              <a:gd name="connsiteX20" fmla="*/ 282857 w 334541"/>
              <a:gd name="connsiteY20" fmla="*/ 243935 h 282892"/>
              <a:gd name="connsiteX21" fmla="*/ 300500 w 334541"/>
              <a:gd name="connsiteY21" fmla="*/ 248602 h 282892"/>
              <a:gd name="connsiteX22" fmla="*/ 311029 w 334541"/>
              <a:gd name="connsiteY22" fmla="*/ 247460 h 282892"/>
              <a:gd name="connsiteX23" fmla="*/ 333320 w 334541"/>
              <a:gd name="connsiteY23" fmla="*/ 230981 h 282892"/>
              <a:gd name="connsiteX24" fmla="*/ 330948 w 334541"/>
              <a:gd name="connsiteY24" fmla="*/ 221552 h 282892"/>
              <a:gd name="connsiteX25" fmla="*/ 14133 w 334541"/>
              <a:gd name="connsiteY25" fmla="*/ 56579 h 282892"/>
              <a:gd name="connsiteX26" fmla="*/ 56344 w 334541"/>
              <a:gd name="connsiteY26" fmla="*/ 14192 h 282892"/>
              <a:gd name="connsiteX27" fmla="*/ 98554 w 334541"/>
              <a:gd name="connsiteY27" fmla="*/ 56579 h 282892"/>
              <a:gd name="connsiteX28" fmla="*/ 56344 w 334541"/>
              <a:gd name="connsiteY28" fmla="*/ 98965 h 282892"/>
              <a:gd name="connsiteX29" fmla="*/ 14133 w 334541"/>
              <a:gd name="connsiteY29" fmla="*/ 56579 h 282892"/>
              <a:gd name="connsiteX30" fmla="*/ 98649 w 334541"/>
              <a:gd name="connsiteY30" fmla="*/ 226314 h 282892"/>
              <a:gd name="connsiteX31" fmla="*/ 56439 w 334541"/>
              <a:gd name="connsiteY31" fmla="*/ 268700 h 282892"/>
              <a:gd name="connsiteX32" fmla="*/ 14228 w 334541"/>
              <a:gd name="connsiteY32" fmla="*/ 226314 h 282892"/>
              <a:gd name="connsiteX33" fmla="*/ 56439 w 334541"/>
              <a:gd name="connsiteY33" fmla="*/ 183928 h 282892"/>
              <a:gd name="connsiteX34" fmla="*/ 98649 w 334541"/>
              <a:gd name="connsiteY34" fmla="*/ 226314 h 282892"/>
              <a:gd name="connsiteX35" fmla="*/ 289876 w 334541"/>
              <a:gd name="connsiteY35" fmla="*/ 50387 h 282892"/>
              <a:gd name="connsiteX36" fmla="*/ 316910 w 334541"/>
              <a:gd name="connsiteY36" fmla="*/ 52769 h 282892"/>
              <a:gd name="connsiteX37" fmla="*/ 183923 w 334541"/>
              <a:gd name="connsiteY37" fmla="*/ 132969 h 282892"/>
              <a:gd name="connsiteX38" fmla="*/ 167229 w 334541"/>
              <a:gd name="connsiteY38" fmla="*/ 122968 h 282892"/>
              <a:gd name="connsiteX39" fmla="*/ 289971 w 334541"/>
              <a:gd name="connsiteY39" fmla="*/ 50387 h 282892"/>
              <a:gd name="connsiteX40" fmla="*/ 307424 w 334541"/>
              <a:gd name="connsiteY40" fmla="*/ 233267 h 282892"/>
              <a:gd name="connsiteX41" fmla="*/ 289781 w 334541"/>
              <a:gd name="connsiteY41" fmla="*/ 232124 h 282892"/>
              <a:gd name="connsiteX42" fmla="*/ 135927 w 334541"/>
              <a:gd name="connsiteY42" fmla="*/ 141351 h 282892"/>
              <a:gd name="connsiteX43" fmla="*/ 152147 w 334541"/>
              <a:gd name="connsiteY43" fmla="*/ 131731 h 282892"/>
              <a:gd name="connsiteX44" fmla="*/ 316815 w 334541"/>
              <a:gd name="connsiteY44" fmla="*/ 228505 h 282892"/>
              <a:gd name="connsiteX45" fmla="*/ 307424 w 334541"/>
              <a:gd name="connsiteY45" fmla="*/ 233172 h 282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34541" h="282892">
                <a:moveTo>
                  <a:pt x="330948" y="221552"/>
                </a:moveTo>
                <a:cubicBezTo>
                  <a:pt x="330948" y="221552"/>
                  <a:pt x="330853" y="221552"/>
                  <a:pt x="197203" y="141065"/>
                </a:cubicBezTo>
                <a:cubicBezTo>
                  <a:pt x="211906" y="132302"/>
                  <a:pt x="247002" y="111252"/>
                  <a:pt x="330948" y="61055"/>
                </a:cubicBezTo>
                <a:cubicBezTo>
                  <a:pt x="334458" y="58674"/>
                  <a:pt x="335596" y="55150"/>
                  <a:pt x="333320" y="51625"/>
                </a:cubicBezTo>
                <a:cubicBezTo>
                  <a:pt x="322791" y="35052"/>
                  <a:pt x="299267" y="28004"/>
                  <a:pt x="282857" y="38576"/>
                </a:cubicBezTo>
                <a:cubicBezTo>
                  <a:pt x="282857" y="38576"/>
                  <a:pt x="229387" y="70168"/>
                  <a:pt x="122458" y="133350"/>
                </a:cubicBezTo>
                <a:cubicBezTo>
                  <a:pt x="109178" y="125540"/>
                  <a:pt x="94855" y="117062"/>
                  <a:pt x="79393" y="107918"/>
                </a:cubicBezTo>
                <a:cubicBezTo>
                  <a:pt x="98839" y="98869"/>
                  <a:pt x="112687" y="78962"/>
                  <a:pt x="112687" y="56579"/>
                </a:cubicBezTo>
                <a:cubicBezTo>
                  <a:pt x="112687" y="24765"/>
                  <a:pt x="86887" y="0"/>
                  <a:pt x="56344" y="0"/>
                </a:cubicBezTo>
                <a:cubicBezTo>
                  <a:pt x="25801" y="0"/>
                  <a:pt x="0" y="24765"/>
                  <a:pt x="0" y="56579"/>
                </a:cubicBezTo>
                <a:cubicBezTo>
                  <a:pt x="0" y="88392"/>
                  <a:pt x="24662" y="113157"/>
                  <a:pt x="56344" y="113157"/>
                </a:cubicBezTo>
                <a:cubicBezTo>
                  <a:pt x="57861" y="113157"/>
                  <a:pt x="59284" y="113062"/>
                  <a:pt x="60802" y="112967"/>
                </a:cubicBezTo>
                <a:cubicBezTo>
                  <a:pt x="63932" y="114776"/>
                  <a:pt x="74271" y="120967"/>
                  <a:pt x="108988" y="141351"/>
                </a:cubicBezTo>
                <a:cubicBezTo>
                  <a:pt x="94096" y="150114"/>
                  <a:pt x="78066" y="159639"/>
                  <a:pt x="60612" y="169926"/>
                </a:cubicBezTo>
                <a:cubicBezTo>
                  <a:pt x="59189" y="169831"/>
                  <a:pt x="57861" y="169736"/>
                  <a:pt x="56439" y="169736"/>
                </a:cubicBezTo>
                <a:cubicBezTo>
                  <a:pt x="24757" y="169736"/>
                  <a:pt x="95" y="194500"/>
                  <a:pt x="95" y="226314"/>
                </a:cubicBezTo>
                <a:cubicBezTo>
                  <a:pt x="95" y="258127"/>
                  <a:pt x="24757" y="282892"/>
                  <a:pt x="56439" y="282892"/>
                </a:cubicBezTo>
                <a:cubicBezTo>
                  <a:pt x="88120" y="282892"/>
                  <a:pt x="112782" y="256985"/>
                  <a:pt x="112782" y="226314"/>
                </a:cubicBezTo>
                <a:cubicBezTo>
                  <a:pt x="112782" y="203073"/>
                  <a:pt x="98934" y="183547"/>
                  <a:pt x="79583" y="174784"/>
                </a:cubicBezTo>
                <a:cubicBezTo>
                  <a:pt x="87836" y="169926"/>
                  <a:pt x="101210" y="162020"/>
                  <a:pt x="122647" y="149352"/>
                </a:cubicBezTo>
                <a:cubicBezTo>
                  <a:pt x="155657" y="168878"/>
                  <a:pt x="206119" y="198596"/>
                  <a:pt x="282857" y="243935"/>
                </a:cubicBezTo>
                <a:cubicBezTo>
                  <a:pt x="287600" y="247460"/>
                  <a:pt x="294619" y="248602"/>
                  <a:pt x="300500" y="248602"/>
                </a:cubicBezTo>
                <a:cubicBezTo>
                  <a:pt x="304010" y="248602"/>
                  <a:pt x="307519" y="248602"/>
                  <a:pt x="311029" y="247460"/>
                </a:cubicBezTo>
                <a:cubicBezTo>
                  <a:pt x="320419" y="245078"/>
                  <a:pt x="328672" y="239268"/>
                  <a:pt x="333320" y="230981"/>
                </a:cubicBezTo>
                <a:cubicBezTo>
                  <a:pt x="335691" y="227457"/>
                  <a:pt x="334458" y="222790"/>
                  <a:pt x="330948" y="221552"/>
                </a:cubicBezTo>
                <a:close/>
                <a:moveTo>
                  <a:pt x="14133" y="56579"/>
                </a:moveTo>
                <a:cubicBezTo>
                  <a:pt x="14133" y="33052"/>
                  <a:pt x="32915" y="14192"/>
                  <a:pt x="56344" y="14192"/>
                </a:cubicBezTo>
                <a:cubicBezTo>
                  <a:pt x="79773" y="14192"/>
                  <a:pt x="98554" y="33052"/>
                  <a:pt x="98554" y="56579"/>
                </a:cubicBezTo>
                <a:cubicBezTo>
                  <a:pt x="98554" y="80105"/>
                  <a:pt x="79773" y="98965"/>
                  <a:pt x="56344" y="98965"/>
                </a:cubicBezTo>
                <a:cubicBezTo>
                  <a:pt x="32915" y="98965"/>
                  <a:pt x="14133" y="80105"/>
                  <a:pt x="14133" y="56579"/>
                </a:cubicBezTo>
                <a:close/>
                <a:moveTo>
                  <a:pt x="98649" y="226314"/>
                </a:moveTo>
                <a:cubicBezTo>
                  <a:pt x="98649" y="249841"/>
                  <a:pt x="79868" y="268700"/>
                  <a:pt x="56439" y="268700"/>
                </a:cubicBezTo>
                <a:cubicBezTo>
                  <a:pt x="33009" y="268700"/>
                  <a:pt x="14228" y="249841"/>
                  <a:pt x="14228" y="226314"/>
                </a:cubicBezTo>
                <a:cubicBezTo>
                  <a:pt x="14228" y="202787"/>
                  <a:pt x="33009" y="183928"/>
                  <a:pt x="56439" y="183928"/>
                </a:cubicBezTo>
                <a:cubicBezTo>
                  <a:pt x="79868" y="183928"/>
                  <a:pt x="98649" y="202787"/>
                  <a:pt x="98649" y="226314"/>
                </a:cubicBezTo>
                <a:close/>
                <a:moveTo>
                  <a:pt x="289876" y="50387"/>
                </a:moveTo>
                <a:cubicBezTo>
                  <a:pt x="298129" y="45625"/>
                  <a:pt x="308657" y="46863"/>
                  <a:pt x="316910" y="52769"/>
                </a:cubicBezTo>
                <a:cubicBezTo>
                  <a:pt x="316910" y="52769"/>
                  <a:pt x="272584" y="79502"/>
                  <a:pt x="183923" y="132969"/>
                </a:cubicBezTo>
                <a:cubicBezTo>
                  <a:pt x="178612" y="129731"/>
                  <a:pt x="173015" y="126397"/>
                  <a:pt x="167229" y="122968"/>
                </a:cubicBezTo>
                <a:cubicBezTo>
                  <a:pt x="197962" y="104775"/>
                  <a:pt x="237801" y="81248"/>
                  <a:pt x="289971" y="50387"/>
                </a:cubicBezTo>
                <a:close/>
                <a:moveTo>
                  <a:pt x="307424" y="233267"/>
                </a:moveTo>
                <a:cubicBezTo>
                  <a:pt x="300405" y="235648"/>
                  <a:pt x="294524" y="234410"/>
                  <a:pt x="289781" y="232124"/>
                </a:cubicBezTo>
                <a:cubicBezTo>
                  <a:pt x="289781" y="232124"/>
                  <a:pt x="238493" y="201866"/>
                  <a:pt x="135927" y="141351"/>
                </a:cubicBezTo>
                <a:cubicBezTo>
                  <a:pt x="140954" y="138398"/>
                  <a:pt x="146361" y="135160"/>
                  <a:pt x="152147" y="131731"/>
                </a:cubicBezTo>
                <a:cubicBezTo>
                  <a:pt x="161158" y="137065"/>
                  <a:pt x="194357" y="156591"/>
                  <a:pt x="316815" y="228505"/>
                </a:cubicBezTo>
                <a:cubicBezTo>
                  <a:pt x="313305" y="230886"/>
                  <a:pt x="310934" y="233172"/>
                  <a:pt x="307424" y="23317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" name="Graphic 4">
            <a:extLst>
              <a:ext uri="{FF2B5EF4-FFF2-40B4-BE49-F238E27FC236}">
                <a16:creationId xmlns:a16="http://schemas.microsoft.com/office/drawing/2014/main" id="{682BD703-78A5-6DD5-88B5-7B0EE9CB01EF}"/>
              </a:ext>
            </a:extLst>
          </p:cNvPr>
          <p:cNvSpPr/>
          <p:nvPr/>
        </p:nvSpPr>
        <p:spPr>
          <a:xfrm>
            <a:off x="1332401" y="1541623"/>
            <a:ext cx="443125" cy="374712"/>
          </a:xfrm>
          <a:custGeom>
            <a:avLst/>
            <a:gdLst>
              <a:gd name="connsiteX0" fmla="*/ 330948 w 334541"/>
              <a:gd name="connsiteY0" fmla="*/ 221552 h 282892"/>
              <a:gd name="connsiteX1" fmla="*/ 197203 w 334541"/>
              <a:gd name="connsiteY1" fmla="*/ 141065 h 282892"/>
              <a:gd name="connsiteX2" fmla="*/ 330948 w 334541"/>
              <a:gd name="connsiteY2" fmla="*/ 61055 h 282892"/>
              <a:gd name="connsiteX3" fmla="*/ 333320 w 334541"/>
              <a:gd name="connsiteY3" fmla="*/ 51625 h 282892"/>
              <a:gd name="connsiteX4" fmla="*/ 282857 w 334541"/>
              <a:gd name="connsiteY4" fmla="*/ 38576 h 282892"/>
              <a:gd name="connsiteX5" fmla="*/ 122458 w 334541"/>
              <a:gd name="connsiteY5" fmla="*/ 133350 h 282892"/>
              <a:gd name="connsiteX6" fmla="*/ 79393 w 334541"/>
              <a:gd name="connsiteY6" fmla="*/ 107918 h 282892"/>
              <a:gd name="connsiteX7" fmla="*/ 112687 w 334541"/>
              <a:gd name="connsiteY7" fmla="*/ 56579 h 282892"/>
              <a:gd name="connsiteX8" fmla="*/ 56344 w 334541"/>
              <a:gd name="connsiteY8" fmla="*/ 0 h 282892"/>
              <a:gd name="connsiteX9" fmla="*/ 0 w 334541"/>
              <a:gd name="connsiteY9" fmla="*/ 56579 h 282892"/>
              <a:gd name="connsiteX10" fmla="*/ 56344 w 334541"/>
              <a:gd name="connsiteY10" fmla="*/ 113157 h 282892"/>
              <a:gd name="connsiteX11" fmla="*/ 60802 w 334541"/>
              <a:gd name="connsiteY11" fmla="*/ 112967 h 282892"/>
              <a:gd name="connsiteX12" fmla="*/ 108988 w 334541"/>
              <a:gd name="connsiteY12" fmla="*/ 141351 h 282892"/>
              <a:gd name="connsiteX13" fmla="*/ 60612 w 334541"/>
              <a:gd name="connsiteY13" fmla="*/ 169926 h 282892"/>
              <a:gd name="connsiteX14" fmla="*/ 56439 w 334541"/>
              <a:gd name="connsiteY14" fmla="*/ 169736 h 282892"/>
              <a:gd name="connsiteX15" fmla="*/ 95 w 334541"/>
              <a:gd name="connsiteY15" fmla="*/ 226314 h 282892"/>
              <a:gd name="connsiteX16" fmla="*/ 56439 w 334541"/>
              <a:gd name="connsiteY16" fmla="*/ 282892 h 282892"/>
              <a:gd name="connsiteX17" fmla="*/ 112782 w 334541"/>
              <a:gd name="connsiteY17" fmla="*/ 226314 h 282892"/>
              <a:gd name="connsiteX18" fmla="*/ 79583 w 334541"/>
              <a:gd name="connsiteY18" fmla="*/ 174784 h 282892"/>
              <a:gd name="connsiteX19" fmla="*/ 122647 w 334541"/>
              <a:gd name="connsiteY19" fmla="*/ 149352 h 282892"/>
              <a:gd name="connsiteX20" fmla="*/ 282857 w 334541"/>
              <a:gd name="connsiteY20" fmla="*/ 243935 h 282892"/>
              <a:gd name="connsiteX21" fmla="*/ 300500 w 334541"/>
              <a:gd name="connsiteY21" fmla="*/ 248602 h 282892"/>
              <a:gd name="connsiteX22" fmla="*/ 311029 w 334541"/>
              <a:gd name="connsiteY22" fmla="*/ 247460 h 282892"/>
              <a:gd name="connsiteX23" fmla="*/ 333320 w 334541"/>
              <a:gd name="connsiteY23" fmla="*/ 230981 h 282892"/>
              <a:gd name="connsiteX24" fmla="*/ 330948 w 334541"/>
              <a:gd name="connsiteY24" fmla="*/ 221552 h 282892"/>
              <a:gd name="connsiteX25" fmla="*/ 14133 w 334541"/>
              <a:gd name="connsiteY25" fmla="*/ 56579 h 282892"/>
              <a:gd name="connsiteX26" fmla="*/ 56344 w 334541"/>
              <a:gd name="connsiteY26" fmla="*/ 14192 h 282892"/>
              <a:gd name="connsiteX27" fmla="*/ 98554 w 334541"/>
              <a:gd name="connsiteY27" fmla="*/ 56579 h 282892"/>
              <a:gd name="connsiteX28" fmla="*/ 56344 w 334541"/>
              <a:gd name="connsiteY28" fmla="*/ 98965 h 282892"/>
              <a:gd name="connsiteX29" fmla="*/ 14133 w 334541"/>
              <a:gd name="connsiteY29" fmla="*/ 56579 h 282892"/>
              <a:gd name="connsiteX30" fmla="*/ 98649 w 334541"/>
              <a:gd name="connsiteY30" fmla="*/ 226314 h 282892"/>
              <a:gd name="connsiteX31" fmla="*/ 56439 w 334541"/>
              <a:gd name="connsiteY31" fmla="*/ 268700 h 282892"/>
              <a:gd name="connsiteX32" fmla="*/ 14228 w 334541"/>
              <a:gd name="connsiteY32" fmla="*/ 226314 h 282892"/>
              <a:gd name="connsiteX33" fmla="*/ 56439 w 334541"/>
              <a:gd name="connsiteY33" fmla="*/ 183928 h 282892"/>
              <a:gd name="connsiteX34" fmla="*/ 98649 w 334541"/>
              <a:gd name="connsiteY34" fmla="*/ 226314 h 282892"/>
              <a:gd name="connsiteX35" fmla="*/ 289876 w 334541"/>
              <a:gd name="connsiteY35" fmla="*/ 50387 h 282892"/>
              <a:gd name="connsiteX36" fmla="*/ 316910 w 334541"/>
              <a:gd name="connsiteY36" fmla="*/ 52769 h 282892"/>
              <a:gd name="connsiteX37" fmla="*/ 183923 w 334541"/>
              <a:gd name="connsiteY37" fmla="*/ 132969 h 282892"/>
              <a:gd name="connsiteX38" fmla="*/ 167229 w 334541"/>
              <a:gd name="connsiteY38" fmla="*/ 122968 h 282892"/>
              <a:gd name="connsiteX39" fmla="*/ 289971 w 334541"/>
              <a:gd name="connsiteY39" fmla="*/ 50387 h 282892"/>
              <a:gd name="connsiteX40" fmla="*/ 307424 w 334541"/>
              <a:gd name="connsiteY40" fmla="*/ 233267 h 282892"/>
              <a:gd name="connsiteX41" fmla="*/ 289781 w 334541"/>
              <a:gd name="connsiteY41" fmla="*/ 232124 h 282892"/>
              <a:gd name="connsiteX42" fmla="*/ 135927 w 334541"/>
              <a:gd name="connsiteY42" fmla="*/ 141351 h 282892"/>
              <a:gd name="connsiteX43" fmla="*/ 152147 w 334541"/>
              <a:gd name="connsiteY43" fmla="*/ 131731 h 282892"/>
              <a:gd name="connsiteX44" fmla="*/ 316815 w 334541"/>
              <a:gd name="connsiteY44" fmla="*/ 228505 h 282892"/>
              <a:gd name="connsiteX45" fmla="*/ 307424 w 334541"/>
              <a:gd name="connsiteY45" fmla="*/ 233172 h 282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34541" h="282892">
                <a:moveTo>
                  <a:pt x="330948" y="221552"/>
                </a:moveTo>
                <a:cubicBezTo>
                  <a:pt x="330948" y="221552"/>
                  <a:pt x="330853" y="221552"/>
                  <a:pt x="197203" y="141065"/>
                </a:cubicBezTo>
                <a:cubicBezTo>
                  <a:pt x="211906" y="132302"/>
                  <a:pt x="247002" y="111252"/>
                  <a:pt x="330948" y="61055"/>
                </a:cubicBezTo>
                <a:cubicBezTo>
                  <a:pt x="334458" y="58674"/>
                  <a:pt x="335596" y="55150"/>
                  <a:pt x="333320" y="51625"/>
                </a:cubicBezTo>
                <a:cubicBezTo>
                  <a:pt x="322791" y="35052"/>
                  <a:pt x="299267" y="28004"/>
                  <a:pt x="282857" y="38576"/>
                </a:cubicBezTo>
                <a:cubicBezTo>
                  <a:pt x="282857" y="38576"/>
                  <a:pt x="229387" y="70168"/>
                  <a:pt x="122458" y="133350"/>
                </a:cubicBezTo>
                <a:cubicBezTo>
                  <a:pt x="109178" y="125540"/>
                  <a:pt x="94855" y="117062"/>
                  <a:pt x="79393" y="107918"/>
                </a:cubicBezTo>
                <a:cubicBezTo>
                  <a:pt x="98839" y="98869"/>
                  <a:pt x="112687" y="78962"/>
                  <a:pt x="112687" y="56579"/>
                </a:cubicBezTo>
                <a:cubicBezTo>
                  <a:pt x="112687" y="24765"/>
                  <a:pt x="86887" y="0"/>
                  <a:pt x="56344" y="0"/>
                </a:cubicBezTo>
                <a:cubicBezTo>
                  <a:pt x="25801" y="0"/>
                  <a:pt x="0" y="24765"/>
                  <a:pt x="0" y="56579"/>
                </a:cubicBezTo>
                <a:cubicBezTo>
                  <a:pt x="0" y="88392"/>
                  <a:pt x="24662" y="113157"/>
                  <a:pt x="56344" y="113157"/>
                </a:cubicBezTo>
                <a:cubicBezTo>
                  <a:pt x="57861" y="113157"/>
                  <a:pt x="59284" y="113062"/>
                  <a:pt x="60802" y="112967"/>
                </a:cubicBezTo>
                <a:cubicBezTo>
                  <a:pt x="63932" y="114776"/>
                  <a:pt x="74271" y="120967"/>
                  <a:pt x="108988" y="141351"/>
                </a:cubicBezTo>
                <a:cubicBezTo>
                  <a:pt x="94096" y="150114"/>
                  <a:pt x="78066" y="159639"/>
                  <a:pt x="60612" y="169926"/>
                </a:cubicBezTo>
                <a:cubicBezTo>
                  <a:pt x="59189" y="169831"/>
                  <a:pt x="57861" y="169736"/>
                  <a:pt x="56439" y="169736"/>
                </a:cubicBezTo>
                <a:cubicBezTo>
                  <a:pt x="24757" y="169736"/>
                  <a:pt x="95" y="194500"/>
                  <a:pt x="95" y="226314"/>
                </a:cubicBezTo>
                <a:cubicBezTo>
                  <a:pt x="95" y="258127"/>
                  <a:pt x="24757" y="282892"/>
                  <a:pt x="56439" y="282892"/>
                </a:cubicBezTo>
                <a:cubicBezTo>
                  <a:pt x="88120" y="282892"/>
                  <a:pt x="112782" y="256985"/>
                  <a:pt x="112782" y="226314"/>
                </a:cubicBezTo>
                <a:cubicBezTo>
                  <a:pt x="112782" y="203073"/>
                  <a:pt x="98934" y="183547"/>
                  <a:pt x="79583" y="174784"/>
                </a:cubicBezTo>
                <a:cubicBezTo>
                  <a:pt x="87836" y="169926"/>
                  <a:pt x="101210" y="162020"/>
                  <a:pt x="122647" y="149352"/>
                </a:cubicBezTo>
                <a:cubicBezTo>
                  <a:pt x="155657" y="168878"/>
                  <a:pt x="206119" y="198596"/>
                  <a:pt x="282857" y="243935"/>
                </a:cubicBezTo>
                <a:cubicBezTo>
                  <a:pt x="287600" y="247460"/>
                  <a:pt x="294619" y="248602"/>
                  <a:pt x="300500" y="248602"/>
                </a:cubicBezTo>
                <a:cubicBezTo>
                  <a:pt x="304010" y="248602"/>
                  <a:pt x="307519" y="248602"/>
                  <a:pt x="311029" y="247460"/>
                </a:cubicBezTo>
                <a:cubicBezTo>
                  <a:pt x="320419" y="245078"/>
                  <a:pt x="328672" y="239268"/>
                  <a:pt x="333320" y="230981"/>
                </a:cubicBezTo>
                <a:cubicBezTo>
                  <a:pt x="335691" y="227457"/>
                  <a:pt x="334458" y="222790"/>
                  <a:pt x="330948" y="221552"/>
                </a:cubicBezTo>
                <a:close/>
                <a:moveTo>
                  <a:pt x="14133" y="56579"/>
                </a:moveTo>
                <a:cubicBezTo>
                  <a:pt x="14133" y="33052"/>
                  <a:pt x="32915" y="14192"/>
                  <a:pt x="56344" y="14192"/>
                </a:cubicBezTo>
                <a:cubicBezTo>
                  <a:pt x="79773" y="14192"/>
                  <a:pt x="98554" y="33052"/>
                  <a:pt x="98554" y="56579"/>
                </a:cubicBezTo>
                <a:cubicBezTo>
                  <a:pt x="98554" y="80105"/>
                  <a:pt x="79773" y="98965"/>
                  <a:pt x="56344" y="98965"/>
                </a:cubicBezTo>
                <a:cubicBezTo>
                  <a:pt x="32915" y="98965"/>
                  <a:pt x="14133" y="80105"/>
                  <a:pt x="14133" y="56579"/>
                </a:cubicBezTo>
                <a:close/>
                <a:moveTo>
                  <a:pt x="98649" y="226314"/>
                </a:moveTo>
                <a:cubicBezTo>
                  <a:pt x="98649" y="249841"/>
                  <a:pt x="79868" y="268700"/>
                  <a:pt x="56439" y="268700"/>
                </a:cubicBezTo>
                <a:cubicBezTo>
                  <a:pt x="33009" y="268700"/>
                  <a:pt x="14228" y="249841"/>
                  <a:pt x="14228" y="226314"/>
                </a:cubicBezTo>
                <a:cubicBezTo>
                  <a:pt x="14228" y="202787"/>
                  <a:pt x="33009" y="183928"/>
                  <a:pt x="56439" y="183928"/>
                </a:cubicBezTo>
                <a:cubicBezTo>
                  <a:pt x="79868" y="183928"/>
                  <a:pt x="98649" y="202787"/>
                  <a:pt x="98649" y="226314"/>
                </a:cubicBezTo>
                <a:close/>
                <a:moveTo>
                  <a:pt x="289876" y="50387"/>
                </a:moveTo>
                <a:cubicBezTo>
                  <a:pt x="298129" y="45625"/>
                  <a:pt x="308657" y="46863"/>
                  <a:pt x="316910" y="52769"/>
                </a:cubicBezTo>
                <a:cubicBezTo>
                  <a:pt x="316910" y="52769"/>
                  <a:pt x="272584" y="79502"/>
                  <a:pt x="183923" y="132969"/>
                </a:cubicBezTo>
                <a:cubicBezTo>
                  <a:pt x="178612" y="129731"/>
                  <a:pt x="173015" y="126397"/>
                  <a:pt x="167229" y="122968"/>
                </a:cubicBezTo>
                <a:cubicBezTo>
                  <a:pt x="197962" y="104775"/>
                  <a:pt x="237801" y="81248"/>
                  <a:pt x="289971" y="50387"/>
                </a:cubicBezTo>
                <a:close/>
                <a:moveTo>
                  <a:pt x="307424" y="233267"/>
                </a:moveTo>
                <a:cubicBezTo>
                  <a:pt x="300405" y="235648"/>
                  <a:pt x="294524" y="234410"/>
                  <a:pt x="289781" y="232124"/>
                </a:cubicBezTo>
                <a:cubicBezTo>
                  <a:pt x="289781" y="232124"/>
                  <a:pt x="238493" y="201866"/>
                  <a:pt x="135927" y="141351"/>
                </a:cubicBezTo>
                <a:cubicBezTo>
                  <a:pt x="140954" y="138398"/>
                  <a:pt x="146361" y="135160"/>
                  <a:pt x="152147" y="131731"/>
                </a:cubicBezTo>
                <a:cubicBezTo>
                  <a:pt x="161158" y="137065"/>
                  <a:pt x="194357" y="156591"/>
                  <a:pt x="316815" y="228505"/>
                </a:cubicBezTo>
                <a:cubicBezTo>
                  <a:pt x="313305" y="230886"/>
                  <a:pt x="310934" y="233172"/>
                  <a:pt x="307424" y="23317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" name="Graphic 10">
            <a:extLst>
              <a:ext uri="{FF2B5EF4-FFF2-40B4-BE49-F238E27FC236}">
                <a16:creationId xmlns:a16="http://schemas.microsoft.com/office/drawing/2014/main" id="{08F4718D-3D89-5017-D437-D7B54912B266}"/>
              </a:ext>
            </a:extLst>
          </p:cNvPr>
          <p:cNvSpPr/>
          <p:nvPr/>
        </p:nvSpPr>
        <p:spPr>
          <a:xfrm>
            <a:off x="2212741" y="842974"/>
            <a:ext cx="441051" cy="441791"/>
          </a:xfrm>
          <a:custGeom>
            <a:avLst/>
            <a:gdLst>
              <a:gd name="connsiteX0" fmla="*/ 324211 w 333957"/>
              <a:gd name="connsiteY0" fmla="*/ 40005 h 334518"/>
              <a:gd name="connsiteX1" fmla="*/ 293573 w 333957"/>
              <a:gd name="connsiteY1" fmla="*/ 10573 h 334518"/>
              <a:gd name="connsiteX2" fmla="*/ 268816 w 333957"/>
              <a:gd name="connsiteY2" fmla="*/ 0 h 334518"/>
              <a:gd name="connsiteX3" fmla="*/ 244058 w 333957"/>
              <a:gd name="connsiteY3" fmla="*/ 10573 h 334518"/>
              <a:gd name="connsiteX4" fmla="*/ 236091 w 333957"/>
              <a:gd name="connsiteY4" fmla="*/ 18478 h 334518"/>
              <a:gd name="connsiteX5" fmla="*/ 233150 w 333957"/>
              <a:gd name="connsiteY5" fmla="*/ 19907 h 334518"/>
              <a:gd name="connsiteX6" fmla="*/ 231633 w 333957"/>
              <a:gd name="connsiteY6" fmla="*/ 22955 h 334518"/>
              <a:gd name="connsiteX7" fmla="*/ 216076 w 333957"/>
              <a:gd name="connsiteY7" fmla="*/ 38481 h 334518"/>
              <a:gd name="connsiteX8" fmla="*/ 213326 w 333957"/>
              <a:gd name="connsiteY8" fmla="*/ 39815 h 334518"/>
              <a:gd name="connsiteX9" fmla="*/ 211903 w 333957"/>
              <a:gd name="connsiteY9" fmla="*/ 42672 h 334518"/>
              <a:gd name="connsiteX10" fmla="*/ 22762 w 333957"/>
              <a:gd name="connsiteY10" fmla="*/ 230886 h 334518"/>
              <a:gd name="connsiteX11" fmla="*/ 21624 w 333957"/>
              <a:gd name="connsiteY11" fmla="*/ 234410 h 334518"/>
              <a:gd name="connsiteX12" fmla="*/ 471 w 333957"/>
              <a:gd name="connsiteY12" fmla="*/ 325088 h 334518"/>
              <a:gd name="connsiteX13" fmla="*/ 1610 w 333957"/>
              <a:gd name="connsiteY13" fmla="*/ 332137 h 334518"/>
              <a:gd name="connsiteX14" fmla="*/ 7491 w 333957"/>
              <a:gd name="connsiteY14" fmla="*/ 334518 h 334518"/>
              <a:gd name="connsiteX15" fmla="*/ 8629 w 333957"/>
              <a:gd name="connsiteY15" fmla="*/ 333375 h 334518"/>
              <a:gd name="connsiteX16" fmla="*/ 99310 w 333957"/>
              <a:gd name="connsiteY16" fmla="*/ 312134 h 334518"/>
              <a:gd name="connsiteX17" fmla="*/ 102820 w 333957"/>
              <a:gd name="connsiteY17" fmla="*/ 310991 h 334518"/>
              <a:gd name="connsiteX18" fmla="*/ 105001 w 333957"/>
              <a:gd name="connsiteY18" fmla="*/ 308800 h 334518"/>
              <a:gd name="connsiteX19" fmla="*/ 106709 w 333957"/>
              <a:gd name="connsiteY19" fmla="*/ 307943 h 334518"/>
              <a:gd name="connsiteX20" fmla="*/ 108606 w 333957"/>
              <a:gd name="connsiteY20" fmla="*/ 305276 h 334518"/>
              <a:gd name="connsiteX21" fmla="*/ 293193 w 333957"/>
              <a:gd name="connsiteY21" fmla="*/ 120586 h 334518"/>
              <a:gd name="connsiteX22" fmla="*/ 293573 w 333957"/>
              <a:gd name="connsiteY22" fmla="*/ 120396 h 334518"/>
              <a:gd name="connsiteX23" fmla="*/ 293762 w 333957"/>
              <a:gd name="connsiteY23" fmla="*/ 120110 h 334518"/>
              <a:gd name="connsiteX24" fmla="*/ 313303 w 333957"/>
              <a:gd name="connsiteY24" fmla="*/ 100489 h 334518"/>
              <a:gd name="connsiteX25" fmla="*/ 313397 w 333957"/>
              <a:gd name="connsiteY25" fmla="*/ 100489 h 334518"/>
              <a:gd name="connsiteX26" fmla="*/ 313397 w 333957"/>
              <a:gd name="connsiteY26" fmla="*/ 100489 h 334518"/>
              <a:gd name="connsiteX27" fmla="*/ 324211 w 333957"/>
              <a:gd name="connsiteY27" fmla="*/ 89725 h 334518"/>
              <a:gd name="connsiteX28" fmla="*/ 324211 w 333957"/>
              <a:gd name="connsiteY28" fmla="*/ 40291 h 334518"/>
              <a:gd name="connsiteX29" fmla="*/ 288261 w 333957"/>
              <a:gd name="connsiteY29" fmla="*/ 105442 h 334518"/>
              <a:gd name="connsiteX30" fmla="*/ 228787 w 333957"/>
              <a:gd name="connsiteY30" fmla="*/ 44767 h 334518"/>
              <a:gd name="connsiteX31" fmla="*/ 238652 w 333957"/>
              <a:gd name="connsiteY31" fmla="*/ 34862 h 334518"/>
              <a:gd name="connsiteX32" fmla="*/ 298600 w 333957"/>
              <a:gd name="connsiteY32" fmla="*/ 95060 h 334518"/>
              <a:gd name="connsiteX33" fmla="*/ 288261 w 333957"/>
              <a:gd name="connsiteY33" fmla="*/ 105442 h 334518"/>
              <a:gd name="connsiteX34" fmla="*/ 101682 w 333957"/>
              <a:gd name="connsiteY34" fmla="*/ 292132 h 334518"/>
              <a:gd name="connsiteX35" fmla="*/ 41638 w 333957"/>
              <a:gd name="connsiteY35" fmla="*/ 232124 h 334518"/>
              <a:gd name="connsiteX36" fmla="*/ 218922 w 333957"/>
              <a:gd name="connsiteY36" fmla="*/ 54769 h 334518"/>
              <a:gd name="connsiteX37" fmla="*/ 278870 w 333957"/>
              <a:gd name="connsiteY37" fmla="*/ 114967 h 334518"/>
              <a:gd name="connsiteX38" fmla="*/ 101776 w 333957"/>
              <a:gd name="connsiteY38" fmla="*/ 292227 h 334518"/>
              <a:gd name="connsiteX39" fmla="*/ 33671 w 333957"/>
              <a:gd name="connsiteY39" fmla="*/ 243173 h 334518"/>
              <a:gd name="connsiteX40" fmla="*/ 89920 w 333957"/>
              <a:gd name="connsiteY40" fmla="*/ 300323 h 334518"/>
              <a:gd name="connsiteX41" fmla="*/ 16976 w 333957"/>
              <a:gd name="connsiteY41" fmla="*/ 318040 h 334518"/>
              <a:gd name="connsiteX42" fmla="*/ 33765 w 333957"/>
              <a:gd name="connsiteY42" fmla="*/ 243173 h 334518"/>
              <a:gd name="connsiteX43" fmla="*/ 313587 w 333957"/>
              <a:gd name="connsiteY43" fmla="*/ 80105 h 334518"/>
              <a:gd name="connsiteX44" fmla="*/ 308655 w 333957"/>
              <a:gd name="connsiteY44" fmla="*/ 85058 h 334518"/>
              <a:gd name="connsiteX45" fmla="*/ 248706 w 333957"/>
              <a:gd name="connsiteY45" fmla="*/ 24860 h 334518"/>
              <a:gd name="connsiteX46" fmla="*/ 253544 w 333957"/>
              <a:gd name="connsiteY46" fmla="*/ 20098 h 334518"/>
              <a:gd name="connsiteX47" fmla="*/ 268816 w 333957"/>
              <a:gd name="connsiteY47" fmla="*/ 14192 h 334518"/>
              <a:gd name="connsiteX48" fmla="*/ 284087 w 333957"/>
              <a:gd name="connsiteY48" fmla="*/ 20098 h 334518"/>
              <a:gd name="connsiteX49" fmla="*/ 313492 w 333957"/>
              <a:gd name="connsiteY49" fmla="*/ 49530 h 334518"/>
              <a:gd name="connsiteX50" fmla="*/ 313492 w 333957"/>
              <a:gd name="connsiteY50" fmla="*/ 80200 h 33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33957" h="334518">
                <a:moveTo>
                  <a:pt x="324211" y="40005"/>
                </a:moveTo>
                <a:lnTo>
                  <a:pt x="293573" y="10573"/>
                </a:lnTo>
                <a:cubicBezTo>
                  <a:pt x="286554" y="3524"/>
                  <a:pt x="278301" y="0"/>
                  <a:pt x="268816" y="0"/>
                </a:cubicBezTo>
                <a:cubicBezTo>
                  <a:pt x="259330" y="0"/>
                  <a:pt x="249940" y="3524"/>
                  <a:pt x="244058" y="10573"/>
                </a:cubicBezTo>
                <a:cubicBezTo>
                  <a:pt x="244058" y="10573"/>
                  <a:pt x="244058" y="10573"/>
                  <a:pt x="236091" y="18478"/>
                </a:cubicBezTo>
                <a:cubicBezTo>
                  <a:pt x="235142" y="18764"/>
                  <a:pt x="234099" y="19241"/>
                  <a:pt x="233150" y="19907"/>
                </a:cubicBezTo>
                <a:cubicBezTo>
                  <a:pt x="232391" y="20669"/>
                  <a:pt x="231917" y="21812"/>
                  <a:pt x="231633" y="22955"/>
                </a:cubicBezTo>
                <a:cubicBezTo>
                  <a:pt x="227744" y="26765"/>
                  <a:pt x="222716" y="31814"/>
                  <a:pt x="216076" y="38481"/>
                </a:cubicBezTo>
                <a:cubicBezTo>
                  <a:pt x="215128" y="38767"/>
                  <a:pt x="214274" y="39243"/>
                  <a:pt x="213326" y="39815"/>
                </a:cubicBezTo>
                <a:cubicBezTo>
                  <a:pt x="212567" y="40577"/>
                  <a:pt x="212187" y="41529"/>
                  <a:pt x="211903" y="42672"/>
                </a:cubicBezTo>
                <a:cubicBezTo>
                  <a:pt x="182877" y="71533"/>
                  <a:pt x="127767" y="126397"/>
                  <a:pt x="22762" y="230886"/>
                </a:cubicBezTo>
                <a:cubicBezTo>
                  <a:pt x="22762" y="232029"/>
                  <a:pt x="21624" y="233267"/>
                  <a:pt x="21624" y="234410"/>
                </a:cubicBezTo>
                <a:lnTo>
                  <a:pt x="471" y="325088"/>
                </a:lnTo>
                <a:cubicBezTo>
                  <a:pt x="-667" y="327469"/>
                  <a:pt x="471" y="329756"/>
                  <a:pt x="1610" y="332137"/>
                </a:cubicBezTo>
                <a:cubicBezTo>
                  <a:pt x="2748" y="333280"/>
                  <a:pt x="5119" y="334518"/>
                  <a:pt x="7491" y="334518"/>
                </a:cubicBezTo>
                <a:cubicBezTo>
                  <a:pt x="7491" y="334518"/>
                  <a:pt x="7491" y="333375"/>
                  <a:pt x="8629" y="333375"/>
                </a:cubicBezTo>
                <a:lnTo>
                  <a:pt x="99310" y="312134"/>
                </a:lnTo>
                <a:cubicBezTo>
                  <a:pt x="101682" y="312134"/>
                  <a:pt x="102820" y="310991"/>
                  <a:pt x="102820" y="310991"/>
                </a:cubicBezTo>
                <a:cubicBezTo>
                  <a:pt x="102820" y="310991"/>
                  <a:pt x="102820" y="310991"/>
                  <a:pt x="105001" y="308800"/>
                </a:cubicBezTo>
                <a:cubicBezTo>
                  <a:pt x="105571" y="308610"/>
                  <a:pt x="106140" y="308419"/>
                  <a:pt x="106709" y="307943"/>
                </a:cubicBezTo>
                <a:cubicBezTo>
                  <a:pt x="107563" y="307086"/>
                  <a:pt x="108132" y="306229"/>
                  <a:pt x="108606" y="305276"/>
                </a:cubicBezTo>
                <a:cubicBezTo>
                  <a:pt x="121222" y="292608"/>
                  <a:pt x="162104" y="251746"/>
                  <a:pt x="293193" y="120586"/>
                </a:cubicBezTo>
                <a:cubicBezTo>
                  <a:pt x="293193" y="120586"/>
                  <a:pt x="293478" y="120396"/>
                  <a:pt x="293573" y="120396"/>
                </a:cubicBezTo>
                <a:cubicBezTo>
                  <a:pt x="293573" y="120396"/>
                  <a:pt x="293668" y="120206"/>
                  <a:pt x="293762" y="120110"/>
                </a:cubicBezTo>
                <a:cubicBezTo>
                  <a:pt x="300118" y="113824"/>
                  <a:pt x="306568" y="107252"/>
                  <a:pt x="313303" y="100489"/>
                </a:cubicBezTo>
                <a:cubicBezTo>
                  <a:pt x="313303" y="100489"/>
                  <a:pt x="313303" y="100489"/>
                  <a:pt x="313397" y="100489"/>
                </a:cubicBezTo>
                <a:cubicBezTo>
                  <a:pt x="313397" y="100489"/>
                  <a:pt x="313397" y="100489"/>
                  <a:pt x="313397" y="100489"/>
                </a:cubicBezTo>
                <a:cubicBezTo>
                  <a:pt x="317002" y="96869"/>
                  <a:pt x="320512" y="93440"/>
                  <a:pt x="324211" y="89725"/>
                </a:cubicBezTo>
                <a:cubicBezTo>
                  <a:pt x="337206" y="76771"/>
                  <a:pt x="337206" y="54388"/>
                  <a:pt x="324211" y="40291"/>
                </a:cubicBezTo>
                <a:close/>
                <a:moveTo>
                  <a:pt x="288261" y="105442"/>
                </a:moveTo>
                <a:cubicBezTo>
                  <a:pt x="281431" y="98488"/>
                  <a:pt x="265496" y="82201"/>
                  <a:pt x="228787" y="44767"/>
                </a:cubicBezTo>
                <a:lnTo>
                  <a:pt x="238652" y="34862"/>
                </a:lnTo>
                <a:cubicBezTo>
                  <a:pt x="245671" y="41910"/>
                  <a:pt x="261891" y="58198"/>
                  <a:pt x="298600" y="95060"/>
                </a:cubicBezTo>
                <a:cubicBezTo>
                  <a:pt x="295754" y="97917"/>
                  <a:pt x="292245" y="101346"/>
                  <a:pt x="288261" y="105442"/>
                </a:cubicBezTo>
                <a:close/>
                <a:moveTo>
                  <a:pt x="101682" y="292132"/>
                </a:moveTo>
                <a:cubicBezTo>
                  <a:pt x="94947" y="285369"/>
                  <a:pt x="78916" y="269367"/>
                  <a:pt x="41638" y="232124"/>
                </a:cubicBezTo>
                <a:lnTo>
                  <a:pt x="218922" y="54769"/>
                </a:lnTo>
                <a:lnTo>
                  <a:pt x="278870" y="114967"/>
                </a:lnTo>
                <a:cubicBezTo>
                  <a:pt x="250129" y="143732"/>
                  <a:pt x="197580" y="196310"/>
                  <a:pt x="101776" y="292227"/>
                </a:cubicBezTo>
                <a:close/>
                <a:moveTo>
                  <a:pt x="33671" y="243173"/>
                </a:moveTo>
                <a:cubicBezTo>
                  <a:pt x="40880" y="250508"/>
                  <a:pt x="56531" y="266414"/>
                  <a:pt x="89920" y="300323"/>
                </a:cubicBezTo>
                <a:cubicBezTo>
                  <a:pt x="82711" y="302038"/>
                  <a:pt x="64214" y="306515"/>
                  <a:pt x="16976" y="318040"/>
                </a:cubicBezTo>
                <a:cubicBezTo>
                  <a:pt x="16976" y="318040"/>
                  <a:pt x="16976" y="317849"/>
                  <a:pt x="33765" y="243173"/>
                </a:cubicBezTo>
                <a:close/>
                <a:moveTo>
                  <a:pt x="313587" y="80105"/>
                </a:moveTo>
                <a:cubicBezTo>
                  <a:pt x="313587" y="80105"/>
                  <a:pt x="313587" y="80105"/>
                  <a:pt x="308655" y="85058"/>
                </a:cubicBezTo>
                <a:cubicBezTo>
                  <a:pt x="302205" y="78581"/>
                  <a:pt x="286364" y="62675"/>
                  <a:pt x="248706" y="24860"/>
                </a:cubicBezTo>
                <a:lnTo>
                  <a:pt x="253544" y="20098"/>
                </a:lnTo>
                <a:cubicBezTo>
                  <a:pt x="258287" y="16573"/>
                  <a:pt x="262935" y="14192"/>
                  <a:pt x="268816" y="14192"/>
                </a:cubicBezTo>
                <a:cubicBezTo>
                  <a:pt x="274697" y="14192"/>
                  <a:pt x="279439" y="16573"/>
                  <a:pt x="284087" y="20098"/>
                </a:cubicBezTo>
                <a:lnTo>
                  <a:pt x="313492" y="49530"/>
                </a:lnTo>
                <a:cubicBezTo>
                  <a:pt x="321745" y="57817"/>
                  <a:pt x="321745" y="71914"/>
                  <a:pt x="313492" y="8020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10">
            <a:extLst>
              <a:ext uri="{FF2B5EF4-FFF2-40B4-BE49-F238E27FC236}">
                <a16:creationId xmlns:a16="http://schemas.microsoft.com/office/drawing/2014/main" id="{1F3AFEB2-5823-D383-D6A7-8EB1C4C4A833}"/>
              </a:ext>
            </a:extLst>
          </p:cNvPr>
          <p:cNvSpPr/>
          <p:nvPr/>
        </p:nvSpPr>
        <p:spPr>
          <a:xfrm>
            <a:off x="2988965" y="842974"/>
            <a:ext cx="441051" cy="441791"/>
          </a:xfrm>
          <a:custGeom>
            <a:avLst/>
            <a:gdLst>
              <a:gd name="connsiteX0" fmla="*/ 324211 w 333957"/>
              <a:gd name="connsiteY0" fmla="*/ 40005 h 334518"/>
              <a:gd name="connsiteX1" fmla="*/ 293573 w 333957"/>
              <a:gd name="connsiteY1" fmla="*/ 10573 h 334518"/>
              <a:gd name="connsiteX2" fmla="*/ 268816 w 333957"/>
              <a:gd name="connsiteY2" fmla="*/ 0 h 334518"/>
              <a:gd name="connsiteX3" fmla="*/ 244058 w 333957"/>
              <a:gd name="connsiteY3" fmla="*/ 10573 h 334518"/>
              <a:gd name="connsiteX4" fmla="*/ 236091 w 333957"/>
              <a:gd name="connsiteY4" fmla="*/ 18478 h 334518"/>
              <a:gd name="connsiteX5" fmla="*/ 233150 w 333957"/>
              <a:gd name="connsiteY5" fmla="*/ 19907 h 334518"/>
              <a:gd name="connsiteX6" fmla="*/ 231633 w 333957"/>
              <a:gd name="connsiteY6" fmla="*/ 22955 h 334518"/>
              <a:gd name="connsiteX7" fmla="*/ 216076 w 333957"/>
              <a:gd name="connsiteY7" fmla="*/ 38481 h 334518"/>
              <a:gd name="connsiteX8" fmla="*/ 213326 w 333957"/>
              <a:gd name="connsiteY8" fmla="*/ 39815 h 334518"/>
              <a:gd name="connsiteX9" fmla="*/ 211903 w 333957"/>
              <a:gd name="connsiteY9" fmla="*/ 42672 h 334518"/>
              <a:gd name="connsiteX10" fmla="*/ 22762 w 333957"/>
              <a:gd name="connsiteY10" fmla="*/ 230886 h 334518"/>
              <a:gd name="connsiteX11" fmla="*/ 21624 w 333957"/>
              <a:gd name="connsiteY11" fmla="*/ 234410 h 334518"/>
              <a:gd name="connsiteX12" fmla="*/ 471 w 333957"/>
              <a:gd name="connsiteY12" fmla="*/ 325088 h 334518"/>
              <a:gd name="connsiteX13" fmla="*/ 1610 w 333957"/>
              <a:gd name="connsiteY13" fmla="*/ 332137 h 334518"/>
              <a:gd name="connsiteX14" fmla="*/ 7491 w 333957"/>
              <a:gd name="connsiteY14" fmla="*/ 334518 h 334518"/>
              <a:gd name="connsiteX15" fmla="*/ 8629 w 333957"/>
              <a:gd name="connsiteY15" fmla="*/ 333375 h 334518"/>
              <a:gd name="connsiteX16" fmla="*/ 99310 w 333957"/>
              <a:gd name="connsiteY16" fmla="*/ 312134 h 334518"/>
              <a:gd name="connsiteX17" fmla="*/ 102820 w 333957"/>
              <a:gd name="connsiteY17" fmla="*/ 310991 h 334518"/>
              <a:gd name="connsiteX18" fmla="*/ 105001 w 333957"/>
              <a:gd name="connsiteY18" fmla="*/ 308800 h 334518"/>
              <a:gd name="connsiteX19" fmla="*/ 106709 w 333957"/>
              <a:gd name="connsiteY19" fmla="*/ 307943 h 334518"/>
              <a:gd name="connsiteX20" fmla="*/ 108606 w 333957"/>
              <a:gd name="connsiteY20" fmla="*/ 305276 h 334518"/>
              <a:gd name="connsiteX21" fmla="*/ 293193 w 333957"/>
              <a:gd name="connsiteY21" fmla="*/ 120586 h 334518"/>
              <a:gd name="connsiteX22" fmla="*/ 293573 w 333957"/>
              <a:gd name="connsiteY22" fmla="*/ 120396 h 334518"/>
              <a:gd name="connsiteX23" fmla="*/ 293762 w 333957"/>
              <a:gd name="connsiteY23" fmla="*/ 120110 h 334518"/>
              <a:gd name="connsiteX24" fmla="*/ 313303 w 333957"/>
              <a:gd name="connsiteY24" fmla="*/ 100489 h 334518"/>
              <a:gd name="connsiteX25" fmla="*/ 313397 w 333957"/>
              <a:gd name="connsiteY25" fmla="*/ 100489 h 334518"/>
              <a:gd name="connsiteX26" fmla="*/ 313397 w 333957"/>
              <a:gd name="connsiteY26" fmla="*/ 100489 h 334518"/>
              <a:gd name="connsiteX27" fmla="*/ 324211 w 333957"/>
              <a:gd name="connsiteY27" fmla="*/ 89725 h 334518"/>
              <a:gd name="connsiteX28" fmla="*/ 324211 w 333957"/>
              <a:gd name="connsiteY28" fmla="*/ 40291 h 334518"/>
              <a:gd name="connsiteX29" fmla="*/ 288261 w 333957"/>
              <a:gd name="connsiteY29" fmla="*/ 105442 h 334518"/>
              <a:gd name="connsiteX30" fmla="*/ 228787 w 333957"/>
              <a:gd name="connsiteY30" fmla="*/ 44767 h 334518"/>
              <a:gd name="connsiteX31" fmla="*/ 238652 w 333957"/>
              <a:gd name="connsiteY31" fmla="*/ 34862 h 334518"/>
              <a:gd name="connsiteX32" fmla="*/ 298600 w 333957"/>
              <a:gd name="connsiteY32" fmla="*/ 95060 h 334518"/>
              <a:gd name="connsiteX33" fmla="*/ 288261 w 333957"/>
              <a:gd name="connsiteY33" fmla="*/ 105442 h 334518"/>
              <a:gd name="connsiteX34" fmla="*/ 101682 w 333957"/>
              <a:gd name="connsiteY34" fmla="*/ 292132 h 334518"/>
              <a:gd name="connsiteX35" fmla="*/ 41638 w 333957"/>
              <a:gd name="connsiteY35" fmla="*/ 232124 h 334518"/>
              <a:gd name="connsiteX36" fmla="*/ 218922 w 333957"/>
              <a:gd name="connsiteY36" fmla="*/ 54769 h 334518"/>
              <a:gd name="connsiteX37" fmla="*/ 278870 w 333957"/>
              <a:gd name="connsiteY37" fmla="*/ 114967 h 334518"/>
              <a:gd name="connsiteX38" fmla="*/ 101776 w 333957"/>
              <a:gd name="connsiteY38" fmla="*/ 292227 h 334518"/>
              <a:gd name="connsiteX39" fmla="*/ 33671 w 333957"/>
              <a:gd name="connsiteY39" fmla="*/ 243173 h 334518"/>
              <a:gd name="connsiteX40" fmla="*/ 89920 w 333957"/>
              <a:gd name="connsiteY40" fmla="*/ 300323 h 334518"/>
              <a:gd name="connsiteX41" fmla="*/ 16976 w 333957"/>
              <a:gd name="connsiteY41" fmla="*/ 318040 h 334518"/>
              <a:gd name="connsiteX42" fmla="*/ 33765 w 333957"/>
              <a:gd name="connsiteY42" fmla="*/ 243173 h 334518"/>
              <a:gd name="connsiteX43" fmla="*/ 313587 w 333957"/>
              <a:gd name="connsiteY43" fmla="*/ 80105 h 334518"/>
              <a:gd name="connsiteX44" fmla="*/ 308655 w 333957"/>
              <a:gd name="connsiteY44" fmla="*/ 85058 h 334518"/>
              <a:gd name="connsiteX45" fmla="*/ 248706 w 333957"/>
              <a:gd name="connsiteY45" fmla="*/ 24860 h 334518"/>
              <a:gd name="connsiteX46" fmla="*/ 253544 w 333957"/>
              <a:gd name="connsiteY46" fmla="*/ 20098 h 334518"/>
              <a:gd name="connsiteX47" fmla="*/ 268816 w 333957"/>
              <a:gd name="connsiteY47" fmla="*/ 14192 h 334518"/>
              <a:gd name="connsiteX48" fmla="*/ 284087 w 333957"/>
              <a:gd name="connsiteY48" fmla="*/ 20098 h 334518"/>
              <a:gd name="connsiteX49" fmla="*/ 313492 w 333957"/>
              <a:gd name="connsiteY49" fmla="*/ 49530 h 334518"/>
              <a:gd name="connsiteX50" fmla="*/ 313492 w 333957"/>
              <a:gd name="connsiteY50" fmla="*/ 80200 h 33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33957" h="334518">
                <a:moveTo>
                  <a:pt x="324211" y="40005"/>
                </a:moveTo>
                <a:lnTo>
                  <a:pt x="293573" y="10573"/>
                </a:lnTo>
                <a:cubicBezTo>
                  <a:pt x="286554" y="3524"/>
                  <a:pt x="278301" y="0"/>
                  <a:pt x="268816" y="0"/>
                </a:cubicBezTo>
                <a:cubicBezTo>
                  <a:pt x="259330" y="0"/>
                  <a:pt x="249940" y="3524"/>
                  <a:pt x="244058" y="10573"/>
                </a:cubicBezTo>
                <a:cubicBezTo>
                  <a:pt x="244058" y="10573"/>
                  <a:pt x="244058" y="10573"/>
                  <a:pt x="236091" y="18478"/>
                </a:cubicBezTo>
                <a:cubicBezTo>
                  <a:pt x="235142" y="18764"/>
                  <a:pt x="234099" y="19241"/>
                  <a:pt x="233150" y="19907"/>
                </a:cubicBezTo>
                <a:cubicBezTo>
                  <a:pt x="232391" y="20669"/>
                  <a:pt x="231917" y="21812"/>
                  <a:pt x="231633" y="22955"/>
                </a:cubicBezTo>
                <a:cubicBezTo>
                  <a:pt x="227744" y="26765"/>
                  <a:pt x="222716" y="31814"/>
                  <a:pt x="216076" y="38481"/>
                </a:cubicBezTo>
                <a:cubicBezTo>
                  <a:pt x="215128" y="38767"/>
                  <a:pt x="214274" y="39243"/>
                  <a:pt x="213326" y="39815"/>
                </a:cubicBezTo>
                <a:cubicBezTo>
                  <a:pt x="212567" y="40577"/>
                  <a:pt x="212187" y="41529"/>
                  <a:pt x="211903" y="42672"/>
                </a:cubicBezTo>
                <a:cubicBezTo>
                  <a:pt x="182877" y="71533"/>
                  <a:pt x="127767" y="126397"/>
                  <a:pt x="22762" y="230886"/>
                </a:cubicBezTo>
                <a:cubicBezTo>
                  <a:pt x="22762" y="232029"/>
                  <a:pt x="21624" y="233267"/>
                  <a:pt x="21624" y="234410"/>
                </a:cubicBezTo>
                <a:lnTo>
                  <a:pt x="471" y="325088"/>
                </a:lnTo>
                <a:cubicBezTo>
                  <a:pt x="-667" y="327469"/>
                  <a:pt x="471" y="329756"/>
                  <a:pt x="1610" y="332137"/>
                </a:cubicBezTo>
                <a:cubicBezTo>
                  <a:pt x="2748" y="333280"/>
                  <a:pt x="5119" y="334518"/>
                  <a:pt x="7491" y="334518"/>
                </a:cubicBezTo>
                <a:cubicBezTo>
                  <a:pt x="7491" y="334518"/>
                  <a:pt x="7491" y="333375"/>
                  <a:pt x="8629" y="333375"/>
                </a:cubicBezTo>
                <a:lnTo>
                  <a:pt x="99310" y="312134"/>
                </a:lnTo>
                <a:cubicBezTo>
                  <a:pt x="101682" y="312134"/>
                  <a:pt x="102820" y="310991"/>
                  <a:pt x="102820" y="310991"/>
                </a:cubicBezTo>
                <a:cubicBezTo>
                  <a:pt x="102820" y="310991"/>
                  <a:pt x="102820" y="310991"/>
                  <a:pt x="105001" y="308800"/>
                </a:cubicBezTo>
                <a:cubicBezTo>
                  <a:pt x="105571" y="308610"/>
                  <a:pt x="106140" y="308419"/>
                  <a:pt x="106709" y="307943"/>
                </a:cubicBezTo>
                <a:cubicBezTo>
                  <a:pt x="107563" y="307086"/>
                  <a:pt x="108132" y="306229"/>
                  <a:pt x="108606" y="305276"/>
                </a:cubicBezTo>
                <a:cubicBezTo>
                  <a:pt x="121222" y="292608"/>
                  <a:pt x="162104" y="251746"/>
                  <a:pt x="293193" y="120586"/>
                </a:cubicBezTo>
                <a:cubicBezTo>
                  <a:pt x="293193" y="120586"/>
                  <a:pt x="293478" y="120396"/>
                  <a:pt x="293573" y="120396"/>
                </a:cubicBezTo>
                <a:cubicBezTo>
                  <a:pt x="293573" y="120396"/>
                  <a:pt x="293668" y="120206"/>
                  <a:pt x="293762" y="120110"/>
                </a:cubicBezTo>
                <a:cubicBezTo>
                  <a:pt x="300118" y="113824"/>
                  <a:pt x="306568" y="107252"/>
                  <a:pt x="313303" y="100489"/>
                </a:cubicBezTo>
                <a:cubicBezTo>
                  <a:pt x="313303" y="100489"/>
                  <a:pt x="313303" y="100489"/>
                  <a:pt x="313397" y="100489"/>
                </a:cubicBezTo>
                <a:cubicBezTo>
                  <a:pt x="313397" y="100489"/>
                  <a:pt x="313397" y="100489"/>
                  <a:pt x="313397" y="100489"/>
                </a:cubicBezTo>
                <a:cubicBezTo>
                  <a:pt x="317002" y="96869"/>
                  <a:pt x="320512" y="93440"/>
                  <a:pt x="324211" y="89725"/>
                </a:cubicBezTo>
                <a:cubicBezTo>
                  <a:pt x="337206" y="76771"/>
                  <a:pt x="337206" y="54388"/>
                  <a:pt x="324211" y="40291"/>
                </a:cubicBezTo>
                <a:close/>
                <a:moveTo>
                  <a:pt x="288261" y="105442"/>
                </a:moveTo>
                <a:cubicBezTo>
                  <a:pt x="281431" y="98488"/>
                  <a:pt x="265496" y="82201"/>
                  <a:pt x="228787" y="44767"/>
                </a:cubicBezTo>
                <a:lnTo>
                  <a:pt x="238652" y="34862"/>
                </a:lnTo>
                <a:cubicBezTo>
                  <a:pt x="245671" y="41910"/>
                  <a:pt x="261891" y="58198"/>
                  <a:pt x="298600" y="95060"/>
                </a:cubicBezTo>
                <a:cubicBezTo>
                  <a:pt x="295754" y="97917"/>
                  <a:pt x="292245" y="101346"/>
                  <a:pt x="288261" y="105442"/>
                </a:cubicBezTo>
                <a:close/>
                <a:moveTo>
                  <a:pt x="101682" y="292132"/>
                </a:moveTo>
                <a:cubicBezTo>
                  <a:pt x="94947" y="285369"/>
                  <a:pt x="78916" y="269367"/>
                  <a:pt x="41638" y="232124"/>
                </a:cubicBezTo>
                <a:lnTo>
                  <a:pt x="218922" y="54769"/>
                </a:lnTo>
                <a:lnTo>
                  <a:pt x="278870" y="114967"/>
                </a:lnTo>
                <a:cubicBezTo>
                  <a:pt x="250129" y="143732"/>
                  <a:pt x="197580" y="196310"/>
                  <a:pt x="101776" y="292227"/>
                </a:cubicBezTo>
                <a:close/>
                <a:moveTo>
                  <a:pt x="33671" y="243173"/>
                </a:moveTo>
                <a:cubicBezTo>
                  <a:pt x="40880" y="250508"/>
                  <a:pt x="56531" y="266414"/>
                  <a:pt x="89920" y="300323"/>
                </a:cubicBezTo>
                <a:cubicBezTo>
                  <a:pt x="82711" y="302038"/>
                  <a:pt x="64214" y="306515"/>
                  <a:pt x="16976" y="318040"/>
                </a:cubicBezTo>
                <a:cubicBezTo>
                  <a:pt x="16976" y="318040"/>
                  <a:pt x="16976" y="317849"/>
                  <a:pt x="33765" y="243173"/>
                </a:cubicBezTo>
                <a:close/>
                <a:moveTo>
                  <a:pt x="313587" y="80105"/>
                </a:moveTo>
                <a:cubicBezTo>
                  <a:pt x="313587" y="80105"/>
                  <a:pt x="313587" y="80105"/>
                  <a:pt x="308655" y="85058"/>
                </a:cubicBezTo>
                <a:cubicBezTo>
                  <a:pt x="302205" y="78581"/>
                  <a:pt x="286364" y="62675"/>
                  <a:pt x="248706" y="24860"/>
                </a:cubicBezTo>
                <a:lnTo>
                  <a:pt x="253544" y="20098"/>
                </a:lnTo>
                <a:cubicBezTo>
                  <a:pt x="258287" y="16573"/>
                  <a:pt x="262935" y="14192"/>
                  <a:pt x="268816" y="14192"/>
                </a:cubicBezTo>
                <a:cubicBezTo>
                  <a:pt x="274697" y="14192"/>
                  <a:pt x="279439" y="16573"/>
                  <a:pt x="284087" y="20098"/>
                </a:cubicBezTo>
                <a:lnTo>
                  <a:pt x="313492" y="49530"/>
                </a:lnTo>
                <a:cubicBezTo>
                  <a:pt x="321745" y="57817"/>
                  <a:pt x="321745" y="71914"/>
                  <a:pt x="313492" y="8020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" name="Graphic 10">
            <a:extLst>
              <a:ext uri="{FF2B5EF4-FFF2-40B4-BE49-F238E27FC236}">
                <a16:creationId xmlns:a16="http://schemas.microsoft.com/office/drawing/2014/main" id="{F8CF8EC7-A997-D830-AB1F-B4FF44DE9B8E}"/>
              </a:ext>
            </a:extLst>
          </p:cNvPr>
          <p:cNvSpPr/>
          <p:nvPr/>
        </p:nvSpPr>
        <p:spPr>
          <a:xfrm>
            <a:off x="2212741" y="1476958"/>
            <a:ext cx="441051" cy="441791"/>
          </a:xfrm>
          <a:custGeom>
            <a:avLst/>
            <a:gdLst>
              <a:gd name="connsiteX0" fmla="*/ 324211 w 333957"/>
              <a:gd name="connsiteY0" fmla="*/ 40005 h 334518"/>
              <a:gd name="connsiteX1" fmla="*/ 293573 w 333957"/>
              <a:gd name="connsiteY1" fmla="*/ 10573 h 334518"/>
              <a:gd name="connsiteX2" fmla="*/ 268816 w 333957"/>
              <a:gd name="connsiteY2" fmla="*/ 0 h 334518"/>
              <a:gd name="connsiteX3" fmla="*/ 244058 w 333957"/>
              <a:gd name="connsiteY3" fmla="*/ 10573 h 334518"/>
              <a:gd name="connsiteX4" fmla="*/ 236091 w 333957"/>
              <a:gd name="connsiteY4" fmla="*/ 18478 h 334518"/>
              <a:gd name="connsiteX5" fmla="*/ 233150 w 333957"/>
              <a:gd name="connsiteY5" fmla="*/ 19907 h 334518"/>
              <a:gd name="connsiteX6" fmla="*/ 231633 w 333957"/>
              <a:gd name="connsiteY6" fmla="*/ 22955 h 334518"/>
              <a:gd name="connsiteX7" fmla="*/ 216076 w 333957"/>
              <a:gd name="connsiteY7" fmla="*/ 38481 h 334518"/>
              <a:gd name="connsiteX8" fmla="*/ 213326 w 333957"/>
              <a:gd name="connsiteY8" fmla="*/ 39815 h 334518"/>
              <a:gd name="connsiteX9" fmla="*/ 211903 w 333957"/>
              <a:gd name="connsiteY9" fmla="*/ 42672 h 334518"/>
              <a:gd name="connsiteX10" fmla="*/ 22762 w 333957"/>
              <a:gd name="connsiteY10" fmla="*/ 230886 h 334518"/>
              <a:gd name="connsiteX11" fmla="*/ 21624 w 333957"/>
              <a:gd name="connsiteY11" fmla="*/ 234410 h 334518"/>
              <a:gd name="connsiteX12" fmla="*/ 471 w 333957"/>
              <a:gd name="connsiteY12" fmla="*/ 325088 h 334518"/>
              <a:gd name="connsiteX13" fmla="*/ 1610 w 333957"/>
              <a:gd name="connsiteY13" fmla="*/ 332137 h 334518"/>
              <a:gd name="connsiteX14" fmla="*/ 7491 w 333957"/>
              <a:gd name="connsiteY14" fmla="*/ 334518 h 334518"/>
              <a:gd name="connsiteX15" fmla="*/ 8629 w 333957"/>
              <a:gd name="connsiteY15" fmla="*/ 333375 h 334518"/>
              <a:gd name="connsiteX16" fmla="*/ 99310 w 333957"/>
              <a:gd name="connsiteY16" fmla="*/ 312134 h 334518"/>
              <a:gd name="connsiteX17" fmla="*/ 102820 w 333957"/>
              <a:gd name="connsiteY17" fmla="*/ 310991 h 334518"/>
              <a:gd name="connsiteX18" fmla="*/ 105001 w 333957"/>
              <a:gd name="connsiteY18" fmla="*/ 308800 h 334518"/>
              <a:gd name="connsiteX19" fmla="*/ 106709 w 333957"/>
              <a:gd name="connsiteY19" fmla="*/ 307943 h 334518"/>
              <a:gd name="connsiteX20" fmla="*/ 108606 w 333957"/>
              <a:gd name="connsiteY20" fmla="*/ 305276 h 334518"/>
              <a:gd name="connsiteX21" fmla="*/ 293193 w 333957"/>
              <a:gd name="connsiteY21" fmla="*/ 120586 h 334518"/>
              <a:gd name="connsiteX22" fmla="*/ 293573 w 333957"/>
              <a:gd name="connsiteY22" fmla="*/ 120396 h 334518"/>
              <a:gd name="connsiteX23" fmla="*/ 293762 w 333957"/>
              <a:gd name="connsiteY23" fmla="*/ 120110 h 334518"/>
              <a:gd name="connsiteX24" fmla="*/ 313303 w 333957"/>
              <a:gd name="connsiteY24" fmla="*/ 100489 h 334518"/>
              <a:gd name="connsiteX25" fmla="*/ 313397 w 333957"/>
              <a:gd name="connsiteY25" fmla="*/ 100489 h 334518"/>
              <a:gd name="connsiteX26" fmla="*/ 313397 w 333957"/>
              <a:gd name="connsiteY26" fmla="*/ 100489 h 334518"/>
              <a:gd name="connsiteX27" fmla="*/ 324211 w 333957"/>
              <a:gd name="connsiteY27" fmla="*/ 89725 h 334518"/>
              <a:gd name="connsiteX28" fmla="*/ 324211 w 333957"/>
              <a:gd name="connsiteY28" fmla="*/ 40291 h 334518"/>
              <a:gd name="connsiteX29" fmla="*/ 288261 w 333957"/>
              <a:gd name="connsiteY29" fmla="*/ 105442 h 334518"/>
              <a:gd name="connsiteX30" fmla="*/ 228787 w 333957"/>
              <a:gd name="connsiteY30" fmla="*/ 44767 h 334518"/>
              <a:gd name="connsiteX31" fmla="*/ 238652 w 333957"/>
              <a:gd name="connsiteY31" fmla="*/ 34862 h 334518"/>
              <a:gd name="connsiteX32" fmla="*/ 298600 w 333957"/>
              <a:gd name="connsiteY32" fmla="*/ 95060 h 334518"/>
              <a:gd name="connsiteX33" fmla="*/ 288261 w 333957"/>
              <a:gd name="connsiteY33" fmla="*/ 105442 h 334518"/>
              <a:gd name="connsiteX34" fmla="*/ 101682 w 333957"/>
              <a:gd name="connsiteY34" fmla="*/ 292132 h 334518"/>
              <a:gd name="connsiteX35" fmla="*/ 41638 w 333957"/>
              <a:gd name="connsiteY35" fmla="*/ 232124 h 334518"/>
              <a:gd name="connsiteX36" fmla="*/ 218922 w 333957"/>
              <a:gd name="connsiteY36" fmla="*/ 54769 h 334518"/>
              <a:gd name="connsiteX37" fmla="*/ 278870 w 333957"/>
              <a:gd name="connsiteY37" fmla="*/ 114967 h 334518"/>
              <a:gd name="connsiteX38" fmla="*/ 101776 w 333957"/>
              <a:gd name="connsiteY38" fmla="*/ 292227 h 334518"/>
              <a:gd name="connsiteX39" fmla="*/ 33671 w 333957"/>
              <a:gd name="connsiteY39" fmla="*/ 243173 h 334518"/>
              <a:gd name="connsiteX40" fmla="*/ 89920 w 333957"/>
              <a:gd name="connsiteY40" fmla="*/ 300323 h 334518"/>
              <a:gd name="connsiteX41" fmla="*/ 16976 w 333957"/>
              <a:gd name="connsiteY41" fmla="*/ 318040 h 334518"/>
              <a:gd name="connsiteX42" fmla="*/ 33765 w 333957"/>
              <a:gd name="connsiteY42" fmla="*/ 243173 h 334518"/>
              <a:gd name="connsiteX43" fmla="*/ 313587 w 333957"/>
              <a:gd name="connsiteY43" fmla="*/ 80105 h 334518"/>
              <a:gd name="connsiteX44" fmla="*/ 308655 w 333957"/>
              <a:gd name="connsiteY44" fmla="*/ 85058 h 334518"/>
              <a:gd name="connsiteX45" fmla="*/ 248706 w 333957"/>
              <a:gd name="connsiteY45" fmla="*/ 24860 h 334518"/>
              <a:gd name="connsiteX46" fmla="*/ 253544 w 333957"/>
              <a:gd name="connsiteY46" fmla="*/ 20098 h 334518"/>
              <a:gd name="connsiteX47" fmla="*/ 268816 w 333957"/>
              <a:gd name="connsiteY47" fmla="*/ 14192 h 334518"/>
              <a:gd name="connsiteX48" fmla="*/ 284087 w 333957"/>
              <a:gd name="connsiteY48" fmla="*/ 20098 h 334518"/>
              <a:gd name="connsiteX49" fmla="*/ 313492 w 333957"/>
              <a:gd name="connsiteY49" fmla="*/ 49530 h 334518"/>
              <a:gd name="connsiteX50" fmla="*/ 313492 w 333957"/>
              <a:gd name="connsiteY50" fmla="*/ 80200 h 33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33957" h="334518">
                <a:moveTo>
                  <a:pt x="324211" y="40005"/>
                </a:moveTo>
                <a:lnTo>
                  <a:pt x="293573" y="10573"/>
                </a:lnTo>
                <a:cubicBezTo>
                  <a:pt x="286554" y="3524"/>
                  <a:pt x="278301" y="0"/>
                  <a:pt x="268816" y="0"/>
                </a:cubicBezTo>
                <a:cubicBezTo>
                  <a:pt x="259330" y="0"/>
                  <a:pt x="249940" y="3524"/>
                  <a:pt x="244058" y="10573"/>
                </a:cubicBezTo>
                <a:cubicBezTo>
                  <a:pt x="244058" y="10573"/>
                  <a:pt x="244058" y="10573"/>
                  <a:pt x="236091" y="18478"/>
                </a:cubicBezTo>
                <a:cubicBezTo>
                  <a:pt x="235142" y="18764"/>
                  <a:pt x="234099" y="19241"/>
                  <a:pt x="233150" y="19907"/>
                </a:cubicBezTo>
                <a:cubicBezTo>
                  <a:pt x="232391" y="20669"/>
                  <a:pt x="231917" y="21812"/>
                  <a:pt x="231633" y="22955"/>
                </a:cubicBezTo>
                <a:cubicBezTo>
                  <a:pt x="227744" y="26765"/>
                  <a:pt x="222716" y="31814"/>
                  <a:pt x="216076" y="38481"/>
                </a:cubicBezTo>
                <a:cubicBezTo>
                  <a:pt x="215128" y="38767"/>
                  <a:pt x="214274" y="39243"/>
                  <a:pt x="213326" y="39815"/>
                </a:cubicBezTo>
                <a:cubicBezTo>
                  <a:pt x="212567" y="40577"/>
                  <a:pt x="212187" y="41529"/>
                  <a:pt x="211903" y="42672"/>
                </a:cubicBezTo>
                <a:cubicBezTo>
                  <a:pt x="182877" y="71533"/>
                  <a:pt x="127767" y="126397"/>
                  <a:pt x="22762" y="230886"/>
                </a:cubicBezTo>
                <a:cubicBezTo>
                  <a:pt x="22762" y="232029"/>
                  <a:pt x="21624" y="233267"/>
                  <a:pt x="21624" y="234410"/>
                </a:cubicBezTo>
                <a:lnTo>
                  <a:pt x="471" y="325088"/>
                </a:lnTo>
                <a:cubicBezTo>
                  <a:pt x="-667" y="327469"/>
                  <a:pt x="471" y="329756"/>
                  <a:pt x="1610" y="332137"/>
                </a:cubicBezTo>
                <a:cubicBezTo>
                  <a:pt x="2748" y="333280"/>
                  <a:pt x="5119" y="334518"/>
                  <a:pt x="7491" y="334518"/>
                </a:cubicBezTo>
                <a:cubicBezTo>
                  <a:pt x="7491" y="334518"/>
                  <a:pt x="7491" y="333375"/>
                  <a:pt x="8629" y="333375"/>
                </a:cubicBezTo>
                <a:lnTo>
                  <a:pt x="99310" y="312134"/>
                </a:lnTo>
                <a:cubicBezTo>
                  <a:pt x="101682" y="312134"/>
                  <a:pt x="102820" y="310991"/>
                  <a:pt x="102820" y="310991"/>
                </a:cubicBezTo>
                <a:cubicBezTo>
                  <a:pt x="102820" y="310991"/>
                  <a:pt x="102820" y="310991"/>
                  <a:pt x="105001" y="308800"/>
                </a:cubicBezTo>
                <a:cubicBezTo>
                  <a:pt x="105571" y="308610"/>
                  <a:pt x="106140" y="308419"/>
                  <a:pt x="106709" y="307943"/>
                </a:cubicBezTo>
                <a:cubicBezTo>
                  <a:pt x="107563" y="307086"/>
                  <a:pt x="108132" y="306229"/>
                  <a:pt x="108606" y="305276"/>
                </a:cubicBezTo>
                <a:cubicBezTo>
                  <a:pt x="121222" y="292608"/>
                  <a:pt x="162104" y="251746"/>
                  <a:pt x="293193" y="120586"/>
                </a:cubicBezTo>
                <a:cubicBezTo>
                  <a:pt x="293193" y="120586"/>
                  <a:pt x="293478" y="120396"/>
                  <a:pt x="293573" y="120396"/>
                </a:cubicBezTo>
                <a:cubicBezTo>
                  <a:pt x="293573" y="120396"/>
                  <a:pt x="293668" y="120206"/>
                  <a:pt x="293762" y="120110"/>
                </a:cubicBezTo>
                <a:cubicBezTo>
                  <a:pt x="300118" y="113824"/>
                  <a:pt x="306568" y="107252"/>
                  <a:pt x="313303" y="100489"/>
                </a:cubicBezTo>
                <a:cubicBezTo>
                  <a:pt x="313303" y="100489"/>
                  <a:pt x="313303" y="100489"/>
                  <a:pt x="313397" y="100489"/>
                </a:cubicBezTo>
                <a:cubicBezTo>
                  <a:pt x="313397" y="100489"/>
                  <a:pt x="313397" y="100489"/>
                  <a:pt x="313397" y="100489"/>
                </a:cubicBezTo>
                <a:cubicBezTo>
                  <a:pt x="317002" y="96869"/>
                  <a:pt x="320512" y="93440"/>
                  <a:pt x="324211" y="89725"/>
                </a:cubicBezTo>
                <a:cubicBezTo>
                  <a:pt x="337206" y="76771"/>
                  <a:pt x="337206" y="54388"/>
                  <a:pt x="324211" y="40291"/>
                </a:cubicBezTo>
                <a:close/>
                <a:moveTo>
                  <a:pt x="288261" y="105442"/>
                </a:moveTo>
                <a:cubicBezTo>
                  <a:pt x="281431" y="98488"/>
                  <a:pt x="265496" y="82201"/>
                  <a:pt x="228787" y="44767"/>
                </a:cubicBezTo>
                <a:lnTo>
                  <a:pt x="238652" y="34862"/>
                </a:lnTo>
                <a:cubicBezTo>
                  <a:pt x="245671" y="41910"/>
                  <a:pt x="261891" y="58198"/>
                  <a:pt x="298600" y="95060"/>
                </a:cubicBezTo>
                <a:cubicBezTo>
                  <a:pt x="295754" y="97917"/>
                  <a:pt x="292245" y="101346"/>
                  <a:pt x="288261" y="105442"/>
                </a:cubicBezTo>
                <a:close/>
                <a:moveTo>
                  <a:pt x="101682" y="292132"/>
                </a:moveTo>
                <a:cubicBezTo>
                  <a:pt x="94947" y="285369"/>
                  <a:pt x="78916" y="269367"/>
                  <a:pt x="41638" y="232124"/>
                </a:cubicBezTo>
                <a:lnTo>
                  <a:pt x="218922" y="54769"/>
                </a:lnTo>
                <a:lnTo>
                  <a:pt x="278870" y="114967"/>
                </a:lnTo>
                <a:cubicBezTo>
                  <a:pt x="250129" y="143732"/>
                  <a:pt x="197580" y="196310"/>
                  <a:pt x="101776" y="292227"/>
                </a:cubicBezTo>
                <a:close/>
                <a:moveTo>
                  <a:pt x="33671" y="243173"/>
                </a:moveTo>
                <a:cubicBezTo>
                  <a:pt x="40880" y="250508"/>
                  <a:pt x="56531" y="266414"/>
                  <a:pt x="89920" y="300323"/>
                </a:cubicBezTo>
                <a:cubicBezTo>
                  <a:pt x="82711" y="302038"/>
                  <a:pt x="64214" y="306515"/>
                  <a:pt x="16976" y="318040"/>
                </a:cubicBezTo>
                <a:cubicBezTo>
                  <a:pt x="16976" y="318040"/>
                  <a:pt x="16976" y="317849"/>
                  <a:pt x="33765" y="243173"/>
                </a:cubicBezTo>
                <a:close/>
                <a:moveTo>
                  <a:pt x="313587" y="80105"/>
                </a:moveTo>
                <a:cubicBezTo>
                  <a:pt x="313587" y="80105"/>
                  <a:pt x="313587" y="80105"/>
                  <a:pt x="308655" y="85058"/>
                </a:cubicBezTo>
                <a:cubicBezTo>
                  <a:pt x="302205" y="78581"/>
                  <a:pt x="286364" y="62675"/>
                  <a:pt x="248706" y="24860"/>
                </a:cubicBezTo>
                <a:lnTo>
                  <a:pt x="253544" y="20098"/>
                </a:lnTo>
                <a:cubicBezTo>
                  <a:pt x="258287" y="16573"/>
                  <a:pt x="262935" y="14192"/>
                  <a:pt x="268816" y="14192"/>
                </a:cubicBezTo>
                <a:cubicBezTo>
                  <a:pt x="274697" y="14192"/>
                  <a:pt x="279439" y="16573"/>
                  <a:pt x="284087" y="20098"/>
                </a:cubicBezTo>
                <a:lnTo>
                  <a:pt x="313492" y="49530"/>
                </a:lnTo>
                <a:cubicBezTo>
                  <a:pt x="321745" y="57817"/>
                  <a:pt x="321745" y="71914"/>
                  <a:pt x="313492" y="8020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" name="Graphic 10">
            <a:extLst>
              <a:ext uri="{FF2B5EF4-FFF2-40B4-BE49-F238E27FC236}">
                <a16:creationId xmlns:a16="http://schemas.microsoft.com/office/drawing/2014/main" id="{1B8DB3CB-4C08-42CE-C0DC-01703276007A}"/>
              </a:ext>
            </a:extLst>
          </p:cNvPr>
          <p:cNvSpPr/>
          <p:nvPr/>
        </p:nvSpPr>
        <p:spPr>
          <a:xfrm>
            <a:off x="2988965" y="1476958"/>
            <a:ext cx="441051" cy="441791"/>
          </a:xfrm>
          <a:custGeom>
            <a:avLst/>
            <a:gdLst>
              <a:gd name="connsiteX0" fmla="*/ 324211 w 333957"/>
              <a:gd name="connsiteY0" fmla="*/ 40005 h 334518"/>
              <a:gd name="connsiteX1" fmla="*/ 293573 w 333957"/>
              <a:gd name="connsiteY1" fmla="*/ 10573 h 334518"/>
              <a:gd name="connsiteX2" fmla="*/ 268816 w 333957"/>
              <a:gd name="connsiteY2" fmla="*/ 0 h 334518"/>
              <a:gd name="connsiteX3" fmla="*/ 244058 w 333957"/>
              <a:gd name="connsiteY3" fmla="*/ 10573 h 334518"/>
              <a:gd name="connsiteX4" fmla="*/ 236091 w 333957"/>
              <a:gd name="connsiteY4" fmla="*/ 18478 h 334518"/>
              <a:gd name="connsiteX5" fmla="*/ 233150 w 333957"/>
              <a:gd name="connsiteY5" fmla="*/ 19907 h 334518"/>
              <a:gd name="connsiteX6" fmla="*/ 231633 w 333957"/>
              <a:gd name="connsiteY6" fmla="*/ 22955 h 334518"/>
              <a:gd name="connsiteX7" fmla="*/ 216076 w 333957"/>
              <a:gd name="connsiteY7" fmla="*/ 38481 h 334518"/>
              <a:gd name="connsiteX8" fmla="*/ 213326 w 333957"/>
              <a:gd name="connsiteY8" fmla="*/ 39815 h 334518"/>
              <a:gd name="connsiteX9" fmla="*/ 211903 w 333957"/>
              <a:gd name="connsiteY9" fmla="*/ 42672 h 334518"/>
              <a:gd name="connsiteX10" fmla="*/ 22762 w 333957"/>
              <a:gd name="connsiteY10" fmla="*/ 230886 h 334518"/>
              <a:gd name="connsiteX11" fmla="*/ 21624 w 333957"/>
              <a:gd name="connsiteY11" fmla="*/ 234410 h 334518"/>
              <a:gd name="connsiteX12" fmla="*/ 471 w 333957"/>
              <a:gd name="connsiteY12" fmla="*/ 325088 h 334518"/>
              <a:gd name="connsiteX13" fmla="*/ 1610 w 333957"/>
              <a:gd name="connsiteY13" fmla="*/ 332137 h 334518"/>
              <a:gd name="connsiteX14" fmla="*/ 7491 w 333957"/>
              <a:gd name="connsiteY14" fmla="*/ 334518 h 334518"/>
              <a:gd name="connsiteX15" fmla="*/ 8629 w 333957"/>
              <a:gd name="connsiteY15" fmla="*/ 333375 h 334518"/>
              <a:gd name="connsiteX16" fmla="*/ 99310 w 333957"/>
              <a:gd name="connsiteY16" fmla="*/ 312134 h 334518"/>
              <a:gd name="connsiteX17" fmla="*/ 102820 w 333957"/>
              <a:gd name="connsiteY17" fmla="*/ 310991 h 334518"/>
              <a:gd name="connsiteX18" fmla="*/ 105001 w 333957"/>
              <a:gd name="connsiteY18" fmla="*/ 308800 h 334518"/>
              <a:gd name="connsiteX19" fmla="*/ 106709 w 333957"/>
              <a:gd name="connsiteY19" fmla="*/ 307943 h 334518"/>
              <a:gd name="connsiteX20" fmla="*/ 108606 w 333957"/>
              <a:gd name="connsiteY20" fmla="*/ 305276 h 334518"/>
              <a:gd name="connsiteX21" fmla="*/ 293193 w 333957"/>
              <a:gd name="connsiteY21" fmla="*/ 120586 h 334518"/>
              <a:gd name="connsiteX22" fmla="*/ 293573 w 333957"/>
              <a:gd name="connsiteY22" fmla="*/ 120396 h 334518"/>
              <a:gd name="connsiteX23" fmla="*/ 293762 w 333957"/>
              <a:gd name="connsiteY23" fmla="*/ 120110 h 334518"/>
              <a:gd name="connsiteX24" fmla="*/ 313303 w 333957"/>
              <a:gd name="connsiteY24" fmla="*/ 100489 h 334518"/>
              <a:gd name="connsiteX25" fmla="*/ 313397 w 333957"/>
              <a:gd name="connsiteY25" fmla="*/ 100489 h 334518"/>
              <a:gd name="connsiteX26" fmla="*/ 313397 w 333957"/>
              <a:gd name="connsiteY26" fmla="*/ 100489 h 334518"/>
              <a:gd name="connsiteX27" fmla="*/ 324211 w 333957"/>
              <a:gd name="connsiteY27" fmla="*/ 89725 h 334518"/>
              <a:gd name="connsiteX28" fmla="*/ 324211 w 333957"/>
              <a:gd name="connsiteY28" fmla="*/ 40291 h 334518"/>
              <a:gd name="connsiteX29" fmla="*/ 288261 w 333957"/>
              <a:gd name="connsiteY29" fmla="*/ 105442 h 334518"/>
              <a:gd name="connsiteX30" fmla="*/ 228787 w 333957"/>
              <a:gd name="connsiteY30" fmla="*/ 44767 h 334518"/>
              <a:gd name="connsiteX31" fmla="*/ 238652 w 333957"/>
              <a:gd name="connsiteY31" fmla="*/ 34862 h 334518"/>
              <a:gd name="connsiteX32" fmla="*/ 298600 w 333957"/>
              <a:gd name="connsiteY32" fmla="*/ 95060 h 334518"/>
              <a:gd name="connsiteX33" fmla="*/ 288261 w 333957"/>
              <a:gd name="connsiteY33" fmla="*/ 105442 h 334518"/>
              <a:gd name="connsiteX34" fmla="*/ 101682 w 333957"/>
              <a:gd name="connsiteY34" fmla="*/ 292132 h 334518"/>
              <a:gd name="connsiteX35" fmla="*/ 41638 w 333957"/>
              <a:gd name="connsiteY35" fmla="*/ 232124 h 334518"/>
              <a:gd name="connsiteX36" fmla="*/ 218922 w 333957"/>
              <a:gd name="connsiteY36" fmla="*/ 54769 h 334518"/>
              <a:gd name="connsiteX37" fmla="*/ 278870 w 333957"/>
              <a:gd name="connsiteY37" fmla="*/ 114967 h 334518"/>
              <a:gd name="connsiteX38" fmla="*/ 101776 w 333957"/>
              <a:gd name="connsiteY38" fmla="*/ 292227 h 334518"/>
              <a:gd name="connsiteX39" fmla="*/ 33671 w 333957"/>
              <a:gd name="connsiteY39" fmla="*/ 243173 h 334518"/>
              <a:gd name="connsiteX40" fmla="*/ 89920 w 333957"/>
              <a:gd name="connsiteY40" fmla="*/ 300323 h 334518"/>
              <a:gd name="connsiteX41" fmla="*/ 16976 w 333957"/>
              <a:gd name="connsiteY41" fmla="*/ 318040 h 334518"/>
              <a:gd name="connsiteX42" fmla="*/ 33765 w 333957"/>
              <a:gd name="connsiteY42" fmla="*/ 243173 h 334518"/>
              <a:gd name="connsiteX43" fmla="*/ 313587 w 333957"/>
              <a:gd name="connsiteY43" fmla="*/ 80105 h 334518"/>
              <a:gd name="connsiteX44" fmla="*/ 308655 w 333957"/>
              <a:gd name="connsiteY44" fmla="*/ 85058 h 334518"/>
              <a:gd name="connsiteX45" fmla="*/ 248706 w 333957"/>
              <a:gd name="connsiteY45" fmla="*/ 24860 h 334518"/>
              <a:gd name="connsiteX46" fmla="*/ 253544 w 333957"/>
              <a:gd name="connsiteY46" fmla="*/ 20098 h 334518"/>
              <a:gd name="connsiteX47" fmla="*/ 268816 w 333957"/>
              <a:gd name="connsiteY47" fmla="*/ 14192 h 334518"/>
              <a:gd name="connsiteX48" fmla="*/ 284087 w 333957"/>
              <a:gd name="connsiteY48" fmla="*/ 20098 h 334518"/>
              <a:gd name="connsiteX49" fmla="*/ 313492 w 333957"/>
              <a:gd name="connsiteY49" fmla="*/ 49530 h 334518"/>
              <a:gd name="connsiteX50" fmla="*/ 313492 w 333957"/>
              <a:gd name="connsiteY50" fmla="*/ 80200 h 33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33957" h="334518">
                <a:moveTo>
                  <a:pt x="324211" y="40005"/>
                </a:moveTo>
                <a:lnTo>
                  <a:pt x="293573" y="10573"/>
                </a:lnTo>
                <a:cubicBezTo>
                  <a:pt x="286554" y="3524"/>
                  <a:pt x="278301" y="0"/>
                  <a:pt x="268816" y="0"/>
                </a:cubicBezTo>
                <a:cubicBezTo>
                  <a:pt x="259330" y="0"/>
                  <a:pt x="249940" y="3524"/>
                  <a:pt x="244058" y="10573"/>
                </a:cubicBezTo>
                <a:cubicBezTo>
                  <a:pt x="244058" y="10573"/>
                  <a:pt x="244058" y="10573"/>
                  <a:pt x="236091" y="18478"/>
                </a:cubicBezTo>
                <a:cubicBezTo>
                  <a:pt x="235142" y="18764"/>
                  <a:pt x="234099" y="19241"/>
                  <a:pt x="233150" y="19907"/>
                </a:cubicBezTo>
                <a:cubicBezTo>
                  <a:pt x="232391" y="20669"/>
                  <a:pt x="231917" y="21812"/>
                  <a:pt x="231633" y="22955"/>
                </a:cubicBezTo>
                <a:cubicBezTo>
                  <a:pt x="227744" y="26765"/>
                  <a:pt x="222716" y="31814"/>
                  <a:pt x="216076" y="38481"/>
                </a:cubicBezTo>
                <a:cubicBezTo>
                  <a:pt x="215128" y="38767"/>
                  <a:pt x="214274" y="39243"/>
                  <a:pt x="213326" y="39815"/>
                </a:cubicBezTo>
                <a:cubicBezTo>
                  <a:pt x="212567" y="40577"/>
                  <a:pt x="212187" y="41529"/>
                  <a:pt x="211903" y="42672"/>
                </a:cubicBezTo>
                <a:cubicBezTo>
                  <a:pt x="182877" y="71533"/>
                  <a:pt x="127767" y="126397"/>
                  <a:pt x="22762" y="230886"/>
                </a:cubicBezTo>
                <a:cubicBezTo>
                  <a:pt x="22762" y="232029"/>
                  <a:pt x="21624" y="233267"/>
                  <a:pt x="21624" y="234410"/>
                </a:cubicBezTo>
                <a:lnTo>
                  <a:pt x="471" y="325088"/>
                </a:lnTo>
                <a:cubicBezTo>
                  <a:pt x="-667" y="327469"/>
                  <a:pt x="471" y="329756"/>
                  <a:pt x="1610" y="332137"/>
                </a:cubicBezTo>
                <a:cubicBezTo>
                  <a:pt x="2748" y="333280"/>
                  <a:pt x="5119" y="334518"/>
                  <a:pt x="7491" y="334518"/>
                </a:cubicBezTo>
                <a:cubicBezTo>
                  <a:pt x="7491" y="334518"/>
                  <a:pt x="7491" y="333375"/>
                  <a:pt x="8629" y="333375"/>
                </a:cubicBezTo>
                <a:lnTo>
                  <a:pt x="99310" y="312134"/>
                </a:lnTo>
                <a:cubicBezTo>
                  <a:pt x="101682" y="312134"/>
                  <a:pt x="102820" y="310991"/>
                  <a:pt x="102820" y="310991"/>
                </a:cubicBezTo>
                <a:cubicBezTo>
                  <a:pt x="102820" y="310991"/>
                  <a:pt x="102820" y="310991"/>
                  <a:pt x="105001" y="308800"/>
                </a:cubicBezTo>
                <a:cubicBezTo>
                  <a:pt x="105571" y="308610"/>
                  <a:pt x="106140" y="308419"/>
                  <a:pt x="106709" y="307943"/>
                </a:cubicBezTo>
                <a:cubicBezTo>
                  <a:pt x="107563" y="307086"/>
                  <a:pt x="108132" y="306229"/>
                  <a:pt x="108606" y="305276"/>
                </a:cubicBezTo>
                <a:cubicBezTo>
                  <a:pt x="121222" y="292608"/>
                  <a:pt x="162104" y="251746"/>
                  <a:pt x="293193" y="120586"/>
                </a:cubicBezTo>
                <a:cubicBezTo>
                  <a:pt x="293193" y="120586"/>
                  <a:pt x="293478" y="120396"/>
                  <a:pt x="293573" y="120396"/>
                </a:cubicBezTo>
                <a:cubicBezTo>
                  <a:pt x="293573" y="120396"/>
                  <a:pt x="293668" y="120206"/>
                  <a:pt x="293762" y="120110"/>
                </a:cubicBezTo>
                <a:cubicBezTo>
                  <a:pt x="300118" y="113824"/>
                  <a:pt x="306568" y="107252"/>
                  <a:pt x="313303" y="100489"/>
                </a:cubicBezTo>
                <a:cubicBezTo>
                  <a:pt x="313303" y="100489"/>
                  <a:pt x="313303" y="100489"/>
                  <a:pt x="313397" y="100489"/>
                </a:cubicBezTo>
                <a:cubicBezTo>
                  <a:pt x="313397" y="100489"/>
                  <a:pt x="313397" y="100489"/>
                  <a:pt x="313397" y="100489"/>
                </a:cubicBezTo>
                <a:cubicBezTo>
                  <a:pt x="317002" y="96869"/>
                  <a:pt x="320512" y="93440"/>
                  <a:pt x="324211" y="89725"/>
                </a:cubicBezTo>
                <a:cubicBezTo>
                  <a:pt x="337206" y="76771"/>
                  <a:pt x="337206" y="54388"/>
                  <a:pt x="324211" y="40291"/>
                </a:cubicBezTo>
                <a:close/>
                <a:moveTo>
                  <a:pt x="288261" y="105442"/>
                </a:moveTo>
                <a:cubicBezTo>
                  <a:pt x="281431" y="98488"/>
                  <a:pt x="265496" y="82201"/>
                  <a:pt x="228787" y="44767"/>
                </a:cubicBezTo>
                <a:lnTo>
                  <a:pt x="238652" y="34862"/>
                </a:lnTo>
                <a:cubicBezTo>
                  <a:pt x="245671" y="41910"/>
                  <a:pt x="261891" y="58198"/>
                  <a:pt x="298600" y="95060"/>
                </a:cubicBezTo>
                <a:cubicBezTo>
                  <a:pt x="295754" y="97917"/>
                  <a:pt x="292245" y="101346"/>
                  <a:pt x="288261" y="105442"/>
                </a:cubicBezTo>
                <a:close/>
                <a:moveTo>
                  <a:pt x="101682" y="292132"/>
                </a:moveTo>
                <a:cubicBezTo>
                  <a:pt x="94947" y="285369"/>
                  <a:pt x="78916" y="269367"/>
                  <a:pt x="41638" y="232124"/>
                </a:cubicBezTo>
                <a:lnTo>
                  <a:pt x="218922" y="54769"/>
                </a:lnTo>
                <a:lnTo>
                  <a:pt x="278870" y="114967"/>
                </a:lnTo>
                <a:cubicBezTo>
                  <a:pt x="250129" y="143732"/>
                  <a:pt x="197580" y="196310"/>
                  <a:pt x="101776" y="292227"/>
                </a:cubicBezTo>
                <a:close/>
                <a:moveTo>
                  <a:pt x="33671" y="243173"/>
                </a:moveTo>
                <a:cubicBezTo>
                  <a:pt x="40880" y="250508"/>
                  <a:pt x="56531" y="266414"/>
                  <a:pt x="89920" y="300323"/>
                </a:cubicBezTo>
                <a:cubicBezTo>
                  <a:pt x="82711" y="302038"/>
                  <a:pt x="64214" y="306515"/>
                  <a:pt x="16976" y="318040"/>
                </a:cubicBezTo>
                <a:cubicBezTo>
                  <a:pt x="16976" y="318040"/>
                  <a:pt x="16976" y="317849"/>
                  <a:pt x="33765" y="243173"/>
                </a:cubicBezTo>
                <a:close/>
                <a:moveTo>
                  <a:pt x="313587" y="80105"/>
                </a:moveTo>
                <a:cubicBezTo>
                  <a:pt x="313587" y="80105"/>
                  <a:pt x="313587" y="80105"/>
                  <a:pt x="308655" y="85058"/>
                </a:cubicBezTo>
                <a:cubicBezTo>
                  <a:pt x="302205" y="78581"/>
                  <a:pt x="286364" y="62675"/>
                  <a:pt x="248706" y="24860"/>
                </a:cubicBezTo>
                <a:lnTo>
                  <a:pt x="253544" y="20098"/>
                </a:lnTo>
                <a:cubicBezTo>
                  <a:pt x="258287" y="16573"/>
                  <a:pt x="262935" y="14192"/>
                  <a:pt x="268816" y="14192"/>
                </a:cubicBezTo>
                <a:cubicBezTo>
                  <a:pt x="274697" y="14192"/>
                  <a:pt x="279439" y="16573"/>
                  <a:pt x="284087" y="20098"/>
                </a:cubicBezTo>
                <a:lnTo>
                  <a:pt x="313492" y="49530"/>
                </a:lnTo>
                <a:cubicBezTo>
                  <a:pt x="321745" y="57817"/>
                  <a:pt x="321745" y="71914"/>
                  <a:pt x="313492" y="8020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" name="Graphic 17">
            <a:extLst>
              <a:ext uri="{FF2B5EF4-FFF2-40B4-BE49-F238E27FC236}">
                <a16:creationId xmlns:a16="http://schemas.microsoft.com/office/drawing/2014/main" id="{D26B4BA3-162C-1600-FA48-2C32127B35AB}"/>
              </a:ext>
            </a:extLst>
          </p:cNvPr>
          <p:cNvSpPr/>
          <p:nvPr/>
        </p:nvSpPr>
        <p:spPr>
          <a:xfrm>
            <a:off x="3840974" y="830106"/>
            <a:ext cx="459915" cy="459536"/>
          </a:xfrm>
          <a:custGeom>
            <a:avLst/>
            <a:gdLst>
              <a:gd name="connsiteX0" fmla="*/ 281529 w 338797"/>
              <a:gd name="connsiteY0" fmla="*/ 161544 h 338518"/>
              <a:gd name="connsiteX1" fmla="*/ 281529 w 338797"/>
              <a:gd name="connsiteY1" fmla="*/ 331470 h 338518"/>
              <a:gd name="connsiteX2" fmla="*/ 274510 w 338797"/>
              <a:gd name="connsiteY2" fmla="*/ 338519 h 338518"/>
              <a:gd name="connsiteX3" fmla="*/ 7019 w 338797"/>
              <a:gd name="connsiteY3" fmla="*/ 338519 h 338518"/>
              <a:gd name="connsiteX4" fmla="*/ 0 w 338797"/>
              <a:gd name="connsiteY4" fmla="*/ 331470 h 338518"/>
              <a:gd name="connsiteX5" fmla="*/ 0 w 338797"/>
              <a:gd name="connsiteY5" fmla="*/ 34195 h 338518"/>
              <a:gd name="connsiteX6" fmla="*/ 7019 w 338797"/>
              <a:gd name="connsiteY6" fmla="*/ 27146 h 338518"/>
              <a:gd name="connsiteX7" fmla="*/ 204127 w 338797"/>
              <a:gd name="connsiteY7" fmla="*/ 27146 h 338518"/>
              <a:gd name="connsiteX8" fmla="*/ 211147 w 338797"/>
              <a:gd name="connsiteY8" fmla="*/ 34195 h 338518"/>
              <a:gd name="connsiteX9" fmla="*/ 204127 w 338797"/>
              <a:gd name="connsiteY9" fmla="*/ 41243 h 338518"/>
              <a:gd name="connsiteX10" fmla="*/ 14038 w 338797"/>
              <a:gd name="connsiteY10" fmla="*/ 41243 h 338518"/>
              <a:gd name="connsiteX11" fmla="*/ 14038 w 338797"/>
              <a:gd name="connsiteY11" fmla="*/ 324421 h 338518"/>
              <a:gd name="connsiteX12" fmla="*/ 267491 w 338797"/>
              <a:gd name="connsiteY12" fmla="*/ 324421 h 338518"/>
              <a:gd name="connsiteX13" fmla="*/ 267491 w 338797"/>
              <a:gd name="connsiteY13" fmla="*/ 161639 h 338518"/>
              <a:gd name="connsiteX14" fmla="*/ 274510 w 338797"/>
              <a:gd name="connsiteY14" fmla="*/ 154591 h 338518"/>
              <a:gd name="connsiteX15" fmla="*/ 281529 w 338797"/>
              <a:gd name="connsiteY15" fmla="*/ 161639 h 338518"/>
              <a:gd name="connsiteX16" fmla="*/ 337114 w 338797"/>
              <a:gd name="connsiteY16" fmla="*/ 51721 h 338518"/>
              <a:gd name="connsiteX17" fmla="*/ 311124 w 338797"/>
              <a:gd name="connsiteY17" fmla="*/ 77724 h 338518"/>
              <a:gd name="connsiteX18" fmla="*/ 310934 w 338797"/>
              <a:gd name="connsiteY18" fmla="*/ 78010 h 338518"/>
              <a:gd name="connsiteX19" fmla="*/ 310555 w 338797"/>
              <a:gd name="connsiteY19" fmla="*/ 78296 h 338518"/>
              <a:gd name="connsiteX20" fmla="*/ 186579 w 338797"/>
              <a:gd name="connsiteY20" fmla="*/ 202406 h 338518"/>
              <a:gd name="connsiteX21" fmla="*/ 184208 w 338797"/>
              <a:gd name="connsiteY21" fmla="*/ 204788 h 338518"/>
              <a:gd name="connsiteX22" fmla="*/ 113636 w 338797"/>
              <a:gd name="connsiteY22" fmla="*/ 234220 h 338518"/>
              <a:gd name="connsiteX23" fmla="*/ 111265 w 338797"/>
              <a:gd name="connsiteY23" fmla="*/ 234220 h 338518"/>
              <a:gd name="connsiteX24" fmla="*/ 106522 w 338797"/>
              <a:gd name="connsiteY24" fmla="*/ 233077 h 338518"/>
              <a:gd name="connsiteX25" fmla="*/ 104151 w 338797"/>
              <a:gd name="connsiteY25" fmla="*/ 224885 h 338518"/>
              <a:gd name="connsiteX26" fmla="*/ 134694 w 338797"/>
              <a:gd name="connsiteY26" fmla="*/ 155448 h 338518"/>
              <a:gd name="connsiteX27" fmla="*/ 135832 w 338797"/>
              <a:gd name="connsiteY27" fmla="*/ 153067 h 338518"/>
              <a:gd name="connsiteX28" fmla="*/ 286367 w 338797"/>
              <a:gd name="connsiteY28" fmla="*/ 2381 h 338518"/>
              <a:gd name="connsiteX29" fmla="*/ 292247 w 338797"/>
              <a:gd name="connsiteY29" fmla="*/ 0 h 338518"/>
              <a:gd name="connsiteX30" fmla="*/ 296990 w 338797"/>
              <a:gd name="connsiteY30" fmla="*/ 2381 h 338518"/>
              <a:gd name="connsiteX31" fmla="*/ 337019 w 338797"/>
              <a:gd name="connsiteY31" fmla="*/ 42386 h 338518"/>
              <a:gd name="connsiteX32" fmla="*/ 337019 w 338797"/>
              <a:gd name="connsiteY32" fmla="*/ 51816 h 338518"/>
              <a:gd name="connsiteX33" fmla="*/ 295757 w 338797"/>
              <a:gd name="connsiteY33" fmla="*/ 73247 h 338518"/>
              <a:gd name="connsiteX34" fmla="*/ 265973 w 338797"/>
              <a:gd name="connsiteY34" fmla="*/ 42863 h 338518"/>
              <a:gd name="connsiteX35" fmla="*/ 150819 w 338797"/>
              <a:gd name="connsiteY35" fmla="*/ 157163 h 338518"/>
              <a:gd name="connsiteX36" fmla="*/ 181362 w 338797"/>
              <a:gd name="connsiteY36" fmla="*/ 187833 h 338518"/>
              <a:gd name="connsiteX37" fmla="*/ 295852 w 338797"/>
              <a:gd name="connsiteY37" fmla="*/ 73247 h 338518"/>
              <a:gd name="connsiteX38" fmla="*/ 124260 w 338797"/>
              <a:gd name="connsiteY38" fmla="*/ 214217 h 338518"/>
              <a:gd name="connsiteX39" fmla="*/ 168936 w 338797"/>
              <a:gd name="connsiteY39" fmla="*/ 195358 h 338518"/>
              <a:gd name="connsiteX40" fmla="*/ 143136 w 338797"/>
              <a:gd name="connsiteY40" fmla="*/ 169450 h 338518"/>
              <a:gd name="connsiteX41" fmla="*/ 124260 w 338797"/>
              <a:gd name="connsiteY41" fmla="*/ 214217 h 338518"/>
              <a:gd name="connsiteX42" fmla="*/ 321842 w 338797"/>
              <a:gd name="connsiteY42" fmla="*/ 47054 h 338518"/>
              <a:gd name="connsiteX43" fmla="*/ 292437 w 338797"/>
              <a:gd name="connsiteY43" fmla="*/ 16478 h 338518"/>
              <a:gd name="connsiteX44" fmla="*/ 275933 w 338797"/>
              <a:gd name="connsiteY44" fmla="*/ 32861 h 338518"/>
              <a:gd name="connsiteX45" fmla="*/ 305717 w 338797"/>
              <a:gd name="connsiteY45" fmla="*/ 63246 h 338518"/>
              <a:gd name="connsiteX46" fmla="*/ 321842 w 338797"/>
              <a:gd name="connsiteY46" fmla="*/ 47054 h 33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8797" h="338518">
                <a:moveTo>
                  <a:pt x="281529" y="161544"/>
                </a:moveTo>
                <a:lnTo>
                  <a:pt x="281529" y="331470"/>
                </a:lnTo>
                <a:cubicBezTo>
                  <a:pt x="281529" y="336232"/>
                  <a:pt x="279158" y="338519"/>
                  <a:pt x="274510" y="338519"/>
                </a:cubicBezTo>
                <a:lnTo>
                  <a:pt x="7019" y="338519"/>
                </a:lnTo>
                <a:cubicBezTo>
                  <a:pt x="3510" y="338519"/>
                  <a:pt x="0" y="336137"/>
                  <a:pt x="0" y="331470"/>
                </a:cubicBezTo>
                <a:lnTo>
                  <a:pt x="0" y="34195"/>
                </a:lnTo>
                <a:cubicBezTo>
                  <a:pt x="0" y="30670"/>
                  <a:pt x="3510" y="27146"/>
                  <a:pt x="7019" y="27146"/>
                </a:cubicBezTo>
                <a:lnTo>
                  <a:pt x="204127" y="27146"/>
                </a:lnTo>
                <a:cubicBezTo>
                  <a:pt x="208775" y="27146"/>
                  <a:pt x="211147" y="30670"/>
                  <a:pt x="211147" y="34195"/>
                </a:cubicBezTo>
                <a:cubicBezTo>
                  <a:pt x="211147" y="38957"/>
                  <a:pt x="208775" y="41243"/>
                  <a:pt x="204127" y="41243"/>
                </a:cubicBezTo>
                <a:lnTo>
                  <a:pt x="14038" y="41243"/>
                </a:lnTo>
                <a:lnTo>
                  <a:pt x="14038" y="324421"/>
                </a:lnTo>
                <a:lnTo>
                  <a:pt x="267491" y="324421"/>
                </a:lnTo>
                <a:lnTo>
                  <a:pt x="267491" y="161639"/>
                </a:lnTo>
                <a:cubicBezTo>
                  <a:pt x="267491" y="158115"/>
                  <a:pt x="271000" y="154591"/>
                  <a:pt x="274510" y="154591"/>
                </a:cubicBezTo>
                <a:cubicBezTo>
                  <a:pt x="279158" y="154591"/>
                  <a:pt x="281529" y="158115"/>
                  <a:pt x="281529" y="161639"/>
                </a:cubicBezTo>
                <a:close/>
                <a:moveTo>
                  <a:pt x="337114" y="51721"/>
                </a:moveTo>
                <a:cubicBezTo>
                  <a:pt x="327913" y="60960"/>
                  <a:pt x="319281" y="69532"/>
                  <a:pt x="311124" y="77724"/>
                </a:cubicBezTo>
                <a:cubicBezTo>
                  <a:pt x="311124" y="77819"/>
                  <a:pt x="311029" y="77915"/>
                  <a:pt x="310934" y="78010"/>
                </a:cubicBezTo>
                <a:cubicBezTo>
                  <a:pt x="310934" y="78010"/>
                  <a:pt x="310649" y="78200"/>
                  <a:pt x="310555" y="78296"/>
                </a:cubicBezTo>
                <a:cubicBezTo>
                  <a:pt x="227908" y="161036"/>
                  <a:pt x="186579" y="202406"/>
                  <a:pt x="186579" y="202406"/>
                </a:cubicBezTo>
                <a:cubicBezTo>
                  <a:pt x="185441" y="203549"/>
                  <a:pt x="184208" y="203549"/>
                  <a:pt x="184208" y="204788"/>
                </a:cubicBezTo>
                <a:lnTo>
                  <a:pt x="113636" y="234220"/>
                </a:lnTo>
                <a:lnTo>
                  <a:pt x="111265" y="234220"/>
                </a:lnTo>
                <a:cubicBezTo>
                  <a:pt x="108893" y="234220"/>
                  <a:pt x="107755" y="234220"/>
                  <a:pt x="106522" y="233077"/>
                </a:cubicBezTo>
                <a:cubicBezTo>
                  <a:pt x="104151" y="230696"/>
                  <a:pt x="103012" y="227171"/>
                  <a:pt x="104151" y="224885"/>
                </a:cubicBezTo>
                <a:lnTo>
                  <a:pt x="134694" y="155448"/>
                </a:lnTo>
                <a:cubicBezTo>
                  <a:pt x="134694" y="154305"/>
                  <a:pt x="135832" y="153067"/>
                  <a:pt x="135832" y="153067"/>
                </a:cubicBezTo>
                <a:lnTo>
                  <a:pt x="286367" y="2381"/>
                </a:lnTo>
                <a:cubicBezTo>
                  <a:pt x="287505" y="1238"/>
                  <a:pt x="289876" y="0"/>
                  <a:pt x="292247" y="0"/>
                </a:cubicBezTo>
                <a:cubicBezTo>
                  <a:pt x="293386" y="0"/>
                  <a:pt x="295757" y="1143"/>
                  <a:pt x="296990" y="2381"/>
                </a:cubicBezTo>
                <a:lnTo>
                  <a:pt x="337019" y="42386"/>
                </a:lnTo>
                <a:cubicBezTo>
                  <a:pt x="339390" y="44767"/>
                  <a:pt x="339390" y="49435"/>
                  <a:pt x="337019" y="51816"/>
                </a:cubicBezTo>
                <a:close/>
                <a:moveTo>
                  <a:pt x="295757" y="73247"/>
                </a:moveTo>
                <a:cubicBezTo>
                  <a:pt x="279252" y="56388"/>
                  <a:pt x="270431" y="47434"/>
                  <a:pt x="265973" y="42863"/>
                </a:cubicBezTo>
                <a:lnTo>
                  <a:pt x="150819" y="157163"/>
                </a:lnTo>
                <a:cubicBezTo>
                  <a:pt x="167703" y="174117"/>
                  <a:pt x="176620" y="183071"/>
                  <a:pt x="181362" y="187833"/>
                </a:cubicBezTo>
                <a:cubicBezTo>
                  <a:pt x="241690" y="127444"/>
                  <a:pt x="276217" y="92964"/>
                  <a:pt x="295852" y="73247"/>
                </a:cubicBezTo>
                <a:close/>
                <a:moveTo>
                  <a:pt x="124260" y="214217"/>
                </a:moveTo>
                <a:cubicBezTo>
                  <a:pt x="148732" y="203835"/>
                  <a:pt x="161822" y="198311"/>
                  <a:pt x="168936" y="195358"/>
                </a:cubicBezTo>
                <a:cubicBezTo>
                  <a:pt x="155657" y="182023"/>
                  <a:pt x="147784" y="174117"/>
                  <a:pt x="143136" y="169450"/>
                </a:cubicBezTo>
                <a:cubicBezTo>
                  <a:pt x="130549" y="199232"/>
                  <a:pt x="124260" y="214153"/>
                  <a:pt x="124260" y="214217"/>
                </a:cubicBezTo>
                <a:close/>
                <a:moveTo>
                  <a:pt x="321842" y="47054"/>
                </a:moveTo>
                <a:lnTo>
                  <a:pt x="292437" y="16478"/>
                </a:lnTo>
                <a:lnTo>
                  <a:pt x="275933" y="32861"/>
                </a:lnTo>
                <a:cubicBezTo>
                  <a:pt x="292342" y="49530"/>
                  <a:pt x="301069" y="58483"/>
                  <a:pt x="305717" y="63246"/>
                </a:cubicBezTo>
                <a:cubicBezTo>
                  <a:pt x="321842" y="47149"/>
                  <a:pt x="321842" y="47054"/>
                  <a:pt x="321842" y="4705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5" name="Graphic 17">
            <a:extLst>
              <a:ext uri="{FF2B5EF4-FFF2-40B4-BE49-F238E27FC236}">
                <a16:creationId xmlns:a16="http://schemas.microsoft.com/office/drawing/2014/main" id="{3C5B5606-081C-BCBD-EE04-613D48A4BD38}"/>
              </a:ext>
            </a:extLst>
          </p:cNvPr>
          <p:cNvSpPr/>
          <p:nvPr/>
        </p:nvSpPr>
        <p:spPr>
          <a:xfrm>
            <a:off x="4605006" y="830106"/>
            <a:ext cx="459915" cy="459536"/>
          </a:xfrm>
          <a:custGeom>
            <a:avLst/>
            <a:gdLst>
              <a:gd name="connsiteX0" fmla="*/ 281529 w 338797"/>
              <a:gd name="connsiteY0" fmla="*/ 161544 h 338518"/>
              <a:gd name="connsiteX1" fmla="*/ 281529 w 338797"/>
              <a:gd name="connsiteY1" fmla="*/ 331470 h 338518"/>
              <a:gd name="connsiteX2" fmla="*/ 274510 w 338797"/>
              <a:gd name="connsiteY2" fmla="*/ 338519 h 338518"/>
              <a:gd name="connsiteX3" fmla="*/ 7019 w 338797"/>
              <a:gd name="connsiteY3" fmla="*/ 338519 h 338518"/>
              <a:gd name="connsiteX4" fmla="*/ 0 w 338797"/>
              <a:gd name="connsiteY4" fmla="*/ 331470 h 338518"/>
              <a:gd name="connsiteX5" fmla="*/ 0 w 338797"/>
              <a:gd name="connsiteY5" fmla="*/ 34195 h 338518"/>
              <a:gd name="connsiteX6" fmla="*/ 7019 w 338797"/>
              <a:gd name="connsiteY6" fmla="*/ 27146 h 338518"/>
              <a:gd name="connsiteX7" fmla="*/ 204127 w 338797"/>
              <a:gd name="connsiteY7" fmla="*/ 27146 h 338518"/>
              <a:gd name="connsiteX8" fmla="*/ 211147 w 338797"/>
              <a:gd name="connsiteY8" fmla="*/ 34195 h 338518"/>
              <a:gd name="connsiteX9" fmla="*/ 204127 w 338797"/>
              <a:gd name="connsiteY9" fmla="*/ 41243 h 338518"/>
              <a:gd name="connsiteX10" fmla="*/ 14038 w 338797"/>
              <a:gd name="connsiteY10" fmla="*/ 41243 h 338518"/>
              <a:gd name="connsiteX11" fmla="*/ 14038 w 338797"/>
              <a:gd name="connsiteY11" fmla="*/ 324421 h 338518"/>
              <a:gd name="connsiteX12" fmla="*/ 267491 w 338797"/>
              <a:gd name="connsiteY12" fmla="*/ 324421 h 338518"/>
              <a:gd name="connsiteX13" fmla="*/ 267491 w 338797"/>
              <a:gd name="connsiteY13" fmla="*/ 161639 h 338518"/>
              <a:gd name="connsiteX14" fmla="*/ 274510 w 338797"/>
              <a:gd name="connsiteY14" fmla="*/ 154591 h 338518"/>
              <a:gd name="connsiteX15" fmla="*/ 281529 w 338797"/>
              <a:gd name="connsiteY15" fmla="*/ 161639 h 338518"/>
              <a:gd name="connsiteX16" fmla="*/ 337114 w 338797"/>
              <a:gd name="connsiteY16" fmla="*/ 51721 h 338518"/>
              <a:gd name="connsiteX17" fmla="*/ 311124 w 338797"/>
              <a:gd name="connsiteY17" fmla="*/ 77724 h 338518"/>
              <a:gd name="connsiteX18" fmla="*/ 310934 w 338797"/>
              <a:gd name="connsiteY18" fmla="*/ 78010 h 338518"/>
              <a:gd name="connsiteX19" fmla="*/ 310555 w 338797"/>
              <a:gd name="connsiteY19" fmla="*/ 78296 h 338518"/>
              <a:gd name="connsiteX20" fmla="*/ 186579 w 338797"/>
              <a:gd name="connsiteY20" fmla="*/ 202406 h 338518"/>
              <a:gd name="connsiteX21" fmla="*/ 184208 w 338797"/>
              <a:gd name="connsiteY21" fmla="*/ 204788 h 338518"/>
              <a:gd name="connsiteX22" fmla="*/ 113636 w 338797"/>
              <a:gd name="connsiteY22" fmla="*/ 234220 h 338518"/>
              <a:gd name="connsiteX23" fmla="*/ 111265 w 338797"/>
              <a:gd name="connsiteY23" fmla="*/ 234220 h 338518"/>
              <a:gd name="connsiteX24" fmla="*/ 106522 w 338797"/>
              <a:gd name="connsiteY24" fmla="*/ 233077 h 338518"/>
              <a:gd name="connsiteX25" fmla="*/ 104151 w 338797"/>
              <a:gd name="connsiteY25" fmla="*/ 224885 h 338518"/>
              <a:gd name="connsiteX26" fmla="*/ 134694 w 338797"/>
              <a:gd name="connsiteY26" fmla="*/ 155448 h 338518"/>
              <a:gd name="connsiteX27" fmla="*/ 135832 w 338797"/>
              <a:gd name="connsiteY27" fmla="*/ 153067 h 338518"/>
              <a:gd name="connsiteX28" fmla="*/ 286367 w 338797"/>
              <a:gd name="connsiteY28" fmla="*/ 2381 h 338518"/>
              <a:gd name="connsiteX29" fmla="*/ 292247 w 338797"/>
              <a:gd name="connsiteY29" fmla="*/ 0 h 338518"/>
              <a:gd name="connsiteX30" fmla="*/ 296990 w 338797"/>
              <a:gd name="connsiteY30" fmla="*/ 2381 h 338518"/>
              <a:gd name="connsiteX31" fmla="*/ 337019 w 338797"/>
              <a:gd name="connsiteY31" fmla="*/ 42386 h 338518"/>
              <a:gd name="connsiteX32" fmla="*/ 337019 w 338797"/>
              <a:gd name="connsiteY32" fmla="*/ 51816 h 338518"/>
              <a:gd name="connsiteX33" fmla="*/ 295757 w 338797"/>
              <a:gd name="connsiteY33" fmla="*/ 73247 h 338518"/>
              <a:gd name="connsiteX34" fmla="*/ 265973 w 338797"/>
              <a:gd name="connsiteY34" fmla="*/ 42863 h 338518"/>
              <a:gd name="connsiteX35" fmla="*/ 150819 w 338797"/>
              <a:gd name="connsiteY35" fmla="*/ 157163 h 338518"/>
              <a:gd name="connsiteX36" fmla="*/ 181362 w 338797"/>
              <a:gd name="connsiteY36" fmla="*/ 187833 h 338518"/>
              <a:gd name="connsiteX37" fmla="*/ 295852 w 338797"/>
              <a:gd name="connsiteY37" fmla="*/ 73247 h 338518"/>
              <a:gd name="connsiteX38" fmla="*/ 124260 w 338797"/>
              <a:gd name="connsiteY38" fmla="*/ 214217 h 338518"/>
              <a:gd name="connsiteX39" fmla="*/ 168936 w 338797"/>
              <a:gd name="connsiteY39" fmla="*/ 195358 h 338518"/>
              <a:gd name="connsiteX40" fmla="*/ 143136 w 338797"/>
              <a:gd name="connsiteY40" fmla="*/ 169450 h 338518"/>
              <a:gd name="connsiteX41" fmla="*/ 124260 w 338797"/>
              <a:gd name="connsiteY41" fmla="*/ 214217 h 338518"/>
              <a:gd name="connsiteX42" fmla="*/ 321842 w 338797"/>
              <a:gd name="connsiteY42" fmla="*/ 47054 h 338518"/>
              <a:gd name="connsiteX43" fmla="*/ 292437 w 338797"/>
              <a:gd name="connsiteY43" fmla="*/ 16478 h 338518"/>
              <a:gd name="connsiteX44" fmla="*/ 275933 w 338797"/>
              <a:gd name="connsiteY44" fmla="*/ 32861 h 338518"/>
              <a:gd name="connsiteX45" fmla="*/ 305717 w 338797"/>
              <a:gd name="connsiteY45" fmla="*/ 63246 h 338518"/>
              <a:gd name="connsiteX46" fmla="*/ 321842 w 338797"/>
              <a:gd name="connsiteY46" fmla="*/ 47054 h 33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8797" h="338518">
                <a:moveTo>
                  <a:pt x="281529" y="161544"/>
                </a:moveTo>
                <a:lnTo>
                  <a:pt x="281529" y="331470"/>
                </a:lnTo>
                <a:cubicBezTo>
                  <a:pt x="281529" y="336232"/>
                  <a:pt x="279158" y="338519"/>
                  <a:pt x="274510" y="338519"/>
                </a:cubicBezTo>
                <a:lnTo>
                  <a:pt x="7019" y="338519"/>
                </a:lnTo>
                <a:cubicBezTo>
                  <a:pt x="3510" y="338519"/>
                  <a:pt x="0" y="336137"/>
                  <a:pt x="0" y="331470"/>
                </a:cubicBezTo>
                <a:lnTo>
                  <a:pt x="0" y="34195"/>
                </a:lnTo>
                <a:cubicBezTo>
                  <a:pt x="0" y="30670"/>
                  <a:pt x="3510" y="27146"/>
                  <a:pt x="7019" y="27146"/>
                </a:cubicBezTo>
                <a:lnTo>
                  <a:pt x="204127" y="27146"/>
                </a:lnTo>
                <a:cubicBezTo>
                  <a:pt x="208775" y="27146"/>
                  <a:pt x="211147" y="30670"/>
                  <a:pt x="211147" y="34195"/>
                </a:cubicBezTo>
                <a:cubicBezTo>
                  <a:pt x="211147" y="38957"/>
                  <a:pt x="208775" y="41243"/>
                  <a:pt x="204127" y="41243"/>
                </a:cubicBezTo>
                <a:lnTo>
                  <a:pt x="14038" y="41243"/>
                </a:lnTo>
                <a:lnTo>
                  <a:pt x="14038" y="324421"/>
                </a:lnTo>
                <a:lnTo>
                  <a:pt x="267491" y="324421"/>
                </a:lnTo>
                <a:lnTo>
                  <a:pt x="267491" y="161639"/>
                </a:lnTo>
                <a:cubicBezTo>
                  <a:pt x="267491" y="158115"/>
                  <a:pt x="271000" y="154591"/>
                  <a:pt x="274510" y="154591"/>
                </a:cubicBezTo>
                <a:cubicBezTo>
                  <a:pt x="279158" y="154591"/>
                  <a:pt x="281529" y="158115"/>
                  <a:pt x="281529" y="161639"/>
                </a:cubicBezTo>
                <a:close/>
                <a:moveTo>
                  <a:pt x="337114" y="51721"/>
                </a:moveTo>
                <a:cubicBezTo>
                  <a:pt x="327913" y="60960"/>
                  <a:pt x="319281" y="69532"/>
                  <a:pt x="311124" y="77724"/>
                </a:cubicBezTo>
                <a:cubicBezTo>
                  <a:pt x="311124" y="77819"/>
                  <a:pt x="311029" y="77915"/>
                  <a:pt x="310934" y="78010"/>
                </a:cubicBezTo>
                <a:cubicBezTo>
                  <a:pt x="310934" y="78010"/>
                  <a:pt x="310649" y="78200"/>
                  <a:pt x="310555" y="78296"/>
                </a:cubicBezTo>
                <a:cubicBezTo>
                  <a:pt x="227908" y="161036"/>
                  <a:pt x="186579" y="202406"/>
                  <a:pt x="186579" y="202406"/>
                </a:cubicBezTo>
                <a:cubicBezTo>
                  <a:pt x="185441" y="203549"/>
                  <a:pt x="184208" y="203549"/>
                  <a:pt x="184208" y="204788"/>
                </a:cubicBezTo>
                <a:lnTo>
                  <a:pt x="113636" y="234220"/>
                </a:lnTo>
                <a:lnTo>
                  <a:pt x="111265" y="234220"/>
                </a:lnTo>
                <a:cubicBezTo>
                  <a:pt x="108893" y="234220"/>
                  <a:pt x="107755" y="234220"/>
                  <a:pt x="106522" y="233077"/>
                </a:cubicBezTo>
                <a:cubicBezTo>
                  <a:pt x="104151" y="230696"/>
                  <a:pt x="103012" y="227171"/>
                  <a:pt x="104151" y="224885"/>
                </a:cubicBezTo>
                <a:lnTo>
                  <a:pt x="134694" y="155448"/>
                </a:lnTo>
                <a:cubicBezTo>
                  <a:pt x="134694" y="154305"/>
                  <a:pt x="135832" y="153067"/>
                  <a:pt x="135832" y="153067"/>
                </a:cubicBezTo>
                <a:lnTo>
                  <a:pt x="286367" y="2381"/>
                </a:lnTo>
                <a:cubicBezTo>
                  <a:pt x="287505" y="1238"/>
                  <a:pt x="289876" y="0"/>
                  <a:pt x="292247" y="0"/>
                </a:cubicBezTo>
                <a:cubicBezTo>
                  <a:pt x="293386" y="0"/>
                  <a:pt x="295757" y="1143"/>
                  <a:pt x="296990" y="2381"/>
                </a:cubicBezTo>
                <a:lnTo>
                  <a:pt x="337019" y="42386"/>
                </a:lnTo>
                <a:cubicBezTo>
                  <a:pt x="339390" y="44767"/>
                  <a:pt x="339390" y="49435"/>
                  <a:pt x="337019" y="51816"/>
                </a:cubicBezTo>
                <a:close/>
                <a:moveTo>
                  <a:pt x="295757" y="73247"/>
                </a:moveTo>
                <a:cubicBezTo>
                  <a:pt x="279252" y="56388"/>
                  <a:pt x="270431" y="47434"/>
                  <a:pt x="265973" y="42863"/>
                </a:cubicBezTo>
                <a:lnTo>
                  <a:pt x="150819" y="157163"/>
                </a:lnTo>
                <a:cubicBezTo>
                  <a:pt x="167703" y="174117"/>
                  <a:pt x="176620" y="183071"/>
                  <a:pt x="181362" y="187833"/>
                </a:cubicBezTo>
                <a:cubicBezTo>
                  <a:pt x="241690" y="127444"/>
                  <a:pt x="276217" y="92964"/>
                  <a:pt x="295852" y="73247"/>
                </a:cubicBezTo>
                <a:close/>
                <a:moveTo>
                  <a:pt x="124260" y="214217"/>
                </a:moveTo>
                <a:cubicBezTo>
                  <a:pt x="148732" y="203835"/>
                  <a:pt x="161822" y="198311"/>
                  <a:pt x="168936" y="195358"/>
                </a:cubicBezTo>
                <a:cubicBezTo>
                  <a:pt x="155657" y="182023"/>
                  <a:pt x="147784" y="174117"/>
                  <a:pt x="143136" y="169450"/>
                </a:cubicBezTo>
                <a:cubicBezTo>
                  <a:pt x="130549" y="199232"/>
                  <a:pt x="124260" y="214153"/>
                  <a:pt x="124260" y="214217"/>
                </a:cubicBezTo>
                <a:close/>
                <a:moveTo>
                  <a:pt x="321842" y="47054"/>
                </a:moveTo>
                <a:lnTo>
                  <a:pt x="292437" y="16478"/>
                </a:lnTo>
                <a:lnTo>
                  <a:pt x="275933" y="32861"/>
                </a:lnTo>
                <a:cubicBezTo>
                  <a:pt x="292342" y="49530"/>
                  <a:pt x="301069" y="58483"/>
                  <a:pt x="305717" y="63246"/>
                </a:cubicBezTo>
                <a:cubicBezTo>
                  <a:pt x="321842" y="47149"/>
                  <a:pt x="321842" y="47054"/>
                  <a:pt x="321842" y="4705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7" name="Graphic 17">
            <a:extLst>
              <a:ext uri="{FF2B5EF4-FFF2-40B4-BE49-F238E27FC236}">
                <a16:creationId xmlns:a16="http://schemas.microsoft.com/office/drawing/2014/main" id="{A368162F-2BBF-7E23-E7EE-DFDBCEE93BB1}"/>
              </a:ext>
            </a:extLst>
          </p:cNvPr>
          <p:cNvSpPr/>
          <p:nvPr/>
        </p:nvSpPr>
        <p:spPr>
          <a:xfrm>
            <a:off x="4605006" y="1468154"/>
            <a:ext cx="459915" cy="459536"/>
          </a:xfrm>
          <a:custGeom>
            <a:avLst/>
            <a:gdLst>
              <a:gd name="connsiteX0" fmla="*/ 281529 w 338797"/>
              <a:gd name="connsiteY0" fmla="*/ 161544 h 338518"/>
              <a:gd name="connsiteX1" fmla="*/ 281529 w 338797"/>
              <a:gd name="connsiteY1" fmla="*/ 331470 h 338518"/>
              <a:gd name="connsiteX2" fmla="*/ 274510 w 338797"/>
              <a:gd name="connsiteY2" fmla="*/ 338519 h 338518"/>
              <a:gd name="connsiteX3" fmla="*/ 7019 w 338797"/>
              <a:gd name="connsiteY3" fmla="*/ 338519 h 338518"/>
              <a:gd name="connsiteX4" fmla="*/ 0 w 338797"/>
              <a:gd name="connsiteY4" fmla="*/ 331470 h 338518"/>
              <a:gd name="connsiteX5" fmla="*/ 0 w 338797"/>
              <a:gd name="connsiteY5" fmla="*/ 34195 h 338518"/>
              <a:gd name="connsiteX6" fmla="*/ 7019 w 338797"/>
              <a:gd name="connsiteY6" fmla="*/ 27146 h 338518"/>
              <a:gd name="connsiteX7" fmla="*/ 204127 w 338797"/>
              <a:gd name="connsiteY7" fmla="*/ 27146 h 338518"/>
              <a:gd name="connsiteX8" fmla="*/ 211147 w 338797"/>
              <a:gd name="connsiteY8" fmla="*/ 34195 h 338518"/>
              <a:gd name="connsiteX9" fmla="*/ 204127 w 338797"/>
              <a:gd name="connsiteY9" fmla="*/ 41243 h 338518"/>
              <a:gd name="connsiteX10" fmla="*/ 14038 w 338797"/>
              <a:gd name="connsiteY10" fmla="*/ 41243 h 338518"/>
              <a:gd name="connsiteX11" fmla="*/ 14038 w 338797"/>
              <a:gd name="connsiteY11" fmla="*/ 324421 h 338518"/>
              <a:gd name="connsiteX12" fmla="*/ 267491 w 338797"/>
              <a:gd name="connsiteY12" fmla="*/ 324421 h 338518"/>
              <a:gd name="connsiteX13" fmla="*/ 267491 w 338797"/>
              <a:gd name="connsiteY13" fmla="*/ 161639 h 338518"/>
              <a:gd name="connsiteX14" fmla="*/ 274510 w 338797"/>
              <a:gd name="connsiteY14" fmla="*/ 154591 h 338518"/>
              <a:gd name="connsiteX15" fmla="*/ 281529 w 338797"/>
              <a:gd name="connsiteY15" fmla="*/ 161639 h 338518"/>
              <a:gd name="connsiteX16" fmla="*/ 337114 w 338797"/>
              <a:gd name="connsiteY16" fmla="*/ 51721 h 338518"/>
              <a:gd name="connsiteX17" fmla="*/ 311124 w 338797"/>
              <a:gd name="connsiteY17" fmla="*/ 77724 h 338518"/>
              <a:gd name="connsiteX18" fmla="*/ 310934 w 338797"/>
              <a:gd name="connsiteY18" fmla="*/ 78010 h 338518"/>
              <a:gd name="connsiteX19" fmla="*/ 310555 w 338797"/>
              <a:gd name="connsiteY19" fmla="*/ 78296 h 338518"/>
              <a:gd name="connsiteX20" fmla="*/ 186579 w 338797"/>
              <a:gd name="connsiteY20" fmla="*/ 202406 h 338518"/>
              <a:gd name="connsiteX21" fmla="*/ 184208 w 338797"/>
              <a:gd name="connsiteY21" fmla="*/ 204788 h 338518"/>
              <a:gd name="connsiteX22" fmla="*/ 113636 w 338797"/>
              <a:gd name="connsiteY22" fmla="*/ 234220 h 338518"/>
              <a:gd name="connsiteX23" fmla="*/ 111265 w 338797"/>
              <a:gd name="connsiteY23" fmla="*/ 234220 h 338518"/>
              <a:gd name="connsiteX24" fmla="*/ 106522 w 338797"/>
              <a:gd name="connsiteY24" fmla="*/ 233077 h 338518"/>
              <a:gd name="connsiteX25" fmla="*/ 104151 w 338797"/>
              <a:gd name="connsiteY25" fmla="*/ 224885 h 338518"/>
              <a:gd name="connsiteX26" fmla="*/ 134694 w 338797"/>
              <a:gd name="connsiteY26" fmla="*/ 155448 h 338518"/>
              <a:gd name="connsiteX27" fmla="*/ 135832 w 338797"/>
              <a:gd name="connsiteY27" fmla="*/ 153067 h 338518"/>
              <a:gd name="connsiteX28" fmla="*/ 286367 w 338797"/>
              <a:gd name="connsiteY28" fmla="*/ 2381 h 338518"/>
              <a:gd name="connsiteX29" fmla="*/ 292247 w 338797"/>
              <a:gd name="connsiteY29" fmla="*/ 0 h 338518"/>
              <a:gd name="connsiteX30" fmla="*/ 296990 w 338797"/>
              <a:gd name="connsiteY30" fmla="*/ 2381 h 338518"/>
              <a:gd name="connsiteX31" fmla="*/ 337019 w 338797"/>
              <a:gd name="connsiteY31" fmla="*/ 42386 h 338518"/>
              <a:gd name="connsiteX32" fmla="*/ 337019 w 338797"/>
              <a:gd name="connsiteY32" fmla="*/ 51816 h 338518"/>
              <a:gd name="connsiteX33" fmla="*/ 295757 w 338797"/>
              <a:gd name="connsiteY33" fmla="*/ 73247 h 338518"/>
              <a:gd name="connsiteX34" fmla="*/ 265973 w 338797"/>
              <a:gd name="connsiteY34" fmla="*/ 42863 h 338518"/>
              <a:gd name="connsiteX35" fmla="*/ 150819 w 338797"/>
              <a:gd name="connsiteY35" fmla="*/ 157163 h 338518"/>
              <a:gd name="connsiteX36" fmla="*/ 181362 w 338797"/>
              <a:gd name="connsiteY36" fmla="*/ 187833 h 338518"/>
              <a:gd name="connsiteX37" fmla="*/ 295852 w 338797"/>
              <a:gd name="connsiteY37" fmla="*/ 73247 h 338518"/>
              <a:gd name="connsiteX38" fmla="*/ 124260 w 338797"/>
              <a:gd name="connsiteY38" fmla="*/ 214217 h 338518"/>
              <a:gd name="connsiteX39" fmla="*/ 168936 w 338797"/>
              <a:gd name="connsiteY39" fmla="*/ 195358 h 338518"/>
              <a:gd name="connsiteX40" fmla="*/ 143136 w 338797"/>
              <a:gd name="connsiteY40" fmla="*/ 169450 h 338518"/>
              <a:gd name="connsiteX41" fmla="*/ 124260 w 338797"/>
              <a:gd name="connsiteY41" fmla="*/ 214217 h 338518"/>
              <a:gd name="connsiteX42" fmla="*/ 321842 w 338797"/>
              <a:gd name="connsiteY42" fmla="*/ 47054 h 338518"/>
              <a:gd name="connsiteX43" fmla="*/ 292437 w 338797"/>
              <a:gd name="connsiteY43" fmla="*/ 16478 h 338518"/>
              <a:gd name="connsiteX44" fmla="*/ 275933 w 338797"/>
              <a:gd name="connsiteY44" fmla="*/ 32861 h 338518"/>
              <a:gd name="connsiteX45" fmla="*/ 305717 w 338797"/>
              <a:gd name="connsiteY45" fmla="*/ 63246 h 338518"/>
              <a:gd name="connsiteX46" fmla="*/ 321842 w 338797"/>
              <a:gd name="connsiteY46" fmla="*/ 47054 h 33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8797" h="338518">
                <a:moveTo>
                  <a:pt x="281529" y="161544"/>
                </a:moveTo>
                <a:lnTo>
                  <a:pt x="281529" y="331470"/>
                </a:lnTo>
                <a:cubicBezTo>
                  <a:pt x="281529" y="336232"/>
                  <a:pt x="279158" y="338519"/>
                  <a:pt x="274510" y="338519"/>
                </a:cubicBezTo>
                <a:lnTo>
                  <a:pt x="7019" y="338519"/>
                </a:lnTo>
                <a:cubicBezTo>
                  <a:pt x="3510" y="338519"/>
                  <a:pt x="0" y="336137"/>
                  <a:pt x="0" y="331470"/>
                </a:cubicBezTo>
                <a:lnTo>
                  <a:pt x="0" y="34195"/>
                </a:lnTo>
                <a:cubicBezTo>
                  <a:pt x="0" y="30670"/>
                  <a:pt x="3510" y="27146"/>
                  <a:pt x="7019" y="27146"/>
                </a:cubicBezTo>
                <a:lnTo>
                  <a:pt x="204127" y="27146"/>
                </a:lnTo>
                <a:cubicBezTo>
                  <a:pt x="208775" y="27146"/>
                  <a:pt x="211147" y="30670"/>
                  <a:pt x="211147" y="34195"/>
                </a:cubicBezTo>
                <a:cubicBezTo>
                  <a:pt x="211147" y="38957"/>
                  <a:pt x="208775" y="41243"/>
                  <a:pt x="204127" y="41243"/>
                </a:cubicBezTo>
                <a:lnTo>
                  <a:pt x="14038" y="41243"/>
                </a:lnTo>
                <a:lnTo>
                  <a:pt x="14038" y="324421"/>
                </a:lnTo>
                <a:lnTo>
                  <a:pt x="267491" y="324421"/>
                </a:lnTo>
                <a:lnTo>
                  <a:pt x="267491" y="161639"/>
                </a:lnTo>
                <a:cubicBezTo>
                  <a:pt x="267491" y="158115"/>
                  <a:pt x="271000" y="154591"/>
                  <a:pt x="274510" y="154591"/>
                </a:cubicBezTo>
                <a:cubicBezTo>
                  <a:pt x="279158" y="154591"/>
                  <a:pt x="281529" y="158115"/>
                  <a:pt x="281529" y="161639"/>
                </a:cubicBezTo>
                <a:close/>
                <a:moveTo>
                  <a:pt x="337114" y="51721"/>
                </a:moveTo>
                <a:cubicBezTo>
                  <a:pt x="327913" y="60960"/>
                  <a:pt x="319281" y="69532"/>
                  <a:pt x="311124" y="77724"/>
                </a:cubicBezTo>
                <a:cubicBezTo>
                  <a:pt x="311124" y="77819"/>
                  <a:pt x="311029" y="77915"/>
                  <a:pt x="310934" y="78010"/>
                </a:cubicBezTo>
                <a:cubicBezTo>
                  <a:pt x="310934" y="78010"/>
                  <a:pt x="310649" y="78200"/>
                  <a:pt x="310555" y="78296"/>
                </a:cubicBezTo>
                <a:cubicBezTo>
                  <a:pt x="227908" y="161036"/>
                  <a:pt x="186579" y="202406"/>
                  <a:pt x="186579" y="202406"/>
                </a:cubicBezTo>
                <a:cubicBezTo>
                  <a:pt x="185441" y="203549"/>
                  <a:pt x="184208" y="203549"/>
                  <a:pt x="184208" y="204788"/>
                </a:cubicBezTo>
                <a:lnTo>
                  <a:pt x="113636" y="234220"/>
                </a:lnTo>
                <a:lnTo>
                  <a:pt x="111265" y="234220"/>
                </a:lnTo>
                <a:cubicBezTo>
                  <a:pt x="108893" y="234220"/>
                  <a:pt x="107755" y="234220"/>
                  <a:pt x="106522" y="233077"/>
                </a:cubicBezTo>
                <a:cubicBezTo>
                  <a:pt x="104151" y="230696"/>
                  <a:pt x="103012" y="227171"/>
                  <a:pt x="104151" y="224885"/>
                </a:cubicBezTo>
                <a:lnTo>
                  <a:pt x="134694" y="155448"/>
                </a:lnTo>
                <a:cubicBezTo>
                  <a:pt x="134694" y="154305"/>
                  <a:pt x="135832" y="153067"/>
                  <a:pt x="135832" y="153067"/>
                </a:cubicBezTo>
                <a:lnTo>
                  <a:pt x="286367" y="2381"/>
                </a:lnTo>
                <a:cubicBezTo>
                  <a:pt x="287505" y="1238"/>
                  <a:pt x="289876" y="0"/>
                  <a:pt x="292247" y="0"/>
                </a:cubicBezTo>
                <a:cubicBezTo>
                  <a:pt x="293386" y="0"/>
                  <a:pt x="295757" y="1143"/>
                  <a:pt x="296990" y="2381"/>
                </a:cubicBezTo>
                <a:lnTo>
                  <a:pt x="337019" y="42386"/>
                </a:lnTo>
                <a:cubicBezTo>
                  <a:pt x="339390" y="44767"/>
                  <a:pt x="339390" y="49435"/>
                  <a:pt x="337019" y="51816"/>
                </a:cubicBezTo>
                <a:close/>
                <a:moveTo>
                  <a:pt x="295757" y="73247"/>
                </a:moveTo>
                <a:cubicBezTo>
                  <a:pt x="279252" y="56388"/>
                  <a:pt x="270431" y="47434"/>
                  <a:pt x="265973" y="42863"/>
                </a:cubicBezTo>
                <a:lnTo>
                  <a:pt x="150819" y="157163"/>
                </a:lnTo>
                <a:cubicBezTo>
                  <a:pt x="167703" y="174117"/>
                  <a:pt x="176620" y="183071"/>
                  <a:pt x="181362" y="187833"/>
                </a:cubicBezTo>
                <a:cubicBezTo>
                  <a:pt x="241690" y="127444"/>
                  <a:pt x="276217" y="92964"/>
                  <a:pt x="295852" y="73247"/>
                </a:cubicBezTo>
                <a:close/>
                <a:moveTo>
                  <a:pt x="124260" y="214217"/>
                </a:moveTo>
                <a:cubicBezTo>
                  <a:pt x="148732" y="203835"/>
                  <a:pt x="161822" y="198311"/>
                  <a:pt x="168936" y="195358"/>
                </a:cubicBezTo>
                <a:cubicBezTo>
                  <a:pt x="155657" y="182023"/>
                  <a:pt x="147784" y="174117"/>
                  <a:pt x="143136" y="169450"/>
                </a:cubicBezTo>
                <a:cubicBezTo>
                  <a:pt x="130549" y="199232"/>
                  <a:pt x="124260" y="214153"/>
                  <a:pt x="124260" y="214217"/>
                </a:cubicBezTo>
                <a:close/>
                <a:moveTo>
                  <a:pt x="321842" y="47054"/>
                </a:moveTo>
                <a:lnTo>
                  <a:pt x="292437" y="16478"/>
                </a:lnTo>
                <a:lnTo>
                  <a:pt x="275933" y="32861"/>
                </a:lnTo>
                <a:cubicBezTo>
                  <a:pt x="292342" y="49530"/>
                  <a:pt x="301069" y="58483"/>
                  <a:pt x="305717" y="63246"/>
                </a:cubicBezTo>
                <a:cubicBezTo>
                  <a:pt x="321842" y="47149"/>
                  <a:pt x="321842" y="47054"/>
                  <a:pt x="321842" y="4705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8" name="Graphic 17">
            <a:extLst>
              <a:ext uri="{FF2B5EF4-FFF2-40B4-BE49-F238E27FC236}">
                <a16:creationId xmlns:a16="http://schemas.microsoft.com/office/drawing/2014/main" id="{8440CD0C-397C-2036-9630-C1919E54F5E8}"/>
              </a:ext>
            </a:extLst>
          </p:cNvPr>
          <p:cNvSpPr/>
          <p:nvPr/>
        </p:nvSpPr>
        <p:spPr>
          <a:xfrm>
            <a:off x="3836910" y="1468154"/>
            <a:ext cx="459915" cy="459536"/>
          </a:xfrm>
          <a:custGeom>
            <a:avLst/>
            <a:gdLst>
              <a:gd name="connsiteX0" fmla="*/ 281529 w 338797"/>
              <a:gd name="connsiteY0" fmla="*/ 161544 h 338518"/>
              <a:gd name="connsiteX1" fmla="*/ 281529 w 338797"/>
              <a:gd name="connsiteY1" fmla="*/ 331470 h 338518"/>
              <a:gd name="connsiteX2" fmla="*/ 274510 w 338797"/>
              <a:gd name="connsiteY2" fmla="*/ 338519 h 338518"/>
              <a:gd name="connsiteX3" fmla="*/ 7019 w 338797"/>
              <a:gd name="connsiteY3" fmla="*/ 338519 h 338518"/>
              <a:gd name="connsiteX4" fmla="*/ 0 w 338797"/>
              <a:gd name="connsiteY4" fmla="*/ 331470 h 338518"/>
              <a:gd name="connsiteX5" fmla="*/ 0 w 338797"/>
              <a:gd name="connsiteY5" fmla="*/ 34195 h 338518"/>
              <a:gd name="connsiteX6" fmla="*/ 7019 w 338797"/>
              <a:gd name="connsiteY6" fmla="*/ 27146 h 338518"/>
              <a:gd name="connsiteX7" fmla="*/ 204127 w 338797"/>
              <a:gd name="connsiteY7" fmla="*/ 27146 h 338518"/>
              <a:gd name="connsiteX8" fmla="*/ 211147 w 338797"/>
              <a:gd name="connsiteY8" fmla="*/ 34195 h 338518"/>
              <a:gd name="connsiteX9" fmla="*/ 204127 w 338797"/>
              <a:gd name="connsiteY9" fmla="*/ 41243 h 338518"/>
              <a:gd name="connsiteX10" fmla="*/ 14038 w 338797"/>
              <a:gd name="connsiteY10" fmla="*/ 41243 h 338518"/>
              <a:gd name="connsiteX11" fmla="*/ 14038 w 338797"/>
              <a:gd name="connsiteY11" fmla="*/ 324421 h 338518"/>
              <a:gd name="connsiteX12" fmla="*/ 267491 w 338797"/>
              <a:gd name="connsiteY12" fmla="*/ 324421 h 338518"/>
              <a:gd name="connsiteX13" fmla="*/ 267491 w 338797"/>
              <a:gd name="connsiteY13" fmla="*/ 161639 h 338518"/>
              <a:gd name="connsiteX14" fmla="*/ 274510 w 338797"/>
              <a:gd name="connsiteY14" fmla="*/ 154591 h 338518"/>
              <a:gd name="connsiteX15" fmla="*/ 281529 w 338797"/>
              <a:gd name="connsiteY15" fmla="*/ 161639 h 338518"/>
              <a:gd name="connsiteX16" fmla="*/ 337114 w 338797"/>
              <a:gd name="connsiteY16" fmla="*/ 51721 h 338518"/>
              <a:gd name="connsiteX17" fmla="*/ 311124 w 338797"/>
              <a:gd name="connsiteY17" fmla="*/ 77724 h 338518"/>
              <a:gd name="connsiteX18" fmla="*/ 310934 w 338797"/>
              <a:gd name="connsiteY18" fmla="*/ 78010 h 338518"/>
              <a:gd name="connsiteX19" fmla="*/ 310555 w 338797"/>
              <a:gd name="connsiteY19" fmla="*/ 78296 h 338518"/>
              <a:gd name="connsiteX20" fmla="*/ 186579 w 338797"/>
              <a:gd name="connsiteY20" fmla="*/ 202406 h 338518"/>
              <a:gd name="connsiteX21" fmla="*/ 184208 w 338797"/>
              <a:gd name="connsiteY21" fmla="*/ 204788 h 338518"/>
              <a:gd name="connsiteX22" fmla="*/ 113636 w 338797"/>
              <a:gd name="connsiteY22" fmla="*/ 234220 h 338518"/>
              <a:gd name="connsiteX23" fmla="*/ 111265 w 338797"/>
              <a:gd name="connsiteY23" fmla="*/ 234220 h 338518"/>
              <a:gd name="connsiteX24" fmla="*/ 106522 w 338797"/>
              <a:gd name="connsiteY24" fmla="*/ 233077 h 338518"/>
              <a:gd name="connsiteX25" fmla="*/ 104151 w 338797"/>
              <a:gd name="connsiteY25" fmla="*/ 224885 h 338518"/>
              <a:gd name="connsiteX26" fmla="*/ 134694 w 338797"/>
              <a:gd name="connsiteY26" fmla="*/ 155448 h 338518"/>
              <a:gd name="connsiteX27" fmla="*/ 135832 w 338797"/>
              <a:gd name="connsiteY27" fmla="*/ 153067 h 338518"/>
              <a:gd name="connsiteX28" fmla="*/ 286367 w 338797"/>
              <a:gd name="connsiteY28" fmla="*/ 2381 h 338518"/>
              <a:gd name="connsiteX29" fmla="*/ 292247 w 338797"/>
              <a:gd name="connsiteY29" fmla="*/ 0 h 338518"/>
              <a:gd name="connsiteX30" fmla="*/ 296990 w 338797"/>
              <a:gd name="connsiteY30" fmla="*/ 2381 h 338518"/>
              <a:gd name="connsiteX31" fmla="*/ 337019 w 338797"/>
              <a:gd name="connsiteY31" fmla="*/ 42386 h 338518"/>
              <a:gd name="connsiteX32" fmla="*/ 337019 w 338797"/>
              <a:gd name="connsiteY32" fmla="*/ 51816 h 338518"/>
              <a:gd name="connsiteX33" fmla="*/ 295757 w 338797"/>
              <a:gd name="connsiteY33" fmla="*/ 73247 h 338518"/>
              <a:gd name="connsiteX34" fmla="*/ 265973 w 338797"/>
              <a:gd name="connsiteY34" fmla="*/ 42863 h 338518"/>
              <a:gd name="connsiteX35" fmla="*/ 150819 w 338797"/>
              <a:gd name="connsiteY35" fmla="*/ 157163 h 338518"/>
              <a:gd name="connsiteX36" fmla="*/ 181362 w 338797"/>
              <a:gd name="connsiteY36" fmla="*/ 187833 h 338518"/>
              <a:gd name="connsiteX37" fmla="*/ 295852 w 338797"/>
              <a:gd name="connsiteY37" fmla="*/ 73247 h 338518"/>
              <a:gd name="connsiteX38" fmla="*/ 124260 w 338797"/>
              <a:gd name="connsiteY38" fmla="*/ 214217 h 338518"/>
              <a:gd name="connsiteX39" fmla="*/ 168936 w 338797"/>
              <a:gd name="connsiteY39" fmla="*/ 195358 h 338518"/>
              <a:gd name="connsiteX40" fmla="*/ 143136 w 338797"/>
              <a:gd name="connsiteY40" fmla="*/ 169450 h 338518"/>
              <a:gd name="connsiteX41" fmla="*/ 124260 w 338797"/>
              <a:gd name="connsiteY41" fmla="*/ 214217 h 338518"/>
              <a:gd name="connsiteX42" fmla="*/ 321842 w 338797"/>
              <a:gd name="connsiteY42" fmla="*/ 47054 h 338518"/>
              <a:gd name="connsiteX43" fmla="*/ 292437 w 338797"/>
              <a:gd name="connsiteY43" fmla="*/ 16478 h 338518"/>
              <a:gd name="connsiteX44" fmla="*/ 275933 w 338797"/>
              <a:gd name="connsiteY44" fmla="*/ 32861 h 338518"/>
              <a:gd name="connsiteX45" fmla="*/ 305717 w 338797"/>
              <a:gd name="connsiteY45" fmla="*/ 63246 h 338518"/>
              <a:gd name="connsiteX46" fmla="*/ 321842 w 338797"/>
              <a:gd name="connsiteY46" fmla="*/ 47054 h 33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8797" h="338518">
                <a:moveTo>
                  <a:pt x="281529" y="161544"/>
                </a:moveTo>
                <a:lnTo>
                  <a:pt x="281529" y="331470"/>
                </a:lnTo>
                <a:cubicBezTo>
                  <a:pt x="281529" y="336232"/>
                  <a:pt x="279158" y="338519"/>
                  <a:pt x="274510" y="338519"/>
                </a:cubicBezTo>
                <a:lnTo>
                  <a:pt x="7019" y="338519"/>
                </a:lnTo>
                <a:cubicBezTo>
                  <a:pt x="3510" y="338519"/>
                  <a:pt x="0" y="336137"/>
                  <a:pt x="0" y="331470"/>
                </a:cubicBezTo>
                <a:lnTo>
                  <a:pt x="0" y="34195"/>
                </a:lnTo>
                <a:cubicBezTo>
                  <a:pt x="0" y="30670"/>
                  <a:pt x="3510" y="27146"/>
                  <a:pt x="7019" y="27146"/>
                </a:cubicBezTo>
                <a:lnTo>
                  <a:pt x="204127" y="27146"/>
                </a:lnTo>
                <a:cubicBezTo>
                  <a:pt x="208775" y="27146"/>
                  <a:pt x="211147" y="30670"/>
                  <a:pt x="211147" y="34195"/>
                </a:cubicBezTo>
                <a:cubicBezTo>
                  <a:pt x="211147" y="38957"/>
                  <a:pt x="208775" y="41243"/>
                  <a:pt x="204127" y="41243"/>
                </a:cubicBezTo>
                <a:lnTo>
                  <a:pt x="14038" y="41243"/>
                </a:lnTo>
                <a:lnTo>
                  <a:pt x="14038" y="324421"/>
                </a:lnTo>
                <a:lnTo>
                  <a:pt x="267491" y="324421"/>
                </a:lnTo>
                <a:lnTo>
                  <a:pt x="267491" y="161639"/>
                </a:lnTo>
                <a:cubicBezTo>
                  <a:pt x="267491" y="158115"/>
                  <a:pt x="271000" y="154591"/>
                  <a:pt x="274510" y="154591"/>
                </a:cubicBezTo>
                <a:cubicBezTo>
                  <a:pt x="279158" y="154591"/>
                  <a:pt x="281529" y="158115"/>
                  <a:pt x="281529" y="161639"/>
                </a:cubicBezTo>
                <a:close/>
                <a:moveTo>
                  <a:pt x="337114" y="51721"/>
                </a:moveTo>
                <a:cubicBezTo>
                  <a:pt x="327913" y="60960"/>
                  <a:pt x="319281" y="69532"/>
                  <a:pt x="311124" y="77724"/>
                </a:cubicBezTo>
                <a:cubicBezTo>
                  <a:pt x="311124" y="77819"/>
                  <a:pt x="311029" y="77915"/>
                  <a:pt x="310934" y="78010"/>
                </a:cubicBezTo>
                <a:cubicBezTo>
                  <a:pt x="310934" y="78010"/>
                  <a:pt x="310649" y="78200"/>
                  <a:pt x="310555" y="78296"/>
                </a:cubicBezTo>
                <a:cubicBezTo>
                  <a:pt x="227908" y="161036"/>
                  <a:pt x="186579" y="202406"/>
                  <a:pt x="186579" y="202406"/>
                </a:cubicBezTo>
                <a:cubicBezTo>
                  <a:pt x="185441" y="203549"/>
                  <a:pt x="184208" y="203549"/>
                  <a:pt x="184208" y="204788"/>
                </a:cubicBezTo>
                <a:lnTo>
                  <a:pt x="113636" y="234220"/>
                </a:lnTo>
                <a:lnTo>
                  <a:pt x="111265" y="234220"/>
                </a:lnTo>
                <a:cubicBezTo>
                  <a:pt x="108893" y="234220"/>
                  <a:pt x="107755" y="234220"/>
                  <a:pt x="106522" y="233077"/>
                </a:cubicBezTo>
                <a:cubicBezTo>
                  <a:pt x="104151" y="230696"/>
                  <a:pt x="103012" y="227171"/>
                  <a:pt x="104151" y="224885"/>
                </a:cubicBezTo>
                <a:lnTo>
                  <a:pt x="134694" y="155448"/>
                </a:lnTo>
                <a:cubicBezTo>
                  <a:pt x="134694" y="154305"/>
                  <a:pt x="135832" y="153067"/>
                  <a:pt x="135832" y="153067"/>
                </a:cubicBezTo>
                <a:lnTo>
                  <a:pt x="286367" y="2381"/>
                </a:lnTo>
                <a:cubicBezTo>
                  <a:pt x="287505" y="1238"/>
                  <a:pt x="289876" y="0"/>
                  <a:pt x="292247" y="0"/>
                </a:cubicBezTo>
                <a:cubicBezTo>
                  <a:pt x="293386" y="0"/>
                  <a:pt x="295757" y="1143"/>
                  <a:pt x="296990" y="2381"/>
                </a:cubicBezTo>
                <a:lnTo>
                  <a:pt x="337019" y="42386"/>
                </a:lnTo>
                <a:cubicBezTo>
                  <a:pt x="339390" y="44767"/>
                  <a:pt x="339390" y="49435"/>
                  <a:pt x="337019" y="51816"/>
                </a:cubicBezTo>
                <a:close/>
                <a:moveTo>
                  <a:pt x="295757" y="73247"/>
                </a:moveTo>
                <a:cubicBezTo>
                  <a:pt x="279252" y="56388"/>
                  <a:pt x="270431" y="47434"/>
                  <a:pt x="265973" y="42863"/>
                </a:cubicBezTo>
                <a:lnTo>
                  <a:pt x="150819" y="157163"/>
                </a:lnTo>
                <a:cubicBezTo>
                  <a:pt x="167703" y="174117"/>
                  <a:pt x="176620" y="183071"/>
                  <a:pt x="181362" y="187833"/>
                </a:cubicBezTo>
                <a:cubicBezTo>
                  <a:pt x="241690" y="127444"/>
                  <a:pt x="276217" y="92964"/>
                  <a:pt x="295852" y="73247"/>
                </a:cubicBezTo>
                <a:close/>
                <a:moveTo>
                  <a:pt x="124260" y="214217"/>
                </a:moveTo>
                <a:cubicBezTo>
                  <a:pt x="148732" y="203835"/>
                  <a:pt x="161822" y="198311"/>
                  <a:pt x="168936" y="195358"/>
                </a:cubicBezTo>
                <a:cubicBezTo>
                  <a:pt x="155657" y="182023"/>
                  <a:pt x="147784" y="174117"/>
                  <a:pt x="143136" y="169450"/>
                </a:cubicBezTo>
                <a:cubicBezTo>
                  <a:pt x="130549" y="199232"/>
                  <a:pt x="124260" y="214153"/>
                  <a:pt x="124260" y="214217"/>
                </a:cubicBezTo>
                <a:close/>
                <a:moveTo>
                  <a:pt x="321842" y="47054"/>
                </a:moveTo>
                <a:lnTo>
                  <a:pt x="292437" y="16478"/>
                </a:lnTo>
                <a:lnTo>
                  <a:pt x="275933" y="32861"/>
                </a:lnTo>
                <a:cubicBezTo>
                  <a:pt x="292342" y="49530"/>
                  <a:pt x="301069" y="58483"/>
                  <a:pt x="305717" y="63246"/>
                </a:cubicBezTo>
                <a:cubicBezTo>
                  <a:pt x="321842" y="47149"/>
                  <a:pt x="321842" y="47054"/>
                  <a:pt x="321842" y="4705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1" name="Graphic 109">
            <a:extLst>
              <a:ext uri="{FF2B5EF4-FFF2-40B4-BE49-F238E27FC236}">
                <a16:creationId xmlns:a16="http://schemas.microsoft.com/office/drawing/2014/main" id="{194F048E-B6F6-31D1-44E4-9D22E451773E}"/>
              </a:ext>
            </a:extLst>
          </p:cNvPr>
          <p:cNvSpPr/>
          <p:nvPr/>
        </p:nvSpPr>
        <p:spPr>
          <a:xfrm>
            <a:off x="5504908" y="830106"/>
            <a:ext cx="452107" cy="454659"/>
          </a:xfrm>
          <a:custGeom>
            <a:avLst/>
            <a:gdLst>
              <a:gd name="connsiteX0" fmla="*/ 336521 w 338394"/>
              <a:gd name="connsiteY0" fmla="*/ 100846 h 340304"/>
              <a:gd name="connsiteX1" fmla="*/ 237872 w 338394"/>
              <a:gd name="connsiteY1" fmla="*/ 1786 h 340304"/>
              <a:gd name="connsiteX2" fmla="*/ 227343 w 338394"/>
              <a:gd name="connsiteY2" fmla="*/ 1786 h 340304"/>
              <a:gd name="connsiteX3" fmla="*/ 199171 w 338394"/>
              <a:gd name="connsiteY3" fmla="*/ 30075 h 340304"/>
              <a:gd name="connsiteX4" fmla="*/ 199171 w 338394"/>
              <a:gd name="connsiteY4" fmla="*/ 40648 h 340304"/>
              <a:gd name="connsiteX5" fmla="*/ 208562 w 338394"/>
              <a:gd name="connsiteY5" fmla="*/ 50078 h 340304"/>
              <a:gd name="connsiteX6" fmla="*/ 145104 w 338394"/>
              <a:gd name="connsiteY6" fmla="*/ 113800 h 340304"/>
              <a:gd name="connsiteX7" fmla="*/ 92270 w 338394"/>
              <a:gd name="connsiteY7" fmla="*/ 113800 h 340304"/>
              <a:gd name="connsiteX8" fmla="*/ 86389 w 338394"/>
              <a:gd name="connsiteY8" fmla="*/ 114943 h 340304"/>
              <a:gd name="connsiteX9" fmla="*/ 65236 w 338394"/>
              <a:gd name="connsiteY9" fmla="*/ 136184 h 340304"/>
              <a:gd name="connsiteX10" fmla="*/ 65236 w 338394"/>
              <a:gd name="connsiteY10" fmla="*/ 146756 h 340304"/>
              <a:gd name="connsiteX11" fmla="*/ 123762 w 338394"/>
              <a:gd name="connsiteY11" fmla="*/ 205526 h 340304"/>
              <a:gd name="connsiteX12" fmla="*/ 1779 w 338394"/>
              <a:gd name="connsiteY12" fmla="*/ 327350 h 340304"/>
              <a:gd name="connsiteX13" fmla="*/ 1779 w 338394"/>
              <a:gd name="connsiteY13" fmla="*/ 337923 h 340304"/>
              <a:gd name="connsiteX14" fmla="*/ 7659 w 338394"/>
              <a:gd name="connsiteY14" fmla="*/ 340304 h 340304"/>
              <a:gd name="connsiteX15" fmla="*/ 12402 w 338394"/>
              <a:gd name="connsiteY15" fmla="*/ 337923 h 340304"/>
              <a:gd name="connsiteX16" fmla="*/ 134291 w 338394"/>
              <a:gd name="connsiteY16" fmla="*/ 216194 h 340304"/>
              <a:gd name="connsiteX17" fmla="*/ 192057 w 338394"/>
              <a:gd name="connsiteY17" fmla="*/ 274201 h 340304"/>
              <a:gd name="connsiteX18" fmla="*/ 197938 w 338394"/>
              <a:gd name="connsiteY18" fmla="*/ 276582 h 340304"/>
              <a:gd name="connsiteX19" fmla="*/ 202681 w 338394"/>
              <a:gd name="connsiteY19" fmla="*/ 274201 h 340304"/>
              <a:gd name="connsiteX20" fmla="*/ 223834 w 338394"/>
              <a:gd name="connsiteY20" fmla="*/ 252960 h 340304"/>
              <a:gd name="connsiteX21" fmla="*/ 226205 w 338394"/>
              <a:gd name="connsiteY21" fmla="*/ 248198 h 340304"/>
              <a:gd name="connsiteX22" fmla="*/ 226205 w 338394"/>
              <a:gd name="connsiteY22" fmla="*/ 193905 h 340304"/>
              <a:gd name="connsiteX23" fmla="*/ 289663 w 338394"/>
              <a:gd name="connsiteY23" fmla="*/ 130183 h 340304"/>
              <a:gd name="connsiteX24" fmla="*/ 297915 w 338394"/>
              <a:gd name="connsiteY24" fmla="*/ 139613 h 340304"/>
              <a:gd name="connsiteX25" fmla="*/ 308444 w 338394"/>
              <a:gd name="connsiteY25" fmla="*/ 139613 h 340304"/>
              <a:gd name="connsiteX26" fmla="*/ 336616 w 338394"/>
              <a:gd name="connsiteY26" fmla="*/ 111323 h 340304"/>
              <a:gd name="connsiteX27" fmla="*/ 336616 w 338394"/>
              <a:gd name="connsiteY27" fmla="*/ 100751 h 340304"/>
              <a:gd name="connsiteX28" fmla="*/ 303606 w 338394"/>
              <a:gd name="connsiteY28" fmla="*/ 124468 h 340304"/>
              <a:gd name="connsiteX29" fmla="*/ 294216 w 338394"/>
              <a:gd name="connsiteY29" fmla="*/ 115038 h 340304"/>
              <a:gd name="connsiteX30" fmla="*/ 283687 w 338394"/>
              <a:gd name="connsiteY30" fmla="*/ 115038 h 340304"/>
              <a:gd name="connsiteX31" fmla="*/ 213210 w 338394"/>
              <a:gd name="connsiteY31" fmla="*/ 185809 h 340304"/>
              <a:gd name="connsiteX32" fmla="*/ 212072 w 338394"/>
              <a:gd name="connsiteY32" fmla="*/ 191714 h 340304"/>
              <a:gd name="connsiteX33" fmla="*/ 212072 w 338394"/>
              <a:gd name="connsiteY33" fmla="*/ 244769 h 340304"/>
              <a:gd name="connsiteX34" fmla="*/ 197938 w 338394"/>
              <a:gd name="connsiteY34" fmla="*/ 258961 h 340304"/>
              <a:gd name="connsiteX35" fmla="*/ 140741 w 338394"/>
              <a:gd name="connsiteY35" fmla="*/ 202097 h 340304"/>
              <a:gd name="connsiteX36" fmla="*/ 139792 w 338394"/>
              <a:gd name="connsiteY36" fmla="*/ 200192 h 340304"/>
              <a:gd name="connsiteX37" fmla="*/ 137421 w 338394"/>
              <a:gd name="connsiteY37" fmla="*/ 198858 h 340304"/>
              <a:gd name="connsiteX38" fmla="*/ 80508 w 338394"/>
              <a:gd name="connsiteY38" fmla="*/ 142280 h 340304"/>
              <a:gd name="connsiteX39" fmla="*/ 94641 w 338394"/>
              <a:gd name="connsiteY39" fmla="*/ 128087 h 340304"/>
              <a:gd name="connsiteX40" fmla="*/ 148709 w 338394"/>
              <a:gd name="connsiteY40" fmla="*/ 128087 h 340304"/>
              <a:gd name="connsiteX41" fmla="*/ 153451 w 338394"/>
              <a:gd name="connsiteY41" fmla="*/ 125706 h 340304"/>
              <a:gd name="connsiteX42" fmla="*/ 223928 w 338394"/>
              <a:gd name="connsiteY42" fmla="*/ 54935 h 340304"/>
              <a:gd name="connsiteX43" fmla="*/ 223928 w 338394"/>
              <a:gd name="connsiteY43" fmla="*/ 44363 h 340304"/>
              <a:gd name="connsiteX44" fmla="*/ 214538 w 338394"/>
              <a:gd name="connsiteY44" fmla="*/ 36076 h 340304"/>
              <a:gd name="connsiteX45" fmla="*/ 233319 w 338394"/>
              <a:gd name="connsiteY45" fmla="*/ 17216 h 340304"/>
              <a:gd name="connsiteX46" fmla="*/ 321439 w 338394"/>
              <a:gd name="connsiteY46" fmla="*/ 106847 h 340304"/>
              <a:gd name="connsiteX47" fmla="*/ 303796 w 338394"/>
              <a:gd name="connsiteY47" fmla="*/ 124563 h 340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38394" h="340304">
                <a:moveTo>
                  <a:pt x="336521" y="100846"/>
                </a:moveTo>
                <a:lnTo>
                  <a:pt x="237872" y="1786"/>
                </a:lnTo>
                <a:cubicBezTo>
                  <a:pt x="235501" y="-595"/>
                  <a:pt x="230853" y="-595"/>
                  <a:pt x="227343" y="1786"/>
                </a:cubicBezTo>
                <a:lnTo>
                  <a:pt x="199171" y="30075"/>
                </a:lnTo>
                <a:cubicBezTo>
                  <a:pt x="196800" y="33599"/>
                  <a:pt x="196800" y="38362"/>
                  <a:pt x="199171" y="40648"/>
                </a:cubicBezTo>
                <a:lnTo>
                  <a:pt x="208562" y="50078"/>
                </a:lnTo>
                <a:lnTo>
                  <a:pt x="145104" y="113800"/>
                </a:lnTo>
                <a:lnTo>
                  <a:pt x="92270" y="113800"/>
                </a:lnTo>
                <a:cubicBezTo>
                  <a:pt x="89899" y="113800"/>
                  <a:pt x="88760" y="113800"/>
                  <a:pt x="86389" y="114943"/>
                </a:cubicBezTo>
                <a:lnTo>
                  <a:pt x="65236" y="136184"/>
                </a:lnTo>
                <a:cubicBezTo>
                  <a:pt x="62865" y="139708"/>
                  <a:pt x="62865" y="144470"/>
                  <a:pt x="65236" y="146756"/>
                </a:cubicBezTo>
                <a:cubicBezTo>
                  <a:pt x="65236" y="146756"/>
                  <a:pt x="84748" y="166347"/>
                  <a:pt x="123762" y="205526"/>
                </a:cubicBezTo>
                <a:cubicBezTo>
                  <a:pt x="113612" y="215717"/>
                  <a:pt x="84587" y="244578"/>
                  <a:pt x="1779" y="327350"/>
                </a:cubicBezTo>
                <a:cubicBezTo>
                  <a:pt x="-593" y="330875"/>
                  <a:pt x="-593" y="335637"/>
                  <a:pt x="1779" y="337923"/>
                </a:cubicBezTo>
                <a:cubicBezTo>
                  <a:pt x="4150" y="339066"/>
                  <a:pt x="5288" y="340304"/>
                  <a:pt x="7659" y="340304"/>
                </a:cubicBezTo>
                <a:cubicBezTo>
                  <a:pt x="8798" y="340304"/>
                  <a:pt x="11169" y="339161"/>
                  <a:pt x="12402" y="337923"/>
                </a:cubicBezTo>
                <a:cubicBezTo>
                  <a:pt x="12402" y="337923"/>
                  <a:pt x="53029" y="297347"/>
                  <a:pt x="134291" y="216194"/>
                </a:cubicBezTo>
                <a:cubicBezTo>
                  <a:pt x="149847" y="231815"/>
                  <a:pt x="168818" y="250865"/>
                  <a:pt x="192057" y="274201"/>
                </a:cubicBezTo>
                <a:cubicBezTo>
                  <a:pt x="194429" y="275344"/>
                  <a:pt x="195567" y="276582"/>
                  <a:pt x="197938" y="276582"/>
                </a:cubicBezTo>
                <a:cubicBezTo>
                  <a:pt x="199076" y="276582"/>
                  <a:pt x="201448" y="275439"/>
                  <a:pt x="202681" y="274201"/>
                </a:cubicBezTo>
                <a:lnTo>
                  <a:pt x="223834" y="252960"/>
                </a:lnTo>
                <a:cubicBezTo>
                  <a:pt x="224972" y="251817"/>
                  <a:pt x="226205" y="249436"/>
                  <a:pt x="226205" y="248198"/>
                </a:cubicBezTo>
                <a:lnTo>
                  <a:pt x="226205" y="193905"/>
                </a:lnTo>
                <a:lnTo>
                  <a:pt x="289663" y="130183"/>
                </a:lnTo>
                <a:lnTo>
                  <a:pt x="297915" y="139613"/>
                </a:lnTo>
                <a:cubicBezTo>
                  <a:pt x="301425" y="141994"/>
                  <a:pt x="306168" y="141994"/>
                  <a:pt x="308444" y="139613"/>
                </a:cubicBezTo>
                <a:lnTo>
                  <a:pt x="336616" y="111323"/>
                </a:lnTo>
                <a:cubicBezTo>
                  <a:pt x="338987" y="108942"/>
                  <a:pt x="338987" y="104275"/>
                  <a:pt x="336616" y="100751"/>
                </a:cubicBezTo>
                <a:close/>
                <a:moveTo>
                  <a:pt x="303606" y="124468"/>
                </a:moveTo>
                <a:lnTo>
                  <a:pt x="294216" y="115038"/>
                </a:lnTo>
                <a:cubicBezTo>
                  <a:pt x="291844" y="112657"/>
                  <a:pt x="287197" y="112657"/>
                  <a:pt x="283687" y="115038"/>
                </a:cubicBezTo>
                <a:lnTo>
                  <a:pt x="213210" y="185809"/>
                </a:lnTo>
                <a:cubicBezTo>
                  <a:pt x="212072" y="188190"/>
                  <a:pt x="212072" y="189333"/>
                  <a:pt x="212072" y="191714"/>
                </a:cubicBezTo>
                <a:lnTo>
                  <a:pt x="212072" y="244769"/>
                </a:lnTo>
                <a:lnTo>
                  <a:pt x="197938" y="258961"/>
                </a:lnTo>
                <a:cubicBezTo>
                  <a:pt x="197938" y="258961"/>
                  <a:pt x="197938" y="258961"/>
                  <a:pt x="140741" y="202097"/>
                </a:cubicBezTo>
                <a:cubicBezTo>
                  <a:pt x="140456" y="201430"/>
                  <a:pt x="140266" y="200763"/>
                  <a:pt x="139792" y="200192"/>
                </a:cubicBezTo>
                <a:cubicBezTo>
                  <a:pt x="139128" y="199525"/>
                  <a:pt x="138275" y="199144"/>
                  <a:pt x="137421" y="198858"/>
                </a:cubicBezTo>
                <a:cubicBezTo>
                  <a:pt x="122434" y="183999"/>
                  <a:pt x="103842" y="165425"/>
                  <a:pt x="80508" y="142280"/>
                </a:cubicBezTo>
                <a:lnTo>
                  <a:pt x="94641" y="128087"/>
                </a:lnTo>
                <a:lnTo>
                  <a:pt x="148709" y="128087"/>
                </a:lnTo>
                <a:cubicBezTo>
                  <a:pt x="149847" y="128087"/>
                  <a:pt x="152218" y="126944"/>
                  <a:pt x="153451" y="125706"/>
                </a:cubicBezTo>
                <a:lnTo>
                  <a:pt x="223928" y="54935"/>
                </a:lnTo>
                <a:cubicBezTo>
                  <a:pt x="226300" y="52554"/>
                  <a:pt x="226300" y="47887"/>
                  <a:pt x="223928" y="44363"/>
                </a:cubicBezTo>
                <a:lnTo>
                  <a:pt x="214538" y="36076"/>
                </a:lnTo>
                <a:lnTo>
                  <a:pt x="233319" y="17216"/>
                </a:lnTo>
                <a:lnTo>
                  <a:pt x="321439" y="106847"/>
                </a:lnTo>
                <a:lnTo>
                  <a:pt x="303796" y="124563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2" name="Graphic 109">
            <a:extLst>
              <a:ext uri="{FF2B5EF4-FFF2-40B4-BE49-F238E27FC236}">
                <a16:creationId xmlns:a16="http://schemas.microsoft.com/office/drawing/2014/main" id="{40B53602-EDE3-2799-1A44-3B2653667C61}"/>
              </a:ext>
            </a:extLst>
          </p:cNvPr>
          <p:cNvSpPr/>
          <p:nvPr/>
        </p:nvSpPr>
        <p:spPr>
          <a:xfrm>
            <a:off x="6266908" y="830106"/>
            <a:ext cx="452107" cy="454659"/>
          </a:xfrm>
          <a:custGeom>
            <a:avLst/>
            <a:gdLst>
              <a:gd name="connsiteX0" fmla="*/ 336521 w 338394"/>
              <a:gd name="connsiteY0" fmla="*/ 100846 h 340304"/>
              <a:gd name="connsiteX1" fmla="*/ 237872 w 338394"/>
              <a:gd name="connsiteY1" fmla="*/ 1786 h 340304"/>
              <a:gd name="connsiteX2" fmla="*/ 227343 w 338394"/>
              <a:gd name="connsiteY2" fmla="*/ 1786 h 340304"/>
              <a:gd name="connsiteX3" fmla="*/ 199171 w 338394"/>
              <a:gd name="connsiteY3" fmla="*/ 30075 h 340304"/>
              <a:gd name="connsiteX4" fmla="*/ 199171 w 338394"/>
              <a:gd name="connsiteY4" fmla="*/ 40648 h 340304"/>
              <a:gd name="connsiteX5" fmla="*/ 208562 w 338394"/>
              <a:gd name="connsiteY5" fmla="*/ 50078 h 340304"/>
              <a:gd name="connsiteX6" fmla="*/ 145104 w 338394"/>
              <a:gd name="connsiteY6" fmla="*/ 113800 h 340304"/>
              <a:gd name="connsiteX7" fmla="*/ 92270 w 338394"/>
              <a:gd name="connsiteY7" fmla="*/ 113800 h 340304"/>
              <a:gd name="connsiteX8" fmla="*/ 86389 w 338394"/>
              <a:gd name="connsiteY8" fmla="*/ 114943 h 340304"/>
              <a:gd name="connsiteX9" fmla="*/ 65236 w 338394"/>
              <a:gd name="connsiteY9" fmla="*/ 136184 h 340304"/>
              <a:gd name="connsiteX10" fmla="*/ 65236 w 338394"/>
              <a:gd name="connsiteY10" fmla="*/ 146756 h 340304"/>
              <a:gd name="connsiteX11" fmla="*/ 123762 w 338394"/>
              <a:gd name="connsiteY11" fmla="*/ 205526 h 340304"/>
              <a:gd name="connsiteX12" fmla="*/ 1779 w 338394"/>
              <a:gd name="connsiteY12" fmla="*/ 327350 h 340304"/>
              <a:gd name="connsiteX13" fmla="*/ 1779 w 338394"/>
              <a:gd name="connsiteY13" fmla="*/ 337923 h 340304"/>
              <a:gd name="connsiteX14" fmla="*/ 7659 w 338394"/>
              <a:gd name="connsiteY14" fmla="*/ 340304 h 340304"/>
              <a:gd name="connsiteX15" fmla="*/ 12402 w 338394"/>
              <a:gd name="connsiteY15" fmla="*/ 337923 h 340304"/>
              <a:gd name="connsiteX16" fmla="*/ 134291 w 338394"/>
              <a:gd name="connsiteY16" fmla="*/ 216194 h 340304"/>
              <a:gd name="connsiteX17" fmla="*/ 192057 w 338394"/>
              <a:gd name="connsiteY17" fmla="*/ 274201 h 340304"/>
              <a:gd name="connsiteX18" fmla="*/ 197938 w 338394"/>
              <a:gd name="connsiteY18" fmla="*/ 276582 h 340304"/>
              <a:gd name="connsiteX19" fmla="*/ 202681 w 338394"/>
              <a:gd name="connsiteY19" fmla="*/ 274201 h 340304"/>
              <a:gd name="connsiteX20" fmla="*/ 223834 w 338394"/>
              <a:gd name="connsiteY20" fmla="*/ 252960 h 340304"/>
              <a:gd name="connsiteX21" fmla="*/ 226205 w 338394"/>
              <a:gd name="connsiteY21" fmla="*/ 248198 h 340304"/>
              <a:gd name="connsiteX22" fmla="*/ 226205 w 338394"/>
              <a:gd name="connsiteY22" fmla="*/ 193905 h 340304"/>
              <a:gd name="connsiteX23" fmla="*/ 289663 w 338394"/>
              <a:gd name="connsiteY23" fmla="*/ 130183 h 340304"/>
              <a:gd name="connsiteX24" fmla="*/ 297915 w 338394"/>
              <a:gd name="connsiteY24" fmla="*/ 139613 h 340304"/>
              <a:gd name="connsiteX25" fmla="*/ 308444 w 338394"/>
              <a:gd name="connsiteY25" fmla="*/ 139613 h 340304"/>
              <a:gd name="connsiteX26" fmla="*/ 336616 w 338394"/>
              <a:gd name="connsiteY26" fmla="*/ 111323 h 340304"/>
              <a:gd name="connsiteX27" fmla="*/ 336616 w 338394"/>
              <a:gd name="connsiteY27" fmla="*/ 100751 h 340304"/>
              <a:gd name="connsiteX28" fmla="*/ 303606 w 338394"/>
              <a:gd name="connsiteY28" fmla="*/ 124468 h 340304"/>
              <a:gd name="connsiteX29" fmla="*/ 294216 w 338394"/>
              <a:gd name="connsiteY29" fmla="*/ 115038 h 340304"/>
              <a:gd name="connsiteX30" fmla="*/ 283687 w 338394"/>
              <a:gd name="connsiteY30" fmla="*/ 115038 h 340304"/>
              <a:gd name="connsiteX31" fmla="*/ 213210 w 338394"/>
              <a:gd name="connsiteY31" fmla="*/ 185809 h 340304"/>
              <a:gd name="connsiteX32" fmla="*/ 212072 w 338394"/>
              <a:gd name="connsiteY32" fmla="*/ 191714 h 340304"/>
              <a:gd name="connsiteX33" fmla="*/ 212072 w 338394"/>
              <a:gd name="connsiteY33" fmla="*/ 244769 h 340304"/>
              <a:gd name="connsiteX34" fmla="*/ 197938 w 338394"/>
              <a:gd name="connsiteY34" fmla="*/ 258961 h 340304"/>
              <a:gd name="connsiteX35" fmla="*/ 140741 w 338394"/>
              <a:gd name="connsiteY35" fmla="*/ 202097 h 340304"/>
              <a:gd name="connsiteX36" fmla="*/ 139792 w 338394"/>
              <a:gd name="connsiteY36" fmla="*/ 200192 h 340304"/>
              <a:gd name="connsiteX37" fmla="*/ 137421 w 338394"/>
              <a:gd name="connsiteY37" fmla="*/ 198858 h 340304"/>
              <a:gd name="connsiteX38" fmla="*/ 80508 w 338394"/>
              <a:gd name="connsiteY38" fmla="*/ 142280 h 340304"/>
              <a:gd name="connsiteX39" fmla="*/ 94641 w 338394"/>
              <a:gd name="connsiteY39" fmla="*/ 128087 h 340304"/>
              <a:gd name="connsiteX40" fmla="*/ 148709 w 338394"/>
              <a:gd name="connsiteY40" fmla="*/ 128087 h 340304"/>
              <a:gd name="connsiteX41" fmla="*/ 153451 w 338394"/>
              <a:gd name="connsiteY41" fmla="*/ 125706 h 340304"/>
              <a:gd name="connsiteX42" fmla="*/ 223928 w 338394"/>
              <a:gd name="connsiteY42" fmla="*/ 54935 h 340304"/>
              <a:gd name="connsiteX43" fmla="*/ 223928 w 338394"/>
              <a:gd name="connsiteY43" fmla="*/ 44363 h 340304"/>
              <a:gd name="connsiteX44" fmla="*/ 214538 w 338394"/>
              <a:gd name="connsiteY44" fmla="*/ 36076 h 340304"/>
              <a:gd name="connsiteX45" fmla="*/ 233319 w 338394"/>
              <a:gd name="connsiteY45" fmla="*/ 17216 h 340304"/>
              <a:gd name="connsiteX46" fmla="*/ 321439 w 338394"/>
              <a:gd name="connsiteY46" fmla="*/ 106847 h 340304"/>
              <a:gd name="connsiteX47" fmla="*/ 303796 w 338394"/>
              <a:gd name="connsiteY47" fmla="*/ 124563 h 340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38394" h="340304">
                <a:moveTo>
                  <a:pt x="336521" y="100846"/>
                </a:moveTo>
                <a:lnTo>
                  <a:pt x="237872" y="1786"/>
                </a:lnTo>
                <a:cubicBezTo>
                  <a:pt x="235501" y="-595"/>
                  <a:pt x="230853" y="-595"/>
                  <a:pt x="227343" y="1786"/>
                </a:cubicBezTo>
                <a:lnTo>
                  <a:pt x="199171" y="30075"/>
                </a:lnTo>
                <a:cubicBezTo>
                  <a:pt x="196800" y="33599"/>
                  <a:pt x="196800" y="38362"/>
                  <a:pt x="199171" y="40648"/>
                </a:cubicBezTo>
                <a:lnTo>
                  <a:pt x="208562" y="50078"/>
                </a:lnTo>
                <a:lnTo>
                  <a:pt x="145104" y="113800"/>
                </a:lnTo>
                <a:lnTo>
                  <a:pt x="92270" y="113800"/>
                </a:lnTo>
                <a:cubicBezTo>
                  <a:pt x="89899" y="113800"/>
                  <a:pt x="88760" y="113800"/>
                  <a:pt x="86389" y="114943"/>
                </a:cubicBezTo>
                <a:lnTo>
                  <a:pt x="65236" y="136184"/>
                </a:lnTo>
                <a:cubicBezTo>
                  <a:pt x="62865" y="139708"/>
                  <a:pt x="62865" y="144470"/>
                  <a:pt x="65236" y="146756"/>
                </a:cubicBezTo>
                <a:cubicBezTo>
                  <a:pt x="65236" y="146756"/>
                  <a:pt x="84748" y="166347"/>
                  <a:pt x="123762" y="205526"/>
                </a:cubicBezTo>
                <a:cubicBezTo>
                  <a:pt x="113612" y="215717"/>
                  <a:pt x="84587" y="244578"/>
                  <a:pt x="1779" y="327350"/>
                </a:cubicBezTo>
                <a:cubicBezTo>
                  <a:pt x="-593" y="330875"/>
                  <a:pt x="-593" y="335637"/>
                  <a:pt x="1779" y="337923"/>
                </a:cubicBezTo>
                <a:cubicBezTo>
                  <a:pt x="4150" y="339066"/>
                  <a:pt x="5288" y="340304"/>
                  <a:pt x="7659" y="340304"/>
                </a:cubicBezTo>
                <a:cubicBezTo>
                  <a:pt x="8798" y="340304"/>
                  <a:pt x="11169" y="339161"/>
                  <a:pt x="12402" y="337923"/>
                </a:cubicBezTo>
                <a:cubicBezTo>
                  <a:pt x="12402" y="337923"/>
                  <a:pt x="53029" y="297347"/>
                  <a:pt x="134291" y="216194"/>
                </a:cubicBezTo>
                <a:cubicBezTo>
                  <a:pt x="149847" y="231815"/>
                  <a:pt x="168818" y="250865"/>
                  <a:pt x="192057" y="274201"/>
                </a:cubicBezTo>
                <a:cubicBezTo>
                  <a:pt x="194429" y="275344"/>
                  <a:pt x="195567" y="276582"/>
                  <a:pt x="197938" y="276582"/>
                </a:cubicBezTo>
                <a:cubicBezTo>
                  <a:pt x="199076" y="276582"/>
                  <a:pt x="201448" y="275439"/>
                  <a:pt x="202681" y="274201"/>
                </a:cubicBezTo>
                <a:lnTo>
                  <a:pt x="223834" y="252960"/>
                </a:lnTo>
                <a:cubicBezTo>
                  <a:pt x="224972" y="251817"/>
                  <a:pt x="226205" y="249436"/>
                  <a:pt x="226205" y="248198"/>
                </a:cubicBezTo>
                <a:lnTo>
                  <a:pt x="226205" y="193905"/>
                </a:lnTo>
                <a:lnTo>
                  <a:pt x="289663" y="130183"/>
                </a:lnTo>
                <a:lnTo>
                  <a:pt x="297915" y="139613"/>
                </a:lnTo>
                <a:cubicBezTo>
                  <a:pt x="301425" y="141994"/>
                  <a:pt x="306168" y="141994"/>
                  <a:pt x="308444" y="139613"/>
                </a:cubicBezTo>
                <a:lnTo>
                  <a:pt x="336616" y="111323"/>
                </a:lnTo>
                <a:cubicBezTo>
                  <a:pt x="338987" y="108942"/>
                  <a:pt x="338987" y="104275"/>
                  <a:pt x="336616" y="100751"/>
                </a:cubicBezTo>
                <a:close/>
                <a:moveTo>
                  <a:pt x="303606" y="124468"/>
                </a:moveTo>
                <a:lnTo>
                  <a:pt x="294216" y="115038"/>
                </a:lnTo>
                <a:cubicBezTo>
                  <a:pt x="291844" y="112657"/>
                  <a:pt x="287197" y="112657"/>
                  <a:pt x="283687" y="115038"/>
                </a:cubicBezTo>
                <a:lnTo>
                  <a:pt x="213210" y="185809"/>
                </a:lnTo>
                <a:cubicBezTo>
                  <a:pt x="212072" y="188190"/>
                  <a:pt x="212072" y="189333"/>
                  <a:pt x="212072" y="191714"/>
                </a:cubicBezTo>
                <a:lnTo>
                  <a:pt x="212072" y="244769"/>
                </a:lnTo>
                <a:lnTo>
                  <a:pt x="197938" y="258961"/>
                </a:lnTo>
                <a:cubicBezTo>
                  <a:pt x="197938" y="258961"/>
                  <a:pt x="197938" y="258961"/>
                  <a:pt x="140741" y="202097"/>
                </a:cubicBezTo>
                <a:cubicBezTo>
                  <a:pt x="140456" y="201430"/>
                  <a:pt x="140266" y="200763"/>
                  <a:pt x="139792" y="200192"/>
                </a:cubicBezTo>
                <a:cubicBezTo>
                  <a:pt x="139128" y="199525"/>
                  <a:pt x="138275" y="199144"/>
                  <a:pt x="137421" y="198858"/>
                </a:cubicBezTo>
                <a:cubicBezTo>
                  <a:pt x="122434" y="183999"/>
                  <a:pt x="103842" y="165425"/>
                  <a:pt x="80508" y="142280"/>
                </a:cubicBezTo>
                <a:lnTo>
                  <a:pt x="94641" y="128087"/>
                </a:lnTo>
                <a:lnTo>
                  <a:pt x="148709" y="128087"/>
                </a:lnTo>
                <a:cubicBezTo>
                  <a:pt x="149847" y="128087"/>
                  <a:pt x="152218" y="126944"/>
                  <a:pt x="153451" y="125706"/>
                </a:cubicBezTo>
                <a:lnTo>
                  <a:pt x="223928" y="54935"/>
                </a:lnTo>
                <a:cubicBezTo>
                  <a:pt x="226300" y="52554"/>
                  <a:pt x="226300" y="47887"/>
                  <a:pt x="223928" y="44363"/>
                </a:cubicBezTo>
                <a:lnTo>
                  <a:pt x="214538" y="36076"/>
                </a:lnTo>
                <a:lnTo>
                  <a:pt x="233319" y="17216"/>
                </a:lnTo>
                <a:lnTo>
                  <a:pt x="321439" y="106847"/>
                </a:lnTo>
                <a:lnTo>
                  <a:pt x="303796" y="124563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4" name="Graphic 109">
            <a:extLst>
              <a:ext uri="{FF2B5EF4-FFF2-40B4-BE49-F238E27FC236}">
                <a16:creationId xmlns:a16="http://schemas.microsoft.com/office/drawing/2014/main" id="{A48BB6E3-41A9-BB04-F326-40410350ADCD}"/>
              </a:ext>
            </a:extLst>
          </p:cNvPr>
          <p:cNvSpPr/>
          <p:nvPr/>
        </p:nvSpPr>
        <p:spPr>
          <a:xfrm>
            <a:off x="5504908" y="1468281"/>
            <a:ext cx="452107" cy="454659"/>
          </a:xfrm>
          <a:custGeom>
            <a:avLst/>
            <a:gdLst>
              <a:gd name="connsiteX0" fmla="*/ 336521 w 338394"/>
              <a:gd name="connsiteY0" fmla="*/ 100846 h 340304"/>
              <a:gd name="connsiteX1" fmla="*/ 237872 w 338394"/>
              <a:gd name="connsiteY1" fmla="*/ 1786 h 340304"/>
              <a:gd name="connsiteX2" fmla="*/ 227343 w 338394"/>
              <a:gd name="connsiteY2" fmla="*/ 1786 h 340304"/>
              <a:gd name="connsiteX3" fmla="*/ 199171 w 338394"/>
              <a:gd name="connsiteY3" fmla="*/ 30075 h 340304"/>
              <a:gd name="connsiteX4" fmla="*/ 199171 w 338394"/>
              <a:gd name="connsiteY4" fmla="*/ 40648 h 340304"/>
              <a:gd name="connsiteX5" fmla="*/ 208562 w 338394"/>
              <a:gd name="connsiteY5" fmla="*/ 50078 h 340304"/>
              <a:gd name="connsiteX6" fmla="*/ 145104 w 338394"/>
              <a:gd name="connsiteY6" fmla="*/ 113800 h 340304"/>
              <a:gd name="connsiteX7" fmla="*/ 92270 w 338394"/>
              <a:gd name="connsiteY7" fmla="*/ 113800 h 340304"/>
              <a:gd name="connsiteX8" fmla="*/ 86389 w 338394"/>
              <a:gd name="connsiteY8" fmla="*/ 114943 h 340304"/>
              <a:gd name="connsiteX9" fmla="*/ 65236 w 338394"/>
              <a:gd name="connsiteY9" fmla="*/ 136184 h 340304"/>
              <a:gd name="connsiteX10" fmla="*/ 65236 w 338394"/>
              <a:gd name="connsiteY10" fmla="*/ 146756 h 340304"/>
              <a:gd name="connsiteX11" fmla="*/ 123762 w 338394"/>
              <a:gd name="connsiteY11" fmla="*/ 205526 h 340304"/>
              <a:gd name="connsiteX12" fmla="*/ 1779 w 338394"/>
              <a:gd name="connsiteY12" fmla="*/ 327350 h 340304"/>
              <a:gd name="connsiteX13" fmla="*/ 1779 w 338394"/>
              <a:gd name="connsiteY13" fmla="*/ 337923 h 340304"/>
              <a:gd name="connsiteX14" fmla="*/ 7659 w 338394"/>
              <a:gd name="connsiteY14" fmla="*/ 340304 h 340304"/>
              <a:gd name="connsiteX15" fmla="*/ 12402 w 338394"/>
              <a:gd name="connsiteY15" fmla="*/ 337923 h 340304"/>
              <a:gd name="connsiteX16" fmla="*/ 134291 w 338394"/>
              <a:gd name="connsiteY16" fmla="*/ 216194 h 340304"/>
              <a:gd name="connsiteX17" fmla="*/ 192057 w 338394"/>
              <a:gd name="connsiteY17" fmla="*/ 274201 h 340304"/>
              <a:gd name="connsiteX18" fmla="*/ 197938 w 338394"/>
              <a:gd name="connsiteY18" fmla="*/ 276582 h 340304"/>
              <a:gd name="connsiteX19" fmla="*/ 202681 w 338394"/>
              <a:gd name="connsiteY19" fmla="*/ 274201 h 340304"/>
              <a:gd name="connsiteX20" fmla="*/ 223834 w 338394"/>
              <a:gd name="connsiteY20" fmla="*/ 252960 h 340304"/>
              <a:gd name="connsiteX21" fmla="*/ 226205 w 338394"/>
              <a:gd name="connsiteY21" fmla="*/ 248198 h 340304"/>
              <a:gd name="connsiteX22" fmla="*/ 226205 w 338394"/>
              <a:gd name="connsiteY22" fmla="*/ 193905 h 340304"/>
              <a:gd name="connsiteX23" fmla="*/ 289663 w 338394"/>
              <a:gd name="connsiteY23" fmla="*/ 130183 h 340304"/>
              <a:gd name="connsiteX24" fmla="*/ 297915 w 338394"/>
              <a:gd name="connsiteY24" fmla="*/ 139613 h 340304"/>
              <a:gd name="connsiteX25" fmla="*/ 308444 w 338394"/>
              <a:gd name="connsiteY25" fmla="*/ 139613 h 340304"/>
              <a:gd name="connsiteX26" fmla="*/ 336616 w 338394"/>
              <a:gd name="connsiteY26" fmla="*/ 111323 h 340304"/>
              <a:gd name="connsiteX27" fmla="*/ 336616 w 338394"/>
              <a:gd name="connsiteY27" fmla="*/ 100751 h 340304"/>
              <a:gd name="connsiteX28" fmla="*/ 303606 w 338394"/>
              <a:gd name="connsiteY28" fmla="*/ 124468 h 340304"/>
              <a:gd name="connsiteX29" fmla="*/ 294216 w 338394"/>
              <a:gd name="connsiteY29" fmla="*/ 115038 h 340304"/>
              <a:gd name="connsiteX30" fmla="*/ 283687 w 338394"/>
              <a:gd name="connsiteY30" fmla="*/ 115038 h 340304"/>
              <a:gd name="connsiteX31" fmla="*/ 213210 w 338394"/>
              <a:gd name="connsiteY31" fmla="*/ 185809 h 340304"/>
              <a:gd name="connsiteX32" fmla="*/ 212072 w 338394"/>
              <a:gd name="connsiteY32" fmla="*/ 191714 h 340304"/>
              <a:gd name="connsiteX33" fmla="*/ 212072 w 338394"/>
              <a:gd name="connsiteY33" fmla="*/ 244769 h 340304"/>
              <a:gd name="connsiteX34" fmla="*/ 197938 w 338394"/>
              <a:gd name="connsiteY34" fmla="*/ 258961 h 340304"/>
              <a:gd name="connsiteX35" fmla="*/ 140741 w 338394"/>
              <a:gd name="connsiteY35" fmla="*/ 202097 h 340304"/>
              <a:gd name="connsiteX36" fmla="*/ 139792 w 338394"/>
              <a:gd name="connsiteY36" fmla="*/ 200192 h 340304"/>
              <a:gd name="connsiteX37" fmla="*/ 137421 w 338394"/>
              <a:gd name="connsiteY37" fmla="*/ 198858 h 340304"/>
              <a:gd name="connsiteX38" fmla="*/ 80508 w 338394"/>
              <a:gd name="connsiteY38" fmla="*/ 142280 h 340304"/>
              <a:gd name="connsiteX39" fmla="*/ 94641 w 338394"/>
              <a:gd name="connsiteY39" fmla="*/ 128087 h 340304"/>
              <a:gd name="connsiteX40" fmla="*/ 148709 w 338394"/>
              <a:gd name="connsiteY40" fmla="*/ 128087 h 340304"/>
              <a:gd name="connsiteX41" fmla="*/ 153451 w 338394"/>
              <a:gd name="connsiteY41" fmla="*/ 125706 h 340304"/>
              <a:gd name="connsiteX42" fmla="*/ 223928 w 338394"/>
              <a:gd name="connsiteY42" fmla="*/ 54935 h 340304"/>
              <a:gd name="connsiteX43" fmla="*/ 223928 w 338394"/>
              <a:gd name="connsiteY43" fmla="*/ 44363 h 340304"/>
              <a:gd name="connsiteX44" fmla="*/ 214538 w 338394"/>
              <a:gd name="connsiteY44" fmla="*/ 36076 h 340304"/>
              <a:gd name="connsiteX45" fmla="*/ 233319 w 338394"/>
              <a:gd name="connsiteY45" fmla="*/ 17216 h 340304"/>
              <a:gd name="connsiteX46" fmla="*/ 321439 w 338394"/>
              <a:gd name="connsiteY46" fmla="*/ 106847 h 340304"/>
              <a:gd name="connsiteX47" fmla="*/ 303796 w 338394"/>
              <a:gd name="connsiteY47" fmla="*/ 124563 h 340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38394" h="340304">
                <a:moveTo>
                  <a:pt x="336521" y="100846"/>
                </a:moveTo>
                <a:lnTo>
                  <a:pt x="237872" y="1786"/>
                </a:lnTo>
                <a:cubicBezTo>
                  <a:pt x="235501" y="-595"/>
                  <a:pt x="230853" y="-595"/>
                  <a:pt x="227343" y="1786"/>
                </a:cubicBezTo>
                <a:lnTo>
                  <a:pt x="199171" y="30075"/>
                </a:lnTo>
                <a:cubicBezTo>
                  <a:pt x="196800" y="33599"/>
                  <a:pt x="196800" y="38362"/>
                  <a:pt x="199171" y="40648"/>
                </a:cubicBezTo>
                <a:lnTo>
                  <a:pt x="208562" y="50078"/>
                </a:lnTo>
                <a:lnTo>
                  <a:pt x="145104" y="113800"/>
                </a:lnTo>
                <a:lnTo>
                  <a:pt x="92270" y="113800"/>
                </a:lnTo>
                <a:cubicBezTo>
                  <a:pt x="89899" y="113800"/>
                  <a:pt x="88760" y="113800"/>
                  <a:pt x="86389" y="114943"/>
                </a:cubicBezTo>
                <a:lnTo>
                  <a:pt x="65236" y="136184"/>
                </a:lnTo>
                <a:cubicBezTo>
                  <a:pt x="62865" y="139708"/>
                  <a:pt x="62865" y="144470"/>
                  <a:pt x="65236" y="146756"/>
                </a:cubicBezTo>
                <a:cubicBezTo>
                  <a:pt x="65236" y="146756"/>
                  <a:pt x="84748" y="166347"/>
                  <a:pt x="123762" y="205526"/>
                </a:cubicBezTo>
                <a:cubicBezTo>
                  <a:pt x="113612" y="215717"/>
                  <a:pt x="84587" y="244578"/>
                  <a:pt x="1779" y="327350"/>
                </a:cubicBezTo>
                <a:cubicBezTo>
                  <a:pt x="-593" y="330875"/>
                  <a:pt x="-593" y="335637"/>
                  <a:pt x="1779" y="337923"/>
                </a:cubicBezTo>
                <a:cubicBezTo>
                  <a:pt x="4150" y="339066"/>
                  <a:pt x="5288" y="340304"/>
                  <a:pt x="7659" y="340304"/>
                </a:cubicBezTo>
                <a:cubicBezTo>
                  <a:pt x="8798" y="340304"/>
                  <a:pt x="11169" y="339161"/>
                  <a:pt x="12402" y="337923"/>
                </a:cubicBezTo>
                <a:cubicBezTo>
                  <a:pt x="12402" y="337923"/>
                  <a:pt x="53029" y="297347"/>
                  <a:pt x="134291" y="216194"/>
                </a:cubicBezTo>
                <a:cubicBezTo>
                  <a:pt x="149847" y="231815"/>
                  <a:pt x="168818" y="250865"/>
                  <a:pt x="192057" y="274201"/>
                </a:cubicBezTo>
                <a:cubicBezTo>
                  <a:pt x="194429" y="275344"/>
                  <a:pt x="195567" y="276582"/>
                  <a:pt x="197938" y="276582"/>
                </a:cubicBezTo>
                <a:cubicBezTo>
                  <a:pt x="199076" y="276582"/>
                  <a:pt x="201448" y="275439"/>
                  <a:pt x="202681" y="274201"/>
                </a:cubicBezTo>
                <a:lnTo>
                  <a:pt x="223834" y="252960"/>
                </a:lnTo>
                <a:cubicBezTo>
                  <a:pt x="224972" y="251817"/>
                  <a:pt x="226205" y="249436"/>
                  <a:pt x="226205" y="248198"/>
                </a:cubicBezTo>
                <a:lnTo>
                  <a:pt x="226205" y="193905"/>
                </a:lnTo>
                <a:lnTo>
                  <a:pt x="289663" y="130183"/>
                </a:lnTo>
                <a:lnTo>
                  <a:pt x="297915" y="139613"/>
                </a:lnTo>
                <a:cubicBezTo>
                  <a:pt x="301425" y="141994"/>
                  <a:pt x="306168" y="141994"/>
                  <a:pt x="308444" y="139613"/>
                </a:cubicBezTo>
                <a:lnTo>
                  <a:pt x="336616" y="111323"/>
                </a:lnTo>
                <a:cubicBezTo>
                  <a:pt x="338987" y="108942"/>
                  <a:pt x="338987" y="104275"/>
                  <a:pt x="336616" y="100751"/>
                </a:cubicBezTo>
                <a:close/>
                <a:moveTo>
                  <a:pt x="303606" y="124468"/>
                </a:moveTo>
                <a:lnTo>
                  <a:pt x="294216" y="115038"/>
                </a:lnTo>
                <a:cubicBezTo>
                  <a:pt x="291844" y="112657"/>
                  <a:pt x="287197" y="112657"/>
                  <a:pt x="283687" y="115038"/>
                </a:cubicBezTo>
                <a:lnTo>
                  <a:pt x="213210" y="185809"/>
                </a:lnTo>
                <a:cubicBezTo>
                  <a:pt x="212072" y="188190"/>
                  <a:pt x="212072" y="189333"/>
                  <a:pt x="212072" y="191714"/>
                </a:cubicBezTo>
                <a:lnTo>
                  <a:pt x="212072" y="244769"/>
                </a:lnTo>
                <a:lnTo>
                  <a:pt x="197938" y="258961"/>
                </a:lnTo>
                <a:cubicBezTo>
                  <a:pt x="197938" y="258961"/>
                  <a:pt x="197938" y="258961"/>
                  <a:pt x="140741" y="202097"/>
                </a:cubicBezTo>
                <a:cubicBezTo>
                  <a:pt x="140456" y="201430"/>
                  <a:pt x="140266" y="200763"/>
                  <a:pt x="139792" y="200192"/>
                </a:cubicBezTo>
                <a:cubicBezTo>
                  <a:pt x="139128" y="199525"/>
                  <a:pt x="138275" y="199144"/>
                  <a:pt x="137421" y="198858"/>
                </a:cubicBezTo>
                <a:cubicBezTo>
                  <a:pt x="122434" y="183999"/>
                  <a:pt x="103842" y="165425"/>
                  <a:pt x="80508" y="142280"/>
                </a:cubicBezTo>
                <a:lnTo>
                  <a:pt x="94641" y="128087"/>
                </a:lnTo>
                <a:lnTo>
                  <a:pt x="148709" y="128087"/>
                </a:lnTo>
                <a:cubicBezTo>
                  <a:pt x="149847" y="128087"/>
                  <a:pt x="152218" y="126944"/>
                  <a:pt x="153451" y="125706"/>
                </a:cubicBezTo>
                <a:lnTo>
                  <a:pt x="223928" y="54935"/>
                </a:lnTo>
                <a:cubicBezTo>
                  <a:pt x="226300" y="52554"/>
                  <a:pt x="226300" y="47887"/>
                  <a:pt x="223928" y="44363"/>
                </a:cubicBezTo>
                <a:lnTo>
                  <a:pt x="214538" y="36076"/>
                </a:lnTo>
                <a:lnTo>
                  <a:pt x="233319" y="17216"/>
                </a:lnTo>
                <a:lnTo>
                  <a:pt x="321439" y="106847"/>
                </a:lnTo>
                <a:lnTo>
                  <a:pt x="303796" y="124563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5" name="Graphic 109">
            <a:extLst>
              <a:ext uri="{FF2B5EF4-FFF2-40B4-BE49-F238E27FC236}">
                <a16:creationId xmlns:a16="http://schemas.microsoft.com/office/drawing/2014/main" id="{B2B81F0B-2608-6E20-1FEC-5711C8E2673E}"/>
              </a:ext>
            </a:extLst>
          </p:cNvPr>
          <p:cNvSpPr/>
          <p:nvPr/>
        </p:nvSpPr>
        <p:spPr>
          <a:xfrm>
            <a:off x="6266908" y="1468281"/>
            <a:ext cx="452107" cy="454659"/>
          </a:xfrm>
          <a:custGeom>
            <a:avLst/>
            <a:gdLst>
              <a:gd name="connsiteX0" fmla="*/ 336521 w 338394"/>
              <a:gd name="connsiteY0" fmla="*/ 100846 h 340304"/>
              <a:gd name="connsiteX1" fmla="*/ 237872 w 338394"/>
              <a:gd name="connsiteY1" fmla="*/ 1786 h 340304"/>
              <a:gd name="connsiteX2" fmla="*/ 227343 w 338394"/>
              <a:gd name="connsiteY2" fmla="*/ 1786 h 340304"/>
              <a:gd name="connsiteX3" fmla="*/ 199171 w 338394"/>
              <a:gd name="connsiteY3" fmla="*/ 30075 h 340304"/>
              <a:gd name="connsiteX4" fmla="*/ 199171 w 338394"/>
              <a:gd name="connsiteY4" fmla="*/ 40648 h 340304"/>
              <a:gd name="connsiteX5" fmla="*/ 208562 w 338394"/>
              <a:gd name="connsiteY5" fmla="*/ 50078 h 340304"/>
              <a:gd name="connsiteX6" fmla="*/ 145104 w 338394"/>
              <a:gd name="connsiteY6" fmla="*/ 113800 h 340304"/>
              <a:gd name="connsiteX7" fmla="*/ 92270 w 338394"/>
              <a:gd name="connsiteY7" fmla="*/ 113800 h 340304"/>
              <a:gd name="connsiteX8" fmla="*/ 86389 w 338394"/>
              <a:gd name="connsiteY8" fmla="*/ 114943 h 340304"/>
              <a:gd name="connsiteX9" fmla="*/ 65236 w 338394"/>
              <a:gd name="connsiteY9" fmla="*/ 136184 h 340304"/>
              <a:gd name="connsiteX10" fmla="*/ 65236 w 338394"/>
              <a:gd name="connsiteY10" fmla="*/ 146756 h 340304"/>
              <a:gd name="connsiteX11" fmla="*/ 123762 w 338394"/>
              <a:gd name="connsiteY11" fmla="*/ 205526 h 340304"/>
              <a:gd name="connsiteX12" fmla="*/ 1779 w 338394"/>
              <a:gd name="connsiteY12" fmla="*/ 327350 h 340304"/>
              <a:gd name="connsiteX13" fmla="*/ 1779 w 338394"/>
              <a:gd name="connsiteY13" fmla="*/ 337923 h 340304"/>
              <a:gd name="connsiteX14" fmla="*/ 7659 w 338394"/>
              <a:gd name="connsiteY14" fmla="*/ 340304 h 340304"/>
              <a:gd name="connsiteX15" fmla="*/ 12402 w 338394"/>
              <a:gd name="connsiteY15" fmla="*/ 337923 h 340304"/>
              <a:gd name="connsiteX16" fmla="*/ 134291 w 338394"/>
              <a:gd name="connsiteY16" fmla="*/ 216194 h 340304"/>
              <a:gd name="connsiteX17" fmla="*/ 192057 w 338394"/>
              <a:gd name="connsiteY17" fmla="*/ 274201 h 340304"/>
              <a:gd name="connsiteX18" fmla="*/ 197938 w 338394"/>
              <a:gd name="connsiteY18" fmla="*/ 276582 h 340304"/>
              <a:gd name="connsiteX19" fmla="*/ 202681 w 338394"/>
              <a:gd name="connsiteY19" fmla="*/ 274201 h 340304"/>
              <a:gd name="connsiteX20" fmla="*/ 223834 w 338394"/>
              <a:gd name="connsiteY20" fmla="*/ 252960 h 340304"/>
              <a:gd name="connsiteX21" fmla="*/ 226205 w 338394"/>
              <a:gd name="connsiteY21" fmla="*/ 248198 h 340304"/>
              <a:gd name="connsiteX22" fmla="*/ 226205 w 338394"/>
              <a:gd name="connsiteY22" fmla="*/ 193905 h 340304"/>
              <a:gd name="connsiteX23" fmla="*/ 289663 w 338394"/>
              <a:gd name="connsiteY23" fmla="*/ 130183 h 340304"/>
              <a:gd name="connsiteX24" fmla="*/ 297915 w 338394"/>
              <a:gd name="connsiteY24" fmla="*/ 139613 h 340304"/>
              <a:gd name="connsiteX25" fmla="*/ 308444 w 338394"/>
              <a:gd name="connsiteY25" fmla="*/ 139613 h 340304"/>
              <a:gd name="connsiteX26" fmla="*/ 336616 w 338394"/>
              <a:gd name="connsiteY26" fmla="*/ 111323 h 340304"/>
              <a:gd name="connsiteX27" fmla="*/ 336616 w 338394"/>
              <a:gd name="connsiteY27" fmla="*/ 100751 h 340304"/>
              <a:gd name="connsiteX28" fmla="*/ 303606 w 338394"/>
              <a:gd name="connsiteY28" fmla="*/ 124468 h 340304"/>
              <a:gd name="connsiteX29" fmla="*/ 294216 w 338394"/>
              <a:gd name="connsiteY29" fmla="*/ 115038 h 340304"/>
              <a:gd name="connsiteX30" fmla="*/ 283687 w 338394"/>
              <a:gd name="connsiteY30" fmla="*/ 115038 h 340304"/>
              <a:gd name="connsiteX31" fmla="*/ 213210 w 338394"/>
              <a:gd name="connsiteY31" fmla="*/ 185809 h 340304"/>
              <a:gd name="connsiteX32" fmla="*/ 212072 w 338394"/>
              <a:gd name="connsiteY32" fmla="*/ 191714 h 340304"/>
              <a:gd name="connsiteX33" fmla="*/ 212072 w 338394"/>
              <a:gd name="connsiteY33" fmla="*/ 244769 h 340304"/>
              <a:gd name="connsiteX34" fmla="*/ 197938 w 338394"/>
              <a:gd name="connsiteY34" fmla="*/ 258961 h 340304"/>
              <a:gd name="connsiteX35" fmla="*/ 140741 w 338394"/>
              <a:gd name="connsiteY35" fmla="*/ 202097 h 340304"/>
              <a:gd name="connsiteX36" fmla="*/ 139792 w 338394"/>
              <a:gd name="connsiteY36" fmla="*/ 200192 h 340304"/>
              <a:gd name="connsiteX37" fmla="*/ 137421 w 338394"/>
              <a:gd name="connsiteY37" fmla="*/ 198858 h 340304"/>
              <a:gd name="connsiteX38" fmla="*/ 80508 w 338394"/>
              <a:gd name="connsiteY38" fmla="*/ 142280 h 340304"/>
              <a:gd name="connsiteX39" fmla="*/ 94641 w 338394"/>
              <a:gd name="connsiteY39" fmla="*/ 128087 h 340304"/>
              <a:gd name="connsiteX40" fmla="*/ 148709 w 338394"/>
              <a:gd name="connsiteY40" fmla="*/ 128087 h 340304"/>
              <a:gd name="connsiteX41" fmla="*/ 153451 w 338394"/>
              <a:gd name="connsiteY41" fmla="*/ 125706 h 340304"/>
              <a:gd name="connsiteX42" fmla="*/ 223928 w 338394"/>
              <a:gd name="connsiteY42" fmla="*/ 54935 h 340304"/>
              <a:gd name="connsiteX43" fmla="*/ 223928 w 338394"/>
              <a:gd name="connsiteY43" fmla="*/ 44363 h 340304"/>
              <a:gd name="connsiteX44" fmla="*/ 214538 w 338394"/>
              <a:gd name="connsiteY44" fmla="*/ 36076 h 340304"/>
              <a:gd name="connsiteX45" fmla="*/ 233319 w 338394"/>
              <a:gd name="connsiteY45" fmla="*/ 17216 h 340304"/>
              <a:gd name="connsiteX46" fmla="*/ 321439 w 338394"/>
              <a:gd name="connsiteY46" fmla="*/ 106847 h 340304"/>
              <a:gd name="connsiteX47" fmla="*/ 303796 w 338394"/>
              <a:gd name="connsiteY47" fmla="*/ 124563 h 340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38394" h="340304">
                <a:moveTo>
                  <a:pt x="336521" y="100846"/>
                </a:moveTo>
                <a:lnTo>
                  <a:pt x="237872" y="1786"/>
                </a:lnTo>
                <a:cubicBezTo>
                  <a:pt x="235501" y="-595"/>
                  <a:pt x="230853" y="-595"/>
                  <a:pt x="227343" y="1786"/>
                </a:cubicBezTo>
                <a:lnTo>
                  <a:pt x="199171" y="30075"/>
                </a:lnTo>
                <a:cubicBezTo>
                  <a:pt x="196800" y="33599"/>
                  <a:pt x="196800" y="38362"/>
                  <a:pt x="199171" y="40648"/>
                </a:cubicBezTo>
                <a:lnTo>
                  <a:pt x="208562" y="50078"/>
                </a:lnTo>
                <a:lnTo>
                  <a:pt x="145104" y="113800"/>
                </a:lnTo>
                <a:lnTo>
                  <a:pt x="92270" y="113800"/>
                </a:lnTo>
                <a:cubicBezTo>
                  <a:pt x="89899" y="113800"/>
                  <a:pt x="88760" y="113800"/>
                  <a:pt x="86389" y="114943"/>
                </a:cubicBezTo>
                <a:lnTo>
                  <a:pt x="65236" y="136184"/>
                </a:lnTo>
                <a:cubicBezTo>
                  <a:pt x="62865" y="139708"/>
                  <a:pt x="62865" y="144470"/>
                  <a:pt x="65236" y="146756"/>
                </a:cubicBezTo>
                <a:cubicBezTo>
                  <a:pt x="65236" y="146756"/>
                  <a:pt x="84748" y="166347"/>
                  <a:pt x="123762" y="205526"/>
                </a:cubicBezTo>
                <a:cubicBezTo>
                  <a:pt x="113612" y="215717"/>
                  <a:pt x="84587" y="244578"/>
                  <a:pt x="1779" y="327350"/>
                </a:cubicBezTo>
                <a:cubicBezTo>
                  <a:pt x="-593" y="330875"/>
                  <a:pt x="-593" y="335637"/>
                  <a:pt x="1779" y="337923"/>
                </a:cubicBezTo>
                <a:cubicBezTo>
                  <a:pt x="4150" y="339066"/>
                  <a:pt x="5288" y="340304"/>
                  <a:pt x="7659" y="340304"/>
                </a:cubicBezTo>
                <a:cubicBezTo>
                  <a:pt x="8798" y="340304"/>
                  <a:pt x="11169" y="339161"/>
                  <a:pt x="12402" y="337923"/>
                </a:cubicBezTo>
                <a:cubicBezTo>
                  <a:pt x="12402" y="337923"/>
                  <a:pt x="53029" y="297347"/>
                  <a:pt x="134291" y="216194"/>
                </a:cubicBezTo>
                <a:cubicBezTo>
                  <a:pt x="149847" y="231815"/>
                  <a:pt x="168818" y="250865"/>
                  <a:pt x="192057" y="274201"/>
                </a:cubicBezTo>
                <a:cubicBezTo>
                  <a:pt x="194429" y="275344"/>
                  <a:pt x="195567" y="276582"/>
                  <a:pt x="197938" y="276582"/>
                </a:cubicBezTo>
                <a:cubicBezTo>
                  <a:pt x="199076" y="276582"/>
                  <a:pt x="201448" y="275439"/>
                  <a:pt x="202681" y="274201"/>
                </a:cubicBezTo>
                <a:lnTo>
                  <a:pt x="223834" y="252960"/>
                </a:lnTo>
                <a:cubicBezTo>
                  <a:pt x="224972" y="251817"/>
                  <a:pt x="226205" y="249436"/>
                  <a:pt x="226205" y="248198"/>
                </a:cubicBezTo>
                <a:lnTo>
                  <a:pt x="226205" y="193905"/>
                </a:lnTo>
                <a:lnTo>
                  <a:pt x="289663" y="130183"/>
                </a:lnTo>
                <a:lnTo>
                  <a:pt x="297915" y="139613"/>
                </a:lnTo>
                <a:cubicBezTo>
                  <a:pt x="301425" y="141994"/>
                  <a:pt x="306168" y="141994"/>
                  <a:pt x="308444" y="139613"/>
                </a:cubicBezTo>
                <a:lnTo>
                  <a:pt x="336616" y="111323"/>
                </a:lnTo>
                <a:cubicBezTo>
                  <a:pt x="338987" y="108942"/>
                  <a:pt x="338987" y="104275"/>
                  <a:pt x="336616" y="100751"/>
                </a:cubicBezTo>
                <a:close/>
                <a:moveTo>
                  <a:pt x="303606" y="124468"/>
                </a:moveTo>
                <a:lnTo>
                  <a:pt x="294216" y="115038"/>
                </a:lnTo>
                <a:cubicBezTo>
                  <a:pt x="291844" y="112657"/>
                  <a:pt x="287197" y="112657"/>
                  <a:pt x="283687" y="115038"/>
                </a:cubicBezTo>
                <a:lnTo>
                  <a:pt x="213210" y="185809"/>
                </a:lnTo>
                <a:cubicBezTo>
                  <a:pt x="212072" y="188190"/>
                  <a:pt x="212072" y="189333"/>
                  <a:pt x="212072" y="191714"/>
                </a:cubicBezTo>
                <a:lnTo>
                  <a:pt x="212072" y="244769"/>
                </a:lnTo>
                <a:lnTo>
                  <a:pt x="197938" y="258961"/>
                </a:lnTo>
                <a:cubicBezTo>
                  <a:pt x="197938" y="258961"/>
                  <a:pt x="197938" y="258961"/>
                  <a:pt x="140741" y="202097"/>
                </a:cubicBezTo>
                <a:cubicBezTo>
                  <a:pt x="140456" y="201430"/>
                  <a:pt x="140266" y="200763"/>
                  <a:pt x="139792" y="200192"/>
                </a:cubicBezTo>
                <a:cubicBezTo>
                  <a:pt x="139128" y="199525"/>
                  <a:pt x="138275" y="199144"/>
                  <a:pt x="137421" y="198858"/>
                </a:cubicBezTo>
                <a:cubicBezTo>
                  <a:pt x="122434" y="183999"/>
                  <a:pt x="103842" y="165425"/>
                  <a:pt x="80508" y="142280"/>
                </a:cubicBezTo>
                <a:lnTo>
                  <a:pt x="94641" y="128087"/>
                </a:lnTo>
                <a:lnTo>
                  <a:pt x="148709" y="128087"/>
                </a:lnTo>
                <a:cubicBezTo>
                  <a:pt x="149847" y="128087"/>
                  <a:pt x="152218" y="126944"/>
                  <a:pt x="153451" y="125706"/>
                </a:cubicBezTo>
                <a:lnTo>
                  <a:pt x="223928" y="54935"/>
                </a:lnTo>
                <a:cubicBezTo>
                  <a:pt x="226300" y="52554"/>
                  <a:pt x="226300" y="47887"/>
                  <a:pt x="223928" y="44363"/>
                </a:cubicBezTo>
                <a:lnTo>
                  <a:pt x="214538" y="36076"/>
                </a:lnTo>
                <a:lnTo>
                  <a:pt x="233319" y="17216"/>
                </a:lnTo>
                <a:lnTo>
                  <a:pt x="321439" y="106847"/>
                </a:lnTo>
                <a:lnTo>
                  <a:pt x="303796" y="124563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8" name="Graphic 116">
            <a:extLst>
              <a:ext uri="{FF2B5EF4-FFF2-40B4-BE49-F238E27FC236}">
                <a16:creationId xmlns:a16="http://schemas.microsoft.com/office/drawing/2014/main" id="{EAB50856-D91D-3ACF-DB1B-576D7DF9FD1A}"/>
              </a:ext>
            </a:extLst>
          </p:cNvPr>
          <p:cNvSpPr/>
          <p:nvPr/>
        </p:nvSpPr>
        <p:spPr>
          <a:xfrm>
            <a:off x="7141836" y="863983"/>
            <a:ext cx="416728" cy="418464"/>
          </a:xfrm>
          <a:custGeom>
            <a:avLst/>
            <a:gdLst>
              <a:gd name="connsiteX0" fmla="*/ 280011 w 312546"/>
              <a:gd name="connsiteY0" fmla="*/ 78391 h 313848"/>
              <a:gd name="connsiteX1" fmla="*/ 32535 w 312546"/>
              <a:gd name="connsiteY1" fmla="*/ 78391 h 313848"/>
              <a:gd name="connsiteX2" fmla="*/ 0 w 312546"/>
              <a:gd name="connsiteY2" fmla="*/ 111157 h 313848"/>
              <a:gd name="connsiteX3" fmla="*/ 0 w 312546"/>
              <a:gd name="connsiteY3" fmla="*/ 189833 h 313848"/>
              <a:gd name="connsiteX4" fmla="*/ 32535 w 312546"/>
              <a:gd name="connsiteY4" fmla="*/ 222599 h 313848"/>
              <a:gd name="connsiteX5" fmla="*/ 64501 w 312546"/>
              <a:gd name="connsiteY5" fmla="*/ 222599 h 313848"/>
              <a:gd name="connsiteX6" fmla="*/ 64501 w 312546"/>
              <a:gd name="connsiteY6" fmla="*/ 307276 h 313848"/>
              <a:gd name="connsiteX7" fmla="*/ 71046 w 312546"/>
              <a:gd name="connsiteY7" fmla="*/ 313849 h 313848"/>
              <a:gd name="connsiteX8" fmla="*/ 240647 w 312546"/>
              <a:gd name="connsiteY8" fmla="*/ 313849 h 313848"/>
              <a:gd name="connsiteX9" fmla="*/ 247192 w 312546"/>
              <a:gd name="connsiteY9" fmla="*/ 307276 h 313848"/>
              <a:gd name="connsiteX10" fmla="*/ 247192 w 312546"/>
              <a:gd name="connsiteY10" fmla="*/ 222599 h 313848"/>
              <a:gd name="connsiteX11" fmla="*/ 280011 w 312546"/>
              <a:gd name="connsiteY11" fmla="*/ 222599 h 313848"/>
              <a:gd name="connsiteX12" fmla="*/ 312547 w 312546"/>
              <a:gd name="connsiteY12" fmla="*/ 189833 h 313848"/>
              <a:gd name="connsiteX13" fmla="*/ 312547 w 312546"/>
              <a:gd name="connsiteY13" fmla="*/ 111157 h 313848"/>
              <a:gd name="connsiteX14" fmla="*/ 280011 w 312546"/>
              <a:gd name="connsiteY14" fmla="*/ 78391 h 313848"/>
              <a:gd name="connsiteX15" fmla="*/ 234102 w 312546"/>
              <a:gd name="connsiteY15" fmla="*/ 300704 h 313848"/>
              <a:gd name="connsiteX16" fmla="*/ 77591 w 312546"/>
              <a:gd name="connsiteY16" fmla="*/ 300704 h 313848"/>
              <a:gd name="connsiteX17" fmla="*/ 77591 w 312546"/>
              <a:gd name="connsiteY17" fmla="*/ 218503 h 313848"/>
              <a:gd name="connsiteX18" fmla="*/ 78160 w 312546"/>
              <a:gd name="connsiteY18" fmla="*/ 216027 h 313848"/>
              <a:gd name="connsiteX19" fmla="*/ 77591 w 312546"/>
              <a:gd name="connsiteY19" fmla="*/ 213170 h 313848"/>
              <a:gd name="connsiteX20" fmla="*/ 77591 w 312546"/>
              <a:gd name="connsiteY20" fmla="*/ 182785 h 313848"/>
              <a:gd name="connsiteX21" fmla="*/ 234102 w 312546"/>
              <a:gd name="connsiteY21" fmla="*/ 182785 h 313848"/>
              <a:gd name="connsiteX22" fmla="*/ 234102 w 312546"/>
              <a:gd name="connsiteY22" fmla="*/ 300704 h 313848"/>
              <a:gd name="connsiteX23" fmla="*/ 299551 w 312546"/>
              <a:gd name="connsiteY23" fmla="*/ 189833 h 313848"/>
              <a:gd name="connsiteX24" fmla="*/ 280011 w 312546"/>
              <a:gd name="connsiteY24" fmla="*/ 209455 h 313848"/>
              <a:gd name="connsiteX25" fmla="*/ 247192 w 312546"/>
              <a:gd name="connsiteY25" fmla="*/ 209455 h 313848"/>
              <a:gd name="connsiteX26" fmla="*/ 247192 w 312546"/>
              <a:gd name="connsiteY26" fmla="*/ 176212 h 313848"/>
              <a:gd name="connsiteX27" fmla="*/ 240647 w 312546"/>
              <a:gd name="connsiteY27" fmla="*/ 169640 h 313848"/>
              <a:gd name="connsiteX28" fmla="*/ 71046 w 312546"/>
              <a:gd name="connsiteY28" fmla="*/ 169640 h 313848"/>
              <a:gd name="connsiteX29" fmla="*/ 64501 w 312546"/>
              <a:gd name="connsiteY29" fmla="*/ 176212 h 313848"/>
              <a:gd name="connsiteX30" fmla="*/ 64501 w 312546"/>
              <a:gd name="connsiteY30" fmla="*/ 209455 h 313848"/>
              <a:gd name="connsiteX31" fmla="*/ 32535 w 312546"/>
              <a:gd name="connsiteY31" fmla="*/ 209455 h 313848"/>
              <a:gd name="connsiteX32" fmla="*/ 12995 w 312546"/>
              <a:gd name="connsiteY32" fmla="*/ 189833 h 313848"/>
              <a:gd name="connsiteX33" fmla="*/ 12995 w 312546"/>
              <a:gd name="connsiteY33" fmla="*/ 111157 h 313848"/>
              <a:gd name="connsiteX34" fmla="*/ 32535 w 312546"/>
              <a:gd name="connsiteY34" fmla="*/ 91535 h 313848"/>
              <a:gd name="connsiteX35" fmla="*/ 280011 w 312546"/>
              <a:gd name="connsiteY35" fmla="*/ 91535 h 313848"/>
              <a:gd name="connsiteX36" fmla="*/ 299551 w 312546"/>
              <a:gd name="connsiteY36" fmla="*/ 111157 h 313848"/>
              <a:gd name="connsiteX37" fmla="*/ 299551 w 312546"/>
              <a:gd name="connsiteY37" fmla="*/ 189833 h 313848"/>
              <a:gd name="connsiteX38" fmla="*/ 71046 w 312546"/>
              <a:gd name="connsiteY38" fmla="*/ 65627 h 313848"/>
              <a:gd name="connsiteX39" fmla="*/ 77591 w 312546"/>
              <a:gd name="connsiteY39" fmla="*/ 59055 h 313848"/>
              <a:gd name="connsiteX40" fmla="*/ 77591 w 312546"/>
              <a:gd name="connsiteY40" fmla="*/ 13049 h 313848"/>
              <a:gd name="connsiteX41" fmla="*/ 195401 w 312546"/>
              <a:gd name="connsiteY41" fmla="*/ 13049 h 313848"/>
              <a:gd name="connsiteX42" fmla="*/ 195401 w 312546"/>
              <a:gd name="connsiteY42" fmla="*/ 45434 h 313848"/>
              <a:gd name="connsiteX43" fmla="*/ 201851 w 312546"/>
              <a:gd name="connsiteY43" fmla="*/ 51911 h 313848"/>
              <a:gd name="connsiteX44" fmla="*/ 234102 w 312546"/>
              <a:gd name="connsiteY44" fmla="*/ 51911 h 313848"/>
              <a:gd name="connsiteX45" fmla="*/ 234102 w 312546"/>
              <a:gd name="connsiteY45" fmla="*/ 59055 h 313848"/>
              <a:gd name="connsiteX46" fmla="*/ 240647 w 312546"/>
              <a:gd name="connsiteY46" fmla="*/ 65627 h 313848"/>
              <a:gd name="connsiteX47" fmla="*/ 247192 w 312546"/>
              <a:gd name="connsiteY47" fmla="*/ 59055 h 313848"/>
              <a:gd name="connsiteX48" fmla="*/ 247192 w 312546"/>
              <a:gd name="connsiteY48" fmla="*/ 45910 h 313848"/>
              <a:gd name="connsiteX49" fmla="*/ 247192 w 312546"/>
              <a:gd name="connsiteY49" fmla="*/ 45720 h 313848"/>
              <a:gd name="connsiteX50" fmla="*/ 247192 w 312546"/>
              <a:gd name="connsiteY50" fmla="*/ 45434 h 313848"/>
              <a:gd name="connsiteX51" fmla="*/ 245010 w 312546"/>
              <a:gd name="connsiteY51" fmla="*/ 40481 h 313848"/>
              <a:gd name="connsiteX52" fmla="*/ 245010 w 312546"/>
              <a:gd name="connsiteY52" fmla="*/ 40481 h 313848"/>
              <a:gd name="connsiteX53" fmla="*/ 205835 w 312546"/>
              <a:gd name="connsiteY53" fmla="*/ 1048 h 313848"/>
              <a:gd name="connsiteX54" fmla="*/ 201946 w 312546"/>
              <a:gd name="connsiteY54" fmla="*/ 0 h 313848"/>
              <a:gd name="connsiteX55" fmla="*/ 201756 w 312546"/>
              <a:gd name="connsiteY55" fmla="*/ 0 h 313848"/>
              <a:gd name="connsiteX56" fmla="*/ 201756 w 312546"/>
              <a:gd name="connsiteY56" fmla="*/ 0 h 313848"/>
              <a:gd name="connsiteX57" fmla="*/ 201472 w 312546"/>
              <a:gd name="connsiteY57" fmla="*/ 0 h 313848"/>
              <a:gd name="connsiteX58" fmla="*/ 71046 w 312546"/>
              <a:gd name="connsiteY58" fmla="*/ 0 h 313848"/>
              <a:gd name="connsiteX59" fmla="*/ 64501 w 312546"/>
              <a:gd name="connsiteY59" fmla="*/ 6572 h 313848"/>
              <a:gd name="connsiteX60" fmla="*/ 64501 w 312546"/>
              <a:gd name="connsiteY60" fmla="*/ 59150 h 313848"/>
              <a:gd name="connsiteX61" fmla="*/ 71046 w 312546"/>
              <a:gd name="connsiteY61" fmla="*/ 65722 h 313848"/>
              <a:gd name="connsiteX62" fmla="*/ 208301 w 312546"/>
              <a:gd name="connsiteY62" fmla="*/ 22098 h 313848"/>
              <a:gd name="connsiteX63" fmla="*/ 224996 w 312546"/>
              <a:gd name="connsiteY63" fmla="*/ 38957 h 313848"/>
              <a:gd name="connsiteX64" fmla="*/ 208301 w 312546"/>
              <a:gd name="connsiteY64" fmla="*/ 38957 h 313848"/>
              <a:gd name="connsiteX65" fmla="*/ 208301 w 312546"/>
              <a:gd name="connsiteY65" fmla="*/ 22098 h 313848"/>
              <a:gd name="connsiteX66" fmla="*/ 45435 w 312546"/>
              <a:gd name="connsiteY66" fmla="*/ 104870 h 313848"/>
              <a:gd name="connsiteX67" fmla="*/ 26370 w 312546"/>
              <a:gd name="connsiteY67" fmla="*/ 124492 h 313848"/>
              <a:gd name="connsiteX68" fmla="*/ 45435 w 312546"/>
              <a:gd name="connsiteY68" fmla="*/ 144113 h 313848"/>
              <a:gd name="connsiteX69" fmla="*/ 64501 w 312546"/>
              <a:gd name="connsiteY69" fmla="*/ 124492 h 313848"/>
              <a:gd name="connsiteX70" fmla="*/ 45435 w 312546"/>
              <a:gd name="connsiteY70" fmla="*/ 104870 h 313848"/>
              <a:gd name="connsiteX71" fmla="*/ 45435 w 312546"/>
              <a:gd name="connsiteY71" fmla="*/ 131064 h 313848"/>
              <a:gd name="connsiteX72" fmla="*/ 39080 w 312546"/>
              <a:gd name="connsiteY72" fmla="*/ 124492 h 313848"/>
              <a:gd name="connsiteX73" fmla="*/ 45435 w 312546"/>
              <a:gd name="connsiteY73" fmla="*/ 117920 h 313848"/>
              <a:gd name="connsiteX74" fmla="*/ 51791 w 312546"/>
              <a:gd name="connsiteY74" fmla="*/ 124492 h 313848"/>
              <a:gd name="connsiteX75" fmla="*/ 45435 w 312546"/>
              <a:gd name="connsiteY75" fmla="*/ 131064 h 313848"/>
              <a:gd name="connsiteX76" fmla="*/ 99313 w 312546"/>
              <a:gd name="connsiteY76" fmla="*/ 287369 h 313848"/>
              <a:gd name="connsiteX77" fmla="*/ 214277 w 312546"/>
              <a:gd name="connsiteY77" fmla="*/ 287369 h 313848"/>
              <a:gd name="connsiteX78" fmla="*/ 219684 w 312546"/>
              <a:gd name="connsiteY78" fmla="*/ 284131 h 313848"/>
              <a:gd name="connsiteX79" fmla="*/ 219684 w 312546"/>
              <a:gd name="connsiteY79" fmla="*/ 277654 h 313848"/>
              <a:gd name="connsiteX80" fmla="*/ 191512 w 312546"/>
              <a:gd name="connsiteY80" fmla="*/ 210503 h 313848"/>
              <a:gd name="connsiteX81" fmla="*/ 186105 w 312546"/>
              <a:gd name="connsiteY81" fmla="*/ 206216 h 313848"/>
              <a:gd name="connsiteX82" fmla="*/ 180698 w 312546"/>
              <a:gd name="connsiteY82" fmla="*/ 209455 h 313848"/>
              <a:gd name="connsiteX83" fmla="*/ 154708 w 312546"/>
              <a:gd name="connsiteY83" fmla="*/ 248412 h 313848"/>
              <a:gd name="connsiteX84" fmla="*/ 128718 w 312546"/>
              <a:gd name="connsiteY84" fmla="*/ 226790 h 313848"/>
              <a:gd name="connsiteX85" fmla="*/ 123311 w 312546"/>
              <a:gd name="connsiteY85" fmla="*/ 225743 h 313848"/>
              <a:gd name="connsiteX86" fmla="*/ 117904 w 312546"/>
              <a:gd name="connsiteY86" fmla="*/ 228981 h 313848"/>
              <a:gd name="connsiteX87" fmla="*/ 92958 w 312546"/>
              <a:gd name="connsiteY87" fmla="*/ 277654 h 313848"/>
              <a:gd name="connsiteX88" fmla="*/ 92958 w 312546"/>
              <a:gd name="connsiteY88" fmla="*/ 284131 h 313848"/>
              <a:gd name="connsiteX89" fmla="*/ 99503 w 312546"/>
              <a:gd name="connsiteY89" fmla="*/ 287369 h 313848"/>
              <a:gd name="connsiteX90" fmla="*/ 126441 w 312546"/>
              <a:gd name="connsiteY90" fmla="*/ 241840 h 313848"/>
              <a:gd name="connsiteX91" fmla="*/ 151388 w 312546"/>
              <a:gd name="connsiteY91" fmla="*/ 262414 h 313848"/>
              <a:gd name="connsiteX92" fmla="*/ 156795 w 312546"/>
              <a:gd name="connsiteY92" fmla="*/ 264605 h 313848"/>
              <a:gd name="connsiteX93" fmla="*/ 161158 w 312546"/>
              <a:gd name="connsiteY93" fmla="*/ 261366 h 313848"/>
              <a:gd name="connsiteX94" fmla="*/ 184967 w 312546"/>
              <a:gd name="connsiteY94" fmla="*/ 226695 h 313848"/>
              <a:gd name="connsiteX95" fmla="*/ 204507 w 312546"/>
              <a:gd name="connsiteY95" fmla="*/ 274320 h 313848"/>
              <a:gd name="connsiteX96" fmla="*/ 109083 w 312546"/>
              <a:gd name="connsiteY96" fmla="*/ 274320 h 313848"/>
              <a:gd name="connsiteX97" fmla="*/ 126441 w 312546"/>
              <a:gd name="connsiteY97" fmla="*/ 241840 h 313848"/>
              <a:gd name="connsiteX98" fmla="*/ 99882 w 312546"/>
              <a:gd name="connsiteY98" fmla="*/ 205645 h 313848"/>
              <a:gd name="connsiteX99" fmla="*/ 112593 w 312546"/>
              <a:gd name="connsiteY99" fmla="*/ 192405 h 313848"/>
              <a:gd name="connsiteX100" fmla="*/ 125303 w 312546"/>
              <a:gd name="connsiteY100" fmla="*/ 205645 h 313848"/>
              <a:gd name="connsiteX101" fmla="*/ 112593 w 312546"/>
              <a:gd name="connsiteY101" fmla="*/ 218885 h 313848"/>
              <a:gd name="connsiteX102" fmla="*/ 99882 w 312546"/>
              <a:gd name="connsiteY102" fmla="*/ 205645 h 31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312546" h="313848">
                <a:moveTo>
                  <a:pt x="280011" y="78391"/>
                </a:moveTo>
                <a:lnTo>
                  <a:pt x="32535" y="78391"/>
                </a:lnTo>
                <a:cubicBezTo>
                  <a:pt x="14133" y="78391"/>
                  <a:pt x="0" y="92583"/>
                  <a:pt x="0" y="111157"/>
                </a:cubicBezTo>
                <a:lnTo>
                  <a:pt x="0" y="189833"/>
                </a:lnTo>
                <a:cubicBezTo>
                  <a:pt x="0" y="207264"/>
                  <a:pt x="14133" y="222599"/>
                  <a:pt x="32535" y="222599"/>
                </a:cubicBezTo>
                <a:lnTo>
                  <a:pt x="64501" y="222599"/>
                </a:lnTo>
                <a:lnTo>
                  <a:pt x="64501" y="307276"/>
                </a:lnTo>
                <a:cubicBezTo>
                  <a:pt x="64501" y="310515"/>
                  <a:pt x="67726" y="313849"/>
                  <a:pt x="71046" y="313849"/>
                </a:cubicBezTo>
                <a:lnTo>
                  <a:pt x="240647" y="313849"/>
                </a:lnTo>
                <a:cubicBezTo>
                  <a:pt x="243872" y="313849"/>
                  <a:pt x="247192" y="310610"/>
                  <a:pt x="247192" y="307276"/>
                </a:cubicBezTo>
                <a:lnTo>
                  <a:pt x="247192" y="222599"/>
                </a:lnTo>
                <a:lnTo>
                  <a:pt x="280011" y="222599"/>
                </a:lnTo>
                <a:cubicBezTo>
                  <a:pt x="298508" y="222599"/>
                  <a:pt x="312547" y="207264"/>
                  <a:pt x="312547" y="189833"/>
                </a:cubicBezTo>
                <a:lnTo>
                  <a:pt x="312547" y="111157"/>
                </a:lnTo>
                <a:cubicBezTo>
                  <a:pt x="312547" y="92583"/>
                  <a:pt x="298413" y="78391"/>
                  <a:pt x="280011" y="78391"/>
                </a:cubicBezTo>
                <a:close/>
                <a:moveTo>
                  <a:pt x="234102" y="300704"/>
                </a:moveTo>
                <a:lnTo>
                  <a:pt x="77591" y="300704"/>
                </a:lnTo>
                <a:lnTo>
                  <a:pt x="77591" y="218503"/>
                </a:lnTo>
                <a:cubicBezTo>
                  <a:pt x="77971" y="217741"/>
                  <a:pt x="78160" y="216884"/>
                  <a:pt x="78160" y="216027"/>
                </a:cubicBezTo>
                <a:cubicBezTo>
                  <a:pt x="78160" y="214884"/>
                  <a:pt x="77971" y="213932"/>
                  <a:pt x="77591" y="213170"/>
                </a:cubicBezTo>
                <a:lnTo>
                  <a:pt x="77591" y="182785"/>
                </a:lnTo>
                <a:lnTo>
                  <a:pt x="234102" y="182785"/>
                </a:lnTo>
                <a:lnTo>
                  <a:pt x="234102" y="300704"/>
                </a:lnTo>
                <a:close/>
                <a:moveTo>
                  <a:pt x="299551" y="189833"/>
                </a:moveTo>
                <a:cubicBezTo>
                  <a:pt x="299551" y="200787"/>
                  <a:pt x="290825" y="209455"/>
                  <a:pt x="280011" y="209455"/>
                </a:cubicBezTo>
                <a:lnTo>
                  <a:pt x="247192" y="209455"/>
                </a:lnTo>
                <a:lnTo>
                  <a:pt x="247192" y="176212"/>
                </a:lnTo>
                <a:cubicBezTo>
                  <a:pt x="247192" y="171831"/>
                  <a:pt x="243966" y="169640"/>
                  <a:pt x="240647" y="169640"/>
                </a:cubicBezTo>
                <a:lnTo>
                  <a:pt x="71046" y="169640"/>
                </a:lnTo>
                <a:cubicBezTo>
                  <a:pt x="67821" y="169640"/>
                  <a:pt x="64501" y="171831"/>
                  <a:pt x="64501" y="176212"/>
                </a:cubicBezTo>
                <a:lnTo>
                  <a:pt x="64501" y="209455"/>
                </a:lnTo>
                <a:lnTo>
                  <a:pt x="32535" y="209455"/>
                </a:lnTo>
                <a:cubicBezTo>
                  <a:pt x="21722" y="209455"/>
                  <a:pt x="12995" y="200692"/>
                  <a:pt x="12995" y="189833"/>
                </a:cubicBezTo>
                <a:lnTo>
                  <a:pt x="12995" y="111157"/>
                </a:lnTo>
                <a:cubicBezTo>
                  <a:pt x="12995" y="100203"/>
                  <a:pt x="21722" y="91535"/>
                  <a:pt x="32535" y="91535"/>
                </a:cubicBezTo>
                <a:lnTo>
                  <a:pt x="280011" y="91535"/>
                </a:lnTo>
                <a:cubicBezTo>
                  <a:pt x="290825" y="91535"/>
                  <a:pt x="299551" y="100298"/>
                  <a:pt x="299551" y="111157"/>
                </a:cubicBezTo>
                <a:lnTo>
                  <a:pt x="299551" y="189833"/>
                </a:lnTo>
                <a:close/>
                <a:moveTo>
                  <a:pt x="71046" y="65627"/>
                </a:moveTo>
                <a:cubicBezTo>
                  <a:pt x="74271" y="65627"/>
                  <a:pt x="77591" y="62389"/>
                  <a:pt x="77591" y="59055"/>
                </a:cubicBezTo>
                <a:lnTo>
                  <a:pt x="77591" y="13049"/>
                </a:lnTo>
                <a:lnTo>
                  <a:pt x="195401" y="13049"/>
                </a:lnTo>
                <a:lnTo>
                  <a:pt x="195401" y="45434"/>
                </a:lnTo>
                <a:cubicBezTo>
                  <a:pt x="195401" y="48673"/>
                  <a:pt x="198626" y="51911"/>
                  <a:pt x="201851" y="51911"/>
                </a:cubicBezTo>
                <a:lnTo>
                  <a:pt x="234102" y="51911"/>
                </a:lnTo>
                <a:lnTo>
                  <a:pt x="234102" y="59055"/>
                </a:lnTo>
                <a:cubicBezTo>
                  <a:pt x="234102" y="62293"/>
                  <a:pt x="237327" y="65627"/>
                  <a:pt x="240647" y="65627"/>
                </a:cubicBezTo>
                <a:cubicBezTo>
                  <a:pt x="243966" y="65627"/>
                  <a:pt x="247192" y="62389"/>
                  <a:pt x="247192" y="59055"/>
                </a:cubicBezTo>
                <a:lnTo>
                  <a:pt x="247192" y="45910"/>
                </a:lnTo>
                <a:cubicBezTo>
                  <a:pt x="247192" y="45910"/>
                  <a:pt x="247192" y="45720"/>
                  <a:pt x="247192" y="45720"/>
                </a:cubicBezTo>
                <a:cubicBezTo>
                  <a:pt x="247192" y="45720"/>
                  <a:pt x="247192" y="45530"/>
                  <a:pt x="247192" y="45434"/>
                </a:cubicBezTo>
                <a:cubicBezTo>
                  <a:pt x="247192" y="43243"/>
                  <a:pt x="246338" y="41529"/>
                  <a:pt x="245010" y="40481"/>
                </a:cubicBezTo>
                <a:cubicBezTo>
                  <a:pt x="245010" y="40481"/>
                  <a:pt x="245010" y="40481"/>
                  <a:pt x="245010" y="40481"/>
                </a:cubicBezTo>
                <a:lnTo>
                  <a:pt x="205835" y="1048"/>
                </a:lnTo>
                <a:cubicBezTo>
                  <a:pt x="204886" y="95"/>
                  <a:pt x="203748" y="0"/>
                  <a:pt x="201946" y="0"/>
                </a:cubicBezTo>
                <a:cubicBezTo>
                  <a:pt x="201946" y="0"/>
                  <a:pt x="201851" y="0"/>
                  <a:pt x="201756" y="0"/>
                </a:cubicBezTo>
                <a:cubicBezTo>
                  <a:pt x="201756" y="0"/>
                  <a:pt x="201756" y="0"/>
                  <a:pt x="201756" y="0"/>
                </a:cubicBezTo>
                <a:cubicBezTo>
                  <a:pt x="201661" y="0"/>
                  <a:pt x="201566" y="0"/>
                  <a:pt x="201472" y="0"/>
                </a:cubicBezTo>
                <a:lnTo>
                  <a:pt x="71046" y="0"/>
                </a:lnTo>
                <a:cubicBezTo>
                  <a:pt x="67821" y="0"/>
                  <a:pt x="64501" y="2191"/>
                  <a:pt x="64501" y="6572"/>
                </a:cubicBezTo>
                <a:lnTo>
                  <a:pt x="64501" y="59150"/>
                </a:lnTo>
                <a:cubicBezTo>
                  <a:pt x="64501" y="62389"/>
                  <a:pt x="67726" y="65722"/>
                  <a:pt x="71046" y="65722"/>
                </a:cubicBezTo>
                <a:close/>
                <a:moveTo>
                  <a:pt x="208301" y="22098"/>
                </a:moveTo>
                <a:cubicBezTo>
                  <a:pt x="212095" y="25908"/>
                  <a:pt x="217407" y="31337"/>
                  <a:pt x="224996" y="38957"/>
                </a:cubicBezTo>
                <a:lnTo>
                  <a:pt x="208301" y="38957"/>
                </a:lnTo>
                <a:lnTo>
                  <a:pt x="208301" y="22098"/>
                </a:lnTo>
                <a:close/>
                <a:moveTo>
                  <a:pt x="45435" y="104870"/>
                </a:moveTo>
                <a:cubicBezTo>
                  <a:pt x="34812" y="104870"/>
                  <a:pt x="26370" y="113633"/>
                  <a:pt x="26370" y="124492"/>
                </a:cubicBezTo>
                <a:cubicBezTo>
                  <a:pt x="26370" y="135350"/>
                  <a:pt x="34812" y="144113"/>
                  <a:pt x="45435" y="144113"/>
                </a:cubicBezTo>
                <a:cubicBezTo>
                  <a:pt x="56059" y="144113"/>
                  <a:pt x="64501" y="135350"/>
                  <a:pt x="64501" y="124492"/>
                </a:cubicBezTo>
                <a:cubicBezTo>
                  <a:pt x="64501" y="113633"/>
                  <a:pt x="56059" y="104870"/>
                  <a:pt x="45435" y="104870"/>
                </a:cubicBezTo>
                <a:close/>
                <a:moveTo>
                  <a:pt x="45435" y="131064"/>
                </a:moveTo>
                <a:cubicBezTo>
                  <a:pt x="42210" y="131064"/>
                  <a:pt x="39080" y="127826"/>
                  <a:pt x="39080" y="124492"/>
                </a:cubicBezTo>
                <a:cubicBezTo>
                  <a:pt x="39080" y="120110"/>
                  <a:pt x="42305" y="117920"/>
                  <a:pt x="45435" y="117920"/>
                </a:cubicBezTo>
                <a:cubicBezTo>
                  <a:pt x="48566" y="117920"/>
                  <a:pt x="51791" y="120110"/>
                  <a:pt x="51791" y="124492"/>
                </a:cubicBezTo>
                <a:cubicBezTo>
                  <a:pt x="51791" y="127730"/>
                  <a:pt x="48566" y="131064"/>
                  <a:pt x="45435" y="131064"/>
                </a:cubicBezTo>
                <a:close/>
                <a:moveTo>
                  <a:pt x="99313" y="287369"/>
                </a:moveTo>
                <a:lnTo>
                  <a:pt x="214277" y="287369"/>
                </a:lnTo>
                <a:cubicBezTo>
                  <a:pt x="216459" y="287369"/>
                  <a:pt x="217502" y="286322"/>
                  <a:pt x="219684" y="284131"/>
                </a:cubicBezTo>
                <a:cubicBezTo>
                  <a:pt x="220727" y="281940"/>
                  <a:pt x="220727" y="279845"/>
                  <a:pt x="219684" y="277654"/>
                </a:cubicBezTo>
                <a:lnTo>
                  <a:pt x="191512" y="210503"/>
                </a:lnTo>
                <a:cubicBezTo>
                  <a:pt x="191512" y="208312"/>
                  <a:pt x="189330" y="206216"/>
                  <a:pt x="186105" y="206216"/>
                </a:cubicBezTo>
                <a:cubicBezTo>
                  <a:pt x="183923" y="206216"/>
                  <a:pt x="181742" y="207264"/>
                  <a:pt x="180698" y="209455"/>
                </a:cubicBezTo>
                <a:lnTo>
                  <a:pt x="154708" y="248412"/>
                </a:lnTo>
                <a:lnTo>
                  <a:pt x="128718" y="226790"/>
                </a:lnTo>
                <a:cubicBezTo>
                  <a:pt x="126536" y="225743"/>
                  <a:pt x="124355" y="224599"/>
                  <a:pt x="123311" y="225743"/>
                </a:cubicBezTo>
                <a:cubicBezTo>
                  <a:pt x="121130" y="225743"/>
                  <a:pt x="118948" y="226790"/>
                  <a:pt x="117904" y="228981"/>
                </a:cubicBezTo>
                <a:lnTo>
                  <a:pt x="92958" y="277654"/>
                </a:lnTo>
                <a:cubicBezTo>
                  <a:pt x="91914" y="279845"/>
                  <a:pt x="91914" y="281940"/>
                  <a:pt x="92958" y="284131"/>
                </a:cubicBezTo>
                <a:cubicBezTo>
                  <a:pt x="95139" y="286322"/>
                  <a:pt x="96183" y="287369"/>
                  <a:pt x="99503" y="287369"/>
                </a:cubicBezTo>
                <a:close/>
                <a:moveTo>
                  <a:pt x="126441" y="241840"/>
                </a:moveTo>
                <a:lnTo>
                  <a:pt x="151388" y="262414"/>
                </a:lnTo>
                <a:cubicBezTo>
                  <a:pt x="153570" y="263462"/>
                  <a:pt x="154613" y="264605"/>
                  <a:pt x="156795" y="264605"/>
                </a:cubicBezTo>
                <a:cubicBezTo>
                  <a:pt x="158977" y="263557"/>
                  <a:pt x="160020" y="262414"/>
                  <a:pt x="161158" y="261366"/>
                </a:cubicBezTo>
                <a:lnTo>
                  <a:pt x="184967" y="226695"/>
                </a:lnTo>
                <a:lnTo>
                  <a:pt x="204507" y="274320"/>
                </a:lnTo>
                <a:lnTo>
                  <a:pt x="109083" y="274320"/>
                </a:lnTo>
                <a:lnTo>
                  <a:pt x="126441" y="241840"/>
                </a:lnTo>
                <a:close/>
                <a:moveTo>
                  <a:pt x="99882" y="205645"/>
                </a:moveTo>
                <a:cubicBezTo>
                  <a:pt x="99882" y="198310"/>
                  <a:pt x="105573" y="192405"/>
                  <a:pt x="112593" y="192405"/>
                </a:cubicBezTo>
                <a:cubicBezTo>
                  <a:pt x="119612" y="192405"/>
                  <a:pt x="125303" y="198310"/>
                  <a:pt x="125303" y="205645"/>
                </a:cubicBezTo>
                <a:cubicBezTo>
                  <a:pt x="125303" y="212979"/>
                  <a:pt x="119612" y="218885"/>
                  <a:pt x="112593" y="218885"/>
                </a:cubicBezTo>
                <a:cubicBezTo>
                  <a:pt x="105573" y="218885"/>
                  <a:pt x="99882" y="212979"/>
                  <a:pt x="99882" y="20564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9" name="Graphic 116">
            <a:extLst>
              <a:ext uri="{FF2B5EF4-FFF2-40B4-BE49-F238E27FC236}">
                <a16:creationId xmlns:a16="http://schemas.microsoft.com/office/drawing/2014/main" id="{C08B205D-F5DC-4E3B-E1D2-5BE95BE7561D}"/>
              </a:ext>
            </a:extLst>
          </p:cNvPr>
          <p:cNvSpPr/>
          <p:nvPr/>
        </p:nvSpPr>
        <p:spPr>
          <a:xfrm>
            <a:off x="7900661" y="863983"/>
            <a:ext cx="416728" cy="418464"/>
          </a:xfrm>
          <a:custGeom>
            <a:avLst/>
            <a:gdLst>
              <a:gd name="connsiteX0" fmla="*/ 280011 w 312546"/>
              <a:gd name="connsiteY0" fmla="*/ 78391 h 313848"/>
              <a:gd name="connsiteX1" fmla="*/ 32535 w 312546"/>
              <a:gd name="connsiteY1" fmla="*/ 78391 h 313848"/>
              <a:gd name="connsiteX2" fmla="*/ 0 w 312546"/>
              <a:gd name="connsiteY2" fmla="*/ 111157 h 313848"/>
              <a:gd name="connsiteX3" fmla="*/ 0 w 312546"/>
              <a:gd name="connsiteY3" fmla="*/ 189833 h 313848"/>
              <a:gd name="connsiteX4" fmla="*/ 32535 w 312546"/>
              <a:gd name="connsiteY4" fmla="*/ 222599 h 313848"/>
              <a:gd name="connsiteX5" fmla="*/ 64501 w 312546"/>
              <a:gd name="connsiteY5" fmla="*/ 222599 h 313848"/>
              <a:gd name="connsiteX6" fmla="*/ 64501 w 312546"/>
              <a:gd name="connsiteY6" fmla="*/ 307276 h 313848"/>
              <a:gd name="connsiteX7" fmla="*/ 71046 w 312546"/>
              <a:gd name="connsiteY7" fmla="*/ 313849 h 313848"/>
              <a:gd name="connsiteX8" fmla="*/ 240647 w 312546"/>
              <a:gd name="connsiteY8" fmla="*/ 313849 h 313848"/>
              <a:gd name="connsiteX9" fmla="*/ 247192 w 312546"/>
              <a:gd name="connsiteY9" fmla="*/ 307276 h 313848"/>
              <a:gd name="connsiteX10" fmla="*/ 247192 w 312546"/>
              <a:gd name="connsiteY10" fmla="*/ 222599 h 313848"/>
              <a:gd name="connsiteX11" fmla="*/ 280011 w 312546"/>
              <a:gd name="connsiteY11" fmla="*/ 222599 h 313848"/>
              <a:gd name="connsiteX12" fmla="*/ 312547 w 312546"/>
              <a:gd name="connsiteY12" fmla="*/ 189833 h 313848"/>
              <a:gd name="connsiteX13" fmla="*/ 312547 w 312546"/>
              <a:gd name="connsiteY13" fmla="*/ 111157 h 313848"/>
              <a:gd name="connsiteX14" fmla="*/ 280011 w 312546"/>
              <a:gd name="connsiteY14" fmla="*/ 78391 h 313848"/>
              <a:gd name="connsiteX15" fmla="*/ 234102 w 312546"/>
              <a:gd name="connsiteY15" fmla="*/ 300704 h 313848"/>
              <a:gd name="connsiteX16" fmla="*/ 77591 w 312546"/>
              <a:gd name="connsiteY16" fmla="*/ 300704 h 313848"/>
              <a:gd name="connsiteX17" fmla="*/ 77591 w 312546"/>
              <a:gd name="connsiteY17" fmla="*/ 218503 h 313848"/>
              <a:gd name="connsiteX18" fmla="*/ 78160 w 312546"/>
              <a:gd name="connsiteY18" fmla="*/ 216027 h 313848"/>
              <a:gd name="connsiteX19" fmla="*/ 77591 w 312546"/>
              <a:gd name="connsiteY19" fmla="*/ 213170 h 313848"/>
              <a:gd name="connsiteX20" fmla="*/ 77591 w 312546"/>
              <a:gd name="connsiteY20" fmla="*/ 182785 h 313848"/>
              <a:gd name="connsiteX21" fmla="*/ 234102 w 312546"/>
              <a:gd name="connsiteY21" fmla="*/ 182785 h 313848"/>
              <a:gd name="connsiteX22" fmla="*/ 234102 w 312546"/>
              <a:gd name="connsiteY22" fmla="*/ 300704 h 313848"/>
              <a:gd name="connsiteX23" fmla="*/ 299551 w 312546"/>
              <a:gd name="connsiteY23" fmla="*/ 189833 h 313848"/>
              <a:gd name="connsiteX24" fmla="*/ 280011 w 312546"/>
              <a:gd name="connsiteY24" fmla="*/ 209455 h 313848"/>
              <a:gd name="connsiteX25" fmla="*/ 247192 w 312546"/>
              <a:gd name="connsiteY25" fmla="*/ 209455 h 313848"/>
              <a:gd name="connsiteX26" fmla="*/ 247192 w 312546"/>
              <a:gd name="connsiteY26" fmla="*/ 176212 h 313848"/>
              <a:gd name="connsiteX27" fmla="*/ 240647 w 312546"/>
              <a:gd name="connsiteY27" fmla="*/ 169640 h 313848"/>
              <a:gd name="connsiteX28" fmla="*/ 71046 w 312546"/>
              <a:gd name="connsiteY28" fmla="*/ 169640 h 313848"/>
              <a:gd name="connsiteX29" fmla="*/ 64501 w 312546"/>
              <a:gd name="connsiteY29" fmla="*/ 176212 h 313848"/>
              <a:gd name="connsiteX30" fmla="*/ 64501 w 312546"/>
              <a:gd name="connsiteY30" fmla="*/ 209455 h 313848"/>
              <a:gd name="connsiteX31" fmla="*/ 32535 w 312546"/>
              <a:gd name="connsiteY31" fmla="*/ 209455 h 313848"/>
              <a:gd name="connsiteX32" fmla="*/ 12995 w 312546"/>
              <a:gd name="connsiteY32" fmla="*/ 189833 h 313848"/>
              <a:gd name="connsiteX33" fmla="*/ 12995 w 312546"/>
              <a:gd name="connsiteY33" fmla="*/ 111157 h 313848"/>
              <a:gd name="connsiteX34" fmla="*/ 32535 w 312546"/>
              <a:gd name="connsiteY34" fmla="*/ 91535 h 313848"/>
              <a:gd name="connsiteX35" fmla="*/ 280011 w 312546"/>
              <a:gd name="connsiteY35" fmla="*/ 91535 h 313848"/>
              <a:gd name="connsiteX36" fmla="*/ 299551 w 312546"/>
              <a:gd name="connsiteY36" fmla="*/ 111157 h 313848"/>
              <a:gd name="connsiteX37" fmla="*/ 299551 w 312546"/>
              <a:gd name="connsiteY37" fmla="*/ 189833 h 313848"/>
              <a:gd name="connsiteX38" fmla="*/ 71046 w 312546"/>
              <a:gd name="connsiteY38" fmla="*/ 65627 h 313848"/>
              <a:gd name="connsiteX39" fmla="*/ 77591 w 312546"/>
              <a:gd name="connsiteY39" fmla="*/ 59055 h 313848"/>
              <a:gd name="connsiteX40" fmla="*/ 77591 w 312546"/>
              <a:gd name="connsiteY40" fmla="*/ 13049 h 313848"/>
              <a:gd name="connsiteX41" fmla="*/ 195401 w 312546"/>
              <a:gd name="connsiteY41" fmla="*/ 13049 h 313848"/>
              <a:gd name="connsiteX42" fmla="*/ 195401 w 312546"/>
              <a:gd name="connsiteY42" fmla="*/ 45434 h 313848"/>
              <a:gd name="connsiteX43" fmla="*/ 201851 w 312546"/>
              <a:gd name="connsiteY43" fmla="*/ 51911 h 313848"/>
              <a:gd name="connsiteX44" fmla="*/ 234102 w 312546"/>
              <a:gd name="connsiteY44" fmla="*/ 51911 h 313848"/>
              <a:gd name="connsiteX45" fmla="*/ 234102 w 312546"/>
              <a:gd name="connsiteY45" fmla="*/ 59055 h 313848"/>
              <a:gd name="connsiteX46" fmla="*/ 240647 w 312546"/>
              <a:gd name="connsiteY46" fmla="*/ 65627 h 313848"/>
              <a:gd name="connsiteX47" fmla="*/ 247192 w 312546"/>
              <a:gd name="connsiteY47" fmla="*/ 59055 h 313848"/>
              <a:gd name="connsiteX48" fmla="*/ 247192 w 312546"/>
              <a:gd name="connsiteY48" fmla="*/ 45910 h 313848"/>
              <a:gd name="connsiteX49" fmla="*/ 247192 w 312546"/>
              <a:gd name="connsiteY49" fmla="*/ 45720 h 313848"/>
              <a:gd name="connsiteX50" fmla="*/ 247192 w 312546"/>
              <a:gd name="connsiteY50" fmla="*/ 45434 h 313848"/>
              <a:gd name="connsiteX51" fmla="*/ 245010 w 312546"/>
              <a:gd name="connsiteY51" fmla="*/ 40481 h 313848"/>
              <a:gd name="connsiteX52" fmla="*/ 245010 w 312546"/>
              <a:gd name="connsiteY52" fmla="*/ 40481 h 313848"/>
              <a:gd name="connsiteX53" fmla="*/ 205835 w 312546"/>
              <a:gd name="connsiteY53" fmla="*/ 1048 h 313848"/>
              <a:gd name="connsiteX54" fmla="*/ 201946 w 312546"/>
              <a:gd name="connsiteY54" fmla="*/ 0 h 313848"/>
              <a:gd name="connsiteX55" fmla="*/ 201756 w 312546"/>
              <a:gd name="connsiteY55" fmla="*/ 0 h 313848"/>
              <a:gd name="connsiteX56" fmla="*/ 201756 w 312546"/>
              <a:gd name="connsiteY56" fmla="*/ 0 h 313848"/>
              <a:gd name="connsiteX57" fmla="*/ 201472 w 312546"/>
              <a:gd name="connsiteY57" fmla="*/ 0 h 313848"/>
              <a:gd name="connsiteX58" fmla="*/ 71046 w 312546"/>
              <a:gd name="connsiteY58" fmla="*/ 0 h 313848"/>
              <a:gd name="connsiteX59" fmla="*/ 64501 w 312546"/>
              <a:gd name="connsiteY59" fmla="*/ 6572 h 313848"/>
              <a:gd name="connsiteX60" fmla="*/ 64501 w 312546"/>
              <a:gd name="connsiteY60" fmla="*/ 59150 h 313848"/>
              <a:gd name="connsiteX61" fmla="*/ 71046 w 312546"/>
              <a:gd name="connsiteY61" fmla="*/ 65722 h 313848"/>
              <a:gd name="connsiteX62" fmla="*/ 208301 w 312546"/>
              <a:gd name="connsiteY62" fmla="*/ 22098 h 313848"/>
              <a:gd name="connsiteX63" fmla="*/ 224996 w 312546"/>
              <a:gd name="connsiteY63" fmla="*/ 38957 h 313848"/>
              <a:gd name="connsiteX64" fmla="*/ 208301 w 312546"/>
              <a:gd name="connsiteY64" fmla="*/ 38957 h 313848"/>
              <a:gd name="connsiteX65" fmla="*/ 208301 w 312546"/>
              <a:gd name="connsiteY65" fmla="*/ 22098 h 313848"/>
              <a:gd name="connsiteX66" fmla="*/ 45435 w 312546"/>
              <a:gd name="connsiteY66" fmla="*/ 104870 h 313848"/>
              <a:gd name="connsiteX67" fmla="*/ 26370 w 312546"/>
              <a:gd name="connsiteY67" fmla="*/ 124492 h 313848"/>
              <a:gd name="connsiteX68" fmla="*/ 45435 w 312546"/>
              <a:gd name="connsiteY68" fmla="*/ 144113 h 313848"/>
              <a:gd name="connsiteX69" fmla="*/ 64501 w 312546"/>
              <a:gd name="connsiteY69" fmla="*/ 124492 h 313848"/>
              <a:gd name="connsiteX70" fmla="*/ 45435 w 312546"/>
              <a:gd name="connsiteY70" fmla="*/ 104870 h 313848"/>
              <a:gd name="connsiteX71" fmla="*/ 45435 w 312546"/>
              <a:gd name="connsiteY71" fmla="*/ 131064 h 313848"/>
              <a:gd name="connsiteX72" fmla="*/ 39080 w 312546"/>
              <a:gd name="connsiteY72" fmla="*/ 124492 h 313848"/>
              <a:gd name="connsiteX73" fmla="*/ 45435 w 312546"/>
              <a:gd name="connsiteY73" fmla="*/ 117920 h 313848"/>
              <a:gd name="connsiteX74" fmla="*/ 51791 w 312546"/>
              <a:gd name="connsiteY74" fmla="*/ 124492 h 313848"/>
              <a:gd name="connsiteX75" fmla="*/ 45435 w 312546"/>
              <a:gd name="connsiteY75" fmla="*/ 131064 h 313848"/>
              <a:gd name="connsiteX76" fmla="*/ 99313 w 312546"/>
              <a:gd name="connsiteY76" fmla="*/ 287369 h 313848"/>
              <a:gd name="connsiteX77" fmla="*/ 214277 w 312546"/>
              <a:gd name="connsiteY77" fmla="*/ 287369 h 313848"/>
              <a:gd name="connsiteX78" fmla="*/ 219684 w 312546"/>
              <a:gd name="connsiteY78" fmla="*/ 284131 h 313848"/>
              <a:gd name="connsiteX79" fmla="*/ 219684 w 312546"/>
              <a:gd name="connsiteY79" fmla="*/ 277654 h 313848"/>
              <a:gd name="connsiteX80" fmla="*/ 191512 w 312546"/>
              <a:gd name="connsiteY80" fmla="*/ 210503 h 313848"/>
              <a:gd name="connsiteX81" fmla="*/ 186105 w 312546"/>
              <a:gd name="connsiteY81" fmla="*/ 206216 h 313848"/>
              <a:gd name="connsiteX82" fmla="*/ 180698 w 312546"/>
              <a:gd name="connsiteY82" fmla="*/ 209455 h 313848"/>
              <a:gd name="connsiteX83" fmla="*/ 154708 w 312546"/>
              <a:gd name="connsiteY83" fmla="*/ 248412 h 313848"/>
              <a:gd name="connsiteX84" fmla="*/ 128718 w 312546"/>
              <a:gd name="connsiteY84" fmla="*/ 226790 h 313848"/>
              <a:gd name="connsiteX85" fmla="*/ 123311 w 312546"/>
              <a:gd name="connsiteY85" fmla="*/ 225743 h 313848"/>
              <a:gd name="connsiteX86" fmla="*/ 117904 w 312546"/>
              <a:gd name="connsiteY86" fmla="*/ 228981 h 313848"/>
              <a:gd name="connsiteX87" fmla="*/ 92958 w 312546"/>
              <a:gd name="connsiteY87" fmla="*/ 277654 h 313848"/>
              <a:gd name="connsiteX88" fmla="*/ 92958 w 312546"/>
              <a:gd name="connsiteY88" fmla="*/ 284131 h 313848"/>
              <a:gd name="connsiteX89" fmla="*/ 99503 w 312546"/>
              <a:gd name="connsiteY89" fmla="*/ 287369 h 313848"/>
              <a:gd name="connsiteX90" fmla="*/ 126441 w 312546"/>
              <a:gd name="connsiteY90" fmla="*/ 241840 h 313848"/>
              <a:gd name="connsiteX91" fmla="*/ 151388 w 312546"/>
              <a:gd name="connsiteY91" fmla="*/ 262414 h 313848"/>
              <a:gd name="connsiteX92" fmla="*/ 156795 w 312546"/>
              <a:gd name="connsiteY92" fmla="*/ 264605 h 313848"/>
              <a:gd name="connsiteX93" fmla="*/ 161158 w 312546"/>
              <a:gd name="connsiteY93" fmla="*/ 261366 h 313848"/>
              <a:gd name="connsiteX94" fmla="*/ 184967 w 312546"/>
              <a:gd name="connsiteY94" fmla="*/ 226695 h 313848"/>
              <a:gd name="connsiteX95" fmla="*/ 204507 w 312546"/>
              <a:gd name="connsiteY95" fmla="*/ 274320 h 313848"/>
              <a:gd name="connsiteX96" fmla="*/ 109083 w 312546"/>
              <a:gd name="connsiteY96" fmla="*/ 274320 h 313848"/>
              <a:gd name="connsiteX97" fmla="*/ 126441 w 312546"/>
              <a:gd name="connsiteY97" fmla="*/ 241840 h 313848"/>
              <a:gd name="connsiteX98" fmla="*/ 99882 w 312546"/>
              <a:gd name="connsiteY98" fmla="*/ 205645 h 313848"/>
              <a:gd name="connsiteX99" fmla="*/ 112593 w 312546"/>
              <a:gd name="connsiteY99" fmla="*/ 192405 h 313848"/>
              <a:gd name="connsiteX100" fmla="*/ 125303 w 312546"/>
              <a:gd name="connsiteY100" fmla="*/ 205645 h 313848"/>
              <a:gd name="connsiteX101" fmla="*/ 112593 w 312546"/>
              <a:gd name="connsiteY101" fmla="*/ 218885 h 313848"/>
              <a:gd name="connsiteX102" fmla="*/ 99882 w 312546"/>
              <a:gd name="connsiteY102" fmla="*/ 205645 h 31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312546" h="313848">
                <a:moveTo>
                  <a:pt x="280011" y="78391"/>
                </a:moveTo>
                <a:lnTo>
                  <a:pt x="32535" y="78391"/>
                </a:lnTo>
                <a:cubicBezTo>
                  <a:pt x="14133" y="78391"/>
                  <a:pt x="0" y="92583"/>
                  <a:pt x="0" y="111157"/>
                </a:cubicBezTo>
                <a:lnTo>
                  <a:pt x="0" y="189833"/>
                </a:lnTo>
                <a:cubicBezTo>
                  <a:pt x="0" y="207264"/>
                  <a:pt x="14133" y="222599"/>
                  <a:pt x="32535" y="222599"/>
                </a:cubicBezTo>
                <a:lnTo>
                  <a:pt x="64501" y="222599"/>
                </a:lnTo>
                <a:lnTo>
                  <a:pt x="64501" y="307276"/>
                </a:lnTo>
                <a:cubicBezTo>
                  <a:pt x="64501" y="310515"/>
                  <a:pt x="67726" y="313849"/>
                  <a:pt x="71046" y="313849"/>
                </a:cubicBezTo>
                <a:lnTo>
                  <a:pt x="240647" y="313849"/>
                </a:lnTo>
                <a:cubicBezTo>
                  <a:pt x="243872" y="313849"/>
                  <a:pt x="247192" y="310610"/>
                  <a:pt x="247192" y="307276"/>
                </a:cubicBezTo>
                <a:lnTo>
                  <a:pt x="247192" y="222599"/>
                </a:lnTo>
                <a:lnTo>
                  <a:pt x="280011" y="222599"/>
                </a:lnTo>
                <a:cubicBezTo>
                  <a:pt x="298508" y="222599"/>
                  <a:pt x="312547" y="207264"/>
                  <a:pt x="312547" y="189833"/>
                </a:cubicBezTo>
                <a:lnTo>
                  <a:pt x="312547" y="111157"/>
                </a:lnTo>
                <a:cubicBezTo>
                  <a:pt x="312547" y="92583"/>
                  <a:pt x="298413" y="78391"/>
                  <a:pt x="280011" y="78391"/>
                </a:cubicBezTo>
                <a:close/>
                <a:moveTo>
                  <a:pt x="234102" y="300704"/>
                </a:moveTo>
                <a:lnTo>
                  <a:pt x="77591" y="300704"/>
                </a:lnTo>
                <a:lnTo>
                  <a:pt x="77591" y="218503"/>
                </a:lnTo>
                <a:cubicBezTo>
                  <a:pt x="77971" y="217741"/>
                  <a:pt x="78160" y="216884"/>
                  <a:pt x="78160" y="216027"/>
                </a:cubicBezTo>
                <a:cubicBezTo>
                  <a:pt x="78160" y="214884"/>
                  <a:pt x="77971" y="213932"/>
                  <a:pt x="77591" y="213170"/>
                </a:cubicBezTo>
                <a:lnTo>
                  <a:pt x="77591" y="182785"/>
                </a:lnTo>
                <a:lnTo>
                  <a:pt x="234102" y="182785"/>
                </a:lnTo>
                <a:lnTo>
                  <a:pt x="234102" y="300704"/>
                </a:lnTo>
                <a:close/>
                <a:moveTo>
                  <a:pt x="299551" y="189833"/>
                </a:moveTo>
                <a:cubicBezTo>
                  <a:pt x="299551" y="200787"/>
                  <a:pt x="290825" y="209455"/>
                  <a:pt x="280011" y="209455"/>
                </a:cubicBezTo>
                <a:lnTo>
                  <a:pt x="247192" y="209455"/>
                </a:lnTo>
                <a:lnTo>
                  <a:pt x="247192" y="176212"/>
                </a:lnTo>
                <a:cubicBezTo>
                  <a:pt x="247192" y="171831"/>
                  <a:pt x="243966" y="169640"/>
                  <a:pt x="240647" y="169640"/>
                </a:cubicBezTo>
                <a:lnTo>
                  <a:pt x="71046" y="169640"/>
                </a:lnTo>
                <a:cubicBezTo>
                  <a:pt x="67821" y="169640"/>
                  <a:pt x="64501" y="171831"/>
                  <a:pt x="64501" y="176212"/>
                </a:cubicBezTo>
                <a:lnTo>
                  <a:pt x="64501" y="209455"/>
                </a:lnTo>
                <a:lnTo>
                  <a:pt x="32535" y="209455"/>
                </a:lnTo>
                <a:cubicBezTo>
                  <a:pt x="21722" y="209455"/>
                  <a:pt x="12995" y="200692"/>
                  <a:pt x="12995" y="189833"/>
                </a:cubicBezTo>
                <a:lnTo>
                  <a:pt x="12995" y="111157"/>
                </a:lnTo>
                <a:cubicBezTo>
                  <a:pt x="12995" y="100203"/>
                  <a:pt x="21722" y="91535"/>
                  <a:pt x="32535" y="91535"/>
                </a:cubicBezTo>
                <a:lnTo>
                  <a:pt x="280011" y="91535"/>
                </a:lnTo>
                <a:cubicBezTo>
                  <a:pt x="290825" y="91535"/>
                  <a:pt x="299551" y="100298"/>
                  <a:pt x="299551" y="111157"/>
                </a:cubicBezTo>
                <a:lnTo>
                  <a:pt x="299551" y="189833"/>
                </a:lnTo>
                <a:close/>
                <a:moveTo>
                  <a:pt x="71046" y="65627"/>
                </a:moveTo>
                <a:cubicBezTo>
                  <a:pt x="74271" y="65627"/>
                  <a:pt x="77591" y="62389"/>
                  <a:pt x="77591" y="59055"/>
                </a:cubicBezTo>
                <a:lnTo>
                  <a:pt x="77591" y="13049"/>
                </a:lnTo>
                <a:lnTo>
                  <a:pt x="195401" y="13049"/>
                </a:lnTo>
                <a:lnTo>
                  <a:pt x="195401" y="45434"/>
                </a:lnTo>
                <a:cubicBezTo>
                  <a:pt x="195401" y="48673"/>
                  <a:pt x="198626" y="51911"/>
                  <a:pt x="201851" y="51911"/>
                </a:cubicBezTo>
                <a:lnTo>
                  <a:pt x="234102" y="51911"/>
                </a:lnTo>
                <a:lnTo>
                  <a:pt x="234102" y="59055"/>
                </a:lnTo>
                <a:cubicBezTo>
                  <a:pt x="234102" y="62293"/>
                  <a:pt x="237327" y="65627"/>
                  <a:pt x="240647" y="65627"/>
                </a:cubicBezTo>
                <a:cubicBezTo>
                  <a:pt x="243966" y="65627"/>
                  <a:pt x="247192" y="62389"/>
                  <a:pt x="247192" y="59055"/>
                </a:cubicBezTo>
                <a:lnTo>
                  <a:pt x="247192" y="45910"/>
                </a:lnTo>
                <a:cubicBezTo>
                  <a:pt x="247192" y="45910"/>
                  <a:pt x="247192" y="45720"/>
                  <a:pt x="247192" y="45720"/>
                </a:cubicBezTo>
                <a:cubicBezTo>
                  <a:pt x="247192" y="45720"/>
                  <a:pt x="247192" y="45530"/>
                  <a:pt x="247192" y="45434"/>
                </a:cubicBezTo>
                <a:cubicBezTo>
                  <a:pt x="247192" y="43243"/>
                  <a:pt x="246338" y="41529"/>
                  <a:pt x="245010" y="40481"/>
                </a:cubicBezTo>
                <a:cubicBezTo>
                  <a:pt x="245010" y="40481"/>
                  <a:pt x="245010" y="40481"/>
                  <a:pt x="245010" y="40481"/>
                </a:cubicBezTo>
                <a:lnTo>
                  <a:pt x="205835" y="1048"/>
                </a:lnTo>
                <a:cubicBezTo>
                  <a:pt x="204886" y="95"/>
                  <a:pt x="203748" y="0"/>
                  <a:pt x="201946" y="0"/>
                </a:cubicBezTo>
                <a:cubicBezTo>
                  <a:pt x="201946" y="0"/>
                  <a:pt x="201851" y="0"/>
                  <a:pt x="201756" y="0"/>
                </a:cubicBezTo>
                <a:cubicBezTo>
                  <a:pt x="201756" y="0"/>
                  <a:pt x="201756" y="0"/>
                  <a:pt x="201756" y="0"/>
                </a:cubicBezTo>
                <a:cubicBezTo>
                  <a:pt x="201661" y="0"/>
                  <a:pt x="201566" y="0"/>
                  <a:pt x="201472" y="0"/>
                </a:cubicBezTo>
                <a:lnTo>
                  <a:pt x="71046" y="0"/>
                </a:lnTo>
                <a:cubicBezTo>
                  <a:pt x="67821" y="0"/>
                  <a:pt x="64501" y="2191"/>
                  <a:pt x="64501" y="6572"/>
                </a:cubicBezTo>
                <a:lnTo>
                  <a:pt x="64501" y="59150"/>
                </a:lnTo>
                <a:cubicBezTo>
                  <a:pt x="64501" y="62389"/>
                  <a:pt x="67726" y="65722"/>
                  <a:pt x="71046" y="65722"/>
                </a:cubicBezTo>
                <a:close/>
                <a:moveTo>
                  <a:pt x="208301" y="22098"/>
                </a:moveTo>
                <a:cubicBezTo>
                  <a:pt x="212095" y="25908"/>
                  <a:pt x="217407" y="31337"/>
                  <a:pt x="224996" y="38957"/>
                </a:cubicBezTo>
                <a:lnTo>
                  <a:pt x="208301" y="38957"/>
                </a:lnTo>
                <a:lnTo>
                  <a:pt x="208301" y="22098"/>
                </a:lnTo>
                <a:close/>
                <a:moveTo>
                  <a:pt x="45435" y="104870"/>
                </a:moveTo>
                <a:cubicBezTo>
                  <a:pt x="34812" y="104870"/>
                  <a:pt x="26370" y="113633"/>
                  <a:pt x="26370" y="124492"/>
                </a:cubicBezTo>
                <a:cubicBezTo>
                  <a:pt x="26370" y="135350"/>
                  <a:pt x="34812" y="144113"/>
                  <a:pt x="45435" y="144113"/>
                </a:cubicBezTo>
                <a:cubicBezTo>
                  <a:pt x="56059" y="144113"/>
                  <a:pt x="64501" y="135350"/>
                  <a:pt x="64501" y="124492"/>
                </a:cubicBezTo>
                <a:cubicBezTo>
                  <a:pt x="64501" y="113633"/>
                  <a:pt x="56059" y="104870"/>
                  <a:pt x="45435" y="104870"/>
                </a:cubicBezTo>
                <a:close/>
                <a:moveTo>
                  <a:pt x="45435" y="131064"/>
                </a:moveTo>
                <a:cubicBezTo>
                  <a:pt x="42210" y="131064"/>
                  <a:pt x="39080" y="127826"/>
                  <a:pt x="39080" y="124492"/>
                </a:cubicBezTo>
                <a:cubicBezTo>
                  <a:pt x="39080" y="120110"/>
                  <a:pt x="42305" y="117920"/>
                  <a:pt x="45435" y="117920"/>
                </a:cubicBezTo>
                <a:cubicBezTo>
                  <a:pt x="48566" y="117920"/>
                  <a:pt x="51791" y="120110"/>
                  <a:pt x="51791" y="124492"/>
                </a:cubicBezTo>
                <a:cubicBezTo>
                  <a:pt x="51791" y="127730"/>
                  <a:pt x="48566" y="131064"/>
                  <a:pt x="45435" y="131064"/>
                </a:cubicBezTo>
                <a:close/>
                <a:moveTo>
                  <a:pt x="99313" y="287369"/>
                </a:moveTo>
                <a:lnTo>
                  <a:pt x="214277" y="287369"/>
                </a:lnTo>
                <a:cubicBezTo>
                  <a:pt x="216459" y="287369"/>
                  <a:pt x="217502" y="286322"/>
                  <a:pt x="219684" y="284131"/>
                </a:cubicBezTo>
                <a:cubicBezTo>
                  <a:pt x="220727" y="281940"/>
                  <a:pt x="220727" y="279845"/>
                  <a:pt x="219684" y="277654"/>
                </a:cubicBezTo>
                <a:lnTo>
                  <a:pt x="191512" y="210503"/>
                </a:lnTo>
                <a:cubicBezTo>
                  <a:pt x="191512" y="208312"/>
                  <a:pt x="189330" y="206216"/>
                  <a:pt x="186105" y="206216"/>
                </a:cubicBezTo>
                <a:cubicBezTo>
                  <a:pt x="183923" y="206216"/>
                  <a:pt x="181742" y="207264"/>
                  <a:pt x="180698" y="209455"/>
                </a:cubicBezTo>
                <a:lnTo>
                  <a:pt x="154708" y="248412"/>
                </a:lnTo>
                <a:lnTo>
                  <a:pt x="128718" y="226790"/>
                </a:lnTo>
                <a:cubicBezTo>
                  <a:pt x="126536" y="225743"/>
                  <a:pt x="124355" y="224599"/>
                  <a:pt x="123311" y="225743"/>
                </a:cubicBezTo>
                <a:cubicBezTo>
                  <a:pt x="121130" y="225743"/>
                  <a:pt x="118948" y="226790"/>
                  <a:pt x="117904" y="228981"/>
                </a:cubicBezTo>
                <a:lnTo>
                  <a:pt x="92958" y="277654"/>
                </a:lnTo>
                <a:cubicBezTo>
                  <a:pt x="91914" y="279845"/>
                  <a:pt x="91914" y="281940"/>
                  <a:pt x="92958" y="284131"/>
                </a:cubicBezTo>
                <a:cubicBezTo>
                  <a:pt x="95139" y="286322"/>
                  <a:pt x="96183" y="287369"/>
                  <a:pt x="99503" y="287369"/>
                </a:cubicBezTo>
                <a:close/>
                <a:moveTo>
                  <a:pt x="126441" y="241840"/>
                </a:moveTo>
                <a:lnTo>
                  <a:pt x="151388" y="262414"/>
                </a:lnTo>
                <a:cubicBezTo>
                  <a:pt x="153570" y="263462"/>
                  <a:pt x="154613" y="264605"/>
                  <a:pt x="156795" y="264605"/>
                </a:cubicBezTo>
                <a:cubicBezTo>
                  <a:pt x="158977" y="263557"/>
                  <a:pt x="160020" y="262414"/>
                  <a:pt x="161158" y="261366"/>
                </a:cubicBezTo>
                <a:lnTo>
                  <a:pt x="184967" y="226695"/>
                </a:lnTo>
                <a:lnTo>
                  <a:pt x="204507" y="274320"/>
                </a:lnTo>
                <a:lnTo>
                  <a:pt x="109083" y="274320"/>
                </a:lnTo>
                <a:lnTo>
                  <a:pt x="126441" y="241840"/>
                </a:lnTo>
                <a:close/>
                <a:moveTo>
                  <a:pt x="99882" y="205645"/>
                </a:moveTo>
                <a:cubicBezTo>
                  <a:pt x="99882" y="198310"/>
                  <a:pt x="105573" y="192405"/>
                  <a:pt x="112593" y="192405"/>
                </a:cubicBezTo>
                <a:cubicBezTo>
                  <a:pt x="119612" y="192405"/>
                  <a:pt x="125303" y="198310"/>
                  <a:pt x="125303" y="205645"/>
                </a:cubicBezTo>
                <a:cubicBezTo>
                  <a:pt x="125303" y="212979"/>
                  <a:pt x="119612" y="218885"/>
                  <a:pt x="112593" y="218885"/>
                </a:cubicBezTo>
                <a:cubicBezTo>
                  <a:pt x="105573" y="218885"/>
                  <a:pt x="99882" y="212979"/>
                  <a:pt x="99882" y="20564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0" name="Graphic 116">
            <a:extLst>
              <a:ext uri="{FF2B5EF4-FFF2-40B4-BE49-F238E27FC236}">
                <a16:creationId xmlns:a16="http://schemas.microsoft.com/office/drawing/2014/main" id="{09DE2B71-395B-FFE3-374E-A90D362C3844}"/>
              </a:ext>
            </a:extLst>
          </p:cNvPr>
          <p:cNvSpPr/>
          <p:nvPr/>
        </p:nvSpPr>
        <p:spPr>
          <a:xfrm>
            <a:off x="7141836" y="1498983"/>
            <a:ext cx="416728" cy="418464"/>
          </a:xfrm>
          <a:custGeom>
            <a:avLst/>
            <a:gdLst>
              <a:gd name="connsiteX0" fmla="*/ 280011 w 312546"/>
              <a:gd name="connsiteY0" fmla="*/ 78391 h 313848"/>
              <a:gd name="connsiteX1" fmla="*/ 32535 w 312546"/>
              <a:gd name="connsiteY1" fmla="*/ 78391 h 313848"/>
              <a:gd name="connsiteX2" fmla="*/ 0 w 312546"/>
              <a:gd name="connsiteY2" fmla="*/ 111157 h 313848"/>
              <a:gd name="connsiteX3" fmla="*/ 0 w 312546"/>
              <a:gd name="connsiteY3" fmla="*/ 189833 h 313848"/>
              <a:gd name="connsiteX4" fmla="*/ 32535 w 312546"/>
              <a:gd name="connsiteY4" fmla="*/ 222599 h 313848"/>
              <a:gd name="connsiteX5" fmla="*/ 64501 w 312546"/>
              <a:gd name="connsiteY5" fmla="*/ 222599 h 313848"/>
              <a:gd name="connsiteX6" fmla="*/ 64501 w 312546"/>
              <a:gd name="connsiteY6" fmla="*/ 307276 h 313848"/>
              <a:gd name="connsiteX7" fmla="*/ 71046 w 312546"/>
              <a:gd name="connsiteY7" fmla="*/ 313849 h 313848"/>
              <a:gd name="connsiteX8" fmla="*/ 240647 w 312546"/>
              <a:gd name="connsiteY8" fmla="*/ 313849 h 313848"/>
              <a:gd name="connsiteX9" fmla="*/ 247192 w 312546"/>
              <a:gd name="connsiteY9" fmla="*/ 307276 h 313848"/>
              <a:gd name="connsiteX10" fmla="*/ 247192 w 312546"/>
              <a:gd name="connsiteY10" fmla="*/ 222599 h 313848"/>
              <a:gd name="connsiteX11" fmla="*/ 280011 w 312546"/>
              <a:gd name="connsiteY11" fmla="*/ 222599 h 313848"/>
              <a:gd name="connsiteX12" fmla="*/ 312547 w 312546"/>
              <a:gd name="connsiteY12" fmla="*/ 189833 h 313848"/>
              <a:gd name="connsiteX13" fmla="*/ 312547 w 312546"/>
              <a:gd name="connsiteY13" fmla="*/ 111157 h 313848"/>
              <a:gd name="connsiteX14" fmla="*/ 280011 w 312546"/>
              <a:gd name="connsiteY14" fmla="*/ 78391 h 313848"/>
              <a:gd name="connsiteX15" fmla="*/ 234102 w 312546"/>
              <a:gd name="connsiteY15" fmla="*/ 300704 h 313848"/>
              <a:gd name="connsiteX16" fmla="*/ 77591 w 312546"/>
              <a:gd name="connsiteY16" fmla="*/ 300704 h 313848"/>
              <a:gd name="connsiteX17" fmla="*/ 77591 w 312546"/>
              <a:gd name="connsiteY17" fmla="*/ 218503 h 313848"/>
              <a:gd name="connsiteX18" fmla="*/ 78160 w 312546"/>
              <a:gd name="connsiteY18" fmla="*/ 216027 h 313848"/>
              <a:gd name="connsiteX19" fmla="*/ 77591 w 312546"/>
              <a:gd name="connsiteY19" fmla="*/ 213170 h 313848"/>
              <a:gd name="connsiteX20" fmla="*/ 77591 w 312546"/>
              <a:gd name="connsiteY20" fmla="*/ 182785 h 313848"/>
              <a:gd name="connsiteX21" fmla="*/ 234102 w 312546"/>
              <a:gd name="connsiteY21" fmla="*/ 182785 h 313848"/>
              <a:gd name="connsiteX22" fmla="*/ 234102 w 312546"/>
              <a:gd name="connsiteY22" fmla="*/ 300704 h 313848"/>
              <a:gd name="connsiteX23" fmla="*/ 299551 w 312546"/>
              <a:gd name="connsiteY23" fmla="*/ 189833 h 313848"/>
              <a:gd name="connsiteX24" fmla="*/ 280011 w 312546"/>
              <a:gd name="connsiteY24" fmla="*/ 209455 h 313848"/>
              <a:gd name="connsiteX25" fmla="*/ 247192 w 312546"/>
              <a:gd name="connsiteY25" fmla="*/ 209455 h 313848"/>
              <a:gd name="connsiteX26" fmla="*/ 247192 w 312546"/>
              <a:gd name="connsiteY26" fmla="*/ 176212 h 313848"/>
              <a:gd name="connsiteX27" fmla="*/ 240647 w 312546"/>
              <a:gd name="connsiteY27" fmla="*/ 169640 h 313848"/>
              <a:gd name="connsiteX28" fmla="*/ 71046 w 312546"/>
              <a:gd name="connsiteY28" fmla="*/ 169640 h 313848"/>
              <a:gd name="connsiteX29" fmla="*/ 64501 w 312546"/>
              <a:gd name="connsiteY29" fmla="*/ 176212 h 313848"/>
              <a:gd name="connsiteX30" fmla="*/ 64501 w 312546"/>
              <a:gd name="connsiteY30" fmla="*/ 209455 h 313848"/>
              <a:gd name="connsiteX31" fmla="*/ 32535 w 312546"/>
              <a:gd name="connsiteY31" fmla="*/ 209455 h 313848"/>
              <a:gd name="connsiteX32" fmla="*/ 12995 w 312546"/>
              <a:gd name="connsiteY32" fmla="*/ 189833 h 313848"/>
              <a:gd name="connsiteX33" fmla="*/ 12995 w 312546"/>
              <a:gd name="connsiteY33" fmla="*/ 111157 h 313848"/>
              <a:gd name="connsiteX34" fmla="*/ 32535 w 312546"/>
              <a:gd name="connsiteY34" fmla="*/ 91535 h 313848"/>
              <a:gd name="connsiteX35" fmla="*/ 280011 w 312546"/>
              <a:gd name="connsiteY35" fmla="*/ 91535 h 313848"/>
              <a:gd name="connsiteX36" fmla="*/ 299551 w 312546"/>
              <a:gd name="connsiteY36" fmla="*/ 111157 h 313848"/>
              <a:gd name="connsiteX37" fmla="*/ 299551 w 312546"/>
              <a:gd name="connsiteY37" fmla="*/ 189833 h 313848"/>
              <a:gd name="connsiteX38" fmla="*/ 71046 w 312546"/>
              <a:gd name="connsiteY38" fmla="*/ 65627 h 313848"/>
              <a:gd name="connsiteX39" fmla="*/ 77591 w 312546"/>
              <a:gd name="connsiteY39" fmla="*/ 59055 h 313848"/>
              <a:gd name="connsiteX40" fmla="*/ 77591 w 312546"/>
              <a:gd name="connsiteY40" fmla="*/ 13049 h 313848"/>
              <a:gd name="connsiteX41" fmla="*/ 195401 w 312546"/>
              <a:gd name="connsiteY41" fmla="*/ 13049 h 313848"/>
              <a:gd name="connsiteX42" fmla="*/ 195401 w 312546"/>
              <a:gd name="connsiteY42" fmla="*/ 45434 h 313848"/>
              <a:gd name="connsiteX43" fmla="*/ 201851 w 312546"/>
              <a:gd name="connsiteY43" fmla="*/ 51911 h 313848"/>
              <a:gd name="connsiteX44" fmla="*/ 234102 w 312546"/>
              <a:gd name="connsiteY44" fmla="*/ 51911 h 313848"/>
              <a:gd name="connsiteX45" fmla="*/ 234102 w 312546"/>
              <a:gd name="connsiteY45" fmla="*/ 59055 h 313848"/>
              <a:gd name="connsiteX46" fmla="*/ 240647 w 312546"/>
              <a:gd name="connsiteY46" fmla="*/ 65627 h 313848"/>
              <a:gd name="connsiteX47" fmla="*/ 247192 w 312546"/>
              <a:gd name="connsiteY47" fmla="*/ 59055 h 313848"/>
              <a:gd name="connsiteX48" fmla="*/ 247192 w 312546"/>
              <a:gd name="connsiteY48" fmla="*/ 45910 h 313848"/>
              <a:gd name="connsiteX49" fmla="*/ 247192 w 312546"/>
              <a:gd name="connsiteY49" fmla="*/ 45720 h 313848"/>
              <a:gd name="connsiteX50" fmla="*/ 247192 w 312546"/>
              <a:gd name="connsiteY50" fmla="*/ 45434 h 313848"/>
              <a:gd name="connsiteX51" fmla="*/ 245010 w 312546"/>
              <a:gd name="connsiteY51" fmla="*/ 40481 h 313848"/>
              <a:gd name="connsiteX52" fmla="*/ 245010 w 312546"/>
              <a:gd name="connsiteY52" fmla="*/ 40481 h 313848"/>
              <a:gd name="connsiteX53" fmla="*/ 205835 w 312546"/>
              <a:gd name="connsiteY53" fmla="*/ 1048 h 313848"/>
              <a:gd name="connsiteX54" fmla="*/ 201946 w 312546"/>
              <a:gd name="connsiteY54" fmla="*/ 0 h 313848"/>
              <a:gd name="connsiteX55" fmla="*/ 201756 w 312546"/>
              <a:gd name="connsiteY55" fmla="*/ 0 h 313848"/>
              <a:gd name="connsiteX56" fmla="*/ 201756 w 312546"/>
              <a:gd name="connsiteY56" fmla="*/ 0 h 313848"/>
              <a:gd name="connsiteX57" fmla="*/ 201472 w 312546"/>
              <a:gd name="connsiteY57" fmla="*/ 0 h 313848"/>
              <a:gd name="connsiteX58" fmla="*/ 71046 w 312546"/>
              <a:gd name="connsiteY58" fmla="*/ 0 h 313848"/>
              <a:gd name="connsiteX59" fmla="*/ 64501 w 312546"/>
              <a:gd name="connsiteY59" fmla="*/ 6572 h 313848"/>
              <a:gd name="connsiteX60" fmla="*/ 64501 w 312546"/>
              <a:gd name="connsiteY60" fmla="*/ 59150 h 313848"/>
              <a:gd name="connsiteX61" fmla="*/ 71046 w 312546"/>
              <a:gd name="connsiteY61" fmla="*/ 65722 h 313848"/>
              <a:gd name="connsiteX62" fmla="*/ 208301 w 312546"/>
              <a:gd name="connsiteY62" fmla="*/ 22098 h 313848"/>
              <a:gd name="connsiteX63" fmla="*/ 224996 w 312546"/>
              <a:gd name="connsiteY63" fmla="*/ 38957 h 313848"/>
              <a:gd name="connsiteX64" fmla="*/ 208301 w 312546"/>
              <a:gd name="connsiteY64" fmla="*/ 38957 h 313848"/>
              <a:gd name="connsiteX65" fmla="*/ 208301 w 312546"/>
              <a:gd name="connsiteY65" fmla="*/ 22098 h 313848"/>
              <a:gd name="connsiteX66" fmla="*/ 45435 w 312546"/>
              <a:gd name="connsiteY66" fmla="*/ 104870 h 313848"/>
              <a:gd name="connsiteX67" fmla="*/ 26370 w 312546"/>
              <a:gd name="connsiteY67" fmla="*/ 124492 h 313848"/>
              <a:gd name="connsiteX68" fmla="*/ 45435 w 312546"/>
              <a:gd name="connsiteY68" fmla="*/ 144113 h 313848"/>
              <a:gd name="connsiteX69" fmla="*/ 64501 w 312546"/>
              <a:gd name="connsiteY69" fmla="*/ 124492 h 313848"/>
              <a:gd name="connsiteX70" fmla="*/ 45435 w 312546"/>
              <a:gd name="connsiteY70" fmla="*/ 104870 h 313848"/>
              <a:gd name="connsiteX71" fmla="*/ 45435 w 312546"/>
              <a:gd name="connsiteY71" fmla="*/ 131064 h 313848"/>
              <a:gd name="connsiteX72" fmla="*/ 39080 w 312546"/>
              <a:gd name="connsiteY72" fmla="*/ 124492 h 313848"/>
              <a:gd name="connsiteX73" fmla="*/ 45435 w 312546"/>
              <a:gd name="connsiteY73" fmla="*/ 117920 h 313848"/>
              <a:gd name="connsiteX74" fmla="*/ 51791 w 312546"/>
              <a:gd name="connsiteY74" fmla="*/ 124492 h 313848"/>
              <a:gd name="connsiteX75" fmla="*/ 45435 w 312546"/>
              <a:gd name="connsiteY75" fmla="*/ 131064 h 313848"/>
              <a:gd name="connsiteX76" fmla="*/ 99313 w 312546"/>
              <a:gd name="connsiteY76" fmla="*/ 287369 h 313848"/>
              <a:gd name="connsiteX77" fmla="*/ 214277 w 312546"/>
              <a:gd name="connsiteY77" fmla="*/ 287369 h 313848"/>
              <a:gd name="connsiteX78" fmla="*/ 219684 w 312546"/>
              <a:gd name="connsiteY78" fmla="*/ 284131 h 313848"/>
              <a:gd name="connsiteX79" fmla="*/ 219684 w 312546"/>
              <a:gd name="connsiteY79" fmla="*/ 277654 h 313848"/>
              <a:gd name="connsiteX80" fmla="*/ 191512 w 312546"/>
              <a:gd name="connsiteY80" fmla="*/ 210503 h 313848"/>
              <a:gd name="connsiteX81" fmla="*/ 186105 w 312546"/>
              <a:gd name="connsiteY81" fmla="*/ 206216 h 313848"/>
              <a:gd name="connsiteX82" fmla="*/ 180698 w 312546"/>
              <a:gd name="connsiteY82" fmla="*/ 209455 h 313848"/>
              <a:gd name="connsiteX83" fmla="*/ 154708 w 312546"/>
              <a:gd name="connsiteY83" fmla="*/ 248412 h 313848"/>
              <a:gd name="connsiteX84" fmla="*/ 128718 w 312546"/>
              <a:gd name="connsiteY84" fmla="*/ 226790 h 313848"/>
              <a:gd name="connsiteX85" fmla="*/ 123311 w 312546"/>
              <a:gd name="connsiteY85" fmla="*/ 225743 h 313848"/>
              <a:gd name="connsiteX86" fmla="*/ 117904 w 312546"/>
              <a:gd name="connsiteY86" fmla="*/ 228981 h 313848"/>
              <a:gd name="connsiteX87" fmla="*/ 92958 w 312546"/>
              <a:gd name="connsiteY87" fmla="*/ 277654 h 313848"/>
              <a:gd name="connsiteX88" fmla="*/ 92958 w 312546"/>
              <a:gd name="connsiteY88" fmla="*/ 284131 h 313848"/>
              <a:gd name="connsiteX89" fmla="*/ 99503 w 312546"/>
              <a:gd name="connsiteY89" fmla="*/ 287369 h 313848"/>
              <a:gd name="connsiteX90" fmla="*/ 126441 w 312546"/>
              <a:gd name="connsiteY90" fmla="*/ 241840 h 313848"/>
              <a:gd name="connsiteX91" fmla="*/ 151388 w 312546"/>
              <a:gd name="connsiteY91" fmla="*/ 262414 h 313848"/>
              <a:gd name="connsiteX92" fmla="*/ 156795 w 312546"/>
              <a:gd name="connsiteY92" fmla="*/ 264605 h 313848"/>
              <a:gd name="connsiteX93" fmla="*/ 161158 w 312546"/>
              <a:gd name="connsiteY93" fmla="*/ 261366 h 313848"/>
              <a:gd name="connsiteX94" fmla="*/ 184967 w 312546"/>
              <a:gd name="connsiteY94" fmla="*/ 226695 h 313848"/>
              <a:gd name="connsiteX95" fmla="*/ 204507 w 312546"/>
              <a:gd name="connsiteY95" fmla="*/ 274320 h 313848"/>
              <a:gd name="connsiteX96" fmla="*/ 109083 w 312546"/>
              <a:gd name="connsiteY96" fmla="*/ 274320 h 313848"/>
              <a:gd name="connsiteX97" fmla="*/ 126441 w 312546"/>
              <a:gd name="connsiteY97" fmla="*/ 241840 h 313848"/>
              <a:gd name="connsiteX98" fmla="*/ 99882 w 312546"/>
              <a:gd name="connsiteY98" fmla="*/ 205645 h 313848"/>
              <a:gd name="connsiteX99" fmla="*/ 112593 w 312546"/>
              <a:gd name="connsiteY99" fmla="*/ 192405 h 313848"/>
              <a:gd name="connsiteX100" fmla="*/ 125303 w 312546"/>
              <a:gd name="connsiteY100" fmla="*/ 205645 h 313848"/>
              <a:gd name="connsiteX101" fmla="*/ 112593 w 312546"/>
              <a:gd name="connsiteY101" fmla="*/ 218885 h 313848"/>
              <a:gd name="connsiteX102" fmla="*/ 99882 w 312546"/>
              <a:gd name="connsiteY102" fmla="*/ 205645 h 31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312546" h="313848">
                <a:moveTo>
                  <a:pt x="280011" y="78391"/>
                </a:moveTo>
                <a:lnTo>
                  <a:pt x="32535" y="78391"/>
                </a:lnTo>
                <a:cubicBezTo>
                  <a:pt x="14133" y="78391"/>
                  <a:pt x="0" y="92583"/>
                  <a:pt x="0" y="111157"/>
                </a:cubicBezTo>
                <a:lnTo>
                  <a:pt x="0" y="189833"/>
                </a:lnTo>
                <a:cubicBezTo>
                  <a:pt x="0" y="207264"/>
                  <a:pt x="14133" y="222599"/>
                  <a:pt x="32535" y="222599"/>
                </a:cubicBezTo>
                <a:lnTo>
                  <a:pt x="64501" y="222599"/>
                </a:lnTo>
                <a:lnTo>
                  <a:pt x="64501" y="307276"/>
                </a:lnTo>
                <a:cubicBezTo>
                  <a:pt x="64501" y="310515"/>
                  <a:pt x="67726" y="313849"/>
                  <a:pt x="71046" y="313849"/>
                </a:cubicBezTo>
                <a:lnTo>
                  <a:pt x="240647" y="313849"/>
                </a:lnTo>
                <a:cubicBezTo>
                  <a:pt x="243872" y="313849"/>
                  <a:pt x="247192" y="310610"/>
                  <a:pt x="247192" y="307276"/>
                </a:cubicBezTo>
                <a:lnTo>
                  <a:pt x="247192" y="222599"/>
                </a:lnTo>
                <a:lnTo>
                  <a:pt x="280011" y="222599"/>
                </a:lnTo>
                <a:cubicBezTo>
                  <a:pt x="298508" y="222599"/>
                  <a:pt x="312547" y="207264"/>
                  <a:pt x="312547" y="189833"/>
                </a:cubicBezTo>
                <a:lnTo>
                  <a:pt x="312547" y="111157"/>
                </a:lnTo>
                <a:cubicBezTo>
                  <a:pt x="312547" y="92583"/>
                  <a:pt x="298413" y="78391"/>
                  <a:pt x="280011" y="78391"/>
                </a:cubicBezTo>
                <a:close/>
                <a:moveTo>
                  <a:pt x="234102" y="300704"/>
                </a:moveTo>
                <a:lnTo>
                  <a:pt x="77591" y="300704"/>
                </a:lnTo>
                <a:lnTo>
                  <a:pt x="77591" y="218503"/>
                </a:lnTo>
                <a:cubicBezTo>
                  <a:pt x="77971" y="217741"/>
                  <a:pt x="78160" y="216884"/>
                  <a:pt x="78160" y="216027"/>
                </a:cubicBezTo>
                <a:cubicBezTo>
                  <a:pt x="78160" y="214884"/>
                  <a:pt x="77971" y="213932"/>
                  <a:pt x="77591" y="213170"/>
                </a:cubicBezTo>
                <a:lnTo>
                  <a:pt x="77591" y="182785"/>
                </a:lnTo>
                <a:lnTo>
                  <a:pt x="234102" y="182785"/>
                </a:lnTo>
                <a:lnTo>
                  <a:pt x="234102" y="300704"/>
                </a:lnTo>
                <a:close/>
                <a:moveTo>
                  <a:pt x="299551" y="189833"/>
                </a:moveTo>
                <a:cubicBezTo>
                  <a:pt x="299551" y="200787"/>
                  <a:pt x="290825" y="209455"/>
                  <a:pt x="280011" y="209455"/>
                </a:cubicBezTo>
                <a:lnTo>
                  <a:pt x="247192" y="209455"/>
                </a:lnTo>
                <a:lnTo>
                  <a:pt x="247192" y="176212"/>
                </a:lnTo>
                <a:cubicBezTo>
                  <a:pt x="247192" y="171831"/>
                  <a:pt x="243966" y="169640"/>
                  <a:pt x="240647" y="169640"/>
                </a:cubicBezTo>
                <a:lnTo>
                  <a:pt x="71046" y="169640"/>
                </a:lnTo>
                <a:cubicBezTo>
                  <a:pt x="67821" y="169640"/>
                  <a:pt x="64501" y="171831"/>
                  <a:pt x="64501" y="176212"/>
                </a:cubicBezTo>
                <a:lnTo>
                  <a:pt x="64501" y="209455"/>
                </a:lnTo>
                <a:lnTo>
                  <a:pt x="32535" y="209455"/>
                </a:lnTo>
                <a:cubicBezTo>
                  <a:pt x="21722" y="209455"/>
                  <a:pt x="12995" y="200692"/>
                  <a:pt x="12995" y="189833"/>
                </a:cubicBezTo>
                <a:lnTo>
                  <a:pt x="12995" y="111157"/>
                </a:lnTo>
                <a:cubicBezTo>
                  <a:pt x="12995" y="100203"/>
                  <a:pt x="21722" y="91535"/>
                  <a:pt x="32535" y="91535"/>
                </a:cubicBezTo>
                <a:lnTo>
                  <a:pt x="280011" y="91535"/>
                </a:lnTo>
                <a:cubicBezTo>
                  <a:pt x="290825" y="91535"/>
                  <a:pt x="299551" y="100298"/>
                  <a:pt x="299551" y="111157"/>
                </a:cubicBezTo>
                <a:lnTo>
                  <a:pt x="299551" y="189833"/>
                </a:lnTo>
                <a:close/>
                <a:moveTo>
                  <a:pt x="71046" y="65627"/>
                </a:moveTo>
                <a:cubicBezTo>
                  <a:pt x="74271" y="65627"/>
                  <a:pt x="77591" y="62389"/>
                  <a:pt x="77591" y="59055"/>
                </a:cubicBezTo>
                <a:lnTo>
                  <a:pt x="77591" y="13049"/>
                </a:lnTo>
                <a:lnTo>
                  <a:pt x="195401" y="13049"/>
                </a:lnTo>
                <a:lnTo>
                  <a:pt x="195401" y="45434"/>
                </a:lnTo>
                <a:cubicBezTo>
                  <a:pt x="195401" y="48673"/>
                  <a:pt x="198626" y="51911"/>
                  <a:pt x="201851" y="51911"/>
                </a:cubicBezTo>
                <a:lnTo>
                  <a:pt x="234102" y="51911"/>
                </a:lnTo>
                <a:lnTo>
                  <a:pt x="234102" y="59055"/>
                </a:lnTo>
                <a:cubicBezTo>
                  <a:pt x="234102" y="62293"/>
                  <a:pt x="237327" y="65627"/>
                  <a:pt x="240647" y="65627"/>
                </a:cubicBezTo>
                <a:cubicBezTo>
                  <a:pt x="243966" y="65627"/>
                  <a:pt x="247192" y="62389"/>
                  <a:pt x="247192" y="59055"/>
                </a:cubicBezTo>
                <a:lnTo>
                  <a:pt x="247192" y="45910"/>
                </a:lnTo>
                <a:cubicBezTo>
                  <a:pt x="247192" y="45910"/>
                  <a:pt x="247192" y="45720"/>
                  <a:pt x="247192" y="45720"/>
                </a:cubicBezTo>
                <a:cubicBezTo>
                  <a:pt x="247192" y="45720"/>
                  <a:pt x="247192" y="45530"/>
                  <a:pt x="247192" y="45434"/>
                </a:cubicBezTo>
                <a:cubicBezTo>
                  <a:pt x="247192" y="43243"/>
                  <a:pt x="246338" y="41529"/>
                  <a:pt x="245010" y="40481"/>
                </a:cubicBezTo>
                <a:cubicBezTo>
                  <a:pt x="245010" y="40481"/>
                  <a:pt x="245010" y="40481"/>
                  <a:pt x="245010" y="40481"/>
                </a:cubicBezTo>
                <a:lnTo>
                  <a:pt x="205835" y="1048"/>
                </a:lnTo>
                <a:cubicBezTo>
                  <a:pt x="204886" y="95"/>
                  <a:pt x="203748" y="0"/>
                  <a:pt x="201946" y="0"/>
                </a:cubicBezTo>
                <a:cubicBezTo>
                  <a:pt x="201946" y="0"/>
                  <a:pt x="201851" y="0"/>
                  <a:pt x="201756" y="0"/>
                </a:cubicBezTo>
                <a:cubicBezTo>
                  <a:pt x="201756" y="0"/>
                  <a:pt x="201756" y="0"/>
                  <a:pt x="201756" y="0"/>
                </a:cubicBezTo>
                <a:cubicBezTo>
                  <a:pt x="201661" y="0"/>
                  <a:pt x="201566" y="0"/>
                  <a:pt x="201472" y="0"/>
                </a:cubicBezTo>
                <a:lnTo>
                  <a:pt x="71046" y="0"/>
                </a:lnTo>
                <a:cubicBezTo>
                  <a:pt x="67821" y="0"/>
                  <a:pt x="64501" y="2191"/>
                  <a:pt x="64501" y="6572"/>
                </a:cubicBezTo>
                <a:lnTo>
                  <a:pt x="64501" y="59150"/>
                </a:lnTo>
                <a:cubicBezTo>
                  <a:pt x="64501" y="62389"/>
                  <a:pt x="67726" y="65722"/>
                  <a:pt x="71046" y="65722"/>
                </a:cubicBezTo>
                <a:close/>
                <a:moveTo>
                  <a:pt x="208301" y="22098"/>
                </a:moveTo>
                <a:cubicBezTo>
                  <a:pt x="212095" y="25908"/>
                  <a:pt x="217407" y="31337"/>
                  <a:pt x="224996" y="38957"/>
                </a:cubicBezTo>
                <a:lnTo>
                  <a:pt x="208301" y="38957"/>
                </a:lnTo>
                <a:lnTo>
                  <a:pt x="208301" y="22098"/>
                </a:lnTo>
                <a:close/>
                <a:moveTo>
                  <a:pt x="45435" y="104870"/>
                </a:moveTo>
                <a:cubicBezTo>
                  <a:pt x="34812" y="104870"/>
                  <a:pt x="26370" y="113633"/>
                  <a:pt x="26370" y="124492"/>
                </a:cubicBezTo>
                <a:cubicBezTo>
                  <a:pt x="26370" y="135350"/>
                  <a:pt x="34812" y="144113"/>
                  <a:pt x="45435" y="144113"/>
                </a:cubicBezTo>
                <a:cubicBezTo>
                  <a:pt x="56059" y="144113"/>
                  <a:pt x="64501" y="135350"/>
                  <a:pt x="64501" y="124492"/>
                </a:cubicBezTo>
                <a:cubicBezTo>
                  <a:pt x="64501" y="113633"/>
                  <a:pt x="56059" y="104870"/>
                  <a:pt x="45435" y="104870"/>
                </a:cubicBezTo>
                <a:close/>
                <a:moveTo>
                  <a:pt x="45435" y="131064"/>
                </a:moveTo>
                <a:cubicBezTo>
                  <a:pt x="42210" y="131064"/>
                  <a:pt x="39080" y="127826"/>
                  <a:pt x="39080" y="124492"/>
                </a:cubicBezTo>
                <a:cubicBezTo>
                  <a:pt x="39080" y="120110"/>
                  <a:pt x="42305" y="117920"/>
                  <a:pt x="45435" y="117920"/>
                </a:cubicBezTo>
                <a:cubicBezTo>
                  <a:pt x="48566" y="117920"/>
                  <a:pt x="51791" y="120110"/>
                  <a:pt x="51791" y="124492"/>
                </a:cubicBezTo>
                <a:cubicBezTo>
                  <a:pt x="51791" y="127730"/>
                  <a:pt x="48566" y="131064"/>
                  <a:pt x="45435" y="131064"/>
                </a:cubicBezTo>
                <a:close/>
                <a:moveTo>
                  <a:pt x="99313" y="287369"/>
                </a:moveTo>
                <a:lnTo>
                  <a:pt x="214277" y="287369"/>
                </a:lnTo>
                <a:cubicBezTo>
                  <a:pt x="216459" y="287369"/>
                  <a:pt x="217502" y="286322"/>
                  <a:pt x="219684" y="284131"/>
                </a:cubicBezTo>
                <a:cubicBezTo>
                  <a:pt x="220727" y="281940"/>
                  <a:pt x="220727" y="279845"/>
                  <a:pt x="219684" y="277654"/>
                </a:cubicBezTo>
                <a:lnTo>
                  <a:pt x="191512" y="210503"/>
                </a:lnTo>
                <a:cubicBezTo>
                  <a:pt x="191512" y="208312"/>
                  <a:pt x="189330" y="206216"/>
                  <a:pt x="186105" y="206216"/>
                </a:cubicBezTo>
                <a:cubicBezTo>
                  <a:pt x="183923" y="206216"/>
                  <a:pt x="181742" y="207264"/>
                  <a:pt x="180698" y="209455"/>
                </a:cubicBezTo>
                <a:lnTo>
                  <a:pt x="154708" y="248412"/>
                </a:lnTo>
                <a:lnTo>
                  <a:pt x="128718" y="226790"/>
                </a:lnTo>
                <a:cubicBezTo>
                  <a:pt x="126536" y="225743"/>
                  <a:pt x="124355" y="224599"/>
                  <a:pt x="123311" y="225743"/>
                </a:cubicBezTo>
                <a:cubicBezTo>
                  <a:pt x="121130" y="225743"/>
                  <a:pt x="118948" y="226790"/>
                  <a:pt x="117904" y="228981"/>
                </a:cubicBezTo>
                <a:lnTo>
                  <a:pt x="92958" y="277654"/>
                </a:lnTo>
                <a:cubicBezTo>
                  <a:pt x="91914" y="279845"/>
                  <a:pt x="91914" y="281940"/>
                  <a:pt x="92958" y="284131"/>
                </a:cubicBezTo>
                <a:cubicBezTo>
                  <a:pt x="95139" y="286322"/>
                  <a:pt x="96183" y="287369"/>
                  <a:pt x="99503" y="287369"/>
                </a:cubicBezTo>
                <a:close/>
                <a:moveTo>
                  <a:pt x="126441" y="241840"/>
                </a:moveTo>
                <a:lnTo>
                  <a:pt x="151388" y="262414"/>
                </a:lnTo>
                <a:cubicBezTo>
                  <a:pt x="153570" y="263462"/>
                  <a:pt x="154613" y="264605"/>
                  <a:pt x="156795" y="264605"/>
                </a:cubicBezTo>
                <a:cubicBezTo>
                  <a:pt x="158977" y="263557"/>
                  <a:pt x="160020" y="262414"/>
                  <a:pt x="161158" y="261366"/>
                </a:cubicBezTo>
                <a:lnTo>
                  <a:pt x="184967" y="226695"/>
                </a:lnTo>
                <a:lnTo>
                  <a:pt x="204507" y="274320"/>
                </a:lnTo>
                <a:lnTo>
                  <a:pt x="109083" y="274320"/>
                </a:lnTo>
                <a:lnTo>
                  <a:pt x="126441" y="241840"/>
                </a:lnTo>
                <a:close/>
                <a:moveTo>
                  <a:pt x="99882" y="205645"/>
                </a:moveTo>
                <a:cubicBezTo>
                  <a:pt x="99882" y="198310"/>
                  <a:pt x="105573" y="192405"/>
                  <a:pt x="112593" y="192405"/>
                </a:cubicBezTo>
                <a:cubicBezTo>
                  <a:pt x="119612" y="192405"/>
                  <a:pt x="125303" y="198310"/>
                  <a:pt x="125303" y="205645"/>
                </a:cubicBezTo>
                <a:cubicBezTo>
                  <a:pt x="125303" y="212979"/>
                  <a:pt x="119612" y="218885"/>
                  <a:pt x="112593" y="218885"/>
                </a:cubicBezTo>
                <a:cubicBezTo>
                  <a:pt x="105573" y="218885"/>
                  <a:pt x="99882" y="212979"/>
                  <a:pt x="99882" y="20564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1" name="Graphic 116">
            <a:extLst>
              <a:ext uri="{FF2B5EF4-FFF2-40B4-BE49-F238E27FC236}">
                <a16:creationId xmlns:a16="http://schemas.microsoft.com/office/drawing/2014/main" id="{D780EB4A-A6D6-AC41-2442-76C8921873AC}"/>
              </a:ext>
            </a:extLst>
          </p:cNvPr>
          <p:cNvSpPr/>
          <p:nvPr/>
        </p:nvSpPr>
        <p:spPr>
          <a:xfrm>
            <a:off x="7900661" y="1498983"/>
            <a:ext cx="416728" cy="418464"/>
          </a:xfrm>
          <a:custGeom>
            <a:avLst/>
            <a:gdLst>
              <a:gd name="connsiteX0" fmla="*/ 280011 w 312546"/>
              <a:gd name="connsiteY0" fmla="*/ 78391 h 313848"/>
              <a:gd name="connsiteX1" fmla="*/ 32535 w 312546"/>
              <a:gd name="connsiteY1" fmla="*/ 78391 h 313848"/>
              <a:gd name="connsiteX2" fmla="*/ 0 w 312546"/>
              <a:gd name="connsiteY2" fmla="*/ 111157 h 313848"/>
              <a:gd name="connsiteX3" fmla="*/ 0 w 312546"/>
              <a:gd name="connsiteY3" fmla="*/ 189833 h 313848"/>
              <a:gd name="connsiteX4" fmla="*/ 32535 w 312546"/>
              <a:gd name="connsiteY4" fmla="*/ 222599 h 313848"/>
              <a:gd name="connsiteX5" fmla="*/ 64501 w 312546"/>
              <a:gd name="connsiteY5" fmla="*/ 222599 h 313848"/>
              <a:gd name="connsiteX6" fmla="*/ 64501 w 312546"/>
              <a:gd name="connsiteY6" fmla="*/ 307276 h 313848"/>
              <a:gd name="connsiteX7" fmla="*/ 71046 w 312546"/>
              <a:gd name="connsiteY7" fmla="*/ 313849 h 313848"/>
              <a:gd name="connsiteX8" fmla="*/ 240647 w 312546"/>
              <a:gd name="connsiteY8" fmla="*/ 313849 h 313848"/>
              <a:gd name="connsiteX9" fmla="*/ 247192 w 312546"/>
              <a:gd name="connsiteY9" fmla="*/ 307276 h 313848"/>
              <a:gd name="connsiteX10" fmla="*/ 247192 w 312546"/>
              <a:gd name="connsiteY10" fmla="*/ 222599 h 313848"/>
              <a:gd name="connsiteX11" fmla="*/ 280011 w 312546"/>
              <a:gd name="connsiteY11" fmla="*/ 222599 h 313848"/>
              <a:gd name="connsiteX12" fmla="*/ 312547 w 312546"/>
              <a:gd name="connsiteY12" fmla="*/ 189833 h 313848"/>
              <a:gd name="connsiteX13" fmla="*/ 312547 w 312546"/>
              <a:gd name="connsiteY13" fmla="*/ 111157 h 313848"/>
              <a:gd name="connsiteX14" fmla="*/ 280011 w 312546"/>
              <a:gd name="connsiteY14" fmla="*/ 78391 h 313848"/>
              <a:gd name="connsiteX15" fmla="*/ 234102 w 312546"/>
              <a:gd name="connsiteY15" fmla="*/ 300704 h 313848"/>
              <a:gd name="connsiteX16" fmla="*/ 77591 w 312546"/>
              <a:gd name="connsiteY16" fmla="*/ 300704 h 313848"/>
              <a:gd name="connsiteX17" fmla="*/ 77591 w 312546"/>
              <a:gd name="connsiteY17" fmla="*/ 218503 h 313848"/>
              <a:gd name="connsiteX18" fmla="*/ 78160 w 312546"/>
              <a:gd name="connsiteY18" fmla="*/ 216027 h 313848"/>
              <a:gd name="connsiteX19" fmla="*/ 77591 w 312546"/>
              <a:gd name="connsiteY19" fmla="*/ 213170 h 313848"/>
              <a:gd name="connsiteX20" fmla="*/ 77591 w 312546"/>
              <a:gd name="connsiteY20" fmla="*/ 182785 h 313848"/>
              <a:gd name="connsiteX21" fmla="*/ 234102 w 312546"/>
              <a:gd name="connsiteY21" fmla="*/ 182785 h 313848"/>
              <a:gd name="connsiteX22" fmla="*/ 234102 w 312546"/>
              <a:gd name="connsiteY22" fmla="*/ 300704 h 313848"/>
              <a:gd name="connsiteX23" fmla="*/ 299551 w 312546"/>
              <a:gd name="connsiteY23" fmla="*/ 189833 h 313848"/>
              <a:gd name="connsiteX24" fmla="*/ 280011 w 312546"/>
              <a:gd name="connsiteY24" fmla="*/ 209455 h 313848"/>
              <a:gd name="connsiteX25" fmla="*/ 247192 w 312546"/>
              <a:gd name="connsiteY25" fmla="*/ 209455 h 313848"/>
              <a:gd name="connsiteX26" fmla="*/ 247192 w 312546"/>
              <a:gd name="connsiteY26" fmla="*/ 176212 h 313848"/>
              <a:gd name="connsiteX27" fmla="*/ 240647 w 312546"/>
              <a:gd name="connsiteY27" fmla="*/ 169640 h 313848"/>
              <a:gd name="connsiteX28" fmla="*/ 71046 w 312546"/>
              <a:gd name="connsiteY28" fmla="*/ 169640 h 313848"/>
              <a:gd name="connsiteX29" fmla="*/ 64501 w 312546"/>
              <a:gd name="connsiteY29" fmla="*/ 176212 h 313848"/>
              <a:gd name="connsiteX30" fmla="*/ 64501 w 312546"/>
              <a:gd name="connsiteY30" fmla="*/ 209455 h 313848"/>
              <a:gd name="connsiteX31" fmla="*/ 32535 w 312546"/>
              <a:gd name="connsiteY31" fmla="*/ 209455 h 313848"/>
              <a:gd name="connsiteX32" fmla="*/ 12995 w 312546"/>
              <a:gd name="connsiteY32" fmla="*/ 189833 h 313848"/>
              <a:gd name="connsiteX33" fmla="*/ 12995 w 312546"/>
              <a:gd name="connsiteY33" fmla="*/ 111157 h 313848"/>
              <a:gd name="connsiteX34" fmla="*/ 32535 w 312546"/>
              <a:gd name="connsiteY34" fmla="*/ 91535 h 313848"/>
              <a:gd name="connsiteX35" fmla="*/ 280011 w 312546"/>
              <a:gd name="connsiteY35" fmla="*/ 91535 h 313848"/>
              <a:gd name="connsiteX36" fmla="*/ 299551 w 312546"/>
              <a:gd name="connsiteY36" fmla="*/ 111157 h 313848"/>
              <a:gd name="connsiteX37" fmla="*/ 299551 w 312546"/>
              <a:gd name="connsiteY37" fmla="*/ 189833 h 313848"/>
              <a:gd name="connsiteX38" fmla="*/ 71046 w 312546"/>
              <a:gd name="connsiteY38" fmla="*/ 65627 h 313848"/>
              <a:gd name="connsiteX39" fmla="*/ 77591 w 312546"/>
              <a:gd name="connsiteY39" fmla="*/ 59055 h 313848"/>
              <a:gd name="connsiteX40" fmla="*/ 77591 w 312546"/>
              <a:gd name="connsiteY40" fmla="*/ 13049 h 313848"/>
              <a:gd name="connsiteX41" fmla="*/ 195401 w 312546"/>
              <a:gd name="connsiteY41" fmla="*/ 13049 h 313848"/>
              <a:gd name="connsiteX42" fmla="*/ 195401 w 312546"/>
              <a:gd name="connsiteY42" fmla="*/ 45434 h 313848"/>
              <a:gd name="connsiteX43" fmla="*/ 201851 w 312546"/>
              <a:gd name="connsiteY43" fmla="*/ 51911 h 313848"/>
              <a:gd name="connsiteX44" fmla="*/ 234102 w 312546"/>
              <a:gd name="connsiteY44" fmla="*/ 51911 h 313848"/>
              <a:gd name="connsiteX45" fmla="*/ 234102 w 312546"/>
              <a:gd name="connsiteY45" fmla="*/ 59055 h 313848"/>
              <a:gd name="connsiteX46" fmla="*/ 240647 w 312546"/>
              <a:gd name="connsiteY46" fmla="*/ 65627 h 313848"/>
              <a:gd name="connsiteX47" fmla="*/ 247192 w 312546"/>
              <a:gd name="connsiteY47" fmla="*/ 59055 h 313848"/>
              <a:gd name="connsiteX48" fmla="*/ 247192 w 312546"/>
              <a:gd name="connsiteY48" fmla="*/ 45910 h 313848"/>
              <a:gd name="connsiteX49" fmla="*/ 247192 w 312546"/>
              <a:gd name="connsiteY49" fmla="*/ 45720 h 313848"/>
              <a:gd name="connsiteX50" fmla="*/ 247192 w 312546"/>
              <a:gd name="connsiteY50" fmla="*/ 45434 h 313848"/>
              <a:gd name="connsiteX51" fmla="*/ 245010 w 312546"/>
              <a:gd name="connsiteY51" fmla="*/ 40481 h 313848"/>
              <a:gd name="connsiteX52" fmla="*/ 245010 w 312546"/>
              <a:gd name="connsiteY52" fmla="*/ 40481 h 313848"/>
              <a:gd name="connsiteX53" fmla="*/ 205835 w 312546"/>
              <a:gd name="connsiteY53" fmla="*/ 1048 h 313848"/>
              <a:gd name="connsiteX54" fmla="*/ 201946 w 312546"/>
              <a:gd name="connsiteY54" fmla="*/ 0 h 313848"/>
              <a:gd name="connsiteX55" fmla="*/ 201756 w 312546"/>
              <a:gd name="connsiteY55" fmla="*/ 0 h 313848"/>
              <a:gd name="connsiteX56" fmla="*/ 201756 w 312546"/>
              <a:gd name="connsiteY56" fmla="*/ 0 h 313848"/>
              <a:gd name="connsiteX57" fmla="*/ 201472 w 312546"/>
              <a:gd name="connsiteY57" fmla="*/ 0 h 313848"/>
              <a:gd name="connsiteX58" fmla="*/ 71046 w 312546"/>
              <a:gd name="connsiteY58" fmla="*/ 0 h 313848"/>
              <a:gd name="connsiteX59" fmla="*/ 64501 w 312546"/>
              <a:gd name="connsiteY59" fmla="*/ 6572 h 313848"/>
              <a:gd name="connsiteX60" fmla="*/ 64501 w 312546"/>
              <a:gd name="connsiteY60" fmla="*/ 59150 h 313848"/>
              <a:gd name="connsiteX61" fmla="*/ 71046 w 312546"/>
              <a:gd name="connsiteY61" fmla="*/ 65722 h 313848"/>
              <a:gd name="connsiteX62" fmla="*/ 208301 w 312546"/>
              <a:gd name="connsiteY62" fmla="*/ 22098 h 313848"/>
              <a:gd name="connsiteX63" fmla="*/ 224996 w 312546"/>
              <a:gd name="connsiteY63" fmla="*/ 38957 h 313848"/>
              <a:gd name="connsiteX64" fmla="*/ 208301 w 312546"/>
              <a:gd name="connsiteY64" fmla="*/ 38957 h 313848"/>
              <a:gd name="connsiteX65" fmla="*/ 208301 w 312546"/>
              <a:gd name="connsiteY65" fmla="*/ 22098 h 313848"/>
              <a:gd name="connsiteX66" fmla="*/ 45435 w 312546"/>
              <a:gd name="connsiteY66" fmla="*/ 104870 h 313848"/>
              <a:gd name="connsiteX67" fmla="*/ 26370 w 312546"/>
              <a:gd name="connsiteY67" fmla="*/ 124492 h 313848"/>
              <a:gd name="connsiteX68" fmla="*/ 45435 w 312546"/>
              <a:gd name="connsiteY68" fmla="*/ 144113 h 313848"/>
              <a:gd name="connsiteX69" fmla="*/ 64501 w 312546"/>
              <a:gd name="connsiteY69" fmla="*/ 124492 h 313848"/>
              <a:gd name="connsiteX70" fmla="*/ 45435 w 312546"/>
              <a:gd name="connsiteY70" fmla="*/ 104870 h 313848"/>
              <a:gd name="connsiteX71" fmla="*/ 45435 w 312546"/>
              <a:gd name="connsiteY71" fmla="*/ 131064 h 313848"/>
              <a:gd name="connsiteX72" fmla="*/ 39080 w 312546"/>
              <a:gd name="connsiteY72" fmla="*/ 124492 h 313848"/>
              <a:gd name="connsiteX73" fmla="*/ 45435 w 312546"/>
              <a:gd name="connsiteY73" fmla="*/ 117920 h 313848"/>
              <a:gd name="connsiteX74" fmla="*/ 51791 w 312546"/>
              <a:gd name="connsiteY74" fmla="*/ 124492 h 313848"/>
              <a:gd name="connsiteX75" fmla="*/ 45435 w 312546"/>
              <a:gd name="connsiteY75" fmla="*/ 131064 h 313848"/>
              <a:gd name="connsiteX76" fmla="*/ 99313 w 312546"/>
              <a:gd name="connsiteY76" fmla="*/ 287369 h 313848"/>
              <a:gd name="connsiteX77" fmla="*/ 214277 w 312546"/>
              <a:gd name="connsiteY77" fmla="*/ 287369 h 313848"/>
              <a:gd name="connsiteX78" fmla="*/ 219684 w 312546"/>
              <a:gd name="connsiteY78" fmla="*/ 284131 h 313848"/>
              <a:gd name="connsiteX79" fmla="*/ 219684 w 312546"/>
              <a:gd name="connsiteY79" fmla="*/ 277654 h 313848"/>
              <a:gd name="connsiteX80" fmla="*/ 191512 w 312546"/>
              <a:gd name="connsiteY80" fmla="*/ 210503 h 313848"/>
              <a:gd name="connsiteX81" fmla="*/ 186105 w 312546"/>
              <a:gd name="connsiteY81" fmla="*/ 206216 h 313848"/>
              <a:gd name="connsiteX82" fmla="*/ 180698 w 312546"/>
              <a:gd name="connsiteY82" fmla="*/ 209455 h 313848"/>
              <a:gd name="connsiteX83" fmla="*/ 154708 w 312546"/>
              <a:gd name="connsiteY83" fmla="*/ 248412 h 313848"/>
              <a:gd name="connsiteX84" fmla="*/ 128718 w 312546"/>
              <a:gd name="connsiteY84" fmla="*/ 226790 h 313848"/>
              <a:gd name="connsiteX85" fmla="*/ 123311 w 312546"/>
              <a:gd name="connsiteY85" fmla="*/ 225743 h 313848"/>
              <a:gd name="connsiteX86" fmla="*/ 117904 w 312546"/>
              <a:gd name="connsiteY86" fmla="*/ 228981 h 313848"/>
              <a:gd name="connsiteX87" fmla="*/ 92958 w 312546"/>
              <a:gd name="connsiteY87" fmla="*/ 277654 h 313848"/>
              <a:gd name="connsiteX88" fmla="*/ 92958 w 312546"/>
              <a:gd name="connsiteY88" fmla="*/ 284131 h 313848"/>
              <a:gd name="connsiteX89" fmla="*/ 99503 w 312546"/>
              <a:gd name="connsiteY89" fmla="*/ 287369 h 313848"/>
              <a:gd name="connsiteX90" fmla="*/ 126441 w 312546"/>
              <a:gd name="connsiteY90" fmla="*/ 241840 h 313848"/>
              <a:gd name="connsiteX91" fmla="*/ 151388 w 312546"/>
              <a:gd name="connsiteY91" fmla="*/ 262414 h 313848"/>
              <a:gd name="connsiteX92" fmla="*/ 156795 w 312546"/>
              <a:gd name="connsiteY92" fmla="*/ 264605 h 313848"/>
              <a:gd name="connsiteX93" fmla="*/ 161158 w 312546"/>
              <a:gd name="connsiteY93" fmla="*/ 261366 h 313848"/>
              <a:gd name="connsiteX94" fmla="*/ 184967 w 312546"/>
              <a:gd name="connsiteY94" fmla="*/ 226695 h 313848"/>
              <a:gd name="connsiteX95" fmla="*/ 204507 w 312546"/>
              <a:gd name="connsiteY95" fmla="*/ 274320 h 313848"/>
              <a:gd name="connsiteX96" fmla="*/ 109083 w 312546"/>
              <a:gd name="connsiteY96" fmla="*/ 274320 h 313848"/>
              <a:gd name="connsiteX97" fmla="*/ 126441 w 312546"/>
              <a:gd name="connsiteY97" fmla="*/ 241840 h 313848"/>
              <a:gd name="connsiteX98" fmla="*/ 99882 w 312546"/>
              <a:gd name="connsiteY98" fmla="*/ 205645 h 313848"/>
              <a:gd name="connsiteX99" fmla="*/ 112593 w 312546"/>
              <a:gd name="connsiteY99" fmla="*/ 192405 h 313848"/>
              <a:gd name="connsiteX100" fmla="*/ 125303 w 312546"/>
              <a:gd name="connsiteY100" fmla="*/ 205645 h 313848"/>
              <a:gd name="connsiteX101" fmla="*/ 112593 w 312546"/>
              <a:gd name="connsiteY101" fmla="*/ 218885 h 313848"/>
              <a:gd name="connsiteX102" fmla="*/ 99882 w 312546"/>
              <a:gd name="connsiteY102" fmla="*/ 205645 h 31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312546" h="313848">
                <a:moveTo>
                  <a:pt x="280011" y="78391"/>
                </a:moveTo>
                <a:lnTo>
                  <a:pt x="32535" y="78391"/>
                </a:lnTo>
                <a:cubicBezTo>
                  <a:pt x="14133" y="78391"/>
                  <a:pt x="0" y="92583"/>
                  <a:pt x="0" y="111157"/>
                </a:cubicBezTo>
                <a:lnTo>
                  <a:pt x="0" y="189833"/>
                </a:lnTo>
                <a:cubicBezTo>
                  <a:pt x="0" y="207264"/>
                  <a:pt x="14133" y="222599"/>
                  <a:pt x="32535" y="222599"/>
                </a:cubicBezTo>
                <a:lnTo>
                  <a:pt x="64501" y="222599"/>
                </a:lnTo>
                <a:lnTo>
                  <a:pt x="64501" y="307276"/>
                </a:lnTo>
                <a:cubicBezTo>
                  <a:pt x="64501" y="310515"/>
                  <a:pt x="67726" y="313849"/>
                  <a:pt x="71046" y="313849"/>
                </a:cubicBezTo>
                <a:lnTo>
                  <a:pt x="240647" y="313849"/>
                </a:lnTo>
                <a:cubicBezTo>
                  <a:pt x="243872" y="313849"/>
                  <a:pt x="247192" y="310610"/>
                  <a:pt x="247192" y="307276"/>
                </a:cubicBezTo>
                <a:lnTo>
                  <a:pt x="247192" y="222599"/>
                </a:lnTo>
                <a:lnTo>
                  <a:pt x="280011" y="222599"/>
                </a:lnTo>
                <a:cubicBezTo>
                  <a:pt x="298508" y="222599"/>
                  <a:pt x="312547" y="207264"/>
                  <a:pt x="312547" y="189833"/>
                </a:cubicBezTo>
                <a:lnTo>
                  <a:pt x="312547" y="111157"/>
                </a:lnTo>
                <a:cubicBezTo>
                  <a:pt x="312547" y="92583"/>
                  <a:pt x="298413" y="78391"/>
                  <a:pt x="280011" y="78391"/>
                </a:cubicBezTo>
                <a:close/>
                <a:moveTo>
                  <a:pt x="234102" y="300704"/>
                </a:moveTo>
                <a:lnTo>
                  <a:pt x="77591" y="300704"/>
                </a:lnTo>
                <a:lnTo>
                  <a:pt x="77591" y="218503"/>
                </a:lnTo>
                <a:cubicBezTo>
                  <a:pt x="77971" y="217741"/>
                  <a:pt x="78160" y="216884"/>
                  <a:pt x="78160" y="216027"/>
                </a:cubicBezTo>
                <a:cubicBezTo>
                  <a:pt x="78160" y="214884"/>
                  <a:pt x="77971" y="213932"/>
                  <a:pt x="77591" y="213170"/>
                </a:cubicBezTo>
                <a:lnTo>
                  <a:pt x="77591" y="182785"/>
                </a:lnTo>
                <a:lnTo>
                  <a:pt x="234102" y="182785"/>
                </a:lnTo>
                <a:lnTo>
                  <a:pt x="234102" y="300704"/>
                </a:lnTo>
                <a:close/>
                <a:moveTo>
                  <a:pt x="299551" y="189833"/>
                </a:moveTo>
                <a:cubicBezTo>
                  <a:pt x="299551" y="200787"/>
                  <a:pt x="290825" y="209455"/>
                  <a:pt x="280011" y="209455"/>
                </a:cubicBezTo>
                <a:lnTo>
                  <a:pt x="247192" y="209455"/>
                </a:lnTo>
                <a:lnTo>
                  <a:pt x="247192" y="176212"/>
                </a:lnTo>
                <a:cubicBezTo>
                  <a:pt x="247192" y="171831"/>
                  <a:pt x="243966" y="169640"/>
                  <a:pt x="240647" y="169640"/>
                </a:cubicBezTo>
                <a:lnTo>
                  <a:pt x="71046" y="169640"/>
                </a:lnTo>
                <a:cubicBezTo>
                  <a:pt x="67821" y="169640"/>
                  <a:pt x="64501" y="171831"/>
                  <a:pt x="64501" y="176212"/>
                </a:cubicBezTo>
                <a:lnTo>
                  <a:pt x="64501" y="209455"/>
                </a:lnTo>
                <a:lnTo>
                  <a:pt x="32535" y="209455"/>
                </a:lnTo>
                <a:cubicBezTo>
                  <a:pt x="21722" y="209455"/>
                  <a:pt x="12995" y="200692"/>
                  <a:pt x="12995" y="189833"/>
                </a:cubicBezTo>
                <a:lnTo>
                  <a:pt x="12995" y="111157"/>
                </a:lnTo>
                <a:cubicBezTo>
                  <a:pt x="12995" y="100203"/>
                  <a:pt x="21722" y="91535"/>
                  <a:pt x="32535" y="91535"/>
                </a:cubicBezTo>
                <a:lnTo>
                  <a:pt x="280011" y="91535"/>
                </a:lnTo>
                <a:cubicBezTo>
                  <a:pt x="290825" y="91535"/>
                  <a:pt x="299551" y="100298"/>
                  <a:pt x="299551" y="111157"/>
                </a:cubicBezTo>
                <a:lnTo>
                  <a:pt x="299551" y="189833"/>
                </a:lnTo>
                <a:close/>
                <a:moveTo>
                  <a:pt x="71046" y="65627"/>
                </a:moveTo>
                <a:cubicBezTo>
                  <a:pt x="74271" y="65627"/>
                  <a:pt x="77591" y="62389"/>
                  <a:pt x="77591" y="59055"/>
                </a:cubicBezTo>
                <a:lnTo>
                  <a:pt x="77591" y="13049"/>
                </a:lnTo>
                <a:lnTo>
                  <a:pt x="195401" y="13049"/>
                </a:lnTo>
                <a:lnTo>
                  <a:pt x="195401" y="45434"/>
                </a:lnTo>
                <a:cubicBezTo>
                  <a:pt x="195401" y="48673"/>
                  <a:pt x="198626" y="51911"/>
                  <a:pt x="201851" y="51911"/>
                </a:cubicBezTo>
                <a:lnTo>
                  <a:pt x="234102" y="51911"/>
                </a:lnTo>
                <a:lnTo>
                  <a:pt x="234102" y="59055"/>
                </a:lnTo>
                <a:cubicBezTo>
                  <a:pt x="234102" y="62293"/>
                  <a:pt x="237327" y="65627"/>
                  <a:pt x="240647" y="65627"/>
                </a:cubicBezTo>
                <a:cubicBezTo>
                  <a:pt x="243966" y="65627"/>
                  <a:pt x="247192" y="62389"/>
                  <a:pt x="247192" y="59055"/>
                </a:cubicBezTo>
                <a:lnTo>
                  <a:pt x="247192" y="45910"/>
                </a:lnTo>
                <a:cubicBezTo>
                  <a:pt x="247192" y="45910"/>
                  <a:pt x="247192" y="45720"/>
                  <a:pt x="247192" y="45720"/>
                </a:cubicBezTo>
                <a:cubicBezTo>
                  <a:pt x="247192" y="45720"/>
                  <a:pt x="247192" y="45530"/>
                  <a:pt x="247192" y="45434"/>
                </a:cubicBezTo>
                <a:cubicBezTo>
                  <a:pt x="247192" y="43243"/>
                  <a:pt x="246338" y="41529"/>
                  <a:pt x="245010" y="40481"/>
                </a:cubicBezTo>
                <a:cubicBezTo>
                  <a:pt x="245010" y="40481"/>
                  <a:pt x="245010" y="40481"/>
                  <a:pt x="245010" y="40481"/>
                </a:cubicBezTo>
                <a:lnTo>
                  <a:pt x="205835" y="1048"/>
                </a:lnTo>
                <a:cubicBezTo>
                  <a:pt x="204886" y="95"/>
                  <a:pt x="203748" y="0"/>
                  <a:pt x="201946" y="0"/>
                </a:cubicBezTo>
                <a:cubicBezTo>
                  <a:pt x="201946" y="0"/>
                  <a:pt x="201851" y="0"/>
                  <a:pt x="201756" y="0"/>
                </a:cubicBezTo>
                <a:cubicBezTo>
                  <a:pt x="201756" y="0"/>
                  <a:pt x="201756" y="0"/>
                  <a:pt x="201756" y="0"/>
                </a:cubicBezTo>
                <a:cubicBezTo>
                  <a:pt x="201661" y="0"/>
                  <a:pt x="201566" y="0"/>
                  <a:pt x="201472" y="0"/>
                </a:cubicBezTo>
                <a:lnTo>
                  <a:pt x="71046" y="0"/>
                </a:lnTo>
                <a:cubicBezTo>
                  <a:pt x="67821" y="0"/>
                  <a:pt x="64501" y="2191"/>
                  <a:pt x="64501" y="6572"/>
                </a:cubicBezTo>
                <a:lnTo>
                  <a:pt x="64501" y="59150"/>
                </a:lnTo>
                <a:cubicBezTo>
                  <a:pt x="64501" y="62389"/>
                  <a:pt x="67726" y="65722"/>
                  <a:pt x="71046" y="65722"/>
                </a:cubicBezTo>
                <a:close/>
                <a:moveTo>
                  <a:pt x="208301" y="22098"/>
                </a:moveTo>
                <a:cubicBezTo>
                  <a:pt x="212095" y="25908"/>
                  <a:pt x="217407" y="31337"/>
                  <a:pt x="224996" y="38957"/>
                </a:cubicBezTo>
                <a:lnTo>
                  <a:pt x="208301" y="38957"/>
                </a:lnTo>
                <a:lnTo>
                  <a:pt x="208301" y="22098"/>
                </a:lnTo>
                <a:close/>
                <a:moveTo>
                  <a:pt x="45435" y="104870"/>
                </a:moveTo>
                <a:cubicBezTo>
                  <a:pt x="34812" y="104870"/>
                  <a:pt x="26370" y="113633"/>
                  <a:pt x="26370" y="124492"/>
                </a:cubicBezTo>
                <a:cubicBezTo>
                  <a:pt x="26370" y="135350"/>
                  <a:pt x="34812" y="144113"/>
                  <a:pt x="45435" y="144113"/>
                </a:cubicBezTo>
                <a:cubicBezTo>
                  <a:pt x="56059" y="144113"/>
                  <a:pt x="64501" y="135350"/>
                  <a:pt x="64501" y="124492"/>
                </a:cubicBezTo>
                <a:cubicBezTo>
                  <a:pt x="64501" y="113633"/>
                  <a:pt x="56059" y="104870"/>
                  <a:pt x="45435" y="104870"/>
                </a:cubicBezTo>
                <a:close/>
                <a:moveTo>
                  <a:pt x="45435" y="131064"/>
                </a:moveTo>
                <a:cubicBezTo>
                  <a:pt x="42210" y="131064"/>
                  <a:pt x="39080" y="127826"/>
                  <a:pt x="39080" y="124492"/>
                </a:cubicBezTo>
                <a:cubicBezTo>
                  <a:pt x="39080" y="120110"/>
                  <a:pt x="42305" y="117920"/>
                  <a:pt x="45435" y="117920"/>
                </a:cubicBezTo>
                <a:cubicBezTo>
                  <a:pt x="48566" y="117920"/>
                  <a:pt x="51791" y="120110"/>
                  <a:pt x="51791" y="124492"/>
                </a:cubicBezTo>
                <a:cubicBezTo>
                  <a:pt x="51791" y="127730"/>
                  <a:pt x="48566" y="131064"/>
                  <a:pt x="45435" y="131064"/>
                </a:cubicBezTo>
                <a:close/>
                <a:moveTo>
                  <a:pt x="99313" y="287369"/>
                </a:moveTo>
                <a:lnTo>
                  <a:pt x="214277" y="287369"/>
                </a:lnTo>
                <a:cubicBezTo>
                  <a:pt x="216459" y="287369"/>
                  <a:pt x="217502" y="286322"/>
                  <a:pt x="219684" y="284131"/>
                </a:cubicBezTo>
                <a:cubicBezTo>
                  <a:pt x="220727" y="281940"/>
                  <a:pt x="220727" y="279845"/>
                  <a:pt x="219684" y="277654"/>
                </a:cubicBezTo>
                <a:lnTo>
                  <a:pt x="191512" y="210503"/>
                </a:lnTo>
                <a:cubicBezTo>
                  <a:pt x="191512" y="208312"/>
                  <a:pt x="189330" y="206216"/>
                  <a:pt x="186105" y="206216"/>
                </a:cubicBezTo>
                <a:cubicBezTo>
                  <a:pt x="183923" y="206216"/>
                  <a:pt x="181742" y="207264"/>
                  <a:pt x="180698" y="209455"/>
                </a:cubicBezTo>
                <a:lnTo>
                  <a:pt x="154708" y="248412"/>
                </a:lnTo>
                <a:lnTo>
                  <a:pt x="128718" y="226790"/>
                </a:lnTo>
                <a:cubicBezTo>
                  <a:pt x="126536" y="225743"/>
                  <a:pt x="124355" y="224599"/>
                  <a:pt x="123311" y="225743"/>
                </a:cubicBezTo>
                <a:cubicBezTo>
                  <a:pt x="121130" y="225743"/>
                  <a:pt x="118948" y="226790"/>
                  <a:pt x="117904" y="228981"/>
                </a:cubicBezTo>
                <a:lnTo>
                  <a:pt x="92958" y="277654"/>
                </a:lnTo>
                <a:cubicBezTo>
                  <a:pt x="91914" y="279845"/>
                  <a:pt x="91914" y="281940"/>
                  <a:pt x="92958" y="284131"/>
                </a:cubicBezTo>
                <a:cubicBezTo>
                  <a:pt x="95139" y="286322"/>
                  <a:pt x="96183" y="287369"/>
                  <a:pt x="99503" y="287369"/>
                </a:cubicBezTo>
                <a:close/>
                <a:moveTo>
                  <a:pt x="126441" y="241840"/>
                </a:moveTo>
                <a:lnTo>
                  <a:pt x="151388" y="262414"/>
                </a:lnTo>
                <a:cubicBezTo>
                  <a:pt x="153570" y="263462"/>
                  <a:pt x="154613" y="264605"/>
                  <a:pt x="156795" y="264605"/>
                </a:cubicBezTo>
                <a:cubicBezTo>
                  <a:pt x="158977" y="263557"/>
                  <a:pt x="160020" y="262414"/>
                  <a:pt x="161158" y="261366"/>
                </a:cubicBezTo>
                <a:lnTo>
                  <a:pt x="184967" y="226695"/>
                </a:lnTo>
                <a:lnTo>
                  <a:pt x="204507" y="274320"/>
                </a:lnTo>
                <a:lnTo>
                  <a:pt x="109083" y="274320"/>
                </a:lnTo>
                <a:lnTo>
                  <a:pt x="126441" y="241840"/>
                </a:lnTo>
                <a:close/>
                <a:moveTo>
                  <a:pt x="99882" y="205645"/>
                </a:moveTo>
                <a:cubicBezTo>
                  <a:pt x="99882" y="198310"/>
                  <a:pt x="105573" y="192405"/>
                  <a:pt x="112593" y="192405"/>
                </a:cubicBezTo>
                <a:cubicBezTo>
                  <a:pt x="119612" y="192405"/>
                  <a:pt x="125303" y="198310"/>
                  <a:pt x="125303" y="205645"/>
                </a:cubicBezTo>
                <a:cubicBezTo>
                  <a:pt x="125303" y="212979"/>
                  <a:pt x="119612" y="218885"/>
                  <a:pt x="112593" y="218885"/>
                </a:cubicBezTo>
                <a:cubicBezTo>
                  <a:pt x="105573" y="218885"/>
                  <a:pt x="99882" y="212979"/>
                  <a:pt x="99882" y="20564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4" name="Graphic 122">
            <a:extLst>
              <a:ext uri="{FF2B5EF4-FFF2-40B4-BE49-F238E27FC236}">
                <a16:creationId xmlns:a16="http://schemas.microsoft.com/office/drawing/2014/main" id="{1291F533-712B-54D0-D303-29A4D422DF58}"/>
              </a:ext>
            </a:extLst>
          </p:cNvPr>
          <p:cNvSpPr/>
          <p:nvPr/>
        </p:nvSpPr>
        <p:spPr>
          <a:xfrm>
            <a:off x="8801287" y="823596"/>
            <a:ext cx="364614" cy="461429"/>
          </a:xfrm>
          <a:custGeom>
            <a:avLst/>
            <a:gdLst>
              <a:gd name="connsiteX0" fmla="*/ 223110 w 273287"/>
              <a:gd name="connsiteY0" fmla="*/ 172974 h 345852"/>
              <a:gd name="connsiteX1" fmla="*/ 216091 w 273287"/>
              <a:gd name="connsiteY1" fmla="*/ 172974 h 345852"/>
              <a:gd name="connsiteX2" fmla="*/ 216091 w 273287"/>
              <a:gd name="connsiteY2" fmla="*/ 151733 h 345852"/>
              <a:gd name="connsiteX3" fmla="*/ 208881 w 273287"/>
              <a:gd name="connsiteY3" fmla="*/ 144590 h 345852"/>
              <a:gd name="connsiteX4" fmla="*/ 204423 w 273287"/>
              <a:gd name="connsiteY4" fmla="*/ 144590 h 345852"/>
              <a:gd name="connsiteX5" fmla="*/ 222730 w 273287"/>
              <a:gd name="connsiteY5" fmla="*/ 96298 h 345852"/>
              <a:gd name="connsiteX6" fmla="*/ 236389 w 273287"/>
              <a:gd name="connsiteY6" fmla="*/ 90678 h 345852"/>
              <a:gd name="connsiteX7" fmla="*/ 248341 w 273287"/>
              <a:gd name="connsiteY7" fmla="*/ 42577 h 345852"/>
              <a:gd name="connsiteX8" fmla="*/ 208787 w 273287"/>
              <a:gd name="connsiteY8" fmla="*/ 1714 h 345852"/>
              <a:gd name="connsiteX9" fmla="*/ 200439 w 273287"/>
              <a:gd name="connsiteY9" fmla="*/ 5334 h 345852"/>
              <a:gd name="connsiteX10" fmla="*/ 200439 w 273287"/>
              <a:gd name="connsiteY10" fmla="*/ 12573 h 345852"/>
              <a:gd name="connsiteX11" fmla="*/ 195602 w 273287"/>
              <a:gd name="connsiteY11" fmla="*/ 41434 h 345852"/>
              <a:gd name="connsiteX12" fmla="*/ 187255 w 273287"/>
              <a:gd name="connsiteY12" fmla="*/ 53435 h 345852"/>
              <a:gd name="connsiteX13" fmla="*/ 187255 w 273287"/>
              <a:gd name="connsiteY13" fmla="*/ 77438 h 345852"/>
              <a:gd name="connsiteX14" fmla="*/ 193420 w 273287"/>
              <a:gd name="connsiteY14" fmla="*/ 86201 h 345852"/>
              <a:gd name="connsiteX15" fmla="*/ 160506 w 273287"/>
              <a:gd name="connsiteY15" fmla="*/ 144590 h 345852"/>
              <a:gd name="connsiteX16" fmla="*/ 158514 w 273287"/>
              <a:gd name="connsiteY16" fmla="*/ 144590 h 345852"/>
              <a:gd name="connsiteX17" fmla="*/ 158514 w 273287"/>
              <a:gd name="connsiteY17" fmla="*/ 7239 h 345852"/>
              <a:gd name="connsiteX18" fmla="*/ 151305 w 273287"/>
              <a:gd name="connsiteY18" fmla="*/ 0 h 345852"/>
              <a:gd name="connsiteX19" fmla="*/ 93728 w 273287"/>
              <a:gd name="connsiteY19" fmla="*/ 0 h 345852"/>
              <a:gd name="connsiteX20" fmla="*/ 86519 w 273287"/>
              <a:gd name="connsiteY20" fmla="*/ 7239 h 345852"/>
              <a:gd name="connsiteX21" fmla="*/ 86519 w 273287"/>
              <a:gd name="connsiteY21" fmla="*/ 144590 h 345852"/>
              <a:gd name="connsiteX22" fmla="*/ 83009 w 273287"/>
              <a:gd name="connsiteY22" fmla="*/ 144590 h 345852"/>
              <a:gd name="connsiteX23" fmla="*/ 49431 w 273287"/>
              <a:gd name="connsiteY23" fmla="*/ 84106 h 345852"/>
              <a:gd name="connsiteX24" fmla="*/ 47059 w 273287"/>
              <a:gd name="connsiteY24" fmla="*/ 80486 h 345852"/>
              <a:gd name="connsiteX25" fmla="*/ 11204 w 273287"/>
              <a:gd name="connsiteY25" fmla="*/ 58960 h 345852"/>
              <a:gd name="connsiteX26" fmla="*/ 2857 w 273287"/>
              <a:gd name="connsiteY26" fmla="*/ 58960 h 345852"/>
              <a:gd name="connsiteX27" fmla="*/ 486 w 273287"/>
              <a:gd name="connsiteY27" fmla="*/ 66103 h 345852"/>
              <a:gd name="connsiteX28" fmla="*/ 7410 w 273287"/>
              <a:gd name="connsiteY28" fmla="*/ 107537 h 345852"/>
              <a:gd name="connsiteX29" fmla="*/ 7695 w 273287"/>
              <a:gd name="connsiteY29" fmla="*/ 110395 h 345852"/>
              <a:gd name="connsiteX30" fmla="*/ 7695 w 273287"/>
              <a:gd name="connsiteY30" fmla="*/ 111633 h 345852"/>
              <a:gd name="connsiteX31" fmla="*/ 24104 w 273287"/>
              <a:gd name="connsiteY31" fmla="*/ 144590 h 345852"/>
              <a:gd name="connsiteX32" fmla="*/ 21828 w 273287"/>
              <a:gd name="connsiteY32" fmla="*/ 144590 h 345852"/>
              <a:gd name="connsiteX33" fmla="*/ 14619 w 273287"/>
              <a:gd name="connsiteY33" fmla="*/ 151733 h 345852"/>
              <a:gd name="connsiteX34" fmla="*/ 14619 w 273287"/>
              <a:gd name="connsiteY34" fmla="*/ 309944 h 345852"/>
              <a:gd name="connsiteX35" fmla="*/ 50569 w 273287"/>
              <a:gd name="connsiteY35" fmla="*/ 345853 h 345852"/>
              <a:gd name="connsiteX36" fmla="*/ 179951 w 273287"/>
              <a:gd name="connsiteY36" fmla="*/ 345853 h 345852"/>
              <a:gd name="connsiteX37" fmla="*/ 215901 w 273287"/>
              <a:gd name="connsiteY37" fmla="*/ 309944 h 345852"/>
              <a:gd name="connsiteX38" fmla="*/ 215901 w 273287"/>
              <a:gd name="connsiteY38" fmla="*/ 273653 h 345852"/>
              <a:gd name="connsiteX39" fmla="*/ 222920 w 273287"/>
              <a:gd name="connsiteY39" fmla="*/ 273653 h 345852"/>
              <a:gd name="connsiteX40" fmla="*/ 273288 w 273287"/>
              <a:gd name="connsiteY40" fmla="*/ 223361 h 345852"/>
              <a:gd name="connsiteX41" fmla="*/ 222920 w 273287"/>
              <a:gd name="connsiteY41" fmla="*/ 173069 h 345852"/>
              <a:gd name="connsiteX42" fmla="*/ 101127 w 273287"/>
              <a:gd name="connsiteY42" fmla="*/ 14478 h 345852"/>
              <a:gd name="connsiteX43" fmla="*/ 144285 w 273287"/>
              <a:gd name="connsiteY43" fmla="*/ 14478 h 345852"/>
              <a:gd name="connsiteX44" fmla="*/ 144285 w 273287"/>
              <a:gd name="connsiteY44" fmla="*/ 29337 h 345852"/>
              <a:gd name="connsiteX45" fmla="*/ 122279 w 273287"/>
              <a:gd name="connsiteY45" fmla="*/ 29337 h 345852"/>
              <a:gd name="connsiteX46" fmla="*/ 114975 w 273287"/>
              <a:gd name="connsiteY46" fmla="*/ 36671 h 345852"/>
              <a:gd name="connsiteX47" fmla="*/ 122279 w 273287"/>
              <a:gd name="connsiteY47" fmla="*/ 44005 h 345852"/>
              <a:gd name="connsiteX48" fmla="*/ 144285 w 273287"/>
              <a:gd name="connsiteY48" fmla="*/ 44005 h 345852"/>
              <a:gd name="connsiteX49" fmla="*/ 144285 w 273287"/>
              <a:gd name="connsiteY49" fmla="*/ 57817 h 345852"/>
              <a:gd name="connsiteX50" fmla="*/ 136887 w 273287"/>
              <a:gd name="connsiteY50" fmla="*/ 57817 h 345852"/>
              <a:gd name="connsiteX51" fmla="*/ 129583 w 273287"/>
              <a:gd name="connsiteY51" fmla="*/ 65151 h 345852"/>
              <a:gd name="connsiteX52" fmla="*/ 136887 w 273287"/>
              <a:gd name="connsiteY52" fmla="*/ 72485 h 345852"/>
              <a:gd name="connsiteX53" fmla="*/ 144285 w 273287"/>
              <a:gd name="connsiteY53" fmla="*/ 72485 h 345852"/>
              <a:gd name="connsiteX54" fmla="*/ 144285 w 273287"/>
              <a:gd name="connsiteY54" fmla="*/ 87058 h 345852"/>
              <a:gd name="connsiteX55" fmla="*/ 122279 w 273287"/>
              <a:gd name="connsiteY55" fmla="*/ 87058 h 345852"/>
              <a:gd name="connsiteX56" fmla="*/ 114975 w 273287"/>
              <a:gd name="connsiteY56" fmla="*/ 93917 h 345852"/>
              <a:gd name="connsiteX57" fmla="*/ 122279 w 273287"/>
              <a:gd name="connsiteY57" fmla="*/ 100775 h 345852"/>
              <a:gd name="connsiteX58" fmla="*/ 144285 w 273287"/>
              <a:gd name="connsiteY58" fmla="*/ 100775 h 345852"/>
              <a:gd name="connsiteX59" fmla="*/ 144285 w 273287"/>
              <a:gd name="connsiteY59" fmla="*/ 115348 h 345852"/>
              <a:gd name="connsiteX60" fmla="*/ 136887 w 273287"/>
              <a:gd name="connsiteY60" fmla="*/ 115348 h 345852"/>
              <a:gd name="connsiteX61" fmla="*/ 129583 w 273287"/>
              <a:gd name="connsiteY61" fmla="*/ 122682 h 345852"/>
              <a:gd name="connsiteX62" fmla="*/ 136887 w 273287"/>
              <a:gd name="connsiteY62" fmla="*/ 130016 h 345852"/>
              <a:gd name="connsiteX63" fmla="*/ 144285 w 273287"/>
              <a:gd name="connsiteY63" fmla="*/ 130016 h 345852"/>
              <a:gd name="connsiteX64" fmla="*/ 144285 w 273287"/>
              <a:gd name="connsiteY64" fmla="*/ 144018 h 345852"/>
              <a:gd name="connsiteX65" fmla="*/ 101127 w 273287"/>
              <a:gd name="connsiteY65" fmla="*/ 144018 h 345852"/>
              <a:gd name="connsiteX66" fmla="*/ 101127 w 273287"/>
              <a:gd name="connsiteY66" fmla="*/ 14478 h 345852"/>
              <a:gd name="connsiteX67" fmla="*/ 66410 w 273287"/>
              <a:gd name="connsiteY67" fmla="*/ 144018 h 345852"/>
              <a:gd name="connsiteX68" fmla="*/ 40135 w 273287"/>
              <a:gd name="connsiteY68" fmla="*/ 144018 h 345852"/>
              <a:gd name="connsiteX69" fmla="*/ 23061 w 273287"/>
              <a:gd name="connsiteY69" fmla="*/ 110776 h 345852"/>
              <a:gd name="connsiteX70" fmla="*/ 40609 w 273287"/>
              <a:gd name="connsiteY70" fmla="*/ 97536 h 345852"/>
              <a:gd name="connsiteX71" fmla="*/ 66505 w 273287"/>
              <a:gd name="connsiteY71" fmla="*/ 144018 h 345852"/>
              <a:gd name="connsiteX72" fmla="*/ 30744 w 273287"/>
              <a:gd name="connsiteY72" fmla="*/ 87916 h 345852"/>
              <a:gd name="connsiteX73" fmla="*/ 19646 w 273287"/>
              <a:gd name="connsiteY73" fmla="*/ 96298 h 345852"/>
              <a:gd name="connsiteX74" fmla="*/ 17465 w 273287"/>
              <a:gd name="connsiteY74" fmla="*/ 79248 h 345852"/>
              <a:gd name="connsiteX75" fmla="*/ 30839 w 273287"/>
              <a:gd name="connsiteY75" fmla="*/ 87916 h 345852"/>
              <a:gd name="connsiteX76" fmla="*/ 200534 w 273287"/>
              <a:gd name="connsiteY76" fmla="*/ 59436 h 345852"/>
              <a:gd name="connsiteX77" fmla="*/ 206510 w 273287"/>
              <a:gd name="connsiteY77" fmla="*/ 51054 h 345852"/>
              <a:gd name="connsiteX78" fmla="*/ 218462 w 273287"/>
              <a:gd name="connsiteY78" fmla="*/ 22193 h 345852"/>
              <a:gd name="connsiteX79" fmla="*/ 235251 w 273287"/>
              <a:gd name="connsiteY79" fmla="*/ 46196 h 345852"/>
              <a:gd name="connsiteX80" fmla="*/ 226904 w 273287"/>
              <a:gd name="connsiteY80" fmla="*/ 78676 h 345852"/>
              <a:gd name="connsiteX81" fmla="*/ 210115 w 273287"/>
              <a:gd name="connsiteY81" fmla="*/ 81058 h 345852"/>
              <a:gd name="connsiteX82" fmla="*/ 208881 w 273287"/>
              <a:gd name="connsiteY82" fmla="*/ 80391 h 345852"/>
              <a:gd name="connsiteX83" fmla="*/ 206415 w 273287"/>
              <a:gd name="connsiteY83" fmla="*/ 78010 h 345852"/>
              <a:gd name="connsiteX84" fmla="*/ 203759 w 273287"/>
              <a:gd name="connsiteY84" fmla="*/ 76962 h 345852"/>
              <a:gd name="connsiteX85" fmla="*/ 200534 w 273287"/>
              <a:gd name="connsiteY85" fmla="*/ 71438 h 345852"/>
              <a:gd name="connsiteX86" fmla="*/ 200534 w 273287"/>
              <a:gd name="connsiteY86" fmla="*/ 59436 h 345852"/>
              <a:gd name="connsiteX87" fmla="*/ 204992 w 273287"/>
              <a:gd name="connsiteY87" fmla="*/ 94488 h 345852"/>
              <a:gd name="connsiteX88" fmla="*/ 208123 w 273287"/>
              <a:gd name="connsiteY88" fmla="*/ 95250 h 345852"/>
              <a:gd name="connsiteX89" fmla="*/ 188962 w 273287"/>
              <a:gd name="connsiteY89" fmla="*/ 144590 h 345852"/>
              <a:gd name="connsiteX90" fmla="*/ 177105 w 273287"/>
              <a:gd name="connsiteY90" fmla="*/ 144590 h 345852"/>
              <a:gd name="connsiteX91" fmla="*/ 204898 w 273287"/>
              <a:gd name="connsiteY91" fmla="*/ 94488 h 345852"/>
              <a:gd name="connsiteX92" fmla="*/ 180141 w 273287"/>
              <a:gd name="connsiteY92" fmla="*/ 331470 h 345852"/>
              <a:gd name="connsiteX93" fmla="*/ 50759 w 273287"/>
              <a:gd name="connsiteY93" fmla="*/ 331470 h 345852"/>
              <a:gd name="connsiteX94" fmla="*/ 29227 w 273287"/>
              <a:gd name="connsiteY94" fmla="*/ 309944 h 345852"/>
              <a:gd name="connsiteX95" fmla="*/ 29227 w 273287"/>
              <a:gd name="connsiteY95" fmla="*/ 158972 h 345852"/>
              <a:gd name="connsiteX96" fmla="*/ 201767 w 273287"/>
              <a:gd name="connsiteY96" fmla="*/ 158972 h 345852"/>
              <a:gd name="connsiteX97" fmla="*/ 201767 w 273287"/>
              <a:gd name="connsiteY97" fmla="*/ 179165 h 345852"/>
              <a:gd name="connsiteX98" fmla="*/ 201578 w 273287"/>
              <a:gd name="connsiteY98" fmla="*/ 180213 h 345852"/>
              <a:gd name="connsiteX99" fmla="*/ 201767 w 273287"/>
              <a:gd name="connsiteY99" fmla="*/ 181451 h 345852"/>
              <a:gd name="connsiteX100" fmla="*/ 201767 w 273287"/>
              <a:gd name="connsiteY100" fmla="*/ 265462 h 345852"/>
              <a:gd name="connsiteX101" fmla="*/ 201578 w 273287"/>
              <a:gd name="connsiteY101" fmla="*/ 266509 h 345852"/>
              <a:gd name="connsiteX102" fmla="*/ 201767 w 273287"/>
              <a:gd name="connsiteY102" fmla="*/ 267748 h 345852"/>
              <a:gd name="connsiteX103" fmla="*/ 201767 w 273287"/>
              <a:gd name="connsiteY103" fmla="*/ 310039 h 345852"/>
              <a:gd name="connsiteX104" fmla="*/ 180235 w 273287"/>
              <a:gd name="connsiteY104" fmla="*/ 331565 h 345852"/>
              <a:gd name="connsiteX105" fmla="*/ 223110 w 273287"/>
              <a:gd name="connsiteY105" fmla="*/ 259271 h 345852"/>
              <a:gd name="connsiteX106" fmla="*/ 216091 w 273287"/>
              <a:gd name="connsiteY106" fmla="*/ 259271 h 345852"/>
              <a:gd name="connsiteX107" fmla="*/ 216091 w 273287"/>
              <a:gd name="connsiteY107" fmla="*/ 187357 h 345852"/>
              <a:gd name="connsiteX108" fmla="*/ 223110 w 273287"/>
              <a:gd name="connsiteY108" fmla="*/ 187357 h 345852"/>
              <a:gd name="connsiteX109" fmla="*/ 259060 w 273287"/>
              <a:gd name="connsiteY109" fmla="*/ 223266 h 345852"/>
              <a:gd name="connsiteX110" fmla="*/ 223110 w 273287"/>
              <a:gd name="connsiteY110" fmla="*/ 259175 h 345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273287" h="345852">
                <a:moveTo>
                  <a:pt x="223110" y="172974"/>
                </a:moveTo>
                <a:lnTo>
                  <a:pt x="216091" y="172974"/>
                </a:lnTo>
                <a:lnTo>
                  <a:pt x="216091" y="151733"/>
                </a:lnTo>
                <a:cubicBezTo>
                  <a:pt x="216091" y="148114"/>
                  <a:pt x="212486" y="144590"/>
                  <a:pt x="208881" y="144590"/>
                </a:cubicBezTo>
                <a:lnTo>
                  <a:pt x="204423" y="144590"/>
                </a:lnTo>
                <a:cubicBezTo>
                  <a:pt x="207459" y="136588"/>
                  <a:pt x="212960" y="122111"/>
                  <a:pt x="222730" y="96298"/>
                </a:cubicBezTo>
                <a:cubicBezTo>
                  <a:pt x="228042" y="95536"/>
                  <a:pt x="232595" y="93536"/>
                  <a:pt x="236389" y="90678"/>
                </a:cubicBezTo>
                <a:cubicBezTo>
                  <a:pt x="248341" y="79819"/>
                  <a:pt x="253179" y="60579"/>
                  <a:pt x="248341" y="42577"/>
                </a:cubicBezTo>
                <a:cubicBezTo>
                  <a:pt x="243504" y="22098"/>
                  <a:pt x="229180" y="7715"/>
                  <a:pt x="208787" y="1714"/>
                </a:cubicBezTo>
                <a:cubicBezTo>
                  <a:pt x="205182" y="1714"/>
                  <a:pt x="202811" y="2953"/>
                  <a:pt x="200439" y="5334"/>
                </a:cubicBezTo>
                <a:cubicBezTo>
                  <a:pt x="199206" y="7715"/>
                  <a:pt x="199206" y="10096"/>
                  <a:pt x="200439" y="12573"/>
                </a:cubicBezTo>
                <a:cubicBezTo>
                  <a:pt x="208787" y="24574"/>
                  <a:pt x="204044" y="31813"/>
                  <a:pt x="195602" y="41434"/>
                </a:cubicBezTo>
                <a:cubicBezTo>
                  <a:pt x="191997" y="46196"/>
                  <a:pt x="189626" y="49816"/>
                  <a:pt x="187255" y="53435"/>
                </a:cubicBezTo>
                <a:cubicBezTo>
                  <a:pt x="184883" y="61817"/>
                  <a:pt x="183650" y="70294"/>
                  <a:pt x="187255" y="77438"/>
                </a:cubicBezTo>
                <a:cubicBezTo>
                  <a:pt x="188867" y="80677"/>
                  <a:pt x="190954" y="83534"/>
                  <a:pt x="193420" y="86201"/>
                </a:cubicBezTo>
                <a:cubicBezTo>
                  <a:pt x="189436" y="93345"/>
                  <a:pt x="180425" y="109347"/>
                  <a:pt x="160506" y="144590"/>
                </a:cubicBezTo>
                <a:lnTo>
                  <a:pt x="158514" y="144590"/>
                </a:lnTo>
                <a:lnTo>
                  <a:pt x="158514" y="7239"/>
                </a:lnTo>
                <a:cubicBezTo>
                  <a:pt x="158514" y="3619"/>
                  <a:pt x="154909" y="0"/>
                  <a:pt x="151305" y="0"/>
                </a:cubicBezTo>
                <a:lnTo>
                  <a:pt x="93728" y="0"/>
                </a:lnTo>
                <a:cubicBezTo>
                  <a:pt x="88890" y="0"/>
                  <a:pt x="86519" y="3619"/>
                  <a:pt x="86519" y="7239"/>
                </a:cubicBezTo>
                <a:lnTo>
                  <a:pt x="86519" y="144590"/>
                </a:lnTo>
                <a:lnTo>
                  <a:pt x="83009" y="144590"/>
                </a:lnTo>
                <a:cubicBezTo>
                  <a:pt x="79594" y="138398"/>
                  <a:pt x="70963" y="122968"/>
                  <a:pt x="49431" y="84106"/>
                </a:cubicBezTo>
                <a:cubicBezTo>
                  <a:pt x="48198" y="82867"/>
                  <a:pt x="48198" y="81725"/>
                  <a:pt x="47059" y="80486"/>
                </a:cubicBezTo>
                <a:lnTo>
                  <a:pt x="11204" y="58960"/>
                </a:lnTo>
                <a:cubicBezTo>
                  <a:pt x="8833" y="57721"/>
                  <a:pt x="5228" y="57721"/>
                  <a:pt x="2857" y="58960"/>
                </a:cubicBezTo>
                <a:cubicBezTo>
                  <a:pt x="486" y="61341"/>
                  <a:pt x="-748" y="63722"/>
                  <a:pt x="486" y="66103"/>
                </a:cubicBezTo>
                <a:cubicBezTo>
                  <a:pt x="486" y="66103"/>
                  <a:pt x="486" y="66103"/>
                  <a:pt x="7410" y="107537"/>
                </a:cubicBezTo>
                <a:cubicBezTo>
                  <a:pt x="7315" y="108490"/>
                  <a:pt x="7410" y="109442"/>
                  <a:pt x="7695" y="110395"/>
                </a:cubicBezTo>
                <a:lnTo>
                  <a:pt x="7695" y="111633"/>
                </a:lnTo>
                <a:cubicBezTo>
                  <a:pt x="7695" y="111633"/>
                  <a:pt x="7695" y="111728"/>
                  <a:pt x="24104" y="144590"/>
                </a:cubicBezTo>
                <a:lnTo>
                  <a:pt x="21828" y="144590"/>
                </a:lnTo>
                <a:cubicBezTo>
                  <a:pt x="16990" y="144590"/>
                  <a:pt x="14619" y="148209"/>
                  <a:pt x="14619" y="151733"/>
                </a:cubicBezTo>
                <a:lnTo>
                  <a:pt x="14619" y="309944"/>
                </a:lnTo>
                <a:cubicBezTo>
                  <a:pt x="14619" y="330327"/>
                  <a:pt x="30175" y="345853"/>
                  <a:pt x="50569" y="345853"/>
                </a:cubicBezTo>
                <a:lnTo>
                  <a:pt x="179951" y="345853"/>
                </a:lnTo>
                <a:cubicBezTo>
                  <a:pt x="199112" y="345853"/>
                  <a:pt x="215901" y="330232"/>
                  <a:pt x="215901" y="309944"/>
                </a:cubicBezTo>
                <a:lnTo>
                  <a:pt x="215901" y="273653"/>
                </a:lnTo>
                <a:lnTo>
                  <a:pt x="222920" y="273653"/>
                </a:lnTo>
                <a:cubicBezTo>
                  <a:pt x="250523" y="273653"/>
                  <a:pt x="273288" y="252127"/>
                  <a:pt x="273288" y="223361"/>
                </a:cubicBezTo>
                <a:cubicBezTo>
                  <a:pt x="273288" y="194596"/>
                  <a:pt x="250523" y="173069"/>
                  <a:pt x="222920" y="173069"/>
                </a:cubicBezTo>
                <a:close/>
                <a:moveTo>
                  <a:pt x="101127" y="14478"/>
                </a:moveTo>
                <a:lnTo>
                  <a:pt x="144285" y="14478"/>
                </a:lnTo>
                <a:lnTo>
                  <a:pt x="144285" y="29337"/>
                </a:lnTo>
                <a:lnTo>
                  <a:pt x="122279" y="29337"/>
                </a:lnTo>
                <a:cubicBezTo>
                  <a:pt x="117442" y="29337"/>
                  <a:pt x="114975" y="32956"/>
                  <a:pt x="114975" y="36671"/>
                </a:cubicBezTo>
                <a:cubicBezTo>
                  <a:pt x="114975" y="41529"/>
                  <a:pt x="117442" y="44005"/>
                  <a:pt x="122279" y="44005"/>
                </a:cubicBezTo>
                <a:lnTo>
                  <a:pt x="144285" y="44005"/>
                </a:lnTo>
                <a:lnTo>
                  <a:pt x="144285" y="57817"/>
                </a:lnTo>
                <a:lnTo>
                  <a:pt x="136887" y="57817"/>
                </a:lnTo>
                <a:cubicBezTo>
                  <a:pt x="132049" y="57817"/>
                  <a:pt x="129583" y="61436"/>
                  <a:pt x="129583" y="65151"/>
                </a:cubicBezTo>
                <a:cubicBezTo>
                  <a:pt x="129583" y="70009"/>
                  <a:pt x="132049" y="72485"/>
                  <a:pt x="136887" y="72485"/>
                </a:cubicBezTo>
                <a:lnTo>
                  <a:pt x="144285" y="72485"/>
                </a:lnTo>
                <a:lnTo>
                  <a:pt x="144285" y="87058"/>
                </a:lnTo>
                <a:lnTo>
                  <a:pt x="122279" y="87058"/>
                </a:lnTo>
                <a:cubicBezTo>
                  <a:pt x="117442" y="87058"/>
                  <a:pt x="114975" y="90488"/>
                  <a:pt x="114975" y="93917"/>
                </a:cubicBezTo>
                <a:cubicBezTo>
                  <a:pt x="114975" y="98488"/>
                  <a:pt x="117442" y="100775"/>
                  <a:pt x="122279" y="100775"/>
                </a:cubicBezTo>
                <a:lnTo>
                  <a:pt x="144285" y="100775"/>
                </a:lnTo>
                <a:lnTo>
                  <a:pt x="144285" y="115348"/>
                </a:lnTo>
                <a:lnTo>
                  <a:pt x="136887" y="115348"/>
                </a:lnTo>
                <a:cubicBezTo>
                  <a:pt x="132049" y="115348"/>
                  <a:pt x="129583" y="118967"/>
                  <a:pt x="129583" y="122682"/>
                </a:cubicBezTo>
                <a:cubicBezTo>
                  <a:pt x="129583" y="127540"/>
                  <a:pt x="132049" y="130016"/>
                  <a:pt x="136887" y="130016"/>
                </a:cubicBezTo>
                <a:lnTo>
                  <a:pt x="144285" y="130016"/>
                </a:lnTo>
                <a:lnTo>
                  <a:pt x="144285" y="144018"/>
                </a:lnTo>
                <a:lnTo>
                  <a:pt x="101127" y="144018"/>
                </a:lnTo>
                <a:lnTo>
                  <a:pt x="101127" y="14478"/>
                </a:lnTo>
                <a:close/>
                <a:moveTo>
                  <a:pt x="66410" y="144018"/>
                </a:moveTo>
                <a:lnTo>
                  <a:pt x="40135" y="144018"/>
                </a:lnTo>
                <a:lnTo>
                  <a:pt x="23061" y="110776"/>
                </a:lnTo>
                <a:cubicBezTo>
                  <a:pt x="26191" y="108394"/>
                  <a:pt x="31503" y="104394"/>
                  <a:pt x="40609" y="97536"/>
                </a:cubicBezTo>
                <a:cubicBezTo>
                  <a:pt x="43834" y="103442"/>
                  <a:pt x="50948" y="116110"/>
                  <a:pt x="66505" y="144018"/>
                </a:cubicBezTo>
                <a:close/>
                <a:moveTo>
                  <a:pt x="30744" y="87916"/>
                </a:moveTo>
                <a:cubicBezTo>
                  <a:pt x="28088" y="89916"/>
                  <a:pt x="24484" y="92678"/>
                  <a:pt x="19646" y="96298"/>
                </a:cubicBezTo>
                <a:cubicBezTo>
                  <a:pt x="19172" y="92297"/>
                  <a:pt x="18413" y="86868"/>
                  <a:pt x="17465" y="79248"/>
                </a:cubicBezTo>
                <a:cubicBezTo>
                  <a:pt x="17465" y="79248"/>
                  <a:pt x="17465" y="79248"/>
                  <a:pt x="30839" y="87916"/>
                </a:cubicBezTo>
                <a:close/>
                <a:moveTo>
                  <a:pt x="200534" y="59436"/>
                </a:moveTo>
                <a:cubicBezTo>
                  <a:pt x="201767" y="57055"/>
                  <a:pt x="204139" y="53435"/>
                  <a:pt x="206510" y="51054"/>
                </a:cubicBezTo>
                <a:cubicBezTo>
                  <a:pt x="212486" y="43815"/>
                  <a:pt x="219695" y="34195"/>
                  <a:pt x="218462" y="22193"/>
                </a:cubicBezTo>
                <a:cubicBezTo>
                  <a:pt x="226809" y="28194"/>
                  <a:pt x="232880" y="35433"/>
                  <a:pt x="235251" y="46196"/>
                </a:cubicBezTo>
                <a:cubicBezTo>
                  <a:pt x="237622" y="59436"/>
                  <a:pt x="235251" y="72676"/>
                  <a:pt x="226904" y="78676"/>
                </a:cubicBezTo>
                <a:cubicBezTo>
                  <a:pt x="223299" y="83439"/>
                  <a:pt x="217324" y="83439"/>
                  <a:pt x="210115" y="81058"/>
                </a:cubicBezTo>
                <a:cubicBezTo>
                  <a:pt x="209640" y="80867"/>
                  <a:pt x="209261" y="80581"/>
                  <a:pt x="208881" y="80391"/>
                </a:cubicBezTo>
                <a:cubicBezTo>
                  <a:pt x="208312" y="79534"/>
                  <a:pt x="207459" y="78676"/>
                  <a:pt x="206415" y="78010"/>
                </a:cubicBezTo>
                <a:cubicBezTo>
                  <a:pt x="205562" y="77438"/>
                  <a:pt x="204708" y="77152"/>
                  <a:pt x="203759" y="76962"/>
                </a:cubicBezTo>
                <a:cubicBezTo>
                  <a:pt x="202242" y="75533"/>
                  <a:pt x="201103" y="73819"/>
                  <a:pt x="200534" y="71438"/>
                </a:cubicBezTo>
                <a:cubicBezTo>
                  <a:pt x="199301" y="67818"/>
                  <a:pt x="199301" y="64198"/>
                  <a:pt x="200534" y="59436"/>
                </a:cubicBezTo>
                <a:close/>
                <a:moveTo>
                  <a:pt x="204992" y="94488"/>
                </a:moveTo>
                <a:cubicBezTo>
                  <a:pt x="206036" y="94774"/>
                  <a:pt x="207079" y="94964"/>
                  <a:pt x="208123" y="95250"/>
                </a:cubicBezTo>
                <a:cubicBezTo>
                  <a:pt x="205182" y="102775"/>
                  <a:pt x="199586" y="117253"/>
                  <a:pt x="188962" y="144590"/>
                </a:cubicBezTo>
                <a:lnTo>
                  <a:pt x="177105" y="144590"/>
                </a:lnTo>
                <a:cubicBezTo>
                  <a:pt x="181658" y="136398"/>
                  <a:pt x="190005" y="121444"/>
                  <a:pt x="204898" y="94488"/>
                </a:cubicBezTo>
                <a:close/>
                <a:moveTo>
                  <a:pt x="180141" y="331470"/>
                </a:moveTo>
                <a:lnTo>
                  <a:pt x="50759" y="331470"/>
                </a:lnTo>
                <a:cubicBezTo>
                  <a:pt x="38807" y="331470"/>
                  <a:pt x="29227" y="321850"/>
                  <a:pt x="29227" y="309944"/>
                </a:cubicBezTo>
                <a:lnTo>
                  <a:pt x="29227" y="158972"/>
                </a:lnTo>
                <a:lnTo>
                  <a:pt x="201767" y="158972"/>
                </a:lnTo>
                <a:lnTo>
                  <a:pt x="201767" y="179165"/>
                </a:lnTo>
                <a:cubicBezTo>
                  <a:pt x="201767" y="179165"/>
                  <a:pt x="201578" y="179832"/>
                  <a:pt x="201578" y="180213"/>
                </a:cubicBezTo>
                <a:cubicBezTo>
                  <a:pt x="201578" y="180689"/>
                  <a:pt x="201673" y="180975"/>
                  <a:pt x="201767" y="181451"/>
                </a:cubicBezTo>
                <a:lnTo>
                  <a:pt x="201767" y="265462"/>
                </a:lnTo>
                <a:cubicBezTo>
                  <a:pt x="201767" y="265462"/>
                  <a:pt x="201578" y="266128"/>
                  <a:pt x="201578" y="266509"/>
                </a:cubicBezTo>
                <a:cubicBezTo>
                  <a:pt x="201578" y="266986"/>
                  <a:pt x="201673" y="267271"/>
                  <a:pt x="201767" y="267748"/>
                </a:cubicBezTo>
                <a:lnTo>
                  <a:pt x="201767" y="310039"/>
                </a:lnTo>
                <a:cubicBezTo>
                  <a:pt x="201767" y="322040"/>
                  <a:pt x="192187" y="331565"/>
                  <a:pt x="180235" y="331565"/>
                </a:cubicBezTo>
                <a:close/>
                <a:moveTo>
                  <a:pt x="223110" y="259271"/>
                </a:moveTo>
                <a:lnTo>
                  <a:pt x="216091" y="259271"/>
                </a:lnTo>
                <a:lnTo>
                  <a:pt x="216091" y="187357"/>
                </a:lnTo>
                <a:lnTo>
                  <a:pt x="223110" y="187357"/>
                </a:lnTo>
                <a:cubicBezTo>
                  <a:pt x="242270" y="187357"/>
                  <a:pt x="259060" y="204121"/>
                  <a:pt x="259060" y="223266"/>
                </a:cubicBezTo>
                <a:cubicBezTo>
                  <a:pt x="259060" y="243650"/>
                  <a:pt x="242270" y="259175"/>
                  <a:pt x="223110" y="25917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5" name="Graphic 122">
            <a:extLst>
              <a:ext uri="{FF2B5EF4-FFF2-40B4-BE49-F238E27FC236}">
                <a16:creationId xmlns:a16="http://schemas.microsoft.com/office/drawing/2014/main" id="{9A00F4F8-CF34-4D81-8869-1014F560922F}"/>
              </a:ext>
            </a:extLst>
          </p:cNvPr>
          <p:cNvSpPr/>
          <p:nvPr/>
        </p:nvSpPr>
        <p:spPr>
          <a:xfrm>
            <a:off x="9575987" y="823596"/>
            <a:ext cx="364614" cy="461429"/>
          </a:xfrm>
          <a:custGeom>
            <a:avLst/>
            <a:gdLst>
              <a:gd name="connsiteX0" fmla="*/ 223110 w 273287"/>
              <a:gd name="connsiteY0" fmla="*/ 172974 h 345852"/>
              <a:gd name="connsiteX1" fmla="*/ 216091 w 273287"/>
              <a:gd name="connsiteY1" fmla="*/ 172974 h 345852"/>
              <a:gd name="connsiteX2" fmla="*/ 216091 w 273287"/>
              <a:gd name="connsiteY2" fmla="*/ 151733 h 345852"/>
              <a:gd name="connsiteX3" fmla="*/ 208881 w 273287"/>
              <a:gd name="connsiteY3" fmla="*/ 144590 h 345852"/>
              <a:gd name="connsiteX4" fmla="*/ 204423 w 273287"/>
              <a:gd name="connsiteY4" fmla="*/ 144590 h 345852"/>
              <a:gd name="connsiteX5" fmla="*/ 222730 w 273287"/>
              <a:gd name="connsiteY5" fmla="*/ 96298 h 345852"/>
              <a:gd name="connsiteX6" fmla="*/ 236389 w 273287"/>
              <a:gd name="connsiteY6" fmla="*/ 90678 h 345852"/>
              <a:gd name="connsiteX7" fmla="*/ 248341 w 273287"/>
              <a:gd name="connsiteY7" fmla="*/ 42577 h 345852"/>
              <a:gd name="connsiteX8" fmla="*/ 208787 w 273287"/>
              <a:gd name="connsiteY8" fmla="*/ 1714 h 345852"/>
              <a:gd name="connsiteX9" fmla="*/ 200439 w 273287"/>
              <a:gd name="connsiteY9" fmla="*/ 5334 h 345852"/>
              <a:gd name="connsiteX10" fmla="*/ 200439 w 273287"/>
              <a:gd name="connsiteY10" fmla="*/ 12573 h 345852"/>
              <a:gd name="connsiteX11" fmla="*/ 195602 w 273287"/>
              <a:gd name="connsiteY11" fmla="*/ 41434 h 345852"/>
              <a:gd name="connsiteX12" fmla="*/ 187255 w 273287"/>
              <a:gd name="connsiteY12" fmla="*/ 53435 h 345852"/>
              <a:gd name="connsiteX13" fmla="*/ 187255 w 273287"/>
              <a:gd name="connsiteY13" fmla="*/ 77438 h 345852"/>
              <a:gd name="connsiteX14" fmla="*/ 193420 w 273287"/>
              <a:gd name="connsiteY14" fmla="*/ 86201 h 345852"/>
              <a:gd name="connsiteX15" fmla="*/ 160506 w 273287"/>
              <a:gd name="connsiteY15" fmla="*/ 144590 h 345852"/>
              <a:gd name="connsiteX16" fmla="*/ 158514 w 273287"/>
              <a:gd name="connsiteY16" fmla="*/ 144590 h 345852"/>
              <a:gd name="connsiteX17" fmla="*/ 158514 w 273287"/>
              <a:gd name="connsiteY17" fmla="*/ 7239 h 345852"/>
              <a:gd name="connsiteX18" fmla="*/ 151305 w 273287"/>
              <a:gd name="connsiteY18" fmla="*/ 0 h 345852"/>
              <a:gd name="connsiteX19" fmla="*/ 93728 w 273287"/>
              <a:gd name="connsiteY19" fmla="*/ 0 h 345852"/>
              <a:gd name="connsiteX20" fmla="*/ 86519 w 273287"/>
              <a:gd name="connsiteY20" fmla="*/ 7239 h 345852"/>
              <a:gd name="connsiteX21" fmla="*/ 86519 w 273287"/>
              <a:gd name="connsiteY21" fmla="*/ 144590 h 345852"/>
              <a:gd name="connsiteX22" fmla="*/ 83009 w 273287"/>
              <a:gd name="connsiteY22" fmla="*/ 144590 h 345852"/>
              <a:gd name="connsiteX23" fmla="*/ 49431 w 273287"/>
              <a:gd name="connsiteY23" fmla="*/ 84106 h 345852"/>
              <a:gd name="connsiteX24" fmla="*/ 47059 w 273287"/>
              <a:gd name="connsiteY24" fmla="*/ 80486 h 345852"/>
              <a:gd name="connsiteX25" fmla="*/ 11204 w 273287"/>
              <a:gd name="connsiteY25" fmla="*/ 58960 h 345852"/>
              <a:gd name="connsiteX26" fmla="*/ 2857 w 273287"/>
              <a:gd name="connsiteY26" fmla="*/ 58960 h 345852"/>
              <a:gd name="connsiteX27" fmla="*/ 486 w 273287"/>
              <a:gd name="connsiteY27" fmla="*/ 66103 h 345852"/>
              <a:gd name="connsiteX28" fmla="*/ 7410 w 273287"/>
              <a:gd name="connsiteY28" fmla="*/ 107537 h 345852"/>
              <a:gd name="connsiteX29" fmla="*/ 7695 w 273287"/>
              <a:gd name="connsiteY29" fmla="*/ 110395 h 345852"/>
              <a:gd name="connsiteX30" fmla="*/ 7695 w 273287"/>
              <a:gd name="connsiteY30" fmla="*/ 111633 h 345852"/>
              <a:gd name="connsiteX31" fmla="*/ 24104 w 273287"/>
              <a:gd name="connsiteY31" fmla="*/ 144590 h 345852"/>
              <a:gd name="connsiteX32" fmla="*/ 21828 w 273287"/>
              <a:gd name="connsiteY32" fmla="*/ 144590 h 345852"/>
              <a:gd name="connsiteX33" fmla="*/ 14619 w 273287"/>
              <a:gd name="connsiteY33" fmla="*/ 151733 h 345852"/>
              <a:gd name="connsiteX34" fmla="*/ 14619 w 273287"/>
              <a:gd name="connsiteY34" fmla="*/ 309944 h 345852"/>
              <a:gd name="connsiteX35" fmla="*/ 50569 w 273287"/>
              <a:gd name="connsiteY35" fmla="*/ 345853 h 345852"/>
              <a:gd name="connsiteX36" fmla="*/ 179951 w 273287"/>
              <a:gd name="connsiteY36" fmla="*/ 345853 h 345852"/>
              <a:gd name="connsiteX37" fmla="*/ 215901 w 273287"/>
              <a:gd name="connsiteY37" fmla="*/ 309944 h 345852"/>
              <a:gd name="connsiteX38" fmla="*/ 215901 w 273287"/>
              <a:gd name="connsiteY38" fmla="*/ 273653 h 345852"/>
              <a:gd name="connsiteX39" fmla="*/ 222920 w 273287"/>
              <a:gd name="connsiteY39" fmla="*/ 273653 h 345852"/>
              <a:gd name="connsiteX40" fmla="*/ 273288 w 273287"/>
              <a:gd name="connsiteY40" fmla="*/ 223361 h 345852"/>
              <a:gd name="connsiteX41" fmla="*/ 222920 w 273287"/>
              <a:gd name="connsiteY41" fmla="*/ 173069 h 345852"/>
              <a:gd name="connsiteX42" fmla="*/ 101127 w 273287"/>
              <a:gd name="connsiteY42" fmla="*/ 14478 h 345852"/>
              <a:gd name="connsiteX43" fmla="*/ 144285 w 273287"/>
              <a:gd name="connsiteY43" fmla="*/ 14478 h 345852"/>
              <a:gd name="connsiteX44" fmla="*/ 144285 w 273287"/>
              <a:gd name="connsiteY44" fmla="*/ 29337 h 345852"/>
              <a:gd name="connsiteX45" fmla="*/ 122279 w 273287"/>
              <a:gd name="connsiteY45" fmla="*/ 29337 h 345852"/>
              <a:gd name="connsiteX46" fmla="*/ 114975 w 273287"/>
              <a:gd name="connsiteY46" fmla="*/ 36671 h 345852"/>
              <a:gd name="connsiteX47" fmla="*/ 122279 w 273287"/>
              <a:gd name="connsiteY47" fmla="*/ 44005 h 345852"/>
              <a:gd name="connsiteX48" fmla="*/ 144285 w 273287"/>
              <a:gd name="connsiteY48" fmla="*/ 44005 h 345852"/>
              <a:gd name="connsiteX49" fmla="*/ 144285 w 273287"/>
              <a:gd name="connsiteY49" fmla="*/ 57817 h 345852"/>
              <a:gd name="connsiteX50" fmla="*/ 136887 w 273287"/>
              <a:gd name="connsiteY50" fmla="*/ 57817 h 345852"/>
              <a:gd name="connsiteX51" fmla="*/ 129583 w 273287"/>
              <a:gd name="connsiteY51" fmla="*/ 65151 h 345852"/>
              <a:gd name="connsiteX52" fmla="*/ 136887 w 273287"/>
              <a:gd name="connsiteY52" fmla="*/ 72485 h 345852"/>
              <a:gd name="connsiteX53" fmla="*/ 144285 w 273287"/>
              <a:gd name="connsiteY53" fmla="*/ 72485 h 345852"/>
              <a:gd name="connsiteX54" fmla="*/ 144285 w 273287"/>
              <a:gd name="connsiteY54" fmla="*/ 87058 h 345852"/>
              <a:gd name="connsiteX55" fmla="*/ 122279 w 273287"/>
              <a:gd name="connsiteY55" fmla="*/ 87058 h 345852"/>
              <a:gd name="connsiteX56" fmla="*/ 114975 w 273287"/>
              <a:gd name="connsiteY56" fmla="*/ 93917 h 345852"/>
              <a:gd name="connsiteX57" fmla="*/ 122279 w 273287"/>
              <a:gd name="connsiteY57" fmla="*/ 100775 h 345852"/>
              <a:gd name="connsiteX58" fmla="*/ 144285 w 273287"/>
              <a:gd name="connsiteY58" fmla="*/ 100775 h 345852"/>
              <a:gd name="connsiteX59" fmla="*/ 144285 w 273287"/>
              <a:gd name="connsiteY59" fmla="*/ 115348 h 345852"/>
              <a:gd name="connsiteX60" fmla="*/ 136887 w 273287"/>
              <a:gd name="connsiteY60" fmla="*/ 115348 h 345852"/>
              <a:gd name="connsiteX61" fmla="*/ 129583 w 273287"/>
              <a:gd name="connsiteY61" fmla="*/ 122682 h 345852"/>
              <a:gd name="connsiteX62" fmla="*/ 136887 w 273287"/>
              <a:gd name="connsiteY62" fmla="*/ 130016 h 345852"/>
              <a:gd name="connsiteX63" fmla="*/ 144285 w 273287"/>
              <a:gd name="connsiteY63" fmla="*/ 130016 h 345852"/>
              <a:gd name="connsiteX64" fmla="*/ 144285 w 273287"/>
              <a:gd name="connsiteY64" fmla="*/ 144018 h 345852"/>
              <a:gd name="connsiteX65" fmla="*/ 101127 w 273287"/>
              <a:gd name="connsiteY65" fmla="*/ 144018 h 345852"/>
              <a:gd name="connsiteX66" fmla="*/ 101127 w 273287"/>
              <a:gd name="connsiteY66" fmla="*/ 14478 h 345852"/>
              <a:gd name="connsiteX67" fmla="*/ 66410 w 273287"/>
              <a:gd name="connsiteY67" fmla="*/ 144018 h 345852"/>
              <a:gd name="connsiteX68" fmla="*/ 40135 w 273287"/>
              <a:gd name="connsiteY68" fmla="*/ 144018 h 345852"/>
              <a:gd name="connsiteX69" fmla="*/ 23061 w 273287"/>
              <a:gd name="connsiteY69" fmla="*/ 110776 h 345852"/>
              <a:gd name="connsiteX70" fmla="*/ 40609 w 273287"/>
              <a:gd name="connsiteY70" fmla="*/ 97536 h 345852"/>
              <a:gd name="connsiteX71" fmla="*/ 66505 w 273287"/>
              <a:gd name="connsiteY71" fmla="*/ 144018 h 345852"/>
              <a:gd name="connsiteX72" fmla="*/ 30744 w 273287"/>
              <a:gd name="connsiteY72" fmla="*/ 87916 h 345852"/>
              <a:gd name="connsiteX73" fmla="*/ 19646 w 273287"/>
              <a:gd name="connsiteY73" fmla="*/ 96298 h 345852"/>
              <a:gd name="connsiteX74" fmla="*/ 17465 w 273287"/>
              <a:gd name="connsiteY74" fmla="*/ 79248 h 345852"/>
              <a:gd name="connsiteX75" fmla="*/ 30839 w 273287"/>
              <a:gd name="connsiteY75" fmla="*/ 87916 h 345852"/>
              <a:gd name="connsiteX76" fmla="*/ 200534 w 273287"/>
              <a:gd name="connsiteY76" fmla="*/ 59436 h 345852"/>
              <a:gd name="connsiteX77" fmla="*/ 206510 w 273287"/>
              <a:gd name="connsiteY77" fmla="*/ 51054 h 345852"/>
              <a:gd name="connsiteX78" fmla="*/ 218462 w 273287"/>
              <a:gd name="connsiteY78" fmla="*/ 22193 h 345852"/>
              <a:gd name="connsiteX79" fmla="*/ 235251 w 273287"/>
              <a:gd name="connsiteY79" fmla="*/ 46196 h 345852"/>
              <a:gd name="connsiteX80" fmla="*/ 226904 w 273287"/>
              <a:gd name="connsiteY80" fmla="*/ 78676 h 345852"/>
              <a:gd name="connsiteX81" fmla="*/ 210115 w 273287"/>
              <a:gd name="connsiteY81" fmla="*/ 81058 h 345852"/>
              <a:gd name="connsiteX82" fmla="*/ 208881 w 273287"/>
              <a:gd name="connsiteY82" fmla="*/ 80391 h 345852"/>
              <a:gd name="connsiteX83" fmla="*/ 206415 w 273287"/>
              <a:gd name="connsiteY83" fmla="*/ 78010 h 345852"/>
              <a:gd name="connsiteX84" fmla="*/ 203759 w 273287"/>
              <a:gd name="connsiteY84" fmla="*/ 76962 h 345852"/>
              <a:gd name="connsiteX85" fmla="*/ 200534 w 273287"/>
              <a:gd name="connsiteY85" fmla="*/ 71438 h 345852"/>
              <a:gd name="connsiteX86" fmla="*/ 200534 w 273287"/>
              <a:gd name="connsiteY86" fmla="*/ 59436 h 345852"/>
              <a:gd name="connsiteX87" fmla="*/ 204992 w 273287"/>
              <a:gd name="connsiteY87" fmla="*/ 94488 h 345852"/>
              <a:gd name="connsiteX88" fmla="*/ 208123 w 273287"/>
              <a:gd name="connsiteY88" fmla="*/ 95250 h 345852"/>
              <a:gd name="connsiteX89" fmla="*/ 188962 w 273287"/>
              <a:gd name="connsiteY89" fmla="*/ 144590 h 345852"/>
              <a:gd name="connsiteX90" fmla="*/ 177105 w 273287"/>
              <a:gd name="connsiteY90" fmla="*/ 144590 h 345852"/>
              <a:gd name="connsiteX91" fmla="*/ 204898 w 273287"/>
              <a:gd name="connsiteY91" fmla="*/ 94488 h 345852"/>
              <a:gd name="connsiteX92" fmla="*/ 180141 w 273287"/>
              <a:gd name="connsiteY92" fmla="*/ 331470 h 345852"/>
              <a:gd name="connsiteX93" fmla="*/ 50759 w 273287"/>
              <a:gd name="connsiteY93" fmla="*/ 331470 h 345852"/>
              <a:gd name="connsiteX94" fmla="*/ 29227 w 273287"/>
              <a:gd name="connsiteY94" fmla="*/ 309944 h 345852"/>
              <a:gd name="connsiteX95" fmla="*/ 29227 w 273287"/>
              <a:gd name="connsiteY95" fmla="*/ 158972 h 345852"/>
              <a:gd name="connsiteX96" fmla="*/ 201767 w 273287"/>
              <a:gd name="connsiteY96" fmla="*/ 158972 h 345852"/>
              <a:gd name="connsiteX97" fmla="*/ 201767 w 273287"/>
              <a:gd name="connsiteY97" fmla="*/ 179165 h 345852"/>
              <a:gd name="connsiteX98" fmla="*/ 201578 w 273287"/>
              <a:gd name="connsiteY98" fmla="*/ 180213 h 345852"/>
              <a:gd name="connsiteX99" fmla="*/ 201767 w 273287"/>
              <a:gd name="connsiteY99" fmla="*/ 181451 h 345852"/>
              <a:gd name="connsiteX100" fmla="*/ 201767 w 273287"/>
              <a:gd name="connsiteY100" fmla="*/ 265462 h 345852"/>
              <a:gd name="connsiteX101" fmla="*/ 201578 w 273287"/>
              <a:gd name="connsiteY101" fmla="*/ 266509 h 345852"/>
              <a:gd name="connsiteX102" fmla="*/ 201767 w 273287"/>
              <a:gd name="connsiteY102" fmla="*/ 267748 h 345852"/>
              <a:gd name="connsiteX103" fmla="*/ 201767 w 273287"/>
              <a:gd name="connsiteY103" fmla="*/ 310039 h 345852"/>
              <a:gd name="connsiteX104" fmla="*/ 180235 w 273287"/>
              <a:gd name="connsiteY104" fmla="*/ 331565 h 345852"/>
              <a:gd name="connsiteX105" fmla="*/ 223110 w 273287"/>
              <a:gd name="connsiteY105" fmla="*/ 259271 h 345852"/>
              <a:gd name="connsiteX106" fmla="*/ 216091 w 273287"/>
              <a:gd name="connsiteY106" fmla="*/ 259271 h 345852"/>
              <a:gd name="connsiteX107" fmla="*/ 216091 w 273287"/>
              <a:gd name="connsiteY107" fmla="*/ 187357 h 345852"/>
              <a:gd name="connsiteX108" fmla="*/ 223110 w 273287"/>
              <a:gd name="connsiteY108" fmla="*/ 187357 h 345852"/>
              <a:gd name="connsiteX109" fmla="*/ 259060 w 273287"/>
              <a:gd name="connsiteY109" fmla="*/ 223266 h 345852"/>
              <a:gd name="connsiteX110" fmla="*/ 223110 w 273287"/>
              <a:gd name="connsiteY110" fmla="*/ 259175 h 345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273287" h="345852">
                <a:moveTo>
                  <a:pt x="223110" y="172974"/>
                </a:moveTo>
                <a:lnTo>
                  <a:pt x="216091" y="172974"/>
                </a:lnTo>
                <a:lnTo>
                  <a:pt x="216091" y="151733"/>
                </a:lnTo>
                <a:cubicBezTo>
                  <a:pt x="216091" y="148114"/>
                  <a:pt x="212486" y="144590"/>
                  <a:pt x="208881" y="144590"/>
                </a:cubicBezTo>
                <a:lnTo>
                  <a:pt x="204423" y="144590"/>
                </a:lnTo>
                <a:cubicBezTo>
                  <a:pt x="207459" y="136588"/>
                  <a:pt x="212960" y="122111"/>
                  <a:pt x="222730" y="96298"/>
                </a:cubicBezTo>
                <a:cubicBezTo>
                  <a:pt x="228042" y="95536"/>
                  <a:pt x="232595" y="93536"/>
                  <a:pt x="236389" y="90678"/>
                </a:cubicBezTo>
                <a:cubicBezTo>
                  <a:pt x="248341" y="79819"/>
                  <a:pt x="253179" y="60579"/>
                  <a:pt x="248341" y="42577"/>
                </a:cubicBezTo>
                <a:cubicBezTo>
                  <a:pt x="243504" y="22098"/>
                  <a:pt x="229180" y="7715"/>
                  <a:pt x="208787" y="1714"/>
                </a:cubicBezTo>
                <a:cubicBezTo>
                  <a:pt x="205182" y="1714"/>
                  <a:pt x="202811" y="2953"/>
                  <a:pt x="200439" y="5334"/>
                </a:cubicBezTo>
                <a:cubicBezTo>
                  <a:pt x="199206" y="7715"/>
                  <a:pt x="199206" y="10096"/>
                  <a:pt x="200439" y="12573"/>
                </a:cubicBezTo>
                <a:cubicBezTo>
                  <a:pt x="208787" y="24574"/>
                  <a:pt x="204044" y="31813"/>
                  <a:pt x="195602" y="41434"/>
                </a:cubicBezTo>
                <a:cubicBezTo>
                  <a:pt x="191997" y="46196"/>
                  <a:pt x="189626" y="49816"/>
                  <a:pt x="187255" y="53435"/>
                </a:cubicBezTo>
                <a:cubicBezTo>
                  <a:pt x="184883" y="61817"/>
                  <a:pt x="183650" y="70294"/>
                  <a:pt x="187255" y="77438"/>
                </a:cubicBezTo>
                <a:cubicBezTo>
                  <a:pt x="188867" y="80677"/>
                  <a:pt x="190954" y="83534"/>
                  <a:pt x="193420" y="86201"/>
                </a:cubicBezTo>
                <a:cubicBezTo>
                  <a:pt x="189436" y="93345"/>
                  <a:pt x="180425" y="109347"/>
                  <a:pt x="160506" y="144590"/>
                </a:cubicBezTo>
                <a:lnTo>
                  <a:pt x="158514" y="144590"/>
                </a:lnTo>
                <a:lnTo>
                  <a:pt x="158514" y="7239"/>
                </a:lnTo>
                <a:cubicBezTo>
                  <a:pt x="158514" y="3619"/>
                  <a:pt x="154909" y="0"/>
                  <a:pt x="151305" y="0"/>
                </a:cubicBezTo>
                <a:lnTo>
                  <a:pt x="93728" y="0"/>
                </a:lnTo>
                <a:cubicBezTo>
                  <a:pt x="88890" y="0"/>
                  <a:pt x="86519" y="3619"/>
                  <a:pt x="86519" y="7239"/>
                </a:cubicBezTo>
                <a:lnTo>
                  <a:pt x="86519" y="144590"/>
                </a:lnTo>
                <a:lnTo>
                  <a:pt x="83009" y="144590"/>
                </a:lnTo>
                <a:cubicBezTo>
                  <a:pt x="79594" y="138398"/>
                  <a:pt x="70963" y="122968"/>
                  <a:pt x="49431" y="84106"/>
                </a:cubicBezTo>
                <a:cubicBezTo>
                  <a:pt x="48198" y="82867"/>
                  <a:pt x="48198" y="81725"/>
                  <a:pt x="47059" y="80486"/>
                </a:cubicBezTo>
                <a:lnTo>
                  <a:pt x="11204" y="58960"/>
                </a:lnTo>
                <a:cubicBezTo>
                  <a:pt x="8833" y="57721"/>
                  <a:pt x="5228" y="57721"/>
                  <a:pt x="2857" y="58960"/>
                </a:cubicBezTo>
                <a:cubicBezTo>
                  <a:pt x="486" y="61341"/>
                  <a:pt x="-748" y="63722"/>
                  <a:pt x="486" y="66103"/>
                </a:cubicBezTo>
                <a:cubicBezTo>
                  <a:pt x="486" y="66103"/>
                  <a:pt x="486" y="66103"/>
                  <a:pt x="7410" y="107537"/>
                </a:cubicBezTo>
                <a:cubicBezTo>
                  <a:pt x="7315" y="108490"/>
                  <a:pt x="7410" y="109442"/>
                  <a:pt x="7695" y="110395"/>
                </a:cubicBezTo>
                <a:lnTo>
                  <a:pt x="7695" y="111633"/>
                </a:lnTo>
                <a:cubicBezTo>
                  <a:pt x="7695" y="111633"/>
                  <a:pt x="7695" y="111728"/>
                  <a:pt x="24104" y="144590"/>
                </a:cubicBezTo>
                <a:lnTo>
                  <a:pt x="21828" y="144590"/>
                </a:lnTo>
                <a:cubicBezTo>
                  <a:pt x="16990" y="144590"/>
                  <a:pt x="14619" y="148209"/>
                  <a:pt x="14619" y="151733"/>
                </a:cubicBezTo>
                <a:lnTo>
                  <a:pt x="14619" y="309944"/>
                </a:lnTo>
                <a:cubicBezTo>
                  <a:pt x="14619" y="330327"/>
                  <a:pt x="30175" y="345853"/>
                  <a:pt x="50569" y="345853"/>
                </a:cubicBezTo>
                <a:lnTo>
                  <a:pt x="179951" y="345853"/>
                </a:lnTo>
                <a:cubicBezTo>
                  <a:pt x="199112" y="345853"/>
                  <a:pt x="215901" y="330232"/>
                  <a:pt x="215901" y="309944"/>
                </a:cubicBezTo>
                <a:lnTo>
                  <a:pt x="215901" y="273653"/>
                </a:lnTo>
                <a:lnTo>
                  <a:pt x="222920" y="273653"/>
                </a:lnTo>
                <a:cubicBezTo>
                  <a:pt x="250523" y="273653"/>
                  <a:pt x="273288" y="252127"/>
                  <a:pt x="273288" y="223361"/>
                </a:cubicBezTo>
                <a:cubicBezTo>
                  <a:pt x="273288" y="194596"/>
                  <a:pt x="250523" y="173069"/>
                  <a:pt x="222920" y="173069"/>
                </a:cubicBezTo>
                <a:close/>
                <a:moveTo>
                  <a:pt x="101127" y="14478"/>
                </a:moveTo>
                <a:lnTo>
                  <a:pt x="144285" y="14478"/>
                </a:lnTo>
                <a:lnTo>
                  <a:pt x="144285" y="29337"/>
                </a:lnTo>
                <a:lnTo>
                  <a:pt x="122279" y="29337"/>
                </a:lnTo>
                <a:cubicBezTo>
                  <a:pt x="117442" y="29337"/>
                  <a:pt x="114975" y="32956"/>
                  <a:pt x="114975" y="36671"/>
                </a:cubicBezTo>
                <a:cubicBezTo>
                  <a:pt x="114975" y="41529"/>
                  <a:pt x="117442" y="44005"/>
                  <a:pt x="122279" y="44005"/>
                </a:cubicBezTo>
                <a:lnTo>
                  <a:pt x="144285" y="44005"/>
                </a:lnTo>
                <a:lnTo>
                  <a:pt x="144285" y="57817"/>
                </a:lnTo>
                <a:lnTo>
                  <a:pt x="136887" y="57817"/>
                </a:lnTo>
                <a:cubicBezTo>
                  <a:pt x="132049" y="57817"/>
                  <a:pt x="129583" y="61436"/>
                  <a:pt x="129583" y="65151"/>
                </a:cubicBezTo>
                <a:cubicBezTo>
                  <a:pt x="129583" y="70009"/>
                  <a:pt x="132049" y="72485"/>
                  <a:pt x="136887" y="72485"/>
                </a:cubicBezTo>
                <a:lnTo>
                  <a:pt x="144285" y="72485"/>
                </a:lnTo>
                <a:lnTo>
                  <a:pt x="144285" y="87058"/>
                </a:lnTo>
                <a:lnTo>
                  <a:pt x="122279" y="87058"/>
                </a:lnTo>
                <a:cubicBezTo>
                  <a:pt x="117442" y="87058"/>
                  <a:pt x="114975" y="90488"/>
                  <a:pt x="114975" y="93917"/>
                </a:cubicBezTo>
                <a:cubicBezTo>
                  <a:pt x="114975" y="98488"/>
                  <a:pt x="117442" y="100775"/>
                  <a:pt x="122279" y="100775"/>
                </a:cubicBezTo>
                <a:lnTo>
                  <a:pt x="144285" y="100775"/>
                </a:lnTo>
                <a:lnTo>
                  <a:pt x="144285" y="115348"/>
                </a:lnTo>
                <a:lnTo>
                  <a:pt x="136887" y="115348"/>
                </a:lnTo>
                <a:cubicBezTo>
                  <a:pt x="132049" y="115348"/>
                  <a:pt x="129583" y="118967"/>
                  <a:pt x="129583" y="122682"/>
                </a:cubicBezTo>
                <a:cubicBezTo>
                  <a:pt x="129583" y="127540"/>
                  <a:pt x="132049" y="130016"/>
                  <a:pt x="136887" y="130016"/>
                </a:cubicBezTo>
                <a:lnTo>
                  <a:pt x="144285" y="130016"/>
                </a:lnTo>
                <a:lnTo>
                  <a:pt x="144285" y="144018"/>
                </a:lnTo>
                <a:lnTo>
                  <a:pt x="101127" y="144018"/>
                </a:lnTo>
                <a:lnTo>
                  <a:pt x="101127" y="14478"/>
                </a:lnTo>
                <a:close/>
                <a:moveTo>
                  <a:pt x="66410" y="144018"/>
                </a:moveTo>
                <a:lnTo>
                  <a:pt x="40135" y="144018"/>
                </a:lnTo>
                <a:lnTo>
                  <a:pt x="23061" y="110776"/>
                </a:lnTo>
                <a:cubicBezTo>
                  <a:pt x="26191" y="108394"/>
                  <a:pt x="31503" y="104394"/>
                  <a:pt x="40609" y="97536"/>
                </a:cubicBezTo>
                <a:cubicBezTo>
                  <a:pt x="43834" y="103442"/>
                  <a:pt x="50948" y="116110"/>
                  <a:pt x="66505" y="144018"/>
                </a:cubicBezTo>
                <a:close/>
                <a:moveTo>
                  <a:pt x="30744" y="87916"/>
                </a:moveTo>
                <a:cubicBezTo>
                  <a:pt x="28088" y="89916"/>
                  <a:pt x="24484" y="92678"/>
                  <a:pt x="19646" y="96298"/>
                </a:cubicBezTo>
                <a:cubicBezTo>
                  <a:pt x="19172" y="92297"/>
                  <a:pt x="18413" y="86868"/>
                  <a:pt x="17465" y="79248"/>
                </a:cubicBezTo>
                <a:cubicBezTo>
                  <a:pt x="17465" y="79248"/>
                  <a:pt x="17465" y="79248"/>
                  <a:pt x="30839" y="87916"/>
                </a:cubicBezTo>
                <a:close/>
                <a:moveTo>
                  <a:pt x="200534" y="59436"/>
                </a:moveTo>
                <a:cubicBezTo>
                  <a:pt x="201767" y="57055"/>
                  <a:pt x="204139" y="53435"/>
                  <a:pt x="206510" y="51054"/>
                </a:cubicBezTo>
                <a:cubicBezTo>
                  <a:pt x="212486" y="43815"/>
                  <a:pt x="219695" y="34195"/>
                  <a:pt x="218462" y="22193"/>
                </a:cubicBezTo>
                <a:cubicBezTo>
                  <a:pt x="226809" y="28194"/>
                  <a:pt x="232880" y="35433"/>
                  <a:pt x="235251" y="46196"/>
                </a:cubicBezTo>
                <a:cubicBezTo>
                  <a:pt x="237622" y="59436"/>
                  <a:pt x="235251" y="72676"/>
                  <a:pt x="226904" y="78676"/>
                </a:cubicBezTo>
                <a:cubicBezTo>
                  <a:pt x="223299" y="83439"/>
                  <a:pt x="217324" y="83439"/>
                  <a:pt x="210115" y="81058"/>
                </a:cubicBezTo>
                <a:cubicBezTo>
                  <a:pt x="209640" y="80867"/>
                  <a:pt x="209261" y="80581"/>
                  <a:pt x="208881" y="80391"/>
                </a:cubicBezTo>
                <a:cubicBezTo>
                  <a:pt x="208312" y="79534"/>
                  <a:pt x="207459" y="78676"/>
                  <a:pt x="206415" y="78010"/>
                </a:cubicBezTo>
                <a:cubicBezTo>
                  <a:pt x="205562" y="77438"/>
                  <a:pt x="204708" y="77152"/>
                  <a:pt x="203759" y="76962"/>
                </a:cubicBezTo>
                <a:cubicBezTo>
                  <a:pt x="202242" y="75533"/>
                  <a:pt x="201103" y="73819"/>
                  <a:pt x="200534" y="71438"/>
                </a:cubicBezTo>
                <a:cubicBezTo>
                  <a:pt x="199301" y="67818"/>
                  <a:pt x="199301" y="64198"/>
                  <a:pt x="200534" y="59436"/>
                </a:cubicBezTo>
                <a:close/>
                <a:moveTo>
                  <a:pt x="204992" y="94488"/>
                </a:moveTo>
                <a:cubicBezTo>
                  <a:pt x="206036" y="94774"/>
                  <a:pt x="207079" y="94964"/>
                  <a:pt x="208123" y="95250"/>
                </a:cubicBezTo>
                <a:cubicBezTo>
                  <a:pt x="205182" y="102775"/>
                  <a:pt x="199586" y="117253"/>
                  <a:pt x="188962" y="144590"/>
                </a:cubicBezTo>
                <a:lnTo>
                  <a:pt x="177105" y="144590"/>
                </a:lnTo>
                <a:cubicBezTo>
                  <a:pt x="181658" y="136398"/>
                  <a:pt x="190005" y="121444"/>
                  <a:pt x="204898" y="94488"/>
                </a:cubicBezTo>
                <a:close/>
                <a:moveTo>
                  <a:pt x="180141" y="331470"/>
                </a:moveTo>
                <a:lnTo>
                  <a:pt x="50759" y="331470"/>
                </a:lnTo>
                <a:cubicBezTo>
                  <a:pt x="38807" y="331470"/>
                  <a:pt x="29227" y="321850"/>
                  <a:pt x="29227" y="309944"/>
                </a:cubicBezTo>
                <a:lnTo>
                  <a:pt x="29227" y="158972"/>
                </a:lnTo>
                <a:lnTo>
                  <a:pt x="201767" y="158972"/>
                </a:lnTo>
                <a:lnTo>
                  <a:pt x="201767" y="179165"/>
                </a:lnTo>
                <a:cubicBezTo>
                  <a:pt x="201767" y="179165"/>
                  <a:pt x="201578" y="179832"/>
                  <a:pt x="201578" y="180213"/>
                </a:cubicBezTo>
                <a:cubicBezTo>
                  <a:pt x="201578" y="180689"/>
                  <a:pt x="201673" y="180975"/>
                  <a:pt x="201767" y="181451"/>
                </a:cubicBezTo>
                <a:lnTo>
                  <a:pt x="201767" y="265462"/>
                </a:lnTo>
                <a:cubicBezTo>
                  <a:pt x="201767" y="265462"/>
                  <a:pt x="201578" y="266128"/>
                  <a:pt x="201578" y="266509"/>
                </a:cubicBezTo>
                <a:cubicBezTo>
                  <a:pt x="201578" y="266986"/>
                  <a:pt x="201673" y="267271"/>
                  <a:pt x="201767" y="267748"/>
                </a:cubicBezTo>
                <a:lnTo>
                  <a:pt x="201767" y="310039"/>
                </a:lnTo>
                <a:cubicBezTo>
                  <a:pt x="201767" y="322040"/>
                  <a:pt x="192187" y="331565"/>
                  <a:pt x="180235" y="331565"/>
                </a:cubicBezTo>
                <a:close/>
                <a:moveTo>
                  <a:pt x="223110" y="259271"/>
                </a:moveTo>
                <a:lnTo>
                  <a:pt x="216091" y="259271"/>
                </a:lnTo>
                <a:lnTo>
                  <a:pt x="216091" y="187357"/>
                </a:lnTo>
                <a:lnTo>
                  <a:pt x="223110" y="187357"/>
                </a:lnTo>
                <a:cubicBezTo>
                  <a:pt x="242270" y="187357"/>
                  <a:pt x="259060" y="204121"/>
                  <a:pt x="259060" y="223266"/>
                </a:cubicBezTo>
                <a:cubicBezTo>
                  <a:pt x="259060" y="243650"/>
                  <a:pt x="242270" y="259175"/>
                  <a:pt x="223110" y="25917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6" name="Graphic 122">
            <a:extLst>
              <a:ext uri="{FF2B5EF4-FFF2-40B4-BE49-F238E27FC236}">
                <a16:creationId xmlns:a16="http://schemas.microsoft.com/office/drawing/2014/main" id="{B43A6298-14B9-C0E4-1071-62F316DACB09}"/>
              </a:ext>
            </a:extLst>
          </p:cNvPr>
          <p:cNvSpPr/>
          <p:nvPr/>
        </p:nvSpPr>
        <p:spPr>
          <a:xfrm>
            <a:off x="8801287" y="1455421"/>
            <a:ext cx="364614" cy="461429"/>
          </a:xfrm>
          <a:custGeom>
            <a:avLst/>
            <a:gdLst>
              <a:gd name="connsiteX0" fmla="*/ 223110 w 273287"/>
              <a:gd name="connsiteY0" fmla="*/ 172974 h 345852"/>
              <a:gd name="connsiteX1" fmla="*/ 216091 w 273287"/>
              <a:gd name="connsiteY1" fmla="*/ 172974 h 345852"/>
              <a:gd name="connsiteX2" fmla="*/ 216091 w 273287"/>
              <a:gd name="connsiteY2" fmla="*/ 151733 h 345852"/>
              <a:gd name="connsiteX3" fmla="*/ 208881 w 273287"/>
              <a:gd name="connsiteY3" fmla="*/ 144590 h 345852"/>
              <a:gd name="connsiteX4" fmla="*/ 204423 w 273287"/>
              <a:gd name="connsiteY4" fmla="*/ 144590 h 345852"/>
              <a:gd name="connsiteX5" fmla="*/ 222730 w 273287"/>
              <a:gd name="connsiteY5" fmla="*/ 96298 h 345852"/>
              <a:gd name="connsiteX6" fmla="*/ 236389 w 273287"/>
              <a:gd name="connsiteY6" fmla="*/ 90678 h 345852"/>
              <a:gd name="connsiteX7" fmla="*/ 248341 w 273287"/>
              <a:gd name="connsiteY7" fmla="*/ 42577 h 345852"/>
              <a:gd name="connsiteX8" fmla="*/ 208787 w 273287"/>
              <a:gd name="connsiteY8" fmla="*/ 1714 h 345852"/>
              <a:gd name="connsiteX9" fmla="*/ 200439 w 273287"/>
              <a:gd name="connsiteY9" fmla="*/ 5334 h 345852"/>
              <a:gd name="connsiteX10" fmla="*/ 200439 w 273287"/>
              <a:gd name="connsiteY10" fmla="*/ 12573 h 345852"/>
              <a:gd name="connsiteX11" fmla="*/ 195602 w 273287"/>
              <a:gd name="connsiteY11" fmla="*/ 41434 h 345852"/>
              <a:gd name="connsiteX12" fmla="*/ 187255 w 273287"/>
              <a:gd name="connsiteY12" fmla="*/ 53435 h 345852"/>
              <a:gd name="connsiteX13" fmla="*/ 187255 w 273287"/>
              <a:gd name="connsiteY13" fmla="*/ 77438 h 345852"/>
              <a:gd name="connsiteX14" fmla="*/ 193420 w 273287"/>
              <a:gd name="connsiteY14" fmla="*/ 86201 h 345852"/>
              <a:gd name="connsiteX15" fmla="*/ 160506 w 273287"/>
              <a:gd name="connsiteY15" fmla="*/ 144590 h 345852"/>
              <a:gd name="connsiteX16" fmla="*/ 158514 w 273287"/>
              <a:gd name="connsiteY16" fmla="*/ 144590 h 345852"/>
              <a:gd name="connsiteX17" fmla="*/ 158514 w 273287"/>
              <a:gd name="connsiteY17" fmla="*/ 7239 h 345852"/>
              <a:gd name="connsiteX18" fmla="*/ 151305 w 273287"/>
              <a:gd name="connsiteY18" fmla="*/ 0 h 345852"/>
              <a:gd name="connsiteX19" fmla="*/ 93728 w 273287"/>
              <a:gd name="connsiteY19" fmla="*/ 0 h 345852"/>
              <a:gd name="connsiteX20" fmla="*/ 86519 w 273287"/>
              <a:gd name="connsiteY20" fmla="*/ 7239 h 345852"/>
              <a:gd name="connsiteX21" fmla="*/ 86519 w 273287"/>
              <a:gd name="connsiteY21" fmla="*/ 144590 h 345852"/>
              <a:gd name="connsiteX22" fmla="*/ 83009 w 273287"/>
              <a:gd name="connsiteY22" fmla="*/ 144590 h 345852"/>
              <a:gd name="connsiteX23" fmla="*/ 49431 w 273287"/>
              <a:gd name="connsiteY23" fmla="*/ 84106 h 345852"/>
              <a:gd name="connsiteX24" fmla="*/ 47059 w 273287"/>
              <a:gd name="connsiteY24" fmla="*/ 80486 h 345852"/>
              <a:gd name="connsiteX25" fmla="*/ 11204 w 273287"/>
              <a:gd name="connsiteY25" fmla="*/ 58960 h 345852"/>
              <a:gd name="connsiteX26" fmla="*/ 2857 w 273287"/>
              <a:gd name="connsiteY26" fmla="*/ 58960 h 345852"/>
              <a:gd name="connsiteX27" fmla="*/ 486 w 273287"/>
              <a:gd name="connsiteY27" fmla="*/ 66103 h 345852"/>
              <a:gd name="connsiteX28" fmla="*/ 7410 w 273287"/>
              <a:gd name="connsiteY28" fmla="*/ 107537 h 345852"/>
              <a:gd name="connsiteX29" fmla="*/ 7695 w 273287"/>
              <a:gd name="connsiteY29" fmla="*/ 110395 h 345852"/>
              <a:gd name="connsiteX30" fmla="*/ 7695 w 273287"/>
              <a:gd name="connsiteY30" fmla="*/ 111633 h 345852"/>
              <a:gd name="connsiteX31" fmla="*/ 24104 w 273287"/>
              <a:gd name="connsiteY31" fmla="*/ 144590 h 345852"/>
              <a:gd name="connsiteX32" fmla="*/ 21828 w 273287"/>
              <a:gd name="connsiteY32" fmla="*/ 144590 h 345852"/>
              <a:gd name="connsiteX33" fmla="*/ 14619 w 273287"/>
              <a:gd name="connsiteY33" fmla="*/ 151733 h 345852"/>
              <a:gd name="connsiteX34" fmla="*/ 14619 w 273287"/>
              <a:gd name="connsiteY34" fmla="*/ 309944 h 345852"/>
              <a:gd name="connsiteX35" fmla="*/ 50569 w 273287"/>
              <a:gd name="connsiteY35" fmla="*/ 345853 h 345852"/>
              <a:gd name="connsiteX36" fmla="*/ 179951 w 273287"/>
              <a:gd name="connsiteY36" fmla="*/ 345853 h 345852"/>
              <a:gd name="connsiteX37" fmla="*/ 215901 w 273287"/>
              <a:gd name="connsiteY37" fmla="*/ 309944 h 345852"/>
              <a:gd name="connsiteX38" fmla="*/ 215901 w 273287"/>
              <a:gd name="connsiteY38" fmla="*/ 273653 h 345852"/>
              <a:gd name="connsiteX39" fmla="*/ 222920 w 273287"/>
              <a:gd name="connsiteY39" fmla="*/ 273653 h 345852"/>
              <a:gd name="connsiteX40" fmla="*/ 273288 w 273287"/>
              <a:gd name="connsiteY40" fmla="*/ 223361 h 345852"/>
              <a:gd name="connsiteX41" fmla="*/ 222920 w 273287"/>
              <a:gd name="connsiteY41" fmla="*/ 173069 h 345852"/>
              <a:gd name="connsiteX42" fmla="*/ 101127 w 273287"/>
              <a:gd name="connsiteY42" fmla="*/ 14478 h 345852"/>
              <a:gd name="connsiteX43" fmla="*/ 144285 w 273287"/>
              <a:gd name="connsiteY43" fmla="*/ 14478 h 345852"/>
              <a:gd name="connsiteX44" fmla="*/ 144285 w 273287"/>
              <a:gd name="connsiteY44" fmla="*/ 29337 h 345852"/>
              <a:gd name="connsiteX45" fmla="*/ 122279 w 273287"/>
              <a:gd name="connsiteY45" fmla="*/ 29337 h 345852"/>
              <a:gd name="connsiteX46" fmla="*/ 114975 w 273287"/>
              <a:gd name="connsiteY46" fmla="*/ 36671 h 345852"/>
              <a:gd name="connsiteX47" fmla="*/ 122279 w 273287"/>
              <a:gd name="connsiteY47" fmla="*/ 44005 h 345852"/>
              <a:gd name="connsiteX48" fmla="*/ 144285 w 273287"/>
              <a:gd name="connsiteY48" fmla="*/ 44005 h 345852"/>
              <a:gd name="connsiteX49" fmla="*/ 144285 w 273287"/>
              <a:gd name="connsiteY49" fmla="*/ 57817 h 345852"/>
              <a:gd name="connsiteX50" fmla="*/ 136887 w 273287"/>
              <a:gd name="connsiteY50" fmla="*/ 57817 h 345852"/>
              <a:gd name="connsiteX51" fmla="*/ 129583 w 273287"/>
              <a:gd name="connsiteY51" fmla="*/ 65151 h 345852"/>
              <a:gd name="connsiteX52" fmla="*/ 136887 w 273287"/>
              <a:gd name="connsiteY52" fmla="*/ 72485 h 345852"/>
              <a:gd name="connsiteX53" fmla="*/ 144285 w 273287"/>
              <a:gd name="connsiteY53" fmla="*/ 72485 h 345852"/>
              <a:gd name="connsiteX54" fmla="*/ 144285 w 273287"/>
              <a:gd name="connsiteY54" fmla="*/ 87058 h 345852"/>
              <a:gd name="connsiteX55" fmla="*/ 122279 w 273287"/>
              <a:gd name="connsiteY55" fmla="*/ 87058 h 345852"/>
              <a:gd name="connsiteX56" fmla="*/ 114975 w 273287"/>
              <a:gd name="connsiteY56" fmla="*/ 93917 h 345852"/>
              <a:gd name="connsiteX57" fmla="*/ 122279 w 273287"/>
              <a:gd name="connsiteY57" fmla="*/ 100775 h 345852"/>
              <a:gd name="connsiteX58" fmla="*/ 144285 w 273287"/>
              <a:gd name="connsiteY58" fmla="*/ 100775 h 345852"/>
              <a:gd name="connsiteX59" fmla="*/ 144285 w 273287"/>
              <a:gd name="connsiteY59" fmla="*/ 115348 h 345852"/>
              <a:gd name="connsiteX60" fmla="*/ 136887 w 273287"/>
              <a:gd name="connsiteY60" fmla="*/ 115348 h 345852"/>
              <a:gd name="connsiteX61" fmla="*/ 129583 w 273287"/>
              <a:gd name="connsiteY61" fmla="*/ 122682 h 345852"/>
              <a:gd name="connsiteX62" fmla="*/ 136887 w 273287"/>
              <a:gd name="connsiteY62" fmla="*/ 130016 h 345852"/>
              <a:gd name="connsiteX63" fmla="*/ 144285 w 273287"/>
              <a:gd name="connsiteY63" fmla="*/ 130016 h 345852"/>
              <a:gd name="connsiteX64" fmla="*/ 144285 w 273287"/>
              <a:gd name="connsiteY64" fmla="*/ 144018 h 345852"/>
              <a:gd name="connsiteX65" fmla="*/ 101127 w 273287"/>
              <a:gd name="connsiteY65" fmla="*/ 144018 h 345852"/>
              <a:gd name="connsiteX66" fmla="*/ 101127 w 273287"/>
              <a:gd name="connsiteY66" fmla="*/ 14478 h 345852"/>
              <a:gd name="connsiteX67" fmla="*/ 66410 w 273287"/>
              <a:gd name="connsiteY67" fmla="*/ 144018 h 345852"/>
              <a:gd name="connsiteX68" fmla="*/ 40135 w 273287"/>
              <a:gd name="connsiteY68" fmla="*/ 144018 h 345852"/>
              <a:gd name="connsiteX69" fmla="*/ 23061 w 273287"/>
              <a:gd name="connsiteY69" fmla="*/ 110776 h 345852"/>
              <a:gd name="connsiteX70" fmla="*/ 40609 w 273287"/>
              <a:gd name="connsiteY70" fmla="*/ 97536 h 345852"/>
              <a:gd name="connsiteX71" fmla="*/ 66505 w 273287"/>
              <a:gd name="connsiteY71" fmla="*/ 144018 h 345852"/>
              <a:gd name="connsiteX72" fmla="*/ 30744 w 273287"/>
              <a:gd name="connsiteY72" fmla="*/ 87916 h 345852"/>
              <a:gd name="connsiteX73" fmla="*/ 19646 w 273287"/>
              <a:gd name="connsiteY73" fmla="*/ 96298 h 345852"/>
              <a:gd name="connsiteX74" fmla="*/ 17465 w 273287"/>
              <a:gd name="connsiteY74" fmla="*/ 79248 h 345852"/>
              <a:gd name="connsiteX75" fmla="*/ 30839 w 273287"/>
              <a:gd name="connsiteY75" fmla="*/ 87916 h 345852"/>
              <a:gd name="connsiteX76" fmla="*/ 200534 w 273287"/>
              <a:gd name="connsiteY76" fmla="*/ 59436 h 345852"/>
              <a:gd name="connsiteX77" fmla="*/ 206510 w 273287"/>
              <a:gd name="connsiteY77" fmla="*/ 51054 h 345852"/>
              <a:gd name="connsiteX78" fmla="*/ 218462 w 273287"/>
              <a:gd name="connsiteY78" fmla="*/ 22193 h 345852"/>
              <a:gd name="connsiteX79" fmla="*/ 235251 w 273287"/>
              <a:gd name="connsiteY79" fmla="*/ 46196 h 345852"/>
              <a:gd name="connsiteX80" fmla="*/ 226904 w 273287"/>
              <a:gd name="connsiteY80" fmla="*/ 78676 h 345852"/>
              <a:gd name="connsiteX81" fmla="*/ 210115 w 273287"/>
              <a:gd name="connsiteY81" fmla="*/ 81058 h 345852"/>
              <a:gd name="connsiteX82" fmla="*/ 208881 w 273287"/>
              <a:gd name="connsiteY82" fmla="*/ 80391 h 345852"/>
              <a:gd name="connsiteX83" fmla="*/ 206415 w 273287"/>
              <a:gd name="connsiteY83" fmla="*/ 78010 h 345852"/>
              <a:gd name="connsiteX84" fmla="*/ 203759 w 273287"/>
              <a:gd name="connsiteY84" fmla="*/ 76962 h 345852"/>
              <a:gd name="connsiteX85" fmla="*/ 200534 w 273287"/>
              <a:gd name="connsiteY85" fmla="*/ 71438 h 345852"/>
              <a:gd name="connsiteX86" fmla="*/ 200534 w 273287"/>
              <a:gd name="connsiteY86" fmla="*/ 59436 h 345852"/>
              <a:gd name="connsiteX87" fmla="*/ 204992 w 273287"/>
              <a:gd name="connsiteY87" fmla="*/ 94488 h 345852"/>
              <a:gd name="connsiteX88" fmla="*/ 208123 w 273287"/>
              <a:gd name="connsiteY88" fmla="*/ 95250 h 345852"/>
              <a:gd name="connsiteX89" fmla="*/ 188962 w 273287"/>
              <a:gd name="connsiteY89" fmla="*/ 144590 h 345852"/>
              <a:gd name="connsiteX90" fmla="*/ 177105 w 273287"/>
              <a:gd name="connsiteY90" fmla="*/ 144590 h 345852"/>
              <a:gd name="connsiteX91" fmla="*/ 204898 w 273287"/>
              <a:gd name="connsiteY91" fmla="*/ 94488 h 345852"/>
              <a:gd name="connsiteX92" fmla="*/ 180141 w 273287"/>
              <a:gd name="connsiteY92" fmla="*/ 331470 h 345852"/>
              <a:gd name="connsiteX93" fmla="*/ 50759 w 273287"/>
              <a:gd name="connsiteY93" fmla="*/ 331470 h 345852"/>
              <a:gd name="connsiteX94" fmla="*/ 29227 w 273287"/>
              <a:gd name="connsiteY94" fmla="*/ 309944 h 345852"/>
              <a:gd name="connsiteX95" fmla="*/ 29227 w 273287"/>
              <a:gd name="connsiteY95" fmla="*/ 158972 h 345852"/>
              <a:gd name="connsiteX96" fmla="*/ 201767 w 273287"/>
              <a:gd name="connsiteY96" fmla="*/ 158972 h 345852"/>
              <a:gd name="connsiteX97" fmla="*/ 201767 w 273287"/>
              <a:gd name="connsiteY97" fmla="*/ 179165 h 345852"/>
              <a:gd name="connsiteX98" fmla="*/ 201578 w 273287"/>
              <a:gd name="connsiteY98" fmla="*/ 180213 h 345852"/>
              <a:gd name="connsiteX99" fmla="*/ 201767 w 273287"/>
              <a:gd name="connsiteY99" fmla="*/ 181451 h 345852"/>
              <a:gd name="connsiteX100" fmla="*/ 201767 w 273287"/>
              <a:gd name="connsiteY100" fmla="*/ 265462 h 345852"/>
              <a:gd name="connsiteX101" fmla="*/ 201578 w 273287"/>
              <a:gd name="connsiteY101" fmla="*/ 266509 h 345852"/>
              <a:gd name="connsiteX102" fmla="*/ 201767 w 273287"/>
              <a:gd name="connsiteY102" fmla="*/ 267748 h 345852"/>
              <a:gd name="connsiteX103" fmla="*/ 201767 w 273287"/>
              <a:gd name="connsiteY103" fmla="*/ 310039 h 345852"/>
              <a:gd name="connsiteX104" fmla="*/ 180235 w 273287"/>
              <a:gd name="connsiteY104" fmla="*/ 331565 h 345852"/>
              <a:gd name="connsiteX105" fmla="*/ 223110 w 273287"/>
              <a:gd name="connsiteY105" fmla="*/ 259271 h 345852"/>
              <a:gd name="connsiteX106" fmla="*/ 216091 w 273287"/>
              <a:gd name="connsiteY106" fmla="*/ 259271 h 345852"/>
              <a:gd name="connsiteX107" fmla="*/ 216091 w 273287"/>
              <a:gd name="connsiteY107" fmla="*/ 187357 h 345852"/>
              <a:gd name="connsiteX108" fmla="*/ 223110 w 273287"/>
              <a:gd name="connsiteY108" fmla="*/ 187357 h 345852"/>
              <a:gd name="connsiteX109" fmla="*/ 259060 w 273287"/>
              <a:gd name="connsiteY109" fmla="*/ 223266 h 345852"/>
              <a:gd name="connsiteX110" fmla="*/ 223110 w 273287"/>
              <a:gd name="connsiteY110" fmla="*/ 259175 h 345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273287" h="345852">
                <a:moveTo>
                  <a:pt x="223110" y="172974"/>
                </a:moveTo>
                <a:lnTo>
                  <a:pt x="216091" y="172974"/>
                </a:lnTo>
                <a:lnTo>
                  <a:pt x="216091" y="151733"/>
                </a:lnTo>
                <a:cubicBezTo>
                  <a:pt x="216091" y="148114"/>
                  <a:pt x="212486" y="144590"/>
                  <a:pt x="208881" y="144590"/>
                </a:cubicBezTo>
                <a:lnTo>
                  <a:pt x="204423" y="144590"/>
                </a:lnTo>
                <a:cubicBezTo>
                  <a:pt x="207459" y="136588"/>
                  <a:pt x="212960" y="122111"/>
                  <a:pt x="222730" y="96298"/>
                </a:cubicBezTo>
                <a:cubicBezTo>
                  <a:pt x="228042" y="95536"/>
                  <a:pt x="232595" y="93536"/>
                  <a:pt x="236389" y="90678"/>
                </a:cubicBezTo>
                <a:cubicBezTo>
                  <a:pt x="248341" y="79819"/>
                  <a:pt x="253179" y="60579"/>
                  <a:pt x="248341" y="42577"/>
                </a:cubicBezTo>
                <a:cubicBezTo>
                  <a:pt x="243504" y="22098"/>
                  <a:pt x="229180" y="7715"/>
                  <a:pt x="208787" y="1714"/>
                </a:cubicBezTo>
                <a:cubicBezTo>
                  <a:pt x="205182" y="1714"/>
                  <a:pt x="202811" y="2953"/>
                  <a:pt x="200439" y="5334"/>
                </a:cubicBezTo>
                <a:cubicBezTo>
                  <a:pt x="199206" y="7715"/>
                  <a:pt x="199206" y="10096"/>
                  <a:pt x="200439" y="12573"/>
                </a:cubicBezTo>
                <a:cubicBezTo>
                  <a:pt x="208787" y="24574"/>
                  <a:pt x="204044" y="31813"/>
                  <a:pt x="195602" y="41434"/>
                </a:cubicBezTo>
                <a:cubicBezTo>
                  <a:pt x="191997" y="46196"/>
                  <a:pt x="189626" y="49816"/>
                  <a:pt x="187255" y="53435"/>
                </a:cubicBezTo>
                <a:cubicBezTo>
                  <a:pt x="184883" y="61817"/>
                  <a:pt x="183650" y="70294"/>
                  <a:pt x="187255" y="77438"/>
                </a:cubicBezTo>
                <a:cubicBezTo>
                  <a:pt x="188867" y="80677"/>
                  <a:pt x="190954" y="83534"/>
                  <a:pt x="193420" y="86201"/>
                </a:cubicBezTo>
                <a:cubicBezTo>
                  <a:pt x="189436" y="93345"/>
                  <a:pt x="180425" y="109347"/>
                  <a:pt x="160506" y="144590"/>
                </a:cubicBezTo>
                <a:lnTo>
                  <a:pt x="158514" y="144590"/>
                </a:lnTo>
                <a:lnTo>
                  <a:pt x="158514" y="7239"/>
                </a:lnTo>
                <a:cubicBezTo>
                  <a:pt x="158514" y="3619"/>
                  <a:pt x="154909" y="0"/>
                  <a:pt x="151305" y="0"/>
                </a:cubicBezTo>
                <a:lnTo>
                  <a:pt x="93728" y="0"/>
                </a:lnTo>
                <a:cubicBezTo>
                  <a:pt x="88890" y="0"/>
                  <a:pt x="86519" y="3619"/>
                  <a:pt x="86519" y="7239"/>
                </a:cubicBezTo>
                <a:lnTo>
                  <a:pt x="86519" y="144590"/>
                </a:lnTo>
                <a:lnTo>
                  <a:pt x="83009" y="144590"/>
                </a:lnTo>
                <a:cubicBezTo>
                  <a:pt x="79594" y="138398"/>
                  <a:pt x="70963" y="122968"/>
                  <a:pt x="49431" y="84106"/>
                </a:cubicBezTo>
                <a:cubicBezTo>
                  <a:pt x="48198" y="82867"/>
                  <a:pt x="48198" y="81725"/>
                  <a:pt x="47059" y="80486"/>
                </a:cubicBezTo>
                <a:lnTo>
                  <a:pt x="11204" y="58960"/>
                </a:lnTo>
                <a:cubicBezTo>
                  <a:pt x="8833" y="57721"/>
                  <a:pt x="5228" y="57721"/>
                  <a:pt x="2857" y="58960"/>
                </a:cubicBezTo>
                <a:cubicBezTo>
                  <a:pt x="486" y="61341"/>
                  <a:pt x="-748" y="63722"/>
                  <a:pt x="486" y="66103"/>
                </a:cubicBezTo>
                <a:cubicBezTo>
                  <a:pt x="486" y="66103"/>
                  <a:pt x="486" y="66103"/>
                  <a:pt x="7410" y="107537"/>
                </a:cubicBezTo>
                <a:cubicBezTo>
                  <a:pt x="7315" y="108490"/>
                  <a:pt x="7410" y="109442"/>
                  <a:pt x="7695" y="110395"/>
                </a:cubicBezTo>
                <a:lnTo>
                  <a:pt x="7695" y="111633"/>
                </a:lnTo>
                <a:cubicBezTo>
                  <a:pt x="7695" y="111633"/>
                  <a:pt x="7695" y="111728"/>
                  <a:pt x="24104" y="144590"/>
                </a:cubicBezTo>
                <a:lnTo>
                  <a:pt x="21828" y="144590"/>
                </a:lnTo>
                <a:cubicBezTo>
                  <a:pt x="16990" y="144590"/>
                  <a:pt x="14619" y="148209"/>
                  <a:pt x="14619" y="151733"/>
                </a:cubicBezTo>
                <a:lnTo>
                  <a:pt x="14619" y="309944"/>
                </a:lnTo>
                <a:cubicBezTo>
                  <a:pt x="14619" y="330327"/>
                  <a:pt x="30175" y="345853"/>
                  <a:pt x="50569" y="345853"/>
                </a:cubicBezTo>
                <a:lnTo>
                  <a:pt x="179951" y="345853"/>
                </a:lnTo>
                <a:cubicBezTo>
                  <a:pt x="199112" y="345853"/>
                  <a:pt x="215901" y="330232"/>
                  <a:pt x="215901" y="309944"/>
                </a:cubicBezTo>
                <a:lnTo>
                  <a:pt x="215901" y="273653"/>
                </a:lnTo>
                <a:lnTo>
                  <a:pt x="222920" y="273653"/>
                </a:lnTo>
                <a:cubicBezTo>
                  <a:pt x="250523" y="273653"/>
                  <a:pt x="273288" y="252127"/>
                  <a:pt x="273288" y="223361"/>
                </a:cubicBezTo>
                <a:cubicBezTo>
                  <a:pt x="273288" y="194596"/>
                  <a:pt x="250523" y="173069"/>
                  <a:pt x="222920" y="173069"/>
                </a:cubicBezTo>
                <a:close/>
                <a:moveTo>
                  <a:pt x="101127" y="14478"/>
                </a:moveTo>
                <a:lnTo>
                  <a:pt x="144285" y="14478"/>
                </a:lnTo>
                <a:lnTo>
                  <a:pt x="144285" y="29337"/>
                </a:lnTo>
                <a:lnTo>
                  <a:pt x="122279" y="29337"/>
                </a:lnTo>
                <a:cubicBezTo>
                  <a:pt x="117442" y="29337"/>
                  <a:pt x="114975" y="32956"/>
                  <a:pt x="114975" y="36671"/>
                </a:cubicBezTo>
                <a:cubicBezTo>
                  <a:pt x="114975" y="41529"/>
                  <a:pt x="117442" y="44005"/>
                  <a:pt x="122279" y="44005"/>
                </a:cubicBezTo>
                <a:lnTo>
                  <a:pt x="144285" y="44005"/>
                </a:lnTo>
                <a:lnTo>
                  <a:pt x="144285" y="57817"/>
                </a:lnTo>
                <a:lnTo>
                  <a:pt x="136887" y="57817"/>
                </a:lnTo>
                <a:cubicBezTo>
                  <a:pt x="132049" y="57817"/>
                  <a:pt x="129583" y="61436"/>
                  <a:pt x="129583" y="65151"/>
                </a:cubicBezTo>
                <a:cubicBezTo>
                  <a:pt x="129583" y="70009"/>
                  <a:pt x="132049" y="72485"/>
                  <a:pt x="136887" y="72485"/>
                </a:cubicBezTo>
                <a:lnTo>
                  <a:pt x="144285" y="72485"/>
                </a:lnTo>
                <a:lnTo>
                  <a:pt x="144285" y="87058"/>
                </a:lnTo>
                <a:lnTo>
                  <a:pt x="122279" y="87058"/>
                </a:lnTo>
                <a:cubicBezTo>
                  <a:pt x="117442" y="87058"/>
                  <a:pt x="114975" y="90488"/>
                  <a:pt x="114975" y="93917"/>
                </a:cubicBezTo>
                <a:cubicBezTo>
                  <a:pt x="114975" y="98488"/>
                  <a:pt x="117442" y="100775"/>
                  <a:pt x="122279" y="100775"/>
                </a:cubicBezTo>
                <a:lnTo>
                  <a:pt x="144285" y="100775"/>
                </a:lnTo>
                <a:lnTo>
                  <a:pt x="144285" y="115348"/>
                </a:lnTo>
                <a:lnTo>
                  <a:pt x="136887" y="115348"/>
                </a:lnTo>
                <a:cubicBezTo>
                  <a:pt x="132049" y="115348"/>
                  <a:pt x="129583" y="118967"/>
                  <a:pt x="129583" y="122682"/>
                </a:cubicBezTo>
                <a:cubicBezTo>
                  <a:pt x="129583" y="127540"/>
                  <a:pt x="132049" y="130016"/>
                  <a:pt x="136887" y="130016"/>
                </a:cubicBezTo>
                <a:lnTo>
                  <a:pt x="144285" y="130016"/>
                </a:lnTo>
                <a:lnTo>
                  <a:pt x="144285" y="144018"/>
                </a:lnTo>
                <a:lnTo>
                  <a:pt x="101127" y="144018"/>
                </a:lnTo>
                <a:lnTo>
                  <a:pt x="101127" y="14478"/>
                </a:lnTo>
                <a:close/>
                <a:moveTo>
                  <a:pt x="66410" y="144018"/>
                </a:moveTo>
                <a:lnTo>
                  <a:pt x="40135" y="144018"/>
                </a:lnTo>
                <a:lnTo>
                  <a:pt x="23061" y="110776"/>
                </a:lnTo>
                <a:cubicBezTo>
                  <a:pt x="26191" y="108394"/>
                  <a:pt x="31503" y="104394"/>
                  <a:pt x="40609" y="97536"/>
                </a:cubicBezTo>
                <a:cubicBezTo>
                  <a:pt x="43834" y="103442"/>
                  <a:pt x="50948" y="116110"/>
                  <a:pt x="66505" y="144018"/>
                </a:cubicBezTo>
                <a:close/>
                <a:moveTo>
                  <a:pt x="30744" y="87916"/>
                </a:moveTo>
                <a:cubicBezTo>
                  <a:pt x="28088" y="89916"/>
                  <a:pt x="24484" y="92678"/>
                  <a:pt x="19646" y="96298"/>
                </a:cubicBezTo>
                <a:cubicBezTo>
                  <a:pt x="19172" y="92297"/>
                  <a:pt x="18413" y="86868"/>
                  <a:pt x="17465" y="79248"/>
                </a:cubicBezTo>
                <a:cubicBezTo>
                  <a:pt x="17465" y="79248"/>
                  <a:pt x="17465" y="79248"/>
                  <a:pt x="30839" y="87916"/>
                </a:cubicBezTo>
                <a:close/>
                <a:moveTo>
                  <a:pt x="200534" y="59436"/>
                </a:moveTo>
                <a:cubicBezTo>
                  <a:pt x="201767" y="57055"/>
                  <a:pt x="204139" y="53435"/>
                  <a:pt x="206510" y="51054"/>
                </a:cubicBezTo>
                <a:cubicBezTo>
                  <a:pt x="212486" y="43815"/>
                  <a:pt x="219695" y="34195"/>
                  <a:pt x="218462" y="22193"/>
                </a:cubicBezTo>
                <a:cubicBezTo>
                  <a:pt x="226809" y="28194"/>
                  <a:pt x="232880" y="35433"/>
                  <a:pt x="235251" y="46196"/>
                </a:cubicBezTo>
                <a:cubicBezTo>
                  <a:pt x="237622" y="59436"/>
                  <a:pt x="235251" y="72676"/>
                  <a:pt x="226904" y="78676"/>
                </a:cubicBezTo>
                <a:cubicBezTo>
                  <a:pt x="223299" y="83439"/>
                  <a:pt x="217324" y="83439"/>
                  <a:pt x="210115" y="81058"/>
                </a:cubicBezTo>
                <a:cubicBezTo>
                  <a:pt x="209640" y="80867"/>
                  <a:pt x="209261" y="80581"/>
                  <a:pt x="208881" y="80391"/>
                </a:cubicBezTo>
                <a:cubicBezTo>
                  <a:pt x="208312" y="79534"/>
                  <a:pt x="207459" y="78676"/>
                  <a:pt x="206415" y="78010"/>
                </a:cubicBezTo>
                <a:cubicBezTo>
                  <a:pt x="205562" y="77438"/>
                  <a:pt x="204708" y="77152"/>
                  <a:pt x="203759" y="76962"/>
                </a:cubicBezTo>
                <a:cubicBezTo>
                  <a:pt x="202242" y="75533"/>
                  <a:pt x="201103" y="73819"/>
                  <a:pt x="200534" y="71438"/>
                </a:cubicBezTo>
                <a:cubicBezTo>
                  <a:pt x="199301" y="67818"/>
                  <a:pt x="199301" y="64198"/>
                  <a:pt x="200534" y="59436"/>
                </a:cubicBezTo>
                <a:close/>
                <a:moveTo>
                  <a:pt x="204992" y="94488"/>
                </a:moveTo>
                <a:cubicBezTo>
                  <a:pt x="206036" y="94774"/>
                  <a:pt x="207079" y="94964"/>
                  <a:pt x="208123" y="95250"/>
                </a:cubicBezTo>
                <a:cubicBezTo>
                  <a:pt x="205182" y="102775"/>
                  <a:pt x="199586" y="117253"/>
                  <a:pt x="188962" y="144590"/>
                </a:cubicBezTo>
                <a:lnTo>
                  <a:pt x="177105" y="144590"/>
                </a:lnTo>
                <a:cubicBezTo>
                  <a:pt x="181658" y="136398"/>
                  <a:pt x="190005" y="121444"/>
                  <a:pt x="204898" y="94488"/>
                </a:cubicBezTo>
                <a:close/>
                <a:moveTo>
                  <a:pt x="180141" y="331470"/>
                </a:moveTo>
                <a:lnTo>
                  <a:pt x="50759" y="331470"/>
                </a:lnTo>
                <a:cubicBezTo>
                  <a:pt x="38807" y="331470"/>
                  <a:pt x="29227" y="321850"/>
                  <a:pt x="29227" y="309944"/>
                </a:cubicBezTo>
                <a:lnTo>
                  <a:pt x="29227" y="158972"/>
                </a:lnTo>
                <a:lnTo>
                  <a:pt x="201767" y="158972"/>
                </a:lnTo>
                <a:lnTo>
                  <a:pt x="201767" y="179165"/>
                </a:lnTo>
                <a:cubicBezTo>
                  <a:pt x="201767" y="179165"/>
                  <a:pt x="201578" y="179832"/>
                  <a:pt x="201578" y="180213"/>
                </a:cubicBezTo>
                <a:cubicBezTo>
                  <a:pt x="201578" y="180689"/>
                  <a:pt x="201673" y="180975"/>
                  <a:pt x="201767" y="181451"/>
                </a:cubicBezTo>
                <a:lnTo>
                  <a:pt x="201767" y="265462"/>
                </a:lnTo>
                <a:cubicBezTo>
                  <a:pt x="201767" y="265462"/>
                  <a:pt x="201578" y="266128"/>
                  <a:pt x="201578" y="266509"/>
                </a:cubicBezTo>
                <a:cubicBezTo>
                  <a:pt x="201578" y="266986"/>
                  <a:pt x="201673" y="267271"/>
                  <a:pt x="201767" y="267748"/>
                </a:cubicBezTo>
                <a:lnTo>
                  <a:pt x="201767" y="310039"/>
                </a:lnTo>
                <a:cubicBezTo>
                  <a:pt x="201767" y="322040"/>
                  <a:pt x="192187" y="331565"/>
                  <a:pt x="180235" y="331565"/>
                </a:cubicBezTo>
                <a:close/>
                <a:moveTo>
                  <a:pt x="223110" y="259271"/>
                </a:moveTo>
                <a:lnTo>
                  <a:pt x="216091" y="259271"/>
                </a:lnTo>
                <a:lnTo>
                  <a:pt x="216091" y="187357"/>
                </a:lnTo>
                <a:lnTo>
                  <a:pt x="223110" y="187357"/>
                </a:lnTo>
                <a:cubicBezTo>
                  <a:pt x="242270" y="187357"/>
                  <a:pt x="259060" y="204121"/>
                  <a:pt x="259060" y="223266"/>
                </a:cubicBezTo>
                <a:cubicBezTo>
                  <a:pt x="259060" y="243650"/>
                  <a:pt x="242270" y="259175"/>
                  <a:pt x="223110" y="25917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22">
            <a:extLst>
              <a:ext uri="{FF2B5EF4-FFF2-40B4-BE49-F238E27FC236}">
                <a16:creationId xmlns:a16="http://schemas.microsoft.com/office/drawing/2014/main" id="{3BF2ED9C-4738-BFB5-1AC3-CAC8E460B171}"/>
              </a:ext>
            </a:extLst>
          </p:cNvPr>
          <p:cNvSpPr/>
          <p:nvPr/>
        </p:nvSpPr>
        <p:spPr>
          <a:xfrm>
            <a:off x="9575987" y="1455421"/>
            <a:ext cx="364614" cy="461429"/>
          </a:xfrm>
          <a:custGeom>
            <a:avLst/>
            <a:gdLst>
              <a:gd name="connsiteX0" fmla="*/ 223110 w 273287"/>
              <a:gd name="connsiteY0" fmla="*/ 172974 h 345852"/>
              <a:gd name="connsiteX1" fmla="*/ 216091 w 273287"/>
              <a:gd name="connsiteY1" fmla="*/ 172974 h 345852"/>
              <a:gd name="connsiteX2" fmla="*/ 216091 w 273287"/>
              <a:gd name="connsiteY2" fmla="*/ 151733 h 345852"/>
              <a:gd name="connsiteX3" fmla="*/ 208881 w 273287"/>
              <a:gd name="connsiteY3" fmla="*/ 144590 h 345852"/>
              <a:gd name="connsiteX4" fmla="*/ 204423 w 273287"/>
              <a:gd name="connsiteY4" fmla="*/ 144590 h 345852"/>
              <a:gd name="connsiteX5" fmla="*/ 222730 w 273287"/>
              <a:gd name="connsiteY5" fmla="*/ 96298 h 345852"/>
              <a:gd name="connsiteX6" fmla="*/ 236389 w 273287"/>
              <a:gd name="connsiteY6" fmla="*/ 90678 h 345852"/>
              <a:gd name="connsiteX7" fmla="*/ 248341 w 273287"/>
              <a:gd name="connsiteY7" fmla="*/ 42577 h 345852"/>
              <a:gd name="connsiteX8" fmla="*/ 208787 w 273287"/>
              <a:gd name="connsiteY8" fmla="*/ 1714 h 345852"/>
              <a:gd name="connsiteX9" fmla="*/ 200439 w 273287"/>
              <a:gd name="connsiteY9" fmla="*/ 5334 h 345852"/>
              <a:gd name="connsiteX10" fmla="*/ 200439 w 273287"/>
              <a:gd name="connsiteY10" fmla="*/ 12573 h 345852"/>
              <a:gd name="connsiteX11" fmla="*/ 195602 w 273287"/>
              <a:gd name="connsiteY11" fmla="*/ 41434 h 345852"/>
              <a:gd name="connsiteX12" fmla="*/ 187255 w 273287"/>
              <a:gd name="connsiteY12" fmla="*/ 53435 h 345852"/>
              <a:gd name="connsiteX13" fmla="*/ 187255 w 273287"/>
              <a:gd name="connsiteY13" fmla="*/ 77438 h 345852"/>
              <a:gd name="connsiteX14" fmla="*/ 193420 w 273287"/>
              <a:gd name="connsiteY14" fmla="*/ 86201 h 345852"/>
              <a:gd name="connsiteX15" fmla="*/ 160506 w 273287"/>
              <a:gd name="connsiteY15" fmla="*/ 144590 h 345852"/>
              <a:gd name="connsiteX16" fmla="*/ 158514 w 273287"/>
              <a:gd name="connsiteY16" fmla="*/ 144590 h 345852"/>
              <a:gd name="connsiteX17" fmla="*/ 158514 w 273287"/>
              <a:gd name="connsiteY17" fmla="*/ 7239 h 345852"/>
              <a:gd name="connsiteX18" fmla="*/ 151305 w 273287"/>
              <a:gd name="connsiteY18" fmla="*/ 0 h 345852"/>
              <a:gd name="connsiteX19" fmla="*/ 93728 w 273287"/>
              <a:gd name="connsiteY19" fmla="*/ 0 h 345852"/>
              <a:gd name="connsiteX20" fmla="*/ 86519 w 273287"/>
              <a:gd name="connsiteY20" fmla="*/ 7239 h 345852"/>
              <a:gd name="connsiteX21" fmla="*/ 86519 w 273287"/>
              <a:gd name="connsiteY21" fmla="*/ 144590 h 345852"/>
              <a:gd name="connsiteX22" fmla="*/ 83009 w 273287"/>
              <a:gd name="connsiteY22" fmla="*/ 144590 h 345852"/>
              <a:gd name="connsiteX23" fmla="*/ 49431 w 273287"/>
              <a:gd name="connsiteY23" fmla="*/ 84106 h 345852"/>
              <a:gd name="connsiteX24" fmla="*/ 47059 w 273287"/>
              <a:gd name="connsiteY24" fmla="*/ 80486 h 345852"/>
              <a:gd name="connsiteX25" fmla="*/ 11204 w 273287"/>
              <a:gd name="connsiteY25" fmla="*/ 58960 h 345852"/>
              <a:gd name="connsiteX26" fmla="*/ 2857 w 273287"/>
              <a:gd name="connsiteY26" fmla="*/ 58960 h 345852"/>
              <a:gd name="connsiteX27" fmla="*/ 486 w 273287"/>
              <a:gd name="connsiteY27" fmla="*/ 66103 h 345852"/>
              <a:gd name="connsiteX28" fmla="*/ 7410 w 273287"/>
              <a:gd name="connsiteY28" fmla="*/ 107537 h 345852"/>
              <a:gd name="connsiteX29" fmla="*/ 7695 w 273287"/>
              <a:gd name="connsiteY29" fmla="*/ 110395 h 345852"/>
              <a:gd name="connsiteX30" fmla="*/ 7695 w 273287"/>
              <a:gd name="connsiteY30" fmla="*/ 111633 h 345852"/>
              <a:gd name="connsiteX31" fmla="*/ 24104 w 273287"/>
              <a:gd name="connsiteY31" fmla="*/ 144590 h 345852"/>
              <a:gd name="connsiteX32" fmla="*/ 21828 w 273287"/>
              <a:gd name="connsiteY32" fmla="*/ 144590 h 345852"/>
              <a:gd name="connsiteX33" fmla="*/ 14619 w 273287"/>
              <a:gd name="connsiteY33" fmla="*/ 151733 h 345852"/>
              <a:gd name="connsiteX34" fmla="*/ 14619 w 273287"/>
              <a:gd name="connsiteY34" fmla="*/ 309944 h 345852"/>
              <a:gd name="connsiteX35" fmla="*/ 50569 w 273287"/>
              <a:gd name="connsiteY35" fmla="*/ 345853 h 345852"/>
              <a:gd name="connsiteX36" fmla="*/ 179951 w 273287"/>
              <a:gd name="connsiteY36" fmla="*/ 345853 h 345852"/>
              <a:gd name="connsiteX37" fmla="*/ 215901 w 273287"/>
              <a:gd name="connsiteY37" fmla="*/ 309944 h 345852"/>
              <a:gd name="connsiteX38" fmla="*/ 215901 w 273287"/>
              <a:gd name="connsiteY38" fmla="*/ 273653 h 345852"/>
              <a:gd name="connsiteX39" fmla="*/ 222920 w 273287"/>
              <a:gd name="connsiteY39" fmla="*/ 273653 h 345852"/>
              <a:gd name="connsiteX40" fmla="*/ 273288 w 273287"/>
              <a:gd name="connsiteY40" fmla="*/ 223361 h 345852"/>
              <a:gd name="connsiteX41" fmla="*/ 222920 w 273287"/>
              <a:gd name="connsiteY41" fmla="*/ 173069 h 345852"/>
              <a:gd name="connsiteX42" fmla="*/ 101127 w 273287"/>
              <a:gd name="connsiteY42" fmla="*/ 14478 h 345852"/>
              <a:gd name="connsiteX43" fmla="*/ 144285 w 273287"/>
              <a:gd name="connsiteY43" fmla="*/ 14478 h 345852"/>
              <a:gd name="connsiteX44" fmla="*/ 144285 w 273287"/>
              <a:gd name="connsiteY44" fmla="*/ 29337 h 345852"/>
              <a:gd name="connsiteX45" fmla="*/ 122279 w 273287"/>
              <a:gd name="connsiteY45" fmla="*/ 29337 h 345852"/>
              <a:gd name="connsiteX46" fmla="*/ 114975 w 273287"/>
              <a:gd name="connsiteY46" fmla="*/ 36671 h 345852"/>
              <a:gd name="connsiteX47" fmla="*/ 122279 w 273287"/>
              <a:gd name="connsiteY47" fmla="*/ 44005 h 345852"/>
              <a:gd name="connsiteX48" fmla="*/ 144285 w 273287"/>
              <a:gd name="connsiteY48" fmla="*/ 44005 h 345852"/>
              <a:gd name="connsiteX49" fmla="*/ 144285 w 273287"/>
              <a:gd name="connsiteY49" fmla="*/ 57817 h 345852"/>
              <a:gd name="connsiteX50" fmla="*/ 136887 w 273287"/>
              <a:gd name="connsiteY50" fmla="*/ 57817 h 345852"/>
              <a:gd name="connsiteX51" fmla="*/ 129583 w 273287"/>
              <a:gd name="connsiteY51" fmla="*/ 65151 h 345852"/>
              <a:gd name="connsiteX52" fmla="*/ 136887 w 273287"/>
              <a:gd name="connsiteY52" fmla="*/ 72485 h 345852"/>
              <a:gd name="connsiteX53" fmla="*/ 144285 w 273287"/>
              <a:gd name="connsiteY53" fmla="*/ 72485 h 345852"/>
              <a:gd name="connsiteX54" fmla="*/ 144285 w 273287"/>
              <a:gd name="connsiteY54" fmla="*/ 87058 h 345852"/>
              <a:gd name="connsiteX55" fmla="*/ 122279 w 273287"/>
              <a:gd name="connsiteY55" fmla="*/ 87058 h 345852"/>
              <a:gd name="connsiteX56" fmla="*/ 114975 w 273287"/>
              <a:gd name="connsiteY56" fmla="*/ 93917 h 345852"/>
              <a:gd name="connsiteX57" fmla="*/ 122279 w 273287"/>
              <a:gd name="connsiteY57" fmla="*/ 100775 h 345852"/>
              <a:gd name="connsiteX58" fmla="*/ 144285 w 273287"/>
              <a:gd name="connsiteY58" fmla="*/ 100775 h 345852"/>
              <a:gd name="connsiteX59" fmla="*/ 144285 w 273287"/>
              <a:gd name="connsiteY59" fmla="*/ 115348 h 345852"/>
              <a:gd name="connsiteX60" fmla="*/ 136887 w 273287"/>
              <a:gd name="connsiteY60" fmla="*/ 115348 h 345852"/>
              <a:gd name="connsiteX61" fmla="*/ 129583 w 273287"/>
              <a:gd name="connsiteY61" fmla="*/ 122682 h 345852"/>
              <a:gd name="connsiteX62" fmla="*/ 136887 w 273287"/>
              <a:gd name="connsiteY62" fmla="*/ 130016 h 345852"/>
              <a:gd name="connsiteX63" fmla="*/ 144285 w 273287"/>
              <a:gd name="connsiteY63" fmla="*/ 130016 h 345852"/>
              <a:gd name="connsiteX64" fmla="*/ 144285 w 273287"/>
              <a:gd name="connsiteY64" fmla="*/ 144018 h 345852"/>
              <a:gd name="connsiteX65" fmla="*/ 101127 w 273287"/>
              <a:gd name="connsiteY65" fmla="*/ 144018 h 345852"/>
              <a:gd name="connsiteX66" fmla="*/ 101127 w 273287"/>
              <a:gd name="connsiteY66" fmla="*/ 14478 h 345852"/>
              <a:gd name="connsiteX67" fmla="*/ 66410 w 273287"/>
              <a:gd name="connsiteY67" fmla="*/ 144018 h 345852"/>
              <a:gd name="connsiteX68" fmla="*/ 40135 w 273287"/>
              <a:gd name="connsiteY68" fmla="*/ 144018 h 345852"/>
              <a:gd name="connsiteX69" fmla="*/ 23061 w 273287"/>
              <a:gd name="connsiteY69" fmla="*/ 110776 h 345852"/>
              <a:gd name="connsiteX70" fmla="*/ 40609 w 273287"/>
              <a:gd name="connsiteY70" fmla="*/ 97536 h 345852"/>
              <a:gd name="connsiteX71" fmla="*/ 66505 w 273287"/>
              <a:gd name="connsiteY71" fmla="*/ 144018 h 345852"/>
              <a:gd name="connsiteX72" fmla="*/ 30744 w 273287"/>
              <a:gd name="connsiteY72" fmla="*/ 87916 h 345852"/>
              <a:gd name="connsiteX73" fmla="*/ 19646 w 273287"/>
              <a:gd name="connsiteY73" fmla="*/ 96298 h 345852"/>
              <a:gd name="connsiteX74" fmla="*/ 17465 w 273287"/>
              <a:gd name="connsiteY74" fmla="*/ 79248 h 345852"/>
              <a:gd name="connsiteX75" fmla="*/ 30839 w 273287"/>
              <a:gd name="connsiteY75" fmla="*/ 87916 h 345852"/>
              <a:gd name="connsiteX76" fmla="*/ 200534 w 273287"/>
              <a:gd name="connsiteY76" fmla="*/ 59436 h 345852"/>
              <a:gd name="connsiteX77" fmla="*/ 206510 w 273287"/>
              <a:gd name="connsiteY77" fmla="*/ 51054 h 345852"/>
              <a:gd name="connsiteX78" fmla="*/ 218462 w 273287"/>
              <a:gd name="connsiteY78" fmla="*/ 22193 h 345852"/>
              <a:gd name="connsiteX79" fmla="*/ 235251 w 273287"/>
              <a:gd name="connsiteY79" fmla="*/ 46196 h 345852"/>
              <a:gd name="connsiteX80" fmla="*/ 226904 w 273287"/>
              <a:gd name="connsiteY80" fmla="*/ 78676 h 345852"/>
              <a:gd name="connsiteX81" fmla="*/ 210115 w 273287"/>
              <a:gd name="connsiteY81" fmla="*/ 81058 h 345852"/>
              <a:gd name="connsiteX82" fmla="*/ 208881 w 273287"/>
              <a:gd name="connsiteY82" fmla="*/ 80391 h 345852"/>
              <a:gd name="connsiteX83" fmla="*/ 206415 w 273287"/>
              <a:gd name="connsiteY83" fmla="*/ 78010 h 345852"/>
              <a:gd name="connsiteX84" fmla="*/ 203759 w 273287"/>
              <a:gd name="connsiteY84" fmla="*/ 76962 h 345852"/>
              <a:gd name="connsiteX85" fmla="*/ 200534 w 273287"/>
              <a:gd name="connsiteY85" fmla="*/ 71438 h 345852"/>
              <a:gd name="connsiteX86" fmla="*/ 200534 w 273287"/>
              <a:gd name="connsiteY86" fmla="*/ 59436 h 345852"/>
              <a:gd name="connsiteX87" fmla="*/ 204992 w 273287"/>
              <a:gd name="connsiteY87" fmla="*/ 94488 h 345852"/>
              <a:gd name="connsiteX88" fmla="*/ 208123 w 273287"/>
              <a:gd name="connsiteY88" fmla="*/ 95250 h 345852"/>
              <a:gd name="connsiteX89" fmla="*/ 188962 w 273287"/>
              <a:gd name="connsiteY89" fmla="*/ 144590 h 345852"/>
              <a:gd name="connsiteX90" fmla="*/ 177105 w 273287"/>
              <a:gd name="connsiteY90" fmla="*/ 144590 h 345852"/>
              <a:gd name="connsiteX91" fmla="*/ 204898 w 273287"/>
              <a:gd name="connsiteY91" fmla="*/ 94488 h 345852"/>
              <a:gd name="connsiteX92" fmla="*/ 180141 w 273287"/>
              <a:gd name="connsiteY92" fmla="*/ 331470 h 345852"/>
              <a:gd name="connsiteX93" fmla="*/ 50759 w 273287"/>
              <a:gd name="connsiteY93" fmla="*/ 331470 h 345852"/>
              <a:gd name="connsiteX94" fmla="*/ 29227 w 273287"/>
              <a:gd name="connsiteY94" fmla="*/ 309944 h 345852"/>
              <a:gd name="connsiteX95" fmla="*/ 29227 w 273287"/>
              <a:gd name="connsiteY95" fmla="*/ 158972 h 345852"/>
              <a:gd name="connsiteX96" fmla="*/ 201767 w 273287"/>
              <a:gd name="connsiteY96" fmla="*/ 158972 h 345852"/>
              <a:gd name="connsiteX97" fmla="*/ 201767 w 273287"/>
              <a:gd name="connsiteY97" fmla="*/ 179165 h 345852"/>
              <a:gd name="connsiteX98" fmla="*/ 201578 w 273287"/>
              <a:gd name="connsiteY98" fmla="*/ 180213 h 345852"/>
              <a:gd name="connsiteX99" fmla="*/ 201767 w 273287"/>
              <a:gd name="connsiteY99" fmla="*/ 181451 h 345852"/>
              <a:gd name="connsiteX100" fmla="*/ 201767 w 273287"/>
              <a:gd name="connsiteY100" fmla="*/ 265462 h 345852"/>
              <a:gd name="connsiteX101" fmla="*/ 201578 w 273287"/>
              <a:gd name="connsiteY101" fmla="*/ 266509 h 345852"/>
              <a:gd name="connsiteX102" fmla="*/ 201767 w 273287"/>
              <a:gd name="connsiteY102" fmla="*/ 267748 h 345852"/>
              <a:gd name="connsiteX103" fmla="*/ 201767 w 273287"/>
              <a:gd name="connsiteY103" fmla="*/ 310039 h 345852"/>
              <a:gd name="connsiteX104" fmla="*/ 180235 w 273287"/>
              <a:gd name="connsiteY104" fmla="*/ 331565 h 345852"/>
              <a:gd name="connsiteX105" fmla="*/ 223110 w 273287"/>
              <a:gd name="connsiteY105" fmla="*/ 259271 h 345852"/>
              <a:gd name="connsiteX106" fmla="*/ 216091 w 273287"/>
              <a:gd name="connsiteY106" fmla="*/ 259271 h 345852"/>
              <a:gd name="connsiteX107" fmla="*/ 216091 w 273287"/>
              <a:gd name="connsiteY107" fmla="*/ 187357 h 345852"/>
              <a:gd name="connsiteX108" fmla="*/ 223110 w 273287"/>
              <a:gd name="connsiteY108" fmla="*/ 187357 h 345852"/>
              <a:gd name="connsiteX109" fmla="*/ 259060 w 273287"/>
              <a:gd name="connsiteY109" fmla="*/ 223266 h 345852"/>
              <a:gd name="connsiteX110" fmla="*/ 223110 w 273287"/>
              <a:gd name="connsiteY110" fmla="*/ 259175 h 345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273287" h="345852">
                <a:moveTo>
                  <a:pt x="223110" y="172974"/>
                </a:moveTo>
                <a:lnTo>
                  <a:pt x="216091" y="172974"/>
                </a:lnTo>
                <a:lnTo>
                  <a:pt x="216091" y="151733"/>
                </a:lnTo>
                <a:cubicBezTo>
                  <a:pt x="216091" y="148114"/>
                  <a:pt x="212486" y="144590"/>
                  <a:pt x="208881" y="144590"/>
                </a:cubicBezTo>
                <a:lnTo>
                  <a:pt x="204423" y="144590"/>
                </a:lnTo>
                <a:cubicBezTo>
                  <a:pt x="207459" y="136588"/>
                  <a:pt x="212960" y="122111"/>
                  <a:pt x="222730" y="96298"/>
                </a:cubicBezTo>
                <a:cubicBezTo>
                  <a:pt x="228042" y="95536"/>
                  <a:pt x="232595" y="93536"/>
                  <a:pt x="236389" y="90678"/>
                </a:cubicBezTo>
                <a:cubicBezTo>
                  <a:pt x="248341" y="79819"/>
                  <a:pt x="253179" y="60579"/>
                  <a:pt x="248341" y="42577"/>
                </a:cubicBezTo>
                <a:cubicBezTo>
                  <a:pt x="243504" y="22098"/>
                  <a:pt x="229180" y="7715"/>
                  <a:pt x="208787" y="1714"/>
                </a:cubicBezTo>
                <a:cubicBezTo>
                  <a:pt x="205182" y="1714"/>
                  <a:pt x="202811" y="2953"/>
                  <a:pt x="200439" y="5334"/>
                </a:cubicBezTo>
                <a:cubicBezTo>
                  <a:pt x="199206" y="7715"/>
                  <a:pt x="199206" y="10096"/>
                  <a:pt x="200439" y="12573"/>
                </a:cubicBezTo>
                <a:cubicBezTo>
                  <a:pt x="208787" y="24574"/>
                  <a:pt x="204044" y="31813"/>
                  <a:pt x="195602" y="41434"/>
                </a:cubicBezTo>
                <a:cubicBezTo>
                  <a:pt x="191997" y="46196"/>
                  <a:pt x="189626" y="49816"/>
                  <a:pt x="187255" y="53435"/>
                </a:cubicBezTo>
                <a:cubicBezTo>
                  <a:pt x="184883" y="61817"/>
                  <a:pt x="183650" y="70294"/>
                  <a:pt x="187255" y="77438"/>
                </a:cubicBezTo>
                <a:cubicBezTo>
                  <a:pt x="188867" y="80677"/>
                  <a:pt x="190954" y="83534"/>
                  <a:pt x="193420" y="86201"/>
                </a:cubicBezTo>
                <a:cubicBezTo>
                  <a:pt x="189436" y="93345"/>
                  <a:pt x="180425" y="109347"/>
                  <a:pt x="160506" y="144590"/>
                </a:cubicBezTo>
                <a:lnTo>
                  <a:pt x="158514" y="144590"/>
                </a:lnTo>
                <a:lnTo>
                  <a:pt x="158514" y="7239"/>
                </a:lnTo>
                <a:cubicBezTo>
                  <a:pt x="158514" y="3619"/>
                  <a:pt x="154909" y="0"/>
                  <a:pt x="151305" y="0"/>
                </a:cubicBezTo>
                <a:lnTo>
                  <a:pt x="93728" y="0"/>
                </a:lnTo>
                <a:cubicBezTo>
                  <a:pt x="88890" y="0"/>
                  <a:pt x="86519" y="3619"/>
                  <a:pt x="86519" y="7239"/>
                </a:cubicBezTo>
                <a:lnTo>
                  <a:pt x="86519" y="144590"/>
                </a:lnTo>
                <a:lnTo>
                  <a:pt x="83009" y="144590"/>
                </a:lnTo>
                <a:cubicBezTo>
                  <a:pt x="79594" y="138398"/>
                  <a:pt x="70963" y="122968"/>
                  <a:pt x="49431" y="84106"/>
                </a:cubicBezTo>
                <a:cubicBezTo>
                  <a:pt x="48198" y="82867"/>
                  <a:pt x="48198" y="81725"/>
                  <a:pt x="47059" y="80486"/>
                </a:cubicBezTo>
                <a:lnTo>
                  <a:pt x="11204" y="58960"/>
                </a:lnTo>
                <a:cubicBezTo>
                  <a:pt x="8833" y="57721"/>
                  <a:pt x="5228" y="57721"/>
                  <a:pt x="2857" y="58960"/>
                </a:cubicBezTo>
                <a:cubicBezTo>
                  <a:pt x="486" y="61341"/>
                  <a:pt x="-748" y="63722"/>
                  <a:pt x="486" y="66103"/>
                </a:cubicBezTo>
                <a:cubicBezTo>
                  <a:pt x="486" y="66103"/>
                  <a:pt x="486" y="66103"/>
                  <a:pt x="7410" y="107537"/>
                </a:cubicBezTo>
                <a:cubicBezTo>
                  <a:pt x="7315" y="108490"/>
                  <a:pt x="7410" y="109442"/>
                  <a:pt x="7695" y="110395"/>
                </a:cubicBezTo>
                <a:lnTo>
                  <a:pt x="7695" y="111633"/>
                </a:lnTo>
                <a:cubicBezTo>
                  <a:pt x="7695" y="111633"/>
                  <a:pt x="7695" y="111728"/>
                  <a:pt x="24104" y="144590"/>
                </a:cubicBezTo>
                <a:lnTo>
                  <a:pt x="21828" y="144590"/>
                </a:lnTo>
                <a:cubicBezTo>
                  <a:pt x="16990" y="144590"/>
                  <a:pt x="14619" y="148209"/>
                  <a:pt x="14619" y="151733"/>
                </a:cubicBezTo>
                <a:lnTo>
                  <a:pt x="14619" y="309944"/>
                </a:lnTo>
                <a:cubicBezTo>
                  <a:pt x="14619" y="330327"/>
                  <a:pt x="30175" y="345853"/>
                  <a:pt x="50569" y="345853"/>
                </a:cubicBezTo>
                <a:lnTo>
                  <a:pt x="179951" y="345853"/>
                </a:lnTo>
                <a:cubicBezTo>
                  <a:pt x="199112" y="345853"/>
                  <a:pt x="215901" y="330232"/>
                  <a:pt x="215901" y="309944"/>
                </a:cubicBezTo>
                <a:lnTo>
                  <a:pt x="215901" y="273653"/>
                </a:lnTo>
                <a:lnTo>
                  <a:pt x="222920" y="273653"/>
                </a:lnTo>
                <a:cubicBezTo>
                  <a:pt x="250523" y="273653"/>
                  <a:pt x="273288" y="252127"/>
                  <a:pt x="273288" y="223361"/>
                </a:cubicBezTo>
                <a:cubicBezTo>
                  <a:pt x="273288" y="194596"/>
                  <a:pt x="250523" y="173069"/>
                  <a:pt x="222920" y="173069"/>
                </a:cubicBezTo>
                <a:close/>
                <a:moveTo>
                  <a:pt x="101127" y="14478"/>
                </a:moveTo>
                <a:lnTo>
                  <a:pt x="144285" y="14478"/>
                </a:lnTo>
                <a:lnTo>
                  <a:pt x="144285" y="29337"/>
                </a:lnTo>
                <a:lnTo>
                  <a:pt x="122279" y="29337"/>
                </a:lnTo>
                <a:cubicBezTo>
                  <a:pt x="117442" y="29337"/>
                  <a:pt x="114975" y="32956"/>
                  <a:pt x="114975" y="36671"/>
                </a:cubicBezTo>
                <a:cubicBezTo>
                  <a:pt x="114975" y="41529"/>
                  <a:pt x="117442" y="44005"/>
                  <a:pt x="122279" y="44005"/>
                </a:cubicBezTo>
                <a:lnTo>
                  <a:pt x="144285" y="44005"/>
                </a:lnTo>
                <a:lnTo>
                  <a:pt x="144285" y="57817"/>
                </a:lnTo>
                <a:lnTo>
                  <a:pt x="136887" y="57817"/>
                </a:lnTo>
                <a:cubicBezTo>
                  <a:pt x="132049" y="57817"/>
                  <a:pt x="129583" y="61436"/>
                  <a:pt x="129583" y="65151"/>
                </a:cubicBezTo>
                <a:cubicBezTo>
                  <a:pt x="129583" y="70009"/>
                  <a:pt x="132049" y="72485"/>
                  <a:pt x="136887" y="72485"/>
                </a:cubicBezTo>
                <a:lnTo>
                  <a:pt x="144285" y="72485"/>
                </a:lnTo>
                <a:lnTo>
                  <a:pt x="144285" y="87058"/>
                </a:lnTo>
                <a:lnTo>
                  <a:pt x="122279" y="87058"/>
                </a:lnTo>
                <a:cubicBezTo>
                  <a:pt x="117442" y="87058"/>
                  <a:pt x="114975" y="90488"/>
                  <a:pt x="114975" y="93917"/>
                </a:cubicBezTo>
                <a:cubicBezTo>
                  <a:pt x="114975" y="98488"/>
                  <a:pt x="117442" y="100775"/>
                  <a:pt x="122279" y="100775"/>
                </a:cubicBezTo>
                <a:lnTo>
                  <a:pt x="144285" y="100775"/>
                </a:lnTo>
                <a:lnTo>
                  <a:pt x="144285" y="115348"/>
                </a:lnTo>
                <a:lnTo>
                  <a:pt x="136887" y="115348"/>
                </a:lnTo>
                <a:cubicBezTo>
                  <a:pt x="132049" y="115348"/>
                  <a:pt x="129583" y="118967"/>
                  <a:pt x="129583" y="122682"/>
                </a:cubicBezTo>
                <a:cubicBezTo>
                  <a:pt x="129583" y="127540"/>
                  <a:pt x="132049" y="130016"/>
                  <a:pt x="136887" y="130016"/>
                </a:cubicBezTo>
                <a:lnTo>
                  <a:pt x="144285" y="130016"/>
                </a:lnTo>
                <a:lnTo>
                  <a:pt x="144285" y="144018"/>
                </a:lnTo>
                <a:lnTo>
                  <a:pt x="101127" y="144018"/>
                </a:lnTo>
                <a:lnTo>
                  <a:pt x="101127" y="14478"/>
                </a:lnTo>
                <a:close/>
                <a:moveTo>
                  <a:pt x="66410" y="144018"/>
                </a:moveTo>
                <a:lnTo>
                  <a:pt x="40135" y="144018"/>
                </a:lnTo>
                <a:lnTo>
                  <a:pt x="23061" y="110776"/>
                </a:lnTo>
                <a:cubicBezTo>
                  <a:pt x="26191" y="108394"/>
                  <a:pt x="31503" y="104394"/>
                  <a:pt x="40609" y="97536"/>
                </a:cubicBezTo>
                <a:cubicBezTo>
                  <a:pt x="43834" y="103442"/>
                  <a:pt x="50948" y="116110"/>
                  <a:pt x="66505" y="144018"/>
                </a:cubicBezTo>
                <a:close/>
                <a:moveTo>
                  <a:pt x="30744" y="87916"/>
                </a:moveTo>
                <a:cubicBezTo>
                  <a:pt x="28088" y="89916"/>
                  <a:pt x="24484" y="92678"/>
                  <a:pt x="19646" y="96298"/>
                </a:cubicBezTo>
                <a:cubicBezTo>
                  <a:pt x="19172" y="92297"/>
                  <a:pt x="18413" y="86868"/>
                  <a:pt x="17465" y="79248"/>
                </a:cubicBezTo>
                <a:cubicBezTo>
                  <a:pt x="17465" y="79248"/>
                  <a:pt x="17465" y="79248"/>
                  <a:pt x="30839" y="87916"/>
                </a:cubicBezTo>
                <a:close/>
                <a:moveTo>
                  <a:pt x="200534" y="59436"/>
                </a:moveTo>
                <a:cubicBezTo>
                  <a:pt x="201767" y="57055"/>
                  <a:pt x="204139" y="53435"/>
                  <a:pt x="206510" y="51054"/>
                </a:cubicBezTo>
                <a:cubicBezTo>
                  <a:pt x="212486" y="43815"/>
                  <a:pt x="219695" y="34195"/>
                  <a:pt x="218462" y="22193"/>
                </a:cubicBezTo>
                <a:cubicBezTo>
                  <a:pt x="226809" y="28194"/>
                  <a:pt x="232880" y="35433"/>
                  <a:pt x="235251" y="46196"/>
                </a:cubicBezTo>
                <a:cubicBezTo>
                  <a:pt x="237622" y="59436"/>
                  <a:pt x="235251" y="72676"/>
                  <a:pt x="226904" y="78676"/>
                </a:cubicBezTo>
                <a:cubicBezTo>
                  <a:pt x="223299" y="83439"/>
                  <a:pt x="217324" y="83439"/>
                  <a:pt x="210115" y="81058"/>
                </a:cubicBezTo>
                <a:cubicBezTo>
                  <a:pt x="209640" y="80867"/>
                  <a:pt x="209261" y="80581"/>
                  <a:pt x="208881" y="80391"/>
                </a:cubicBezTo>
                <a:cubicBezTo>
                  <a:pt x="208312" y="79534"/>
                  <a:pt x="207459" y="78676"/>
                  <a:pt x="206415" y="78010"/>
                </a:cubicBezTo>
                <a:cubicBezTo>
                  <a:pt x="205562" y="77438"/>
                  <a:pt x="204708" y="77152"/>
                  <a:pt x="203759" y="76962"/>
                </a:cubicBezTo>
                <a:cubicBezTo>
                  <a:pt x="202242" y="75533"/>
                  <a:pt x="201103" y="73819"/>
                  <a:pt x="200534" y="71438"/>
                </a:cubicBezTo>
                <a:cubicBezTo>
                  <a:pt x="199301" y="67818"/>
                  <a:pt x="199301" y="64198"/>
                  <a:pt x="200534" y="59436"/>
                </a:cubicBezTo>
                <a:close/>
                <a:moveTo>
                  <a:pt x="204992" y="94488"/>
                </a:moveTo>
                <a:cubicBezTo>
                  <a:pt x="206036" y="94774"/>
                  <a:pt x="207079" y="94964"/>
                  <a:pt x="208123" y="95250"/>
                </a:cubicBezTo>
                <a:cubicBezTo>
                  <a:pt x="205182" y="102775"/>
                  <a:pt x="199586" y="117253"/>
                  <a:pt x="188962" y="144590"/>
                </a:cubicBezTo>
                <a:lnTo>
                  <a:pt x="177105" y="144590"/>
                </a:lnTo>
                <a:cubicBezTo>
                  <a:pt x="181658" y="136398"/>
                  <a:pt x="190005" y="121444"/>
                  <a:pt x="204898" y="94488"/>
                </a:cubicBezTo>
                <a:close/>
                <a:moveTo>
                  <a:pt x="180141" y="331470"/>
                </a:moveTo>
                <a:lnTo>
                  <a:pt x="50759" y="331470"/>
                </a:lnTo>
                <a:cubicBezTo>
                  <a:pt x="38807" y="331470"/>
                  <a:pt x="29227" y="321850"/>
                  <a:pt x="29227" y="309944"/>
                </a:cubicBezTo>
                <a:lnTo>
                  <a:pt x="29227" y="158972"/>
                </a:lnTo>
                <a:lnTo>
                  <a:pt x="201767" y="158972"/>
                </a:lnTo>
                <a:lnTo>
                  <a:pt x="201767" y="179165"/>
                </a:lnTo>
                <a:cubicBezTo>
                  <a:pt x="201767" y="179165"/>
                  <a:pt x="201578" y="179832"/>
                  <a:pt x="201578" y="180213"/>
                </a:cubicBezTo>
                <a:cubicBezTo>
                  <a:pt x="201578" y="180689"/>
                  <a:pt x="201673" y="180975"/>
                  <a:pt x="201767" y="181451"/>
                </a:cubicBezTo>
                <a:lnTo>
                  <a:pt x="201767" y="265462"/>
                </a:lnTo>
                <a:cubicBezTo>
                  <a:pt x="201767" y="265462"/>
                  <a:pt x="201578" y="266128"/>
                  <a:pt x="201578" y="266509"/>
                </a:cubicBezTo>
                <a:cubicBezTo>
                  <a:pt x="201578" y="266986"/>
                  <a:pt x="201673" y="267271"/>
                  <a:pt x="201767" y="267748"/>
                </a:cubicBezTo>
                <a:lnTo>
                  <a:pt x="201767" y="310039"/>
                </a:lnTo>
                <a:cubicBezTo>
                  <a:pt x="201767" y="322040"/>
                  <a:pt x="192187" y="331565"/>
                  <a:pt x="180235" y="331565"/>
                </a:cubicBezTo>
                <a:close/>
                <a:moveTo>
                  <a:pt x="223110" y="259271"/>
                </a:moveTo>
                <a:lnTo>
                  <a:pt x="216091" y="259271"/>
                </a:lnTo>
                <a:lnTo>
                  <a:pt x="216091" y="187357"/>
                </a:lnTo>
                <a:lnTo>
                  <a:pt x="223110" y="187357"/>
                </a:lnTo>
                <a:cubicBezTo>
                  <a:pt x="242270" y="187357"/>
                  <a:pt x="259060" y="204121"/>
                  <a:pt x="259060" y="223266"/>
                </a:cubicBezTo>
                <a:cubicBezTo>
                  <a:pt x="259060" y="243650"/>
                  <a:pt x="242270" y="259175"/>
                  <a:pt x="223110" y="25917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6" name="Graphic 134">
            <a:extLst>
              <a:ext uri="{FF2B5EF4-FFF2-40B4-BE49-F238E27FC236}">
                <a16:creationId xmlns:a16="http://schemas.microsoft.com/office/drawing/2014/main" id="{693D6B91-345D-E815-2421-AA303ADED19D}"/>
              </a:ext>
            </a:extLst>
          </p:cNvPr>
          <p:cNvSpPr/>
          <p:nvPr/>
        </p:nvSpPr>
        <p:spPr>
          <a:xfrm>
            <a:off x="10425233" y="885613"/>
            <a:ext cx="441053" cy="402586"/>
          </a:xfrm>
          <a:custGeom>
            <a:avLst/>
            <a:gdLst>
              <a:gd name="connsiteX0" fmla="*/ 63007 w 325470"/>
              <a:gd name="connsiteY0" fmla="*/ 296990 h 297084"/>
              <a:gd name="connsiteX1" fmla="*/ 18141 w 325470"/>
              <a:gd name="connsiteY1" fmla="*/ 278511 h 297084"/>
              <a:gd name="connsiteX2" fmla="*/ 18141 w 325470"/>
              <a:gd name="connsiteY2" fmla="*/ 190690 h 297084"/>
              <a:gd name="connsiteX3" fmla="*/ 183852 w 325470"/>
              <a:gd name="connsiteY3" fmla="*/ 24289 h 297084"/>
              <a:gd name="connsiteX4" fmla="*/ 242567 w 325470"/>
              <a:gd name="connsiteY4" fmla="*/ 0 h 297084"/>
              <a:gd name="connsiteX5" fmla="*/ 301283 w 325470"/>
              <a:gd name="connsiteY5" fmla="*/ 24289 h 297084"/>
              <a:gd name="connsiteX6" fmla="*/ 325471 w 325470"/>
              <a:gd name="connsiteY6" fmla="*/ 83248 h 297084"/>
              <a:gd name="connsiteX7" fmla="*/ 301283 w 325470"/>
              <a:gd name="connsiteY7" fmla="*/ 142208 h 297084"/>
              <a:gd name="connsiteX8" fmla="*/ 183852 w 325470"/>
              <a:gd name="connsiteY8" fmla="*/ 260032 h 297084"/>
              <a:gd name="connsiteX9" fmla="*/ 174651 w 325470"/>
              <a:gd name="connsiteY9" fmla="*/ 260032 h 297084"/>
              <a:gd name="connsiteX10" fmla="*/ 174651 w 325470"/>
              <a:gd name="connsiteY10" fmla="*/ 249650 h 297084"/>
              <a:gd name="connsiteX11" fmla="*/ 292082 w 325470"/>
              <a:gd name="connsiteY11" fmla="*/ 131826 h 297084"/>
              <a:gd name="connsiteX12" fmla="*/ 311622 w 325470"/>
              <a:gd name="connsiteY12" fmla="*/ 83344 h 297084"/>
              <a:gd name="connsiteX13" fmla="*/ 292082 w 325470"/>
              <a:gd name="connsiteY13" fmla="*/ 33623 h 297084"/>
              <a:gd name="connsiteX14" fmla="*/ 242567 w 325470"/>
              <a:gd name="connsiteY14" fmla="*/ 14002 h 297084"/>
              <a:gd name="connsiteX15" fmla="*/ 194191 w 325470"/>
              <a:gd name="connsiteY15" fmla="*/ 33623 h 297084"/>
              <a:gd name="connsiteX16" fmla="*/ 28480 w 325470"/>
              <a:gd name="connsiteY16" fmla="*/ 200025 h 297084"/>
              <a:gd name="connsiteX17" fmla="*/ 28480 w 325470"/>
              <a:gd name="connsiteY17" fmla="*/ 269367 h 297084"/>
              <a:gd name="connsiteX18" fmla="*/ 96396 w 325470"/>
              <a:gd name="connsiteY18" fmla="*/ 269367 h 297084"/>
              <a:gd name="connsiteX19" fmla="*/ 255278 w 325470"/>
              <a:gd name="connsiteY19" fmla="*/ 109919 h 297084"/>
              <a:gd name="connsiteX20" fmla="*/ 255278 w 325470"/>
              <a:gd name="connsiteY20" fmla="*/ 79915 h 297084"/>
              <a:gd name="connsiteX21" fmla="*/ 240291 w 325470"/>
              <a:gd name="connsiteY21" fmla="*/ 74104 h 297084"/>
              <a:gd name="connsiteX22" fmla="*/ 226442 w 325470"/>
              <a:gd name="connsiteY22" fmla="*/ 79915 h 297084"/>
              <a:gd name="connsiteX23" fmla="*/ 109012 w 325470"/>
              <a:gd name="connsiteY23" fmla="*/ 197739 h 297084"/>
              <a:gd name="connsiteX24" fmla="*/ 98673 w 325470"/>
              <a:gd name="connsiteY24" fmla="*/ 197739 h 297084"/>
              <a:gd name="connsiteX25" fmla="*/ 98673 w 325470"/>
              <a:gd name="connsiteY25" fmla="*/ 188500 h 297084"/>
              <a:gd name="connsiteX26" fmla="*/ 216103 w 325470"/>
              <a:gd name="connsiteY26" fmla="*/ 70675 h 297084"/>
              <a:gd name="connsiteX27" fmla="*/ 240291 w 325470"/>
              <a:gd name="connsiteY27" fmla="*/ 60293 h 297084"/>
              <a:gd name="connsiteX28" fmla="*/ 265617 w 325470"/>
              <a:gd name="connsiteY28" fmla="*/ 70675 h 297084"/>
              <a:gd name="connsiteX29" fmla="*/ 265617 w 325470"/>
              <a:gd name="connsiteY29" fmla="*/ 119158 h 297084"/>
              <a:gd name="connsiteX30" fmla="*/ 106735 w 325470"/>
              <a:gd name="connsiteY30" fmla="*/ 278606 h 297084"/>
              <a:gd name="connsiteX31" fmla="*/ 63007 w 325470"/>
              <a:gd name="connsiteY31" fmla="*/ 297085 h 297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25470" h="297084">
                <a:moveTo>
                  <a:pt x="63007" y="296990"/>
                </a:moveTo>
                <a:cubicBezTo>
                  <a:pt x="46882" y="296990"/>
                  <a:pt x="30757" y="291179"/>
                  <a:pt x="18141" y="278511"/>
                </a:cubicBezTo>
                <a:cubicBezTo>
                  <a:pt x="-6047" y="254222"/>
                  <a:pt x="-6047" y="214979"/>
                  <a:pt x="18141" y="190690"/>
                </a:cubicBezTo>
                <a:lnTo>
                  <a:pt x="183852" y="24289"/>
                </a:lnTo>
                <a:cubicBezTo>
                  <a:pt x="199978" y="8096"/>
                  <a:pt x="220656" y="0"/>
                  <a:pt x="242567" y="0"/>
                </a:cubicBezTo>
                <a:cubicBezTo>
                  <a:pt x="265617" y="0"/>
                  <a:pt x="286295" y="8096"/>
                  <a:pt x="301283" y="24289"/>
                </a:cubicBezTo>
                <a:cubicBezTo>
                  <a:pt x="317408" y="40481"/>
                  <a:pt x="325471" y="61246"/>
                  <a:pt x="325471" y="83248"/>
                </a:cubicBezTo>
                <a:cubicBezTo>
                  <a:pt x="325471" y="105251"/>
                  <a:pt x="317408" y="126016"/>
                  <a:pt x="301283" y="142208"/>
                </a:cubicBezTo>
                <a:lnTo>
                  <a:pt x="183852" y="260032"/>
                </a:lnTo>
                <a:cubicBezTo>
                  <a:pt x="181576" y="262319"/>
                  <a:pt x="176928" y="262319"/>
                  <a:pt x="174651" y="260032"/>
                </a:cubicBezTo>
                <a:cubicBezTo>
                  <a:pt x="171237" y="256603"/>
                  <a:pt x="171237" y="253079"/>
                  <a:pt x="174651" y="249650"/>
                </a:cubicBezTo>
                <a:lnTo>
                  <a:pt x="292082" y="131826"/>
                </a:lnTo>
                <a:cubicBezTo>
                  <a:pt x="304697" y="119158"/>
                  <a:pt x="311622" y="101822"/>
                  <a:pt x="311622" y="83344"/>
                </a:cubicBezTo>
                <a:cubicBezTo>
                  <a:pt x="311622" y="64865"/>
                  <a:pt x="304697" y="47530"/>
                  <a:pt x="292082" y="33623"/>
                </a:cubicBezTo>
                <a:cubicBezTo>
                  <a:pt x="278233" y="20955"/>
                  <a:pt x="260969" y="14002"/>
                  <a:pt x="242567" y="14002"/>
                </a:cubicBezTo>
                <a:cubicBezTo>
                  <a:pt x="224166" y="14002"/>
                  <a:pt x="206902" y="20955"/>
                  <a:pt x="194191" y="33623"/>
                </a:cubicBezTo>
                <a:lnTo>
                  <a:pt x="28480" y="200025"/>
                </a:lnTo>
                <a:cubicBezTo>
                  <a:pt x="10078" y="219646"/>
                  <a:pt x="10078" y="249746"/>
                  <a:pt x="28480" y="269367"/>
                </a:cubicBezTo>
                <a:cubicBezTo>
                  <a:pt x="46882" y="287846"/>
                  <a:pt x="77994" y="287846"/>
                  <a:pt x="96396" y="269367"/>
                </a:cubicBezTo>
                <a:lnTo>
                  <a:pt x="255278" y="109919"/>
                </a:lnTo>
                <a:cubicBezTo>
                  <a:pt x="263341" y="101822"/>
                  <a:pt x="263341" y="88011"/>
                  <a:pt x="255278" y="79915"/>
                </a:cubicBezTo>
                <a:cubicBezTo>
                  <a:pt x="251863" y="76486"/>
                  <a:pt x="246077" y="74104"/>
                  <a:pt x="240291" y="74104"/>
                </a:cubicBezTo>
                <a:cubicBezTo>
                  <a:pt x="235643" y="74104"/>
                  <a:pt x="229952" y="76390"/>
                  <a:pt x="226442" y="79915"/>
                </a:cubicBezTo>
                <a:lnTo>
                  <a:pt x="109012" y="197739"/>
                </a:lnTo>
                <a:cubicBezTo>
                  <a:pt x="105597" y="200025"/>
                  <a:pt x="102087" y="200025"/>
                  <a:pt x="98673" y="197739"/>
                </a:cubicBezTo>
                <a:cubicBezTo>
                  <a:pt x="96396" y="195453"/>
                  <a:pt x="96396" y="190786"/>
                  <a:pt x="98673" y="188500"/>
                </a:cubicBezTo>
                <a:lnTo>
                  <a:pt x="216103" y="70675"/>
                </a:lnTo>
                <a:cubicBezTo>
                  <a:pt x="223027" y="63722"/>
                  <a:pt x="231090" y="60293"/>
                  <a:pt x="240291" y="60293"/>
                </a:cubicBezTo>
                <a:cubicBezTo>
                  <a:pt x="249492" y="60293"/>
                  <a:pt x="258693" y="63722"/>
                  <a:pt x="265617" y="70675"/>
                </a:cubicBezTo>
                <a:cubicBezTo>
                  <a:pt x="278233" y="83344"/>
                  <a:pt x="278233" y="105346"/>
                  <a:pt x="265617" y="119158"/>
                </a:cubicBezTo>
                <a:lnTo>
                  <a:pt x="106735" y="278606"/>
                </a:lnTo>
                <a:cubicBezTo>
                  <a:pt x="94120" y="291275"/>
                  <a:pt x="77994" y="297085"/>
                  <a:pt x="63007" y="29708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7" name="Graphic 134">
            <a:extLst>
              <a:ext uri="{FF2B5EF4-FFF2-40B4-BE49-F238E27FC236}">
                <a16:creationId xmlns:a16="http://schemas.microsoft.com/office/drawing/2014/main" id="{572F9AB5-0F85-E096-0E7D-412B5616A9DE}"/>
              </a:ext>
            </a:extLst>
          </p:cNvPr>
          <p:cNvSpPr/>
          <p:nvPr/>
        </p:nvSpPr>
        <p:spPr>
          <a:xfrm>
            <a:off x="11184058" y="885613"/>
            <a:ext cx="441053" cy="402586"/>
          </a:xfrm>
          <a:custGeom>
            <a:avLst/>
            <a:gdLst>
              <a:gd name="connsiteX0" fmla="*/ 63007 w 325470"/>
              <a:gd name="connsiteY0" fmla="*/ 296990 h 297084"/>
              <a:gd name="connsiteX1" fmla="*/ 18141 w 325470"/>
              <a:gd name="connsiteY1" fmla="*/ 278511 h 297084"/>
              <a:gd name="connsiteX2" fmla="*/ 18141 w 325470"/>
              <a:gd name="connsiteY2" fmla="*/ 190690 h 297084"/>
              <a:gd name="connsiteX3" fmla="*/ 183852 w 325470"/>
              <a:gd name="connsiteY3" fmla="*/ 24289 h 297084"/>
              <a:gd name="connsiteX4" fmla="*/ 242567 w 325470"/>
              <a:gd name="connsiteY4" fmla="*/ 0 h 297084"/>
              <a:gd name="connsiteX5" fmla="*/ 301283 w 325470"/>
              <a:gd name="connsiteY5" fmla="*/ 24289 h 297084"/>
              <a:gd name="connsiteX6" fmla="*/ 325471 w 325470"/>
              <a:gd name="connsiteY6" fmla="*/ 83248 h 297084"/>
              <a:gd name="connsiteX7" fmla="*/ 301283 w 325470"/>
              <a:gd name="connsiteY7" fmla="*/ 142208 h 297084"/>
              <a:gd name="connsiteX8" fmla="*/ 183852 w 325470"/>
              <a:gd name="connsiteY8" fmla="*/ 260032 h 297084"/>
              <a:gd name="connsiteX9" fmla="*/ 174651 w 325470"/>
              <a:gd name="connsiteY9" fmla="*/ 260032 h 297084"/>
              <a:gd name="connsiteX10" fmla="*/ 174651 w 325470"/>
              <a:gd name="connsiteY10" fmla="*/ 249650 h 297084"/>
              <a:gd name="connsiteX11" fmla="*/ 292082 w 325470"/>
              <a:gd name="connsiteY11" fmla="*/ 131826 h 297084"/>
              <a:gd name="connsiteX12" fmla="*/ 311622 w 325470"/>
              <a:gd name="connsiteY12" fmla="*/ 83344 h 297084"/>
              <a:gd name="connsiteX13" fmla="*/ 292082 w 325470"/>
              <a:gd name="connsiteY13" fmla="*/ 33623 h 297084"/>
              <a:gd name="connsiteX14" fmla="*/ 242567 w 325470"/>
              <a:gd name="connsiteY14" fmla="*/ 14002 h 297084"/>
              <a:gd name="connsiteX15" fmla="*/ 194191 w 325470"/>
              <a:gd name="connsiteY15" fmla="*/ 33623 h 297084"/>
              <a:gd name="connsiteX16" fmla="*/ 28480 w 325470"/>
              <a:gd name="connsiteY16" fmla="*/ 200025 h 297084"/>
              <a:gd name="connsiteX17" fmla="*/ 28480 w 325470"/>
              <a:gd name="connsiteY17" fmla="*/ 269367 h 297084"/>
              <a:gd name="connsiteX18" fmla="*/ 96396 w 325470"/>
              <a:gd name="connsiteY18" fmla="*/ 269367 h 297084"/>
              <a:gd name="connsiteX19" fmla="*/ 255278 w 325470"/>
              <a:gd name="connsiteY19" fmla="*/ 109919 h 297084"/>
              <a:gd name="connsiteX20" fmla="*/ 255278 w 325470"/>
              <a:gd name="connsiteY20" fmla="*/ 79915 h 297084"/>
              <a:gd name="connsiteX21" fmla="*/ 240291 w 325470"/>
              <a:gd name="connsiteY21" fmla="*/ 74104 h 297084"/>
              <a:gd name="connsiteX22" fmla="*/ 226442 w 325470"/>
              <a:gd name="connsiteY22" fmla="*/ 79915 h 297084"/>
              <a:gd name="connsiteX23" fmla="*/ 109012 w 325470"/>
              <a:gd name="connsiteY23" fmla="*/ 197739 h 297084"/>
              <a:gd name="connsiteX24" fmla="*/ 98673 w 325470"/>
              <a:gd name="connsiteY24" fmla="*/ 197739 h 297084"/>
              <a:gd name="connsiteX25" fmla="*/ 98673 w 325470"/>
              <a:gd name="connsiteY25" fmla="*/ 188500 h 297084"/>
              <a:gd name="connsiteX26" fmla="*/ 216103 w 325470"/>
              <a:gd name="connsiteY26" fmla="*/ 70675 h 297084"/>
              <a:gd name="connsiteX27" fmla="*/ 240291 w 325470"/>
              <a:gd name="connsiteY27" fmla="*/ 60293 h 297084"/>
              <a:gd name="connsiteX28" fmla="*/ 265617 w 325470"/>
              <a:gd name="connsiteY28" fmla="*/ 70675 h 297084"/>
              <a:gd name="connsiteX29" fmla="*/ 265617 w 325470"/>
              <a:gd name="connsiteY29" fmla="*/ 119158 h 297084"/>
              <a:gd name="connsiteX30" fmla="*/ 106735 w 325470"/>
              <a:gd name="connsiteY30" fmla="*/ 278606 h 297084"/>
              <a:gd name="connsiteX31" fmla="*/ 63007 w 325470"/>
              <a:gd name="connsiteY31" fmla="*/ 297085 h 297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25470" h="297084">
                <a:moveTo>
                  <a:pt x="63007" y="296990"/>
                </a:moveTo>
                <a:cubicBezTo>
                  <a:pt x="46882" y="296990"/>
                  <a:pt x="30757" y="291179"/>
                  <a:pt x="18141" y="278511"/>
                </a:cubicBezTo>
                <a:cubicBezTo>
                  <a:pt x="-6047" y="254222"/>
                  <a:pt x="-6047" y="214979"/>
                  <a:pt x="18141" y="190690"/>
                </a:cubicBezTo>
                <a:lnTo>
                  <a:pt x="183852" y="24289"/>
                </a:lnTo>
                <a:cubicBezTo>
                  <a:pt x="199978" y="8096"/>
                  <a:pt x="220656" y="0"/>
                  <a:pt x="242567" y="0"/>
                </a:cubicBezTo>
                <a:cubicBezTo>
                  <a:pt x="265617" y="0"/>
                  <a:pt x="286295" y="8096"/>
                  <a:pt x="301283" y="24289"/>
                </a:cubicBezTo>
                <a:cubicBezTo>
                  <a:pt x="317408" y="40481"/>
                  <a:pt x="325471" y="61246"/>
                  <a:pt x="325471" y="83248"/>
                </a:cubicBezTo>
                <a:cubicBezTo>
                  <a:pt x="325471" y="105251"/>
                  <a:pt x="317408" y="126016"/>
                  <a:pt x="301283" y="142208"/>
                </a:cubicBezTo>
                <a:lnTo>
                  <a:pt x="183852" y="260032"/>
                </a:lnTo>
                <a:cubicBezTo>
                  <a:pt x="181576" y="262319"/>
                  <a:pt x="176928" y="262319"/>
                  <a:pt x="174651" y="260032"/>
                </a:cubicBezTo>
                <a:cubicBezTo>
                  <a:pt x="171237" y="256603"/>
                  <a:pt x="171237" y="253079"/>
                  <a:pt x="174651" y="249650"/>
                </a:cubicBezTo>
                <a:lnTo>
                  <a:pt x="292082" y="131826"/>
                </a:lnTo>
                <a:cubicBezTo>
                  <a:pt x="304697" y="119158"/>
                  <a:pt x="311622" y="101822"/>
                  <a:pt x="311622" y="83344"/>
                </a:cubicBezTo>
                <a:cubicBezTo>
                  <a:pt x="311622" y="64865"/>
                  <a:pt x="304697" y="47530"/>
                  <a:pt x="292082" y="33623"/>
                </a:cubicBezTo>
                <a:cubicBezTo>
                  <a:pt x="278233" y="20955"/>
                  <a:pt x="260969" y="14002"/>
                  <a:pt x="242567" y="14002"/>
                </a:cubicBezTo>
                <a:cubicBezTo>
                  <a:pt x="224166" y="14002"/>
                  <a:pt x="206902" y="20955"/>
                  <a:pt x="194191" y="33623"/>
                </a:cubicBezTo>
                <a:lnTo>
                  <a:pt x="28480" y="200025"/>
                </a:lnTo>
                <a:cubicBezTo>
                  <a:pt x="10078" y="219646"/>
                  <a:pt x="10078" y="249746"/>
                  <a:pt x="28480" y="269367"/>
                </a:cubicBezTo>
                <a:cubicBezTo>
                  <a:pt x="46882" y="287846"/>
                  <a:pt x="77994" y="287846"/>
                  <a:pt x="96396" y="269367"/>
                </a:cubicBezTo>
                <a:lnTo>
                  <a:pt x="255278" y="109919"/>
                </a:lnTo>
                <a:cubicBezTo>
                  <a:pt x="263341" y="101822"/>
                  <a:pt x="263341" y="88011"/>
                  <a:pt x="255278" y="79915"/>
                </a:cubicBezTo>
                <a:cubicBezTo>
                  <a:pt x="251863" y="76486"/>
                  <a:pt x="246077" y="74104"/>
                  <a:pt x="240291" y="74104"/>
                </a:cubicBezTo>
                <a:cubicBezTo>
                  <a:pt x="235643" y="74104"/>
                  <a:pt x="229952" y="76390"/>
                  <a:pt x="226442" y="79915"/>
                </a:cubicBezTo>
                <a:lnTo>
                  <a:pt x="109012" y="197739"/>
                </a:lnTo>
                <a:cubicBezTo>
                  <a:pt x="105597" y="200025"/>
                  <a:pt x="102087" y="200025"/>
                  <a:pt x="98673" y="197739"/>
                </a:cubicBezTo>
                <a:cubicBezTo>
                  <a:pt x="96396" y="195453"/>
                  <a:pt x="96396" y="190786"/>
                  <a:pt x="98673" y="188500"/>
                </a:cubicBezTo>
                <a:lnTo>
                  <a:pt x="216103" y="70675"/>
                </a:lnTo>
                <a:cubicBezTo>
                  <a:pt x="223027" y="63722"/>
                  <a:pt x="231090" y="60293"/>
                  <a:pt x="240291" y="60293"/>
                </a:cubicBezTo>
                <a:cubicBezTo>
                  <a:pt x="249492" y="60293"/>
                  <a:pt x="258693" y="63722"/>
                  <a:pt x="265617" y="70675"/>
                </a:cubicBezTo>
                <a:cubicBezTo>
                  <a:pt x="278233" y="83344"/>
                  <a:pt x="278233" y="105346"/>
                  <a:pt x="265617" y="119158"/>
                </a:cubicBezTo>
                <a:lnTo>
                  <a:pt x="106735" y="278606"/>
                </a:lnTo>
                <a:cubicBezTo>
                  <a:pt x="94120" y="291275"/>
                  <a:pt x="77994" y="297085"/>
                  <a:pt x="63007" y="29708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8" name="Graphic 134">
            <a:extLst>
              <a:ext uri="{FF2B5EF4-FFF2-40B4-BE49-F238E27FC236}">
                <a16:creationId xmlns:a16="http://schemas.microsoft.com/office/drawing/2014/main" id="{6058F7B3-0321-F339-8129-510A0E898938}"/>
              </a:ext>
            </a:extLst>
          </p:cNvPr>
          <p:cNvSpPr/>
          <p:nvPr/>
        </p:nvSpPr>
        <p:spPr>
          <a:xfrm>
            <a:off x="10425233" y="1517438"/>
            <a:ext cx="441053" cy="402586"/>
          </a:xfrm>
          <a:custGeom>
            <a:avLst/>
            <a:gdLst>
              <a:gd name="connsiteX0" fmla="*/ 63007 w 325470"/>
              <a:gd name="connsiteY0" fmla="*/ 296990 h 297084"/>
              <a:gd name="connsiteX1" fmla="*/ 18141 w 325470"/>
              <a:gd name="connsiteY1" fmla="*/ 278511 h 297084"/>
              <a:gd name="connsiteX2" fmla="*/ 18141 w 325470"/>
              <a:gd name="connsiteY2" fmla="*/ 190690 h 297084"/>
              <a:gd name="connsiteX3" fmla="*/ 183852 w 325470"/>
              <a:gd name="connsiteY3" fmla="*/ 24289 h 297084"/>
              <a:gd name="connsiteX4" fmla="*/ 242567 w 325470"/>
              <a:gd name="connsiteY4" fmla="*/ 0 h 297084"/>
              <a:gd name="connsiteX5" fmla="*/ 301283 w 325470"/>
              <a:gd name="connsiteY5" fmla="*/ 24289 h 297084"/>
              <a:gd name="connsiteX6" fmla="*/ 325471 w 325470"/>
              <a:gd name="connsiteY6" fmla="*/ 83248 h 297084"/>
              <a:gd name="connsiteX7" fmla="*/ 301283 w 325470"/>
              <a:gd name="connsiteY7" fmla="*/ 142208 h 297084"/>
              <a:gd name="connsiteX8" fmla="*/ 183852 w 325470"/>
              <a:gd name="connsiteY8" fmla="*/ 260032 h 297084"/>
              <a:gd name="connsiteX9" fmla="*/ 174651 w 325470"/>
              <a:gd name="connsiteY9" fmla="*/ 260032 h 297084"/>
              <a:gd name="connsiteX10" fmla="*/ 174651 w 325470"/>
              <a:gd name="connsiteY10" fmla="*/ 249650 h 297084"/>
              <a:gd name="connsiteX11" fmla="*/ 292082 w 325470"/>
              <a:gd name="connsiteY11" fmla="*/ 131826 h 297084"/>
              <a:gd name="connsiteX12" fmla="*/ 311622 w 325470"/>
              <a:gd name="connsiteY12" fmla="*/ 83344 h 297084"/>
              <a:gd name="connsiteX13" fmla="*/ 292082 w 325470"/>
              <a:gd name="connsiteY13" fmla="*/ 33623 h 297084"/>
              <a:gd name="connsiteX14" fmla="*/ 242567 w 325470"/>
              <a:gd name="connsiteY14" fmla="*/ 14002 h 297084"/>
              <a:gd name="connsiteX15" fmla="*/ 194191 w 325470"/>
              <a:gd name="connsiteY15" fmla="*/ 33623 h 297084"/>
              <a:gd name="connsiteX16" fmla="*/ 28480 w 325470"/>
              <a:gd name="connsiteY16" fmla="*/ 200025 h 297084"/>
              <a:gd name="connsiteX17" fmla="*/ 28480 w 325470"/>
              <a:gd name="connsiteY17" fmla="*/ 269367 h 297084"/>
              <a:gd name="connsiteX18" fmla="*/ 96396 w 325470"/>
              <a:gd name="connsiteY18" fmla="*/ 269367 h 297084"/>
              <a:gd name="connsiteX19" fmla="*/ 255278 w 325470"/>
              <a:gd name="connsiteY19" fmla="*/ 109919 h 297084"/>
              <a:gd name="connsiteX20" fmla="*/ 255278 w 325470"/>
              <a:gd name="connsiteY20" fmla="*/ 79915 h 297084"/>
              <a:gd name="connsiteX21" fmla="*/ 240291 w 325470"/>
              <a:gd name="connsiteY21" fmla="*/ 74104 h 297084"/>
              <a:gd name="connsiteX22" fmla="*/ 226442 w 325470"/>
              <a:gd name="connsiteY22" fmla="*/ 79915 h 297084"/>
              <a:gd name="connsiteX23" fmla="*/ 109012 w 325470"/>
              <a:gd name="connsiteY23" fmla="*/ 197739 h 297084"/>
              <a:gd name="connsiteX24" fmla="*/ 98673 w 325470"/>
              <a:gd name="connsiteY24" fmla="*/ 197739 h 297084"/>
              <a:gd name="connsiteX25" fmla="*/ 98673 w 325470"/>
              <a:gd name="connsiteY25" fmla="*/ 188500 h 297084"/>
              <a:gd name="connsiteX26" fmla="*/ 216103 w 325470"/>
              <a:gd name="connsiteY26" fmla="*/ 70675 h 297084"/>
              <a:gd name="connsiteX27" fmla="*/ 240291 w 325470"/>
              <a:gd name="connsiteY27" fmla="*/ 60293 h 297084"/>
              <a:gd name="connsiteX28" fmla="*/ 265617 w 325470"/>
              <a:gd name="connsiteY28" fmla="*/ 70675 h 297084"/>
              <a:gd name="connsiteX29" fmla="*/ 265617 w 325470"/>
              <a:gd name="connsiteY29" fmla="*/ 119158 h 297084"/>
              <a:gd name="connsiteX30" fmla="*/ 106735 w 325470"/>
              <a:gd name="connsiteY30" fmla="*/ 278606 h 297084"/>
              <a:gd name="connsiteX31" fmla="*/ 63007 w 325470"/>
              <a:gd name="connsiteY31" fmla="*/ 297085 h 297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25470" h="297084">
                <a:moveTo>
                  <a:pt x="63007" y="296990"/>
                </a:moveTo>
                <a:cubicBezTo>
                  <a:pt x="46882" y="296990"/>
                  <a:pt x="30757" y="291179"/>
                  <a:pt x="18141" y="278511"/>
                </a:cubicBezTo>
                <a:cubicBezTo>
                  <a:pt x="-6047" y="254222"/>
                  <a:pt x="-6047" y="214979"/>
                  <a:pt x="18141" y="190690"/>
                </a:cubicBezTo>
                <a:lnTo>
                  <a:pt x="183852" y="24289"/>
                </a:lnTo>
                <a:cubicBezTo>
                  <a:pt x="199978" y="8096"/>
                  <a:pt x="220656" y="0"/>
                  <a:pt x="242567" y="0"/>
                </a:cubicBezTo>
                <a:cubicBezTo>
                  <a:pt x="265617" y="0"/>
                  <a:pt x="286295" y="8096"/>
                  <a:pt x="301283" y="24289"/>
                </a:cubicBezTo>
                <a:cubicBezTo>
                  <a:pt x="317408" y="40481"/>
                  <a:pt x="325471" y="61246"/>
                  <a:pt x="325471" y="83248"/>
                </a:cubicBezTo>
                <a:cubicBezTo>
                  <a:pt x="325471" y="105251"/>
                  <a:pt x="317408" y="126016"/>
                  <a:pt x="301283" y="142208"/>
                </a:cubicBezTo>
                <a:lnTo>
                  <a:pt x="183852" y="260032"/>
                </a:lnTo>
                <a:cubicBezTo>
                  <a:pt x="181576" y="262319"/>
                  <a:pt x="176928" y="262319"/>
                  <a:pt x="174651" y="260032"/>
                </a:cubicBezTo>
                <a:cubicBezTo>
                  <a:pt x="171237" y="256603"/>
                  <a:pt x="171237" y="253079"/>
                  <a:pt x="174651" y="249650"/>
                </a:cubicBezTo>
                <a:lnTo>
                  <a:pt x="292082" y="131826"/>
                </a:lnTo>
                <a:cubicBezTo>
                  <a:pt x="304697" y="119158"/>
                  <a:pt x="311622" y="101822"/>
                  <a:pt x="311622" y="83344"/>
                </a:cubicBezTo>
                <a:cubicBezTo>
                  <a:pt x="311622" y="64865"/>
                  <a:pt x="304697" y="47530"/>
                  <a:pt x="292082" y="33623"/>
                </a:cubicBezTo>
                <a:cubicBezTo>
                  <a:pt x="278233" y="20955"/>
                  <a:pt x="260969" y="14002"/>
                  <a:pt x="242567" y="14002"/>
                </a:cubicBezTo>
                <a:cubicBezTo>
                  <a:pt x="224166" y="14002"/>
                  <a:pt x="206902" y="20955"/>
                  <a:pt x="194191" y="33623"/>
                </a:cubicBezTo>
                <a:lnTo>
                  <a:pt x="28480" y="200025"/>
                </a:lnTo>
                <a:cubicBezTo>
                  <a:pt x="10078" y="219646"/>
                  <a:pt x="10078" y="249746"/>
                  <a:pt x="28480" y="269367"/>
                </a:cubicBezTo>
                <a:cubicBezTo>
                  <a:pt x="46882" y="287846"/>
                  <a:pt x="77994" y="287846"/>
                  <a:pt x="96396" y="269367"/>
                </a:cubicBezTo>
                <a:lnTo>
                  <a:pt x="255278" y="109919"/>
                </a:lnTo>
                <a:cubicBezTo>
                  <a:pt x="263341" y="101822"/>
                  <a:pt x="263341" y="88011"/>
                  <a:pt x="255278" y="79915"/>
                </a:cubicBezTo>
                <a:cubicBezTo>
                  <a:pt x="251863" y="76486"/>
                  <a:pt x="246077" y="74104"/>
                  <a:pt x="240291" y="74104"/>
                </a:cubicBezTo>
                <a:cubicBezTo>
                  <a:pt x="235643" y="74104"/>
                  <a:pt x="229952" y="76390"/>
                  <a:pt x="226442" y="79915"/>
                </a:cubicBezTo>
                <a:lnTo>
                  <a:pt x="109012" y="197739"/>
                </a:lnTo>
                <a:cubicBezTo>
                  <a:pt x="105597" y="200025"/>
                  <a:pt x="102087" y="200025"/>
                  <a:pt x="98673" y="197739"/>
                </a:cubicBezTo>
                <a:cubicBezTo>
                  <a:pt x="96396" y="195453"/>
                  <a:pt x="96396" y="190786"/>
                  <a:pt x="98673" y="188500"/>
                </a:cubicBezTo>
                <a:lnTo>
                  <a:pt x="216103" y="70675"/>
                </a:lnTo>
                <a:cubicBezTo>
                  <a:pt x="223027" y="63722"/>
                  <a:pt x="231090" y="60293"/>
                  <a:pt x="240291" y="60293"/>
                </a:cubicBezTo>
                <a:cubicBezTo>
                  <a:pt x="249492" y="60293"/>
                  <a:pt x="258693" y="63722"/>
                  <a:pt x="265617" y="70675"/>
                </a:cubicBezTo>
                <a:cubicBezTo>
                  <a:pt x="278233" y="83344"/>
                  <a:pt x="278233" y="105346"/>
                  <a:pt x="265617" y="119158"/>
                </a:cubicBezTo>
                <a:lnTo>
                  <a:pt x="106735" y="278606"/>
                </a:lnTo>
                <a:cubicBezTo>
                  <a:pt x="94120" y="291275"/>
                  <a:pt x="77994" y="297085"/>
                  <a:pt x="63007" y="29708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9" name="Graphic 134">
            <a:extLst>
              <a:ext uri="{FF2B5EF4-FFF2-40B4-BE49-F238E27FC236}">
                <a16:creationId xmlns:a16="http://schemas.microsoft.com/office/drawing/2014/main" id="{AA403879-A4F3-E5C5-893C-041FAB599575}"/>
              </a:ext>
            </a:extLst>
          </p:cNvPr>
          <p:cNvSpPr/>
          <p:nvPr/>
        </p:nvSpPr>
        <p:spPr>
          <a:xfrm>
            <a:off x="11184058" y="1517438"/>
            <a:ext cx="441053" cy="402586"/>
          </a:xfrm>
          <a:custGeom>
            <a:avLst/>
            <a:gdLst>
              <a:gd name="connsiteX0" fmla="*/ 63007 w 325470"/>
              <a:gd name="connsiteY0" fmla="*/ 296990 h 297084"/>
              <a:gd name="connsiteX1" fmla="*/ 18141 w 325470"/>
              <a:gd name="connsiteY1" fmla="*/ 278511 h 297084"/>
              <a:gd name="connsiteX2" fmla="*/ 18141 w 325470"/>
              <a:gd name="connsiteY2" fmla="*/ 190690 h 297084"/>
              <a:gd name="connsiteX3" fmla="*/ 183852 w 325470"/>
              <a:gd name="connsiteY3" fmla="*/ 24289 h 297084"/>
              <a:gd name="connsiteX4" fmla="*/ 242567 w 325470"/>
              <a:gd name="connsiteY4" fmla="*/ 0 h 297084"/>
              <a:gd name="connsiteX5" fmla="*/ 301283 w 325470"/>
              <a:gd name="connsiteY5" fmla="*/ 24289 h 297084"/>
              <a:gd name="connsiteX6" fmla="*/ 325471 w 325470"/>
              <a:gd name="connsiteY6" fmla="*/ 83248 h 297084"/>
              <a:gd name="connsiteX7" fmla="*/ 301283 w 325470"/>
              <a:gd name="connsiteY7" fmla="*/ 142208 h 297084"/>
              <a:gd name="connsiteX8" fmla="*/ 183852 w 325470"/>
              <a:gd name="connsiteY8" fmla="*/ 260032 h 297084"/>
              <a:gd name="connsiteX9" fmla="*/ 174651 w 325470"/>
              <a:gd name="connsiteY9" fmla="*/ 260032 h 297084"/>
              <a:gd name="connsiteX10" fmla="*/ 174651 w 325470"/>
              <a:gd name="connsiteY10" fmla="*/ 249650 h 297084"/>
              <a:gd name="connsiteX11" fmla="*/ 292082 w 325470"/>
              <a:gd name="connsiteY11" fmla="*/ 131826 h 297084"/>
              <a:gd name="connsiteX12" fmla="*/ 311622 w 325470"/>
              <a:gd name="connsiteY12" fmla="*/ 83344 h 297084"/>
              <a:gd name="connsiteX13" fmla="*/ 292082 w 325470"/>
              <a:gd name="connsiteY13" fmla="*/ 33623 h 297084"/>
              <a:gd name="connsiteX14" fmla="*/ 242567 w 325470"/>
              <a:gd name="connsiteY14" fmla="*/ 14002 h 297084"/>
              <a:gd name="connsiteX15" fmla="*/ 194191 w 325470"/>
              <a:gd name="connsiteY15" fmla="*/ 33623 h 297084"/>
              <a:gd name="connsiteX16" fmla="*/ 28480 w 325470"/>
              <a:gd name="connsiteY16" fmla="*/ 200025 h 297084"/>
              <a:gd name="connsiteX17" fmla="*/ 28480 w 325470"/>
              <a:gd name="connsiteY17" fmla="*/ 269367 h 297084"/>
              <a:gd name="connsiteX18" fmla="*/ 96396 w 325470"/>
              <a:gd name="connsiteY18" fmla="*/ 269367 h 297084"/>
              <a:gd name="connsiteX19" fmla="*/ 255278 w 325470"/>
              <a:gd name="connsiteY19" fmla="*/ 109919 h 297084"/>
              <a:gd name="connsiteX20" fmla="*/ 255278 w 325470"/>
              <a:gd name="connsiteY20" fmla="*/ 79915 h 297084"/>
              <a:gd name="connsiteX21" fmla="*/ 240291 w 325470"/>
              <a:gd name="connsiteY21" fmla="*/ 74104 h 297084"/>
              <a:gd name="connsiteX22" fmla="*/ 226442 w 325470"/>
              <a:gd name="connsiteY22" fmla="*/ 79915 h 297084"/>
              <a:gd name="connsiteX23" fmla="*/ 109012 w 325470"/>
              <a:gd name="connsiteY23" fmla="*/ 197739 h 297084"/>
              <a:gd name="connsiteX24" fmla="*/ 98673 w 325470"/>
              <a:gd name="connsiteY24" fmla="*/ 197739 h 297084"/>
              <a:gd name="connsiteX25" fmla="*/ 98673 w 325470"/>
              <a:gd name="connsiteY25" fmla="*/ 188500 h 297084"/>
              <a:gd name="connsiteX26" fmla="*/ 216103 w 325470"/>
              <a:gd name="connsiteY26" fmla="*/ 70675 h 297084"/>
              <a:gd name="connsiteX27" fmla="*/ 240291 w 325470"/>
              <a:gd name="connsiteY27" fmla="*/ 60293 h 297084"/>
              <a:gd name="connsiteX28" fmla="*/ 265617 w 325470"/>
              <a:gd name="connsiteY28" fmla="*/ 70675 h 297084"/>
              <a:gd name="connsiteX29" fmla="*/ 265617 w 325470"/>
              <a:gd name="connsiteY29" fmla="*/ 119158 h 297084"/>
              <a:gd name="connsiteX30" fmla="*/ 106735 w 325470"/>
              <a:gd name="connsiteY30" fmla="*/ 278606 h 297084"/>
              <a:gd name="connsiteX31" fmla="*/ 63007 w 325470"/>
              <a:gd name="connsiteY31" fmla="*/ 297085 h 297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25470" h="297084">
                <a:moveTo>
                  <a:pt x="63007" y="296990"/>
                </a:moveTo>
                <a:cubicBezTo>
                  <a:pt x="46882" y="296990"/>
                  <a:pt x="30757" y="291179"/>
                  <a:pt x="18141" y="278511"/>
                </a:cubicBezTo>
                <a:cubicBezTo>
                  <a:pt x="-6047" y="254222"/>
                  <a:pt x="-6047" y="214979"/>
                  <a:pt x="18141" y="190690"/>
                </a:cubicBezTo>
                <a:lnTo>
                  <a:pt x="183852" y="24289"/>
                </a:lnTo>
                <a:cubicBezTo>
                  <a:pt x="199978" y="8096"/>
                  <a:pt x="220656" y="0"/>
                  <a:pt x="242567" y="0"/>
                </a:cubicBezTo>
                <a:cubicBezTo>
                  <a:pt x="265617" y="0"/>
                  <a:pt x="286295" y="8096"/>
                  <a:pt x="301283" y="24289"/>
                </a:cubicBezTo>
                <a:cubicBezTo>
                  <a:pt x="317408" y="40481"/>
                  <a:pt x="325471" y="61246"/>
                  <a:pt x="325471" y="83248"/>
                </a:cubicBezTo>
                <a:cubicBezTo>
                  <a:pt x="325471" y="105251"/>
                  <a:pt x="317408" y="126016"/>
                  <a:pt x="301283" y="142208"/>
                </a:cubicBezTo>
                <a:lnTo>
                  <a:pt x="183852" y="260032"/>
                </a:lnTo>
                <a:cubicBezTo>
                  <a:pt x="181576" y="262319"/>
                  <a:pt x="176928" y="262319"/>
                  <a:pt x="174651" y="260032"/>
                </a:cubicBezTo>
                <a:cubicBezTo>
                  <a:pt x="171237" y="256603"/>
                  <a:pt x="171237" y="253079"/>
                  <a:pt x="174651" y="249650"/>
                </a:cubicBezTo>
                <a:lnTo>
                  <a:pt x="292082" y="131826"/>
                </a:lnTo>
                <a:cubicBezTo>
                  <a:pt x="304697" y="119158"/>
                  <a:pt x="311622" y="101822"/>
                  <a:pt x="311622" y="83344"/>
                </a:cubicBezTo>
                <a:cubicBezTo>
                  <a:pt x="311622" y="64865"/>
                  <a:pt x="304697" y="47530"/>
                  <a:pt x="292082" y="33623"/>
                </a:cubicBezTo>
                <a:cubicBezTo>
                  <a:pt x="278233" y="20955"/>
                  <a:pt x="260969" y="14002"/>
                  <a:pt x="242567" y="14002"/>
                </a:cubicBezTo>
                <a:cubicBezTo>
                  <a:pt x="224166" y="14002"/>
                  <a:pt x="206902" y="20955"/>
                  <a:pt x="194191" y="33623"/>
                </a:cubicBezTo>
                <a:lnTo>
                  <a:pt x="28480" y="200025"/>
                </a:lnTo>
                <a:cubicBezTo>
                  <a:pt x="10078" y="219646"/>
                  <a:pt x="10078" y="249746"/>
                  <a:pt x="28480" y="269367"/>
                </a:cubicBezTo>
                <a:cubicBezTo>
                  <a:pt x="46882" y="287846"/>
                  <a:pt x="77994" y="287846"/>
                  <a:pt x="96396" y="269367"/>
                </a:cubicBezTo>
                <a:lnTo>
                  <a:pt x="255278" y="109919"/>
                </a:lnTo>
                <a:cubicBezTo>
                  <a:pt x="263341" y="101822"/>
                  <a:pt x="263341" y="88011"/>
                  <a:pt x="255278" y="79915"/>
                </a:cubicBezTo>
                <a:cubicBezTo>
                  <a:pt x="251863" y="76486"/>
                  <a:pt x="246077" y="74104"/>
                  <a:pt x="240291" y="74104"/>
                </a:cubicBezTo>
                <a:cubicBezTo>
                  <a:pt x="235643" y="74104"/>
                  <a:pt x="229952" y="76390"/>
                  <a:pt x="226442" y="79915"/>
                </a:cubicBezTo>
                <a:lnTo>
                  <a:pt x="109012" y="197739"/>
                </a:lnTo>
                <a:cubicBezTo>
                  <a:pt x="105597" y="200025"/>
                  <a:pt x="102087" y="200025"/>
                  <a:pt x="98673" y="197739"/>
                </a:cubicBezTo>
                <a:cubicBezTo>
                  <a:pt x="96396" y="195453"/>
                  <a:pt x="96396" y="190786"/>
                  <a:pt x="98673" y="188500"/>
                </a:cubicBezTo>
                <a:lnTo>
                  <a:pt x="216103" y="70675"/>
                </a:lnTo>
                <a:cubicBezTo>
                  <a:pt x="223027" y="63722"/>
                  <a:pt x="231090" y="60293"/>
                  <a:pt x="240291" y="60293"/>
                </a:cubicBezTo>
                <a:cubicBezTo>
                  <a:pt x="249492" y="60293"/>
                  <a:pt x="258693" y="63722"/>
                  <a:pt x="265617" y="70675"/>
                </a:cubicBezTo>
                <a:cubicBezTo>
                  <a:pt x="278233" y="83344"/>
                  <a:pt x="278233" y="105346"/>
                  <a:pt x="265617" y="119158"/>
                </a:cubicBezTo>
                <a:lnTo>
                  <a:pt x="106735" y="278606"/>
                </a:lnTo>
                <a:cubicBezTo>
                  <a:pt x="94120" y="291275"/>
                  <a:pt x="77994" y="297085"/>
                  <a:pt x="63007" y="29708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0" name="Graphic 140">
            <a:extLst>
              <a:ext uri="{FF2B5EF4-FFF2-40B4-BE49-F238E27FC236}">
                <a16:creationId xmlns:a16="http://schemas.microsoft.com/office/drawing/2014/main" id="{7C0877B4-7E29-23FE-BBD8-D1E474123E85}"/>
              </a:ext>
            </a:extLst>
          </p:cNvPr>
          <p:cNvSpPr/>
          <p:nvPr/>
        </p:nvSpPr>
        <p:spPr>
          <a:xfrm>
            <a:off x="603511" y="2916623"/>
            <a:ext cx="379787" cy="398144"/>
          </a:xfrm>
          <a:custGeom>
            <a:avLst/>
            <a:gdLst>
              <a:gd name="connsiteX0" fmla="*/ 278399 w 284659"/>
              <a:gd name="connsiteY0" fmla="*/ 37148 h 298418"/>
              <a:gd name="connsiteX1" fmla="*/ 191796 w 284659"/>
              <a:gd name="connsiteY1" fmla="*/ 37148 h 298418"/>
              <a:gd name="connsiteX2" fmla="*/ 191796 w 284659"/>
              <a:gd name="connsiteY2" fmla="*/ 6191 h 298418"/>
              <a:gd name="connsiteX3" fmla="*/ 185631 w 284659"/>
              <a:gd name="connsiteY3" fmla="*/ 0 h 298418"/>
              <a:gd name="connsiteX4" fmla="*/ 86413 w 284659"/>
              <a:gd name="connsiteY4" fmla="*/ 0 h 298418"/>
              <a:gd name="connsiteX5" fmla="*/ 80247 w 284659"/>
              <a:gd name="connsiteY5" fmla="*/ 6191 h 298418"/>
              <a:gd name="connsiteX6" fmla="*/ 80247 w 284659"/>
              <a:gd name="connsiteY6" fmla="*/ 37148 h 298418"/>
              <a:gd name="connsiteX7" fmla="*/ 6166 w 284659"/>
              <a:gd name="connsiteY7" fmla="*/ 37148 h 298418"/>
              <a:gd name="connsiteX8" fmla="*/ 0 w 284659"/>
              <a:gd name="connsiteY8" fmla="*/ 43434 h 298418"/>
              <a:gd name="connsiteX9" fmla="*/ 6166 w 284659"/>
              <a:gd name="connsiteY9" fmla="*/ 49721 h 298418"/>
              <a:gd name="connsiteX10" fmla="*/ 31397 w 284659"/>
              <a:gd name="connsiteY10" fmla="*/ 49721 h 298418"/>
              <a:gd name="connsiteX11" fmla="*/ 31397 w 284659"/>
              <a:gd name="connsiteY11" fmla="*/ 292227 h 298418"/>
              <a:gd name="connsiteX12" fmla="*/ 37563 w 284659"/>
              <a:gd name="connsiteY12" fmla="*/ 298418 h 298418"/>
              <a:gd name="connsiteX13" fmla="*/ 235240 w 284659"/>
              <a:gd name="connsiteY13" fmla="*/ 298418 h 298418"/>
              <a:gd name="connsiteX14" fmla="*/ 241405 w 284659"/>
              <a:gd name="connsiteY14" fmla="*/ 292227 h 298418"/>
              <a:gd name="connsiteX15" fmla="*/ 241405 w 284659"/>
              <a:gd name="connsiteY15" fmla="*/ 49721 h 298418"/>
              <a:gd name="connsiteX16" fmla="*/ 278494 w 284659"/>
              <a:gd name="connsiteY16" fmla="*/ 49721 h 298418"/>
              <a:gd name="connsiteX17" fmla="*/ 284659 w 284659"/>
              <a:gd name="connsiteY17" fmla="*/ 43434 h 298418"/>
              <a:gd name="connsiteX18" fmla="*/ 278494 w 284659"/>
              <a:gd name="connsiteY18" fmla="*/ 37148 h 298418"/>
              <a:gd name="connsiteX19" fmla="*/ 92483 w 284659"/>
              <a:gd name="connsiteY19" fmla="*/ 12478 h 298418"/>
              <a:gd name="connsiteX20" fmla="*/ 179276 w 284659"/>
              <a:gd name="connsiteY20" fmla="*/ 12478 h 298418"/>
              <a:gd name="connsiteX21" fmla="*/ 179276 w 284659"/>
              <a:gd name="connsiteY21" fmla="*/ 37148 h 298418"/>
              <a:gd name="connsiteX22" fmla="*/ 92483 w 284659"/>
              <a:gd name="connsiteY22" fmla="*/ 37148 h 298418"/>
              <a:gd name="connsiteX23" fmla="*/ 92483 w 284659"/>
              <a:gd name="connsiteY23" fmla="*/ 12478 h 298418"/>
              <a:gd name="connsiteX24" fmla="*/ 228979 w 284659"/>
              <a:gd name="connsiteY24" fmla="*/ 286036 h 298418"/>
              <a:gd name="connsiteX25" fmla="*/ 43633 w 284659"/>
              <a:gd name="connsiteY25" fmla="*/ 286036 h 298418"/>
              <a:gd name="connsiteX26" fmla="*/ 43633 w 284659"/>
              <a:gd name="connsiteY26" fmla="*/ 49721 h 298418"/>
              <a:gd name="connsiteX27" fmla="*/ 228979 w 284659"/>
              <a:gd name="connsiteY27" fmla="*/ 49721 h 298418"/>
              <a:gd name="connsiteX28" fmla="*/ 228979 w 284659"/>
              <a:gd name="connsiteY28" fmla="*/ 286036 h 298418"/>
              <a:gd name="connsiteX29" fmla="*/ 92673 w 284659"/>
              <a:gd name="connsiteY29" fmla="*/ 86773 h 298418"/>
              <a:gd name="connsiteX30" fmla="*/ 92673 w 284659"/>
              <a:gd name="connsiteY30" fmla="*/ 236220 h 298418"/>
              <a:gd name="connsiteX31" fmla="*/ 86413 w 284659"/>
              <a:gd name="connsiteY31" fmla="*/ 242411 h 298418"/>
              <a:gd name="connsiteX32" fmla="*/ 80152 w 284659"/>
              <a:gd name="connsiteY32" fmla="*/ 236220 h 298418"/>
              <a:gd name="connsiteX33" fmla="*/ 80152 w 284659"/>
              <a:gd name="connsiteY33" fmla="*/ 86773 h 298418"/>
              <a:gd name="connsiteX34" fmla="*/ 86413 w 284659"/>
              <a:gd name="connsiteY34" fmla="*/ 80581 h 298418"/>
              <a:gd name="connsiteX35" fmla="*/ 92673 w 284659"/>
              <a:gd name="connsiteY35" fmla="*/ 86773 h 298418"/>
              <a:gd name="connsiteX36" fmla="*/ 142187 w 284659"/>
              <a:gd name="connsiteY36" fmla="*/ 86773 h 298418"/>
              <a:gd name="connsiteX37" fmla="*/ 142187 w 284659"/>
              <a:gd name="connsiteY37" fmla="*/ 236220 h 298418"/>
              <a:gd name="connsiteX38" fmla="*/ 135927 w 284659"/>
              <a:gd name="connsiteY38" fmla="*/ 242411 h 298418"/>
              <a:gd name="connsiteX39" fmla="*/ 129667 w 284659"/>
              <a:gd name="connsiteY39" fmla="*/ 236220 h 298418"/>
              <a:gd name="connsiteX40" fmla="*/ 129667 w 284659"/>
              <a:gd name="connsiteY40" fmla="*/ 86773 h 298418"/>
              <a:gd name="connsiteX41" fmla="*/ 135927 w 284659"/>
              <a:gd name="connsiteY41" fmla="*/ 80581 h 298418"/>
              <a:gd name="connsiteX42" fmla="*/ 142187 w 284659"/>
              <a:gd name="connsiteY42" fmla="*/ 86773 h 298418"/>
              <a:gd name="connsiteX43" fmla="*/ 185441 w 284659"/>
              <a:gd name="connsiteY43" fmla="*/ 80581 h 298418"/>
              <a:gd name="connsiteX44" fmla="*/ 191702 w 284659"/>
              <a:gd name="connsiteY44" fmla="*/ 86773 h 298418"/>
              <a:gd name="connsiteX45" fmla="*/ 191702 w 284659"/>
              <a:gd name="connsiteY45" fmla="*/ 236220 h 298418"/>
              <a:gd name="connsiteX46" fmla="*/ 185441 w 284659"/>
              <a:gd name="connsiteY46" fmla="*/ 242411 h 298418"/>
              <a:gd name="connsiteX47" fmla="*/ 179181 w 284659"/>
              <a:gd name="connsiteY47" fmla="*/ 236220 h 298418"/>
              <a:gd name="connsiteX48" fmla="*/ 179181 w 284659"/>
              <a:gd name="connsiteY48" fmla="*/ 86773 h 298418"/>
              <a:gd name="connsiteX49" fmla="*/ 185441 w 284659"/>
              <a:gd name="connsiteY49" fmla="*/ 80581 h 29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84659" h="298418">
                <a:moveTo>
                  <a:pt x="278399" y="37148"/>
                </a:moveTo>
                <a:lnTo>
                  <a:pt x="191796" y="37148"/>
                </a:lnTo>
                <a:lnTo>
                  <a:pt x="191796" y="6191"/>
                </a:lnTo>
                <a:cubicBezTo>
                  <a:pt x="191796" y="3048"/>
                  <a:pt x="189710" y="0"/>
                  <a:pt x="185631" y="0"/>
                </a:cubicBezTo>
                <a:lnTo>
                  <a:pt x="86413" y="0"/>
                </a:lnTo>
                <a:cubicBezTo>
                  <a:pt x="83283" y="0"/>
                  <a:pt x="80247" y="3143"/>
                  <a:pt x="80247" y="6191"/>
                </a:cubicBezTo>
                <a:lnTo>
                  <a:pt x="80247" y="37148"/>
                </a:lnTo>
                <a:lnTo>
                  <a:pt x="6166" y="37148"/>
                </a:lnTo>
                <a:cubicBezTo>
                  <a:pt x="3035" y="37148"/>
                  <a:pt x="0" y="40291"/>
                  <a:pt x="0" y="43434"/>
                </a:cubicBezTo>
                <a:cubicBezTo>
                  <a:pt x="0" y="47625"/>
                  <a:pt x="3130" y="49721"/>
                  <a:pt x="6166" y="49721"/>
                </a:cubicBezTo>
                <a:lnTo>
                  <a:pt x="31397" y="49721"/>
                </a:lnTo>
                <a:lnTo>
                  <a:pt x="31397" y="292227"/>
                </a:lnTo>
                <a:cubicBezTo>
                  <a:pt x="31397" y="296418"/>
                  <a:pt x="34527" y="298418"/>
                  <a:pt x="37563" y="298418"/>
                </a:cubicBezTo>
                <a:lnTo>
                  <a:pt x="235240" y="298418"/>
                </a:lnTo>
                <a:cubicBezTo>
                  <a:pt x="239319" y="298418"/>
                  <a:pt x="241405" y="296323"/>
                  <a:pt x="241405" y="292227"/>
                </a:cubicBezTo>
                <a:lnTo>
                  <a:pt x="241405" y="49721"/>
                </a:lnTo>
                <a:lnTo>
                  <a:pt x="278494" y="49721"/>
                </a:lnTo>
                <a:cubicBezTo>
                  <a:pt x="282572" y="49721"/>
                  <a:pt x="284659" y="47625"/>
                  <a:pt x="284659" y="43434"/>
                </a:cubicBezTo>
                <a:cubicBezTo>
                  <a:pt x="284659" y="40291"/>
                  <a:pt x="282572" y="37148"/>
                  <a:pt x="278494" y="37148"/>
                </a:cubicBezTo>
                <a:close/>
                <a:moveTo>
                  <a:pt x="92483" y="12478"/>
                </a:moveTo>
                <a:lnTo>
                  <a:pt x="179276" y="12478"/>
                </a:lnTo>
                <a:lnTo>
                  <a:pt x="179276" y="37148"/>
                </a:lnTo>
                <a:lnTo>
                  <a:pt x="92483" y="37148"/>
                </a:lnTo>
                <a:lnTo>
                  <a:pt x="92483" y="12478"/>
                </a:lnTo>
                <a:close/>
                <a:moveTo>
                  <a:pt x="228979" y="286036"/>
                </a:moveTo>
                <a:lnTo>
                  <a:pt x="43633" y="286036"/>
                </a:lnTo>
                <a:lnTo>
                  <a:pt x="43633" y="49721"/>
                </a:lnTo>
                <a:lnTo>
                  <a:pt x="228979" y="49721"/>
                </a:lnTo>
                <a:lnTo>
                  <a:pt x="228979" y="286036"/>
                </a:lnTo>
                <a:close/>
                <a:moveTo>
                  <a:pt x="92673" y="86773"/>
                </a:moveTo>
                <a:lnTo>
                  <a:pt x="92673" y="236220"/>
                </a:lnTo>
                <a:cubicBezTo>
                  <a:pt x="92673" y="240411"/>
                  <a:pt x="90586" y="242411"/>
                  <a:pt x="86413" y="242411"/>
                </a:cubicBezTo>
                <a:cubicBezTo>
                  <a:pt x="83283" y="242411"/>
                  <a:pt x="80152" y="240316"/>
                  <a:pt x="80152" y="236220"/>
                </a:cubicBezTo>
                <a:lnTo>
                  <a:pt x="80152" y="86773"/>
                </a:lnTo>
                <a:cubicBezTo>
                  <a:pt x="80152" y="83629"/>
                  <a:pt x="83283" y="80581"/>
                  <a:pt x="86413" y="80581"/>
                </a:cubicBezTo>
                <a:cubicBezTo>
                  <a:pt x="90586" y="80581"/>
                  <a:pt x="92673" y="83725"/>
                  <a:pt x="92673" y="86773"/>
                </a:cubicBezTo>
                <a:close/>
                <a:moveTo>
                  <a:pt x="142187" y="86773"/>
                </a:moveTo>
                <a:lnTo>
                  <a:pt x="142187" y="236220"/>
                </a:lnTo>
                <a:cubicBezTo>
                  <a:pt x="142187" y="240411"/>
                  <a:pt x="140101" y="242411"/>
                  <a:pt x="135927" y="242411"/>
                </a:cubicBezTo>
                <a:cubicBezTo>
                  <a:pt x="132797" y="242411"/>
                  <a:pt x="129667" y="240316"/>
                  <a:pt x="129667" y="236220"/>
                </a:cubicBezTo>
                <a:lnTo>
                  <a:pt x="129667" y="86773"/>
                </a:lnTo>
                <a:cubicBezTo>
                  <a:pt x="129667" y="83629"/>
                  <a:pt x="132797" y="80581"/>
                  <a:pt x="135927" y="80581"/>
                </a:cubicBezTo>
                <a:cubicBezTo>
                  <a:pt x="140101" y="80581"/>
                  <a:pt x="142187" y="83725"/>
                  <a:pt x="142187" y="86773"/>
                </a:cubicBezTo>
                <a:close/>
                <a:moveTo>
                  <a:pt x="185441" y="80581"/>
                </a:moveTo>
                <a:cubicBezTo>
                  <a:pt x="189615" y="80581"/>
                  <a:pt x="191702" y="83725"/>
                  <a:pt x="191702" y="86773"/>
                </a:cubicBezTo>
                <a:lnTo>
                  <a:pt x="191702" y="236220"/>
                </a:lnTo>
                <a:cubicBezTo>
                  <a:pt x="191702" y="240411"/>
                  <a:pt x="189615" y="242411"/>
                  <a:pt x="185441" y="242411"/>
                </a:cubicBezTo>
                <a:cubicBezTo>
                  <a:pt x="182311" y="242411"/>
                  <a:pt x="179181" y="240316"/>
                  <a:pt x="179181" y="236220"/>
                </a:cubicBezTo>
                <a:lnTo>
                  <a:pt x="179181" y="86773"/>
                </a:lnTo>
                <a:cubicBezTo>
                  <a:pt x="179181" y="83629"/>
                  <a:pt x="182311" y="80581"/>
                  <a:pt x="185441" y="8058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1" name="Graphic 140">
            <a:extLst>
              <a:ext uri="{FF2B5EF4-FFF2-40B4-BE49-F238E27FC236}">
                <a16:creationId xmlns:a16="http://schemas.microsoft.com/office/drawing/2014/main" id="{AE1E0E8A-7BD7-3CDA-67BB-BC9B2B2D0B12}"/>
              </a:ext>
            </a:extLst>
          </p:cNvPr>
          <p:cNvSpPr/>
          <p:nvPr/>
        </p:nvSpPr>
        <p:spPr>
          <a:xfrm>
            <a:off x="1359161" y="2916623"/>
            <a:ext cx="379787" cy="398144"/>
          </a:xfrm>
          <a:custGeom>
            <a:avLst/>
            <a:gdLst>
              <a:gd name="connsiteX0" fmla="*/ 278399 w 284659"/>
              <a:gd name="connsiteY0" fmla="*/ 37148 h 298418"/>
              <a:gd name="connsiteX1" fmla="*/ 191796 w 284659"/>
              <a:gd name="connsiteY1" fmla="*/ 37148 h 298418"/>
              <a:gd name="connsiteX2" fmla="*/ 191796 w 284659"/>
              <a:gd name="connsiteY2" fmla="*/ 6191 h 298418"/>
              <a:gd name="connsiteX3" fmla="*/ 185631 w 284659"/>
              <a:gd name="connsiteY3" fmla="*/ 0 h 298418"/>
              <a:gd name="connsiteX4" fmla="*/ 86413 w 284659"/>
              <a:gd name="connsiteY4" fmla="*/ 0 h 298418"/>
              <a:gd name="connsiteX5" fmla="*/ 80247 w 284659"/>
              <a:gd name="connsiteY5" fmla="*/ 6191 h 298418"/>
              <a:gd name="connsiteX6" fmla="*/ 80247 w 284659"/>
              <a:gd name="connsiteY6" fmla="*/ 37148 h 298418"/>
              <a:gd name="connsiteX7" fmla="*/ 6166 w 284659"/>
              <a:gd name="connsiteY7" fmla="*/ 37148 h 298418"/>
              <a:gd name="connsiteX8" fmla="*/ 0 w 284659"/>
              <a:gd name="connsiteY8" fmla="*/ 43434 h 298418"/>
              <a:gd name="connsiteX9" fmla="*/ 6166 w 284659"/>
              <a:gd name="connsiteY9" fmla="*/ 49721 h 298418"/>
              <a:gd name="connsiteX10" fmla="*/ 31397 w 284659"/>
              <a:gd name="connsiteY10" fmla="*/ 49721 h 298418"/>
              <a:gd name="connsiteX11" fmla="*/ 31397 w 284659"/>
              <a:gd name="connsiteY11" fmla="*/ 292227 h 298418"/>
              <a:gd name="connsiteX12" fmla="*/ 37563 w 284659"/>
              <a:gd name="connsiteY12" fmla="*/ 298418 h 298418"/>
              <a:gd name="connsiteX13" fmla="*/ 235240 w 284659"/>
              <a:gd name="connsiteY13" fmla="*/ 298418 h 298418"/>
              <a:gd name="connsiteX14" fmla="*/ 241405 w 284659"/>
              <a:gd name="connsiteY14" fmla="*/ 292227 h 298418"/>
              <a:gd name="connsiteX15" fmla="*/ 241405 w 284659"/>
              <a:gd name="connsiteY15" fmla="*/ 49721 h 298418"/>
              <a:gd name="connsiteX16" fmla="*/ 278494 w 284659"/>
              <a:gd name="connsiteY16" fmla="*/ 49721 h 298418"/>
              <a:gd name="connsiteX17" fmla="*/ 284659 w 284659"/>
              <a:gd name="connsiteY17" fmla="*/ 43434 h 298418"/>
              <a:gd name="connsiteX18" fmla="*/ 278494 w 284659"/>
              <a:gd name="connsiteY18" fmla="*/ 37148 h 298418"/>
              <a:gd name="connsiteX19" fmla="*/ 92483 w 284659"/>
              <a:gd name="connsiteY19" fmla="*/ 12478 h 298418"/>
              <a:gd name="connsiteX20" fmla="*/ 179276 w 284659"/>
              <a:gd name="connsiteY20" fmla="*/ 12478 h 298418"/>
              <a:gd name="connsiteX21" fmla="*/ 179276 w 284659"/>
              <a:gd name="connsiteY21" fmla="*/ 37148 h 298418"/>
              <a:gd name="connsiteX22" fmla="*/ 92483 w 284659"/>
              <a:gd name="connsiteY22" fmla="*/ 37148 h 298418"/>
              <a:gd name="connsiteX23" fmla="*/ 92483 w 284659"/>
              <a:gd name="connsiteY23" fmla="*/ 12478 h 298418"/>
              <a:gd name="connsiteX24" fmla="*/ 228979 w 284659"/>
              <a:gd name="connsiteY24" fmla="*/ 286036 h 298418"/>
              <a:gd name="connsiteX25" fmla="*/ 43633 w 284659"/>
              <a:gd name="connsiteY25" fmla="*/ 286036 h 298418"/>
              <a:gd name="connsiteX26" fmla="*/ 43633 w 284659"/>
              <a:gd name="connsiteY26" fmla="*/ 49721 h 298418"/>
              <a:gd name="connsiteX27" fmla="*/ 228979 w 284659"/>
              <a:gd name="connsiteY27" fmla="*/ 49721 h 298418"/>
              <a:gd name="connsiteX28" fmla="*/ 228979 w 284659"/>
              <a:gd name="connsiteY28" fmla="*/ 286036 h 298418"/>
              <a:gd name="connsiteX29" fmla="*/ 92673 w 284659"/>
              <a:gd name="connsiteY29" fmla="*/ 86773 h 298418"/>
              <a:gd name="connsiteX30" fmla="*/ 92673 w 284659"/>
              <a:gd name="connsiteY30" fmla="*/ 236220 h 298418"/>
              <a:gd name="connsiteX31" fmla="*/ 86413 w 284659"/>
              <a:gd name="connsiteY31" fmla="*/ 242411 h 298418"/>
              <a:gd name="connsiteX32" fmla="*/ 80152 w 284659"/>
              <a:gd name="connsiteY32" fmla="*/ 236220 h 298418"/>
              <a:gd name="connsiteX33" fmla="*/ 80152 w 284659"/>
              <a:gd name="connsiteY33" fmla="*/ 86773 h 298418"/>
              <a:gd name="connsiteX34" fmla="*/ 86413 w 284659"/>
              <a:gd name="connsiteY34" fmla="*/ 80581 h 298418"/>
              <a:gd name="connsiteX35" fmla="*/ 92673 w 284659"/>
              <a:gd name="connsiteY35" fmla="*/ 86773 h 298418"/>
              <a:gd name="connsiteX36" fmla="*/ 142187 w 284659"/>
              <a:gd name="connsiteY36" fmla="*/ 86773 h 298418"/>
              <a:gd name="connsiteX37" fmla="*/ 142187 w 284659"/>
              <a:gd name="connsiteY37" fmla="*/ 236220 h 298418"/>
              <a:gd name="connsiteX38" fmla="*/ 135927 w 284659"/>
              <a:gd name="connsiteY38" fmla="*/ 242411 h 298418"/>
              <a:gd name="connsiteX39" fmla="*/ 129667 w 284659"/>
              <a:gd name="connsiteY39" fmla="*/ 236220 h 298418"/>
              <a:gd name="connsiteX40" fmla="*/ 129667 w 284659"/>
              <a:gd name="connsiteY40" fmla="*/ 86773 h 298418"/>
              <a:gd name="connsiteX41" fmla="*/ 135927 w 284659"/>
              <a:gd name="connsiteY41" fmla="*/ 80581 h 298418"/>
              <a:gd name="connsiteX42" fmla="*/ 142187 w 284659"/>
              <a:gd name="connsiteY42" fmla="*/ 86773 h 298418"/>
              <a:gd name="connsiteX43" fmla="*/ 185441 w 284659"/>
              <a:gd name="connsiteY43" fmla="*/ 80581 h 298418"/>
              <a:gd name="connsiteX44" fmla="*/ 191702 w 284659"/>
              <a:gd name="connsiteY44" fmla="*/ 86773 h 298418"/>
              <a:gd name="connsiteX45" fmla="*/ 191702 w 284659"/>
              <a:gd name="connsiteY45" fmla="*/ 236220 h 298418"/>
              <a:gd name="connsiteX46" fmla="*/ 185441 w 284659"/>
              <a:gd name="connsiteY46" fmla="*/ 242411 h 298418"/>
              <a:gd name="connsiteX47" fmla="*/ 179181 w 284659"/>
              <a:gd name="connsiteY47" fmla="*/ 236220 h 298418"/>
              <a:gd name="connsiteX48" fmla="*/ 179181 w 284659"/>
              <a:gd name="connsiteY48" fmla="*/ 86773 h 298418"/>
              <a:gd name="connsiteX49" fmla="*/ 185441 w 284659"/>
              <a:gd name="connsiteY49" fmla="*/ 80581 h 29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84659" h="298418">
                <a:moveTo>
                  <a:pt x="278399" y="37148"/>
                </a:moveTo>
                <a:lnTo>
                  <a:pt x="191796" y="37148"/>
                </a:lnTo>
                <a:lnTo>
                  <a:pt x="191796" y="6191"/>
                </a:lnTo>
                <a:cubicBezTo>
                  <a:pt x="191796" y="3048"/>
                  <a:pt x="189710" y="0"/>
                  <a:pt x="185631" y="0"/>
                </a:cubicBezTo>
                <a:lnTo>
                  <a:pt x="86413" y="0"/>
                </a:lnTo>
                <a:cubicBezTo>
                  <a:pt x="83283" y="0"/>
                  <a:pt x="80247" y="3143"/>
                  <a:pt x="80247" y="6191"/>
                </a:cubicBezTo>
                <a:lnTo>
                  <a:pt x="80247" y="37148"/>
                </a:lnTo>
                <a:lnTo>
                  <a:pt x="6166" y="37148"/>
                </a:lnTo>
                <a:cubicBezTo>
                  <a:pt x="3035" y="37148"/>
                  <a:pt x="0" y="40291"/>
                  <a:pt x="0" y="43434"/>
                </a:cubicBezTo>
                <a:cubicBezTo>
                  <a:pt x="0" y="47625"/>
                  <a:pt x="3130" y="49721"/>
                  <a:pt x="6166" y="49721"/>
                </a:cubicBezTo>
                <a:lnTo>
                  <a:pt x="31397" y="49721"/>
                </a:lnTo>
                <a:lnTo>
                  <a:pt x="31397" y="292227"/>
                </a:lnTo>
                <a:cubicBezTo>
                  <a:pt x="31397" y="296418"/>
                  <a:pt x="34527" y="298418"/>
                  <a:pt x="37563" y="298418"/>
                </a:cubicBezTo>
                <a:lnTo>
                  <a:pt x="235240" y="298418"/>
                </a:lnTo>
                <a:cubicBezTo>
                  <a:pt x="239319" y="298418"/>
                  <a:pt x="241405" y="296323"/>
                  <a:pt x="241405" y="292227"/>
                </a:cubicBezTo>
                <a:lnTo>
                  <a:pt x="241405" y="49721"/>
                </a:lnTo>
                <a:lnTo>
                  <a:pt x="278494" y="49721"/>
                </a:lnTo>
                <a:cubicBezTo>
                  <a:pt x="282572" y="49721"/>
                  <a:pt x="284659" y="47625"/>
                  <a:pt x="284659" y="43434"/>
                </a:cubicBezTo>
                <a:cubicBezTo>
                  <a:pt x="284659" y="40291"/>
                  <a:pt x="282572" y="37148"/>
                  <a:pt x="278494" y="37148"/>
                </a:cubicBezTo>
                <a:close/>
                <a:moveTo>
                  <a:pt x="92483" y="12478"/>
                </a:moveTo>
                <a:lnTo>
                  <a:pt x="179276" y="12478"/>
                </a:lnTo>
                <a:lnTo>
                  <a:pt x="179276" y="37148"/>
                </a:lnTo>
                <a:lnTo>
                  <a:pt x="92483" y="37148"/>
                </a:lnTo>
                <a:lnTo>
                  <a:pt x="92483" y="12478"/>
                </a:lnTo>
                <a:close/>
                <a:moveTo>
                  <a:pt x="228979" y="286036"/>
                </a:moveTo>
                <a:lnTo>
                  <a:pt x="43633" y="286036"/>
                </a:lnTo>
                <a:lnTo>
                  <a:pt x="43633" y="49721"/>
                </a:lnTo>
                <a:lnTo>
                  <a:pt x="228979" y="49721"/>
                </a:lnTo>
                <a:lnTo>
                  <a:pt x="228979" y="286036"/>
                </a:lnTo>
                <a:close/>
                <a:moveTo>
                  <a:pt x="92673" y="86773"/>
                </a:moveTo>
                <a:lnTo>
                  <a:pt x="92673" y="236220"/>
                </a:lnTo>
                <a:cubicBezTo>
                  <a:pt x="92673" y="240411"/>
                  <a:pt x="90586" y="242411"/>
                  <a:pt x="86413" y="242411"/>
                </a:cubicBezTo>
                <a:cubicBezTo>
                  <a:pt x="83283" y="242411"/>
                  <a:pt x="80152" y="240316"/>
                  <a:pt x="80152" y="236220"/>
                </a:cubicBezTo>
                <a:lnTo>
                  <a:pt x="80152" y="86773"/>
                </a:lnTo>
                <a:cubicBezTo>
                  <a:pt x="80152" y="83629"/>
                  <a:pt x="83283" y="80581"/>
                  <a:pt x="86413" y="80581"/>
                </a:cubicBezTo>
                <a:cubicBezTo>
                  <a:pt x="90586" y="80581"/>
                  <a:pt x="92673" y="83725"/>
                  <a:pt x="92673" y="86773"/>
                </a:cubicBezTo>
                <a:close/>
                <a:moveTo>
                  <a:pt x="142187" y="86773"/>
                </a:moveTo>
                <a:lnTo>
                  <a:pt x="142187" y="236220"/>
                </a:lnTo>
                <a:cubicBezTo>
                  <a:pt x="142187" y="240411"/>
                  <a:pt x="140101" y="242411"/>
                  <a:pt x="135927" y="242411"/>
                </a:cubicBezTo>
                <a:cubicBezTo>
                  <a:pt x="132797" y="242411"/>
                  <a:pt x="129667" y="240316"/>
                  <a:pt x="129667" y="236220"/>
                </a:cubicBezTo>
                <a:lnTo>
                  <a:pt x="129667" y="86773"/>
                </a:lnTo>
                <a:cubicBezTo>
                  <a:pt x="129667" y="83629"/>
                  <a:pt x="132797" y="80581"/>
                  <a:pt x="135927" y="80581"/>
                </a:cubicBezTo>
                <a:cubicBezTo>
                  <a:pt x="140101" y="80581"/>
                  <a:pt x="142187" y="83725"/>
                  <a:pt x="142187" y="86773"/>
                </a:cubicBezTo>
                <a:close/>
                <a:moveTo>
                  <a:pt x="185441" y="80581"/>
                </a:moveTo>
                <a:cubicBezTo>
                  <a:pt x="189615" y="80581"/>
                  <a:pt x="191702" y="83725"/>
                  <a:pt x="191702" y="86773"/>
                </a:cubicBezTo>
                <a:lnTo>
                  <a:pt x="191702" y="236220"/>
                </a:lnTo>
                <a:cubicBezTo>
                  <a:pt x="191702" y="240411"/>
                  <a:pt x="189615" y="242411"/>
                  <a:pt x="185441" y="242411"/>
                </a:cubicBezTo>
                <a:cubicBezTo>
                  <a:pt x="182311" y="242411"/>
                  <a:pt x="179181" y="240316"/>
                  <a:pt x="179181" y="236220"/>
                </a:cubicBezTo>
                <a:lnTo>
                  <a:pt x="179181" y="86773"/>
                </a:lnTo>
                <a:cubicBezTo>
                  <a:pt x="179181" y="83629"/>
                  <a:pt x="182311" y="80581"/>
                  <a:pt x="185441" y="8058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2" name="Graphic 140">
            <a:extLst>
              <a:ext uri="{FF2B5EF4-FFF2-40B4-BE49-F238E27FC236}">
                <a16:creationId xmlns:a16="http://schemas.microsoft.com/office/drawing/2014/main" id="{876D25E6-BA1B-A894-FDF2-75A722057777}"/>
              </a:ext>
            </a:extLst>
          </p:cNvPr>
          <p:cNvSpPr/>
          <p:nvPr/>
        </p:nvSpPr>
        <p:spPr>
          <a:xfrm>
            <a:off x="603511" y="3535748"/>
            <a:ext cx="379787" cy="398144"/>
          </a:xfrm>
          <a:custGeom>
            <a:avLst/>
            <a:gdLst>
              <a:gd name="connsiteX0" fmla="*/ 278399 w 284659"/>
              <a:gd name="connsiteY0" fmla="*/ 37148 h 298418"/>
              <a:gd name="connsiteX1" fmla="*/ 191796 w 284659"/>
              <a:gd name="connsiteY1" fmla="*/ 37148 h 298418"/>
              <a:gd name="connsiteX2" fmla="*/ 191796 w 284659"/>
              <a:gd name="connsiteY2" fmla="*/ 6191 h 298418"/>
              <a:gd name="connsiteX3" fmla="*/ 185631 w 284659"/>
              <a:gd name="connsiteY3" fmla="*/ 0 h 298418"/>
              <a:gd name="connsiteX4" fmla="*/ 86413 w 284659"/>
              <a:gd name="connsiteY4" fmla="*/ 0 h 298418"/>
              <a:gd name="connsiteX5" fmla="*/ 80247 w 284659"/>
              <a:gd name="connsiteY5" fmla="*/ 6191 h 298418"/>
              <a:gd name="connsiteX6" fmla="*/ 80247 w 284659"/>
              <a:gd name="connsiteY6" fmla="*/ 37148 h 298418"/>
              <a:gd name="connsiteX7" fmla="*/ 6166 w 284659"/>
              <a:gd name="connsiteY7" fmla="*/ 37148 h 298418"/>
              <a:gd name="connsiteX8" fmla="*/ 0 w 284659"/>
              <a:gd name="connsiteY8" fmla="*/ 43434 h 298418"/>
              <a:gd name="connsiteX9" fmla="*/ 6166 w 284659"/>
              <a:gd name="connsiteY9" fmla="*/ 49721 h 298418"/>
              <a:gd name="connsiteX10" fmla="*/ 31397 w 284659"/>
              <a:gd name="connsiteY10" fmla="*/ 49721 h 298418"/>
              <a:gd name="connsiteX11" fmla="*/ 31397 w 284659"/>
              <a:gd name="connsiteY11" fmla="*/ 292227 h 298418"/>
              <a:gd name="connsiteX12" fmla="*/ 37563 w 284659"/>
              <a:gd name="connsiteY12" fmla="*/ 298418 h 298418"/>
              <a:gd name="connsiteX13" fmla="*/ 235240 w 284659"/>
              <a:gd name="connsiteY13" fmla="*/ 298418 h 298418"/>
              <a:gd name="connsiteX14" fmla="*/ 241405 w 284659"/>
              <a:gd name="connsiteY14" fmla="*/ 292227 h 298418"/>
              <a:gd name="connsiteX15" fmla="*/ 241405 w 284659"/>
              <a:gd name="connsiteY15" fmla="*/ 49721 h 298418"/>
              <a:gd name="connsiteX16" fmla="*/ 278494 w 284659"/>
              <a:gd name="connsiteY16" fmla="*/ 49721 h 298418"/>
              <a:gd name="connsiteX17" fmla="*/ 284659 w 284659"/>
              <a:gd name="connsiteY17" fmla="*/ 43434 h 298418"/>
              <a:gd name="connsiteX18" fmla="*/ 278494 w 284659"/>
              <a:gd name="connsiteY18" fmla="*/ 37148 h 298418"/>
              <a:gd name="connsiteX19" fmla="*/ 92483 w 284659"/>
              <a:gd name="connsiteY19" fmla="*/ 12478 h 298418"/>
              <a:gd name="connsiteX20" fmla="*/ 179276 w 284659"/>
              <a:gd name="connsiteY20" fmla="*/ 12478 h 298418"/>
              <a:gd name="connsiteX21" fmla="*/ 179276 w 284659"/>
              <a:gd name="connsiteY21" fmla="*/ 37148 h 298418"/>
              <a:gd name="connsiteX22" fmla="*/ 92483 w 284659"/>
              <a:gd name="connsiteY22" fmla="*/ 37148 h 298418"/>
              <a:gd name="connsiteX23" fmla="*/ 92483 w 284659"/>
              <a:gd name="connsiteY23" fmla="*/ 12478 h 298418"/>
              <a:gd name="connsiteX24" fmla="*/ 228979 w 284659"/>
              <a:gd name="connsiteY24" fmla="*/ 286036 h 298418"/>
              <a:gd name="connsiteX25" fmla="*/ 43633 w 284659"/>
              <a:gd name="connsiteY25" fmla="*/ 286036 h 298418"/>
              <a:gd name="connsiteX26" fmla="*/ 43633 w 284659"/>
              <a:gd name="connsiteY26" fmla="*/ 49721 h 298418"/>
              <a:gd name="connsiteX27" fmla="*/ 228979 w 284659"/>
              <a:gd name="connsiteY27" fmla="*/ 49721 h 298418"/>
              <a:gd name="connsiteX28" fmla="*/ 228979 w 284659"/>
              <a:gd name="connsiteY28" fmla="*/ 286036 h 298418"/>
              <a:gd name="connsiteX29" fmla="*/ 92673 w 284659"/>
              <a:gd name="connsiteY29" fmla="*/ 86773 h 298418"/>
              <a:gd name="connsiteX30" fmla="*/ 92673 w 284659"/>
              <a:gd name="connsiteY30" fmla="*/ 236220 h 298418"/>
              <a:gd name="connsiteX31" fmla="*/ 86413 w 284659"/>
              <a:gd name="connsiteY31" fmla="*/ 242411 h 298418"/>
              <a:gd name="connsiteX32" fmla="*/ 80152 w 284659"/>
              <a:gd name="connsiteY32" fmla="*/ 236220 h 298418"/>
              <a:gd name="connsiteX33" fmla="*/ 80152 w 284659"/>
              <a:gd name="connsiteY33" fmla="*/ 86773 h 298418"/>
              <a:gd name="connsiteX34" fmla="*/ 86413 w 284659"/>
              <a:gd name="connsiteY34" fmla="*/ 80581 h 298418"/>
              <a:gd name="connsiteX35" fmla="*/ 92673 w 284659"/>
              <a:gd name="connsiteY35" fmla="*/ 86773 h 298418"/>
              <a:gd name="connsiteX36" fmla="*/ 142187 w 284659"/>
              <a:gd name="connsiteY36" fmla="*/ 86773 h 298418"/>
              <a:gd name="connsiteX37" fmla="*/ 142187 w 284659"/>
              <a:gd name="connsiteY37" fmla="*/ 236220 h 298418"/>
              <a:gd name="connsiteX38" fmla="*/ 135927 w 284659"/>
              <a:gd name="connsiteY38" fmla="*/ 242411 h 298418"/>
              <a:gd name="connsiteX39" fmla="*/ 129667 w 284659"/>
              <a:gd name="connsiteY39" fmla="*/ 236220 h 298418"/>
              <a:gd name="connsiteX40" fmla="*/ 129667 w 284659"/>
              <a:gd name="connsiteY40" fmla="*/ 86773 h 298418"/>
              <a:gd name="connsiteX41" fmla="*/ 135927 w 284659"/>
              <a:gd name="connsiteY41" fmla="*/ 80581 h 298418"/>
              <a:gd name="connsiteX42" fmla="*/ 142187 w 284659"/>
              <a:gd name="connsiteY42" fmla="*/ 86773 h 298418"/>
              <a:gd name="connsiteX43" fmla="*/ 185441 w 284659"/>
              <a:gd name="connsiteY43" fmla="*/ 80581 h 298418"/>
              <a:gd name="connsiteX44" fmla="*/ 191702 w 284659"/>
              <a:gd name="connsiteY44" fmla="*/ 86773 h 298418"/>
              <a:gd name="connsiteX45" fmla="*/ 191702 w 284659"/>
              <a:gd name="connsiteY45" fmla="*/ 236220 h 298418"/>
              <a:gd name="connsiteX46" fmla="*/ 185441 w 284659"/>
              <a:gd name="connsiteY46" fmla="*/ 242411 h 298418"/>
              <a:gd name="connsiteX47" fmla="*/ 179181 w 284659"/>
              <a:gd name="connsiteY47" fmla="*/ 236220 h 298418"/>
              <a:gd name="connsiteX48" fmla="*/ 179181 w 284659"/>
              <a:gd name="connsiteY48" fmla="*/ 86773 h 298418"/>
              <a:gd name="connsiteX49" fmla="*/ 185441 w 284659"/>
              <a:gd name="connsiteY49" fmla="*/ 80581 h 29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84659" h="298418">
                <a:moveTo>
                  <a:pt x="278399" y="37148"/>
                </a:moveTo>
                <a:lnTo>
                  <a:pt x="191796" y="37148"/>
                </a:lnTo>
                <a:lnTo>
                  <a:pt x="191796" y="6191"/>
                </a:lnTo>
                <a:cubicBezTo>
                  <a:pt x="191796" y="3048"/>
                  <a:pt x="189710" y="0"/>
                  <a:pt x="185631" y="0"/>
                </a:cubicBezTo>
                <a:lnTo>
                  <a:pt x="86413" y="0"/>
                </a:lnTo>
                <a:cubicBezTo>
                  <a:pt x="83283" y="0"/>
                  <a:pt x="80247" y="3143"/>
                  <a:pt x="80247" y="6191"/>
                </a:cubicBezTo>
                <a:lnTo>
                  <a:pt x="80247" y="37148"/>
                </a:lnTo>
                <a:lnTo>
                  <a:pt x="6166" y="37148"/>
                </a:lnTo>
                <a:cubicBezTo>
                  <a:pt x="3035" y="37148"/>
                  <a:pt x="0" y="40291"/>
                  <a:pt x="0" y="43434"/>
                </a:cubicBezTo>
                <a:cubicBezTo>
                  <a:pt x="0" y="47625"/>
                  <a:pt x="3130" y="49721"/>
                  <a:pt x="6166" y="49721"/>
                </a:cubicBezTo>
                <a:lnTo>
                  <a:pt x="31397" y="49721"/>
                </a:lnTo>
                <a:lnTo>
                  <a:pt x="31397" y="292227"/>
                </a:lnTo>
                <a:cubicBezTo>
                  <a:pt x="31397" y="296418"/>
                  <a:pt x="34527" y="298418"/>
                  <a:pt x="37563" y="298418"/>
                </a:cubicBezTo>
                <a:lnTo>
                  <a:pt x="235240" y="298418"/>
                </a:lnTo>
                <a:cubicBezTo>
                  <a:pt x="239319" y="298418"/>
                  <a:pt x="241405" y="296323"/>
                  <a:pt x="241405" y="292227"/>
                </a:cubicBezTo>
                <a:lnTo>
                  <a:pt x="241405" y="49721"/>
                </a:lnTo>
                <a:lnTo>
                  <a:pt x="278494" y="49721"/>
                </a:lnTo>
                <a:cubicBezTo>
                  <a:pt x="282572" y="49721"/>
                  <a:pt x="284659" y="47625"/>
                  <a:pt x="284659" y="43434"/>
                </a:cubicBezTo>
                <a:cubicBezTo>
                  <a:pt x="284659" y="40291"/>
                  <a:pt x="282572" y="37148"/>
                  <a:pt x="278494" y="37148"/>
                </a:cubicBezTo>
                <a:close/>
                <a:moveTo>
                  <a:pt x="92483" y="12478"/>
                </a:moveTo>
                <a:lnTo>
                  <a:pt x="179276" y="12478"/>
                </a:lnTo>
                <a:lnTo>
                  <a:pt x="179276" y="37148"/>
                </a:lnTo>
                <a:lnTo>
                  <a:pt x="92483" y="37148"/>
                </a:lnTo>
                <a:lnTo>
                  <a:pt x="92483" y="12478"/>
                </a:lnTo>
                <a:close/>
                <a:moveTo>
                  <a:pt x="228979" y="286036"/>
                </a:moveTo>
                <a:lnTo>
                  <a:pt x="43633" y="286036"/>
                </a:lnTo>
                <a:lnTo>
                  <a:pt x="43633" y="49721"/>
                </a:lnTo>
                <a:lnTo>
                  <a:pt x="228979" y="49721"/>
                </a:lnTo>
                <a:lnTo>
                  <a:pt x="228979" y="286036"/>
                </a:lnTo>
                <a:close/>
                <a:moveTo>
                  <a:pt x="92673" y="86773"/>
                </a:moveTo>
                <a:lnTo>
                  <a:pt x="92673" y="236220"/>
                </a:lnTo>
                <a:cubicBezTo>
                  <a:pt x="92673" y="240411"/>
                  <a:pt x="90586" y="242411"/>
                  <a:pt x="86413" y="242411"/>
                </a:cubicBezTo>
                <a:cubicBezTo>
                  <a:pt x="83283" y="242411"/>
                  <a:pt x="80152" y="240316"/>
                  <a:pt x="80152" y="236220"/>
                </a:cubicBezTo>
                <a:lnTo>
                  <a:pt x="80152" y="86773"/>
                </a:lnTo>
                <a:cubicBezTo>
                  <a:pt x="80152" y="83629"/>
                  <a:pt x="83283" y="80581"/>
                  <a:pt x="86413" y="80581"/>
                </a:cubicBezTo>
                <a:cubicBezTo>
                  <a:pt x="90586" y="80581"/>
                  <a:pt x="92673" y="83725"/>
                  <a:pt x="92673" y="86773"/>
                </a:cubicBezTo>
                <a:close/>
                <a:moveTo>
                  <a:pt x="142187" y="86773"/>
                </a:moveTo>
                <a:lnTo>
                  <a:pt x="142187" y="236220"/>
                </a:lnTo>
                <a:cubicBezTo>
                  <a:pt x="142187" y="240411"/>
                  <a:pt x="140101" y="242411"/>
                  <a:pt x="135927" y="242411"/>
                </a:cubicBezTo>
                <a:cubicBezTo>
                  <a:pt x="132797" y="242411"/>
                  <a:pt x="129667" y="240316"/>
                  <a:pt x="129667" y="236220"/>
                </a:cubicBezTo>
                <a:lnTo>
                  <a:pt x="129667" y="86773"/>
                </a:lnTo>
                <a:cubicBezTo>
                  <a:pt x="129667" y="83629"/>
                  <a:pt x="132797" y="80581"/>
                  <a:pt x="135927" y="80581"/>
                </a:cubicBezTo>
                <a:cubicBezTo>
                  <a:pt x="140101" y="80581"/>
                  <a:pt x="142187" y="83725"/>
                  <a:pt x="142187" y="86773"/>
                </a:cubicBezTo>
                <a:close/>
                <a:moveTo>
                  <a:pt x="185441" y="80581"/>
                </a:moveTo>
                <a:cubicBezTo>
                  <a:pt x="189615" y="80581"/>
                  <a:pt x="191702" y="83725"/>
                  <a:pt x="191702" y="86773"/>
                </a:cubicBezTo>
                <a:lnTo>
                  <a:pt x="191702" y="236220"/>
                </a:lnTo>
                <a:cubicBezTo>
                  <a:pt x="191702" y="240411"/>
                  <a:pt x="189615" y="242411"/>
                  <a:pt x="185441" y="242411"/>
                </a:cubicBezTo>
                <a:cubicBezTo>
                  <a:pt x="182311" y="242411"/>
                  <a:pt x="179181" y="240316"/>
                  <a:pt x="179181" y="236220"/>
                </a:cubicBezTo>
                <a:lnTo>
                  <a:pt x="179181" y="86773"/>
                </a:lnTo>
                <a:cubicBezTo>
                  <a:pt x="179181" y="83629"/>
                  <a:pt x="182311" y="80581"/>
                  <a:pt x="185441" y="8058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3" name="Graphic 140">
            <a:extLst>
              <a:ext uri="{FF2B5EF4-FFF2-40B4-BE49-F238E27FC236}">
                <a16:creationId xmlns:a16="http://schemas.microsoft.com/office/drawing/2014/main" id="{26AB1BB1-9528-8E52-0E71-E1824566993D}"/>
              </a:ext>
            </a:extLst>
          </p:cNvPr>
          <p:cNvSpPr/>
          <p:nvPr/>
        </p:nvSpPr>
        <p:spPr>
          <a:xfrm>
            <a:off x="1359161" y="3535748"/>
            <a:ext cx="379787" cy="398144"/>
          </a:xfrm>
          <a:custGeom>
            <a:avLst/>
            <a:gdLst>
              <a:gd name="connsiteX0" fmla="*/ 278399 w 284659"/>
              <a:gd name="connsiteY0" fmla="*/ 37148 h 298418"/>
              <a:gd name="connsiteX1" fmla="*/ 191796 w 284659"/>
              <a:gd name="connsiteY1" fmla="*/ 37148 h 298418"/>
              <a:gd name="connsiteX2" fmla="*/ 191796 w 284659"/>
              <a:gd name="connsiteY2" fmla="*/ 6191 h 298418"/>
              <a:gd name="connsiteX3" fmla="*/ 185631 w 284659"/>
              <a:gd name="connsiteY3" fmla="*/ 0 h 298418"/>
              <a:gd name="connsiteX4" fmla="*/ 86413 w 284659"/>
              <a:gd name="connsiteY4" fmla="*/ 0 h 298418"/>
              <a:gd name="connsiteX5" fmla="*/ 80247 w 284659"/>
              <a:gd name="connsiteY5" fmla="*/ 6191 h 298418"/>
              <a:gd name="connsiteX6" fmla="*/ 80247 w 284659"/>
              <a:gd name="connsiteY6" fmla="*/ 37148 h 298418"/>
              <a:gd name="connsiteX7" fmla="*/ 6166 w 284659"/>
              <a:gd name="connsiteY7" fmla="*/ 37148 h 298418"/>
              <a:gd name="connsiteX8" fmla="*/ 0 w 284659"/>
              <a:gd name="connsiteY8" fmla="*/ 43434 h 298418"/>
              <a:gd name="connsiteX9" fmla="*/ 6166 w 284659"/>
              <a:gd name="connsiteY9" fmla="*/ 49721 h 298418"/>
              <a:gd name="connsiteX10" fmla="*/ 31397 w 284659"/>
              <a:gd name="connsiteY10" fmla="*/ 49721 h 298418"/>
              <a:gd name="connsiteX11" fmla="*/ 31397 w 284659"/>
              <a:gd name="connsiteY11" fmla="*/ 292227 h 298418"/>
              <a:gd name="connsiteX12" fmla="*/ 37563 w 284659"/>
              <a:gd name="connsiteY12" fmla="*/ 298418 h 298418"/>
              <a:gd name="connsiteX13" fmla="*/ 235240 w 284659"/>
              <a:gd name="connsiteY13" fmla="*/ 298418 h 298418"/>
              <a:gd name="connsiteX14" fmla="*/ 241405 w 284659"/>
              <a:gd name="connsiteY14" fmla="*/ 292227 h 298418"/>
              <a:gd name="connsiteX15" fmla="*/ 241405 w 284659"/>
              <a:gd name="connsiteY15" fmla="*/ 49721 h 298418"/>
              <a:gd name="connsiteX16" fmla="*/ 278494 w 284659"/>
              <a:gd name="connsiteY16" fmla="*/ 49721 h 298418"/>
              <a:gd name="connsiteX17" fmla="*/ 284659 w 284659"/>
              <a:gd name="connsiteY17" fmla="*/ 43434 h 298418"/>
              <a:gd name="connsiteX18" fmla="*/ 278494 w 284659"/>
              <a:gd name="connsiteY18" fmla="*/ 37148 h 298418"/>
              <a:gd name="connsiteX19" fmla="*/ 92483 w 284659"/>
              <a:gd name="connsiteY19" fmla="*/ 12478 h 298418"/>
              <a:gd name="connsiteX20" fmla="*/ 179276 w 284659"/>
              <a:gd name="connsiteY20" fmla="*/ 12478 h 298418"/>
              <a:gd name="connsiteX21" fmla="*/ 179276 w 284659"/>
              <a:gd name="connsiteY21" fmla="*/ 37148 h 298418"/>
              <a:gd name="connsiteX22" fmla="*/ 92483 w 284659"/>
              <a:gd name="connsiteY22" fmla="*/ 37148 h 298418"/>
              <a:gd name="connsiteX23" fmla="*/ 92483 w 284659"/>
              <a:gd name="connsiteY23" fmla="*/ 12478 h 298418"/>
              <a:gd name="connsiteX24" fmla="*/ 228979 w 284659"/>
              <a:gd name="connsiteY24" fmla="*/ 286036 h 298418"/>
              <a:gd name="connsiteX25" fmla="*/ 43633 w 284659"/>
              <a:gd name="connsiteY25" fmla="*/ 286036 h 298418"/>
              <a:gd name="connsiteX26" fmla="*/ 43633 w 284659"/>
              <a:gd name="connsiteY26" fmla="*/ 49721 h 298418"/>
              <a:gd name="connsiteX27" fmla="*/ 228979 w 284659"/>
              <a:gd name="connsiteY27" fmla="*/ 49721 h 298418"/>
              <a:gd name="connsiteX28" fmla="*/ 228979 w 284659"/>
              <a:gd name="connsiteY28" fmla="*/ 286036 h 298418"/>
              <a:gd name="connsiteX29" fmla="*/ 92673 w 284659"/>
              <a:gd name="connsiteY29" fmla="*/ 86773 h 298418"/>
              <a:gd name="connsiteX30" fmla="*/ 92673 w 284659"/>
              <a:gd name="connsiteY30" fmla="*/ 236220 h 298418"/>
              <a:gd name="connsiteX31" fmla="*/ 86413 w 284659"/>
              <a:gd name="connsiteY31" fmla="*/ 242411 h 298418"/>
              <a:gd name="connsiteX32" fmla="*/ 80152 w 284659"/>
              <a:gd name="connsiteY32" fmla="*/ 236220 h 298418"/>
              <a:gd name="connsiteX33" fmla="*/ 80152 w 284659"/>
              <a:gd name="connsiteY33" fmla="*/ 86773 h 298418"/>
              <a:gd name="connsiteX34" fmla="*/ 86413 w 284659"/>
              <a:gd name="connsiteY34" fmla="*/ 80581 h 298418"/>
              <a:gd name="connsiteX35" fmla="*/ 92673 w 284659"/>
              <a:gd name="connsiteY35" fmla="*/ 86773 h 298418"/>
              <a:gd name="connsiteX36" fmla="*/ 142187 w 284659"/>
              <a:gd name="connsiteY36" fmla="*/ 86773 h 298418"/>
              <a:gd name="connsiteX37" fmla="*/ 142187 w 284659"/>
              <a:gd name="connsiteY37" fmla="*/ 236220 h 298418"/>
              <a:gd name="connsiteX38" fmla="*/ 135927 w 284659"/>
              <a:gd name="connsiteY38" fmla="*/ 242411 h 298418"/>
              <a:gd name="connsiteX39" fmla="*/ 129667 w 284659"/>
              <a:gd name="connsiteY39" fmla="*/ 236220 h 298418"/>
              <a:gd name="connsiteX40" fmla="*/ 129667 w 284659"/>
              <a:gd name="connsiteY40" fmla="*/ 86773 h 298418"/>
              <a:gd name="connsiteX41" fmla="*/ 135927 w 284659"/>
              <a:gd name="connsiteY41" fmla="*/ 80581 h 298418"/>
              <a:gd name="connsiteX42" fmla="*/ 142187 w 284659"/>
              <a:gd name="connsiteY42" fmla="*/ 86773 h 298418"/>
              <a:gd name="connsiteX43" fmla="*/ 185441 w 284659"/>
              <a:gd name="connsiteY43" fmla="*/ 80581 h 298418"/>
              <a:gd name="connsiteX44" fmla="*/ 191702 w 284659"/>
              <a:gd name="connsiteY44" fmla="*/ 86773 h 298418"/>
              <a:gd name="connsiteX45" fmla="*/ 191702 w 284659"/>
              <a:gd name="connsiteY45" fmla="*/ 236220 h 298418"/>
              <a:gd name="connsiteX46" fmla="*/ 185441 w 284659"/>
              <a:gd name="connsiteY46" fmla="*/ 242411 h 298418"/>
              <a:gd name="connsiteX47" fmla="*/ 179181 w 284659"/>
              <a:gd name="connsiteY47" fmla="*/ 236220 h 298418"/>
              <a:gd name="connsiteX48" fmla="*/ 179181 w 284659"/>
              <a:gd name="connsiteY48" fmla="*/ 86773 h 298418"/>
              <a:gd name="connsiteX49" fmla="*/ 185441 w 284659"/>
              <a:gd name="connsiteY49" fmla="*/ 80581 h 29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84659" h="298418">
                <a:moveTo>
                  <a:pt x="278399" y="37148"/>
                </a:moveTo>
                <a:lnTo>
                  <a:pt x="191796" y="37148"/>
                </a:lnTo>
                <a:lnTo>
                  <a:pt x="191796" y="6191"/>
                </a:lnTo>
                <a:cubicBezTo>
                  <a:pt x="191796" y="3048"/>
                  <a:pt x="189710" y="0"/>
                  <a:pt x="185631" y="0"/>
                </a:cubicBezTo>
                <a:lnTo>
                  <a:pt x="86413" y="0"/>
                </a:lnTo>
                <a:cubicBezTo>
                  <a:pt x="83283" y="0"/>
                  <a:pt x="80247" y="3143"/>
                  <a:pt x="80247" y="6191"/>
                </a:cubicBezTo>
                <a:lnTo>
                  <a:pt x="80247" y="37148"/>
                </a:lnTo>
                <a:lnTo>
                  <a:pt x="6166" y="37148"/>
                </a:lnTo>
                <a:cubicBezTo>
                  <a:pt x="3035" y="37148"/>
                  <a:pt x="0" y="40291"/>
                  <a:pt x="0" y="43434"/>
                </a:cubicBezTo>
                <a:cubicBezTo>
                  <a:pt x="0" y="47625"/>
                  <a:pt x="3130" y="49721"/>
                  <a:pt x="6166" y="49721"/>
                </a:cubicBezTo>
                <a:lnTo>
                  <a:pt x="31397" y="49721"/>
                </a:lnTo>
                <a:lnTo>
                  <a:pt x="31397" y="292227"/>
                </a:lnTo>
                <a:cubicBezTo>
                  <a:pt x="31397" y="296418"/>
                  <a:pt x="34527" y="298418"/>
                  <a:pt x="37563" y="298418"/>
                </a:cubicBezTo>
                <a:lnTo>
                  <a:pt x="235240" y="298418"/>
                </a:lnTo>
                <a:cubicBezTo>
                  <a:pt x="239319" y="298418"/>
                  <a:pt x="241405" y="296323"/>
                  <a:pt x="241405" y="292227"/>
                </a:cubicBezTo>
                <a:lnTo>
                  <a:pt x="241405" y="49721"/>
                </a:lnTo>
                <a:lnTo>
                  <a:pt x="278494" y="49721"/>
                </a:lnTo>
                <a:cubicBezTo>
                  <a:pt x="282572" y="49721"/>
                  <a:pt x="284659" y="47625"/>
                  <a:pt x="284659" y="43434"/>
                </a:cubicBezTo>
                <a:cubicBezTo>
                  <a:pt x="284659" y="40291"/>
                  <a:pt x="282572" y="37148"/>
                  <a:pt x="278494" y="37148"/>
                </a:cubicBezTo>
                <a:close/>
                <a:moveTo>
                  <a:pt x="92483" y="12478"/>
                </a:moveTo>
                <a:lnTo>
                  <a:pt x="179276" y="12478"/>
                </a:lnTo>
                <a:lnTo>
                  <a:pt x="179276" y="37148"/>
                </a:lnTo>
                <a:lnTo>
                  <a:pt x="92483" y="37148"/>
                </a:lnTo>
                <a:lnTo>
                  <a:pt x="92483" y="12478"/>
                </a:lnTo>
                <a:close/>
                <a:moveTo>
                  <a:pt x="228979" y="286036"/>
                </a:moveTo>
                <a:lnTo>
                  <a:pt x="43633" y="286036"/>
                </a:lnTo>
                <a:lnTo>
                  <a:pt x="43633" y="49721"/>
                </a:lnTo>
                <a:lnTo>
                  <a:pt x="228979" y="49721"/>
                </a:lnTo>
                <a:lnTo>
                  <a:pt x="228979" y="286036"/>
                </a:lnTo>
                <a:close/>
                <a:moveTo>
                  <a:pt x="92673" y="86773"/>
                </a:moveTo>
                <a:lnTo>
                  <a:pt x="92673" y="236220"/>
                </a:lnTo>
                <a:cubicBezTo>
                  <a:pt x="92673" y="240411"/>
                  <a:pt x="90586" y="242411"/>
                  <a:pt x="86413" y="242411"/>
                </a:cubicBezTo>
                <a:cubicBezTo>
                  <a:pt x="83283" y="242411"/>
                  <a:pt x="80152" y="240316"/>
                  <a:pt x="80152" y="236220"/>
                </a:cubicBezTo>
                <a:lnTo>
                  <a:pt x="80152" y="86773"/>
                </a:lnTo>
                <a:cubicBezTo>
                  <a:pt x="80152" y="83629"/>
                  <a:pt x="83283" y="80581"/>
                  <a:pt x="86413" y="80581"/>
                </a:cubicBezTo>
                <a:cubicBezTo>
                  <a:pt x="90586" y="80581"/>
                  <a:pt x="92673" y="83725"/>
                  <a:pt x="92673" y="86773"/>
                </a:cubicBezTo>
                <a:close/>
                <a:moveTo>
                  <a:pt x="142187" y="86773"/>
                </a:moveTo>
                <a:lnTo>
                  <a:pt x="142187" y="236220"/>
                </a:lnTo>
                <a:cubicBezTo>
                  <a:pt x="142187" y="240411"/>
                  <a:pt x="140101" y="242411"/>
                  <a:pt x="135927" y="242411"/>
                </a:cubicBezTo>
                <a:cubicBezTo>
                  <a:pt x="132797" y="242411"/>
                  <a:pt x="129667" y="240316"/>
                  <a:pt x="129667" y="236220"/>
                </a:cubicBezTo>
                <a:lnTo>
                  <a:pt x="129667" y="86773"/>
                </a:lnTo>
                <a:cubicBezTo>
                  <a:pt x="129667" y="83629"/>
                  <a:pt x="132797" y="80581"/>
                  <a:pt x="135927" y="80581"/>
                </a:cubicBezTo>
                <a:cubicBezTo>
                  <a:pt x="140101" y="80581"/>
                  <a:pt x="142187" y="83725"/>
                  <a:pt x="142187" y="86773"/>
                </a:cubicBezTo>
                <a:close/>
                <a:moveTo>
                  <a:pt x="185441" y="80581"/>
                </a:moveTo>
                <a:cubicBezTo>
                  <a:pt x="189615" y="80581"/>
                  <a:pt x="191702" y="83725"/>
                  <a:pt x="191702" y="86773"/>
                </a:cubicBezTo>
                <a:lnTo>
                  <a:pt x="191702" y="236220"/>
                </a:lnTo>
                <a:cubicBezTo>
                  <a:pt x="191702" y="240411"/>
                  <a:pt x="189615" y="242411"/>
                  <a:pt x="185441" y="242411"/>
                </a:cubicBezTo>
                <a:cubicBezTo>
                  <a:pt x="182311" y="242411"/>
                  <a:pt x="179181" y="240316"/>
                  <a:pt x="179181" y="236220"/>
                </a:cubicBezTo>
                <a:lnTo>
                  <a:pt x="179181" y="86773"/>
                </a:lnTo>
                <a:cubicBezTo>
                  <a:pt x="179181" y="83629"/>
                  <a:pt x="182311" y="80581"/>
                  <a:pt x="185441" y="8058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6" name="Graphic 154">
            <a:extLst>
              <a:ext uri="{FF2B5EF4-FFF2-40B4-BE49-F238E27FC236}">
                <a16:creationId xmlns:a16="http://schemas.microsoft.com/office/drawing/2014/main" id="{D145D39C-9A03-D3D3-6185-497FD9025077}"/>
              </a:ext>
            </a:extLst>
          </p:cNvPr>
          <p:cNvSpPr/>
          <p:nvPr/>
        </p:nvSpPr>
        <p:spPr>
          <a:xfrm>
            <a:off x="2220416" y="2875324"/>
            <a:ext cx="438288" cy="439419"/>
          </a:xfrm>
          <a:custGeom>
            <a:avLst/>
            <a:gdLst>
              <a:gd name="connsiteX0" fmla="*/ 326849 w 328640"/>
              <a:gd name="connsiteY0" fmla="*/ 22307 h 329488"/>
              <a:gd name="connsiteX1" fmla="*/ 306266 w 328640"/>
              <a:gd name="connsiteY1" fmla="*/ 1733 h 329488"/>
              <a:gd name="connsiteX2" fmla="*/ 297065 w 328640"/>
              <a:gd name="connsiteY2" fmla="*/ 1733 h 329488"/>
              <a:gd name="connsiteX3" fmla="*/ 248974 w 328640"/>
              <a:gd name="connsiteY3" fmla="*/ 34880 h 329488"/>
              <a:gd name="connsiteX4" fmla="*/ 245559 w 328640"/>
              <a:gd name="connsiteY4" fmla="*/ 39452 h 329488"/>
              <a:gd name="connsiteX5" fmla="*/ 247835 w 328640"/>
              <a:gd name="connsiteY5" fmla="*/ 45167 h 329488"/>
              <a:gd name="connsiteX6" fmla="*/ 261115 w 328640"/>
              <a:gd name="connsiteY6" fmla="*/ 58407 h 329488"/>
              <a:gd name="connsiteX7" fmla="*/ 123860 w 328640"/>
              <a:gd name="connsiteY7" fmla="*/ 195471 h 329488"/>
              <a:gd name="connsiteX8" fmla="*/ 101000 w 328640"/>
              <a:gd name="connsiteY8" fmla="*/ 171945 h 329488"/>
              <a:gd name="connsiteX9" fmla="*/ 90756 w 328640"/>
              <a:gd name="connsiteY9" fmla="*/ 171945 h 329488"/>
              <a:gd name="connsiteX10" fmla="*/ 90756 w 328640"/>
              <a:gd name="connsiteY10" fmla="*/ 181089 h 329488"/>
              <a:gd name="connsiteX11" fmla="*/ 100810 w 328640"/>
              <a:gd name="connsiteY11" fmla="*/ 191280 h 329488"/>
              <a:gd name="connsiteX12" fmla="*/ 15157 w 328640"/>
              <a:gd name="connsiteY12" fmla="*/ 276434 h 329488"/>
              <a:gd name="connsiteX13" fmla="*/ 15157 w 328640"/>
              <a:gd name="connsiteY13" fmla="*/ 315391 h 329488"/>
              <a:gd name="connsiteX14" fmla="*/ 34507 w 328640"/>
              <a:gd name="connsiteY14" fmla="*/ 323392 h 329488"/>
              <a:gd name="connsiteX15" fmla="*/ 53857 w 328640"/>
              <a:gd name="connsiteY15" fmla="*/ 315391 h 329488"/>
              <a:gd name="connsiteX16" fmla="*/ 139511 w 328640"/>
              <a:gd name="connsiteY16" fmla="*/ 230238 h 329488"/>
              <a:gd name="connsiteX17" fmla="*/ 148712 w 328640"/>
              <a:gd name="connsiteY17" fmla="*/ 239477 h 329488"/>
              <a:gd name="connsiteX18" fmla="*/ 153265 w 328640"/>
              <a:gd name="connsiteY18" fmla="*/ 241763 h 329488"/>
              <a:gd name="connsiteX19" fmla="*/ 157818 w 328640"/>
              <a:gd name="connsiteY19" fmla="*/ 239477 h 329488"/>
              <a:gd name="connsiteX20" fmla="*/ 157818 w 328640"/>
              <a:gd name="connsiteY20" fmla="*/ 230333 h 329488"/>
              <a:gd name="connsiteX21" fmla="*/ 144064 w 328640"/>
              <a:gd name="connsiteY21" fmla="*/ 216236 h 329488"/>
              <a:gd name="connsiteX22" fmla="*/ 143780 w 328640"/>
              <a:gd name="connsiteY22" fmla="*/ 215664 h 329488"/>
              <a:gd name="connsiteX23" fmla="*/ 138657 w 328640"/>
              <a:gd name="connsiteY23" fmla="*/ 210711 h 329488"/>
              <a:gd name="connsiteX24" fmla="*/ 134199 w 328640"/>
              <a:gd name="connsiteY24" fmla="*/ 206139 h 329488"/>
              <a:gd name="connsiteX25" fmla="*/ 271170 w 328640"/>
              <a:gd name="connsiteY25" fmla="*/ 68598 h 329488"/>
              <a:gd name="connsiteX26" fmla="*/ 282173 w 328640"/>
              <a:gd name="connsiteY26" fmla="*/ 79647 h 329488"/>
              <a:gd name="connsiteX27" fmla="*/ 286726 w 328640"/>
              <a:gd name="connsiteY27" fmla="*/ 81933 h 329488"/>
              <a:gd name="connsiteX28" fmla="*/ 292417 w 328640"/>
              <a:gd name="connsiteY28" fmla="*/ 78504 h 329488"/>
              <a:gd name="connsiteX29" fmla="*/ 327893 w 328640"/>
              <a:gd name="connsiteY29" fmla="*/ 31641 h 329488"/>
              <a:gd name="connsiteX30" fmla="*/ 326754 w 328640"/>
              <a:gd name="connsiteY30" fmla="*/ 22497 h 329488"/>
              <a:gd name="connsiteX31" fmla="*/ 43613 w 328640"/>
              <a:gd name="connsiteY31" fmla="*/ 306247 h 329488"/>
              <a:gd name="connsiteX32" fmla="*/ 34507 w 328640"/>
              <a:gd name="connsiteY32" fmla="*/ 309676 h 329488"/>
              <a:gd name="connsiteX33" fmla="*/ 24263 w 328640"/>
              <a:gd name="connsiteY33" fmla="*/ 306247 h 329488"/>
              <a:gd name="connsiteX34" fmla="*/ 24263 w 328640"/>
              <a:gd name="connsiteY34" fmla="*/ 286721 h 329488"/>
              <a:gd name="connsiteX35" fmla="*/ 109632 w 328640"/>
              <a:gd name="connsiteY35" fmla="*/ 200710 h 329488"/>
              <a:gd name="connsiteX36" fmla="*/ 128982 w 328640"/>
              <a:gd name="connsiteY36" fmla="*/ 220236 h 329488"/>
              <a:gd name="connsiteX37" fmla="*/ 43613 w 328640"/>
              <a:gd name="connsiteY37" fmla="*/ 306247 h 329488"/>
              <a:gd name="connsiteX38" fmla="*/ 285682 w 328640"/>
              <a:gd name="connsiteY38" fmla="*/ 64598 h 329488"/>
              <a:gd name="connsiteX39" fmla="*/ 263961 w 328640"/>
              <a:gd name="connsiteY39" fmla="*/ 41738 h 329488"/>
              <a:gd name="connsiteX40" fmla="*/ 300575 w 328640"/>
              <a:gd name="connsiteY40" fmla="*/ 15449 h 329488"/>
              <a:gd name="connsiteX41" fmla="*/ 313190 w 328640"/>
              <a:gd name="connsiteY41" fmla="*/ 28022 h 329488"/>
              <a:gd name="connsiteX42" fmla="*/ 285682 w 328640"/>
              <a:gd name="connsiteY42" fmla="*/ 64598 h 329488"/>
              <a:gd name="connsiteX43" fmla="*/ 17623 w 328640"/>
              <a:gd name="connsiteY43" fmla="*/ 106317 h 329488"/>
              <a:gd name="connsiteX44" fmla="*/ 5102 w 328640"/>
              <a:gd name="connsiteY44" fmla="*/ 38404 h 329488"/>
              <a:gd name="connsiteX45" fmla="*/ 9655 w 328640"/>
              <a:gd name="connsiteY45" fmla="*/ 34975 h 329488"/>
              <a:gd name="connsiteX46" fmla="*/ 15346 w 328640"/>
              <a:gd name="connsiteY46" fmla="*/ 36118 h 329488"/>
              <a:gd name="connsiteX47" fmla="*/ 41621 w 328640"/>
              <a:gd name="connsiteY47" fmla="*/ 61455 h 329488"/>
              <a:gd name="connsiteX48" fmla="*/ 59833 w 328640"/>
              <a:gd name="connsiteY48" fmla="*/ 61455 h 329488"/>
              <a:gd name="connsiteX49" fmla="*/ 59833 w 328640"/>
              <a:gd name="connsiteY49" fmla="*/ 43071 h 329488"/>
              <a:gd name="connsiteX50" fmla="*/ 35930 w 328640"/>
              <a:gd name="connsiteY50" fmla="*/ 15449 h 329488"/>
              <a:gd name="connsiteX51" fmla="*/ 34792 w 328640"/>
              <a:gd name="connsiteY51" fmla="*/ 9734 h 329488"/>
              <a:gd name="connsiteX52" fmla="*/ 38206 w 328640"/>
              <a:gd name="connsiteY52" fmla="*/ 5162 h 329488"/>
              <a:gd name="connsiteX53" fmla="*/ 105458 w 328640"/>
              <a:gd name="connsiteY53" fmla="*/ 17830 h 329488"/>
              <a:gd name="connsiteX54" fmla="*/ 120256 w 328640"/>
              <a:gd name="connsiteY54" fmla="*/ 82219 h 329488"/>
              <a:gd name="connsiteX55" fmla="*/ 168157 w 328640"/>
              <a:gd name="connsiteY55" fmla="*/ 130511 h 329488"/>
              <a:gd name="connsiteX56" fmla="*/ 157913 w 328640"/>
              <a:gd name="connsiteY56" fmla="*/ 139750 h 329488"/>
              <a:gd name="connsiteX57" fmla="*/ 106597 w 328640"/>
              <a:gd name="connsiteY57" fmla="*/ 89172 h 329488"/>
              <a:gd name="connsiteX58" fmla="*/ 105458 w 328640"/>
              <a:gd name="connsiteY58" fmla="*/ 81076 h 329488"/>
              <a:gd name="connsiteX59" fmla="*/ 95214 w 328640"/>
              <a:gd name="connsiteY59" fmla="*/ 28117 h 329488"/>
              <a:gd name="connsiteX60" fmla="*/ 53004 w 328640"/>
              <a:gd name="connsiteY60" fmla="*/ 14306 h 329488"/>
              <a:gd name="connsiteX61" fmla="*/ 71216 w 328640"/>
              <a:gd name="connsiteY61" fmla="*/ 36118 h 329488"/>
              <a:gd name="connsiteX62" fmla="*/ 73492 w 328640"/>
              <a:gd name="connsiteY62" fmla="*/ 40690 h 329488"/>
              <a:gd name="connsiteX63" fmla="*/ 73492 w 328640"/>
              <a:gd name="connsiteY63" fmla="*/ 68313 h 329488"/>
              <a:gd name="connsiteX64" fmla="*/ 66663 w 328640"/>
              <a:gd name="connsiteY64" fmla="*/ 75171 h 329488"/>
              <a:gd name="connsiteX65" fmla="*/ 39250 w 328640"/>
              <a:gd name="connsiteY65" fmla="*/ 75171 h 329488"/>
              <a:gd name="connsiteX66" fmla="*/ 34697 w 328640"/>
              <a:gd name="connsiteY66" fmla="*/ 72885 h 329488"/>
              <a:gd name="connsiteX67" fmla="*/ 14208 w 328640"/>
              <a:gd name="connsiteY67" fmla="*/ 54501 h 329488"/>
              <a:gd name="connsiteX68" fmla="*/ 27867 w 328640"/>
              <a:gd name="connsiteY68" fmla="*/ 97078 h 329488"/>
              <a:gd name="connsiteX69" fmla="*/ 80322 w 328640"/>
              <a:gd name="connsiteY69" fmla="*/ 106317 h 329488"/>
              <a:gd name="connsiteX70" fmla="*/ 87151 w 328640"/>
              <a:gd name="connsiteY70" fmla="*/ 108603 h 329488"/>
              <a:gd name="connsiteX71" fmla="*/ 138468 w 328640"/>
              <a:gd name="connsiteY71" fmla="*/ 160324 h 329488"/>
              <a:gd name="connsiteX72" fmla="*/ 129362 w 328640"/>
              <a:gd name="connsiteY72" fmla="*/ 169563 h 329488"/>
              <a:gd name="connsiteX73" fmla="*/ 81460 w 328640"/>
              <a:gd name="connsiteY73" fmla="*/ 121272 h 329488"/>
              <a:gd name="connsiteX74" fmla="*/ 17623 w 328640"/>
              <a:gd name="connsiteY74" fmla="*/ 106317 h 329488"/>
              <a:gd name="connsiteX75" fmla="*/ 308637 w 328640"/>
              <a:gd name="connsiteY75" fmla="*/ 223856 h 329488"/>
              <a:gd name="connsiteX76" fmla="*/ 321158 w 328640"/>
              <a:gd name="connsiteY76" fmla="*/ 291674 h 329488"/>
              <a:gd name="connsiteX77" fmla="*/ 316605 w 328640"/>
              <a:gd name="connsiteY77" fmla="*/ 295103 h 329488"/>
              <a:gd name="connsiteX78" fmla="*/ 310914 w 328640"/>
              <a:gd name="connsiteY78" fmla="*/ 293960 h 329488"/>
              <a:gd name="connsiteX79" fmla="*/ 283501 w 328640"/>
              <a:gd name="connsiteY79" fmla="*/ 268623 h 329488"/>
              <a:gd name="connsiteX80" fmla="*/ 265289 w 328640"/>
              <a:gd name="connsiteY80" fmla="*/ 268623 h 329488"/>
              <a:gd name="connsiteX81" fmla="*/ 265289 w 328640"/>
              <a:gd name="connsiteY81" fmla="*/ 285864 h 329488"/>
              <a:gd name="connsiteX82" fmla="*/ 291563 w 328640"/>
              <a:gd name="connsiteY82" fmla="*/ 313486 h 329488"/>
              <a:gd name="connsiteX83" fmla="*/ 292702 w 328640"/>
              <a:gd name="connsiteY83" fmla="*/ 319201 h 329488"/>
              <a:gd name="connsiteX84" fmla="*/ 289287 w 328640"/>
              <a:gd name="connsiteY84" fmla="*/ 324916 h 329488"/>
              <a:gd name="connsiteX85" fmla="*/ 265383 w 328640"/>
              <a:gd name="connsiteY85" fmla="*/ 329488 h 329488"/>
              <a:gd name="connsiteX86" fmla="*/ 220897 w 328640"/>
              <a:gd name="connsiteY86" fmla="*/ 311105 h 329488"/>
              <a:gd name="connsiteX87" fmla="*/ 207237 w 328640"/>
              <a:gd name="connsiteY87" fmla="*/ 247859 h 329488"/>
              <a:gd name="connsiteX88" fmla="*/ 158198 w 328640"/>
              <a:gd name="connsiteY88" fmla="*/ 198424 h 329488"/>
              <a:gd name="connsiteX89" fmla="*/ 168442 w 328640"/>
              <a:gd name="connsiteY89" fmla="*/ 189185 h 329488"/>
              <a:gd name="connsiteX90" fmla="*/ 219758 w 328640"/>
              <a:gd name="connsiteY90" fmla="*/ 240906 h 329488"/>
              <a:gd name="connsiteX91" fmla="*/ 220897 w 328640"/>
              <a:gd name="connsiteY91" fmla="*/ 247764 h 329488"/>
              <a:gd name="connsiteX92" fmla="*/ 231141 w 328640"/>
              <a:gd name="connsiteY92" fmla="*/ 301770 h 329488"/>
              <a:gd name="connsiteX93" fmla="*/ 273351 w 328640"/>
              <a:gd name="connsiteY93" fmla="*/ 314439 h 329488"/>
              <a:gd name="connsiteX94" fmla="*/ 254001 w 328640"/>
              <a:gd name="connsiteY94" fmla="*/ 293769 h 329488"/>
              <a:gd name="connsiteX95" fmla="*/ 251724 w 328640"/>
              <a:gd name="connsiteY95" fmla="*/ 289197 h 329488"/>
              <a:gd name="connsiteX96" fmla="*/ 251724 w 328640"/>
              <a:gd name="connsiteY96" fmla="*/ 261575 h 329488"/>
              <a:gd name="connsiteX97" fmla="*/ 258554 w 328640"/>
              <a:gd name="connsiteY97" fmla="*/ 254717 h 329488"/>
              <a:gd name="connsiteX98" fmla="*/ 285967 w 328640"/>
              <a:gd name="connsiteY98" fmla="*/ 254717 h 329488"/>
              <a:gd name="connsiteX99" fmla="*/ 290520 w 328640"/>
              <a:gd name="connsiteY99" fmla="*/ 255860 h 329488"/>
              <a:gd name="connsiteX100" fmla="*/ 312147 w 328640"/>
              <a:gd name="connsiteY100" fmla="*/ 276529 h 329488"/>
              <a:gd name="connsiteX101" fmla="*/ 298488 w 328640"/>
              <a:gd name="connsiteY101" fmla="*/ 232809 h 329488"/>
              <a:gd name="connsiteX102" fmla="*/ 246033 w 328640"/>
              <a:gd name="connsiteY102" fmla="*/ 222427 h 329488"/>
              <a:gd name="connsiteX103" fmla="*/ 239203 w 328640"/>
              <a:gd name="connsiteY103" fmla="*/ 221284 h 329488"/>
              <a:gd name="connsiteX104" fmla="*/ 187887 w 328640"/>
              <a:gd name="connsiteY104" fmla="*/ 169563 h 329488"/>
              <a:gd name="connsiteX105" fmla="*/ 196993 w 328640"/>
              <a:gd name="connsiteY105" fmla="*/ 159181 h 329488"/>
              <a:gd name="connsiteX106" fmla="*/ 244895 w 328640"/>
              <a:gd name="connsiteY106" fmla="*/ 208616 h 329488"/>
              <a:gd name="connsiteX107" fmla="*/ 308732 w 328640"/>
              <a:gd name="connsiteY107" fmla="*/ 223570 h 329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8640" h="329488">
                <a:moveTo>
                  <a:pt x="326849" y="22307"/>
                </a:moveTo>
                <a:lnTo>
                  <a:pt x="306266" y="1733"/>
                </a:lnTo>
                <a:cubicBezTo>
                  <a:pt x="303989" y="-553"/>
                  <a:pt x="300575" y="-553"/>
                  <a:pt x="297065" y="1733"/>
                </a:cubicBezTo>
                <a:lnTo>
                  <a:pt x="248974" y="34880"/>
                </a:lnTo>
                <a:cubicBezTo>
                  <a:pt x="246697" y="36023"/>
                  <a:pt x="246697" y="38309"/>
                  <a:pt x="245559" y="39452"/>
                </a:cubicBezTo>
                <a:cubicBezTo>
                  <a:pt x="245559" y="41738"/>
                  <a:pt x="246697" y="44024"/>
                  <a:pt x="247835" y="45167"/>
                </a:cubicBezTo>
                <a:cubicBezTo>
                  <a:pt x="247835" y="45167"/>
                  <a:pt x="247835" y="45167"/>
                  <a:pt x="261115" y="58407"/>
                </a:cubicBezTo>
                <a:lnTo>
                  <a:pt x="123860" y="195471"/>
                </a:lnTo>
                <a:cubicBezTo>
                  <a:pt x="117505" y="188899"/>
                  <a:pt x="110011" y="181184"/>
                  <a:pt x="101000" y="171945"/>
                </a:cubicBezTo>
                <a:cubicBezTo>
                  <a:pt x="97585" y="169659"/>
                  <a:pt x="93032" y="169659"/>
                  <a:pt x="90756" y="171945"/>
                </a:cubicBezTo>
                <a:cubicBezTo>
                  <a:pt x="88479" y="174231"/>
                  <a:pt x="88479" y="178803"/>
                  <a:pt x="90756" y="181089"/>
                </a:cubicBezTo>
                <a:cubicBezTo>
                  <a:pt x="90756" y="181089"/>
                  <a:pt x="94104" y="184486"/>
                  <a:pt x="100810" y="191280"/>
                </a:cubicBezTo>
                <a:cubicBezTo>
                  <a:pt x="93317" y="198710"/>
                  <a:pt x="72733" y="219189"/>
                  <a:pt x="15157" y="276434"/>
                </a:cubicBezTo>
                <a:cubicBezTo>
                  <a:pt x="4912" y="287864"/>
                  <a:pt x="4912" y="305104"/>
                  <a:pt x="15157" y="315391"/>
                </a:cubicBezTo>
                <a:cubicBezTo>
                  <a:pt x="19710" y="321106"/>
                  <a:pt x="26539" y="323392"/>
                  <a:pt x="34507" y="323392"/>
                </a:cubicBezTo>
                <a:cubicBezTo>
                  <a:pt x="41336" y="323392"/>
                  <a:pt x="48166" y="321106"/>
                  <a:pt x="53857" y="315391"/>
                </a:cubicBezTo>
                <a:cubicBezTo>
                  <a:pt x="53857" y="315391"/>
                  <a:pt x="82409" y="287007"/>
                  <a:pt x="139511" y="230238"/>
                </a:cubicBezTo>
                <a:cubicBezTo>
                  <a:pt x="142452" y="233190"/>
                  <a:pt x="145487" y="236238"/>
                  <a:pt x="148712" y="239477"/>
                </a:cubicBezTo>
                <a:cubicBezTo>
                  <a:pt x="149850" y="240620"/>
                  <a:pt x="152127" y="241763"/>
                  <a:pt x="153265" y="241763"/>
                </a:cubicBezTo>
                <a:cubicBezTo>
                  <a:pt x="155542" y="241763"/>
                  <a:pt x="156680" y="240620"/>
                  <a:pt x="157818" y="239477"/>
                </a:cubicBezTo>
                <a:cubicBezTo>
                  <a:pt x="161233" y="237191"/>
                  <a:pt x="161233" y="232619"/>
                  <a:pt x="157818" y="230333"/>
                </a:cubicBezTo>
                <a:cubicBezTo>
                  <a:pt x="157818" y="230333"/>
                  <a:pt x="153237" y="225634"/>
                  <a:pt x="144064" y="216236"/>
                </a:cubicBezTo>
                <a:cubicBezTo>
                  <a:pt x="144064" y="216236"/>
                  <a:pt x="143969" y="215760"/>
                  <a:pt x="143780" y="215664"/>
                </a:cubicBezTo>
                <a:cubicBezTo>
                  <a:pt x="143780" y="215664"/>
                  <a:pt x="142072" y="214014"/>
                  <a:pt x="138657" y="210711"/>
                </a:cubicBezTo>
                <a:cubicBezTo>
                  <a:pt x="137235" y="209283"/>
                  <a:pt x="135812" y="207759"/>
                  <a:pt x="134199" y="206139"/>
                </a:cubicBezTo>
                <a:lnTo>
                  <a:pt x="271170" y="68598"/>
                </a:lnTo>
                <a:cubicBezTo>
                  <a:pt x="274395" y="71837"/>
                  <a:pt x="277999" y="75456"/>
                  <a:pt x="282173" y="79647"/>
                </a:cubicBezTo>
                <a:cubicBezTo>
                  <a:pt x="283311" y="80790"/>
                  <a:pt x="284449" y="81933"/>
                  <a:pt x="286726" y="81933"/>
                </a:cubicBezTo>
                <a:cubicBezTo>
                  <a:pt x="289002" y="81933"/>
                  <a:pt x="291279" y="80790"/>
                  <a:pt x="292417" y="78504"/>
                </a:cubicBezTo>
                <a:lnTo>
                  <a:pt x="327893" y="31641"/>
                </a:lnTo>
                <a:cubicBezTo>
                  <a:pt x="329031" y="29355"/>
                  <a:pt x="329031" y="24783"/>
                  <a:pt x="326754" y="22497"/>
                </a:cubicBezTo>
                <a:close/>
                <a:moveTo>
                  <a:pt x="43613" y="306247"/>
                </a:moveTo>
                <a:cubicBezTo>
                  <a:pt x="41336" y="308533"/>
                  <a:pt x="37922" y="309676"/>
                  <a:pt x="34507" y="309676"/>
                </a:cubicBezTo>
                <a:cubicBezTo>
                  <a:pt x="31092" y="310819"/>
                  <a:pt x="27677" y="308533"/>
                  <a:pt x="24263" y="306247"/>
                </a:cubicBezTo>
                <a:cubicBezTo>
                  <a:pt x="19710" y="300532"/>
                  <a:pt x="19710" y="292531"/>
                  <a:pt x="24263" y="286721"/>
                </a:cubicBezTo>
                <a:lnTo>
                  <a:pt x="109632" y="200710"/>
                </a:lnTo>
                <a:lnTo>
                  <a:pt x="128982" y="220236"/>
                </a:lnTo>
                <a:lnTo>
                  <a:pt x="43613" y="306247"/>
                </a:lnTo>
                <a:close/>
                <a:moveTo>
                  <a:pt x="285682" y="64598"/>
                </a:moveTo>
                <a:lnTo>
                  <a:pt x="263961" y="41738"/>
                </a:lnTo>
                <a:lnTo>
                  <a:pt x="300575" y="15449"/>
                </a:lnTo>
                <a:lnTo>
                  <a:pt x="313190" y="28022"/>
                </a:lnTo>
                <a:lnTo>
                  <a:pt x="285682" y="64598"/>
                </a:lnTo>
                <a:close/>
                <a:moveTo>
                  <a:pt x="17623" y="106317"/>
                </a:moveTo>
                <a:cubicBezTo>
                  <a:pt x="549" y="89077"/>
                  <a:pt x="-5142" y="62598"/>
                  <a:pt x="5102" y="38404"/>
                </a:cubicBezTo>
                <a:cubicBezTo>
                  <a:pt x="5102" y="37261"/>
                  <a:pt x="7378" y="34975"/>
                  <a:pt x="9655" y="34975"/>
                </a:cubicBezTo>
                <a:cubicBezTo>
                  <a:pt x="11931" y="33832"/>
                  <a:pt x="14208" y="34975"/>
                  <a:pt x="15346" y="36118"/>
                </a:cubicBezTo>
                <a:lnTo>
                  <a:pt x="41621" y="61455"/>
                </a:lnTo>
                <a:lnTo>
                  <a:pt x="59833" y="61455"/>
                </a:lnTo>
                <a:lnTo>
                  <a:pt x="59833" y="43071"/>
                </a:lnTo>
                <a:lnTo>
                  <a:pt x="35930" y="15449"/>
                </a:lnTo>
                <a:cubicBezTo>
                  <a:pt x="34792" y="14306"/>
                  <a:pt x="33653" y="12020"/>
                  <a:pt x="34792" y="9734"/>
                </a:cubicBezTo>
                <a:cubicBezTo>
                  <a:pt x="34792" y="7448"/>
                  <a:pt x="35930" y="6305"/>
                  <a:pt x="38206" y="5162"/>
                </a:cubicBezTo>
                <a:cubicBezTo>
                  <a:pt x="62110" y="-5220"/>
                  <a:pt x="87246" y="590"/>
                  <a:pt x="105458" y="17830"/>
                </a:cubicBezTo>
                <a:cubicBezTo>
                  <a:pt x="121394" y="35070"/>
                  <a:pt x="127085" y="59264"/>
                  <a:pt x="120256" y="82219"/>
                </a:cubicBezTo>
                <a:lnTo>
                  <a:pt x="168157" y="130511"/>
                </a:lnTo>
                <a:lnTo>
                  <a:pt x="157913" y="139750"/>
                </a:lnTo>
                <a:lnTo>
                  <a:pt x="106597" y="89172"/>
                </a:lnTo>
                <a:cubicBezTo>
                  <a:pt x="105458" y="86886"/>
                  <a:pt x="104320" y="83457"/>
                  <a:pt x="105458" y="81076"/>
                </a:cubicBezTo>
                <a:cubicBezTo>
                  <a:pt x="113426" y="62693"/>
                  <a:pt x="108873" y="41928"/>
                  <a:pt x="95214" y="28117"/>
                </a:cubicBezTo>
                <a:cubicBezTo>
                  <a:pt x="83831" y="16592"/>
                  <a:pt x="67801" y="12020"/>
                  <a:pt x="53004" y="14306"/>
                </a:cubicBezTo>
                <a:lnTo>
                  <a:pt x="71216" y="36118"/>
                </a:lnTo>
                <a:cubicBezTo>
                  <a:pt x="72354" y="37261"/>
                  <a:pt x="73492" y="38404"/>
                  <a:pt x="73492" y="40690"/>
                </a:cubicBezTo>
                <a:lnTo>
                  <a:pt x="73492" y="68313"/>
                </a:lnTo>
                <a:cubicBezTo>
                  <a:pt x="73492" y="71742"/>
                  <a:pt x="70077" y="75171"/>
                  <a:pt x="66663" y="75171"/>
                </a:cubicBezTo>
                <a:lnTo>
                  <a:pt x="39250" y="75171"/>
                </a:lnTo>
                <a:cubicBezTo>
                  <a:pt x="36973" y="75171"/>
                  <a:pt x="35835" y="74028"/>
                  <a:pt x="34697" y="72885"/>
                </a:cubicBezTo>
                <a:lnTo>
                  <a:pt x="14208" y="54501"/>
                </a:lnTo>
                <a:cubicBezTo>
                  <a:pt x="11931" y="69456"/>
                  <a:pt x="16485" y="85553"/>
                  <a:pt x="27867" y="97078"/>
                </a:cubicBezTo>
                <a:cubicBezTo>
                  <a:pt x="41526" y="110889"/>
                  <a:pt x="62110" y="114318"/>
                  <a:pt x="80322" y="106317"/>
                </a:cubicBezTo>
                <a:cubicBezTo>
                  <a:pt x="82598" y="105174"/>
                  <a:pt x="86013" y="106317"/>
                  <a:pt x="87151" y="108603"/>
                </a:cubicBezTo>
                <a:lnTo>
                  <a:pt x="138468" y="160324"/>
                </a:lnTo>
                <a:lnTo>
                  <a:pt x="129362" y="169563"/>
                </a:lnTo>
                <a:lnTo>
                  <a:pt x="81460" y="121272"/>
                </a:lnTo>
                <a:cubicBezTo>
                  <a:pt x="58695" y="129368"/>
                  <a:pt x="34697" y="123558"/>
                  <a:pt x="17623" y="106317"/>
                </a:cubicBezTo>
                <a:close/>
                <a:moveTo>
                  <a:pt x="308637" y="223856"/>
                </a:moveTo>
                <a:cubicBezTo>
                  <a:pt x="325711" y="241096"/>
                  <a:pt x="331402" y="267576"/>
                  <a:pt x="321158" y="291674"/>
                </a:cubicBezTo>
                <a:cubicBezTo>
                  <a:pt x="321158" y="293960"/>
                  <a:pt x="318881" y="295103"/>
                  <a:pt x="316605" y="295103"/>
                </a:cubicBezTo>
                <a:cubicBezTo>
                  <a:pt x="314328" y="296246"/>
                  <a:pt x="312052" y="295103"/>
                  <a:pt x="310914" y="293960"/>
                </a:cubicBezTo>
                <a:lnTo>
                  <a:pt x="283501" y="268623"/>
                </a:lnTo>
                <a:lnTo>
                  <a:pt x="265289" y="268623"/>
                </a:lnTo>
                <a:lnTo>
                  <a:pt x="265289" y="285864"/>
                </a:lnTo>
                <a:lnTo>
                  <a:pt x="291563" y="313486"/>
                </a:lnTo>
                <a:cubicBezTo>
                  <a:pt x="292702" y="314629"/>
                  <a:pt x="293840" y="316915"/>
                  <a:pt x="292702" y="319201"/>
                </a:cubicBezTo>
                <a:cubicBezTo>
                  <a:pt x="292702" y="321487"/>
                  <a:pt x="291563" y="323773"/>
                  <a:pt x="289287" y="324916"/>
                </a:cubicBezTo>
                <a:cubicBezTo>
                  <a:pt x="281319" y="327202"/>
                  <a:pt x="273351" y="329488"/>
                  <a:pt x="265383" y="329488"/>
                </a:cubicBezTo>
                <a:cubicBezTo>
                  <a:pt x="249448" y="329488"/>
                  <a:pt x="233417" y="322630"/>
                  <a:pt x="220897" y="311105"/>
                </a:cubicBezTo>
                <a:cubicBezTo>
                  <a:pt x="204961" y="293865"/>
                  <a:pt x="199270" y="269671"/>
                  <a:pt x="207237" y="247859"/>
                </a:cubicBezTo>
                <a:lnTo>
                  <a:pt x="158198" y="198424"/>
                </a:lnTo>
                <a:lnTo>
                  <a:pt x="168442" y="189185"/>
                </a:lnTo>
                <a:lnTo>
                  <a:pt x="219758" y="240906"/>
                </a:lnTo>
                <a:cubicBezTo>
                  <a:pt x="220897" y="243192"/>
                  <a:pt x="222035" y="245478"/>
                  <a:pt x="220897" y="247764"/>
                </a:cubicBezTo>
                <a:cubicBezTo>
                  <a:pt x="212929" y="266147"/>
                  <a:pt x="217482" y="286816"/>
                  <a:pt x="231141" y="301770"/>
                </a:cubicBezTo>
                <a:cubicBezTo>
                  <a:pt x="242523" y="312153"/>
                  <a:pt x="258554" y="317868"/>
                  <a:pt x="273351" y="314439"/>
                </a:cubicBezTo>
                <a:lnTo>
                  <a:pt x="254001" y="293769"/>
                </a:lnTo>
                <a:cubicBezTo>
                  <a:pt x="252863" y="292626"/>
                  <a:pt x="251724" y="290340"/>
                  <a:pt x="251724" y="289197"/>
                </a:cubicBezTo>
                <a:lnTo>
                  <a:pt x="251724" y="261575"/>
                </a:lnTo>
                <a:cubicBezTo>
                  <a:pt x="251724" y="257003"/>
                  <a:pt x="255139" y="254717"/>
                  <a:pt x="258554" y="254717"/>
                </a:cubicBezTo>
                <a:lnTo>
                  <a:pt x="285967" y="254717"/>
                </a:lnTo>
                <a:cubicBezTo>
                  <a:pt x="288243" y="254717"/>
                  <a:pt x="289382" y="254717"/>
                  <a:pt x="290520" y="255860"/>
                </a:cubicBezTo>
                <a:lnTo>
                  <a:pt x="312147" y="276529"/>
                </a:lnTo>
                <a:cubicBezTo>
                  <a:pt x="315562" y="260432"/>
                  <a:pt x="309870" y="244335"/>
                  <a:pt x="298488" y="232809"/>
                </a:cubicBezTo>
                <a:cubicBezTo>
                  <a:pt x="284829" y="218998"/>
                  <a:pt x="264245" y="214426"/>
                  <a:pt x="246033" y="222427"/>
                </a:cubicBezTo>
                <a:cubicBezTo>
                  <a:pt x="243756" y="223570"/>
                  <a:pt x="240342" y="223570"/>
                  <a:pt x="239203" y="221284"/>
                </a:cubicBezTo>
                <a:lnTo>
                  <a:pt x="187887" y="169563"/>
                </a:lnTo>
                <a:lnTo>
                  <a:pt x="196993" y="159181"/>
                </a:lnTo>
                <a:lnTo>
                  <a:pt x="244895" y="208616"/>
                </a:lnTo>
                <a:cubicBezTo>
                  <a:pt x="267660" y="200520"/>
                  <a:pt x="291658" y="206330"/>
                  <a:pt x="308732" y="22357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7" name="Graphic 154">
            <a:extLst>
              <a:ext uri="{FF2B5EF4-FFF2-40B4-BE49-F238E27FC236}">
                <a16:creationId xmlns:a16="http://schemas.microsoft.com/office/drawing/2014/main" id="{471862E1-EBC5-EF86-E133-5899B9593E36}"/>
              </a:ext>
            </a:extLst>
          </p:cNvPr>
          <p:cNvSpPr/>
          <p:nvPr/>
        </p:nvSpPr>
        <p:spPr>
          <a:xfrm>
            <a:off x="2988766" y="2875324"/>
            <a:ext cx="438288" cy="439419"/>
          </a:xfrm>
          <a:custGeom>
            <a:avLst/>
            <a:gdLst>
              <a:gd name="connsiteX0" fmla="*/ 326849 w 328640"/>
              <a:gd name="connsiteY0" fmla="*/ 22307 h 329488"/>
              <a:gd name="connsiteX1" fmla="*/ 306266 w 328640"/>
              <a:gd name="connsiteY1" fmla="*/ 1733 h 329488"/>
              <a:gd name="connsiteX2" fmla="*/ 297065 w 328640"/>
              <a:gd name="connsiteY2" fmla="*/ 1733 h 329488"/>
              <a:gd name="connsiteX3" fmla="*/ 248974 w 328640"/>
              <a:gd name="connsiteY3" fmla="*/ 34880 h 329488"/>
              <a:gd name="connsiteX4" fmla="*/ 245559 w 328640"/>
              <a:gd name="connsiteY4" fmla="*/ 39452 h 329488"/>
              <a:gd name="connsiteX5" fmla="*/ 247835 w 328640"/>
              <a:gd name="connsiteY5" fmla="*/ 45167 h 329488"/>
              <a:gd name="connsiteX6" fmla="*/ 261115 w 328640"/>
              <a:gd name="connsiteY6" fmla="*/ 58407 h 329488"/>
              <a:gd name="connsiteX7" fmla="*/ 123860 w 328640"/>
              <a:gd name="connsiteY7" fmla="*/ 195471 h 329488"/>
              <a:gd name="connsiteX8" fmla="*/ 101000 w 328640"/>
              <a:gd name="connsiteY8" fmla="*/ 171945 h 329488"/>
              <a:gd name="connsiteX9" fmla="*/ 90756 w 328640"/>
              <a:gd name="connsiteY9" fmla="*/ 171945 h 329488"/>
              <a:gd name="connsiteX10" fmla="*/ 90756 w 328640"/>
              <a:gd name="connsiteY10" fmla="*/ 181089 h 329488"/>
              <a:gd name="connsiteX11" fmla="*/ 100810 w 328640"/>
              <a:gd name="connsiteY11" fmla="*/ 191280 h 329488"/>
              <a:gd name="connsiteX12" fmla="*/ 15157 w 328640"/>
              <a:gd name="connsiteY12" fmla="*/ 276434 h 329488"/>
              <a:gd name="connsiteX13" fmla="*/ 15157 w 328640"/>
              <a:gd name="connsiteY13" fmla="*/ 315391 h 329488"/>
              <a:gd name="connsiteX14" fmla="*/ 34507 w 328640"/>
              <a:gd name="connsiteY14" fmla="*/ 323392 h 329488"/>
              <a:gd name="connsiteX15" fmla="*/ 53857 w 328640"/>
              <a:gd name="connsiteY15" fmla="*/ 315391 h 329488"/>
              <a:gd name="connsiteX16" fmla="*/ 139511 w 328640"/>
              <a:gd name="connsiteY16" fmla="*/ 230238 h 329488"/>
              <a:gd name="connsiteX17" fmla="*/ 148712 w 328640"/>
              <a:gd name="connsiteY17" fmla="*/ 239477 h 329488"/>
              <a:gd name="connsiteX18" fmla="*/ 153265 w 328640"/>
              <a:gd name="connsiteY18" fmla="*/ 241763 h 329488"/>
              <a:gd name="connsiteX19" fmla="*/ 157818 w 328640"/>
              <a:gd name="connsiteY19" fmla="*/ 239477 h 329488"/>
              <a:gd name="connsiteX20" fmla="*/ 157818 w 328640"/>
              <a:gd name="connsiteY20" fmla="*/ 230333 h 329488"/>
              <a:gd name="connsiteX21" fmla="*/ 144064 w 328640"/>
              <a:gd name="connsiteY21" fmla="*/ 216236 h 329488"/>
              <a:gd name="connsiteX22" fmla="*/ 143780 w 328640"/>
              <a:gd name="connsiteY22" fmla="*/ 215664 h 329488"/>
              <a:gd name="connsiteX23" fmla="*/ 138657 w 328640"/>
              <a:gd name="connsiteY23" fmla="*/ 210711 h 329488"/>
              <a:gd name="connsiteX24" fmla="*/ 134199 w 328640"/>
              <a:gd name="connsiteY24" fmla="*/ 206139 h 329488"/>
              <a:gd name="connsiteX25" fmla="*/ 271170 w 328640"/>
              <a:gd name="connsiteY25" fmla="*/ 68598 h 329488"/>
              <a:gd name="connsiteX26" fmla="*/ 282173 w 328640"/>
              <a:gd name="connsiteY26" fmla="*/ 79647 h 329488"/>
              <a:gd name="connsiteX27" fmla="*/ 286726 w 328640"/>
              <a:gd name="connsiteY27" fmla="*/ 81933 h 329488"/>
              <a:gd name="connsiteX28" fmla="*/ 292417 w 328640"/>
              <a:gd name="connsiteY28" fmla="*/ 78504 h 329488"/>
              <a:gd name="connsiteX29" fmla="*/ 327893 w 328640"/>
              <a:gd name="connsiteY29" fmla="*/ 31641 h 329488"/>
              <a:gd name="connsiteX30" fmla="*/ 326754 w 328640"/>
              <a:gd name="connsiteY30" fmla="*/ 22497 h 329488"/>
              <a:gd name="connsiteX31" fmla="*/ 43613 w 328640"/>
              <a:gd name="connsiteY31" fmla="*/ 306247 h 329488"/>
              <a:gd name="connsiteX32" fmla="*/ 34507 w 328640"/>
              <a:gd name="connsiteY32" fmla="*/ 309676 h 329488"/>
              <a:gd name="connsiteX33" fmla="*/ 24263 w 328640"/>
              <a:gd name="connsiteY33" fmla="*/ 306247 h 329488"/>
              <a:gd name="connsiteX34" fmla="*/ 24263 w 328640"/>
              <a:gd name="connsiteY34" fmla="*/ 286721 h 329488"/>
              <a:gd name="connsiteX35" fmla="*/ 109632 w 328640"/>
              <a:gd name="connsiteY35" fmla="*/ 200710 h 329488"/>
              <a:gd name="connsiteX36" fmla="*/ 128982 w 328640"/>
              <a:gd name="connsiteY36" fmla="*/ 220236 h 329488"/>
              <a:gd name="connsiteX37" fmla="*/ 43613 w 328640"/>
              <a:gd name="connsiteY37" fmla="*/ 306247 h 329488"/>
              <a:gd name="connsiteX38" fmla="*/ 285682 w 328640"/>
              <a:gd name="connsiteY38" fmla="*/ 64598 h 329488"/>
              <a:gd name="connsiteX39" fmla="*/ 263961 w 328640"/>
              <a:gd name="connsiteY39" fmla="*/ 41738 h 329488"/>
              <a:gd name="connsiteX40" fmla="*/ 300575 w 328640"/>
              <a:gd name="connsiteY40" fmla="*/ 15449 h 329488"/>
              <a:gd name="connsiteX41" fmla="*/ 313190 w 328640"/>
              <a:gd name="connsiteY41" fmla="*/ 28022 h 329488"/>
              <a:gd name="connsiteX42" fmla="*/ 285682 w 328640"/>
              <a:gd name="connsiteY42" fmla="*/ 64598 h 329488"/>
              <a:gd name="connsiteX43" fmla="*/ 17623 w 328640"/>
              <a:gd name="connsiteY43" fmla="*/ 106317 h 329488"/>
              <a:gd name="connsiteX44" fmla="*/ 5102 w 328640"/>
              <a:gd name="connsiteY44" fmla="*/ 38404 h 329488"/>
              <a:gd name="connsiteX45" fmla="*/ 9655 w 328640"/>
              <a:gd name="connsiteY45" fmla="*/ 34975 h 329488"/>
              <a:gd name="connsiteX46" fmla="*/ 15346 w 328640"/>
              <a:gd name="connsiteY46" fmla="*/ 36118 h 329488"/>
              <a:gd name="connsiteX47" fmla="*/ 41621 w 328640"/>
              <a:gd name="connsiteY47" fmla="*/ 61455 h 329488"/>
              <a:gd name="connsiteX48" fmla="*/ 59833 w 328640"/>
              <a:gd name="connsiteY48" fmla="*/ 61455 h 329488"/>
              <a:gd name="connsiteX49" fmla="*/ 59833 w 328640"/>
              <a:gd name="connsiteY49" fmla="*/ 43071 h 329488"/>
              <a:gd name="connsiteX50" fmla="*/ 35930 w 328640"/>
              <a:gd name="connsiteY50" fmla="*/ 15449 h 329488"/>
              <a:gd name="connsiteX51" fmla="*/ 34792 w 328640"/>
              <a:gd name="connsiteY51" fmla="*/ 9734 h 329488"/>
              <a:gd name="connsiteX52" fmla="*/ 38206 w 328640"/>
              <a:gd name="connsiteY52" fmla="*/ 5162 h 329488"/>
              <a:gd name="connsiteX53" fmla="*/ 105458 w 328640"/>
              <a:gd name="connsiteY53" fmla="*/ 17830 h 329488"/>
              <a:gd name="connsiteX54" fmla="*/ 120256 w 328640"/>
              <a:gd name="connsiteY54" fmla="*/ 82219 h 329488"/>
              <a:gd name="connsiteX55" fmla="*/ 168157 w 328640"/>
              <a:gd name="connsiteY55" fmla="*/ 130511 h 329488"/>
              <a:gd name="connsiteX56" fmla="*/ 157913 w 328640"/>
              <a:gd name="connsiteY56" fmla="*/ 139750 h 329488"/>
              <a:gd name="connsiteX57" fmla="*/ 106597 w 328640"/>
              <a:gd name="connsiteY57" fmla="*/ 89172 h 329488"/>
              <a:gd name="connsiteX58" fmla="*/ 105458 w 328640"/>
              <a:gd name="connsiteY58" fmla="*/ 81076 h 329488"/>
              <a:gd name="connsiteX59" fmla="*/ 95214 w 328640"/>
              <a:gd name="connsiteY59" fmla="*/ 28117 h 329488"/>
              <a:gd name="connsiteX60" fmla="*/ 53004 w 328640"/>
              <a:gd name="connsiteY60" fmla="*/ 14306 h 329488"/>
              <a:gd name="connsiteX61" fmla="*/ 71216 w 328640"/>
              <a:gd name="connsiteY61" fmla="*/ 36118 h 329488"/>
              <a:gd name="connsiteX62" fmla="*/ 73492 w 328640"/>
              <a:gd name="connsiteY62" fmla="*/ 40690 h 329488"/>
              <a:gd name="connsiteX63" fmla="*/ 73492 w 328640"/>
              <a:gd name="connsiteY63" fmla="*/ 68313 h 329488"/>
              <a:gd name="connsiteX64" fmla="*/ 66663 w 328640"/>
              <a:gd name="connsiteY64" fmla="*/ 75171 h 329488"/>
              <a:gd name="connsiteX65" fmla="*/ 39250 w 328640"/>
              <a:gd name="connsiteY65" fmla="*/ 75171 h 329488"/>
              <a:gd name="connsiteX66" fmla="*/ 34697 w 328640"/>
              <a:gd name="connsiteY66" fmla="*/ 72885 h 329488"/>
              <a:gd name="connsiteX67" fmla="*/ 14208 w 328640"/>
              <a:gd name="connsiteY67" fmla="*/ 54501 h 329488"/>
              <a:gd name="connsiteX68" fmla="*/ 27867 w 328640"/>
              <a:gd name="connsiteY68" fmla="*/ 97078 h 329488"/>
              <a:gd name="connsiteX69" fmla="*/ 80322 w 328640"/>
              <a:gd name="connsiteY69" fmla="*/ 106317 h 329488"/>
              <a:gd name="connsiteX70" fmla="*/ 87151 w 328640"/>
              <a:gd name="connsiteY70" fmla="*/ 108603 h 329488"/>
              <a:gd name="connsiteX71" fmla="*/ 138468 w 328640"/>
              <a:gd name="connsiteY71" fmla="*/ 160324 h 329488"/>
              <a:gd name="connsiteX72" fmla="*/ 129362 w 328640"/>
              <a:gd name="connsiteY72" fmla="*/ 169563 h 329488"/>
              <a:gd name="connsiteX73" fmla="*/ 81460 w 328640"/>
              <a:gd name="connsiteY73" fmla="*/ 121272 h 329488"/>
              <a:gd name="connsiteX74" fmla="*/ 17623 w 328640"/>
              <a:gd name="connsiteY74" fmla="*/ 106317 h 329488"/>
              <a:gd name="connsiteX75" fmla="*/ 308637 w 328640"/>
              <a:gd name="connsiteY75" fmla="*/ 223856 h 329488"/>
              <a:gd name="connsiteX76" fmla="*/ 321158 w 328640"/>
              <a:gd name="connsiteY76" fmla="*/ 291674 h 329488"/>
              <a:gd name="connsiteX77" fmla="*/ 316605 w 328640"/>
              <a:gd name="connsiteY77" fmla="*/ 295103 h 329488"/>
              <a:gd name="connsiteX78" fmla="*/ 310914 w 328640"/>
              <a:gd name="connsiteY78" fmla="*/ 293960 h 329488"/>
              <a:gd name="connsiteX79" fmla="*/ 283501 w 328640"/>
              <a:gd name="connsiteY79" fmla="*/ 268623 h 329488"/>
              <a:gd name="connsiteX80" fmla="*/ 265289 w 328640"/>
              <a:gd name="connsiteY80" fmla="*/ 268623 h 329488"/>
              <a:gd name="connsiteX81" fmla="*/ 265289 w 328640"/>
              <a:gd name="connsiteY81" fmla="*/ 285864 h 329488"/>
              <a:gd name="connsiteX82" fmla="*/ 291563 w 328640"/>
              <a:gd name="connsiteY82" fmla="*/ 313486 h 329488"/>
              <a:gd name="connsiteX83" fmla="*/ 292702 w 328640"/>
              <a:gd name="connsiteY83" fmla="*/ 319201 h 329488"/>
              <a:gd name="connsiteX84" fmla="*/ 289287 w 328640"/>
              <a:gd name="connsiteY84" fmla="*/ 324916 h 329488"/>
              <a:gd name="connsiteX85" fmla="*/ 265383 w 328640"/>
              <a:gd name="connsiteY85" fmla="*/ 329488 h 329488"/>
              <a:gd name="connsiteX86" fmla="*/ 220897 w 328640"/>
              <a:gd name="connsiteY86" fmla="*/ 311105 h 329488"/>
              <a:gd name="connsiteX87" fmla="*/ 207237 w 328640"/>
              <a:gd name="connsiteY87" fmla="*/ 247859 h 329488"/>
              <a:gd name="connsiteX88" fmla="*/ 158198 w 328640"/>
              <a:gd name="connsiteY88" fmla="*/ 198424 h 329488"/>
              <a:gd name="connsiteX89" fmla="*/ 168442 w 328640"/>
              <a:gd name="connsiteY89" fmla="*/ 189185 h 329488"/>
              <a:gd name="connsiteX90" fmla="*/ 219758 w 328640"/>
              <a:gd name="connsiteY90" fmla="*/ 240906 h 329488"/>
              <a:gd name="connsiteX91" fmla="*/ 220897 w 328640"/>
              <a:gd name="connsiteY91" fmla="*/ 247764 h 329488"/>
              <a:gd name="connsiteX92" fmla="*/ 231141 w 328640"/>
              <a:gd name="connsiteY92" fmla="*/ 301770 h 329488"/>
              <a:gd name="connsiteX93" fmla="*/ 273351 w 328640"/>
              <a:gd name="connsiteY93" fmla="*/ 314439 h 329488"/>
              <a:gd name="connsiteX94" fmla="*/ 254001 w 328640"/>
              <a:gd name="connsiteY94" fmla="*/ 293769 h 329488"/>
              <a:gd name="connsiteX95" fmla="*/ 251724 w 328640"/>
              <a:gd name="connsiteY95" fmla="*/ 289197 h 329488"/>
              <a:gd name="connsiteX96" fmla="*/ 251724 w 328640"/>
              <a:gd name="connsiteY96" fmla="*/ 261575 h 329488"/>
              <a:gd name="connsiteX97" fmla="*/ 258554 w 328640"/>
              <a:gd name="connsiteY97" fmla="*/ 254717 h 329488"/>
              <a:gd name="connsiteX98" fmla="*/ 285967 w 328640"/>
              <a:gd name="connsiteY98" fmla="*/ 254717 h 329488"/>
              <a:gd name="connsiteX99" fmla="*/ 290520 w 328640"/>
              <a:gd name="connsiteY99" fmla="*/ 255860 h 329488"/>
              <a:gd name="connsiteX100" fmla="*/ 312147 w 328640"/>
              <a:gd name="connsiteY100" fmla="*/ 276529 h 329488"/>
              <a:gd name="connsiteX101" fmla="*/ 298488 w 328640"/>
              <a:gd name="connsiteY101" fmla="*/ 232809 h 329488"/>
              <a:gd name="connsiteX102" fmla="*/ 246033 w 328640"/>
              <a:gd name="connsiteY102" fmla="*/ 222427 h 329488"/>
              <a:gd name="connsiteX103" fmla="*/ 239203 w 328640"/>
              <a:gd name="connsiteY103" fmla="*/ 221284 h 329488"/>
              <a:gd name="connsiteX104" fmla="*/ 187887 w 328640"/>
              <a:gd name="connsiteY104" fmla="*/ 169563 h 329488"/>
              <a:gd name="connsiteX105" fmla="*/ 196993 w 328640"/>
              <a:gd name="connsiteY105" fmla="*/ 159181 h 329488"/>
              <a:gd name="connsiteX106" fmla="*/ 244895 w 328640"/>
              <a:gd name="connsiteY106" fmla="*/ 208616 h 329488"/>
              <a:gd name="connsiteX107" fmla="*/ 308732 w 328640"/>
              <a:gd name="connsiteY107" fmla="*/ 223570 h 329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8640" h="329488">
                <a:moveTo>
                  <a:pt x="326849" y="22307"/>
                </a:moveTo>
                <a:lnTo>
                  <a:pt x="306266" y="1733"/>
                </a:lnTo>
                <a:cubicBezTo>
                  <a:pt x="303989" y="-553"/>
                  <a:pt x="300575" y="-553"/>
                  <a:pt x="297065" y="1733"/>
                </a:cubicBezTo>
                <a:lnTo>
                  <a:pt x="248974" y="34880"/>
                </a:lnTo>
                <a:cubicBezTo>
                  <a:pt x="246697" y="36023"/>
                  <a:pt x="246697" y="38309"/>
                  <a:pt x="245559" y="39452"/>
                </a:cubicBezTo>
                <a:cubicBezTo>
                  <a:pt x="245559" y="41738"/>
                  <a:pt x="246697" y="44024"/>
                  <a:pt x="247835" y="45167"/>
                </a:cubicBezTo>
                <a:cubicBezTo>
                  <a:pt x="247835" y="45167"/>
                  <a:pt x="247835" y="45167"/>
                  <a:pt x="261115" y="58407"/>
                </a:cubicBezTo>
                <a:lnTo>
                  <a:pt x="123860" y="195471"/>
                </a:lnTo>
                <a:cubicBezTo>
                  <a:pt x="117505" y="188899"/>
                  <a:pt x="110011" y="181184"/>
                  <a:pt x="101000" y="171945"/>
                </a:cubicBezTo>
                <a:cubicBezTo>
                  <a:pt x="97585" y="169659"/>
                  <a:pt x="93032" y="169659"/>
                  <a:pt x="90756" y="171945"/>
                </a:cubicBezTo>
                <a:cubicBezTo>
                  <a:pt x="88479" y="174231"/>
                  <a:pt x="88479" y="178803"/>
                  <a:pt x="90756" y="181089"/>
                </a:cubicBezTo>
                <a:cubicBezTo>
                  <a:pt x="90756" y="181089"/>
                  <a:pt x="94104" y="184486"/>
                  <a:pt x="100810" y="191280"/>
                </a:cubicBezTo>
                <a:cubicBezTo>
                  <a:pt x="93317" y="198710"/>
                  <a:pt x="72733" y="219189"/>
                  <a:pt x="15157" y="276434"/>
                </a:cubicBezTo>
                <a:cubicBezTo>
                  <a:pt x="4912" y="287864"/>
                  <a:pt x="4912" y="305104"/>
                  <a:pt x="15157" y="315391"/>
                </a:cubicBezTo>
                <a:cubicBezTo>
                  <a:pt x="19710" y="321106"/>
                  <a:pt x="26539" y="323392"/>
                  <a:pt x="34507" y="323392"/>
                </a:cubicBezTo>
                <a:cubicBezTo>
                  <a:pt x="41336" y="323392"/>
                  <a:pt x="48166" y="321106"/>
                  <a:pt x="53857" y="315391"/>
                </a:cubicBezTo>
                <a:cubicBezTo>
                  <a:pt x="53857" y="315391"/>
                  <a:pt x="82409" y="287007"/>
                  <a:pt x="139511" y="230238"/>
                </a:cubicBezTo>
                <a:cubicBezTo>
                  <a:pt x="142452" y="233190"/>
                  <a:pt x="145487" y="236238"/>
                  <a:pt x="148712" y="239477"/>
                </a:cubicBezTo>
                <a:cubicBezTo>
                  <a:pt x="149850" y="240620"/>
                  <a:pt x="152127" y="241763"/>
                  <a:pt x="153265" y="241763"/>
                </a:cubicBezTo>
                <a:cubicBezTo>
                  <a:pt x="155542" y="241763"/>
                  <a:pt x="156680" y="240620"/>
                  <a:pt x="157818" y="239477"/>
                </a:cubicBezTo>
                <a:cubicBezTo>
                  <a:pt x="161233" y="237191"/>
                  <a:pt x="161233" y="232619"/>
                  <a:pt x="157818" y="230333"/>
                </a:cubicBezTo>
                <a:cubicBezTo>
                  <a:pt x="157818" y="230333"/>
                  <a:pt x="153237" y="225634"/>
                  <a:pt x="144064" y="216236"/>
                </a:cubicBezTo>
                <a:cubicBezTo>
                  <a:pt x="144064" y="216236"/>
                  <a:pt x="143969" y="215760"/>
                  <a:pt x="143780" y="215664"/>
                </a:cubicBezTo>
                <a:cubicBezTo>
                  <a:pt x="143780" y="215664"/>
                  <a:pt x="142072" y="214014"/>
                  <a:pt x="138657" y="210711"/>
                </a:cubicBezTo>
                <a:cubicBezTo>
                  <a:pt x="137235" y="209283"/>
                  <a:pt x="135812" y="207759"/>
                  <a:pt x="134199" y="206139"/>
                </a:cubicBezTo>
                <a:lnTo>
                  <a:pt x="271170" y="68598"/>
                </a:lnTo>
                <a:cubicBezTo>
                  <a:pt x="274395" y="71837"/>
                  <a:pt x="277999" y="75456"/>
                  <a:pt x="282173" y="79647"/>
                </a:cubicBezTo>
                <a:cubicBezTo>
                  <a:pt x="283311" y="80790"/>
                  <a:pt x="284449" y="81933"/>
                  <a:pt x="286726" y="81933"/>
                </a:cubicBezTo>
                <a:cubicBezTo>
                  <a:pt x="289002" y="81933"/>
                  <a:pt x="291279" y="80790"/>
                  <a:pt x="292417" y="78504"/>
                </a:cubicBezTo>
                <a:lnTo>
                  <a:pt x="327893" y="31641"/>
                </a:lnTo>
                <a:cubicBezTo>
                  <a:pt x="329031" y="29355"/>
                  <a:pt x="329031" y="24783"/>
                  <a:pt x="326754" y="22497"/>
                </a:cubicBezTo>
                <a:close/>
                <a:moveTo>
                  <a:pt x="43613" y="306247"/>
                </a:moveTo>
                <a:cubicBezTo>
                  <a:pt x="41336" y="308533"/>
                  <a:pt x="37922" y="309676"/>
                  <a:pt x="34507" y="309676"/>
                </a:cubicBezTo>
                <a:cubicBezTo>
                  <a:pt x="31092" y="310819"/>
                  <a:pt x="27677" y="308533"/>
                  <a:pt x="24263" y="306247"/>
                </a:cubicBezTo>
                <a:cubicBezTo>
                  <a:pt x="19710" y="300532"/>
                  <a:pt x="19710" y="292531"/>
                  <a:pt x="24263" y="286721"/>
                </a:cubicBezTo>
                <a:lnTo>
                  <a:pt x="109632" y="200710"/>
                </a:lnTo>
                <a:lnTo>
                  <a:pt x="128982" y="220236"/>
                </a:lnTo>
                <a:lnTo>
                  <a:pt x="43613" y="306247"/>
                </a:lnTo>
                <a:close/>
                <a:moveTo>
                  <a:pt x="285682" y="64598"/>
                </a:moveTo>
                <a:lnTo>
                  <a:pt x="263961" y="41738"/>
                </a:lnTo>
                <a:lnTo>
                  <a:pt x="300575" y="15449"/>
                </a:lnTo>
                <a:lnTo>
                  <a:pt x="313190" y="28022"/>
                </a:lnTo>
                <a:lnTo>
                  <a:pt x="285682" y="64598"/>
                </a:lnTo>
                <a:close/>
                <a:moveTo>
                  <a:pt x="17623" y="106317"/>
                </a:moveTo>
                <a:cubicBezTo>
                  <a:pt x="549" y="89077"/>
                  <a:pt x="-5142" y="62598"/>
                  <a:pt x="5102" y="38404"/>
                </a:cubicBezTo>
                <a:cubicBezTo>
                  <a:pt x="5102" y="37261"/>
                  <a:pt x="7378" y="34975"/>
                  <a:pt x="9655" y="34975"/>
                </a:cubicBezTo>
                <a:cubicBezTo>
                  <a:pt x="11931" y="33832"/>
                  <a:pt x="14208" y="34975"/>
                  <a:pt x="15346" y="36118"/>
                </a:cubicBezTo>
                <a:lnTo>
                  <a:pt x="41621" y="61455"/>
                </a:lnTo>
                <a:lnTo>
                  <a:pt x="59833" y="61455"/>
                </a:lnTo>
                <a:lnTo>
                  <a:pt x="59833" y="43071"/>
                </a:lnTo>
                <a:lnTo>
                  <a:pt x="35930" y="15449"/>
                </a:lnTo>
                <a:cubicBezTo>
                  <a:pt x="34792" y="14306"/>
                  <a:pt x="33653" y="12020"/>
                  <a:pt x="34792" y="9734"/>
                </a:cubicBezTo>
                <a:cubicBezTo>
                  <a:pt x="34792" y="7448"/>
                  <a:pt x="35930" y="6305"/>
                  <a:pt x="38206" y="5162"/>
                </a:cubicBezTo>
                <a:cubicBezTo>
                  <a:pt x="62110" y="-5220"/>
                  <a:pt x="87246" y="590"/>
                  <a:pt x="105458" y="17830"/>
                </a:cubicBezTo>
                <a:cubicBezTo>
                  <a:pt x="121394" y="35070"/>
                  <a:pt x="127085" y="59264"/>
                  <a:pt x="120256" y="82219"/>
                </a:cubicBezTo>
                <a:lnTo>
                  <a:pt x="168157" y="130511"/>
                </a:lnTo>
                <a:lnTo>
                  <a:pt x="157913" y="139750"/>
                </a:lnTo>
                <a:lnTo>
                  <a:pt x="106597" y="89172"/>
                </a:lnTo>
                <a:cubicBezTo>
                  <a:pt x="105458" y="86886"/>
                  <a:pt x="104320" y="83457"/>
                  <a:pt x="105458" y="81076"/>
                </a:cubicBezTo>
                <a:cubicBezTo>
                  <a:pt x="113426" y="62693"/>
                  <a:pt x="108873" y="41928"/>
                  <a:pt x="95214" y="28117"/>
                </a:cubicBezTo>
                <a:cubicBezTo>
                  <a:pt x="83831" y="16592"/>
                  <a:pt x="67801" y="12020"/>
                  <a:pt x="53004" y="14306"/>
                </a:cubicBezTo>
                <a:lnTo>
                  <a:pt x="71216" y="36118"/>
                </a:lnTo>
                <a:cubicBezTo>
                  <a:pt x="72354" y="37261"/>
                  <a:pt x="73492" y="38404"/>
                  <a:pt x="73492" y="40690"/>
                </a:cubicBezTo>
                <a:lnTo>
                  <a:pt x="73492" y="68313"/>
                </a:lnTo>
                <a:cubicBezTo>
                  <a:pt x="73492" y="71742"/>
                  <a:pt x="70077" y="75171"/>
                  <a:pt x="66663" y="75171"/>
                </a:cubicBezTo>
                <a:lnTo>
                  <a:pt x="39250" y="75171"/>
                </a:lnTo>
                <a:cubicBezTo>
                  <a:pt x="36973" y="75171"/>
                  <a:pt x="35835" y="74028"/>
                  <a:pt x="34697" y="72885"/>
                </a:cubicBezTo>
                <a:lnTo>
                  <a:pt x="14208" y="54501"/>
                </a:lnTo>
                <a:cubicBezTo>
                  <a:pt x="11931" y="69456"/>
                  <a:pt x="16485" y="85553"/>
                  <a:pt x="27867" y="97078"/>
                </a:cubicBezTo>
                <a:cubicBezTo>
                  <a:pt x="41526" y="110889"/>
                  <a:pt x="62110" y="114318"/>
                  <a:pt x="80322" y="106317"/>
                </a:cubicBezTo>
                <a:cubicBezTo>
                  <a:pt x="82598" y="105174"/>
                  <a:pt x="86013" y="106317"/>
                  <a:pt x="87151" y="108603"/>
                </a:cubicBezTo>
                <a:lnTo>
                  <a:pt x="138468" y="160324"/>
                </a:lnTo>
                <a:lnTo>
                  <a:pt x="129362" y="169563"/>
                </a:lnTo>
                <a:lnTo>
                  <a:pt x="81460" y="121272"/>
                </a:lnTo>
                <a:cubicBezTo>
                  <a:pt x="58695" y="129368"/>
                  <a:pt x="34697" y="123558"/>
                  <a:pt x="17623" y="106317"/>
                </a:cubicBezTo>
                <a:close/>
                <a:moveTo>
                  <a:pt x="308637" y="223856"/>
                </a:moveTo>
                <a:cubicBezTo>
                  <a:pt x="325711" y="241096"/>
                  <a:pt x="331402" y="267576"/>
                  <a:pt x="321158" y="291674"/>
                </a:cubicBezTo>
                <a:cubicBezTo>
                  <a:pt x="321158" y="293960"/>
                  <a:pt x="318881" y="295103"/>
                  <a:pt x="316605" y="295103"/>
                </a:cubicBezTo>
                <a:cubicBezTo>
                  <a:pt x="314328" y="296246"/>
                  <a:pt x="312052" y="295103"/>
                  <a:pt x="310914" y="293960"/>
                </a:cubicBezTo>
                <a:lnTo>
                  <a:pt x="283501" y="268623"/>
                </a:lnTo>
                <a:lnTo>
                  <a:pt x="265289" y="268623"/>
                </a:lnTo>
                <a:lnTo>
                  <a:pt x="265289" y="285864"/>
                </a:lnTo>
                <a:lnTo>
                  <a:pt x="291563" y="313486"/>
                </a:lnTo>
                <a:cubicBezTo>
                  <a:pt x="292702" y="314629"/>
                  <a:pt x="293840" y="316915"/>
                  <a:pt x="292702" y="319201"/>
                </a:cubicBezTo>
                <a:cubicBezTo>
                  <a:pt x="292702" y="321487"/>
                  <a:pt x="291563" y="323773"/>
                  <a:pt x="289287" y="324916"/>
                </a:cubicBezTo>
                <a:cubicBezTo>
                  <a:pt x="281319" y="327202"/>
                  <a:pt x="273351" y="329488"/>
                  <a:pt x="265383" y="329488"/>
                </a:cubicBezTo>
                <a:cubicBezTo>
                  <a:pt x="249448" y="329488"/>
                  <a:pt x="233417" y="322630"/>
                  <a:pt x="220897" y="311105"/>
                </a:cubicBezTo>
                <a:cubicBezTo>
                  <a:pt x="204961" y="293865"/>
                  <a:pt x="199270" y="269671"/>
                  <a:pt x="207237" y="247859"/>
                </a:cubicBezTo>
                <a:lnTo>
                  <a:pt x="158198" y="198424"/>
                </a:lnTo>
                <a:lnTo>
                  <a:pt x="168442" y="189185"/>
                </a:lnTo>
                <a:lnTo>
                  <a:pt x="219758" y="240906"/>
                </a:lnTo>
                <a:cubicBezTo>
                  <a:pt x="220897" y="243192"/>
                  <a:pt x="222035" y="245478"/>
                  <a:pt x="220897" y="247764"/>
                </a:cubicBezTo>
                <a:cubicBezTo>
                  <a:pt x="212929" y="266147"/>
                  <a:pt x="217482" y="286816"/>
                  <a:pt x="231141" y="301770"/>
                </a:cubicBezTo>
                <a:cubicBezTo>
                  <a:pt x="242523" y="312153"/>
                  <a:pt x="258554" y="317868"/>
                  <a:pt x="273351" y="314439"/>
                </a:cubicBezTo>
                <a:lnTo>
                  <a:pt x="254001" y="293769"/>
                </a:lnTo>
                <a:cubicBezTo>
                  <a:pt x="252863" y="292626"/>
                  <a:pt x="251724" y="290340"/>
                  <a:pt x="251724" y="289197"/>
                </a:cubicBezTo>
                <a:lnTo>
                  <a:pt x="251724" y="261575"/>
                </a:lnTo>
                <a:cubicBezTo>
                  <a:pt x="251724" y="257003"/>
                  <a:pt x="255139" y="254717"/>
                  <a:pt x="258554" y="254717"/>
                </a:cubicBezTo>
                <a:lnTo>
                  <a:pt x="285967" y="254717"/>
                </a:lnTo>
                <a:cubicBezTo>
                  <a:pt x="288243" y="254717"/>
                  <a:pt x="289382" y="254717"/>
                  <a:pt x="290520" y="255860"/>
                </a:cubicBezTo>
                <a:lnTo>
                  <a:pt x="312147" y="276529"/>
                </a:lnTo>
                <a:cubicBezTo>
                  <a:pt x="315562" y="260432"/>
                  <a:pt x="309870" y="244335"/>
                  <a:pt x="298488" y="232809"/>
                </a:cubicBezTo>
                <a:cubicBezTo>
                  <a:pt x="284829" y="218998"/>
                  <a:pt x="264245" y="214426"/>
                  <a:pt x="246033" y="222427"/>
                </a:cubicBezTo>
                <a:cubicBezTo>
                  <a:pt x="243756" y="223570"/>
                  <a:pt x="240342" y="223570"/>
                  <a:pt x="239203" y="221284"/>
                </a:cubicBezTo>
                <a:lnTo>
                  <a:pt x="187887" y="169563"/>
                </a:lnTo>
                <a:lnTo>
                  <a:pt x="196993" y="159181"/>
                </a:lnTo>
                <a:lnTo>
                  <a:pt x="244895" y="208616"/>
                </a:lnTo>
                <a:cubicBezTo>
                  <a:pt x="267660" y="200520"/>
                  <a:pt x="291658" y="206330"/>
                  <a:pt x="308732" y="22357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8" name="Graphic 154">
            <a:extLst>
              <a:ext uri="{FF2B5EF4-FFF2-40B4-BE49-F238E27FC236}">
                <a16:creationId xmlns:a16="http://schemas.microsoft.com/office/drawing/2014/main" id="{15BBD235-2A6A-193D-015F-E4949F63ED8D}"/>
              </a:ext>
            </a:extLst>
          </p:cNvPr>
          <p:cNvSpPr/>
          <p:nvPr/>
        </p:nvSpPr>
        <p:spPr>
          <a:xfrm>
            <a:off x="2220416" y="3491274"/>
            <a:ext cx="438288" cy="439419"/>
          </a:xfrm>
          <a:custGeom>
            <a:avLst/>
            <a:gdLst>
              <a:gd name="connsiteX0" fmla="*/ 326849 w 328640"/>
              <a:gd name="connsiteY0" fmla="*/ 22307 h 329488"/>
              <a:gd name="connsiteX1" fmla="*/ 306266 w 328640"/>
              <a:gd name="connsiteY1" fmla="*/ 1733 h 329488"/>
              <a:gd name="connsiteX2" fmla="*/ 297065 w 328640"/>
              <a:gd name="connsiteY2" fmla="*/ 1733 h 329488"/>
              <a:gd name="connsiteX3" fmla="*/ 248974 w 328640"/>
              <a:gd name="connsiteY3" fmla="*/ 34880 h 329488"/>
              <a:gd name="connsiteX4" fmla="*/ 245559 w 328640"/>
              <a:gd name="connsiteY4" fmla="*/ 39452 h 329488"/>
              <a:gd name="connsiteX5" fmla="*/ 247835 w 328640"/>
              <a:gd name="connsiteY5" fmla="*/ 45167 h 329488"/>
              <a:gd name="connsiteX6" fmla="*/ 261115 w 328640"/>
              <a:gd name="connsiteY6" fmla="*/ 58407 h 329488"/>
              <a:gd name="connsiteX7" fmla="*/ 123860 w 328640"/>
              <a:gd name="connsiteY7" fmla="*/ 195471 h 329488"/>
              <a:gd name="connsiteX8" fmla="*/ 101000 w 328640"/>
              <a:gd name="connsiteY8" fmla="*/ 171945 h 329488"/>
              <a:gd name="connsiteX9" fmla="*/ 90756 w 328640"/>
              <a:gd name="connsiteY9" fmla="*/ 171945 h 329488"/>
              <a:gd name="connsiteX10" fmla="*/ 90756 w 328640"/>
              <a:gd name="connsiteY10" fmla="*/ 181089 h 329488"/>
              <a:gd name="connsiteX11" fmla="*/ 100810 w 328640"/>
              <a:gd name="connsiteY11" fmla="*/ 191280 h 329488"/>
              <a:gd name="connsiteX12" fmla="*/ 15157 w 328640"/>
              <a:gd name="connsiteY12" fmla="*/ 276434 h 329488"/>
              <a:gd name="connsiteX13" fmla="*/ 15157 w 328640"/>
              <a:gd name="connsiteY13" fmla="*/ 315391 h 329488"/>
              <a:gd name="connsiteX14" fmla="*/ 34507 w 328640"/>
              <a:gd name="connsiteY14" fmla="*/ 323392 h 329488"/>
              <a:gd name="connsiteX15" fmla="*/ 53857 w 328640"/>
              <a:gd name="connsiteY15" fmla="*/ 315391 h 329488"/>
              <a:gd name="connsiteX16" fmla="*/ 139511 w 328640"/>
              <a:gd name="connsiteY16" fmla="*/ 230238 h 329488"/>
              <a:gd name="connsiteX17" fmla="*/ 148712 w 328640"/>
              <a:gd name="connsiteY17" fmla="*/ 239477 h 329488"/>
              <a:gd name="connsiteX18" fmla="*/ 153265 w 328640"/>
              <a:gd name="connsiteY18" fmla="*/ 241763 h 329488"/>
              <a:gd name="connsiteX19" fmla="*/ 157818 w 328640"/>
              <a:gd name="connsiteY19" fmla="*/ 239477 h 329488"/>
              <a:gd name="connsiteX20" fmla="*/ 157818 w 328640"/>
              <a:gd name="connsiteY20" fmla="*/ 230333 h 329488"/>
              <a:gd name="connsiteX21" fmla="*/ 144064 w 328640"/>
              <a:gd name="connsiteY21" fmla="*/ 216236 h 329488"/>
              <a:gd name="connsiteX22" fmla="*/ 143780 w 328640"/>
              <a:gd name="connsiteY22" fmla="*/ 215664 h 329488"/>
              <a:gd name="connsiteX23" fmla="*/ 138657 w 328640"/>
              <a:gd name="connsiteY23" fmla="*/ 210711 h 329488"/>
              <a:gd name="connsiteX24" fmla="*/ 134199 w 328640"/>
              <a:gd name="connsiteY24" fmla="*/ 206139 h 329488"/>
              <a:gd name="connsiteX25" fmla="*/ 271170 w 328640"/>
              <a:gd name="connsiteY25" fmla="*/ 68598 h 329488"/>
              <a:gd name="connsiteX26" fmla="*/ 282173 w 328640"/>
              <a:gd name="connsiteY26" fmla="*/ 79647 h 329488"/>
              <a:gd name="connsiteX27" fmla="*/ 286726 w 328640"/>
              <a:gd name="connsiteY27" fmla="*/ 81933 h 329488"/>
              <a:gd name="connsiteX28" fmla="*/ 292417 w 328640"/>
              <a:gd name="connsiteY28" fmla="*/ 78504 h 329488"/>
              <a:gd name="connsiteX29" fmla="*/ 327893 w 328640"/>
              <a:gd name="connsiteY29" fmla="*/ 31641 h 329488"/>
              <a:gd name="connsiteX30" fmla="*/ 326754 w 328640"/>
              <a:gd name="connsiteY30" fmla="*/ 22497 h 329488"/>
              <a:gd name="connsiteX31" fmla="*/ 43613 w 328640"/>
              <a:gd name="connsiteY31" fmla="*/ 306247 h 329488"/>
              <a:gd name="connsiteX32" fmla="*/ 34507 w 328640"/>
              <a:gd name="connsiteY32" fmla="*/ 309676 h 329488"/>
              <a:gd name="connsiteX33" fmla="*/ 24263 w 328640"/>
              <a:gd name="connsiteY33" fmla="*/ 306247 h 329488"/>
              <a:gd name="connsiteX34" fmla="*/ 24263 w 328640"/>
              <a:gd name="connsiteY34" fmla="*/ 286721 h 329488"/>
              <a:gd name="connsiteX35" fmla="*/ 109632 w 328640"/>
              <a:gd name="connsiteY35" fmla="*/ 200710 h 329488"/>
              <a:gd name="connsiteX36" fmla="*/ 128982 w 328640"/>
              <a:gd name="connsiteY36" fmla="*/ 220236 h 329488"/>
              <a:gd name="connsiteX37" fmla="*/ 43613 w 328640"/>
              <a:gd name="connsiteY37" fmla="*/ 306247 h 329488"/>
              <a:gd name="connsiteX38" fmla="*/ 285682 w 328640"/>
              <a:gd name="connsiteY38" fmla="*/ 64598 h 329488"/>
              <a:gd name="connsiteX39" fmla="*/ 263961 w 328640"/>
              <a:gd name="connsiteY39" fmla="*/ 41738 h 329488"/>
              <a:gd name="connsiteX40" fmla="*/ 300575 w 328640"/>
              <a:gd name="connsiteY40" fmla="*/ 15449 h 329488"/>
              <a:gd name="connsiteX41" fmla="*/ 313190 w 328640"/>
              <a:gd name="connsiteY41" fmla="*/ 28022 h 329488"/>
              <a:gd name="connsiteX42" fmla="*/ 285682 w 328640"/>
              <a:gd name="connsiteY42" fmla="*/ 64598 h 329488"/>
              <a:gd name="connsiteX43" fmla="*/ 17623 w 328640"/>
              <a:gd name="connsiteY43" fmla="*/ 106317 h 329488"/>
              <a:gd name="connsiteX44" fmla="*/ 5102 w 328640"/>
              <a:gd name="connsiteY44" fmla="*/ 38404 h 329488"/>
              <a:gd name="connsiteX45" fmla="*/ 9655 w 328640"/>
              <a:gd name="connsiteY45" fmla="*/ 34975 h 329488"/>
              <a:gd name="connsiteX46" fmla="*/ 15346 w 328640"/>
              <a:gd name="connsiteY46" fmla="*/ 36118 h 329488"/>
              <a:gd name="connsiteX47" fmla="*/ 41621 w 328640"/>
              <a:gd name="connsiteY47" fmla="*/ 61455 h 329488"/>
              <a:gd name="connsiteX48" fmla="*/ 59833 w 328640"/>
              <a:gd name="connsiteY48" fmla="*/ 61455 h 329488"/>
              <a:gd name="connsiteX49" fmla="*/ 59833 w 328640"/>
              <a:gd name="connsiteY49" fmla="*/ 43071 h 329488"/>
              <a:gd name="connsiteX50" fmla="*/ 35930 w 328640"/>
              <a:gd name="connsiteY50" fmla="*/ 15449 h 329488"/>
              <a:gd name="connsiteX51" fmla="*/ 34792 w 328640"/>
              <a:gd name="connsiteY51" fmla="*/ 9734 h 329488"/>
              <a:gd name="connsiteX52" fmla="*/ 38206 w 328640"/>
              <a:gd name="connsiteY52" fmla="*/ 5162 h 329488"/>
              <a:gd name="connsiteX53" fmla="*/ 105458 w 328640"/>
              <a:gd name="connsiteY53" fmla="*/ 17830 h 329488"/>
              <a:gd name="connsiteX54" fmla="*/ 120256 w 328640"/>
              <a:gd name="connsiteY54" fmla="*/ 82219 h 329488"/>
              <a:gd name="connsiteX55" fmla="*/ 168157 w 328640"/>
              <a:gd name="connsiteY55" fmla="*/ 130511 h 329488"/>
              <a:gd name="connsiteX56" fmla="*/ 157913 w 328640"/>
              <a:gd name="connsiteY56" fmla="*/ 139750 h 329488"/>
              <a:gd name="connsiteX57" fmla="*/ 106597 w 328640"/>
              <a:gd name="connsiteY57" fmla="*/ 89172 h 329488"/>
              <a:gd name="connsiteX58" fmla="*/ 105458 w 328640"/>
              <a:gd name="connsiteY58" fmla="*/ 81076 h 329488"/>
              <a:gd name="connsiteX59" fmla="*/ 95214 w 328640"/>
              <a:gd name="connsiteY59" fmla="*/ 28117 h 329488"/>
              <a:gd name="connsiteX60" fmla="*/ 53004 w 328640"/>
              <a:gd name="connsiteY60" fmla="*/ 14306 h 329488"/>
              <a:gd name="connsiteX61" fmla="*/ 71216 w 328640"/>
              <a:gd name="connsiteY61" fmla="*/ 36118 h 329488"/>
              <a:gd name="connsiteX62" fmla="*/ 73492 w 328640"/>
              <a:gd name="connsiteY62" fmla="*/ 40690 h 329488"/>
              <a:gd name="connsiteX63" fmla="*/ 73492 w 328640"/>
              <a:gd name="connsiteY63" fmla="*/ 68313 h 329488"/>
              <a:gd name="connsiteX64" fmla="*/ 66663 w 328640"/>
              <a:gd name="connsiteY64" fmla="*/ 75171 h 329488"/>
              <a:gd name="connsiteX65" fmla="*/ 39250 w 328640"/>
              <a:gd name="connsiteY65" fmla="*/ 75171 h 329488"/>
              <a:gd name="connsiteX66" fmla="*/ 34697 w 328640"/>
              <a:gd name="connsiteY66" fmla="*/ 72885 h 329488"/>
              <a:gd name="connsiteX67" fmla="*/ 14208 w 328640"/>
              <a:gd name="connsiteY67" fmla="*/ 54501 h 329488"/>
              <a:gd name="connsiteX68" fmla="*/ 27867 w 328640"/>
              <a:gd name="connsiteY68" fmla="*/ 97078 h 329488"/>
              <a:gd name="connsiteX69" fmla="*/ 80322 w 328640"/>
              <a:gd name="connsiteY69" fmla="*/ 106317 h 329488"/>
              <a:gd name="connsiteX70" fmla="*/ 87151 w 328640"/>
              <a:gd name="connsiteY70" fmla="*/ 108603 h 329488"/>
              <a:gd name="connsiteX71" fmla="*/ 138468 w 328640"/>
              <a:gd name="connsiteY71" fmla="*/ 160324 h 329488"/>
              <a:gd name="connsiteX72" fmla="*/ 129362 w 328640"/>
              <a:gd name="connsiteY72" fmla="*/ 169563 h 329488"/>
              <a:gd name="connsiteX73" fmla="*/ 81460 w 328640"/>
              <a:gd name="connsiteY73" fmla="*/ 121272 h 329488"/>
              <a:gd name="connsiteX74" fmla="*/ 17623 w 328640"/>
              <a:gd name="connsiteY74" fmla="*/ 106317 h 329488"/>
              <a:gd name="connsiteX75" fmla="*/ 308637 w 328640"/>
              <a:gd name="connsiteY75" fmla="*/ 223856 h 329488"/>
              <a:gd name="connsiteX76" fmla="*/ 321158 w 328640"/>
              <a:gd name="connsiteY76" fmla="*/ 291674 h 329488"/>
              <a:gd name="connsiteX77" fmla="*/ 316605 w 328640"/>
              <a:gd name="connsiteY77" fmla="*/ 295103 h 329488"/>
              <a:gd name="connsiteX78" fmla="*/ 310914 w 328640"/>
              <a:gd name="connsiteY78" fmla="*/ 293960 h 329488"/>
              <a:gd name="connsiteX79" fmla="*/ 283501 w 328640"/>
              <a:gd name="connsiteY79" fmla="*/ 268623 h 329488"/>
              <a:gd name="connsiteX80" fmla="*/ 265289 w 328640"/>
              <a:gd name="connsiteY80" fmla="*/ 268623 h 329488"/>
              <a:gd name="connsiteX81" fmla="*/ 265289 w 328640"/>
              <a:gd name="connsiteY81" fmla="*/ 285864 h 329488"/>
              <a:gd name="connsiteX82" fmla="*/ 291563 w 328640"/>
              <a:gd name="connsiteY82" fmla="*/ 313486 h 329488"/>
              <a:gd name="connsiteX83" fmla="*/ 292702 w 328640"/>
              <a:gd name="connsiteY83" fmla="*/ 319201 h 329488"/>
              <a:gd name="connsiteX84" fmla="*/ 289287 w 328640"/>
              <a:gd name="connsiteY84" fmla="*/ 324916 h 329488"/>
              <a:gd name="connsiteX85" fmla="*/ 265383 w 328640"/>
              <a:gd name="connsiteY85" fmla="*/ 329488 h 329488"/>
              <a:gd name="connsiteX86" fmla="*/ 220897 w 328640"/>
              <a:gd name="connsiteY86" fmla="*/ 311105 h 329488"/>
              <a:gd name="connsiteX87" fmla="*/ 207237 w 328640"/>
              <a:gd name="connsiteY87" fmla="*/ 247859 h 329488"/>
              <a:gd name="connsiteX88" fmla="*/ 158198 w 328640"/>
              <a:gd name="connsiteY88" fmla="*/ 198424 h 329488"/>
              <a:gd name="connsiteX89" fmla="*/ 168442 w 328640"/>
              <a:gd name="connsiteY89" fmla="*/ 189185 h 329488"/>
              <a:gd name="connsiteX90" fmla="*/ 219758 w 328640"/>
              <a:gd name="connsiteY90" fmla="*/ 240906 h 329488"/>
              <a:gd name="connsiteX91" fmla="*/ 220897 w 328640"/>
              <a:gd name="connsiteY91" fmla="*/ 247764 h 329488"/>
              <a:gd name="connsiteX92" fmla="*/ 231141 w 328640"/>
              <a:gd name="connsiteY92" fmla="*/ 301770 h 329488"/>
              <a:gd name="connsiteX93" fmla="*/ 273351 w 328640"/>
              <a:gd name="connsiteY93" fmla="*/ 314439 h 329488"/>
              <a:gd name="connsiteX94" fmla="*/ 254001 w 328640"/>
              <a:gd name="connsiteY94" fmla="*/ 293769 h 329488"/>
              <a:gd name="connsiteX95" fmla="*/ 251724 w 328640"/>
              <a:gd name="connsiteY95" fmla="*/ 289197 h 329488"/>
              <a:gd name="connsiteX96" fmla="*/ 251724 w 328640"/>
              <a:gd name="connsiteY96" fmla="*/ 261575 h 329488"/>
              <a:gd name="connsiteX97" fmla="*/ 258554 w 328640"/>
              <a:gd name="connsiteY97" fmla="*/ 254717 h 329488"/>
              <a:gd name="connsiteX98" fmla="*/ 285967 w 328640"/>
              <a:gd name="connsiteY98" fmla="*/ 254717 h 329488"/>
              <a:gd name="connsiteX99" fmla="*/ 290520 w 328640"/>
              <a:gd name="connsiteY99" fmla="*/ 255860 h 329488"/>
              <a:gd name="connsiteX100" fmla="*/ 312147 w 328640"/>
              <a:gd name="connsiteY100" fmla="*/ 276529 h 329488"/>
              <a:gd name="connsiteX101" fmla="*/ 298488 w 328640"/>
              <a:gd name="connsiteY101" fmla="*/ 232809 h 329488"/>
              <a:gd name="connsiteX102" fmla="*/ 246033 w 328640"/>
              <a:gd name="connsiteY102" fmla="*/ 222427 h 329488"/>
              <a:gd name="connsiteX103" fmla="*/ 239203 w 328640"/>
              <a:gd name="connsiteY103" fmla="*/ 221284 h 329488"/>
              <a:gd name="connsiteX104" fmla="*/ 187887 w 328640"/>
              <a:gd name="connsiteY104" fmla="*/ 169563 h 329488"/>
              <a:gd name="connsiteX105" fmla="*/ 196993 w 328640"/>
              <a:gd name="connsiteY105" fmla="*/ 159181 h 329488"/>
              <a:gd name="connsiteX106" fmla="*/ 244895 w 328640"/>
              <a:gd name="connsiteY106" fmla="*/ 208616 h 329488"/>
              <a:gd name="connsiteX107" fmla="*/ 308732 w 328640"/>
              <a:gd name="connsiteY107" fmla="*/ 223570 h 329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8640" h="329488">
                <a:moveTo>
                  <a:pt x="326849" y="22307"/>
                </a:moveTo>
                <a:lnTo>
                  <a:pt x="306266" y="1733"/>
                </a:lnTo>
                <a:cubicBezTo>
                  <a:pt x="303989" y="-553"/>
                  <a:pt x="300575" y="-553"/>
                  <a:pt x="297065" y="1733"/>
                </a:cubicBezTo>
                <a:lnTo>
                  <a:pt x="248974" y="34880"/>
                </a:lnTo>
                <a:cubicBezTo>
                  <a:pt x="246697" y="36023"/>
                  <a:pt x="246697" y="38309"/>
                  <a:pt x="245559" y="39452"/>
                </a:cubicBezTo>
                <a:cubicBezTo>
                  <a:pt x="245559" y="41738"/>
                  <a:pt x="246697" y="44024"/>
                  <a:pt x="247835" y="45167"/>
                </a:cubicBezTo>
                <a:cubicBezTo>
                  <a:pt x="247835" y="45167"/>
                  <a:pt x="247835" y="45167"/>
                  <a:pt x="261115" y="58407"/>
                </a:cubicBezTo>
                <a:lnTo>
                  <a:pt x="123860" y="195471"/>
                </a:lnTo>
                <a:cubicBezTo>
                  <a:pt x="117505" y="188899"/>
                  <a:pt x="110011" y="181184"/>
                  <a:pt x="101000" y="171945"/>
                </a:cubicBezTo>
                <a:cubicBezTo>
                  <a:pt x="97585" y="169659"/>
                  <a:pt x="93032" y="169659"/>
                  <a:pt x="90756" y="171945"/>
                </a:cubicBezTo>
                <a:cubicBezTo>
                  <a:pt x="88479" y="174231"/>
                  <a:pt x="88479" y="178803"/>
                  <a:pt x="90756" y="181089"/>
                </a:cubicBezTo>
                <a:cubicBezTo>
                  <a:pt x="90756" y="181089"/>
                  <a:pt x="94104" y="184486"/>
                  <a:pt x="100810" y="191280"/>
                </a:cubicBezTo>
                <a:cubicBezTo>
                  <a:pt x="93317" y="198710"/>
                  <a:pt x="72733" y="219189"/>
                  <a:pt x="15157" y="276434"/>
                </a:cubicBezTo>
                <a:cubicBezTo>
                  <a:pt x="4912" y="287864"/>
                  <a:pt x="4912" y="305104"/>
                  <a:pt x="15157" y="315391"/>
                </a:cubicBezTo>
                <a:cubicBezTo>
                  <a:pt x="19710" y="321106"/>
                  <a:pt x="26539" y="323392"/>
                  <a:pt x="34507" y="323392"/>
                </a:cubicBezTo>
                <a:cubicBezTo>
                  <a:pt x="41336" y="323392"/>
                  <a:pt x="48166" y="321106"/>
                  <a:pt x="53857" y="315391"/>
                </a:cubicBezTo>
                <a:cubicBezTo>
                  <a:pt x="53857" y="315391"/>
                  <a:pt x="82409" y="287007"/>
                  <a:pt x="139511" y="230238"/>
                </a:cubicBezTo>
                <a:cubicBezTo>
                  <a:pt x="142452" y="233190"/>
                  <a:pt x="145487" y="236238"/>
                  <a:pt x="148712" y="239477"/>
                </a:cubicBezTo>
                <a:cubicBezTo>
                  <a:pt x="149850" y="240620"/>
                  <a:pt x="152127" y="241763"/>
                  <a:pt x="153265" y="241763"/>
                </a:cubicBezTo>
                <a:cubicBezTo>
                  <a:pt x="155542" y="241763"/>
                  <a:pt x="156680" y="240620"/>
                  <a:pt x="157818" y="239477"/>
                </a:cubicBezTo>
                <a:cubicBezTo>
                  <a:pt x="161233" y="237191"/>
                  <a:pt x="161233" y="232619"/>
                  <a:pt x="157818" y="230333"/>
                </a:cubicBezTo>
                <a:cubicBezTo>
                  <a:pt x="157818" y="230333"/>
                  <a:pt x="153237" y="225634"/>
                  <a:pt x="144064" y="216236"/>
                </a:cubicBezTo>
                <a:cubicBezTo>
                  <a:pt x="144064" y="216236"/>
                  <a:pt x="143969" y="215760"/>
                  <a:pt x="143780" y="215664"/>
                </a:cubicBezTo>
                <a:cubicBezTo>
                  <a:pt x="143780" y="215664"/>
                  <a:pt x="142072" y="214014"/>
                  <a:pt x="138657" y="210711"/>
                </a:cubicBezTo>
                <a:cubicBezTo>
                  <a:pt x="137235" y="209283"/>
                  <a:pt x="135812" y="207759"/>
                  <a:pt x="134199" y="206139"/>
                </a:cubicBezTo>
                <a:lnTo>
                  <a:pt x="271170" y="68598"/>
                </a:lnTo>
                <a:cubicBezTo>
                  <a:pt x="274395" y="71837"/>
                  <a:pt x="277999" y="75456"/>
                  <a:pt x="282173" y="79647"/>
                </a:cubicBezTo>
                <a:cubicBezTo>
                  <a:pt x="283311" y="80790"/>
                  <a:pt x="284449" y="81933"/>
                  <a:pt x="286726" y="81933"/>
                </a:cubicBezTo>
                <a:cubicBezTo>
                  <a:pt x="289002" y="81933"/>
                  <a:pt x="291279" y="80790"/>
                  <a:pt x="292417" y="78504"/>
                </a:cubicBezTo>
                <a:lnTo>
                  <a:pt x="327893" y="31641"/>
                </a:lnTo>
                <a:cubicBezTo>
                  <a:pt x="329031" y="29355"/>
                  <a:pt x="329031" y="24783"/>
                  <a:pt x="326754" y="22497"/>
                </a:cubicBezTo>
                <a:close/>
                <a:moveTo>
                  <a:pt x="43613" y="306247"/>
                </a:moveTo>
                <a:cubicBezTo>
                  <a:pt x="41336" y="308533"/>
                  <a:pt x="37922" y="309676"/>
                  <a:pt x="34507" y="309676"/>
                </a:cubicBezTo>
                <a:cubicBezTo>
                  <a:pt x="31092" y="310819"/>
                  <a:pt x="27677" y="308533"/>
                  <a:pt x="24263" y="306247"/>
                </a:cubicBezTo>
                <a:cubicBezTo>
                  <a:pt x="19710" y="300532"/>
                  <a:pt x="19710" y="292531"/>
                  <a:pt x="24263" y="286721"/>
                </a:cubicBezTo>
                <a:lnTo>
                  <a:pt x="109632" y="200710"/>
                </a:lnTo>
                <a:lnTo>
                  <a:pt x="128982" y="220236"/>
                </a:lnTo>
                <a:lnTo>
                  <a:pt x="43613" y="306247"/>
                </a:lnTo>
                <a:close/>
                <a:moveTo>
                  <a:pt x="285682" y="64598"/>
                </a:moveTo>
                <a:lnTo>
                  <a:pt x="263961" y="41738"/>
                </a:lnTo>
                <a:lnTo>
                  <a:pt x="300575" y="15449"/>
                </a:lnTo>
                <a:lnTo>
                  <a:pt x="313190" y="28022"/>
                </a:lnTo>
                <a:lnTo>
                  <a:pt x="285682" y="64598"/>
                </a:lnTo>
                <a:close/>
                <a:moveTo>
                  <a:pt x="17623" y="106317"/>
                </a:moveTo>
                <a:cubicBezTo>
                  <a:pt x="549" y="89077"/>
                  <a:pt x="-5142" y="62598"/>
                  <a:pt x="5102" y="38404"/>
                </a:cubicBezTo>
                <a:cubicBezTo>
                  <a:pt x="5102" y="37261"/>
                  <a:pt x="7378" y="34975"/>
                  <a:pt x="9655" y="34975"/>
                </a:cubicBezTo>
                <a:cubicBezTo>
                  <a:pt x="11931" y="33832"/>
                  <a:pt x="14208" y="34975"/>
                  <a:pt x="15346" y="36118"/>
                </a:cubicBezTo>
                <a:lnTo>
                  <a:pt x="41621" y="61455"/>
                </a:lnTo>
                <a:lnTo>
                  <a:pt x="59833" y="61455"/>
                </a:lnTo>
                <a:lnTo>
                  <a:pt x="59833" y="43071"/>
                </a:lnTo>
                <a:lnTo>
                  <a:pt x="35930" y="15449"/>
                </a:lnTo>
                <a:cubicBezTo>
                  <a:pt x="34792" y="14306"/>
                  <a:pt x="33653" y="12020"/>
                  <a:pt x="34792" y="9734"/>
                </a:cubicBezTo>
                <a:cubicBezTo>
                  <a:pt x="34792" y="7448"/>
                  <a:pt x="35930" y="6305"/>
                  <a:pt x="38206" y="5162"/>
                </a:cubicBezTo>
                <a:cubicBezTo>
                  <a:pt x="62110" y="-5220"/>
                  <a:pt x="87246" y="590"/>
                  <a:pt x="105458" y="17830"/>
                </a:cubicBezTo>
                <a:cubicBezTo>
                  <a:pt x="121394" y="35070"/>
                  <a:pt x="127085" y="59264"/>
                  <a:pt x="120256" y="82219"/>
                </a:cubicBezTo>
                <a:lnTo>
                  <a:pt x="168157" y="130511"/>
                </a:lnTo>
                <a:lnTo>
                  <a:pt x="157913" y="139750"/>
                </a:lnTo>
                <a:lnTo>
                  <a:pt x="106597" y="89172"/>
                </a:lnTo>
                <a:cubicBezTo>
                  <a:pt x="105458" y="86886"/>
                  <a:pt x="104320" y="83457"/>
                  <a:pt x="105458" y="81076"/>
                </a:cubicBezTo>
                <a:cubicBezTo>
                  <a:pt x="113426" y="62693"/>
                  <a:pt x="108873" y="41928"/>
                  <a:pt x="95214" y="28117"/>
                </a:cubicBezTo>
                <a:cubicBezTo>
                  <a:pt x="83831" y="16592"/>
                  <a:pt x="67801" y="12020"/>
                  <a:pt x="53004" y="14306"/>
                </a:cubicBezTo>
                <a:lnTo>
                  <a:pt x="71216" y="36118"/>
                </a:lnTo>
                <a:cubicBezTo>
                  <a:pt x="72354" y="37261"/>
                  <a:pt x="73492" y="38404"/>
                  <a:pt x="73492" y="40690"/>
                </a:cubicBezTo>
                <a:lnTo>
                  <a:pt x="73492" y="68313"/>
                </a:lnTo>
                <a:cubicBezTo>
                  <a:pt x="73492" y="71742"/>
                  <a:pt x="70077" y="75171"/>
                  <a:pt x="66663" y="75171"/>
                </a:cubicBezTo>
                <a:lnTo>
                  <a:pt x="39250" y="75171"/>
                </a:lnTo>
                <a:cubicBezTo>
                  <a:pt x="36973" y="75171"/>
                  <a:pt x="35835" y="74028"/>
                  <a:pt x="34697" y="72885"/>
                </a:cubicBezTo>
                <a:lnTo>
                  <a:pt x="14208" y="54501"/>
                </a:lnTo>
                <a:cubicBezTo>
                  <a:pt x="11931" y="69456"/>
                  <a:pt x="16485" y="85553"/>
                  <a:pt x="27867" y="97078"/>
                </a:cubicBezTo>
                <a:cubicBezTo>
                  <a:pt x="41526" y="110889"/>
                  <a:pt x="62110" y="114318"/>
                  <a:pt x="80322" y="106317"/>
                </a:cubicBezTo>
                <a:cubicBezTo>
                  <a:pt x="82598" y="105174"/>
                  <a:pt x="86013" y="106317"/>
                  <a:pt x="87151" y="108603"/>
                </a:cubicBezTo>
                <a:lnTo>
                  <a:pt x="138468" y="160324"/>
                </a:lnTo>
                <a:lnTo>
                  <a:pt x="129362" y="169563"/>
                </a:lnTo>
                <a:lnTo>
                  <a:pt x="81460" y="121272"/>
                </a:lnTo>
                <a:cubicBezTo>
                  <a:pt x="58695" y="129368"/>
                  <a:pt x="34697" y="123558"/>
                  <a:pt x="17623" y="106317"/>
                </a:cubicBezTo>
                <a:close/>
                <a:moveTo>
                  <a:pt x="308637" y="223856"/>
                </a:moveTo>
                <a:cubicBezTo>
                  <a:pt x="325711" y="241096"/>
                  <a:pt x="331402" y="267576"/>
                  <a:pt x="321158" y="291674"/>
                </a:cubicBezTo>
                <a:cubicBezTo>
                  <a:pt x="321158" y="293960"/>
                  <a:pt x="318881" y="295103"/>
                  <a:pt x="316605" y="295103"/>
                </a:cubicBezTo>
                <a:cubicBezTo>
                  <a:pt x="314328" y="296246"/>
                  <a:pt x="312052" y="295103"/>
                  <a:pt x="310914" y="293960"/>
                </a:cubicBezTo>
                <a:lnTo>
                  <a:pt x="283501" y="268623"/>
                </a:lnTo>
                <a:lnTo>
                  <a:pt x="265289" y="268623"/>
                </a:lnTo>
                <a:lnTo>
                  <a:pt x="265289" y="285864"/>
                </a:lnTo>
                <a:lnTo>
                  <a:pt x="291563" y="313486"/>
                </a:lnTo>
                <a:cubicBezTo>
                  <a:pt x="292702" y="314629"/>
                  <a:pt x="293840" y="316915"/>
                  <a:pt x="292702" y="319201"/>
                </a:cubicBezTo>
                <a:cubicBezTo>
                  <a:pt x="292702" y="321487"/>
                  <a:pt x="291563" y="323773"/>
                  <a:pt x="289287" y="324916"/>
                </a:cubicBezTo>
                <a:cubicBezTo>
                  <a:pt x="281319" y="327202"/>
                  <a:pt x="273351" y="329488"/>
                  <a:pt x="265383" y="329488"/>
                </a:cubicBezTo>
                <a:cubicBezTo>
                  <a:pt x="249448" y="329488"/>
                  <a:pt x="233417" y="322630"/>
                  <a:pt x="220897" y="311105"/>
                </a:cubicBezTo>
                <a:cubicBezTo>
                  <a:pt x="204961" y="293865"/>
                  <a:pt x="199270" y="269671"/>
                  <a:pt x="207237" y="247859"/>
                </a:cubicBezTo>
                <a:lnTo>
                  <a:pt x="158198" y="198424"/>
                </a:lnTo>
                <a:lnTo>
                  <a:pt x="168442" y="189185"/>
                </a:lnTo>
                <a:lnTo>
                  <a:pt x="219758" y="240906"/>
                </a:lnTo>
                <a:cubicBezTo>
                  <a:pt x="220897" y="243192"/>
                  <a:pt x="222035" y="245478"/>
                  <a:pt x="220897" y="247764"/>
                </a:cubicBezTo>
                <a:cubicBezTo>
                  <a:pt x="212929" y="266147"/>
                  <a:pt x="217482" y="286816"/>
                  <a:pt x="231141" y="301770"/>
                </a:cubicBezTo>
                <a:cubicBezTo>
                  <a:pt x="242523" y="312153"/>
                  <a:pt x="258554" y="317868"/>
                  <a:pt x="273351" y="314439"/>
                </a:cubicBezTo>
                <a:lnTo>
                  <a:pt x="254001" y="293769"/>
                </a:lnTo>
                <a:cubicBezTo>
                  <a:pt x="252863" y="292626"/>
                  <a:pt x="251724" y="290340"/>
                  <a:pt x="251724" y="289197"/>
                </a:cubicBezTo>
                <a:lnTo>
                  <a:pt x="251724" y="261575"/>
                </a:lnTo>
                <a:cubicBezTo>
                  <a:pt x="251724" y="257003"/>
                  <a:pt x="255139" y="254717"/>
                  <a:pt x="258554" y="254717"/>
                </a:cubicBezTo>
                <a:lnTo>
                  <a:pt x="285967" y="254717"/>
                </a:lnTo>
                <a:cubicBezTo>
                  <a:pt x="288243" y="254717"/>
                  <a:pt x="289382" y="254717"/>
                  <a:pt x="290520" y="255860"/>
                </a:cubicBezTo>
                <a:lnTo>
                  <a:pt x="312147" y="276529"/>
                </a:lnTo>
                <a:cubicBezTo>
                  <a:pt x="315562" y="260432"/>
                  <a:pt x="309870" y="244335"/>
                  <a:pt x="298488" y="232809"/>
                </a:cubicBezTo>
                <a:cubicBezTo>
                  <a:pt x="284829" y="218998"/>
                  <a:pt x="264245" y="214426"/>
                  <a:pt x="246033" y="222427"/>
                </a:cubicBezTo>
                <a:cubicBezTo>
                  <a:pt x="243756" y="223570"/>
                  <a:pt x="240342" y="223570"/>
                  <a:pt x="239203" y="221284"/>
                </a:cubicBezTo>
                <a:lnTo>
                  <a:pt x="187887" y="169563"/>
                </a:lnTo>
                <a:lnTo>
                  <a:pt x="196993" y="159181"/>
                </a:lnTo>
                <a:lnTo>
                  <a:pt x="244895" y="208616"/>
                </a:lnTo>
                <a:cubicBezTo>
                  <a:pt x="267660" y="200520"/>
                  <a:pt x="291658" y="206330"/>
                  <a:pt x="308732" y="22357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9" name="Graphic 154">
            <a:extLst>
              <a:ext uri="{FF2B5EF4-FFF2-40B4-BE49-F238E27FC236}">
                <a16:creationId xmlns:a16="http://schemas.microsoft.com/office/drawing/2014/main" id="{2A540C6A-9A28-88B4-30DA-900AFE37B7F2}"/>
              </a:ext>
            </a:extLst>
          </p:cNvPr>
          <p:cNvSpPr/>
          <p:nvPr/>
        </p:nvSpPr>
        <p:spPr>
          <a:xfrm>
            <a:off x="2988766" y="3491274"/>
            <a:ext cx="438288" cy="439419"/>
          </a:xfrm>
          <a:custGeom>
            <a:avLst/>
            <a:gdLst>
              <a:gd name="connsiteX0" fmla="*/ 326849 w 328640"/>
              <a:gd name="connsiteY0" fmla="*/ 22307 h 329488"/>
              <a:gd name="connsiteX1" fmla="*/ 306266 w 328640"/>
              <a:gd name="connsiteY1" fmla="*/ 1733 h 329488"/>
              <a:gd name="connsiteX2" fmla="*/ 297065 w 328640"/>
              <a:gd name="connsiteY2" fmla="*/ 1733 h 329488"/>
              <a:gd name="connsiteX3" fmla="*/ 248974 w 328640"/>
              <a:gd name="connsiteY3" fmla="*/ 34880 h 329488"/>
              <a:gd name="connsiteX4" fmla="*/ 245559 w 328640"/>
              <a:gd name="connsiteY4" fmla="*/ 39452 h 329488"/>
              <a:gd name="connsiteX5" fmla="*/ 247835 w 328640"/>
              <a:gd name="connsiteY5" fmla="*/ 45167 h 329488"/>
              <a:gd name="connsiteX6" fmla="*/ 261115 w 328640"/>
              <a:gd name="connsiteY6" fmla="*/ 58407 h 329488"/>
              <a:gd name="connsiteX7" fmla="*/ 123860 w 328640"/>
              <a:gd name="connsiteY7" fmla="*/ 195471 h 329488"/>
              <a:gd name="connsiteX8" fmla="*/ 101000 w 328640"/>
              <a:gd name="connsiteY8" fmla="*/ 171945 h 329488"/>
              <a:gd name="connsiteX9" fmla="*/ 90756 w 328640"/>
              <a:gd name="connsiteY9" fmla="*/ 171945 h 329488"/>
              <a:gd name="connsiteX10" fmla="*/ 90756 w 328640"/>
              <a:gd name="connsiteY10" fmla="*/ 181089 h 329488"/>
              <a:gd name="connsiteX11" fmla="*/ 100810 w 328640"/>
              <a:gd name="connsiteY11" fmla="*/ 191280 h 329488"/>
              <a:gd name="connsiteX12" fmla="*/ 15157 w 328640"/>
              <a:gd name="connsiteY12" fmla="*/ 276434 h 329488"/>
              <a:gd name="connsiteX13" fmla="*/ 15157 w 328640"/>
              <a:gd name="connsiteY13" fmla="*/ 315391 h 329488"/>
              <a:gd name="connsiteX14" fmla="*/ 34507 w 328640"/>
              <a:gd name="connsiteY14" fmla="*/ 323392 h 329488"/>
              <a:gd name="connsiteX15" fmla="*/ 53857 w 328640"/>
              <a:gd name="connsiteY15" fmla="*/ 315391 h 329488"/>
              <a:gd name="connsiteX16" fmla="*/ 139511 w 328640"/>
              <a:gd name="connsiteY16" fmla="*/ 230238 h 329488"/>
              <a:gd name="connsiteX17" fmla="*/ 148712 w 328640"/>
              <a:gd name="connsiteY17" fmla="*/ 239477 h 329488"/>
              <a:gd name="connsiteX18" fmla="*/ 153265 w 328640"/>
              <a:gd name="connsiteY18" fmla="*/ 241763 h 329488"/>
              <a:gd name="connsiteX19" fmla="*/ 157818 w 328640"/>
              <a:gd name="connsiteY19" fmla="*/ 239477 h 329488"/>
              <a:gd name="connsiteX20" fmla="*/ 157818 w 328640"/>
              <a:gd name="connsiteY20" fmla="*/ 230333 h 329488"/>
              <a:gd name="connsiteX21" fmla="*/ 144064 w 328640"/>
              <a:gd name="connsiteY21" fmla="*/ 216236 h 329488"/>
              <a:gd name="connsiteX22" fmla="*/ 143780 w 328640"/>
              <a:gd name="connsiteY22" fmla="*/ 215664 h 329488"/>
              <a:gd name="connsiteX23" fmla="*/ 138657 w 328640"/>
              <a:gd name="connsiteY23" fmla="*/ 210711 h 329488"/>
              <a:gd name="connsiteX24" fmla="*/ 134199 w 328640"/>
              <a:gd name="connsiteY24" fmla="*/ 206139 h 329488"/>
              <a:gd name="connsiteX25" fmla="*/ 271170 w 328640"/>
              <a:gd name="connsiteY25" fmla="*/ 68598 h 329488"/>
              <a:gd name="connsiteX26" fmla="*/ 282173 w 328640"/>
              <a:gd name="connsiteY26" fmla="*/ 79647 h 329488"/>
              <a:gd name="connsiteX27" fmla="*/ 286726 w 328640"/>
              <a:gd name="connsiteY27" fmla="*/ 81933 h 329488"/>
              <a:gd name="connsiteX28" fmla="*/ 292417 w 328640"/>
              <a:gd name="connsiteY28" fmla="*/ 78504 h 329488"/>
              <a:gd name="connsiteX29" fmla="*/ 327893 w 328640"/>
              <a:gd name="connsiteY29" fmla="*/ 31641 h 329488"/>
              <a:gd name="connsiteX30" fmla="*/ 326754 w 328640"/>
              <a:gd name="connsiteY30" fmla="*/ 22497 h 329488"/>
              <a:gd name="connsiteX31" fmla="*/ 43613 w 328640"/>
              <a:gd name="connsiteY31" fmla="*/ 306247 h 329488"/>
              <a:gd name="connsiteX32" fmla="*/ 34507 w 328640"/>
              <a:gd name="connsiteY32" fmla="*/ 309676 h 329488"/>
              <a:gd name="connsiteX33" fmla="*/ 24263 w 328640"/>
              <a:gd name="connsiteY33" fmla="*/ 306247 h 329488"/>
              <a:gd name="connsiteX34" fmla="*/ 24263 w 328640"/>
              <a:gd name="connsiteY34" fmla="*/ 286721 h 329488"/>
              <a:gd name="connsiteX35" fmla="*/ 109632 w 328640"/>
              <a:gd name="connsiteY35" fmla="*/ 200710 h 329488"/>
              <a:gd name="connsiteX36" fmla="*/ 128982 w 328640"/>
              <a:gd name="connsiteY36" fmla="*/ 220236 h 329488"/>
              <a:gd name="connsiteX37" fmla="*/ 43613 w 328640"/>
              <a:gd name="connsiteY37" fmla="*/ 306247 h 329488"/>
              <a:gd name="connsiteX38" fmla="*/ 285682 w 328640"/>
              <a:gd name="connsiteY38" fmla="*/ 64598 h 329488"/>
              <a:gd name="connsiteX39" fmla="*/ 263961 w 328640"/>
              <a:gd name="connsiteY39" fmla="*/ 41738 h 329488"/>
              <a:gd name="connsiteX40" fmla="*/ 300575 w 328640"/>
              <a:gd name="connsiteY40" fmla="*/ 15449 h 329488"/>
              <a:gd name="connsiteX41" fmla="*/ 313190 w 328640"/>
              <a:gd name="connsiteY41" fmla="*/ 28022 h 329488"/>
              <a:gd name="connsiteX42" fmla="*/ 285682 w 328640"/>
              <a:gd name="connsiteY42" fmla="*/ 64598 h 329488"/>
              <a:gd name="connsiteX43" fmla="*/ 17623 w 328640"/>
              <a:gd name="connsiteY43" fmla="*/ 106317 h 329488"/>
              <a:gd name="connsiteX44" fmla="*/ 5102 w 328640"/>
              <a:gd name="connsiteY44" fmla="*/ 38404 h 329488"/>
              <a:gd name="connsiteX45" fmla="*/ 9655 w 328640"/>
              <a:gd name="connsiteY45" fmla="*/ 34975 h 329488"/>
              <a:gd name="connsiteX46" fmla="*/ 15346 w 328640"/>
              <a:gd name="connsiteY46" fmla="*/ 36118 h 329488"/>
              <a:gd name="connsiteX47" fmla="*/ 41621 w 328640"/>
              <a:gd name="connsiteY47" fmla="*/ 61455 h 329488"/>
              <a:gd name="connsiteX48" fmla="*/ 59833 w 328640"/>
              <a:gd name="connsiteY48" fmla="*/ 61455 h 329488"/>
              <a:gd name="connsiteX49" fmla="*/ 59833 w 328640"/>
              <a:gd name="connsiteY49" fmla="*/ 43071 h 329488"/>
              <a:gd name="connsiteX50" fmla="*/ 35930 w 328640"/>
              <a:gd name="connsiteY50" fmla="*/ 15449 h 329488"/>
              <a:gd name="connsiteX51" fmla="*/ 34792 w 328640"/>
              <a:gd name="connsiteY51" fmla="*/ 9734 h 329488"/>
              <a:gd name="connsiteX52" fmla="*/ 38206 w 328640"/>
              <a:gd name="connsiteY52" fmla="*/ 5162 h 329488"/>
              <a:gd name="connsiteX53" fmla="*/ 105458 w 328640"/>
              <a:gd name="connsiteY53" fmla="*/ 17830 h 329488"/>
              <a:gd name="connsiteX54" fmla="*/ 120256 w 328640"/>
              <a:gd name="connsiteY54" fmla="*/ 82219 h 329488"/>
              <a:gd name="connsiteX55" fmla="*/ 168157 w 328640"/>
              <a:gd name="connsiteY55" fmla="*/ 130511 h 329488"/>
              <a:gd name="connsiteX56" fmla="*/ 157913 w 328640"/>
              <a:gd name="connsiteY56" fmla="*/ 139750 h 329488"/>
              <a:gd name="connsiteX57" fmla="*/ 106597 w 328640"/>
              <a:gd name="connsiteY57" fmla="*/ 89172 h 329488"/>
              <a:gd name="connsiteX58" fmla="*/ 105458 w 328640"/>
              <a:gd name="connsiteY58" fmla="*/ 81076 h 329488"/>
              <a:gd name="connsiteX59" fmla="*/ 95214 w 328640"/>
              <a:gd name="connsiteY59" fmla="*/ 28117 h 329488"/>
              <a:gd name="connsiteX60" fmla="*/ 53004 w 328640"/>
              <a:gd name="connsiteY60" fmla="*/ 14306 h 329488"/>
              <a:gd name="connsiteX61" fmla="*/ 71216 w 328640"/>
              <a:gd name="connsiteY61" fmla="*/ 36118 h 329488"/>
              <a:gd name="connsiteX62" fmla="*/ 73492 w 328640"/>
              <a:gd name="connsiteY62" fmla="*/ 40690 h 329488"/>
              <a:gd name="connsiteX63" fmla="*/ 73492 w 328640"/>
              <a:gd name="connsiteY63" fmla="*/ 68313 h 329488"/>
              <a:gd name="connsiteX64" fmla="*/ 66663 w 328640"/>
              <a:gd name="connsiteY64" fmla="*/ 75171 h 329488"/>
              <a:gd name="connsiteX65" fmla="*/ 39250 w 328640"/>
              <a:gd name="connsiteY65" fmla="*/ 75171 h 329488"/>
              <a:gd name="connsiteX66" fmla="*/ 34697 w 328640"/>
              <a:gd name="connsiteY66" fmla="*/ 72885 h 329488"/>
              <a:gd name="connsiteX67" fmla="*/ 14208 w 328640"/>
              <a:gd name="connsiteY67" fmla="*/ 54501 h 329488"/>
              <a:gd name="connsiteX68" fmla="*/ 27867 w 328640"/>
              <a:gd name="connsiteY68" fmla="*/ 97078 h 329488"/>
              <a:gd name="connsiteX69" fmla="*/ 80322 w 328640"/>
              <a:gd name="connsiteY69" fmla="*/ 106317 h 329488"/>
              <a:gd name="connsiteX70" fmla="*/ 87151 w 328640"/>
              <a:gd name="connsiteY70" fmla="*/ 108603 h 329488"/>
              <a:gd name="connsiteX71" fmla="*/ 138468 w 328640"/>
              <a:gd name="connsiteY71" fmla="*/ 160324 h 329488"/>
              <a:gd name="connsiteX72" fmla="*/ 129362 w 328640"/>
              <a:gd name="connsiteY72" fmla="*/ 169563 h 329488"/>
              <a:gd name="connsiteX73" fmla="*/ 81460 w 328640"/>
              <a:gd name="connsiteY73" fmla="*/ 121272 h 329488"/>
              <a:gd name="connsiteX74" fmla="*/ 17623 w 328640"/>
              <a:gd name="connsiteY74" fmla="*/ 106317 h 329488"/>
              <a:gd name="connsiteX75" fmla="*/ 308637 w 328640"/>
              <a:gd name="connsiteY75" fmla="*/ 223856 h 329488"/>
              <a:gd name="connsiteX76" fmla="*/ 321158 w 328640"/>
              <a:gd name="connsiteY76" fmla="*/ 291674 h 329488"/>
              <a:gd name="connsiteX77" fmla="*/ 316605 w 328640"/>
              <a:gd name="connsiteY77" fmla="*/ 295103 h 329488"/>
              <a:gd name="connsiteX78" fmla="*/ 310914 w 328640"/>
              <a:gd name="connsiteY78" fmla="*/ 293960 h 329488"/>
              <a:gd name="connsiteX79" fmla="*/ 283501 w 328640"/>
              <a:gd name="connsiteY79" fmla="*/ 268623 h 329488"/>
              <a:gd name="connsiteX80" fmla="*/ 265289 w 328640"/>
              <a:gd name="connsiteY80" fmla="*/ 268623 h 329488"/>
              <a:gd name="connsiteX81" fmla="*/ 265289 w 328640"/>
              <a:gd name="connsiteY81" fmla="*/ 285864 h 329488"/>
              <a:gd name="connsiteX82" fmla="*/ 291563 w 328640"/>
              <a:gd name="connsiteY82" fmla="*/ 313486 h 329488"/>
              <a:gd name="connsiteX83" fmla="*/ 292702 w 328640"/>
              <a:gd name="connsiteY83" fmla="*/ 319201 h 329488"/>
              <a:gd name="connsiteX84" fmla="*/ 289287 w 328640"/>
              <a:gd name="connsiteY84" fmla="*/ 324916 h 329488"/>
              <a:gd name="connsiteX85" fmla="*/ 265383 w 328640"/>
              <a:gd name="connsiteY85" fmla="*/ 329488 h 329488"/>
              <a:gd name="connsiteX86" fmla="*/ 220897 w 328640"/>
              <a:gd name="connsiteY86" fmla="*/ 311105 h 329488"/>
              <a:gd name="connsiteX87" fmla="*/ 207237 w 328640"/>
              <a:gd name="connsiteY87" fmla="*/ 247859 h 329488"/>
              <a:gd name="connsiteX88" fmla="*/ 158198 w 328640"/>
              <a:gd name="connsiteY88" fmla="*/ 198424 h 329488"/>
              <a:gd name="connsiteX89" fmla="*/ 168442 w 328640"/>
              <a:gd name="connsiteY89" fmla="*/ 189185 h 329488"/>
              <a:gd name="connsiteX90" fmla="*/ 219758 w 328640"/>
              <a:gd name="connsiteY90" fmla="*/ 240906 h 329488"/>
              <a:gd name="connsiteX91" fmla="*/ 220897 w 328640"/>
              <a:gd name="connsiteY91" fmla="*/ 247764 h 329488"/>
              <a:gd name="connsiteX92" fmla="*/ 231141 w 328640"/>
              <a:gd name="connsiteY92" fmla="*/ 301770 h 329488"/>
              <a:gd name="connsiteX93" fmla="*/ 273351 w 328640"/>
              <a:gd name="connsiteY93" fmla="*/ 314439 h 329488"/>
              <a:gd name="connsiteX94" fmla="*/ 254001 w 328640"/>
              <a:gd name="connsiteY94" fmla="*/ 293769 h 329488"/>
              <a:gd name="connsiteX95" fmla="*/ 251724 w 328640"/>
              <a:gd name="connsiteY95" fmla="*/ 289197 h 329488"/>
              <a:gd name="connsiteX96" fmla="*/ 251724 w 328640"/>
              <a:gd name="connsiteY96" fmla="*/ 261575 h 329488"/>
              <a:gd name="connsiteX97" fmla="*/ 258554 w 328640"/>
              <a:gd name="connsiteY97" fmla="*/ 254717 h 329488"/>
              <a:gd name="connsiteX98" fmla="*/ 285967 w 328640"/>
              <a:gd name="connsiteY98" fmla="*/ 254717 h 329488"/>
              <a:gd name="connsiteX99" fmla="*/ 290520 w 328640"/>
              <a:gd name="connsiteY99" fmla="*/ 255860 h 329488"/>
              <a:gd name="connsiteX100" fmla="*/ 312147 w 328640"/>
              <a:gd name="connsiteY100" fmla="*/ 276529 h 329488"/>
              <a:gd name="connsiteX101" fmla="*/ 298488 w 328640"/>
              <a:gd name="connsiteY101" fmla="*/ 232809 h 329488"/>
              <a:gd name="connsiteX102" fmla="*/ 246033 w 328640"/>
              <a:gd name="connsiteY102" fmla="*/ 222427 h 329488"/>
              <a:gd name="connsiteX103" fmla="*/ 239203 w 328640"/>
              <a:gd name="connsiteY103" fmla="*/ 221284 h 329488"/>
              <a:gd name="connsiteX104" fmla="*/ 187887 w 328640"/>
              <a:gd name="connsiteY104" fmla="*/ 169563 h 329488"/>
              <a:gd name="connsiteX105" fmla="*/ 196993 w 328640"/>
              <a:gd name="connsiteY105" fmla="*/ 159181 h 329488"/>
              <a:gd name="connsiteX106" fmla="*/ 244895 w 328640"/>
              <a:gd name="connsiteY106" fmla="*/ 208616 h 329488"/>
              <a:gd name="connsiteX107" fmla="*/ 308732 w 328640"/>
              <a:gd name="connsiteY107" fmla="*/ 223570 h 329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8640" h="329488">
                <a:moveTo>
                  <a:pt x="326849" y="22307"/>
                </a:moveTo>
                <a:lnTo>
                  <a:pt x="306266" y="1733"/>
                </a:lnTo>
                <a:cubicBezTo>
                  <a:pt x="303989" y="-553"/>
                  <a:pt x="300575" y="-553"/>
                  <a:pt x="297065" y="1733"/>
                </a:cubicBezTo>
                <a:lnTo>
                  <a:pt x="248974" y="34880"/>
                </a:lnTo>
                <a:cubicBezTo>
                  <a:pt x="246697" y="36023"/>
                  <a:pt x="246697" y="38309"/>
                  <a:pt x="245559" y="39452"/>
                </a:cubicBezTo>
                <a:cubicBezTo>
                  <a:pt x="245559" y="41738"/>
                  <a:pt x="246697" y="44024"/>
                  <a:pt x="247835" y="45167"/>
                </a:cubicBezTo>
                <a:cubicBezTo>
                  <a:pt x="247835" y="45167"/>
                  <a:pt x="247835" y="45167"/>
                  <a:pt x="261115" y="58407"/>
                </a:cubicBezTo>
                <a:lnTo>
                  <a:pt x="123860" y="195471"/>
                </a:lnTo>
                <a:cubicBezTo>
                  <a:pt x="117505" y="188899"/>
                  <a:pt x="110011" y="181184"/>
                  <a:pt x="101000" y="171945"/>
                </a:cubicBezTo>
                <a:cubicBezTo>
                  <a:pt x="97585" y="169659"/>
                  <a:pt x="93032" y="169659"/>
                  <a:pt x="90756" y="171945"/>
                </a:cubicBezTo>
                <a:cubicBezTo>
                  <a:pt x="88479" y="174231"/>
                  <a:pt x="88479" y="178803"/>
                  <a:pt x="90756" y="181089"/>
                </a:cubicBezTo>
                <a:cubicBezTo>
                  <a:pt x="90756" y="181089"/>
                  <a:pt x="94104" y="184486"/>
                  <a:pt x="100810" y="191280"/>
                </a:cubicBezTo>
                <a:cubicBezTo>
                  <a:pt x="93317" y="198710"/>
                  <a:pt x="72733" y="219189"/>
                  <a:pt x="15157" y="276434"/>
                </a:cubicBezTo>
                <a:cubicBezTo>
                  <a:pt x="4912" y="287864"/>
                  <a:pt x="4912" y="305104"/>
                  <a:pt x="15157" y="315391"/>
                </a:cubicBezTo>
                <a:cubicBezTo>
                  <a:pt x="19710" y="321106"/>
                  <a:pt x="26539" y="323392"/>
                  <a:pt x="34507" y="323392"/>
                </a:cubicBezTo>
                <a:cubicBezTo>
                  <a:pt x="41336" y="323392"/>
                  <a:pt x="48166" y="321106"/>
                  <a:pt x="53857" y="315391"/>
                </a:cubicBezTo>
                <a:cubicBezTo>
                  <a:pt x="53857" y="315391"/>
                  <a:pt x="82409" y="287007"/>
                  <a:pt x="139511" y="230238"/>
                </a:cubicBezTo>
                <a:cubicBezTo>
                  <a:pt x="142452" y="233190"/>
                  <a:pt x="145487" y="236238"/>
                  <a:pt x="148712" y="239477"/>
                </a:cubicBezTo>
                <a:cubicBezTo>
                  <a:pt x="149850" y="240620"/>
                  <a:pt x="152127" y="241763"/>
                  <a:pt x="153265" y="241763"/>
                </a:cubicBezTo>
                <a:cubicBezTo>
                  <a:pt x="155542" y="241763"/>
                  <a:pt x="156680" y="240620"/>
                  <a:pt x="157818" y="239477"/>
                </a:cubicBezTo>
                <a:cubicBezTo>
                  <a:pt x="161233" y="237191"/>
                  <a:pt x="161233" y="232619"/>
                  <a:pt x="157818" y="230333"/>
                </a:cubicBezTo>
                <a:cubicBezTo>
                  <a:pt x="157818" y="230333"/>
                  <a:pt x="153237" y="225634"/>
                  <a:pt x="144064" y="216236"/>
                </a:cubicBezTo>
                <a:cubicBezTo>
                  <a:pt x="144064" y="216236"/>
                  <a:pt x="143969" y="215760"/>
                  <a:pt x="143780" y="215664"/>
                </a:cubicBezTo>
                <a:cubicBezTo>
                  <a:pt x="143780" y="215664"/>
                  <a:pt x="142072" y="214014"/>
                  <a:pt x="138657" y="210711"/>
                </a:cubicBezTo>
                <a:cubicBezTo>
                  <a:pt x="137235" y="209283"/>
                  <a:pt x="135812" y="207759"/>
                  <a:pt x="134199" y="206139"/>
                </a:cubicBezTo>
                <a:lnTo>
                  <a:pt x="271170" y="68598"/>
                </a:lnTo>
                <a:cubicBezTo>
                  <a:pt x="274395" y="71837"/>
                  <a:pt x="277999" y="75456"/>
                  <a:pt x="282173" y="79647"/>
                </a:cubicBezTo>
                <a:cubicBezTo>
                  <a:pt x="283311" y="80790"/>
                  <a:pt x="284449" y="81933"/>
                  <a:pt x="286726" y="81933"/>
                </a:cubicBezTo>
                <a:cubicBezTo>
                  <a:pt x="289002" y="81933"/>
                  <a:pt x="291279" y="80790"/>
                  <a:pt x="292417" y="78504"/>
                </a:cubicBezTo>
                <a:lnTo>
                  <a:pt x="327893" y="31641"/>
                </a:lnTo>
                <a:cubicBezTo>
                  <a:pt x="329031" y="29355"/>
                  <a:pt x="329031" y="24783"/>
                  <a:pt x="326754" y="22497"/>
                </a:cubicBezTo>
                <a:close/>
                <a:moveTo>
                  <a:pt x="43613" y="306247"/>
                </a:moveTo>
                <a:cubicBezTo>
                  <a:pt x="41336" y="308533"/>
                  <a:pt x="37922" y="309676"/>
                  <a:pt x="34507" y="309676"/>
                </a:cubicBezTo>
                <a:cubicBezTo>
                  <a:pt x="31092" y="310819"/>
                  <a:pt x="27677" y="308533"/>
                  <a:pt x="24263" y="306247"/>
                </a:cubicBezTo>
                <a:cubicBezTo>
                  <a:pt x="19710" y="300532"/>
                  <a:pt x="19710" y="292531"/>
                  <a:pt x="24263" y="286721"/>
                </a:cubicBezTo>
                <a:lnTo>
                  <a:pt x="109632" y="200710"/>
                </a:lnTo>
                <a:lnTo>
                  <a:pt x="128982" y="220236"/>
                </a:lnTo>
                <a:lnTo>
                  <a:pt x="43613" y="306247"/>
                </a:lnTo>
                <a:close/>
                <a:moveTo>
                  <a:pt x="285682" y="64598"/>
                </a:moveTo>
                <a:lnTo>
                  <a:pt x="263961" y="41738"/>
                </a:lnTo>
                <a:lnTo>
                  <a:pt x="300575" y="15449"/>
                </a:lnTo>
                <a:lnTo>
                  <a:pt x="313190" y="28022"/>
                </a:lnTo>
                <a:lnTo>
                  <a:pt x="285682" y="64598"/>
                </a:lnTo>
                <a:close/>
                <a:moveTo>
                  <a:pt x="17623" y="106317"/>
                </a:moveTo>
                <a:cubicBezTo>
                  <a:pt x="549" y="89077"/>
                  <a:pt x="-5142" y="62598"/>
                  <a:pt x="5102" y="38404"/>
                </a:cubicBezTo>
                <a:cubicBezTo>
                  <a:pt x="5102" y="37261"/>
                  <a:pt x="7378" y="34975"/>
                  <a:pt x="9655" y="34975"/>
                </a:cubicBezTo>
                <a:cubicBezTo>
                  <a:pt x="11931" y="33832"/>
                  <a:pt x="14208" y="34975"/>
                  <a:pt x="15346" y="36118"/>
                </a:cubicBezTo>
                <a:lnTo>
                  <a:pt x="41621" y="61455"/>
                </a:lnTo>
                <a:lnTo>
                  <a:pt x="59833" y="61455"/>
                </a:lnTo>
                <a:lnTo>
                  <a:pt x="59833" y="43071"/>
                </a:lnTo>
                <a:lnTo>
                  <a:pt x="35930" y="15449"/>
                </a:lnTo>
                <a:cubicBezTo>
                  <a:pt x="34792" y="14306"/>
                  <a:pt x="33653" y="12020"/>
                  <a:pt x="34792" y="9734"/>
                </a:cubicBezTo>
                <a:cubicBezTo>
                  <a:pt x="34792" y="7448"/>
                  <a:pt x="35930" y="6305"/>
                  <a:pt x="38206" y="5162"/>
                </a:cubicBezTo>
                <a:cubicBezTo>
                  <a:pt x="62110" y="-5220"/>
                  <a:pt x="87246" y="590"/>
                  <a:pt x="105458" y="17830"/>
                </a:cubicBezTo>
                <a:cubicBezTo>
                  <a:pt x="121394" y="35070"/>
                  <a:pt x="127085" y="59264"/>
                  <a:pt x="120256" y="82219"/>
                </a:cubicBezTo>
                <a:lnTo>
                  <a:pt x="168157" y="130511"/>
                </a:lnTo>
                <a:lnTo>
                  <a:pt x="157913" y="139750"/>
                </a:lnTo>
                <a:lnTo>
                  <a:pt x="106597" y="89172"/>
                </a:lnTo>
                <a:cubicBezTo>
                  <a:pt x="105458" y="86886"/>
                  <a:pt x="104320" y="83457"/>
                  <a:pt x="105458" y="81076"/>
                </a:cubicBezTo>
                <a:cubicBezTo>
                  <a:pt x="113426" y="62693"/>
                  <a:pt x="108873" y="41928"/>
                  <a:pt x="95214" y="28117"/>
                </a:cubicBezTo>
                <a:cubicBezTo>
                  <a:pt x="83831" y="16592"/>
                  <a:pt x="67801" y="12020"/>
                  <a:pt x="53004" y="14306"/>
                </a:cubicBezTo>
                <a:lnTo>
                  <a:pt x="71216" y="36118"/>
                </a:lnTo>
                <a:cubicBezTo>
                  <a:pt x="72354" y="37261"/>
                  <a:pt x="73492" y="38404"/>
                  <a:pt x="73492" y="40690"/>
                </a:cubicBezTo>
                <a:lnTo>
                  <a:pt x="73492" y="68313"/>
                </a:lnTo>
                <a:cubicBezTo>
                  <a:pt x="73492" y="71742"/>
                  <a:pt x="70077" y="75171"/>
                  <a:pt x="66663" y="75171"/>
                </a:cubicBezTo>
                <a:lnTo>
                  <a:pt x="39250" y="75171"/>
                </a:lnTo>
                <a:cubicBezTo>
                  <a:pt x="36973" y="75171"/>
                  <a:pt x="35835" y="74028"/>
                  <a:pt x="34697" y="72885"/>
                </a:cubicBezTo>
                <a:lnTo>
                  <a:pt x="14208" y="54501"/>
                </a:lnTo>
                <a:cubicBezTo>
                  <a:pt x="11931" y="69456"/>
                  <a:pt x="16485" y="85553"/>
                  <a:pt x="27867" y="97078"/>
                </a:cubicBezTo>
                <a:cubicBezTo>
                  <a:pt x="41526" y="110889"/>
                  <a:pt x="62110" y="114318"/>
                  <a:pt x="80322" y="106317"/>
                </a:cubicBezTo>
                <a:cubicBezTo>
                  <a:pt x="82598" y="105174"/>
                  <a:pt x="86013" y="106317"/>
                  <a:pt x="87151" y="108603"/>
                </a:cubicBezTo>
                <a:lnTo>
                  <a:pt x="138468" y="160324"/>
                </a:lnTo>
                <a:lnTo>
                  <a:pt x="129362" y="169563"/>
                </a:lnTo>
                <a:lnTo>
                  <a:pt x="81460" y="121272"/>
                </a:lnTo>
                <a:cubicBezTo>
                  <a:pt x="58695" y="129368"/>
                  <a:pt x="34697" y="123558"/>
                  <a:pt x="17623" y="106317"/>
                </a:cubicBezTo>
                <a:close/>
                <a:moveTo>
                  <a:pt x="308637" y="223856"/>
                </a:moveTo>
                <a:cubicBezTo>
                  <a:pt x="325711" y="241096"/>
                  <a:pt x="331402" y="267576"/>
                  <a:pt x="321158" y="291674"/>
                </a:cubicBezTo>
                <a:cubicBezTo>
                  <a:pt x="321158" y="293960"/>
                  <a:pt x="318881" y="295103"/>
                  <a:pt x="316605" y="295103"/>
                </a:cubicBezTo>
                <a:cubicBezTo>
                  <a:pt x="314328" y="296246"/>
                  <a:pt x="312052" y="295103"/>
                  <a:pt x="310914" y="293960"/>
                </a:cubicBezTo>
                <a:lnTo>
                  <a:pt x="283501" y="268623"/>
                </a:lnTo>
                <a:lnTo>
                  <a:pt x="265289" y="268623"/>
                </a:lnTo>
                <a:lnTo>
                  <a:pt x="265289" y="285864"/>
                </a:lnTo>
                <a:lnTo>
                  <a:pt x="291563" y="313486"/>
                </a:lnTo>
                <a:cubicBezTo>
                  <a:pt x="292702" y="314629"/>
                  <a:pt x="293840" y="316915"/>
                  <a:pt x="292702" y="319201"/>
                </a:cubicBezTo>
                <a:cubicBezTo>
                  <a:pt x="292702" y="321487"/>
                  <a:pt x="291563" y="323773"/>
                  <a:pt x="289287" y="324916"/>
                </a:cubicBezTo>
                <a:cubicBezTo>
                  <a:pt x="281319" y="327202"/>
                  <a:pt x="273351" y="329488"/>
                  <a:pt x="265383" y="329488"/>
                </a:cubicBezTo>
                <a:cubicBezTo>
                  <a:pt x="249448" y="329488"/>
                  <a:pt x="233417" y="322630"/>
                  <a:pt x="220897" y="311105"/>
                </a:cubicBezTo>
                <a:cubicBezTo>
                  <a:pt x="204961" y="293865"/>
                  <a:pt x="199270" y="269671"/>
                  <a:pt x="207237" y="247859"/>
                </a:cubicBezTo>
                <a:lnTo>
                  <a:pt x="158198" y="198424"/>
                </a:lnTo>
                <a:lnTo>
                  <a:pt x="168442" y="189185"/>
                </a:lnTo>
                <a:lnTo>
                  <a:pt x="219758" y="240906"/>
                </a:lnTo>
                <a:cubicBezTo>
                  <a:pt x="220897" y="243192"/>
                  <a:pt x="222035" y="245478"/>
                  <a:pt x="220897" y="247764"/>
                </a:cubicBezTo>
                <a:cubicBezTo>
                  <a:pt x="212929" y="266147"/>
                  <a:pt x="217482" y="286816"/>
                  <a:pt x="231141" y="301770"/>
                </a:cubicBezTo>
                <a:cubicBezTo>
                  <a:pt x="242523" y="312153"/>
                  <a:pt x="258554" y="317868"/>
                  <a:pt x="273351" y="314439"/>
                </a:cubicBezTo>
                <a:lnTo>
                  <a:pt x="254001" y="293769"/>
                </a:lnTo>
                <a:cubicBezTo>
                  <a:pt x="252863" y="292626"/>
                  <a:pt x="251724" y="290340"/>
                  <a:pt x="251724" y="289197"/>
                </a:cubicBezTo>
                <a:lnTo>
                  <a:pt x="251724" y="261575"/>
                </a:lnTo>
                <a:cubicBezTo>
                  <a:pt x="251724" y="257003"/>
                  <a:pt x="255139" y="254717"/>
                  <a:pt x="258554" y="254717"/>
                </a:cubicBezTo>
                <a:lnTo>
                  <a:pt x="285967" y="254717"/>
                </a:lnTo>
                <a:cubicBezTo>
                  <a:pt x="288243" y="254717"/>
                  <a:pt x="289382" y="254717"/>
                  <a:pt x="290520" y="255860"/>
                </a:cubicBezTo>
                <a:lnTo>
                  <a:pt x="312147" y="276529"/>
                </a:lnTo>
                <a:cubicBezTo>
                  <a:pt x="315562" y="260432"/>
                  <a:pt x="309870" y="244335"/>
                  <a:pt x="298488" y="232809"/>
                </a:cubicBezTo>
                <a:cubicBezTo>
                  <a:pt x="284829" y="218998"/>
                  <a:pt x="264245" y="214426"/>
                  <a:pt x="246033" y="222427"/>
                </a:cubicBezTo>
                <a:cubicBezTo>
                  <a:pt x="243756" y="223570"/>
                  <a:pt x="240342" y="223570"/>
                  <a:pt x="239203" y="221284"/>
                </a:cubicBezTo>
                <a:lnTo>
                  <a:pt x="187887" y="169563"/>
                </a:lnTo>
                <a:lnTo>
                  <a:pt x="196993" y="159181"/>
                </a:lnTo>
                <a:lnTo>
                  <a:pt x="244895" y="208616"/>
                </a:lnTo>
                <a:cubicBezTo>
                  <a:pt x="267660" y="200520"/>
                  <a:pt x="291658" y="206330"/>
                  <a:pt x="308732" y="22357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2" name="Graphic 160">
            <a:extLst>
              <a:ext uri="{FF2B5EF4-FFF2-40B4-BE49-F238E27FC236}">
                <a16:creationId xmlns:a16="http://schemas.microsoft.com/office/drawing/2014/main" id="{C246F79A-D19B-932B-1491-8720A032FC7A}"/>
              </a:ext>
            </a:extLst>
          </p:cNvPr>
          <p:cNvSpPr/>
          <p:nvPr/>
        </p:nvSpPr>
        <p:spPr>
          <a:xfrm>
            <a:off x="3886139" y="2788173"/>
            <a:ext cx="374014" cy="531722"/>
          </a:xfrm>
          <a:custGeom>
            <a:avLst/>
            <a:gdLst>
              <a:gd name="connsiteX0" fmla="*/ 139626 w 279252"/>
              <a:gd name="connsiteY0" fmla="*/ 0 h 397002"/>
              <a:gd name="connsiteX1" fmla="*/ 0 w 279252"/>
              <a:gd name="connsiteY1" fmla="*/ 140684 h 397002"/>
              <a:gd name="connsiteX2" fmla="*/ 139626 w 279252"/>
              <a:gd name="connsiteY2" fmla="*/ 281369 h 397002"/>
              <a:gd name="connsiteX3" fmla="*/ 139626 w 279252"/>
              <a:gd name="connsiteY3" fmla="*/ 281369 h 397002"/>
              <a:gd name="connsiteX4" fmla="*/ 279252 w 279252"/>
              <a:gd name="connsiteY4" fmla="*/ 140684 h 397002"/>
              <a:gd name="connsiteX5" fmla="*/ 139626 w 279252"/>
              <a:gd name="connsiteY5" fmla="*/ 0 h 397002"/>
              <a:gd name="connsiteX6" fmla="*/ 147499 w 279252"/>
              <a:gd name="connsiteY6" fmla="*/ 264509 h 397002"/>
              <a:gd name="connsiteX7" fmla="*/ 147499 w 279252"/>
              <a:gd name="connsiteY7" fmla="*/ 210217 h 397002"/>
              <a:gd name="connsiteX8" fmla="*/ 159071 w 279252"/>
              <a:gd name="connsiteY8" fmla="*/ 221837 h 397002"/>
              <a:gd name="connsiteX9" fmla="*/ 164573 w 279252"/>
              <a:gd name="connsiteY9" fmla="*/ 223266 h 397002"/>
              <a:gd name="connsiteX10" fmla="*/ 170075 w 279252"/>
              <a:gd name="connsiteY10" fmla="*/ 221837 h 397002"/>
              <a:gd name="connsiteX11" fmla="*/ 194832 w 279252"/>
              <a:gd name="connsiteY11" fmla="*/ 196977 h 397002"/>
              <a:gd name="connsiteX12" fmla="*/ 194832 w 279252"/>
              <a:gd name="connsiteY12" fmla="*/ 184499 h 397002"/>
              <a:gd name="connsiteX13" fmla="*/ 183829 w 279252"/>
              <a:gd name="connsiteY13" fmla="*/ 184499 h 397002"/>
              <a:gd name="connsiteX14" fmla="*/ 164573 w 279252"/>
              <a:gd name="connsiteY14" fmla="*/ 203835 h 397002"/>
              <a:gd name="connsiteX15" fmla="*/ 145318 w 279252"/>
              <a:gd name="connsiteY15" fmla="*/ 184499 h 397002"/>
              <a:gd name="connsiteX16" fmla="*/ 144843 w 279252"/>
              <a:gd name="connsiteY16" fmla="*/ 184213 h 397002"/>
              <a:gd name="connsiteX17" fmla="*/ 139626 w 279252"/>
              <a:gd name="connsiteY17" fmla="*/ 181737 h 397002"/>
              <a:gd name="connsiteX18" fmla="*/ 133556 w 279252"/>
              <a:gd name="connsiteY18" fmla="*/ 185261 h 397002"/>
              <a:gd name="connsiteX19" fmla="*/ 115059 w 279252"/>
              <a:gd name="connsiteY19" fmla="*/ 203835 h 397002"/>
              <a:gd name="connsiteX20" fmla="*/ 95803 w 279252"/>
              <a:gd name="connsiteY20" fmla="*/ 184499 h 397002"/>
              <a:gd name="connsiteX21" fmla="*/ 84800 w 279252"/>
              <a:gd name="connsiteY21" fmla="*/ 184499 h 397002"/>
              <a:gd name="connsiteX22" fmla="*/ 84800 w 279252"/>
              <a:gd name="connsiteY22" fmla="*/ 196977 h 397002"/>
              <a:gd name="connsiteX23" fmla="*/ 109557 w 279252"/>
              <a:gd name="connsiteY23" fmla="*/ 221837 h 397002"/>
              <a:gd name="connsiteX24" fmla="*/ 120560 w 279252"/>
              <a:gd name="connsiteY24" fmla="*/ 221837 h 397002"/>
              <a:gd name="connsiteX25" fmla="*/ 131753 w 279252"/>
              <a:gd name="connsiteY25" fmla="*/ 210598 h 397002"/>
              <a:gd name="connsiteX26" fmla="*/ 131753 w 279252"/>
              <a:gd name="connsiteY26" fmla="*/ 264414 h 397002"/>
              <a:gd name="connsiteX27" fmla="*/ 16410 w 279252"/>
              <a:gd name="connsiteY27" fmla="*/ 140684 h 397002"/>
              <a:gd name="connsiteX28" fmla="*/ 139626 w 279252"/>
              <a:gd name="connsiteY28" fmla="*/ 16573 h 397002"/>
              <a:gd name="connsiteX29" fmla="*/ 262843 w 279252"/>
              <a:gd name="connsiteY29" fmla="*/ 140684 h 397002"/>
              <a:gd name="connsiteX30" fmla="*/ 147499 w 279252"/>
              <a:gd name="connsiteY30" fmla="*/ 264414 h 397002"/>
              <a:gd name="connsiteX31" fmla="*/ 189330 w 279252"/>
              <a:gd name="connsiteY31" fmla="*/ 306134 h 397002"/>
              <a:gd name="connsiteX32" fmla="*/ 181078 w 279252"/>
              <a:gd name="connsiteY32" fmla="*/ 314039 h 397002"/>
              <a:gd name="connsiteX33" fmla="*/ 98364 w 279252"/>
              <a:gd name="connsiteY33" fmla="*/ 314039 h 397002"/>
              <a:gd name="connsiteX34" fmla="*/ 90112 w 279252"/>
              <a:gd name="connsiteY34" fmla="*/ 306134 h 397002"/>
              <a:gd name="connsiteX35" fmla="*/ 98364 w 279252"/>
              <a:gd name="connsiteY35" fmla="*/ 298228 h 397002"/>
              <a:gd name="connsiteX36" fmla="*/ 181078 w 279252"/>
              <a:gd name="connsiteY36" fmla="*/ 298228 h 397002"/>
              <a:gd name="connsiteX37" fmla="*/ 189330 w 279252"/>
              <a:gd name="connsiteY37" fmla="*/ 306134 h 397002"/>
              <a:gd name="connsiteX38" fmla="*/ 189330 w 279252"/>
              <a:gd name="connsiteY38" fmla="*/ 339185 h 397002"/>
              <a:gd name="connsiteX39" fmla="*/ 181078 w 279252"/>
              <a:gd name="connsiteY39" fmla="*/ 347567 h 397002"/>
              <a:gd name="connsiteX40" fmla="*/ 98364 w 279252"/>
              <a:gd name="connsiteY40" fmla="*/ 347567 h 397002"/>
              <a:gd name="connsiteX41" fmla="*/ 90112 w 279252"/>
              <a:gd name="connsiteY41" fmla="*/ 339185 h 397002"/>
              <a:gd name="connsiteX42" fmla="*/ 98364 w 279252"/>
              <a:gd name="connsiteY42" fmla="*/ 330803 h 397002"/>
              <a:gd name="connsiteX43" fmla="*/ 181078 w 279252"/>
              <a:gd name="connsiteY43" fmla="*/ 330803 h 397002"/>
              <a:gd name="connsiteX44" fmla="*/ 189330 w 279252"/>
              <a:gd name="connsiteY44" fmla="*/ 339185 h 397002"/>
              <a:gd name="connsiteX45" fmla="*/ 189330 w 279252"/>
              <a:gd name="connsiteY45" fmla="*/ 372332 h 397002"/>
              <a:gd name="connsiteX46" fmla="*/ 181078 w 279252"/>
              <a:gd name="connsiteY46" fmla="*/ 380238 h 397002"/>
              <a:gd name="connsiteX47" fmla="*/ 147594 w 279252"/>
              <a:gd name="connsiteY47" fmla="*/ 380238 h 397002"/>
              <a:gd name="connsiteX48" fmla="*/ 147594 w 279252"/>
              <a:gd name="connsiteY48" fmla="*/ 388811 h 397002"/>
              <a:gd name="connsiteX49" fmla="*/ 139721 w 279252"/>
              <a:gd name="connsiteY49" fmla="*/ 397002 h 397002"/>
              <a:gd name="connsiteX50" fmla="*/ 131848 w 279252"/>
              <a:gd name="connsiteY50" fmla="*/ 388811 h 397002"/>
              <a:gd name="connsiteX51" fmla="*/ 131848 w 279252"/>
              <a:gd name="connsiteY51" fmla="*/ 380238 h 397002"/>
              <a:gd name="connsiteX52" fmla="*/ 98364 w 279252"/>
              <a:gd name="connsiteY52" fmla="*/ 380238 h 397002"/>
              <a:gd name="connsiteX53" fmla="*/ 90112 w 279252"/>
              <a:gd name="connsiteY53" fmla="*/ 372332 h 397002"/>
              <a:gd name="connsiteX54" fmla="*/ 98364 w 279252"/>
              <a:gd name="connsiteY54" fmla="*/ 364427 h 397002"/>
              <a:gd name="connsiteX55" fmla="*/ 181078 w 279252"/>
              <a:gd name="connsiteY55" fmla="*/ 364427 h 397002"/>
              <a:gd name="connsiteX56" fmla="*/ 189330 w 279252"/>
              <a:gd name="connsiteY56" fmla="*/ 372332 h 39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79252" h="397002">
                <a:moveTo>
                  <a:pt x="139626" y="0"/>
                </a:moveTo>
                <a:cubicBezTo>
                  <a:pt x="62984" y="0"/>
                  <a:pt x="0" y="63437"/>
                  <a:pt x="0" y="140684"/>
                </a:cubicBezTo>
                <a:cubicBezTo>
                  <a:pt x="0" y="217932"/>
                  <a:pt x="62984" y="281369"/>
                  <a:pt x="139626" y="281369"/>
                </a:cubicBezTo>
                <a:lnTo>
                  <a:pt x="139626" y="281369"/>
                </a:lnTo>
                <a:cubicBezTo>
                  <a:pt x="216269" y="281369"/>
                  <a:pt x="279252" y="219265"/>
                  <a:pt x="279252" y="140684"/>
                </a:cubicBezTo>
                <a:cubicBezTo>
                  <a:pt x="279252" y="62103"/>
                  <a:pt x="216269" y="0"/>
                  <a:pt x="139626" y="0"/>
                </a:cubicBezTo>
                <a:close/>
                <a:moveTo>
                  <a:pt x="147499" y="264509"/>
                </a:moveTo>
                <a:lnTo>
                  <a:pt x="147499" y="210217"/>
                </a:lnTo>
                <a:cubicBezTo>
                  <a:pt x="150250" y="212979"/>
                  <a:pt x="153949" y="216694"/>
                  <a:pt x="159071" y="221837"/>
                </a:cubicBezTo>
                <a:cubicBezTo>
                  <a:pt x="160494" y="223266"/>
                  <a:pt x="161822" y="223266"/>
                  <a:pt x="164573" y="223266"/>
                </a:cubicBezTo>
                <a:cubicBezTo>
                  <a:pt x="165996" y="223266"/>
                  <a:pt x="168747" y="223266"/>
                  <a:pt x="170075" y="221837"/>
                </a:cubicBezTo>
                <a:lnTo>
                  <a:pt x="194832" y="196977"/>
                </a:lnTo>
                <a:cubicBezTo>
                  <a:pt x="197583" y="192786"/>
                  <a:pt x="197583" y="188690"/>
                  <a:pt x="194832" y="184499"/>
                </a:cubicBezTo>
                <a:cubicBezTo>
                  <a:pt x="192081" y="181737"/>
                  <a:pt x="186579" y="181737"/>
                  <a:pt x="183829" y="184499"/>
                </a:cubicBezTo>
                <a:lnTo>
                  <a:pt x="164573" y="203835"/>
                </a:lnTo>
                <a:lnTo>
                  <a:pt x="145318" y="184499"/>
                </a:lnTo>
                <a:cubicBezTo>
                  <a:pt x="145318" y="184499"/>
                  <a:pt x="145033" y="184309"/>
                  <a:pt x="144843" y="184213"/>
                </a:cubicBezTo>
                <a:cubicBezTo>
                  <a:pt x="143420" y="182785"/>
                  <a:pt x="141523" y="181737"/>
                  <a:pt x="139626" y="181737"/>
                </a:cubicBezTo>
                <a:cubicBezTo>
                  <a:pt x="137255" y="181737"/>
                  <a:pt x="135073" y="183261"/>
                  <a:pt x="133556" y="185261"/>
                </a:cubicBezTo>
                <a:cubicBezTo>
                  <a:pt x="132133" y="186690"/>
                  <a:pt x="127864" y="190976"/>
                  <a:pt x="115059" y="203835"/>
                </a:cubicBezTo>
                <a:lnTo>
                  <a:pt x="95803" y="184499"/>
                </a:lnTo>
                <a:cubicBezTo>
                  <a:pt x="93053" y="181737"/>
                  <a:pt x="87551" y="181737"/>
                  <a:pt x="84800" y="184499"/>
                </a:cubicBezTo>
                <a:cubicBezTo>
                  <a:pt x="80627" y="188690"/>
                  <a:pt x="80627" y="192786"/>
                  <a:pt x="84800" y="196977"/>
                </a:cubicBezTo>
                <a:lnTo>
                  <a:pt x="109557" y="221837"/>
                </a:lnTo>
                <a:cubicBezTo>
                  <a:pt x="112308" y="224600"/>
                  <a:pt x="117810" y="224600"/>
                  <a:pt x="120560" y="221837"/>
                </a:cubicBezTo>
                <a:cubicBezTo>
                  <a:pt x="120560" y="221837"/>
                  <a:pt x="120750" y="221647"/>
                  <a:pt x="131753" y="210598"/>
                </a:cubicBezTo>
                <a:lnTo>
                  <a:pt x="131753" y="264414"/>
                </a:lnTo>
                <a:cubicBezTo>
                  <a:pt x="67062" y="260318"/>
                  <a:pt x="16410" y="206978"/>
                  <a:pt x="16410" y="140684"/>
                </a:cubicBezTo>
                <a:cubicBezTo>
                  <a:pt x="16410" y="74390"/>
                  <a:pt x="71141" y="16573"/>
                  <a:pt x="139626" y="16573"/>
                </a:cubicBezTo>
                <a:cubicBezTo>
                  <a:pt x="208111" y="16573"/>
                  <a:pt x="262843" y="73152"/>
                  <a:pt x="262843" y="140684"/>
                </a:cubicBezTo>
                <a:cubicBezTo>
                  <a:pt x="262843" y="208217"/>
                  <a:pt x="211052" y="260318"/>
                  <a:pt x="147499" y="264414"/>
                </a:cubicBezTo>
                <a:close/>
                <a:moveTo>
                  <a:pt x="189330" y="306134"/>
                </a:moveTo>
                <a:cubicBezTo>
                  <a:pt x="189330" y="311372"/>
                  <a:pt x="185156" y="314039"/>
                  <a:pt x="181078" y="314039"/>
                </a:cubicBezTo>
                <a:lnTo>
                  <a:pt x="98364" y="314039"/>
                </a:lnTo>
                <a:cubicBezTo>
                  <a:pt x="94191" y="314039"/>
                  <a:pt x="90112" y="311372"/>
                  <a:pt x="90112" y="306134"/>
                </a:cubicBezTo>
                <a:cubicBezTo>
                  <a:pt x="90112" y="302133"/>
                  <a:pt x="94286" y="298228"/>
                  <a:pt x="98364" y="298228"/>
                </a:cubicBezTo>
                <a:lnTo>
                  <a:pt x="181078" y="298228"/>
                </a:lnTo>
                <a:cubicBezTo>
                  <a:pt x="185251" y="298228"/>
                  <a:pt x="189330" y="302228"/>
                  <a:pt x="189330" y="306134"/>
                </a:cubicBezTo>
                <a:close/>
                <a:moveTo>
                  <a:pt x="189330" y="339185"/>
                </a:moveTo>
                <a:cubicBezTo>
                  <a:pt x="189330" y="344805"/>
                  <a:pt x="185156" y="347567"/>
                  <a:pt x="181078" y="347567"/>
                </a:cubicBezTo>
                <a:lnTo>
                  <a:pt x="98364" y="347567"/>
                </a:lnTo>
                <a:cubicBezTo>
                  <a:pt x="94191" y="347567"/>
                  <a:pt x="90112" y="344805"/>
                  <a:pt x="90112" y="339185"/>
                </a:cubicBezTo>
                <a:cubicBezTo>
                  <a:pt x="90112" y="334994"/>
                  <a:pt x="94286" y="330803"/>
                  <a:pt x="98364" y="330803"/>
                </a:cubicBezTo>
                <a:lnTo>
                  <a:pt x="181078" y="330803"/>
                </a:lnTo>
                <a:cubicBezTo>
                  <a:pt x="185251" y="330803"/>
                  <a:pt x="189330" y="334994"/>
                  <a:pt x="189330" y="339185"/>
                </a:cubicBezTo>
                <a:close/>
                <a:moveTo>
                  <a:pt x="189330" y="372332"/>
                </a:moveTo>
                <a:cubicBezTo>
                  <a:pt x="189330" y="377571"/>
                  <a:pt x="185156" y="380238"/>
                  <a:pt x="181078" y="380238"/>
                </a:cubicBezTo>
                <a:lnTo>
                  <a:pt x="147594" y="380238"/>
                </a:lnTo>
                <a:lnTo>
                  <a:pt x="147594" y="388811"/>
                </a:lnTo>
                <a:cubicBezTo>
                  <a:pt x="147594" y="394240"/>
                  <a:pt x="143610" y="397002"/>
                  <a:pt x="139721" y="397002"/>
                </a:cubicBezTo>
                <a:cubicBezTo>
                  <a:pt x="135832" y="397002"/>
                  <a:pt x="131848" y="394240"/>
                  <a:pt x="131848" y="388811"/>
                </a:cubicBezTo>
                <a:lnTo>
                  <a:pt x="131848" y="380238"/>
                </a:lnTo>
                <a:lnTo>
                  <a:pt x="98364" y="380238"/>
                </a:lnTo>
                <a:cubicBezTo>
                  <a:pt x="94191" y="380238"/>
                  <a:pt x="90112" y="377571"/>
                  <a:pt x="90112" y="372332"/>
                </a:cubicBezTo>
                <a:cubicBezTo>
                  <a:pt x="90112" y="368332"/>
                  <a:pt x="94286" y="364427"/>
                  <a:pt x="98364" y="364427"/>
                </a:cubicBezTo>
                <a:lnTo>
                  <a:pt x="181078" y="364427"/>
                </a:lnTo>
                <a:cubicBezTo>
                  <a:pt x="185251" y="364427"/>
                  <a:pt x="189330" y="368427"/>
                  <a:pt x="189330" y="37233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3" name="Graphic 160">
            <a:extLst>
              <a:ext uri="{FF2B5EF4-FFF2-40B4-BE49-F238E27FC236}">
                <a16:creationId xmlns:a16="http://schemas.microsoft.com/office/drawing/2014/main" id="{34DA9E3A-482F-27AE-2093-424EA7AF0958}"/>
              </a:ext>
            </a:extLst>
          </p:cNvPr>
          <p:cNvSpPr/>
          <p:nvPr/>
        </p:nvSpPr>
        <p:spPr>
          <a:xfrm>
            <a:off x="4648139" y="2788173"/>
            <a:ext cx="374014" cy="531722"/>
          </a:xfrm>
          <a:custGeom>
            <a:avLst/>
            <a:gdLst>
              <a:gd name="connsiteX0" fmla="*/ 139626 w 279252"/>
              <a:gd name="connsiteY0" fmla="*/ 0 h 397002"/>
              <a:gd name="connsiteX1" fmla="*/ 0 w 279252"/>
              <a:gd name="connsiteY1" fmla="*/ 140684 h 397002"/>
              <a:gd name="connsiteX2" fmla="*/ 139626 w 279252"/>
              <a:gd name="connsiteY2" fmla="*/ 281369 h 397002"/>
              <a:gd name="connsiteX3" fmla="*/ 139626 w 279252"/>
              <a:gd name="connsiteY3" fmla="*/ 281369 h 397002"/>
              <a:gd name="connsiteX4" fmla="*/ 279252 w 279252"/>
              <a:gd name="connsiteY4" fmla="*/ 140684 h 397002"/>
              <a:gd name="connsiteX5" fmla="*/ 139626 w 279252"/>
              <a:gd name="connsiteY5" fmla="*/ 0 h 397002"/>
              <a:gd name="connsiteX6" fmla="*/ 147499 w 279252"/>
              <a:gd name="connsiteY6" fmla="*/ 264509 h 397002"/>
              <a:gd name="connsiteX7" fmla="*/ 147499 w 279252"/>
              <a:gd name="connsiteY7" fmla="*/ 210217 h 397002"/>
              <a:gd name="connsiteX8" fmla="*/ 159071 w 279252"/>
              <a:gd name="connsiteY8" fmla="*/ 221837 h 397002"/>
              <a:gd name="connsiteX9" fmla="*/ 164573 w 279252"/>
              <a:gd name="connsiteY9" fmla="*/ 223266 h 397002"/>
              <a:gd name="connsiteX10" fmla="*/ 170075 w 279252"/>
              <a:gd name="connsiteY10" fmla="*/ 221837 h 397002"/>
              <a:gd name="connsiteX11" fmla="*/ 194832 w 279252"/>
              <a:gd name="connsiteY11" fmla="*/ 196977 h 397002"/>
              <a:gd name="connsiteX12" fmla="*/ 194832 w 279252"/>
              <a:gd name="connsiteY12" fmla="*/ 184499 h 397002"/>
              <a:gd name="connsiteX13" fmla="*/ 183829 w 279252"/>
              <a:gd name="connsiteY13" fmla="*/ 184499 h 397002"/>
              <a:gd name="connsiteX14" fmla="*/ 164573 w 279252"/>
              <a:gd name="connsiteY14" fmla="*/ 203835 h 397002"/>
              <a:gd name="connsiteX15" fmla="*/ 145318 w 279252"/>
              <a:gd name="connsiteY15" fmla="*/ 184499 h 397002"/>
              <a:gd name="connsiteX16" fmla="*/ 144843 w 279252"/>
              <a:gd name="connsiteY16" fmla="*/ 184213 h 397002"/>
              <a:gd name="connsiteX17" fmla="*/ 139626 w 279252"/>
              <a:gd name="connsiteY17" fmla="*/ 181737 h 397002"/>
              <a:gd name="connsiteX18" fmla="*/ 133556 w 279252"/>
              <a:gd name="connsiteY18" fmla="*/ 185261 h 397002"/>
              <a:gd name="connsiteX19" fmla="*/ 115059 w 279252"/>
              <a:gd name="connsiteY19" fmla="*/ 203835 h 397002"/>
              <a:gd name="connsiteX20" fmla="*/ 95803 w 279252"/>
              <a:gd name="connsiteY20" fmla="*/ 184499 h 397002"/>
              <a:gd name="connsiteX21" fmla="*/ 84800 w 279252"/>
              <a:gd name="connsiteY21" fmla="*/ 184499 h 397002"/>
              <a:gd name="connsiteX22" fmla="*/ 84800 w 279252"/>
              <a:gd name="connsiteY22" fmla="*/ 196977 h 397002"/>
              <a:gd name="connsiteX23" fmla="*/ 109557 w 279252"/>
              <a:gd name="connsiteY23" fmla="*/ 221837 h 397002"/>
              <a:gd name="connsiteX24" fmla="*/ 120560 w 279252"/>
              <a:gd name="connsiteY24" fmla="*/ 221837 h 397002"/>
              <a:gd name="connsiteX25" fmla="*/ 131753 w 279252"/>
              <a:gd name="connsiteY25" fmla="*/ 210598 h 397002"/>
              <a:gd name="connsiteX26" fmla="*/ 131753 w 279252"/>
              <a:gd name="connsiteY26" fmla="*/ 264414 h 397002"/>
              <a:gd name="connsiteX27" fmla="*/ 16410 w 279252"/>
              <a:gd name="connsiteY27" fmla="*/ 140684 h 397002"/>
              <a:gd name="connsiteX28" fmla="*/ 139626 w 279252"/>
              <a:gd name="connsiteY28" fmla="*/ 16573 h 397002"/>
              <a:gd name="connsiteX29" fmla="*/ 262843 w 279252"/>
              <a:gd name="connsiteY29" fmla="*/ 140684 h 397002"/>
              <a:gd name="connsiteX30" fmla="*/ 147499 w 279252"/>
              <a:gd name="connsiteY30" fmla="*/ 264414 h 397002"/>
              <a:gd name="connsiteX31" fmla="*/ 189330 w 279252"/>
              <a:gd name="connsiteY31" fmla="*/ 306134 h 397002"/>
              <a:gd name="connsiteX32" fmla="*/ 181078 w 279252"/>
              <a:gd name="connsiteY32" fmla="*/ 314039 h 397002"/>
              <a:gd name="connsiteX33" fmla="*/ 98364 w 279252"/>
              <a:gd name="connsiteY33" fmla="*/ 314039 h 397002"/>
              <a:gd name="connsiteX34" fmla="*/ 90112 w 279252"/>
              <a:gd name="connsiteY34" fmla="*/ 306134 h 397002"/>
              <a:gd name="connsiteX35" fmla="*/ 98364 w 279252"/>
              <a:gd name="connsiteY35" fmla="*/ 298228 h 397002"/>
              <a:gd name="connsiteX36" fmla="*/ 181078 w 279252"/>
              <a:gd name="connsiteY36" fmla="*/ 298228 h 397002"/>
              <a:gd name="connsiteX37" fmla="*/ 189330 w 279252"/>
              <a:gd name="connsiteY37" fmla="*/ 306134 h 397002"/>
              <a:gd name="connsiteX38" fmla="*/ 189330 w 279252"/>
              <a:gd name="connsiteY38" fmla="*/ 339185 h 397002"/>
              <a:gd name="connsiteX39" fmla="*/ 181078 w 279252"/>
              <a:gd name="connsiteY39" fmla="*/ 347567 h 397002"/>
              <a:gd name="connsiteX40" fmla="*/ 98364 w 279252"/>
              <a:gd name="connsiteY40" fmla="*/ 347567 h 397002"/>
              <a:gd name="connsiteX41" fmla="*/ 90112 w 279252"/>
              <a:gd name="connsiteY41" fmla="*/ 339185 h 397002"/>
              <a:gd name="connsiteX42" fmla="*/ 98364 w 279252"/>
              <a:gd name="connsiteY42" fmla="*/ 330803 h 397002"/>
              <a:gd name="connsiteX43" fmla="*/ 181078 w 279252"/>
              <a:gd name="connsiteY43" fmla="*/ 330803 h 397002"/>
              <a:gd name="connsiteX44" fmla="*/ 189330 w 279252"/>
              <a:gd name="connsiteY44" fmla="*/ 339185 h 397002"/>
              <a:gd name="connsiteX45" fmla="*/ 189330 w 279252"/>
              <a:gd name="connsiteY45" fmla="*/ 372332 h 397002"/>
              <a:gd name="connsiteX46" fmla="*/ 181078 w 279252"/>
              <a:gd name="connsiteY46" fmla="*/ 380238 h 397002"/>
              <a:gd name="connsiteX47" fmla="*/ 147594 w 279252"/>
              <a:gd name="connsiteY47" fmla="*/ 380238 h 397002"/>
              <a:gd name="connsiteX48" fmla="*/ 147594 w 279252"/>
              <a:gd name="connsiteY48" fmla="*/ 388811 h 397002"/>
              <a:gd name="connsiteX49" fmla="*/ 139721 w 279252"/>
              <a:gd name="connsiteY49" fmla="*/ 397002 h 397002"/>
              <a:gd name="connsiteX50" fmla="*/ 131848 w 279252"/>
              <a:gd name="connsiteY50" fmla="*/ 388811 h 397002"/>
              <a:gd name="connsiteX51" fmla="*/ 131848 w 279252"/>
              <a:gd name="connsiteY51" fmla="*/ 380238 h 397002"/>
              <a:gd name="connsiteX52" fmla="*/ 98364 w 279252"/>
              <a:gd name="connsiteY52" fmla="*/ 380238 h 397002"/>
              <a:gd name="connsiteX53" fmla="*/ 90112 w 279252"/>
              <a:gd name="connsiteY53" fmla="*/ 372332 h 397002"/>
              <a:gd name="connsiteX54" fmla="*/ 98364 w 279252"/>
              <a:gd name="connsiteY54" fmla="*/ 364427 h 397002"/>
              <a:gd name="connsiteX55" fmla="*/ 181078 w 279252"/>
              <a:gd name="connsiteY55" fmla="*/ 364427 h 397002"/>
              <a:gd name="connsiteX56" fmla="*/ 189330 w 279252"/>
              <a:gd name="connsiteY56" fmla="*/ 372332 h 39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79252" h="397002">
                <a:moveTo>
                  <a:pt x="139626" y="0"/>
                </a:moveTo>
                <a:cubicBezTo>
                  <a:pt x="62984" y="0"/>
                  <a:pt x="0" y="63437"/>
                  <a:pt x="0" y="140684"/>
                </a:cubicBezTo>
                <a:cubicBezTo>
                  <a:pt x="0" y="217932"/>
                  <a:pt x="62984" y="281369"/>
                  <a:pt x="139626" y="281369"/>
                </a:cubicBezTo>
                <a:lnTo>
                  <a:pt x="139626" y="281369"/>
                </a:lnTo>
                <a:cubicBezTo>
                  <a:pt x="216269" y="281369"/>
                  <a:pt x="279252" y="219265"/>
                  <a:pt x="279252" y="140684"/>
                </a:cubicBezTo>
                <a:cubicBezTo>
                  <a:pt x="279252" y="62103"/>
                  <a:pt x="216269" y="0"/>
                  <a:pt x="139626" y="0"/>
                </a:cubicBezTo>
                <a:close/>
                <a:moveTo>
                  <a:pt x="147499" y="264509"/>
                </a:moveTo>
                <a:lnTo>
                  <a:pt x="147499" y="210217"/>
                </a:lnTo>
                <a:cubicBezTo>
                  <a:pt x="150250" y="212979"/>
                  <a:pt x="153949" y="216694"/>
                  <a:pt x="159071" y="221837"/>
                </a:cubicBezTo>
                <a:cubicBezTo>
                  <a:pt x="160494" y="223266"/>
                  <a:pt x="161822" y="223266"/>
                  <a:pt x="164573" y="223266"/>
                </a:cubicBezTo>
                <a:cubicBezTo>
                  <a:pt x="165996" y="223266"/>
                  <a:pt x="168747" y="223266"/>
                  <a:pt x="170075" y="221837"/>
                </a:cubicBezTo>
                <a:lnTo>
                  <a:pt x="194832" y="196977"/>
                </a:lnTo>
                <a:cubicBezTo>
                  <a:pt x="197583" y="192786"/>
                  <a:pt x="197583" y="188690"/>
                  <a:pt x="194832" y="184499"/>
                </a:cubicBezTo>
                <a:cubicBezTo>
                  <a:pt x="192081" y="181737"/>
                  <a:pt x="186579" y="181737"/>
                  <a:pt x="183829" y="184499"/>
                </a:cubicBezTo>
                <a:lnTo>
                  <a:pt x="164573" y="203835"/>
                </a:lnTo>
                <a:lnTo>
                  <a:pt x="145318" y="184499"/>
                </a:lnTo>
                <a:cubicBezTo>
                  <a:pt x="145318" y="184499"/>
                  <a:pt x="145033" y="184309"/>
                  <a:pt x="144843" y="184213"/>
                </a:cubicBezTo>
                <a:cubicBezTo>
                  <a:pt x="143420" y="182785"/>
                  <a:pt x="141523" y="181737"/>
                  <a:pt x="139626" y="181737"/>
                </a:cubicBezTo>
                <a:cubicBezTo>
                  <a:pt x="137255" y="181737"/>
                  <a:pt x="135073" y="183261"/>
                  <a:pt x="133556" y="185261"/>
                </a:cubicBezTo>
                <a:cubicBezTo>
                  <a:pt x="132133" y="186690"/>
                  <a:pt x="127864" y="190976"/>
                  <a:pt x="115059" y="203835"/>
                </a:cubicBezTo>
                <a:lnTo>
                  <a:pt x="95803" y="184499"/>
                </a:lnTo>
                <a:cubicBezTo>
                  <a:pt x="93053" y="181737"/>
                  <a:pt x="87551" y="181737"/>
                  <a:pt x="84800" y="184499"/>
                </a:cubicBezTo>
                <a:cubicBezTo>
                  <a:pt x="80627" y="188690"/>
                  <a:pt x="80627" y="192786"/>
                  <a:pt x="84800" y="196977"/>
                </a:cubicBezTo>
                <a:lnTo>
                  <a:pt x="109557" y="221837"/>
                </a:lnTo>
                <a:cubicBezTo>
                  <a:pt x="112308" y="224600"/>
                  <a:pt x="117810" y="224600"/>
                  <a:pt x="120560" y="221837"/>
                </a:cubicBezTo>
                <a:cubicBezTo>
                  <a:pt x="120560" y="221837"/>
                  <a:pt x="120750" y="221647"/>
                  <a:pt x="131753" y="210598"/>
                </a:cubicBezTo>
                <a:lnTo>
                  <a:pt x="131753" y="264414"/>
                </a:lnTo>
                <a:cubicBezTo>
                  <a:pt x="67062" y="260318"/>
                  <a:pt x="16410" y="206978"/>
                  <a:pt x="16410" y="140684"/>
                </a:cubicBezTo>
                <a:cubicBezTo>
                  <a:pt x="16410" y="74390"/>
                  <a:pt x="71141" y="16573"/>
                  <a:pt x="139626" y="16573"/>
                </a:cubicBezTo>
                <a:cubicBezTo>
                  <a:pt x="208111" y="16573"/>
                  <a:pt x="262843" y="73152"/>
                  <a:pt x="262843" y="140684"/>
                </a:cubicBezTo>
                <a:cubicBezTo>
                  <a:pt x="262843" y="208217"/>
                  <a:pt x="211052" y="260318"/>
                  <a:pt x="147499" y="264414"/>
                </a:cubicBezTo>
                <a:close/>
                <a:moveTo>
                  <a:pt x="189330" y="306134"/>
                </a:moveTo>
                <a:cubicBezTo>
                  <a:pt x="189330" y="311372"/>
                  <a:pt x="185156" y="314039"/>
                  <a:pt x="181078" y="314039"/>
                </a:cubicBezTo>
                <a:lnTo>
                  <a:pt x="98364" y="314039"/>
                </a:lnTo>
                <a:cubicBezTo>
                  <a:pt x="94191" y="314039"/>
                  <a:pt x="90112" y="311372"/>
                  <a:pt x="90112" y="306134"/>
                </a:cubicBezTo>
                <a:cubicBezTo>
                  <a:pt x="90112" y="302133"/>
                  <a:pt x="94286" y="298228"/>
                  <a:pt x="98364" y="298228"/>
                </a:cubicBezTo>
                <a:lnTo>
                  <a:pt x="181078" y="298228"/>
                </a:lnTo>
                <a:cubicBezTo>
                  <a:pt x="185251" y="298228"/>
                  <a:pt x="189330" y="302228"/>
                  <a:pt x="189330" y="306134"/>
                </a:cubicBezTo>
                <a:close/>
                <a:moveTo>
                  <a:pt x="189330" y="339185"/>
                </a:moveTo>
                <a:cubicBezTo>
                  <a:pt x="189330" y="344805"/>
                  <a:pt x="185156" y="347567"/>
                  <a:pt x="181078" y="347567"/>
                </a:cubicBezTo>
                <a:lnTo>
                  <a:pt x="98364" y="347567"/>
                </a:lnTo>
                <a:cubicBezTo>
                  <a:pt x="94191" y="347567"/>
                  <a:pt x="90112" y="344805"/>
                  <a:pt x="90112" y="339185"/>
                </a:cubicBezTo>
                <a:cubicBezTo>
                  <a:pt x="90112" y="334994"/>
                  <a:pt x="94286" y="330803"/>
                  <a:pt x="98364" y="330803"/>
                </a:cubicBezTo>
                <a:lnTo>
                  <a:pt x="181078" y="330803"/>
                </a:lnTo>
                <a:cubicBezTo>
                  <a:pt x="185251" y="330803"/>
                  <a:pt x="189330" y="334994"/>
                  <a:pt x="189330" y="339185"/>
                </a:cubicBezTo>
                <a:close/>
                <a:moveTo>
                  <a:pt x="189330" y="372332"/>
                </a:moveTo>
                <a:cubicBezTo>
                  <a:pt x="189330" y="377571"/>
                  <a:pt x="185156" y="380238"/>
                  <a:pt x="181078" y="380238"/>
                </a:cubicBezTo>
                <a:lnTo>
                  <a:pt x="147594" y="380238"/>
                </a:lnTo>
                <a:lnTo>
                  <a:pt x="147594" y="388811"/>
                </a:lnTo>
                <a:cubicBezTo>
                  <a:pt x="147594" y="394240"/>
                  <a:pt x="143610" y="397002"/>
                  <a:pt x="139721" y="397002"/>
                </a:cubicBezTo>
                <a:cubicBezTo>
                  <a:pt x="135832" y="397002"/>
                  <a:pt x="131848" y="394240"/>
                  <a:pt x="131848" y="388811"/>
                </a:cubicBezTo>
                <a:lnTo>
                  <a:pt x="131848" y="380238"/>
                </a:lnTo>
                <a:lnTo>
                  <a:pt x="98364" y="380238"/>
                </a:lnTo>
                <a:cubicBezTo>
                  <a:pt x="94191" y="380238"/>
                  <a:pt x="90112" y="377571"/>
                  <a:pt x="90112" y="372332"/>
                </a:cubicBezTo>
                <a:cubicBezTo>
                  <a:pt x="90112" y="368332"/>
                  <a:pt x="94286" y="364427"/>
                  <a:pt x="98364" y="364427"/>
                </a:cubicBezTo>
                <a:lnTo>
                  <a:pt x="181078" y="364427"/>
                </a:lnTo>
                <a:cubicBezTo>
                  <a:pt x="185251" y="364427"/>
                  <a:pt x="189330" y="368427"/>
                  <a:pt x="189330" y="37233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4" name="Graphic 160">
            <a:extLst>
              <a:ext uri="{FF2B5EF4-FFF2-40B4-BE49-F238E27FC236}">
                <a16:creationId xmlns:a16="http://schemas.microsoft.com/office/drawing/2014/main" id="{9C37C5EB-6EB0-3D81-3EFA-47979E38DFF2}"/>
              </a:ext>
            </a:extLst>
          </p:cNvPr>
          <p:cNvSpPr/>
          <p:nvPr/>
        </p:nvSpPr>
        <p:spPr>
          <a:xfrm>
            <a:off x="3886139" y="3404123"/>
            <a:ext cx="374014" cy="531722"/>
          </a:xfrm>
          <a:custGeom>
            <a:avLst/>
            <a:gdLst>
              <a:gd name="connsiteX0" fmla="*/ 139626 w 279252"/>
              <a:gd name="connsiteY0" fmla="*/ 0 h 397002"/>
              <a:gd name="connsiteX1" fmla="*/ 0 w 279252"/>
              <a:gd name="connsiteY1" fmla="*/ 140684 h 397002"/>
              <a:gd name="connsiteX2" fmla="*/ 139626 w 279252"/>
              <a:gd name="connsiteY2" fmla="*/ 281369 h 397002"/>
              <a:gd name="connsiteX3" fmla="*/ 139626 w 279252"/>
              <a:gd name="connsiteY3" fmla="*/ 281369 h 397002"/>
              <a:gd name="connsiteX4" fmla="*/ 279252 w 279252"/>
              <a:gd name="connsiteY4" fmla="*/ 140684 h 397002"/>
              <a:gd name="connsiteX5" fmla="*/ 139626 w 279252"/>
              <a:gd name="connsiteY5" fmla="*/ 0 h 397002"/>
              <a:gd name="connsiteX6" fmla="*/ 147499 w 279252"/>
              <a:gd name="connsiteY6" fmla="*/ 264509 h 397002"/>
              <a:gd name="connsiteX7" fmla="*/ 147499 w 279252"/>
              <a:gd name="connsiteY7" fmla="*/ 210217 h 397002"/>
              <a:gd name="connsiteX8" fmla="*/ 159071 w 279252"/>
              <a:gd name="connsiteY8" fmla="*/ 221837 h 397002"/>
              <a:gd name="connsiteX9" fmla="*/ 164573 w 279252"/>
              <a:gd name="connsiteY9" fmla="*/ 223266 h 397002"/>
              <a:gd name="connsiteX10" fmla="*/ 170075 w 279252"/>
              <a:gd name="connsiteY10" fmla="*/ 221837 h 397002"/>
              <a:gd name="connsiteX11" fmla="*/ 194832 w 279252"/>
              <a:gd name="connsiteY11" fmla="*/ 196977 h 397002"/>
              <a:gd name="connsiteX12" fmla="*/ 194832 w 279252"/>
              <a:gd name="connsiteY12" fmla="*/ 184499 h 397002"/>
              <a:gd name="connsiteX13" fmla="*/ 183829 w 279252"/>
              <a:gd name="connsiteY13" fmla="*/ 184499 h 397002"/>
              <a:gd name="connsiteX14" fmla="*/ 164573 w 279252"/>
              <a:gd name="connsiteY14" fmla="*/ 203835 h 397002"/>
              <a:gd name="connsiteX15" fmla="*/ 145318 w 279252"/>
              <a:gd name="connsiteY15" fmla="*/ 184499 h 397002"/>
              <a:gd name="connsiteX16" fmla="*/ 144843 w 279252"/>
              <a:gd name="connsiteY16" fmla="*/ 184213 h 397002"/>
              <a:gd name="connsiteX17" fmla="*/ 139626 w 279252"/>
              <a:gd name="connsiteY17" fmla="*/ 181737 h 397002"/>
              <a:gd name="connsiteX18" fmla="*/ 133556 w 279252"/>
              <a:gd name="connsiteY18" fmla="*/ 185261 h 397002"/>
              <a:gd name="connsiteX19" fmla="*/ 115059 w 279252"/>
              <a:gd name="connsiteY19" fmla="*/ 203835 h 397002"/>
              <a:gd name="connsiteX20" fmla="*/ 95803 w 279252"/>
              <a:gd name="connsiteY20" fmla="*/ 184499 h 397002"/>
              <a:gd name="connsiteX21" fmla="*/ 84800 w 279252"/>
              <a:gd name="connsiteY21" fmla="*/ 184499 h 397002"/>
              <a:gd name="connsiteX22" fmla="*/ 84800 w 279252"/>
              <a:gd name="connsiteY22" fmla="*/ 196977 h 397002"/>
              <a:gd name="connsiteX23" fmla="*/ 109557 w 279252"/>
              <a:gd name="connsiteY23" fmla="*/ 221837 h 397002"/>
              <a:gd name="connsiteX24" fmla="*/ 120560 w 279252"/>
              <a:gd name="connsiteY24" fmla="*/ 221837 h 397002"/>
              <a:gd name="connsiteX25" fmla="*/ 131753 w 279252"/>
              <a:gd name="connsiteY25" fmla="*/ 210598 h 397002"/>
              <a:gd name="connsiteX26" fmla="*/ 131753 w 279252"/>
              <a:gd name="connsiteY26" fmla="*/ 264414 h 397002"/>
              <a:gd name="connsiteX27" fmla="*/ 16410 w 279252"/>
              <a:gd name="connsiteY27" fmla="*/ 140684 h 397002"/>
              <a:gd name="connsiteX28" fmla="*/ 139626 w 279252"/>
              <a:gd name="connsiteY28" fmla="*/ 16573 h 397002"/>
              <a:gd name="connsiteX29" fmla="*/ 262843 w 279252"/>
              <a:gd name="connsiteY29" fmla="*/ 140684 h 397002"/>
              <a:gd name="connsiteX30" fmla="*/ 147499 w 279252"/>
              <a:gd name="connsiteY30" fmla="*/ 264414 h 397002"/>
              <a:gd name="connsiteX31" fmla="*/ 189330 w 279252"/>
              <a:gd name="connsiteY31" fmla="*/ 306134 h 397002"/>
              <a:gd name="connsiteX32" fmla="*/ 181078 w 279252"/>
              <a:gd name="connsiteY32" fmla="*/ 314039 h 397002"/>
              <a:gd name="connsiteX33" fmla="*/ 98364 w 279252"/>
              <a:gd name="connsiteY33" fmla="*/ 314039 h 397002"/>
              <a:gd name="connsiteX34" fmla="*/ 90112 w 279252"/>
              <a:gd name="connsiteY34" fmla="*/ 306134 h 397002"/>
              <a:gd name="connsiteX35" fmla="*/ 98364 w 279252"/>
              <a:gd name="connsiteY35" fmla="*/ 298228 h 397002"/>
              <a:gd name="connsiteX36" fmla="*/ 181078 w 279252"/>
              <a:gd name="connsiteY36" fmla="*/ 298228 h 397002"/>
              <a:gd name="connsiteX37" fmla="*/ 189330 w 279252"/>
              <a:gd name="connsiteY37" fmla="*/ 306134 h 397002"/>
              <a:gd name="connsiteX38" fmla="*/ 189330 w 279252"/>
              <a:gd name="connsiteY38" fmla="*/ 339185 h 397002"/>
              <a:gd name="connsiteX39" fmla="*/ 181078 w 279252"/>
              <a:gd name="connsiteY39" fmla="*/ 347567 h 397002"/>
              <a:gd name="connsiteX40" fmla="*/ 98364 w 279252"/>
              <a:gd name="connsiteY40" fmla="*/ 347567 h 397002"/>
              <a:gd name="connsiteX41" fmla="*/ 90112 w 279252"/>
              <a:gd name="connsiteY41" fmla="*/ 339185 h 397002"/>
              <a:gd name="connsiteX42" fmla="*/ 98364 w 279252"/>
              <a:gd name="connsiteY42" fmla="*/ 330803 h 397002"/>
              <a:gd name="connsiteX43" fmla="*/ 181078 w 279252"/>
              <a:gd name="connsiteY43" fmla="*/ 330803 h 397002"/>
              <a:gd name="connsiteX44" fmla="*/ 189330 w 279252"/>
              <a:gd name="connsiteY44" fmla="*/ 339185 h 397002"/>
              <a:gd name="connsiteX45" fmla="*/ 189330 w 279252"/>
              <a:gd name="connsiteY45" fmla="*/ 372332 h 397002"/>
              <a:gd name="connsiteX46" fmla="*/ 181078 w 279252"/>
              <a:gd name="connsiteY46" fmla="*/ 380238 h 397002"/>
              <a:gd name="connsiteX47" fmla="*/ 147594 w 279252"/>
              <a:gd name="connsiteY47" fmla="*/ 380238 h 397002"/>
              <a:gd name="connsiteX48" fmla="*/ 147594 w 279252"/>
              <a:gd name="connsiteY48" fmla="*/ 388811 h 397002"/>
              <a:gd name="connsiteX49" fmla="*/ 139721 w 279252"/>
              <a:gd name="connsiteY49" fmla="*/ 397002 h 397002"/>
              <a:gd name="connsiteX50" fmla="*/ 131848 w 279252"/>
              <a:gd name="connsiteY50" fmla="*/ 388811 h 397002"/>
              <a:gd name="connsiteX51" fmla="*/ 131848 w 279252"/>
              <a:gd name="connsiteY51" fmla="*/ 380238 h 397002"/>
              <a:gd name="connsiteX52" fmla="*/ 98364 w 279252"/>
              <a:gd name="connsiteY52" fmla="*/ 380238 h 397002"/>
              <a:gd name="connsiteX53" fmla="*/ 90112 w 279252"/>
              <a:gd name="connsiteY53" fmla="*/ 372332 h 397002"/>
              <a:gd name="connsiteX54" fmla="*/ 98364 w 279252"/>
              <a:gd name="connsiteY54" fmla="*/ 364427 h 397002"/>
              <a:gd name="connsiteX55" fmla="*/ 181078 w 279252"/>
              <a:gd name="connsiteY55" fmla="*/ 364427 h 397002"/>
              <a:gd name="connsiteX56" fmla="*/ 189330 w 279252"/>
              <a:gd name="connsiteY56" fmla="*/ 372332 h 39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79252" h="397002">
                <a:moveTo>
                  <a:pt x="139626" y="0"/>
                </a:moveTo>
                <a:cubicBezTo>
                  <a:pt x="62984" y="0"/>
                  <a:pt x="0" y="63437"/>
                  <a:pt x="0" y="140684"/>
                </a:cubicBezTo>
                <a:cubicBezTo>
                  <a:pt x="0" y="217932"/>
                  <a:pt x="62984" y="281369"/>
                  <a:pt x="139626" y="281369"/>
                </a:cubicBezTo>
                <a:lnTo>
                  <a:pt x="139626" y="281369"/>
                </a:lnTo>
                <a:cubicBezTo>
                  <a:pt x="216269" y="281369"/>
                  <a:pt x="279252" y="219265"/>
                  <a:pt x="279252" y="140684"/>
                </a:cubicBezTo>
                <a:cubicBezTo>
                  <a:pt x="279252" y="62103"/>
                  <a:pt x="216269" y="0"/>
                  <a:pt x="139626" y="0"/>
                </a:cubicBezTo>
                <a:close/>
                <a:moveTo>
                  <a:pt x="147499" y="264509"/>
                </a:moveTo>
                <a:lnTo>
                  <a:pt x="147499" y="210217"/>
                </a:lnTo>
                <a:cubicBezTo>
                  <a:pt x="150250" y="212979"/>
                  <a:pt x="153949" y="216694"/>
                  <a:pt x="159071" y="221837"/>
                </a:cubicBezTo>
                <a:cubicBezTo>
                  <a:pt x="160494" y="223266"/>
                  <a:pt x="161822" y="223266"/>
                  <a:pt x="164573" y="223266"/>
                </a:cubicBezTo>
                <a:cubicBezTo>
                  <a:pt x="165996" y="223266"/>
                  <a:pt x="168747" y="223266"/>
                  <a:pt x="170075" y="221837"/>
                </a:cubicBezTo>
                <a:lnTo>
                  <a:pt x="194832" y="196977"/>
                </a:lnTo>
                <a:cubicBezTo>
                  <a:pt x="197583" y="192786"/>
                  <a:pt x="197583" y="188690"/>
                  <a:pt x="194832" y="184499"/>
                </a:cubicBezTo>
                <a:cubicBezTo>
                  <a:pt x="192081" y="181737"/>
                  <a:pt x="186579" y="181737"/>
                  <a:pt x="183829" y="184499"/>
                </a:cubicBezTo>
                <a:lnTo>
                  <a:pt x="164573" y="203835"/>
                </a:lnTo>
                <a:lnTo>
                  <a:pt x="145318" y="184499"/>
                </a:lnTo>
                <a:cubicBezTo>
                  <a:pt x="145318" y="184499"/>
                  <a:pt x="145033" y="184309"/>
                  <a:pt x="144843" y="184213"/>
                </a:cubicBezTo>
                <a:cubicBezTo>
                  <a:pt x="143420" y="182785"/>
                  <a:pt x="141523" y="181737"/>
                  <a:pt x="139626" y="181737"/>
                </a:cubicBezTo>
                <a:cubicBezTo>
                  <a:pt x="137255" y="181737"/>
                  <a:pt x="135073" y="183261"/>
                  <a:pt x="133556" y="185261"/>
                </a:cubicBezTo>
                <a:cubicBezTo>
                  <a:pt x="132133" y="186690"/>
                  <a:pt x="127864" y="190976"/>
                  <a:pt x="115059" y="203835"/>
                </a:cubicBezTo>
                <a:lnTo>
                  <a:pt x="95803" y="184499"/>
                </a:lnTo>
                <a:cubicBezTo>
                  <a:pt x="93053" y="181737"/>
                  <a:pt x="87551" y="181737"/>
                  <a:pt x="84800" y="184499"/>
                </a:cubicBezTo>
                <a:cubicBezTo>
                  <a:pt x="80627" y="188690"/>
                  <a:pt x="80627" y="192786"/>
                  <a:pt x="84800" y="196977"/>
                </a:cubicBezTo>
                <a:lnTo>
                  <a:pt x="109557" y="221837"/>
                </a:lnTo>
                <a:cubicBezTo>
                  <a:pt x="112308" y="224600"/>
                  <a:pt x="117810" y="224600"/>
                  <a:pt x="120560" y="221837"/>
                </a:cubicBezTo>
                <a:cubicBezTo>
                  <a:pt x="120560" y="221837"/>
                  <a:pt x="120750" y="221647"/>
                  <a:pt x="131753" y="210598"/>
                </a:cubicBezTo>
                <a:lnTo>
                  <a:pt x="131753" y="264414"/>
                </a:lnTo>
                <a:cubicBezTo>
                  <a:pt x="67062" y="260318"/>
                  <a:pt x="16410" y="206978"/>
                  <a:pt x="16410" y="140684"/>
                </a:cubicBezTo>
                <a:cubicBezTo>
                  <a:pt x="16410" y="74390"/>
                  <a:pt x="71141" y="16573"/>
                  <a:pt x="139626" y="16573"/>
                </a:cubicBezTo>
                <a:cubicBezTo>
                  <a:pt x="208111" y="16573"/>
                  <a:pt x="262843" y="73152"/>
                  <a:pt x="262843" y="140684"/>
                </a:cubicBezTo>
                <a:cubicBezTo>
                  <a:pt x="262843" y="208217"/>
                  <a:pt x="211052" y="260318"/>
                  <a:pt x="147499" y="264414"/>
                </a:cubicBezTo>
                <a:close/>
                <a:moveTo>
                  <a:pt x="189330" y="306134"/>
                </a:moveTo>
                <a:cubicBezTo>
                  <a:pt x="189330" y="311372"/>
                  <a:pt x="185156" y="314039"/>
                  <a:pt x="181078" y="314039"/>
                </a:cubicBezTo>
                <a:lnTo>
                  <a:pt x="98364" y="314039"/>
                </a:lnTo>
                <a:cubicBezTo>
                  <a:pt x="94191" y="314039"/>
                  <a:pt x="90112" y="311372"/>
                  <a:pt x="90112" y="306134"/>
                </a:cubicBezTo>
                <a:cubicBezTo>
                  <a:pt x="90112" y="302133"/>
                  <a:pt x="94286" y="298228"/>
                  <a:pt x="98364" y="298228"/>
                </a:cubicBezTo>
                <a:lnTo>
                  <a:pt x="181078" y="298228"/>
                </a:lnTo>
                <a:cubicBezTo>
                  <a:pt x="185251" y="298228"/>
                  <a:pt x="189330" y="302228"/>
                  <a:pt x="189330" y="306134"/>
                </a:cubicBezTo>
                <a:close/>
                <a:moveTo>
                  <a:pt x="189330" y="339185"/>
                </a:moveTo>
                <a:cubicBezTo>
                  <a:pt x="189330" y="344805"/>
                  <a:pt x="185156" y="347567"/>
                  <a:pt x="181078" y="347567"/>
                </a:cubicBezTo>
                <a:lnTo>
                  <a:pt x="98364" y="347567"/>
                </a:lnTo>
                <a:cubicBezTo>
                  <a:pt x="94191" y="347567"/>
                  <a:pt x="90112" y="344805"/>
                  <a:pt x="90112" y="339185"/>
                </a:cubicBezTo>
                <a:cubicBezTo>
                  <a:pt x="90112" y="334994"/>
                  <a:pt x="94286" y="330803"/>
                  <a:pt x="98364" y="330803"/>
                </a:cubicBezTo>
                <a:lnTo>
                  <a:pt x="181078" y="330803"/>
                </a:lnTo>
                <a:cubicBezTo>
                  <a:pt x="185251" y="330803"/>
                  <a:pt x="189330" y="334994"/>
                  <a:pt x="189330" y="339185"/>
                </a:cubicBezTo>
                <a:close/>
                <a:moveTo>
                  <a:pt x="189330" y="372332"/>
                </a:moveTo>
                <a:cubicBezTo>
                  <a:pt x="189330" y="377571"/>
                  <a:pt x="185156" y="380238"/>
                  <a:pt x="181078" y="380238"/>
                </a:cubicBezTo>
                <a:lnTo>
                  <a:pt x="147594" y="380238"/>
                </a:lnTo>
                <a:lnTo>
                  <a:pt x="147594" y="388811"/>
                </a:lnTo>
                <a:cubicBezTo>
                  <a:pt x="147594" y="394240"/>
                  <a:pt x="143610" y="397002"/>
                  <a:pt x="139721" y="397002"/>
                </a:cubicBezTo>
                <a:cubicBezTo>
                  <a:pt x="135832" y="397002"/>
                  <a:pt x="131848" y="394240"/>
                  <a:pt x="131848" y="388811"/>
                </a:cubicBezTo>
                <a:lnTo>
                  <a:pt x="131848" y="380238"/>
                </a:lnTo>
                <a:lnTo>
                  <a:pt x="98364" y="380238"/>
                </a:lnTo>
                <a:cubicBezTo>
                  <a:pt x="94191" y="380238"/>
                  <a:pt x="90112" y="377571"/>
                  <a:pt x="90112" y="372332"/>
                </a:cubicBezTo>
                <a:cubicBezTo>
                  <a:pt x="90112" y="368332"/>
                  <a:pt x="94286" y="364427"/>
                  <a:pt x="98364" y="364427"/>
                </a:cubicBezTo>
                <a:lnTo>
                  <a:pt x="181078" y="364427"/>
                </a:lnTo>
                <a:cubicBezTo>
                  <a:pt x="185251" y="364427"/>
                  <a:pt x="189330" y="368427"/>
                  <a:pt x="189330" y="37233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5" name="Graphic 160">
            <a:extLst>
              <a:ext uri="{FF2B5EF4-FFF2-40B4-BE49-F238E27FC236}">
                <a16:creationId xmlns:a16="http://schemas.microsoft.com/office/drawing/2014/main" id="{999EC3A4-A018-1136-26E4-DD98C1227E65}"/>
              </a:ext>
            </a:extLst>
          </p:cNvPr>
          <p:cNvSpPr/>
          <p:nvPr/>
        </p:nvSpPr>
        <p:spPr>
          <a:xfrm>
            <a:off x="4648139" y="3404123"/>
            <a:ext cx="374014" cy="531722"/>
          </a:xfrm>
          <a:custGeom>
            <a:avLst/>
            <a:gdLst>
              <a:gd name="connsiteX0" fmla="*/ 139626 w 279252"/>
              <a:gd name="connsiteY0" fmla="*/ 0 h 397002"/>
              <a:gd name="connsiteX1" fmla="*/ 0 w 279252"/>
              <a:gd name="connsiteY1" fmla="*/ 140684 h 397002"/>
              <a:gd name="connsiteX2" fmla="*/ 139626 w 279252"/>
              <a:gd name="connsiteY2" fmla="*/ 281369 h 397002"/>
              <a:gd name="connsiteX3" fmla="*/ 139626 w 279252"/>
              <a:gd name="connsiteY3" fmla="*/ 281369 h 397002"/>
              <a:gd name="connsiteX4" fmla="*/ 279252 w 279252"/>
              <a:gd name="connsiteY4" fmla="*/ 140684 h 397002"/>
              <a:gd name="connsiteX5" fmla="*/ 139626 w 279252"/>
              <a:gd name="connsiteY5" fmla="*/ 0 h 397002"/>
              <a:gd name="connsiteX6" fmla="*/ 147499 w 279252"/>
              <a:gd name="connsiteY6" fmla="*/ 264509 h 397002"/>
              <a:gd name="connsiteX7" fmla="*/ 147499 w 279252"/>
              <a:gd name="connsiteY7" fmla="*/ 210217 h 397002"/>
              <a:gd name="connsiteX8" fmla="*/ 159071 w 279252"/>
              <a:gd name="connsiteY8" fmla="*/ 221837 h 397002"/>
              <a:gd name="connsiteX9" fmla="*/ 164573 w 279252"/>
              <a:gd name="connsiteY9" fmla="*/ 223266 h 397002"/>
              <a:gd name="connsiteX10" fmla="*/ 170075 w 279252"/>
              <a:gd name="connsiteY10" fmla="*/ 221837 h 397002"/>
              <a:gd name="connsiteX11" fmla="*/ 194832 w 279252"/>
              <a:gd name="connsiteY11" fmla="*/ 196977 h 397002"/>
              <a:gd name="connsiteX12" fmla="*/ 194832 w 279252"/>
              <a:gd name="connsiteY12" fmla="*/ 184499 h 397002"/>
              <a:gd name="connsiteX13" fmla="*/ 183829 w 279252"/>
              <a:gd name="connsiteY13" fmla="*/ 184499 h 397002"/>
              <a:gd name="connsiteX14" fmla="*/ 164573 w 279252"/>
              <a:gd name="connsiteY14" fmla="*/ 203835 h 397002"/>
              <a:gd name="connsiteX15" fmla="*/ 145318 w 279252"/>
              <a:gd name="connsiteY15" fmla="*/ 184499 h 397002"/>
              <a:gd name="connsiteX16" fmla="*/ 144843 w 279252"/>
              <a:gd name="connsiteY16" fmla="*/ 184213 h 397002"/>
              <a:gd name="connsiteX17" fmla="*/ 139626 w 279252"/>
              <a:gd name="connsiteY17" fmla="*/ 181737 h 397002"/>
              <a:gd name="connsiteX18" fmla="*/ 133556 w 279252"/>
              <a:gd name="connsiteY18" fmla="*/ 185261 h 397002"/>
              <a:gd name="connsiteX19" fmla="*/ 115059 w 279252"/>
              <a:gd name="connsiteY19" fmla="*/ 203835 h 397002"/>
              <a:gd name="connsiteX20" fmla="*/ 95803 w 279252"/>
              <a:gd name="connsiteY20" fmla="*/ 184499 h 397002"/>
              <a:gd name="connsiteX21" fmla="*/ 84800 w 279252"/>
              <a:gd name="connsiteY21" fmla="*/ 184499 h 397002"/>
              <a:gd name="connsiteX22" fmla="*/ 84800 w 279252"/>
              <a:gd name="connsiteY22" fmla="*/ 196977 h 397002"/>
              <a:gd name="connsiteX23" fmla="*/ 109557 w 279252"/>
              <a:gd name="connsiteY23" fmla="*/ 221837 h 397002"/>
              <a:gd name="connsiteX24" fmla="*/ 120560 w 279252"/>
              <a:gd name="connsiteY24" fmla="*/ 221837 h 397002"/>
              <a:gd name="connsiteX25" fmla="*/ 131753 w 279252"/>
              <a:gd name="connsiteY25" fmla="*/ 210598 h 397002"/>
              <a:gd name="connsiteX26" fmla="*/ 131753 w 279252"/>
              <a:gd name="connsiteY26" fmla="*/ 264414 h 397002"/>
              <a:gd name="connsiteX27" fmla="*/ 16410 w 279252"/>
              <a:gd name="connsiteY27" fmla="*/ 140684 h 397002"/>
              <a:gd name="connsiteX28" fmla="*/ 139626 w 279252"/>
              <a:gd name="connsiteY28" fmla="*/ 16573 h 397002"/>
              <a:gd name="connsiteX29" fmla="*/ 262843 w 279252"/>
              <a:gd name="connsiteY29" fmla="*/ 140684 h 397002"/>
              <a:gd name="connsiteX30" fmla="*/ 147499 w 279252"/>
              <a:gd name="connsiteY30" fmla="*/ 264414 h 397002"/>
              <a:gd name="connsiteX31" fmla="*/ 189330 w 279252"/>
              <a:gd name="connsiteY31" fmla="*/ 306134 h 397002"/>
              <a:gd name="connsiteX32" fmla="*/ 181078 w 279252"/>
              <a:gd name="connsiteY32" fmla="*/ 314039 h 397002"/>
              <a:gd name="connsiteX33" fmla="*/ 98364 w 279252"/>
              <a:gd name="connsiteY33" fmla="*/ 314039 h 397002"/>
              <a:gd name="connsiteX34" fmla="*/ 90112 w 279252"/>
              <a:gd name="connsiteY34" fmla="*/ 306134 h 397002"/>
              <a:gd name="connsiteX35" fmla="*/ 98364 w 279252"/>
              <a:gd name="connsiteY35" fmla="*/ 298228 h 397002"/>
              <a:gd name="connsiteX36" fmla="*/ 181078 w 279252"/>
              <a:gd name="connsiteY36" fmla="*/ 298228 h 397002"/>
              <a:gd name="connsiteX37" fmla="*/ 189330 w 279252"/>
              <a:gd name="connsiteY37" fmla="*/ 306134 h 397002"/>
              <a:gd name="connsiteX38" fmla="*/ 189330 w 279252"/>
              <a:gd name="connsiteY38" fmla="*/ 339185 h 397002"/>
              <a:gd name="connsiteX39" fmla="*/ 181078 w 279252"/>
              <a:gd name="connsiteY39" fmla="*/ 347567 h 397002"/>
              <a:gd name="connsiteX40" fmla="*/ 98364 w 279252"/>
              <a:gd name="connsiteY40" fmla="*/ 347567 h 397002"/>
              <a:gd name="connsiteX41" fmla="*/ 90112 w 279252"/>
              <a:gd name="connsiteY41" fmla="*/ 339185 h 397002"/>
              <a:gd name="connsiteX42" fmla="*/ 98364 w 279252"/>
              <a:gd name="connsiteY42" fmla="*/ 330803 h 397002"/>
              <a:gd name="connsiteX43" fmla="*/ 181078 w 279252"/>
              <a:gd name="connsiteY43" fmla="*/ 330803 h 397002"/>
              <a:gd name="connsiteX44" fmla="*/ 189330 w 279252"/>
              <a:gd name="connsiteY44" fmla="*/ 339185 h 397002"/>
              <a:gd name="connsiteX45" fmla="*/ 189330 w 279252"/>
              <a:gd name="connsiteY45" fmla="*/ 372332 h 397002"/>
              <a:gd name="connsiteX46" fmla="*/ 181078 w 279252"/>
              <a:gd name="connsiteY46" fmla="*/ 380238 h 397002"/>
              <a:gd name="connsiteX47" fmla="*/ 147594 w 279252"/>
              <a:gd name="connsiteY47" fmla="*/ 380238 h 397002"/>
              <a:gd name="connsiteX48" fmla="*/ 147594 w 279252"/>
              <a:gd name="connsiteY48" fmla="*/ 388811 h 397002"/>
              <a:gd name="connsiteX49" fmla="*/ 139721 w 279252"/>
              <a:gd name="connsiteY49" fmla="*/ 397002 h 397002"/>
              <a:gd name="connsiteX50" fmla="*/ 131848 w 279252"/>
              <a:gd name="connsiteY50" fmla="*/ 388811 h 397002"/>
              <a:gd name="connsiteX51" fmla="*/ 131848 w 279252"/>
              <a:gd name="connsiteY51" fmla="*/ 380238 h 397002"/>
              <a:gd name="connsiteX52" fmla="*/ 98364 w 279252"/>
              <a:gd name="connsiteY52" fmla="*/ 380238 h 397002"/>
              <a:gd name="connsiteX53" fmla="*/ 90112 w 279252"/>
              <a:gd name="connsiteY53" fmla="*/ 372332 h 397002"/>
              <a:gd name="connsiteX54" fmla="*/ 98364 w 279252"/>
              <a:gd name="connsiteY54" fmla="*/ 364427 h 397002"/>
              <a:gd name="connsiteX55" fmla="*/ 181078 w 279252"/>
              <a:gd name="connsiteY55" fmla="*/ 364427 h 397002"/>
              <a:gd name="connsiteX56" fmla="*/ 189330 w 279252"/>
              <a:gd name="connsiteY56" fmla="*/ 372332 h 39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79252" h="397002">
                <a:moveTo>
                  <a:pt x="139626" y="0"/>
                </a:moveTo>
                <a:cubicBezTo>
                  <a:pt x="62984" y="0"/>
                  <a:pt x="0" y="63437"/>
                  <a:pt x="0" y="140684"/>
                </a:cubicBezTo>
                <a:cubicBezTo>
                  <a:pt x="0" y="217932"/>
                  <a:pt x="62984" y="281369"/>
                  <a:pt x="139626" y="281369"/>
                </a:cubicBezTo>
                <a:lnTo>
                  <a:pt x="139626" y="281369"/>
                </a:lnTo>
                <a:cubicBezTo>
                  <a:pt x="216269" y="281369"/>
                  <a:pt x="279252" y="219265"/>
                  <a:pt x="279252" y="140684"/>
                </a:cubicBezTo>
                <a:cubicBezTo>
                  <a:pt x="279252" y="62103"/>
                  <a:pt x="216269" y="0"/>
                  <a:pt x="139626" y="0"/>
                </a:cubicBezTo>
                <a:close/>
                <a:moveTo>
                  <a:pt x="147499" y="264509"/>
                </a:moveTo>
                <a:lnTo>
                  <a:pt x="147499" y="210217"/>
                </a:lnTo>
                <a:cubicBezTo>
                  <a:pt x="150250" y="212979"/>
                  <a:pt x="153949" y="216694"/>
                  <a:pt x="159071" y="221837"/>
                </a:cubicBezTo>
                <a:cubicBezTo>
                  <a:pt x="160494" y="223266"/>
                  <a:pt x="161822" y="223266"/>
                  <a:pt x="164573" y="223266"/>
                </a:cubicBezTo>
                <a:cubicBezTo>
                  <a:pt x="165996" y="223266"/>
                  <a:pt x="168747" y="223266"/>
                  <a:pt x="170075" y="221837"/>
                </a:cubicBezTo>
                <a:lnTo>
                  <a:pt x="194832" y="196977"/>
                </a:lnTo>
                <a:cubicBezTo>
                  <a:pt x="197583" y="192786"/>
                  <a:pt x="197583" y="188690"/>
                  <a:pt x="194832" y="184499"/>
                </a:cubicBezTo>
                <a:cubicBezTo>
                  <a:pt x="192081" y="181737"/>
                  <a:pt x="186579" y="181737"/>
                  <a:pt x="183829" y="184499"/>
                </a:cubicBezTo>
                <a:lnTo>
                  <a:pt x="164573" y="203835"/>
                </a:lnTo>
                <a:lnTo>
                  <a:pt x="145318" y="184499"/>
                </a:lnTo>
                <a:cubicBezTo>
                  <a:pt x="145318" y="184499"/>
                  <a:pt x="145033" y="184309"/>
                  <a:pt x="144843" y="184213"/>
                </a:cubicBezTo>
                <a:cubicBezTo>
                  <a:pt x="143420" y="182785"/>
                  <a:pt x="141523" y="181737"/>
                  <a:pt x="139626" y="181737"/>
                </a:cubicBezTo>
                <a:cubicBezTo>
                  <a:pt x="137255" y="181737"/>
                  <a:pt x="135073" y="183261"/>
                  <a:pt x="133556" y="185261"/>
                </a:cubicBezTo>
                <a:cubicBezTo>
                  <a:pt x="132133" y="186690"/>
                  <a:pt x="127864" y="190976"/>
                  <a:pt x="115059" y="203835"/>
                </a:cubicBezTo>
                <a:lnTo>
                  <a:pt x="95803" y="184499"/>
                </a:lnTo>
                <a:cubicBezTo>
                  <a:pt x="93053" y="181737"/>
                  <a:pt x="87551" y="181737"/>
                  <a:pt x="84800" y="184499"/>
                </a:cubicBezTo>
                <a:cubicBezTo>
                  <a:pt x="80627" y="188690"/>
                  <a:pt x="80627" y="192786"/>
                  <a:pt x="84800" y="196977"/>
                </a:cubicBezTo>
                <a:lnTo>
                  <a:pt x="109557" y="221837"/>
                </a:lnTo>
                <a:cubicBezTo>
                  <a:pt x="112308" y="224600"/>
                  <a:pt x="117810" y="224600"/>
                  <a:pt x="120560" y="221837"/>
                </a:cubicBezTo>
                <a:cubicBezTo>
                  <a:pt x="120560" y="221837"/>
                  <a:pt x="120750" y="221647"/>
                  <a:pt x="131753" y="210598"/>
                </a:cubicBezTo>
                <a:lnTo>
                  <a:pt x="131753" y="264414"/>
                </a:lnTo>
                <a:cubicBezTo>
                  <a:pt x="67062" y="260318"/>
                  <a:pt x="16410" y="206978"/>
                  <a:pt x="16410" y="140684"/>
                </a:cubicBezTo>
                <a:cubicBezTo>
                  <a:pt x="16410" y="74390"/>
                  <a:pt x="71141" y="16573"/>
                  <a:pt x="139626" y="16573"/>
                </a:cubicBezTo>
                <a:cubicBezTo>
                  <a:pt x="208111" y="16573"/>
                  <a:pt x="262843" y="73152"/>
                  <a:pt x="262843" y="140684"/>
                </a:cubicBezTo>
                <a:cubicBezTo>
                  <a:pt x="262843" y="208217"/>
                  <a:pt x="211052" y="260318"/>
                  <a:pt x="147499" y="264414"/>
                </a:cubicBezTo>
                <a:close/>
                <a:moveTo>
                  <a:pt x="189330" y="306134"/>
                </a:moveTo>
                <a:cubicBezTo>
                  <a:pt x="189330" y="311372"/>
                  <a:pt x="185156" y="314039"/>
                  <a:pt x="181078" y="314039"/>
                </a:cubicBezTo>
                <a:lnTo>
                  <a:pt x="98364" y="314039"/>
                </a:lnTo>
                <a:cubicBezTo>
                  <a:pt x="94191" y="314039"/>
                  <a:pt x="90112" y="311372"/>
                  <a:pt x="90112" y="306134"/>
                </a:cubicBezTo>
                <a:cubicBezTo>
                  <a:pt x="90112" y="302133"/>
                  <a:pt x="94286" y="298228"/>
                  <a:pt x="98364" y="298228"/>
                </a:cubicBezTo>
                <a:lnTo>
                  <a:pt x="181078" y="298228"/>
                </a:lnTo>
                <a:cubicBezTo>
                  <a:pt x="185251" y="298228"/>
                  <a:pt x="189330" y="302228"/>
                  <a:pt x="189330" y="306134"/>
                </a:cubicBezTo>
                <a:close/>
                <a:moveTo>
                  <a:pt x="189330" y="339185"/>
                </a:moveTo>
                <a:cubicBezTo>
                  <a:pt x="189330" y="344805"/>
                  <a:pt x="185156" y="347567"/>
                  <a:pt x="181078" y="347567"/>
                </a:cubicBezTo>
                <a:lnTo>
                  <a:pt x="98364" y="347567"/>
                </a:lnTo>
                <a:cubicBezTo>
                  <a:pt x="94191" y="347567"/>
                  <a:pt x="90112" y="344805"/>
                  <a:pt x="90112" y="339185"/>
                </a:cubicBezTo>
                <a:cubicBezTo>
                  <a:pt x="90112" y="334994"/>
                  <a:pt x="94286" y="330803"/>
                  <a:pt x="98364" y="330803"/>
                </a:cubicBezTo>
                <a:lnTo>
                  <a:pt x="181078" y="330803"/>
                </a:lnTo>
                <a:cubicBezTo>
                  <a:pt x="185251" y="330803"/>
                  <a:pt x="189330" y="334994"/>
                  <a:pt x="189330" y="339185"/>
                </a:cubicBezTo>
                <a:close/>
                <a:moveTo>
                  <a:pt x="189330" y="372332"/>
                </a:moveTo>
                <a:cubicBezTo>
                  <a:pt x="189330" y="377571"/>
                  <a:pt x="185156" y="380238"/>
                  <a:pt x="181078" y="380238"/>
                </a:cubicBezTo>
                <a:lnTo>
                  <a:pt x="147594" y="380238"/>
                </a:lnTo>
                <a:lnTo>
                  <a:pt x="147594" y="388811"/>
                </a:lnTo>
                <a:cubicBezTo>
                  <a:pt x="147594" y="394240"/>
                  <a:pt x="143610" y="397002"/>
                  <a:pt x="139721" y="397002"/>
                </a:cubicBezTo>
                <a:cubicBezTo>
                  <a:pt x="135832" y="397002"/>
                  <a:pt x="131848" y="394240"/>
                  <a:pt x="131848" y="388811"/>
                </a:cubicBezTo>
                <a:lnTo>
                  <a:pt x="131848" y="380238"/>
                </a:lnTo>
                <a:lnTo>
                  <a:pt x="98364" y="380238"/>
                </a:lnTo>
                <a:cubicBezTo>
                  <a:pt x="94191" y="380238"/>
                  <a:pt x="90112" y="377571"/>
                  <a:pt x="90112" y="372332"/>
                </a:cubicBezTo>
                <a:cubicBezTo>
                  <a:pt x="90112" y="368332"/>
                  <a:pt x="94286" y="364427"/>
                  <a:pt x="98364" y="364427"/>
                </a:cubicBezTo>
                <a:lnTo>
                  <a:pt x="181078" y="364427"/>
                </a:lnTo>
                <a:cubicBezTo>
                  <a:pt x="185251" y="364427"/>
                  <a:pt x="189330" y="368427"/>
                  <a:pt x="189330" y="37233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8" name="Graphic 166">
            <a:extLst>
              <a:ext uri="{FF2B5EF4-FFF2-40B4-BE49-F238E27FC236}">
                <a16:creationId xmlns:a16="http://schemas.microsoft.com/office/drawing/2014/main" id="{61F043A0-AAB1-679B-00B3-ADEFBD778EA4}"/>
              </a:ext>
            </a:extLst>
          </p:cNvPr>
          <p:cNvSpPr/>
          <p:nvPr/>
        </p:nvSpPr>
        <p:spPr>
          <a:xfrm>
            <a:off x="5517832" y="2935015"/>
            <a:ext cx="414621" cy="380679"/>
          </a:xfrm>
          <a:custGeom>
            <a:avLst/>
            <a:gdLst>
              <a:gd name="connsiteX0" fmla="*/ 304389 w 311123"/>
              <a:gd name="connsiteY0" fmla="*/ 0 h 285654"/>
              <a:gd name="connsiteX1" fmla="*/ 155562 w 311123"/>
              <a:gd name="connsiteY1" fmla="*/ 37433 h 285654"/>
              <a:gd name="connsiteX2" fmla="*/ 6735 w 311123"/>
              <a:gd name="connsiteY2" fmla="*/ 0 h 285654"/>
              <a:gd name="connsiteX3" fmla="*/ 0 w 311123"/>
              <a:gd name="connsiteY3" fmla="*/ 6763 h 285654"/>
              <a:gd name="connsiteX4" fmla="*/ 0 w 311123"/>
              <a:gd name="connsiteY4" fmla="*/ 231267 h 285654"/>
              <a:gd name="connsiteX5" fmla="*/ 6735 w 311123"/>
              <a:gd name="connsiteY5" fmla="*/ 238030 h 285654"/>
              <a:gd name="connsiteX6" fmla="*/ 148827 w 311123"/>
              <a:gd name="connsiteY6" fmla="*/ 278892 h 285654"/>
              <a:gd name="connsiteX7" fmla="*/ 155562 w 311123"/>
              <a:gd name="connsiteY7" fmla="*/ 285655 h 285654"/>
              <a:gd name="connsiteX8" fmla="*/ 162297 w 311123"/>
              <a:gd name="connsiteY8" fmla="*/ 278892 h 285654"/>
              <a:gd name="connsiteX9" fmla="*/ 304389 w 311123"/>
              <a:gd name="connsiteY9" fmla="*/ 238030 h 285654"/>
              <a:gd name="connsiteX10" fmla="*/ 311124 w 311123"/>
              <a:gd name="connsiteY10" fmla="*/ 231267 h 285654"/>
              <a:gd name="connsiteX11" fmla="*/ 311124 w 311123"/>
              <a:gd name="connsiteY11" fmla="*/ 6763 h 285654"/>
              <a:gd name="connsiteX12" fmla="*/ 304389 w 311123"/>
              <a:gd name="connsiteY12" fmla="*/ 0 h 285654"/>
              <a:gd name="connsiteX13" fmla="*/ 13374 w 311123"/>
              <a:gd name="connsiteY13" fmla="*/ 224504 h 285654"/>
              <a:gd name="connsiteX14" fmla="*/ 13374 w 311123"/>
              <a:gd name="connsiteY14" fmla="*/ 13621 h 285654"/>
              <a:gd name="connsiteX15" fmla="*/ 148637 w 311123"/>
              <a:gd name="connsiteY15" fmla="*/ 54102 h 285654"/>
              <a:gd name="connsiteX16" fmla="*/ 148637 w 311123"/>
              <a:gd name="connsiteY16" fmla="*/ 54293 h 285654"/>
              <a:gd name="connsiteX17" fmla="*/ 148637 w 311123"/>
              <a:gd name="connsiteY17" fmla="*/ 255841 h 285654"/>
              <a:gd name="connsiteX18" fmla="*/ 13374 w 311123"/>
              <a:gd name="connsiteY18" fmla="*/ 224504 h 285654"/>
              <a:gd name="connsiteX19" fmla="*/ 297559 w 311123"/>
              <a:gd name="connsiteY19" fmla="*/ 224504 h 285654"/>
              <a:gd name="connsiteX20" fmla="*/ 162297 w 311123"/>
              <a:gd name="connsiteY20" fmla="*/ 255651 h 285654"/>
              <a:gd name="connsiteX21" fmla="*/ 162297 w 311123"/>
              <a:gd name="connsiteY21" fmla="*/ 54293 h 285654"/>
              <a:gd name="connsiteX22" fmla="*/ 162297 w 311123"/>
              <a:gd name="connsiteY22" fmla="*/ 54102 h 285654"/>
              <a:gd name="connsiteX23" fmla="*/ 297559 w 311123"/>
              <a:gd name="connsiteY23" fmla="*/ 13621 h 285654"/>
              <a:gd name="connsiteX24" fmla="*/ 297559 w 311123"/>
              <a:gd name="connsiteY24" fmla="*/ 224504 h 28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11123" h="285654">
                <a:moveTo>
                  <a:pt x="304389" y="0"/>
                </a:moveTo>
                <a:cubicBezTo>
                  <a:pt x="241216" y="0"/>
                  <a:pt x="175861" y="13621"/>
                  <a:pt x="155562" y="37433"/>
                </a:cubicBezTo>
                <a:cubicBezTo>
                  <a:pt x="134125" y="13621"/>
                  <a:pt x="69813" y="0"/>
                  <a:pt x="6735" y="0"/>
                </a:cubicBezTo>
                <a:cubicBezTo>
                  <a:pt x="2182" y="0"/>
                  <a:pt x="0" y="3429"/>
                  <a:pt x="0" y="6763"/>
                </a:cubicBezTo>
                <a:lnTo>
                  <a:pt x="0" y="231267"/>
                </a:lnTo>
                <a:cubicBezTo>
                  <a:pt x="0" y="234696"/>
                  <a:pt x="2276" y="238030"/>
                  <a:pt x="6735" y="238030"/>
                </a:cubicBezTo>
                <a:cubicBezTo>
                  <a:pt x="86792" y="238030"/>
                  <a:pt x="148827" y="259556"/>
                  <a:pt x="148827" y="278892"/>
                </a:cubicBezTo>
                <a:cubicBezTo>
                  <a:pt x="148827" y="282321"/>
                  <a:pt x="151104" y="285655"/>
                  <a:pt x="155562" y="285655"/>
                </a:cubicBezTo>
                <a:cubicBezTo>
                  <a:pt x="158977" y="285655"/>
                  <a:pt x="162297" y="282226"/>
                  <a:pt x="162297" y="278892"/>
                </a:cubicBezTo>
                <a:cubicBezTo>
                  <a:pt x="162297" y="259651"/>
                  <a:pt x="224331" y="238030"/>
                  <a:pt x="304389" y="238030"/>
                </a:cubicBezTo>
                <a:cubicBezTo>
                  <a:pt x="307804" y="238030"/>
                  <a:pt x="311124" y="234601"/>
                  <a:pt x="311124" y="231267"/>
                </a:cubicBezTo>
                <a:lnTo>
                  <a:pt x="311124" y="6763"/>
                </a:lnTo>
                <a:cubicBezTo>
                  <a:pt x="311124" y="3334"/>
                  <a:pt x="307709" y="0"/>
                  <a:pt x="304389" y="0"/>
                </a:cubicBezTo>
                <a:close/>
                <a:moveTo>
                  <a:pt x="13374" y="224504"/>
                </a:moveTo>
                <a:lnTo>
                  <a:pt x="13374" y="13621"/>
                </a:lnTo>
                <a:cubicBezTo>
                  <a:pt x="89638" y="14764"/>
                  <a:pt x="147973" y="36004"/>
                  <a:pt x="148637" y="54102"/>
                </a:cubicBezTo>
                <a:cubicBezTo>
                  <a:pt x="148637" y="54102"/>
                  <a:pt x="148637" y="54197"/>
                  <a:pt x="148637" y="54293"/>
                </a:cubicBezTo>
                <a:lnTo>
                  <a:pt x="148637" y="255841"/>
                </a:lnTo>
                <a:cubicBezTo>
                  <a:pt x="123691" y="236887"/>
                  <a:pt x="68580" y="225552"/>
                  <a:pt x="13374" y="224504"/>
                </a:cubicBezTo>
                <a:close/>
                <a:moveTo>
                  <a:pt x="297559" y="224504"/>
                </a:moveTo>
                <a:cubicBezTo>
                  <a:pt x="242544" y="225552"/>
                  <a:pt x="186769" y="236791"/>
                  <a:pt x="162297" y="255651"/>
                </a:cubicBezTo>
                <a:lnTo>
                  <a:pt x="162297" y="54293"/>
                </a:lnTo>
                <a:cubicBezTo>
                  <a:pt x="162297" y="54293"/>
                  <a:pt x="162297" y="54197"/>
                  <a:pt x="162297" y="54102"/>
                </a:cubicBezTo>
                <a:cubicBezTo>
                  <a:pt x="162961" y="36004"/>
                  <a:pt x="221296" y="14668"/>
                  <a:pt x="297559" y="13621"/>
                </a:cubicBezTo>
                <a:lnTo>
                  <a:pt x="297559" y="224504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9" name="Graphic 166">
            <a:extLst>
              <a:ext uri="{FF2B5EF4-FFF2-40B4-BE49-F238E27FC236}">
                <a16:creationId xmlns:a16="http://schemas.microsoft.com/office/drawing/2014/main" id="{921146D7-1242-0E92-68CB-BDFA46773EE5}"/>
              </a:ext>
            </a:extLst>
          </p:cNvPr>
          <p:cNvSpPr/>
          <p:nvPr/>
        </p:nvSpPr>
        <p:spPr>
          <a:xfrm>
            <a:off x="6283007" y="2935015"/>
            <a:ext cx="414621" cy="380679"/>
          </a:xfrm>
          <a:custGeom>
            <a:avLst/>
            <a:gdLst>
              <a:gd name="connsiteX0" fmla="*/ 304389 w 311123"/>
              <a:gd name="connsiteY0" fmla="*/ 0 h 285654"/>
              <a:gd name="connsiteX1" fmla="*/ 155562 w 311123"/>
              <a:gd name="connsiteY1" fmla="*/ 37433 h 285654"/>
              <a:gd name="connsiteX2" fmla="*/ 6735 w 311123"/>
              <a:gd name="connsiteY2" fmla="*/ 0 h 285654"/>
              <a:gd name="connsiteX3" fmla="*/ 0 w 311123"/>
              <a:gd name="connsiteY3" fmla="*/ 6763 h 285654"/>
              <a:gd name="connsiteX4" fmla="*/ 0 w 311123"/>
              <a:gd name="connsiteY4" fmla="*/ 231267 h 285654"/>
              <a:gd name="connsiteX5" fmla="*/ 6735 w 311123"/>
              <a:gd name="connsiteY5" fmla="*/ 238030 h 285654"/>
              <a:gd name="connsiteX6" fmla="*/ 148827 w 311123"/>
              <a:gd name="connsiteY6" fmla="*/ 278892 h 285654"/>
              <a:gd name="connsiteX7" fmla="*/ 155562 w 311123"/>
              <a:gd name="connsiteY7" fmla="*/ 285655 h 285654"/>
              <a:gd name="connsiteX8" fmla="*/ 162297 w 311123"/>
              <a:gd name="connsiteY8" fmla="*/ 278892 h 285654"/>
              <a:gd name="connsiteX9" fmla="*/ 304389 w 311123"/>
              <a:gd name="connsiteY9" fmla="*/ 238030 h 285654"/>
              <a:gd name="connsiteX10" fmla="*/ 311124 w 311123"/>
              <a:gd name="connsiteY10" fmla="*/ 231267 h 285654"/>
              <a:gd name="connsiteX11" fmla="*/ 311124 w 311123"/>
              <a:gd name="connsiteY11" fmla="*/ 6763 h 285654"/>
              <a:gd name="connsiteX12" fmla="*/ 304389 w 311123"/>
              <a:gd name="connsiteY12" fmla="*/ 0 h 285654"/>
              <a:gd name="connsiteX13" fmla="*/ 13374 w 311123"/>
              <a:gd name="connsiteY13" fmla="*/ 224504 h 285654"/>
              <a:gd name="connsiteX14" fmla="*/ 13374 w 311123"/>
              <a:gd name="connsiteY14" fmla="*/ 13621 h 285654"/>
              <a:gd name="connsiteX15" fmla="*/ 148637 w 311123"/>
              <a:gd name="connsiteY15" fmla="*/ 54102 h 285654"/>
              <a:gd name="connsiteX16" fmla="*/ 148637 w 311123"/>
              <a:gd name="connsiteY16" fmla="*/ 54293 h 285654"/>
              <a:gd name="connsiteX17" fmla="*/ 148637 w 311123"/>
              <a:gd name="connsiteY17" fmla="*/ 255841 h 285654"/>
              <a:gd name="connsiteX18" fmla="*/ 13374 w 311123"/>
              <a:gd name="connsiteY18" fmla="*/ 224504 h 285654"/>
              <a:gd name="connsiteX19" fmla="*/ 297559 w 311123"/>
              <a:gd name="connsiteY19" fmla="*/ 224504 h 285654"/>
              <a:gd name="connsiteX20" fmla="*/ 162297 w 311123"/>
              <a:gd name="connsiteY20" fmla="*/ 255651 h 285654"/>
              <a:gd name="connsiteX21" fmla="*/ 162297 w 311123"/>
              <a:gd name="connsiteY21" fmla="*/ 54293 h 285654"/>
              <a:gd name="connsiteX22" fmla="*/ 162297 w 311123"/>
              <a:gd name="connsiteY22" fmla="*/ 54102 h 285654"/>
              <a:gd name="connsiteX23" fmla="*/ 297559 w 311123"/>
              <a:gd name="connsiteY23" fmla="*/ 13621 h 285654"/>
              <a:gd name="connsiteX24" fmla="*/ 297559 w 311123"/>
              <a:gd name="connsiteY24" fmla="*/ 224504 h 28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11123" h="285654">
                <a:moveTo>
                  <a:pt x="304389" y="0"/>
                </a:moveTo>
                <a:cubicBezTo>
                  <a:pt x="241216" y="0"/>
                  <a:pt x="175861" y="13621"/>
                  <a:pt x="155562" y="37433"/>
                </a:cubicBezTo>
                <a:cubicBezTo>
                  <a:pt x="134125" y="13621"/>
                  <a:pt x="69813" y="0"/>
                  <a:pt x="6735" y="0"/>
                </a:cubicBezTo>
                <a:cubicBezTo>
                  <a:pt x="2182" y="0"/>
                  <a:pt x="0" y="3429"/>
                  <a:pt x="0" y="6763"/>
                </a:cubicBezTo>
                <a:lnTo>
                  <a:pt x="0" y="231267"/>
                </a:lnTo>
                <a:cubicBezTo>
                  <a:pt x="0" y="234696"/>
                  <a:pt x="2276" y="238030"/>
                  <a:pt x="6735" y="238030"/>
                </a:cubicBezTo>
                <a:cubicBezTo>
                  <a:pt x="86792" y="238030"/>
                  <a:pt x="148827" y="259556"/>
                  <a:pt x="148827" y="278892"/>
                </a:cubicBezTo>
                <a:cubicBezTo>
                  <a:pt x="148827" y="282321"/>
                  <a:pt x="151104" y="285655"/>
                  <a:pt x="155562" y="285655"/>
                </a:cubicBezTo>
                <a:cubicBezTo>
                  <a:pt x="158977" y="285655"/>
                  <a:pt x="162297" y="282226"/>
                  <a:pt x="162297" y="278892"/>
                </a:cubicBezTo>
                <a:cubicBezTo>
                  <a:pt x="162297" y="259651"/>
                  <a:pt x="224331" y="238030"/>
                  <a:pt x="304389" y="238030"/>
                </a:cubicBezTo>
                <a:cubicBezTo>
                  <a:pt x="307804" y="238030"/>
                  <a:pt x="311124" y="234601"/>
                  <a:pt x="311124" y="231267"/>
                </a:cubicBezTo>
                <a:lnTo>
                  <a:pt x="311124" y="6763"/>
                </a:lnTo>
                <a:cubicBezTo>
                  <a:pt x="311124" y="3334"/>
                  <a:pt x="307709" y="0"/>
                  <a:pt x="304389" y="0"/>
                </a:cubicBezTo>
                <a:close/>
                <a:moveTo>
                  <a:pt x="13374" y="224504"/>
                </a:moveTo>
                <a:lnTo>
                  <a:pt x="13374" y="13621"/>
                </a:lnTo>
                <a:cubicBezTo>
                  <a:pt x="89638" y="14764"/>
                  <a:pt x="147973" y="36004"/>
                  <a:pt x="148637" y="54102"/>
                </a:cubicBezTo>
                <a:cubicBezTo>
                  <a:pt x="148637" y="54102"/>
                  <a:pt x="148637" y="54197"/>
                  <a:pt x="148637" y="54293"/>
                </a:cubicBezTo>
                <a:lnTo>
                  <a:pt x="148637" y="255841"/>
                </a:lnTo>
                <a:cubicBezTo>
                  <a:pt x="123691" y="236887"/>
                  <a:pt x="68580" y="225552"/>
                  <a:pt x="13374" y="224504"/>
                </a:cubicBezTo>
                <a:close/>
                <a:moveTo>
                  <a:pt x="297559" y="224504"/>
                </a:moveTo>
                <a:cubicBezTo>
                  <a:pt x="242544" y="225552"/>
                  <a:pt x="186769" y="236791"/>
                  <a:pt x="162297" y="255651"/>
                </a:cubicBezTo>
                <a:lnTo>
                  <a:pt x="162297" y="54293"/>
                </a:lnTo>
                <a:cubicBezTo>
                  <a:pt x="162297" y="54293"/>
                  <a:pt x="162297" y="54197"/>
                  <a:pt x="162297" y="54102"/>
                </a:cubicBezTo>
                <a:cubicBezTo>
                  <a:pt x="162961" y="36004"/>
                  <a:pt x="221296" y="14668"/>
                  <a:pt x="297559" y="13621"/>
                </a:cubicBezTo>
                <a:lnTo>
                  <a:pt x="297559" y="224504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0" name="Graphic 166">
            <a:extLst>
              <a:ext uri="{FF2B5EF4-FFF2-40B4-BE49-F238E27FC236}">
                <a16:creationId xmlns:a16="http://schemas.microsoft.com/office/drawing/2014/main" id="{72F957C7-8841-ABD4-BAAC-15491B766296}"/>
              </a:ext>
            </a:extLst>
          </p:cNvPr>
          <p:cNvSpPr/>
          <p:nvPr/>
        </p:nvSpPr>
        <p:spPr>
          <a:xfrm>
            <a:off x="5517832" y="3554140"/>
            <a:ext cx="414621" cy="380679"/>
          </a:xfrm>
          <a:custGeom>
            <a:avLst/>
            <a:gdLst>
              <a:gd name="connsiteX0" fmla="*/ 304389 w 311123"/>
              <a:gd name="connsiteY0" fmla="*/ 0 h 285654"/>
              <a:gd name="connsiteX1" fmla="*/ 155562 w 311123"/>
              <a:gd name="connsiteY1" fmla="*/ 37433 h 285654"/>
              <a:gd name="connsiteX2" fmla="*/ 6735 w 311123"/>
              <a:gd name="connsiteY2" fmla="*/ 0 h 285654"/>
              <a:gd name="connsiteX3" fmla="*/ 0 w 311123"/>
              <a:gd name="connsiteY3" fmla="*/ 6763 h 285654"/>
              <a:gd name="connsiteX4" fmla="*/ 0 w 311123"/>
              <a:gd name="connsiteY4" fmla="*/ 231267 h 285654"/>
              <a:gd name="connsiteX5" fmla="*/ 6735 w 311123"/>
              <a:gd name="connsiteY5" fmla="*/ 238030 h 285654"/>
              <a:gd name="connsiteX6" fmla="*/ 148827 w 311123"/>
              <a:gd name="connsiteY6" fmla="*/ 278892 h 285654"/>
              <a:gd name="connsiteX7" fmla="*/ 155562 w 311123"/>
              <a:gd name="connsiteY7" fmla="*/ 285655 h 285654"/>
              <a:gd name="connsiteX8" fmla="*/ 162297 w 311123"/>
              <a:gd name="connsiteY8" fmla="*/ 278892 h 285654"/>
              <a:gd name="connsiteX9" fmla="*/ 304389 w 311123"/>
              <a:gd name="connsiteY9" fmla="*/ 238030 h 285654"/>
              <a:gd name="connsiteX10" fmla="*/ 311124 w 311123"/>
              <a:gd name="connsiteY10" fmla="*/ 231267 h 285654"/>
              <a:gd name="connsiteX11" fmla="*/ 311124 w 311123"/>
              <a:gd name="connsiteY11" fmla="*/ 6763 h 285654"/>
              <a:gd name="connsiteX12" fmla="*/ 304389 w 311123"/>
              <a:gd name="connsiteY12" fmla="*/ 0 h 285654"/>
              <a:gd name="connsiteX13" fmla="*/ 13374 w 311123"/>
              <a:gd name="connsiteY13" fmla="*/ 224504 h 285654"/>
              <a:gd name="connsiteX14" fmla="*/ 13374 w 311123"/>
              <a:gd name="connsiteY14" fmla="*/ 13621 h 285654"/>
              <a:gd name="connsiteX15" fmla="*/ 148637 w 311123"/>
              <a:gd name="connsiteY15" fmla="*/ 54102 h 285654"/>
              <a:gd name="connsiteX16" fmla="*/ 148637 w 311123"/>
              <a:gd name="connsiteY16" fmla="*/ 54293 h 285654"/>
              <a:gd name="connsiteX17" fmla="*/ 148637 w 311123"/>
              <a:gd name="connsiteY17" fmla="*/ 255841 h 285654"/>
              <a:gd name="connsiteX18" fmla="*/ 13374 w 311123"/>
              <a:gd name="connsiteY18" fmla="*/ 224504 h 285654"/>
              <a:gd name="connsiteX19" fmla="*/ 297559 w 311123"/>
              <a:gd name="connsiteY19" fmla="*/ 224504 h 285654"/>
              <a:gd name="connsiteX20" fmla="*/ 162297 w 311123"/>
              <a:gd name="connsiteY20" fmla="*/ 255651 h 285654"/>
              <a:gd name="connsiteX21" fmla="*/ 162297 w 311123"/>
              <a:gd name="connsiteY21" fmla="*/ 54293 h 285654"/>
              <a:gd name="connsiteX22" fmla="*/ 162297 w 311123"/>
              <a:gd name="connsiteY22" fmla="*/ 54102 h 285654"/>
              <a:gd name="connsiteX23" fmla="*/ 297559 w 311123"/>
              <a:gd name="connsiteY23" fmla="*/ 13621 h 285654"/>
              <a:gd name="connsiteX24" fmla="*/ 297559 w 311123"/>
              <a:gd name="connsiteY24" fmla="*/ 224504 h 28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11123" h="285654">
                <a:moveTo>
                  <a:pt x="304389" y="0"/>
                </a:moveTo>
                <a:cubicBezTo>
                  <a:pt x="241216" y="0"/>
                  <a:pt x="175861" y="13621"/>
                  <a:pt x="155562" y="37433"/>
                </a:cubicBezTo>
                <a:cubicBezTo>
                  <a:pt x="134125" y="13621"/>
                  <a:pt x="69813" y="0"/>
                  <a:pt x="6735" y="0"/>
                </a:cubicBezTo>
                <a:cubicBezTo>
                  <a:pt x="2182" y="0"/>
                  <a:pt x="0" y="3429"/>
                  <a:pt x="0" y="6763"/>
                </a:cubicBezTo>
                <a:lnTo>
                  <a:pt x="0" y="231267"/>
                </a:lnTo>
                <a:cubicBezTo>
                  <a:pt x="0" y="234696"/>
                  <a:pt x="2276" y="238030"/>
                  <a:pt x="6735" y="238030"/>
                </a:cubicBezTo>
                <a:cubicBezTo>
                  <a:pt x="86792" y="238030"/>
                  <a:pt x="148827" y="259556"/>
                  <a:pt x="148827" y="278892"/>
                </a:cubicBezTo>
                <a:cubicBezTo>
                  <a:pt x="148827" y="282321"/>
                  <a:pt x="151104" y="285655"/>
                  <a:pt x="155562" y="285655"/>
                </a:cubicBezTo>
                <a:cubicBezTo>
                  <a:pt x="158977" y="285655"/>
                  <a:pt x="162297" y="282226"/>
                  <a:pt x="162297" y="278892"/>
                </a:cubicBezTo>
                <a:cubicBezTo>
                  <a:pt x="162297" y="259651"/>
                  <a:pt x="224331" y="238030"/>
                  <a:pt x="304389" y="238030"/>
                </a:cubicBezTo>
                <a:cubicBezTo>
                  <a:pt x="307804" y="238030"/>
                  <a:pt x="311124" y="234601"/>
                  <a:pt x="311124" y="231267"/>
                </a:cubicBezTo>
                <a:lnTo>
                  <a:pt x="311124" y="6763"/>
                </a:lnTo>
                <a:cubicBezTo>
                  <a:pt x="311124" y="3334"/>
                  <a:pt x="307709" y="0"/>
                  <a:pt x="304389" y="0"/>
                </a:cubicBezTo>
                <a:close/>
                <a:moveTo>
                  <a:pt x="13374" y="224504"/>
                </a:moveTo>
                <a:lnTo>
                  <a:pt x="13374" y="13621"/>
                </a:lnTo>
                <a:cubicBezTo>
                  <a:pt x="89638" y="14764"/>
                  <a:pt x="147973" y="36004"/>
                  <a:pt x="148637" y="54102"/>
                </a:cubicBezTo>
                <a:cubicBezTo>
                  <a:pt x="148637" y="54102"/>
                  <a:pt x="148637" y="54197"/>
                  <a:pt x="148637" y="54293"/>
                </a:cubicBezTo>
                <a:lnTo>
                  <a:pt x="148637" y="255841"/>
                </a:lnTo>
                <a:cubicBezTo>
                  <a:pt x="123691" y="236887"/>
                  <a:pt x="68580" y="225552"/>
                  <a:pt x="13374" y="224504"/>
                </a:cubicBezTo>
                <a:close/>
                <a:moveTo>
                  <a:pt x="297559" y="224504"/>
                </a:moveTo>
                <a:cubicBezTo>
                  <a:pt x="242544" y="225552"/>
                  <a:pt x="186769" y="236791"/>
                  <a:pt x="162297" y="255651"/>
                </a:cubicBezTo>
                <a:lnTo>
                  <a:pt x="162297" y="54293"/>
                </a:lnTo>
                <a:cubicBezTo>
                  <a:pt x="162297" y="54293"/>
                  <a:pt x="162297" y="54197"/>
                  <a:pt x="162297" y="54102"/>
                </a:cubicBezTo>
                <a:cubicBezTo>
                  <a:pt x="162961" y="36004"/>
                  <a:pt x="221296" y="14668"/>
                  <a:pt x="297559" y="13621"/>
                </a:cubicBezTo>
                <a:lnTo>
                  <a:pt x="297559" y="224504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1" name="Graphic 166">
            <a:extLst>
              <a:ext uri="{FF2B5EF4-FFF2-40B4-BE49-F238E27FC236}">
                <a16:creationId xmlns:a16="http://schemas.microsoft.com/office/drawing/2014/main" id="{88C9A6E8-D31B-7D99-223A-00CA9DD85DA0}"/>
              </a:ext>
            </a:extLst>
          </p:cNvPr>
          <p:cNvSpPr/>
          <p:nvPr/>
        </p:nvSpPr>
        <p:spPr>
          <a:xfrm>
            <a:off x="6283007" y="3554140"/>
            <a:ext cx="414621" cy="380679"/>
          </a:xfrm>
          <a:custGeom>
            <a:avLst/>
            <a:gdLst>
              <a:gd name="connsiteX0" fmla="*/ 304389 w 311123"/>
              <a:gd name="connsiteY0" fmla="*/ 0 h 285654"/>
              <a:gd name="connsiteX1" fmla="*/ 155562 w 311123"/>
              <a:gd name="connsiteY1" fmla="*/ 37433 h 285654"/>
              <a:gd name="connsiteX2" fmla="*/ 6735 w 311123"/>
              <a:gd name="connsiteY2" fmla="*/ 0 h 285654"/>
              <a:gd name="connsiteX3" fmla="*/ 0 w 311123"/>
              <a:gd name="connsiteY3" fmla="*/ 6763 h 285654"/>
              <a:gd name="connsiteX4" fmla="*/ 0 w 311123"/>
              <a:gd name="connsiteY4" fmla="*/ 231267 h 285654"/>
              <a:gd name="connsiteX5" fmla="*/ 6735 w 311123"/>
              <a:gd name="connsiteY5" fmla="*/ 238030 h 285654"/>
              <a:gd name="connsiteX6" fmla="*/ 148827 w 311123"/>
              <a:gd name="connsiteY6" fmla="*/ 278892 h 285654"/>
              <a:gd name="connsiteX7" fmla="*/ 155562 w 311123"/>
              <a:gd name="connsiteY7" fmla="*/ 285655 h 285654"/>
              <a:gd name="connsiteX8" fmla="*/ 162297 w 311123"/>
              <a:gd name="connsiteY8" fmla="*/ 278892 h 285654"/>
              <a:gd name="connsiteX9" fmla="*/ 304389 w 311123"/>
              <a:gd name="connsiteY9" fmla="*/ 238030 h 285654"/>
              <a:gd name="connsiteX10" fmla="*/ 311124 w 311123"/>
              <a:gd name="connsiteY10" fmla="*/ 231267 h 285654"/>
              <a:gd name="connsiteX11" fmla="*/ 311124 w 311123"/>
              <a:gd name="connsiteY11" fmla="*/ 6763 h 285654"/>
              <a:gd name="connsiteX12" fmla="*/ 304389 w 311123"/>
              <a:gd name="connsiteY12" fmla="*/ 0 h 285654"/>
              <a:gd name="connsiteX13" fmla="*/ 13374 w 311123"/>
              <a:gd name="connsiteY13" fmla="*/ 224504 h 285654"/>
              <a:gd name="connsiteX14" fmla="*/ 13374 w 311123"/>
              <a:gd name="connsiteY14" fmla="*/ 13621 h 285654"/>
              <a:gd name="connsiteX15" fmla="*/ 148637 w 311123"/>
              <a:gd name="connsiteY15" fmla="*/ 54102 h 285654"/>
              <a:gd name="connsiteX16" fmla="*/ 148637 w 311123"/>
              <a:gd name="connsiteY16" fmla="*/ 54293 h 285654"/>
              <a:gd name="connsiteX17" fmla="*/ 148637 w 311123"/>
              <a:gd name="connsiteY17" fmla="*/ 255841 h 285654"/>
              <a:gd name="connsiteX18" fmla="*/ 13374 w 311123"/>
              <a:gd name="connsiteY18" fmla="*/ 224504 h 285654"/>
              <a:gd name="connsiteX19" fmla="*/ 297559 w 311123"/>
              <a:gd name="connsiteY19" fmla="*/ 224504 h 285654"/>
              <a:gd name="connsiteX20" fmla="*/ 162297 w 311123"/>
              <a:gd name="connsiteY20" fmla="*/ 255651 h 285654"/>
              <a:gd name="connsiteX21" fmla="*/ 162297 w 311123"/>
              <a:gd name="connsiteY21" fmla="*/ 54293 h 285654"/>
              <a:gd name="connsiteX22" fmla="*/ 162297 w 311123"/>
              <a:gd name="connsiteY22" fmla="*/ 54102 h 285654"/>
              <a:gd name="connsiteX23" fmla="*/ 297559 w 311123"/>
              <a:gd name="connsiteY23" fmla="*/ 13621 h 285654"/>
              <a:gd name="connsiteX24" fmla="*/ 297559 w 311123"/>
              <a:gd name="connsiteY24" fmla="*/ 224504 h 28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11123" h="285654">
                <a:moveTo>
                  <a:pt x="304389" y="0"/>
                </a:moveTo>
                <a:cubicBezTo>
                  <a:pt x="241216" y="0"/>
                  <a:pt x="175861" y="13621"/>
                  <a:pt x="155562" y="37433"/>
                </a:cubicBezTo>
                <a:cubicBezTo>
                  <a:pt x="134125" y="13621"/>
                  <a:pt x="69813" y="0"/>
                  <a:pt x="6735" y="0"/>
                </a:cubicBezTo>
                <a:cubicBezTo>
                  <a:pt x="2182" y="0"/>
                  <a:pt x="0" y="3429"/>
                  <a:pt x="0" y="6763"/>
                </a:cubicBezTo>
                <a:lnTo>
                  <a:pt x="0" y="231267"/>
                </a:lnTo>
                <a:cubicBezTo>
                  <a:pt x="0" y="234696"/>
                  <a:pt x="2276" y="238030"/>
                  <a:pt x="6735" y="238030"/>
                </a:cubicBezTo>
                <a:cubicBezTo>
                  <a:pt x="86792" y="238030"/>
                  <a:pt x="148827" y="259556"/>
                  <a:pt x="148827" y="278892"/>
                </a:cubicBezTo>
                <a:cubicBezTo>
                  <a:pt x="148827" y="282321"/>
                  <a:pt x="151104" y="285655"/>
                  <a:pt x="155562" y="285655"/>
                </a:cubicBezTo>
                <a:cubicBezTo>
                  <a:pt x="158977" y="285655"/>
                  <a:pt x="162297" y="282226"/>
                  <a:pt x="162297" y="278892"/>
                </a:cubicBezTo>
                <a:cubicBezTo>
                  <a:pt x="162297" y="259651"/>
                  <a:pt x="224331" y="238030"/>
                  <a:pt x="304389" y="238030"/>
                </a:cubicBezTo>
                <a:cubicBezTo>
                  <a:pt x="307804" y="238030"/>
                  <a:pt x="311124" y="234601"/>
                  <a:pt x="311124" y="231267"/>
                </a:cubicBezTo>
                <a:lnTo>
                  <a:pt x="311124" y="6763"/>
                </a:lnTo>
                <a:cubicBezTo>
                  <a:pt x="311124" y="3334"/>
                  <a:pt x="307709" y="0"/>
                  <a:pt x="304389" y="0"/>
                </a:cubicBezTo>
                <a:close/>
                <a:moveTo>
                  <a:pt x="13374" y="224504"/>
                </a:moveTo>
                <a:lnTo>
                  <a:pt x="13374" y="13621"/>
                </a:lnTo>
                <a:cubicBezTo>
                  <a:pt x="89638" y="14764"/>
                  <a:pt x="147973" y="36004"/>
                  <a:pt x="148637" y="54102"/>
                </a:cubicBezTo>
                <a:cubicBezTo>
                  <a:pt x="148637" y="54102"/>
                  <a:pt x="148637" y="54197"/>
                  <a:pt x="148637" y="54293"/>
                </a:cubicBezTo>
                <a:lnTo>
                  <a:pt x="148637" y="255841"/>
                </a:lnTo>
                <a:cubicBezTo>
                  <a:pt x="123691" y="236887"/>
                  <a:pt x="68580" y="225552"/>
                  <a:pt x="13374" y="224504"/>
                </a:cubicBezTo>
                <a:close/>
                <a:moveTo>
                  <a:pt x="297559" y="224504"/>
                </a:moveTo>
                <a:cubicBezTo>
                  <a:pt x="242544" y="225552"/>
                  <a:pt x="186769" y="236791"/>
                  <a:pt x="162297" y="255651"/>
                </a:cubicBezTo>
                <a:lnTo>
                  <a:pt x="162297" y="54293"/>
                </a:lnTo>
                <a:cubicBezTo>
                  <a:pt x="162297" y="54293"/>
                  <a:pt x="162297" y="54197"/>
                  <a:pt x="162297" y="54102"/>
                </a:cubicBezTo>
                <a:cubicBezTo>
                  <a:pt x="162961" y="36004"/>
                  <a:pt x="221296" y="14668"/>
                  <a:pt x="297559" y="13621"/>
                </a:cubicBezTo>
                <a:lnTo>
                  <a:pt x="297559" y="224504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9" name="Graphic 177">
            <a:extLst>
              <a:ext uri="{FF2B5EF4-FFF2-40B4-BE49-F238E27FC236}">
                <a16:creationId xmlns:a16="http://schemas.microsoft.com/office/drawing/2014/main" id="{3547CA52-66AA-6799-4F8B-51929EF0EB2C}"/>
              </a:ext>
            </a:extLst>
          </p:cNvPr>
          <p:cNvSpPr/>
          <p:nvPr/>
        </p:nvSpPr>
        <p:spPr>
          <a:xfrm>
            <a:off x="7178115" y="2876274"/>
            <a:ext cx="346444" cy="439420"/>
          </a:xfrm>
          <a:custGeom>
            <a:avLst/>
            <a:gdLst>
              <a:gd name="connsiteX0" fmla="*/ 71592 w 260278"/>
              <a:gd name="connsiteY0" fmla="*/ 252472 h 330129"/>
              <a:gd name="connsiteX1" fmla="*/ 71592 w 260278"/>
              <a:gd name="connsiteY1" fmla="*/ 252472 h 330129"/>
              <a:gd name="connsiteX2" fmla="*/ 43041 w 260278"/>
              <a:gd name="connsiteY2" fmla="*/ 233422 h 330129"/>
              <a:gd name="connsiteX3" fmla="*/ 37065 w 260278"/>
              <a:gd name="connsiteY3" fmla="*/ 207228 h 330129"/>
              <a:gd name="connsiteX4" fmla="*/ 60873 w 260278"/>
              <a:gd name="connsiteY4" fmla="*/ 203609 h 330129"/>
              <a:gd name="connsiteX5" fmla="*/ 83449 w 260278"/>
              <a:gd name="connsiteY5" fmla="*/ 196465 h 330129"/>
              <a:gd name="connsiteX6" fmla="*/ 89425 w 260278"/>
              <a:gd name="connsiteY6" fmla="*/ 223897 h 330129"/>
              <a:gd name="connsiteX7" fmla="*/ 71592 w 260278"/>
              <a:gd name="connsiteY7" fmla="*/ 252472 h 330129"/>
              <a:gd name="connsiteX8" fmla="*/ 94262 w 260278"/>
              <a:gd name="connsiteY8" fmla="*/ 186940 h 330129"/>
              <a:gd name="connsiteX9" fmla="*/ 90658 w 260278"/>
              <a:gd name="connsiteY9" fmla="*/ 182178 h 330129"/>
              <a:gd name="connsiteX10" fmla="*/ 85915 w 260278"/>
              <a:gd name="connsiteY10" fmla="*/ 182178 h 330129"/>
              <a:gd name="connsiteX11" fmla="*/ 58502 w 260278"/>
              <a:gd name="connsiteY11" fmla="*/ 190560 h 330129"/>
              <a:gd name="connsiteX12" fmla="*/ 28718 w 260278"/>
              <a:gd name="connsiteY12" fmla="*/ 195322 h 330129"/>
              <a:gd name="connsiteX13" fmla="*/ 25113 w 260278"/>
              <a:gd name="connsiteY13" fmla="*/ 197703 h 330129"/>
              <a:gd name="connsiteX14" fmla="*/ 23880 w 260278"/>
              <a:gd name="connsiteY14" fmla="*/ 202466 h 330129"/>
              <a:gd name="connsiteX15" fmla="*/ 32227 w 260278"/>
              <a:gd name="connsiteY15" fmla="*/ 235803 h 330129"/>
              <a:gd name="connsiteX16" fmla="*/ 73868 w 260278"/>
              <a:gd name="connsiteY16" fmla="*/ 264378 h 330129"/>
              <a:gd name="connsiteX17" fmla="*/ 75102 w 260278"/>
              <a:gd name="connsiteY17" fmla="*/ 264378 h 330129"/>
              <a:gd name="connsiteX18" fmla="*/ 100143 w 260278"/>
              <a:gd name="connsiteY18" fmla="*/ 221516 h 330129"/>
              <a:gd name="connsiteX19" fmla="*/ 94167 w 260278"/>
              <a:gd name="connsiteY19" fmla="*/ 186940 h 330129"/>
              <a:gd name="connsiteX20" fmla="*/ 84397 w 260278"/>
              <a:gd name="connsiteY20" fmla="*/ 115217 h 330129"/>
              <a:gd name="connsiteX21" fmla="*/ 74912 w 260278"/>
              <a:gd name="connsiteY21" fmla="*/ 155889 h 330129"/>
              <a:gd name="connsiteX22" fmla="*/ 28623 w 260278"/>
              <a:gd name="connsiteY22" fmla="*/ 165509 h 330129"/>
              <a:gd name="connsiteX23" fmla="*/ 26251 w 260278"/>
              <a:gd name="connsiteY23" fmla="*/ 157127 h 330129"/>
              <a:gd name="connsiteX24" fmla="*/ 14395 w 260278"/>
              <a:gd name="connsiteY24" fmla="*/ 94833 h 330129"/>
              <a:gd name="connsiteX25" fmla="*/ 29856 w 260278"/>
              <a:gd name="connsiteY25" fmla="*/ 23015 h 330129"/>
              <a:gd name="connsiteX26" fmla="*/ 47689 w 260278"/>
              <a:gd name="connsiteY26" fmla="*/ 14633 h 330129"/>
              <a:gd name="connsiteX27" fmla="*/ 51293 w 260278"/>
              <a:gd name="connsiteY27" fmla="*/ 14633 h 330129"/>
              <a:gd name="connsiteX28" fmla="*/ 91606 w 260278"/>
              <a:gd name="connsiteY28" fmla="*/ 88833 h 330129"/>
              <a:gd name="connsiteX29" fmla="*/ 84492 w 260278"/>
              <a:gd name="connsiteY29" fmla="*/ 115217 h 330129"/>
              <a:gd name="connsiteX30" fmla="*/ 105740 w 260278"/>
              <a:gd name="connsiteY30" fmla="*/ 87594 h 330129"/>
              <a:gd name="connsiteX31" fmla="*/ 47594 w 260278"/>
              <a:gd name="connsiteY31" fmla="*/ 155 h 330129"/>
              <a:gd name="connsiteX32" fmla="*/ 20276 w 260278"/>
              <a:gd name="connsiteY32" fmla="*/ 13299 h 330129"/>
              <a:gd name="connsiteX33" fmla="*/ 71 w 260278"/>
              <a:gd name="connsiteY33" fmla="*/ 95881 h 330129"/>
              <a:gd name="connsiteX34" fmla="*/ 13161 w 260278"/>
              <a:gd name="connsiteY34" fmla="*/ 160556 h 330129"/>
              <a:gd name="connsiteX35" fmla="*/ 16766 w 260278"/>
              <a:gd name="connsiteY35" fmla="*/ 174939 h 330129"/>
              <a:gd name="connsiteX36" fmla="*/ 23880 w 260278"/>
              <a:gd name="connsiteY36" fmla="*/ 180939 h 330129"/>
              <a:gd name="connsiteX37" fmla="*/ 25018 w 260278"/>
              <a:gd name="connsiteY37" fmla="*/ 180939 h 330129"/>
              <a:gd name="connsiteX38" fmla="*/ 83164 w 260278"/>
              <a:gd name="connsiteY38" fmla="*/ 168938 h 330129"/>
              <a:gd name="connsiteX39" fmla="*/ 89140 w 260278"/>
              <a:gd name="connsiteY39" fmla="*/ 161794 h 330129"/>
              <a:gd name="connsiteX40" fmla="*/ 97487 w 260278"/>
              <a:gd name="connsiteY40" fmla="*/ 121122 h 330129"/>
              <a:gd name="connsiteX41" fmla="*/ 105835 w 260278"/>
              <a:gd name="connsiteY41" fmla="*/ 88833 h 330129"/>
              <a:gd name="connsiteX42" fmla="*/ 105835 w 260278"/>
              <a:gd name="connsiteY42" fmla="*/ 87594 h 330129"/>
              <a:gd name="connsiteX43" fmla="*/ 216910 w 260278"/>
              <a:gd name="connsiteY43" fmla="*/ 297144 h 330129"/>
              <a:gd name="connsiteX44" fmla="*/ 189686 w 260278"/>
              <a:gd name="connsiteY44" fmla="*/ 316290 h 330129"/>
              <a:gd name="connsiteX45" fmla="*/ 188548 w 260278"/>
              <a:gd name="connsiteY45" fmla="*/ 316290 h 330129"/>
              <a:gd name="connsiteX46" fmla="*/ 171948 w 260278"/>
              <a:gd name="connsiteY46" fmla="*/ 287619 h 330129"/>
              <a:gd name="connsiteX47" fmla="*/ 177829 w 260278"/>
              <a:gd name="connsiteY47" fmla="*/ 260092 h 330129"/>
              <a:gd name="connsiteX48" fmla="*/ 200310 w 260278"/>
              <a:gd name="connsiteY48" fmla="*/ 267236 h 330129"/>
              <a:gd name="connsiteX49" fmla="*/ 224024 w 260278"/>
              <a:gd name="connsiteY49" fmla="*/ 270855 h 330129"/>
              <a:gd name="connsiteX50" fmla="*/ 216910 w 260278"/>
              <a:gd name="connsiteY50" fmla="*/ 297144 h 330129"/>
              <a:gd name="connsiteX51" fmla="*/ 231043 w 260278"/>
              <a:gd name="connsiteY51" fmla="*/ 258854 h 330129"/>
              <a:gd name="connsiteX52" fmla="*/ 202586 w 260278"/>
              <a:gd name="connsiteY52" fmla="*/ 255234 h 330129"/>
              <a:gd name="connsiteX53" fmla="*/ 175363 w 260278"/>
              <a:gd name="connsiteY53" fmla="*/ 245709 h 330129"/>
              <a:gd name="connsiteX54" fmla="*/ 170620 w 260278"/>
              <a:gd name="connsiteY54" fmla="*/ 246948 h 330129"/>
              <a:gd name="connsiteX55" fmla="*/ 167111 w 260278"/>
              <a:gd name="connsiteY55" fmla="*/ 250567 h 330129"/>
              <a:gd name="connsiteX56" fmla="*/ 159997 w 260278"/>
              <a:gd name="connsiteY56" fmla="*/ 285238 h 330129"/>
              <a:gd name="connsiteX57" fmla="*/ 186082 w 260278"/>
              <a:gd name="connsiteY57" fmla="*/ 328291 h 330129"/>
              <a:gd name="connsiteX58" fmla="*/ 187220 w 260278"/>
              <a:gd name="connsiteY58" fmla="*/ 329529 h 330129"/>
              <a:gd name="connsiteX59" fmla="*/ 228671 w 260278"/>
              <a:gd name="connsiteY59" fmla="*/ 300859 h 330129"/>
              <a:gd name="connsiteX60" fmla="*/ 236924 w 260278"/>
              <a:gd name="connsiteY60" fmla="*/ 266188 h 330129"/>
              <a:gd name="connsiteX61" fmla="*/ 235786 w 260278"/>
              <a:gd name="connsiteY61" fmla="*/ 261426 h 330129"/>
              <a:gd name="connsiteX62" fmla="*/ 231043 w 260278"/>
              <a:gd name="connsiteY62" fmla="*/ 259044 h 330129"/>
              <a:gd name="connsiteX63" fmla="*/ 245745 w 260278"/>
              <a:gd name="connsiteY63" fmla="*/ 158079 h 330129"/>
              <a:gd name="connsiteX64" fmla="*/ 235027 w 260278"/>
              <a:gd name="connsiteY64" fmla="*/ 220182 h 330129"/>
              <a:gd name="connsiteX65" fmla="*/ 232655 w 260278"/>
              <a:gd name="connsiteY65" fmla="*/ 228564 h 330129"/>
              <a:gd name="connsiteX66" fmla="*/ 186271 w 260278"/>
              <a:gd name="connsiteY66" fmla="*/ 219039 h 330129"/>
              <a:gd name="connsiteX67" fmla="*/ 176786 w 260278"/>
              <a:gd name="connsiteY67" fmla="*/ 179606 h 330129"/>
              <a:gd name="connsiteX68" fmla="*/ 169672 w 260278"/>
              <a:gd name="connsiteY68" fmla="*/ 153317 h 330129"/>
              <a:gd name="connsiteX69" fmla="*/ 169672 w 260278"/>
              <a:gd name="connsiteY69" fmla="*/ 152079 h 330129"/>
              <a:gd name="connsiteX70" fmla="*/ 210175 w 260278"/>
              <a:gd name="connsiteY70" fmla="*/ 78069 h 330129"/>
              <a:gd name="connsiteX71" fmla="*/ 212546 w 260278"/>
              <a:gd name="connsiteY71" fmla="*/ 78069 h 330129"/>
              <a:gd name="connsiteX72" fmla="*/ 230379 w 260278"/>
              <a:gd name="connsiteY72" fmla="*/ 86451 h 330129"/>
              <a:gd name="connsiteX73" fmla="*/ 245840 w 260278"/>
              <a:gd name="connsiteY73" fmla="*/ 158079 h 330129"/>
              <a:gd name="connsiteX74" fmla="*/ 241003 w 260278"/>
              <a:gd name="connsiteY74" fmla="*/ 76831 h 330129"/>
              <a:gd name="connsiteX75" fmla="*/ 213590 w 260278"/>
              <a:gd name="connsiteY75" fmla="*/ 63687 h 330129"/>
              <a:gd name="connsiteX76" fmla="*/ 155254 w 260278"/>
              <a:gd name="connsiteY76" fmla="*/ 150840 h 330129"/>
              <a:gd name="connsiteX77" fmla="*/ 155254 w 260278"/>
              <a:gd name="connsiteY77" fmla="*/ 152079 h 330129"/>
              <a:gd name="connsiteX78" fmla="*/ 163601 w 260278"/>
              <a:gd name="connsiteY78" fmla="*/ 185511 h 330129"/>
              <a:gd name="connsiteX79" fmla="*/ 171948 w 260278"/>
              <a:gd name="connsiteY79" fmla="*/ 224945 h 330129"/>
              <a:gd name="connsiteX80" fmla="*/ 177924 w 260278"/>
              <a:gd name="connsiteY80" fmla="*/ 232089 h 330129"/>
              <a:gd name="connsiteX81" fmla="*/ 236260 w 260278"/>
              <a:gd name="connsiteY81" fmla="*/ 243995 h 330129"/>
              <a:gd name="connsiteX82" fmla="*/ 237493 w 260278"/>
              <a:gd name="connsiteY82" fmla="*/ 243995 h 330129"/>
              <a:gd name="connsiteX83" fmla="*/ 244607 w 260278"/>
              <a:gd name="connsiteY83" fmla="*/ 239232 h 330129"/>
              <a:gd name="connsiteX84" fmla="*/ 248212 w 260278"/>
              <a:gd name="connsiteY84" fmla="*/ 223707 h 330129"/>
              <a:gd name="connsiteX85" fmla="*/ 260068 w 260278"/>
              <a:gd name="connsiteY85" fmla="*/ 159222 h 330129"/>
              <a:gd name="connsiteX86" fmla="*/ 241003 w 260278"/>
              <a:gd name="connsiteY86" fmla="*/ 76831 h 330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260278" h="330129">
                <a:moveTo>
                  <a:pt x="71592" y="252472"/>
                </a:moveTo>
                <a:lnTo>
                  <a:pt x="71592" y="252472"/>
                </a:lnTo>
                <a:cubicBezTo>
                  <a:pt x="58502" y="254853"/>
                  <a:pt x="46550" y="246471"/>
                  <a:pt x="43041" y="233422"/>
                </a:cubicBezTo>
                <a:lnTo>
                  <a:pt x="37065" y="207228"/>
                </a:lnTo>
                <a:cubicBezTo>
                  <a:pt x="43041" y="206085"/>
                  <a:pt x="52526" y="204847"/>
                  <a:pt x="60873" y="203609"/>
                </a:cubicBezTo>
                <a:cubicBezTo>
                  <a:pt x="69221" y="201228"/>
                  <a:pt x="77568" y="198846"/>
                  <a:pt x="83449" y="196465"/>
                </a:cubicBezTo>
                <a:lnTo>
                  <a:pt x="89425" y="223897"/>
                </a:lnTo>
                <a:cubicBezTo>
                  <a:pt x="91796" y="237042"/>
                  <a:pt x="84682" y="250091"/>
                  <a:pt x="71592" y="252472"/>
                </a:cubicBezTo>
                <a:close/>
                <a:moveTo>
                  <a:pt x="94262" y="186940"/>
                </a:moveTo>
                <a:cubicBezTo>
                  <a:pt x="93029" y="184559"/>
                  <a:pt x="91891" y="183321"/>
                  <a:pt x="90658" y="182178"/>
                </a:cubicBezTo>
                <a:cubicBezTo>
                  <a:pt x="89425" y="181035"/>
                  <a:pt x="87053" y="181035"/>
                  <a:pt x="85915" y="182178"/>
                </a:cubicBezTo>
                <a:cubicBezTo>
                  <a:pt x="84682" y="182178"/>
                  <a:pt x="70454" y="188178"/>
                  <a:pt x="58502" y="190560"/>
                </a:cubicBezTo>
                <a:cubicBezTo>
                  <a:pt x="45412" y="194179"/>
                  <a:pt x="28718" y="195322"/>
                  <a:pt x="28718" y="195322"/>
                </a:cubicBezTo>
                <a:cubicBezTo>
                  <a:pt x="27484" y="195322"/>
                  <a:pt x="25113" y="195322"/>
                  <a:pt x="25113" y="197703"/>
                </a:cubicBezTo>
                <a:cubicBezTo>
                  <a:pt x="23880" y="198942"/>
                  <a:pt x="22742" y="200085"/>
                  <a:pt x="23880" y="202466"/>
                </a:cubicBezTo>
                <a:lnTo>
                  <a:pt x="32227" y="235803"/>
                </a:lnTo>
                <a:cubicBezTo>
                  <a:pt x="35832" y="256092"/>
                  <a:pt x="54803" y="269141"/>
                  <a:pt x="73868" y="264378"/>
                </a:cubicBezTo>
                <a:lnTo>
                  <a:pt x="75102" y="264378"/>
                </a:lnTo>
                <a:cubicBezTo>
                  <a:pt x="92934" y="260759"/>
                  <a:pt x="104886" y="240566"/>
                  <a:pt x="100143" y="221516"/>
                </a:cubicBezTo>
                <a:lnTo>
                  <a:pt x="94167" y="186940"/>
                </a:lnTo>
                <a:close/>
                <a:moveTo>
                  <a:pt x="84397" y="115217"/>
                </a:moveTo>
                <a:cubicBezTo>
                  <a:pt x="79655" y="125980"/>
                  <a:pt x="73679" y="137982"/>
                  <a:pt x="74912" y="155889"/>
                </a:cubicBezTo>
                <a:lnTo>
                  <a:pt x="28623" y="165509"/>
                </a:lnTo>
                <a:cubicBezTo>
                  <a:pt x="27390" y="163128"/>
                  <a:pt x="27390" y="159508"/>
                  <a:pt x="26251" y="157127"/>
                </a:cubicBezTo>
                <a:cubicBezTo>
                  <a:pt x="21509" y="141601"/>
                  <a:pt x="19137" y="129600"/>
                  <a:pt x="14395" y="94833"/>
                </a:cubicBezTo>
                <a:cubicBezTo>
                  <a:pt x="14395" y="93595"/>
                  <a:pt x="12023" y="44541"/>
                  <a:pt x="29856" y="23015"/>
                </a:cubicBezTo>
                <a:cubicBezTo>
                  <a:pt x="35737" y="17014"/>
                  <a:pt x="40575" y="14633"/>
                  <a:pt x="47689" y="14633"/>
                </a:cubicBezTo>
                <a:lnTo>
                  <a:pt x="51293" y="14633"/>
                </a:lnTo>
                <a:cubicBezTo>
                  <a:pt x="84492" y="14633"/>
                  <a:pt x="89235" y="49304"/>
                  <a:pt x="91606" y="88833"/>
                </a:cubicBezTo>
                <a:cubicBezTo>
                  <a:pt x="91606" y="99596"/>
                  <a:pt x="89235" y="106835"/>
                  <a:pt x="84492" y="115217"/>
                </a:cubicBezTo>
                <a:close/>
                <a:moveTo>
                  <a:pt x="105740" y="87594"/>
                </a:moveTo>
                <a:cubicBezTo>
                  <a:pt x="103368" y="54066"/>
                  <a:pt x="99859" y="-3369"/>
                  <a:pt x="47594" y="155"/>
                </a:cubicBezTo>
                <a:cubicBezTo>
                  <a:pt x="36875" y="155"/>
                  <a:pt x="27390" y="4917"/>
                  <a:pt x="20276" y="13299"/>
                </a:cubicBezTo>
                <a:cubicBezTo>
                  <a:pt x="-2300" y="38445"/>
                  <a:pt x="71" y="93500"/>
                  <a:pt x="71" y="95881"/>
                </a:cubicBezTo>
                <a:cubicBezTo>
                  <a:pt x="4814" y="131790"/>
                  <a:pt x="8419" y="144935"/>
                  <a:pt x="13161" y="160556"/>
                </a:cubicBezTo>
                <a:cubicBezTo>
                  <a:pt x="14300" y="165318"/>
                  <a:pt x="15533" y="170176"/>
                  <a:pt x="16766" y="174939"/>
                </a:cubicBezTo>
                <a:cubicBezTo>
                  <a:pt x="16766" y="178558"/>
                  <a:pt x="20370" y="180939"/>
                  <a:pt x="23880" y="180939"/>
                </a:cubicBezTo>
                <a:lnTo>
                  <a:pt x="25018" y="180939"/>
                </a:lnTo>
                <a:lnTo>
                  <a:pt x="83164" y="168938"/>
                </a:lnTo>
                <a:cubicBezTo>
                  <a:pt x="86769" y="167700"/>
                  <a:pt x="89140" y="165318"/>
                  <a:pt x="89140" y="161794"/>
                </a:cubicBezTo>
                <a:cubicBezTo>
                  <a:pt x="86769" y="142649"/>
                  <a:pt x="92745" y="131886"/>
                  <a:pt x="97487" y="121122"/>
                </a:cubicBezTo>
                <a:cubicBezTo>
                  <a:pt x="101092" y="112740"/>
                  <a:pt x="105835" y="103120"/>
                  <a:pt x="105835" y="88833"/>
                </a:cubicBezTo>
                <a:lnTo>
                  <a:pt x="105835" y="87594"/>
                </a:lnTo>
                <a:close/>
                <a:moveTo>
                  <a:pt x="216910" y="297144"/>
                </a:moveTo>
                <a:cubicBezTo>
                  <a:pt x="214538" y="310289"/>
                  <a:pt x="201543" y="319909"/>
                  <a:pt x="189686" y="316290"/>
                </a:cubicBezTo>
                <a:lnTo>
                  <a:pt x="188548" y="316290"/>
                </a:lnTo>
                <a:cubicBezTo>
                  <a:pt x="176691" y="313908"/>
                  <a:pt x="169577" y="300764"/>
                  <a:pt x="171948" y="287619"/>
                </a:cubicBezTo>
                <a:lnTo>
                  <a:pt x="177829" y="260092"/>
                </a:lnTo>
                <a:cubicBezTo>
                  <a:pt x="183710" y="262473"/>
                  <a:pt x="192058" y="264855"/>
                  <a:pt x="200310" y="267236"/>
                </a:cubicBezTo>
                <a:cubicBezTo>
                  <a:pt x="208562" y="268474"/>
                  <a:pt x="216910" y="270855"/>
                  <a:pt x="224024" y="270855"/>
                </a:cubicBezTo>
                <a:lnTo>
                  <a:pt x="216910" y="297144"/>
                </a:lnTo>
                <a:close/>
                <a:moveTo>
                  <a:pt x="231043" y="258854"/>
                </a:moveTo>
                <a:cubicBezTo>
                  <a:pt x="231043" y="258854"/>
                  <a:pt x="215676" y="257616"/>
                  <a:pt x="202586" y="255234"/>
                </a:cubicBezTo>
                <a:cubicBezTo>
                  <a:pt x="190730" y="251615"/>
                  <a:pt x="175363" y="245709"/>
                  <a:pt x="175363" y="245709"/>
                </a:cubicBezTo>
                <a:cubicBezTo>
                  <a:pt x="174225" y="245709"/>
                  <a:pt x="171853" y="245709"/>
                  <a:pt x="170620" y="246948"/>
                </a:cubicBezTo>
                <a:cubicBezTo>
                  <a:pt x="168249" y="246948"/>
                  <a:pt x="167111" y="249329"/>
                  <a:pt x="167111" y="250567"/>
                </a:cubicBezTo>
                <a:lnTo>
                  <a:pt x="159997" y="285238"/>
                </a:lnTo>
                <a:cubicBezTo>
                  <a:pt x="156487" y="304383"/>
                  <a:pt x="167111" y="324672"/>
                  <a:pt x="186082" y="328291"/>
                </a:cubicBezTo>
                <a:lnTo>
                  <a:pt x="187220" y="329529"/>
                </a:lnTo>
                <a:cubicBezTo>
                  <a:pt x="204958" y="333149"/>
                  <a:pt x="223929" y="320004"/>
                  <a:pt x="228671" y="300859"/>
                </a:cubicBezTo>
                <a:lnTo>
                  <a:pt x="236924" y="266188"/>
                </a:lnTo>
                <a:cubicBezTo>
                  <a:pt x="236924" y="264950"/>
                  <a:pt x="236924" y="262569"/>
                  <a:pt x="235786" y="261426"/>
                </a:cubicBezTo>
                <a:cubicBezTo>
                  <a:pt x="234647" y="260187"/>
                  <a:pt x="233414" y="259044"/>
                  <a:pt x="231043" y="259044"/>
                </a:cubicBezTo>
                <a:close/>
                <a:moveTo>
                  <a:pt x="245745" y="158079"/>
                </a:moveTo>
                <a:cubicBezTo>
                  <a:pt x="242141" y="192750"/>
                  <a:pt x="238631" y="204657"/>
                  <a:pt x="235027" y="220182"/>
                </a:cubicBezTo>
                <a:cubicBezTo>
                  <a:pt x="233794" y="223802"/>
                  <a:pt x="232655" y="226183"/>
                  <a:pt x="232655" y="228564"/>
                </a:cubicBezTo>
                <a:lnTo>
                  <a:pt x="186271" y="219039"/>
                </a:lnTo>
                <a:cubicBezTo>
                  <a:pt x="186271" y="201132"/>
                  <a:pt x="181529" y="189226"/>
                  <a:pt x="176786" y="179606"/>
                </a:cubicBezTo>
                <a:cubicBezTo>
                  <a:pt x="172043" y="170081"/>
                  <a:pt x="168439" y="162842"/>
                  <a:pt x="169672" y="153317"/>
                </a:cubicBezTo>
                <a:lnTo>
                  <a:pt x="169672" y="152079"/>
                </a:lnTo>
                <a:cubicBezTo>
                  <a:pt x="172043" y="112645"/>
                  <a:pt x="176786" y="78069"/>
                  <a:pt x="210175" y="78069"/>
                </a:cubicBezTo>
                <a:lnTo>
                  <a:pt x="212546" y="78069"/>
                </a:lnTo>
                <a:cubicBezTo>
                  <a:pt x="219660" y="78069"/>
                  <a:pt x="225636" y="81689"/>
                  <a:pt x="230379" y="86451"/>
                </a:cubicBezTo>
                <a:cubicBezTo>
                  <a:pt x="249445" y="107978"/>
                  <a:pt x="245840" y="158079"/>
                  <a:pt x="245840" y="158079"/>
                </a:cubicBezTo>
                <a:close/>
                <a:moveTo>
                  <a:pt x="241003" y="76831"/>
                </a:moveTo>
                <a:cubicBezTo>
                  <a:pt x="233889" y="68449"/>
                  <a:pt x="224308" y="63687"/>
                  <a:pt x="213590" y="63687"/>
                </a:cubicBezTo>
                <a:cubicBezTo>
                  <a:pt x="161230" y="61305"/>
                  <a:pt x="157625" y="117408"/>
                  <a:pt x="155254" y="150840"/>
                </a:cubicBezTo>
                <a:lnTo>
                  <a:pt x="155254" y="152079"/>
                </a:lnTo>
                <a:cubicBezTo>
                  <a:pt x="154021" y="166366"/>
                  <a:pt x="158858" y="175986"/>
                  <a:pt x="163601" y="185511"/>
                </a:cubicBezTo>
                <a:cubicBezTo>
                  <a:pt x="168344" y="195036"/>
                  <a:pt x="173087" y="205800"/>
                  <a:pt x="171948" y="224945"/>
                </a:cubicBezTo>
                <a:cubicBezTo>
                  <a:pt x="171948" y="228564"/>
                  <a:pt x="174320" y="230946"/>
                  <a:pt x="177924" y="232089"/>
                </a:cubicBezTo>
                <a:lnTo>
                  <a:pt x="236260" y="243995"/>
                </a:lnTo>
                <a:lnTo>
                  <a:pt x="237493" y="243995"/>
                </a:lnTo>
                <a:cubicBezTo>
                  <a:pt x="241097" y="243995"/>
                  <a:pt x="243469" y="241614"/>
                  <a:pt x="244607" y="239232"/>
                </a:cubicBezTo>
                <a:cubicBezTo>
                  <a:pt x="245840" y="233232"/>
                  <a:pt x="246979" y="228469"/>
                  <a:pt x="248212" y="223707"/>
                </a:cubicBezTo>
                <a:cubicBezTo>
                  <a:pt x="252954" y="208181"/>
                  <a:pt x="256559" y="195036"/>
                  <a:pt x="260068" y="159222"/>
                </a:cubicBezTo>
                <a:cubicBezTo>
                  <a:pt x="260068" y="156841"/>
                  <a:pt x="263673" y="103120"/>
                  <a:pt x="241003" y="7683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0" name="Graphic 177">
            <a:extLst>
              <a:ext uri="{FF2B5EF4-FFF2-40B4-BE49-F238E27FC236}">
                <a16:creationId xmlns:a16="http://schemas.microsoft.com/office/drawing/2014/main" id="{CEDB612B-9AB5-2C25-9C88-52C07689D52A}"/>
              </a:ext>
            </a:extLst>
          </p:cNvPr>
          <p:cNvSpPr/>
          <p:nvPr/>
        </p:nvSpPr>
        <p:spPr>
          <a:xfrm>
            <a:off x="7940115" y="2876274"/>
            <a:ext cx="346444" cy="439420"/>
          </a:xfrm>
          <a:custGeom>
            <a:avLst/>
            <a:gdLst>
              <a:gd name="connsiteX0" fmla="*/ 71592 w 260278"/>
              <a:gd name="connsiteY0" fmla="*/ 252472 h 330129"/>
              <a:gd name="connsiteX1" fmla="*/ 71592 w 260278"/>
              <a:gd name="connsiteY1" fmla="*/ 252472 h 330129"/>
              <a:gd name="connsiteX2" fmla="*/ 43041 w 260278"/>
              <a:gd name="connsiteY2" fmla="*/ 233422 h 330129"/>
              <a:gd name="connsiteX3" fmla="*/ 37065 w 260278"/>
              <a:gd name="connsiteY3" fmla="*/ 207228 h 330129"/>
              <a:gd name="connsiteX4" fmla="*/ 60873 w 260278"/>
              <a:gd name="connsiteY4" fmla="*/ 203609 h 330129"/>
              <a:gd name="connsiteX5" fmla="*/ 83449 w 260278"/>
              <a:gd name="connsiteY5" fmla="*/ 196465 h 330129"/>
              <a:gd name="connsiteX6" fmla="*/ 89425 w 260278"/>
              <a:gd name="connsiteY6" fmla="*/ 223897 h 330129"/>
              <a:gd name="connsiteX7" fmla="*/ 71592 w 260278"/>
              <a:gd name="connsiteY7" fmla="*/ 252472 h 330129"/>
              <a:gd name="connsiteX8" fmla="*/ 94262 w 260278"/>
              <a:gd name="connsiteY8" fmla="*/ 186940 h 330129"/>
              <a:gd name="connsiteX9" fmla="*/ 90658 w 260278"/>
              <a:gd name="connsiteY9" fmla="*/ 182178 h 330129"/>
              <a:gd name="connsiteX10" fmla="*/ 85915 w 260278"/>
              <a:gd name="connsiteY10" fmla="*/ 182178 h 330129"/>
              <a:gd name="connsiteX11" fmla="*/ 58502 w 260278"/>
              <a:gd name="connsiteY11" fmla="*/ 190560 h 330129"/>
              <a:gd name="connsiteX12" fmla="*/ 28718 w 260278"/>
              <a:gd name="connsiteY12" fmla="*/ 195322 h 330129"/>
              <a:gd name="connsiteX13" fmla="*/ 25113 w 260278"/>
              <a:gd name="connsiteY13" fmla="*/ 197703 h 330129"/>
              <a:gd name="connsiteX14" fmla="*/ 23880 w 260278"/>
              <a:gd name="connsiteY14" fmla="*/ 202466 h 330129"/>
              <a:gd name="connsiteX15" fmla="*/ 32227 w 260278"/>
              <a:gd name="connsiteY15" fmla="*/ 235803 h 330129"/>
              <a:gd name="connsiteX16" fmla="*/ 73868 w 260278"/>
              <a:gd name="connsiteY16" fmla="*/ 264378 h 330129"/>
              <a:gd name="connsiteX17" fmla="*/ 75102 w 260278"/>
              <a:gd name="connsiteY17" fmla="*/ 264378 h 330129"/>
              <a:gd name="connsiteX18" fmla="*/ 100143 w 260278"/>
              <a:gd name="connsiteY18" fmla="*/ 221516 h 330129"/>
              <a:gd name="connsiteX19" fmla="*/ 94167 w 260278"/>
              <a:gd name="connsiteY19" fmla="*/ 186940 h 330129"/>
              <a:gd name="connsiteX20" fmla="*/ 84397 w 260278"/>
              <a:gd name="connsiteY20" fmla="*/ 115217 h 330129"/>
              <a:gd name="connsiteX21" fmla="*/ 74912 w 260278"/>
              <a:gd name="connsiteY21" fmla="*/ 155889 h 330129"/>
              <a:gd name="connsiteX22" fmla="*/ 28623 w 260278"/>
              <a:gd name="connsiteY22" fmla="*/ 165509 h 330129"/>
              <a:gd name="connsiteX23" fmla="*/ 26251 w 260278"/>
              <a:gd name="connsiteY23" fmla="*/ 157127 h 330129"/>
              <a:gd name="connsiteX24" fmla="*/ 14395 w 260278"/>
              <a:gd name="connsiteY24" fmla="*/ 94833 h 330129"/>
              <a:gd name="connsiteX25" fmla="*/ 29856 w 260278"/>
              <a:gd name="connsiteY25" fmla="*/ 23015 h 330129"/>
              <a:gd name="connsiteX26" fmla="*/ 47689 w 260278"/>
              <a:gd name="connsiteY26" fmla="*/ 14633 h 330129"/>
              <a:gd name="connsiteX27" fmla="*/ 51293 w 260278"/>
              <a:gd name="connsiteY27" fmla="*/ 14633 h 330129"/>
              <a:gd name="connsiteX28" fmla="*/ 91606 w 260278"/>
              <a:gd name="connsiteY28" fmla="*/ 88833 h 330129"/>
              <a:gd name="connsiteX29" fmla="*/ 84492 w 260278"/>
              <a:gd name="connsiteY29" fmla="*/ 115217 h 330129"/>
              <a:gd name="connsiteX30" fmla="*/ 105740 w 260278"/>
              <a:gd name="connsiteY30" fmla="*/ 87594 h 330129"/>
              <a:gd name="connsiteX31" fmla="*/ 47594 w 260278"/>
              <a:gd name="connsiteY31" fmla="*/ 155 h 330129"/>
              <a:gd name="connsiteX32" fmla="*/ 20276 w 260278"/>
              <a:gd name="connsiteY32" fmla="*/ 13299 h 330129"/>
              <a:gd name="connsiteX33" fmla="*/ 71 w 260278"/>
              <a:gd name="connsiteY33" fmla="*/ 95881 h 330129"/>
              <a:gd name="connsiteX34" fmla="*/ 13161 w 260278"/>
              <a:gd name="connsiteY34" fmla="*/ 160556 h 330129"/>
              <a:gd name="connsiteX35" fmla="*/ 16766 w 260278"/>
              <a:gd name="connsiteY35" fmla="*/ 174939 h 330129"/>
              <a:gd name="connsiteX36" fmla="*/ 23880 w 260278"/>
              <a:gd name="connsiteY36" fmla="*/ 180939 h 330129"/>
              <a:gd name="connsiteX37" fmla="*/ 25018 w 260278"/>
              <a:gd name="connsiteY37" fmla="*/ 180939 h 330129"/>
              <a:gd name="connsiteX38" fmla="*/ 83164 w 260278"/>
              <a:gd name="connsiteY38" fmla="*/ 168938 h 330129"/>
              <a:gd name="connsiteX39" fmla="*/ 89140 w 260278"/>
              <a:gd name="connsiteY39" fmla="*/ 161794 h 330129"/>
              <a:gd name="connsiteX40" fmla="*/ 97487 w 260278"/>
              <a:gd name="connsiteY40" fmla="*/ 121122 h 330129"/>
              <a:gd name="connsiteX41" fmla="*/ 105835 w 260278"/>
              <a:gd name="connsiteY41" fmla="*/ 88833 h 330129"/>
              <a:gd name="connsiteX42" fmla="*/ 105835 w 260278"/>
              <a:gd name="connsiteY42" fmla="*/ 87594 h 330129"/>
              <a:gd name="connsiteX43" fmla="*/ 216910 w 260278"/>
              <a:gd name="connsiteY43" fmla="*/ 297144 h 330129"/>
              <a:gd name="connsiteX44" fmla="*/ 189686 w 260278"/>
              <a:gd name="connsiteY44" fmla="*/ 316290 h 330129"/>
              <a:gd name="connsiteX45" fmla="*/ 188548 w 260278"/>
              <a:gd name="connsiteY45" fmla="*/ 316290 h 330129"/>
              <a:gd name="connsiteX46" fmla="*/ 171948 w 260278"/>
              <a:gd name="connsiteY46" fmla="*/ 287619 h 330129"/>
              <a:gd name="connsiteX47" fmla="*/ 177829 w 260278"/>
              <a:gd name="connsiteY47" fmla="*/ 260092 h 330129"/>
              <a:gd name="connsiteX48" fmla="*/ 200310 w 260278"/>
              <a:gd name="connsiteY48" fmla="*/ 267236 h 330129"/>
              <a:gd name="connsiteX49" fmla="*/ 224024 w 260278"/>
              <a:gd name="connsiteY49" fmla="*/ 270855 h 330129"/>
              <a:gd name="connsiteX50" fmla="*/ 216910 w 260278"/>
              <a:gd name="connsiteY50" fmla="*/ 297144 h 330129"/>
              <a:gd name="connsiteX51" fmla="*/ 231043 w 260278"/>
              <a:gd name="connsiteY51" fmla="*/ 258854 h 330129"/>
              <a:gd name="connsiteX52" fmla="*/ 202586 w 260278"/>
              <a:gd name="connsiteY52" fmla="*/ 255234 h 330129"/>
              <a:gd name="connsiteX53" fmla="*/ 175363 w 260278"/>
              <a:gd name="connsiteY53" fmla="*/ 245709 h 330129"/>
              <a:gd name="connsiteX54" fmla="*/ 170620 w 260278"/>
              <a:gd name="connsiteY54" fmla="*/ 246948 h 330129"/>
              <a:gd name="connsiteX55" fmla="*/ 167111 w 260278"/>
              <a:gd name="connsiteY55" fmla="*/ 250567 h 330129"/>
              <a:gd name="connsiteX56" fmla="*/ 159997 w 260278"/>
              <a:gd name="connsiteY56" fmla="*/ 285238 h 330129"/>
              <a:gd name="connsiteX57" fmla="*/ 186082 w 260278"/>
              <a:gd name="connsiteY57" fmla="*/ 328291 h 330129"/>
              <a:gd name="connsiteX58" fmla="*/ 187220 w 260278"/>
              <a:gd name="connsiteY58" fmla="*/ 329529 h 330129"/>
              <a:gd name="connsiteX59" fmla="*/ 228671 w 260278"/>
              <a:gd name="connsiteY59" fmla="*/ 300859 h 330129"/>
              <a:gd name="connsiteX60" fmla="*/ 236924 w 260278"/>
              <a:gd name="connsiteY60" fmla="*/ 266188 h 330129"/>
              <a:gd name="connsiteX61" fmla="*/ 235786 w 260278"/>
              <a:gd name="connsiteY61" fmla="*/ 261426 h 330129"/>
              <a:gd name="connsiteX62" fmla="*/ 231043 w 260278"/>
              <a:gd name="connsiteY62" fmla="*/ 259044 h 330129"/>
              <a:gd name="connsiteX63" fmla="*/ 245745 w 260278"/>
              <a:gd name="connsiteY63" fmla="*/ 158079 h 330129"/>
              <a:gd name="connsiteX64" fmla="*/ 235027 w 260278"/>
              <a:gd name="connsiteY64" fmla="*/ 220182 h 330129"/>
              <a:gd name="connsiteX65" fmla="*/ 232655 w 260278"/>
              <a:gd name="connsiteY65" fmla="*/ 228564 h 330129"/>
              <a:gd name="connsiteX66" fmla="*/ 186271 w 260278"/>
              <a:gd name="connsiteY66" fmla="*/ 219039 h 330129"/>
              <a:gd name="connsiteX67" fmla="*/ 176786 w 260278"/>
              <a:gd name="connsiteY67" fmla="*/ 179606 h 330129"/>
              <a:gd name="connsiteX68" fmla="*/ 169672 w 260278"/>
              <a:gd name="connsiteY68" fmla="*/ 153317 h 330129"/>
              <a:gd name="connsiteX69" fmla="*/ 169672 w 260278"/>
              <a:gd name="connsiteY69" fmla="*/ 152079 h 330129"/>
              <a:gd name="connsiteX70" fmla="*/ 210175 w 260278"/>
              <a:gd name="connsiteY70" fmla="*/ 78069 h 330129"/>
              <a:gd name="connsiteX71" fmla="*/ 212546 w 260278"/>
              <a:gd name="connsiteY71" fmla="*/ 78069 h 330129"/>
              <a:gd name="connsiteX72" fmla="*/ 230379 w 260278"/>
              <a:gd name="connsiteY72" fmla="*/ 86451 h 330129"/>
              <a:gd name="connsiteX73" fmla="*/ 245840 w 260278"/>
              <a:gd name="connsiteY73" fmla="*/ 158079 h 330129"/>
              <a:gd name="connsiteX74" fmla="*/ 241003 w 260278"/>
              <a:gd name="connsiteY74" fmla="*/ 76831 h 330129"/>
              <a:gd name="connsiteX75" fmla="*/ 213590 w 260278"/>
              <a:gd name="connsiteY75" fmla="*/ 63687 h 330129"/>
              <a:gd name="connsiteX76" fmla="*/ 155254 w 260278"/>
              <a:gd name="connsiteY76" fmla="*/ 150840 h 330129"/>
              <a:gd name="connsiteX77" fmla="*/ 155254 w 260278"/>
              <a:gd name="connsiteY77" fmla="*/ 152079 h 330129"/>
              <a:gd name="connsiteX78" fmla="*/ 163601 w 260278"/>
              <a:gd name="connsiteY78" fmla="*/ 185511 h 330129"/>
              <a:gd name="connsiteX79" fmla="*/ 171948 w 260278"/>
              <a:gd name="connsiteY79" fmla="*/ 224945 h 330129"/>
              <a:gd name="connsiteX80" fmla="*/ 177924 w 260278"/>
              <a:gd name="connsiteY80" fmla="*/ 232089 h 330129"/>
              <a:gd name="connsiteX81" fmla="*/ 236260 w 260278"/>
              <a:gd name="connsiteY81" fmla="*/ 243995 h 330129"/>
              <a:gd name="connsiteX82" fmla="*/ 237493 w 260278"/>
              <a:gd name="connsiteY82" fmla="*/ 243995 h 330129"/>
              <a:gd name="connsiteX83" fmla="*/ 244607 w 260278"/>
              <a:gd name="connsiteY83" fmla="*/ 239232 h 330129"/>
              <a:gd name="connsiteX84" fmla="*/ 248212 w 260278"/>
              <a:gd name="connsiteY84" fmla="*/ 223707 h 330129"/>
              <a:gd name="connsiteX85" fmla="*/ 260068 w 260278"/>
              <a:gd name="connsiteY85" fmla="*/ 159222 h 330129"/>
              <a:gd name="connsiteX86" fmla="*/ 241003 w 260278"/>
              <a:gd name="connsiteY86" fmla="*/ 76831 h 330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260278" h="330129">
                <a:moveTo>
                  <a:pt x="71592" y="252472"/>
                </a:moveTo>
                <a:lnTo>
                  <a:pt x="71592" y="252472"/>
                </a:lnTo>
                <a:cubicBezTo>
                  <a:pt x="58502" y="254853"/>
                  <a:pt x="46550" y="246471"/>
                  <a:pt x="43041" y="233422"/>
                </a:cubicBezTo>
                <a:lnTo>
                  <a:pt x="37065" y="207228"/>
                </a:lnTo>
                <a:cubicBezTo>
                  <a:pt x="43041" y="206085"/>
                  <a:pt x="52526" y="204847"/>
                  <a:pt x="60873" y="203609"/>
                </a:cubicBezTo>
                <a:cubicBezTo>
                  <a:pt x="69221" y="201228"/>
                  <a:pt x="77568" y="198846"/>
                  <a:pt x="83449" y="196465"/>
                </a:cubicBezTo>
                <a:lnTo>
                  <a:pt x="89425" y="223897"/>
                </a:lnTo>
                <a:cubicBezTo>
                  <a:pt x="91796" y="237042"/>
                  <a:pt x="84682" y="250091"/>
                  <a:pt x="71592" y="252472"/>
                </a:cubicBezTo>
                <a:close/>
                <a:moveTo>
                  <a:pt x="94262" y="186940"/>
                </a:moveTo>
                <a:cubicBezTo>
                  <a:pt x="93029" y="184559"/>
                  <a:pt x="91891" y="183321"/>
                  <a:pt x="90658" y="182178"/>
                </a:cubicBezTo>
                <a:cubicBezTo>
                  <a:pt x="89425" y="181035"/>
                  <a:pt x="87053" y="181035"/>
                  <a:pt x="85915" y="182178"/>
                </a:cubicBezTo>
                <a:cubicBezTo>
                  <a:pt x="84682" y="182178"/>
                  <a:pt x="70454" y="188178"/>
                  <a:pt x="58502" y="190560"/>
                </a:cubicBezTo>
                <a:cubicBezTo>
                  <a:pt x="45412" y="194179"/>
                  <a:pt x="28718" y="195322"/>
                  <a:pt x="28718" y="195322"/>
                </a:cubicBezTo>
                <a:cubicBezTo>
                  <a:pt x="27484" y="195322"/>
                  <a:pt x="25113" y="195322"/>
                  <a:pt x="25113" y="197703"/>
                </a:cubicBezTo>
                <a:cubicBezTo>
                  <a:pt x="23880" y="198942"/>
                  <a:pt x="22742" y="200085"/>
                  <a:pt x="23880" y="202466"/>
                </a:cubicBezTo>
                <a:lnTo>
                  <a:pt x="32227" y="235803"/>
                </a:lnTo>
                <a:cubicBezTo>
                  <a:pt x="35832" y="256092"/>
                  <a:pt x="54803" y="269141"/>
                  <a:pt x="73868" y="264378"/>
                </a:cubicBezTo>
                <a:lnTo>
                  <a:pt x="75102" y="264378"/>
                </a:lnTo>
                <a:cubicBezTo>
                  <a:pt x="92934" y="260759"/>
                  <a:pt x="104886" y="240566"/>
                  <a:pt x="100143" y="221516"/>
                </a:cubicBezTo>
                <a:lnTo>
                  <a:pt x="94167" y="186940"/>
                </a:lnTo>
                <a:close/>
                <a:moveTo>
                  <a:pt x="84397" y="115217"/>
                </a:moveTo>
                <a:cubicBezTo>
                  <a:pt x="79655" y="125980"/>
                  <a:pt x="73679" y="137982"/>
                  <a:pt x="74912" y="155889"/>
                </a:cubicBezTo>
                <a:lnTo>
                  <a:pt x="28623" y="165509"/>
                </a:lnTo>
                <a:cubicBezTo>
                  <a:pt x="27390" y="163128"/>
                  <a:pt x="27390" y="159508"/>
                  <a:pt x="26251" y="157127"/>
                </a:cubicBezTo>
                <a:cubicBezTo>
                  <a:pt x="21509" y="141601"/>
                  <a:pt x="19137" y="129600"/>
                  <a:pt x="14395" y="94833"/>
                </a:cubicBezTo>
                <a:cubicBezTo>
                  <a:pt x="14395" y="93595"/>
                  <a:pt x="12023" y="44541"/>
                  <a:pt x="29856" y="23015"/>
                </a:cubicBezTo>
                <a:cubicBezTo>
                  <a:pt x="35737" y="17014"/>
                  <a:pt x="40575" y="14633"/>
                  <a:pt x="47689" y="14633"/>
                </a:cubicBezTo>
                <a:lnTo>
                  <a:pt x="51293" y="14633"/>
                </a:lnTo>
                <a:cubicBezTo>
                  <a:pt x="84492" y="14633"/>
                  <a:pt x="89235" y="49304"/>
                  <a:pt x="91606" y="88833"/>
                </a:cubicBezTo>
                <a:cubicBezTo>
                  <a:pt x="91606" y="99596"/>
                  <a:pt x="89235" y="106835"/>
                  <a:pt x="84492" y="115217"/>
                </a:cubicBezTo>
                <a:close/>
                <a:moveTo>
                  <a:pt x="105740" y="87594"/>
                </a:moveTo>
                <a:cubicBezTo>
                  <a:pt x="103368" y="54066"/>
                  <a:pt x="99859" y="-3369"/>
                  <a:pt x="47594" y="155"/>
                </a:cubicBezTo>
                <a:cubicBezTo>
                  <a:pt x="36875" y="155"/>
                  <a:pt x="27390" y="4917"/>
                  <a:pt x="20276" y="13299"/>
                </a:cubicBezTo>
                <a:cubicBezTo>
                  <a:pt x="-2300" y="38445"/>
                  <a:pt x="71" y="93500"/>
                  <a:pt x="71" y="95881"/>
                </a:cubicBezTo>
                <a:cubicBezTo>
                  <a:pt x="4814" y="131790"/>
                  <a:pt x="8419" y="144935"/>
                  <a:pt x="13161" y="160556"/>
                </a:cubicBezTo>
                <a:cubicBezTo>
                  <a:pt x="14300" y="165318"/>
                  <a:pt x="15533" y="170176"/>
                  <a:pt x="16766" y="174939"/>
                </a:cubicBezTo>
                <a:cubicBezTo>
                  <a:pt x="16766" y="178558"/>
                  <a:pt x="20370" y="180939"/>
                  <a:pt x="23880" y="180939"/>
                </a:cubicBezTo>
                <a:lnTo>
                  <a:pt x="25018" y="180939"/>
                </a:lnTo>
                <a:lnTo>
                  <a:pt x="83164" y="168938"/>
                </a:lnTo>
                <a:cubicBezTo>
                  <a:pt x="86769" y="167700"/>
                  <a:pt x="89140" y="165318"/>
                  <a:pt x="89140" y="161794"/>
                </a:cubicBezTo>
                <a:cubicBezTo>
                  <a:pt x="86769" y="142649"/>
                  <a:pt x="92745" y="131886"/>
                  <a:pt x="97487" y="121122"/>
                </a:cubicBezTo>
                <a:cubicBezTo>
                  <a:pt x="101092" y="112740"/>
                  <a:pt x="105835" y="103120"/>
                  <a:pt x="105835" y="88833"/>
                </a:cubicBezTo>
                <a:lnTo>
                  <a:pt x="105835" y="87594"/>
                </a:lnTo>
                <a:close/>
                <a:moveTo>
                  <a:pt x="216910" y="297144"/>
                </a:moveTo>
                <a:cubicBezTo>
                  <a:pt x="214538" y="310289"/>
                  <a:pt x="201543" y="319909"/>
                  <a:pt x="189686" y="316290"/>
                </a:cubicBezTo>
                <a:lnTo>
                  <a:pt x="188548" y="316290"/>
                </a:lnTo>
                <a:cubicBezTo>
                  <a:pt x="176691" y="313908"/>
                  <a:pt x="169577" y="300764"/>
                  <a:pt x="171948" y="287619"/>
                </a:cubicBezTo>
                <a:lnTo>
                  <a:pt x="177829" y="260092"/>
                </a:lnTo>
                <a:cubicBezTo>
                  <a:pt x="183710" y="262473"/>
                  <a:pt x="192058" y="264855"/>
                  <a:pt x="200310" y="267236"/>
                </a:cubicBezTo>
                <a:cubicBezTo>
                  <a:pt x="208562" y="268474"/>
                  <a:pt x="216910" y="270855"/>
                  <a:pt x="224024" y="270855"/>
                </a:cubicBezTo>
                <a:lnTo>
                  <a:pt x="216910" y="297144"/>
                </a:lnTo>
                <a:close/>
                <a:moveTo>
                  <a:pt x="231043" y="258854"/>
                </a:moveTo>
                <a:cubicBezTo>
                  <a:pt x="231043" y="258854"/>
                  <a:pt x="215676" y="257616"/>
                  <a:pt x="202586" y="255234"/>
                </a:cubicBezTo>
                <a:cubicBezTo>
                  <a:pt x="190730" y="251615"/>
                  <a:pt x="175363" y="245709"/>
                  <a:pt x="175363" y="245709"/>
                </a:cubicBezTo>
                <a:cubicBezTo>
                  <a:pt x="174225" y="245709"/>
                  <a:pt x="171853" y="245709"/>
                  <a:pt x="170620" y="246948"/>
                </a:cubicBezTo>
                <a:cubicBezTo>
                  <a:pt x="168249" y="246948"/>
                  <a:pt x="167111" y="249329"/>
                  <a:pt x="167111" y="250567"/>
                </a:cubicBezTo>
                <a:lnTo>
                  <a:pt x="159997" y="285238"/>
                </a:lnTo>
                <a:cubicBezTo>
                  <a:pt x="156487" y="304383"/>
                  <a:pt x="167111" y="324672"/>
                  <a:pt x="186082" y="328291"/>
                </a:cubicBezTo>
                <a:lnTo>
                  <a:pt x="187220" y="329529"/>
                </a:lnTo>
                <a:cubicBezTo>
                  <a:pt x="204958" y="333149"/>
                  <a:pt x="223929" y="320004"/>
                  <a:pt x="228671" y="300859"/>
                </a:cubicBezTo>
                <a:lnTo>
                  <a:pt x="236924" y="266188"/>
                </a:lnTo>
                <a:cubicBezTo>
                  <a:pt x="236924" y="264950"/>
                  <a:pt x="236924" y="262569"/>
                  <a:pt x="235786" y="261426"/>
                </a:cubicBezTo>
                <a:cubicBezTo>
                  <a:pt x="234647" y="260187"/>
                  <a:pt x="233414" y="259044"/>
                  <a:pt x="231043" y="259044"/>
                </a:cubicBezTo>
                <a:close/>
                <a:moveTo>
                  <a:pt x="245745" y="158079"/>
                </a:moveTo>
                <a:cubicBezTo>
                  <a:pt x="242141" y="192750"/>
                  <a:pt x="238631" y="204657"/>
                  <a:pt x="235027" y="220182"/>
                </a:cubicBezTo>
                <a:cubicBezTo>
                  <a:pt x="233794" y="223802"/>
                  <a:pt x="232655" y="226183"/>
                  <a:pt x="232655" y="228564"/>
                </a:cubicBezTo>
                <a:lnTo>
                  <a:pt x="186271" y="219039"/>
                </a:lnTo>
                <a:cubicBezTo>
                  <a:pt x="186271" y="201132"/>
                  <a:pt x="181529" y="189226"/>
                  <a:pt x="176786" y="179606"/>
                </a:cubicBezTo>
                <a:cubicBezTo>
                  <a:pt x="172043" y="170081"/>
                  <a:pt x="168439" y="162842"/>
                  <a:pt x="169672" y="153317"/>
                </a:cubicBezTo>
                <a:lnTo>
                  <a:pt x="169672" y="152079"/>
                </a:lnTo>
                <a:cubicBezTo>
                  <a:pt x="172043" y="112645"/>
                  <a:pt x="176786" y="78069"/>
                  <a:pt x="210175" y="78069"/>
                </a:cubicBezTo>
                <a:lnTo>
                  <a:pt x="212546" y="78069"/>
                </a:lnTo>
                <a:cubicBezTo>
                  <a:pt x="219660" y="78069"/>
                  <a:pt x="225636" y="81689"/>
                  <a:pt x="230379" y="86451"/>
                </a:cubicBezTo>
                <a:cubicBezTo>
                  <a:pt x="249445" y="107978"/>
                  <a:pt x="245840" y="158079"/>
                  <a:pt x="245840" y="158079"/>
                </a:cubicBezTo>
                <a:close/>
                <a:moveTo>
                  <a:pt x="241003" y="76831"/>
                </a:moveTo>
                <a:cubicBezTo>
                  <a:pt x="233889" y="68449"/>
                  <a:pt x="224308" y="63687"/>
                  <a:pt x="213590" y="63687"/>
                </a:cubicBezTo>
                <a:cubicBezTo>
                  <a:pt x="161230" y="61305"/>
                  <a:pt x="157625" y="117408"/>
                  <a:pt x="155254" y="150840"/>
                </a:cubicBezTo>
                <a:lnTo>
                  <a:pt x="155254" y="152079"/>
                </a:lnTo>
                <a:cubicBezTo>
                  <a:pt x="154021" y="166366"/>
                  <a:pt x="158858" y="175986"/>
                  <a:pt x="163601" y="185511"/>
                </a:cubicBezTo>
                <a:cubicBezTo>
                  <a:pt x="168344" y="195036"/>
                  <a:pt x="173087" y="205800"/>
                  <a:pt x="171948" y="224945"/>
                </a:cubicBezTo>
                <a:cubicBezTo>
                  <a:pt x="171948" y="228564"/>
                  <a:pt x="174320" y="230946"/>
                  <a:pt x="177924" y="232089"/>
                </a:cubicBezTo>
                <a:lnTo>
                  <a:pt x="236260" y="243995"/>
                </a:lnTo>
                <a:lnTo>
                  <a:pt x="237493" y="243995"/>
                </a:lnTo>
                <a:cubicBezTo>
                  <a:pt x="241097" y="243995"/>
                  <a:pt x="243469" y="241614"/>
                  <a:pt x="244607" y="239232"/>
                </a:cubicBezTo>
                <a:cubicBezTo>
                  <a:pt x="245840" y="233232"/>
                  <a:pt x="246979" y="228469"/>
                  <a:pt x="248212" y="223707"/>
                </a:cubicBezTo>
                <a:cubicBezTo>
                  <a:pt x="252954" y="208181"/>
                  <a:pt x="256559" y="195036"/>
                  <a:pt x="260068" y="159222"/>
                </a:cubicBezTo>
                <a:cubicBezTo>
                  <a:pt x="260068" y="156841"/>
                  <a:pt x="263673" y="103120"/>
                  <a:pt x="241003" y="7683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1" name="Graphic 177">
            <a:extLst>
              <a:ext uri="{FF2B5EF4-FFF2-40B4-BE49-F238E27FC236}">
                <a16:creationId xmlns:a16="http://schemas.microsoft.com/office/drawing/2014/main" id="{EA940DEA-379D-ADA7-C2B4-84144935C090}"/>
              </a:ext>
            </a:extLst>
          </p:cNvPr>
          <p:cNvSpPr/>
          <p:nvPr/>
        </p:nvSpPr>
        <p:spPr>
          <a:xfrm>
            <a:off x="7178115" y="3495399"/>
            <a:ext cx="346444" cy="439420"/>
          </a:xfrm>
          <a:custGeom>
            <a:avLst/>
            <a:gdLst>
              <a:gd name="connsiteX0" fmla="*/ 71592 w 260278"/>
              <a:gd name="connsiteY0" fmla="*/ 252472 h 330129"/>
              <a:gd name="connsiteX1" fmla="*/ 71592 w 260278"/>
              <a:gd name="connsiteY1" fmla="*/ 252472 h 330129"/>
              <a:gd name="connsiteX2" fmla="*/ 43041 w 260278"/>
              <a:gd name="connsiteY2" fmla="*/ 233422 h 330129"/>
              <a:gd name="connsiteX3" fmla="*/ 37065 w 260278"/>
              <a:gd name="connsiteY3" fmla="*/ 207228 h 330129"/>
              <a:gd name="connsiteX4" fmla="*/ 60873 w 260278"/>
              <a:gd name="connsiteY4" fmla="*/ 203609 h 330129"/>
              <a:gd name="connsiteX5" fmla="*/ 83449 w 260278"/>
              <a:gd name="connsiteY5" fmla="*/ 196465 h 330129"/>
              <a:gd name="connsiteX6" fmla="*/ 89425 w 260278"/>
              <a:gd name="connsiteY6" fmla="*/ 223897 h 330129"/>
              <a:gd name="connsiteX7" fmla="*/ 71592 w 260278"/>
              <a:gd name="connsiteY7" fmla="*/ 252472 h 330129"/>
              <a:gd name="connsiteX8" fmla="*/ 94262 w 260278"/>
              <a:gd name="connsiteY8" fmla="*/ 186940 h 330129"/>
              <a:gd name="connsiteX9" fmla="*/ 90658 w 260278"/>
              <a:gd name="connsiteY9" fmla="*/ 182178 h 330129"/>
              <a:gd name="connsiteX10" fmla="*/ 85915 w 260278"/>
              <a:gd name="connsiteY10" fmla="*/ 182178 h 330129"/>
              <a:gd name="connsiteX11" fmla="*/ 58502 w 260278"/>
              <a:gd name="connsiteY11" fmla="*/ 190560 h 330129"/>
              <a:gd name="connsiteX12" fmla="*/ 28718 w 260278"/>
              <a:gd name="connsiteY12" fmla="*/ 195322 h 330129"/>
              <a:gd name="connsiteX13" fmla="*/ 25113 w 260278"/>
              <a:gd name="connsiteY13" fmla="*/ 197703 h 330129"/>
              <a:gd name="connsiteX14" fmla="*/ 23880 w 260278"/>
              <a:gd name="connsiteY14" fmla="*/ 202466 h 330129"/>
              <a:gd name="connsiteX15" fmla="*/ 32227 w 260278"/>
              <a:gd name="connsiteY15" fmla="*/ 235803 h 330129"/>
              <a:gd name="connsiteX16" fmla="*/ 73868 w 260278"/>
              <a:gd name="connsiteY16" fmla="*/ 264378 h 330129"/>
              <a:gd name="connsiteX17" fmla="*/ 75102 w 260278"/>
              <a:gd name="connsiteY17" fmla="*/ 264378 h 330129"/>
              <a:gd name="connsiteX18" fmla="*/ 100143 w 260278"/>
              <a:gd name="connsiteY18" fmla="*/ 221516 h 330129"/>
              <a:gd name="connsiteX19" fmla="*/ 94167 w 260278"/>
              <a:gd name="connsiteY19" fmla="*/ 186940 h 330129"/>
              <a:gd name="connsiteX20" fmla="*/ 84397 w 260278"/>
              <a:gd name="connsiteY20" fmla="*/ 115217 h 330129"/>
              <a:gd name="connsiteX21" fmla="*/ 74912 w 260278"/>
              <a:gd name="connsiteY21" fmla="*/ 155889 h 330129"/>
              <a:gd name="connsiteX22" fmla="*/ 28623 w 260278"/>
              <a:gd name="connsiteY22" fmla="*/ 165509 h 330129"/>
              <a:gd name="connsiteX23" fmla="*/ 26251 w 260278"/>
              <a:gd name="connsiteY23" fmla="*/ 157127 h 330129"/>
              <a:gd name="connsiteX24" fmla="*/ 14395 w 260278"/>
              <a:gd name="connsiteY24" fmla="*/ 94833 h 330129"/>
              <a:gd name="connsiteX25" fmla="*/ 29856 w 260278"/>
              <a:gd name="connsiteY25" fmla="*/ 23015 h 330129"/>
              <a:gd name="connsiteX26" fmla="*/ 47689 w 260278"/>
              <a:gd name="connsiteY26" fmla="*/ 14633 h 330129"/>
              <a:gd name="connsiteX27" fmla="*/ 51293 w 260278"/>
              <a:gd name="connsiteY27" fmla="*/ 14633 h 330129"/>
              <a:gd name="connsiteX28" fmla="*/ 91606 w 260278"/>
              <a:gd name="connsiteY28" fmla="*/ 88833 h 330129"/>
              <a:gd name="connsiteX29" fmla="*/ 84492 w 260278"/>
              <a:gd name="connsiteY29" fmla="*/ 115217 h 330129"/>
              <a:gd name="connsiteX30" fmla="*/ 105740 w 260278"/>
              <a:gd name="connsiteY30" fmla="*/ 87594 h 330129"/>
              <a:gd name="connsiteX31" fmla="*/ 47594 w 260278"/>
              <a:gd name="connsiteY31" fmla="*/ 155 h 330129"/>
              <a:gd name="connsiteX32" fmla="*/ 20276 w 260278"/>
              <a:gd name="connsiteY32" fmla="*/ 13299 h 330129"/>
              <a:gd name="connsiteX33" fmla="*/ 71 w 260278"/>
              <a:gd name="connsiteY33" fmla="*/ 95881 h 330129"/>
              <a:gd name="connsiteX34" fmla="*/ 13161 w 260278"/>
              <a:gd name="connsiteY34" fmla="*/ 160556 h 330129"/>
              <a:gd name="connsiteX35" fmla="*/ 16766 w 260278"/>
              <a:gd name="connsiteY35" fmla="*/ 174939 h 330129"/>
              <a:gd name="connsiteX36" fmla="*/ 23880 w 260278"/>
              <a:gd name="connsiteY36" fmla="*/ 180939 h 330129"/>
              <a:gd name="connsiteX37" fmla="*/ 25018 w 260278"/>
              <a:gd name="connsiteY37" fmla="*/ 180939 h 330129"/>
              <a:gd name="connsiteX38" fmla="*/ 83164 w 260278"/>
              <a:gd name="connsiteY38" fmla="*/ 168938 h 330129"/>
              <a:gd name="connsiteX39" fmla="*/ 89140 w 260278"/>
              <a:gd name="connsiteY39" fmla="*/ 161794 h 330129"/>
              <a:gd name="connsiteX40" fmla="*/ 97487 w 260278"/>
              <a:gd name="connsiteY40" fmla="*/ 121122 h 330129"/>
              <a:gd name="connsiteX41" fmla="*/ 105835 w 260278"/>
              <a:gd name="connsiteY41" fmla="*/ 88833 h 330129"/>
              <a:gd name="connsiteX42" fmla="*/ 105835 w 260278"/>
              <a:gd name="connsiteY42" fmla="*/ 87594 h 330129"/>
              <a:gd name="connsiteX43" fmla="*/ 216910 w 260278"/>
              <a:gd name="connsiteY43" fmla="*/ 297144 h 330129"/>
              <a:gd name="connsiteX44" fmla="*/ 189686 w 260278"/>
              <a:gd name="connsiteY44" fmla="*/ 316290 h 330129"/>
              <a:gd name="connsiteX45" fmla="*/ 188548 w 260278"/>
              <a:gd name="connsiteY45" fmla="*/ 316290 h 330129"/>
              <a:gd name="connsiteX46" fmla="*/ 171948 w 260278"/>
              <a:gd name="connsiteY46" fmla="*/ 287619 h 330129"/>
              <a:gd name="connsiteX47" fmla="*/ 177829 w 260278"/>
              <a:gd name="connsiteY47" fmla="*/ 260092 h 330129"/>
              <a:gd name="connsiteX48" fmla="*/ 200310 w 260278"/>
              <a:gd name="connsiteY48" fmla="*/ 267236 h 330129"/>
              <a:gd name="connsiteX49" fmla="*/ 224024 w 260278"/>
              <a:gd name="connsiteY49" fmla="*/ 270855 h 330129"/>
              <a:gd name="connsiteX50" fmla="*/ 216910 w 260278"/>
              <a:gd name="connsiteY50" fmla="*/ 297144 h 330129"/>
              <a:gd name="connsiteX51" fmla="*/ 231043 w 260278"/>
              <a:gd name="connsiteY51" fmla="*/ 258854 h 330129"/>
              <a:gd name="connsiteX52" fmla="*/ 202586 w 260278"/>
              <a:gd name="connsiteY52" fmla="*/ 255234 h 330129"/>
              <a:gd name="connsiteX53" fmla="*/ 175363 w 260278"/>
              <a:gd name="connsiteY53" fmla="*/ 245709 h 330129"/>
              <a:gd name="connsiteX54" fmla="*/ 170620 w 260278"/>
              <a:gd name="connsiteY54" fmla="*/ 246948 h 330129"/>
              <a:gd name="connsiteX55" fmla="*/ 167111 w 260278"/>
              <a:gd name="connsiteY55" fmla="*/ 250567 h 330129"/>
              <a:gd name="connsiteX56" fmla="*/ 159997 w 260278"/>
              <a:gd name="connsiteY56" fmla="*/ 285238 h 330129"/>
              <a:gd name="connsiteX57" fmla="*/ 186082 w 260278"/>
              <a:gd name="connsiteY57" fmla="*/ 328291 h 330129"/>
              <a:gd name="connsiteX58" fmla="*/ 187220 w 260278"/>
              <a:gd name="connsiteY58" fmla="*/ 329529 h 330129"/>
              <a:gd name="connsiteX59" fmla="*/ 228671 w 260278"/>
              <a:gd name="connsiteY59" fmla="*/ 300859 h 330129"/>
              <a:gd name="connsiteX60" fmla="*/ 236924 w 260278"/>
              <a:gd name="connsiteY60" fmla="*/ 266188 h 330129"/>
              <a:gd name="connsiteX61" fmla="*/ 235786 w 260278"/>
              <a:gd name="connsiteY61" fmla="*/ 261426 h 330129"/>
              <a:gd name="connsiteX62" fmla="*/ 231043 w 260278"/>
              <a:gd name="connsiteY62" fmla="*/ 259044 h 330129"/>
              <a:gd name="connsiteX63" fmla="*/ 245745 w 260278"/>
              <a:gd name="connsiteY63" fmla="*/ 158079 h 330129"/>
              <a:gd name="connsiteX64" fmla="*/ 235027 w 260278"/>
              <a:gd name="connsiteY64" fmla="*/ 220182 h 330129"/>
              <a:gd name="connsiteX65" fmla="*/ 232655 w 260278"/>
              <a:gd name="connsiteY65" fmla="*/ 228564 h 330129"/>
              <a:gd name="connsiteX66" fmla="*/ 186271 w 260278"/>
              <a:gd name="connsiteY66" fmla="*/ 219039 h 330129"/>
              <a:gd name="connsiteX67" fmla="*/ 176786 w 260278"/>
              <a:gd name="connsiteY67" fmla="*/ 179606 h 330129"/>
              <a:gd name="connsiteX68" fmla="*/ 169672 w 260278"/>
              <a:gd name="connsiteY68" fmla="*/ 153317 h 330129"/>
              <a:gd name="connsiteX69" fmla="*/ 169672 w 260278"/>
              <a:gd name="connsiteY69" fmla="*/ 152079 h 330129"/>
              <a:gd name="connsiteX70" fmla="*/ 210175 w 260278"/>
              <a:gd name="connsiteY70" fmla="*/ 78069 h 330129"/>
              <a:gd name="connsiteX71" fmla="*/ 212546 w 260278"/>
              <a:gd name="connsiteY71" fmla="*/ 78069 h 330129"/>
              <a:gd name="connsiteX72" fmla="*/ 230379 w 260278"/>
              <a:gd name="connsiteY72" fmla="*/ 86451 h 330129"/>
              <a:gd name="connsiteX73" fmla="*/ 245840 w 260278"/>
              <a:gd name="connsiteY73" fmla="*/ 158079 h 330129"/>
              <a:gd name="connsiteX74" fmla="*/ 241003 w 260278"/>
              <a:gd name="connsiteY74" fmla="*/ 76831 h 330129"/>
              <a:gd name="connsiteX75" fmla="*/ 213590 w 260278"/>
              <a:gd name="connsiteY75" fmla="*/ 63687 h 330129"/>
              <a:gd name="connsiteX76" fmla="*/ 155254 w 260278"/>
              <a:gd name="connsiteY76" fmla="*/ 150840 h 330129"/>
              <a:gd name="connsiteX77" fmla="*/ 155254 w 260278"/>
              <a:gd name="connsiteY77" fmla="*/ 152079 h 330129"/>
              <a:gd name="connsiteX78" fmla="*/ 163601 w 260278"/>
              <a:gd name="connsiteY78" fmla="*/ 185511 h 330129"/>
              <a:gd name="connsiteX79" fmla="*/ 171948 w 260278"/>
              <a:gd name="connsiteY79" fmla="*/ 224945 h 330129"/>
              <a:gd name="connsiteX80" fmla="*/ 177924 w 260278"/>
              <a:gd name="connsiteY80" fmla="*/ 232089 h 330129"/>
              <a:gd name="connsiteX81" fmla="*/ 236260 w 260278"/>
              <a:gd name="connsiteY81" fmla="*/ 243995 h 330129"/>
              <a:gd name="connsiteX82" fmla="*/ 237493 w 260278"/>
              <a:gd name="connsiteY82" fmla="*/ 243995 h 330129"/>
              <a:gd name="connsiteX83" fmla="*/ 244607 w 260278"/>
              <a:gd name="connsiteY83" fmla="*/ 239232 h 330129"/>
              <a:gd name="connsiteX84" fmla="*/ 248212 w 260278"/>
              <a:gd name="connsiteY84" fmla="*/ 223707 h 330129"/>
              <a:gd name="connsiteX85" fmla="*/ 260068 w 260278"/>
              <a:gd name="connsiteY85" fmla="*/ 159222 h 330129"/>
              <a:gd name="connsiteX86" fmla="*/ 241003 w 260278"/>
              <a:gd name="connsiteY86" fmla="*/ 76831 h 330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260278" h="330129">
                <a:moveTo>
                  <a:pt x="71592" y="252472"/>
                </a:moveTo>
                <a:lnTo>
                  <a:pt x="71592" y="252472"/>
                </a:lnTo>
                <a:cubicBezTo>
                  <a:pt x="58502" y="254853"/>
                  <a:pt x="46550" y="246471"/>
                  <a:pt x="43041" y="233422"/>
                </a:cubicBezTo>
                <a:lnTo>
                  <a:pt x="37065" y="207228"/>
                </a:lnTo>
                <a:cubicBezTo>
                  <a:pt x="43041" y="206085"/>
                  <a:pt x="52526" y="204847"/>
                  <a:pt x="60873" y="203609"/>
                </a:cubicBezTo>
                <a:cubicBezTo>
                  <a:pt x="69221" y="201228"/>
                  <a:pt x="77568" y="198846"/>
                  <a:pt x="83449" y="196465"/>
                </a:cubicBezTo>
                <a:lnTo>
                  <a:pt x="89425" y="223897"/>
                </a:lnTo>
                <a:cubicBezTo>
                  <a:pt x="91796" y="237042"/>
                  <a:pt x="84682" y="250091"/>
                  <a:pt x="71592" y="252472"/>
                </a:cubicBezTo>
                <a:close/>
                <a:moveTo>
                  <a:pt x="94262" y="186940"/>
                </a:moveTo>
                <a:cubicBezTo>
                  <a:pt x="93029" y="184559"/>
                  <a:pt x="91891" y="183321"/>
                  <a:pt x="90658" y="182178"/>
                </a:cubicBezTo>
                <a:cubicBezTo>
                  <a:pt x="89425" y="181035"/>
                  <a:pt x="87053" y="181035"/>
                  <a:pt x="85915" y="182178"/>
                </a:cubicBezTo>
                <a:cubicBezTo>
                  <a:pt x="84682" y="182178"/>
                  <a:pt x="70454" y="188178"/>
                  <a:pt x="58502" y="190560"/>
                </a:cubicBezTo>
                <a:cubicBezTo>
                  <a:pt x="45412" y="194179"/>
                  <a:pt x="28718" y="195322"/>
                  <a:pt x="28718" y="195322"/>
                </a:cubicBezTo>
                <a:cubicBezTo>
                  <a:pt x="27484" y="195322"/>
                  <a:pt x="25113" y="195322"/>
                  <a:pt x="25113" y="197703"/>
                </a:cubicBezTo>
                <a:cubicBezTo>
                  <a:pt x="23880" y="198942"/>
                  <a:pt x="22742" y="200085"/>
                  <a:pt x="23880" y="202466"/>
                </a:cubicBezTo>
                <a:lnTo>
                  <a:pt x="32227" y="235803"/>
                </a:lnTo>
                <a:cubicBezTo>
                  <a:pt x="35832" y="256092"/>
                  <a:pt x="54803" y="269141"/>
                  <a:pt x="73868" y="264378"/>
                </a:cubicBezTo>
                <a:lnTo>
                  <a:pt x="75102" y="264378"/>
                </a:lnTo>
                <a:cubicBezTo>
                  <a:pt x="92934" y="260759"/>
                  <a:pt x="104886" y="240566"/>
                  <a:pt x="100143" y="221516"/>
                </a:cubicBezTo>
                <a:lnTo>
                  <a:pt x="94167" y="186940"/>
                </a:lnTo>
                <a:close/>
                <a:moveTo>
                  <a:pt x="84397" y="115217"/>
                </a:moveTo>
                <a:cubicBezTo>
                  <a:pt x="79655" y="125980"/>
                  <a:pt x="73679" y="137982"/>
                  <a:pt x="74912" y="155889"/>
                </a:cubicBezTo>
                <a:lnTo>
                  <a:pt x="28623" y="165509"/>
                </a:lnTo>
                <a:cubicBezTo>
                  <a:pt x="27390" y="163128"/>
                  <a:pt x="27390" y="159508"/>
                  <a:pt x="26251" y="157127"/>
                </a:cubicBezTo>
                <a:cubicBezTo>
                  <a:pt x="21509" y="141601"/>
                  <a:pt x="19137" y="129600"/>
                  <a:pt x="14395" y="94833"/>
                </a:cubicBezTo>
                <a:cubicBezTo>
                  <a:pt x="14395" y="93595"/>
                  <a:pt x="12023" y="44541"/>
                  <a:pt x="29856" y="23015"/>
                </a:cubicBezTo>
                <a:cubicBezTo>
                  <a:pt x="35737" y="17014"/>
                  <a:pt x="40575" y="14633"/>
                  <a:pt x="47689" y="14633"/>
                </a:cubicBezTo>
                <a:lnTo>
                  <a:pt x="51293" y="14633"/>
                </a:lnTo>
                <a:cubicBezTo>
                  <a:pt x="84492" y="14633"/>
                  <a:pt x="89235" y="49304"/>
                  <a:pt x="91606" y="88833"/>
                </a:cubicBezTo>
                <a:cubicBezTo>
                  <a:pt x="91606" y="99596"/>
                  <a:pt x="89235" y="106835"/>
                  <a:pt x="84492" y="115217"/>
                </a:cubicBezTo>
                <a:close/>
                <a:moveTo>
                  <a:pt x="105740" y="87594"/>
                </a:moveTo>
                <a:cubicBezTo>
                  <a:pt x="103368" y="54066"/>
                  <a:pt x="99859" y="-3369"/>
                  <a:pt x="47594" y="155"/>
                </a:cubicBezTo>
                <a:cubicBezTo>
                  <a:pt x="36875" y="155"/>
                  <a:pt x="27390" y="4917"/>
                  <a:pt x="20276" y="13299"/>
                </a:cubicBezTo>
                <a:cubicBezTo>
                  <a:pt x="-2300" y="38445"/>
                  <a:pt x="71" y="93500"/>
                  <a:pt x="71" y="95881"/>
                </a:cubicBezTo>
                <a:cubicBezTo>
                  <a:pt x="4814" y="131790"/>
                  <a:pt x="8419" y="144935"/>
                  <a:pt x="13161" y="160556"/>
                </a:cubicBezTo>
                <a:cubicBezTo>
                  <a:pt x="14300" y="165318"/>
                  <a:pt x="15533" y="170176"/>
                  <a:pt x="16766" y="174939"/>
                </a:cubicBezTo>
                <a:cubicBezTo>
                  <a:pt x="16766" y="178558"/>
                  <a:pt x="20370" y="180939"/>
                  <a:pt x="23880" y="180939"/>
                </a:cubicBezTo>
                <a:lnTo>
                  <a:pt x="25018" y="180939"/>
                </a:lnTo>
                <a:lnTo>
                  <a:pt x="83164" y="168938"/>
                </a:lnTo>
                <a:cubicBezTo>
                  <a:pt x="86769" y="167700"/>
                  <a:pt x="89140" y="165318"/>
                  <a:pt x="89140" y="161794"/>
                </a:cubicBezTo>
                <a:cubicBezTo>
                  <a:pt x="86769" y="142649"/>
                  <a:pt x="92745" y="131886"/>
                  <a:pt x="97487" y="121122"/>
                </a:cubicBezTo>
                <a:cubicBezTo>
                  <a:pt x="101092" y="112740"/>
                  <a:pt x="105835" y="103120"/>
                  <a:pt x="105835" y="88833"/>
                </a:cubicBezTo>
                <a:lnTo>
                  <a:pt x="105835" y="87594"/>
                </a:lnTo>
                <a:close/>
                <a:moveTo>
                  <a:pt x="216910" y="297144"/>
                </a:moveTo>
                <a:cubicBezTo>
                  <a:pt x="214538" y="310289"/>
                  <a:pt x="201543" y="319909"/>
                  <a:pt x="189686" y="316290"/>
                </a:cubicBezTo>
                <a:lnTo>
                  <a:pt x="188548" y="316290"/>
                </a:lnTo>
                <a:cubicBezTo>
                  <a:pt x="176691" y="313908"/>
                  <a:pt x="169577" y="300764"/>
                  <a:pt x="171948" y="287619"/>
                </a:cubicBezTo>
                <a:lnTo>
                  <a:pt x="177829" y="260092"/>
                </a:lnTo>
                <a:cubicBezTo>
                  <a:pt x="183710" y="262473"/>
                  <a:pt x="192058" y="264855"/>
                  <a:pt x="200310" y="267236"/>
                </a:cubicBezTo>
                <a:cubicBezTo>
                  <a:pt x="208562" y="268474"/>
                  <a:pt x="216910" y="270855"/>
                  <a:pt x="224024" y="270855"/>
                </a:cubicBezTo>
                <a:lnTo>
                  <a:pt x="216910" y="297144"/>
                </a:lnTo>
                <a:close/>
                <a:moveTo>
                  <a:pt x="231043" y="258854"/>
                </a:moveTo>
                <a:cubicBezTo>
                  <a:pt x="231043" y="258854"/>
                  <a:pt x="215676" y="257616"/>
                  <a:pt x="202586" y="255234"/>
                </a:cubicBezTo>
                <a:cubicBezTo>
                  <a:pt x="190730" y="251615"/>
                  <a:pt x="175363" y="245709"/>
                  <a:pt x="175363" y="245709"/>
                </a:cubicBezTo>
                <a:cubicBezTo>
                  <a:pt x="174225" y="245709"/>
                  <a:pt x="171853" y="245709"/>
                  <a:pt x="170620" y="246948"/>
                </a:cubicBezTo>
                <a:cubicBezTo>
                  <a:pt x="168249" y="246948"/>
                  <a:pt x="167111" y="249329"/>
                  <a:pt x="167111" y="250567"/>
                </a:cubicBezTo>
                <a:lnTo>
                  <a:pt x="159997" y="285238"/>
                </a:lnTo>
                <a:cubicBezTo>
                  <a:pt x="156487" y="304383"/>
                  <a:pt x="167111" y="324672"/>
                  <a:pt x="186082" y="328291"/>
                </a:cubicBezTo>
                <a:lnTo>
                  <a:pt x="187220" y="329529"/>
                </a:lnTo>
                <a:cubicBezTo>
                  <a:pt x="204958" y="333149"/>
                  <a:pt x="223929" y="320004"/>
                  <a:pt x="228671" y="300859"/>
                </a:cubicBezTo>
                <a:lnTo>
                  <a:pt x="236924" y="266188"/>
                </a:lnTo>
                <a:cubicBezTo>
                  <a:pt x="236924" y="264950"/>
                  <a:pt x="236924" y="262569"/>
                  <a:pt x="235786" y="261426"/>
                </a:cubicBezTo>
                <a:cubicBezTo>
                  <a:pt x="234647" y="260187"/>
                  <a:pt x="233414" y="259044"/>
                  <a:pt x="231043" y="259044"/>
                </a:cubicBezTo>
                <a:close/>
                <a:moveTo>
                  <a:pt x="245745" y="158079"/>
                </a:moveTo>
                <a:cubicBezTo>
                  <a:pt x="242141" y="192750"/>
                  <a:pt x="238631" y="204657"/>
                  <a:pt x="235027" y="220182"/>
                </a:cubicBezTo>
                <a:cubicBezTo>
                  <a:pt x="233794" y="223802"/>
                  <a:pt x="232655" y="226183"/>
                  <a:pt x="232655" y="228564"/>
                </a:cubicBezTo>
                <a:lnTo>
                  <a:pt x="186271" y="219039"/>
                </a:lnTo>
                <a:cubicBezTo>
                  <a:pt x="186271" y="201132"/>
                  <a:pt x="181529" y="189226"/>
                  <a:pt x="176786" y="179606"/>
                </a:cubicBezTo>
                <a:cubicBezTo>
                  <a:pt x="172043" y="170081"/>
                  <a:pt x="168439" y="162842"/>
                  <a:pt x="169672" y="153317"/>
                </a:cubicBezTo>
                <a:lnTo>
                  <a:pt x="169672" y="152079"/>
                </a:lnTo>
                <a:cubicBezTo>
                  <a:pt x="172043" y="112645"/>
                  <a:pt x="176786" y="78069"/>
                  <a:pt x="210175" y="78069"/>
                </a:cubicBezTo>
                <a:lnTo>
                  <a:pt x="212546" y="78069"/>
                </a:lnTo>
                <a:cubicBezTo>
                  <a:pt x="219660" y="78069"/>
                  <a:pt x="225636" y="81689"/>
                  <a:pt x="230379" y="86451"/>
                </a:cubicBezTo>
                <a:cubicBezTo>
                  <a:pt x="249445" y="107978"/>
                  <a:pt x="245840" y="158079"/>
                  <a:pt x="245840" y="158079"/>
                </a:cubicBezTo>
                <a:close/>
                <a:moveTo>
                  <a:pt x="241003" y="76831"/>
                </a:moveTo>
                <a:cubicBezTo>
                  <a:pt x="233889" y="68449"/>
                  <a:pt x="224308" y="63687"/>
                  <a:pt x="213590" y="63687"/>
                </a:cubicBezTo>
                <a:cubicBezTo>
                  <a:pt x="161230" y="61305"/>
                  <a:pt x="157625" y="117408"/>
                  <a:pt x="155254" y="150840"/>
                </a:cubicBezTo>
                <a:lnTo>
                  <a:pt x="155254" y="152079"/>
                </a:lnTo>
                <a:cubicBezTo>
                  <a:pt x="154021" y="166366"/>
                  <a:pt x="158858" y="175986"/>
                  <a:pt x="163601" y="185511"/>
                </a:cubicBezTo>
                <a:cubicBezTo>
                  <a:pt x="168344" y="195036"/>
                  <a:pt x="173087" y="205800"/>
                  <a:pt x="171948" y="224945"/>
                </a:cubicBezTo>
                <a:cubicBezTo>
                  <a:pt x="171948" y="228564"/>
                  <a:pt x="174320" y="230946"/>
                  <a:pt x="177924" y="232089"/>
                </a:cubicBezTo>
                <a:lnTo>
                  <a:pt x="236260" y="243995"/>
                </a:lnTo>
                <a:lnTo>
                  <a:pt x="237493" y="243995"/>
                </a:lnTo>
                <a:cubicBezTo>
                  <a:pt x="241097" y="243995"/>
                  <a:pt x="243469" y="241614"/>
                  <a:pt x="244607" y="239232"/>
                </a:cubicBezTo>
                <a:cubicBezTo>
                  <a:pt x="245840" y="233232"/>
                  <a:pt x="246979" y="228469"/>
                  <a:pt x="248212" y="223707"/>
                </a:cubicBezTo>
                <a:cubicBezTo>
                  <a:pt x="252954" y="208181"/>
                  <a:pt x="256559" y="195036"/>
                  <a:pt x="260068" y="159222"/>
                </a:cubicBezTo>
                <a:cubicBezTo>
                  <a:pt x="260068" y="156841"/>
                  <a:pt x="263673" y="103120"/>
                  <a:pt x="241003" y="7683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2" name="Graphic 177">
            <a:extLst>
              <a:ext uri="{FF2B5EF4-FFF2-40B4-BE49-F238E27FC236}">
                <a16:creationId xmlns:a16="http://schemas.microsoft.com/office/drawing/2014/main" id="{E2A6CFC1-0CB2-5F2A-0A62-6FF96C73BC07}"/>
              </a:ext>
            </a:extLst>
          </p:cNvPr>
          <p:cNvSpPr/>
          <p:nvPr/>
        </p:nvSpPr>
        <p:spPr>
          <a:xfrm>
            <a:off x="7940115" y="3495399"/>
            <a:ext cx="346444" cy="439420"/>
          </a:xfrm>
          <a:custGeom>
            <a:avLst/>
            <a:gdLst>
              <a:gd name="connsiteX0" fmla="*/ 71592 w 260278"/>
              <a:gd name="connsiteY0" fmla="*/ 252472 h 330129"/>
              <a:gd name="connsiteX1" fmla="*/ 71592 w 260278"/>
              <a:gd name="connsiteY1" fmla="*/ 252472 h 330129"/>
              <a:gd name="connsiteX2" fmla="*/ 43041 w 260278"/>
              <a:gd name="connsiteY2" fmla="*/ 233422 h 330129"/>
              <a:gd name="connsiteX3" fmla="*/ 37065 w 260278"/>
              <a:gd name="connsiteY3" fmla="*/ 207228 h 330129"/>
              <a:gd name="connsiteX4" fmla="*/ 60873 w 260278"/>
              <a:gd name="connsiteY4" fmla="*/ 203609 h 330129"/>
              <a:gd name="connsiteX5" fmla="*/ 83449 w 260278"/>
              <a:gd name="connsiteY5" fmla="*/ 196465 h 330129"/>
              <a:gd name="connsiteX6" fmla="*/ 89425 w 260278"/>
              <a:gd name="connsiteY6" fmla="*/ 223897 h 330129"/>
              <a:gd name="connsiteX7" fmla="*/ 71592 w 260278"/>
              <a:gd name="connsiteY7" fmla="*/ 252472 h 330129"/>
              <a:gd name="connsiteX8" fmla="*/ 94262 w 260278"/>
              <a:gd name="connsiteY8" fmla="*/ 186940 h 330129"/>
              <a:gd name="connsiteX9" fmla="*/ 90658 w 260278"/>
              <a:gd name="connsiteY9" fmla="*/ 182178 h 330129"/>
              <a:gd name="connsiteX10" fmla="*/ 85915 w 260278"/>
              <a:gd name="connsiteY10" fmla="*/ 182178 h 330129"/>
              <a:gd name="connsiteX11" fmla="*/ 58502 w 260278"/>
              <a:gd name="connsiteY11" fmla="*/ 190560 h 330129"/>
              <a:gd name="connsiteX12" fmla="*/ 28718 w 260278"/>
              <a:gd name="connsiteY12" fmla="*/ 195322 h 330129"/>
              <a:gd name="connsiteX13" fmla="*/ 25113 w 260278"/>
              <a:gd name="connsiteY13" fmla="*/ 197703 h 330129"/>
              <a:gd name="connsiteX14" fmla="*/ 23880 w 260278"/>
              <a:gd name="connsiteY14" fmla="*/ 202466 h 330129"/>
              <a:gd name="connsiteX15" fmla="*/ 32227 w 260278"/>
              <a:gd name="connsiteY15" fmla="*/ 235803 h 330129"/>
              <a:gd name="connsiteX16" fmla="*/ 73868 w 260278"/>
              <a:gd name="connsiteY16" fmla="*/ 264378 h 330129"/>
              <a:gd name="connsiteX17" fmla="*/ 75102 w 260278"/>
              <a:gd name="connsiteY17" fmla="*/ 264378 h 330129"/>
              <a:gd name="connsiteX18" fmla="*/ 100143 w 260278"/>
              <a:gd name="connsiteY18" fmla="*/ 221516 h 330129"/>
              <a:gd name="connsiteX19" fmla="*/ 94167 w 260278"/>
              <a:gd name="connsiteY19" fmla="*/ 186940 h 330129"/>
              <a:gd name="connsiteX20" fmla="*/ 84397 w 260278"/>
              <a:gd name="connsiteY20" fmla="*/ 115217 h 330129"/>
              <a:gd name="connsiteX21" fmla="*/ 74912 w 260278"/>
              <a:gd name="connsiteY21" fmla="*/ 155889 h 330129"/>
              <a:gd name="connsiteX22" fmla="*/ 28623 w 260278"/>
              <a:gd name="connsiteY22" fmla="*/ 165509 h 330129"/>
              <a:gd name="connsiteX23" fmla="*/ 26251 w 260278"/>
              <a:gd name="connsiteY23" fmla="*/ 157127 h 330129"/>
              <a:gd name="connsiteX24" fmla="*/ 14395 w 260278"/>
              <a:gd name="connsiteY24" fmla="*/ 94833 h 330129"/>
              <a:gd name="connsiteX25" fmla="*/ 29856 w 260278"/>
              <a:gd name="connsiteY25" fmla="*/ 23015 h 330129"/>
              <a:gd name="connsiteX26" fmla="*/ 47689 w 260278"/>
              <a:gd name="connsiteY26" fmla="*/ 14633 h 330129"/>
              <a:gd name="connsiteX27" fmla="*/ 51293 w 260278"/>
              <a:gd name="connsiteY27" fmla="*/ 14633 h 330129"/>
              <a:gd name="connsiteX28" fmla="*/ 91606 w 260278"/>
              <a:gd name="connsiteY28" fmla="*/ 88833 h 330129"/>
              <a:gd name="connsiteX29" fmla="*/ 84492 w 260278"/>
              <a:gd name="connsiteY29" fmla="*/ 115217 h 330129"/>
              <a:gd name="connsiteX30" fmla="*/ 105740 w 260278"/>
              <a:gd name="connsiteY30" fmla="*/ 87594 h 330129"/>
              <a:gd name="connsiteX31" fmla="*/ 47594 w 260278"/>
              <a:gd name="connsiteY31" fmla="*/ 155 h 330129"/>
              <a:gd name="connsiteX32" fmla="*/ 20276 w 260278"/>
              <a:gd name="connsiteY32" fmla="*/ 13299 h 330129"/>
              <a:gd name="connsiteX33" fmla="*/ 71 w 260278"/>
              <a:gd name="connsiteY33" fmla="*/ 95881 h 330129"/>
              <a:gd name="connsiteX34" fmla="*/ 13161 w 260278"/>
              <a:gd name="connsiteY34" fmla="*/ 160556 h 330129"/>
              <a:gd name="connsiteX35" fmla="*/ 16766 w 260278"/>
              <a:gd name="connsiteY35" fmla="*/ 174939 h 330129"/>
              <a:gd name="connsiteX36" fmla="*/ 23880 w 260278"/>
              <a:gd name="connsiteY36" fmla="*/ 180939 h 330129"/>
              <a:gd name="connsiteX37" fmla="*/ 25018 w 260278"/>
              <a:gd name="connsiteY37" fmla="*/ 180939 h 330129"/>
              <a:gd name="connsiteX38" fmla="*/ 83164 w 260278"/>
              <a:gd name="connsiteY38" fmla="*/ 168938 h 330129"/>
              <a:gd name="connsiteX39" fmla="*/ 89140 w 260278"/>
              <a:gd name="connsiteY39" fmla="*/ 161794 h 330129"/>
              <a:gd name="connsiteX40" fmla="*/ 97487 w 260278"/>
              <a:gd name="connsiteY40" fmla="*/ 121122 h 330129"/>
              <a:gd name="connsiteX41" fmla="*/ 105835 w 260278"/>
              <a:gd name="connsiteY41" fmla="*/ 88833 h 330129"/>
              <a:gd name="connsiteX42" fmla="*/ 105835 w 260278"/>
              <a:gd name="connsiteY42" fmla="*/ 87594 h 330129"/>
              <a:gd name="connsiteX43" fmla="*/ 216910 w 260278"/>
              <a:gd name="connsiteY43" fmla="*/ 297144 h 330129"/>
              <a:gd name="connsiteX44" fmla="*/ 189686 w 260278"/>
              <a:gd name="connsiteY44" fmla="*/ 316290 h 330129"/>
              <a:gd name="connsiteX45" fmla="*/ 188548 w 260278"/>
              <a:gd name="connsiteY45" fmla="*/ 316290 h 330129"/>
              <a:gd name="connsiteX46" fmla="*/ 171948 w 260278"/>
              <a:gd name="connsiteY46" fmla="*/ 287619 h 330129"/>
              <a:gd name="connsiteX47" fmla="*/ 177829 w 260278"/>
              <a:gd name="connsiteY47" fmla="*/ 260092 h 330129"/>
              <a:gd name="connsiteX48" fmla="*/ 200310 w 260278"/>
              <a:gd name="connsiteY48" fmla="*/ 267236 h 330129"/>
              <a:gd name="connsiteX49" fmla="*/ 224024 w 260278"/>
              <a:gd name="connsiteY49" fmla="*/ 270855 h 330129"/>
              <a:gd name="connsiteX50" fmla="*/ 216910 w 260278"/>
              <a:gd name="connsiteY50" fmla="*/ 297144 h 330129"/>
              <a:gd name="connsiteX51" fmla="*/ 231043 w 260278"/>
              <a:gd name="connsiteY51" fmla="*/ 258854 h 330129"/>
              <a:gd name="connsiteX52" fmla="*/ 202586 w 260278"/>
              <a:gd name="connsiteY52" fmla="*/ 255234 h 330129"/>
              <a:gd name="connsiteX53" fmla="*/ 175363 w 260278"/>
              <a:gd name="connsiteY53" fmla="*/ 245709 h 330129"/>
              <a:gd name="connsiteX54" fmla="*/ 170620 w 260278"/>
              <a:gd name="connsiteY54" fmla="*/ 246948 h 330129"/>
              <a:gd name="connsiteX55" fmla="*/ 167111 w 260278"/>
              <a:gd name="connsiteY55" fmla="*/ 250567 h 330129"/>
              <a:gd name="connsiteX56" fmla="*/ 159997 w 260278"/>
              <a:gd name="connsiteY56" fmla="*/ 285238 h 330129"/>
              <a:gd name="connsiteX57" fmla="*/ 186082 w 260278"/>
              <a:gd name="connsiteY57" fmla="*/ 328291 h 330129"/>
              <a:gd name="connsiteX58" fmla="*/ 187220 w 260278"/>
              <a:gd name="connsiteY58" fmla="*/ 329529 h 330129"/>
              <a:gd name="connsiteX59" fmla="*/ 228671 w 260278"/>
              <a:gd name="connsiteY59" fmla="*/ 300859 h 330129"/>
              <a:gd name="connsiteX60" fmla="*/ 236924 w 260278"/>
              <a:gd name="connsiteY60" fmla="*/ 266188 h 330129"/>
              <a:gd name="connsiteX61" fmla="*/ 235786 w 260278"/>
              <a:gd name="connsiteY61" fmla="*/ 261426 h 330129"/>
              <a:gd name="connsiteX62" fmla="*/ 231043 w 260278"/>
              <a:gd name="connsiteY62" fmla="*/ 259044 h 330129"/>
              <a:gd name="connsiteX63" fmla="*/ 245745 w 260278"/>
              <a:gd name="connsiteY63" fmla="*/ 158079 h 330129"/>
              <a:gd name="connsiteX64" fmla="*/ 235027 w 260278"/>
              <a:gd name="connsiteY64" fmla="*/ 220182 h 330129"/>
              <a:gd name="connsiteX65" fmla="*/ 232655 w 260278"/>
              <a:gd name="connsiteY65" fmla="*/ 228564 h 330129"/>
              <a:gd name="connsiteX66" fmla="*/ 186271 w 260278"/>
              <a:gd name="connsiteY66" fmla="*/ 219039 h 330129"/>
              <a:gd name="connsiteX67" fmla="*/ 176786 w 260278"/>
              <a:gd name="connsiteY67" fmla="*/ 179606 h 330129"/>
              <a:gd name="connsiteX68" fmla="*/ 169672 w 260278"/>
              <a:gd name="connsiteY68" fmla="*/ 153317 h 330129"/>
              <a:gd name="connsiteX69" fmla="*/ 169672 w 260278"/>
              <a:gd name="connsiteY69" fmla="*/ 152079 h 330129"/>
              <a:gd name="connsiteX70" fmla="*/ 210175 w 260278"/>
              <a:gd name="connsiteY70" fmla="*/ 78069 h 330129"/>
              <a:gd name="connsiteX71" fmla="*/ 212546 w 260278"/>
              <a:gd name="connsiteY71" fmla="*/ 78069 h 330129"/>
              <a:gd name="connsiteX72" fmla="*/ 230379 w 260278"/>
              <a:gd name="connsiteY72" fmla="*/ 86451 h 330129"/>
              <a:gd name="connsiteX73" fmla="*/ 245840 w 260278"/>
              <a:gd name="connsiteY73" fmla="*/ 158079 h 330129"/>
              <a:gd name="connsiteX74" fmla="*/ 241003 w 260278"/>
              <a:gd name="connsiteY74" fmla="*/ 76831 h 330129"/>
              <a:gd name="connsiteX75" fmla="*/ 213590 w 260278"/>
              <a:gd name="connsiteY75" fmla="*/ 63687 h 330129"/>
              <a:gd name="connsiteX76" fmla="*/ 155254 w 260278"/>
              <a:gd name="connsiteY76" fmla="*/ 150840 h 330129"/>
              <a:gd name="connsiteX77" fmla="*/ 155254 w 260278"/>
              <a:gd name="connsiteY77" fmla="*/ 152079 h 330129"/>
              <a:gd name="connsiteX78" fmla="*/ 163601 w 260278"/>
              <a:gd name="connsiteY78" fmla="*/ 185511 h 330129"/>
              <a:gd name="connsiteX79" fmla="*/ 171948 w 260278"/>
              <a:gd name="connsiteY79" fmla="*/ 224945 h 330129"/>
              <a:gd name="connsiteX80" fmla="*/ 177924 w 260278"/>
              <a:gd name="connsiteY80" fmla="*/ 232089 h 330129"/>
              <a:gd name="connsiteX81" fmla="*/ 236260 w 260278"/>
              <a:gd name="connsiteY81" fmla="*/ 243995 h 330129"/>
              <a:gd name="connsiteX82" fmla="*/ 237493 w 260278"/>
              <a:gd name="connsiteY82" fmla="*/ 243995 h 330129"/>
              <a:gd name="connsiteX83" fmla="*/ 244607 w 260278"/>
              <a:gd name="connsiteY83" fmla="*/ 239232 h 330129"/>
              <a:gd name="connsiteX84" fmla="*/ 248212 w 260278"/>
              <a:gd name="connsiteY84" fmla="*/ 223707 h 330129"/>
              <a:gd name="connsiteX85" fmla="*/ 260068 w 260278"/>
              <a:gd name="connsiteY85" fmla="*/ 159222 h 330129"/>
              <a:gd name="connsiteX86" fmla="*/ 241003 w 260278"/>
              <a:gd name="connsiteY86" fmla="*/ 76831 h 330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260278" h="330129">
                <a:moveTo>
                  <a:pt x="71592" y="252472"/>
                </a:moveTo>
                <a:lnTo>
                  <a:pt x="71592" y="252472"/>
                </a:lnTo>
                <a:cubicBezTo>
                  <a:pt x="58502" y="254853"/>
                  <a:pt x="46550" y="246471"/>
                  <a:pt x="43041" y="233422"/>
                </a:cubicBezTo>
                <a:lnTo>
                  <a:pt x="37065" y="207228"/>
                </a:lnTo>
                <a:cubicBezTo>
                  <a:pt x="43041" y="206085"/>
                  <a:pt x="52526" y="204847"/>
                  <a:pt x="60873" y="203609"/>
                </a:cubicBezTo>
                <a:cubicBezTo>
                  <a:pt x="69221" y="201228"/>
                  <a:pt x="77568" y="198846"/>
                  <a:pt x="83449" y="196465"/>
                </a:cubicBezTo>
                <a:lnTo>
                  <a:pt x="89425" y="223897"/>
                </a:lnTo>
                <a:cubicBezTo>
                  <a:pt x="91796" y="237042"/>
                  <a:pt x="84682" y="250091"/>
                  <a:pt x="71592" y="252472"/>
                </a:cubicBezTo>
                <a:close/>
                <a:moveTo>
                  <a:pt x="94262" y="186940"/>
                </a:moveTo>
                <a:cubicBezTo>
                  <a:pt x="93029" y="184559"/>
                  <a:pt x="91891" y="183321"/>
                  <a:pt x="90658" y="182178"/>
                </a:cubicBezTo>
                <a:cubicBezTo>
                  <a:pt x="89425" y="181035"/>
                  <a:pt x="87053" y="181035"/>
                  <a:pt x="85915" y="182178"/>
                </a:cubicBezTo>
                <a:cubicBezTo>
                  <a:pt x="84682" y="182178"/>
                  <a:pt x="70454" y="188178"/>
                  <a:pt x="58502" y="190560"/>
                </a:cubicBezTo>
                <a:cubicBezTo>
                  <a:pt x="45412" y="194179"/>
                  <a:pt x="28718" y="195322"/>
                  <a:pt x="28718" y="195322"/>
                </a:cubicBezTo>
                <a:cubicBezTo>
                  <a:pt x="27484" y="195322"/>
                  <a:pt x="25113" y="195322"/>
                  <a:pt x="25113" y="197703"/>
                </a:cubicBezTo>
                <a:cubicBezTo>
                  <a:pt x="23880" y="198942"/>
                  <a:pt x="22742" y="200085"/>
                  <a:pt x="23880" y="202466"/>
                </a:cubicBezTo>
                <a:lnTo>
                  <a:pt x="32227" y="235803"/>
                </a:lnTo>
                <a:cubicBezTo>
                  <a:pt x="35832" y="256092"/>
                  <a:pt x="54803" y="269141"/>
                  <a:pt x="73868" y="264378"/>
                </a:cubicBezTo>
                <a:lnTo>
                  <a:pt x="75102" y="264378"/>
                </a:lnTo>
                <a:cubicBezTo>
                  <a:pt x="92934" y="260759"/>
                  <a:pt x="104886" y="240566"/>
                  <a:pt x="100143" y="221516"/>
                </a:cubicBezTo>
                <a:lnTo>
                  <a:pt x="94167" y="186940"/>
                </a:lnTo>
                <a:close/>
                <a:moveTo>
                  <a:pt x="84397" y="115217"/>
                </a:moveTo>
                <a:cubicBezTo>
                  <a:pt x="79655" y="125980"/>
                  <a:pt x="73679" y="137982"/>
                  <a:pt x="74912" y="155889"/>
                </a:cubicBezTo>
                <a:lnTo>
                  <a:pt x="28623" y="165509"/>
                </a:lnTo>
                <a:cubicBezTo>
                  <a:pt x="27390" y="163128"/>
                  <a:pt x="27390" y="159508"/>
                  <a:pt x="26251" y="157127"/>
                </a:cubicBezTo>
                <a:cubicBezTo>
                  <a:pt x="21509" y="141601"/>
                  <a:pt x="19137" y="129600"/>
                  <a:pt x="14395" y="94833"/>
                </a:cubicBezTo>
                <a:cubicBezTo>
                  <a:pt x="14395" y="93595"/>
                  <a:pt x="12023" y="44541"/>
                  <a:pt x="29856" y="23015"/>
                </a:cubicBezTo>
                <a:cubicBezTo>
                  <a:pt x="35737" y="17014"/>
                  <a:pt x="40575" y="14633"/>
                  <a:pt x="47689" y="14633"/>
                </a:cubicBezTo>
                <a:lnTo>
                  <a:pt x="51293" y="14633"/>
                </a:lnTo>
                <a:cubicBezTo>
                  <a:pt x="84492" y="14633"/>
                  <a:pt x="89235" y="49304"/>
                  <a:pt x="91606" y="88833"/>
                </a:cubicBezTo>
                <a:cubicBezTo>
                  <a:pt x="91606" y="99596"/>
                  <a:pt x="89235" y="106835"/>
                  <a:pt x="84492" y="115217"/>
                </a:cubicBezTo>
                <a:close/>
                <a:moveTo>
                  <a:pt x="105740" y="87594"/>
                </a:moveTo>
                <a:cubicBezTo>
                  <a:pt x="103368" y="54066"/>
                  <a:pt x="99859" y="-3369"/>
                  <a:pt x="47594" y="155"/>
                </a:cubicBezTo>
                <a:cubicBezTo>
                  <a:pt x="36875" y="155"/>
                  <a:pt x="27390" y="4917"/>
                  <a:pt x="20276" y="13299"/>
                </a:cubicBezTo>
                <a:cubicBezTo>
                  <a:pt x="-2300" y="38445"/>
                  <a:pt x="71" y="93500"/>
                  <a:pt x="71" y="95881"/>
                </a:cubicBezTo>
                <a:cubicBezTo>
                  <a:pt x="4814" y="131790"/>
                  <a:pt x="8419" y="144935"/>
                  <a:pt x="13161" y="160556"/>
                </a:cubicBezTo>
                <a:cubicBezTo>
                  <a:pt x="14300" y="165318"/>
                  <a:pt x="15533" y="170176"/>
                  <a:pt x="16766" y="174939"/>
                </a:cubicBezTo>
                <a:cubicBezTo>
                  <a:pt x="16766" y="178558"/>
                  <a:pt x="20370" y="180939"/>
                  <a:pt x="23880" y="180939"/>
                </a:cubicBezTo>
                <a:lnTo>
                  <a:pt x="25018" y="180939"/>
                </a:lnTo>
                <a:lnTo>
                  <a:pt x="83164" y="168938"/>
                </a:lnTo>
                <a:cubicBezTo>
                  <a:pt x="86769" y="167700"/>
                  <a:pt x="89140" y="165318"/>
                  <a:pt x="89140" y="161794"/>
                </a:cubicBezTo>
                <a:cubicBezTo>
                  <a:pt x="86769" y="142649"/>
                  <a:pt x="92745" y="131886"/>
                  <a:pt x="97487" y="121122"/>
                </a:cubicBezTo>
                <a:cubicBezTo>
                  <a:pt x="101092" y="112740"/>
                  <a:pt x="105835" y="103120"/>
                  <a:pt x="105835" y="88833"/>
                </a:cubicBezTo>
                <a:lnTo>
                  <a:pt x="105835" y="87594"/>
                </a:lnTo>
                <a:close/>
                <a:moveTo>
                  <a:pt x="216910" y="297144"/>
                </a:moveTo>
                <a:cubicBezTo>
                  <a:pt x="214538" y="310289"/>
                  <a:pt x="201543" y="319909"/>
                  <a:pt x="189686" y="316290"/>
                </a:cubicBezTo>
                <a:lnTo>
                  <a:pt x="188548" y="316290"/>
                </a:lnTo>
                <a:cubicBezTo>
                  <a:pt x="176691" y="313908"/>
                  <a:pt x="169577" y="300764"/>
                  <a:pt x="171948" y="287619"/>
                </a:cubicBezTo>
                <a:lnTo>
                  <a:pt x="177829" y="260092"/>
                </a:lnTo>
                <a:cubicBezTo>
                  <a:pt x="183710" y="262473"/>
                  <a:pt x="192058" y="264855"/>
                  <a:pt x="200310" y="267236"/>
                </a:cubicBezTo>
                <a:cubicBezTo>
                  <a:pt x="208562" y="268474"/>
                  <a:pt x="216910" y="270855"/>
                  <a:pt x="224024" y="270855"/>
                </a:cubicBezTo>
                <a:lnTo>
                  <a:pt x="216910" y="297144"/>
                </a:lnTo>
                <a:close/>
                <a:moveTo>
                  <a:pt x="231043" y="258854"/>
                </a:moveTo>
                <a:cubicBezTo>
                  <a:pt x="231043" y="258854"/>
                  <a:pt x="215676" y="257616"/>
                  <a:pt x="202586" y="255234"/>
                </a:cubicBezTo>
                <a:cubicBezTo>
                  <a:pt x="190730" y="251615"/>
                  <a:pt x="175363" y="245709"/>
                  <a:pt x="175363" y="245709"/>
                </a:cubicBezTo>
                <a:cubicBezTo>
                  <a:pt x="174225" y="245709"/>
                  <a:pt x="171853" y="245709"/>
                  <a:pt x="170620" y="246948"/>
                </a:cubicBezTo>
                <a:cubicBezTo>
                  <a:pt x="168249" y="246948"/>
                  <a:pt x="167111" y="249329"/>
                  <a:pt x="167111" y="250567"/>
                </a:cubicBezTo>
                <a:lnTo>
                  <a:pt x="159997" y="285238"/>
                </a:lnTo>
                <a:cubicBezTo>
                  <a:pt x="156487" y="304383"/>
                  <a:pt x="167111" y="324672"/>
                  <a:pt x="186082" y="328291"/>
                </a:cubicBezTo>
                <a:lnTo>
                  <a:pt x="187220" y="329529"/>
                </a:lnTo>
                <a:cubicBezTo>
                  <a:pt x="204958" y="333149"/>
                  <a:pt x="223929" y="320004"/>
                  <a:pt x="228671" y="300859"/>
                </a:cubicBezTo>
                <a:lnTo>
                  <a:pt x="236924" y="266188"/>
                </a:lnTo>
                <a:cubicBezTo>
                  <a:pt x="236924" y="264950"/>
                  <a:pt x="236924" y="262569"/>
                  <a:pt x="235786" y="261426"/>
                </a:cubicBezTo>
                <a:cubicBezTo>
                  <a:pt x="234647" y="260187"/>
                  <a:pt x="233414" y="259044"/>
                  <a:pt x="231043" y="259044"/>
                </a:cubicBezTo>
                <a:close/>
                <a:moveTo>
                  <a:pt x="245745" y="158079"/>
                </a:moveTo>
                <a:cubicBezTo>
                  <a:pt x="242141" y="192750"/>
                  <a:pt x="238631" y="204657"/>
                  <a:pt x="235027" y="220182"/>
                </a:cubicBezTo>
                <a:cubicBezTo>
                  <a:pt x="233794" y="223802"/>
                  <a:pt x="232655" y="226183"/>
                  <a:pt x="232655" y="228564"/>
                </a:cubicBezTo>
                <a:lnTo>
                  <a:pt x="186271" y="219039"/>
                </a:lnTo>
                <a:cubicBezTo>
                  <a:pt x="186271" y="201132"/>
                  <a:pt x="181529" y="189226"/>
                  <a:pt x="176786" y="179606"/>
                </a:cubicBezTo>
                <a:cubicBezTo>
                  <a:pt x="172043" y="170081"/>
                  <a:pt x="168439" y="162842"/>
                  <a:pt x="169672" y="153317"/>
                </a:cubicBezTo>
                <a:lnTo>
                  <a:pt x="169672" y="152079"/>
                </a:lnTo>
                <a:cubicBezTo>
                  <a:pt x="172043" y="112645"/>
                  <a:pt x="176786" y="78069"/>
                  <a:pt x="210175" y="78069"/>
                </a:cubicBezTo>
                <a:lnTo>
                  <a:pt x="212546" y="78069"/>
                </a:lnTo>
                <a:cubicBezTo>
                  <a:pt x="219660" y="78069"/>
                  <a:pt x="225636" y="81689"/>
                  <a:pt x="230379" y="86451"/>
                </a:cubicBezTo>
                <a:cubicBezTo>
                  <a:pt x="249445" y="107978"/>
                  <a:pt x="245840" y="158079"/>
                  <a:pt x="245840" y="158079"/>
                </a:cubicBezTo>
                <a:close/>
                <a:moveTo>
                  <a:pt x="241003" y="76831"/>
                </a:moveTo>
                <a:cubicBezTo>
                  <a:pt x="233889" y="68449"/>
                  <a:pt x="224308" y="63687"/>
                  <a:pt x="213590" y="63687"/>
                </a:cubicBezTo>
                <a:cubicBezTo>
                  <a:pt x="161230" y="61305"/>
                  <a:pt x="157625" y="117408"/>
                  <a:pt x="155254" y="150840"/>
                </a:cubicBezTo>
                <a:lnTo>
                  <a:pt x="155254" y="152079"/>
                </a:lnTo>
                <a:cubicBezTo>
                  <a:pt x="154021" y="166366"/>
                  <a:pt x="158858" y="175986"/>
                  <a:pt x="163601" y="185511"/>
                </a:cubicBezTo>
                <a:cubicBezTo>
                  <a:pt x="168344" y="195036"/>
                  <a:pt x="173087" y="205800"/>
                  <a:pt x="171948" y="224945"/>
                </a:cubicBezTo>
                <a:cubicBezTo>
                  <a:pt x="171948" y="228564"/>
                  <a:pt x="174320" y="230946"/>
                  <a:pt x="177924" y="232089"/>
                </a:cubicBezTo>
                <a:lnTo>
                  <a:pt x="236260" y="243995"/>
                </a:lnTo>
                <a:lnTo>
                  <a:pt x="237493" y="243995"/>
                </a:lnTo>
                <a:cubicBezTo>
                  <a:pt x="241097" y="243995"/>
                  <a:pt x="243469" y="241614"/>
                  <a:pt x="244607" y="239232"/>
                </a:cubicBezTo>
                <a:cubicBezTo>
                  <a:pt x="245840" y="233232"/>
                  <a:pt x="246979" y="228469"/>
                  <a:pt x="248212" y="223707"/>
                </a:cubicBezTo>
                <a:cubicBezTo>
                  <a:pt x="252954" y="208181"/>
                  <a:pt x="256559" y="195036"/>
                  <a:pt x="260068" y="159222"/>
                </a:cubicBezTo>
                <a:cubicBezTo>
                  <a:pt x="260068" y="156841"/>
                  <a:pt x="263673" y="103120"/>
                  <a:pt x="241003" y="7683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5" name="Graphic 183">
            <a:extLst>
              <a:ext uri="{FF2B5EF4-FFF2-40B4-BE49-F238E27FC236}">
                <a16:creationId xmlns:a16="http://schemas.microsoft.com/office/drawing/2014/main" id="{FEBB4631-DA43-3438-E6CB-FA0852C5B990}"/>
              </a:ext>
            </a:extLst>
          </p:cNvPr>
          <p:cNvSpPr/>
          <p:nvPr/>
        </p:nvSpPr>
        <p:spPr>
          <a:xfrm>
            <a:off x="8767160" y="2916600"/>
            <a:ext cx="434573" cy="399415"/>
          </a:xfrm>
          <a:custGeom>
            <a:avLst/>
            <a:gdLst>
              <a:gd name="connsiteX0" fmla="*/ 325542 w 325826"/>
              <a:gd name="connsiteY0" fmla="*/ 46673 h 299466"/>
              <a:gd name="connsiteX1" fmla="*/ 325257 w 325826"/>
              <a:gd name="connsiteY1" fmla="*/ 44958 h 299466"/>
              <a:gd name="connsiteX2" fmla="*/ 320325 w 325826"/>
              <a:gd name="connsiteY2" fmla="*/ 40767 h 299466"/>
              <a:gd name="connsiteX3" fmla="*/ 320040 w 325826"/>
              <a:gd name="connsiteY3" fmla="*/ 40672 h 299466"/>
              <a:gd name="connsiteX4" fmla="*/ 163909 w 325826"/>
              <a:gd name="connsiteY4" fmla="*/ 0 h 299466"/>
              <a:gd name="connsiteX5" fmla="*/ 160494 w 325826"/>
              <a:gd name="connsiteY5" fmla="*/ 0 h 299466"/>
              <a:gd name="connsiteX6" fmla="*/ 4363 w 325826"/>
              <a:gd name="connsiteY6" fmla="*/ 40672 h 299466"/>
              <a:gd name="connsiteX7" fmla="*/ 2466 w 325826"/>
              <a:gd name="connsiteY7" fmla="*/ 42005 h 299466"/>
              <a:gd name="connsiteX8" fmla="*/ 1328 w 325826"/>
              <a:gd name="connsiteY8" fmla="*/ 43148 h 299466"/>
              <a:gd name="connsiteX9" fmla="*/ 1233 w 325826"/>
              <a:gd name="connsiteY9" fmla="*/ 43339 h 299466"/>
              <a:gd name="connsiteX10" fmla="*/ 379 w 325826"/>
              <a:gd name="connsiteY10" fmla="*/ 44958 h 299466"/>
              <a:gd name="connsiteX11" fmla="*/ 0 w 325826"/>
              <a:gd name="connsiteY11" fmla="*/ 46863 h 299466"/>
              <a:gd name="connsiteX12" fmla="*/ 0 w 325826"/>
              <a:gd name="connsiteY12" fmla="*/ 47339 h 299466"/>
              <a:gd name="connsiteX13" fmla="*/ 0 w 325826"/>
              <a:gd name="connsiteY13" fmla="*/ 238125 h 299466"/>
              <a:gd name="connsiteX14" fmla="*/ 4553 w 325826"/>
              <a:gd name="connsiteY14" fmla="*/ 244983 h 299466"/>
              <a:gd name="connsiteX15" fmla="*/ 153854 w 325826"/>
              <a:gd name="connsiteY15" fmla="*/ 299466 h 299466"/>
              <a:gd name="connsiteX16" fmla="*/ 156036 w 325826"/>
              <a:gd name="connsiteY16" fmla="*/ 299466 h 299466"/>
              <a:gd name="connsiteX17" fmla="*/ 156036 w 325826"/>
              <a:gd name="connsiteY17" fmla="*/ 299466 h 299466"/>
              <a:gd name="connsiteX18" fmla="*/ 156036 w 325826"/>
              <a:gd name="connsiteY18" fmla="*/ 299466 h 299466"/>
              <a:gd name="connsiteX19" fmla="*/ 158408 w 325826"/>
              <a:gd name="connsiteY19" fmla="*/ 299466 h 299466"/>
              <a:gd name="connsiteX20" fmla="*/ 321273 w 325826"/>
              <a:gd name="connsiteY20" fmla="*/ 244983 h 299466"/>
              <a:gd name="connsiteX21" fmla="*/ 325826 w 325826"/>
              <a:gd name="connsiteY21" fmla="*/ 238125 h 299466"/>
              <a:gd name="connsiteX22" fmla="*/ 325826 w 325826"/>
              <a:gd name="connsiteY22" fmla="*/ 47339 h 299466"/>
              <a:gd name="connsiteX23" fmla="*/ 325731 w 325826"/>
              <a:gd name="connsiteY23" fmla="*/ 46673 h 299466"/>
              <a:gd name="connsiteX24" fmla="*/ 162771 w 325826"/>
              <a:gd name="connsiteY24" fmla="*/ 13430 h 299466"/>
              <a:gd name="connsiteX25" fmla="*/ 291679 w 325826"/>
              <a:gd name="connsiteY25" fmla="*/ 47339 h 299466"/>
              <a:gd name="connsiteX26" fmla="*/ 155941 w 325826"/>
              <a:gd name="connsiteY26" fmla="*/ 81248 h 299466"/>
              <a:gd name="connsiteX27" fmla="*/ 32630 w 325826"/>
              <a:gd name="connsiteY27" fmla="*/ 47339 h 299466"/>
              <a:gd name="connsiteX28" fmla="*/ 162676 w 325826"/>
              <a:gd name="connsiteY28" fmla="*/ 13430 h 299466"/>
              <a:gd name="connsiteX29" fmla="*/ 13469 w 325826"/>
              <a:gd name="connsiteY29" fmla="*/ 56579 h 299466"/>
              <a:gd name="connsiteX30" fmla="*/ 149396 w 325826"/>
              <a:gd name="connsiteY30" fmla="*/ 93631 h 299466"/>
              <a:gd name="connsiteX31" fmla="*/ 149396 w 325826"/>
              <a:gd name="connsiteY31" fmla="*/ 283273 h 299466"/>
              <a:gd name="connsiteX32" fmla="*/ 13469 w 325826"/>
              <a:gd name="connsiteY32" fmla="*/ 233458 h 299466"/>
              <a:gd name="connsiteX33" fmla="*/ 13469 w 325826"/>
              <a:gd name="connsiteY33" fmla="*/ 56579 h 299466"/>
              <a:gd name="connsiteX34" fmla="*/ 162391 w 325826"/>
              <a:gd name="connsiteY34" fmla="*/ 283655 h 299466"/>
              <a:gd name="connsiteX35" fmla="*/ 162391 w 325826"/>
              <a:gd name="connsiteY35" fmla="*/ 93536 h 299466"/>
              <a:gd name="connsiteX36" fmla="*/ 312072 w 325826"/>
              <a:gd name="connsiteY36" fmla="*/ 56102 h 299466"/>
              <a:gd name="connsiteX37" fmla="*/ 312072 w 325826"/>
              <a:gd name="connsiteY37" fmla="*/ 233553 h 299466"/>
              <a:gd name="connsiteX38" fmla="*/ 162391 w 325826"/>
              <a:gd name="connsiteY38" fmla="*/ 283655 h 29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5826" h="299466">
                <a:moveTo>
                  <a:pt x="325542" y="46673"/>
                </a:moveTo>
                <a:cubicBezTo>
                  <a:pt x="325542" y="46101"/>
                  <a:pt x="325447" y="45529"/>
                  <a:pt x="325257" y="44958"/>
                </a:cubicBezTo>
                <a:cubicBezTo>
                  <a:pt x="324498" y="42577"/>
                  <a:pt x="322506" y="41148"/>
                  <a:pt x="320325" y="40767"/>
                </a:cubicBezTo>
                <a:cubicBezTo>
                  <a:pt x="320230" y="40767"/>
                  <a:pt x="320135" y="40672"/>
                  <a:pt x="320040" y="40672"/>
                </a:cubicBezTo>
                <a:lnTo>
                  <a:pt x="163909" y="0"/>
                </a:lnTo>
                <a:lnTo>
                  <a:pt x="160494" y="0"/>
                </a:lnTo>
                <a:lnTo>
                  <a:pt x="4363" y="40672"/>
                </a:lnTo>
                <a:cubicBezTo>
                  <a:pt x="3699" y="40958"/>
                  <a:pt x="3035" y="41434"/>
                  <a:pt x="2466" y="42005"/>
                </a:cubicBezTo>
                <a:cubicBezTo>
                  <a:pt x="1992" y="42291"/>
                  <a:pt x="1707" y="42767"/>
                  <a:pt x="1328" y="43148"/>
                </a:cubicBezTo>
                <a:cubicBezTo>
                  <a:pt x="1328" y="43148"/>
                  <a:pt x="1328" y="43244"/>
                  <a:pt x="1233" y="43339"/>
                </a:cubicBezTo>
                <a:cubicBezTo>
                  <a:pt x="854" y="43815"/>
                  <a:pt x="569" y="44387"/>
                  <a:pt x="379" y="44958"/>
                </a:cubicBezTo>
                <a:cubicBezTo>
                  <a:pt x="190" y="45529"/>
                  <a:pt x="95" y="46196"/>
                  <a:pt x="0" y="46863"/>
                </a:cubicBezTo>
                <a:cubicBezTo>
                  <a:pt x="0" y="47054"/>
                  <a:pt x="0" y="47149"/>
                  <a:pt x="0" y="47339"/>
                </a:cubicBezTo>
                <a:lnTo>
                  <a:pt x="0" y="238125"/>
                </a:lnTo>
                <a:cubicBezTo>
                  <a:pt x="0" y="241554"/>
                  <a:pt x="1138" y="243840"/>
                  <a:pt x="4553" y="244983"/>
                </a:cubicBezTo>
                <a:lnTo>
                  <a:pt x="153854" y="299466"/>
                </a:lnTo>
                <a:lnTo>
                  <a:pt x="156036" y="299466"/>
                </a:lnTo>
                <a:cubicBezTo>
                  <a:pt x="156036" y="299466"/>
                  <a:pt x="156036" y="299466"/>
                  <a:pt x="156036" y="299466"/>
                </a:cubicBezTo>
                <a:cubicBezTo>
                  <a:pt x="156036" y="299466"/>
                  <a:pt x="156036" y="299466"/>
                  <a:pt x="156036" y="299466"/>
                </a:cubicBezTo>
                <a:lnTo>
                  <a:pt x="158408" y="299466"/>
                </a:lnTo>
                <a:lnTo>
                  <a:pt x="321273" y="244983"/>
                </a:lnTo>
                <a:cubicBezTo>
                  <a:pt x="323550" y="243840"/>
                  <a:pt x="325826" y="241554"/>
                  <a:pt x="325826" y="238125"/>
                </a:cubicBezTo>
                <a:lnTo>
                  <a:pt x="325826" y="47339"/>
                </a:lnTo>
                <a:cubicBezTo>
                  <a:pt x="325826" y="47339"/>
                  <a:pt x="325731" y="46958"/>
                  <a:pt x="325731" y="46673"/>
                </a:cubicBezTo>
                <a:close/>
                <a:moveTo>
                  <a:pt x="162771" y="13430"/>
                </a:moveTo>
                <a:lnTo>
                  <a:pt x="291679" y="47339"/>
                </a:lnTo>
                <a:lnTo>
                  <a:pt x="155941" y="81248"/>
                </a:lnTo>
                <a:lnTo>
                  <a:pt x="32630" y="47339"/>
                </a:lnTo>
                <a:lnTo>
                  <a:pt x="162676" y="13430"/>
                </a:lnTo>
                <a:close/>
                <a:moveTo>
                  <a:pt x="13469" y="56579"/>
                </a:moveTo>
                <a:cubicBezTo>
                  <a:pt x="27223" y="60293"/>
                  <a:pt x="61940" y="69818"/>
                  <a:pt x="149396" y="93631"/>
                </a:cubicBezTo>
                <a:lnTo>
                  <a:pt x="149396" y="283273"/>
                </a:lnTo>
                <a:cubicBezTo>
                  <a:pt x="137634" y="278987"/>
                  <a:pt x="105004" y="266986"/>
                  <a:pt x="13469" y="233458"/>
                </a:cubicBezTo>
                <a:lnTo>
                  <a:pt x="13469" y="56579"/>
                </a:lnTo>
                <a:close/>
                <a:moveTo>
                  <a:pt x="162391" y="283655"/>
                </a:moveTo>
                <a:lnTo>
                  <a:pt x="162391" y="93536"/>
                </a:lnTo>
                <a:cubicBezTo>
                  <a:pt x="173395" y="90773"/>
                  <a:pt x="207353" y="82296"/>
                  <a:pt x="312072" y="56102"/>
                </a:cubicBezTo>
                <a:lnTo>
                  <a:pt x="312072" y="233553"/>
                </a:lnTo>
                <a:cubicBezTo>
                  <a:pt x="312072" y="233553"/>
                  <a:pt x="311977" y="233553"/>
                  <a:pt x="162391" y="28365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6" name="Graphic 183">
            <a:extLst>
              <a:ext uri="{FF2B5EF4-FFF2-40B4-BE49-F238E27FC236}">
                <a16:creationId xmlns:a16="http://schemas.microsoft.com/office/drawing/2014/main" id="{D5978614-01A5-E766-13D2-E20071CF9B07}"/>
              </a:ext>
            </a:extLst>
          </p:cNvPr>
          <p:cNvSpPr/>
          <p:nvPr/>
        </p:nvSpPr>
        <p:spPr>
          <a:xfrm>
            <a:off x="9548210" y="2916600"/>
            <a:ext cx="434573" cy="399415"/>
          </a:xfrm>
          <a:custGeom>
            <a:avLst/>
            <a:gdLst>
              <a:gd name="connsiteX0" fmla="*/ 325542 w 325826"/>
              <a:gd name="connsiteY0" fmla="*/ 46673 h 299466"/>
              <a:gd name="connsiteX1" fmla="*/ 325257 w 325826"/>
              <a:gd name="connsiteY1" fmla="*/ 44958 h 299466"/>
              <a:gd name="connsiteX2" fmla="*/ 320325 w 325826"/>
              <a:gd name="connsiteY2" fmla="*/ 40767 h 299466"/>
              <a:gd name="connsiteX3" fmla="*/ 320040 w 325826"/>
              <a:gd name="connsiteY3" fmla="*/ 40672 h 299466"/>
              <a:gd name="connsiteX4" fmla="*/ 163909 w 325826"/>
              <a:gd name="connsiteY4" fmla="*/ 0 h 299466"/>
              <a:gd name="connsiteX5" fmla="*/ 160494 w 325826"/>
              <a:gd name="connsiteY5" fmla="*/ 0 h 299466"/>
              <a:gd name="connsiteX6" fmla="*/ 4363 w 325826"/>
              <a:gd name="connsiteY6" fmla="*/ 40672 h 299466"/>
              <a:gd name="connsiteX7" fmla="*/ 2466 w 325826"/>
              <a:gd name="connsiteY7" fmla="*/ 42005 h 299466"/>
              <a:gd name="connsiteX8" fmla="*/ 1328 w 325826"/>
              <a:gd name="connsiteY8" fmla="*/ 43148 h 299466"/>
              <a:gd name="connsiteX9" fmla="*/ 1233 w 325826"/>
              <a:gd name="connsiteY9" fmla="*/ 43339 h 299466"/>
              <a:gd name="connsiteX10" fmla="*/ 379 w 325826"/>
              <a:gd name="connsiteY10" fmla="*/ 44958 h 299466"/>
              <a:gd name="connsiteX11" fmla="*/ 0 w 325826"/>
              <a:gd name="connsiteY11" fmla="*/ 46863 h 299466"/>
              <a:gd name="connsiteX12" fmla="*/ 0 w 325826"/>
              <a:gd name="connsiteY12" fmla="*/ 47339 h 299466"/>
              <a:gd name="connsiteX13" fmla="*/ 0 w 325826"/>
              <a:gd name="connsiteY13" fmla="*/ 238125 h 299466"/>
              <a:gd name="connsiteX14" fmla="*/ 4553 w 325826"/>
              <a:gd name="connsiteY14" fmla="*/ 244983 h 299466"/>
              <a:gd name="connsiteX15" fmla="*/ 153854 w 325826"/>
              <a:gd name="connsiteY15" fmla="*/ 299466 h 299466"/>
              <a:gd name="connsiteX16" fmla="*/ 156036 w 325826"/>
              <a:gd name="connsiteY16" fmla="*/ 299466 h 299466"/>
              <a:gd name="connsiteX17" fmla="*/ 156036 w 325826"/>
              <a:gd name="connsiteY17" fmla="*/ 299466 h 299466"/>
              <a:gd name="connsiteX18" fmla="*/ 156036 w 325826"/>
              <a:gd name="connsiteY18" fmla="*/ 299466 h 299466"/>
              <a:gd name="connsiteX19" fmla="*/ 158408 w 325826"/>
              <a:gd name="connsiteY19" fmla="*/ 299466 h 299466"/>
              <a:gd name="connsiteX20" fmla="*/ 321273 w 325826"/>
              <a:gd name="connsiteY20" fmla="*/ 244983 h 299466"/>
              <a:gd name="connsiteX21" fmla="*/ 325826 w 325826"/>
              <a:gd name="connsiteY21" fmla="*/ 238125 h 299466"/>
              <a:gd name="connsiteX22" fmla="*/ 325826 w 325826"/>
              <a:gd name="connsiteY22" fmla="*/ 47339 h 299466"/>
              <a:gd name="connsiteX23" fmla="*/ 325731 w 325826"/>
              <a:gd name="connsiteY23" fmla="*/ 46673 h 299466"/>
              <a:gd name="connsiteX24" fmla="*/ 162771 w 325826"/>
              <a:gd name="connsiteY24" fmla="*/ 13430 h 299466"/>
              <a:gd name="connsiteX25" fmla="*/ 291679 w 325826"/>
              <a:gd name="connsiteY25" fmla="*/ 47339 h 299466"/>
              <a:gd name="connsiteX26" fmla="*/ 155941 w 325826"/>
              <a:gd name="connsiteY26" fmla="*/ 81248 h 299466"/>
              <a:gd name="connsiteX27" fmla="*/ 32630 w 325826"/>
              <a:gd name="connsiteY27" fmla="*/ 47339 h 299466"/>
              <a:gd name="connsiteX28" fmla="*/ 162676 w 325826"/>
              <a:gd name="connsiteY28" fmla="*/ 13430 h 299466"/>
              <a:gd name="connsiteX29" fmla="*/ 13469 w 325826"/>
              <a:gd name="connsiteY29" fmla="*/ 56579 h 299466"/>
              <a:gd name="connsiteX30" fmla="*/ 149396 w 325826"/>
              <a:gd name="connsiteY30" fmla="*/ 93631 h 299466"/>
              <a:gd name="connsiteX31" fmla="*/ 149396 w 325826"/>
              <a:gd name="connsiteY31" fmla="*/ 283273 h 299466"/>
              <a:gd name="connsiteX32" fmla="*/ 13469 w 325826"/>
              <a:gd name="connsiteY32" fmla="*/ 233458 h 299466"/>
              <a:gd name="connsiteX33" fmla="*/ 13469 w 325826"/>
              <a:gd name="connsiteY33" fmla="*/ 56579 h 299466"/>
              <a:gd name="connsiteX34" fmla="*/ 162391 w 325826"/>
              <a:gd name="connsiteY34" fmla="*/ 283655 h 299466"/>
              <a:gd name="connsiteX35" fmla="*/ 162391 w 325826"/>
              <a:gd name="connsiteY35" fmla="*/ 93536 h 299466"/>
              <a:gd name="connsiteX36" fmla="*/ 312072 w 325826"/>
              <a:gd name="connsiteY36" fmla="*/ 56102 h 299466"/>
              <a:gd name="connsiteX37" fmla="*/ 312072 w 325826"/>
              <a:gd name="connsiteY37" fmla="*/ 233553 h 299466"/>
              <a:gd name="connsiteX38" fmla="*/ 162391 w 325826"/>
              <a:gd name="connsiteY38" fmla="*/ 283655 h 29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5826" h="299466">
                <a:moveTo>
                  <a:pt x="325542" y="46673"/>
                </a:moveTo>
                <a:cubicBezTo>
                  <a:pt x="325542" y="46101"/>
                  <a:pt x="325447" y="45529"/>
                  <a:pt x="325257" y="44958"/>
                </a:cubicBezTo>
                <a:cubicBezTo>
                  <a:pt x="324498" y="42577"/>
                  <a:pt x="322506" y="41148"/>
                  <a:pt x="320325" y="40767"/>
                </a:cubicBezTo>
                <a:cubicBezTo>
                  <a:pt x="320230" y="40767"/>
                  <a:pt x="320135" y="40672"/>
                  <a:pt x="320040" y="40672"/>
                </a:cubicBezTo>
                <a:lnTo>
                  <a:pt x="163909" y="0"/>
                </a:lnTo>
                <a:lnTo>
                  <a:pt x="160494" y="0"/>
                </a:lnTo>
                <a:lnTo>
                  <a:pt x="4363" y="40672"/>
                </a:lnTo>
                <a:cubicBezTo>
                  <a:pt x="3699" y="40958"/>
                  <a:pt x="3035" y="41434"/>
                  <a:pt x="2466" y="42005"/>
                </a:cubicBezTo>
                <a:cubicBezTo>
                  <a:pt x="1992" y="42291"/>
                  <a:pt x="1707" y="42767"/>
                  <a:pt x="1328" y="43148"/>
                </a:cubicBezTo>
                <a:cubicBezTo>
                  <a:pt x="1328" y="43148"/>
                  <a:pt x="1328" y="43244"/>
                  <a:pt x="1233" y="43339"/>
                </a:cubicBezTo>
                <a:cubicBezTo>
                  <a:pt x="854" y="43815"/>
                  <a:pt x="569" y="44387"/>
                  <a:pt x="379" y="44958"/>
                </a:cubicBezTo>
                <a:cubicBezTo>
                  <a:pt x="190" y="45529"/>
                  <a:pt x="95" y="46196"/>
                  <a:pt x="0" y="46863"/>
                </a:cubicBezTo>
                <a:cubicBezTo>
                  <a:pt x="0" y="47054"/>
                  <a:pt x="0" y="47149"/>
                  <a:pt x="0" y="47339"/>
                </a:cubicBezTo>
                <a:lnTo>
                  <a:pt x="0" y="238125"/>
                </a:lnTo>
                <a:cubicBezTo>
                  <a:pt x="0" y="241554"/>
                  <a:pt x="1138" y="243840"/>
                  <a:pt x="4553" y="244983"/>
                </a:cubicBezTo>
                <a:lnTo>
                  <a:pt x="153854" y="299466"/>
                </a:lnTo>
                <a:lnTo>
                  <a:pt x="156036" y="299466"/>
                </a:lnTo>
                <a:cubicBezTo>
                  <a:pt x="156036" y="299466"/>
                  <a:pt x="156036" y="299466"/>
                  <a:pt x="156036" y="299466"/>
                </a:cubicBezTo>
                <a:cubicBezTo>
                  <a:pt x="156036" y="299466"/>
                  <a:pt x="156036" y="299466"/>
                  <a:pt x="156036" y="299466"/>
                </a:cubicBezTo>
                <a:lnTo>
                  <a:pt x="158408" y="299466"/>
                </a:lnTo>
                <a:lnTo>
                  <a:pt x="321273" y="244983"/>
                </a:lnTo>
                <a:cubicBezTo>
                  <a:pt x="323550" y="243840"/>
                  <a:pt x="325826" y="241554"/>
                  <a:pt x="325826" y="238125"/>
                </a:cubicBezTo>
                <a:lnTo>
                  <a:pt x="325826" y="47339"/>
                </a:lnTo>
                <a:cubicBezTo>
                  <a:pt x="325826" y="47339"/>
                  <a:pt x="325731" y="46958"/>
                  <a:pt x="325731" y="46673"/>
                </a:cubicBezTo>
                <a:close/>
                <a:moveTo>
                  <a:pt x="162771" y="13430"/>
                </a:moveTo>
                <a:lnTo>
                  <a:pt x="291679" y="47339"/>
                </a:lnTo>
                <a:lnTo>
                  <a:pt x="155941" y="81248"/>
                </a:lnTo>
                <a:lnTo>
                  <a:pt x="32630" y="47339"/>
                </a:lnTo>
                <a:lnTo>
                  <a:pt x="162676" y="13430"/>
                </a:lnTo>
                <a:close/>
                <a:moveTo>
                  <a:pt x="13469" y="56579"/>
                </a:moveTo>
                <a:cubicBezTo>
                  <a:pt x="27223" y="60293"/>
                  <a:pt x="61940" y="69818"/>
                  <a:pt x="149396" y="93631"/>
                </a:cubicBezTo>
                <a:lnTo>
                  <a:pt x="149396" y="283273"/>
                </a:lnTo>
                <a:cubicBezTo>
                  <a:pt x="137634" y="278987"/>
                  <a:pt x="105004" y="266986"/>
                  <a:pt x="13469" y="233458"/>
                </a:cubicBezTo>
                <a:lnTo>
                  <a:pt x="13469" y="56579"/>
                </a:lnTo>
                <a:close/>
                <a:moveTo>
                  <a:pt x="162391" y="283655"/>
                </a:moveTo>
                <a:lnTo>
                  <a:pt x="162391" y="93536"/>
                </a:lnTo>
                <a:cubicBezTo>
                  <a:pt x="173395" y="90773"/>
                  <a:pt x="207353" y="82296"/>
                  <a:pt x="312072" y="56102"/>
                </a:cubicBezTo>
                <a:lnTo>
                  <a:pt x="312072" y="233553"/>
                </a:lnTo>
                <a:cubicBezTo>
                  <a:pt x="312072" y="233553"/>
                  <a:pt x="311977" y="233553"/>
                  <a:pt x="162391" y="28365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7" name="Graphic 183">
            <a:extLst>
              <a:ext uri="{FF2B5EF4-FFF2-40B4-BE49-F238E27FC236}">
                <a16:creationId xmlns:a16="http://schemas.microsoft.com/office/drawing/2014/main" id="{85240038-0CED-2D4A-B4D8-D3A5470DB300}"/>
              </a:ext>
            </a:extLst>
          </p:cNvPr>
          <p:cNvSpPr/>
          <p:nvPr/>
        </p:nvSpPr>
        <p:spPr>
          <a:xfrm>
            <a:off x="8767160" y="3535725"/>
            <a:ext cx="434573" cy="399415"/>
          </a:xfrm>
          <a:custGeom>
            <a:avLst/>
            <a:gdLst>
              <a:gd name="connsiteX0" fmla="*/ 325542 w 325826"/>
              <a:gd name="connsiteY0" fmla="*/ 46673 h 299466"/>
              <a:gd name="connsiteX1" fmla="*/ 325257 w 325826"/>
              <a:gd name="connsiteY1" fmla="*/ 44958 h 299466"/>
              <a:gd name="connsiteX2" fmla="*/ 320325 w 325826"/>
              <a:gd name="connsiteY2" fmla="*/ 40767 h 299466"/>
              <a:gd name="connsiteX3" fmla="*/ 320040 w 325826"/>
              <a:gd name="connsiteY3" fmla="*/ 40672 h 299466"/>
              <a:gd name="connsiteX4" fmla="*/ 163909 w 325826"/>
              <a:gd name="connsiteY4" fmla="*/ 0 h 299466"/>
              <a:gd name="connsiteX5" fmla="*/ 160494 w 325826"/>
              <a:gd name="connsiteY5" fmla="*/ 0 h 299466"/>
              <a:gd name="connsiteX6" fmla="*/ 4363 w 325826"/>
              <a:gd name="connsiteY6" fmla="*/ 40672 h 299466"/>
              <a:gd name="connsiteX7" fmla="*/ 2466 w 325826"/>
              <a:gd name="connsiteY7" fmla="*/ 42005 h 299466"/>
              <a:gd name="connsiteX8" fmla="*/ 1328 w 325826"/>
              <a:gd name="connsiteY8" fmla="*/ 43148 h 299466"/>
              <a:gd name="connsiteX9" fmla="*/ 1233 w 325826"/>
              <a:gd name="connsiteY9" fmla="*/ 43339 h 299466"/>
              <a:gd name="connsiteX10" fmla="*/ 379 w 325826"/>
              <a:gd name="connsiteY10" fmla="*/ 44958 h 299466"/>
              <a:gd name="connsiteX11" fmla="*/ 0 w 325826"/>
              <a:gd name="connsiteY11" fmla="*/ 46863 h 299466"/>
              <a:gd name="connsiteX12" fmla="*/ 0 w 325826"/>
              <a:gd name="connsiteY12" fmla="*/ 47339 h 299466"/>
              <a:gd name="connsiteX13" fmla="*/ 0 w 325826"/>
              <a:gd name="connsiteY13" fmla="*/ 238125 h 299466"/>
              <a:gd name="connsiteX14" fmla="*/ 4553 w 325826"/>
              <a:gd name="connsiteY14" fmla="*/ 244983 h 299466"/>
              <a:gd name="connsiteX15" fmla="*/ 153854 w 325826"/>
              <a:gd name="connsiteY15" fmla="*/ 299466 h 299466"/>
              <a:gd name="connsiteX16" fmla="*/ 156036 w 325826"/>
              <a:gd name="connsiteY16" fmla="*/ 299466 h 299466"/>
              <a:gd name="connsiteX17" fmla="*/ 156036 w 325826"/>
              <a:gd name="connsiteY17" fmla="*/ 299466 h 299466"/>
              <a:gd name="connsiteX18" fmla="*/ 156036 w 325826"/>
              <a:gd name="connsiteY18" fmla="*/ 299466 h 299466"/>
              <a:gd name="connsiteX19" fmla="*/ 158408 w 325826"/>
              <a:gd name="connsiteY19" fmla="*/ 299466 h 299466"/>
              <a:gd name="connsiteX20" fmla="*/ 321273 w 325826"/>
              <a:gd name="connsiteY20" fmla="*/ 244983 h 299466"/>
              <a:gd name="connsiteX21" fmla="*/ 325826 w 325826"/>
              <a:gd name="connsiteY21" fmla="*/ 238125 h 299466"/>
              <a:gd name="connsiteX22" fmla="*/ 325826 w 325826"/>
              <a:gd name="connsiteY22" fmla="*/ 47339 h 299466"/>
              <a:gd name="connsiteX23" fmla="*/ 325731 w 325826"/>
              <a:gd name="connsiteY23" fmla="*/ 46673 h 299466"/>
              <a:gd name="connsiteX24" fmla="*/ 162771 w 325826"/>
              <a:gd name="connsiteY24" fmla="*/ 13430 h 299466"/>
              <a:gd name="connsiteX25" fmla="*/ 291679 w 325826"/>
              <a:gd name="connsiteY25" fmla="*/ 47339 h 299466"/>
              <a:gd name="connsiteX26" fmla="*/ 155941 w 325826"/>
              <a:gd name="connsiteY26" fmla="*/ 81248 h 299466"/>
              <a:gd name="connsiteX27" fmla="*/ 32630 w 325826"/>
              <a:gd name="connsiteY27" fmla="*/ 47339 h 299466"/>
              <a:gd name="connsiteX28" fmla="*/ 162676 w 325826"/>
              <a:gd name="connsiteY28" fmla="*/ 13430 h 299466"/>
              <a:gd name="connsiteX29" fmla="*/ 13469 w 325826"/>
              <a:gd name="connsiteY29" fmla="*/ 56579 h 299466"/>
              <a:gd name="connsiteX30" fmla="*/ 149396 w 325826"/>
              <a:gd name="connsiteY30" fmla="*/ 93631 h 299466"/>
              <a:gd name="connsiteX31" fmla="*/ 149396 w 325826"/>
              <a:gd name="connsiteY31" fmla="*/ 283273 h 299466"/>
              <a:gd name="connsiteX32" fmla="*/ 13469 w 325826"/>
              <a:gd name="connsiteY32" fmla="*/ 233458 h 299466"/>
              <a:gd name="connsiteX33" fmla="*/ 13469 w 325826"/>
              <a:gd name="connsiteY33" fmla="*/ 56579 h 299466"/>
              <a:gd name="connsiteX34" fmla="*/ 162391 w 325826"/>
              <a:gd name="connsiteY34" fmla="*/ 283655 h 299466"/>
              <a:gd name="connsiteX35" fmla="*/ 162391 w 325826"/>
              <a:gd name="connsiteY35" fmla="*/ 93536 h 299466"/>
              <a:gd name="connsiteX36" fmla="*/ 312072 w 325826"/>
              <a:gd name="connsiteY36" fmla="*/ 56102 h 299466"/>
              <a:gd name="connsiteX37" fmla="*/ 312072 w 325826"/>
              <a:gd name="connsiteY37" fmla="*/ 233553 h 299466"/>
              <a:gd name="connsiteX38" fmla="*/ 162391 w 325826"/>
              <a:gd name="connsiteY38" fmla="*/ 283655 h 29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5826" h="299466">
                <a:moveTo>
                  <a:pt x="325542" y="46673"/>
                </a:moveTo>
                <a:cubicBezTo>
                  <a:pt x="325542" y="46101"/>
                  <a:pt x="325447" y="45529"/>
                  <a:pt x="325257" y="44958"/>
                </a:cubicBezTo>
                <a:cubicBezTo>
                  <a:pt x="324498" y="42577"/>
                  <a:pt x="322506" y="41148"/>
                  <a:pt x="320325" y="40767"/>
                </a:cubicBezTo>
                <a:cubicBezTo>
                  <a:pt x="320230" y="40767"/>
                  <a:pt x="320135" y="40672"/>
                  <a:pt x="320040" y="40672"/>
                </a:cubicBezTo>
                <a:lnTo>
                  <a:pt x="163909" y="0"/>
                </a:lnTo>
                <a:lnTo>
                  <a:pt x="160494" y="0"/>
                </a:lnTo>
                <a:lnTo>
                  <a:pt x="4363" y="40672"/>
                </a:lnTo>
                <a:cubicBezTo>
                  <a:pt x="3699" y="40958"/>
                  <a:pt x="3035" y="41434"/>
                  <a:pt x="2466" y="42005"/>
                </a:cubicBezTo>
                <a:cubicBezTo>
                  <a:pt x="1992" y="42291"/>
                  <a:pt x="1707" y="42767"/>
                  <a:pt x="1328" y="43148"/>
                </a:cubicBezTo>
                <a:cubicBezTo>
                  <a:pt x="1328" y="43148"/>
                  <a:pt x="1328" y="43244"/>
                  <a:pt x="1233" y="43339"/>
                </a:cubicBezTo>
                <a:cubicBezTo>
                  <a:pt x="854" y="43815"/>
                  <a:pt x="569" y="44387"/>
                  <a:pt x="379" y="44958"/>
                </a:cubicBezTo>
                <a:cubicBezTo>
                  <a:pt x="190" y="45529"/>
                  <a:pt x="95" y="46196"/>
                  <a:pt x="0" y="46863"/>
                </a:cubicBezTo>
                <a:cubicBezTo>
                  <a:pt x="0" y="47054"/>
                  <a:pt x="0" y="47149"/>
                  <a:pt x="0" y="47339"/>
                </a:cubicBezTo>
                <a:lnTo>
                  <a:pt x="0" y="238125"/>
                </a:lnTo>
                <a:cubicBezTo>
                  <a:pt x="0" y="241554"/>
                  <a:pt x="1138" y="243840"/>
                  <a:pt x="4553" y="244983"/>
                </a:cubicBezTo>
                <a:lnTo>
                  <a:pt x="153854" y="299466"/>
                </a:lnTo>
                <a:lnTo>
                  <a:pt x="156036" y="299466"/>
                </a:lnTo>
                <a:cubicBezTo>
                  <a:pt x="156036" y="299466"/>
                  <a:pt x="156036" y="299466"/>
                  <a:pt x="156036" y="299466"/>
                </a:cubicBezTo>
                <a:cubicBezTo>
                  <a:pt x="156036" y="299466"/>
                  <a:pt x="156036" y="299466"/>
                  <a:pt x="156036" y="299466"/>
                </a:cubicBezTo>
                <a:lnTo>
                  <a:pt x="158408" y="299466"/>
                </a:lnTo>
                <a:lnTo>
                  <a:pt x="321273" y="244983"/>
                </a:lnTo>
                <a:cubicBezTo>
                  <a:pt x="323550" y="243840"/>
                  <a:pt x="325826" y="241554"/>
                  <a:pt x="325826" y="238125"/>
                </a:cubicBezTo>
                <a:lnTo>
                  <a:pt x="325826" y="47339"/>
                </a:lnTo>
                <a:cubicBezTo>
                  <a:pt x="325826" y="47339"/>
                  <a:pt x="325731" y="46958"/>
                  <a:pt x="325731" y="46673"/>
                </a:cubicBezTo>
                <a:close/>
                <a:moveTo>
                  <a:pt x="162771" y="13430"/>
                </a:moveTo>
                <a:lnTo>
                  <a:pt x="291679" y="47339"/>
                </a:lnTo>
                <a:lnTo>
                  <a:pt x="155941" y="81248"/>
                </a:lnTo>
                <a:lnTo>
                  <a:pt x="32630" y="47339"/>
                </a:lnTo>
                <a:lnTo>
                  <a:pt x="162676" y="13430"/>
                </a:lnTo>
                <a:close/>
                <a:moveTo>
                  <a:pt x="13469" y="56579"/>
                </a:moveTo>
                <a:cubicBezTo>
                  <a:pt x="27223" y="60293"/>
                  <a:pt x="61940" y="69818"/>
                  <a:pt x="149396" y="93631"/>
                </a:cubicBezTo>
                <a:lnTo>
                  <a:pt x="149396" y="283273"/>
                </a:lnTo>
                <a:cubicBezTo>
                  <a:pt x="137634" y="278987"/>
                  <a:pt x="105004" y="266986"/>
                  <a:pt x="13469" y="233458"/>
                </a:cubicBezTo>
                <a:lnTo>
                  <a:pt x="13469" y="56579"/>
                </a:lnTo>
                <a:close/>
                <a:moveTo>
                  <a:pt x="162391" y="283655"/>
                </a:moveTo>
                <a:lnTo>
                  <a:pt x="162391" y="93536"/>
                </a:lnTo>
                <a:cubicBezTo>
                  <a:pt x="173395" y="90773"/>
                  <a:pt x="207353" y="82296"/>
                  <a:pt x="312072" y="56102"/>
                </a:cubicBezTo>
                <a:lnTo>
                  <a:pt x="312072" y="233553"/>
                </a:lnTo>
                <a:cubicBezTo>
                  <a:pt x="312072" y="233553"/>
                  <a:pt x="311977" y="233553"/>
                  <a:pt x="162391" y="28365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8" name="Graphic 183">
            <a:extLst>
              <a:ext uri="{FF2B5EF4-FFF2-40B4-BE49-F238E27FC236}">
                <a16:creationId xmlns:a16="http://schemas.microsoft.com/office/drawing/2014/main" id="{2804A345-280F-EC49-45B0-8BE88054740C}"/>
              </a:ext>
            </a:extLst>
          </p:cNvPr>
          <p:cNvSpPr/>
          <p:nvPr/>
        </p:nvSpPr>
        <p:spPr>
          <a:xfrm>
            <a:off x="9548210" y="3535725"/>
            <a:ext cx="434573" cy="399415"/>
          </a:xfrm>
          <a:custGeom>
            <a:avLst/>
            <a:gdLst>
              <a:gd name="connsiteX0" fmla="*/ 325542 w 325826"/>
              <a:gd name="connsiteY0" fmla="*/ 46673 h 299466"/>
              <a:gd name="connsiteX1" fmla="*/ 325257 w 325826"/>
              <a:gd name="connsiteY1" fmla="*/ 44958 h 299466"/>
              <a:gd name="connsiteX2" fmla="*/ 320325 w 325826"/>
              <a:gd name="connsiteY2" fmla="*/ 40767 h 299466"/>
              <a:gd name="connsiteX3" fmla="*/ 320040 w 325826"/>
              <a:gd name="connsiteY3" fmla="*/ 40672 h 299466"/>
              <a:gd name="connsiteX4" fmla="*/ 163909 w 325826"/>
              <a:gd name="connsiteY4" fmla="*/ 0 h 299466"/>
              <a:gd name="connsiteX5" fmla="*/ 160494 w 325826"/>
              <a:gd name="connsiteY5" fmla="*/ 0 h 299466"/>
              <a:gd name="connsiteX6" fmla="*/ 4363 w 325826"/>
              <a:gd name="connsiteY6" fmla="*/ 40672 h 299466"/>
              <a:gd name="connsiteX7" fmla="*/ 2466 w 325826"/>
              <a:gd name="connsiteY7" fmla="*/ 42005 h 299466"/>
              <a:gd name="connsiteX8" fmla="*/ 1328 w 325826"/>
              <a:gd name="connsiteY8" fmla="*/ 43148 h 299466"/>
              <a:gd name="connsiteX9" fmla="*/ 1233 w 325826"/>
              <a:gd name="connsiteY9" fmla="*/ 43339 h 299466"/>
              <a:gd name="connsiteX10" fmla="*/ 379 w 325826"/>
              <a:gd name="connsiteY10" fmla="*/ 44958 h 299466"/>
              <a:gd name="connsiteX11" fmla="*/ 0 w 325826"/>
              <a:gd name="connsiteY11" fmla="*/ 46863 h 299466"/>
              <a:gd name="connsiteX12" fmla="*/ 0 w 325826"/>
              <a:gd name="connsiteY12" fmla="*/ 47339 h 299466"/>
              <a:gd name="connsiteX13" fmla="*/ 0 w 325826"/>
              <a:gd name="connsiteY13" fmla="*/ 238125 h 299466"/>
              <a:gd name="connsiteX14" fmla="*/ 4553 w 325826"/>
              <a:gd name="connsiteY14" fmla="*/ 244983 h 299466"/>
              <a:gd name="connsiteX15" fmla="*/ 153854 w 325826"/>
              <a:gd name="connsiteY15" fmla="*/ 299466 h 299466"/>
              <a:gd name="connsiteX16" fmla="*/ 156036 w 325826"/>
              <a:gd name="connsiteY16" fmla="*/ 299466 h 299466"/>
              <a:gd name="connsiteX17" fmla="*/ 156036 w 325826"/>
              <a:gd name="connsiteY17" fmla="*/ 299466 h 299466"/>
              <a:gd name="connsiteX18" fmla="*/ 156036 w 325826"/>
              <a:gd name="connsiteY18" fmla="*/ 299466 h 299466"/>
              <a:gd name="connsiteX19" fmla="*/ 158408 w 325826"/>
              <a:gd name="connsiteY19" fmla="*/ 299466 h 299466"/>
              <a:gd name="connsiteX20" fmla="*/ 321273 w 325826"/>
              <a:gd name="connsiteY20" fmla="*/ 244983 h 299466"/>
              <a:gd name="connsiteX21" fmla="*/ 325826 w 325826"/>
              <a:gd name="connsiteY21" fmla="*/ 238125 h 299466"/>
              <a:gd name="connsiteX22" fmla="*/ 325826 w 325826"/>
              <a:gd name="connsiteY22" fmla="*/ 47339 h 299466"/>
              <a:gd name="connsiteX23" fmla="*/ 325731 w 325826"/>
              <a:gd name="connsiteY23" fmla="*/ 46673 h 299466"/>
              <a:gd name="connsiteX24" fmla="*/ 162771 w 325826"/>
              <a:gd name="connsiteY24" fmla="*/ 13430 h 299466"/>
              <a:gd name="connsiteX25" fmla="*/ 291679 w 325826"/>
              <a:gd name="connsiteY25" fmla="*/ 47339 h 299466"/>
              <a:gd name="connsiteX26" fmla="*/ 155941 w 325826"/>
              <a:gd name="connsiteY26" fmla="*/ 81248 h 299466"/>
              <a:gd name="connsiteX27" fmla="*/ 32630 w 325826"/>
              <a:gd name="connsiteY27" fmla="*/ 47339 h 299466"/>
              <a:gd name="connsiteX28" fmla="*/ 162676 w 325826"/>
              <a:gd name="connsiteY28" fmla="*/ 13430 h 299466"/>
              <a:gd name="connsiteX29" fmla="*/ 13469 w 325826"/>
              <a:gd name="connsiteY29" fmla="*/ 56579 h 299466"/>
              <a:gd name="connsiteX30" fmla="*/ 149396 w 325826"/>
              <a:gd name="connsiteY30" fmla="*/ 93631 h 299466"/>
              <a:gd name="connsiteX31" fmla="*/ 149396 w 325826"/>
              <a:gd name="connsiteY31" fmla="*/ 283273 h 299466"/>
              <a:gd name="connsiteX32" fmla="*/ 13469 w 325826"/>
              <a:gd name="connsiteY32" fmla="*/ 233458 h 299466"/>
              <a:gd name="connsiteX33" fmla="*/ 13469 w 325826"/>
              <a:gd name="connsiteY33" fmla="*/ 56579 h 299466"/>
              <a:gd name="connsiteX34" fmla="*/ 162391 w 325826"/>
              <a:gd name="connsiteY34" fmla="*/ 283655 h 299466"/>
              <a:gd name="connsiteX35" fmla="*/ 162391 w 325826"/>
              <a:gd name="connsiteY35" fmla="*/ 93536 h 299466"/>
              <a:gd name="connsiteX36" fmla="*/ 312072 w 325826"/>
              <a:gd name="connsiteY36" fmla="*/ 56102 h 299466"/>
              <a:gd name="connsiteX37" fmla="*/ 312072 w 325826"/>
              <a:gd name="connsiteY37" fmla="*/ 233553 h 299466"/>
              <a:gd name="connsiteX38" fmla="*/ 162391 w 325826"/>
              <a:gd name="connsiteY38" fmla="*/ 283655 h 29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5826" h="299466">
                <a:moveTo>
                  <a:pt x="325542" y="46673"/>
                </a:moveTo>
                <a:cubicBezTo>
                  <a:pt x="325542" y="46101"/>
                  <a:pt x="325447" y="45529"/>
                  <a:pt x="325257" y="44958"/>
                </a:cubicBezTo>
                <a:cubicBezTo>
                  <a:pt x="324498" y="42577"/>
                  <a:pt x="322506" y="41148"/>
                  <a:pt x="320325" y="40767"/>
                </a:cubicBezTo>
                <a:cubicBezTo>
                  <a:pt x="320230" y="40767"/>
                  <a:pt x="320135" y="40672"/>
                  <a:pt x="320040" y="40672"/>
                </a:cubicBezTo>
                <a:lnTo>
                  <a:pt x="163909" y="0"/>
                </a:lnTo>
                <a:lnTo>
                  <a:pt x="160494" y="0"/>
                </a:lnTo>
                <a:lnTo>
                  <a:pt x="4363" y="40672"/>
                </a:lnTo>
                <a:cubicBezTo>
                  <a:pt x="3699" y="40958"/>
                  <a:pt x="3035" y="41434"/>
                  <a:pt x="2466" y="42005"/>
                </a:cubicBezTo>
                <a:cubicBezTo>
                  <a:pt x="1992" y="42291"/>
                  <a:pt x="1707" y="42767"/>
                  <a:pt x="1328" y="43148"/>
                </a:cubicBezTo>
                <a:cubicBezTo>
                  <a:pt x="1328" y="43148"/>
                  <a:pt x="1328" y="43244"/>
                  <a:pt x="1233" y="43339"/>
                </a:cubicBezTo>
                <a:cubicBezTo>
                  <a:pt x="854" y="43815"/>
                  <a:pt x="569" y="44387"/>
                  <a:pt x="379" y="44958"/>
                </a:cubicBezTo>
                <a:cubicBezTo>
                  <a:pt x="190" y="45529"/>
                  <a:pt x="95" y="46196"/>
                  <a:pt x="0" y="46863"/>
                </a:cubicBezTo>
                <a:cubicBezTo>
                  <a:pt x="0" y="47054"/>
                  <a:pt x="0" y="47149"/>
                  <a:pt x="0" y="47339"/>
                </a:cubicBezTo>
                <a:lnTo>
                  <a:pt x="0" y="238125"/>
                </a:lnTo>
                <a:cubicBezTo>
                  <a:pt x="0" y="241554"/>
                  <a:pt x="1138" y="243840"/>
                  <a:pt x="4553" y="244983"/>
                </a:cubicBezTo>
                <a:lnTo>
                  <a:pt x="153854" y="299466"/>
                </a:lnTo>
                <a:lnTo>
                  <a:pt x="156036" y="299466"/>
                </a:lnTo>
                <a:cubicBezTo>
                  <a:pt x="156036" y="299466"/>
                  <a:pt x="156036" y="299466"/>
                  <a:pt x="156036" y="299466"/>
                </a:cubicBezTo>
                <a:cubicBezTo>
                  <a:pt x="156036" y="299466"/>
                  <a:pt x="156036" y="299466"/>
                  <a:pt x="156036" y="299466"/>
                </a:cubicBezTo>
                <a:lnTo>
                  <a:pt x="158408" y="299466"/>
                </a:lnTo>
                <a:lnTo>
                  <a:pt x="321273" y="244983"/>
                </a:lnTo>
                <a:cubicBezTo>
                  <a:pt x="323550" y="243840"/>
                  <a:pt x="325826" y="241554"/>
                  <a:pt x="325826" y="238125"/>
                </a:cubicBezTo>
                <a:lnTo>
                  <a:pt x="325826" y="47339"/>
                </a:lnTo>
                <a:cubicBezTo>
                  <a:pt x="325826" y="47339"/>
                  <a:pt x="325731" y="46958"/>
                  <a:pt x="325731" y="46673"/>
                </a:cubicBezTo>
                <a:close/>
                <a:moveTo>
                  <a:pt x="162771" y="13430"/>
                </a:moveTo>
                <a:lnTo>
                  <a:pt x="291679" y="47339"/>
                </a:lnTo>
                <a:lnTo>
                  <a:pt x="155941" y="81248"/>
                </a:lnTo>
                <a:lnTo>
                  <a:pt x="32630" y="47339"/>
                </a:lnTo>
                <a:lnTo>
                  <a:pt x="162676" y="13430"/>
                </a:lnTo>
                <a:close/>
                <a:moveTo>
                  <a:pt x="13469" y="56579"/>
                </a:moveTo>
                <a:cubicBezTo>
                  <a:pt x="27223" y="60293"/>
                  <a:pt x="61940" y="69818"/>
                  <a:pt x="149396" y="93631"/>
                </a:cubicBezTo>
                <a:lnTo>
                  <a:pt x="149396" y="283273"/>
                </a:lnTo>
                <a:cubicBezTo>
                  <a:pt x="137634" y="278987"/>
                  <a:pt x="105004" y="266986"/>
                  <a:pt x="13469" y="233458"/>
                </a:cubicBezTo>
                <a:lnTo>
                  <a:pt x="13469" y="56579"/>
                </a:lnTo>
                <a:close/>
                <a:moveTo>
                  <a:pt x="162391" y="283655"/>
                </a:moveTo>
                <a:lnTo>
                  <a:pt x="162391" y="93536"/>
                </a:lnTo>
                <a:cubicBezTo>
                  <a:pt x="173395" y="90773"/>
                  <a:pt x="207353" y="82296"/>
                  <a:pt x="312072" y="56102"/>
                </a:cubicBezTo>
                <a:lnTo>
                  <a:pt x="312072" y="233553"/>
                </a:lnTo>
                <a:cubicBezTo>
                  <a:pt x="312072" y="233553"/>
                  <a:pt x="311977" y="233553"/>
                  <a:pt x="162391" y="28365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1" name="Graphic 189">
            <a:extLst>
              <a:ext uri="{FF2B5EF4-FFF2-40B4-BE49-F238E27FC236}">
                <a16:creationId xmlns:a16="http://schemas.microsoft.com/office/drawing/2014/main" id="{E7B1D023-0ED6-899E-B683-4CE7A0CA603C}"/>
              </a:ext>
            </a:extLst>
          </p:cNvPr>
          <p:cNvSpPr/>
          <p:nvPr/>
        </p:nvSpPr>
        <p:spPr>
          <a:xfrm>
            <a:off x="10413033" y="2928029"/>
            <a:ext cx="465454" cy="389537"/>
          </a:xfrm>
          <a:custGeom>
            <a:avLst/>
            <a:gdLst>
              <a:gd name="connsiteX0" fmla="*/ 14608 w 347358"/>
              <a:gd name="connsiteY0" fmla="*/ 14573 h 290703"/>
              <a:gd name="connsiteX1" fmla="*/ 14608 w 347358"/>
              <a:gd name="connsiteY1" fmla="*/ 247174 h 290703"/>
              <a:gd name="connsiteX2" fmla="*/ 43538 w 347358"/>
              <a:gd name="connsiteY2" fmla="*/ 276225 h 290703"/>
              <a:gd name="connsiteX3" fmla="*/ 72469 w 347358"/>
              <a:gd name="connsiteY3" fmla="*/ 247174 h 290703"/>
              <a:gd name="connsiteX4" fmla="*/ 72469 w 347358"/>
              <a:gd name="connsiteY4" fmla="*/ 65437 h 290703"/>
              <a:gd name="connsiteX5" fmla="*/ 79678 w 347358"/>
              <a:gd name="connsiteY5" fmla="*/ 58198 h 290703"/>
              <a:gd name="connsiteX6" fmla="*/ 289592 w 347358"/>
              <a:gd name="connsiteY6" fmla="*/ 58198 h 290703"/>
              <a:gd name="connsiteX7" fmla="*/ 289592 w 347358"/>
              <a:gd name="connsiteY7" fmla="*/ 43624 h 290703"/>
              <a:gd name="connsiteX8" fmla="*/ 108609 w 347358"/>
              <a:gd name="connsiteY8" fmla="*/ 43624 h 290703"/>
              <a:gd name="connsiteX9" fmla="*/ 101400 w 347358"/>
              <a:gd name="connsiteY9" fmla="*/ 36386 h 290703"/>
              <a:gd name="connsiteX10" fmla="*/ 101400 w 347358"/>
              <a:gd name="connsiteY10" fmla="*/ 14573 h 290703"/>
              <a:gd name="connsiteX11" fmla="*/ 14513 w 347358"/>
              <a:gd name="connsiteY11" fmla="*/ 14573 h 290703"/>
              <a:gd name="connsiteX12" fmla="*/ 76073 w 347358"/>
              <a:gd name="connsiteY12" fmla="*/ 276130 h 290703"/>
              <a:gd name="connsiteX13" fmla="*/ 296801 w 347358"/>
              <a:gd name="connsiteY13" fmla="*/ 276130 h 290703"/>
              <a:gd name="connsiteX14" fmla="*/ 333035 w 347358"/>
              <a:gd name="connsiteY14" fmla="*/ 239744 h 290703"/>
              <a:gd name="connsiteX15" fmla="*/ 333035 w 347358"/>
              <a:gd name="connsiteY15" fmla="*/ 72580 h 290703"/>
              <a:gd name="connsiteX16" fmla="*/ 86982 w 347358"/>
              <a:gd name="connsiteY16" fmla="*/ 72580 h 290703"/>
              <a:gd name="connsiteX17" fmla="*/ 86982 w 347358"/>
              <a:gd name="connsiteY17" fmla="*/ 246983 h 290703"/>
              <a:gd name="connsiteX18" fmla="*/ 76168 w 347358"/>
              <a:gd name="connsiteY18" fmla="*/ 276035 h 290703"/>
              <a:gd name="connsiteX19" fmla="*/ 296801 w 347358"/>
              <a:gd name="connsiteY19" fmla="*/ 290703 h 290703"/>
              <a:gd name="connsiteX20" fmla="*/ 43443 w 347358"/>
              <a:gd name="connsiteY20" fmla="*/ 290703 h 290703"/>
              <a:gd name="connsiteX21" fmla="*/ 0 w 347358"/>
              <a:gd name="connsiteY21" fmla="*/ 247078 h 290703"/>
              <a:gd name="connsiteX22" fmla="*/ 0 w 347358"/>
              <a:gd name="connsiteY22" fmla="*/ 7239 h 290703"/>
              <a:gd name="connsiteX23" fmla="*/ 7209 w 347358"/>
              <a:gd name="connsiteY23" fmla="*/ 0 h 290703"/>
              <a:gd name="connsiteX24" fmla="*/ 108514 w 347358"/>
              <a:gd name="connsiteY24" fmla="*/ 0 h 290703"/>
              <a:gd name="connsiteX25" fmla="*/ 115723 w 347358"/>
              <a:gd name="connsiteY25" fmla="*/ 7239 h 290703"/>
              <a:gd name="connsiteX26" fmla="*/ 115723 w 347358"/>
              <a:gd name="connsiteY26" fmla="*/ 29051 h 290703"/>
              <a:gd name="connsiteX27" fmla="*/ 296706 w 347358"/>
              <a:gd name="connsiteY27" fmla="*/ 29051 h 290703"/>
              <a:gd name="connsiteX28" fmla="*/ 303915 w 347358"/>
              <a:gd name="connsiteY28" fmla="*/ 36290 h 290703"/>
              <a:gd name="connsiteX29" fmla="*/ 303915 w 347358"/>
              <a:gd name="connsiteY29" fmla="*/ 58103 h 290703"/>
              <a:gd name="connsiteX30" fmla="*/ 340149 w 347358"/>
              <a:gd name="connsiteY30" fmla="*/ 58103 h 290703"/>
              <a:gd name="connsiteX31" fmla="*/ 347358 w 347358"/>
              <a:gd name="connsiteY31" fmla="*/ 65341 h 290703"/>
              <a:gd name="connsiteX32" fmla="*/ 347358 w 347358"/>
              <a:gd name="connsiteY32" fmla="*/ 239744 h 290703"/>
              <a:gd name="connsiteX33" fmla="*/ 296706 w 347358"/>
              <a:gd name="connsiteY33" fmla="*/ 290608 h 290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7358" h="290703">
                <a:moveTo>
                  <a:pt x="14608" y="14573"/>
                </a:moveTo>
                <a:lnTo>
                  <a:pt x="14608" y="247174"/>
                </a:lnTo>
                <a:cubicBezTo>
                  <a:pt x="14608" y="262890"/>
                  <a:pt x="27887" y="276225"/>
                  <a:pt x="43538" y="276225"/>
                </a:cubicBezTo>
                <a:cubicBezTo>
                  <a:pt x="59189" y="276225"/>
                  <a:pt x="72469" y="262890"/>
                  <a:pt x="72469" y="247174"/>
                </a:cubicBezTo>
                <a:lnTo>
                  <a:pt x="72469" y="65437"/>
                </a:lnTo>
                <a:cubicBezTo>
                  <a:pt x="72469" y="61817"/>
                  <a:pt x="76073" y="58198"/>
                  <a:pt x="79678" y="58198"/>
                </a:cubicBezTo>
                <a:lnTo>
                  <a:pt x="289592" y="58198"/>
                </a:lnTo>
                <a:lnTo>
                  <a:pt x="289592" y="43624"/>
                </a:lnTo>
                <a:lnTo>
                  <a:pt x="108609" y="43624"/>
                </a:lnTo>
                <a:cubicBezTo>
                  <a:pt x="105004" y="43624"/>
                  <a:pt x="101400" y="40005"/>
                  <a:pt x="101400" y="36386"/>
                </a:cubicBezTo>
                <a:lnTo>
                  <a:pt x="101400" y="14573"/>
                </a:lnTo>
                <a:lnTo>
                  <a:pt x="14513" y="14573"/>
                </a:lnTo>
                <a:close/>
                <a:moveTo>
                  <a:pt x="76073" y="276130"/>
                </a:moveTo>
                <a:lnTo>
                  <a:pt x="296801" y="276130"/>
                </a:lnTo>
                <a:cubicBezTo>
                  <a:pt x="317289" y="276130"/>
                  <a:pt x="333035" y="260414"/>
                  <a:pt x="333035" y="239744"/>
                </a:cubicBezTo>
                <a:lnTo>
                  <a:pt x="333035" y="72580"/>
                </a:lnTo>
                <a:lnTo>
                  <a:pt x="86982" y="72580"/>
                </a:lnTo>
                <a:lnTo>
                  <a:pt x="86982" y="246983"/>
                </a:lnTo>
                <a:cubicBezTo>
                  <a:pt x="86982" y="257842"/>
                  <a:pt x="83377" y="268795"/>
                  <a:pt x="76168" y="276035"/>
                </a:cubicBezTo>
                <a:close/>
                <a:moveTo>
                  <a:pt x="296801" y="290703"/>
                </a:moveTo>
                <a:lnTo>
                  <a:pt x="43443" y="290703"/>
                </a:lnTo>
                <a:cubicBezTo>
                  <a:pt x="19350" y="290703"/>
                  <a:pt x="0" y="271367"/>
                  <a:pt x="0" y="247078"/>
                </a:cubicBezTo>
                <a:lnTo>
                  <a:pt x="0" y="7239"/>
                </a:lnTo>
                <a:cubicBezTo>
                  <a:pt x="0" y="3620"/>
                  <a:pt x="3604" y="0"/>
                  <a:pt x="7209" y="0"/>
                </a:cubicBezTo>
                <a:lnTo>
                  <a:pt x="108514" y="0"/>
                </a:lnTo>
                <a:cubicBezTo>
                  <a:pt x="113351" y="0"/>
                  <a:pt x="115723" y="3620"/>
                  <a:pt x="115723" y="7239"/>
                </a:cubicBezTo>
                <a:lnTo>
                  <a:pt x="115723" y="29051"/>
                </a:lnTo>
                <a:lnTo>
                  <a:pt x="296706" y="29051"/>
                </a:lnTo>
                <a:cubicBezTo>
                  <a:pt x="301543" y="29051"/>
                  <a:pt x="303915" y="32671"/>
                  <a:pt x="303915" y="36290"/>
                </a:cubicBezTo>
                <a:lnTo>
                  <a:pt x="303915" y="58103"/>
                </a:lnTo>
                <a:lnTo>
                  <a:pt x="340149" y="58103"/>
                </a:lnTo>
                <a:cubicBezTo>
                  <a:pt x="344987" y="58103"/>
                  <a:pt x="347358" y="61722"/>
                  <a:pt x="347358" y="65341"/>
                </a:cubicBezTo>
                <a:lnTo>
                  <a:pt x="347358" y="239744"/>
                </a:lnTo>
                <a:cubicBezTo>
                  <a:pt x="347358" y="267557"/>
                  <a:pt x="324403" y="290608"/>
                  <a:pt x="296706" y="29060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2" name="Graphic 189">
            <a:extLst>
              <a:ext uri="{FF2B5EF4-FFF2-40B4-BE49-F238E27FC236}">
                <a16:creationId xmlns:a16="http://schemas.microsoft.com/office/drawing/2014/main" id="{529FD389-6472-C7F4-865F-B213E80FEE7D}"/>
              </a:ext>
            </a:extLst>
          </p:cNvPr>
          <p:cNvSpPr/>
          <p:nvPr/>
        </p:nvSpPr>
        <p:spPr>
          <a:xfrm>
            <a:off x="11168683" y="2928029"/>
            <a:ext cx="465454" cy="389537"/>
          </a:xfrm>
          <a:custGeom>
            <a:avLst/>
            <a:gdLst>
              <a:gd name="connsiteX0" fmla="*/ 14608 w 347358"/>
              <a:gd name="connsiteY0" fmla="*/ 14573 h 290703"/>
              <a:gd name="connsiteX1" fmla="*/ 14608 w 347358"/>
              <a:gd name="connsiteY1" fmla="*/ 247174 h 290703"/>
              <a:gd name="connsiteX2" fmla="*/ 43538 w 347358"/>
              <a:gd name="connsiteY2" fmla="*/ 276225 h 290703"/>
              <a:gd name="connsiteX3" fmla="*/ 72469 w 347358"/>
              <a:gd name="connsiteY3" fmla="*/ 247174 h 290703"/>
              <a:gd name="connsiteX4" fmla="*/ 72469 w 347358"/>
              <a:gd name="connsiteY4" fmla="*/ 65437 h 290703"/>
              <a:gd name="connsiteX5" fmla="*/ 79678 w 347358"/>
              <a:gd name="connsiteY5" fmla="*/ 58198 h 290703"/>
              <a:gd name="connsiteX6" fmla="*/ 289592 w 347358"/>
              <a:gd name="connsiteY6" fmla="*/ 58198 h 290703"/>
              <a:gd name="connsiteX7" fmla="*/ 289592 w 347358"/>
              <a:gd name="connsiteY7" fmla="*/ 43624 h 290703"/>
              <a:gd name="connsiteX8" fmla="*/ 108609 w 347358"/>
              <a:gd name="connsiteY8" fmla="*/ 43624 h 290703"/>
              <a:gd name="connsiteX9" fmla="*/ 101400 w 347358"/>
              <a:gd name="connsiteY9" fmla="*/ 36386 h 290703"/>
              <a:gd name="connsiteX10" fmla="*/ 101400 w 347358"/>
              <a:gd name="connsiteY10" fmla="*/ 14573 h 290703"/>
              <a:gd name="connsiteX11" fmla="*/ 14513 w 347358"/>
              <a:gd name="connsiteY11" fmla="*/ 14573 h 290703"/>
              <a:gd name="connsiteX12" fmla="*/ 76073 w 347358"/>
              <a:gd name="connsiteY12" fmla="*/ 276130 h 290703"/>
              <a:gd name="connsiteX13" fmla="*/ 296801 w 347358"/>
              <a:gd name="connsiteY13" fmla="*/ 276130 h 290703"/>
              <a:gd name="connsiteX14" fmla="*/ 333035 w 347358"/>
              <a:gd name="connsiteY14" fmla="*/ 239744 h 290703"/>
              <a:gd name="connsiteX15" fmla="*/ 333035 w 347358"/>
              <a:gd name="connsiteY15" fmla="*/ 72580 h 290703"/>
              <a:gd name="connsiteX16" fmla="*/ 86982 w 347358"/>
              <a:gd name="connsiteY16" fmla="*/ 72580 h 290703"/>
              <a:gd name="connsiteX17" fmla="*/ 86982 w 347358"/>
              <a:gd name="connsiteY17" fmla="*/ 246983 h 290703"/>
              <a:gd name="connsiteX18" fmla="*/ 76168 w 347358"/>
              <a:gd name="connsiteY18" fmla="*/ 276035 h 290703"/>
              <a:gd name="connsiteX19" fmla="*/ 296801 w 347358"/>
              <a:gd name="connsiteY19" fmla="*/ 290703 h 290703"/>
              <a:gd name="connsiteX20" fmla="*/ 43443 w 347358"/>
              <a:gd name="connsiteY20" fmla="*/ 290703 h 290703"/>
              <a:gd name="connsiteX21" fmla="*/ 0 w 347358"/>
              <a:gd name="connsiteY21" fmla="*/ 247078 h 290703"/>
              <a:gd name="connsiteX22" fmla="*/ 0 w 347358"/>
              <a:gd name="connsiteY22" fmla="*/ 7239 h 290703"/>
              <a:gd name="connsiteX23" fmla="*/ 7209 w 347358"/>
              <a:gd name="connsiteY23" fmla="*/ 0 h 290703"/>
              <a:gd name="connsiteX24" fmla="*/ 108514 w 347358"/>
              <a:gd name="connsiteY24" fmla="*/ 0 h 290703"/>
              <a:gd name="connsiteX25" fmla="*/ 115723 w 347358"/>
              <a:gd name="connsiteY25" fmla="*/ 7239 h 290703"/>
              <a:gd name="connsiteX26" fmla="*/ 115723 w 347358"/>
              <a:gd name="connsiteY26" fmla="*/ 29051 h 290703"/>
              <a:gd name="connsiteX27" fmla="*/ 296706 w 347358"/>
              <a:gd name="connsiteY27" fmla="*/ 29051 h 290703"/>
              <a:gd name="connsiteX28" fmla="*/ 303915 w 347358"/>
              <a:gd name="connsiteY28" fmla="*/ 36290 h 290703"/>
              <a:gd name="connsiteX29" fmla="*/ 303915 w 347358"/>
              <a:gd name="connsiteY29" fmla="*/ 58103 h 290703"/>
              <a:gd name="connsiteX30" fmla="*/ 340149 w 347358"/>
              <a:gd name="connsiteY30" fmla="*/ 58103 h 290703"/>
              <a:gd name="connsiteX31" fmla="*/ 347358 w 347358"/>
              <a:gd name="connsiteY31" fmla="*/ 65341 h 290703"/>
              <a:gd name="connsiteX32" fmla="*/ 347358 w 347358"/>
              <a:gd name="connsiteY32" fmla="*/ 239744 h 290703"/>
              <a:gd name="connsiteX33" fmla="*/ 296706 w 347358"/>
              <a:gd name="connsiteY33" fmla="*/ 290608 h 290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7358" h="290703">
                <a:moveTo>
                  <a:pt x="14608" y="14573"/>
                </a:moveTo>
                <a:lnTo>
                  <a:pt x="14608" y="247174"/>
                </a:lnTo>
                <a:cubicBezTo>
                  <a:pt x="14608" y="262890"/>
                  <a:pt x="27887" y="276225"/>
                  <a:pt x="43538" y="276225"/>
                </a:cubicBezTo>
                <a:cubicBezTo>
                  <a:pt x="59189" y="276225"/>
                  <a:pt x="72469" y="262890"/>
                  <a:pt x="72469" y="247174"/>
                </a:cubicBezTo>
                <a:lnTo>
                  <a:pt x="72469" y="65437"/>
                </a:lnTo>
                <a:cubicBezTo>
                  <a:pt x="72469" y="61817"/>
                  <a:pt x="76073" y="58198"/>
                  <a:pt x="79678" y="58198"/>
                </a:cubicBezTo>
                <a:lnTo>
                  <a:pt x="289592" y="58198"/>
                </a:lnTo>
                <a:lnTo>
                  <a:pt x="289592" y="43624"/>
                </a:lnTo>
                <a:lnTo>
                  <a:pt x="108609" y="43624"/>
                </a:lnTo>
                <a:cubicBezTo>
                  <a:pt x="105004" y="43624"/>
                  <a:pt x="101400" y="40005"/>
                  <a:pt x="101400" y="36386"/>
                </a:cubicBezTo>
                <a:lnTo>
                  <a:pt x="101400" y="14573"/>
                </a:lnTo>
                <a:lnTo>
                  <a:pt x="14513" y="14573"/>
                </a:lnTo>
                <a:close/>
                <a:moveTo>
                  <a:pt x="76073" y="276130"/>
                </a:moveTo>
                <a:lnTo>
                  <a:pt x="296801" y="276130"/>
                </a:lnTo>
                <a:cubicBezTo>
                  <a:pt x="317289" y="276130"/>
                  <a:pt x="333035" y="260414"/>
                  <a:pt x="333035" y="239744"/>
                </a:cubicBezTo>
                <a:lnTo>
                  <a:pt x="333035" y="72580"/>
                </a:lnTo>
                <a:lnTo>
                  <a:pt x="86982" y="72580"/>
                </a:lnTo>
                <a:lnTo>
                  <a:pt x="86982" y="246983"/>
                </a:lnTo>
                <a:cubicBezTo>
                  <a:pt x="86982" y="257842"/>
                  <a:pt x="83377" y="268795"/>
                  <a:pt x="76168" y="276035"/>
                </a:cubicBezTo>
                <a:close/>
                <a:moveTo>
                  <a:pt x="296801" y="290703"/>
                </a:moveTo>
                <a:lnTo>
                  <a:pt x="43443" y="290703"/>
                </a:lnTo>
                <a:cubicBezTo>
                  <a:pt x="19350" y="290703"/>
                  <a:pt x="0" y="271367"/>
                  <a:pt x="0" y="247078"/>
                </a:cubicBezTo>
                <a:lnTo>
                  <a:pt x="0" y="7239"/>
                </a:lnTo>
                <a:cubicBezTo>
                  <a:pt x="0" y="3620"/>
                  <a:pt x="3604" y="0"/>
                  <a:pt x="7209" y="0"/>
                </a:cubicBezTo>
                <a:lnTo>
                  <a:pt x="108514" y="0"/>
                </a:lnTo>
                <a:cubicBezTo>
                  <a:pt x="113351" y="0"/>
                  <a:pt x="115723" y="3620"/>
                  <a:pt x="115723" y="7239"/>
                </a:cubicBezTo>
                <a:lnTo>
                  <a:pt x="115723" y="29051"/>
                </a:lnTo>
                <a:lnTo>
                  <a:pt x="296706" y="29051"/>
                </a:lnTo>
                <a:cubicBezTo>
                  <a:pt x="301543" y="29051"/>
                  <a:pt x="303915" y="32671"/>
                  <a:pt x="303915" y="36290"/>
                </a:cubicBezTo>
                <a:lnTo>
                  <a:pt x="303915" y="58103"/>
                </a:lnTo>
                <a:lnTo>
                  <a:pt x="340149" y="58103"/>
                </a:lnTo>
                <a:cubicBezTo>
                  <a:pt x="344987" y="58103"/>
                  <a:pt x="347358" y="61722"/>
                  <a:pt x="347358" y="65341"/>
                </a:cubicBezTo>
                <a:lnTo>
                  <a:pt x="347358" y="239744"/>
                </a:lnTo>
                <a:cubicBezTo>
                  <a:pt x="347358" y="267557"/>
                  <a:pt x="324403" y="290608"/>
                  <a:pt x="296706" y="29060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3" name="Graphic 189">
            <a:extLst>
              <a:ext uri="{FF2B5EF4-FFF2-40B4-BE49-F238E27FC236}">
                <a16:creationId xmlns:a16="http://schemas.microsoft.com/office/drawing/2014/main" id="{D1B02AC3-3936-A833-2EEA-FBE3EF88E62B}"/>
              </a:ext>
            </a:extLst>
          </p:cNvPr>
          <p:cNvSpPr/>
          <p:nvPr/>
        </p:nvSpPr>
        <p:spPr>
          <a:xfrm>
            <a:off x="10413033" y="3543979"/>
            <a:ext cx="465454" cy="389537"/>
          </a:xfrm>
          <a:custGeom>
            <a:avLst/>
            <a:gdLst>
              <a:gd name="connsiteX0" fmla="*/ 14608 w 347358"/>
              <a:gd name="connsiteY0" fmla="*/ 14573 h 290703"/>
              <a:gd name="connsiteX1" fmla="*/ 14608 w 347358"/>
              <a:gd name="connsiteY1" fmla="*/ 247174 h 290703"/>
              <a:gd name="connsiteX2" fmla="*/ 43538 w 347358"/>
              <a:gd name="connsiteY2" fmla="*/ 276225 h 290703"/>
              <a:gd name="connsiteX3" fmla="*/ 72469 w 347358"/>
              <a:gd name="connsiteY3" fmla="*/ 247174 h 290703"/>
              <a:gd name="connsiteX4" fmla="*/ 72469 w 347358"/>
              <a:gd name="connsiteY4" fmla="*/ 65437 h 290703"/>
              <a:gd name="connsiteX5" fmla="*/ 79678 w 347358"/>
              <a:gd name="connsiteY5" fmla="*/ 58198 h 290703"/>
              <a:gd name="connsiteX6" fmla="*/ 289592 w 347358"/>
              <a:gd name="connsiteY6" fmla="*/ 58198 h 290703"/>
              <a:gd name="connsiteX7" fmla="*/ 289592 w 347358"/>
              <a:gd name="connsiteY7" fmla="*/ 43624 h 290703"/>
              <a:gd name="connsiteX8" fmla="*/ 108609 w 347358"/>
              <a:gd name="connsiteY8" fmla="*/ 43624 h 290703"/>
              <a:gd name="connsiteX9" fmla="*/ 101400 w 347358"/>
              <a:gd name="connsiteY9" fmla="*/ 36386 h 290703"/>
              <a:gd name="connsiteX10" fmla="*/ 101400 w 347358"/>
              <a:gd name="connsiteY10" fmla="*/ 14573 h 290703"/>
              <a:gd name="connsiteX11" fmla="*/ 14513 w 347358"/>
              <a:gd name="connsiteY11" fmla="*/ 14573 h 290703"/>
              <a:gd name="connsiteX12" fmla="*/ 76073 w 347358"/>
              <a:gd name="connsiteY12" fmla="*/ 276130 h 290703"/>
              <a:gd name="connsiteX13" fmla="*/ 296801 w 347358"/>
              <a:gd name="connsiteY13" fmla="*/ 276130 h 290703"/>
              <a:gd name="connsiteX14" fmla="*/ 333035 w 347358"/>
              <a:gd name="connsiteY14" fmla="*/ 239744 h 290703"/>
              <a:gd name="connsiteX15" fmla="*/ 333035 w 347358"/>
              <a:gd name="connsiteY15" fmla="*/ 72580 h 290703"/>
              <a:gd name="connsiteX16" fmla="*/ 86982 w 347358"/>
              <a:gd name="connsiteY16" fmla="*/ 72580 h 290703"/>
              <a:gd name="connsiteX17" fmla="*/ 86982 w 347358"/>
              <a:gd name="connsiteY17" fmla="*/ 246983 h 290703"/>
              <a:gd name="connsiteX18" fmla="*/ 76168 w 347358"/>
              <a:gd name="connsiteY18" fmla="*/ 276035 h 290703"/>
              <a:gd name="connsiteX19" fmla="*/ 296801 w 347358"/>
              <a:gd name="connsiteY19" fmla="*/ 290703 h 290703"/>
              <a:gd name="connsiteX20" fmla="*/ 43443 w 347358"/>
              <a:gd name="connsiteY20" fmla="*/ 290703 h 290703"/>
              <a:gd name="connsiteX21" fmla="*/ 0 w 347358"/>
              <a:gd name="connsiteY21" fmla="*/ 247078 h 290703"/>
              <a:gd name="connsiteX22" fmla="*/ 0 w 347358"/>
              <a:gd name="connsiteY22" fmla="*/ 7239 h 290703"/>
              <a:gd name="connsiteX23" fmla="*/ 7209 w 347358"/>
              <a:gd name="connsiteY23" fmla="*/ 0 h 290703"/>
              <a:gd name="connsiteX24" fmla="*/ 108514 w 347358"/>
              <a:gd name="connsiteY24" fmla="*/ 0 h 290703"/>
              <a:gd name="connsiteX25" fmla="*/ 115723 w 347358"/>
              <a:gd name="connsiteY25" fmla="*/ 7239 h 290703"/>
              <a:gd name="connsiteX26" fmla="*/ 115723 w 347358"/>
              <a:gd name="connsiteY26" fmla="*/ 29051 h 290703"/>
              <a:gd name="connsiteX27" fmla="*/ 296706 w 347358"/>
              <a:gd name="connsiteY27" fmla="*/ 29051 h 290703"/>
              <a:gd name="connsiteX28" fmla="*/ 303915 w 347358"/>
              <a:gd name="connsiteY28" fmla="*/ 36290 h 290703"/>
              <a:gd name="connsiteX29" fmla="*/ 303915 w 347358"/>
              <a:gd name="connsiteY29" fmla="*/ 58103 h 290703"/>
              <a:gd name="connsiteX30" fmla="*/ 340149 w 347358"/>
              <a:gd name="connsiteY30" fmla="*/ 58103 h 290703"/>
              <a:gd name="connsiteX31" fmla="*/ 347358 w 347358"/>
              <a:gd name="connsiteY31" fmla="*/ 65341 h 290703"/>
              <a:gd name="connsiteX32" fmla="*/ 347358 w 347358"/>
              <a:gd name="connsiteY32" fmla="*/ 239744 h 290703"/>
              <a:gd name="connsiteX33" fmla="*/ 296706 w 347358"/>
              <a:gd name="connsiteY33" fmla="*/ 290608 h 290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7358" h="290703">
                <a:moveTo>
                  <a:pt x="14608" y="14573"/>
                </a:moveTo>
                <a:lnTo>
                  <a:pt x="14608" y="247174"/>
                </a:lnTo>
                <a:cubicBezTo>
                  <a:pt x="14608" y="262890"/>
                  <a:pt x="27887" y="276225"/>
                  <a:pt x="43538" y="276225"/>
                </a:cubicBezTo>
                <a:cubicBezTo>
                  <a:pt x="59189" y="276225"/>
                  <a:pt x="72469" y="262890"/>
                  <a:pt x="72469" y="247174"/>
                </a:cubicBezTo>
                <a:lnTo>
                  <a:pt x="72469" y="65437"/>
                </a:lnTo>
                <a:cubicBezTo>
                  <a:pt x="72469" y="61817"/>
                  <a:pt x="76073" y="58198"/>
                  <a:pt x="79678" y="58198"/>
                </a:cubicBezTo>
                <a:lnTo>
                  <a:pt x="289592" y="58198"/>
                </a:lnTo>
                <a:lnTo>
                  <a:pt x="289592" y="43624"/>
                </a:lnTo>
                <a:lnTo>
                  <a:pt x="108609" y="43624"/>
                </a:lnTo>
                <a:cubicBezTo>
                  <a:pt x="105004" y="43624"/>
                  <a:pt x="101400" y="40005"/>
                  <a:pt x="101400" y="36386"/>
                </a:cubicBezTo>
                <a:lnTo>
                  <a:pt x="101400" y="14573"/>
                </a:lnTo>
                <a:lnTo>
                  <a:pt x="14513" y="14573"/>
                </a:lnTo>
                <a:close/>
                <a:moveTo>
                  <a:pt x="76073" y="276130"/>
                </a:moveTo>
                <a:lnTo>
                  <a:pt x="296801" y="276130"/>
                </a:lnTo>
                <a:cubicBezTo>
                  <a:pt x="317289" y="276130"/>
                  <a:pt x="333035" y="260414"/>
                  <a:pt x="333035" y="239744"/>
                </a:cubicBezTo>
                <a:lnTo>
                  <a:pt x="333035" y="72580"/>
                </a:lnTo>
                <a:lnTo>
                  <a:pt x="86982" y="72580"/>
                </a:lnTo>
                <a:lnTo>
                  <a:pt x="86982" y="246983"/>
                </a:lnTo>
                <a:cubicBezTo>
                  <a:pt x="86982" y="257842"/>
                  <a:pt x="83377" y="268795"/>
                  <a:pt x="76168" y="276035"/>
                </a:cubicBezTo>
                <a:close/>
                <a:moveTo>
                  <a:pt x="296801" y="290703"/>
                </a:moveTo>
                <a:lnTo>
                  <a:pt x="43443" y="290703"/>
                </a:lnTo>
                <a:cubicBezTo>
                  <a:pt x="19350" y="290703"/>
                  <a:pt x="0" y="271367"/>
                  <a:pt x="0" y="247078"/>
                </a:cubicBezTo>
                <a:lnTo>
                  <a:pt x="0" y="7239"/>
                </a:lnTo>
                <a:cubicBezTo>
                  <a:pt x="0" y="3620"/>
                  <a:pt x="3604" y="0"/>
                  <a:pt x="7209" y="0"/>
                </a:cubicBezTo>
                <a:lnTo>
                  <a:pt x="108514" y="0"/>
                </a:lnTo>
                <a:cubicBezTo>
                  <a:pt x="113351" y="0"/>
                  <a:pt x="115723" y="3620"/>
                  <a:pt x="115723" y="7239"/>
                </a:cubicBezTo>
                <a:lnTo>
                  <a:pt x="115723" y="29051"/>
                </a:lnTo>
                <a:lnTo>
                  <a:pt x="296706" y="29051"/>
                </a:lnTo>
                <a:cubicBezTo>
                  <a:pt x="301543" y="29051"/>
                  <a:pt x="303915" y="32671"/>
                  <a:pt x="303915" y="36290"/>
                </a:cubicBezTo>
                <a:lnTo>
                  <a:pt x="303915" y="58103"/>
                </a:lnTo>
                <a:lnTo>
                  <a:pt x="340149" y="58103"/>
                </a:lnTo>
                <a:cubicBezTo>
                  <a:pt x="344987" y="58103"/>
                  <a:pt x="347358" y="61722"/>
                  <a:pt x="347358" y="65341"/>
                </a:cubicBezTo>
                <a:lnTo>
                  <a:pt x="347358" y="239744"/>
                </a:lnTo>
                <a:cubicBezTo>
                  <a:pt x="347358" y="267557"/>
                  <a:pt x="324403" y="290608"/>
                  <a:pt x="296706" y="29060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4" name="Graphic 189">
            <a:extLst>
              <a:ext uri="{FF2B5EF4-FFF2-40B4-BE49-F238E27FC236}">
                <a16:creationId xmlns:a16="http://schemas.microsoft.com/office/drawing/2014/main" id="{F7B3AAD9-F067-103B-4C5E-8DD0830DF397}"/>
              </a:ext>
            </a:extLst>
          </p:cNvPr>
          <p:cNvSpPr/>
          <p:nvPr/>
        </p:nvSpPr>
        <p:spPr>
          <a:xfrm>
            <a:off x="11168683" y="3543979"/>
            <a:ext cx="465454" cy="389537"/>
          </a:xfrm>
          <a:custGeom>
            <a:avLst/>
            <a:gdLst>
              <a:gd name="connsiteX0" fmla="*/ 14608 w 347358"/>
              <a:gd name="connsiteY0" fmla="*/ 14573 h 290703"/>
              <a:gd name="connsiteX1" fmla="*/ 14608 w 347358"/>
              <a:gd name="connsiteY1" fmla="*/ 247174 h 290703"/>
              <a:gd name="connsiteX2" fmla="*/ 43538 w 347358"/>
              <a:gd name="connsiteY2" fmla="*/ 276225 h 290703"/>
              <a:gd name="connsiteX3" fmla="*/ 72469 w 347358"/>
              <a:gd name="connsiteY3" fmla="*/ 247174 h 290703"/>
              <a:gd name="connsiteX4" fmla="*/ 72469 w 347358"/>
              <a:gd name="connsiteY4" fmla="*/ 65437 h 290703"/>
              <a:gd name="connsiteX5" fmla="*/ 79678 w 347358"/>
              <a:gd name="connsiteY5" fmla="*/ 58198 h 290703"/>
              <a:gd name="connsiteX6" fmla="*/ 289592 w 347358"/>
              <a:gd name="connsiteY6" fmla="*/ 58198 h 290703"/>
              <a:gd name="connsiteX7" fmla="*/ 289592 w 347358"/>
              <a:gd name="connsiteY7" fmla="*/ 43624 h 290703"/>
              <a:gd name="connsiteX8" fmla="*/ 108609 w 347358"/>
              <a:gd name="connsiteY8" fmla="*/ 43624 h 290703"/>
              <a:gd name="connsiteX9" fmla="*/ 101400 w 347358"/>
              <a:gd name="connsiteY9" fmla="*/ 36386 h 290703"/>
              <a:gd name="connsiteX10" fmla="*/ 101400 w 347358"/>
              <a:gd name="connsiteY10" fmla="*/ 14573 h 290703"/>
              <a:gd name="connsiteX11" fmla="*/ 14513 w 347358"/>
              <a:gd name="connsiteY11" fmla="*/ 14573 h 290703"/>
              <a:gd name="connsiteX12" fmla="*/ 76073 w 347358"/>
              <a:gd name="connsiteY12" fmla="*/ 276130 h 290703"/>
              <a:gd name="connsiteX13" fmla="*/ 296801 w 347358"/>
              <a:gd name="connsiteY13" fmla="*/ 276130 h 290703"/>
              <a:gd name="connsiteX14" fmla="*/ 333035 w 347358"/>
              <a:gd name="connsiteY14" fmla="*/ 239744 h 290703"/>
              <a:gd name="connsiteX15" fmla="*/ 333035 w 347358"/>
              <a:gd name="connsiteY15" fmla="*/ 72580 h 290703"/>
              <a:gd name="connsiteX16" fmla="*/ 86982 w 347358"/>
              <a:gd name="connsiteY16" fmla="*/ 72580 h 290703"/>
              <a:gd name="connsiteX17" fmla="*/ 86982 w 347358"/>
              <a:gd name="connsiteY17" fmla="*/ 246983 h 290703"/>
              <a:gd name="connsiteX18" fmla="*/ 76168 w 347358"/>
              <a:gd name="connsiteY18" fmla="*/ 276035 h 290703"/>
              <a:gd name="connsiteX19" fmla="*/ 296801 w 347358"/>
              <a:gd name="connsiteY19" fmla="*/ 290703 h 290703"/>
              <a:gd name="connsiteX20" fmla="*/ 43443 w 347358"/>
              <a:gd name="connsiteY20" fmla="*/ 290703 h 290703"/>
              <a:gd name="connsiteX21" fmla="*/ 0 w 347358"/>
              <a:gd name="connsiteY21" fmla="*/ 247078 h 290703"/>
              <a:gd name="connsiteX22" fmla="*/ 0 w 347358"/>
              <a:gd name="connsiteY22" fmla="*/ 7239 h 290703"/>
              <a:gd name="connsiteX23" fmla="*/ 7209 w 347358"/>
              <a:gd name="connsiteY23" fmla="*/ 0 h 290703"/>
              <a:gd name="connsiteX24" fmla="*/ 108514 w 347358"/>
              <a:gd name="connsiteY24" fmla="*/ 0 h 290703"/>
              <a:gd name="connsiteX25" fmla="*/ 115723 w 347358"/>
              <a:gd name="connsiteY25" fmla="*/ 7239 h 290703"/>
              <a:gd name="connsiteX26" fmla="*/ 115723 w 347358"/>
              <a:gd name="connsiteY26" fmla="*/ 29051 h 290703"/>
              <a:gd name="connsiteX27" fmla="*/ 296706 w 347358"/>
              <a:gd name="connsiteY27" fmla="*/ 29051 h 290703"/>
              <a:gd name="connsiteX28" fmla="*/ 303915 w 347358"/>
              <a:gd name="connsiteY28" fmla="*/ 36290 h 290703"/>
              <a:gd name="connsiteX29" fmla="*/ 303915 w 347358"/>
              <a:gd name="connsiteY29" fmla="*/ 58103 h 290703"/>
              <a:gd name="connsiteX30" fmla="*/ 340149 w 347358"/>
              <a:gd name="connsiteY30" fmla="*/ 58103 h 290703"/>
              <a:gd name="connsiteX31" fmla="*/ 347358 w 347358"/>
              <a:gd name="connsiteY31" fmla="*/ 65341 h 290703"/>
              <a:gd name="connsiteX32" fmla="*/ 347358 w 347358"/>
              <a:gd name="connsiteY32" fmla="*/ 239744 h 290703"/>
              <a:gd name="connsiteX33" fmla="*/ 296706 w 347358"/>
              <a:gd name="connsiteY33" fmla="*/ 290608 h 290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7358" h="290703">
                <a:moveTo>
                  <a:pt x="14608" y="14573"/>
                </a:moveTo>
                <a:lnTo>
                  <a:pt x="14608" y="247174"/>
                </a:lnTo>
                <a:cubicBezTo>
                  <a:pt x="14608" y="262890"/>
                  <a:pt x="27887" y="276225"/>
                  <a:pt x="43538" y="276225"/>
                </a:cubicBezTo>
                <a:cubicBezTo>
                  <a:pt x="59189" y="276225"/>
                  <a:pt x="72469" y="262890"/>
                  <a:pt x="72469" y="247174"/>
                </a:cubicBezTo>
                <a:lnTo>
                  <a:pt x="72469" y="65437"/>
                </a:lnTo>
                <a:cubicBezTo>
                  <a:pt x="72469" y="61817"/>
                  <a:pt x="76073" y="58198"/>
                  <a:pt x="79678" y="58198"/>
                </a:cubicBezTo>
                <a:lnTo>
                  <a:pt x="289592" y="58198"/>
                </a:lnTo>
                <a:lnTo>
                  <a:pt x="289592" y="43624"/>
                </a:lnTo>
                <a:lnTo>
                  <a:pt x="108609" y="43624"/>
                </a:lnTo>
                <a:cubicBezTo>
                  <a:pt x="105004" y="43624"/>
                  <a:pt x="101400" y="40005"/>
                  <a:pt x="101400" y="36386"/>
                </a:cubicBezTo>
                <a:lnTo>
                  <a:pt x="101400" y="14573"/>
                </a:lnTo>
                <a:lnTo>
                  <a:pt x="14513" y="14573"/>
                </a:lnTo>
                <a:close/>
                <a:moveTo>
                  <a:pt x="76073" y="276130"/>
                </a:moveTo>
                <a:lnTo>
                  <a:pt x="296801" y="276130"/>
                </a:lnTo>
                <a:cubicBezTo>
                  <a:pt x="317289" y="276130"/>
                  <a:pt x="333035" y="260414"/>
                  <a:pt x="333035" y="239744"/>
                </a:cubicBezTo>
                <a:lnTo>
                  <a:pt x="333035" y="72580"/>
                </a:lnTo>
                <a:lnTo>
                  <a:pt x="86982" y="72580"/>
                </a:lnTo>
                <a:lnTo>
                  <a:pt x="86982" y="246983"/>
                </a:lnTo>
                <a:cubicBezTo>
                  <a:pt x="86982" y="257842"/>
                  <a:pt x="83377" y="268795"/>
                  <a:pt x="76168" y="276035"/>
                </a:cubicBezTo>
                <a:close/>
                <a:moveTo>
                  <a:pt x="296801" y="290703"/>
                </a:moveTo>
                <a:lnTo>
                  <a:pt x="43443" y="290703"/>
                </a:lnTo>
                <a:cubicBezTo>
                  <a:pt x="19350" y="290703"/>
                  <a:pt x="0" y="271367"/>
                  <a:pt x="0" y="247078"/>
                </a:cubicBezTo>
                <a:lnTo>
                  <a:pt x="0" y="7239"/>
                </a:lnTo>
                <a:cubicBezTo>
                  <a:pt x="0" y="3620"/>
                  <a:pt x="3604" y="0"/>
                  <a:pt x="7209" y="0"/>
                </a:cubicBezTo>
                <a:lnTo>
                  <a:pt x="108514" y="0"/>
                </a:lnTo>
                <a:cubicBezTo>
                  <a:pt x="113351" y="0"/>
                  <a:pt x="115723" y="3620"/>
                  <a:pt x="115723" y="7239"/>
                </a:cubicBezTo>
                <a:lnTo>
                  <a:pt x="115723" y="29051"/>
                </a:lnTo>
                <a:lnTo>
                  <a:pt x="296706" y="29051"/>
                </a:lnTo>
                <a:cubicBezTo>
                  <a:pt x="301543" y="29051"/>
                  <a:pt x="303915" y="32671"/>
                  <a:pt x="303915" y="36290"/>
                </a:cubicBezTo>
                <a:lnTo>
                  <a:pt x="303915" y="58103"/>
                </a:lnTo>
                <a:lnTo>
                  <a:pt x="340149" y="58103"/>
                </a:lnTo>
                <a:cubicBezTo>
                  <a:pt x="344987" y="58103"/>
                  <a:pt x="347358" y="61722"/>
                  <a:pt x="347358" y="65341"/>
                </a:cubicBezTo>
                <a:lnTo>
                  <a:pt x="347358" y="239744"/>
                </a:lnTo>
                <a:cubicBezTo>
                  <a:pt x="347358" y="267557"/>
                  <a:pt x="324403" y="290608"/>
                  <a:pt x="296706" y="29060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7" name="Graphic 195">
            <a:extLst>
              <a:ext uri="{FF2B5EF4-FFF2-40B4-BE49-F238E27FC236}">
                <a16:creationId xmlns:a16="http://schemas.microsoft.com/office/drawing/2014/main" id="{EA8F13D4-F5CB-3516-D5F6-A3F2429D60F3}"/>
              </a:ext>
            </a:extLst>
          </p:cNvPr>
          <p:cNvSpPr/>
          <p:nvPr/>
        </p:nvSpPr>
        <p:spPr>
          <a:xfrm>
            <a:off x="508007" y="5050534"/>
            <a:ext cx="569560" cy="333835"/>
          </a:xfrm>
          <a:custGeom>
            <a:avLst/>
            <a:gdLst>
              <a:gd name="connsiteX0" fmla="*/ 19848 w 424143"/>
              <a:gd name="connsiteY0" fmla="*/ 124301 h 248602"/>
              <a:gd name="connsiteX1" fmla="*/ 212783 w 424143"/>
              <a:gd name="connsiteY1" fmla="*/ 230886 h 248602"/>
              <a:gd name="connsiteX2" fmla="*/ 404200 w 424143"/>
              <a:gd name="connsiteY2" fmla="*/ 124301 h 248602"/>
              <a:gd name="connsiteX3" fmla="*/ 212783 w 424143"/>
              <a:gd name="connsiteY3" fmla="*/ 17717 h 248602"/>
              <a:gd name="connsiteX4" fmla="*/ 19848 w 424143"/>
              <a:gd name="connsiteY4" fmla="*/ 124301 h 248602"/>
              <a:gd name="connsiteX5" fmla="*/ 212783 w 424143"/>
              <a:gd name="connsiteY5" fmla="*/ 248602 h 248602"/>
              <a:gd name="connsiteX6" fmla="*/ 2205 w 424143"/>
              <a:gd name="connsiteY6" fmla="*/ 130207 h 248602"/>
              <a:gd name="connsiteX7" fmla="*/ 2205 w 424143"/>
              <a:gd name="connsiteY7" fmla="*/ 118396 h 248602"/>
              <a:gd name="connsiteX8" fmla="*/ 212783 w 424143"/>
              <a:gd name="connsiteY8" fmla="*/ 0 h 248602"/>
              <a:gd name="connsiteX9" fmla="*/ 421938 w 424143"/>
              <a:gd name="connsiteY9" fmla="*/ 118396 h 248602"/>
              <a:gd name="connsiteX10" fmla="*/ 421938 w 424143"/>
              <a:gd name="connsiteY10" fmla="*/ 130207 h 248602"/>
              <a:gd name="connsiteX11" fmla="*/ 212783 w 424143"/>
              <a:gd name="connsiteY11" fmla="*/ 248602 h 248602"/>
              <a:gd name="connsiteX12" fmla="*/ 213068 w 424143"/>
              <a:gd name="connsiteY12" fmla="*/ 62579 h 248602"/>
              <a:gd name="connsiteX13" fmla="*/ 151222 w 424143"/>
              <a:gd name="connsiteY13" fmla="*/ 124301 h 248602"/>
              <a:gd name="connsiteX14" fmla="*/ 213068 w 424143"/>
              <a:gd name="connsiteY14" fmla="*/ 186023 h 248602"/>
              <a:gd name="connsiteX15" fmla="*/ 274913 w 424143"/>
              <a:gd name="connsiteY15" fmla="*/ 124301 h 248602"/>
              <a:gd name="connsiteX16" fmla="*/ 213068 w 424143"/>
              <a:gd name="connsiteY16" fmla="*/ 62579 h 248602"/>
              <a:gd name="connsiteX17" fmla="*/ 213068 w 424143"/>
              <a:gd name="connsiteY17" fmla="*/ 203644 h 248602"/>
              <a:gd name="connsiteX18" fmla="*/ 133484 w 424143"/>
              <a:gd name="connsiteY18" fmla="*/ 124301 h 248602"/>
              <a:gd name="connsiteX19" fmla="*/ 213068 w 424143"/>
              <a:gd name="connsiteY19" fmla="*/ 44958 h 248602"/>
              <a:gd name="connsiteX20" fmla="*/ 292651 w 424143"/>
              <a:gd name="connsiteY20" fmla="*/ 124301 h 248602"/>
              <a:gd name="connsiteX21" fmla="*/ 213068 w 424143"/>
              <a:gd name="connsiteY21" fmla="*/ 203644 h 248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24143" h="248602">
                <a:moveTo>
                  <a:pt x="19848" y="124301"/>
                </a:moveTo>
                <a:cubicBezTo>
                  <a:pt x="40432" y="146494"/>
                  <a:pt x="120015" y="230886"/>
                  <a:pt x="212783" y="230886"/>
                </a:cubicBezTo>
                <a:cubicBezTo>
                  <a:pt x="305551" y="230886"/>
                  <a:pt x="383616" y="146494"/>
                  <a:pt x="404200" y="124301"/>
                </a:cubicBezTo>
                <a:cubicBezTo>
                  <a:pt x="383616" y="102108"/>
                  <a:pt x="305551" y="17717"/>
                  <a:pt x="212783" y="17717"/>
                </a:cubicBezTo>
                <a:cubicBezTo>
                  <a:pt x="120015" y="17717"/>
                  <a:pt x="40527" y="102108"/>
                  <a:pt x="19848" y="124301"/>
                </a:cubicBezTo>
                <a:close/>
                <a:moveTo>
                  <a:pt x="212783" y="248602"/>
                </a:moveTo>
                <a:cubicBezTo>
                  <a:pt x="96491" y="248602"/>
                  <a:pt x="6569" y="134684"/>
                  <a:pt x="2205" y="130207"/>
                </a:cubicBezTo>
                <a:cubicBezTo>
                  <a:pt x="-735" y="127254"/>
                  <a:pt x="-735" y="121348"/>
                  <a:pt x="2205" y="118396"/>
                </a:cubicBezTo>
                <a:cubicBezTo>
                  <a:pt x="6664" y="113919"/>
                  <a:pt x="96491" y="0"/>
                  <a:pt x="212783" y="0"/>
                </a:cubicBezTo>
                <a:cubicBezTo>
                  <a:pt x="329075" y="0"/>
                  <a:pt x="418997" y="113919"/>
                  <a:pt x="421938" y="118396"/>
                </a:cubicBezTo>
                <a:cubicBezTo>
                  <a:pt x="424878" y="121348"/>
                  <a:pt x="424878" y="127254"/>
                  <a:pt x="421938" y="130207"/>
                </a:cubicBezTo>
                <a:cubicBezTo>
                  <a:pt x="418997" y="134684"/>
                  <a:pt x="327652" y="248602"/>
                  <a:pt x="212783" y="248602"/>
                </a:cubicBezTo>
                <a:close/>
                <a:moveTo>
                  <a:pt x="213068" y="62579"/>
                </a:moveTo>
                <a:cubicBezTo>
                  <a:pt x="177687" y="62579"/>
                  <a:pt x="151222" y="90488"/>
                  <a:pt x="151222" y="124301"/>
                </a:cubicBezTo>
                <a:cubicBezTo>
                  <a:pt x="151222" y="158115"/>
                  <a:pt x="177782" y="186023"/>
                  <a:pt x="213068" y="186023"/>
                </a:cubicBezTo>
                <a:cubicBezTo>
                  <a:pt x="248353" y="186023"/>
                  <a:pt x="274913" y="158115"/>
                  <a:pt x="274913" y="124301"/>
                </a:cubicBezTo>
                <a:cubicBezTo>
                  <a:pt x="274913" y="90488"/>
                  <a:pt x="246931" y="62579"/>
                  <a:pt x="213068" y="62579"/>
                </a:cubicBezTo>
                <a:close/>
                <a:moveTo>
                  <a:pt x="213068" y="203644"/>
                </a:moveTo>
                <a:cubicBezTo>
                  <a:pt x="168865" y="203644"/>
                  <a:pt x="133484" y="168402"/>
                  <a:pt x="133484" y="124301"/>
                </a:cubicBezTo>
                <a:cubicBezTo>
                  <a:pt x="133484" y="80200"/>
                  <a:pt x="168865" y="44958"/>
                  <a:pt x="213068" y="44958"/>
                </a:cubicBezTo>
                <a:cubicBezTo>
                  <a:pt x="257270" y="44958"/>
                  <a:pt x="292651" y="80200"/>
                  <a:pt x="292651" y="124301"/>
                </a:cubicBezTo>
                <a:cubicBezTo>
                  <a:pt x="292651" y="168402"/>
                  <a:pt x="255847" y="203644"/>
                  <a:pt x="213068" y="20364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8" name="Graphic 195">
            <a:extLst>
              <a:ext uri="{FF2B5EF4-FFF2-40B4-BE49-F238E27FC236}">
                <a16:creationId xmlns:a16="http://schemas.microsoft.com/office/drawing/2014/main" id="{BE1A71E4-644B-C591-B3FB-0AFF8A1A09C0}"/>
              </a:ext>
            </a:extLst>
          </p:cNvPr>
          <p:cNvSpPr/>
          <p:nvPr/>
        </p:nvSpPr>
        <p:spPr>
          <a:xfrm>
            <a:off x="1266832" y="5050534"/>
            <a:ext cx="569560" cy="333835"/>
          </a:xfrm>
          <a:custGeom>
            <a:avLst/>
            <a:gdLst>
              <a:gd name="connsiteX0" fmla="*/ 19848 w 424143"/>
              <a:gd name="connsiteY0" fmla="*/ 124301 h 248602"/>
              <a:gd name="connsiteX1" fmla="*/ 212783 w 424143"/>
              <a:gd name="connsiteY1" fmla="*/ 230886 h 248602"/>
              <a:gd name="connsiteX2" fmla="*/ 404200 w 424143"/>
              <a:gd name="connsiteY2" fmla="*/ 124301 h 248602"/>
              <a:gd name="connsiteX3" fmla="*/ 212783 w 424143"/>
              <a:gd name="connsiteY3" fmla="*/ 17717 h 248602"/>
              <a:gd name="connsiteX4" fmla="*/ 19848 w 424143"/>
              <a:gd name="connsiteY4" fmla="*/ 124301 h 248602"/>
              <a:gd name="connsiteX5" fmla="*/ 212783 w 424143"/>
              <a:gd name="connsiteY5" fmla="*/ 248602 h 248602"/>
              <a:gd name="connsiteX6" fmla="*/ 2205 w 424143"/>
              <a:gd name="connsiteY6" fmla="*/ 130207 h 248602"/>
              <a:gd name="connsiteX7" fmla="*/ 2205 w 424143"/>
              <a:gd name="connsiteY7" fmla="*/ 118396 h 248602"/>
              <a:gd name="connsiteX8" fmla="*/ 212783 w 424143"/>
              <a:gd name="connsiteY8" fmla="*/ 0 h 248602"/>
              <a:gd name="connsiteX9" fmla="*/ 421938 w 424143"/>
              <a:gd name="connsiteY9" fmla="*/ 118396 h 248602"/>
              <a:gd name="connsiteX10" fmla="*/ 421938 w 424143"/>
              <a:gd name="connsiteY10" fmla="*/ 130207 h 248602"/>
              <a:gd name="connsiteX11" fmla="*/ 212783 w 424143"/>
              <a:gd name="connsiteY11" fmla="*/ 248602 h 248602"/>
              <a:gd name="connsiteX12" fmla="*/ 213068 w 424143"/>
              <a:gd name="connsiteY12" fmla="*/ 62579 h 248602"/>
              <a:gd name="connsiteX13" fmla="*/ 151222 w 424143"/>
              <a:gd name="connsiteY13" fmla="*/ 124301 h 248602"/>
              <a:gd name="connsiteX14" fmla="*/ 213068 w 424143"/>
              <a:gd name="connsiteY14" fmla="*/ 186023 h 248602"/>
              <a:gd name="connsiteX15" fmla="*/ 274913 w 424143"/>
              <a:gd name="connsiteY15" fmla="*/ 124301 h 248602"/>
              <a:gd name="connsiteX16" fmla="*/ 213068 w 424143"/>
              <a:gd name="connsiteY16" fmla="*/ 62579 h 248602"/>
              <a:gd name="connsiteX17" fmla="*/ 213068 w 424143"/>
              <a:gd name="connsiteY17" fmla="*/ 203644 h 248602"/>
              <a:gd name="connsiteX18" fmla="*/ 133484 w 424143"/>
              <a:gd name="connsiteY18" fmla="*/ 124301 h 248602"/>
              <a:gd name="connsiteX19" fmla="*/ 213068 w 424143"/>
              <a:gd name="connsiteY19" fmla="*/ 44958 h 248602"/>
              <a:gd name="connsiteX20" fmla="*/ 292651 w 424143"/>
              <a:gd name="connsiteY20" fmla="*/ 124301 h 248602"/>
              <a:gd name="connsiteX21" fmla="*/ 213068 w 424143"/>
              <a:gd name="connsiteY21" fmla="*/ 203644 h 248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24143" h="248602">
                <a:moveTo>
                  <a:pt x="19848" y="124301"/>
                </a:moveTo>
                <a:cubicBezTo>
                  <a:pt x="40432" y="146494"/>
                  <a:pt x="120015" y="230886"/>
                  <a:pt x="212783" y="230886"/>
                </a:cubicBezTo>
                <a:cubicBezTo>
                  <a:pt x="305551" y="230886"/>
                  <a:pt x="383616" y="146494"/>
                  <a:pt x="404200" y="124301"/>
                </a:cubicBezTo>
                <a:cubicBezTo>
                  <a:pt x="383616" y="102108"/>
                  <a:pt x="305551" y="17717"/>
                  <a:pt x="212783" y="17717"/>
                </a:cubicBezTo>
                <a:cubicBezTo>
                  <a:pt x="120015" y="17717"/>
                  <a:pt x="40527" y="102108"/>
                  <a:pt x="19848" y="124301"/>
                </a:cubicBezTo>
                <a:close/>
                <a:moveTo>
                  <a:pt x="212783" y="248602"/>
                </a:moveTo>
                <a:cubicBezTo>
                  <a:pt x="96491" y="248602"/>
                  <a:pt x="6569" y="134684"/>
                  <a:pt x="2205" y="130207"/>
                </a:cubicBezTo>
                <a:cubicBezTo>
                  <a:pt x="-735" y="127254"/>
                  <a:pt x="-735" y="121348"/>
                  <a:pt x="2205" y="118396"/>
                </a:cubicBezTo>
                <a:cubicBezTo>
                  <a:pt x="6664" y="113919"/>
                  <a:pt x="96491" y="0"/>
                  <a:pt x="212783" y="0"/>
                </a:cubicBezTo>
                <a:cubicBezTo>
                  <a:pt x="329075" y="0"/>
                  <a:pt x="418997" y="113919"/>
                  <a:pt x="421938" y="118396"/>
                </a:cubicBezTo>
                <a:cubicBezTo>
                  <a:pt x="424878" y="121348"/>
                  <a:pt x="424878" y="127254"/>
                  <a:pt x="421938" y="130207"/>
                </a:cubicBezTo>
                <a:cubicBezTo>
                  <a:pt x="418997" y="134684"/>
                  <a:pt x="327652" y="248602"/>
                  <a:pt x="212783" y="248602"/>
                </a:cubicBezTo>
                <a:close/>
                <a:moveTo>
                  <a:pt x="213068" y="62579"/>
                </a:moveTo>
                <a:cubicBezTo>
                  <a:pt x="177687" y="62579"/>
                  <a:pt x="151222" y="90488"/>
                  <a:pt x="151222" y="124301"/>
                </a:cubicBezTo>
                <a:cubicBezTo>
                  <a:pt x="151222" y="158115"/>
                  <a:pt x="177782" y="186023"/>
                  <a:pt x="213068" y="186023"/>
                </a:cubicBezTo>
                <a:cubicBezTo>
                  <a:pt x="248353" y="186023"/>
                  <a:pt x="274913" y="158115"/>
                  <a:pt x="274913" y="124301"/>
                </a:cubicBezTo>
                <a:cubicBezTo>
                  <a:pt x="274913" y="90488"/>
                  <a:pt x="246931" y="62579"/>
                  <a:pt x="213068" y="62579"/>
                </a:cubicBezTo>
                <a:close/>
                <a:moveTo>
                  <a:pt x="213068" y="203644"/>
                </a:moveTo>
                <a:cubicBezTo>
                  <a:pt x="168865" y="203644"/>
                  <a:pt x="133484" y="168402"/>
                  <a:pt x="133484" y="124301"/>
                </a:cubicBezTo>
                <a:cubicBezTo>
                  <a:pt x="133484" y="80200"/>
                  <a:pt x="168865" y="44958"/>
                  <a:pt x="213068" y="44958"/>
                </a:cubicBezTo>
                <a:cubicBezTo>
                  <a:pt x="257270" y="44958"/>
                  <a:pt x="292651" y="80200"/>
                  <a:pt x="292651" y="124301"/>
                </a:cubicBezTo>
                <a:cubicBezTo>
                  <a:pt x="292651" y="168402"/>
                  <a:pt x="255847" y="203644"/>
                  <a:pt x="213068" y="20364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9" name="Graphic 195">
            <a:extLst>
              <a:ext uri="{FF2B5EF4-FFF2-40B4-BE49-F238E27FC236}">
                <a16:creationId xmlns:a16="http://schemas.microsoft.com/office/drawing/2014/main" id="{F8EFB801-0875-0B48-7DC8-C63F3A5A5A77}"/>
              </a:ext>
            </a:extLst>
          </p:cNvPr>
          <p:cNvSpPr/>
          <p:nvPr/>
        </p:nvSpPr>
        <p:spPr>
          <a:xfrm>
            <a:off x="508007" y="5663309"/>
            <a:ext cx="569560" cy="333835"/>
          </a:xfrm>
          <a:custGeom>
            <a:avLst/>
            <a:gdLst>
              <a:gd name="connsiteX0" fmla="*/ 19848 w 424143"/>
              <a:gd name="connsiteY0" fmla="*/ 124301 h 248602"/>
              <a:gd name="connsiteX1" fmla="*/ 212783 w 424143"/>
              <a:gd name="connsiteY1" fmla="*/ 230886 h 248602"/>
              <a:gd name="connsiteX2" fmla="*/ 404200 w 424143"/>
              <a:gd name="connsiteY2" fmla="*/ 124301 h 248602"/>
              <a:gd name="connsiteX3" fmla="*/ 212783 w 424143"/>
              <a:gd name="connsiteY3" fmla="*/ 17717 h 248602"/>
              <a:gd name="connsiteX4" fmla="*/ 19848 w 424143"/>
              <a:gd name="connsiteY4" fmla="*/ 124301 h 248602"/>
              <a:gd name="connsiteX5" fmla="*/ 212783 w 424143"/>
              <a:gd name="connsiteY5" fmla="*/ 248602 h 248602"/>
              <a:gd name="connsiteX6" fmla="*/ 2205 w 424143"/>
              <a:gd name="connsiteY6" fmla="*/ 130207 h 248602"/>
              <a:gd name="connsiteX7" fmla="*/ 2205 w 424143"/>
              <a:gd name="connsiteY7" fmla="*/ 118396 h 248602"/>
              <a:gd name="connsiteX8" fmla="*/ 212783 w 424143"/>
              <a:gd name="connsiteY8" fmla="*/ 0 h 248602"/>
              <a:gd name="connsiteX9" fmla="*/ 421938 w 424143"/>
              <a:gd name="connsiteY9" fmla="*/ 118396 h 248602"/>
              <a:gd name="connsiteX10" fmla="*/ 421938 w 424143"/>
              <a:gd name="connsiteY10" fmla="*/ 130207 h 248602"/>
              <a:gd name="connsiteX11" fmla="*/ 212783 w 424143"/>
              <a:gd name="connsiteY11" fmla="*/ 248602 h 248602"/>
              <a:gd name="connsiteX12" fmla="*/ 213068 w 424143"/>
              <a:gd name="connsiteY12" fmla="*/ 62579 h 248602"/>
              <a:gd name="connsiteX13" fmla="*/ 151222 w 424143"/>
              <a:gd name="connsiteY13" fmla="*/ 124301 h 248602"/>
              <a:gd name="connsiteX14" fmla="*/ 213068 w 424143"/>
              <a:gd name="connsiteY14" fmla="*/ 186023 h 248602"/>
              <a:gd name="connsiteX15" fmla="*/ 274913 w 424143"/>
              <a:gd name="connsiteY15" fmla="*/ 124301 h 248602"/>
              <a:gd name="connsiteX16" fmla="*/ 213068 w 424143"/>
              <a:gd name="connsiteY16" fmla="*/ 62579 h 248602"/>
              <a:gd name="connsiteX17" fmla="*/ 213068 w 424143"/>
              <a:gd name="connsiteY17" fmla="*/ 203644 h 248602"/>
              <a:gd name="connsiteX18" fmla="*/ 133484 w 424143"/>
              <a:gd name="connsiteY18" fmla="*/ 124301 h 248602"/>
              <a:gd name="connsiteX19" fmla="*/ 213068 w 424143"/>
              <a:gd name="connsiteY19" fmla="*/ 44958 h 248602"/>
              <a:gd name="connsiteX20" fmla="*/ 292651 w 424143"/>
              <a:gd name="connsiteY20" fmla="*/ 124301 h 248602"/>
              <a:gd name="connsiteX21" fmla="*/ 213068 w 424143"/>
              <a:gd name="connsiteY21" fmla="*/ 203644 h 248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24143" h="248602">
                <a:moveTo>
                  <a:pt x="19848" y="124301"/>
                </a:moveTo>
                <a:cubicBezTo>
                  <a:pt x="40432" y="146494"/>
                  <a:pt x="120015" y="230886"/>
                  <a:pt x="212783" y="230886"/>
                </a:cubicBezTo>
                <a:cubicBezTo>
                  <a:pt x="305551" y="230886"/>
                  <a:pt x="383616" y="146494"/>
                  <a:pt x="404200" y="124301"/>
                </a:cubicBezTo>
                <a:cubicBezTo>
                  <a:pt x="383616" y="102108"/>
                  <a:pt x="305551" y="17717"/>
                  <a:pt x="212783" y="17717"/>
                </a:cubicBezTo>
                <a:cubicBezTo>
                  <a:pt x="120015" y="17717"/>
                  <a:pt x="40527" y="102108"/>
                  <a:pt x="19848" y="124301"/>
                </a:cubicBezTo>
                <a:close/>
                <a:moveTo>
                  <a:pt x="212783" y="248602"/>
                </a:moveTo>
                <a:cubicBezTo>
                  <a:pt x="96491" y="248602"/>
                  <a:pt x="6569" y="134684"/>
                  <a:pt x="2205" y="130207"/>
                </a:cubicBezTo>
                <a:cubicBezTo>
                  <a:pt x="-735" y="127254"/>
                  <a:pt x="-735" y="121348"/>
                  <a:pt x="2205" y="118396"/>
                </a:cubicBezTo>
                <a:cubicBezTo>
                  <a:pt x="6664" y="113919"/>
                  <a:pt x="96491" y="0"/>
                  <a:pt x="212783" y="0"/>
                </a:cubicBezTo>
                <a:cubicBezTo>
                  <a:pt x="329075" y="0"/>
                  <a:pt x="418997" y="113919"/>
                  <a:pt x="421938" y="118396"/>
                </a:cubicBezTo>
                <a:cubicBezTo>
                  <a:pt x="424878" y="121348"/>
                  <a:pt x="424878" y="127254"/>
                  <a:pt x="421938" y="130207"/>
                </a:cubicBezTo>
                <a:cubicBezTo>
                  <a:pt x="418997" y="134684"/>
                  <a:pt x="327652" y="248602"/>
                  <a:pt x="212783" y="248602"/>
                </a:cubicBezTo>
                <a:close/>
                <a:moveTo>
                  <a:pt x="213068" y="62579"/>
                </a:moveTo>
                <a:cubicBezTo>
                  <a:pt x="177687" y="62579"/>
                  <a:pt x="151222" y="90488"/>
                  <a:pt x="151222" y="124301"/>
                </a:cubicBezTo>
                <a:cubicBezTo>
                  <a:pt x="151222" y="158115"/>
                  <a:pt x="177782" y="186023"/>
                  <a:pt x="213068" y="186023"/>
                </a:cubicBezTo>
                <a:cubicBezTo>
                  <a:pt x="248353" y="186023"/>
                  <a:pt x="274913" y="158115"/>
                  <a:pt x="274913" y="124301"/>
                </a:cubicBezTo>
                <a:cubicBezTo>
                  <a:pt x="274913" y="90488"/>
                  <a:pt x="246931" y="62579"/>
                  <a:pt x="213068" y="62579"/>
                </a:cubicBezTo>
                <a:close/>
                <a:moveTo>
                  <a:pt x="213068" y="203644"/>
                </a:moveTo>
                <a:cubicBezTo>
                  <a:pt x="168865" y="203644"/>
                  <a:pt x="133484" y="168402"/>
                  <a:pt x="133484" y="124301"/>
                </a:cubicBezTo>
                <a:cubicBezTo>
                  <a:pt x="133484" y="80200"/>
                  <a:pt x="168865" y="44958"/>
                  <a:pt x="213068" y="44958"/>
                </a:cubicBezTo>
                <a:cubicBezTo>
                  <a:pt x="257270" y="44958"/>
                  <a:pt x="292651" y="80200"/>
                  <a:pt x="292651" y="124301"/>
                </a:cubicBezTo>
                <a:cubicBezTo>
                  <a:pt x="292651" y="168402"/>
                  <a:pt x="255847" y="203644"/>
                  <a:pt x="213068" y="20364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0" name="Graphic 195">
            <a:extLst>
              <a:ext uri="{FF2B5EF4-FFF2-40B4-BE49-F238E27FC236}">
                <a16:creationId xmlns:a16="http://schemas.microsoft.com/office/drawing/2014/main" id="{4939EAB3-337C-D19D-996E-A1BBFA25FBE7}"/>
              </a:ext>
            </a:extLst>
          </p:cNvPr>
          <p:cNvSpPr/>
          <p:nvPr/>
        </p:nvSpPr>
        <p:spPr>
          <a:xfrm>
            <a:off x="1266832" y="5663309"/>
            <a:ext cx="569560" cy="333835"/>
          </a:xfrm>
          <a:custGeom>
            <a:avLst/>
            <a:gdLst>
              <a:gd name="connsiteX0" fmla="*/ 19848 w 424143"/>
              <a:gd name="connsiteY0" fmla="*/ 124301 h 248602"/>
              <a:gd name="connsiteX1" fmla="*/ 212783 w 424143"/>
              <a:gd name="connsiteY1" fmla="*/ 230886 h 248602"/>
              <a:gd name="connsiteX2" fmla="*/ 404200 w 424143"/>
              <a:gd name="connsiteY2" fmla="*/ 124301 h 248602"/>
              <a:gd name="connsiteX3" fmla="*/ 212783 w 424143"/>
              <a:gd name="connsiteY3" fmla="*/ 17717 h 248602"/>
              <a:gd name="connsiteX4" fmla="*/ 19848 w 424143"/>
              <a:gd name="connsiteY4" fmla="*/ 124301 h 248602"/>
              <a:gd name="connsiteX5" fmla="*/ 212783 w 424143"/>
              <a:gd name="connsiteY5" fmla="*/ 248602 h 248602"/>
              <a:gd name="connsiteX6" fmla="*/ 2205 w 424143"/>
              <a:gd name="connsiteY6" fmla="*/ 130207 h 248602"/>
              <a:gd name="connsiteX7" fmla="*/ 2205 w 424143"/>
              <a:gd name="connsiteY7" fmla="*/ 118396 h 248602"/>
              <a:gd name="connsiteX8" fmla="*/ 212783 w 424143"/>
              <a:gd name="connsiteY8" fmla="*/ 0 h 248602"/>
              <a:gd name="connsiteX9" fmla="*/ 421938 w 424143"/>
              <a:gd name="connsiteY9" fmla="*/ 118396 h 248602"/>
              <a:gd name="connsiteX10" fmla="*/ 421938 w 424143"/>
              <a:gd name="connsiteY10" fmla="*/ 130207 h 248602"/>
              <a:gd name="connsiteX11" fmla="*/ 212783 w 424143"/>
              <a:gd name="connsiteY11" fmla="*/ 248602 h 248602"/>
              <a:gd name="connsiteX12" fmla="*/ 213068 w 424143"/>
              <a:gd name="connsiteY12" fmla="*/ 62579 h 248602"/>
              <a:gd name="connsiteX13" fmla="*/ 151222 w 424143"/>
              <a:gd name="connsiteY13" fmla="*/ 124301 h 248602"/>
              <a:gd name="connsiteX14" fmla="*/ 213068 w 424143"/>
              <a:gd name="connsiteY14" fmla="*/ 186023 h 248602"/>
              <a:gd name="connsiteX15" fmla="*/ 274913 w 424143"/>
              <a:gd name="connsiteY15" fmla="*/ 124301 h 248602"/>
              <a:gd name="connsiteX16" fmla="*/ 213068 w 424143"/>
              <a:gd name="connsiteY16" fmla="*/ 62579 h 248602"/>
              <a:gd name="connsiteX17" fmla="*/ 213068 w 424143"/>
              <a:gd name="connsiteY17" fmla="*/ 203644 h 248602"/>
              <a:gd name="connsiteX18" fmla="*/ 133484 w 424143"/>
              <a:gd name="connsiteY18" fmla="*/ 124301 h 248602"/>
              <a:gd name="connsiteX19" fmla="*/ 213068 w 424143"/>
              <a:gd name="connsiteY19" fmla="*/ 44958 h 248602"/>
              <a:gd name="connsiteX20" fmla="*/ 292651 w 424143"/>
              <a:gd name="connsiteY20" fmla="*/ 124301 h 248602"/>
              <a:gd name="connsiteX21" fmla="*/ 213068 w 424143"/>
              <a:gd name="connsiteY21" fmla="*/ 203644 h 248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24143" h="248602">
                <a:moveTo>
                  <a:pt x="19848" y="124301"/>
                </a:moveTo>
                <a:cubicBezTo>
                  <a:pt x="40432" y="146494"/>
                  <a:pt x="120015" y="230886"/>
                  <a:pt x="212783" y="230886"/>
                </a:cubicBezTo>
                <a:cubicBezTo>
                  <a:pt x="305551" y="230886"/>
                  <a:pt x="383616" y="146494"/>
                  <a:pt x="404200" y="124301"/>
                </a:cubicBezTo>
                <a:cubicBezTo>
                  <a:pt x="383616" y="102108"/>
                  <a:pt x="305551" y="17717"/>
                  <a:pt x="212783" y="17717"/>
                </a:cubicBezTo>
                <a:cubicBezTo>
                  <a:pt x="120015" y="17717"/>
                  <a:pt x="40527" y="102108"/>
                  <a:pt x="19848" y="124301"/>
                </a:cubicBezTo>
                <a:close/>
                <a:moveTo>
                  <a:pt x="212783" y="248602"/>
                </a:moveTo>
                <a:cubicBezTo>
                  <a:pt x="96491" y="248602"/>
                  <a:pt x="6569" y="134684"/>
                  <a:pt x="2205" y="130207"/>
                </a:cubicBezTo>
                <a:cubicBezTo>
                  <a:pt x="-735" y="127254"/>
                  <a:pt x="-735" y="121348"/>
                  <a:pt x="2205" y="118396"/>
                </a:cubicBezTo>
                <a:cubicBezTo>
                  <a:pt x="6664" y="113919"/>
                  <a:pt x="96491" y="0"/>
                  <a:pt x="212783" y="0"/>
                </a:cubicBezTo>
                <a:cubicBezTo>
                  <a:pt x="329075" y="0"/>
                  <a:pt x="418997" y="113919"/>
                  <a:pt x="421938" y="118396"/>
                </a:cubicBezTo>
                <a:cubicBezTo>
                  <a:pt x="424878" y="121348"/>
                  <a:pt x="424878" y="127254"/>
                  <a:pt x="421938" y="130207"/>
                </a:cubicBezTo>
                <a:cubicBezTo>
                  <a:pt x="418997" y="134684"/>
                  <a:pt x="327652" y="248602"/>
                  <a:pt x="212783" y="248602"/>
                </a:cubicBezTo>
                <a:close/>
                <a:moveTo>
                  <a:pt x="213068" y="62579"/>
                </a:moveTo>
                <a:cubicBezTo>
                  <a:pt x="177687" y="62579"/>
                  <a:pt x="151222" y="90488"/>
                  <a:pt x="151222" y="124301"/>
                </a:cubicBezTo>
                <a:cubicBezTo>
                  <a:pt x="151222" y="158115"/>
                  <a:pt x="177782" y="186023"/>
                  <a:pt x="213068" y="186023"/>
                </a:cubicBezTo>
                <a:cubicBezTo>
                  <a:pt x="248353" y="186023"/>
                  <a:pt x="274913" y="158115"/>
                  <a:pt x="274913" y="124301"/>
                </a:cubicBezTo>
                <a:cubicBezTo>
                  <a:pt x="274913" y="90488"/>
                  <a:pt x="246931" y="62579"/>
                  <a:pt x="213068" y="62579"/>
                </a:cubicBezTo>
                <a:close/>
                <a:moveTo>
                  <a:pt x="213068" y="203644"/>
                </a:moveTo>
                <a:cubicBezTo>
                  <a:pt x="168865" y="203644"/>
                  <a:pt x="133484" y="168402"/>
                  <a:pt x="133484" y="124301"/>
                </a:cubicBezTo>
                <a:cubicBezTo>
                  <a:pt x="133484" y="80200"/>
                  <a:pt x="168865" y="44958"/>
                  <a:pt x="213068" y="44958"/>
                </a:cubicBezTo>
                <a:cubicBezTo>
                  <a:pt x="257270" y="44958"/>
                  <a:pt x="292651" y="80200"/>
                  <a:pt x="292651" y="124301"/>
                </a:cubicBezTo>
                <a:cubicBezTo>
                  <a:pt x="292651" y="168402"/>
                  <a:pt x="255847" y="203644"/>
                  <a:pt x="213068" y="20364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3" name="Graphic 201">
            <a:extLst>
              <a:ext uri="{FF2B5EF4-FFF2-40B4-BE49-F238E27FC236}">
                <a16:creationId xmlns:a16="http://schemas.microsoft.com/office/drawing/2014/main" id="{DB3FCB26-AFB5-44E3-9735-D8E98D96D386}"/>
              </a:ext>
            </a:extLst>
          </p:cNvPr>
          <p:cNvSpPr/>
          <p:nvPr/>
        </p:nvSpPr>
        <p:spPr>
          <a:xfrm>
            <a:off x="2213530" y="4998651"/>
            <a:ext cx="447254" cy="382391"/>
          </a:xfrm>
          <a:custGeom>
            <a:avLst/>
            <a:gdLst>
              <a:gd name="connsiteX0" fmla="*/ 166470 w 331991"/>
              <a:gd name="connsiteY0" fmla="*/ 238506 h 283844"/>
              <a:gd name="connsiteX1" fmla="*/ 122647 w 331991"/>
              <a:gd name="connsiteY1" fmla="*/ 231553 h 283844"/>
              <a:gd name="connsiteX2" fmla="*/ 117999 w 331991"/>
              <a:gd name="connsiteY2" fmla="*/ 223457 h 283844"/>
              <a:gd name="connsiteX3" fmla="*/ 127200 w 331991"/>
              <a:gd name="connsiteY3" fmla="*/ 218884 h 283844"/>
              <a:gd name="connsiteX4" fmla="*/ 166375 w 331991"/>
              <a:gd name="connsiteY4" fmla="*/ 224599 h 283844"/>
              <a:gd name="connsiteX5" fmla="*/ 316246 w 331991"/>
              <a:gd name="connsiteY5" fmla="*/ 141637 h 283844"/>
              <a:gd name="connsiteX6" fmla="*/ 266637 w 331991"/>
              <a:gd name="connsiteY6" fmla="*/ 96679 h 283844"/>
              <a:gd name="connsiteX7" fmla="*/ 264360 w 331991"/>
              <a:gd name="connsiteY7" fmla="*/ 86296 h 283844"/>
              <a:gd name="connsiteX8" fmla="*/ 274699 w 331991"/>
              <a:gd name="connsiteY8" fmla="*/ 85153 h 283844"/>
              <a:gd name="connsiteX9" fmla="*/ 331138 w 331991"/>
              <a:gd name="connsiteY9" fmla="*/ 138113 h 283844"/>
              <a:gd name="connsiteX10" fmla="*/ 331138 w 331991"/>
              <a:gd name="connsiteY10" fmla="*/ 146209 h 283844"/>
              <a:gd name="connsiteX11" fmla="*/ 166280 w 331991"/>
              <a:gd name="connsiteY11" fmla="*/ 238315 h 283844"/>
              <a:gd name="connsiteX12" fmla="*/ 67252 w 331991"/>
              <a:gd name="connsiteY12" fmla="*/ 196786 h 283844"/>
              <a:gd name="connsiteX13" fmla="*/ 66114 w 331991"/>
              <a:gd name="connsiteY13" fmla="*/ 187547 h 283844"/>
              <a:gd name="connsiteX14" fmla="*/ 16694 w 331991"/>
              <a:gd name="connsiteY14" fmla="*/ 141446 h 283844"/>
              <a:gd name="connsiteX15" fmla="*/ 166186 w 331991"/>
              <a:gd name="connsiteY15" fmla="*/ 58484 h 283844"/>
              <a:gd name="connsiteX16" fmla="*/ 198436 w 331991"/>
              <a:gd name="connsiteY16" fmla="*/ 63055 h 283844"/>
              <a:gd name="connsiteX17" fmla="*/ 207637 w 331991"/>
              <a:gd name="connsiteY17" fmla="*/ 58484 h 283844"/>
              <a:gd name="connsiteX18" fmla="*/ 201851 w 331991"/>
              <a:gd name="connsiteY18" fmla="*/ 49244 h 283844"/>
              <a:gd name="connsiteX19" fmla="*/ 166186 w 331991"/>
              <a:gd name="connsiteY19" fmla="*/ 44672 h 283844"/>
              <a:gd name="connsiteX20" fmla="*/ 1707 w 331991"/>
              <a:gd name="connsiteY20" fmla="*/ 138017 h 283844"/>
              <a:gd name="connsiteX21" fmla="*/ 1707 w 331991"/>
              <a:gd name="connsiteY21" fmla="*/ 146113 h 283844"/>
              <a:gd name="connsiteX22" fmla="*/ 58051 w 331991"/>
              <a:gd name="connsiteY22" fmla="*/ 199072 h 283844"/>
              <a:gd name="connsiteX23" fmla="*/ 61466 w 331991"/>
              <a:gd name="connsiteY23" fmla="*/ 200215 h 283844"/>
              <a:gd name="connsiteX24" fmla="*/ 67252 w 331991"/>
              <a:gd name="connsiteY24" fmla="*/ 196786 h 283844"/>
              <a:gd name="connsiteX25" fmla="*/ 118189 w 331991"/>
              <a:gd name="connsiteY25" fmla="*/ 141732 h 283844"/>
              <a:gd name="connsiteX26" fmla="*/ 166091 w 331991"/>
              <a:gd name="connsiteY26" fmla="*/ 93059 h 283844"/>
              <a:gd name="connsiteX27" fmla="*/ 172920 w 331991"/>
              <a:gd name="connsiteY27" fmla="*/ 86106 h 283844"/>
              <a:gd name="connsiteX28" fmla="*/ 166091 w 331991"/>
              <a:gd name="connsiteY28" fmla="*/ 79153 h 283844"/>
              <a:gd name="connsiteX29" fmla="*/ 104435 w 331991"/>
              <a:gd name="connsiteY29" fmla="*/ 141732 h 283844"/>
              <a:gd name="connsiteX30" fmla="*/ 111265 w 331991"/>
              <a:gd name="connsiteY30" fmla="*/ 148685 h 283844"/>
              <a:gd name="connsiteX31" fmla="*/ 118094 w 331991"/>
              <a:gd name="connsiteY31" fmla="*/ 141732 h 283844"/>
              <a:gd name="connsiteX32" fmla="*/ 228221 w 331991"/>
              <a:gd name="connsiteY32" fmla="*/ 141542 h 283844"/>
              <a:gd name="connsiteX33" fmla="*/ 221391 w 331991"/>
              <a:gd name="connsiteY33" fmla="*/ 134588 h 283844"/>
              <a:gd name="connsiteX34" fmla="*/ 214562 w 331991"/>
              <a:gd name="connsiteY34" fmla="*/ 141542 h 283844"/>
              <a:gd name="connsiteX35" fmla="*/ 166660 w 331991"/>
              <a:gd name="connsiteY35" fmla="*/ 190214 h 283844"/>
              <a:gd name="connsiteX36" fmla="*/ 159830 w 331991"/>
              <a:gd name="connsiteY36" fmla="*/ 197167 h 283844"/>
              <a:gd name="connsiteX37" fmla="*/ 166660 w 331991"/>
              <a:gd name="connsiteY37" fmla="*/ 204121 h 283844"/>
              <a:gd name="connsiteX38" fmla="*/ 228315 w 331991"/>
              <a:gd name="connsiteY38" fmla="*/ 141542 h 283844"/>
              <a:gd name="connsiteX39" fmla="*/ 36235 w 331991"/>
              <a:gd name="connsiteY39" fmla="*/ 281559 h 283844"/>
              <a:gd name="connsiteX40" fmla="*/ 306096 w 331991"/>
              <a:gd name="connsiteY40" fmla="*/ 10954 h 283844"/>
              <a:gd name="connsiteX41" fmla="*/ 306096 w 331991"/>
              <a:gd name="connsiteY41" fmla="*/ 1714 h 283844"/>
              <a:gd name="connsiteX42" fmla="*/ 296896 w 331991"/>
              <a:gd name="connsiteY42" fmla="*/ 1714 h 283844"/>
              <a:gd name="connsiteX43" fmla="*/ 27034 w 331991"/>
              <a:gd name="connsiteY43" fmla="*/ 272320 h 283844"/>
              <a:gd name="connsiteX44" fmla="*/ 27034 w 331991"/>
              <a:gd name="connsiteY44" fmla="*/ 281559 h 283844"/>
              <a:gd name="connsiteX45" fmla="*/ 31682 w 331991"/>
              <a:gd name="connsiteY45" fmla="*/ 283845 h 283844"/>
              <a:gd name="connsiteX46" fmla="*/ 36329 w 331991"/>
              <a:gd name="connsiteY46" fmla="*/ 281559 h 283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1991" h="283844">
                <a:moveTo>
                  <a:pt x="166470" y="238506"/>
                </a:moveTo>
                <a:cubicBezTo>
                  <a:pt x="151483" y="238506"/>
                  <a:pt x="137634" y="236220"/>
                  <a:pt x="122647" y="231553"/>
                </a:cubicBezTo>
                <a:cubicBezTo>
                  <a:pt x="119232" y="230410"/>
                  <a:pt x="116861" y="226981"/>
                  <a:pt x="117999" y="223457"/>
                </a:cubicBezTo>
                <a:cubicBezTo>
                  <a:pt x="119138" y="220028"/>
                  <a:pt x="122647" y="217742"/>
                  <a:pt x="127200" y="218884"/>
                </a:cubicBezTo>
                <a:cubicBezTo>
                  <a:pt x="139911" y="222313"/>
                  <a:pt x="153760" y="224599"/>
                  <a:pt x="166375" y="224599"/>
                </a:cubicBezTo>
                <a:cubicBezTo>
                  <a:pt x="239034" y="224599"/>
                  <a:pt x="301259" y="158972"/>
                  <a:pt x="316246" y="141637"/>
                </a:cubicBezTo>
                <a:cubicBezTo>
                  <a:pt x="309321" y="133540"/>
                  <a:pt x="290920" y="114014"/>
                  <a:pt x="266637" y="96679"/>
                </a:cubicBezTo>
                <a:cubicBezTo>
                  <a:pt x="263222" y="94393"/>
                  <a:pt x="261989" y="89726"/>
                  <a:pt x="264360" y="86296"/>
                </a:cubicBezTo>
                <a:cubicBezTo>
                  <a:pt x="266637" y="82867"/>
                  <a:pt x="271285" y="82867"/>
                  <a:pt x="274699" y="85153"/>
                </a:cubicBezTo>
                <a:cubicBezTo>
                  <a:pt x="308088" y="109347"/>
                  <a:pt x="330000" y="136969"/>
                  <a:pt x="331138" y="138113"/>
                </a:cubicBezTo>
                <a:cubicBezTo>
                  <a:pt x="332276" y="140399"/>
                  <a:pt x="332276" y="143828"/>
                  <a:pt x="331138" y="146209"/>
                </a:cubicBezTo>
                <a:cubicBezTo>
                  <a:pt x="327723" y="149638"/>
                  <a:pt x="256203" y="238315"/>
                  <a:pt x="166280" y="238315"/>
                </a:cubicBezTo>
                <a:close/>
                <a:moveTo>
                  <a:pt x="67252" y="196786"/>
                </a:moveTo>
                <a:cubicBezTo>
                  <a:pt x="69529" y="193357"/>
                  <a:pt x="69529" y="189833"/>
                  <a:pt x="66114" y="187547"/>
                </a:cubicBezTo>
                <a:cubicBezTo>
                  <a:pt x="41926" y="169164"/>
                  <a:pt x="23524" y="150686"/>
                  <a:pt x="16694" y="141446"/>
                </a:cubicBezTo>
                <a:cubicBezTo>
                  <a:pt x="31682" y="124206"/>
                  <a:pt x="93717" y="58484"/>
                  <a:pt x="166186" y="58484"/>
                </a:cubicBezTo>
                <a:cubicBezTo>
                  <a:pt x="176525" y="58484"/>
                  <a:pt x="188002" y="59626"/>
                  <a:pt x="198436" y="63055"/>
                </a:cubicBezTo>
                <a:cubicBezTo>
                  <a:pt x="202989" y="64198"/>
                  <a:pt x="206499" y="61913"/>
                  <a:pt x="207637" y="58484"/>
                </a:cubicBezTo>
                <a:cubicBezTo>
                  <a:pt x="208775" y="53911"/>
                  <a:pt x="206499" y="50387"/>
                  <a:pt x="201851" y="49244"/>
                </a:cubicBezTo>
                <a:cubicBezTo>
                  <a:pt x="190374" y="46958"/>
                  <a:pt x="177663" y="44672"/>
                  <a:pt x="166186" y="44672"/>
                </a:cubicBezTo>
                <a:cubicBezTo>
                  <a:pt x="76453" y="44672"/>
                  <a:pt x="5122" y="133350"/>
                  <a:pt x="1707" y="138017"/>
                </a:cubicBezTo>
                <a:cubicBezTo>
                  <a:pt x="-569" y="140303"/>
                  <a:pt x="-569" y="143732"/>
                  <a:pt x="1707" y="146113"/>
                </a:cubicBezTo>
                <a:cubicBezTo>
                  <a:pt x="2846" y="147257"/>
                  <a:pt x="23524" y="173736"/>
                  <a:pt x="58051" y="199072"/>
                </a:cubicBezTo>
                <a:cubicBezTo>
                  <a:pt x="59189" y="199072"/>
                  <a:pt x="60328" y="200215"/>
                  <a:pt x="61466" y="200215"/>
                </a:cubicBezTo>
                <a:cubicBezTo>
                  <a:pt x="63742" y="200215"/>
                  <a:pt x="66114" y="199072"/>
                  <a:pt x="67252" y="196786"/>
                </a:cubicBezTo>
                <a:close/>
                <a:moveTo>
                  <a:pt x="118189" y="141732"/>
                </a:moveTo>
                <a:cubicBezTo>
                  <a:pt x="118189" y="115062"/>
                  <a:pt x="139911" y="93059"/>
                  <a:pt x="166091" y="93059"/>
                </a:cubicBezTo>
                <a:cubicBezTo>
                  <a:pt x="169505" y="93059"/>
                  <a:pt x="172920" y="90773"/>
                  <a:pt x="172920" y="86106"/>
                </a:cubicBezTo>
                <a:cubicBezTo>
                  <a:pt x="172920" y="82582"/>
                  <a:pt x="169505" y="79153"/>
                  <a:pt x="166091" y="79153"/>
                </a:cubicBezTo>
                <a:cubicBezTo>
                  <a:pt x="131848" y="79153"/>
                  <a:pt x="104435" y="106966"/>
                  <a:pt x="104435" y="141732"/>
                </a:cubicBezTo>
                <a:cubicBezTo>
                  <a:pt x="104435" y="146399"/>
                  <a:pt x="107850" y="148685"/>
                  <a:pt x="111265" y="148685"/>
                </a:cubicBezTo>
                <a:cubicBezTo>
                  <a:pt x="114679" y="148685"/>
                  <a:pt x="118094" y="146399"/>
                  <a:pt x="118094" y="141732"/>
                </a:cubicBezTo>
                <a:close/>
                <a:moveTo>
                  <a:pt x="228221" y="141542"/>
                </a:moveTo>
                <a:cubicBezTo>
                  <a:pt x="228221" y="138113"/>
                  <a:pt x="224806" y="134588"/>
                  <a:pt x="221391" y="134588"/>
                </a:cubicBezTo>
                <a:cubicBezTo>
                  <a:pt x="217976" y="134588"/>
                  <a:pt x="214562" y="138113"/>
                  <a:pt x="214562" y="141542"/>
                </a:cubicBezTo>
                <a:cubicBezTo>
                  <a:pt x="214562" y="168211"/>
                  <a:pt x="192840" y="190214"/>
                  <a:pt x="166660" y="190214"/>
                </a:cubicBezTo>
                <a:cubicBezTo>
                  <a:pt x="163245" y="190214"/>
                  <a:pt x="159830" y="193738"/>
                  <a:pt x="159830" y="197167"/>
                </a:cubicBezTo>
                <a:cubicBezTo>
                  <a:pt x="159830" y="201835"/>
                  <a:pt x="163245" y="204121"/>
                  <a:pt x="166660" y="204121"/>
                </a:cubicBezTo>
                <a:cubicBezTo>
                  <a:pt x="200902" y="204121"/>
                  <a:pt x="228315" y="176308"/>
                  <a:pt x="228315" y="141542"/>
                </a:cubicBezTo>
                <a:close/>
                <a:moveTo>
                  <a:pt x="36235" y="281559"/>
                </a:moveTo>
                <a:lnTo>
                  <a:pt x="306096" y="10954"/>
                </a:lnTo>
                <a:cubicBezTo>
                  <a:pt x="308373" y="8668"/>
                  <a:pt x="308373" y="4001"/>
                  <a:pt x="306096" y="1714"/>
                </a:cubicBezTo>
                <a:cubicBezTo>
                  <a:pt x="303820" y="-571"/>
                  <a:pt x="299172" y="-571"/>
                  <a:pt x="296896" y="1714"/>
                </a:cubicBezTo>
                <a:lnTo>
                  <a:pt x="27034" y="272320"/>
                </a:lnTo>
                <a:cubicBezTo>
                  <a:pt x="23619" y="274606"/>
                  <a:pt x="23619" y="279273"/>
                  <a:pt x="27034" y="281559"/>
                </a:cubicBezTo>
                <a:cubicBezTo>
                  <a:pt x="28172" y="283845"/>
                  <a:pt x="29310" y="283845"/>
                  <a:pt x="31682" y="283845"/>
                </a:cubicBezTo>
                <a:cubicBezTo>
                  <a:pt x="32820" y="283845"/>
                  <a:pt x="35096" y="283845"/>
                  <a:pt x="36329" y="28155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4" name="Graphic 201">
            <a:extLst>
              <a:ext uri="{FF2B5EF4-FFF2-40B4-BE49-F238E27FC236}">
                <a16:creationId xmlns:a16="http://schemas.microsoft.com/office/drawing/2014/main" id="{4EA6CC8E-5E08-E07E-3B32-3F7BDF541091}"/>
              </a:ext>
            </a:extLst>
          </p:cNvPr>
          <p:cNvSpPr/>
          <p:nvPr/>
        </p:nvSpPr>
        <p:spPr>
          <a:xfrm>
            <a:off x="2981880" y="4998651"/>
            <a:ext cx="447254" cy="382391"/>
          </a:xfrm>
          <a:custGeom>
            <a:avLst/>
            <a:gdLst>
              <a:gd name="connsiteX0" fmla="*/ 166470 w 331991"/>
              <a:gd name="connsiteY0" fmla="*/ 238506 h 283844"/>
              <a:gd name="connsiteX1" fmla="*/ 122647 w 331991"/>
              <a:gd name="connsiteY1" fmla="*/ 231553 h 283844"/>
              <a:gd name="connsiteX2" fmla="*/ 117999 w 331991"/>
              <a:gd name="connsiteY2" fmla="*/ 223457 h 283844"/>
              <a:gd name="connsiteX3" fmla="*/ 127200 w 331991"/>
              <a:gd name="connsiteY3" fmla="*/ 218884 h 283844"/>
              <a:gd name="connsiteX4" fmla="*/ 166375 w 331991"/>
              <a:gd name="connsiteY4" fmla="*/ 224599 h 283844"/>
              <a:gd name="connsiteX5" fmla="*/ 316246 w 331991"/>
              <a:gd name="connsiteY5" fmla="*/ 141637 h 283844"/>
              <a:gd name="connsiteX6" fmla="*/ 266637 w 331991"/>
              <a:gd name="connsiteY6" fmla="*/ 96679 h 283844"/>
              <a:gd name="connsiteX7" fmla="*/ 264360 w 331991"/>
              <a:gd name="connsiteY7" fmla="*/ 86296 h 283844"/>
              <a:gd name="connsiteX8" fmla="*/ 274699 w 331991"/>
              <a:gd name="connsiteY8" fmla="*/ 85153 h 283844"/>
              <a:gd name="connsiteX9" fmla="*/ 331138 w 331991"/>
              <a:gd name="connsiteY9" fmla="*/ 138113 h 283844"/>
              <a:gd name="connsiteX10" fmla="*/ 331138 w 331991"/>
              <a:gd name="connsiteY10" fmla="*/ 146209 h 283844"/>
              <a:gd name="connsiteX11" fmla="*/ 166280 w 331991"/>
              <a:gd name="connsiteY11" fmla="*/ 238315 h 283844"/>
              <a:gd name="connsiteX12" fmla="*/ 67252 w 331991"/>
              <a:gd name="connsiteY12" fmla="*/ 196786 h 283844"/>
              <a:gd name="connsiteX13" fmla="*/ 66114 w 331991"/>
              <a:gd name="connsiteY13" fmla="*/ 187547 h 283844"/>
              <a:gd name="connsiteX14" fmla="*/ 16694 w 331991"/>
              <a:gd name="connsiteY14" fmla="*/ 141446 h 283844"/>
              <a:gd name="connsiteX15" fmla="*/ 166186 w 331991"/>
              <a:gd name="connsiteY15" fmla="*/ 58484 h 283844"/>
              <a:gd name="connsiteX16" fmla="*/ 198436 w 331991"/>
              <a:gd name="connsiteY16" fmla="*/ 63055 h 283844"/>
              <a:gd name="connsiteX17" fmla="*/ 207637 w 331991"/>
              <a:gd name="connsiteY17" fmla="*/ 58484 h 283844"/>
              <a:gd name="connsiteX18" fmla="*/ 201851 w 331991"/>
              <a:gd name="connsiteY18" fmla="*/ 49244 h 283844"/>
              <a:gd name="connsiteX19" fmla="*/ 166186 w 331991"/>
              <a:gd name="connsiteY19" fmla="*/ 44672 h 283844"/>
              <a:gd name="connsiteX20" fmla="*/ 1707 w 331991"/>
              <a:gd name="connsiteY20" fmla="*/ 138017 h 283844"/>
              <a:gd name="connsiteX21" fmla="*/ 1707 w 331991"/>
              <a:gd name="connsiteY21" fmla="*/ 146113 h 283844"/>
              <a:gd name="connsiteX22" fmla="*/ 58051 w 331991"/>
              <a:gd name="connsiteY22" fmla="*/ 199072 h 283844"/>
              <a:gd name="connsiteX23" fmla="*/ 61466 w 331991"/>
              <a:gd name="connsiteY23" fmla="*/ 200215 h 283844"/>
              <a:gd name="connsiteX24" fmla="*/ 67252 w 331991"/>
              <a:gd name="connsiteY24" fmla="*/ 196786 h 283844"/>
              <a:gd name="connsiteX25" fmla="*/ 118189 w 331991"/>
              <a:gd name="connsiteY25" fmla="*/ 141732 h 283844"/>
              <a:gd name="connsiteX26" fmla="*/ 166091 w 331991"/>
              <a:gd name="connsiteY26" fmla="*/ 93059 h 283844"/>
              <a:gd name="connsiteX27" fmla="*/ 172920 w 331991"/>
              <a:gd name="connsiteY27" fmla="*/ 86106 h 283844"/>
              <a:gd name="connsiteX28" fmla="*/ 166091 w 331991"/>
              <a:gd name="connsiteY28" fmla="*/ 79153 h 283844"/>
              <a:gd name="connsiteX29" fmla="*/ 104435 w 331991"/>
              <a:gd name="connsiteY29" fmla="*/ 141732 h 283844"/>
              <a:gd name="connsiteX30" fmla="*/ 111265 w 331991"/>
              <a:gd name="connsiteY30" fmla="*/ 148685 h 283844"/>
              <a:gd name="connsiteX31" fmla="*/ 118094 w 331991"/>
              <a:gd name="connsiteY31" fmla="*/ 141732 h 283844"/>
              <a:gd name="connsiteX32" fmla="*/ 228221 w 331991"/>
              <a:gd name="connsiteY32" fmla="*/ 141542 h 283844"/>
              <a:gd name="connsiteX33" fmla="*/ 221391 w 331991"/>
              <a:gd name="connsiteY33" fmla="*/ 134588 h 283844"/>
              <a:gd name="connsiteX34" fmla="*/ 214562 w 331991"/>
              <a:gd name="connsiteY34" fmla="*/ 141542 h 283844"/>
              <a:gd name="connsiteX35" fmla="*/ 166660 w 331991"/>
              <a:gd name="connsiteY35" fmla="*/ 190214 h 283844"/>
              <a:gd name="connsiteX36" fmla="*/ 159830 w 331991"/>
              <a:gd name="connsiteY36" fmla="*/ 197167 h 283844"/>
              <a:gd name="connsiteX37" fmla="*/ 166660 w 331991"/>
              <a:gd name="connsiteY37" fmla="*/ 204121 h 283844"/>
              <a:gd name="connsiteX38" fmla="*/ 228315 w 331991"/>
              <a:gd name="connsiteY38" fmla="*/ 141542 h 283844"/>
              <a:gd name="connsiteX39" fmla="*/ 36235 w 331991"/>
              <a:gd name="connsiteY39" fmla="*/ 281559 h 283844"/>
              <a:gd name="connsiteX40" fmla="*/ 306096 w 331991"/>
              <a:gd name="connsiteY40" fmla="*/ 10954 h 283844"/>
              <a:gd name="connsiteX41" fmla="*/ 306096 w 331991"/>
              <a:gd name="connsiteY41" fmla="*/ 1714 h 283844"/>
              <a:gd name="connsiteX42" fmla="*/ 296896 w 331991"/>
              <a:gd name="connsiteY42" fmla="*/ 1714 h 283844"/>
              <a:gd name="connsiteX43" fmla="*/ 27034 w 331991"/>
              <a:gd name="connsiteY43" fmla="*/ 272320 h 283844"/>
              <a:gd name="connsiteX44" fmla="*/ 27034 w 331991"/>
              <a:gd name="connsiteY44" fmla="*/ 281559 h 283844"/>
              <a:gd name="connsiteX45" fmla="*/ 31682 w 331991"/>
              <a:gd name="connsiteY45" fmla="*/ 283845 h 283844"/>
              <a:gd name="connsiteX46" fmla="*/ 36329 w 331991"/>
              <a:gd name="connsiteY46" fmla="*/ 281559 h 283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1991" h="283844">
                <a:moveTo>
                  <a:pt x="166470" y="238506"/>
                </a:moveTo>
                <a:cubicBezTo>
                  <a:pt x="151483" y="238506"/>
                  <a:pt x="137634" y="236220"/>
                  <a:pt x="122647" y="231553"/>
                </a:cubicBezTo>
                <a:cubicBezTo>
                  <a:pt x="119232" y="230410"/>
                  <a:pt x="116861" y="226981"/>
                  <a:pt x="117999" y="223457"/>
                </a:cubicBezTo>
                <a:cubicBezTo>
                  <a:pt x="119138" y="220028"/>
                  <a:pt x="122647" y="217742"/>
                  <a:pt x="127200" y="218884"/>
                </a:cubicBezTo>
                <a:cubicBezTo>
                  <a:pt x="139911" y="222313"/>
                  <a:pt x="153760" y="224599"/>
                  <a:pt x="166375" y="224599"/>
                </a:cubicBezTo>
                <a:cubicBezTo>
                  <a:pt x="239034" y="224599"/>
                  <a:pt x="301259" y="158972"/>
                  <a:pt x="316246" y="141637"/>
                </a:cubicBezTo>
                <a:cubicBezTo>
                  <a:pt x="309321" y="133540"/>
                  <a:pt x="290920" y="114014"/>
                  <a:pt x="266637" y="96679"/>
                </a:cubicBezTo>
                <a:cubicBezTo>
                  <a:pt x="263222" y="94393"/>
                  <a:pt x="261989" y="89726"/>
                  <a:pt x="264360" y="86296"/>
                </a:cubicBezTo>
                <a:cubicBezTo>
                  <a:pt x="266637" y="82867"/>
                  <a:pt x="271285" y="82867"/>
                  <a:pt x="274699" y="85153"/>
                </a:cubicBezTo>
                <a:cubicBezTo>
                  <a:pt x="308088" y="109347"/>
                  <a:pt x="330000" y="136969"/>
                  <a:pt x="331138" y="138113"/>
                </a:cubicBezTo>
                <a:cubicBezTo>
                  <a:pt x="332276" y="140399"/>
                  <a:pt x="332276" y="143828"/>
                  <a:pt x="331138" y="146209"/>
                </a:cubicBezTo>
                <a:cubicBezTo>
                  <a:pt x="327723" y="149638"/>
                  <a:pt x="256203" y="238315"/>
                  <a:pt x="166280" y="238315"/>
                </a:cubicBezTo>
                <a:close/>
                <a:moveTo>
                  <a:pt x="67252" y="196786"/>
                </a:moveTo>
                <a:cubicBezTo>
                  <a:pt x="69529" y="193357"/>
                  <a:pt x="69529" y="189833"/>
                  <a:pt x="66114" y="187547"/>
                </a:cubicBezTo>
                <a:cubicBezTo>
                  <a:pt x="41926" y="169164"/>
                  <a:pt x="23524" y="150686"/>
                  <a:pt x="16694" y="141446"/>
                </a:cubicBezTo>
                <a:cubicBezTo>
                  <a:pt x="31682" y="124206"/>
                  <a:pt x="93717" y="58484"/>
                  <a:pt x="166186" y="58484"/>
                </a:cubicBezTo>
                <a:cubicBezTo>
                  <a:pt x="176525" y="58484"/>
                  <a:pt x="188002" y="59626"/>
                  <a:pt x="198436" y="63055"/>
                </a:cubicBezTo>
                <a:cubicBezTo>
                  <a:pt x="202989" y="64198"/>
                  <a:pt x="206499" y="61913"/>
                  <a:pt x="207637" y="58484"/>
                </a:cubicBezTo>
                <a:cubicBezTo>
                  <a:pt x="208775" y="53911"/>
                  <a:pt x="206499" y="50387"/>
                  <a:pt x="201851" y="49244"/>
                </a:cubicBezTo>
                <a:cubicBezTo>
                  <a:pt x="190374" y="46958"/>
                  <a:pt x="177663" y="44672"/>
                  <a:pt x="166186" y="44672"/>
                </a:cubicBezTo>
                <a:cubicBezTo>
                  <a:pt x="76453" y="44672"/>
                  <a:pt x="5122" y="133350"/>
                  <a:pt x="1707" y="138017"/>
                </a:cubicBezTo>
                <a:cubicBezTo>
                  <a:pt x="-569" y="140303"/>
                  <a:pt x="-569" y="143732"/>
                  <a:pt x="1707" y="146113"/>
                </a:cubicBezTo>
                <a:cubicBezTo>
                  <a:pt x="2846" y="147257"/>
                  <a:pt x="23524" y="173736"/>
                  <a:pt x="58051" y="199072"/>
                </a:cubicBezTo>
                <a:cubicBezTo>
                  <a:pt x="59189" y="199072"/>
                  <a:pt x="60328" y="200215"/>
                  <a:pt x="61466" y="200215"/>
                </a:cubicBezTo>
                <a:cubicBezTo>
                  <a:pt x="63742" y="200215"/>
                  <a:pt x="66114" y="199072"/>
                  <a:pt x="67252" y="196786"/>
                </a:cubicBezTo>
                <a:close/>
                <a:moveTo>
                  <a:pt x="118189" y="141732"/>
                </a:moveTo>
                <a:cubicBezTo>
                  <a:pt x="118189" y="115062"/>
                  <a:pt x="139911" y="93059"/>
                  <a:pt x="166091" y="93059"/>
                </a:cubicBezTo>
                <a:cubicBezTo>
                  <a:pt x="169505" y="93059"/>
                  <a:pt x="172920" y="90773"/>
                  <a:pt x="172920" y="86106"/>
                </a:cubicBezTo>
                <a:cubicBezTo>
                  <a:pt x="172920" y="82582"/>
                  <a:pt x="169505" y="79153"/>
                  <a:pt x="166091" y="79153"/>
                </a:cubicBezTo>
                <a:cubicBezTo>
                  <a:pt x="131848" y="79153"/>
                  <a:pt x="104435" y="106966"/>
                  <a:pt x="104435" y="141732"/>
                </a:cubicBezTo>
                <a:cubicBezTo>
                  <a:pt x="104435" y="146399"/>
                  <a:pt x="107850" y="148685"/>
                  <a:pt x="111265" y="148685"/>
                </a:cubicBezTo>
                <a:cubicBezTo>
                  <a:pt x="114679" y="148685"/>
                  <a:pt x="118094" y="146399"/>
                  <a:pt x="118094" y="141732"/>
                </a:cubicBezTo>
                <a:close/>
                <a:moveTo>
                  <a:pt x="228221" y="141542"/>
                </a:moveTo>
                <a:cubicBezTo>
                  <a:pt x="228221" y="138113"/>
                  <a:pt x="224806" y="134588"/>
                  <a:pt x="221391" y="134588"/>
                </a:cubicBezTo>
                <a:cubicBezTo>
                  <a:pt x="217976" y="134588"/>
                  <a:pt x="214562" y="138113"/>
                  <a:pt x="214562" y="141542"/>
                </a:cubicBezTo>
                <a:cubicBezTo>
                  <a:pt x="214562" y="168211"/>
                  <a:pt x="192840" y="190214"/>
                  <a:pt x="166660" y="190214"/>
                </a:cubicBezTo>
                <a:cubicBezTo>
                  <a:pt x="163245" y="190214"/>
                  <a:pt x="159830" y="193738"/>
                  <a:pt x="159830" y="197167"/>
                </a:cubicBezTo>
                <a:cubicBezTo>
                  <a:pt x="159830" y="201835"/>
                  <a:pt x="163245" y="204121"/>
                  <a:pt x="166660" y="204121"/>
                </a:cubicBezTo>
                <a:cubicBezTo>
                  <a:pt x="200902" y="204121"/>
                  <a:pt x="228315" y="176308"/>
                  <a:pt x="228315" y="141542"/>
                </a:cubicBezTo>
                <a:close/>
                <a:moveTo>
                  <a:pt x="36235" y="281559"/>
                </a:moveTo>
                <a:lnTo>
                  <a:pt x="306096" y="10954"/>
                </a:lnTo>
                <a:cubicBezTo>
                  <a:pt x="308373" y="8668"/>
                  <a:pt x="308373" y="4001"/>
                  <a:pt x="306096" y="1714"/>
                </a:cubicBezTo>
                <a:cubicBezTo>
                  <a:pt x="303820" y="-571"/>
                  <a:pt x="299172" y="-571"/>
                  <a:pt x="296896" y="1714"/>
                </a:cubicBezTo>
                <a:lnTo>
                  <a:pt x="27034" y="272320"/>
                </a:lnTo>
                <a:cubicBezTo>
                  <a:pt x="23619" y="274606"/>
                  <a:pt x="23619" y="279273"/>
                  <a:pt x="27034" y="281559"/>
                </a:cubicBezTo>
                <a:cubicBezTo>
                  <a:pt x="28172" y="283845"/>
                  <a:pt x="29310" y="283845"/>
                  <a:pt x="31682" y="283845"/>
                </a:cubicBezTo>
                <a:cubicBezTo>
                  <a:pt x="32820" y="283845"/>
                  <a:pt x="35096" y="283845"/>
                  <a:pt x="36329" y="28155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6" name="Graphic 201">
            <a:extLst>
              <a:ext uri="{FF2B5EF4-FFF2-40B4-BE49-F238E27FC236}">
                <a16:creationId xmlns:a16="http://schemas.microsoft.com/office/drawing/2014/main" id="{478790B9-2E7F-1049-57F6-CD66821A3236}"/>
              </a:ext>
            </a:extLst>
          </p:cNvPr>
          <p:cNvSpPr/>
          <p:nvPr/>
        </p:nvSpPr>
        <p:spPr>
          <a:xfrm>
            <a:off x="2213530" y="5617776"/>
            <a:ext cx="447254" cy="382391"/>
          </a:xfrm>
          <a:custGeom>
            <a:avLst/>
            <a:gdLst>
              <a:gd name="connsiteX0" fmla="*/ 166470 w 331991"/>
              <a:gd name="connsiteY0" fmla="*/ 238506 h 283844"/>
              <a:gd name="connsiteX1" fmla="*/ 122647 w 331991"/>
              <a:gd name="connsiteY1" fmla="*/ 231553 h 283844"/>
              <a:gd name="connsiteX2" fmla="*/ 117999 w 331991"/>
              <a:gd name="connsiteY2" fmla="*/ 223457 h 283844"/>
              <a:gd name="connsiteX3" fmla="*/ 127200 w 331991"/>
              <a:gd name="connsiteY3" fmla="*/ 218884 h 283844"/>
              <a:gd name="connsiteX4" fmla="*/ 166375 w 331991"/>
              <a:gd name="connsiteY4" fmla="*/ 224599 h 283844"/>
              <a:gd name="connsiteX5" fmla="*/ 316246 w 331991"/>
              <a:gd name="connsiteY5" fmla="*/ 141637 h 283844"/>
              <a:gd name="connsiteX6" fmla="*/ 266637 w 331991"/>
              <a:gd name="connsiteY6" fmla="*/ 96679 h 283844"/>
              <a:gd name="connsiteX7" fmla="*/ 264360 w 331991"/>
              <a:gd name="connsiteY7" fmla="*/ 86296 h 283844"/>
              <a:gd name="connsiteX8" fmla="*/ 274699 w 331991"/>
              <a:gd name="connsiteY8" fmla="*/ 85153 h 283844"/>
              <a:gd name="connsiteX9" fmla="*/ 331138 w 331991"/>
              <a:gd name="connsiteY9" fmla="*/ 138113 h 283844"/>
              <a:gd name="connsiteX10" fmla="*/ 331138 w 331991"/>
              <a:gd name="connsiteY10" fmla="*/ 146209 h 283844"/>
              <a:gd name="connsiteX11" fmla="*/ 166280 w 331991"/>
              <a:gd name="connsiteY11" fmla="*/ 238315 h 283844"/>
              <a:gd name="connsiteX12" fmla="*/ 67252 w 331991"/>
              <a:gd name="connsiteY12" fmla="*/ 196786 h 283844"/>
              <a:gd name="connsiteX13" fmla="*/ 66114 w 331991"/>
              <a:gd name="connsiteY13" fmla="*/ 187547 h 283844"/>
              <a:gd name="connsiteX14" fmla="*/ 16694 w 331991"/>
              <a:gd name="connsiteY14" fmla="*/ 141446 h 283844"/>
              <a:gd name="connsiteX15" fmla="*/ 166186 w 331991"/>
              <a:gd name="connsiteY15" fmla="*/ 58484 h 283844"/>
              <a:gd name="connsiteX16" fmla="*/ 198436 w 331991"/>
              <a:gd name="connsiteY16" fmla="*/ 63055 h 283844"/>
              <a:gd name="connsiteX17" fmla="*/ 207637 w 331991"/>
              <a:gd name="connsiteY17" fmla="*/ 58484 h 283844"/>
              <a:gd name="connsiteX18" fmla="*/ 201851 w 331991"/>
              <a:gd name="connsiteY18" fmla="*/ 49244 h 283844"/>
              <a:gd name="connsiteX19" fmla="*/ 166186 w 331991"/>
              <a:gd name="connsiteY19" fmla="*/ 44672 h 283844"/>
              <a:gd name="connsiteX20" fmla="*/ 1707 w 331991"/>
              <a:gd name="connsiteY20" fmla="*/ 138017 h 283844"/>
              <a:gd name="connsiteX21" fmla="*/ 1707 w 331991"/>
              <a:gd name="connsiteY21" fmla="*/ 146113 h 283844"/>
              <a:gd name="connsiteX22" fmla="*/ 58051 w 331991"/>
              <a:gd name="connsiteY22" fmla="*/ 199072 h 283844"/>
              <a:gd name="connsiteX23" fmla="*/ 61466 w 331991"/>
              <a:gd name="connsiteY23" fmla="*/ 200215 h 283844"/>
              <a:gd name="connsiteX24" fmla="*/ 67252 w 331991"/>
              <a:gd name="connsiteY24" fmla="*/ 196786 h 283844"/>
              <a:gd name="connsiteX25" fmla="*/ 118189 w 331991"/>
              <a:gd name="connsiteY25" fmla="*/ 141732 h 283844"/>
              <a:gd name="connsiteX26" fmla="*/ 166091 w 331991"/>
              <a:gd name="connsiteY26" fmla="*/ 93059 h 283844"/>
              <a:gd name="connsiteX27" fmla="*/ 172920 w 331991"/>
              <a:gd name="connsiteY27" fmla="*/ 86106 h 283844"/>
              <a:gd name="connsiteX28" fmla="*/ 166091 w 331991"/>
              <a:gd name="connsiteY28" fmla="*/ 79153 h 283844"/>
              <a:gd name="connsiteX29" fmla="*/ 104435 w 331991"/>
              <a:gd name="connsiteY29" fmla="*/ 141732 h 283844"/>
              <a:gd name="connsiteX30" fmla="*/ 111265 w 331991"/>
              <a:gd name="connsiteY30" fmla="*/ 148685 h 283844"/>
              <a:gd name="connsiteX31" fmla="*/ 118094 w 331991"/>
              <a:gd name="connsiteY31" fmla="*/ 141732 h 283844"/>
              <a:gd name="connsiteX32" fmla="*/ 228221 w 331991"/>
              <a:gd name="connsiteY32" fmla="*/ 141542 h 283844"/>
              <a:gd name="connsiteX33" fmla="*/ 221391 w 331991"/>
              <a:gd name="connsiteY33" fmla="*/ 134588 h 283844"/>
              <a:gd name="connsiteX34" fmla="*/ 214562 w 331991"/>
              <a:gd name="connsiteY34" fmla="*/ 141542 h 283844"/>
              <a:gd name="connsiteX35" fmla="*/ 166660 w 331991"/>
              <a:gd name="connsiteY35" fmla="*/ 190214 h 283844"/>
              <a:gd name="connsiteX36" fmla="*/ 159830 w 331991"/>
              <a:gd name="connsiteY36" fmla="*/ 197167 h 283844"/>
              <a:gd name="connsiteX37" fmla="*/ 166660 w 331991"/>
              <a:gd name="connsiteY37" fmla="*/ 204121 h 283844"/>
              <a:gd name="connsiteX38" fmla="*/ 228315 w 331991"/>
              <a:gd name="connsiteY38" fmla="*/ 141542 h 283844"/>
              <a:gd name="connsiteX39" fmla="*/ 36235 w 331991"/>
              <a:gd name="connsiteY39" fmla="*/ 281559 h 283844"/>
              <a:gd name="connsiteX40" fmla="*/ 306096 w 331991"/>
              <a:gd name="connsiteY40" fmla="*/ 10954 h 283844"/>
              <a:gd name="connsiteX41" fmla="*/ 306096 w 331991"/>
              <a:gd name="connsiteY41" fmla="*/ 1714 h 283844"/>
              <a:gd name="connsiteX42" fmla="*/ 296896 w 331991"/>
              <a:gd name="connsiteY42" fmla="*/ 1714 h 283844"/>
              <a:gd name="connsiteX43" fmla="*/ 27034 w 331991"/>
              <a:gd name="connsiteY43" fmla="*/ 272320 h 283844"/>
              <a:gd name="connsiteX44" fmla="*/ 27034 w 331991"/>
              <a:gd name="connsiteY44" fmla="*/ 281559 h 283844"/>
              <a:gd name="connsiteX45" fmla="*/ 31682 w 331991"/>
              <a:gd name="connsiteY45" fmla="*/ 283845 h 283844"/>
              <a:gd name="connsiteX46" fmla="*/ 36329 w 331991"/>
              <a:gd name="connsiteY46" fmla="*/ 281559 h 283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1991" h="283844">
                <a:moveTo>
                  <a:pt x="166470" y="238506"/>
                </a:moveTo>
                <a:cubicBezTo>
                  <a:pt x="151483" y="238506"/>
                  <a:pt x="137634" y="236220"/>
                  <a:pt x="122647" y="231553"/>
                </a:cubicBezTo>
                <a:cubicBezTo>
                  <a:pt x="119232" y="230410"/>
                  <a:pt x="116861" y="226981"/>
                  <a:pt x="117999" y="223457"/>
                </a:cubicBezTo>
                <a:cubicBezTo>
                  <a:pt x="119138" y="220028"/>
                  <a:pt x="122647" y="217742"/>
                  <a:pt x="127200" y="218884"/>
                </a:cubicBezTo>
                <a:cubicBezTo>
                  <a:pt x="139911" y="222313"/>
                  <a:pt x="153760" y="224599"/>
                  <a:pt x="166375" y="224599"/>
                </a:cubicBezTo>
                <a:cubicBezTo>
                  <a:pt x="239034" y="224599"/>
                  <a:pt x="301259" y="158972"/>
                  <a:pt x="316246" y="141637"/>
                </a:cubicBezTo>
                <a:cubicBezTo>
                  <a:pt x="309321" y="133540"/>
                  <a:pt x="290920" y="114014"/>
                  <a:pt x="266637" y="96679"/>
                </a:cubicBezTo>
                <a:cubicBezTo>
                  <a:pt x="263222" y="94393"/>
                  <a:pt x="261989" y="89726"/>
                  <a:pt x="264360" y="86296"/>
                </a:cubicBezTo>
                <a:cubicBezTo>
                  <a:pt x="266637" y="82867"/>
                  <a:pt x="271285" y="82867"/>
                  <a:pt x="274699" y="85153"/>
                </a:cubicBezTo>
                <a:cubicBezTo>
                  <a:pt x="308088" y="109347"/>
                  <a:pt x="330000" y="136969"/>
                  <a:pt x="331138" y="138113"/>
                </a:cubicBezTo>
                <a:cubicBezTo>
                  <a:pt x="332276" y="140399"/>
                  <a:pt x="332276" y="143828"/>
                  <a:pt x="331138" y="146209"/>
                </a:cubicBezTo>
                <a:cubicBezTo>
                  <a:pt x="327723" y="149638"/>
                  <a:pt x="256203" y="238315"/>
                  <a:pt x="166280" y="238315"/>
                </a:cubicBezTo>
                <a:close/>
                <a:moveTo>
                  <a:pt x="67252" y="196786"/>
                </a:moveTo>
                <a:cubicBezTo>
                  <a:pt x="69529" y="193357"/>
                  <a:pt x="69529" y="189833"/>
                  <a:pt x="66114" y="187547"/>
                </a:cubicBezTo>
                <a:cubicBezTo>
                  <a:pt x="41926" y="169164"/>
                  <a:pt x="23524" y="150686"/>
                  <a:pt x="16694" y="141446"/>
                </a:cubicBezTo>
                <a:cubicBezTo>
                  <a:pt x="31682" y="124206"/>
                  <a:pt x="93717" y="58484"/>
                  <a:pt x="166186" y="58484"/>
                </a:cubicBezTo>
                <a:cubicBezTo>
                  <a:pt x="176525" y="58484"/>
                  <a:pt x="188002" y="59626"/>
                  <a:pt x="198436" y="63055"/>
                </a:cubicBezTo>
                <a:cubicBezTo>
                  <a:pt x="202989" y="64198"/>
                  <a:pt x="206499" y="61913"/>
                  <a:pt x="207637" y="58484"/>
                </a:cubicBezTo>
                <a:cubicBezTo>
                  <a:pt x="208775" y="53911"/>
                  <a:pt x="206499" y="50387"/>
                  <a:pt x="201851" y="49244"/>
                </a:cubicBezTo>
                <a:cubicBezTo>
                  <a:pt x="190374" y="46958"/>
                  <a:pt x="177663" y="44672"/>
                  <a:pt x="166186" y="44672"/>
                </a:cubicBezTo>
                <a:cubicBezTo>
                  <a:pt x="76453" y="44672"/>
                  <a:pt x="5122" y="133350"/>
                  <a:pt x="1707" y="138017"/>
                </a:cubicBezTo>
                <a:cubicBezTo>
                  <a:pt x="-569" y="140303"/>
                  <a:pt x="-569" y="143732"/>
                  <a:pt x="1707" y="146113"/>
                </a:cubicBezTo>
                <a:cubicBezTo>
                  <a:pt x="2846" y="147257"/>
                  <a:pt x="23524" y="173736"/>
                  <a:pt x="58051" y="199072"/>
                </a:cubicBezTo>
                <a:cubicBezTo>
                  <a:pt x="59189" y="199072"/>
                  <a:pt x="60328" y="200215"/>
                  <a:pt x="61466" y="200215"/>
                </a:cubicBezTo>
                <a:cubicBezTo>
                  <a:pt x="63742" y="200215"/>
                  <a:pt x="66114" y="199072"/>
                  <a:pt x="67252" y="196786"/>
                </a:cubicBezTo>
                <a:close/>
                <a:moveTo>
                  <a:pt x="118189" y="141732"/>
                </a:moveTo>
                <a:cubicBezTo>
                  <a:pt x="118189" y="115062"/>
                  <a:pt x="139911" y="93059"/>
                  <a:pt x="166091" y="93059"/>
                </a:cubicBezTo>
                <a:cubicBezTo>
                  <a:pt x="169505" y="93059"/>
                  <a:pt x="172920" y="90773"/>
                  <a:pt x="172920" y="86106"/>
                </a:cubicBezTo>
                <a:cubicBezTo>
                  <a:pt x="172920" y="82582"/>
                  <a:pt x="169505" y="79153"/>
                  <a:pt x="166091" y="79153"/>
                </a:cubicBezTo>
                <a:cubicBezTo>
                  <a:pt x="131848" y="79153"/>
                  <a:pt x="104435" y="106966"/>
                  <a:pt x="104435" y="141732"/>
                </a:cubicBezTo>
                <a:cubicBezTo>
                  <a:pt x="104435" y="146399"/>
                  <a:pt x="107850" y="148685"/>
                  <a:pt x="111265" y="148685"/>
                </a:cubicBezTo>
                <a:cubicBezTo>
                  <a:pt x="114679" y="148685"/>
                  <a:pt x="118094" y="146399"/>
                  <a:pt x="118094" y="141732"/>
                </a:cubicBezTo>
                <a:close/>
                <a:moveTo>
                  <a:pt x="228221" y="141542"/>
                </a:moveTo>
                <a:cubicBezTo>
                  <a:pt x="228221" y="138113"/>
                  <a:pt x="224806" y="134588"/>
                  <a:pt x="221391" y="134588"/>
                </a:cubicBezTo>
                <a:cubicBezTo>
                  <a:pt x="217976" y="134588"/>
                  <a:pt x="214562" y="138113"/>
                  <a:pt x="214562" y="141542"/>
                </a:cubicBezTo>
                <a:cubicBezTo>
                  <a:pt x="214562" y="168211"/>
                  <a:pt x="192840" y="190214"/>
                  <a:pt x="166660" y="190214"/>
                </a:cubicBezTo>
                <a:cubicBezTo>
                  <a:pt x="163245" y="190214"/>
                  <a:pt x="159830" y="193738"/>
                  <a:pt x="159830" y="197167"/>
                </a:cubicBezTo>
                <a:cubicBezTo>
                  <a:pt x="159830" y="201835"/>
                  <a:pt x="163245" y="204121"/>
                  <a:pt x="166660" y="204121"/>
                </a:cubicBezTo>
                <a:cubicBezTo>
                  <a:pt x="200902" y="204121"/>
                  <a:pt x="228315" y="176308"/>
                  <a:pt x="228315" y="141542"/>
                </a:cubicBezTo>
                <a:close/>
                <a:moveTo>
                  <a:pt x="36235" y="281559"/>
                </a:moveTo>
                <a:lnTo>
                  <a:pt x="306096" y="10954"/>
                </a:lnTo>
                <a:cubicBezTo>
                  <a:pt x="308373" y="8668"/>
                  <a:pt x="308373" y="4001"/>
                  <a:pt x="306096" y="1714"/>
                </a:cubicBezTo>
                <a:cubicBezTo>
                  <a:pt x="303820" y="-571"/>
                  <a:pt x="299172" y="-571"/>
                  <a:pt x="296896" y="1714"/>
                </a:cubicBezTo>
                <a:lnTo>
                  <a:pt x="27034" y="272320"/>
                </a:lnTo>
                <a:cubicBezTo>
                  <a:pt x="23619" y="274606"/>
                  <a:pt x="23619" y="279273"/>
                  <a:pt x="27034" y="281559"/>
                </a:cubicBezTo>
                <a:cubicBezTo>
                  <a:pt x="28172" y="283845"/>
                  <a:pt x="29310" y="283845"/>
                  <a:pt x="31682" y="283845"/>
                </a:cubicBezTo>
                <a:cubicBezTo>
                  <a:pt x="32820" y="283845"/>
                  <a:pt x="35096" y="283845"/>
                  <a:pt x="36329" y="28155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7" name="Graphic 201">
            <a:extLst>
              <a:ext uri="{FF2B5EF4-FFF2-40B4-BE49-F238E27FC236}">
                <a16:creationId xmlns:a16="http://schemas.microsoft.com/office/drawing/2014/main" id="{C83A7B73-66C0-5A59-B06B-2E62F5D455A3}"/>
              </a:ext>
            </a:extLst>
          </p:cNvPr>
          <p:cNvSpPr/>
          <p:nvPr/>
        </p:nvSpPr>
        <p:spPr>
          <a:xfrm>
            <a:off x="2981880" y="5617776"/>
            <a:ext cx="447254" cy="382391"/>
          </a:xfrm>
          <a:custGeom>
            <a:avLst/>
            <a:gdLst>
              <a:gd name="connsiteX0" fmla="*/ 166470 w 331991"/>
              <a:gd name="connsiteY0" fmla="*/ 238506 h 283844"/>
              <a:gd name="connsiteX1" fmla="*/ 122647 w 331991"/>
              <a:gd name="connsiteY1" fmla="*/ 231553 h 283844"/>
              <a:gd name="connsiteX2" fmla="*/ 117999 w 331991"/>
              <a:gd name="connsiteY2" fmla="*/ 223457 h 283844"/>
              <a:gd name="connsiteX3" fmla="*/ 127200 w 331991"/>
              <a:gd name="connsiteY3" fmla="*/ 218884 h 283844"/>
              <a:gd name="connsiteX4" fmla="*/ 166375 w 331991"/>
              <a:gd name="connsiteY4" fmla="*/ 224599 h 283844"/>
              <a:gd name="connsiteX5" fmla="*/ 316246 w 331991"/>
              <a:gd name="connsiteY5" fmla="*/ 141637 h 283844"/>
              <a:gd name="connsiteX6" fmla="*/ 266637 w 331991"/>
              <a:gd name="connsiteY6" fmla="*/ 96679 h 283844"/>
              <a:gd name="connsiteX7" fmla="*/ 264360 w 331991"/>
              <a:gd name="connsiteY7" fmla="*/ 86296 h 283844"/>
              <a:gd name="connsiteX8" fmla="*/ 274699 w 331991"/>
              <a:gd name="connsiteY8" fmla="*/ 85153 h 283844"/>
              <a:gd name="connsiteX9" fmla="*/ 331138 w 331991"/>
              <a:gd name="connsiteY9" fmla="*/ 138113 h 283844"/>
              <a:gd name="connsiteX10" fmla="*/ 331138 w 331991"/>
              <a:gd name="connsiteY10" fmla="*/ 146209 h 283844"/>
              <a:gd name="connsiteX11" fmla="*/ 166280 w 331991"/>
              <a:gd name="connsiteY11" fmla="*/ 238315 h 283844"/>
              <a:gd name="connsiteX12" fmla="*/ 67252 w 331991"/>
              <a:gd name="connsiteY12" fmla="*/ 196786 h 283844"/>
              <a:gd name="connsiteX13" fmla="*/ 66114 w 331991"/>
              <a:gd name="connsiteY13" fmla="*/ 187547 h 283844"/>
              <a:gd name="connsiteX14" fmla="*/ 16694 w 331991"/>
              <a:gd name="connsiteY14" fmla="*/ 141446 h 283844"/>
              <a:gd name="connsiteX15" fmla="*/ 166186 w 331991"/>
              <a:gd name="connsiteY15" fmla="*/ 58484 h 283844"/>
              <a:gd name="connsiteX16" fmla="*/ 198436 w 331991"/>
              <a:gd name="connsiteY16" fmla="*/ 63055 h 283844"/>
              <a:gd name="connsiteX17" fmla="*/ 207637 w 331991"/>
              <a:gd name="connsiteY17" fmla="*/ 58484 h 283844"/>
              <a:gd name="connsiteX18" fmla="*/ 201851 w 331991"/>
              <a:gd name="connsiteY18" fmla="*/ 49244 h 283844"/>
              <a:gd name="connsiteX19" fmla="*/ 166186 w 331991"/>
              <a:gd name="connsiteY19" fmla="*/ 44672 h 283844"/>
              <a:gd name="connsiteX20" fmla="*/ 1707 w 331991"/>
              <a:gd name="connsiteY20" fmla="*/ 138017 h 283844"/>
              <a:gd name="connsiteX21" fmla="*/ 1707 w 331991"/>
              <a:gd name="connsiteY21" fmla="*/ 146113 h 283844"/>
              <a:gd name="connsiteX22" fmla="*/ 58051 w 331991"/>
              <a:gd name="connsiteY22" fmla="*/ 199072 h 283844"/>
              <a:gd name="connsiteX23" fmla="*/ 61466 w 331991"/>
              <a:gd name="connsiteY23" fmla="*/ 200215 h 283844"/>
              <a:gd name="connsiteX24" fmla="*/ 67252 w 331991"/>
              <a:gd name="connsiteY24" fmla="*/ 196786 h 283844"/>
              <a:gd name="connsiteX25" fmla="*/ 118189 w 331991"/>
              <a:gd name="connsiteY25" fmla="*/ 141732 h 283844"/>
              <a:gd name="connsiteX26" fmla="*/ 166091 w 331991"/>
              <a:gd name="connsiteY26" fmla="*/ 93059 h 283844"/>
              <a:gd name="connsiteX27" fmla="*/ 172920 w 331991"/>
              <a:gd name="connsiteY27" fmla="*/ 86106 h 283844"/>
              <a:gd name="connsiteX28" fmla="*/ 166091 w 331991"/>
              <a:gd name="connsiteY28" fmla="*/ 79153 h 283844"/>
              <a:gd name="connsiteX29" fmla="*/ 104435 w 331991"/>
              <a:gd name="connsiteY29" fmla="*/ 141732 h 283844"/>
              <a:gd name="connsiteX30" fmla="*/ 111265 w 331991"/>
              <a:gd name="connsiteY30" fmla="*/ 148685 h 283844"/>
              <a:gd name="connsiteX31" fmla="*/ 118094 w 331991"/>
              <a:gd name="connsiteY31" fmla="*/ 141732 h 283844"/>
              <a:gd name="connsiteX32" fmla="*/ 228221 w 331991"/>
              <a:gd name="connsiteY32" fmla="*/ 141542 h 283844"/>
              <a:gd name="connsiteX33" fmla="*/ 221391 w 331991"/>
              <a:gd name="connsiteY33" fmla="*/ 134588 h 283844"/>
              <a:gd name="connsiteX34" fmla="*/ 214562 w 331991"/>
              <a:gd name="connsiteY34" fmla="*/ 141542 h 283844"/>
              <a:gd name="connsiteX35" fmla="*/ 166660 w 331991"/>
              <a:gd name="connsiteY35" fmla="*/ 190214 h 283844"/>
              <a:gd name="connsiteX36" fmla="*/ 159830 w 331991"/>
              <a:gd name="connsiteY36" fmla="*/ 197167 h 283844"/>
              <a:gd name="connsiteX37" fmla="*/ 166660 w 331991"/>
              <a:gd name="connsiteY37" fmla="*/ 204121 h 283844"/>
              <a:gd name="connsiteX38" fmla="*/ 228315 w 331991"/>
              <a:gd name="connsiteY38" fmla="*/ 141542 h 283844"/>
              <a:gd name="connsiteX39" fmla="*/ 36235 w 331991"/>
              <a:gd name="connsiteY39" fmla="*/ 281559 h 283844"/>
              <a:gd name="connsiteX40" fmla="*/ 306096 w 331991"/>
              <a:gd name="connsiteY40" fmla="*/ 10954 h 283844"/>
              <a:gd name="connsiteX41" fmla="*/ 306096 w 331991"/>
              <a:gd name="connsiteY41" fmla="*/ 1714 h 283844"/>
              <a:gd name="connsiteX42" fmla="*/ 296896 w 331991"/>
              <a:gd name="connsiteY42" fmla="*/ 1714 h 283844"/>
              <a:gd name="connsiteX43" fmla="*/ 27034 w 331991"/>
              <a:gd name="connsiteY43" fmla="*/ 272320 h 283844"/>
              <a:gd name="connsiteX44" fmla="*/ 27034 w 331991"/>
              <a:gd name="connsiteY44" fmla="*/ 281559 h 283844"/>
              <a:gd name="connsiteX45" fmla="*/ 31682 w 331991"/>
              <a:gd name="connsiteY45" fmla="*/ 283845 h 283844"/>
              <a:gd name="connsiteX46" fmla="*/ 36329 w 331991"/>
              <a:gd name="connsiteY46" fmla="*/ 281559 h 283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1991" h="283844">
                <a:moveTo>
                  <a:pt x="166470" y="238506"/>
                </a:moveTo>
                <a:cubicBezTo>
                  <a:pt x="151483" y="238506"/>
                  <a:pt x="137634" y="236220"/>
                  <a:pt x="122647" y="231553"/>
                </a:cubicBezTo>
                <a:cubicBezTo>
                  <a:pt x="119232" y="230410"/>
                  <a:pt x="116861" y="226981"/>
                  <a:pt x="117999" y="223457"/>
                </a:cubicBezTo>
                <a:cubicBezTo>
                  <a:pt x="119138" y="220028"/>
                  <a:pt x="122647" y="217742"/>
                  <a:pt x="127200" y="218884"/>
                </a:cubicBezTo>
                <a:cubicBezTo>
                  <a:pt x="139911" y="222313"/>
                  <a:pt x="153760" y="224599"/>
                  <a:pt x="166375" y="224599"/>
                </a:cubicBezTo>
                <a:cubicBezTo>
                  <a:pt x="239034" y="224599"/>
                  <a:pt x="301259" y="158972"/>
                  <a:pt x="316246" y="141637"/>
                </a:cubicBezTo>
                <a:cubicBezTo>
                  <a:pt x="309321" y="133540"/>
                  <a:pt x="290920" y="114014"/>
                  <a:pt x="266637" y="96679"/>
                </a:cubicBezTo>
                <a:cubicBezTo>
                  <a:pt x="263222" y="94393"/>
                  <a:pt x="261989" y="89726"/>
                  <a:pt x="264360" y="86296"/>
                </a:cubicBezTo>
                <a:cubicBezTo>
                  <a:pt x="266637" y="82867"/>
                  <a:pt x="271285" y="82867"/>
                  <a:pt x="274699" y="85153"/>
                </a:cubicBezTo>
                <a:cubicBezTo>
                  <a:pt x="308088" y="109347"/>
                  <a:pt x="330000" y="136969"/>
                  <a:pt x="331138" y="138113"/>
                </a:cubicBezTo>
                <a:cubicBezTo>
                  <a:pt x="332276" y="140399"/>
                  <a:pt x="332276" y="143828"/>
                  <a:pt x="331138" y="146209"/>
                </a:cubicBezTo>
                <a:cubicBezTo>
                  <a:pt x="327723" y="149638"/>
                  <a:pt x="256203" y="238315"/>
                  <a:pt x="166280" y="238315"/>
                </a:cubicBezTo>
                <a:close/>
                <a:moveTo>
                  <a:pt x="67252" y="196786"/>
                </a:moveTo>
                <a:cubicBezTo>
                  <a:pt x="69529" y="193357"/>
                  <a:pt x="69529" y="189833"/>
                  <a:pt x="66114" y="187547"/>
                </a:cubicBezTo>
                <a:cubicBezTo>
                  <a:pt x="41926" y="169164"/>
                  <a:pt x="23524" y="150686"/>
                  <a:pt x="16694" y="141446"/>
                </a:cubicBezTo>
                <a:cubicBezTo>
                  <a:pt x="31682" y="124206"/>
                  <a:pt x="93717" y="58484"/>
                  <a:pt x="166186" y="58484"/>
                </a:cubicBezTo>
                <a:cubicBezTo>
                  <a:pt x="176525" y="58484"/>
                  <a:pt x="188002" y="59626"/>
                  <a:pt x="198436" y="63055"/>
                </a:cubicBezTo>
                <a:cubicBezTo>
                  <a:pt x="202989" y="64198"/>
                  <a:pt x="206499" y="61913"/>
                  <a:pt x="207637" y="58484"/>
                </a:cubicBezTo>
                <a:cubicBezTo>
                  <a:pt x="208775" y="53911"/>
                  <a:pt x="206499" y="50387"/>
                  <a:pt x="201851" y="49244"/>
                </a:cubicBezTo>
                <a:cubicBezTo>
                  <a:pt x="190374" y="46958"/>
                  <a:pt x="177663" y="44672"/>
                  <a:pt x="166186" y="44672"/>
                </a:cubicBezTo>
                <a:cubicBezTo>
                  <a:pt x="76453" y="44672"/>
                  <a:pt x="5122" y="133350"/>
                  <a:pt x="1707" y="138017"/>
                </a:cubicBezTo>
                <a:cubicBezTo>
                  <a:pt x="-569" y="140303"/>
                  <a:pt x="-569" y="143732"/>
                  <a:pt x="1707" y="146113"/>
                </a:cubicBezTo>
                <a:cubicBezTo>
                  <a:pt x="2846" y="147257"/>
                  <a:pt x="23524" y="173736"/>
                  <a:pt x="58051" y="199072"/>
                </a:cubicBezTo>
                <a:cubicBezTo>
                  <a:pt x="59189" y="199072"/>
                  <a:pt x="60328" y="200215"/>
                  <a:pt x="61466" y="200215"/>
                </a:cubicBezTo>
                <a:cubicBezTo>
                  <a:pt x="63742" y="200215"/>
                  <a:pt x="66114" y="199072"/>
                  <a:pt x="67252" y="196786"/>
                </a:cubicBezTo>
                <a:close/>
                <a:moveTo>
                  <a:pt x="118189" y="141732"/>
                </a:moveTo>
                <a:cubicBezTo>
                  <a:pt x="118189" y="115062"/>
                  <a:pt x="139911" y="93059"/>
                  <a:pt x="166091" y="93059"/>
                </a:cubicBezTo>
                <a:cubicBezTo>
                  <a:pt x="169505" y="93059"/>
                  <a:pt x="172920" y="90773"/>
                  <a:pt x="172920" y="86106"/>
                </a:cubicBezTo>
                <a:cubicBezTo>
                  <a:pt x="172920" y="82582"/>
                  <a:pt x="169505" y="79153"/>
                  <a:pt x="166091" y="79153"/>
                </a:cubicBezTo>
                <a:cubicBezTo>
                  <a:pt x="131848" y="79153"/>
                  <a:pt x="104435" y="106966"/>
                  <a:pt x="104435" y="141732"/>
                </a:cubicBezTo>
                <a:cubicBezTo>
                  <a:pt x="104435" y="146399"/>
                  <a:pt x="107850" y="148685"/>
                  <a:pt x="111265" y="148685"/>
                </a:cubicBezTo>
                <a:cubicBezTo>
                  <a:pt x="114679" y="148685"/>
                  <a:pt x="118094" y="146399"/>
                  <a:pt x="118094" y="141732"/>
                </a:cubicBezTo>
                <a:close/>
                <a:moveTo>
                  <a:pt x="228221" y="141542"/>
                </a:moveTo>
                <a:cubicBezTo>
                  <a:pt x="228221" y="138113"/>
                  <a:pt x="224806" y="134588"/>
                  <a:pt x="221391" y="134588"/>
                </a:cubicBezTo>
                <a:cubicBezTo>
                  <a:pt x="217976" y="134588"/>
                  <a:pt x="214562" y="138113"/>
                  <a:pt x="214562" y="141542"/>
                </a:cubicBezTo>
                <a:cubicBezTo>
                  <a:pt x="214562" y="168211"/>
                  <a:pt x="192840" y="190214"/>
                  <a:pt x="166660" y="190214"/>
                </a:cubicBezTo>
                <a:cubicBezTo>
                  <a:pt x="163245" y="190214"/>
                  <a:pt x="159830" y="193738"/>
                  <a:pt x="159830" y="197167"/>
                </a:cubicBezTo>
                <a:cubicBezTo>
                  <a:pt x="159830" y="201835"/>
                  <a:pt x="163245" y="204121"/>
                  <a:pt x="166660" y="204121"/>
                </a:cubicBezTo>
                <a:cubicBezTo>
                  <a:pt x="200902" y="204121"/>
                  <a:pt x="228315" y="176308"/>
                  <a:pt x="228315" y="141542"/>
                </a:cubicBezTo>
                <a:close/>
                <a:moveTo>
                  <a:pt x="36235" y="281559"/>
                </a:moveTo>
                <a:lnTo>
                  <a:pt x="306096" y="10954"/>
                </a:lnTo>
                <a:cubicBezTo>
                  <a:pt x="308373" y="8668"/>
                  <a:pt x="308373" y="4001"/>
                  <a:pt x="306096" y="1714"/>
                </a:cubicBezTo>
                <a:cubicBezTo>
                  <a:pt x="303820" y="-571"/>
                  <a:pt x="299172" y="-571"/>
                  <a:pt x="296896" y="1714"/>
                </a:cubicBezTo>
                <a:lnTo>
                  <a:pt x="27034" y="272320"/>
                </a:lnTo>
                <a:cubicBezTo>
                  <a:pt x="23619" y="274606"/>
                  <a:pt x="23619" y="279273"/>
                  <a:pt x="27034" y="281559"/>
                </a:cubicBezTo>
                <a:cubicBezTo>
                  <a:pt x="28172" y="283845"/>
                  <a:pt x="29310" y="283845"/>
                  <a:pt x="31682" y="283845"/>
                </a:cubicBezTo>
                <a:cubicBezTo>
                  <a:pt x="32820" y="283845"/>
                  <a:pt x="35096" y="283845"/>
                  <a:pt x="36329" y="28155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3" name="Graphic 211">
            <a:extLst>
              <a:ext uri="{FF2B5EF4-FFF2-40B4-BE49-F238E27FC236}">
                <a16:creationId xmlns:a16="http://schemas.microsoft.com/office/drawing/2014/main" id="{7D07A8EF-D9C6-89F4-D7D2-F765FB55D119}"/>
              </a:ext>
            </a:extLst>
          </p:cNvPr>
          <p:cNvSpPr/>
          <p:nvPr/>
        </p:nvSpPr>
        <p:spPr>
          <a:xfrm>
            <a:off x="3846230" y="4921240"/>
            <a:ext cx="452489" cy="454025"/>
          </a:xfrm>
          <a:custGeom>
            <a:avLst/>
            <a:gdLst>
              <a:gd name="connsiteX0" fmla="*/ 337209 w 339082"/>
              <a:gd name="connsiteY0" fmla="*/ 328327 h 340233"/>
              <a:gd name="connsiteX1" fmla="*/ 210008 w 339082"/>
              <a:gd name="connsiteY1" fmla="*/ 199454 h 340233"/>
              <a:gd name="connsiteX2" fmla="*/ 239603 w 339082"/>
              <a:gd name="connsiteY2" fmla="*/ 120301 h 340233"/>
              <a:gd name="connsiteX3" fmla="*/ 119802 w 339082"/>
              <a:gd name="connsiteY3" fmla="*/ 0 h 340233"/>
              <a:gd name="connsiteX4" fmla="*/ 0 w 339082"/>
              <a:gd name="connsiteY4" fmla="*/ 120301 h 340233"/>
              <a:gd name="connsiteX5" fmla="*/ 119802 w 339082"/>
              <a:gd name="connsiteY5" fmla="*/ 240602 h 340233"/>
              <a:gd name="connsiteX6" fmla="*/ 199480 w 339082"/>
              <a:gd name="connsiteY6" fmla="*/ 210121 h 340233"/>
              <a:gd name="connsiteX7" fmla="*/ 326680 w 339082"/>
              <a:gd name="connsiteY7" fmla="*/ 337852 h 340233"/>
              <a:gd name="connsiteX8" fmla="*/ 331423 w 339082"/>
              <a:gd name="connsiteY8" fmla="*/ 340233 h 340233"/>
              <a:gd name="connsiteX9" fmla="*/ 337304 w 339082"/>
              <a:gd name="connsiteY9" fmla="*/ 337852 h 340233"/>
              <a:gd name="connsiteX10" fmla="*/ 337304 w 339082"/>
              <a:gd name="connsiteY10" fmla="*/ 328422 h 340233"/>
              <a:gd name="connsiteX11" fmla="*/ 14133 w 339082"/>
              <a:gd name="connsiteY11" fmla="*/ 120206 h 340233"/>
              <a:gd name="connsiteX12" fmla="*/ 119802 w 339082"/>
              <a:gd name="connsiteY12" fmla="*/ 14097 h 340233"/>
              <a:gd name="connsiteX13" fmla="*/ 225470 w 339082"/>
              <a:gd name="connsiteY13" fmla="*/ 120206 h 340233"/>
              <a:gd name="connsiteX14" fmla="*/ 119802 w 339082"/>
              <a:gd name="connsiteY14" fmla="*/ 226314 h 340233"/>
              <a:gd name="connsiteX15" fmla="*/ 14133 w 339082"/>
              <a:gd name="connsiteY15" fmla="*/ 120206 h 340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9082" h="340233">
                <a:moveTo>
                  <a:pt x="337209" y="328327"/>
                </a:moveTo>
                <a:cubicBezTo>
                  <a:pt x="337209" y="328327"/>
                  <a:pt x="337209" y="328327"/>
                  <a:pt x="210008" y="199454"/>
                </a:cubicBezTo>
                <a:cubicBezTo>
                  <a:pt x="228505" y="178213"/>
                  <a:pt x="239603" y="150495"/>
                  <a:pt x="239603" y="120301"/>
                </a:cubicBezTo>
                <a:cubicBezTo>
                  <a:pt x="239603" y="54292"/>
                  <a:pt x="186769" y="0"/>
                  <a:pt x="119802" y="0"/>
                </a:cubicBezTo>
                <a:cubicBezTo>
                  <a:pt x="52834" y="0"/>
                  <a:pt x="0" y="54292"/>
                  <a:pt x="0" y="120301"/>
                </a:cubicBezTo>
                <a:cubicBezTo>
                  <a:pt x="0" y="186309"/>
                  <a:pt x="54067" y="240602"/>
                  <a:pt x="119802" y="240602"/>
                </a:cubicBezTo>
                <a:cubicBezTo>
                  <a:pt x="150629" y="240602"/>
                  <a:pt x="178422" y="228981"/>
                  <a:pt x="199480" y="210121"/>
                </a:cubicBezTo>
                <a:cubicBezTo>
                  <a:pt x="208681" y="219361"/>
                  <a:pt x="237232" y="248031"/>
                  <a:pt x="326680" y="337852"/>
                </a:cubicBezTo>
                <a:cubicBezTo>
                  <a:pt x="327818" y="338995"/>
                  <a:pt x="330189" y="340233"/>
                  <a:pt x="331423" y="340233"/>
                </a:cubicBezTo>
                <a:cubicBezTo>
                  <a:pt x="333794" y="340233"/>
                  <a:pt x="336165" y="339090"/>
                  <a:pt x="337304" y="337852"/>
                </a:cubicBezTo>
                <a:cubicBezTo>
                  <a:pt x="339675" y="335471"/>
                  <a:pt x="339675" y="330803"/>
                  <a:pt x="337304" y="328422"/>
                </a:cubicBezTo>
                <a:close/>
                <a:moveTo>
                  <a:pt x="14133" y="120206"/>
                </a:moveTo>
                <a:cubicBezTo>
                  <a:pt x="14133" y="61246"/>
                  <a:pt x="62320" y="14097"/>
                  <a:pt x="119802" y="14097"/>
                </a:cubicBezTo>
                <a:cubicBezTo>
                  <a:pt x="177284" y="14097"/>
                  <a:pt x="225470" y="61246"/>
                  <a:pt x="225470" y="120206"/>
                </a:cubicBezTo>
                <a:cubicBezTo>
                  <a:pt x="225470" y="179165"/>
                  <a:pt x="178517" y="226314"/>
                  <a:pt x="119802" y="226314"/>
                </a:cubicBezTo>
                <a:cubicBezTo>
                  <a:pt x="61086" y="226314"/>
                  <a:pt x="14133" y="177927"/>
                  <a:pt x="14133" y="12020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4" name="Graphic 211">
            <a:extLst>
              <a:ext uri="{FF2B5EF4-FFF2-40B4-BE49-F238E27FC236}">
                <a16:creationId xmlns:a16="http://schemas.microsoft.com/office/drawing/2014/main" id="{93CDEB66-E62A-810B-6095-6ED0384BB545}"/>
              </a:ext>
            </a:extLst>
          </p:cNvPr>
          <p:cNvSpPr/>
          <p:nvPr/>
        </p:nvSpPr>
        <p:spPr>
          <a:xfrm>
            <a:off x="4605055" y="4921240"/>
            <a:ext cx="452489" cy="454025"/>
          </a:xfrm>
          <a:custGeom>
            <a:avLst/>
            <a:gdLst>
              <a:gd name="connsiteX0" fmla="*/ 337209 w 339082"/>
              <a:gd name="connsiteY0" fmla="*/ 328327 h 340233"/>
              <a:gd name="connsiteX1" fmla="*/ 210008 w 339082"/>
              <a:gd name="connsiteY1" fmla="*/ 199454 h 340233"/>
              <a:gd name="connsiteX2" fmla="*/ 239603 w 339082"/>
              <a:gd name="connsiteY2" fmla="*/ 120301 h 340233"/>
              <a:gd name="connsiteX3" fmla="*/ 119802 w 339082"/>
              <a:gd name="connsiteY3" fmla="*/ 0 h 340233"/>
              <a:gd name="connsiteX4" fmla="*/ 0 w 339082"/>
              <a:gd name="connsiteY4" fmla="*/ 120301 h 340233"/>
              <a:gd name="connsiteX5" fmla="*/ 119802 w 339082"/>
              <a:gd name="connsiteY5" fmla="*/ 240602 h 340233"/>
              <a:gd name="connsiteX6" fmla="*/ 199480 w 339082"/>
              <a:gd name="connsiteY6" fmla="*/ 210121 h 340233"/>
              <a:gd name="connsiteX7" fmla="*/ 326680 w 339082"/>
              <a:gd name="connsiteY7" fmla="*/ 337852 h 340233"/>
              <a:gd name="connsiteX8" fmla="*/ 331423 w 339082"/>
              <a:gd name="connsiteY8" fmla="*/ 340233 h 340233"/>
              <a:gd name="connsiteX9" fmla="*/ 337304 w 339082"/>
              <a:gd name="connsiteY9" fmla="*/ 337852 h 340233"/>
              <a:gd name="connsiteX10" fmla="*/ 337304 w 339082"/>
              <a:gd name="connsiteY10" fmla="*/ 328422 h 340233"/>
              <a:gd name="connsiteX11" fmla="*/ 14133 w 339082"/>
              <a:gd name="connsiteY11" fmla="*/ 120206 h 340233"/>
              <a:gd name="connsiteX12" fmla="*/ 119802 w 339082"/>
              <a:gd name="connsiteY12" fmla="*/ 14097 h 340233"/>
              <a:gd name="connsiteX13" fmla="*/ 225470 w 339082"/>
              <a:gd name="connsiteY13" fmla="*/ 120206 h 340233"/>
              <a:gd name="connsiteX14" fmla="*/ 119802 w 339082"/>
              <a:gd name="connsiteY14" fmla="*/ 226314 h 340233"/>
              <a:gd name="connsiteX15" fmla="*/ 14133 w 339082"/>
              <a:gd name="connsiteY15" fmla="*/ 120206 h 340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9082" h="340233">
                <a:moveTo>
                  <a:pt x="337209" y="328327"/>
                </a:moveTo>
                <a:cubicBezTo>
                  <a:pt x="337209" y="328327"/>
                  <a:pt x="337209" y="328327"/>
                  <a:pt x="210008" y="199454"/>
                </a:cubicBezTo>
                <a:cubicBezTo>
                  <a:pt x="228505" y="178213"/>
                  <a:pt x="239603" y="150495"/>
                  <a:pt x="239603" y="120301"/>
                </a:cubicBezTo>
                <a:cubicBezTo>
                  <a:pt x="239603" y="54292"/>
                  <a:pt x="186769" y="0"/>
                  <a:pt x="119802" y="0"/>
                </a:cubicBezTo>
                <a:cubicBezTo>
                  <a:pt x="52834" y="0"/>
                  <a:pt x="0" y="54292"/>
                  <a:pt x="0" y="120301"/>
                </a:cubicBezTo>
                <a:cubicBezTo>
                  <a:pt x="0" y="186309"/>
                  <a:pt x="54067" y="240602"/>
                  <a:pt x="119802" y="240602"/>
                </a:cubicBezTo>
                <a:cubicBezTo>
                  <a:pt x="150629" y="240602"/>
                  <a:pt x="178422" y="228981"/>
                  <a:pt x="199480" y="210121"/>
                </a:cubicBezTo>
                <a:cubicBezTo>
                  <a:pt x="208681" y="219361"/>
                  <a:pt x="237232" y="248031"/>
                  <a:pt x="326680" y="337852"/>
                </a:cubicBezTo>
                <a:cubicBezTo>
                  <a:pt x="327818" y="338995"/>
                  <a:pt x="330189" y="340233"/>
                  <a:pt x="331423" y="340233"/>
                </a:cubicBezTo>
                <a:cubicBezTo>
                  <a:pt x="333794" y="340233"/>
                  <a:pt x="336165" y="339090"/>
                  <a:pt x="337304" y="337852"/>
                </a:cubicBezTo>
                <a:cubicBezTo>
                  <a:pt x="339675" y="335471"/>
                  <a:pt x="339675" y="330803"/>
                  <a:pt x="337304" y="328422"/>
                </a:cubicBezTo>
                <a:close/>
                <a:moveTo>
                  <a:pt x="14133" y="120206"/>
                </a:moveTo>
                <a:cubicBezTo>
                  <a:pt x="14133" y="61246"/>
                  <a:pt x="62320" y="14097"/>
                  <a:pt x="119802" y="14097"/>
                </a:cubicBezTo>
                <a:cubicBezTo>
                  <a:pt x="177284" y="14097"/>
                  <a:pt x="225470" y="61246"/>
                  <a:pt x="225470" y="120206"/>
                </a:cubicBezTo>
                <a:cubicBezTo>
                  <a:pt x="225470" y="179165"/>
                  <a:pt x="178517" y="226314"/>
                  <a:pt x="119802" y="226314"/>
                </a:cubicBezTo>
                <a:cubicBezTo>
                  <a:pt x="61086" y="226314"/>
                  <a:pt x="14133" y="177927"/>
                  <a:pt x="14133" y="12020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5" name="Graphic 211">
            <a:extLst>
              <a:ext uri="{FF2B5EF4-FFF2-40B4-BE49-F238E27FC236}">
                <a16:creationId xmlns:a16="http://schemas.microsoft.com/office/drawing/2014/main" id="{378E7970-F741-98AD-7CDA-F988E47E9FDB}"/>
              </a:ext>
            </a:extLst>
          </p:cNvPr>
          <p:cNvSpPr/>
          <p:nvPr/>
        </p:nvSpPr>
        <p:spPr>
          <a:xfrm>
            <a:off x="3846230" y="5540365"/>
            <a:ext cx="452489" cy="454025"/>
          </a:xfrm>
          <a:custGeom>
            <a:avLst/>
            <a:gdLst>
              <a:gd name="connsiteX0" fmla="*/ 337209 w 339082"/>
              <a:gd name="connsiteY0" fmla="*/ 328327 h 340233"/>
              <a:gd name="connsiteX1" fmla="*/ 210008 w 339082"/>
              <a:gd name="connsiteY1" fmla="*/ 199454 h 340233"/>
              <a:gd name="connsiteX2" fmla="*/ 239603 w 339082"/>
              <a:gd name="connsiteY2" fmla="*/ 120301 h 340233"/>
              <a:gd name="connsiteX3" fmla="*/ 119802 w 339082"/>
              <a:gd name="connsiteY3" fmla="*/ 0 h 340233"/>
              <a:gd name="connsiteX4" fmla="*/ 0 w 339082"/>
              <a:gd name="connsiteY4" fmla="*/ 120301 h 340233"/>
              <a:gd name="connsiteX5" fmla="*/ 119802 w 339082"/>
              <a:gd name="connsiteY5" fmla="*/ 240602 h 340233"/>
              <a:gd name="connsiteX6" fmla="*/ 199480 w 339082"/>
              <a:gd name="connsiteY6" fmla="*/ 210121 h 340233"/>
              <a:gd name="connsiteX7" fmla="*/ 326680 w 339082"/>
              <a:gd name="connsiteY7" fmla="*/ 337852 h 340233"/>
              <a:gd name="connsiteX8" fmla="*/ 331423 w 339082"/>
              <a:gd name="connsiteY8" fmla="*/ 340233 h 340233"/>
              <a:gd name="connsiteX9" fmla="*/ 337304 w 339082"/>
              <a:gd name="connsiteY9" fmla="*/ 337852 h 340233"/>
              <a:gd name="connsiteX10" fmla="*/ 337304 w 339082"/>
              <a:gd name="connsiteY10" fmla="*/ 328422 h 340233"/>
              <a:gd name="connsiteX11" fmla="*/ 14133 w 339082"/>
              <a:gd name="connsiteY11" fmla="*/ 120206 h 340233"/>
              <a:gd name="connsiteX12" fmla="*/ 119802 w 339082"/>
              <a:gd name="connsiteY12" fmla="*/ 14097 h 340233"/>
              <a:gd name="connsiteX13" fmla="*/ 225470 w 339082"/>
              <a:gd name="connsiteY13" fmla="*/ 120206 h 340233"/>
              <a:gd name="connsiteX14" fmla="*/ 119802 w 339082"/>
              <a:gd name="connsiteY14" fmla="*/ 226314 h 340233"/>
              <a:gd name="connsiteX15" fmla="*/ 14133 w 339082"/>
              <a:gd name="connsiteY15" fmla="*/ 120206 h 340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9082" h="340233">
                <a:moveTo>
                  <a:pt x="337209" y="328327"/>
                </a:moveTo>
                <a:cubicBezTo>
                  <a:pt x="337209" y="328327"/>
                  <a:pt x="337209" y="328327"/>
                  <a:pt x="210008" y="199454"/>
                </a:cubicBezTo>
                <a:cubicBezTo>
                  <a:pt x="228505" y="178213"/>
                  <a:pt x="239603" y="150495"/>
                  <a:pt x="239603" y="120301"/>
                </a:cubicBezTo>
                <a:cubicBezTo>
                  <a:pt x="239603" y="54292"/>
                  <a:pt x="186769" y="0"/>
                  <a:pt x="119802" y="0"/>
                </a:cubicBezTo>
                <a:cubicBezTo>
                  <a:pt x="52834" y="0"/>
                  <a:pt x="0" y="54292"/>
                  <a:pt x="0" y="120301"/>
                </a:cubicBezTo>
                <a:cubicBezTo>
                  <a:pt x="0" y="186309"/>
                  <a:pt x="54067" y="240602"/>
                  <a:pt x="119802" y="240602"/>
                </a:cubicBezTo>
                <a:cubicBezTo>
                  <a:pt x="150629" y="240602"/>
                  <a:pt x="178422" y="228981"/>
                  <a:pt x="199480" y="210121"/>
                </a:cubicBezTo>
                <a:cubicBezTo>
                  <a:pt x="208681" y="219361"/>
                  <a:pt x="237232" y="248031"/>
                  <a:pt x="326680" y="337852"/>
                </a:cubicBezTo>
                <a:cubicBezTo>
                  <a:pt x="327818" y="338995"/>
                  <a:pt x="330189" y="340233"/>
                  <a:pt x="331423" y="340233"/>
                </a:cubicBezTo>
                <a:cubicBezTo>
                  <a:pt x="333794" y="340233"/>
                  <a:pt x="336165" y="339090"/>
                  <a:pt x="337304" y="337852"/>
                </a:cubicBezTo>
                <a:cubicBezTo>
                  <a:pt x="339675" y="335471"/>
                  <a:pt x="339675" y="330803"/>
                  <a:pt x="337304" y="328422"/>
                </a:cubicBezTo>
                <a:close/>
                <a:moveTo>
                  <a:pt x="14133" y="120206"/>
                </a:moveTo>
                <a:cubicBezTo>
                  <a:pt x="14133" y="61246"/>
                  <a:pt x="62320" y="14097"/>
                  <a:pt x="119802" y="14097"/>
                </a:cubicBezTo>
                <a:cubicBezTo>
                  <a:pt x="177284" y="14097"/>
                  <a:pt x="225470" y="61246"/>
                  <a:pt x="225470" y="120206"/>
                </a:cubicBezTo>
                <a:cubicBezTo>
                  <a:pt x="225470" y="179165"/>
                  <a:pt x="178517" y="226314"/>
                  <a:pt x="119802" y="226314"/>
                </a:cubicBezTo>
                <a:cubicBezTo>
                  <a:pt x="61086" y="226314"/>
                  <a:pt x="14133" y="177927"/>
                  <a:pt x="14133" y="12020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6" name="Graphic 211">
            <a:extLst>
              <a:ext uri="{FF2B5EF4-FFF2-40B4-BE49-F238E27FC236}">
                <a16:creationId xmlns:a16="http://schemas.microsoft.com/office/drawing/2014/main" id="{AFD993B8-4B10-6FFA-9AF3-6BC0A31772D1}"/>
              </a:ext>
            </a:extLst>
          </p:cNvPr>
          <p:cNvSpPr/>
          <p:nvPr/>
        </p:nvSpPr>
        <p:spPr>
          <a:xfrm>
            <a:off x="4605055" y="5540365"/>
            <a:ext cx="452489" cy="454025"/>
          </a:xfrm>
          <a:custGeom>
            <a:avLst/>
            <a:gdLst>
              <a:gd name="connsiteX0" fmla="*/ 337209 w 339082"/>
              <a:gd name="connsiteY0" fmla="*/ 328327 h 340233"/>
              <a:gd name="connsiteX1" fmla="*/ 210008 w 339082"/>
              <a:gd name="connsiteY1" fmla="*/ 199454 h 340233"/>
              <a:gd name="connsiteX2" fmla="*/ 239603 w 339082"/>
              <a:gd name="connsiteY2" fmla="*/ 120301 h 340233"/>
              <a:gd name="connsiteX3" fmla="*/ 119802 w 339082"/>
              <a:gd name="connsiteY3" fmla="*/ 0 h 340233"/>
              <a:gd name="connsiteX4" fmla="*/ 0 w 339082"/>
              <a:gd name="connsiteY4" fmla="*/ 120301 h 340233"/>
              <a:gd name="connsiteX5" fmla="*/ 119802 w 339082"/>
              <a:gd name="connsiteY5" fmla="*/ 240602 h 340233"/>
              <a:gd name="connsiteX6" fmla="*/ 199480 w 339082"/>
              <a:gd name="connsiteY6" fmla="*/ 210121 h 340233"/>
              <a:gd name="connsiteX7" fmla="*/ 326680 w 339082"/>
              <a:gd name="connsiteY7" fmla="*/ 337852 h 340233"/>
              <a:gd name="connsiteX8" fmla="*/ 331423 w 339082"/>
              <a:gd name="connsiteY8" fmla="*/ 340233 h 340233"/>
              <a:gd name="connsiteX9" fmla="*/ 337304 w 339082"/>
              <a:gd name="connsiteY9" fmla="*/ 337852 h 340233"/>
              <a:gd name="connsiteX10" fmla="*/ 337304 w 339082"/>
              <a:gd name="connsiteY10" fmla="*/ 328422 h 340233"/>
              <a:gd name="connsiteX11" fmla="*/ 14133 w 339082"/>
              <a:gd name="connsiteY11" fmla="*/ 120206 h 340233"/>
              <a:gd name="connsiteX12" fmla="*/ 119802 w 339082"/>
              <a:gd name="connsiteY12" fmla="*/ 14097 h 340233"/>
              <a:gd name="connsiteX13" fmla="*/ 225470 w 339082"/>
              <a:gd name="connsiteY13" fmla="*/ 120206 h 340233"/>
              <a:gd name="connsiteX14" fmla="*/ 119802 w 339082"/>
              <a:gd name="connsiteY14" fmla="*/ 226314 h 340233"/>
              <a:gd name="connsiteX15" fmla="*/ 14133 w 339082"/>
              <a:gd name="connsiteY15" fmla="*/ 120206 h 340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9082" h="340233">
                <a:moveTo>
                  <a:pt x="337209" y="328327"/>
                </a:moveTo>
                <a:cubicBezTo>
                  <a:pt x="337209" y="328327"/>
                  <a:pt x="337209" y="328327"/>
                  <a:pt x="210008" y="199454"/>
                </a:cubicBezTo>
                <a:cubicBezTo>
                  <a:pt x="228505" y="178213"/>
                  <a:pt x="239603" y="150495"/>
                  <a:pt x="239603" y="120301"/>
                </a:cubicBezTo>
                <a:cubicBezTo>
                  <a:pt x="239603" y="54292"/>
                  <a:pt x="186769" y="0"/>
                  <a:pt x="119802" y="0"/>
                </a:cubicBezTo>
                <a:cubicBezTo>
                  <a:pt x="52834" y="0"/>
                  <a:pt x="0" y="54292"/>
                  <a:pt x="0" y="120301"/>
                </a:cubicBezTo>
                <a:cubicBezTo>
                  <a:pt x="0" y="186309"/>
                  <a:pt x="54067" y="240602"/>
                  <a:pt x="119802" y="240602"/>
                </a:cubicBezTo>
                <a:cubicBezTo>
                  <a:pt x="150629" y="240602"/>
                  <a:pt x="178422" y="228981"/>
                  <a:pt x="199480" y="210121"/>
                </a:cubicBezTo>
                <a:cubicBezTo>
                  <a:pt x="208681" y="219361"/>
                  <a:pt x="237232" y="248031"/>
                  <a:pt x="326680" y="337852"/>
                </a:cubicBezTo>
                <a:cubicBezTo>
                  <a:pt x="327818" y="338995"/>
                  <a:pt x="330189" y="340233"/>
                  <a:pt x="331423" y="340233"/>
                </a:cubicBezTo>
                <a:cubicBezTo>
                  <a:pt x="333794" y="340233"/>
                  <a:pt x="336165" y="339090"/>
                  <a:pt x="337304" y="337852"/>
                </a:cubicBezTo>
                <a:cubicBezTo>
                  <a:pt x="339675" y="335471"/>
                  <a:pt x="339675" y="330803"/>
                  <a:pt x="337304" y="328422"/>
                </a:cubicBezTo>
                <a:close/>
                <a:moveTo>
                  <a:pt x="14133" y="120206"/>
                </a:moveTo>
                <a:cubicBezTo>
                  <a:pt x="14133" y="61246"/>
                  <a:pt x="62320" y="14097"/>
                  <a:pt x="119802" y="14097"/>
                </a:cubicBezTo>
                <a:cubicBezTo>
                  <a:pt x="177284" y="14097"/>
                  <a:pt x="225470" y="61246"/>
                  <a:pt x="225470" y="120206"/>
                </a:cubicBezTo>
                <a:cubicBezTo>
                  <a:pt x="225470" y="179165"/>
                  <a:pt x="178517" y="226314"/>
                  <a:pt x="119802" y="226314"/>
                </a:cubicBezTo>
                <a:cubicBezTo>
                  <a:pt x="61086" y="226314"/>
                  <a:pt x="14133" y="177927"/>
                  <a:pt x="14133" y="12020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9" name="Graphic 217">
            <a:extLst>
              <a:ext uri="{FF2B5EF4-FFF2-40B4-BE49-F238E27FC236}">
                <a16:creationId xmlns:a16="http://schemas.microsoft.com/office/drawing/2014/main" id="{A424D7B4-1FFD-01FA-A52D-5A1EED3A8CA2}"/>
              </a:ext>
            </a:extLst>
          </p:cNvPr>
          <p:cNvSpPr/>
          <p:nvPr/>
        </p:nvSpPr>
        <p:spPr>
          <a:xfrm>
            <a:off x="5504908" y="4937324"/>
            <a:ext cx="438240" cy="441328"/>
          </a:xfrm>
          <a:custGeom>
            <a:avLst/>
            <a:gdLst>
              <a:gd name="connsiteX0" fmla="*/ 328008 w 330474"/>
              <a:gd name="connsiteY0" fmla="*/ 321278 h 332803"/>
              <a:gd name="connsiteX1" fmla="*/ 203463 w 330474"/>
              <a:gd name="connsiteY1" fmla="*/ 196215 h 332803"/>
              <a:gd name="connsiteX2" fmla="*/ 233722 w 330474"/>
              <a:gd name="connsiteY2" fmla="*/ 117729 h 332803"/>
              <a:gd name="connsiteX3" fmla="*/ 116861 w 330474"/>
              <a:gd name="connsiteY3" fmla="*/ 0 h 332803"/>
              <a:gd name="connsiteX4" fmla="*/ 0 w 330474"/>
              <a:gd name="connsiteY4" fmla="*/ 117729 h 332803"/>
              <a:gd name="connsiteX5" fmla="*/ 116861 w 330474"/>
              <a:gd name="connsiteY5" fmla="*/ 235458 h 332803"/>
              <a:gd name="connsiteX6" fmla="*/ 194263 w 330474"/>
              <a:gd name="connsiteY6" fmla="*/ 205454 h 332803"/>
              <a:gd name="connsiteX7" fmla="*/ 318807 w 330474"/>
              <a:gd name="connsiteY7" fmla="*/ 330518 h 332803"/>
              <a:gd name="connsiteX8" fmla="*/ 323360 w 330474"/>
              <a:gd name="connsiteY8" fmla="*/ 332804 h 332803"/>
              <a:gd name="connsiteX9" fmla="*/ 327913 w 330474"/>
              <a:gd name="connsiteY9" fmla="*/ 330518 h 332803"/>
              <a:gd name="connsiteX10" fmla="*/ 327913 w 330474"/>
              <a:gd name="connsiteY10" fmla="*/ 321278 h 332803"/>
              <a:gd name="connsiteX11" fmla="*/ 13754 w 330474"/>
              <a:gd name="connsiteY11" fmla="*/ 117729 h 332803"/>
              <a:gd name="connsiteX12" fmla="*/ 116861 w 330474"/>
              <a:gd name="connsiteY12" fmla="*/ 13906 h 332803"/>
              <a:gd name="connsiteX13" fmla="*/ 219968 w 330474"/>
              <a:gd name="connsiteY13" fmla="*/ 117729 h 332803"/>
              <a:gd name="connsiteX14" fmla="*/ 116861 w 330474"/>
              <a:gd name="connsiteY14" fmla="*/ 221551 h 332803"/>
              <a:gd name="connsiteX15" fmla="*/ 13754 w 330474"/>
              <a:gd name="connsiteY15" fmla="*/ 117729 h 332803"/>
              <a:gd name="connsiteX16" fmla="*/ 171592 w 330474"/>
              <a:gd name="connsiteY16" fmla="*/ 117729 h 332803"/>
              <a:gd name="connsiteX17" fmla="*/ 164763 w 330474"/>
              <a:gd name="connsiteY17" fmla="*/ 124778 h 332803"/>
              <a:gd name="connsiteX18" fmla="*/ 123501 w 330474"/>
              <a:gd name="connsiteY18" fmla="*/ 124778 h 332803"/>
              <a:gd name="connsiteX19" fmla="*/ 123501 w 330474"/>
              <a:gd name="connsiteY19" fmla="*/ 166211 h 332803"/>
              <a:gd name="connsiteX20" fmla="*/ 116861 w 330474"/>
              <a:gd name="connsiteY20" fmla="*/ 173164 h 332803"/>
              <a:gd name="connsiteX21" fmla="*/ 110221 w 330474"/>
              <a:gd name="connsiteY21" fmla="*/ 166211 h 332803"/>
              <a:gd name="connsiteX22" fmla="*/ 110221 w 330474"/>
              <a:gd name="connsiteY22" fmla="*/ 124778 h 332803"/>
              <a:gd name="connsiteX23" fmla="*/ 68959 w 330474"/>
              <a:gd name="connsiteY23" fmla="*/ 124778 h 332803"/>
              <a:gd name="connsiteX24" fmla="*/ 62130 w 330474"/>
              <a:gd name="connsiteY24" fmla="*/ 117729 h 332803"/>
              <a:gd name="connsiteX25" fmla="*/ 68959 w 330474"/>
              <a:gd name="connsiteY25" fmla="*/ 110680 h 332803"/>
              <a:gd name="connsiteX26" fmla="*/ 110221 w 330474"/>
              <a:gd name="connsiteY26" fmla="*/ 110680 h 332803"/>
              <a:gd name="connsiteX27" fmla="*/ 110221 w 330474"/>
              <a:gd name="connsiteY27" fmla="*/ 69247 h 332803"/>
              <a:gd name="connsiteX28" fmla="*/ 116861 w 330474"/>
              <a:gd name="connsiteY28" fmla="*/ 62293 h 332803"/>
              <a:gd name="connsiteX29" fmla="*/ 123501 w 330474"/>
              <a:gd name="connsiteY29" fmla="*/ 69247 h 332803"/>
              <a:gd name="connsiteX30" fmla="*/ 123501 w 330474"/>
              <a:gd name="connsiteY30" fmla="*/ 110680 h 332803"/>
              <a:gd name="connsiteX31" fmla="*/ 164763 w 330474"/>
              <a:gd name="connsiteY31" fmla="*/ 110680 h 332803"/>
              <a:gd name="connsiteX32" fmla="*/ 171592 w 330474"/>
              <a:gd name="connsiteY32" fmla="*/ 117729 h 332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0474" h="332803">
                <a:moveTo>
                  <a:pt x="328008" y="321278"/>
                </a:moveTo>
                <a:cubicBezTo>
                  <a:pt x="328008" y="321278"/>
                  <a:pt x="328008" y="321278"/>
                  <a:pt x="203463" y="196215"/>
                </a:cubicBezTo>
                <a:cubicBezTo>
                  <a:pt x="222150" y="175355"/>
                  <a:pt x="233722" y="147828"/>
                  <a:pt x="233722" y="117729"/>
                </a:cubicBezTo>
                <a:cubicBezTo>
                  <a:pt x="233722" y="53149"/>
                  <a:pt x="181078" y="0"/>
                  <a:pt x="116861" y="0"/>
                </a:cubicBezTo>
                <a:cubicBezTo>
                  <a:pt x="52644" y="0"/>
                  <a:pt x="0" y="53054"/>
                  <a:pt x="0" y="117729"/>
                </a:cubicBezTo>
                <a:cubicBezTo>
                  <a:pt x="0" y="182404"/>
                  <a:pt x="52644" y="235458"/>
                  <a:pt x="116861" y="235458"/>
                </a:cubicBezTo>
                <a:cubicBezTo>
                  <a:pt x="146456" y="235458"/>
                  <a:pt x="173584" y="224028"/>
                  <a:pt x="194263" y="205454"/>
                </a:cubicBezTo>
                <a:cubicBezTo>
                  <a:pt x="203084" y="214312"/>
                  <a:pt x="230876" y="242221"/>
                  <a:pt x="318807" y="330518"/>
                </a:cubicBezTo>
                <a:cubicBezTo>
                  <a:pt x="319945" y="331660"/>
                  <a:pt x="322222" y="332804"/>
                  <a:pt x="323360" y="332804"/>
                </a:cubicBezTo>
                <a:cubicBezTo>
                  <a:pt x="325636" y="332804"/>
                  <a:pt x="326775" y="331660"/>
                  <a:pt x="327913" y="330518"/>
                </a:cubicBezTo>
                <a:cubicBezTo>
                  <a:pt x="331328" y="328232"/>
                  <a:pt x="331328" y="323564"/>
                  <a:pt x="327913" y="321278"/>
                </a:cubicBezTo>
                <a:close/>
                <a:moveTo>
                  <a:pt x="13754" y="117729"/>
                </a:moveTo>
                <a:cubicBezTo>
                  <a:pt x="13754" y="60007"/>
                  <a:pt x="60707" y="13906"/>
                  <a:pt x="116861" y="13906"/>
                </a:cubicBezTo>
                <a:cubicBezTo>
                  <a:pt x="173015" y="13906"/>
                  <a:pt x="219968" y="60103"/>
                  <a:pt x="219968" y="117729"/>
                </a:cubicBezTo>
                <a:cubicBezTo>
                  <a:pt x="219968" y="175355"/>
                  <a:pt x="174153" y="221551"/>
                  <a:pt x="116861" y="221551"/>
                </a:cubicBezTo>
                <a:cubicBezTo>
                  <a:pt x="59569" y="221551"/>
                  <a:pt x="13754" y="175355"/>
                  <a:pt x="13754" y="117729"/>
                </a:cubicBezTo>
                <a:close/>
                <a:moveTo>
                  <a:pt x="171592" y="117729"/>
                </a:moveTo>
                <a:cubicBezTo>
                  <a:pt x="171592" y="121253"/>
                  <a:pt x="169316" y="124778"/>
                  <a:pt x="164763" y="124778"/>
                </a:cubicBezTo>
                <a:lnTo>
                  <a:pt x="123501" y="124778"/>
                </a:lnTo>
                <a:lnTo>
                  <a:pt x="123501" y="166211"/>
                </a:lnTo>
                <a:cubicBezTo>
                  <a:pt x="123501" y="169640"/>
                  <a:pt x="121319" y="173164"/>
                  <a:pt x="116861" y="173164"/>
                </a:cubicBezTo>
                <a:cubicBezTo>
                  <a:pt x="113541" y="173164"/>
                  <a:pt x="110221" y="169735"/>
                  <a:pt x="110221" y="166211"/>
                </a:cubicBezTo>
                <a:lnTo>
                  <a:pt x="110221" y="124778"/>
                </a:lnTo>
                <a:lnTo>
                  <a:pt x="68959" y="124778"/>
                </a:lnTo>
                <a:cubicBezTo>
                  <a:pt x="65545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8959" y="110680"/>
                </a:cubicBezTo>
                <a:lnTo>
                  <a:pt x="110221" y="110680"/>
                </a:lnTo>
                <a:lnTo>
                  <a:pt x="110221" y="69247"/>
                </a:lnTo>
                <a:cubicBezTo>
                  <a:pt x="110221" y="65818"/>
                  <a:pt x="113541" y="62293"/>
                  <a:pt x="116861" y="62293"/>
                </a:cubicBezTo>
                <a:cubicBezTo>
                  <a:pt x="121224" y="62293"/>
                  <a:pt x="123501" y="65722"/>
                  <a:pt x="123501" y="69247"/>
                </a:cubicBezTo>
                <a:lnTo>
                  <a:pt x="123501" y="110680"/>
                </a:lnTo>
                <a:lnTo>
                  <a:pt x="164763" y="110680"/>
                </a:lnTo>
                <a:cubicBezTo>
                  <a:pt x="169316" y="110680"/>
                  <a:pt x="171592" y="114205"/>
                  <a:pt x="171592" y="11772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0" name="Graphic 217">
            <a:extLst>
              <a:ext uri="{FF2B5EF4-FFF2-40B4-BE49-F238E27FC236}">
                <a16:creationId xmlns:a16="http://schemas.microsoft.com/office/drawing/2014/main" id="{DF24E22D-CA0E-A8C0-74F6-C9E74EBF956A}"/>
              </a:ext>
            </a:extLst>
          </p:cNvPr>
          <p:cNvSpPr/>
          <p:nvPr/>
        </p:nvSpPr>
        <p:spPr>
          <a:xfrm>
            <a:off x="6273258" y="4937324"/>
            <a:ext cx="438240" cy="441328"/>
          </a:xfrm>
          <a:custGeom>
            <a:avLst/>
            <a:gdLst>
              <a:gd name="connsiteX0" fmla="*/ 328008 w 330474"/>
              <a:gd name="connsiteY0" fmla="*/ 321278 h 332803"/>
              <a:gd name="connsiteX1" fmla="*/ 203463 w 330474"/>
              <a:gd name="connsiteY1" fmla="*/ 196215 h 332803"/>
              <a:gd name="connsiteX2" fmla="*/ 233722 w 330474"/>
              <a:gd name="connsiteY2" fmla="*/ 117729 h 332803"/>
              <a:gd name="connsiteX3" fmla="*/ 116861 w 330474"/>
              <a:gd name="connsiteY3" fmla="*/ 0 h 332803"/>
              <a:gd name="connsiteX4" fmla="*/ 0 w 330474"/>
              <a:gd name="connsiteY4" fmla="*/ 117729 h 332803"/>
              <a:gd name="connsiteX5" fmla="*/ 116861 w 330474"/>
              <a:gd name="connsiteY5" fmla="*/ 235458 h 332803"/>
              <a:gd name="connsiteX6" fmla="*/ 194263 w 330474"/>
              <a:gd name="connsiteY6" fmla="*/ 205454 h 332803"/>
              <a:gd name="connsiteX7" fmla="*/ 318807 w 330474"/>
              <a:gd name="connsiteY7" fmla="*/ 330518 h 332803"/>
              <a:gd name="connsiteX8" fmla="*/ 323360 w 330474"/>
              <a:gd name="connsiteY8" fmla="*/ 332804 h 332803"/>
              <a:gd name="connsiteX9" fmla="*/ 327913 w 330474"/>
              <a:gd name="connsiteY9" fmla="*/ 330518 h 332803"/>
              <a:gd name="connsiteX10" fmla="*/ 327913 w 330474"/>
              <a:gd name="connsiteY10" fmla="*/ 321278 h 332803"/>
              <a:gd name="connsiteX11" fmla="*/ 13754 w 330474"/>
              <a:gd name="connsiteY11" fmla="*/ 117729 h 332803"/>
              <a:gd name="connsiteX12" fmla="*/ 116861 w 330474"/>
              <a:gd name="connsiteY12" fmla="*/ 13906 h 332803"/>
              <a:gd name="connsiteX13" fmla="*/ 219968 w 330474"/>
              <a:gd name="connsiteY13" fmla="*/ 117729 h 332803"/>
              <a:gd name="connsiteX14" fmla="*/ 116861 w 330474"/>
              <a:gd name="connsiteY14" fmla="*/ 221551 h 332803"/>
              <a:gd name="connsiteX15" fmla="*/ 13754 w 330474"/>
              <a:gd name="connsiteY15" fmla="*/ 117729 h 332803"/>
              <a:gd name="connsiteX16" fmla="*/ 171592 w 330474"/>
              <a:gd name="connsiteY16" fmla="*/ 117729 h 332803"/>
              <a:gd name="connsiteX17" fmla="*/ 164763 w 330474"/>
              <a:gd name="connsiteY17" fmla="*/ 124778 h 332803"/>
              <a:gd name="connsiteX18" fmla="*/ 123501 w 330474"/>
              <a:gd name="connsiteY18" fmla="*/ 124778 h 332803"/>
              <a:gd name="connsiteX19" fmla="*/ 123501 w 330474"/>
              <a:gd name="connsiteY19" fmla="*/ 166211 h 332803"/>
              <a:gd name="connsiteX20" fmla="*/ 116861 w 330474"/>
              <a:gd name="connsiteY20" fmla="*/ 173164 h 332803"/>
              <a:gd name="connsiteX21" fmla="*/ 110221 w 330474"/>
              <a:gd name="connsiteY21" fmla="*/ 166211 h 332803"/>
              <a:gd name="connsiteX22" fmla="*/ 110221 w 330474"/>
              <a:gd name="connsiteY22" fmla="*/ 124778 h 332803"/>
              <a:gd name="connsiteX23" fmla="*/ 68959 w 330474"/>
              <a:gd name="connsiteY23" fmla="*/ 124778 h 332803"/>
              <a:gd name="connsiteX24" fmla="*/ 62130 w 330474"/>
              <a:gd name="connsiteY24" fmla="*/ 117729 h 332803"/>
              <a:gd name="connsiteX25" fmla="*/ 68959 w 330474"/>
              <a:gd name="connsiteY25" fmla="*/ 110680 h 332803"/>
              <a:gd name="connsiteX26" fmla="*/ 110221 w 330474"/>
              <a:gd name="connsiteY26" fmla="*/ 110680 h 332803"/>
              <a:gd name="connsiteX27" fmla="*/ 110221 w 330474"/>
              <a:gd name="connsiteY27" fmla="*/ 69247 h 332803"/>
              <a:gd name="connsiteX28" fmla="*/ 116861 w 330474"/>
              <a:gd name="connsiteY28" fmla="*/ 62293 h 332803"/>
              <a:gd name="connsiteX29" fmla="*/ 123501 w 330474"/>
              <a:gd name="connsiteY29" fmla="*/ 69247 h 332803"/>
              <a:gd name="connsiteX30" fmla="*/ 123501 w 330474"/>
              <a:gd name="connsiteY30" fmla="*/ 110680 h 332803"/>
              <a:gd name="connsiteX31" fmla="*/ 164763 w 330474"/>
              <a:gd name="connsiteY31" fmla="*/ 110680 h 332803"/>
              <a:gd name="connsiteX32" fmla="*/ 171592 w 330474"/>
              <a:gd name="connsiteY32" fmla="*/ 117729 h 332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0474" h="332803">
                <a:moveTo>
                  <a:pt x="328008" y="321278"/>
                </a:moveTo>
                <a:cubicBezTo>
                  <a:pt x="328008" y="321278"/>
                  <a:pt x="328008" y="321278"/>
                  <a:pt x="203463" y="196215"/>
                </a:cubicBezTo>
                <a:cubicBezTo>
                  <a:pt x="222150" y="175355"/>
                  <a:pt x="233722" y="147828"/>
                  <a:pt x="233722" y="117729"/>
                </a:cubicBezTo>
                <a:cubicBezTo>
                  <a:pt x="233722" y="53149"/>
                  <a:pt x="181078" y="0"/>
                  <a:pt x="116861" y="0"/>
                </a:cubicBezTo>
                <a:cubicBezTo>
                  <a:pt x="52644" y="0"/>
                  <a:pt x="0" y="53054"/>
                  <a:pt x="0" y="117729"/>
                </a:cubicBezTo>
                <a:cubicBezTo>
                  <a:pt x="0" y="182404"/>
                  <a:pt x="52644" y="235458"/>
                  <a:pt x="116861" y="235458"/>
                </a:cubicBezTo>
                <a:cubicBezTo>
                  <a:pt x="146456" y="235458"/>
                  <a:pt x="173584" y="224028"/>
                  <a:pt x="194263" y="205454"/>
                </a:cubicBezTo>
                <a:cubicBezTo>
                  <a:pt x="203084" y="214312"/>
                  <a:pt x="230876" y="242221"/>
                  <a:pt x="318807" y="330518"/>
                </a:cubicBezTo>
                <a:cubicBezTo>
                  <a:pt x="319945" y="331660"/>
                  <a:pt x="322222" y="332804"/>
                  <a:pt x="323360" y="332804"/>
                </a:cubicBezTo>
                <a:cubicBezTo>
                  <a:pt x="325636" y="332804"/>
                  <a:pt x="326775" y="331660"/>
                  <a:pt x="327913" y="330518"/>
                </a:cubicBezTo>
                <a:cubicBezTo>
                  <a:pt x="331328" y="328232"/>
                  <a:pt x="331328" y="323564"/>
                  <a:pt x="327913" y="321278"/>
                </a:cubicBezTo>
                <a:close/>
                <a:moveTo>
                  <a:pt x="13754" y="117729"/>
                </a:moveTo>
                <a:cubicBezTo>
                  <a:pt x="13754" y="60007"/>
                  <a:pt x="60707" y="13906"/>
                  <a:pt x="116861" y="13906"/>
                </a:cubicBezTo>
                <a:cubicBezTo>
                  <a:pt x="173015" y="13906"/>
                  <a:pt x="219968" y="60103"/>
                  <a:pt x="219968" y="117729"/>
                </a:cubicBezTo>
                <a:cubicBezTo>
                  <a:pt x="219968" y="175355"/>
                  <a:pt x="174153" y="221551"/>
                  <a:pt x="116861" y="221551"/>
                </a:cubicBezTo>
                <a:cubicBezTo>
                  <a:pt x="59569" y="221551"/>
                  <a:pt x="13754" y="175355"/>
                  <a:pt x="13754" y="117729"/>
                </a:cubicBezTo>
                <a:close/>
                <a:moveTo>
                  <a:pt x="171592" y="117729"/>
                </a:moveTo>
                <a:cubicBezTo>
                  <a:pt x="171592" y="121253"/>
                  <a:pt x="169316" y="124778"/>
                  <a:pt x="164763" y="124778"/>
                </a:cubicBezTo>
                <a:lnTo>
                  <a:pt x="123501" y="124778"/>
                </a:lnTo>
                <a:lnTo>
                  <a:pt x="123501" y="166211"/>
                </a:lnTo>
                <a:cubicBezTo>
                  <a:pt x="123501" y="169640"/>
                  <a:pt x="121319" y="173164"/>
                  <a:pt x="116861" y="173164"/>
                </a:cubicBezTo>
                <a:cubicBezTo>
                  <a:pt x="113541" y="173164"/>
                  <a:pt x="110221" y="169735"/>
                  <a:pt x="110221" y="166211"/>
                </a:cubicBezTo>
                <a:lnTo>
                  <a:pt x="110221" y="124778"/>
                </a:lnTo>
                <a:lnTo>
                  <a:pt x="68959" y="124778"/>
                </a:lnTo>
                <a:cubicBezTo>
                  <a:pt x="65545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8959" y="110680"/>
                </a:cubicBezTo>
                <a:lnTo>
                  <a:pt x="110221" y="110680"/>
                </a:lnTo>
                <a:lnTo>
                  <a:pt x="110221" y="69247"/>
                </a:lnTo>
                <a:cubicBezTo>
                  <a:pt x="110221" y="65818"/>
                  <a:pt x="113541" y="62293"/>
                  <a:pt x="116861" y="62293"/>
                </a:cubicBezTo>
                <a:cubicBezTo>
                  <a:pt x="121224" y="62293"/>
                  <a:pt x="123501" y="65722"/>
                  <a:pt x="123501" y="69247"/>
                </a:cubicBezTo>
                <a:lnTo>
                  <a:pt x="123501" y="110680"/>
                </a:lnTo>
                <a:lnTo>
                  <a:pt x="164763" y="110680"/>
                </a:lnTo>
                <a:cubicBezTo>
                  <a:pt x="169316" y="110680"/>
                  <a:pt x="171592" y="114205"/>
                  <a:pt x="171592" y="11772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1" name="Graphic 217">
            <a:extLst>
              <a:ext uri="{FF2B5EF4-FFF2-40B4-BE49-F238E27FC236}">
                <a16:creationId xmlns:a16="http://schemas.microsoft.com/office/drawing/2014/main" id="{33CCDCD7-4177-A4A3-6F2B-315CD6284814}"/>
              </a:ext>
            </a:extLst>
          </p:cNvPr>
          <p:cNvSpPr/>
          <p:nvPr/>
        </p:nvSpPr>
        <p:spPr>
          <a:xfrm>
            <a:off x="5504908" y="5546924"/>
            <a:ext cx="438240" cy="441328"/>
          </a:xfrm>
          <a:custGeom>
            <a:avLst/>
            <a:gdLst>
              <a:gd name="connsiteX0" fmla="*/ 328008 w 330474"/>
              <a:gd name="connsiteY0" fmla="*/ 321278 h 332803"/>
              <a:gd name="connsiteX1" fmla="*/ 203463 w 330474"/>
              <a:gd name="connsiteY1" fmla="*/ 196215 h 332803"/>
              <a:gd name="connsiteX2" fmla="*/ 233722 w 330474"/>
              <a:gd name="connsiteY2" fmla="*/ 117729 h 332803"/>
              <a:gd name="connsiteX3" fmla="*/ 116861 w 330474"/>
              <a:gd name="connsiteY3" fmla="*/ 0 h 332803"/>
              <a:gd name="connsiteX4" fmla="*/ 0 w 330474"/>
              <a:gd name="connsiteY4" fmla="*/ 117729 h 332803"/>
              <a:gd name="connsiteX5" fmla="*/ 116861 w 330474"/>
              <a:gd name="connsiteY5" fmla="*/ 235458 h 332803"/>
              <a:gd name="connsiteX6" fmla="*/ 194263 w 330474"/>
              <a:gd name="connsiteY6" fmla="*/ 205454 h 332803"/>
              <a:gd name="connsiteX7" fmla="*/ 318807 w 330474"/>
              <a:gd name="connsiteY7" fmla="*/ 330518 h 332803"/>
              <a:gd name="connsiteX8" fmla="*/ 323360 w 330474"/>
              <a:gd name="connsiteY8" fmla="*/ 332804 h 332803"/>
              <a:gd name="connsiteX9" fmla="*/ 327913 w 330474"/>
              <a:gd name="connsiteY9" fmla="*/ 330518 h 332803"/>
              <a:gd name="connsiteX10" fmla="*/ 327913 w 330474"/>
              <a:gd name="connsiteY10" fmla="*/ 321278 h 332803"/>
              <a:gd name="connsiteX11" fmla="*/ 13754 w 330474"/>
              <a:gd name="connsiteY11" fmla="*/ 117729 h 332803"/>
              <a:gd name="connsiteX12" fmla="*/ 116861 w 330474"/>
              <a:gd name="connsiteY12" fmla="*/ 13906 h 332803"/>
              <a:gd name="connsiteX13" fmla="*/ 219968 w 330474"/>
              <a:gd name="connsiteY13" fmla="*/ 117729 h 332803"/>
              <a:gd name="connsiteX14" fmla="*/ 116861 w 330474"/>
              <a:gd name="connsiteY14" fmla="*/ 221551 h 332803"/>
              <a:gd name="connsiteX15" fmla="*/ 13754 w 330474"/>
              <a:gd name="connsiteY15" fmla="*/ 117729 h 332803"/>
              <a:gd name="connsiteX16" fmla="*/ 171592 w 330474"/>
              <a:gd name="connsiteY16" fmla="*/ 117729 h 332803"/>
              <a:gd name="connsiteX17" fmla="*/ 164763 w 330474"/>
              <a:gd name="connsiteY17" fmla="*/ 124778 h 332803"/>
              <a:gd name="connsiteX18" fmla="*/ 123501 w 330474"/>
              <a:gd name="connsiteY18" fmla="*/ 124778 h 332803"/>
              <a:gd name="connsiteX19" fmla="*/ 123501 w 330474"/>
              <a:gd name="connsiteY19" fmla="*/ 166211 h 332803"/>
              <a:gd name="connsiteX20" fmla="*/ 116861 w 330474"/>
              <a:gd name="connsiteY20" fmla="*/ 173164 h 332803"/>
              <a:gd name="connsiteX21" fmla="*/ 110221 w 330474"/>
              <a:gd name="connsiteY21" fmla="*/ 166211 h 332803"/>
              <a:gd name="connsiteX22" fmla="*/ 110221 w 330474"/>
              <a:gd name="connsiteY22" fmla="*/ 124778 h 332803"/>
              <a:gd name="connsiteX23" fmla="*/ 68959 w 330474"/>
              <a:gd name="connsiteY23" fmla="*/ 124778 h 332803"/>
              <a:gd name="connsiteX24" fmla="*/ 62130 w 330474"/>
              <a:gd name="connsiteY24" fmla="*/ 117729 h 332803"/>
              <a:gd name="connsiteX25" fmla="*/ 68959 w 330474"/>
              <a:gd name="connsiteY25" fmla="*/ 110680 h 332803"/>
              <a:gd name="connsiteX26" fmla="*/ 110221 w 330474"/>
              <a:gd name="connsiteY26" fmla="*/ 110680 h 332803"/>
              <a:gd name="connsiteX27" fmla="*/ 110221 w 330474"/>
              <a:gd name="connsiteY27" fmla="*/ 69247 h 332803"/>
              <a:gd name="connsiteX28" fmla="*/ 116861 w 330474"/>
              <a:gd name="connsiteY28" fmla="*/ 62293 h 332803"/>
              <a:gd name="connsiteX29" fmla="*/ 123501 w 330474"/>
              <a:gd name="connsiteY29" fmla="*/ 69247 h 332803"/>
              <a:gd name="connsiteX30" fmla="*/ 123501 w 330474"/>
              <a:gd name="connsiteY30" fmla="*/ 110680 h 332803"/>
              <a:gd name="connsiteX31" fmla="*/ 164763 w 330474"/>
              <a:gd name="connsiteY31" fmla="*/ 110680 h 332803"/>
              <a:gd name="connsiteX32" fmla="*/ 171592 w 330474"/>
              <a:gd name="connsiteY32" fmla="*/ 117729 h 332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0474" h="332803">
                <a:moveTo>
                  <a:pt x="328008" y="321278"/>
                </a:moveTo>
                <a:cubicBezTo>
                  <a:pt x="328008" y="321278"/>
                  <a:pt x="328008" y="321278"/>
                  <a:pt x="203463" y="196215"/>
                </a:cubicBezTo>
                <a:cubicBezTo>
                  <a:pt x="222150" y="175355"/>
                  <a:pt x="233722" y="147828"/>
                  <a:pt x="233722" y="117729"/>
                </a:cubicBezTo>
                <a:cubicBezTo>
                  <a:pt x="233722" y="53149"/>
                  <a:pt x="181078" y="0"/>
                  <a:pt x="116861" y="0"/>
                </a:cubicBezTo>
                <a:cubicBezTo>
                  <a:pt x="52644" y="0"/>
                  <a:pt x="0" y="53054"/>
                  <a:pt x="0" y="117729"/>
                </a:cubicBezTo>
                <a:cubicBezTo>
                  <a:pt x="0" y="182404"/>
                  <a:pt x="52644" y="235458"/>
                  <a:pt x="116861" y="235458"/>
                </a:cubicBezTo>
                <a:cubicBezTo>
                  <a:pt x="146456" y="235458"/>
                  <a:pt x="173584" y="224028"/>
                  <a:pt x="194263" y="205454"/>
                </a:cubicBezTo>
                <a:cubicBezTo>
                  <a:pt x="203084" y="214312"/>
                  <a:pt x="230876" y="242221"/>
                  <a:pt x="318807" y="330518"/>
                </a:cubicBezTo>
                <a:cubicBezTo>
                  <a:pt x="319945" y="331660"/>
                  <a:pt x="322222" y="332804"/>
                  <a:pt x="323360" y="332804"/>
                </a:cubicBezTo>
                <a:cubicBezTo>
                  <a:pt x="325636" y="332804"/>
                  <a:pt x="326775" y="331660"/>
                  <a:pt x="327913" y="330518"/>
                </a:cubicBezTo>
                <a:cubicBezTo>
                  <a:pt x="331328" y="328232"/>
                  <a:pt x="331328" y="323564"/>
                  <a:pt x="327913" y="321278"/>
                </a:cubicBezTo>
                <a:close/>
                <a:moveTo>
                  <a:pt x="13754" y="117729"/>
                </a:moveTo>
                <a:cubicBezTo>
                  <a:pt x="13754" y="60007"/>
                  <a:pt x="60707" y="13906"/>
                  <a:pt x="116861" y="13906"/>
                </a:cubicBezTo>
                <a:cubicBezTo>
                  <a:pt x="173015" y="13906"/>
                  <a:pt x="219968" y="60103"/>
                  <a:pt x="219968" y="117729"/>
                </a:cubicBezTo>
                <a:cubicBezTo>
                  <a:pt x="219968" y="175355"/>
                  <a:pt x="174153" y="221551"/>
                  <a:pt x="116861" y="221551"/>
                </a:cubicBezTo>
                <a:cubicBezTo>
                  <a:pt x="59569" y="221551"/>
                  <a:pt x="13754" y="175355"/>
                  <a:pt x="13754" y="117729"/>
                </a:cubicBezTo>
                <a:close/>
                <a:moveTo>
                  <a:pt x="171592" y="117729"/>
                </a:moveTo>
                <a:cubicBezTo>
                  <a:pt x="171592" y="121253"/>
                  <a:pt x="169316" y="124778"/>
                  <a:pt x="164763" y="124778"/>
                </a:cubicBezTo>
                <a:lnTo>
                  <a:pt x="123501" y="124778"/>
                </a:lnTo>
                <a:lnTo>
                  <a:pt x="123501" y="166211"/>
                </a:lnTo>
                <a:cubicBezTo>
                  <a:pt x="123501" y="169640"/>
                  <a:pt x="121319" y="173164"/>
                  <a:pt x="116861" y="173164"/>
                </a:cubicBezTo>
                <a:cubicBezTo>
                  <a:pt x="113541" y="173164"/>
                  <a:pt x="110221" y="169735"/>
                  <a:pt x="110221" y="166211"/>
                </a:cubicBezTo>
                <a:lnTo>
                  <a:pt x="110221" y="124778"/>
                </a:lnTo>
                <a:lnTo>
                  <a:pt x="68959" y="124778"/>
                </a:lnTo>
                <a:cubicBezTo>
                  <a:pt x="65545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8959" y="110680"/>
                </a:cubicBezTo>
                <a:lnTo>
                  <a:pt x="110221" y="110680"/>
                </a:lnTo>
                <a:lnTo>
                  <a:pt x="110221" y="69247"/>
                </a:lnTo>
                <a:cubicBezTo>
                  <a:pt x="110221" y="65818"/>
                  <a:pt x="113541" y="62293"/>
                  <a:pt x="116861" y="62293"/>
                </a:cubicBezTo>
                <a:cubicBezTo>
                  <a:pt x="121224" y="62293"/>
                  <a:pt x="123501" y="65722"/>
                  <a:pt x="123501" y="69247"/>
                </a:cubicBezTo>
                <a:lnTo>
                  <a:pt x="123501" y="110680"/>
                </a:lnTo>
                <a:lnTo>
                  <a:pt x="164763" y="110680"/>
                </a:lnTo>
                <a:cubicBezTo>
                  <a:pt x="169316" y="110680"/>
                  <a:pt x="171592" y="114205"/>
                  <a:pt x="171592" y="11772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2" name="Graphic 217">
            <a:extLst>
              <a:ext uri="{FF2B5EF4-FFF2-40B4-BE49-F238E27FC236}">
                <a16:creationId xmlns:a16="http://schemas.microsoft.com/office/drawing/2014/main" id="{3AB14E32-A831-7782-9F60-AB4BD1B5E0C4}"/>
              </a:ext>
            </a:extLst>
          </p:cNvPr>
          <p:cNvSpPr/>
          <p:nvPr/>
        </p:nvSpPr>
        <p:spPr>
          <a:xfrm>
            <a:off x="6273258" y="5546924"/>
            <a:ext cx="438240" cy="441328"/>
          </a:xfrm>
          <a:custGeom>
            <a:avLst/>
            <a:gdLst>
              <a:gd name="connsiteX0" fmla="*/ 328008 w 330474"/>
              <a:gd name="connsiteY0" fmla="*/ 321278 h 332803"/>
              <a:gd name="connsiteX1" fmla="*/ 203463 w 330474"/>
              <a:gd name="connsiteY1" fmla="*/ 196215 h 332803"/>
              <a:gd name="connsiteX2" fmla="*/ 233722 w 330474"/>
              <a:gd name="connsiteY2" fmla="*/ 117729 h 332803"/>
              <a:gd name="connsiteX3" fmla="*/ 116861 w 330474"/>
              <a:gd name="connsiteY3" fmla="*/ 0 h 332803"/>
              <a:gd name="connsiteX4" fmla="*/ 0 w 330474"/>
              <a:gd name="connsiteY4" fmla="*/ 117729 h 332803"/>
              <a:gd name="connsiteX5" fmla="*/ 116861 w 330474"/>
              <a:gd name="connsiteY5" fmla="*/ 235458 h 332803"/>
              <a:gd name="connsiteX6" fmla="*/ 194263 w 330474"/>
              <a:gd name="connsiteY6" fmla="*/ 205454 h 332803"/>
              <a:gd name="connsiteX7" fmla="*/ 318807 w 330474"/>
              <a:gd name="connsiteY7" fmla="*/ 330518 h 332803"/>
              <a:gd name="connsiteX8" fmla="*/ 323360 w 330474"/>
              <a:gd name="connsiteY8" fmla="*/ 332804 h 332803"/>
              <a:gd name="connsiteX9" fmla="*/ 327913 w 330474"/>
              <a:gd name="connsiteY9" fmla="*/ 330518 h 332803"/>
              <a:gd name="connsiteX10" fmla="*/ 327913 w 330474"/>
              <a:gd name="connsiteY10" fmla="*/ 321278 h 332803"/>
              <a:gd name="connsiteX11" fmla="*/ 13754 w 330474"/>
              <a:gd name="connsiteY11" fmla="*/ 117729 h 332803"/>
              <a:gd name="connsiteX12" fmla="*/ 116861 w 330474"/>
              <a:gd name="connsiteY12" fmla="*/ 13906 h 332803"/>
              <a:gd name="connsiteX13" fmla="*/ 219968 w 330474"/>
              <a:gd name="connsiteY13" fmla="*/ 117729 h 332803"/>
              <a:gd name="connsiteX14" fmla="*/ 116861 w 330474"/>
              <a:gd name="connsiteY14" fmla="*/ 221551 h 332803"/>
              <a:gd name="connsiteX15" fmla="*/ 13754 w 330474"/>
              <a:gd name="connsiteY15" fmla="*/ 117729 h 332803"/>
              <a:gd name="connsiteX16" fmla="*/ 171592 w 330474"/>
              <a:gd name="connsiteY16" fmla="*/ 117729 h 332803"/>
              <a:gd name="connsiteX17" fmla="*/ 164763 w 330474"/>
              <a:gd name="connsiteY17" fmla="*/ 124778 h 332803"/>
              <a:gd name="connsiteX18" fmla="*/ 123501 w 330474"/>
              <a:gd name="connsiteY18" fmla="*/ 124778 h 332803"/>
              <a:gd name="connsiteX19" fmla="*/ 123501 w 330474"/>
              <a:gd name="connsiteY19" fmla="*/ 166211 h 332803"/>
              <a:gd name="connsiteX20" fmla="*/ 116861 w 330474"/>
              <a:gd name="connsiteY20" fmla="*/ 173164 h 332803"/>
              <a:gd name="connsiteX21" fmla="*/ 110221 w 330474"/>
              <a:gd name="connsiteY21" fmla="*/ 166211 h 332803"/>
              <a:gd name="connsiteX22" fmla="*/ 110221 w 330474"/>
              <a:gd name="connsiteY22" fmla="*/ 124778 h 332803"/>
              <a:gd name="connsiteX23" fmla="*/ 68959 w 330474"/>
              <a:gd name="connsiteY23" fmla="*/ 124778 h 332803"/>
              <a:gd name="connsiteX24" fmla="*/ 62130 w 330474"/>
              <a:gd name="connsiteY24" fmla="*/ 117729 h 332803"/>
              <a:gd name="connsiteX25" fmla="*/ 68959 w 330474"/>
              <a:gd name="connsiteY25" fmla="*/ 110680 h 332803"/>
              <a:gd name="connsiteX26" fmla="*/ 110221 w 330474"/>
              <a:gd name="connsiteY26" fmla="*/ 110680 h 332803"/>
              <a:gd name="connsiteX27" fmla="*/ 110221 w 330474"/>
              <a:gd name="connsiteY27" fmla="*/ 69247 h 332803"/>
              <a:gd name="connsiteX28" fmla="*/ 116861 w 330474"/>
              <a:gd name="connsiteY28" fmla="*/ 62293 h 332803"/>
              <a:gd name="connsiteX29" fmla="*/ 123501 w 330474"/>
              <a:gd name="connsiteY29" fmla="*/ 69247 h 332803"/>
              <a:gd name="connsiteX30" fmla="*/ 123501 w 330474"/>
              <a:gd name="connsiteY30" fmla="*/ 110680 h 332803"/>
              <a:gd name="connsiteX31" fmla="*/ 164763 w 330474"/>
              <a:gd name="connsiteY31" fmla="*/ 110680 h 332803"/>
              <a:gd name="connsiteX32" fmla="*/ 171592 w 330474"/>
              <a:gd name="connsiteY32" fmla="*/ 117729 h 332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0474" h="332803">
                <a:moveTo>
                  <a:pt x="328008" y="321278"/>
                </a:moveTo>
                <a:cubicBezTo>
                  <a:pt x="328008" y="321278"/>
                  <a:pt x="328008" y="321278"/>
                  <a:pt x="203463" y="196215"/>
                </a:cubicBezTo>
                <a:cubicBezTo>
                  <a:pt x="222150" y="175355"/>
                  <a:pt x="233722" y="147828"/>
                  <a:pt x="233722" y="117729"/>
                </a:cubicBezTo>
                <a:cubicBezTo>
                  <a:pt x="233722" y="53149"/>
                  <a:pt x="181078" y="0"/>
                  <a:pt x="116861" y="0"/>
                </a:cubicBezTo>
                <a:cubicBezTo>
                  <a:pt x="52644" y="0"/>
                  <a:pt x="0" y="53054"/>
                  <a:pt x="0" y="117729"/>
                </a:cubicBezTo>
                <a:cubicBezTo>
                  <a:pt x="0" y="182404"/>
                  <a:pt x="52644" y="235458"/>
                  <a:pt x="116861" y="235458"/>
                </a:cubicBezTo>
                <a:cubicBezTo>
                  <a:pt x="146456" y="235458"/>
                  <a:pt x="173584" y="224028"/>
                  <a:pt x="194263" y="205454"/>
                </a:cubicBezTo>
                <a:cubicBezTo>
                  <a:pt x="203084" y="214312"/>
                  <a:pt x="230876" y="242221"/>
                  <a:pt x="318807" y="330518"/>
                </a:cubicBezTo>
                <a:cubicBezTo>
                  <a:pt x="319945" y="331660"/>
                  <a:pt x="322222" y="332804"/>
                  <a:pt x="323360" y="332804"/>
                </a:cubicBezTo>
                <a:cubicBezTo>
                  <a:pt x="325636" y="332804"/>
                  <a:pt x="326775" y="331660"/>
                  <a:pt x="327913" y="330518"/>
                </a:cubicBezTo>
                <a:cubicBezTo>
                  <a:pt x="331328" y="328232"/>
                  <a:pt x="331328" y="323564"/>
                  <a:pt x="327913" y="321278"/>
                </a:cubicBezTo>
                <a:close/>
                <a:moveTo>
                  <a:pt x="13754" y="117729"/>
                </a:moveTo>
                <a:cubicBezTo>
                  <a:pt x="13754" y="60007"/>
                  <a:pt x="60707" y="13906"/>
                  <a:pt x="116861" y="13906"/>
                </a:cubicBezTo>
                <a:cubicBezTo>
                  <a:pt x="173015" y="13906"/>
                  <a:pt x="219968" y="60103"/>
                  <a:pt x="219968" y="117729"/>
                </a:cubicBezTo>
                <a:cubicBezTo>
                  <a:pt x="219968" y="175355"/>
                  <a:pt x="174153" y="221551"/>
                  <a:pt x="116861" y="221551"/>
                </a:cubicBezTo>
                <a:cubicBezTo>
                  <a:pt x="59569" y="221551"/>
                  <a:pt x="13754" y="175355"/>
                  <a:pt x="13754" y="117729"/>
                </a:cubicBezTo>
                <a:close/>
                <a:moveTo>
                  <a:pt x="171592" y="117729"/>
                </a:moveTo>
                <a:cubicBezTo>
                  <a:pt x="171592" y="121253"/>
                  <a:pt x="169316" y="124778"/>
                  <a:pt x="164763" y="124778"/>
                </a:cubicBezTo>
                <a:lnTo>
                  <a:pt x="123501" y="124778"/>
                </a:lnTo>
                <a:lnTo>
                  <a:pt x="123501" y="166211"/>
                </a:lnTo>
                <a:cubicBezTo>
                  <a:pt x="123501" y="169640"/>
                  <a:pt x="121319" y="173164"/>
                  <a:pt x="116861" y="173164"/>
                </a:cubicBezTo>
                <a:cubicBezTo>
                  <a:pt x="113541" y="173164"/>
                  <a:pt x="110221" y="169735"/>
                  <a:pt x="110221" y="166211"/>
                </a:cubicBezTo>
                <a:lnTo>
                  <a:pt x="110221" y="124778"/>
                </a:lnTo>
                <a:lnTo>
                  <a:pt x="68959" y="124778"/>
                </a:lnTo>
                <a:cubicBezTo>
                  <a:pt x="65545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8959" y="110680"/>
                </a:cubicBezTo>
                <a:lnTo>
                  <a:pt x="110221" y="110680"/>
                </a:lnTo>
                <a:lnTo>
                  <a:pt x="110221" y="69247"/>
                </a:lnTo>
                <a:cubicBezTo>
                  <a:pt x="110221" y="65818"/>
                  <a:pt x="113541" y="62293"/>
                  <a:pt x="116861" y="62293"/>
                </a:cubicBezTo>
                <a:cubicBezTo>
                  <a:pt x="121224" y="62293"/>
                  <a:pt x="123501" y="65722"/>
                  <a:pt x="123501" y="69247"/>
                </a:cubicBezTo>
                <a:lnTo>
                  <a:pt x="123501" y="110680"/>
                </a:lnTo>
                <a:lnTo>
                  <a:pt x="164763" y="110680"/>
                </a:lnTo>
                <a:cubicBezTo>
                  <a:pt x="169316" y="110680"/>
                  <a:pt x="171592" y="114205"/>
                  <a:pt x="171592" y="11772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5" name="Graphic 223">
            <a:extLst>
              <a:ext uri="{FF2B5EF4-FFF2-40B4-BE49-F238E27FC236}">
                <a16:creationId xmlns:a16="http://schemas.microsoft.com/office/drawing/2014/main" id="{C35F081B-E0AF-4369-9A0B-0145281B25FE}"/>
              </a:ext>
            </a:extLst>
          </p:cNvPr>
          <p:cNvSpPr/>
          <p:nvPr/>
        </p:nvSpPr>
        <p:spPr>
          <a:xfrm>
            <a:off x="7132008" y="4937324"/>
            <a:ext cx="436384" cy="437951"/>
          </a:xfrm>
          <a:custGeom>
            <a:avLst/>
            <a:gdLst>
              <a:gd name="connsiteX0" fmla="*/ 330000 w 331707"/>
              <a:gd name="connsiteY0" fmla="*/ 321278 h 332898"/>
              <a:gd name="connsiteX1" fmla="*/ 204981 w 331707"/>
              <a:gd name="connsiteY1" fmla="*/ 195739 h 332898"/>
              <a:gd name="connsiteX2" fmla="*/ 234481 w 331707"/>
              <a:gd name="connsiteY2" fmla="*/ 117729 h 332898"/>
              <a:gd name="connsiteX3" fmla="*/ 117241 w 331707"/>
              <a:gd name="connsiteY3" fmla="*/ 0 h 332898"/>
              <a:gd name="connsiteX4" fmla="*/ 0 w 331707"/>
              <a:gd name="connsiteY4" fmla="*/ 117729 h 332898"/>
              <a:gd name="connsiteX5" fmla="*/ 117241 w 331707"/>
              <a:gd name="connsiteY5" fmla="*/ 235458 h 332898"/>
              <a:gd name="connsiteX6" fmla="*/ 195211 w 331707"/>
              <a:gd name="connsiteY6" fmla="*/ 205645 h 332898"/>
              <a:gd name="connsiteX7" fmla="*/ 319661 w 331707"/>
              <a:gd name="connsiteY7" fmla="*/ 330613 h 332898"/>
              <a:gd name="connsiteX8" fmla="*/ 324214 w 331707"/>
              <a:gd name="connsiteY8" fmla="*/ 332899 h 332898"/>
              <a:gd name="connsiteX9" fmla="*/ 330000 w 331707"/>
              <a:gd name="connsiteY9" fmla="*/ 330613 h 332898"/>
              <a:gd name="connsiteX10" fmla="*/ 330000 w 331707"/>
              <a:gd name="connsiteY10" fmla="*/ 321374 h 332898"/>
              <a:gd name="connsiteX11" fmla="*/ 13944 w 331707"/>
              <a:gd name="connsiteY11" fmla="*/ 117729 h 332898"/>
              <a:gd name="connsiteX12" fmla="*/ 117335 w 331707"/>
              <a:gd name="connsiteY12" fmla="*/ 13906 h 332898"/>
              <a:gd name="connsiteX13" fmla="*/ 220727 w 331707"/>
              <a:gd name="connsiteY13" fmla="*/ 117729 h 332898"/>
              <a:gd name="connsiteX14" fmla="*/ 117335 w 331707"/>
              <a:gd name="connsiteY14" fmla="*/ 221551 h 332898"/>
              <a:gd name="connsiteX15" fmla="*/ 13944 w 331707"/>
              <a:gd name="connsiteY15" fmla="*/ 117729 h 332898"/>
              <a:gd name="connsiteX16" fmla="*/ 172446 w 331707"/>
              <a:gd name="connsiteY16" fmla="*/ 117729 h 332898"/>
              <a:gd name="connsiteX17" fmla="*/ 165522 w 331707"/>
              <a:gd name="connsiteY17" fmla="*/ 124778 h 332898"/>
              <a:gd name="connsiteX18" fmla="*/ 69054 w 331707"/>
              <a:gd name="connsiteY18" fmla="*/ 124778 h 332898"/>
              <a:gd name="connsiteX19" fmla="*/ 62130 w 331707"/>
              <a:gd name="connsiteY19" fmla="*/ 117729 h 332898"/>
              <a:gd name="connsiteX20" fmla="*/ 69054 w 331707"/>
              <a:gd name="connsiteY20" fmla="*/ 110680 h 332898"/>
              <a:gd name="connsiteX21" fmla="*/ 165522 w 331707"/>
              <a:gd name="connsiteY21" fmla="*/ 110680 h 332898"/>
              <a:gd name="connsiteX22" fmla="*/ 172446 w 331707"/>
              <a:gd name="connsiteY22" fmla="*/ 11772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31707" h="332898">
                <a:moveTo>
                  <a:pt x="330000" y="321278"/>
                </a:moveTo>
                <a:cubicBezTo>
                  <a:pt x="330000" y="321278"/>
                  <a:pt x="330000" y="321278"/>
                  <a:pt x="204981" y="195739"/>
                </a:cubicBezTo>
                <a:cubicBezTo>
                  <a:pt x="223383" y="174879"/>
                  <a:pt x="234481" y="147542"/>
                  <a:pt x="234481" y="117729"/>
                </a:cubicBezTo>
                <a:cubicBezTo>
                  <a:pt x="234481" y="53149"/>
                  <a:pt x="182785" y="0"/>
                  <a:pt x="117241" y="0"/>
                </a:cubicBezTo>
                <a:cubicBezTo>
                  <a:pt x="51696" y="0"/>
                  <a:pt x="0" y="53054"/>
                  <a:pt x="0" y="117729"/>
                </a:cubicBezTo>
                <a:cubicBezTo>
                  <a:pt x="0" y="182404"/>
                  <a:pt x="52834" y="235458"/>
                  <a:pt x="117241" y="235458"/>
                </a:cubicBezTo>
                <a:cubicBezTo>
                  <a:pt x="147404" y="235458"/>
                  <a:pt x="174533" y="224123"/>
                  <a:pt x="195211" y="205645"/>
                </a:cubicBezTo>
                <a:cubicBezTo>
                  <a:pt x="204128" y="214598"/>
                  <a:pt x="232110" y="242697"/>
                  <a:pt x="319661" y="330613"/>
                </a:cubicBezTo>
                <a:cubicBezTo>
                  <a:pt x="320799" y="331756"/>
                  <a:pt x="323075" y="332899"/>
                  <a:pt x="324214" y="332899"/>
                </a:cubicBezTo>
                <a:cubicBezTo>
                  <a:pt x="326490" y="332899"/>
                  <a:pt x="328767" y="331756"/>
                  <a:pt x="330000" y="330613"/>
                </a:cubicBezTo>
                <a:cubicBezTo>
                  <a:pt x="332276" y="328327"/>
                  <a:pt x="332276" y="323660"/>
                  <a:pt x="330000" y="321374"/>
                </a:cubicBezTo>
                <a:close/>
                <a:moveTo>
                  <a:pt x="13944" y="117729"/>
                </a:moveTo>
                <a:cubicBezTo>
                  <a:pt x="13944" y="60007"/>
                  <a:pt x="61086" y="13906"/>
                  <a:pt x="117335" y="13906"/>
                </a:cubicBezTo>
                <a:cubicBezTo>
                  <a:pt x="173584" y="13906"/>
                  <a:pt x="220727" y="60103"/>
                  <a:pt x="220727" y="117729"/>
                </a:cubicBezTo>
                <a:cubicBezTo>
                  <a:pt x="220727" y="175355"/>
                  <a:pt x="174723" y="221551"/>
                  <a:pt x="117335" y="221551"/>
                </a:cubicBezTo>
                <a:cubicBezTo>
                  <a:pt x="59948" y="221551"/>
                  <a:pt x="13944" y="175355"/>
                  <a:pt x="13944" y="117729"/>
                </a:cubicBezTo>
                <a:close/>
                <a:moveTo>
                  <a:pt x="172446" y="117729"/>
                </a:moveTo>
                <a:cubicBezTo>
                  <a:pt x="172446" y="121253"/>
                  <a:pt x="170169" y="124778"/>
                  <a:pt x="165522" y="124778"/>
                </a:cubicBezTo>
                <a:lnTo>
                  <a:pt x="69054" y="124778"/>
                </a:lnTo>
                <a:cubicBezTo>
                  <a:pt x="65640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9054" y="110680"/>
                </a:cubicBezTo>
                <a:lnTo>
                  <a:pt x="165522" y="110680"/>
                </a:lnTo>
                <a:cubicBezTo>
                  <a:pt x="170075" y="110680"/>
                  <a:pt x="172446" y="114205"/>
                  <a:pt x="172446" y="11772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6" name="Graphic 223">
            <a:extLst>
              <a:ext uri="{FF2B5EF4-FFF2-40B4-BE49-F238E27FC236}">
                <a16:creationId xmlns:a16="http://schemas.microsoft.com/office/drawing/2014/main" id="{973E39AA-3B5F-0628-3DBD-A71AD923DD7D}"/>
              </a:ext>
            </a:extLst>
          </p:cNvPr>
          <p:cNvSpPr/>
          <p:nvPr/>
        </p:nvSpPr>
        <p:spPr>
          <a:xfrm>
            <a:off x="7894008" y="4937324"/>
            <a:ext cx="436384" cy="437951"/>
          </a:xfrm>
          <a:custGeom>
            <a:avLst/>
            <a:gdLst>
              <a:gd name="connsiteX0" fmla="*/ 330000 w 331707"/>
              <a:gd name="connsiteY0" fmla="*/ 321278 h 332898"/>
              <a:gd name="connsiteX1" fmla="*/ 204981 w 331707"/>
              <a:gd name="connsiteY1" fmla="*/ 195739 h 332898"/>
              <a:gd name="connsiteX2" fmla="*/ 234481 w 331707"/>
              <a:gd name="connsiteY2" fmla="*/ 117729 h 332898"/>
              <a:gd name="connsiteX3" fmla="*/ 117241 w 331707"/>
              <a:gd name="connsiteY3" fmla="*/ 0 h 332898"/>
              <a:gd name="connsiteX4" fmla="*/ 0 w 331707"/>
              <a:gd name="connsiteY4" fmla="*/ 117729 h 332898"/>
              <a:gd name="connsiteX5" fmla="*/ 117241 w 331707"/>
              <a:gd name="connsiteY5" fmla="*/ 235458 h 332898"/>
              <a:gd name="connsiteX6" fmla="*/ 195211 w 331707"/>
              <a:gd name="connsiteY6" fmla="*/ 205645 h 332898"/>
              <a:gd name="connsiteX7" fmla="*/ 319661 w 331707"/>
              <a:gd name="connsiteY7" fmla="*/ 330613 h 332898"/>
              <a:gd name="connsiteX8" fmla="*/ 324214 w 331707"/>
              <a:gd name="connsiteY8" fmla="*/ 332899 h 332898"/>
              <a:gd name="connsiteX9" fmla="*/ 330000 w 331707"/>
              <a:gd name="connsiteY9" fmla="*/ 330613 h 332898"/>
              <a:gd name="connsiteX10" fmla="*/ 330000 w 331707"/>
              <a:gd name="connsiteY10" fmla="*/ 321374 h 332898"/>
              <a:gd name="connsiteX11" fmla="*/ 13944 w 331707"/>
              <a:gd name="connsiteY11" fmla="*/ 117729 h 332898"/>
              <a:gd name="connsiteX12" fmla="*/ 117335 w 331707"/>
              <a:gd name="connsiteY12" fmla="*/ 13906 h 332898"/>
              <a:gd name="connsiteX13" fmla="*/ 220727 w 331707"/>
              <a:gd name="connsiteY13" fmla="*/ 117729 h 332898"/>
              <a:gd name="connsiteX14" fmla="*/ 117335 w 331707"/>
              <a:gd name="connsiteY14" fmla="*/ 221551 h 332898"/>
              <a:gd name="connsiteX15" fmla="*/ 13944 w 331707"/>
              <a:gd name="connsiteY15" fmla="*/ 117729 h 332898"/>
              <a:gd name="connsiteX16" fmla="*/ 172446 w 331707"/>
              <a:gd name="connsiteY16" fmla="*/ 117729 h 332898"/>
              <a:gd name="connsiteX17" fmla="*/ 165522 w 331707"/>
              <a:gd name="connsiteY17" fmla="*/ 124778 h 332898"/>
              <a:gd name="connsiteX18" fmla="*/ 69054 w 331707"/>
              <a:gd name="connsiteY18" fmla="*/ 124778 h 332898"/>
              <a:gd name="connsiteX19" fmla="*/ 62130 w 331707"/>
              <a:gd name="connsiteY19" fmla="*/ 117729 h 332898"/>
              <a:gd name="connsiteX20" fmla="*/ 69054 w 331707"/>
              <a:gd name="connsiteY20" fmla="*/ 110680 h 332898"/>
              <a:gd name="connsiteX21" fmla="*/ 165522 w 331707"/>
              <a:gd name="connsiteY21" fmla="*/ 110680 h 332898"/>
              <a:gd name="connsiteX22" fmla="*/ 172446 w 331707"/>
              <a:gd name="connsiteY22" fmla="*/ 11772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31707" h="332898">
                <a:moveTo>
                  <a:pt x="330000" y="321278"/>
                </a:moveTo>
                <a:cubicBezTo>
                  <a:pt x="330000" y="321278"/>
                  <a:pt x="330000" y="321278"/>
                  <a:pt x="204981" y="195739"/>
                </a:cubicBezTo>
                <a:cubicBezTo>
                  <a:pt x="223383" y="174879"/>
                  <a:pt x="234481" y="147542"/>
                  <a:pt x="234481" y="117729"/>
                </a:cubicBezTo>
                <a:cubicBezTo>
                  <a:pt x="234481" y="53149"/>
                  <a:pt x="182785" y="0"/>
                  <a:pt x="117241" y="0"/>
                </a:cubicBezTo>
                <a:cubicBezTo>
                  <a:pt x="51696" y="0"/>
                  <a:pt x="0" y="53054"/>
                  <a:pt x="0" y="117729"/>
                </a:cubicBezTo>
                <a:cubicBezTo>
                  <a:pt x="0" y="182404"/>
                  <a:pt x="52834" y="235458"/>
                  <a:pt x="117241" y="235458"/>
                </a:cubicBezTo>
                <a:cubicBezTo>
                  <a:pt x="147404" y="235458"/>
                  <a:pt x="174533" y="224123"/>
                  <a:pt x="195211" y="205645"/>
                </a:cubicBezTo>
                <a:cubicBezTo>
                  <a:pt x="204128" y="214598"/>
                  <a:pt x="232110" y="242697"/>
                  <a:pt x="319661" y="330613"/>
                </a:cubicBezTo>
                <a:cubicBezTo>
                  <a:pt x="320799" y="331756"/>
                  <a:pt x="323075" y="332899"/>
                  <a:pt x="324214" y="332899"/>
                </a:cubicBezTo>
                <a:cubicBezTo>
                  <a:pt x="326490" y="332899"/>
                  <a:pt x="328767" y="331756"/>
                  <a:pt x="330000" y="330613"/>
                </a:cubicBezTo>
                <a:cubicBezTo>
                  <a:pt x="332276" y="328327"/>
                  <a:pt x="332276" y="323660"/>
                  <a:pt x="330000" y="321374"/>
                </a:cubicBezTo>
                <a:close/>
                <a:moveTo>
                  <a:pt x="13944" y="117729"/>
                </a:moveTo>
                <a:cubicBezTo>
                  <a:pt x="13944" y="60007"/>
                  <a:pt x="61086" y="13906"/>
                  <a:pt x="117335" y="13906"/>
                </a:cubicBezTo>
                <a:cubicBezTo>
                  <a:pt x="173584" y="13906"/>
                  <a:pt x="220727" y="60103"/>
                  <a:pt x="220727" y="117729"/>
                </a:cubicBezTo>
                <a:cubicBezTo>
                  <a:pt x="220727" y="175355"/>
                  <a:pt x="174723" y="221551"/>
                  <a:pt x="117335" y="221551"/>
                </a:cubicBezTo>
                <a:cubicBezTo>
                  <a:pt x="59948" y="221551"/>
                  <a:pt x="13944" y="175355"/>
                  <a:pt x="13944" y="117729"/>
                </a:cubicBezTo>
                <a:close/>
                <a:moveTo>
                  <a:pt x="172446" y="117729"/>
                </a:moveTo>
                <a:cubicBezTo>
                  <a:pt x="172446" y="121253"/>
                  <a:pt x="170169" y="124778"/>
                  <a:pt x="165522" y="124778"/>
                </a:cubicBezTo>
                <a:lnTo>
                  <a:pt x="69054" y="124778"/>
                </a:lnTo>
                <a:cubicBezTo>
                  <a:pt x="65640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9054" y="110680"/>
                </a:cubicBezTo>
                <a:lnTo>
                  <a:pt x="165522" y="110680"/>
                </a:lnTo>
                <a:cubicBezTo>
                  <a:pt x="170075" y="110680"/>
                  <a:pt x="172446" y="114205"/>
                  <a:pt x="172446" y="11772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7" name="Graphic 223">
            <a:extLst>
              <a:ext uri="{FF2B5EF4-FFF2-40B4-BE49-F238E27FC236}">
                <a16:creationId xmlns:a16="http://schemas.microsoft.com/office/drawing/2014/main" id="{2B95621F-7BE3-52B8-8576-598F89391005}"/>
              </a:ext>
            </a:extLst>
          </p:cNvPr>
          <p:cNvSpPr/>
          <p:nvPr/>
        </p:nvSpPr>
        <p:spPr>
          <a:xfrm>
            <a:off x="7132008" y="5553274"/>
            <a:ext cx="436384" cy="437951"/>
          </a:xfrm>
          <a:custGeom>
            <a:avLst/>
            <a:gdLst>
              <a:gd name="connsiteX0" fmla="*/ 330000 w 331707"/>
              <a:gd name="connsiteY0" fmla="*/ 321278 h 332898"/>
              <a:gd name="connsiteX1" fmla="*/ 204981 w 331707"/>
              <a:gd name="connsiteY1" fmla="*/ 195739 h 332898"/>
              <a:gd name="connsiteX2" fmla="*/ 234481 w 331707"/>
              <a:gd name="connsiteY2" fmla="*/ 117729 h 332898"/>
              <a:gd name="connsiteX3" fmla="*/ 117241 w 331707"/>
              <a:gd name="connsiteY3" fmla="*/ 0 h 332898"/>
              <a:gd name="connsiteX4" fmla="*/ 0 w 331707"/>
              <a:gd name="connsiteY4" fmla="*/ 117729 h 332898"/>
              <a:gd name="connsiteX5" fmla="*/ 117241 w 331707"/>
              <a:gd name="connsiteY5" fmla="*/ 235458 h 332898"/>
              <a:gd name="connsiteX6" fmla="*/ 195211 w 331707"/>
              <a:gd name="connsiteY6" fmla="*/ 205645 h 332898"/>
              <a:gd name="connsiteX7" fmla="*/ 319661 w 331707"/>
              <a:gd name="connsiteY7" fmla="*/ 330613 h 332898"/>
              <a:gd name="connsiteX8" fmla="*/ 324214 w 331707"/>
              <a:gd name="connsiteY8" fmla="*/ 332899 h 332898"/>
              <a:gd name="connsiteX9" fmla="*/ 330000 w 331707"/>
              <a:gd name="connsiteY9" fmla="*/ 330613 h 332898"/>
              <a:gd name="connsiteX10" fmla="*/ 330000 w 331707"/>
              <a:gd name="connsiteY10" fmla="*/ 321374 h 332898"/>
              <a:gd name="connsiteX11" fmla="*/ 13944 w 331707"/>
              <a:gd name="connsiteY11" fmla="*/ 117729 h 332898"/>
              <a:gd name="connsiteX12" fmla="*/ 117335 w 331707"/>
              <a:gd name="connsiteY12" fmla="*/ 13906 h 332898"/>
              <a:gd name="connsiteX13" fmla="*/ 220727 w 331707"/>
              <a:gd name="connsiteY13" fmla="*/ 117729 h 332898"/>
              <a:gd name="connsiteX14" fmla="*/ 117335 w 331707"/>
              <a:gd name="connsiteY14" fmla="*/ 221551 h 332898"/>
              <a:gd name="connsiteX15" fmla="*/ 13944 w 331707"/>
              <a:gd name="connsiteY15" fmla="*/ 117729 h 332898"/>
              <a:gd name="connsiteX16" fmla="*/ 172446 w 331707"/>
              <a:gd name="connsiteY16" fmla="*/ 117729 h 332898"/>
              <a:gd name="connsiteX17" fmla="*/ 165522 w 331707"/>
              <a:gd name="connsiteY17" fmla="*/ 124778 h 332898"/>
              <a:gd name="connsiteX18" fmla="*/ 69054 w 331707"/>
              <a:gd name="connsiteY18" fmla="*/ 124778 h 332898"/>
              <a:gd name="connsiteX19" fmla="*/ 62130 w 331707"/>
              <a:gd name="connsiteY19" fmla="*/ 117729 h 332898"/>
              <a:gd name="connsiteX20" fmla="*/ 69054 w 331707"/>
              <a:gd name="connsiteY20" fmla="*/ 110680 h 332898"/>
              <a:gd name="connsiteX21" fmla="*/ 165522 w 331707"/>
              <a:gd name="connsiteY21" fmla="*/ 110680 h 332898"/>
              <a:gd name="connsiteX22" fmla="*/ 172446 w 331707"/>
              <a:gd name="connsiteY22" fmla="*/ 11772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31707" h="332898">
                <a:moveTo>
                  <a:pt x="330000" y="321278"/>
                </a:moveTo>
                <a:cubicBezTo>
                  <a:pt x="330000" y="321278"/>
                  <a:pt x="330000" y="321278"/>
                  <a:pt x="204981" y="195739"/>
                </a:cubicBezTo>
                <a:cubicBezTo>
                  <a:pt x="223383" y="174879"/>
                  <a:pt x="234481" y="147542"/>
                  <a:pt x="234481" y="117729"/>
                </a:cubicBezTo>
                <a:cubicBezTo>
                  <a:pt x="234481" y="53149"/>
                  <a:pt x="182785" y="0"/>
                  <a:pt x="117241" y="0"/>
                </a:cubicBezTo>
                <a:cubicBezTo>
                  <a:pt x="51696" y="0"/>
                  <a:pt x="0" y="53054"/>
                  <a:pt x="0" y="117729"/>
                </a:cubicBezTo>
                <a:cubicBezTo>
                  <a:pt x="0" y="182404"/>
                  <a:pt x="52834" y="235458"/>
                  <a:pt x="117241" y="235458"/>
                </a:cubicBezTo>
                <a:cubicBezTo>
                  <a:pt x="147404" y="235458"/>
                  <a:pt x="174533" y="224123"/>
                  <a:pt x="195211" y="205645"/>
                </a:cubicBezTo>
                <a:cubicBezTo>
                  <a:pt x="204128" y="214598"/>
                  <a:pt x="232110" y="242697"/>
                  <a:pt x="319661" y="330613"/>
                </a:cubicBezTo>
                <a:cubicBezTo>
                  <a:pt x="320799" y="331756"/>
                  <a:pt x="323075" y="332899"/>
                  <a:pt x="324214" y="332899"/>
                </a:cubicBezTo>
                <a:cubicBezTo>
                  <a:pt x="326490" y="332899"/>
                  <a:pt x="328767" y="331756"/>
                  <a:pt x="330000" y="330613"/>
                </a:cubicBezTo>
                <a:cubicBezTo>
                  <a:pt x="332276" y="328327"/>
                  <a:pt x="332276" y="323660"/>
                  <a:pt x="330000" y="321374"/>
                </a:cubicBezTo>
                <a:close/>
                <a:moveTo>
                  <a:pt x="13944" y="117729"/>
                </a:moveTo>
                <a:cubicBezTo>
                  <a:pt x="13944" y="60007"/>
                  <a:pt x="61086" y="13906"/>
                  <a:pt x="117335" y="13906"/>
                </a:cubicBezTo>
                <a:cubicBezTo>
                  <a:pt x="173584" y="13906"/>
                  <a:pt x="220727" y="60103"/>
                  <a:pt x="220727" y="117729"/>
                </a:cubicBezTo>
                <a:cubicBezTo>
                  <a:pt x="220727" y="175355"/>
                  <a:pt x="174723" y="221551"/>
                  <a:pt x="117335" y="221551"/>
                </a:cubicBezTo>
                <a:cubicBezTo>
                  <a:pt x="59948" y="221551"/>
                  <a:pt x="13944" y="175355"/>
                  <a:pt x="13944" y="117729"/>
                </a:cubicBezTo>
                <a:close/>
                <a:moveTo>
                  <a:pt x="172446" y="117729"/>
                </a:moveTo>
                <a:cubicBezTo>
                  <a:pt x="172446" y="121253"/>
                  <a:pt x="170169" y="124778"/>
                  <a:pt x="165522" y="124778"/>
                </a:cubicBezTo>
                <a:lnTo>
                  <a:pt x="69054" y="124778"/>
                </a:lnTo>
                <a:cubicBezTo>
                  <a:pt x="65640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9054" y="110680"/>
                </a:cubicBezTo>
                <a:lnTo>
                  <a:pt x="165522" y="110680"/>
                </a:lnTo>
                <a:cubicBezTo>
                  <a:pt x="170075" y="110680"/>
                  <a:pt x="172446" y="114205"/>
                  <a:pt x="172446" y="11772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8" name="Graphic 223">
            <a:extLst>
              <a:ext uri="{FF2B5EF4-FFF2-40B4-BE49-F238E27FC236}">
                <a16:creationId xmlns:a16="http://schemas.microsoft.com/office/drawing/2014/main" id="{2715478D-12BB-0646-8C95-CA77331D2C32}"/>
              </a:ext>
            </a:extLst>
          </p:cNvPr>
          <p:cNvSpPr/>
          <p:nvPr/>
        </p:nvSpPr>
        <p:spPr>
          <a:xfrm>
            <a:off x="7894008" y="5553274"/>
            <a:ext cx="436384" cy="437951"/>
          </a:xfrm>
          <a:custGeom>
            <a:avLst/>
            <a:gdLst>
              <a:gd name="connsiteX0" fmla="*/ 330000 w 331707"/>
              <a:gd name="connsiteY0" fmla="*/ 321278 h 332898"/>
              <a:gd name="connsiteX1" fmla="*/ 204981 w 331707"/>
              <a:gd name="connsiteY1" fmla="*/ 195739 h 332898"/>
              <a:gd name="connsiteX2" fmla="*/ 234481 w 331707"/>
              <a:gd name="connsiteY2" fmla="*/ 117729 h 332898"/>
              <a:gd name="connsiteX3" fmla="*/ 117241 w 331707"/>
              <a:gd name="connsiteY3" fmla="*/ 0 h 332898"/>
              <a:gd name="connsiteX4" fmla="*/ 0 w 331707"/>
              <a:gd name="connsiteY4" fmla="*/ 117729 h 332898"/>
              <a:gd name="connsiteX5" fmla="*/ 117241 w 331707"/>
              <a:gd name="connsiteY5" fmla="*/ 235458 h 332898"/>
              <a:gd name="connsiteX6" fmla="*/ 195211 w 331707"/>
              <a:gd name="connsiteY6" fmla="*/ 205645 h 332898"/>
              <a:gd name="connsiteX7" fmla="*/ 319661 w 331707"/>
              <a:gd name="connsiteY7" fmla="*/ 330613 h 332898"/>
              <a:gd name="connsiteX8" fmla="*/ 324214 w 331707"/>
              <a:gd name="connsiteY8" fmla="*/ 332899 h 332898"/>
              <a:gd name="connsiteX9" fmla="*/ 330000 w 331707"/>
              <a:gd name="connsiteY9" fmla="*/ 330613 h 332898"/>
              <a:gd name="connsiteX10" fmla="*/ 330000 w 331707"/>
              <a:gd name="connsiteY10" fmla="*/ 321374 h 332898"/>
              <a:gd name="connsiteX11" fmla="*/ 13944 w 331707"/>
              <a:gd name="connsiteY11" fmla="*/ 117729 h 332898"/>
              <a:gd name="connsiteX12" fmla="*/ 117335 w 331707"/>
              <a:gd name="connsiteY12" fmla="*/ 13906 h 332898"/>
              <a:gd name="connsiteX13" fmla="*/ 220727 w 331707"/>
              <a:gd name="connsiteY13" fmla="*/ 117729 h 332898"/>
              <a:gd name="connsiteX14" fmla="*/ 117335 w 331707"/>
              <a:gd name="connsiteY14" fmla="*/ 221551 h 332898"/>
              <a:gd name="connsiteX15" fmla="*/ 13944 w 331707"/>
              <a:gd name="connsiteY15" fmla="*/ 117729 h 332898"/>
              <a:gd name="connsiteX16" fmla="*/ 172446 w 331707"/>
              <a:gd name="connsiteY16" fmla="*/ 117729 h 332898"/>
              <a:gd name="connsiteX17" fmla="*/ 165522 w 331707"/>
              <a:gd name="connsiteY17" fmla="*/ 124778 h 332898"/>
              <a:gd name="connsiteX18" fmla="*/ 69054 w 331707"/>
              <a:gd name="connsiteY18" fmla="*/ 124778 h 332898"/>
              <a:gd name="connsiteX19" fmla="*/ 62130 w 331707"/>
              <a:gd name="connsiteY19" fmla="*/ 117729 h 332898"/>
              <a:gd name="connsiteX20" fmla="*/ 69054 w 331707"/>
              <a:gd name="connsiteY20" fmla="*/ 110680 h 332898"/>
              <a:gd name="connsiteX21" fmla="*/ 165522 w 331707"/>
              <a:gd name="connsiteY21" fmla="*/ 110680 h 332898"/>
              <a:gd name="connsiteX22" fmla="*/ 172446 w 331707"/>
              <a:gd name="connsiteY22" fmla="*/ 117729 h 332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31707" h="332898">
                <a:moveTo>
                  <a:pt x="330000" y="321278"/>
                </a:moveTo>
                <a:cubicBezTo>
                  <a:pt x="330000" y="321278"/>
                  <a:pt x="330000" y="321278"/>
                  <a:pt x="204981" y="195739"/>
                </a:cubicBezTo>
                <a:cubicBezTo>
                  <a:pt x="223383" y="174879"/>
                  <a:pt x="234481" y="147542"/>
                  <a:pt x="234481" y="117729"/>
                </a:cubicBezTo>
                <a:cubicBezTo>
                  <a:pt x="234481" y="53149"/>
                  <a:pt x="182785" y="0"/>
                  <a:pt x="117241" y="0"/>
                </a:cubicBezTo>
                <a:cubicBezTo>
                  <a:pt x="51696" y="0"/>
                  <a:pt x="0" y="53054"/>
                  <a:pt x="0" y="117729"/>
                </a:cubicBezTo>
                <a:cubicBezTo>
                  <a:pt x="0" y="182404"/>
                  <a:pt x="52834" y="235458"/>
                  <a:pt x="117241" y="235458"/>
                </a:cubicBezTo>
                <a:cubicBezTo>
                  <a:pt x="147404" y="235458"/>
                  <a:pt x="174533" y="224123"/>
                  <a:pt x="195211" y="205645"/>
                </a:cubicBezTo>
                <a:cubicBezTo>
                  <a:pt x="204128" y="214598"/>
                  <a:pt x="232110" y="242697"/>
                  <a:pt x="319661" y="330613"/>
                </a:cubicBezTo>
                <a:cubicBezTo>
                  <a:pt x="320799" y="331756"/>
                  <a:pt x="323075" y="332899"/>
                  <a:pt x="324214" y="332899"/>
                </a:cubicBezTo>
                <a:cubicBezTo>
                  <a:pt x="326490" y="332899"/>
                  <a:pt x="328767" y="331756"/>
                  <a:pt x="330000" y="330613"/>
                </a:cubicBezTo>
                <a:cubicBezTo>
                  <a:pt x="332276" y="328327"/>
                  <a:pt x="332276" y="323660"/>
                  <a:pt x="330000" y="321374"/>
                </a:cubicBezTo>
                <a:close/>
                <a:moveTo>
                  <a:pt x="13944" y="117729"/>
                </a:moveTo>
                <a:cubicBezTo>
                  <a:pt x="13944" y="60007"/>
                  <a:pt x="61086" y="13906"/>
                  <a:pt x="117335" y="13906"/>
                </a:cubicBezTo>
                <a:cubicBezTo>
                  <a:pt x="173584" y="13906"/>
                  <a:pt x="220727" y="60103"/>
                  <a:pt x="220727" y="117729"/>
                </a:cubicBezTo>
                <a:cubicBezTo>
                  <a:pt x="220727" y="175355"/>
                  <a:pt x="174723" y="221551"/>
                  <a:pt x="117335" y="221551"/>
                </a:cubicBezTo>
                <a:cubicBezTo>
                  <a:pt x="59948" y="221551"/>
                  <a:pt x="13944" y="175355"/>
                  <a:pt x="13944" y="117729"/>
                </a:cubicBezTo>
                <a:close/>
                <a:moveTo>
                  <a:pt x="172446" y="117729"/>
                </a:moveTo>
                <a:cubicBezTo>
                  <a:pt x="172446" y="121253"/>
                  <a:pt x="170169" y="124778"/>
                  <a:pt x="165522" y="124778"/>
                </a:cubicBezTo>
                <a:lnTo>
                  <a:pt x="69054" y="124778"/>
                </a:lnTo>
                <a:cubicBezTo>
                  <a:pt x="65640" y="124778"/>
                  <a:pt x="62130" y="121253"/>
                  <a:pt x="62130" y="117729"/>
                </a:cubicBezTo>
                <a:cubicBezTo>
                  <a:pt x="62130" y="114205"/>
                  <a:pt x="65545" y="110680"/>
                  <a:pt x="69054" y="110680"/>
                </a:cubicBezTo>
                <a:lnTo>
                  <a:pt x="165522" y="110680"/>
                </a:lnTo>
                <a:cubicBezTo>
                  <a:pt x="170075" y="110680"/>
                  <a:pt x="172446" y="114205"/>
                  <a:pt x="172446" y="11772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1" name="Graphic 229">
            <a:extLst>
              <a:ext uri="{FF2B5EF4-FFF2-40B4-BE49-F238E27FC236}">
                <a16:creationId xmlns:a16="http://schemas.microsoft.com/office/drawing/2014/main" id="{9BA46C42-F753-EDB6-81BA-CDE33341F083}"/>
              </a:ext>
            </a:extLst>
          </p:cNvPr>
          <p:cNvSpPr/>
          <p:nvPr/>
        </p:nvSpPr>
        <p:spPr>
          <a:xfrm>
            <a:off x="8755503" y="5001384"/>
            <a:ext cx="455929" cy="380801"/>
          </a:xfrm>
          <a:custGeom>
            <a:avLst/>
            <a:gdLst>
              <a:gd name="connsiteX0" fmla="*/ 312167 w 340528"/>
              <a:gd name="connsiteY0" fmla="*/ 84677 h 284416"/>
              <a:gd name="connsiteX1" fmla="*/ 311598 w 340528"/>
              <a:gd name="connsiteY1" fmla="*/ 84677 h 284416"/>
              <a:gd name="connsiteX2" fmla="*/ 311598 w 340528"/>
              <a:gd name="connsiteY2" fmla="*/ 6763 h 284416"/>
              <a:gd name="connsiteX3" fmla="*/ 309227 w 340528"/>
              <a:gd name="connsiteY3" fmla="*/ 857 h 284416"/>
              <a:gd name="connsiteX4" fmla="*/ 302113 w 340528"/>
              <a:gd name="connsiteY4" fmla="*/ 857 h 284416"/>
              <a:gd name="connsiteX5" fmla="*/ 289117 w 340528"/>
              <a:gd name="connsiteY5" fmla="*/ 6763 h 284416"/>
              <a:gd name="connsiteX6" fmla="*/ 63742 w 340528"/>
              <a:gd name="connsiteY6" fmla="*/ 56483 h 284416"/>
              <a:gd name="connsiteX7" fmla="*/ 49609 w 340528"/>
              <a:gd name="connsiteY7" fmla="*/ 56483 h 284416"/>
              <a:gd name="connsiteX8" fmla="*/ 0 w 340528"/>
              <a:gd name="connsiteY8" fmla="*/ 106204 h 284416"/>
              <a:gd name="connsiteX9" fmla="*/ 0 w 340528"/>
              <a:gd name="connsiteY9" fmla="*/ 134588 h 284416"/>
              <a:gd name="connsiteX10" fmla="*/ 49609 w 340528"/>
              <a:gd name="connsiteY10" fmla="*/ 184309 h 284416"/>
              <a:gd name="connsiteX11" fmla="*/ 63742 w 340528"/>
              <a:gd name="connsiteY11" fmla="*/ 184309 h 284416"/>
              <a:gd name="connsiteX12" fmla="*/ 99028 w 340528"/>
              <a:gd name="connsiteY12" fmla="*/ 185166 h 284416"/>
              <a:gd name="connsiteX13" fmla="*/ 99028 w 340528"/>
              <a:gd name="connsiteY13" fmla="*/ 185928 h 284416"/>
              <a:gd name="connsiteX14" fmla="*/ 160305 w 340528"/>
              <a:gd name="connsiteY14" fmla="*/ 284417 h 284416"/>
              <a:gd name="connsiteX15" fmla="*/ 162676 w 340528"/>
              <a:gd name="connsiteY15" fmla="*/ 284417 h 284416"/>
              <a:gd name="connsiteX16" fmla="*/ 169790 w 340528"/>
              <a:gd name="connsiteY16" fmla="*/ 280892 h 284416"/>
              <a:gd name="connsiteX17" fmla="*/ 166280 w 340528"/>
              <a:gd name="connsiteY17" fmla="*/ 271367 h 284416"/>
              <a:gd name="connsiteX18" fmla="*/ 113257 w 340528"/>
              <a:gd name="connsiteY18" fmla="*/ 186023 h 284416"/>
              <a:gd name="connsiteX19" fmla="*/ 289212 w 340528"/>
              <a:gd name="connsiteY19" fmla="*/ 235172 h 284416"/>
              <a:gd name="connsiteX20" fmla="*/ 302207 w 340528"/>
              <a:gd name="connsiteY20" fmla="*/ 241078 h 284416"/>
              <a:gd name="connsiteX21" fmla="*/ 304579 w 340528"/>
              <a:gd name="connsiteY21" fmla="*/ 241078 h 284416"/>
              <a:gd name="connsiteX22" fmla="*/ 309321 w 340528"/>
              <a:gd name="connsiteY22" fmla="*/ 239935 h 284416"/>
              <a:gd name="connsiteX23" fmla="*/ 311693 w 340528"/>
              <a:gd name="connsiteY23" fmla="*/ 234029 h 284416"/>
              <a:gd name="connsiteX24" fmla="*/ 311693 w 340528"/>
              <a:gd name="connsiteY24" fmla="*/ 156115 h 284416"/>
              <a:gd name="connsiteX25" fmla="*/ 312262 w 340528"/>
              <a:gd name="connsiteY25" fmla="*/ 156115 h 284416"/>
              <a:gd name="connsiteX26" fmla="*/ 340529 w 340528"/>
              <a:gd name="connsiteY26" fmla="*/ 127540 h 284416"/>
              <a:gd name="connsiteX27" fmla="*/ 340529 w 340528"/>
              <a:gd name="connsiteY27" fmla="*/ 113252 h 284416"/>
              <a:gd name="connsiteX28" fmla="*/ 312262 w 340528"/>
              <a:gd name="connsiteY28" fmla="*/ 84677 h 284416"/>
              <a:gd name="connsiteX29" fmla="*/ 63837 w 340528"/>
              <a:gd name="connsiteY29" fmla="*/ 170117 h 284416"/>
              <a:gd name="connsiteX30" fmla="*/ 49704 w 340528"/>
              <a:gd name="connsiteY30" fmla="*/ 170117 h 284416"/>
              <a:gd name="connsiteX31" fmla="*/ 14323 w 340528"/>
              <a:gd name="connsiteY31" fmla="*/ 134588 h 284416"/>
              <a:gd name="connsiteX32" fmla="*/ 14323 w 340528"/>
              <a:gd name="connsiteY32" fmla="*/ 106204 h 284416"/>
              <a:gd name="connsiteX33" fmla="*/ 49704 w 340528"/>
              <a:gd name="connsiteY33" fmla="*/ 70676 h 284416"/>
              <a:gd name="connsiteX34" fmla="*/ 63837 w 340528"/>
              <a:gd name="connsiteY34" fmla="*/ 70676 h 284416"/>
              <a:gd name="connsiteX35" fmla="*/ 99123 w 340528"/>
              <a:gd name="connsiteY35" fmla="*/ 69818 h 284416"/>
              <a:gd name="connsiteX36" fmla="*/ 99123 w 340528"/>
              <a:gd name="connsiteY36" fmla="*/ 170974 h 284416"/>
              <a:gd name="connsiteX37" fmla="*/ 63837 w 340528"/>
              <a:gd name="connsiteY37" fmla="*/ 170117 h 284416"/>
              <a:gd name="connsiteX38" fmla="*/ 297559 w 340528"/>
              <a:gd name="connsiteY38" fmla="*/ 223361 h 284416"/>
              <a:gd name="connsiteX39" fmla="*/ 295188 w 340528"/>
              <a:gd name="connsiteY39" fmla="*/ 222218 h 284416"/>
              <a:gd name="connsiteX40" fmla="*/ 113351 w 340528"/>
              <a:gd name="connsiteY40" fmla="*/ 171926 h 284416"/>
              <a:gd name="connsiteX41" fmla="*/ 113351 w 340528"/>
              <a:gd name="connsiteY41" fmla="*/ 69056 h 284416"/>
              <a:gd name="connsiteX42" fmla="*/ 295188 w 340528"/>
              <a:gd name="connsiteY42" fmla="*/ 19812 h 284416"/>
              <a:gd name="connsiteX43" fmla="*/ 297559 w 340528"/>
              <a:gd name="connsiteY43" fmla="*/ 18669 h 284416"/>
              <a:gd name="connsiteX44" fmla="*/ 297559 w 340528"/>
              <a:gd name="connsiteY44" fmla="*/ 223457 h 284416"/>
              <a:gd name="connsiteX45" fmla="*/ 326301 w 340528"/>
              <a:gd name="connsiteY45" fmla="*/ 127540 h 284416"/>
              <a:gd name="connsiteX46" fmla="*/ 312167 w 340528"/>
              <a:gd name="connsiteY46" fmla="*/ 141827 h 284416"/>
              <a:gd name="connsiteX47" fmla="*/ 312167 w 340528"/>
              <a:gd name="connsiteY47" fmla="*/ 98965 h 284416"/>
              <a:gd name="connsiteX48" fmla="*/ 326301 w 340528"/>
              <a:gd name="connsiteY48" fmla="*/ 113252 h 284416"/>
              <a:gd name="connsiteX49" fmla="*/ 326301 w 340528"/>
              <a:gd name="connsiteY49" fmla="*/ 127540 h 28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40528" h="284416">
                <a:moveTo>
                  <a:pt x="312167" y="84677"/>
                </a:moveTo>
                <a:lnTo>
                  <a:pt x="311598" y="84677"/>
                </a:lnTo>
                <a:lnTo>
                  <a:pt x="311598" y="6763"/>
                </a:lnTo>
                <a:cubicBezTo>
                  <a:pt x="311598" y="4382"/>
                  <a:pt x="310460" y="2000"/>
                  <a:pt x="309227" y="857"/>
                </a:cubicBezTo>
                <a:cubicBezTo>
                  <a:pt x="306855" y="-286"/>
                  <a:pt x="304484" y="-286"/>
                  <a:pt x="302113" y="857"/>
                </a:cubicBezTo>
                <a:cubicBezTo>
                  <a:pt x="297370" y="3238"/>
                  <a:pt x="293860" y="4382"/>
                  <a:pt x="289117" y="6763"/>
                </a:cubicBezTo>
                <a:cubicBezTo>
                  <a:pt x="232489" y="32766"/>
                  <a:pt x="180509" y="56483"/>
                  <a:pt x="63742" y="56483"/>
                </a:cubicBezTo>
                <a:lnTo>
                  <a:pt x="49609" y="56483"/>
                </a:lnTo>
                <a:cubicBezTo>
                  <a:pt x="22481" y="56483"/>
                  <a:pt x="0" y="78962"/>
                  <a:pt x="0" y="106204"/>
                </a:cubicBezTo>
                <a:lnTo>
                  <a:pt x="0" y="134588"/>
                </a:lnTo>
                <a:cubicBezTo>
                  <a:pt x="0" y="162973"/>
                  <a:pt x="22386" y="184309"/>
                  <a:pt x="49609" y="184309"/>
                </a:cubicBezTo>
                <a:lnTo>
                  <a:pt x="63742" y="184309"/>
                </a:lnTo>
                <a:cubicBezTo>
                  <a:pt x="76263" y="184309"/>
                  <a:pt x="87930" y="184690"/>
                  <a:pt x="99028" y="185166"/>
                </a:cubicBezTo>
                <a:lnTo>
                  <a:pt x="99028" y="185928"/>
                </a:lnTo>
                <a:cubicBezTo>
                  <a:pt x="99028" y="227457"/>
                  <a:pt x="122552" y="265462"/>
                  <a:pt x="160305" y="284417"/>
                </a:cubicBezTo>
                <a:lnTo>
                  <a:pt x="162676" y="284417"/>
                </a:lnTo>
                <a:cubicBezTo>
                  <a:pt x="166186" y="284417"/>
                  <a:pt x="168557" y="283274"/>
                  <a:pt x="169790" y="280892"/>
                </a:cubicBezTo>
                <a:cubicBezTo>
                  <a:pt x="170928" y="277368"/>
                  <a:pt x="169790" y="273749"/>
                  <a:pt x="166280" y="271367"/>
                </a:cubicBezTo>
                <a:cubicBezTo>
                  <a:pt x="134504" y="254794"/>
                  <a:pt x="113257" y="222790"/>
                  <a:pt x="113257" y="186023"/>
                </a:cubicBezTo>
                <a:cubicBezTo>
                  <a:pt x="196824" y="192024"/>
                  <a:pt x="242259" y="213170"/>
                  <a:pt x="289212" y="235172"/>
                </a:cubicBezTo>
                <a:cubicBezTo>
                  <a:pt x="293955" y="237553"/>
                  <a:pt x="297465" y="238697"/>
                  <a:pt x="302207" y="241078"/>
                </a:cubicBezTo>
                <a:lnTo>
                  <a:pt x="304579" y="241078"/>
                </a:lnTo>
                <a:cubicBezTo>
                  <a:pt x="306950" y="241078"/>
                  <a:pt x="308088" y="241078"/>
                  <a:pt x="309321" y="239935"/>
                </a:cubicBezTo>
                <a:cubicBezTo>
                  <a:pt x="310460" y="238792"/>
                  <a:pt x="311693" y="236411"/>
                  <a:pt x="311693" y="234029"/>
                </a:cubicBezTo>
                <a:lnTo>
                  <a:pt x="311693" y="156115"/>
                </a:lnTo>
                <a:lnTo>
                  <a:pt x="312262" y="156115"/>
                </a:lnTo>
                <a:cubicBezTo>
                  <a:pt x="328767" y="156115"/>
                  <a:pt x="340529" y="144209"/>
                  <a:pt x="340529" y="127540"/>
                </a:cubicBezTo>
                <a:lnTo>
                  <a:pt x="340529" y="113252"/>
                </a:lnTo>
                <a:cubicBezTo>
                  <a:pt x="340529" y="97822"/>
                  <a:pt x="328767" y="84677"/>
                  <a:pt x="312262" y="84677"/>
                </a:cubicBezTo>
                <a:close/>
                <a:moveTo>
                  <a:pt x="63837" y="170117"/>
                </a:moveTo>
                <a:lnTo>
                  <a:pt x="49704" y="170117"/>
                </a:lnTo>
                <a:cubicBezTo>
                  <a:pt x="30828" y="170117"/>
                  <a:pt x="14323" y="154686"/>
                  <a:pt x="14323" y="134588"/>
                </a:cubicBezTo>
                <a:lnTo>
                  <a:pt x="14323" y="106204"/>
                </a:lnTo>
                <a:cubicBezTo>
                  <a:pt x="14323" y="87249"/>
                  <a:pt x="30828" y="70676"/>
                  <a:pt x="49704" y="70676"/>
                </a:cubicBezTo>
                <a:lnTo>
                  <a:pt x="63837" y="70676"/>
                </a:lnTo>
                <a:cubicBezTo>
                  <a:pt x="76358" y="70676"/>
                  <a:pt x="88025" y="70390"/>
                  <a:pt x="99123" y="69818"/>
                </a:cubicBezTo>
                <a:lnTo>
                  <a:pt x="99123" y="170974"/>
                </a:lnTo>
                <a:cubicBezTo>
                  <a:pt x="87930" y="170402"/>
                  <a:pt x="76263" y="170117"/>
                  <a:pt x="63837" y="170117"/>
                </a:cubicBezTo>
                <a:close/>
                <a:moveTo>
                  <a:pt x="297559" y="223361"/>
                </a:moveTo>
                <a:cubicBezTo>
                  <a:pt x="297559" y="223361"/>
                  <a:pt x="296421" y="222218"/>
                  <a:pt x="295188" y="222218"/>
                </a:cubicBezTo>
                <a:cubicBezTo>
                  <a:pt x="246053" y="200120"/>
                  <a:pt x="199385" y="178022"/>
                  <a:pt x="113351" y="171926"/>
                </a:cubicBezTo>
                <a:lnTo>
                  <a:pt x="113351" y="69056"/>
                </a:lnTo>
                <a:cubicBezTo>
                  <a:pt x="199290" y="63151"/>
                  <a:pt x="246053" y="41910"/>
                  <a:pt x="295188" y="19812"/>
                </a:cubicBezTo>
                <a:cubicBezTo>
                  <a:pt x="296326" y="19812"/>
                  <a:pt x="297559" y="18669"/>
                  <a:pt x="297559" y="18669"/>
                </a:cubicBezTo>
                <a:lnTo>
                  <a:pt x="297559" y="223457"/>
                </a:lnTo>
                <a:close/>
                <a:moveTo>
                  <a:pt x="326301" y="127540"/>
                </a:moveTo>
                <a:cubicBezTo>
                  <a:pt x="326301" y="135826"/>
                  <a:pt x="320419" y="141827"/>
                  <a:pt x="312167" y="141827"/>
                </a:cubicBezTo>
                <a:lnTo>
                  <a:pt x="312167" y="98965"/>
                </a:lnTo>
                <a:cubicBezTo>
                  <a:pt x="320419" y="98965"/>
                  <a:pt x="326301" y="106109"/>
                  <a:pt x="326301" y="113252"/>
                </a:cubicBezTo>
                <a:lnTo>
                  <a:pt x="326301" y="12754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2" name="Graphic 229">
            <a:extLst>
              <a:ext uri="{FF2B5EF4-FFF2-40B4-BE49-F238E27FC236}">
                <a16:creationId xmlns:a16="http://schemas.microsoft.com/office/drawing/2014/main" id="{34B2EECB-3762-2335-A203-DAE60DAF07CB}"/>
              </a:ext>
            </a:extLst>
          </p:cNvPr>
          <p:cNvSpPr/>
          <p:nvPr/>
        </p:nvSpPr>
        <p:spPr>
          <a:xfrm>
            <a:off x="9530203" y="5001384"/>
            <a:ext cx="455929" cy="380801"/>
          </a:xfrm>
          <a:custGeom>
            <a:avLst/>
            <a:gdLst>
              <a:gd name="connsiteX0" fmla="*/ 312167 w 340528"/>
              <a:gd name="connsiteY0" fmla="*/ 84677 h 284416"/>
              <a:gd name="connsiteX1" fmla="*/ 311598 w 340528"/>
              <a:gd name="connsiteY1" fmla="*/ 84677 h 284416"/>
              <a:gd name="connsiteX2" fmla="*/ 311598 w 340528"/>
              <a:gd name="connsiteY2" fmla="*/ 6763 h 284416"/>
              <a:gd name="connsiteX3" fmla="*/ 309227 w 340528"/>
              <a:gd name="connsiteY3" fmla="*/ 857 h 284416"/>
              <a:gd name="connsiteX4" fmla="*/ 302113 w 340528"/>
              <a:gd name="connsiteY4" fmla="*/ 857 h 284416"/>
              <a:gd name="connsiteX5" fmla="*/ 289117 w 340528"/>
              <a:gd name="connsiteY5" fmla="*/ 6763 h 284416"/>
              <a:gd name="connsiteX6" fmla="*/ 63742 w 340528"/>
              <a:gd name="connsiteY6" fmla="*/ 56483 h 284416"/>
              <a:gd name="connsiteX7" fmla="*/ 49609 w 340528"/>
              <a:gd name="connsiteY7" fmla="*/ 56483 h 284416"/>
              <a:gd name="connsiteX8" fmla="*/ 0 w 340528"/>
              <a:gd name="connsiteY8" fmla="*/ 106204 h 284416"/>
              <a:gd name="connsiteX9" fmla="*/ 0 w 340528"/>
              <a:gd name="connsiteY9" fmla="*/ 134588 h 284416"/>
              <a:gd name="connsiteX10" fmla="*/ 49609 w 340528"/>
              <a:gd name="connsiteY10" fmla="*/ 184309 h 284416"/>
              <a:gd name="connsiteX11" fmla="*/ 63742 w 340528"/>
              <a:gd name="connsiteY11" fmla="*/ 184309 h 284416"/>
              <a:gd name="connsiteX12" fmla="*/ 99028 w 340528"/>
              <a:gd name="connsiteY12" fmla="*/ 185166 h 284416"/>
              <a:gd name="connsiteX13" fmla="*/ 99028 w 340528"/>
              <a:gd name="connsiteY13" fmla="*/ 185928 h 284416"/>
              <a:gd name="connsiteX14" fmla="*/ 160305 w 340528"/>
              <a:gd name="connsiteY14" fmla="*/ 284417 h 284416"/>
              <a:gd name="connsiteX15" fmla="*/ 162676 w 340528"/>
              <a:gd name="connsiteY15" fmla="*/ 284417 h 284416"/>
              <a:gd name="connsiteX16" fmla="*/ 169790 w 340528"/>
              <a:gd name="connsiteY16" fmla="*/ 280892 h 284416"/>
              <a:gd name="connsiteX17" fmla="*/ 166280 w 340528"/>
              <a:gd name="connsiteY17" fmla="*/ 271367 h 284416"/>
              <a:gd name="connsiteX18" fmla="*/ 113257 w 340528"/>
              <a:gd name="connsiteY18" fmla="*/ 186023 h 284416"/>
              <a:gd name="connsiteX19" fmla="*/ 289212 w 340528"/>
              <a:gd name="connsiteY19" fmla="*/ 235172 h 284416"/>
              <a:gd name="connsiteX20" fmla="*/ 302207 w 340528"/>
              <a:gd name="connsiteY20" fmla="*/ 241078 h 284416"/>
              <a:gd name="connsiteX21" fmla="*/ 304579 w 340528"/>
              <a:gd name="connsiteY21" fmla="*/ 241078 h 284416"/>
              <a:gd name="connsiteX22" fmla="*/ 309321 w 340528"/>
              <a:gd name="connsiteY22" fmla="*/ 239935 h 284416"/>
              <a:gd name="connsiteX23" fmla="*/ 311693 w 340528"/>
              <a:gd name="connsiteY23" fmla="*/ 234029 h 284416"/>
              <a:gd name="connsiteX24" fmla="*/ 311693 w 340528"/>
              <a:gd name="connsiteY24" fmla="*/ 156115 h 284416"/>
              <a:gd name="connsiteX25" fmla="*/ 312262 w 340528"/>
              <a:gd name="connsiteY25" fmla="*/ 156115 h 284416"/>
              <a:gd name="connsiteX26" fmla="*/ 340529 w 340528"/>
              <a:gd name="connsiteY26" fmla="*/ 127540 h 284416"/>
              <a:gd name="connsiteX27" fmla="*/ 340529 w 340528"/>
              <a:gd name="connsiteY27" fmla="*/ 113252 h 284416"/>
              <a:gd name="connsiteX28" fmla="*/ 312262 w 340528"/>
              <a:gd name="connsiteY28" fmla="*/ 84677 h 284416"/>
              <a:gd name="connsiteX29" fmla="*/ 63837 w 340528"/>
              <a:gd name="connsiteY29" fmla="*/ 170117 h 284416"/>
              <a:gd name="connsiteX30" fmla="*/ 49704 w 340528"/>
              <a:gd name="connsiteY30" fmla="*/ 170117 h 284416"/>
              <a:gd name="connsiteX31" fmla="*/ 14323 w 340528"/>
              <a:gd name="connsiteY31" fmla="*/ 134588 h 284416"/>
              <a:gd name="connsiteX32" fmla="*/ 14323 w 340528"/>
              <a:gd name="connsiteY32" fmla="*/ 106204 h 284416"/>
              <a:gd name="connsiteX33" fmla="*/ 49704 w 340528"/>
              <a:gd name="connsiteY33" fmla="*/ 70676 h 284416"/>
              <a:gd name="connsiteX34" fmla="*/ 63837 w 340528"/>
              <a:gd name="connsiteY34" fmla="*/ 70676 h 284416"/>
              <a:gd name="connsiteX35" fmla="*/ 99123 w 340528"/>
              <a:gd name="connsiteY35" fmla="*/ 69818 h 284416"/>
              <a:gd name="connsiteX36" fmla="*/ 99123 w 340528"/>
              <a:gd name="connsiteY36" fmla="*/ 170974 h 284416"/>
              <a:gd name="connsiteX37" fmla="*/ 63837 w 340528"/>
              <a:gd name="connsiteY37" fmla="*/ 170117 h 284416"/>
              <a:gd name="connsiteX38" fmla="*/ 297559 w 340528"/>
              <a:gd name="connsiteY38" fmla="*/ 223361 h 284416"/>
              <a:gd name="connsiteX39" fmla="*/ 295188 w 340528"/>
              <a:gd name="connsiteY39" fmla="*/ 222218 h 284416"/>
              <a:gd name="connsiteX40" fmla="*/ 113351 w 340528"/>
              <a:gd name="connsiteY40" fmla="*/ 171926 h 284416"/>
              <a:gd name="connsiteX41" fmla="*/ 113351 w 340528"/>
              <a:gd name="connsiteY41" fmla="*/ 69056 h 284416"/>
              <a:gd name="connsiteX42" fmla="*/ 295188 w 340528"/>
              <a:gd name="connsiteY42" fmla="*/ 19812 h 284416"/>
              <a:gd name="connsiteX43" fmla="*/ 297559 w 340528"/>
              <a:gd name="connsiteY43" fmla="*/ 18669 h 284416"/>
              <a:gd name="connsiteX44" fmla="*/ 297559 w 340528"/>
              <a:gd name="connsiteY44" fmla="*/ 223457 h 284416"/>
              <a:gd name="connsiteX45" fmla="*/ 326301 w 340528"/>
              <a:gd name="connsiteY45" fmla="*/ 127540 h 284416"/>
              <a:gd name="connsiteX46" fmla="*/ 312167 w 340528"/>
              <a:gd name="connsiteY46" fmla="*/ 141827 h 284416"/>
              <a:gd name="connsiteX47" fmla="*/ 312167 w 340528"/>
              <a:gd name="connsiteY47" fmla="*/ 98965 h 284416"/>
              <a:gd name="connsiteX48" fmla="*/ 326301 w 340528"/>
              <a:gd name="connsiteY48" fmla="*/ 113252 h 284416"/>
              <a:gd name="connsiteX49" fmla="*/ 326301 w 340528"/>
              <a:gd name="connsiteY49" fmla="*/ 127540 h 28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40528" h="284416">
                <a:moveTo>
                  <a:pt x="312167" y="84677"/>
                </a:moveTo>
                <a:lnTo>
                  <a:pt x="311598" y="84677"/>
                </a:lnTo>
                <a:lnTo>
                  <a:pt x="311598" y="6763"/>
                </a:lnTo>
                <a:cubicBezTo>
                  <a:pt x="311598" y="4382"/>
                  <a:pt x="310460" y="2000"/>
                  <a:pt x="309227" y="857"/>
                </a:cubicBezTo>
                <a:cubicBezTo>
                  <a:pt x="306855" y="-286"/>
                  <a:pt x="304484" y="-286"/>
                  <a:pt x="302113" y="857"/>
                </a:cubicBezTo>
                <a:cubicBezTo>
                  <a:pt x="297370" y="3238"/>
                  <a:pt x="293860" y="4382"/>
                  <a:pt x="289117" y="6763"/>
                </a:cubicBezTo>
                <a:cubicBezTo>
                  <a:pt x="232489" y="32766"/>
                  <a:pt x="180509" y="56483"/>
                  <a:pt x="63742" y="56483"/>
                </a:cubicBezTo>
                <a:lnTo>
                  <a:pt x="49609" y="56483"/>
                </a:lnTo>
                <a:cubicBezTo>
                  <a:pt x="22481" y="56483"/>
                  <a:pt x="0" y="78962"/>
                  <a:pt x="0" y="106204"/>
                </a:cubicBezTo>
                <a:lnTo>
                  <a:pt x="0" y="134588"/>
                </a:lnTo>
                <a:cubicBezTo>
                  <a:pt x="0" y="162973"/>
                  <a:pt x="22386" y="184309"/>
                  <a:pt x="49609" y="184309"/>
                </a:cubicBezTo>
                <a:lnTo>
                  <a:pt x="63742" y="184309"/>
                </a:lnTo>
                <a:cubicBezTo>
                  <a:pt x="76263" y="184309"/>
                  <a:pt x="87930" y="184690"/>
                  <a:pt x="99028" y="185166"/>
                </a:cubicBezTo>
                <a:lnTo>
                  <a:pt x="99028" y="185928"/>
                </a:lnTo>
                <a:cubicBezTo>
                  <a:pt x="99028" y="227457"/>
                  <a:pt x="122552" y="265462"/>
                  <a:pt x="160305" y="284417"/>
                </a:cubicBezTo>
                <a:lnTo>
                  <a:pt x="162676" y="284417"/>
                </a:lnTo>
                <a:cubicBezTo>
                  <a:pt x="166186" y="284417"/>
                  <a:pt x="168557" y="283274"/>
                  <a:pt x="169790" y="280892"/>
                </a:cubicBezTo>
                <a:cubicBezTo>
                  <a:pt x="170928" y="277368"/>
                  <a:pt x="169790" y="273749"/>
                  <a:pt x="166280" y="271367"/>
                </a:cubicBezTo>
                <a:cubicBezTo>
                  <a:pt x="134504" y="254794"/>
                  <a:pt x="113257" y="222790"/>
                  <a:pt x="113257" y="186023"/>
                </a:cubicBezTo>
                <a:cubicBezTo>
                  <a:pt x="196824" y="192024"/>
                  <a:pt x="242259" y="213170"/>
                  <a:pt x="289212" y="235172"/>
                </a:cubicBezTo>
                <a:cubicBezTo>
                  <a:pt x="293955" y="237553"/>
                  <a:pt x="297465" y="238697"/>
                  <a:pt x="302207" y="241078"/>
                </a:cubicBezTo>
                <a:lnTo>
                  <a:pt x="304579" y="241078"/>
                </a:lnTo>
                <a:cubicBezTo>
                  <a:pt x="306950" y="241078"/>
                  <a:pt x="308088" y="241078"/>
                  <a:pt x="309321" y="239935"/>
                </a:cubicBezTo>
                <a:cubicBezTo>
                  <a:pt x="310460" y="238792"/>
                  <a:pt x="311693" y="236411"/>
                  <a:pt x="311693" y="234029"/>
                </a:cubicBezTo>
                <a:lnTo>
                  <a:pt x="311693" y="156115"/>
                </a:lnTo>
                <a:lnTo>
                  <a:pt x="312262" y="156115"/>
                </a:lnTo>
                <a:cubicBezTo>
                  <a:pt x="328767" y="156115"/>
                  <a:pt x="340529" y="144209"/>
                  <a:pt x="340529" y="127540"/>
                </a:cubicBezTo>
                <a:lnTo>
                  <a:pt x="340529" y="113252"/>
                </a:lnTo>
                <a:cubicBezTo>
                  <a:pt x="340529" y="97822"/>
                  <a:pt x="328767" y="84677"/>
                  <a:pt x="312262" y="84677"/>
                </a:cubicBezTo>
                <a:close/>
                <a:moveTo>
                  <a:pt x="63837" y="170117"/>
                </a:moveTo>
                <a:lnTo>
                  <a:pt x="49704" y="170117"/>
                </a:lnTo>
                <a:cubicBezTo>
                  <a:pt x="30828" y="170117"/>
                  <a:pt x="14323" y="154686"/>
                  <a:pt x="14323" y="134588"/>
                </a:cubicBezTo>
                <a:lnTo>
                  <a:pt x="14323" y="106204"/>
                </a:lnTo>
                <a:cubicBezTo>
                  <a:pt x="14323" y="87249"/>
                  <a:pt x="30828" y="70676"/>
                  <a:pt x="49704" y="70676"/>
                </a:cubicBezTo>
                <a:lnTo>
                  <a:pt x="63837" y="70676"/>
                </a:lnTo>
                <a:cubicBezTo>
                  <a:pt x="76358" y="70676"/>
                  <a:pt x="88025" y="70390"/>
                  <a:pt x="99123" y="69818"/>
                </a:cubicBezTo>
                <a:lnTo>
                  <a:pt x="99123" y="170974"/>
                </a:lnTo>
                <a:cubicBezTo>
                  <a:pt x="87930" y="170402"/>
                  <a:pt x="76263" y="170117"/>
                  <a:pt x="63837" y="170117"/>
                </a:cubicBezTo>
                <a:close/>
                <a:moveTo>
                  <a:pt x="297559" y="223361"/>
                </a:moveTo>
                <a:cubicBezTo>
                  <a:pt x="297559" y="223361"/>
                  <a:pt x="296421" y="222218"/>
                  <a:pt x="295188" y="222218"/>
                </a:cubicBezTo>
                <a:cubicBezTo>
                  <a:pt x="246053" y="200120"/>
                  <a:pt x="199385" y="178022"/>
                  <a:pt x="113351" y="171926"/>
                </a:cubicBezTo>
                <a:lnTo>
                  <a:pt x="113351" y="69056"/>
                </a:lnTo>
                <a:cubicBezTo>
                  <a:pt x="199290" y="63151"/>
                  <a:pt x="246053" y="41910"/>
                  <a:pt x="295188" y="19812"/>
                </a:cubicBezTo>
                <a:cubicBezTo>
                  <a:pt x="296326" y="19812"/>
                  <a:pt x="297559" y="18669"/>
                  <a:pt x="297559" y="18669"/>
                </a:cubicBezTo>
                <a:lnTo>
                  <a:pt x="297559" y="223457"/>
                </a:lnTo>
                <a:close/>
                <a:moveTo>
                  <a:pt x="326301" y="127540"/>
                </a:moveTo>
                <a:cubicBezTo>
                  <a:pt x="326301" y="135826"/>
                  <a:pt x="320419" y="141827"/>
                  <a:pt x="312167" y="141827"/>
                </a:cubicBezTo>
                <a:lnTo>
                  <a:pt x="312167" y="98965"/>
                </a:lnTo>
                <a:cubicBezTo>
                  <a:pt x="320419" y="98965"/>
                  <a:pt x="326301" y="106109"/>
                  <a:pt x="326301" y="113252"/>
                </a:cubicBezTo>
                <a:lnTo>
                  <a:pt x="326301" y="12754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3" name="Graphic 229">
            <a:extLst>
              <a:ext uri="{FF2B5EF4-FFF2-40B4-BE49-F238E27FC236}">
                <a16:creationId xmlns:a16="http://schemas.microsoft.com/office/drawing/2014/main" id="{9E0652F4-BEFE-C524-8340-D2562392005F}"/>
              </a:ext>
            </a:extLst>
          </p:cNvPr>
          <p:cNvSpPr/>
          <p:nvPr/>
        </p:nvSpPr>
        <p:spPr>
          <a:xfrm>
            <a:off x="8755503" y="5614159"/>
            <a:ext cx="455929" cy="380801"/>
          </a:xfrm>
          <a:custGeom>
            <a:avLst/>
            <a:gdLst>
              <a:gd name="connsiteX0" fmla="*/ 312167 w 340528"/>
              <a:gd name="connsiteY0" fmla="*/ 84677 h 284416"/>
              <a:gd name="connsiteX1" fmla="*/ 311598 w 340528"/>
              <a:gd name="connsiteY1" fmla="*/ 84677 h 284416"/>
              <a:gd name="connsiteX2" fmla="*/ 311598 w 340528"/>
              <a:gd name="connsiteY2" fmla="*/ 6763 h 284416"/>
              <a:gd name="connsiteX3" fmla="*/ 309227 w 340528"/>
              <a:gd name="connsiteY3" fmla="*/ 857 h 284416"/>
              <a:gd name="connsiteX4" fmla="*/ 302113 w 340528"/>
              <a:gd name="connsiteY4" fmla="*/ 857 h 284416"/>
              <a:gd name="connsiteX5" fmla="*/ 289117 w 340528"/>
              <a:gd name="connsiteY5" fmla="*/ 6763 h 284416"/>
              <a:gd name="connsiteX6" fmla="*/ 63742 w 340528"/>
              <a:gd name="connsiteY6" fmla="*/ 56483 h 284416"/>
              <a:gd name="connsiteX7" fmla="*/ 49609 w 340528"/>
              <a:gd name="connsiteY7" fmla="*/ 56483 h 284416"/>
              <a:gd name="connsiteX8" fmla="*/ 0 w 340528"/>
              <a:gd name="connsiteY8" fmla="*/ 106204 h 284416"/>
              <a:gd name="connsiteX9" fmla="*/ 0 w 340528"/>
              <a:gd name="connsiteY9" fmla="*/ 134588 h 284416"/>
              <a:gd name="connsiteX10" fmla="*/ 49609 w 340528"/>
              <a:gd name="connsiteY10" fmla="*/ 184309 h 284416"/>
              <a:gd name="connsiteX11" fmla="*/ 63742 w 340528"/>
              <a:gd name="connsiteY11" fmla="*/ 184309 h 284416"/>
              <a:gd name="connsiteX12" fmla="*/ 99028 w 340528"/>
              <a:gd name="connsiteY12" fmla="*/ 185166 h 284416"/>
              <a:gd name="connsiteX13" fmla="*/ 99028 w 340528"/>
              <a:gd name="connsiteY13" fmla="*/ 185928 h 284416"/>
              <a:gd name="connsiteX14" fmla="*/ 160305 w 340528"/>
              <a:gd name="connsiteY14" fmla="*/ 284417 h 284416"/>
              <a:gd name="connsiteX15" fmla="*/ 162676 w 340528"/>
              <a:gd name="connsiteY15" fmla="*/ 284417 h 284416"/>
              <a:gd name="connsiteX16" fmla="*/ 169790 w 340528"/>
              <a:gd name="connsiteY16" fmla="*/ 280892 h 284416"/>
              <a:gd name="connsiteX17" fmla="*/ 166280 w 340528"/>
              <a:gd name="connsiteY17" fmla="*/ 271367 h 284416"/>
              <a:gd name="connsiteX18" fmla="*/ 113257 w 340528"/>
              <a:gd name="connsiteY18" fmla="*/ 186023 h 284416"/>
              <a:gd name="connsiteX19" fmla="*/ 289212 w 340528"/>
              <a:gd name="connsiteY19" fmla="*/ 235172 h 284416"/>
              <a:gd name="connsiteX20" fmla="*/ 302207 w 340528"/>
              <a:gd name="connsiteY20" fmla="*/ 241078 h 284416"/>
              <a:gd name="connsiteX21" fmla="*/ 304579 w 340528"/>
              <a:gd name="connsiteY21" fmla="*/ 241078 h 284416"/>
              <a:gd name="connsiteX22" fmla="*/ 309321 w 340528"/>
              <a:gd name="connsiteY22" fmla="*/ 239935 h 284416"/>
              <a:gd name="connsiteX23" fmla="*/ 311693 w 340528"/>
              <a:gd name="connsiteY23" fmla="*/ 234029 h 284416"/>
              <a:gd name="connsiteX24" fmla="*/ 311693 w 340528"/>
              <a:gd name="connsiteY24" fmla="*/ 156115 h 284416"/>
              <a:gd name="connsiteX25" fmla="*/ 312262 w 340528"/>
              <a:gd name="connsiteY25" fmla="*/ 156115 h 284416"/>
              <a:gd name="connsiteX26" fmla="*/ 340529 w 340528"/>
              <a:gd name="connsiteY26" fmla="*/ 127540 h 284416"/>
              <a:gd name="connsiteX27" fmla="*/ 340529 w 340528"/>
              <a:gd name="connsiteY27" fmla="*/ 113252 h 284416"/>
              <a:gd name="connsiteX28" fmla="*/ 312262 w 340528"/>
              <a:gd name="connsiteY28" fmla="*/ 84677 h 284416"/>
              <a:gd name="connsiteX29" fmla="*/ 63837 w 340528"/>
              <a:gd name="connsiteY29" fmla="*/ 170117 h 284416"/>
              <a:gd name="connsiteX30" fmla="*/ 49704 w 340528"/>
              <a:gd name="connsiteY30" fmla="*/ 170117 h 284416"/>
              <a:gd name="connsiteX31" fmla="*/ 14323 w 340528"/>
              <a:gd name="connsiteY31" fmla="*/ 134588 h 284416"/>
              <a:gd name="connsiteX32" fmla="*/ 14323 w 340528"/>
              <a:gd name="connsiteY32" fmla="*/ 106204 h 284416"/>
              <a:gd name="connsiteX33" fmla="*/ 49704 w 340528"/>
              <a:gd name="connsiteY33" fmla="*/ 70676 h 284416"/>
              <a:gd name="connsiteX34" fmla="*/ 63837 w 340528"/>
              <a:gd name="connsiteY34" fmla="*/ 70676 h 284416"/>
              <a:gd name="connsiteX35" fmla="*/ 99123 w 340528"/>
              <a:gd name="connsiteY35" fmla="*/ 69818 h 284416"/>
              <a:gd name="connsiteX36" fmla="*/ 99123 w 340528"/>
              <a:gd name="connsiteY36" fmla="*/ 170974 h 284416"/>
              <a:gd name="connsiteX37" fmla="*/ 63837 w 340528"/>
              <a:gd name="connsiteY37" fmla="*/ 170117 h 284416"/>
              <a:gd name="connsiteX38" fmla="*/ 297559 w 340528"/>
              <a:gd name="connsiteY38" fmla="*/ 223361 h 284416"/>
              <a:gd name="connsiteX39" fmla="*/ 295188 w 340528"/>
              <a:gd name="connsiteY39" fmla="*/ 222218 h 284416"/>
              <a:gd name="connsiteX40" fmla="*/ 113351 w 340528"/>
              <a:gd name="connsiteY40" fmla="*/ 171926 h 284416"/>
              <a:gd name="connsiteX41" fmla="*/ 113351 w 340528"/>
              <a:gd name="connsiteY41" fmla="*/ 69056 h 284416"/>
              <a:gd name="connsiteX42" fmla="*/ 295188 w 340528"/>
              <a:gd name="connsiteY42" fmla="*/ 19812 h 284416"/>
              <a:gd name="connsiteX43" fmla="*/ 297559 w 340528"/>
              <a:gd name="connsiteY43" fmla="*/ 18669 h 284416"/>
              <a:gd name="connsiteX44" fmla="*/ 297559 w 340528"/>
              <a:gd name="connsiteY44" fmla="*/ 223457 h 284416"/>
              <a:gd name="connsiteX45" fmla="*/ 326301 w 340528"/>
              <a:gd name="connsiteY45" fmla="*/ 127540 h 284416"/>
              <a:gd name="connsiteX46" fmla="*/ 312167 w 340528"/>
              <a:gd name="connsiteY46" fmla="*/ 141827 h 284416"/>
              <a:gd name="connsiteX47" fmla="*/ 312167 w 340528"/>
              <a:gd name="connsiteY47" fmla="*/ 98965 h 284416"/>
              <a:gd name="connsiteX48" fmla="*/ 326301 w 340528"/>
              <a:gd name="connsiteY48" fmla="*/ 113252 h 284416"/>
              <a:gd name="connsiteX49" fmla="*/ 326301 w 340528"/>
              <a:gd name="connsiteY49" fmla="*/ 127540 h 28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40528" h="284416">
                <a:moveTo>
                  <a:pt x="312167" y="84677"/>
                </a:moveTo>
                <a:lnTo>
                  <a:pt x="311598" y="84677"/>
                </a:lnTo>
                <a:lnTo>
                  <a:pt x="311598" y="6763"/>
                </a:lnTo>
                <a:cubicBezTo>
                  <a:pt x="311598" y="4382"/>
                  <a:pt x="310460" y="2000"/>
                  <a:pt x="309227" y="857"/>
                </a:cubicBezTo>
                <a:cubicBezTo>
                  <a:pt x="306855" y="-286"/>
                  <a:pt x="304484" y="-286"/>
                  <a:pt x="302113" y="857"/>
                </a:cubicBezTo>
                <a:cubicBezTo>
                  <a:pt x="297370" y="3238"/>
                  <a:pt x="293860" y="4382"/>
                  <a:pt x="289117" y="6763"/>
                </a:cubicBezTo>
                <a:cubicBezTo>
                  <a:pt x="232489" y="32766"/>
                  <a:pt x="180509" y="56483"/>
                  <a:pt x="63742" y="56483"/>
                </a:cubicBezTo>
                <a:lnTo>
                  <a:pt x="49609" y="56483"/>
                </a:lnTo>
                <a:cubicBezTo>
                  <a:pt x="22481" y="56483"/>
                  <a:pt x="0" y="78962"/>
                  <a:pt x="0" y="106204"/>
                </a:cubicBezTo>
                <a:lnTo>
                  <a:pt x="0" y="134588"/>
                </a:lnTo>
                <a:cubicBezTo>
                  <a:pt x="0" y="162973"/>
                  <a:pt x="22386" y="184309"/>
                  <a:pt x="49609" y="184309"/>
                </a:cubicBezTo>
                <a:lnTo>
                  <a:pt x="63742" y="184309"/>
                </a:lnTo>
                <a:cubicBezTo>
                  <a:pt x="76263" y="184309"/>
                  <a:pt x="87930" y="184690"/>
                  <a:pt x="99028" y="185166"/>
                </a:cubicBezTo>
                <a:lnTo>
                  <a:pt x="99028" y="185928"/>
                </a:lnTo>
                <a:cubicBezTo>
                  <a:pt x="99028" y="227457"/>
                  <a:pt x="122552" y="265462"/>
                  <a:pt x="160305" y="284417"/>
                </a:cubicBezTo>
                <a:lnTo>
                  <a:pt x="162676" y="284417"/>
                </a:lnTo>
                <a:cubicBezTo>
                  <a:pt x="166186" y="284417"/>
                  <a:pt x="168557" y="283274"/>
                  <a:pt x="169790" y="280892"/>
                </a:cubicBezTo>
                <a:cubicBezTo>
                  <a:pt x="170928" y="277368"/>
                  <a:pt x="169790" y="273749"/>
                  <a:pt x="166280" y="271367"/>
                </a:cubicBezTo>
                <a:cubicBezTo>
                  <a:pt x="134504" y="254794"/>
                  <a:pt x="113257" y="222790"/>
                  <a:pt x="113257" y="186023"/>
                </a:cubicBezTo>
                <a:cubicBezTo>
                  <a:pt x="196824" y="192024"/>
                  <a:pt x="242259" y="213170"/>
                  <a:pt x="289212" y="235172"/>
                </a:cubicBezTo>
                <a:cubicBezTo>
                  <a:pt x="293955" y="237553"/>
                  <a:pt x="297465" y="238697"/>
                  <a:pt x="302207" y="241078"/>
                </a:cubicBezTo>
                <a:lnTo>
                  <a:pt x="304579" y="241078"/>
                </a:lnTo>
                <a:cubicBezTo>
                  <a:pt x="306950" y="241078"/>
                  <a:pt x="308088" y="241078"/>
                  <a:pt x="309321" y="239935"/>
                </a:cubicBezTo>
                <a:cubicBezTo>
                  <a:pt x="310460" y="238792"/>
                  <a:pt x="311693" y="236411"/>
                  <a:pt x="311693" y="234029"/>
                </a:cubicBezTo>
                <a:lnTo>
                  <a:pt x="311693" y="156115"/>
                </a:lnTo>
                <a:lnTo>
                  <a:pt x="312262" y="156115"/>
                </a:lnTo>
                <a:cubicBezTo>
                  <a:pt x="328767" y="156115"/>
                  <a:pt x="340529" y="144209"/>
                  <a:pt x="340529" y="127540"/>
                </a:cubicBezTo>
                <a:lnTo>
                  <a:pt x="340529" y="113252"/>
                </a:lnTo>
                <a:cubicBezTo>
                  <a:pt x="340529" y="97822"/>
                  <a:pt x="328767" y="84677"/>
                  <a:pt x="312262" y="84677"/>
                </a:cubicBezTo>
                <a:close/>
                <a:moveTo>
                  <a:pt x="63837" y="170117"/>
                </a:moveTo>
                <a:lnTo>
                  <a:pt x="49704" y="170117"/>
                </a:lnTo>
                <a:cubicBezTo>
                  <a:pt x="30828" y="170117"/>
                  <a:pt x="14323" y="154686"/>
                  <a:pt x="14323" y="134588"/>
                </a:cubicBezTo>
                <a:lnTo>
                  <a:pt x="14323" y="106204"/>
                </a:lnTo>
                <a:cubicBezTo>
                  <a:pt x="14323" y="87249"/>
                  <a:pt x="30828" y="70676"/>
                  <a:pt x="49704" y="70676"/>
                </a:cubicBezTo>
                <a:lnTo>
                  <a:pt x="63837" y="70676"/>
                </a:lnTo>
                <a:cubicBezTo>
                  <a:pt x="76358" y="70676"/>
                  <a:pt x="88025" y="70390"/>
                  <a:pt x="99123" y="69818"/>
                </a:cubicBezTo>
                <a:lnTo>
                  <a:pt x="99123" y="170974"/>
                </a:lnTo>
                <a:cubicBezTo>
                  <a:pt x="87930" y="170402"/>
                  <a:pt x="76263" y="170117"/>
                  <a:pt x="63837" y="170117"/>
                </a:cubicBezTo>
                <a:close/>
                <a:moveTo>
                  <a:pt x="297559" y="223361"/>
                </a:moveTo>
                <a:cubicBezTo>
                  <a:pt x="297559" y="223361"/>
                  <a:pt x="296421" y="222218"/>
                  <a:pt x="295188" y="222218"/>
                </a:cubicBezTo>
                <a:cubicBezTo>
                  <a:pt x="246053" y="200120"/>
                  <a:pt x="199385" y="178022"/>
                  <a:pt x="113351" y="171926"/>
                </a:cubicBezTo>
                <a:lnTo>
                  <a:pt x="113351" y="69056"/>
                </a:lnTo>
                <a:cubicBezTo>
                  <a:pt x="199290" y="63151"/>
                  <a:pt x="246053" y="41910"/>
                  <a:pt x="295188" y="19812"/>
                </a:cubicBezTo>
                <a:cubicBezTo>
                  <a:pt x="296326" y="19812"/>
                  <a:pt x="297559" y="18669"/>
                  <a:pt x="297559" y="18669"/>
                </a:cubicBezTo>
                <a:lnTo>
                  <a:pt x="297559" y="223457"/>
                </a:lnTo>
                <a:close/>
                <a:moveTo>
                  <a:pt x="326301" y="127540"/>
                </a:moveTo>
                <a:cubicBezTo>
                  <a:pt x="326301" y="135826"/>
                  <a:pt x="320419" y="141827"/>
                  <a:pt x="312167" y="141827"/>
                </a:cubicBezTo>
                <a:lnTo>
                  <a:pt x="312167" y="98965"/>
                </a:lnTo>
                <a:cubicBezTo>
                  <a:pt x="320419" y="98965"/>
                  <a:pt x="326301" y="106109"/>
                  <a:pt x="326301" y="113252"/>
                </a:cubicBezTo>
                <a:lnTo>
                  <a:pt x="326301" y="12754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4" name="Graphic 229">
            <a:extLst>
              <a:ext uri="{FF2B5EF4-FFF2-40B4-BE49-F238E27FC236}">
                <a16:creationId xmlns:a16="http://schemas.microsoft.com/office/drawing/2014/main" id="{358C81BF-FB10-9170-A0E3-1DDEB84F3CBF}"/>
              </a:ext>
            </a:extLst>
          </p:cNvPr>
          <p:cNvSpPr/>
          <p:nvPr/>
        </p:nvSpPr>
        <p:spPr>
          <a:xfrm>
            <a:off x="9530203" y="5614159"/>
            <a:ext cx="455929" cy="380801"/>
          </a:xfrm>
          <a:custGeom>
            <a:avLst/>
            <a:gdLst>
              <a:gd name="connsiteX0" fmla="*/ 312167 w 340528"/>
              <a:gd name="connsiteY0" fmla="*/ 84677 h 284416"/>
              <a:gd name="connsiteX1" fmla="*/ 311598 w 340528"/>
              <a:gd name="connsiteY1" fmla="*/ 84677 h 284416"/>
              <a:gd name="connsiteX2" fmla="*/ 311598 w 340528"/>
              <a:gd name="connsiteY2" fmla="*/ 6763 h 284416"/>
              <a:gd name="connsiteX3" fmla="*/ 309227 w 340528"/>
              <a:gd name="connsiteY3" fmla="*/ 857 h 284416"/>
              <a:gd name="connsiteX4" fmla="*/ 302113 w 340528"/>
              <a:gd name="connsiteY4" fmla="*/ 857 h 284416"/>
              <a:gd name="connsiteX5" fmla="*/ 289117 w 340528"/>
              <a:gd name="connsiteY5" fmla="*/ 6763 h 284416"/>
              <a:gd name="connsiteX6" fmla="*/ 63742 w 340528"/>
              <a:gd name="connsiteY6" fmla="*/ 56483 h 284416"/>
              <a:gd name="connsiteX7" fmla="*/ 49609 w 340528"/>
              <a:gd name="connsiteY7" fmla="*/ 56483 h 284416"/>
              <a:gd name="connsiteX8" fmla="*/ 0 w 340528"/>
              <a:gd name="connsiteY8" fmla="*/ 106204 h 284416"/>
              <a:gd name="connsiteX9" fmla="*/ 0 w 340528"/>
              <a:gd name="connsiteY9" fmla="*/ 134588 h 284416"/>
              <a:gd name="connsiteX10" fmla="*/ 49609 w 340528"/>
              <a:gd name="connsiteY10" fmla="*/ 184309 h 284416"/>
              <a:gd name="connsiteX11" fmla="*/ 63742 w 340528"/>
              <a:gd name="connsiteY11" fmla="*/ 184309 h 284416"/>
              <a:gd name="connsiteX12" fmla="*/ 99028 w 340528"/>
              <a:gd name="connsiteY12" fmla="*/ 185166 h 284416"/>
              <a:gd name="connsiteX13" fmla="*/ 99028 w 340528"/>
              <a:gd name="connsiteY13" fmla="*/ 185928 h 284416"/>
              <a:gd name="connsiteX14" fmla="*/ 160305 w 340528"/>
              <a:gd name="connsiteY14" fmla="*/ 284417 h 284416"/>
              <a:gd name="connsiteX15" fmla="*/ 162676 w 340528"/>
              <a:gd name="connsiteY15" fmla="*/ 284417 h 284416"/>
              <a:gd name="connsiteX16" fmla="*/ 169790 w 340528"/>
              <a:gd name="connsiteY16" fmla="*/ 280892 h 284416"/>
              <a:gd name="connsiteX17" fmla="*/ 166280 w 340528"/>
              <a:gd name="connsiteY17" fmla="*/ 271367 h 284416"/>
              <a:gd name="connsiteX18" fmla="*/ 113257 w 340528"/>
              <a:gd name="connsiteY18" fmla="*/ 186023 h 284416"/>
              <a:gd name="connsiteX19" fmla="*/ 289212 w 340528"/>
              <a:gd name="connsiteY19" fmla="*/ 235172 h 284416"/>
              <a:gd name="connsiteX20" fmla="*/ 302207 w 340528"/>
              <a:gd name="connsiteY20" fmla="*/ 241078 h 284416"/>
              <a:gd name="connsiteX21" fmla="*/ 304579 w 340528"/>
              <a:gd name="connsiteY21" fmla="*/ 241078 h 284416"/>
              <a:gd name="connsiteX22" fmla="*/ 309321 w 340528"/>
              <a:gd name="connsiteY22" fmla="*/ 239935 h 284416"/>
              <a:gd name="connsiteX23" fmla="*/ 311693 w 340528"/>
              <a:gd name="connsiteY23" fmla="*/ 234029 h 284416"/>
              <a:gd name="connsiteX24" fmla="*/ 311693 w 340528"/>
              <a:gd name="connsiteY24" fmla="*/ 156115 h 284416"/>
              <a:gd name="connsiteX25" fmla="*/ 312262 w 340528"/>
              <a:gd name="connsiteY25" fmla="*/ 156115 h 284416"/>
              <a:gd name="connsiteX26" fmla="*/ 340529 w 340528"/>
              <a:gd name="connsiteY26" fmla="*/ 127540 h 284416"/>
              <a:gd name="connsiteX27" fmla="*/ 340529 w 340528"/>
              <a:gd name="connsiteY27" fmla="*/ 113252 h 284416"/>
              <a:gd name="connsiteX28" fmla="*/ 312262 w 340528"/>
              <a:gd name="connsiteY28" fmla="*/ 84677 h 284416"/>
              <a:gd name="connsiteX29" fmla="*/ 63837 w 340528"/>
              <a:gd name="connsiteY29" fmla="*/ 170117 h 284416"/>
              <a:gd name="connsiteX30" fmla="*/ 49704 w 340528"/>
              <a:gd name="connsiteY30" fmla="*/ 170117 h 284416"/>
              <a:gd name="connsiteX31" fmla="*/ 14323 w 340528"/>
              <a:gd name="connsiteY31" fmla="*/ 134588 h 284416"/>
              <a:gd name="connsiteX32" fmla="*/ 14323 w 340528"/>
              <a:gd name="connsiteY32" fmla="*/ 106204 h 284416"/>
              <a:gd name="connsiteX33" fmla="*/ 49704 w 340528"/>
              <a:gd name="connsiteY33" fmla="*/ 70676 h 284416"/>
              <a:gd name="connsiteX34" fmla="*/ 63837 w 340528"/>
              <a:gd name="connsiteY34" fmla="*/ 70676 h 284416"/>
              <a:gd name="connsiteX35" fmla="*/ 99123 w 340528"/>
              <a:gd name="connsiteY35" fmla="*/ 69818 h 284416"/>
              <a:gd name="connsiteX36" fmla="*/ 99123 w 340528"/>
              <a:gd name="connsiteY36" fmla="*/ 170974 h 284416"/>
              <a:gd name="connsiteX37" fmla="*/ 63837 w 340528"/>
              <a:gd name="connsiteY37" fmla="*/ 170117 h 284416"/>
              <a:gd name="connsiteX38" fmla="*/ 297559 w 340528"/>
              <a:gd name="connsiteY38" fmla="*/ 223361 h 284416"/>
              <a:gd name="connsiteX39" fmla="*/ 295188 w 340528"/>
              <a:gd name="connsiteY39" fmla="*/ 222218 h 284416"/>
              <a:gd name="connsiteX40" fmla="*/ 113351 w 340528"/>
              <a:gd name="connsiteY40" fmla="*/ 171926 h 284416"/>
              <a:gd name="connsiteX41" fmla="*/ 113351 w 340528"/>
              <a:gd name="connsiteY41" fmla="*/ 69056 h 284416"/>
              <a:gd name="connsiteX42" fmla="*/ 295188 w 340528"/>
              <a:gd name="connsiteY42" fmla="*/ 19812 h 284416"/>
              <a:gd name="connsiteX43" fmla="*/ 297559 w 340528"/>
              <a:gd name="connsiteY43" fmla="*/ 18669 h 284416"/>
              <a:gd name="connsiteX44" fmla="*/ 297559 w 340528"/>
              <a:gd name="connsiteY44" fmla="*/ 223457 h 284416"/>
              <a:gd name="connsiteX45" fmla="*/ 326301 w 340528"/>
              <a:gd name="connsiteY45" fmla="*/ 127540 h 284416"/>
              <a:gd name="connsiteX46" fmla="*/ 312167 w 340528"/>
              <a:gd name="connsiteY46" fmla="*/ 141827 h 284416"/>
              <a:gd name="connsiteX47" fmla="*/ 312167 w 340528"/>
              <a:gd name="connsiteY47" fmla="*/ 98965 h 284416"/>
              <a:gd name="connsiteX48" fmla="*/ 326301 w 340528"/>
              <a:gd name="connsiteY48" fmla="*/ 113252 h 284416"/>
              <a:gd name="connsiteX49" fmla="*/ 326301 w 340528"/>
              <a:gd name="connsiteY49" fmla="*/ 127540 h 28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40528" h="284416">
                <a:moveTo>
                  <a:pt x="312167" y="84677"/>
                </a:moveTo>
                <a:lnTo>
                  <a:pt x="311598" y="84677"/>
                </a:lnTo>
                <a:lnTo>
                  <a:pt x="311598" y="6763"/>
                </a:lnTo>
                <a:cubicBezTo>
                  <a:pt x="311598" y="4382"/>
                  <a:pt x="310460" y="2000"/>
                  <a:pt x="309227" y="857"/>
                </a:cubicBezTo>
                <a:cubicBezTo>
                  <a:pt x="306855" y="-286"/>
                  <a:pt x="304484" y="-286"/>
                  <a:pt x="302113" y="857"/>
                </a:cubicBezTo>
                <a:cubicBezTo>
                  <a:pt x="297370" y="3238"/>
                  <a:pt x="293860" y="4382"/>
                  <a:pt x="289117" y="6763"/>
                </a:cubicBezTo>
                <a:cubicBezTo>
                  <a:pt x="232489" y="32766"/>
                  <a:pt x="180509" y="56483"/>
                  <a:pt x="63742" y="56483"/>
                </a:cubicBezTo>
                <a:lnTo>
                  <a:pt x="49609" y="56483"/>
                </a:lnTo>
                <a:cubicBezTo>
                  <a:pt x="22481" y="56483"/>
                  <a:pt x="0" y="78962"/>
                  <a:pt x="0" y="106204"/>
                </a:cubicBezTo>
                <a:lnTo>
                  <a:pt x="0" y="134588"/>
                </a:lnTo>
                <a:cubicBezTo>
                  <a:pt x="0" y="162973"/>
                  <a:pt x="22386" y="184309"/>
                  <a:pt x="49609" y="184309"/>
                </a:cubicBezTo>
                <a:lnTo>
                  <a:pt x="63742" y="184309"/>
                </a:lnTo>
                <a:cubicBezTo>
                  <a:pt x="76263" y="184309"/>
                  <a:pt x="87930" y="184690"/>
                  <a:pt x="99028" y="185166"/>
                </a:cubicBezTo>
                <a:lnTo>
                  <a:pt x="99028" y="185928"/>
                </a:lnTo>
                <a:cubicBezTo>
                  <a:pt x="99028" y="227457"/>
                  <a:pt x="122552" y="265462"/>
                  <a:pt x="160305" y="284417"/>
                </a:cubicBezTo>
                <a:lnTo>
                  <a:pt x="162676" y="284417"/>
                </a:lnTo>
                <a:cubicBezTo>
                  <a:pt x="166186" y="284417"/>
                  <a:pt x="168557" y="283274"/>
                  <a:pt x="169790" y="280892"/>
                </a:cubicBezTo>
                <a:cubicBezTo>
                  <a:pt x="170928" y="277368"/>
                  <a:pt x="169790" y="273749"/>
                  <a:pt x="166280" y="271367"/>
                </a:cubicBezTo>
                <a:cubicBezTo>
                  <a:pt x="134504" y="254794"/>
                  <a:pt x="113257" y="222790"/>
                  <a:pt x="113257" y="186023"/>
                </a:cubicBezTo>
                <a:cubicBezTo>
                  <a:pt x="196824" y="192024"/>
                  <a:pt x="242259" y="213170"/>
                  <a:pt x="289212" y="235172"/>
                </a:cubicBezTo>
                <a:cubicBezTo>
                  <a:pt x="293955" y="237553"/>
                  <a:pt x="297465" y="238697"/>
                  <a:pt x="302207" y="241078"/>
                </a:cubicBezTo>
                <a:lnTo>
                  <a:pt x="304579" y="241078"/>
                </a:lnTo>
                <a:cubicBezTo>
                  <a:pt x="306950" y="241078"/>
                  <a:pt x="308088" y="241078"/>
                  <a:pt x="309321" y="239935"/>
                </a:cubicBezTo>
                <a:cubicBezTo>
                  <a:pt x="310460" y="238792"/>
                  <a:pt x="311693" y="236411"/>
                  <a:pt x="311693" y="234029"/>
                </a:cubicBezTo>
                <a:lnTo>
                  <a:pt x="311693" y="156115"/>
                </a:lnTo>
                <a:lnTo>
                  <a:pt x="312262" y="156115"/>
                </a:lnTo>
                <a:cubicBezTo>
                  <a:pt x="328767" y="156115"/>
                  <a:pt x="340529" y="144209"/>
                  <a:pt x="340529" y="127540"/>
                </a:cubicBezTo>
                <a:lnTo>
                  <a:pt x="340529" y="113252"/>
                </a:lnTo>
                <a:cubicBezTo>
                  <a:pt x="340529" y="97822"/>
                  <a:pt x="328767" y="84677"/>
                  <a:pt x="312262" y="84677"/>
                </a:cubicBezTo>
                <a:close/>
                <a:moveTo>
                  <a:pt x="63837" y="170117"/>
                </a:moveTo>
                <a:lnTo>
                  <a:pt x="49704" y="170117"/>
                </a:lnTo>
                <a:cubicBezTo>
                  <a:pt x="30828" y="170117"/>
                  <a:pt x="14323" y="154686"/>
                  <a:pt x="14323" y="134588"/>
                </a:cubicBezTo>
                <a:lnTo>
                  <a:pt x="14323" y="106204"/>
                </a:lnTo>
                <a:cubicBezTo>
                  <a:pt x="14323" y="87249"/>
                  <a:pt x="30828" y="70676"/>
                  <a:pt x="49704" y="70676"/>
                </a:cubicBezTo>
                <a:lnTo>
                  <a:pt x="63837" y="70676"/>
                </a:lnTo>
                <a:cubicBezTo>
                  <a:pt x="76358" y="70676"/>
                  <a:pt x="88025" y="70390"/>
                  <a:pt x="99123" y="69818"/>
                </a:cubicBezTo>
                <a:lnTo>
                  <a:pt x="99123" y="170974"/>
                </a:lnTo>
                <a:cubicBezTo>
                  <a:pt x="87930" y="170402"/>
                  <a:pt x="76263" y="170117"/>
                  <a:pt x="63837" y="170117"/>
                </a:cubicBezTo>
                <a:close/>
                <a:moveTo>
                  <a:pt x="297559" y="223361"/>
                </a:moveTo>
                <a:cubicBezTo>
                  <a:pt x="297559" y="223361"/>
                  <a:pt x="296421" y="222218"/>
                  <a:pt x="295188" y="222218"/>
                </a:cubicBezTo>
                <a:cubicBezTo>
                  <a:pt x="246053" y="200120"/>
                  <a:pt x="199385" y="178022"/>
                  <a:pt x="113351" y="171926"/>
                </a:cubicBezTo>
                <a:lnTo>
                  <a:pt x="113351" y="69056"/>
                </a:lnTo>
                <a:cubicBezTo>
                  <a:pt x="199290" y="63151"/>
                  <a:pt x="246053" y="41910"/>
                  <a:pt x="295188" y="19812"/>
                </a:cubicBezTo>
                <a:cubicBezTo>
                  <a:pt x="296326" y="19812"/>
                  <a:pt x="297559" y="18669"/>
                  <a:pt x="297559" y="18669"/>
                </a:cubicBezTo>
                <a:lnTo>
                  <a:pt x="297559" y="223457"/>
                </a:lnTo>
                <a:close/>
                <a:moveTo>
                  <a:pt x="326301" y="127540"/>
                </a:moveTo>
                <a:cubicBezTo>
                  <a:pt x="326301" y="135826"/>
                  <a:pt x="320419" y="141827"/>
                  <a:pt x="312167" y="141827"/>
                </a:cubicBezTo>
                <a:lnTo>
                  <a:pt x="312167" y="98965"/>
                </a:lnTo>
                <a:cubicBezTo>
                  <a:pt x="320419" y="98965"/>
                  <a:pt x="326301" y="106109"/>
                  <a:pt x="326301" y="113252"/>
                </a:cubicBezTo>
                <a:lnTo>
                  <a:pt x="326301" y="127540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7" name="Graphic 235">
            <a:extLst>
              <a:ext uri="{FF2B5EF4-FFF2-40B4-BE49-F238E27FC236}">
                <a16:creationId xmlns:a16="http://schemas.microsoft.com/office/drawing/2014/main" id="{AD439B97-815C-50E3-94AF-1DE5B87186FF}"/>
              </a:ext>
            </a:extLst>
          </p:cNvPr>
          <p:cNvSpPr/>
          <p:nvPr/>
        </p:nvSpPr>
        <p:spPr>
          <a:xfrm>
            <a:off x="10436450" y="4893821"/>
            <a:ext cx="422480" cy="482600"/>
          </a:xfrm>
          <a:custGeom>
            <a:avLst/>
            <a:gdLst>
              <a:gd name="connsiteX0" fmla="*/ 313116 w 315984"/>
              <a:gd name="connsiteY0" fmla="*/ 66532 h 360949"/>
              <a:gd name="connsiteX1" fmla="*/ 303156 w 315984"/>
              <a:gd name="connsiteY1" fmla="*/ 66532 h 360949"/>
              <a:gd name="connsiteX2" fmla="*/ 265973 w 315984"/>
              <a:gd name="connsiteY2" fmla="*/ 104156 h 360949"/>
              <a:gd name="connsiteX3" fmla="*/ 212949 w 315984"/>
              <a:gd name="connsiteY3" fmla="*/ 50911 h 360949"/>
              <a:gd name="connsiteX4" fmla="*/ 250796 w 315984"/>
              <a:gd name="connsiteY4" fmla="*/ 13192 h 360949"/>
              <a:gd name="connsiteX5" fmla="*/ 250796 w 315984"/>
              <a:gd name="connsiteY5" fmla="*/ 1857 h 360949"/>
              <a:gd name="connsiteX6" fmla="*/ 239414 w 315984"/>
              <a:gd name="connsiteY6" fmla="*/ 1857 h 360949"/>
              <a:gd name="connsiteX7" fmla="*/ 201661 w 315984"/>
              <a:gd name="connsiteY7" fmla="*/ 39481 h 360949"/>
              <a:gd name="connsiteX8" fmla="*/ 175671 w 315984"/>
              <a:gd name="connsiteY8" fmla="*/ 13383 h 360949"/>
              <a:gd name="connsiteX9" fmla="*/ 175671 w 315984"/>
              <a:gd name="connsiteY9" fmla="*/ 13383 h 360949"/>
              <a:gd name="connsiteX10" fmla="*/ 170644 w 315984"/>
              <a:gd name="connsiteY10" fmla="*/ 10525 h 360949"/>
              <a:gd name="connsiteX11" fmla="*/ 165616 w 315984"/>
              <a:gd name="connsiteY11" fmla="*/ 13383 h 360949"/>
              <a:gd name="connsiteX12" fmla="*/ 164952 w 315984"/>
              <a:gd name="connsiteY12" fmla="*/ 14049 h 360949"/>
              <a:gd name="connsiteX13" fmla="*/ 106806 w 315984"/>
              <a:gd name="connsiteY13" fmla="*/ 71390 h 360949"/>
              <a:gd name="connsiteX14" fmla="*/ 81765 w 315984"/>
              <a:gd name="connsiteY14" fmla="*/ 138255 h 360949"/>
              <a:gd name="connsiteX15" fmla="*/ 94001 w 315984"/>
              <a:gd name="connsiteY15" fmla="*/ 181118 h 360949"/>
              <a:gd name="connsiteX16" fmla="*/ 63553 w 315984"/>
              <a:gd name="connsiteY16" fmla="*/ 211407 h 360949"/>
              <a:gd name="connsiteX17" fmla="*/ 63553 w 315984"/>
              <a:gd name="connsiteY17" fmla="*/ 221504 h 360949"/>
              <a:gd name="connsiteX18" fmla="*/ 74366 w 315984"/>
              <a:gd name="connsiteY18" fmla="*/ 232267 h 360949"/>
              <a:gd name="connsiteX19" fmla="*/ 11288 w 315984"/>
              <a:gd name="connsiteY19" fmla="*/ 296847 h 360949"/>
              <a:gd name="connsiteX20" fmla="*/ 0 w 315984"/>
              <a:gd name="connsiteY20" fmla="*/ 323231 h 360949"/>
              <a:gd name="connsiteX21" fmla="*/ 11288 w 315984"/>
              <a:gd name="connsiteY21" fmla="*/ 349615 h 360949"/>
              <a:gd name="connsiteX22" fmla="*/ 37562 w 315984"/>
              <a:gd name="connsiteY22" fmla="*/ 360950 h 360949"/>
              <a:gd name="connsiteX23" fmla="*/ 63837 w 315984"/>
              <a:gd name="connsiteY23" fmla="*/ 349615 h 360949"/>
              <a:gd name="connsiteX24" fmla="*/ 111360 w 315984"/>
              <a:gd name="connsiteY24" fmla="*/ 301895 h 360949"/>
              <a:gd name="connsiteX25" fmla="*/ 132607 w 315984"/>
              <a:gd name="connsiteY25" fmla="*/ 301895 h 360949"/>
              <a:gd name="connsiteX26" fmla="*/ 132607 w 315984"/>
              <a:gd name="connsiteY26" fmla="*/ 323231 h 360949"/>
              <a:gd name="connsiteX27" fmla="*/ 107565 w 315984"/>
              <a:gd name="connsiteY27" fmla="*/ 348377 h 360949"/>
              <a:gd name="connsiteX28" fmla="*/ 107565 w 315984"/>
              <a:gd name="connsiteY28" fmla="*/ 358473 h 360949"/>
              <a:gd name="connsiteX29" fmla="*/ 112593 w 315984"/>
              <a:gd name="connsiteY29" fmla="*/ 360950 h 360949"/>
              <a:gd name="connsiteX30" fmla="*/ 118853 w 315984"/>
              <a:gd name="connsiteY30" fmla="*/ 358473 h 360949"/>
              <a:gd name="connsiteX31" fmla="*/ 143895 w 315984"/>
              <a:gd name="connsiteY31" fmla="*/ 333327 h 360949"/>
              <a:gd name="connsiteX32" fmla="*/ 143895 w 315984"/>
              <a:gd name="connsiteY32" fmla="*/ 290560 h 360949"/>
              <a:gd name="connsiteX33" fmla="*/ 101400 w 315984"/>
              <a:gd name="connsiteY33" fmla="*/ 290560 h 360949"/>
              <a:gd name="connsiteX34" fmla="*/ 53878 w 315984"/>
              <a:gd name="connsiteY34" fmla="*/ 339519 h 360949"/>
              <a:gd name="connsiteX35" fmla="*/ 37657 w 315984"/>
              <a:gd name="connsiteY35" fmla="*/ 345805 h 360949"/>
              <a:gd name="connsiteX36" fmla="*/ 21437 w 315984"/>
              <a:gd name="connsiteY36" fmla="*/ 339519 h 360949"/>
              <a:gd name="connsiteX37" fmla="*/ 15177 w 315984"/>
              <a:gd name="connsiteY37" fmla="*/ 323231 h 360949"/>
              <a:gd name="connsiteX38" fmla="*/ 21437 w 315984"/>
              <a:gd name="connsiteY38" fmla="*/ 306943 h 360949"/>
              <a:gd name="connsiteX39" fmla="*/ 85180 w 315984"/>
              <a:gd name="connsiteY39" fmla="*/ 242935 h 360949"/>
              <a:gd name="connsiteX40" fmla="*/ 96562 w 315984"/>
              <a:gd name="connsiteY40" fmla="*/ 254270 h 360949"/>
              <a:gd name="connsiteX41" fmla="*/ 101589 w 315984"/>
              <a:gd name="connsiteY41" fmla="*/ 255508 h 360949"/>
              <a:gd name="connsiteX42" fmla="*/ 106617 w 315984"/>
              <a:gd name="connsiteY42" fmla="*/ 254270 h 360949"/>
              <a:gd name="connsiteX43" fmla="*/ 136875 w 315984"/>
              <a:gd name="connsiteY43" fmla="*/ 224171 h 360949"/>
              <a:gd name="connsiteX44" fmla="*/ 183259 w 315984"/>
              <a:gd name="connsiteY44" fmla="*/ 236744 h 360949"/>
              <a:gd name="connsiteX45" fmla="*/ 244631 w 315984"/>
              <a:gd name="connsiteY45" fmla="*/ 211503 h 360949"/>
              <a:gd name="connsiteX46" fmla="*/ 303440 w 315984"/>
              <a:gd name="connsiteY46" fmla="*/ 152162 h 360949"/>
              <a:gd name="connsiteX47" fmla="*/ 305243 w 315984"/>
              <a:gd name="connsiteY47" fmla="*/ 146828 h 360949"/>
              <a:gd name="connsiteX48" fmla="*/ 303440 w 315984"/>
              <a:gd name="connsiteY48" fmla="*/ 141589 h 360949"/>
              <a:gd name="connsiteX49" fmla="*/ 277260 w 315984"/>
              <a:gd name="connsiteY49" fmla="*/ 115300 h 360949"/>
              <a:gd name="connsiteX50" fmla="*/ 313211 w 315984"/>
              <a:gd name="connsiteY50" fmla="*/ 77867 h 360949"/>
              <a:gd name="connsiteX51" fmla="*/ 313211 w 315984"/>
              <a:gd name="connsiteY51" fmla="*/ 66532 h 360949"/>
              <a:gd name="connsiteX52" fmla="*/ 101495 w 315984"/>
              <a:gd name="connsiteY52" fmla="*/ 237887 h 360949"/>
              <a:gd name="connsiteX53" fmla="*/ 90112 w 315984"/>
              <a:gd name="connsiteY53" fmla="*/ 226552 h 360949"/>
              <a:gd name="connsiteX54" fmla="*/ 90112 w 315984"/>
              <a:gd name="connsiteY54" fmla="*/ 226552 h 360949"/>
              <a:gd name="connsiteX55" fmla="*/ 90112 w 315984"/>
              <a:gd name="connsiteY55" fmla="*/ 226552 h 360949"/>
              <a:gd name="connsiteX56" fmla="*/ 80057 w 315984"/>
              <a:gd name="connsiteY56" fmla="*/ 216551 h 360949"/>
              <a:gd name="connsiteX57" fmla="*/ 102064 w 315984"/>
              <a:gd name="connsiteY57" fmla="*/ 193691 h 360949"/>
              <a:gd name="connsiteX58" fmla="*/ 111834 w 315984"/>
              <a:gd name="connsiteY58" fmla="*/ 205216 h 360949"/>
              <a:gd name="connsiteX59" fmla="*/ 123311 w 315984"/>
              <a:gd name="connsiteY59" fmla="*/ 215217 h 360949"/>
              <a:gd name="connsiteX60" fmla="*/ 101495 w 315984"/>
              <a:gd name="connsiteY60" fmla="*/ 237887 h 360949"/>
              <a:gd name="connsiteX61" fmla="*/ 287315 w 315984"/>
              <a:gd name="connsiteY61" fmla="*/ 146923 h 360949"/>
              <a:gd name="connsiteX62" fmla="*/ 234481 w 315984"/>
              <a:gd name="connsiteY62" fmla="*/ 200168 h 360949"/>
              <a:gd name="connsiteX63" fmla="*/ 140859 w 315984"/>
              <a:gd name="connsiteY63" fmla="*/ 209407 h 360949"/>
              <a:gd name="connsiteX64" fmla="*/ 140670 w 315984"/>
              <a:gd name="connsiteY64" fmla="*/ 209026 h 360949"/>
              <a:gd name="connsiteX65" fmla="*/ 138014 w 315984"/>
              <a:gd name="connsiteY65" fmla="*/ 207502 h 360949"/>
              <a:gd name="connsiteX66" fmla="*/ 123122 w 315984"/>
              <a:gd name="connsiteY66" fmla="*/ 195120 h 360949"/>
              <a:gd name="connsiteX67" fmla="*/ 96847 w 315984"/>
              <a:gd name="connsiteY67" fmla="*/ 137112 h 360949"/>
              <a:gd name="connsiteX68" fmla="*/ 116861 w 315984"/>
              <a:gd name="connsiteY68" fmla="*/ 82820 h 360949"/>
              <a:gd name="connsiteX69" fmla="*/ 170644 w 315984"/>
              <a:gd name="connsiteY69" fmla="*/ 28527 h 360949"/>
              <a:gd name="connsiteX70" fmla="*/ 195401 w 315984"/>
              <a:gd name="connsiteY70" fmla="*/ 53578 h 360949"/>
              <a:gd name="connsiteX71" fmla="*/ 196539 w 315984"/>
              <a:gd name="connsiteY71" fmla="*/ 55959 h 360949"/>
              <a:gd name="connsiteX72" fmla="*/ 198531 w 315984"/>
              <a:gd name="connsiteY72" fmla="*/ 56817 h 360949"/>
              <a:gd name="connsiteX73" fmla="*/ 260376 w 315984"/>
              <a:gd name="connsiteY73" fmla="*/ 119586 h 360949"/>
              <a:gd name="connsiteX74" fmla="*/ 260851 w 315984"/>
              <a:gd name="connsiteY74" fmla="*/ 120634 h 360949"/>
              <a:gd name="connsiteX75" fmla="*/ 261799 w 315984"/>
              <a:gd name="connsiteY75" fmla="*/ 121015 h 360949"/>
              <a:gd name="connsiteX76" fmla="*/ 287220 w 315984"/>
              <a:gd name="connsiteY76" fmla="*/ 146828 h 360949"/>
              <a:gd name="connsiteX77" fmla="*/ 260946 w 315984"/>
              <a:gd name="connsiteY77" fmla="*/ 141589 h 360949"/>
              <a:gd name="connsiteX78" fmla="*/ 260946 w 315984"/>
              <a:gd name="connsiteY78" fmla="*/ 151686 h 360949"/>
              <a:gd name="connsiteX79" fmla="*/ 255918 w 315984"/>
              <a:gd name="connsiteY79" fmla="*/ 154162 h 360949"/>
              <a:gd name="connsiteX80" fmla="*/ 250891 w 315984"/>
              <a:gd name="connsiteY80" fmla="*/ 151686 h 360949"/>
              <a:gd name="connsiteX81" fmla="*/ 165522 w 315984"/>
              <a:gd name="connsiteY81" fmla="*/ 65961 h 360949"/>
              <a:gd name="connsiteX82" fmla="*/ 165522 w 315984"/>
              <a:gd name="connsiteY82" fmla="*/ 55864 h 360949"/>
              <a:gd name="connsiteX83" fmla="*/ 175576 w 315984"/>
              <a:gd name="connsiteY83" fmla="*/ 55864 h 360949"/>
              <a:gd name="connsiteX84" fmla="*/ 260946 w 315984"/>
              <a:gd name="connsiteY84" fmla="*/ 141589 h 360949"/>
              <a:gd name="connsiteX85" fmla="*/ 165616 w 315984"/>
              <a:gd name="connsiteY85" fmla="*/ 121872 h 360949"/>
              <a:gd name="connsiteX86" fmla="*/ 135547 w 315984"/>
              <a:gd name="connsiteY86" fmla="*/ 152067 h 360949"/>
              <a:gd name="connsiteX87" fmla="*/ 165616 w 315984"/>
              <a:gd name="connsiteY87" fmla="*/ 182261 h 360949"/>
              <a:gd name="connsiteX88" fmla="*/ 195685 w 315984"/>
              <a:gd name="connsiteY88" fmla="*/ 152067 h 360949"/>
              <a:gd name="connsiteX89" fmla="*/ 165616 w 315984"/>
              <a:gd name="connsiteY89" fmla="*/ 121872 h 360949"/>
              <a:gd name="connsiteX90" fmla="*/ 165616 w 315984"/>
              <a:gd name="connsiteY90" fmla="*/ 167211 h 360949"/>
              <a:gd name="connsiteX91" fmla="*/ 150535 w 315984"/>
              <a:gd name="connsiteY91" fmla="*/ 152067 h 360949"/>
              <a:gd name="connsiteX92" fmla="*/ 165616 w 315984"/>
              <a:gd name="connsiteY92" fmla="*/ 136922 h 360949"/>
              <a:gd name="connsiteX93" fmla="*/ 180698 w 315984"/>
              <a:gd name="connsiteY93" fmla="*/ 152067 h 360949"/>
              <a:gd name="connsiteX94" fmla="*/ 165616 w 315984"/>
              <a:gd name="connsiteY94" fmla="*/ 167211 h 360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315984" h="360949">
                <a:moveTo>
                  <a:pt x="313116" y="66532"/>
                </a:moveTo>
                <a:cubicBezTo>
                  <a:pt x="310649" y="64056"/>
                  <a:pt x="305622" y="64056"/>
                  <a:pt x="303156" y="66532"/>
                </a:cubicBezTo>
                <a:cubicBezTo>
                  <a:pt x="303156" y="66532"/>
                  <a:pt x="303061" y="66627"/>
                  <a:pt x="265973" y="104156"/>
                </a:cubicBezTo>
                <a:lnTo>
                  <a:pt x="212949" y="50911"/>
                </a:lnTo>
                <a:cubicBezTo>
                  <a:pt x="218166" y="45672"/>
                  <a:pt x="228885" y="35004"/>
                  <a:pt x="250796" y="13192"/>
                </a:cubicBezTo>
                <a:cubicBezTo>
                  <a:pt x="253357" y="9382"/>
                  <a:pt x="253357" y="5667"/>
                  <a:pt x="250796" y="1857"/>
                </a:cubicBezTo>
                <a:cubicBezTo>
                  <a:pt x="247002" y="-619"/>
                  <a:pt x="241975" y="-619"/>
                  <a:pt x="239414" y="1857"/>
                </a:cubicBezTo>
                <a:cubicBezTo>
                  <a:pt x="239414" y="1857"/>
                  <a:pt x="239319" y="1953"/>
                  <a:pt x="201661" y="39481"/>
                </a:cubicBezTo>
                <a:lnTo>
                  <a:pt x="175671" y="13383"/>
                </a:lnTo>
                <a:cubicBezTo>
                  <a:pt x="175671" y="13383"/>
                  <a:pt x="175671" y="13383"/>
                  <a:pt x="175671" y="13383"/>
                </a:cubicBezTo>
                <a:cubicBezTo>
                  <a:pt x="174438" y="11478"/>
                  <a:pt x="172541" y="10525"/>
                  <a:pt x="170644" y="10525"/>
                </a:cubicBezTo>
                <a:cubicBezTo>
                  <a:pt x="168747" y="10525"/>
                  <a:pt x="166850" y="11478"/>
                  <a:pt x="165616" y="13383"/>
                </a:cubicBezTo>
                <a:cubicBezTo>
                  <a:pt x="165332" y="13573"/>
                  <a:pt x="165237" y="13859"/>
                  <a:pt x="164952" y="14049"/>
                </a:cubicBezTo>
                <a:cubicBezTo>
                  <a:pt x="162676" y="16240"/>
                  <a:pt x="152526" y="26241"/>
                  <a:pt x="106806" y="71390"/>
                </a:cubicBezTo>
                <a:cubicBezTo>
                  <a:pt x="89258" y="89011"/>
                  <a:pt x="80532" y="113014"/>
                  <a:pt x="81765" y="138255"/>
                </a:cubicBezTo>
                <a:cubicBezTo>
                  <a:pt x="82524" y="153400"/>
                  <a:pt x="86887" y="167973"/>
                  <a:pt x="94001" y="181118"/>
                </a:cubicBezTo>
                <a:cubicBezTo>
                  <a:pt x="90017" y="185118"/>
                  <a:pt x="81480" y="193500"/>
                  <a:pt x="63553" y="211407"/>
                </a:cubicBezTo>
                <a:cubicBezTo>
                  <a:pt x="60992" y="213884"/>
                  <a:pt x="60992" y="218932"/>
                  <a:pt x="63553" y="221504"/>
                </a:cubicBezTo>
                <a:cubicBezTo>
                  <a:pt x="63553" y="221504"/>
                  <a:pt x="67157" y="225092"/>
                  <a:pt x="74366" y="232267"/>
                </a:cubicBezTo>
                <a:cubicBezTo>
                  <a:pt x="67062" y="239792"/>
                  <a:pt x="50178" y="257032"/>
                  <a:pt x="11288" y="296847"/>
                </a:cubicBezTo>
                <a:cubicBezTo>
                  <a:pt x="3794" y="303133"/>
                  <a:pt x="0" y="313230"/>
                  <a:pt x="0" y="323231"/>
                </a:cubicBezTo>
                <a:cubicBezTo>
                  <a:pt x="0" y="333232"/>
                  <a:pt x="3794" y="342090"/>
                  <a:pt x="11288" y="349615"/>
                </a:cubicBezTo>
                <a:cubicBezTo>
                  <a:pt x="17548" y="357140"/>
                  <a:pt x="27508" y="360950"/>
                  <a:pt x="37562" y="360950"/>
                </a:cubicBezTo>
                <a:cubicBezTo>
                  <a:pt x="47617" y="360950"/>
                  <a:pt x="56344" y="357140"/>
                  <a:pt x="63837" y="349615"/>
                </a:cubicBezTo>
                <a:lnTo>
                  <a:pt x="111360" y="301895"/>
                </a:lnTo>
                <a:cubicBezTo>
                  <a:pt x="117620" y="295608"/>
                  <a:pt x="127580" y="295608"/>
                  <a:pt x="132607" y="301895"/>
                </a:cubicBezTo>
                <a:cubicBezTo>
                  <a:pt x="138867" y="306943"/>
                  <a:pt x="138867" y="316944"/>
                  <a:pt x="132607" y="323231"/>
                </a:cubicBezTo>
                <a:lnTo>
                  <a:pt x="107565" y="348377"/>
                </a:lnTo>
                <a:cubicBezTo>
                  <a:pt x="105099" y="350853"/>
                  <a:pt x="105099" y="355902"/>
                  <a:pt x="107565" y="358473"/>
                </a:cubicBezTo>
                <a:cubicBezTo>
                  <a:pt x="108798" y="360950"/>
                  <a:pt x="111360" y="360950"/>
                  <a:pt x="112593" y="360950"/>
                </a:cubicBezTo>
                <a:cubicBezTo>
                  <a:pt x="115059" y="360950"/>
                  <a:pt x="116387" y="360950"/>
                  <a:pt x="118853" y="358473"/>
                </a:cubicBezTo>
                <a:lnTo>
                  <a:pt x="143895" y="333327"/>
                </a:lnTo>
                <a:cubicBezTo>
                  <a:pt x="155182" y="321993"/>
                  <a:pt x="155182" y="303133"/>
                  <a:pt x="143895" y="290560"/>
                </a:cubicBezTo>
                <a:cubicBezTo>
                  <a:pt x="131374" y="279225"/>
                  <a:pt x="112593" y="279225"/>
                  <a:pt x="101400" y="290560"/>
                </a:cubicBezTo>
                <a:lnTo>
                  <a:pt x="53878" y="339519"/>
                </a:lnTo>
                <a:cubicBezTo>
                  <a:pt x="48850" y="343329"/>
                  <a:pt x="43918" y="345805"/>
                  <a:pt x="37657" y="345805"/>
                </a:cubicBezTo>
                <a:cubicBezTo>
                  <a:pt x="31397" y="345805"/>
                  <a:pt x="26370" y="343329"/>
                  <a:pt x="21437" y="339519"/>
                </a:cubicBezTo>
                <a:cubicBezTo>
                  <a:pt x="17643" y="334470"/>
                  <a:pt x="15177" y="329422"/>
                  <a:pt x="15177" y="323231"/>
                </a:cubicBezTo>
                <a:cubicBezTo>
                  <a:pt x="15177" y="317040"/>
                  <a:pt x="17643" y="310658"/>
                  <a:pt x="21437" y="306943"/>
                </a:cubicBezTo>
                <a:cubicBezTo>
                  <a:pt x="21437" y="306943"/>
                  <a:pt x="21627" y="306753"/>
                  <a:pt x="85180" y="242935"/>
                </a:cubicBezTo>
                <a:cubicBezTo>
                  <a:pt x="88500" y="246174"/>
                  <a:pt x="92199" y="249888"/>
                  <a:pt x="96562" y="254270"/>
                </a:cubicBezTo>
                <a:cubicBezTo>
                  <a:pt x="97795" y="255508"/>
                  <a:pt x="99123" y="255508"/>
                  <a:pt x="101589" y="255508"/>
                </a:cubicBezTo>
                <a:cubicBezTo>
                  <a:pt x="102823" y="255508"/>
                  <a:pt x="105384" y="255508"/>
                  <a:pt x="106617" y="254270"/>
                </a:cubicBezTo>
                <a:cubicBezTo>
                  <a:pt x="106617" y="254270"/>
                  <a:pt x="106617" y="254270"/>
                  <a:pt x="136875" y="224171"/>
                </a:cubicBezTo>
                <a:cubicBezTo>
                  <a:pt x="151578" y="232362"/>
                  <a:pt x="167703" y="236744"/>
                  <a:pt x="183259" y="236744"/>
                </a:cubicBezTo>
                <a:cubicBezTo>
                  <a:pt x="205835" y="236744"/>
                  <a:pt x="228315" y="227886"/>
                  <a:pt x="244631" y="211503"/>
                </a:cubicBezTo>
                <a:lnTo>
                  <a:pt x="303440" y="152162"/>
                </a:lnTo>
                <a:cubicBezTo>
                  <a:pt x="304768" y="150828"/>
                  <a:pt x="305338" y="148828"/>
                  <a:pt x="305243" y="146828"/>
                </a:cubicBezTo>
                <a:cubicBezTo>
                  <a:pt x="305243" y="144828"/>
                  <a:pt x="304673" y="142923"/>
                  <a:pt x="303440" y="141589"/>
                </a:cubicBezTo>
                <a:cubicBezTo>
                  <a:pt x="303440" y="141589"/>
                  <a:pt x="294714" y="132826"/>
                  <a:pt x="277260" y="115300"/>
                </a:cubicBezTo>
                <a:cubicBezTo>
                  <a:pt x="282383" y="109966"/>
                  <a:pt x="292627" y="99298"/>
                  <a:pt x="313211" y="77867"/>
                </a:cubicBezTo>
                <a:cubicBezTo>
                  <a:pt x="316910" y="74057"/>
                  <a:pt x="316910" y="69104"/>
                  <a:pt x="313211" y="66532"/>
                </a:cubicBezTo>
                <a:close/>
                <a:moveTo>
                  <a:pt x="101495" y="237887"/>
                </a:moveTo>
                <a:cubicBezTo>
                  <a:pt x="101495" y="237887"/>
                  <a:pt x="101305" y="237696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87361" y="223885"/>
                  <a:pt x="84231" y="220742"/>
                  <a:pt x="80057" y="216551"/>
                </a:cubicBezTo>
                <a:cubicBezTo>
                  <a:pt x="80057" y="216551"/>
                  <a:pt x="87390" y="208931"/>
                  <a:pt x="102064" y="193691"/>
                </a:cubicBezTo>
                <a:cubicBezTo>
                  <a:pt x="105099" y="197787"/>
                  <a:pt x="108324" y="201692"/>
                  <a:pt x="111834" y="205216"/>
                </a:cubicBezTo>
                <a:cubicBezTo>
                  <a:pt x="115438" y="208836"/>
                  <a:pt x="119327" y="212169"/>
                  <a:pt x="123311" y="215217"/>
                </a:cubicBezTo>
                <a:cubicBezTo>
                  <a:pt x="119327" y="219408"/>
                  <a:pt x="112688" y="226266"/>
                  <a:pt x="101495" y="237887"/>
                </a:cubicBezTo>
                <a:close/>
                <a:moveTo>
                  <a:pt x="287315" y="146923"/>
                </a:moveTo>
                <a:cubicBezTo>
                  <a:pt x="281150" y="153114"/>
                  <a:pt x="267016" y="167402"/>
                  <a:pt x="234481" y="200168"/>
                </a:cubicBezTo>
                <a:cubicBezTo>
                  <a:pt x="209629" y="225219"/>
                  <a:pt x="171118" y="227790"/>
                  <a:pt x="140859" y="209407"/>
                </a:cubicBezTo>
                <a:cubicBezTo>
                  <a:pt x="140859" y="209312"/>
                  <a:pt x="140765" y="209121"/>
                  <a:pt x="140670" y="209026"/>
                </a:cubicBezTo>
                <a:cubicBezTo>
                  <a:pt x="139911" y="208359"/>
                  <a:pt x="138962" y="207883"/>
                  <a:pt x="138014" y="207502"/>
                </a:cubicBezTo>
                <a:cubicBezTo>
                  <a:pt x="132702" y="203978"/>
                  <a:pt x="127675" y="199882"/>
                  <a:pt x="123122" y="195120"/>
                </a:cubicBezTo>
                <a:cubicBezTo>
                  <a:pt x="106806" y="178737"/>
                  <a:pt x="98080" y="158544"/>
                  <a:pt x="96847" y="137112"/>
                </a:cubicBezTo>
                <a:cubicBezTo>
                  <a:pt x="95614" y="115681"/>
                  <a:pt x="103107" y="96726"/>
                  <a:pt x="116861" y="82820"/>
                </a:cubicBezTo>
                <a:cubicBezTo>
                  <a:pt x="116861" y="82820"/>
                  <a:pt x="117051" y="82629"/>
                  <a:pt x="170644" y="28527"/>
                </a:cubicBezTo>
                <a:cubicBezTo>
                  <a:pt x="174723" y="32623"/>
                  <a:pt x="182121" y="40148"/>
                  <a:pt x="195401" y="53578"/>
                </a:cubicBezTo>
                <a:cubicBezTo>
                  <a:pt x="195685" y="54340"/>
                  <a:pt x="196065" y="55102"/>
                  <a:pt x="196539" y="55959"/>
                </a:cubicBezTo>
                <a:cubicBezTo>
                  <a:pt x="197013" y="56436"/>
                  <a:pt x="197772" y="56626"/>
                  <a:pt x="198531" y="56817"/>
                </a:cubicBezTo>
                <a:cubicBezTo>
                  <a:pt x="212475" y="70914"/>
                  <a:pt x="232204" y="91011"/>
                  <a:pt x="260376" y="119586"/>
                </a:cubicBezTo>
                <a:cubicBezTo>
                  <a:pt x="260566" y="119967"/>
                  <a:pt x="260661" y="120348"/>
                  <a:pt x="260851" y="120634"/>
                </a:cubicBezTo>
                <a:cubicBezTo>
                  <a:pt x="261135" y="120920"/>
                  <a:pt x="261515" y="120920"/>
                  <a:pt x="261799" y="121015"/>
                </a:cubicBezTo>
                <a:cubicBezTo>
                  <a:pt x="269577" y="128921"/>
                  <a:pt x="278114" y="137589"/>
                  <a:pt x="287220" y="146828"/>
                </a:cubicBezTo>
                <a:close/>
                <a:moveTo>
                  <a:pt x="260946" y="141589"/>
                </a:moveTo>
                <a:cubicBezTo>
                  <a:pt x="263412" y="144066"/>
                  <a:pt x="263412" y="149114"/>
                  <a:pt x="260946" y="151686"/>
                </a:cubicBezTo>
                <a:cubicBezTo>
                  <a:pt x="259712" y="152924"/>
                  <a:pt x="257151" y="154162"/>
                  <a:pt x="255918" y="154162"/>
                </a:cubicBezTo>
                <a:cubicBezTo>
                  <a:pt x="253452" y="154162"/>
                  <a:pt x="252124" y="152924"/>
                  <a:pt x="250891" y="151686"/>
                </a:cubicBezTo>
                <a:lnTo>
                  <a:pt x="165522" y="65961"/>
                </a:lnTo>
                <a:cubicBezTo>
                  <a:pt x="161727" y="63484"/>
                  <a:pt x="161727" y="58436"/>
                  <a:pt x="165522" y="55864"/>
                </a:cubicBezTo>
                <a:cubicBezTo>
                  <a:pt x="167988" y="52054"/>
                  <a:pt x="173015" y="52054"/>
                  <a:pt x="175576" y="55864"/>
                </a:cubicBezTo>
                <a:lnTo>
                  <a:pt x="260946" y="141589"/>
                </a:lnTo>
                <a:close/>
                <a:moveTo>
                  <a:pt x="165616" y="121872"/>
                </a:moveTo>
                <a:cubicBezTo>
                  <a:pt x="148068" y="121872"/>
                  <a:pt x="135547" y="135684"/>
                  <a:pt x="135547" y="152067"/>
                </a:cubicBezTo>
                <a:cubicBezTo>
                  <a:pt x="135547" y="168450"/>
                  <a:pt x="148068" y="182261"/>
                  <a:pt x="165616" y="182261"/>
                </a:cubicBezTo>
                <a:cubicBezTo>
                  <a:pt x="181931" y="182261"/>
                  <a:pt x="195685" y="168450"/>
                  <a:pt x="195685" y="152067"/>
                </a:cubicBezTo>
                <a:cubicBezTo>
                  <a:pt x="195685" y="135684"/>
                  <a:pt x="181931" y="121872"/>
                  <a:pt x="165616" y="121872"/>
                </a:cubicBezTo>
                <a:close/>
                <a:moveTo>
                  <a:pt x="165616" y="167211"/>
                </a:moveTo>
                <a:cubicBezTo>
                  <a:pt x="156890" y="167211"/>
                  <a:pt x="150535" y="160925"/>
                  <a:pt x="150535" y="152067"/>
                </a:cubicBezTo>
                <a:cubicBezTo>
                  <a:pt x="150535" y="143208"/>
                  <a:pt x="156795" y="136922"/>
                  <a:pt x="165616" y="136922"/>
                </a:cubicBezTo>
                <a:cubicBezTo>
                  <a:pt x="173110" y="136922"/>
                  <a:pt x="180698" y="143208"/>
                  <a:pt x="180698" y="152067"/>
                </a:cubicBezTo>
                <a:cubicBezTo>
                  <a:pt x="180698" y="160925"/>
                  <a:pt x="173205" y="167211"/>
                  <a:pt x="165616" y="16721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8" name="Graphic 235">
            <a:extLst>
              <a:ext uri="{FF2B5EF4-FFF2-40B4-BE49-F238E27FC236}">
                <a16:creationId xmlns:a16="http://schemas.microsoft.com/office/drawing/2014/main" id="{57090F95-FE16-8A01-FBE6-CD2A89F9FE7D}"/>
              </a:ext>
            </a:extLst>
          </p:cNvPr>
          <p:cNvSpPr/>
          <p:nvPr/>
        </p:nvSpPr>
        <p:spPr>
          <a:xfrm>
            <a:off x="11198450" y="4893821"/>
            <a:ext cx="422480" cy="482600"/>
          </a:xfrm>
          <a:custGeom>
            <a:avLst/>
            <a:gdLst>
              <a:gd name="connsiteX0" fmla="*/ 313116 w 315984"/>
              <a:gd name="connsiteY0" fmla="*/ 66532 h 360949"/>
              <a:gd name="connsiteX1" fmla="*/ 303156 w 315984"/>
              <a:gd name="connsiteY1" fmla="*/ 66532 h 360949"/>
              <a:gd name="connsiteX2" fmla="*/ 265973 w 315984"/>
              <a:gd name="connsiteY2" fmla="*/ 104156 h 360949"/>
              <a:gd name="connsiteX3" fmla="*/ 212949 w 315984"/>
              <a:gd name="connsiteY3" fmla="*/ 50911 h 360949"/>
              <a:gd name="connsiteX4" fmla="*/ 250796 w 315984"/>
              <a:gd name="connsiteY4" fmla="*/ 13192 h 360949"/>
              <a:gd name="connsiteX5" fmla="*/ 250796 w 315984"/>
              <a:gd name="connsiteY5" fmla="*/ 1857 h 360949"/>
              <a:gd name="connsiteX6" fmla="*/ 239414 w 315984"/>
              <a:gd name="connsiteY6" fmla="*/ 1857 h 360949"/>
              <a:gd name="connsiteX7" fmla="*/ 201661 w 315984"/>
              <a:gd name="connsiteY7" fmla="*/ 39481 h 360949"/>
              <a:gd name="connsiteX8" fmla="*/ 175671 w 315984"/>
              <a:gd name="connsiteY8" fmla="*/ 13383 h 360949"/>
              <a:gd name="connsiteX9" fmla="*/ 175671 w 315984"/>
              <a:gd name="connsiteY9" fmla="*/ 13383 h 360949"/>
              <a:gd name="connsiteX10" fmla="*/ 170644 w 315984"/>
              <a:gd name="connsiteY10" fmla="*/ 10525 h 360949"/>
              <a:gd name="connsiteX11" fmla="*/ 165616 w 315984"/>
              <a:gd name="connsiteY11" fmla="*/ 13383 h 360949"/>
              <a:gd name="connsiteX12" fmla="*/ 164952 w 315984"/>
              <a:gd name="connsiteY12" fmla="*/ 14049 h 360949"/>
              <a:gd name="connsiteX13" fmla="*/ 106806 w 315984"/>
              <a:gd name="connsiteY13" fmla="*/ 71390 h 360949"/>
              <a:gd name="connsiteX14" fmla="*/ 81765 w 315984"/>
              <a:gd name="connsiteY14" fmla="*/ 138255 h 360949"/>
              <a:gd name="connsiteX15" fmla="*/ 94001 w 315984"/>
              <a:gd name="connsiteY15" fmla="*/ 181118 h 360949"/>
              <a:gd name="connsiteX16" fmla="*/ 63553 w 315984"/>
              <a:gd name="connsiteY16" fmla="*/ 211407 h 360949"/>
              <a:gd name="connsiteX17" fmla="*/ 63553 w 315984"/>
              <a:gd name="connsiteY17" fmla="*/ 221504 h 360949"/>
              <a:gd name="connsiteX18" fmla="*/ 74366 w 315984"/>
              <a:gd name="connsiteY18" fmla="*/ 232267 h 360949"/>
              <a:gd name="connsiteX19" fmla="*/ 11288 w 315984"/>
              <a:gd name="connsiteY19" fmla="*/ 296847 h 360949"/>
              <a:gd name="connsiteX20" fmla="*/ 0 w 315984"/>
              <a:gd name="connsiteY20" fmla="*/ 323231 h 360949"/>
              <a:gd name="connsiteX21" fmla="*/ 11288 w 315984"/>
              <a:gd name="connsiteY21" fmla="*/ 349615 h 360949"/>
              <a:gd name="connsiteX22" fmla="*/ 37562 w 315984"/>
              <a:gd name="connsiteY22" fmla="*/ 360950 h 360949"/>
              <a:gd name="connsiteX23" fmla="*/ 63837 w 315984"/>
              <a:gd name="connsiteY23" fmla="*/ 349615 h 360949"/>
              <a:gd name="connsiteX24" fmla="*/ 111360 w 315984"/>
              <a:gd name="connsiteY24" fmla="*/ 301895 h 360949"/>
              <a:gd name="connsiteX25" fmla="*/ 132607 w 315984"/>
              <a:gd name="connsiteY25" fmla="*/ 301895 h 360949"/>
              <a:gd name="connsiteX26" fmla="*/ 132607 w 315984"/>
              <a:gd name="connsiteY26" fmla="*/ 323231 h 360949"/>
              <a:gd name="connsiteX27" fmla="*/ 107565 w 315984"/>
              <a:gd name="connsiteY27" fmla="*/ 348377 h 360949"/>
              <a:gd name="connsiteX28" fmla="*/ 107565 w 315984"/>
              <a:gd name="connsiteY28" fmla="*/ 358473 h 360949"/>
              <a:gd name="connsiteX29" fmla="*/ 112593 w 315984"/>
              <a:gd name="connsiteY29" fmla="*/ 360950 h 360949"/>
              <a:gd name="connsiteX30" fmla="*/ 118853 w 315984"/>
              <a:gd name="connsiteY30" fmla="*/ 358473 h 360949"/>
              <a:gd name="connsiteX31" fmla="*/ 143895 w 315984"/>
              <a:gd name="connsiteY31" fmla="*/ 333327 h 360949"/>
              <a:gd name="connsiteX32" fmla="*/ 143895 w 315984"/>
              <a:gd name="connsiteY32" fmla="*/ 290560 h 360949"/>
              <a:gd name="connsiteX33" fmla="*/ 101400 w 315984"/>
              <a:gd name="connsiteY33" fmla="*/ 290560 h 360949"/>
              <a:gd name="connsiteX34" fmla="*/ 53878 w 315984"/>
              <a:gd name="connsiteY34" fmla="*/ 339519 h 360949"/>
              <a:gd name="connsiteX35" fmla="*/ 37657 w 315984"/>
              <a:gd name="connsiteY35" fmla="*/ 345805 h 360949"/>
              <a:gd name="connsiteX36" fmla="*/ 21437 w 315984"/>
              <a:gd name="connsiteY36" fmla="*/ 339519 h 360949"/>
              <a:gd name="connsiteX37" fmla="*/ 15177 w 315984"/>
              <a:gd name="connsiteY37" fmla="*/ 323231 h 360949"/>
              <a:gd name="connsiteX38" fmla="*/ 21437 w 315984"/>
              <a:gd name="connsiteY38" fmla="*/ 306943 h 360949"/>
              <a:gd name="connsiteX39" fmla="*/ 85180 w 315984"/>
              <a:gd name="connsiteY39" fmla="*/ 242935 h 360949"/>
              <a:gd name="connsiteX40" fmla="*/ 96562 w 315984"/>
              <a:gd name="connsiteY40" fmla="*/ 254270 h 360949"/>
              <a:gd name="connsiteX41" fmla="*/ 101589 w 315984"/>
              <a:gd name="connsiteY41" fmla="*/ 255508 h 360949"/>
              <a:gd name="connsiteX42" fmla="*/ 106617 w 315984"/>
              <a:gd name="connsiteY42" fmla="*/ 254270 h 360949"/>
              <a:gd name="connsiteX43" fmla="*/ 136875 w 315984"/>
              <a:gd name="connsiteY43" fmla="*/ 224171 h 360949"/>
              <a:gd name="connsiteX44" fmla="*/ 183259 w 315984"/>
              <a:gd name="connsiteY44" fmla="*/ 236744 h 360949"/>
              <a:gd name="connsiteX45" fmla="*/ 244631 w 315984"/>
              <a:gd name="connsiteY45" fmla="*/ 211503 h 360949"/>
              <a:gd name="connsiteX46" fmla="*/ 303440 w 315984"/>
              <a:gd name="connsiteY46" fmla="*/ 152162 h 360949"/>
              <a:gd name="connsiteX47" fmla="*/ 305243 w 315984"/>
              <a:gd name="connsiteY47" fmla="*/ 146828 h 360949"/>
              <a:gd name="connsiteX48" fmla="*/ 303440 w 315984"/>
              <a:gd name="connsiteY48" fmla="*/ 141589 h 360949"/>
              <a:gd name="connsiteX49" fmla="*/ 277260 w 315984"/>
              <a:gd name="connsiteY49" fmla="*/ 115300 h 360949"/>
              <a:gd name="connsiteX50" fmla="*/ 313211 w 315984"/>
              <a:gd name="connsiteY50" fmla="*/ 77867 h 360949"/>
              <a:gd name="connsiteX51" fmla="*/ 313211 w 315984"/>
              <a:gd name="connsiteY51" fmla="*/ 66532 h 360949"/>
              <a:gd name="connsiteX52" fmla="*/ 101495 w 315984"/>
              <a:gd name="connsiteY52" fmla="*/ 237887 h 360949"/>
              <a:gd name="connsiteX53" fmla="*/ 90112 w 315984"/>
              <a:gd name="connsiteY53" fmla="*/ 226552 h 360949"/>
              <a:gd name="connsiteX54" fmla="*/ 90112 w 315984"/>
              <a:gd name="connsiteY54" fmla="*/ 226552 h 360949"/>
              <a:gd name="connsiteX55" fmla="*/ 90112 w 315984"/>
              <a:gd name="connsiteY55" fmla="*/ 226552 h 360949"/>
              <a:gd name="connsiteX56" fmla="*/ 80057 w 315984"/>
              <a:gd name="connsiteY56" fmla="*/ 216551 h 360949"/>
              <a:gd name="connsiteX57" fmla="*/ 102064 w 315984"/>
              <a:gd name="connsiteY57" fmla="*/ 193691 h 360949"/>
              <a:gd name="connsiteX58" fmla="*/ 111834 w 315984"/>
              <a:gd name="connsiteY58" fmla="*/ 205216 h 360949"/>
              <a:gd name="connsiteX59" fmla="*/ 123311 w 315984"/>
              <a:gd name="connsiteY59" fmla="*/ 215217 h 360949"/>
              <a:gd name="connsiteX60" fmla="*/ 101495 w 315984"/>
              <a:gd name="connsiteY60" fmla="*/ 237887 h 360949"/>
              <a:gd name="connsiteX61" fmla="*/ 287315 w 315984"/>
              <a:gd name="connsiteY61" fmla="*/ 146923 h 360949"/>
              <a:gd name="connsiteX62" fmla="*/ 234481 w 315984"/>
              <a:gd name="connsiteY62" fmla="*/ 200168 h 360949"/>
              <a:gd name="connsiteX63" fmla="*/ 140859 w 315984"/>
              <a:gd name="connsiteY63" fmla="*/ 209407 h 360949"/>
              <a:gd name="connsiteX64" fmla="*/ 140670 w 315984"/>
              <a:gd name="connsiteY64" fmla="*/ 209026 h 360949"/>
              <a:gd name="connsiteX65" fmla="*/ 138014 w 315984"/>
              <a:gd name="connsiteY65" fmla="*/ 207502 h 360949"/>
              <a:gd name="connsiteX66" fmla="*/ 123122 w 315984"/>
              <a:gd name="connsiteY66" fmla="*/ 195120 h 360949"/>
              <a:gd name="connsiteX67" fmla="*/ 96847 w 315984"/>
              <a:gd name="connsiteY67" fmla="*/ 137112 h 360949"/>
              <a:gd name="connsiteX68" fmla="*/ 116861 w 315984"/>
              <a:gd name="connsiteY68" fmla="*/ 82820 h 360949"/>
              <a:gd name="connsiteX69" fmla="*/ 170644 w 315984"/>
              <a:gd name="connsiteY69" fmla="*/ 28527 h 360949"/>
              <a:gd name="connsiteX70" fmla="*/ 195401 w 315984"/>
              <a:gd name="connsiteY70" fmla="*/ 53578 h 360949"/>
              <a:gd name="connsiteX71" fmla="*/ 196539 w 315984"/>
              <a:gd name="connsiteY71" fmla="*/ 55959 h 360949"/>
              <a:gd name="connsiteX72" fmla="*/ 198531 w 315984"/>
              <a:gd name="connsiteY72" fmla="*/ 56817 h 360949"/>
              <a:gd name="connsiteX73" fmla="*/ 260376 w 315984"/>
              <a:gd name="connsiteY73" fmla="*/ 119586 h 360949"/>
              <a:gd name="connsiteX74" fmla="*/ 260851 w 315984"/>
              <a:gd name="connsiteY74" fmla="*/ 120634 h 360949"/>
              <a:gd name="connsiteX75" fmla="*/ 261799 w 315984"/>
              <a:gd name="connsiteY75" fmla="*/ 121015 h 360949"/>
              <a:gd name="connsiteX76" fmla="*/ 287220 w 315984"/>
              <a:gd name="connsiteY76" fmla="*/ 146828 h 360949"/>
              <a:gd name="connsiteX77" fmla="*/ 260946 w 315984"/>
              <a:gd name="connsiteY77" fmla="*/ 141589 h 360949"/>
              <a:gd name="connsiteX78" fmla="*/ 260946 w 315984"/>
              <a:gd name="connsiteY78" fmla="*/ 151686 h 360949"/>
              <a:gd name="connsiteX79" fmla="*/ 255918 w 315984"/>
              <a:gd name="connsiteY79" fmla="*/ 154162 h 360949"/>
              <a:gd name="connsiteX80" fmla="*/ 250891 w 315984"/>
              <a:gd name="connsiteY80" fmla="*/ 151686 h 360949"/>
              <a:gd name="connsiteX81" fmla="*/ 165522 w 315984"/>
              <a:gd name="connsiteY81" fmla="*/ 65961 h 360949"/>
              <a:gd name="connsiteX82" fmla="*/ 165522 w 315984"/>
              <a:gd name="connsiteY82" fmla="*/ 55864 h 360949"/>
              <a:gd name="connsiteX83" fmla="*/ 175576 w 315984"/>
              <a:gd name="connsiteY83" fmla="*/ 55864 h 360949"/>
              <a:gd name="connsiteX84" fmla="*/ 260946 w 315984"/>
              <a:gd name="connsiteY84" fmla="*/ 141589 h 360949"/>
              <a:gd name="connsiteX85" fmla="*/ 165616 w 315984"/>
              <a:gd name="connsiteY85" fmla="*/ 121872 h 360949"/>
              <a:gd name="connsiteX86" fmla="*/ 135547 w 315984"/>
              <a:gd name="connsiteY86" fmla="*/ 152067 h 360949"/>
              <a:gd name="connsiteX87" fmla="*/ 165616 w 315984"/>
              <a:gd name="connsiteY87" fmla="*/ 182261 h 360949"/>
              <a:gd name="connsiteX88" fmla="*/ 195685 w 315984"/>
              <a:gd name="connsiteY88" fmla="*/ 152067 h 360949"/>
              <a:gd name="connsiteX89" fmla="*/ 165616 w 315984"/>
              <a:gd name="connsiteY89" fmla="*/ 121872 h 360949"/>
              <a:gd name="connsiteX90" fmla="*/ 165616 w 315984"/>
              <a:gd name="connsiteY90" fmla="*/ 167211 h 360949"/>
              <a:gd name="connsiteX91" fmla="*/ 150535 w 315984"/>
              <a:gd name="connsiteY91" fmla="*/ 152067 h 360949"/>
              <a:gd name="connsiteX92" fmla="*/ 165616 w 315984"/>
              <a:gd name="connsiteY92" fmla="*/ 136922 h 360949"/>
              <a:gd name="connsiteX93" fmla="*/ 180698 w 315984"/>
              <a:gd name="connsiteY93" fmla="*/ 152067 h 360949"/>
              <a:gd name="connsiteX94" fmla="*/ 165616 w 315984"/>
              <a:gd name="connsiteY94" fmla="*/ 167211 h 360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315984" h="360949">
                <a:moveTo>
                  <a:pt x="313116" y="66532"/>
                </a:moveTo>
                <a:cubicBezTo>
                  <a:pt x="310649" y="64056"/>
                  <a:pt x="305622" y="64056"/>
                  <a:pt x="303156" y="66532"/>
                </a:cubicBezTo>
                <a:cubicBezTo>
                  <a:pt x="303156" y="66532"/>
                  <a:pt x="303061" y="66627"/>
                  <a:pt x="265973" y="104156"/>
                </a:cubicBezTo>
                <a:lnTo>
                  <a:pt x="212949" y="50911"/>
                </a:lnTo>
                <a:cubicBezTo>
                  <a:pt x="218166" y="45672"/>
                  <a:pt x="228885" y="35004"/>
                  <a:pt x="250796" y="13192"/>
                </a:cubicBezTo>
                <a:cubicBezTo>
                  <a:pt x="253357" y="9382"/>
                  <a:pt x="253357" y="5667"/>
                  <a:pt x="250796" y="1857"/>
                </a:cubicBezTo>
                <a:cubicBezTo>
                  <a:pt x="247002" y="-619"/>
                  <a:pt x="241975" y="-619"/>
                  <a:pt x="239414" y="1857"/>
                </a:cubicBezTo>
                <a:cubicBezTo>
                  <a:pt x="239414" y="1857"/>
                  <a:pt x="239319" y="1953"/>
                  <a:pt x="201661" y="39481"/>
                </a:cubicBezTo>
                <a:lnTo>
                  <a:pt x="175671" y="13383"/>
                </a:lnTo>
                <a:cubicBezTo>
                  <a:pt x="175671" y="13383"/>
                  <a:pt x="175671" y="13383"/>
                  <a:pt x="175671" y="13383"/>
                </a:cubicBezTo>
                <a:cubicBezTo>
                  <a:pt x="174438" y="11478"/>
                  <a:pt x="172541" y="10525"/>
                  <a:pt x="170644" y="10525"/>
                </a:cubicBezTo>
                <a:cubicBezTo>
                  <a:pt x="168747" y="10525"/>
                  <a:pt x="166850" y="11478"/>
                  <a:pt x="165616" y="13383"/>
                </a:cubicBezTo>
                <a:cubicBezTo>
                  <a:pt x="165332" y="13573"/>
                  <a:pt x="165237" y="13859"/>
                  <a:pt x="164952" y="14049"/>
                </a:cubicBezTo>
                <a:cubicBezTo>
                  <a:pt x="162676" y="16240"/>
                  <a:pt x="152526" y="26241"/>
                  <a:pt x="106806" y="71390"/>
                </a:cubicBezTo>
                <a:cubicBezTo>
                  <a:pt x="89258" y="89011"/>
                  <a:pt x="80532" y="113014"/>
                  <a:pt x="81765" y="138255"/>
                </a:cubicBezTo>
                <a:cubicBezTo>
                  <a:pt x="82524" y="153400"/>
                  <a:pt x="86887" y="167973"/>
                  <a:pt x="94001" y="181118"/>
                </a:cubicBezTo>
                <a:cubicBezTo>
                  <a:pt x="90017" y="185118"/>
                  <a:pt x="81480" y="193500"/>
                  <a:pt x="63553" y="211407"/>
                </a:cubicBezTo>
                <a:cubicBezTo>
                  <a:pt x="60992" y="213884"/>
                  <a:pt x="60992" y="218932"/>
                  <a:pt x="63553" y="221504"/>
                </a:cubicBezTo>
                <a:cubicBezTo>
                  <a:pt x="63553" y="221504"/>
                  <a:pt x="67157" y="225092"/>
                  <a:pt x="74366" y="232267"/>
                </a:cubicBezTo>
                <a:cubicBezTo>
                  <a:pt x="67062" y="239792"/>
                  <a:pt x="50178" y="257032"/>
                  <a:pt x="11288" y="296847"/>
                </a:cubicBezTo>
                <a:cubicBezTo>
                  <a:pt x="3794" y="303133"/>
                  <a:pt x="0" y="313230"/>
                  <a:pt x="0" y="323231"/>
                </a:cubicBezTo>
                <a:cubicBezTo>
                  <a:pt x="0" y="333232"/>
                  <a:pt x="3794" y="342090"/>
                  <a:pt x="11288" y="349615"/>
                </a:cubicBezTo>
                <a:cubicBezTo>
                  <a:pt x="17548" y="357140"/>
                  <a:pt x="27508" y="360950"/>
                  <a:pt x="37562" y="360950"/>
                </a:cubicBezTo>
                <a:cubicBezTo>
                  <a:pt x="47617" y="360950"/>
                  <a:pt x="56344" y="357140"/>
                  <a:pt x="63837" y="349615"/>
                </a:cubicBezTo>
                <a:lnTo>
                  <a:pt x="111360" y="301895"/>
                </a:lnTo>
                <a:cubicBezTo>
                  <a:pt x="117620" y="295608"/>
                  <a:pt x="127580" y="295608"/>
                  <a:pt x="132607" y="301895"/>
                </a:cubicBezTo>
                <a:cubicBezTo>
                  <a:pt x="138867" y="306943"/>
                  <a:pt x="138867" y="316944"/>
                  <a:pt x="132607" y="323231"/>
                </a:cubicBezTo>
                <a:lnTo>
                  <a:pt x="107565" y="348377"/>
                </a:lnTo>
                <a:cubicBezTo>
                  <a:pt x="105099" y="350853"/>
                  <a:pt x="105099" y="355902"/>
                  <a:pt x="107565" y="358473"/>
                </a:cubicBezTo>
                <a:cubicBezTo>
                  <a:pt x="108798" y="360950"/>
                  <a:pt x="111360" y="360950"/>
                  <a:pt x="112593" y="360950"/>
                </a:cubicBezTo>
                <a:cubicBezTo>
                  <a:pt x="115059" y="360950"/>
                  <a:pt x="116387" y="360950"/>
                  <a:pt x="118853" y="358473"/>
                </a:cubicBezTo>
                <a:lnTo>
                  <a:pt x="143895" y="333327"/>
                </a:lnTo>
                <a:cubicBezTo>
                  <a:pt x="155182" y="321993"/>
                  <a:pt x="155182" y="303133"/>
                  <a:pt x="143895" y="290560"/>
                </a:cubicBezTo>
                <a:cubicBezTo>
                  <a:pt x="131374" y="279225"/>
                  <a:pt x="112593" y="279225"/>
                  <a:pt x="101400" y="290560"/>
                </a:cubicBezTo>
                <a:lnTo>
                  <a:pt x="53878" y="339519"/>
                </a:lnTo>
                <a:cubicBezTo>
                  <a:pt x="48850" y="343329"/>
                  <a:pt x="43918" y="345805"/>
                  <a:pt x="37657" y="345805"/>
                </a:cubicBezTo>
                <a:cubicBezTo>
                  <a:pt x="31397" y="345805"/>
                  <a:pt x="26370" y="343329"/>
                  <a:pt x="21437" y="339519"/>
                </a:cubicBezTo>
                <a:cubicBezTo>
                  <a:pt x="17643" y="334470"/>
                  <a:pt x="15177" y="329422"/>
                  <a:pt x="15177" y="323231"/>
                </a:cubicBezTo>
                <a:cubicBezTo>
                  <a:pt x="15177" y="317040"/>
                  <a:pt x="17643" y="310658"/>
                  <a:pt x="21437" y="306943"/>
                </a:cubicBezTo>
                <a:cubicBezTo>
                  <a:pt x="21437" y="306943"/>
                  <a:pt x="21627" y="306753"/>
                  <a:pt x="85180" y="242935"/>
                </a:cubicBezTo>
                <a:cubicBezTo>
                  <a:pt x="88500" y="246174"/>
                  <a:pt x="92199" y="249888"/>
                  <a:pt x="96562" y="254270"/>
                </a:cubicBezTo>
                <a:cubicBezTo>
                  <a:pt x="97795" y="255508"/>
                  <a:pt x="99123" y="255508"/>
                  <a:pt x="101589" y="255508"/>
                </a:cubicBezTo>
                <a:cubicBezTo>
                  <a:pt x="102823" y="255508"/>
                  <a:pt x="105384" y="255508"/>
                  <a:pt x="106617" y="254270"/>
                </a:cubicBezTo>
                <a:cubicBezTo>
                  <a:pt x="106617" y="254270"/>
                  <a:pt x="106617" y="254270"/>
                  <a:pt x="136875" y="224171"/>
                </a:cubicBezTo>
                <a:cubicBezTo>
                  <a:pt x="151578" y="232362"/>
                  <a:pt x="167703" y="236744"/>
                  <a:pt x="183259" y="236744"/>
                </a:cubicBezTo>
                <a:cubicBezTo>
                  <a:pt x="205835" y="236744"/>
                  <a:pt x="228315" y="227886"/>
                  <a:pt x="244631" y="211503"/>
                </a:cubicBezTo>
                <a:lnTo>
                  <a:pt x="303440" y="152162"/>
                </a:lnTo>
                <a:cubicBezTo>
                  <a:pt x="304768" y="150828"/>
                  <a:pt x="305338" y="148828"/>
                  <a:pt x="305243" y="146828"/>
                </a:cubicBezTo>
                <a:cubicBezTo>
                  <a:pt x="305243" y="144828"/>
                  <a:pt x="304673" y="142923"/>
                  <a:pt x="303440" y="141589"/>
                </a:cubicBezTo>
                <a:cubicBezTo>
                  <a:pt x="303440" y="141589"/>
                  <a:pt x="294714" y="132826"/>
                  <a:pt x="277260" y="115300"/>
                </a:cubicBezTo>
                <a:cubicBezTo>
                  <a:pt x="282383" y="109966"/>
                  <a:pt x="292627" y="99298"/>
                  <a:pt x="313211" y="77867"/>
                </a:cubicBezTo>
                <a:cubicBezTo>
                  <a:pt x="316910" y="74057"/>
                  <a:pt x="316910" y="69104"/>
                  <a:pt x="313211" y="66532"/>
                </a:cubicBezTo>
                <a:close/>
                <a:moveTo>
                  <a:pt x="101495" y="237887"/>
                </a:moveTo>
                <a:cubicBezTo>
                  <a:pt x="101495" y="237887"/>
                  <a:pt x="101305" y="237696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87361" y="223885"/>
                  <a:pt x="84231" y="220742"/>
                  <a:pt x="80057" y="216551"/>
                </a:cubicBezTo>
                <a:cubicBezTo>
                  <a:pt x="80057" y="216551"/>
                  <a:pt x="87390" y="208931"/>
                  <a:pt x="102064" y="193691"/>
                </a:cubicBezTo>
                <a:cubicBezTo>
                  <a:pt x="105099" y="197787"/>
                  <a:pt x="108324" y="201692"/>
                  <a:pt x="111834" y="205216"/>
                </a:cubicBezTo>
                <a:cubicBezTo>
                  <a:pt x="115438" y="208836"/>
                  <a:pt x="119327" y="212169"/>
                  <a:pt x="123311" y="215217"/>
                </a:cubicBezTo>
                <a:cubicBezTo>
                  <a:pt x="119327" y="219408"/>
                  <a:pt x="112688" y="226266"/>
                  <a:pt x="101495" y="237887"/>
                </a:cubicBezTo>
                <a:close/>
                <a:moveTo>
                  <a:pt x="287315" y="146923"/>
                </a:moveTo>
                <a:cubicBezTo>
                  <a:pt x="281150" y="153114"/>
                  <a:pt x="267016" y="167402"/>
                  <a:pt x="234481" y="200168"/>
                </a:cubicBezTo>
                <a:cubicBezTo>
                  <a:pt x="209629" y="225219"/>
                  <a:pt x="171118" y="227790"/>
                  <a:pt x="140859" y="209407"/>
                </a:cubicBezTo>
                <a:cubicBezTo>
                  <a:pt x="140859" y="209312"/>
                  <a:pt x="140765" y="209121"/>
                  <a:pt x="140670" y="209026"/>
                </a:cubicBezTo>
                <a:cubicBezTo>
                  <a:pt x="139911" y="208359"/>
                  <a:pt x="138962" y="207883"/>
                  <a:pt x="138014" y="207502"/>
                </a:cubicBezTo>
                <a:cubicBezTo>
                  <a:pt x="132702" y="203978"/>
                  <a:pt x="127675" y="199882"/>
                  <a:pt x="123122" y="195120"/>
                </a:cubicBezTo>
                <a:cubicBezTo>
                  <a:pt x="106806" y="178737"/>
                  <a:pt x="98080" y="158544"/>
                  <a:pt x="96847" y="137112"/>
                </a:cubicBezTo>
                <a:cubicBezTo>
                  <a:pt x="95614" y="115681"/>
                  <a:pt x="103107" y="96726"/>
                  <a:pt x="116861" y="82820"/>
                </a:cubicBezTo>
                <a:cubicBezTo>
                  <a:pt x="116861" y="82820"/>
                  <a:pt x="117051" y="82629"/>
                  <a:pt x="170644" y="28527"/>
                </a:cubicBezTo>
                <a:cubicBezTo>
                  <a:pt x="174723" y="32623"/>
                  <a:pt x="182121" y="40148"/>
                  <a:pt x="195401" y="53578"/>
                </a:cubicBezTo>
                <a:cubicBezTo>
                  <a:pt x="195685" y="54340"/>
                  <a:pt x="196065" y="55102"/>
                  <a:pt x="196539" y="55959"/>
                </a:cubicBezTo>
                <a:cubicBezTo>
                  <a:pt x="197013" y="56436"/>
                  <a:pt x="197772" y="56626"/>
                  <a:pt x="198531" y="56817"/>
                </a:cubicBezTo>
                <a:cubicBezTo>
                  <a:pt x="212475" y="70914"/>
                  <a:pt x="232204" y="91011"/>
                  <a:pt x="260376" y="119586"/>
                </a:cubicBezTo>
                <a:cubicBezTo>
                  <a:pt x="260566" y="119967"/>
                  <a:pt x="260661" y="120348"/>
                  <a:pt x="260851" y="120634"/>
                </a:cubicBezTo>
                <a:cubicBezTo>
                  <a:pt x="261135" y="120920"/>
                  <a:pt x="261515" y="120920"/>
                  <a:pt x="261799" y="121015"/>
                </a:cubicBezTo>
                <a:cubicBezTo>
                  <a:pt x="269577" y="128921"/>
                  <a:pt x="278114" y="137589"/>
                  <a:pt x="287220" y="146828"/>
                </a:cubicBezTo>
                <a:close/>
                <a:moveTo>
                  <a:pt x="260946" y="141589"/>
                </a:moveTo>
                <a:cubicBezTo>
                  <a:pt x="263412" y="144066"/>
                  <a:pt x="263412" y="149114"/>
                  <a:pt x="260946" y="151686"/>
                </a:cubicBezTo>
                <a:cubicBezTo>
                  <a:pt x="259712" y="152924"/>
                  <a:pt x="257151" y="154162"/>
                  <a:pt x="255918" y="154162"/>
                </a:cubicBezTo>
                <a:cubicBezTo>
                  <a:pt x="253452" y="154162"/>
                  <a:pt x="252124" y="152924"/>
                  <a:pt x="250891" y="151686"/>
                </a:cubicBezTo>
                <a:lnTo>
                  <a:pt x="165522" y="65961"/>
                </a:lnTo>
                <a:cubicBezTo>
                  <a:pt x="161727" y="63484"/>
                  <a:pt x="161727" y="58436"/>
                  <a:pt x="165522" y="55864"/>
                </a:cubicBezTo>
                <a:cubicBezTo>
                  <a:pt x="167988" y="52054"/>
                  <a:pt x="173015" y="52054"/>
                  <a:pt x="175576" y="55864"/>
                </a:cubicBezTo>
                <a:lnTo>
                  <a:pt x="260946" y="141589"/>
                </a:lnTo>
                <a:close/>
                <a:moveTo>
                  <a:pt x="165616" y="121872"/>
                </a:moveTo>
                <a:cubicBezTo>
                  <a:pt x="148068" y="121872"/>
                  <a:pt x="135547" y="135684"/>
                  <a:pt x="135547" y="152067"/>
                </a:cubicBezTo>
                <a:cubicBezTo>
                  <a:pt x="135547" y="168450"/>
                  <a:pt x="148068" y="182261"/>
                  <a:pt x="165616" y="182261"/>
                </a:cubicBezTo>
                <a:cubicBezTo>
                  <a:pt x="181931" y="182261"/>
                  <a:pt x="195685" y="168450"/>
                  <a:pt x="195685" y="152067"/>
                </a:cubicBezTo>
                <a:cubicBezTo>
                  <a:pt x="195685" y="135684"/>
                  <a:pt x="181931" y="121872"/>
                  <a:pt x="165616" y="121872"/>
                </a:cubicBezTo>
                <a:close/>
                <a:moveTo>
                  <a:pt x="165616" y="167211"/>
                </a:moveTo>
                <a:cubicBezTo>
                  <a:pt x="156890" y="167211"/>
                  <a:pt x="150535" y="160925"/>
                  <a:pt x="150535" y="152067"/>
                </a:cubicBezTo>
                <a:cubicBezTo>
                  <a:pt x="150535" y="143208"/>
                  <a:pt x="156795" y="136922"/>
                  <a:pt x="165616" y="136922"/>
                </a:cubicBezTo>
                <a:cubicBezTo>
                  <a:pt x="173110" y="136922"/>
                  <a:pt x="180698" y="143208"/>
                  <a:pt x="180698" y="152067"/>
                </a:cubicBezTo>
                <a:cubicBezTo>
                  <a:pt x="180698" y="160925"/>
                  <a:pt x="173205" y="167211"/>
                  <a:pt x="165616" y="16721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9" name="Graphic 235">
            <a:extLst>
              <a:ext uri="{FF2B5EF4-FFF2-40B4-BE49-F238E27FC236}">
                <a16:creationId xmlns:a16="http://schemas.microsoft.com/office/drawing/2014/main" id="{8758942E-4676-0BF3-6D48-BE8771BED85A}"/>
              </a:ext>
            </a:extLst>
          </p:cNvPr>
          <p:cNvSpPr/>
          <p:nvPr/>
        </p:nvSpPr>
        <p:spPr>
          <a:xfrm>
            <a:off x="10436450" y="5512946"/>
            <a:ext cx="422480" cy="482600"/>
          </a:xfrm>
          <a:custGeom>
            <a:avLst/>
            <a:gdLst>
              <a:gd name="connsiteX0" fmla="*/ 313116 w 315984"/>
              <a:gd name="connsiteY0" fmla="*/ 66532 h 360949"/>
              <a:gd name="connsiteX1" fmla="*/ 303156 w 315984"/>
              <a:gd name="connsiteY1" fmla="*/ 66532 h 360949"/>
              <a:gd name="connsiteX2" fmla="*/ 265973 w 315984"/>
              <a:gd name="connsiteY2" fmla="*/ 104156 h 360949"/>
              <a:gd name="connsiteX3" fmla="*/ 212949 w 315984"/>
              <a:gd name="connsiteY3" fmla="*/ 50911 h 360949"/>
              <a:gd name="connsiteX4" fmla="*/ 250796 w 315984"/>
              <a:gd name="connsiteY4" fmla="*/ 13192 h 360949"/>
              <a:gd name="connsiteX5" fmla="*/ 250796 w 315984"/>
              <a:gd name="connsiteY5" fmla="*/ 1857 h 360949"/>
              <a:gd name="connsiteX6" fmla="*/ 239414 w 315984"/>
              <a:gd name="connsiteY6" fmla="*/ 1857 h 360949"/>
              <a:gd name="connsiteX7" fmla="*/ 201661 w 315984"/>
              <a:gd name="connsiteY7" fmla="*/ 39481 h 360949"/>
              <a:gd name="connsiteX8" fmla="*/ 175671 w 315984"/>
              <a:gd name="connsiteY8" fmla="*/ 13383 h 360949"/>
              <a:gd name="connsiteX9" fmla="*/ 175671 w 315984"/>
              <a:gd name="connsiteY9" fmla="*/ 13383 h 360949"/>
              <a:gd name="connsiteX10" fmla="*/ 170644 w 315984"/>
              <a:gd name="connsiteY10" fmla="*/ 10525 h 360949"/>
              <a:gd name="connsiteX11" fmla="*/ 165616 w 315984"/>
              <a:gd name="connsiteY11" fmla="*/ 13383 h 360949"/>
              <a:gd name="connsiteX12" fmla="*/ 164952 w 315984"/>
              <a:gd name="connsiteY12" fmla="*/ 14049 h 360949"/>
              <a:gd name="connsiteX13" fmla="*/ 106806 w 315984"/>
              <a:gd name="connsiteY13" fmla="*/ 71390 h 360949"/>
              <a:gd name="connsiteX14" fmla="*/ 81765 w 315984"/>
              <a:gd name="connsiteY14" fmla="*/ 138255 h 360949"/>
              <a:gd name="connsiteX15" fmla="*/ 94001 w 315984"/>
              <a:gd name="connsiteY15" fmla="*/ 181118 h 360949"/>
              <a:gd name="connsiteX16" fmla="*/ 63553 w 315984"/>
              <a:gd name="connsiteY16" fmla="*/ 211407 h 360949"/>
              <a:gd name="connsiteX17" fmla="*/ 63553 w 315984"/>
              <a:gd name="connsiteY17" fmla="*/ 221504 h 360949"/>
              <a:gd name="connsiteX18" fmla="*/ 74366 w 315984"/>
              <a:gd name="connsiteY18" fmla="*/ 232267 h 360949"/>
              <a:gd name="connsiteX19" fmla="*/ 11288 w 315984"/>
              <a:gd name="connsiteY19" fmla="*/ 296847 h 360949"/>
              <a:gd name="connsiteX20" fmla="*/ 0 w 315984"/>
              <a:gd name="connsiteY20" fmla="*/ 323231 h 360949"/>
              <a:gd name="connsiteX21" fmla="*/ 11288 w 315984"/>
              <a:gd name="connsiteY21" fmla="*/ 349615 h 360949"/>
              <a:gd name="connsiteX22" fmla="*/ 37562 w 315984"/>
              <a:gd name="connsiteY22" fmla="*/ 360950 h 360949"/>
              <a:gd name="connsiteX23" fmla="*/ 63837 w 315984"/>
              <a:gd name="connsiteY23" fmla="*/ 349615 h 360949"/>
              <a:gd name="connsiteX24" fmla="*/ 111360 w 315984"/>
              <a:gd name="connsiteY24" fmla="*/ 301895 h 360949"/>
              <a:gd name="connsiteX25" fmla="*/ 132607 w 315984"/>
              <a:gd name="connsiteY25" fmla="*/ 301895 h 360949"/>
              <a:gd name="connsiteX26" fmla="*/ 132607 w 315984"/>
              <a:gd name="connsiteY26" fmla="*/ 323231 h 360949"/>
              <a:gd name="connsiteX27" fmla="*/ 107565 w 315984"/>
              <a:gd name="connsiteY27" fmla="*/ 348377 h 360949"/>
              <a:gd name="connsiteX28" fmla="*/ 107565 w 315984"/>
              <a:gd name="connsiteY28" fmla="*/ 358473 h 360949"/>
              <a:gd name="connsiteX29" fmla="*/ 112593 w 315984"/>
              <a:gd name="connsiteY29" fmla="*/ 360950 h 360949"/>
              <a:gd name="connsiteX30" fmla="*/ 118853 w 315984"/>
              <a:gd name="connsiteY30" fmla="*/ 358473 h 360949"/>
              <a:gd name="connsiteX31" fmla="*/ 143895 w 315984"/>
              <a:gd name="connsiteY31" fmla="*/ 333327 h 360949"/>
              <a:gd name="connsiteX32" fmla="*/ 143895 w 315984"/>
              <a:gd name="connsiteY32" fmla="*/ 290560 h 360949"/>
              <a:gd name="connsiteX33" fmla="*/ 101400 w 315984"/>
              <a:gd name="connsiteY33" fmla="*/ 290560 h 360949"/>
              <a:gd name="connsiteX34" fmla="*/ 53878 w 315984"/>
              <a:gd name="connsiteY34" fmla="*/ 339519 h 360949"/>
              <a:gd name="connsiteX35" fmla="*/ 37657 w 315984"/>
              <a:gd name="connsiteY35" fmla="*/ 345805 h 360949"/>
              <a:gd name="connsiteX36" fmla="*/ 21437 w 315984"/>
              <a:gd name="connsiteY36" fmla="*/ 339519 h 360949"/>
              <a:gd name="connsiteX37" fmla="*/ 15177 w 315984"/>
              <a:gd name="connsiteY37" fmla="*/ 323231 h 360949"/>
              <a:gd name="connsiteX38" fmla="*/ 21437 w 315984"/>
              <a:gd name="connsiteY38" fmla="*/ 306943 h 360949"/>
              <a:gd name="connsiteX39" fmla="*/ 85180 w 315984"/>
              <a:gd name="connsiteY39" fmla="*/ 242935 h 360949"/>
              <a:gd name="connsiteX40" fmla="*/ 96562 w 315984"/>
              <a:gd name="connsiteY40" fmla="*/ 254270 h 360949"/>
              <a:gd name="connsiteX41" fmla="*/ 101589 w 315984"/>
              <a:gd name="connsiteY41" fmla="*/ 255508 h 360949"/>
              <a:gd name="connsiteX42" fmla="*/ 106617 w 315984"/>
              <a:gd name="connsiteY42" fmla="*/ 254270 h 360949"/>
              <a:gd name="connsiteX43" fmla="*/ 136875 w 315984"/>
              <a:gd name="connsiteY43" fmla="*/ 224171 h 360949"/>
              <a:gd name="connsiteX44" fmla="*/ 183259 w 315984"/>
              <a:gd name="connsiteY44" fmla="*/ 236744 h 360949"/>
              <a:gd name="connsiteX45" fmla="*/ 244631 w 315984"/>
              <a:gd name="connsiteY45" fmla="*/ 211503 h 360949"/>
              <a:gd name="connsiteX46" fmla="*/ 303440 w 315984"/>
              <a:gd name="connsiteY46" fmla="*/ 152162 h 360949"/>
              <a:gd name="connsiteX47" fmla="*/ 305243 w 315984"/>
              <a:gd name="connsiteY47" fmla="*/ 146828 h 360949"/>
              <a:gd name="connsiteX48" fmla="*/ 303440 w 315984"/>
              <a:gd name="connsiteY48" fmla="*/ 141589 h 360949"/>
              <a:gd name="connsiteX49" fmla="*/ 277260 w 315984"/>
              <a:gd name="connsiteY49" fmla="*/ 115300 h 360949"/>
              <a:gd name="connsiteX50" fmla="*/ 313211 w 315984"/>
              <a:gd name="connsiteY50" fmla="*/ 77867 h 360949"/>
              <a:gd name="connsiteX51" fmla="*/ 313211 w 315984"/>
              <a:gd name="connsiteY51" fmla="*/ 66532 h 360949"/>
              <a:gd name="connsiteX52" fmla="*/ 101495 w 315984"/>
              <a:gd name="connsiteY52" fmla="*/ 237887 h 360949"/>
              <a:gd name="connsiteX53" fmla="*/ 90112 w 315984"/>
              <a:gd name="connsiteY53" fmla="*/ 226552 h 360949"/>
              <a:gd name="connsiteX54" fmla="*/ 90112 w 315984"/>
              <a:gd name="connsiteY54" fmla="*/ 226552 h 360949"/>
              <a:gd name="connsiteX55" fmla="*/ 90112 w 315984"/>
              <a:gd name="connsiteY55" fmla="*/ 226552 h 360949"/>
              <a:gd name="connsiteX56" fmla="*/ 80057 w 315984"/>
              <a:gd name="connsiteY56" fmla="*/ 216551 h 360949"/>
              <a:gd name="connsiteX57" fmla="*/ 102064 w 315984"/>
              <a:gd name="connsiteY57" fmla="*/ 193691 h 360949"/>
              <a:gd name="connsiteX58" fmla="*/ 111834 w 315984"/>
              <a:gd name="connsiteY58" fmla="*/ 205216 h 360949"/>
              <a:gd name="connsiteX59" fmla="*/ 123311 w 315984"/>
              <a:gd name="connsiteY59" fmla="*/ 215217 h 360949"/>
              <a:gd name="connsiteX60" fmla="*/ 101495 w 315984"/>
              <a:gd name="connsiteY60" fmla="*/ 237887 h 360949"/>
              <a:gd name="connsiteX61" fmla="*/ 287315 w 315984"/>
              <a:gd name="connsiteY61" fmla="*/ 146923 h 360949"/>
              <a:gd name="connsiteX62" fmla="*/ 234481 w 315984"/>
              <a:gd name="connsiteY62" fmla="*/ 200168 h 360949"/>
              <a:gd name="connsiteX63" fmla="*/ 140859 w 315984"/>
              <a:gd name="connsiteY63" fmla="*/ 209407 h 360949"/>
              <a:gd name="connsiteX64" fmla="*/ 140670 w 315984"/>
              <a:gd name="connsiteY64" fmla="*/ 209026 h 360949"/>
              <a:gd name="connsiteX65" fmla="*/ 138014 w 315984"/>
              <a:gd name="connsiteY65" fmla="*/ 207502 h 360949"/>
              <a:gd name="connsiteX66" fmla="*/ 123122 w 315984"/>
              <a:gd name="connsiteY66" fmla="*/ 195120 h 360949"/>
              <a:gd name="connsiteX67" fmla="*/ 96847 w 315984"/>
              <a:gd name="connsiteY67" fmla="*/ 137112 h 360949"/>
              <a:gd name="connsiteX68" fmla="*/ 116861 w 315984"/>
              <a:gd name="connsiteY68" fmla="*/ 82820 h 360949"/>
              <a:gd name="connsiteX69" fmla="*/ 170644 w 315984"/>
              <a:gd name="connsiteY69" fmla="*/ 28527 h 360949"/>
              <a:gd name="connsiteX70" fmla="*/ 195401 w 315984"/>
              <a:gd name="connsiteY70" fmla="*/ 53578 h 360949"/>
              <a:gd name="connsiteX71" fmla="*/ 196539 w 315984"/>
              <a:gd name="connsiteY71" fmla="*/ 55959 h 360949"/>
              <a:gd name="connsiteX72" fmla="*/ 198531 w 315984"/>
              <a:gd name="connsiteY72" fmla="*/ 56817 h 360949"/>
              <a:gd name="connsiteX73" fmla="*/ 260376 w 315984"/>
              <a:gd name="connsiteY73" fmla="*/ 119586 h 360949"/>
              <a:gd name="connsiteX74" fmla="*/ 260851 w 315984"/>
              <a:gd name="connsiteY74" fmla="*/ 120634 h 360949"/>
              <a:gd name="connsiteX75" fmla="*/ 261799 w 315984"/>
              <a:gd name="connsiteY75" fmla="*/ 121015 h 360949"/>
              <a:gd name="connsiteX76" fmla="*/ 287220 w 315984"/>
              <a:gd name="connsiteY76" fmla="*/ 146828 h 360949"/>
              <a:gd name="connsiteX77" fmla="*/ 260946 w 315984"/>
              <a:gd name="connsiteY77" fmla="*/ 141589 h 360949"/>
              <a:gd name="connsiteX78" fmla="*/ 260946 w 315984"/>
              <a:gd name="connsiteY78" fmla="*/ 151686 h 360949"/>
              <a:gd name="connsiteX79" fmla="*/ 255918 w 315984"/>
              <a:gd name="connsiteY79" fmla="*/ 154162 h 360949"/>
              <a:gd name="connsiteX80" fmla="*/ 250891 w 315984"/>
              <a:gd name="connsiteY80" fmla="*/ 151686 h 360949"/>
              <a:gd name="connsiteX81" fmla="*/ 165522 w 315984"/>
              <a:gd name="connsiteY81" fmla="*/ 65961 h 360949"/>
              <a:gd name="connsiteX82" fmla="*/ 165522 w 315984"/>
              <a:gd name="connsiteY82" fmla="*/ 55864 h 360949"/>
              <a:gd name="connsiteX83" fmla="*/ 175576 w 315984"/>
              <a:gd name="connsiteY83" fmla="*/ 55864 h 360949"/>
              <a:gd name="connsiteX84" fmla="*/ 260946 w 315984"/>
              <a:gd name="connsiteY84" fmla="*/ 141589 h 360949"/>
              <a:gd name="connsiteX85" fmla="*/ 165616 w 315984"/>
              <a:gd name="connsiteY85" fmla="*/ 121872 h 360949"/>
              <a:gd name="connsiteX86" fmla="*/ 135547 w 315984"/>
              <a:gd name="connsiteY86" fmla="*/ 152067 h 360949"/>
              <a:gd name="connsiteX87" fmla="*/ 165616 w 315984"/>
              <a:gd name="connsiteY87" fmla="*/ 182261 h 360949"/>
              <a:gd name="connsiteX88" fmla="*/ 195685 w 315984"/>
              <a:gd name="connsiteY88" fmla="*/ 152067 h 360949"/>
              <a:gd name="connsiteX89" fmla="*/ 165616 w 315984"/>
              <a:gd name="connsiteY89" fmla="*/ 121872 h 360949"/>
              <a:gd name="connsiteX90" fmla="*/ 165616 w 315984"/>
              <a:gd name="connsiteY90" fmla="*/ 167211 h 360949"/>
              <a:gd name="connsiteX91" fmla="*/ 150535 w 315984"/>
              <a:gd name="connsiteY91" fmla="*/ 152067 h 360949"/>
              <a:gd name="connsiteX92" fmla="*/ 165616 w 315984"/>
              <a:gd name="connsiteY92" fmla="*/ 136922 h 360949"/>
              <a:gd name="connsiteX93" fmla="*/ 180698 w 315984"/>
              <a:gd name="connsiteY93" fmla="*/ 152067 h 360949"/>
              <a:gd name="connsiteX94" fmla="*/ 165616 w 315984"/>
              <a:gd name="connsiteY94" fmla="*/ 167211 h 360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315984" h="360949">
                <a:moveTo>
                  <a:pt x="313116" y="66532"/>
                </a:moveTo>
                <a:cubicBezTo>
                  <a:pt x="310649" y="64056"/>
                  <a:pt x="305622" y="64056"/>
                  <a:pt x="303156" y="66532"/>
                </a:cubicBezTo>
                <a:cubicBezTo>
                  <a:pt x="303156" y="66532"/>
                  <a:pt x="303061" y="66627"/>
                  <a:pt x="265973" y="104156"/>
                </a:cubicBezTo>
                <a:lnTo>
                  <a:pt x="212949" y="50911"/>
                </a:lnTo>
                <a:cubicBezTo>
                  <a:pt x="218166" y="45672"/>
                  <a:pt x="228885" y="35004"/>
                  <a:pt x="250796" y="13192"/>
                </a:cubicBezTo>
                <a:cubicBezTo>
                  <a:pt x="253357" y="9382"/>
                  <a:pt x="253357" y="5667"/>
                  <a:pt x="250796" y="1857"/>
                </a:cubicBezTo>
                <a:cubicBezTo>
                  <a:pt x="247002" y="-619"/>
                  <a:pt x="241975" y="-619"/>
                  <a:pt x="239414" y="1857"/>
                </a:cubicBezTo>
                <a:cubicBezTo>
                  <a:pt x="239414" y="1857"/>
                  <a:pt x="239319" y="1953"/>
                  <a:pt x="201661" y="39481"/>
                </a:cubicBezTo>
                <a:lnTo>
                  <a:pt x="175671" y="13383"/>
                </a:lnTo>
                <a:cubicBezTo>
                  <a:pt x="175671" y="13383"/>
                  <a:pt x="175671" y="13383"/>
                  <a:pt x="175671" y="13383"/>
                </a:cubicBezTo>
                <a:cubicBezTo>
                  <a:pt x="174438" y="11478"/>
                  <a:pt x="172541" y="10525"/>
                  <a:pt x="170644" y="10525"/>
                </a:cubicBezTo>
                <a:cubicBezTo>
                  <a:pt x="168747" y="10525"/>
                  <a:pt x="166850" y="11478"/>
                  <a:pt x="165616" y="13383"/>
                </a:cubicBezTo>
                <a:cubicBezTo>
                  <a:pt x="165332" y="13573"/>
                  <a:pt x="165237" y="13859"/>
                  <a:pt x="164952" y="14049"/>
                </a:cubicBezTo>
                <a:cubicBezTo>
                  <a:pt x="162676" y="16240"/>
                  <a:pt x="152526" y="26241"/>
                  <a:pt x="106806" y="71390"/>
                </a:cubicBezTo>
                <a:cubicBezTo>
                  <a:pt x="89258" y="89011"/>
                  <a:pt x="80532" y="113014"/>
                  <a:pt x="81765" y="138255"/>
                </a:cubicBezTo>
                <a:cubicBezTo>
                  <a:pt x="82524" y="153400"/>
                  <a:pt x="86887" y="167973"/>
                  <a:pt x="94001" y="181118"/>
                </a:cubicBezTo>
                <a:cubicBezTo>
                  <a:pt x="90017" y="185118"/>
                  <a:pt x="81480" y="193500"/>
                  <a:pt x="63553" y="211407"/>
                </a:cubicBezTo>
                <a:cubicBezTo>
                  <a:pt x="60992" y="213884"/>
                  <a:pt x="60992" y="218932"/>
                  <a:pt x="63553" y="221504"/>
                </a:cubicBezTo>
                <a:cubicBezTo>
                  <a:pt x="63553" y="221504"/>
                  <a:pt x="67157" y="225092"/>
                  <a:pt x="74366" y="232267"/>
                </a:cubicBezTo>
                <a:cubicBezTo>
                  <a:pt x="67062" y="239792"/>
                  <a:pt x="50178" y="257032"/>
                  <a:pt x="11288" y="296847"/>
                </a:cubicBezTo>
                <a:cubicBezTo>
                  <a:pt x="3794" y="303133"/>
                  <a:pt x="0" y="313230"/>
                  <a:pt x="0" y="323231"/>
                </a:cubicBezTo>
                <a:cubicBezTo>
                  <a:pt x="0" y="333232"/>
                  <a:pt x="3794" y="342090"/>
                  <a:pt x="11288" y="349615"/>
                </a:cubicBezTo>
                <a:cubicBezTo>
                  <a:pt x="17548" y="357140"/>
                  <a:pt x="27508" y="360950"/>
                  <a:pt x="37562" y="360950"/>
                </a:cubicBezTo>
                <a:cubicBezTo>
                  <a:pt x="47617" y="360950"/>
                  <a:pt x="56344" y="357140"/>
                  <a:pt x="63837" y="349615"/>
                </a:cubicBezTo>
                <a:lnTo>
                  <a:pt x="111360" y="301895"/>
                </a:lnTo>
                <a:cubicBezTo>
                  <a:pt x="117620" y="295608"/>
                  <a:pt x="127580" y="295608"/>
                  <a:pt x="132607" y="301895"/>
                </a:cubicBezTo>
                <a:cubicBezTo>
                  <a:pt x="138867" y="306943"/>
                  <a:pt x="138867" y="316944"/>
                  <a:pt x="132607" y="323231"/>
                </a:cubicBezTo>
                <a:lnTo>
                  <a:pt x="107565" y="348377"/>
                </a:lnTo>
                <a:cubicBezTo>
                  <a:pt x="105099" y="350853"/>
                  <a:pt x="105099" y="355902"/>
                  <a:pt x="107565" y="358473"/>
                </a:cubicBezTo>
                <a:cubicBezTo>
                  <a:pt x="108798" y="360950"/>
                  <a:pt x="111360" y="360950"/>
                  <a:pt x="112593" y="360950"/>
                </a:cubicBezTo>
                <a:cubicBezTo>
                  <a:pt x="115059" y="360950"/>
                  <a:pt x="116387" y="360950"/>
                  <a:pt x="118853" y="358473"/>
                </a:cubicBezTo>
                <a:lnTo>
                  <a:pt x="143895" y="333327"/>
                </a:lnTo>
                <a:cubicBezTo>
                  <a:pt x="155182" y="321993"/>
                  <a:pt x="155182" y="303133"/>
                  <a:pt x="143895" y="290560"/>
                </a:cubicBezTo>
                <a:cubicBezTo>
                  <a:pt x="131374" y="279225"/>
                  <a:pt x="112593" y="279225"/>
                  <a:pt x="101400" y="290560"/>
                </a:cubicBezTo>
                <a:lnTo>
                  <a:pt x="53878" y="339519"/>
                </a:lnTo>
                <a:cubicBezTo>
                  <a:pt x="48850" y="343329"/>
                  <a:pt x="43918" y="345805"/>
                  <a:pt x="37657" y="345805"/>
                </a:cubicBezTo>
                <a:cubicBezTo>
                  <a:pt x="31397" y="345805"/>
                  <a:pt x="26370" y="343329"/>
                  <a:pt x="21437" y="339519"/>
                </a:cubicBezTo>
                <a:cubicBezTo>
                  <a:pt x="17643" y="334470"/>
                  <a:pt x="15177" y="329422"/>
                  <a:pt x="15177" y="323231"/>
                </a:cubicBezTo>
                <a:cubicBezTo>
                  <a:pt x="15177" y="317040"/>
                  <a:pt x="17643" y="310658"/>
                  <a:pt x="21437" y="306943"/>
                </a:cubicBezTo>
                <a:cubicBezTo>
                  <a:pt x="21437" y="306943"/>
                  <a:pt x="21627" y="306753"/>
                  <a:pt x="85180" y="242935"/>
                </a:cubicBezTo>
                <a:cubicBezTo>
                  <a:pt x="88500" y="246174"/>
                  <a:pt x="92199" y="249888"/>
                  <a:pt x="96562" y="254270"/>
                </a:cubicBezTo>
                <a:cubicBezTo>
                  <a:pt x="97795" y="255508"/>
                  <a:pt x="99123" y="255508"/>
                  <a:pt x="101589" y="255508"/>
                </a:cubicBezTo>
                <a:cubicBezTo>
                  <a:pt x="102823" y="255508"/>
                  <a:pt x="105384" y="255508"/>
                  <a:pt x="106617" y="254270"/>
                </a:cubicBezTo>
                <a:cubicBezTo>
                  <a:pt x="106617" y="254270"/>
                  <a:pt x="106617" y="254270"/>
                  <a:pt x="136875" y="224171"/>
                </a:cubicBezTo>
                <a:cubicBezTo>
                  <a:pt x="151578" y="232362"/>
                  <a:pt x="167703" y="236744"/>
                  <a:pt x="183259" y="236744"/>
                </a:cubicBezTo>
                <a:cubicBezTo>
                  <a:pt x="205835" y="236744"/>
                  <a:pt x="228315" y="227886"/>
                  <a:pt x="244631" y="211503"/>
                </a:cubicBezTo>
                <a:lnTo>
                  <a:pt x="303440" y="152162"/>
                </a:lnTo>
                <a:cubicBezTo>
                  <a:pt x="304768" y="150828"/>
                  <a:pt x="305338" y="148828"/>
                  <a:pt x="305243" y="146828"/>
                </a:cubicBezTo>
                <a:cubicBezTo>
                  <a:pt x="305243" y="144828"/>
                  <a:pt x="304673" y="142923"/>
                  <a:pt x="303440" y="141589"/>
                </a:cubicBezTo>
                <a:cubicBezTo>
                  <a:pt x="303440" y="141589"/>
                  <a:pt x="294714" y="132826"/>
                  <a:pt x="277260" y="115300"/>
                </a:cubicBezTo>
                <a:cubicBezTo>
                  <a:pt x="282383" y="109966"/>
                  <a:pt x="292627" y="99298"/>
                  <a:pt x="313211" y="77867"/>
                </a:cubicBezTo>
                <a:cubicBezTo>
                  <a:pt x="316910" y="74057"/>
                  <a:pt x="316910" y="69104"/>
                  <a:pt x="313211" y="66532"/>
                </a:cubicBezTo>
                <a:close/>
                <a:moveTo>
                  <a:pt x="101495" y="237887"/>
                </a:moveTo>
                <a:cubicBezTo>
                  <a:pt x="101495" y="237887"/>
                  <a:pt x="101305" y="237696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87361" y="223885"/>
                  <a:pt x="84231" y="220742"/>
                  <a:pt x="80057" y="216551"/>
                </a:cubicBezTo>
                <a:cubicBezTo>
                  <a:pt x="80057" y="216551"/>
                  <a:pt x="87390" y="208931"/>
                  <a:pt x="102064" y="193691"/>
                </a:cubicBezTo>
                <a:cubicBezTo>
                  <a:pt x="105099" y="197787"/>
                  <a:pt x="108324" y="201692"/>
                  <a:pt x="111834" y="205216"/>
                </a:cubicBezTo>
                <a:cubicBezTo>
                  <a:pt x="115438" y="208836"/>
                  <a:pt x="119327" y="212169"/>
                  <a:pt x="123311" y="215217"/>
                </a:cubicBezTo>
                <a:cubicBezTo>
                  <a:pt x="119327" y="219408"/>
                  <a:pt x="112688" y="226266"/>
                  <a:pt x="101495" y="237887"/>
                </a:cubicBezTo>
                <a:close/>
                <a:moveTo>
                  <a:pt x="287315" y="146923"/>
                </a:moveTo>
                <a:cubicBezTo>
                  <a:pt x="281150" y="153114"/>
                  <a:pt x="267016" y="167402"/>
                  <a:pt x="234481" y="200168"/>
                </a:cubicBezTo>
                <a:cubicBezTo>
                  <a:pt x="209629" y="225219"/>
                  <a:pt x="171118" y="227790"/>
                  <a:pt x="140859" y="209407"/>
                </a:cubicBezTo>
                <a:cubicBezTo>
                  <a:pt x="140859" y="209312"/>
                  <a:pt x="140765" y="209121"/>
                  <a:pt x="140670" y="209026"/>
                </a:cubicBezTo>
                <a:cubicBezTo>
                  <a:pt x="139911" y="208359"/>
                  <a:pt x="138962" y="207883"/>
                  <a:pt x="138014" y="207502"/>
                </a:cubicBezTo>
                <a:cubicBezTo>
                  <a:pt x="132702" y="203978"/>
                  <a:pt x="127675" y="199882"/>
                  <a:pt x="123122" y="195120"/>
                </a:cubicBezTo>
                <a:cubicBezTo>
                  <a:pt x="106806" y="178737"/>
                  <a:pt x="98080" y="158544"/>
                  <a:pt x="96847" y="137112"/>
                </a:cubicBezTo>
                <a:cubicBezTo>
                  <a:pt x="95614" y="115681"/>
                  <a:pt x="103107" y="96726"/>
                  <a:pt x="116861" y="82820"/>
                </a:cubicBezTo>
                <a:cubicBezTo>
                  <a:pt x="116861" y="82820"/>
                  <a:pt x="117051" y="82629"/>
                  <a:pt x="170644" y="28527"/>
                </a:cubicBezTo>
                <a:cubicBezTo>
                  <a:pt x="174723" y="32623"/>
                  <a:pt x="182121" y="40148"/>
                  <a:pt x="195401" y="53578"/>
                </a:cubicBezTo>
                <a:cubicBezTo>
                  <a:pt x="195685" y="54340"/>
                  <a:pt x="196065" y="55102"/>
                  <a:pt x="196539" y="55959"/>
                </a:cubicBezTo>
                <a:cubicBezTo>
                  <a:pt x="197013" y="56436"/>
                  <a:pt x="197772" y="56626"/>
                  <a:pt x="198531" y="56817"/>
                </a:cubicBezTo>
                <a:cubicBezTo>
                  <a:pt x="212475" y="70914"/>
                  <a:pt x="232204" y="91011"/>
                  <a:pt x="260376" y="119586"/>
                </a:cubicBezTo>
                <a:cubicBezTo>
                  <a:pt x="260566" y="119967"/>
                  <a:pt x="260661" y="120348"/>
                  <a:pt x="260851" y="120634"/>
                </a:cubicBezTo>
                <a:cubicBezTo>
                  <a:pt x="261135" y="120920"/>
                  <a:pt x="261515" y="120920"/>
                  <a:pt x="261799" y="121015"/>
                </a:cubicBezTo>
                <a:cubicBezTo>
                  <a:pt x="269577" y="128921"/>
                  <a:pt x="278114" y="137589"/>
                  <a:pt x="287220" y="146828"/>
                </a:cubicBezTo>
                <a:close/>
                <a:moveTo>
                  <a:pt x="260946" y="141589"/>
                </a:moveTo>
                <a:cubicBezTo>
                  <a:pt x="263412" y="144066"/>
                  <a:pt x="263412" y="149114"/>
                  <a:pt x="260946" y="151686"/>
                </a:cubicBezTo>
                <a:cubicBezTo>
                  <a:pt x="259712" y="152924"/>
                  <a:pt x="257151" y="154162"/>
                  <a:pt x="255918" y="154162"/>
                </a:cubicBezTo>
                <a:cubicBezTo>
                  <a:pt x="253452" y="154162"/>
                  <a:pt x="252124" y="152924"/>
                  <a:pt x="250891" y="151686"/>
                </a:cubicBezTo>
                <a:lnTo>
                  <a:pt x="165522" y="65961"/>
                </a:lnTo>
                <a:cubicBezTo>
                  <a:pt x="161727" y="63484"/>
                  <a:pt x="161727" y="58436"/>
                  <a:pt x="165522" y="55864"/>
                </a:cubicBezTo>
                <a:cubicBezTo>
                  <a:pt x="167988" y="52054"/>
                  <a:pt x="173015" y="52054"/>
                  <a:pt x="175576" y="55864"/>
                </a:cubicBezTo>
                <a:lnTo>
                  <a:pt x="260946" y="141589"/>
                </a:lnTo>
                <a:close/>
                <a:moveTo>
                  <a:pt x="165616" y="121872"/>
                </a:moveTo>
                <a:cubicBezTo>
                  <a:pt x="148068" y="121872"/>
                  <a:pt x="135547" y="135684"/>
                  <a:pt x="135547" y="152067"/>
                </a:cubicBezTo>
                <a:cubicBezTo>
                  <a:pt x="135547" y="168450"/>
                  <a:pt x="148068" y="182261"/>
                  <a:pt x="165616" y="182261"/>
                </a:cubicBezTo>
                <a:cubicBezTo>
                  <a:pt x="181931" y="182261"/>
                  <a:pt x="195685" y="168450"/>
                  <a:pt x="195685" y="152067"/>
                </a:cubicBezTo>
                <a:cubicBezTo>
                  <a:pt x="195685" y="135684"/>
                  <a:pt x="181931" y="121872"/>
                  <a:pt x="165616" y="121872"/>
                </a:cubicBezTo>
                <a:close/>
                <a:moveTo>
                  <a:pt x="165616" y="167211"/>
                </a:moveTo>
                <a:cubicBezTo>
                  <a:pt x="156890" y="167211"/>
                  <a:pt x="150535" y="160925"/>
                  <a:pt x="150535" y="152067"/>
                </a:cubicBezTo>
                <a:cubicBezTo>
                  <a:pt x="150535" y="143208"/>
                  <a:pt x="156795" y="136922"/>
                  <a:pt x="165616" y="136922"/>
                </a:cubicBezTo>
                <a:cubicBezTo>
                  <a:pt x="173110" y="136922"/>
                  <a:pt x="180698" y="143208"/>
                  <a:pt x="180698" y="152067"/>
                </a:cubicBezTo>
                <a:cubicBezTo>
                  <a:pt x="180698" y="160925"/>
                  <a:pt x="173205" y="167211"/>
                  <a:pt x="165616" y="16721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0" name="Graphic 235">
            <a:extLst>
              <a:ext uri="{FF2B5EF4-FFF2-40B4-BE49-F238E27FC236}">
                <a16:creationId xmlns:a16="http://schemas.microsoft.com/office/drawing/2014/main" id="{E623FEC9-CFA0-3BDB-8B64-09E57C21012F}"/>
              </a:ext>
            </a:extLst>
          </p:cNvPr>
          <p:cNvSpPr/>
          <p:nvPr/>
        </p:nvSpPr>
        <p:spPr>
          <a:xfrm>
            <a:off x="11198450" y="5512946"/>
            <a:ext cx="422480" cy="482600"/>
          </a:xfrm>
          <a:custGeom>
            <a:avLst/>
            <a:gdLst>
              <a:gd name="connsiteX0" fmla="*/ 313116 w 315984"/>
              <a:gd name="connsiteY0" fmla="*/ 66532 h 360949"/>
              <a:gd name="connsiteX1" fmla="*/ 303156 w 315984"/>
              <a:gd name="connsiteY1" fmla="*/ 66532 h 360949"/>
              <a:gd name="connsiteX2" fmla="*/ 265973 w 315984"/>
              <a:gd name="connsiteY2" fmla="*/ 104156 h 360949"/>
              <a:gd name="connsiteX3" fmla="*/ 212949 w 315984"/>
              <a:gd name="connsiteY3" fmla="*/ 50911 h 360949"/>
              <a:gd name="connsiteX4" fmla="*/ 250796 w 315984"/>
              <a:gd name="connsiteY4" fmla="*/ 13192 h 360949"/>
              <a:gd name="connsiteX5" fmla="*/ 250796 w 315984"/>
              <a:gd name="connsiteY5" fmla="*/ 1857 h 360949"/>
              <a:gd name="connsiteX6" fmla="*/ 239414 w 315984"/>
              <a:gd name="connsiteY6" fmla="*/ 1857 h 360949"/>
              <a:gd name="connsiteX7" fmla="*/ 201661 w 315984"/>
              <a:gd name="connsiteY7" fmla="*/ 39481 h 360949"/>
              <a:gd name="connsiteX8" fmla="*/ 175671 w 315984"/>
              <a:gd name="connsiteY8" fmla="*/ 13383 h 360949"/>
              <a:gd name="connsiteX9" fmla="*/ 175671 w 315984"/>
              <a:gd name="connsiteY9" fmla="*/ 13383 h 360949"/>
              <a:gd name="connsiteX10" fmla="*/ 170644 w 315984"/>
              <a:gd name="connsiteY10" fmla="*/ 10525 h 360949"/>
              <a:gd name="connsiteX11" fmla="*/ 165616 w 315984"/>
              <a:gd name="connsiteY11" fmla="*/ 13383 h 360949"/>
              <a:gd name="connsiteX12" fmla="*/ 164952 w 315984"/>
              <a:gd name="connsiteY12" fmla="*/ 14049 h 360949"/>
              <a:gd name="connsiteX13" fmla="*/ 106806 w 315984"/>
              <a:gd name="connsiteY13" fmla="*/ 71390 h 360949"/>
              <a:gd name="connsiteX14" fmla="*/ 81765 w 315984"/>
              <a:gd name="connsiteY14" fmla="*/ 138255 h 360949"/>
              <a:gd name="connsiteX15" fmla="*/ 94001 w 315984"/>
              <a:gd name="connsiteY15" fmla="*/ 181118 h 360949"/>
              <a:gd name="connsiteX16" fmla="*/ 63553 w 315984"/>
              <a:gd name="connsiteY16" fmla="*/ 211407 h 360949"/>
              <a:gd name="connsiteX17" fmla="*/ 63553 w 315984"/>
              <a:gd name="connsiteY17" fmla="*/ 221504 h 360949"/>
              <a:gd name="connsiteX18" fmla="*/ 74366 w 315984"/>
              <a:gd name="connsiteY18" fmla="*/ 232267 h 360949"/>
              <a:gd name="connsiteX19" fmla="*/ 11288 w 315984"/>
              <a:gd name="connsiteY19" fmla="*/ 296847 h 360949"/>
              <a:gd name="connsiteX20" fmla="*/ 0 w 315984"/>
              <a:gd name="connsiteY20" fmla="*/ 323231 h 360949"/>
              <a:gd name="connsiteX21" fmla="*/ 11288 w 315984"/>
              <a:gd name="connsiteY21" fmla="*/ 349615 h 360949"/>
              <a:gd name="connsiteX22" fmla="*/ 37562 w 315984"/>
              <a:gd name="connsiteY22" fmla="*/ 360950 h 360949"/>
              <a:gd name="connsiteX23" fmla="*/ 63837 w 315984"/>
              <a:gd name="connsiteY23" fmla="*/ 349615 h 360949"/>
              <a:gd name="connsiteX24" fmla="*/ 111360 w 315984"/>
              <a:gd name="connsiteY24" fmla="*/ 301895 h 360949"/>
              <a:gd name="connsiteX25" fmla="*/ 132607 w 315984"/>
              <a:gd name="connsiteY25" fmla="*/ 301895 h 360949"/>
              <a:gd name="connsiteX26" fmla="*/ 132607 w 315984"/>
              <a:gd name="connsiteY26" fmla="*/ 323231 h 360949"/>
              <a:gd name="connsiteX27" fmla="*/ 107565 w 315984"/>
              <a:gd name="connsiteY27" fmla="*/ 348377 h 360949"/>
              <a:gd name="connsiteX28" fmla="*/ 107565 w 315984"/>
              <a:gd name="connsiteY28" fmla="*/ 358473 h 360949"/>
              <a:gd name="connsiteX29" fmla="*/ 112593 w 315984"/>
              <a:gd name="connsiteY29" fmla="*/ 360950 h 360949"/>
              <a:gd name="connsiteX30" fmla="*/ 118853 w 315984"/>
              <a:gd name="connsiteY30" fmla="*/ 358473 h 360949"/>
              <a:gd name="connsiteX31" fmla="*/ 143895 w 315984"/>
              <a:gd name="connsiteY31" fmla="*/ 333327 h 360949"/>
              <a:gd name="connsiteX32" fmla="*/ 143895 w 315984"/>
              <a:gd name="connsiteY32" fmla="*/ 290560 h 360949"/>
              <a:gd name="connsiteX33" fmla="*/ 101400 w 315984"/>
              <a:gd name="connsiteY33" fmla="*/ 290560 h 360949"/>
              <a:gd name="connsiteX34" fmla="*/ 53878 w 315984"/>
              <a:gd name="connsiteY34" fmla="*/ 339519 h 360949"/>
              <a:gd name="connsiteX35" fmla="*/ 37657 w 315984"/>
              <a:gd name="connsiteY35" fmla="*/ 345805 h 360949"/>
              <a:gd name="connsiteX36" fmla="*/ 21437 w 315984"/>
              <a:gd name="connsiteY36" fmla="*/ 339519 h 360949"/>
              <a:gd name="connsiteX37" fmla="*/ 15177 w 315984"/>
              <a:gd name="connsiteY37" fmla="*/ 323231 h 360949"/>
              <a:gd name="connsiteX38" fmla="*/ 21437 w 315984"/>
              <a:gd name="connsiteY38" fmla="*/ 306943 h 360949"/>
              <a:gd name="connsiteX39" fmla="*/ 85180 w 315984"/>
              <a:gd name="connsiteY39" fmla="*/ 242935 h 360949"/>
              <a:gd name="connsiteX40" fmla="*/ 96562 w 315984"/>
              <a:gd name="connsiteY40" fmla="*/ 254270 h 360949"/>
              <a:gd name="connsiteX41" fmla="*/ 101589 w 315984"/>
              <a:gd name="connsiteY41" fmla="*/ 255508 h 360949"/>
              <a:gd name="connsiteX42" fmla="*/ 106617 w 315984"/>
              <a:gd name="connsiteY42" fmla="*/ 254270 h 360949"/>
              <a:gd name="connsiteX43" fmla="*/ 136875 w 315984"/>
              <a:gd name="connsiteY43" fmla="*/ 224171 h 360949"/>
              <a:gd name="connsiteX44" fmla="*/ 183259 w 315984"/>
              <a:gd name="connsiteY44" fmla="*/ 236744 h 360949"/>
              <a:gd name="connsiteX45" fmla="*/ 244631 w 315984"/>
              <a:gd name="connsiteY45" fmla="*/ 211503 h 360949"/>
              <a:gd name="connsiteX46" fmla="*/ 303440 w 315984"/>
              <a:gd name="connsiteY46" fmla="*/ 152162 h 360949"/>
              <a:gd name="connsiteX47" fmla="*/ 305243 w 315984"/>
              <a:gd name="connsiteY47" fmla="*/ 146828 h 360949"/>
              <a:gd name="connsiteX48" fmla="*/ 303440 w 315984"/>
              <a:gd name="connsiteY48" fmla="*/ 141589 h 360949"/>
              <a:gd name="connsiteX49" fmla="*/ 277260 w 315984"/>
              <a:gd name="connsiteY49" fmla="*/ 115300 h 360949"/>
              <a:gd name="connsiteX50" fmla="*/ 313211 w 315984"/>
              <a:gd name="connsiteY50" fmla="*/ 77867 h 360949"/>
              <a:gd name="connsiteX51" fmla="*/ 313211 w 315984"/>
              <a:gd name="connsiteY51" fmla="*/ 66532 h 360949"/>
              <a:gd name="connsiteX52" fmla="*/ 101495 w 315984"/>
              <a:gd name="connsiteY52" fmla="*/ 237887 h 360949"/>
              <a:gd name="connsiteX53" fmla="*/ 90112 w 315984"/>
              <a:gd name="connsiteY53" fmla="*/ 226552 h 360949"/>
              <a:gd name="connsiteX54" fmla="*/ 90112 w 315984"/>
              <a:gd name="connsiteY54" fmla="*/ 226552 h 360949"/>
              <a:gd name="connsiteX55" fmla="*/ 90112 w 315984"/>
              <a:gd name="connsiteY55" fmla="*/ 226552 h 360949"/>
              <a:gd name="connsiteX56" fmla="*/ 80057 w 315984"/>
              <a:gd name="connsiteY56" fmla="*/ 216551 h 360949"/>
              <a:gd name="connsiteX57" fmla="*/ 102064 w 315984"/>
              <a:gd name="connsiteY57" fmla="*/ 193691 h 360949"/>
              <a:gd name="connsiteX58" fmla="*/ 111834 w 315984"/>
              <a:gd name="connsiteY58" fmla="*/ 205216 h 360949"/>
              <a:gd name="connsiteX59" fmla="*/ 123311 w 315984"/>
              <a:gd name="connsiteY59" fmla="*/ 215217 h 360949"/>
              <a:gd name="connsiteX60" fmla="*/ 101495 w 315984"/>
              <a:gd name="connsiteY60" fmla="*/ 237887 h 360949"/>
              <a:gd name="connsiteX61" fmla="*/ 287315 w 315984"/>
              <a:gd name="connsiteY61" fmla="*/ 146923 h 360949"/>
              <a:gd name="connsiteX62" fmla="*/ 234481 w 315984"/>
              <a:gd name="connsiteY62" fmla="*/ 200168 h 360949"/>
              <a:gd name="connsiteX63" fmla="*/ 140859 w 315984"/>
              <a:gd name="connsiteY63" fmla="*/ 209407 h 360949"/>
              <a:gd name="connsiteX64" fmla="*/ 140670 w 315984"/>
              <a:gd name="connsiteY64" fmla="*/ 209026 h 360949"/>
              <a:gd name="connsiteX65" fmla="*/ 138014 w 315984"/>
              <a:gd name="connsiteY65" fmla="*/ 207502 h 360949"/>
              <a:gd name="connsiteX66" fmla="*/ 123122 w 315984"/>
              <a:gd name="connsiteY66" fmla="*/ 195120 h 360949"/>
              <a:gd name="connsiteX67" fmla="*/ 96847 w 315984"/>
              <a:gd name="connsiteY67" fmla="*/ 137112 h 360949"/>
              <a:gd name="connsiteX68" fmla="*/ 116861 w 315984"/>
              <a:gd name="connsiteY68" fmla="*/ 82820 h 360949"/>
              <a:gd name="connsiteX69" fmla="*/ 170644 w 315984"/>
              <a:gd name="connsiteY69" fmla="*/ 28527 h 360949"/>
              <a:gd name="connsiteX70" fmla="*/ 195401 w 315984"/>
              <a:gd name="connsiteY70" fmla="*/ 53578 h 360949"/>
              <a:gd name="connsiteX71" fmla="*/ 196539 w 315984"/>
              <a:gd name="connsiteY71" fmla="*/ 55959 h 360949"/>
              <a:gd name="connsiteX72" fmla="*/ 198531 w 315984"/>
              <a:gd name="connsiteY72" fmla="*/ 56817 h 360949"/>
              <a:gd name="connsiteX73" fmla="*/ 260376 w 315984"/>
              <a:gd name="connsiteY73" fmla="*/ 119586 h 360949"/>
              <a:gd name="connsiteX74" fmla="*/ 260851 w 315984"/>
              <a:gd name="connsiteY74" fmla="*/ 120634 h 360949"/>
              <a:gd name="connsiteX75" fmla="*/ 261799 w 315984"/>
              <a:gd name="connsiteY75" fmla="*/ 121015 h 360949"/>
              <a:gd name="connsiteX76" fmla="*/ 287220 w 315984"/>
              <a:gd name="connsiteY76" fmla="*/ 146828 h 360949"/>
              <a:gd name="connsiteX77" fmla="*/ 260946 w 315984"/>
              <a:gd name="connsiteY77" fmla="*/ 141589 h 360949"/>
              <a:gd name="connsiteX78" fmla="*/ 260946 w 315984"/>
              <a:gd name="connsiteY78" fmla="*/ 151686 h 360949"/>
              <a:gd name="connsiteX79" fmla="*/ 255918 w 315984"/>
              <a:gd name="connsiteY79" fmla="*/ 154162 h 360949"/>
              <a:gd name="connsiteX80" fmla="*/ 250891 w 315984"/>
              <a:gd name="connsiteY80" fmla="*/ 151686 h 360949"/>
              <a:gd name="connsiteX81" fmla="*/ 165522 w 315984"/>
              <a:gd name="connsiteY81" fmla="*/ 65961 h 360949"/>
              <a:gd name="connsiteX82" fmla="*/ 165522 w 315984"/>
              <a:gd name="connsiteY82" fmla="*/ 55864 h 360949"/>
              <a:gd name="connsiteX83" fmla="*/ 175576 w 315984"/>
              <a:gd name="connsiteY83" fmla="*/ 55864 h 360949"/>
              <a:gd name="connsiteX84" fmla="*/ 260946 w 315984"/>
              <a:gd name="connsiteY84" fmla="*/ 141589 h 360949"/>
              <a:gd name="connsiteX85" fmla="*/ 165616 w 315984"/>
              <a:gd name="connsiteY85" fmla="*/ 121872 h 360949"/>
              <a:gd name="connsiteX86" fmla="*/ 135547 w 315984"/>
              <a:gd name="connsiteY86" fmla="*/ 152067 h 360949"/>
              <a:gd name="connsiteX87" fmla="*/ 165616 w 315984"/>
              <a:gd name="connsiteY87" fmla="*/ 182261 h 360949"/>
              <a:gd name="connsiteX88" fmla="*/ 195685 w 315984"/>
              <a:gd name="connsiteY88" fmla="*/ 152067 h 360949"/>
              <a:gd name="connsiteX89" fmla="*/ 165616 w 315984"/>
              <a:gd name="connsiteY89" fmla="*/ 121872 h 360949"/>
              <a:gd name="connsiteX90" fmla="*/ 165616 w 315984"/>
              <a:gd name="connsiteY90" fmla="*/ 167211 h 360949"/>
              <a:gd name="connsiteX91" fmla="*/ 150535 w 315984"/>
              <a:gd name="connsiteY91" fmla="*/ 152067 h 360949"/>
              <a:gd name="connsiteX92" fmla="*/ 165616 w 315984"/>
              <a:gd name="connsiteY92" fmla="*/ 136922 h 360949"/>
              <a:gd name="connsiteX93" fmla="*/ 180698 w 315984"/>
              <a:gd name="connsiteY93" fmla="*/ 152067 h 360949"/>
              <a:gd name="connsiteX94" fmla="*/ 165616 w 315984"/>
              <a:gd name="connsiteY94" fmla="*/ 167211 h 360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315984" h="360949">
                <a:moveTo>
                  <a:pt x="313116" y="66532"/>
                </a:moveTo>
                <a:cubicBezTo>
                  <a:pt x="310649" y="64056"/>
                  <a:pt x="305622" y="64056"/>
                  <a:pt x="303156" y="66532"/>
                </a:cubicBezTo>
                <a:cubicBezTo>
                  <a:pt x="303156" y="66532"/>
                  <a:pt x="303061" y="66627"/>
                  <a:pt x="265973" y="104156"/>
                </a:cubicBezTo>
                <a:lnTo>
                  <a:pt x="212949" y="50911"/>
                </a:lnTo>
                <a:cubicBezTo>
                  <a:pt x="218166" y="45672"/>
                  <a:pt x="228885" y="35004"/>
                  <a:pt x="250796" y="13192"/>
                </a:cubicBezTo>
                <a:cubicBezTo>
                  <a:pt x="253357" y="9382"/>
                  <a:pt x="253357" y="5667"/>
                  <a:pt x="250796" y="1857"/>
                </a:cubicBezTo>
                <a:cubicBezTo>
                  <a:pt x="247002" y="-619"/>
                  <a:pt x="241975" y="-619"/>
                  <a:pt x="239414" y="1857"/>
                </a:cubicBezTo>
                <a:cubicBezTo>
                  <a:pt x="239414" y="1857"/>
                  <a:pt x="239319" y="1953"/>
                  <a:pt x="201661" y="39481"/>
                </a:cubicBezTo>
                <a:lnTo>
                  <a:pt x="175671" y="13383"/>
                </a:lnTo>
                <a:cubicBezTo>
                  <a:pt x="175671" y="13383"/>
                  <a:pt x="175671" y="13383"/>
                  <a:pt x="175671" y="13383"/>
                </a:cubicBezTo>
                <a:cubicBezTo>
                  <a:pt x="174438" y="11478"/>
                  <a:pt x="172541" y="10525"/>
                  <a:pt x="170644" y="10525"/>
                </a:cubicBezTo>
                <a:cubicBezTo>
                  <a:pt x="168747" y="10525"/>
                  <a:pt x="166850" y="11478"/>
                  <a:pt x="165616" y="13383"/>
                </a:cubicBezTo>
                <a:cubicBezTo>
                  <a:pt x="165332" y="13573"/>
                  <a:pt x="165237" y="13859"/>
                  <a:pt x="164952" y="14049"/>
                </a:cubicBezTo>
                <a:cubicBezTo>
                  <a:pt x="162676" y="16240"/>
                  <a:pt x="152526" y="26241"/>
                  <a:pt x="106806" y="71390"/>
                </a:cubicBezTo>
                <a:cubicBezTo>
                  <a:pt x="89258" y="89011"/>
                  <a:pt x="80532" y="113014"/>
                  <a:pt x="81765" y="138255"/>
                </a:cubicBezTo>
                <a:cubicBezTo>
                  <a:pt x="82524" y="153400"/>
                  <a:pt x="86887" y="167973"/>
                  <a:pt x="94001" y="181118"/>
                </a:cubicBezTo>
                <a:cubicBezTo>
                  <a:pt x="90017" y="185118"/>
                  <a:pt x="81480" y="193500"/>
                  <a:pt x="63553" y="211407"/>
                </a:cubicBezTo>
                <a:cubicBezTo>
                  <a:pt x="60992" y="213884"/>
                  <a:pt x="60992" y="218932"/>
                  <a:pt x="63553" y="221504"/>
                </a:cubicBezTo>
                <a:cubicBezTo>
                  <a:pt x="63553" y="221504"/>
                  <a:pt x="67157" y="225092"/>
                  <a:pt x="74366" y="232267"/>
                </a:cubicBezTo>
                <a:cubicBezTo>
                  <a:pt x="67062" y="239792"/>
                  <a:pt x="50178" y="257032"/>
                  <a:pt x="11288" y="296847"/>
                </a:cubicBezTo>
                <a:cubicBezTo>
                  <a:pt x="3794" y="303133"/>
                  <a:pt x="0" y="313230"/>
                  <a:pt x="0" y="323231"/>
                </a:cubicBezTo>
                <a:cubicBezTo>
                  <a:pt x="0" y="333232"/>
                  <a:pt x="3794" y="342090"/>
                  <a:pt x="11288" y="349615"/>
                </a:cubicBezTo>
                <a:cubicBezTo>
                  <a:pt x="17548" y="357140"/>
                  <a:pt x="27508" y="360950"/>
                  <a:pt x="37562" y="360950"/>
                </a:cubicBezTo>
                <a:cubicBezTo>
                  <a:pt x="47617" y="360950"/>
                  <a:pt x="56344" y="357140"/>
                  <a:pt x="63837" y="349615"/>
                </a:cubicBezTo>
                <a:lnTo>
                  <a:pt x="111360" y="301895"/>
                </a:lnTo>
                <a:cubicBezTo>
                  <a:pt x="117620" y="295608"/>
                  <a:pt x="127580" y="295608"/>
                  <a:pt x="132607" y="301895"/>
                </a:cubicBezTo>
                <a:cubicBezTo>
                  <a:pt x="138867" y="306943"/>
                  <a:pt x="138867" y="316944"/>
                  <a:pt x="132607" y="323231"/>
                </a:cubicBezTo>
                <a:lnTo>
                  <a:pt x="107565" y="348377"/>
                </a:lnTo>
                <a:cubicBezTo>
                  <a:pt x="105099" y="350853"/>
                  <a:pt x="105099" y="355902"/>
                  <a:pt x="107565" y="358473"/>
                </a:cubicBezTo>
                <a:cubicBezTo>
                  <a:pt x="108798" y="360950"/>
                  <a:pt x="111360" y="360950"/>
                  <a:pt x="112593" y="360950"/>
                </a:cubicBezTo>
                <a:cubicBezTo>
                  <a:pt x="115059" y="360950"/>
                  <a:pt x="116387" y="360950"/>
                  <a:pt x="118853" y="358473"/>
                </a:cubicBezTo>
                <a:lnTo>
                  <a:pt x="143895" y="333327"/>
                </a:lnTo>
                <a:cubicBezTo>
                  <a:pt x="155182" y="321993"/>
                  <a:pt x="155182" y="303133"/>
                  <a:pt x="143895" y="290560"/>
                </a:cubicBezTo>
                <a:cubicBezTo>
                  <a:pt x="131374" y="279225"/>
                  <a:pt x="112593" y="279225"/>
                  <a:pt x="101400" y="290560"/>
                </a:cubicBezTo>
                <a:lnTo>
                  <a:pt x="53878" y="339519"/>
                </a:lnTo>
                <a:cubicBezTo>
                  <a:pt x="48850" y="343329"/>
                  <a:pt x="43918" y="345805"/>
                  <a:pt x="37657" y="345805"/>
                </a:cubicBezTo>
                <a:cubicBezTo>
                  <a:pt x="31397" y="345805"/>
                  <a:pt x="26370" y="343329"/>
                  <a:pt x="21437" y="339519"/>
                </a:cubicBezTo>
                <a:cubicBezTo>
                  <a:pt x="17643" y="334470"/>
                  <a:pt x="15177" y="329422"/>
                  <a:pt x="15177" y="323231"/>
                </a:cubicBezTo>
                <a:cubicBezTo>
                  <a:pt x="15177" y="317040"/>
                  <a:pt x="17643" y="310658"/>
                  <a:pt x="21437" y="306943"/>
                </a:cubicBezTo>
                <a:cubicBezTo>
                  <a:pt x="21437" y="306943"/>
                  <a:pt x="21627" y="306753"/>
                  <a:pt x="85180" y="242935"/>
                </a:cubicBezTo>
                <a:cubicBezTo>
                  <a:pt x="88500" y="246174"/>
                  <a:pt x="92199" y="249888"/>
                  <a:pt x="96562" y="254270"/>
                </a:cubicBezTo>
                <a:cubicBezTo>
                  <a:pt x="97795" y="255508"/>
                  <a:pt x="99123" y="255508"/>
                  <a:pt x="101589" y="255508"/>
                </a:cubicBezTo>
                <a:cubicBezTo>
                  <a:pt x="102823" y="255508"/>
                  <a:pt x="105384" y="255508"/>
                  <a:pt x="106617" y="254270"/>
                </a:cubicBezTo>
                <a:cubicBezTo>
                  <a:pt x="106617" y="254270"/>
                  <a:pt x="106617" y="254270"/>
                  <a:pt x="136875" y="224171"/>
                </a:cubicBezTo>
                <a:cubicBezTo>
                  <a:pt x="151578" y="232362"/>
                  <a:pt x="167703" y="236744"/>
                  <a:pt x="183259" y="236744"/>
                </a:cubicBezTo>
                <a:cubicBezTo>
                  <a:pt x="205835" y="236744"/>
                  <a:pt x="228315" y="227886"/>
                  <a:pt x="244631" y="211503"/>
                </a:cubicBezTo>
                <a:lnTo>
                  <a:pt x="303440" y="152162"/>
                </a:lnTo>
                <a:cubicBezTo>
                  <a:pt x="304768" y="150828"/>
                  <a:pt x="305338" y="148828"/>
                  <a:pt x="305243" y="146828"/>
                </a:cubicBezTo>
                <a:cubicBezTo>
                  <a:pt x="305243" y="144828"/>
                  <a:pt x="304673" y="142923"/>
                  <a:pt x="303440" y="141589"/>
                </a:cubicBezTo>
                <a:cubicBezTo>
                  <a:pt x="303440" y="141589"/>
                  <a:pt x="294714" y="132826"/>
                  <a:pt x="277260" y="115300"/>
                </a:cubicBezTo>
                <a:cubicBezTo>
                  <a:pt x="282383" y="109966"/>
                  <a:pt x="292627" y="99298"/>
                  <a:pt x="313211" y="77867"/>
                </a:cubicBezTo>
                <a:cubicBezTo>
                  <a:pt x="316910" y="74057"/>
                  <a:pt x="316910" y="69104"/>
                  <a:pt x="313211" y="66532"/>
                </a:cubicBezTo>
                <a:close/>
                <a:moveTo>
                  <a:pt x="101495" y="237887"/>
                </a:moveTo>
                <a:cubicBezTo>
                  <a:pt x="101495" y="237887"/>
                  <a:pt x="101305" y="237696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90112" y="226552"/>
                  <a:pt x="90112" y="226552"/>
                  <a:pt x="90112" y="226552"/>
                </a:cubicBezTo>
                <a:cubicBezTo>
                  <a:pt x="87361" y="223885"/>
                  <a:pt x="84231" y="220742"/>
                  <a:pt x="80057" y="216551"/>
                </a:cubicBezTo>
                <a:cubicBezTo>
                  <a:pt x="80057" y="216551"/>
                  <a:pt x="87390" y="208931"/>
                  <a:pt x="102064" y="193691"/>
                </a:cubicBezTo>
                <a:cubicBezTo>
                  <a:pt x="105099" y="197787"/>
                  <a:pt x="108324" y="201692"/>
                  <a:pt x="111834" y="205216"/>
                </a:cubicBezTo>
                <a:cubicBezTo>
                  <a:pt x="115438" y="208836"/>
                  <a:pt x="119327" y="212169"/>
                  <a:pt x="123311" y="215217"/>
                </a:cubicBezTo>
                <a:cubicBezTo>
                  <a:pt x="119327" y="219408"/>
                  <a:pt x="112688" y="226266"/>
                  <a:pt x="101495" y="237887"/>
                </a:cubicBezTo>
                <a:close/>
                <a:moveTo>
                  <a:pt x="287315" y="146923"/>
                </a:moveTo>
                <a:cubicBezTo>
                  <a:pt x="281150" y="153114"/>
                  <a:pt x="267016" y="167402"/>
                  <a:pt x="234481" y="200168"/>
                </a:cubicBezTo>
                <a:cubicBezTo>
                  <a:pt x="209629" y="225219"/>
                  <a:pt x="171118" y="227790"/>
                  <a:pt x="140859" y="209407"/>
                </a:cubicBezTo>
                <a:cubicBezTo>
                  <a:pt x="140859" y="209312"/>
                  <a:pt x="140765" y="209121"/>
                  <a:pt x="140670" y="209026"/>
                </a:cubicBezTo>
                <a:cubicBezTo>
                  <a:pt x="139911" y="208359"/>
                  <a:pt x="138962" y="207883"/>
                  <a:pt x="138014" y="207502"/>
                </a:cubicBezTo>
                <a:cubicBezTo>
                  <a:pt x="132702" y="203978"/>
                  <a:pt x="127675" y="199882"/>
                  <a:pt x="123122" y="195120"/>
                </a:cubicBezTo>
                <a:cubicBezTo>
                  <a:pt x="106806" y="178737"/>
                  <a:pt x="98080" y="158544"/>
                  <a:pt x="96847" y="137112"/>
                </a:cubicBezTo>
                <a:cubicBezTo>
                  <a:pt x="95614" y="115681"/>
                  <a:pt x="103107" y="96726"/>
                  <a:pt x="116861" y="82820"/>
                </a:cubicBezTo>
                <a:cubicBezTo>
                  <a:pt x="116861" y="82820"/>
                  <a:pt x="117051" y="82629"/>
                  <a:pt x="170644" y="28527"/>
                </a:cubicBezTo>
                <a:cubicBezTo>
                  <a:pt x="174723" y="32623"/>
                  <a:pt x="182121" y="40148"/>
                  <a:pt x="195401" y="53578"/>
                </a:cubicBezTo>
                <a:cubicBezTo>
                  <a:pt x="195685" y="54340"/>
                  <a:pt x="196065" y="55102"/>
                  <a:pt x="196539" y="55959"/>
                </a:cubicBezTo>
                <a:cubicBezTo>
                  <a:pt x="197013" y="56436"/>
                  <a:pt x="197772" y="56626"/>
                  <a:pt x="198531" y="56817"/>
                </a:cubicBezTo>
                <a:cubicBezTo>
                  <a:pt x="212475" y="70914"/>
                  <a:pt x="232204" y="91011"/>
                  <a:pt x="260376" y="119586"/>
                </a:cubicBezTo>
                <a:cubicBezTo>
                  <a:pt x="260566" y="119967"/>
                  <a:pt x="260661" y="120348"/>
                  <a:pt x="260851" y="120634"/>
                </a:cubicBezTo>
                <a:cubicBezTo>
                  <a:pt x="261135" y="120920"/>
                  <a:pt x="261515" y="120920"/>
                  <a:pt x="261799" y="121015"/>
                </a:cubicBezTo>
                <a:cubicBezTo>
                  <a:pt x="269577" y="128921"/>
                  <a:pt x="278114" y="137589"/>
                  <a:pt x="287220" y="146828"/>
                </a:cubicBezTo>
                <a:close/>
                <a:moveTo>
                  <a:pt x="260946" y="141589"/>
                </a:moveTo>
                <a:cubicBezTo>
                  <a:pt x="263412" y="144066"/>
                  <a:pt x="263412" y="149114"/>
                  <a:pt x="260946" y="151686"/>
                </a:cubicBezTo>
                <a:cubicBezTo>
                  <a:pt x="259712" y="152924"/>
                  <a:pt x="257151" y="154162"/>
                  <a:pt x="255918" y="154162"/>
                </a:cubicBezTo>
                <a:cubicBezTo>
                  <a:pt x="253452" y="154162"/>
                  <a:pt x="252124" y="152924"/>
                  <a:pt x="250891" y="151686"/>
                </a:cubicBezTo>
                <a:lnTo>
                  <a:pt x="165522" y="65961"/>
                </a:lnTo>
                <a:cubicBezTo>
                  <a:pt x="161727" y="63484"/>
                  <a:pt x="161727" y="58436"/>
                  <a:pt x="165522" y="55864"/>
                </a:cubicBezTo>
                <a:cubicBezTo>
                  <a:pt x="167988" y="52054"/>
                  <a:pt x="173015" y="52054"/>
                  <a:pt x="175576" y="55864"/>
                </a:cubicBezTo>
                <a:lnTo>
                  <a:pt x="260946" y="141589"/>
                </a:lnTo>
                <a:close/>
                <a:moveTo>
                  <a:pt x="165616" y="121872"/>
                </a:moveTo>
                <a:cubicBezTo>
                  <a:pt x="148068" y="121872"/>
                  <a:pt x="135547" y="135684"/>
                  <a:pt x="135547" y="152067"/>
                </a:cubicBezTo>
                <a:cubicBezTo>
                  <a:pt x="135547" y="168450"/>
                  <a:pt x="148068" y="182261"/>
                  <a:pt x="165616" y="182261"/>
                </a:cubicBezTo>
                <a:cubicBezTo>
                  <a:pt x="181931" y="182261"/>
                  <a:pt x="195685" y="168450"/>
                  <a:pt x="195685" y="152067"/>
                </a:cubicBezTo>
                <a:cubicBezTo>
                  <a:pt x="195685" y="135684"/>
                  <a:pt x="181931" y="121872"/>
                  <a:pt x="165616" y="121872"/>
                </a:cubicBezTo>
                <a:close/>
                <a:moveTo>
                  <a:pt x="165616" y="167211"/>
                </a:moveTo>
                <a:cubicBezTo>
                  <a:pt x="156890" y="167211"/>
                  <a:pt x="150535" y="160925"/>
                  <a:pt x="150535" y="152067"/>
                </a:cubicBezTo>
                <a:cubicBezTo>
                  <a:pt x="150535" y="143208"/>
                  <a:pt x="156795" y="136922"/>
                  <a:pt x="165616" y="136922"/>
                </a:cubicBezTo>
                <a:cubicBezTo>
                  <a:pt x="173110" y="136922"/>
                  <a:pt x="180698" y="143208"/>
                  <a:pt x="180698" y="152067"/>
                </a:cubicBezTo>
                <a:cubicBezTo>
                  <a:pt x="180698" y="160925"/>
                  <a:pt x="173205" y="167211"/>
                  <a:pt x="165616" y="16721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hidden="1">
            <a:extLst>
              <a:ext uri="{FF2B5EF4-FFF2-40B4-BE49-F238E27FC236}">
                <a16:creationId xmlns:a16="http://schemas.microsoft.com/office/drawing/2014/main" id="{7F1B256C-8A88-F773-EC9D-0DAF498960F2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02511" y="-413859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Content &amp; objects Template 2</a:t>
            </a:r>
          </a:p>
        </p:txBody>
      </p:sp>
      <p:sp>
        <p:nvSpPr>
          <p:cNvPr id="5" name="Title 2">
            <a:extLst>
              <a:ext uri="{FF2B5EF4-FFF2-40B4-BE49-F238E27FC236}">
                <a16:creationId xmlns:a16="http://schemas.microsoft.com/office/drawing/2014/main" id="{7939EA06-22AA-A43B-B8D2-E71233DB63EB}"/>
              </a:ext>
            </a:extLst>
          </p:cNvPr>
          <p:cNvSpPr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Content &amp; objects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Graphik Semibold"/>
              <a:ea typeface="+mj-ea"/>
              <a:cs typeface="Graphik Semibold"/>
            </a:endParaRP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0E1E7B2-0F2D-5011-7ED0-DC0722A1B65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contract; notes</a:t>
            </a:r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9A55F8A8-1509-D716-8CAD-167B50BD652B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month; date; calendar;</a:t>
            </a:r>
          </a:p>
          <a:p>
            <a:r>
              <a:rPr lang="en-US" dirty="0"/>
              <a:t>event; deadline; on time;</a:t>
            </a:r>
          </a:p>
          <a:p>
            <a:r>
              <a:rPr lang="en-US" dirty="0"/>
              <a:t>schedule; diary; expire;</a:t>
            </a:r>
          </a:p>
          <a:p>
            <a:r>
              <a:rPr lang="en-US" dirty="0"/>
              <a:t>expiration; week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1E4EEDD9-F53B-194F-D915-E3222C0393BA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time; clock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0D2C678C-5851-8148-3BF4-19FA29E38ED2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time; hourglass; slow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44ED5CCF-5260-64DE-93C0-DC0C73E54372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key; open; security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F45ED7EC-6020-F6CA-1CFC-E775B7925F20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key; open; keyhole;</a:t>
            </a:r>
          </a:p>
          <a:p>
            <a:r>
              <a:rPr lang="en-US" dirty="0"/>
              <a:t>locked; peek; spy; peep;</a:t>
            </a:r>
          </a:p>
          <a:p>
            <a:r>
              <a:rPr lang="en-US" dirty="0"/>
              <a:t>peeping; security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285E0F9A-8911-CAAC-1FBA-EC8600C16216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time; no time; stopwatch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B685335-FFAE-C0E0-203B-D68FB4CF117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genius; expert; advanced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334BC83-7275-23A6-05FC-10C0943FFCF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link; hyperlink; linked;</a:t>
            </a:r>
          </a:p>
          <a:p>
            <a:r>
              <a:rPr lang="en-US" dirty="0"/>
              <a:t>connected; chain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D94F9672-7B51-7B7C-B232-C0A27570B4F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strawberry; fruit;</a:t>
            </a:r>
          </a:p>
          <a:p>
            <a:r>
              <a:rPr lang="en-US" dirty="0"/>
              <a:t>produce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DA59ABA-6C49-3DA7-FE8D-642D7B9709E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wheat; grain; grains;</a:t>
            </a:r>
          </a:p>
          <a:p>
            <a:r>
              <a:rPr lang="en-US" dirty="0"/>
              <a:t>crops; farming; farm;</a:t>
            </a:r>
          </a:p>
          <a:p>
            <a:r>
              <a:rPr lang="en-US" dirty="0"/>
              <a:t>agriculture; bakery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96E6D26-A8AD-F1E7-DCAB-0D446294AD5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drink; bottle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3D512D2A-D244-BDC2-9E0D-78F2032CB8A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cup; coffee; tea</a:t>
            </a:r>
          </a:p>
        </p:txBody>
      </p:sp>
      <p:sp>
        <p:nvSpPr>
          <p:cNvPr id="108" name="Text Placeholder 107">
            <a:extLst>
              <a:ext uri="{FF2B5EF4-FFF2-40B4-BE49-F238E27FC236}">
                <a16:creationId xmlns:a16="http://schemas.microsoft.com/office/drawing/2014/main" id="{6C061715-7C1E-B98F-CC49-971A7A60E3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E902203-8E1C-F890-594C-548BD2C1F92A}"/>
              </a:ext>
            </a:extLst>
          </p:cNvPr>
          <p:cNvGrpSpPr/>
          <p:nvPr/>
        </p:nvGrpSpPr>
        <p:grpSpPr>
          <a:xfrm>
            <a:off x="587523" y="857059"/>
            <a:ext cx="414850" cy="418464"/>
            <a:chOff x="3747690" y="2406352"/>
            <a:chExt cx="314443" cy="3171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2D90D6F-2DCA-55C7-C763-24AC790031BD}"/>
                </a:ext>
              </a:extLst>
            </p:cNvPr>
            <p:cNvSpPr/>
            <p:nvPr/>
          </p:nvSpPr>
          <p:spPr>
            <a:xfrm>
              <a:off x="3837138" y="2406352"/>
              <a:ext cx="224995" cy="317182"/>
            </a:xfrm>
            <a:custGeom>
              <a:avLst/>
              <a:gdLst>
                <a:gd name="connsiteX0" fmla="*/ 223098 w 224995"/>
                <a:gd name="connsiteY0" fmla="*/ 73819 h 317182"/>
                <a:gd name="connsiteX1" fmla="*/ 148732 w 224995"/>
                <a:gd name="connsiteY1" fmla="*/ 1810 h 317182"/>
                <a:gd name="connsiteX2" fmla="*/ 144274 w 224995"/>
                <a:gd name="connsiteY2" fmla="*/ 0 h 317182"/>
                <a:gd name="connsiteX3" fmla="*/ 6355 w 224995"/>
                <a:gd name="connsiteY3" fmla="*/ 0 h 317182"/>
                <a:gd name="connsiteX4" fmla="*/ 0 w 224995"/>
                <a:gd name="connsiteY4" fmla="*/ 6382 h 317182"/>
                <a:gd name="connsiteX5" fmla="*/ 0 w 224995"/>
                <a:gd name="connsiteY5" fmla="*/ 310801 h 317182"/>
                <a:gd name="connsiteX6" fmla="*/ 6355 w 224995"/>
                <a:gd name="connsiteY6" fmla="*/ 317183 h 317182"/>
                <a:gd name="connsiteX7" fmla="*/ 218640 w 224995"/>
                <a:gd name="connsiteY7" fmla="*/ 317183 h 317182"/>
                <a:gd name="connsiteX8" fmla="*/ 224995 w 224995"/>
                <a:gd name="connsiteY8" fmla="*/ 310706 h 317182"/>
                <a:gd name="connsiteX9" fmla="*/ 224995 w 224995"/>
                <a:gd name="connsiteY9" fmla="*/ 78295 h 317182"/>
                <a:gd name="connsiteX10" fmla="*/ 223004 w 224995"/>
                <a:gd name="connsiteY10" fmla="*/ 73628 h 317182"/>
                <a:gd name="connsiteX11" fmla="*/ 144369 w 224995"/>
                <a:gd name="connsiteY11" fmla="*/ 15430 h 317182"/>
                <a:gd name="connsiteX12" fmla="*/ 209439 w 224995"/>
                <a:gd name="connsiteY12" fmla="*/ 78391 h 317182"/>
                <a:gd name="connsiteX13" fmla="*/ 144369 w 224995"/>
                <a:gd name="connsiteY13" fmla="*/ 78391 h 317182"/>
                <a:gd name="connsiteX14" fmla="*/ 144369 w 224995"/>
                <a:gd name="connsiteY14" fmla="*/ 15430 h 317182"/>
                <a:gd name="connsiteX15" fmla="*/ 12711 w 224995"/>
                <a:gd name="connsiteY15" fmla="*/ 304419 h 317182"/>
                <a:gd name="connsiteX16" fmla="*/ 12711 w 224995"/>
                <a:gd name="connsiteY16" fmla="*/ 12859 h 317182"/>
                <a:gd name="connsiteX17" fmla="*/ 131564 w 224995"/>
                <a:gd name="connsiteY17" fmla="*/ 12859 h 317182"/>
                <a:gd name="connsiteX18" fmla="*/ 131564 w 224995"/>
                <a:gd name="connsiteY18" fmla="*/ 84868 h 317182"/>
                <a:gd name="connsiteX19" fmla="*/ 137919 w 224995"/>
                <a:gd name="connsiteY19" fmla="*/ 91249 h 317182"/>
                <a:gd name="connsiteX20" fmla="*/ 212190 w 224995"/>
                <a:gd name="connsiteY20" fmla="*/ 91249 h 317182"/>
                <a:gd name="connsiteX21" fmla="*/ 212190 w 224995"/>
                <a:gd name="connsiteY21" fmla="*/ 304324 h 317182"/>
                <a:gd name="connsiteX22" fmla="*/ 12711 w 224995"/>
                <a:gd name="connsiteY22" fmla="*/ 304324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5" h="317182">
                  <a:moveTo>
                    <a:pt x="223098" y="73819"/>
                  </a:moveTo>
                  <a:lnTo>
                    <a:pt x="148732" y="1810"/>
                  </a:lnTo>
                  <a:cubicBezTo>
                    <a:pt x="147499" y="667"/>
                    <a:pt x="145981" y="0"/>
                    <a:pt x="144274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310801"/>
                  </a:lnTo>
                  <a:cubicBezTo>
                    <a:pt x="0" y="314325"/>
                    <a:pt x="2846" y="317183"/>
                    <a:pt x="6355" y="317183"/>
                  </a:cubicBezTo>
                  <a:lnTo>
                    <a:pt x="218640" y="317183"/>
                  </a:lnTo>
                  <a:cubicBezTo>
                    <a:pt x="222150" y="317183"/>
                    <a:pt x="224995" y="314230"/>
                    <a:pt x="224995" y="310706"/>
                  </a:cubicBezTo>
                  <a:lnTo>
                    <a:pt x="224995" y="78295"/>
                  </a:lnTo>
                  <a:cubicBezTo>
                    <a:pt x="224995" y="76581"/>
                    <a:pt x="224332" y="74866"/>
                    <a:pt x="223004" y="73628"/>
                  </a:cubicBezTo>
                  <a:close/>
                  <a:moveTo>
                    <a:pt x="144369" y="15430"/>
                  </a:moveTo>
                  <a:lnTo>
                    <a:pt x="209439" y="78391"/>
                  </a:lnTo>
                  <a:lnTo>
                    <a:pt x="144369" y="78391"/>
                  </a:lnTo>
                  <a:lnTo>
                    <a:pt x="144369" y="15430"/>
                  </a:lnTo>
                  <a:close/>
                  <a:moveTo>
                    <a:pt x="12711" y="304419"/>
                  </a:moveTo>
                  <a:lnTo>
                    <a:pt x="12711" y="12859"/>
                  </a:lnTo>
                  <a:lnTo>
                    <a:pt x="131564" y="12859"/>
                  </a:lnTo>
                  <a:lnTo>
                    <a:pt x="131564" y="84868"/>
                  </a:lnTo>
                  <a:cubicBezTo>
                    <a:pt x="131564" y="88392"/>
                    <a:pt x="134409" y="91249"/>
                    <a:pt x="137919" y="91249"/>
                  </a:cubicBezTo>
                  <a:lnTo>
                    <a:pt x="212190" y="91249"/>
                  </a:lnTo>
                  <a:lnTo>
                    <a:pt x="212190" y="304324"/>
                  </a:lnTo>
                  <a:lnTo>
                    <a:pt x="12711" y="304324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4C80F92F-B80F-6734-47B8-AEF21B416210}"/>
                </a:ext>
              </a:extLst>
            </p:cNvPr>
            <p:cNvSpPr/>
            <p:nvPr/>
          </p:nvSpPr>
          <p:spPr>
            <a:xfrm>
              <a:off x="3747690" y="2406352"/>
              <a:ext cx="47047" cy="313658"/>
            </a:xfrm>
            <a:custGeom>
              <a:avLst/>
              <a:gdLst>
                <a:gd name="connsiteX0" fmla="*/ 47048 w 47047"/>
                <a:gd name="connsiteY0" fmla="*/ 6382 h 313658"/>
                <a:gd name="connsiteX1" fmla="*/ 40693 w 47047"/>
                <a:gd name="connsiteY1" fmla="*/ 0 h 313658"/>
                <a:gd name="connsiteX2" fmla="*/ 6355 w 47047"/>
                <a:gd name="connsiteY2" fmla="*/ 0 h 313658"/>
                <a:gd name="connsiteX3" fmla="*/ 0 w 47047"/>
                <a:gd name="connsiteY3" fmla="*/ 6382 h 313658"/>
                <a:gd name="connsiteX4" fmla="*/ 0 w 47047"/>
                <a:gd name="connsiteY4" fmla="*/ 268224 h 313658"/>
                <a:gd name="connsiteX5" fmla="*/ 569 w 47047"/>
                <a:gd name="connsiteY5" fmla="*/ 270796 h 313658"/>
                <a:gd name="connsiteX6" fmla="*/ 759 w 47047"/>
                <a:gd name="connsiteY6" fmla="*/ 271653 h 313658"/>
                <a:gd name="connsiteX7" fmla="*/ 18117 w 47047"/>
                <a:gd name="connsiteY7" fmla="*/ 309943 h 313658"/>
                <a:gd name="connsiteX8" fmla="*/ 23903 w 47047"/>
                <a:gd name="connsiteY8" fmla="*/ 313658 h 313658"/>
                <a:gd name="connsiteX9" fmla="*/ 23903 w 47047"/>
                <a:gd name="connsiteY9" fmla="*/ 313658 h 313658"/>
                <a:gd name="connsiteX10" fmla="*/ 29690 w 47047"/>
                <a:gd name="connsiteY10" fmla="*/ 309848 h 313658"/>
                <a:gd name="connsiteX11" fmla="*/ 46479 w 47047"/>
                <a:gd name="connsiteY11" fmla="*/ 271558 h 313658"/>
                <a:gd name="connsiteX12" fmla="*/ 46669 w 47047"/>
                <a:gd name="connsiteY12" fmla="*/ 270415 h 313658"/>
                <a:gd name="connsiteX13" fmla="*/ 47048 w 47047"/>
                <a:gd name="connsiteY13" fmla="*/ 268224 h 313658"/>
                <a:gd name="connsiteX14" fmla="*/ 47048 w 47047"/>
                <a:gd name="connsiteY14" fmla="*/ 6382 h 313658"/>
                <a:gd name="connsiteX15" fmla="*/ 12711 w 47047"/>
                <a:gd name="connsiteY15" fmla="*/ 59531 h 313658"/>
                <a:gd name="connsiteX16" fmla="*/ 34243 w 47047"/>
                <a:gd name="connsiteY16" fmla="*/ 59531 h 313658"/>
                <a:gd name="connsiteX17" fmla="*/ 34243 w 47047"/>
                <a:gd name="connsiteY17" fmla="*/ 261461 h 313658"/>
                <a:gd name="connsiteX18" fmla="*/ 12711 w 47047"/>
                <a:gd name="connsiteY18" fmla="*/ 261652 h 313658"/>
                <a:gd name="connsiteX19" fmla="*/ 12711 w 47047"/>
                <a:gd name="connsiteY19" fmla="*/ 59531 h 313658"/>
                <a:gd name="connsiteX20" fmla="*/ 34243 w 47047"/>
                <a:gd name="connsiteY20" fmla="*/ 12764 h 313658"/>
                <a:gd name="connsiteX21" fmla="*/ 34243 w 47047"/>
                <a:gd name="connsiteY21" fmla="*/ 46672 h 313658"/>
                <a:gd name="connsiteX22" fmla="*/ 12711 w 47047"/>
                <a:gd name="connsiteY22" fmla="*/ 46672 h 313658"/>
                <a:gd name="connsiteX23" fmla="*/ 12711 w 47047"/>
                <a:gd name="connsiteY23" fmla="*/ 12764 h 313658"/>
                <a:gd name="connsiteX24" fmla="*/ 34243 w 47047"/>
                <a:gd name="connsiteY24" fmla="*/ 12764 h 313658"/>
                <a:gd name="connsiteX25" fmla="*/ 23714 w 47047"/>
                <a:gd name="connsiteY25" fmla="*/ 291465 h 313658"/>
                <a:gd name="connsiteX26" fmla="*/ 16410 w 47047"/>
                <a:gd name="connsiteY26" fmla="*/ 275368 h 313658"/>
                <a:gd name="connsiteX27" fmla="*/ 30828 w 47047"/>
                <a:gd name="connsiteY27" fmla="*/ 275368 h 313658"/>
                <a:gd name="connsiteX28" fmla="*/ 23714 w 47047"/>
                <a:gd name="connsiteY28" fmla="*/ 291465 h 31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7047" h="313658">
                  <a:moveTo>
                    <a:pt x="47048" y="6382"/>
                  </a:moveTo>
                  <a:cubicBezTo>
                    <a:pt x="47048" y="2857"/>
                    <a:pt x="44202" y="0"/>
                    <a:pt x="40693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268224"/>
                  </a:lnTo>
                  <a:cubicBezTo>
                    <a:pt x="0" y="269081"/>
                    <a:pt x="190" y="269939"/>
                    <a:pt x="569" y="270796"/>
                  </a:cubicBezTo>
                  <a:cubicBezTo>
                    <a:pt x="569" y="271082"/>
                    <a:pt x="569" y="271367"/>
                    <a:pt x="759" y="271653"/>
                  </a:cubicBezTo>
                  <a:lnTo>
                    <a:pt x="18117" y="309943"/>
                  </a:lnTo>
                  <a:cubicBezTo>
                    <a:pt x="19161" y="312230"/>
                    <a:pt x="21437" y="313658"/>
                    <a:pt x="23903" y="313658"/>
                  </a:cubicBezTo>
                  <a:lnTo>
                    <a:pt x="23903" y="313658"/>
                  </a:lnTo>
                  <a:cubicBezTo>
                    <a:pt x="26464" y="313658"/>
                    <a:pt x="28741" y="312134"/>
                    <a:pt x="29690" y="309848"/>
                  </a:cubicBezTo>
                  <a:lnTo>
                    <a:pt x="46479" y="271558"/>
                  </a:lnTo>
                  <a:cubicBezTo>
                    <a:pt x="46479" y="271558"/>
                    <a:pt x="46574" y="270796"/>
                    <a:pt x="46669" y="270415"/>
                  </a:cubicBezTo>
                  <a:cubicBezTo>
                    <a:pt x="46953" y="269748"/>
                    <a:pt x="47048" y="268986"/>
                    <a:pt x="47048" y="268224"/>
                  </a:cubicBezTo>
                  <a:lnTo>
                    <a:pt x="47048" y="6382"/>
                  </a:lnTo>
                  <a:close/>
                  <a:moveTo>
                    <a:pt x="12711" y="59531"/>
                  </a:moveTo>
                  <a:lnTo>
                    <a:pt x="34243" y="59531"/>
                  </a:lnTo>
                  <a:lnTo>
                    <a:pt x="34243" y="261461"/>
                  </a:lnTo>
                  <a:cubicBezTo>
                    <a:pt x="29595" y="261461"/>
                    <a:pt x="22860" y="261461"/>
                    <a:pt x="12711" y="261652"/>
                  </a:cubicBezTo>
                  <a:lnTo>
                    <a:pt x="12711" y="59531"/>
                  </a:lnTo>
                  <a:close/>
                  <a:moveTo>
                    <a:pt x="34243" y="12764"/>
                  </a:moveTo>
                  <a:lnTo>
                    <a:pt x="34243" y="46672"/>
                  </a:lnTo>
                  <a:lnTo>
                    <a:pt x="12711" y="46672"/>
                  </a:lnTo>
                  <a:lnTo>
                    <a:pt x="12711" y="12764"/>
                  </a:lnTo>
                  <a:lnTo>
                    <a:pt x="34243" y="12764"/>
                  </a:lnTo>
                  <a:close/>
                  <a:moveTo>
                    <a:pt x="23714" y="291465"/>
                  </a:moveTo>
                  <a:lnTo>
                    <a:pt x="16410" y="275368"/>
                  </a:lnTo>
                  <a:lnTo>
                    <a:pt x="30828" y="275368"/>
                  </a:lnTo>
                  <a:lnTo>
                    <a:pt x="23714" y="291465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FDF3F24-2109-E932-6827-120DE581BAB3}"/>
              </a:ext>
            </a:extLst>
          </p:cNvPr>
          <p:cNvGrpSpPr/>
          <p:nvPr/>
        </p:nvGrpSpPr>
        <p:grpSpPr>
          <a:xfrm>
            <a:off x="1344268" y="857059"/>
            <a:ext cx="414850" cy="418464"/>
            <a:chOff x="3747690" y="2406352"/>
            <a:chExt cx="314443" cy="317182"/>
          </a:xfrm>
        </p:grpSpPr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98FC18CB-62A5-F90D-DB93-AA7623C1E5F0}"/>
                </a:ext>
              </a:extLst>
            </p:cNvPr>
            <p:cNvSpPr/>
            <p:nvPr/>
          </p:nvSpPr>
          <p:spPr>
            <a:xfrm>
              <a:off x="3837138" y="2406352"/>
              <a:ext cx="224995" cy="317182"/>
            </a:xfrm>
            <a:custGeom>
              <a:avLst/>
              <a:gdLst>
                <a:gd name="connsiteX0" fmla="*/ 223098 w 224995"/>
                <a:gd name="connsiteY0" fmla="*/ 73819 h 317182"/>
                <a:gd name="connsiteX1" fmla="*/ 148732 w 224995"/>
                <a:gd name="connsiteY1" fmla="*/ 1810 h 317182"/>
                <a:gd name="connsiteX2" fmla="*/ 144274 w 224995"/>
                <a:gd name="connsiteY2" fmla="*/ 0 h 317182"/>
                <a:gd name="connsiteX3" fmla="*/ 6355 w 224995"/>
                <a:gd name="connsiteY3" fmla="*/ 0 h 317182"/>
                <a:gd name="connsiteX4" fmla="*/ 0 w 224995"/>
                <a:gd name="connsiteY4" fmla="*/ 6382 h 317182"/>
                <a:gd name="connsiteX5" fmla="*/ 0 w 224995"/>
                <a:gd name="connsiteY5" fmla="*/ 310801 h 317182"/>
                <a:gd name="connsiteX6" fmla="*/ 6355 w 224995"/>
                <a:gd name="connsiteY6" fmla="*/ 317183 h 317182"/>
                <a:gd name="connsiteX7" fmla="*/ 218640 w 224995"/>
                <a:gd name="connsiteY7" fmla="*/ 317183 h 317182"/>
                <a:gd name="connsiteX8" fmla="*/ 224995 w 224995"/>
                <a:gd name="connsiteY8" fmla="*/ 310706 h 317182"/>
                <a:gd name="connsiteX9" fmla="*/ 224995 w 224995"/>
                <a:gd name="connsiteY9" fmla="*/ 78295 h 317182"/>
                <a:gd name="connsiteX10" fmla="*/ 223004 w 224995"/>
                <a:gd name="connsiteY10" fmla="*/ 73628 h 317182"/>
                <a:gd name="connsiteX11" fmla="*/ 144369 w 224995"/>
                <a:gd name="connsiteY11" fmla="*/ 15430 h 317182"/>
                <a:gd name="connsiteX12" fmla="*/ 209439 w 224995"/>
                <a:gd name="connsiteY12" fmla="*/ 78391 h 317182"/>
                <a:gd name="connsiteX13" fmla="*/ 144369 w 224995"/>
                <a:gd name="connsiteY13" fmla="*/ 78391 h 317182"/>
                <a:gd name="connsiteX14" fmla="*/ 144369 w 224995"/>
                <a:gd name="connsiteY14" fmla="*/ 15430 h 317182"/>
                <a:gd name="connsiteX15" fmla="*/ 12711 w 224995"/>
                <a:gd name="connsiteY15" fmla="*/ 304419 h 317182"/>
                <a:gd name="connsiteX16" fmla="*/ 12711 w 224995"/>
                <a:gd name="connsiteY16" fmla="*/ 12859 h 317182"/>
                <a:gd name="connsiteX17" fmla="*/ 131564 w 224995"/>
                <a:gd name="connsiteY17" fmla="*/ 12859 h 317182"/>
                <a:gd name="connsiteX18" fmla="*/ 131564 w 224995"/>
                <a:gd name="connsiteY18" fmla="*/ 84868 h 317182"/>
                <a:gd name="connsiteX19" fmla="*/ 137919 w 224995"/>
                <a:gd name="connsiteY19" fmla="*/ 91249 h 317182"/>
                <a:gd name="connsiteX20" fmla="*/ 212190 w 224995"/>
                <a:gd name="connsiteY20" fmla="*/ 91249 h 317182"/>
                <a:gd name="connsiteX21" fmla="*/ 212190 w 224995"/>
                <a:gd name="connsiteY21" fmla="*/ 304324 h 317182"/>
                <a:gd name="connsiteX22" fmla="*/ 12711 w 224995"/>
                <a:gd name="connsiteY22" fmla="*/ 304324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5" h="317182">
                  <a:moveTo>
                    <a:pt x="223098" y="73819"/>
                  </a:moveTo>
                  <a:lnTo>
                    <a:pt x="148732" y="1810"/>
                  </a:lnTo>
                  <a:cubicBezTo>
                    <a:pt x="147499" y="667"/>
                    <a:pt x="145981" y="0"/>
                    <a:pt x="144274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310801"/>
                  </a:lnTo>
                  <a:cubicBezTo>
                    <a:pt x="0" y="314325"/>
                    <a:pt x="2846" y="317183"/>
                    <a:pt x="6355" y="317183"/>
                  </a:cubicBezTo>
                  <a:lnTo>
                    <a:pt x="218640" y="317183"/>
                  </a:lnTo>
                  <a:cubicBezTo>
                    <a:pt x="222150" y="317183"/>
                    <a:pt x="224995" y="314230"/>
                    <a:pt x="224995" y="310706"/>
                  </a:cubicBezTo>
                  <a:lnTo>
                    <a:pt x="224995" y="78295"/>
                  </a:lnTo>
                  <a:cubicBezTo>
                    <a:pt x="224995" y="76581"/>
                    <a:pt x="224332" y="74866"/>
                    <a:pt x="223004" y="73628"/>
                  </a:cubicBezTo>
                  <a:close/>
                  <a:moveTo>
                    <a:pt x="144369" y="15430"/>
                  </a:moveTo>
                  <a:lnTo>
                    <a:pt x="209439" y="78391"/>
                  </a:lnTo>
                  <a:lnTo>
                    <a:pt x="144369" y="78391"/>
                  </a:lnTo>
                  <a:lnTo>
                    <a:pt x="144369" y="15430"/>
                  </a:lnTo>
                  <a:close/>
                  <a:moveTo>
                    <a:pt x="12711" y="304419"/>
                  </a:moveTo>
                  <a:lnTo>
                    <a:pt x="12711" y="12859"/>
                  </a:lnTo>
                  <a:lnTo>
                    <a:pt x="131564" y="12859"/>
                  </a:lnTo>
                  <a:lnTo>
                    <a:pt x="131564" y="84868"/>
                  </a:lnTo>
                  <a:cubicBezTo>
                    <a:pt x="131564" y="88392"/>
                    <a:pt x="134409" y="91249"/>
                    <a:pt x="137919" y="91249"/>
                  </a:cubicBezTo>
                  <a:lnTo>
                    <a:pt x="212190" y="91249"/>
                  </a:lnTo>
                  <a:lnTo>
                    <a:pt x="212190" y="304324"/>
                  </a:lnTo>
                  <a:lnTo>
                    <a:pt x="12711" y="304324"/>
                  </a:ln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FB98D954-20AA-6C58-04D8-6C64D66B794F}"/>
                </a:ext>
              </a:extLst>
            </p:cNvPr>
            <p:cNvSpPr/>
            <p:nvPr/>
          </p:nvSpPr>
          <p:spPr>
            <a:xfrm>
              <a:off x="3747690" y="2406352"/>
              <a:ext cx="47047" cy="313658"/>
            </a:xfrm>
            <a:custGeom>
              <a:avLst/>
              <a:gdLst>
                <a:gd name="connsiteX0" fmla="*/ 47048 w 47047"/>
                <a:gd name="connsiteY0" fmla="*/ 6382 h 313658"/>
                <a:gd name="connsiteX1" fmla="*/ 40693 w 47047"/>
                <a:gd name="connsiteY1" fmla="*/ 0 h 313658"/>
                <a:gd name="connsiteX2" fmla="*/ 6355 w 47047"/>
                <a:gd name="connsiteY2" fmla="*/ 0 h 313658"/>
                <a:gd name="connsiteX3" fmla="*/ 0 w 47047"/>
                <a:gd name="connsiteY3" fmla="*/ 6382 h 313658"/>
                <a:gd name="connsiteX4" fmla="*/ 0 w 47047"/>
                <a:gd name="connsiteY4" fmla="*/ 268224 h 313658"/>
                <a:gd name="connsiteX5" fmla="*/ 569 w 47047"/>
                <a:gd name="connsiteY5" fmla="*/ 270796 h 313658"/>
                <a:gd name="connsiteX6" fmla="*/ 759 w 47047"/>
                <a:gd name="connsiteY6" fmla="*/ 271653 h 313658"/>
                <a:gd name="connsiteX7" fmla="*/ 18117 w 47047"/>
                <a:gd name="connsiteY7" fmla="*/ 309943 h 313658"/>
                <a:gd name="connsiteX8" fmla="*/ 23903 w 47047"/>
                <a:gd name="connsiteY8" fmla="*/ 313658 h 313658"/>
                <a:gd name="connsiteX9" fmla="*/ 23903 w 47047"/>
                <a:gd name="connsiteY9" fmla="*/ 313658 h 313658"/>
                <a:gd name="connsiteX10" fmla="*/ 29690 w 47047"/>
                <a:gd name="connsiteY10" fmla="*/ 309848 h 313658"/>
                <a:gd name="connsiteX11" fmla="*/ 46479 w 47047"/>
                <a:gd name="connsiteY11" fmla="*/ 271558 h 313658"/>
                <a:gd name="connsiteX12" fmla="*/ 46669 w 47047"/>
                <a:gd name="connsiteY12" fmla="*/ 270415 h 313658"/>
                <a:gd name="connsiteX13" fmla="*/ 47048 w 47047"/>
                <a:gd name="connsiteY13" fmla="*/ 268224 h 313658"/>
                <a:gd name="connsiteX14" fmla="*/ 47048 w 47047"/>
                <a:gd name="connsiteY14" fmla="*/ 6382 h 313658"/>
                <a:gd name="connsiteX15" fmla="*/ 12711 w 47047"/>
                <a:gd name="connsiteY15" fmla="*/ 59531 h 313658"/>
                <a:gd name="connsiteX16" fmla="*/ 34243 w 47047"/>
                <a:gd name="connsiteY16" fmla="*/ 59531 h 313658"/>
                <a:gd name="connsiteX17" fmla="*/ 34243 w 47047"/>
                <a:gd name="connsiteY17" fmla="*/ 261461 h 313658"/>
                <a:gd name="connsiteX18" fmla="*/ 12711 w 47047"/>
                <a:gd name="connsiteY18" fmla="*/ 261652 h 313658"/>
                <a:gd name="connsiteX19" fmla="*/ 12711 w 47047"/>
                <a:gd name="connsiteY19" fmla="*/ 59531 h 313658"/>
                <a:gd name="connsiteX20" fmla="*/ 34243 w 47047"/>
                <a:gd name="connsiteY20" fmla="*/ 12764 h 313658"/>
                <a:gd name="connsiteX21" fmla="*/ 34243 w 47047"/>
                <a:gd name="connsiteY21" fmla="*/ 46672 h 313658"/>
                <a:gd name="connsiteX22" fmla="*/ 12711 w 47047"/>
                <a:gd name="connsiteY22" fmla="*/ 46672 h 313658"/>
                <a:gd name="connsiteX23" fmla="*/ 12711 w 47047"/>
                <a:gd name="connsiteY23" fmla="*/ 12764 h 313658"/>
                <a:gd name="connsiteX24" fmla="*/ 34243 w 47047"/>
                <a:gd name="connsiteY24" fmla="*/ 12764 h 313658"/>
                <a:gd name="connsiteX25" fmla="*/ 23714 w 47047"/>
                <a:gd name="connsiteY25" fmla="*/ 291465 h 313658"/>
                <a:gd name="connsiteX26" fmla="*/ 16410 w 47047"/>
                <a:gd name="connsiteY26" fmla="*/ 275368 h 313658"/>
                <a:gd name="connsiteX27" fmla="*/ 30828 w 47047"/>
                <a:gd name="connsiteY27" fmla="*/ 275368 h 313658"/>
                <a:gd name="connsiteX28" fmla="*/ 23714 w 47047"/>
                <a:gd name="connsiteY28" fmla="*/ 291465 h 31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7047" h="313658">
                  <a:moveTo>
                    <a:pt x="47048" y="6382"/>
                  </a:moveTo>
                  <a:cubicBezTo>
                    <a:pt x="47048" y="2857"/>
                    <a:pt x="44202" y="0"/>
                    <a:pt x="40693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268224"/>
                  </a:lnTo>
                  <a:cubicBezTo>
                    <a:pt x="0" y="269081"/>
                    <a:pt x="190" y="269939"/>
                    <a:pt x="569" y="270796"/>
                  </a:cubicBezTo>
                  <a:cubicBezTo>
                    <a:pt x="569" y="271082"/>
                    <a:pt x="569" y="271367"/>
                    <a:pt x="759" y="271653"/>
                  </a:cubicBezTo>
                  <a:lnTo>
                    <a:pt x="18117" y="309943"/>
                  </a:lnTo>
                  <a:cubicBezTo>
                    <a:pt x="19161" y="312230"/>
                    <a:pt x="21437" y="313658"/>
                    <a:pt x="23903" y="313658"/>
                  </a:cubicBezTo>
                  <a:lnTo>
                    <a:pt x="23903" y="313658"/>
                  </a:lnTo>
                  <a:cubicBezTo>
                    <a:pt x="26464" y="313658"/>
                    <a:pt x="28741" y="312134"/>
                    <a:pt x="29690" y="309848"/>
                  </a:cubicBezTo>
                  <a:lnTo>
                    <a:pt x="46479" y="271558"/>
                  </a:lnTo>
                  <a:cubicBezTo>
                    <a:pt x="46479" y="271558"/>
                    <a:pt x="46574" y="270796"/>
                    <a:pt x="46669" y="270415"/>
                  </a:cubicBezTo>
                  <a:cubicBezTo>
                    <a:pt x="46953" y="269748"/>
                    <a:pt x="47048" y="268986"/>
                    <a:pt x="47048" y="268224"/>
                  </a:cubicBezTo>
                  <a:lnTo>
                    <a:pt x="47048" y="6382"/>
                  </a:lnTo>
                  <a:close/>
                  <a:moveTo>
                    <a:pt x="12711" y="59531"/>
                  </a:moveTo>
                  <a:lnTo>
                    <a:pt x="34243" y="59531"/>
                  </a:lnTo>
                  <a:lnTo>
                    <a:pt x="34243" y="261461"/>
                  </a:lnTo>
                  <a:cubicBezTo>
                    <a:pt x="29595" y="261461"/>
                    <a:pt x="22860" y="261461"/>
                    <a:pt x="12711" y="261652"/>
                  </a:cubicBezTo>
                  <a:lnTo>
                    <a:pt x="12711" y="59531"/>
                  </a:lnTo>
                  <a:close/>
                  <a:moveTo>
                    <a:pt x="34243" y="12764"/>
                  </a:moveTo>
                  <a:lnTo>
                    <a:pt x="34243" y="46672"/>
                  </a:lnTo>
                  <a:lnTo>
                    <a:pt x="12711" y="46672"/>
                  </a:lnTo>
                  <a:lnTo>
                    <a:pt x="12711" y="12764"/>
                  </a:lnTo>
                  <a:lnTo>
                    <a:pt x="34243" y="12764"/>
                  </a:lnTo>
                  <a:close/>
                  <a:moveTo>
                    <a:pt x="23714" y="291465"/>
                  </a:moveTo>
                  <a:lnTo>
                    <a:pt x="16410" y="275368"/>
                  </a:lnTo>
                  <a:lnTo>
                    <a:pt x="30828" y="275368"/>
                  </a:lnTo>
                  <a:lnTo>
                    <a:pt x="23714" y="291465"/>
                  </a:ln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9ABABED-7A2B-0FDE-2F79-701FBFC30047}"/>
              </a:ext>
            </a:extLst>
          </p:cNvPr>
          <p:cNvGrpSpPr/>
          <p:nvPr/>
        </p:nvGrpSpPr>
        <p:grpSpPr>
          <a:xfrm>
            <a:off x="587523" y="1484176"/>
            <a:ext cx="414850" cy="418464"/>
            <a:chOff x="3747690" y="2406352"/>
            <a:chExt cx="314443" cy="317182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FD4F43E1-AA06-7A4C-62AE-223BFB64B0EB}"/>
                </a:ext>
              </a:extLst>
            </p:cNvPr>
            <p:cNvSpPr/>
            <p:nvPr/>
          </p:nvSpPr>
          <p:spPr>
            <a:xfrm>
              <a:off x="3837138" y="2406352"/>
              <a:ext cx="224995" cy="317182"/>
            </a:xfrm>
            <a:custGeom>
              <a:avLst/>
              <a:gdLst>
                <a:gd name="connsiteX0" fmla="*/ 223098 w 224995"/>
                <a:gd name="connsiteY0" fmla="*/ 73819 h 317182"/>
                <a:gd name="connsiteX1" fmla="*/ 148732 w 224995"/>
                <a:gd name="connsiteY1" fmla="*/ 1810 h 317182"/>
                <a:gd name="connsiteX2" fmla="*/ 144274 w 224995"/>
                <a:gd name="connsiteY2" fmla="*/ 0 h 317182"/>
                <a:gd name="connsiteX3" fmla="*/ 6355 w 224995"/>
                <a:gd name="connsiteY3" fmla="*/ 0 h 317182"/>
                <a:gd name="connsiteX4" fmla="*/ 0 w 224995"/>
                <a:gd name="connsiteY4" fmla="*/ 6382 h 317182"/>
                <a:gd name="connsiteX5" fmla="*/ 0 w 224995"/>
                <a:gd name="connsiteY5" fmla="*/ 310801 h 317182"/>
                <a:gd name="connsiteX6" fmla="*/ 6355 w 224995"/>
                <a:gd name="connsiteY6" fmla="*/ 317183 h 317182"/>
                <a:gd name="connsiteX7" fmla="*/ 218640 w 224995"/>
                <a:gd name="connsiteY7" fmla="*/ 317183 h 317182"/>
                <a:gd name="connsiteX8" fmla="*/ 224995 w 224995"/>
                <a:gd name="connsiteY8" fmla="*/ 310706 h 317182"/>
                <a:gd name="connsiteX9" fmla="*/ 224995 w 224995"/>
                <a:gd name="connsiteY9" fmla="*/ 78295 h 317182"/>
                <a:gd name="connsiteX10" fmla="*/ 223004 w 224995"/>
                <a:gd name="connsiteY10" fmla="*/ 73628 h 317182"/>
                <a:gd name="connsiteX11" fmla="*/ 144369 w 224995"/>
                <a:gd name="connsiteY11" fmla="*/ 15430 h 317182"/>
                <a:gd name="connsiteX12" fmla="*/ 209439 w 224995"/>
                <a:gd name="connsiteY12" fmla="*/ 78391 h 317182"/>
                <a:gd name="connsiteX13" fmla="*/ 144369 w 224995"/>
                <a:gd name="connsiteY13" fmla="*/ 78391 h 317182"/>
                <a:gd name="connsiteX14" fmla="*/ 144369 w 224995"/>
                <a:gd name="connsiteY14" fmla="*/ 15430 h 317182"/>
                <a:gd name="connsiteX15" fmla="*/ 12711 w 224995"/>
                <a:gd name="connsiteY15" fmla="*/ 304419 h 317182"/>
                <a:gd name="connsiteX16" fmla="*/ 12711 w 224995"/>
                <a:gd name="connsiteY16" fmla="*/ 12859 h 317182"/>
                <a:gd name="connsiteX17" fmla="*/ 131564 w 224995"/>
                <a:gd name="connsiteY17" fmla="*/ 12859 h 317182"/>
                <a:gd name="connsiteX18" fmla="*/ 131564 w 224995"/>
                <a:gd name="connsiteY18" fmla="*/ 84868 h 317182"/>
                <a:gd name="connsiteX19" fmla="*/ 137919 w 224995"/>
                <a:gd name="connsiteY19" fmla="*/ 91249 h 317182"/>
                <a:gd name="connsiteX20" fmla="*/ 212190 w 224995"/>
                <a:gd name="connsiteY20" fmla="*/ 91249 h 317182"/>
                <a:gd name="connsiteX21" fmla="*/ 212190 w 224995"/>
                <a:gd name="connsiteY21" fmla="*/ 304324 h 317182"/>
                <a:gd name="connsiteX22" fmla="*/ 12711 w 224995"/>
                <a:gd name="connsiteY22" fmla="*/ 304324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5" h="317182">
                  <a:moveTo>
                    <a:pt x="223098" y="73819"/>
                  </a:moveTo>
                  <a:lnTo>
                    <a:pt x="148732" y="1810"/>
                  </a:lnTo>
                  <a:cubicBezTo>
                    <a:pt x="147499" y="667"/>
                    <a:pt x="145981" y="0"/>
                    <a:pt x="144274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310801"/>
                  </a:lnTo>
                  <a:cubicBezTo>
                    <a:pt x="0" y="314325"/>
                    <a:pt x="2846" y="317183"/>
                    <a:pt x="6355" y="317183"/>
                  </a:cubicBezTo>
                  <a:lnTo>
                    <a:pt x="218640" y="317183"/>
                  </a:lnTo>
                  <a:cubicBezTo>
                    <a:pt x="222150" y="317183"/>
                    <a:pt x="224995" y="314230"/>
                    <a:pt x="224995" y="310706"/>
                  </a:cubicBezTo>
                  <a:lnTo>
                    <a:pt x="224995" y="78295"/>
                  </a:lnTo>
                  <a:cubicBezTo>
                    <a:pt x="224995" y="76581"/>
                    <a:pt x="224332" y="74866"/>
                    <a:pt x="223004" y="73628"/>
                  </a:cubicBezTo>
                  <a:close/>
                  <a:moveTo>
                    <a:pt x="144369" y="15430"/>
                  </a:moveTo>
                  <a:lnTo>
                    <a:pt x="209439" y="78391"/>
                  </a:lnTo>
                  <a:lnTo>
                    <a:pt x="144369" y="78391"/>
                  </a:lnTo>
                  <a:lnTo>
                    <a:pt x="144369" y="15430"/>
                  </a:lnTo>
                  <a:close/>
                  <a:moveTo>
                    <a:pt x="12711" y="304419"/>
                  </a:moveTo>
                  <a:lnTo>
                    <a:pt x="12711" y="12859"/>
                  </a:lnTo>
                  <a:lnTo>
                    <a:pt x="131564" y="12859"/>
                  </a:lnTo>
                  <a:lnTo>
                    <a:pt x="131564" y="84868"/>
                  </a:lnTo>
                  <a:cubicBezTo>
                    <a:pt x="131564" y="88392"/>
                    <a:pt x="134409" y="91249"/>
                    <a:pt x="137919" y="91249"/>
                  </a:cubicBezTo>
                  <a:lnTo>
                    <a:pt x="212190" y="91249"/>
                  </a:lnTo>
                  <a:lnTo>
                    <a:pt x="212190" y="304324"/>
                  </a:lnTo>
                  <a:lnTo>
                    <a:pt x="12711" y="304324"/>
                  </a:ln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BF714C75-6F18-814D-85E9-48C9C3A918EB}"/>
                </a:ext>
              </a:extLst>
            </p:cNvPr>
            <p:cNvSpPr/>
            <p:nvPr/>
          </p:nvSpPr>
          <p:spPr>
            <a:xfrm>
              <a:off x="3747690" y="2406352"/>
              <a:ext cx="47047" cy="313658"/>
            </a:xfrm>
            <a:custGeom>
              <a:avLst/>
              <a:gdLst>
                <a:gd name="connsiteX0" fmla="*/ 47048 w 47047"/>
                <a:gd name="connsiteY0" fmla="*/ 6382 h 313658"/>
                <a:gd name="connsiteX1" fmla="*/ 40693 w 47047"/>
                <a:gd name="connsiteY1" fmla="*/ 0 h 313658"/>
                <a:gd name="connsiteX2" fmla="*/ 6355 w 47047"/>
                <a:gd name="connsiteY2" fmla="*/ 0 h 313658"/>
                <a:gd name="connsiteX3" fmla="*/ 0 w 47047"/>
                <a:gd name="connsiteY3" fmla="*/ 6382 h 313658"/>
                <a:gd name="connsiteX4" fmla="*/ 0 w 47047"/>
                <a:gd name="connsiteY4" fmla="*/ 268224 h 313658"/>
                <a:gd name="connsiteX5" fmla="*/ 569 w 47047"/>
                <a:gd name="connsiteY5" fmla="*/ 270796 h 313658"/>
                <a:gd name="connsiteX6" fmla="*/ 759 w 47047"/>
                <a:gd name="connsiteY6" fmla="*/ 271653 h 313658"/>
                <a:gd name="connsiteX7" fmla="*/ 18117 w 47047"/>
                <a:gd name="connsiteY7" fmla="*/ 309943 h 313658"/>
                <a:gd name="connsiteX8" fmla="*/ 23903 w 47047"/>
                <a:gd name="connsiteY8" fmla="*/ 313658 h 313658"/>
                <a:gd name="connsiteX9" fmla="*/ 23903 w 47047"/>
                <a:gd name="connsiteY9" fmla="*/ 313658 h 313658"/>
                <a:gd name="connsiteX10" fmla="*/ 29690 w 47047"/>
                <a:gd name="connsiteY10" fmla="*/ 309848 h 313658"/>
                <a:gd name="connsiteX11" fmla="*/ 46479 w 47047"/>
                <a:gd name="connsiteY11" fmla="*/ 271558 h 313658"/>
                <a:gd name="connsiteX12" fmla="*/ 46669 w 47047"/>
                <a:gd name="connsiteY12" fmla="*/ 270415 h 313658"/>
                <a:gd name="connsiteX13" fmla="*/ 47048 w 47047"/>
                <a:gd name="connsiteY13" fmla="*/ 268224 h 313658"/>
                <a:gd name="connsiteX14" fmla="*/ 47048 w 47047"/>
                <a:gd name="connsiteY14" fmla="*/ 6382 h 313658"/>
                <a:gd name="connsiteX15" fmla="*/ 12711 w 47047"/>
                <a:gd name="connsiteY15" fmla="*/ 59531 h 313658"/>
                <a:gd name="connsiteX16" fmla="*/ 34243 w 47047"/>
                <a:gd name="connsiteY16" fmla="*/ 59531 h 313658"/>
                <a:gd name="connsiteX17" fmla="*/ 34243 w 47047"/>
                <a:gd name="connsiteY17" fmla="*/ 261461 h 313658"/>
                <a:gd name="connsiteX18" fmla="*/ 12711 w 47047"/>
                <a:gd name="connsiteY18" fmla="*/ 261652 h 313658"/>
                <a:gd name="connsiteX19" fmla="*/ 12711 w 47047"/>
                <a:gd name="connsiteY19" fmla="*/ 59531 h 313658"/>
                <a:gd name="connsiteX20" fmla="*/ 34243 w 47047"/>
                <a:gd name="connsiteY20" fmla="*/ 12764 h 313658"/>
                <a:gd name="connsiteX21" fmla="*/ 34243 w 47047"/>
                <a:gd name="connsiteY21" fmla="*/ 46672 h 313658"/>
                <a:gd name="connsiteX22" fmla="*/ 12711 w 47047"/>
                <a:gd name="connsiteY22" fmla="*/ 46672 h 313658"/>
                <a:gd name="connsiteX23" fmla="*/ 12711 w 47047"/>
                <a:gd name="connsiteY23" fmla="*/ 12764 h 313658"/>
                <a:gd name="connsiteX24" fmla="*/ 34243 w 47047"/>
                <a:gd name="connsiteY24" fmla="*/ 12764 h 313658"/>
                <a:gd name="connsiteX25" fmla="*/ 23714 w 47047"/>
                <a:gd name="connsiteY25" fmla="*/ 291465 h 313658"/>
                <a:gd name="connsiteX26" fmla="*/ 16410 w 47047"/>
                <a:gd name="connsiteY26" fmla="*/ 275368 h 313658"/>
                <a:gd name="connsiteX27" fmla="*/ 30828 w 47047"/>
                <a:gd name="connsiteY27" fmla="*/ 275368 h 313658"/>
                <a:gd name="connsiteX28" fmla="*/ 23714 w 47047"/>
                <a:gd name="connsiteY28" fmla="*/ 291465 h 31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7047" h="313658">
                  <a:moveTo>
                    <a:pt x="47048" y="6382"/>
                  </a:moveTo>
                  <a:cubicBezTo>
                    <a:pt x="47048" y="2857"/>
                    <a:pt x="44202" y="0"/>
                    <a:pt x="40693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268224"/>
                  </a:lnTo>
                  <a:cubicBezTo>
                    <a:pt x="0" y="269081"/>
                    <a:pt x="190" y="269939"/>
                    <a:pt x="569" y="270796"/>
                  </a:cubicBezTo>
                  <a:cubicBezTo>
                    <a:pt x="569" y="271082"/>
                    <a:pt x="569" y="271367"/>
                    <a:pt x="759" y="271653"/>
                  </a:cubicBezTo>
                  <a:lnTo>
                    <a:pt x="18117" y="309943"/>
                  </a:lnTo>
                  <a:cubicBezTo>
                    <a:pt x="19161" y="312230"/>
                    <a:pt x="21437" y="313658"/>
                    <a:pt x="23903" y="313658"/>
                  </a:cubicBezTo>
                  <a:lnTo>
                    <a:pt x="23903" y="313658"/>
                  </a:lnTo>
                  <a:cubicBezTo>
                    <a:pt x="26464" y="313658"/>
                    <a:pt x="28741" y="312134"/>
                    <a:pt x="29690" y="309848"/>
                  </a:cubicBezTo>
                  <a:lnTo>
                    <a:pt x="46479" y="271558"/>
                  </a:lnTo>
                  <a:cubicBezTo>
                    <a:pt x="46479" y="271558"/>
                    <a:pt x="46574" y="270796"/>
                    <a:pt x="46669" y="270415"/>
                  </a:cubicBezTo>
                  <a:cubicBezTo>
                    <a:pt x="46953" y="269748"/>
                    <a:pt x="47048" y="268986"/>
                    <a:pt x="47048" y="268224"/>
                  </a:cubicBezTo>
                  <a:lnTo>
                    <a:pt x="47048" y="6382"/>
                  </a:lnTo>
                  <a:close/>
                  <a:moveTo>
                    <a:pt x="12711" y="59531"/>
                  </a:moveTo>
                  <a:lnTo>
                    <a:pt x="34243" y="59531"/>
                  </a:lnTo>
                  <a:lnTo>
                    <a:pt x="34243" y="261461"/>
                  </a:lnTo>
                  <a:cubicBezTo>
                    <a:pt x="29595" y="261461"/>
                    <a:pt x="22860" y="261461"/>
                    <a:pt x="12711" y="261652"/>
                  </a:cubicBezTo>
                  <a:lnTo>
                    <a:pt x="12711" y="59531"/>
                  </a:lnTo>
                  <a:close/>
                  <a:moveTo>
                    <a:pt x="34243" y="12764"/>
                  </a:moveTo>
                  <a:lnTo>
                    <a:pt x="34243" y="46672"/>
                  </a:lnTo>
                  <a:lnTo>
                    <a:pt x="12711" y="46672"/>
                  </a:lnTo>
                  <a:lnTo>
                    <a:pt x="12711" y="12764"/>
                  </a:lnTo>
                  <a:lnTo>
                    <a:pt x="34243" y="12764"/>
                  </a:lnTo>
                  <a:close/>
                  <a:moveTo>
                    <a:pt x="23714" y="291465"/>
                  </a:moveTo>
                  <a:lnTo>
                    <a:pt x="16410" y="275368"/>
                  </a:lnTo>
                  <a:lnTo>
                    <a:pt x="30828" y="275368"/>
                  </a:lnTo>
                  <a:lnTo>
                    <a:pt x="23714" y="291465"/>
                  </a:ln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BE3F1D-A0DD-0BF8-63B9-9C85D3F568DE}"/>
              </a:ext>
            </a:extLst>
          </p:cNvPr>
          <p:cNvGrpSpPr/>
          <p:nvPr/>
        </p:nvGrpSpPr>
        <p:grpSpPr>
          <a:xfrm>
            <a:off x="1344268" y="1484176"/>
            <a:ext cx="414850" cy="418464"/>
            <a:chOff x="3747690" y="2406352"/>
            <a:chExt cx="314443" cy="317182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0F67A973-DC44-CC0D-E6D2-3947CC7510CA}"/>
                </a:ext>
              </a:extLst>
            </p:cNvPr>
            <p:cNvSpPr/>
            <p:nvPr/>
          </p:nvSpPr>
          <p:spPr>
            <a:xfrm>
              <a:off x="3837138" y="2406352"/>
              <a:ext cx="224995" cy="317182"/>
            </a:xfrm>
            <a:custGeom>
              <a:avLst/>
              <a:gdLst>
                <a:gd name="connsiteX0" fmla="*/ 223098 w 224995"/>
                <a:gd name="connsiteY0" fmla="*/ 73819 h 317182"/>
                <a:gd name="connsiteX1" fmla="*/ 148732 w 224995"/>
                <a:gd name="connsiteY1" fmla="*/ 1810 h 317182"/>
                <a:gd name="connsiteX2" fmla="*/ 144274 w 224995"/>
                <a:gd name="connsiteY2" fmla="*/ 0 h 317182"/>
                <a:gd name="connsiteX3" fmla="*/ 6355 w 224995"/>
                <a:gd name="connsiteY3" fmla="*/ 0 h 317182"/>
                <a:gd name="connsiteX4" fmla="*/ 0 w 224995"/>
                <a:gd name="connsiteY4" fmla="*/ 6382 h 317182"/>
                <a:gd name="connsiteX5" fmla="*/ 0 w 224995"/>
                <a:gd name="connsiteY5" fmla="*/ 310801 h 317182"/>
                <a:gd name="connsiteX6" fmla="*/ 6355 w 224995"/>
                <a:gd name="connsiteY6" fmla="*/ 317183 h 317182"/>
                <a:gd name="connsiteX7" fmla="*/ 218640 w 224995"/>
                <a:gd name="connsiteY7" fmla="*/ 317183 h 317182"/>
                <a:gd name="connsiteX8" fmla="*/ 224995 w 224995"/>
                <a:gd name="connsiteY8" fmla="*/ 310706 h 317182"/>
                <a:gd name="connsiteX9" fmla="*/ 224995 w 224995"/>
                <a:gd name="connsiteY9" fmla="*/ 78295 h 317182"/>
                <a:gd name="connsiteX10" fmla="*/ 223004 w 224995"/>
                <a:gd name="connsiteY10" fmla="*/ 73628 h 317182"/>
                <a:gd name="connsiteX11" fmla="*/ 144369 w 224995"/>
                <a:gd name="connsiteY11" fmla="*/ 15430 h 317182"/>
                <a:gd name="connsiteX12" fmla="*/ 209439 w 224995"/>
                <a:gd name="connsiteY12" fmla="*/ 78391 h 317182"/>
                <a:gd name="connsiteX13" fmla="*/ 144369 w 224995"/>
                <a:gd name="connsiteY13" fmla="*/ 78391 h 317182"/>
                <a:gd name="connsiteX14" fmla="*/ 144369 w 224995"/>
                <a:gd name="connsiteY14" fmla="*/ 15430 h 317182"/>
                <a:gd name="connsiteX15" fmla="*/ 12711 w 224995"/>
                <a:gd name="connsiteY15" fmla="*/ 304419 h 317182"/>
                <a:gd name="connsiteX16" fmla="*/ 12711 w 224995"/>
                <a:gd name="connsiteY16" fmla="*/ 12859 h 317182"/>
                <a:gd name="connsiteX17" fmla="*/ 131564 w 224995"/>
                <a:gd name="connsiteY17" fmla="*/ 12859 h 317182"/>
                <a:gd name="connsiteX18" fmla="*/ 131564 w 224995"/>
                <a:gd name="connsiteY18" fmla="*/ 84868 h 317182"/>
                <a:gd name="connsiteX19" fmla="*/ 137919 w 224995"/>
                <a:gd name="connsiteY19" fmla="*/ 91249 h 317182"/>
                <a:gd name="connsiteX20" fmla="*/ 212190 w 224995"/>
                <a:gd name="connsiteY20" fmla="*/ 91249 h 317182"/>
                <a:gd name="connsiteX21" fmla="*/ 212190 w 224995"/>
                <a:gd name="connsiteY21" fmla="*/ 304324 h 317182"/>
                <a:gd name="connsiteX22" fmla="*/ 12711 w 224995"/>
                <a:gd name="connsiteY22" fmla="*/ 304324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5" h="317182">
                  <a:moveTo>
                    <a:pt x="223098" y="73819"/>
                  </a:moveTo>
                  <a:lnTo>
                    <a:pt x="148732" y="1810"/>
                  </a:lnTo>
                  <a:cubicBezTo>
                    <a:pt x="147499" y="667"/>
                    <a:pt x="145981" y="0"/>
                    <a:pt x="144274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310801"/>
                  </a:lnTo>
                  <a:cubicBezTo>
                    <a:pt x="0" y="314325"/>
                    <a:pt x="2846" y="317183"/>
                    <a:pt x="6355" y="317183"/>
                  </a:cubicBezTo>
                  <a:lnTo>
                    <a:pt x="218640" y="317183"/>
                  </a:lnTo>
                  <a:cubicBezTo>
                    <a:pt x="222150" y="317183"/>
                    <a:pt x="224995" y="314230"/>
                    <a:pt x="224995" y="310706"/>
                  </a:cubicBezTo>
                  <a:lnTo>
                    <a:pt x="224995" y="78295"/>
                  </a:lnTo>
                  <a:cubicBezTo>
                    <a:pt x="224995" y="76581"/>
                    <a:pt x="224332" y="74866"/>
                    <a:pt x="223004" y="73628"/>
                  </a:cubicBezTo>
                  <a:close/>
                  <a:moveTo>
                    <a:pt x="144369" y="15430"/>
                  </a:moveTo>
                  <a:lnTo>
                    <a:pt x="209439" y="78391"/>
                  </a:lnTo>
                  <a:lnTo>
                    <a:pt x="144369" y="78391"/>
                  </a:lnTo>
                  <a:lnTo>
                    <a:pt x="144369" y="15430"/>
                  </a:lnTo>
                  <a:close/>
                  <a:moveTo>
                    <a:pt x="12711" y="304419"/>
                  </a:moveTo>
                  <a:lnTo>
                    <a:pt x="12711" y="12859"/>
                  </a:lnTo>
                  <a:lnTo>
                    <a:pt x="131564" y="12859"/>
                  </a:lnTo>
                  <a:lnTo>
                    <a:pt x="131564" y="84868"/>
                  </a:lnTo>
                  <a:cubicBezTo>
                    <a:pt x="131564" y="88392"/>
                    <a:pt x="134409" y="91249"/>
                    <a:pt x="137919" y="91249"/>
                  </a:cubicBezTo>
                  <a:lnTo>
                    <a:pt x="212190" y="91249"/>
                  </a:lnTo>
                  <a:lnTo>
                    <a:pt x="212190" y="304324"/>
                  </a:lnTo>
                  <a:lnTo>
                    <a:pt x="12711" y="304324"/>
                  </a:ln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DA0BD9E8-40C5-B556-3CEC-8B780A64B77B}"/>
                </a:ext>
              </a:extLst>
            </p:cNvPr>
            <p:cNvSpPr/>
            <p:nvPr/>
          </p:nvSpPr>
          <p:spPr>
            <a:xfrm>
              <a:off x="3747690" y="2406352"/>
              <a:ext cx="47047" cy="313658"/>
            </a:xfrm>
            <a:custGeom>
              <a:avLst/>
              <a:gdLst>
                <a:gd name="connsiteX0" fmla="*/ 47048 w 47047"/>
                <a:gd name="connsiteY0" fmla="*/ 6382 h 313658"/>
                <a:gd name="connsiteX1" fmla="*/ 40693 w 47047"/>
                <a:gd name="connsiteY1" fmla="*/ 0 h 313658"/>
                <a:gd name="connsiteX2" fmla="*/ 6355 w 47047"/>
                <a:gd name="connsiteY2" fmla="*/ 0 h 313658"/>
                <a:gd name="connsiteX3" fmla="*/ 0 w 47047"/>
                <a:gd name="connsiteY3" fmla="*/ 6382 h 313658"/>
                <a:gd name="connsiteX4" fmla="*/ 0 w 47047"/>
                <a:gd name="connsiteY4" fmla="*/ 268224 h 313658"/>
                <a:gd name="connsiteX5" fmla="*/ 569 w 47047"/>
                <a:gd name="connsiteY5" fmla="*/ 270796 h 313658"/>
                <a:gd name="connsiteX6" fmla="*/ 759 w 47047"/>
                <a:gd name="connsiteY6" fmla="*/ 271653 h 313658"/>
                <a:gd name="connsiteX7" fmla="*/ 18117 w 47047"/>
                <a:gd name="connsiteY7" fmla="*/ 309943 h 313658"/>
                <a:gd name="connsiteX8" fmla="*/ 23903 w 47047"/>
                <a:gd name="connsiteY8" fmla="*/ 313658 h 313658"/>
                <a:gd name="connsiteX9" fmla="*/ 23903 w 47047"/>
                <a:gd name="connsiteY9" fmla="*/ 313658 h 313658"/>
                <a:gd name="connsiteX10" fmla="*/ 29690 w 47047"/>
                <a:gd name="connsiteY10" fmla="*/ 309848 h 313658"/>
                <a:gd name="connsiteX11" fmla="*/ 46479 w 47047"/>
                <a:gd name="connsiteY11" fmla="*/ 271558 h 313658"/>
                <a:gd name="connsiteX12" fmla="*/ 46669 w 47047"/>
                <a:gd name="connsiteY12" fmla="*/ 270415 h 313658"/>
                <a:gd name="connsiteX13" fmla="*/ 47048 w 47047"/>
                <a:gd name="connsiteY13" fmla="*/ 268224 h 313658"/>
                <a:gd name="connsiteX14" fmla="*/ 47048 w 47047"/>
                <a:gd name="connsiteY14" fmla="*/ 6382 h 313658"/>
                <a:gd name="connsiteX15" fmla="*/ 12711 w 47047"/>
                <a:gd name="connsiteY15" fmla="*/ 59531 h 313658"/>
                <a:gd name="connsiteX16" fmla="*/ 34243 w 47047"/>
                <a:gd name="connsiteY16" fmla="*/ 59531 h 313658"/>
                <a:gd name="connsiteX17" fmla="*/ 34243 w 47047"/>
                <a:gd name="connsiteY17" fmla="*/ 261461 h 313658"/>
                <a:gd name="connsiteX18" fmla="*/ 12711 w 47047"/>
                <a:gd name="connsiteY18" fmla="*/ 261652 h 313658"/>
                <a:gd name="connsiteX19" fmla="*/ 12711 w 47047"/>
                <a:gd name="connsiteY19" fmla="*/ 59531 h 313658"/>
                <a:gd name="connsiteX20" fmla="*/ 34243 w 47047"/>
                <a:gd name="connsiteY20" fmla="*/ 12764 h 313658"/>
                <a:gd name="connsiteX21" fmla="*/ 34243 w 47047"/>
                <a:gd name="connsiteY21" fmla="*/ 46672 h 313658"/>
                <a:gd name="connsiteX22" fmla="*/ 12711 w 47047"/>
                <a:gd name="connsiteY22" fmla="*/ 46672 h 313658"/>
                <a:gd name="connsiteX23" fmla="*/ 12711 w 47047"/>
                <a:gd name="connsiteY23" fmla="*/ 12764 h 313658"/>
                <a:gd name="connsiteX24" fmla="*/ 34243 w 47047"/>
                <a:gd name="connsiteY24" fmla="*/ 12764 h 313658"/>
                <a:gd name="connsiteX25" fmla="*/ 23714 w 47047"/>
                <a:gd name="connsiteY25" fmla="*/ 291465 h 313658"/>
                <a:gd name="connsiteX26" fmla="*/ 16410 w 47047"/>
                <a:gd name="connsiteY26" fmla="*/ 275368 h 313658"/>
                <a:gd name="connsiteX27" fmla="*/ 30828 w 47047"/>
                <a:gd name="connsiteY27" fmla="*/ 275368 h 313658"/>
                <a:gd name="connsiteX28" fmla="*/ 23714 w 47047"/>
                <a:gd name="connsiteY28" fmla="*/ 291465 h 31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7047" h="313658">
                  <a:moveTo>
                    <a:pt x="47048" y="6382"/>
                  </a:moveTo>
                  <a:cubicBezTo>
                    <a:pt x="47048" y="2857"/>
                    <a:pt x="44202" y="0"/>
                    <a:pt x="40693" y="0"/>
                  </a:cubicBezTo>
                  <a:lnTo>
                    <a:pt x="6355" y="0"/>
                  </a:lnTo>
                  <a:cubicBezTo>
                    <a:pt x="2846" y="0"/>
                    <a:pt x="0" y="2857"/>
                    <a:pt x="0" y="6382"/>
                  </a:cubicBezTo>
                  <a:lnTo>
                    <a:pt x="0" y="268224"/>
                  </a:lnTo>
                  <a:cubicBezTo>
                    <a:pt x="0" y="269081"/>
                    <a:pt x="190" y="269939"/>
                    <a:pt x="569" y="270796"/>
                  </a:cubicBezTo>
                  <a:cubicBezTo>
                    <a:pt x="569" y="271082"/>
                    <a:pt x="569" y="271367"/>
                    <a:pt x="759" y="271653"/>
                  </a:cubicBezTo>
                  <a:lnTo>
                    <a:pt x="18117" y="309943"/>
                  </a:lnTo>
                  <a:cubicBezTo>
                    <a:pt x="19161" y="312230"/>
                    <a:pt x="21437" y="313658"/>
                    <a:pt x="23903" y="313658"/>
                  </a:cubicBezTo>
                  <a:lnTo>
                    <a:pt x="23903" y="313658"/>
                  </a:lnTo>
                  <a:cubicBezTo>
                    <a:pt x="26464" y="313658"/>
                    <a:pt x="28741" y="312134"/>
                    <a:pt x="29690" y="309848"/>
                  </a:cubicBezTo>
                  <a:lnTo>
                    <a:pt x="46479" y="271558"/>
                  </a:lnTo>
                  <a:cubicBezTo>
                    <a:pt x="46479" y="271558"/>
                    <a:pt x="46574" y="270796"/>
                    <a:pt x="46669" y="270415"/>
                  </a:cubicBezTo>
                  <a:cubicBezTo>
                    <a:pt x="46953" y="269748"/>
                    <a:pt x="47048" y="268986"/>
                    <a:pt x="47048" y="268224"/>
                  </a:cubicBezTo>
                  <a:lnTo>
                    <a:pt x="47048" y="6382"/>
                  </a:lnTo>
                  <a:close/>
                  <a:moveTo>
                    <a:pt x="12711" y="59531"/>
                  </a:moveTo>
                  <a:lnTo>
                    <a:pt x="34243" y="59531"/>
                  </a:lnTo>
                  <a:lnTo>
                    <a:pt x="34243" y="261461"/>
                  </a:lnTo>
                  <a:cubicBezTo>
                    <a:pt x="29595" y="261461"/>
                    <a:pt x="22860" y="261461"/>
                    <a:pt x="12711" y="261652"/>
                  </a:cubicBezTo>
                  <a:lnTo>
                    <a:pt x="12711" y="59531"/>
                  </a:lnTo>
                  <a:close/>
                  <a:moveTo>
                    <a:pt x="34243" y="12764"/>
                  </a:moveTo>
                  <a:lnTo>
                    <a:pt x="34243" y="46672"/>
                  </a:lnTo>
                  <a:lnTo>
                    <a:pt x="12711" y="46672"/>
                  </a:lnTo>
                  <a:lnTo>
                    <a:pt x="12711" y="12764"/>
                  </a:lnTo>
                  <a:lnTo>
                    <a:pt x="34243" y="12764"/>
                  </a:lnTo>
                  <a:close/>
                  <a:moveTo>
                    <a:pt x="23714" y="291465"/>
                  </a:moveTo>
                  <a:lnTo>
                    <a:pt x="16410" y="275368"/>
                  </a:lnTo>
                  <a:lnTo>
                    <a:pt x="30828" y="275368"/>
                  </a:lnTo>
                  <a:lnTo>
                    <a:pt x="23714" y="291465"/>
                  </a:ln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34" name="Graphic 32">
            <a:extLst>
              <a:ext uri="{FF2B5EF4-FFF2-40B4-BE49-F238E27FC236}">
                <a16:creationId xmlns:a16="http://schemas.microsoft.com/office/drawing/2014/main" id="{AAEFD89E-04A2-2B31-2772-69F01C0496F8}"/>
              </a:ext>
            </a:extLst>
          </p:cNvPr>
          <p:cNvSpPr/>
          <p:nvPr/>
        </p:nvSpPr>
        <p:spPr>
          <a:xfrm>
            <a:off x="2240178" y="831706"/>
            <a:ext cx="447725" cy="448451"/>
          </a:xfrm>
          <a:custGeom>
            <a:avLst/>
            <a:gdLst>
              <a:gd name="connsiteX0" fmla="*/ 329810 w 336734"/>
              <a:gd name="connsiteY0" fmla="*/ 27718 h 337280"/>
              <a:gd name="connsiteX1" fmla="*/ 280675 w 336734"/>
              <a:gd name="connsiteY1" fmla="*/ 27718 h 337280"/>
              <a:gd name="connsiteX2" fmla="*/ 280675 w 336734"/>
              <a:gd name="connsiteY2" fmla="*/ 7048 h 337280"/>
              <a:gd name="connsiteX3" fmla="*/ 273656 w 336734"/>
              <a:gd name="connsiteY3" fmla="*/ 0 h 337280"/>
              <a:gd name="connsiteX4" fmla="*/ 231541 w 336734"/>
              <a:gd name="connsiteY4" fmla="*/ 0 h 337280"/>
              <a:gd name="connsiteX5" fmla="*/ 224521 w 336734"/>
              <a:gd name="connsiteY5" fmla="*/ 7048 h 337280"/>
              <a:gd name="connsiteX6" fmla="*/ 224521 w 336734"/>
              <a:gd name="connsiteY6" fmla="*/ 27718 h 337280"/>
              <a:gd name="connsiteX7" fmla="*/ 112308 w 336734"/>
              <a:gd name="connsiteY7" fmla="*/ 27718 h 337280"/>
              <a:gd name="connsiteX8" fmla="*/ 112308 w 336734"/>
              <a:gd name="connsiteY8" fmla="*/ 7048 h 337280"/>
              <a:gd name="connsiteX9" fmla="*/ 105289 w 336734"/>
              <a:gd name="connsiteY9" fmla="*/ 0 h 337280"/>
              <a:gd name="connsiteX10" fmla="*/ 63173 w 336734"/>
              <a:gd name="connsiteY10" fmla="*/ 0 h 337280"/>
              <a:gd name="connsiteX11" fmla="*/ 56154 w 336734"/>
              <a:gd name="connsiteY11" fmla="*/ 7048 h 337280"/>
              <a:gd name="connsiteX12" fmla="*/ 56154 w 336734"/>
              <a:gd name="connsiteY12" fmla="*/ 27718 h 337280"/>
              <a:gd name="connsiteX13" fmla="*/ 7019 w 336734"/>
              <a:gd name="connsiteY13" fmla="*/ 27718 h 337280"/>
              <a:gd name="connsiteX14" fmla="*/ 0 w 336734"/>
              <a:gd name="connsiteY14" fmla="*/ 34766 h 337280"/>
              <a:gd name="connsiteX15" fmla="*/ 0 w 336734"/>
              <a:gd name="connsiteY15" fmla="*/ 330232 h 337280"/>
              <a:gd name="connsiteX16" fmla="*/ 7019 w 336734"/>
              <a:gd name="connsiteY16" fmla="*/ 337280 h 337280"/>
              <a:gd name="connsiteX17" fmla="*/ 329715 w 336734"/>
              <a:gd name="connsiteY17" fmla="*/ 337280 h 337280"/>
              <a:gd name="connsiteX18" fmla="*/ 336734 w 336734"/>
              <a:gd name="connsiteY18" fmla="*/ 330232 h 337280"/>
              <a:gd name="connsiteX19" fmla="*/ 336734 w 336734"/>
              <a:gd name="connsiteY19" fmla="*/ 34766 h 337280"/>
              <a:gd name="connsiteX20" fmla="*/ 329715 w 336734"/>
              <a:gd name="connsiteY20" fmla="*/ 27718 h 337280"/>
              <a:gd name="connsiteX21" fmla="*/ 266732 w 336734"/>
              <a:gd name="connsiteY21" fmla="*/ 14097 h 337280"/>
              <a:gd name="connsiteX22" fmla="*/ 266732 w 336734"/>
              <a:gd name="connsiteY22" fmla="*/ 56483 h 337280"/>
              <a:gd name="connsiteX23" fmla="*/ 238655 w 336734"/>
              <a:gd name="connsiteY23" fmla="*/ 56483 h 337280"/>
              <a:gd name="connsiteX24" fmla="*/ 238655 w 336734"/>
              <a:gd name="connsiteY24" fmla="*/ 36100 h 337280"/>
              <a:gd name="connsiteX25" fmla="*/ 238844 w 336734"/>
              <a:gd name="connsiteY25" fmla="*/ 34957 h 337280"/>
              <a:gd name="connsiteX26" fmla="*/ 238655 w 336734"/>
              <a:gd name="connsiteY26" fmla="*/ 33528 h 337280"/>
              <a:gd name="connsiteX27" fmla="*/ 238655 w 336734"/>
              <a:gd name="connsiteY27" fmla="*/ 14097 h 337280"/>
              <a:gd name="connsiteX28" fmla="*/ 266732 w 336734"/>
              <a:gd name="connsiteY28" fmla="*/ 14097 h 337280"/>
              <a:gd name="connsiteX29" fmla="*/ 70287 w 336734"/>
              <a:gd name="connsiteY29" fmla="*/ 14097 h 337280"/>
              <a:gd name="connsiteX30" fmla="*/ 98364 w 336734"/>
              <a:gd name="connsiteY30" fmla="*/ 14097 h 337280"/>
              <a:gd name="connsiteX31" fmla="*/ 98364 w 336734"/>
              <a:gd name="connsiteY31" fmla="*/ 56483 h 337280"/>
              <a:gd name="connsiteX32" fmla="*/ 70287 w 336734"/>
              <a:gd name="connsiteY32" fmla="*/ 56483 h 337280"/>
              <a:gd name="connsiteX33" fmla="*/ 70287 w 336734"/>
              <a:gd name="connsiteY33" fmla="*/ 14097 h 337280"/>
              <a:gd name="connsiteX34" fmla="*/ 56249 w 336734"/>
              <a:gd name="connsiteY34" fmla="*/ 41815 h 337280"/>
              <a:gd name="connsiteX35" fmla="*/ 56249 w 336734"/>
              <a:gd name="connsiteY35" fmla="*/ 63532 h 337280"/>
              <a:gd name="connsiteX36" fmla="*/ 63268 w 336734"/>
              <a:gd name="connsiteY36" fmla="*/ 70580 h 337280"/>
              <a:gd name="connsiteX37" fmla="*/ 105384 w 336734"/>
              <a:gd name="connsiteY37" fmla="*/ 70580 h 337280"/>
              <a:gd name="connsiteX38" fmla="*/ 112403 w 336734"/>
              <a:gd name="connsiteY38" fmla="*/ 63532 h 337280"/>
              <a:gd name="connsiteX39" fmla="*/ 112403 w 336734"/>
              <a:gd name="connsiteY39" fmla="*/ 42005 h 337280"/>
              <a:gd name="connsiteX40" fmla="*/ 224616 w 336734"/>
              <a:gd name="connsiteY40" fmla="*/ 42005 h 337280"/>
              <a:gd name="connsiteX41" fmla="*/ 224616 w 336734"/>
              <a:gd name="connsiteY41" fmla="*/ 63532 h 337280"/>
              <a:gd name="connsiteX42" fmla="*/ 231635 w 336734"/>
              <a:gd name="connsiteY42" fmla="*/ 70580 h 337280"/>
              <a:gd name="connsiteX43" fmla="*/ 273751 w 336734"/>
              <a:gd name="connsiteY43" fmla="*/ 70580 h 337280"/>
              <a:gd name="connsiteX44" fmla="*/ 280770 w 336734"/>
              <a:gd name="connsiteY44" fmla="*/ 63532 h 337280"/>
              <a:gd name="connsiteX45" fmla="*/ 280770 w 336734"/>
              <a:gd name="connsiteY45" fmla="*/ 41815 h 337280"/>
              <a:gd name="connsiteX46" fmla="*/ 322886 w 336734"/>
              <a:gd name="connsiteY46" fmla="*/ 41815 h 337280"/>
              <a:gd name="connsiteX47" fmla="*/ 322886 w 336734"/>
              <a:gd name="connsiteY47" fmla="*/ 98393 h 337280"/>
              <a:gd name="connsiteX48" fmla="*/ 14228 w 336734"/>
              <a:gd name="connsiteY48" fmla="*/ 98393 h 337280"/>
              <a:gd name="connsiteX49" fmla="*/ 14228 w 336734"/>
              <a:gd name="connsiteY49" fmla="*/ 41815 h 337280"/>
              <a:gd name="connsiteX50" fmla="*/ 56344 w 336734"/>
              <a:gd name="connsiteY50" fmla="*/ 41815 h 337280"/>
              <a:gd name="connsiteX51" fmla="*/ 14133 w 336734"/>
              <a:gd name="connsiteY51" fmla="*/ 323183 h 337280"/>
              <a:gd name="connsiteX52" fmla="*/ 14133 w 336734"/>
              <a:gd name="connsiteY52" fmla="*/ 112586 h 337280"/>
              <a:gd name="connsiteX53" fmla="*/ 322791 w 336734"/>
              <a:gd name="connsiteY53" fmla="*/ 112586 h 337280"/>
              <a:gd name="connsiteX54" fmla="*/ 322791 w 336734"/>
              <a:gd name="connsiteY54" fmla="*/ 323183 h 337280"/>
              <a:gd name="connsiteX55" fmla="*/ 14133 w 336734"/>
              <a:gd name="connsiteY55" fmla="*/ 323183 h 337280"/>
              <a:gd name="connsiteX56" fmla="*/ 302207 w 336734"/>
              <a:gd name="connsiteY56" fmla="*/ 168973 h 337280"/>
              <a:gd name="connsiteX57" fmla="*/ 309227 w 336734"/>
              <a:gd name="connsiteY57" fmla="*/ 161830 h 337280"/>
              <a:gd name="connsiteX58" fmla="*/ 302207 w 336734"/>
              <a:gd name="connsiteY58" fmla="*/ 154686 h 337280"/>
              <a:gd name="connsiteX59" fmla="*/ 238844 w 336734"/>
              <a:gd name="connsiteY59" fmla="*/ 154686 h 337280"/>
              <a:gd name="connsiteX60" fmla="*/ 238844 w 336734"/>
              <a:gd name="connsiteY60" fmla="*/ 133159 h 337280"/>
              <a:gd name="connsiteX61" fmla="*/ 231730 w 336734"/>
              <a:gd name="connsiteY61" fmla="*/ 126111 h 337280"/>
              <a:gd name="connsiteX62" fmla="*/ 224616 w 336734"/>
              <a:gd name="connsiteY62" fmla="*/ 133159 h 337280"/>
              <a:gd name="connsiteX63" fmla="*/ 224616 w 336734"/>
              <a:gd name="connsiteY63" fmla="*/ 154686 h 337280"/>
              <a:gd name="connsiteX64" fmla="*/ 168462 w 336734"/>
              <a:gd name="connsiteY64" fmla="*/ 154686 h 337280"/>
              <a:gd name="connsiteX65" fmla="*/ 168462 w 336734"/>
              <a:gd name="connsiteY65" fmla="*/ 133159 h 337280"/>
              <a:gd name="connsiteX66" fmla="*/ 161348 w 336734"/>
              <a:gd name="connsiteY66" fmla="*/ 126111 h 337280"/>
              <a:gd name="connsiteX67" fmla="*/ 154234 w 336734"/>
              <a:gd name="connsiteY67" fmla="*/ 133159 h 337280"/>
              <a:gd name="connsiteX68" fmla="*/ 154234 w 336734"/>
              <a:gd name="connsiteY68" fmla="*/ 154686 h 337280"/>
              <a:gd name="connsiteX69" fmla="*/ 98934 w 336734"/>
              <a:gd name="connsiteY69" fmla="*/ 154686 h 337280"/>
              <a:gd name="connsiteX70" fmla="*/ 98934 w 336734"/>
              <a:gd name="connsiteY70" fmla="*/ 133159 h 337280"/>
              <a:gd name="connsiteX71" fmla="*/ 91819 w 336734"/>
              <a:gd name="connsiteY71" fmla="*/ 126111 h 337280"/>
              <a:gd name="connsiteX72" fmla="*/ 84705 w 336734"/>
              <a:gd name="connsiteY72" fmla="*/ 133159 h 337280"/>
              <a:gd name="connsiteX73" fmla="*/ 84705 w 336734"/>
              <a:gd name="connsiteY73" fmla="*/ 154686 h 337280"/>
              <a:gd name="connsiteX74" fmla="*/ 35571 w 336734"/>
              <a:gd name="connsiteY74" fmla="*/ 154686 h 337280"/>
              <a:gd name="connsiteX75" fmla="*/ 28551 w 336734"/>
              <a:gd name="connsiteY75" fmla="*/ 161830 h 337280"/>
              <a:gd name="connsiteX76" fmla="*/ 35571 w 336734"/>
              <a:gd name="connsiteY76" fmla="*/ 168973 h 337280"/>
              <a:gd name="connsiteX77" fmla="*/ 84705 w 336734"/>
              <a:gd name="connsiteY77" fmla="*/ 168973 h 337280"/>
              <a:gd name="connsiteX78" fmla="*/ 84705 w 336734"/>
              <a:gd name="connsiteY78" fmla="*/ 211074 h 337280"/>
              <a:gd name="connsiteX79" fmla="*/ 35571 w 336734"/>
              <a:gd name="connsiteY79" fmla="*/ 211074 h 337280"/>
              <a:gd name="connsiteX80" fmla="*/ 28551 w 336734"/>
              <a:gd name="connsiteY80" fmla="*/ 217837 h 337280"/>
              <a:gd name="connsiteX81" fmla="*/ 35571 w 336734"/>
              <a:gd name="connsiteY81" fmla="*/ 224600 h 337280"/>
              <a:gd name="connsiteX82" fmla="*/ 84705 w 336734"/>
              <a:gd name="connsiteY82" fmla="*/ 224600 h 337280"/>
              <a:gd name="connsiteX83" fmla="*/ 84705 w 336734"/>
              <a:gd name="connsiteY83" fmla="*/ 267462 h 337280"/>
              <a:gd name="connsiteX84" fmla="*/ 35571 w 336734"/>
              <a:gd name="connsiteY84" fmla="*/ 267462 h 337280"/>
              <a:gd name="connsiteX85" fmla="*/ 28551 w 336734"/>
              <a:gd name="connsiteY85" fmla="*/ 274225 h 337280"/>
              <a:gd name="connsiteX86" fmla="*/ 35571 w 336734"/>
              <a:gd name="connsiteY86" fmla="*/ 280988 h 337280"/>
              <a:gd name="connsiteX87" fmla="*/ 84705 w 336734"/>
              <a:gd name="connsiteY87" fmla="*/ 280988 h 337280"/>
              <a:gd name="connsiteX88" fmla="*/ 84705 w 336734"/>
              <a:gd name="connsiteY88" fmla="*/ 302514 h 337280"/>
              <a:gd name="connsiteX89" fmla="*/ 91819 w 336734"/>
              <a:gd name="connsiteY89" fmla="*/ 309563 h 337280"/>
              <a:gd name="connsiteX90" fmla="*/ 98934 w 336734"/>
              <a:gd name="connsiteY90" fmla="*/ 302514 h 337280"/>
              <a:gd name="connsiteX91" fmla="*/ 98934 w 336734"/>
              <a:gd name="connsiteY91" fmla="*/ 280988 h 337280"/>
              <a:gd name="connsiteX92" fmla="*/ 154234 w 336734"/>
              <a:gd name="connsiteY92" fmla="*/ 280988 h 337280"/>
              <a:gd name="connsiteX93" fmla="*/ 154234 w 336734"/>
              <a:gd name="connsiteY93" fmla="*/ 302514 h 337280"/>
              <a:gd name="connsiteX94" fmla="*/ 161348 w 336734"/>
              <a:gd name="connsiteY94" fmla="*/ 309563 h 337280"/>
              <a:gd name="connsiteX95" fmla="*/ 168462 w 336734"/>
              <a:gd name="connsiteY95" fmla="*/ 302514 h 337280"/>
              <a:gd name="connsiteX96" fmla="*/ 168462 w 336734"/>
              <a:gd name="connsiteY96" fmla="*/ 280988 h 337280"/>
              <a:gd name="connsiteX97" fmla="*/ 224616 w 336734"/>
              <a:gd name="connsiteY97" fmla="*/ 280988 h 337280"/>
              <a:gd name="connsiteX98" fmla="*/ 224616 w 336734"/>
              <a:gd name="connsiteY98" fmla="*/ 302514 h 337280"/>
              <a:gd name="connsiteX99" fmla="*/ 231730 w 336734"/>
              <a:gd name="connsiteY99" fmla="*/ 309563 h 337280"/>
              <a:gd name="connsiteX100" fmla="*/ 238844 w 336734"/>
              <a:gd name="connsiteY100" fmla="*/ 302514 h 337280"/>
              <a:gd name="connsiteX101" fmla="*/ 238844 w 336734"/>
              <a:gd name="connsiteY101" fmla="*/ 280988 h 337280"/>
              <a:gd name="connsiteX102" fmla="*/ 302207 w 336734"/>
              <a:gd name="connsiteY102" fmla="*/ 280988 h 337280"/>
              <a:gd name="connsiteX103" fmla="*/ 309227 w 336734"/>
              <a:gd name="connsiteY103" fmla="*/ 274225 h 337280"/>
              <a:gd name="connsiteX104" fmla="*/ 302207 w 336734"/>
              <a:gd name="connsiteY104" fmla="*/ 267462 h 337280"/>
              <a:gd name="connsiteX105" fmla="*/ 238844 w 336734"/>
              <a:gd name="connsiteY105" fmla="*/ 267462 h 337280"/>
              <a:gd name="connsiteX106" fmla="*/ 238844 w 336734"/>
              <a:gd name="connsiteY106" fmla="*/ 224600 h 337280"/>
              <a:gd name="connsiteX107" fmla="*/ 302207 w 336734"/>
              <a:gd name="connsiteY107" fmla="*/ 224600 h 337280"/>
              <a:gd name="connsiteX108" fmla="*/ 309227 w 336734"/>
              <a:gd name="connsiteY108" fmla="*/ 217837 h 337280"/>
              <a:gd name="connsiteX109" fmla="*/ 302207 w 336734"/>
              <a:gd name="connsiteY109" fmla="*/ 211074 h 337280"/>
              <a:gd name="connsiteX110" fmla="*/ 238844 w 336734"/>
              <a:gd name="connsiteY110" fmla="*/ 211074 h 337280"/>
              <a:gd name="connsiteX111" fmla="*/ 238844 w 336734"/>
              <a:gd name="connsiteY111" fmla="*/ 168973 h 337280"/>
              <a:gd name="connsiteX112" fmla="*/ 302207 w 336734"/>
              <a:gd name="connsiteY112" fmla="*/ 168973 h 337280"/>
              <a:gd name="connsiteX113" fmla="*/ 98934 w 336734"/>
              <a:gd name="connsiteY113" fmla="*/ 168973 h 337280"/>
              <a:gd name="connsiteX114" fmla="*/ 154234 w 336734"/>
              <a:gd name="connsiteY114" fmla="*/ 168973 h 337280"/>
              <a:gd name="connsiteX115" fmla="*/ 154234 w 336734"/>
              <a:gd name="connsiteY115" fmla="*/ 211074 h 337280"/>
              <a:gd name="connsiteX116" fmla="*/ 98934 w 336734"/>
              <a:gd name="connsiteY116" fmla="*/ 211074 h 337280"/>
              <a:gd name="connsiteX117" fmla="*/ 98934 w 336734"/>
              <a:gd name="connsiteY117" fmla="*/ 168973 h 337280"/>
              <a:gd name="connsiteX118" fmla="*/ 98934 w 336734"/>
              <a:gd name="connsiteY118" fmla="*/ 267367 h 337280"/>
              <a:gd name="connsiteX119" fmla="*/ 98934 w 336734"/>
              <a:gd name="connsiteY119" fmla="*/ 224504 h 337280"/>
              <a:gd name="connsiteX120" fmla="*/ 154234 w 336734"/>
              <a:gd name="connsiteY120" fmla="*/ 224504 h 337280"/>
              <a:gd name="connsiteX121" fmla="*/ 154234 w 336734"/>
              <a:gd name="connsiteY121" fmla="*/ 267367 h 337280"/>
              <a:gd name="connsiteX122" fmla="*/ 98934 w 336734"/>
              <a:gd name="connsiteY122" fmla="*/ 267367 h 337280"/>
              <a:gd name="connsiteX123" fmla="*/ 224616 w 336734"/>
              <a:gd name="connsiteY123" fmla="*/ 267367 h 337280"/>
              <a:gd name="connsiteX124" fmla="*/ 168462 w 336734"/>
              <a:gd name="connsiteY124" fmla="*/ 267367 h 337280"/>
              <a:gd name="connsiteX125" fmla="*/ 168462 w 336734"/>
              <a:gd name="connsiteY125" fmla="*/ 224504 h 337280"/>
              <a:gd name="connsiteX126" fmla="*/ 224616 w 336734"/>
              <a:gd name="connsiteY126" fmla="*/ 224504 h 337280"/>
              <a:gd name="connsiteX127" fmla="*/ 224616 w 336734"/>
              <a:gd name="connsiteY127" fmla="*/ 267367 h 337280"/>
              <a:gd name="connsiteX128" fmla="*/ 224616 w 336734"/>
              <a:gd name="connsiteY128" fmla="*/ 211074 h 337280"/>
              <a:gd name="connsiteX129" fmla="*/ 168462 w 336734"/>
              <a:gd name="connsiteY129" fmla="*/ 211074 h 337280"/>
              <a:gd name="connsiteX130" fmla="*/ 168462 w 336734"/>
              <a:gd name="connsiteY130" fmla="*/ 168973 h 337280"/>
              <a:gd name="connsiteX131" fmla="*/ 224616 w 336734"/>
              <a:gd name="connsiteY131" fmla="*/ 168973 h 337280"/>
              <a:gd name="connsiteX132" fmla="*/ 224616 w 336734"/>
              <a:gd name="connsiteY132" fmla="*/ 211074 h 33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336734" h="337280">
                <a:moveTo>
                  <a:pt x="329810" y="27718"/>
                </a:moveTo>
                <a:lnTo>
                  <a:pt x="280675" y="27718"/>
                </a:lnTo>
                <a:lnTo>
                  <a:pt x="280675" y="7048"/>
                </a:lnTo>
                <a:cubicBezTo>
                  <a:pt x="280675" y="2381"/>
                  <a:pt x="278304" y="0"/>
                  <a:pt x="273656" y="0"/>
                </a:cubicBezTo>
                <a:lnTo>
                  <a:pt x="231541" y="0"/>
                </a:lnTo>
                <a:cubicBezTo>
                  <a:pt x="228031" y="0"/>
                  <a:pt x="224521" y="2381"/>
                  <a:pt x="224521" y="7048"/>
                </a:cubicBezTo>
                <a:lnTo>
                  <a:pt x="224521" y="27718"/>
                </a:lnTo>
                <a:lnTo>
                  <a:pt x="112308" y="27718"/>
                </a:lnTo>
                <a:lnTo>
                  <a:pt x="112308" y="7048"/>
                </a:lnTo>
                <a:cubicBezTo>
                  <a:pt x="112308" y="2381"/>
                  <a:pt x="109937" y="0"/>
                  <a:pt x="105289" y="0"/>
                </a:cubicBezTo>
                <a:lnTo>
                  <a:pt x="63173" y="0"/>
                </a:lnTo>
                <a:cubicBezTo>
                  <a:pt x="59664" y="0"/>
                  <a:pt x="56154" y="2381"/>
                  <a:pt x="56154" y="7048"/>
                </a:cubicBezTo>
                <a:lnTo>
                  <a:pt x="56154" y="27718"/>
                </a:lnTo>
                <a:lnTo>
                  <a:pt x="7019" y="27718"/>
                </a:lnTo>
                <a:cubicBezTo>
                  <a:pt x="3510" y="27718"/>
                  <a:pt x="0" y="30099"/>
                  <a:pt x="0" y="34766"/>
                </a:cubicBezTo>
                <a:lnTo>
                  <a:pt x="0" y="330232"/>
                </a:lnTo>
                <a:cubicBezTo>
                  <a:pt x="0" y="333756"/>
                  <a:pt x="3510" y="337280"/>
                  <a:pt x="7019" y="337280"/>
                </a:cubicBezTo>
                <a:lnTo>
                  <a:pt x="329715" y="337280"/>
                </a:lnTo>
                <a:cubicBezTo>
                  <a:pt x="334363" y="337280"/>
                  <a:pt x="336734" y="333756"/>
                  <a:pt x="336734" y="330232"/>
                </a:cubicBezTo>
                <a:lnTo>
                  <a:pt x="336734" y="34766"/>
                </a:lnTo>
                <a:cubicBezTo>
                  <a:pt x="336734" y="30099"/>
                  <a:pt x="334363" y="27718"/>
                  <a:pt x="329715" y="27718"/>
                </a:cubicBezTo>
                <a:close/>
                <a:moveTo>
                  <a:pt x="266732" y="14097"/>
                </a:moveTo>
                <a:lnTo>
                  <a:pt x="266732" y="56483"/>
                </a:lnTo>
                <a:lnTo>
                  <a:pt x="238655" y="56483"/>
                </a:lnTo>
                <a:lnTo>
                  <a:pt x="238655" y="36100"/>
                </a:lnTo>
                <a:cubicBezTo>
                  <a:pt x="238655" y="36100"/>
                  <a:pt x="238844" y="35338"/>
                  <a:pt x="238844" y="34957"/>
                </a:cubicBezTo>
                <a:cubicBezTo>
                  <a:pt x="238844" y="34385"/>
                  <a:pt x="238749" y="34004"/>
                  <a:pt x="238655" y="33528"/>
                </a:cubicBezTo>
                <a:lnTo>
                  <a:pt x="238655" y="14097"/>
                </a:lnTo>
                <a:lnTo>
                  <a:pt x="266732" y="14097"/>
                </a:lnTo>
                <a:close/>
                <a:moveTo>
                  <a:pt x="70287" y="14097"/>
                </a:moveTo>
                <a:lnTo>
                  <a:pt x="98364" y="14097"/>
                </a:lnTo>
                <a:lnTo>
                  <a:pt x="98364" y="56483"/>
                </a:lnTo>
                <a:lnTo>
                  <a:pt x="70287" y="56483"/>
                </a:lnTo>
                <a:lnTo>
                  <a:pt x="70287" y="14097"/>
                </a:lnTo>
                <a:close/>
                <a:moveTo>
                  <a:pt x="56249" y="41815"/>
                </a:moveTo>
                <a:lnTo>
                  <a:pt x="56249" y="63532"/>
                </a:lnTo>
                <a:cubicBezTo>
                  <a:pt x="56249" y="67056"/>
                  <a:pt x="59759" y="70580"/>
                  <a:pt x="63268" y="70580"/>
                </a:cubicBezTo>
                <a:lnTo>
                  <a:pt x="105384" y="70580"/>
                </a:lnTo>
                <a:cubicBezTo>
                  <a:pt x="110032" y="70580"/>
                  <a:pt x="112403" y="67056"/>
                  <a:pt x="112403" y="63532"/>
                </a:cubicBezTo>
                <a:lnTo>
                  <a:pt x="112403" y="42005"/>
                </a:lnTo>
                <a:lnTo>
                  <a:pt x="224616" y="42005"/>
                </a:lnTo>
                <a:lnTo>
                  <a:pt x="224616" y="63532"/>
                </a:lnTo>
                <a:cubicBezTo>
                  <a:pt x="224616" y="67056"/>
                  <a:pt x="228126" y="70580"/>
                  <a:pt x="231635" y="70580"/>
                </a:cubicBezTo>
                <a:lnTo>
                  <a:pt x="273751" y="70580"/>
                </a:lnTo>
                <a:cubicBezTo>
                  <a:pt x="278399" y="70580"/>
                  <a:pt x="280770" y="67056"/>
                  <a:pt x="280770" y="63532"/>
                </a:cubicBezTo>
                <a:lnTo>
                  <a:pt x="280770" y="41815"/>
                </a:lnTo>
                <a:lnTo>
                  <a:pt x="322886" y="41815"/>
                </a:lnTo>
                <a:lnTo>
                  <a:pt x="322886" y="98393"/>
                </a:lnTo>
                <a:lnTo>
                  <a:pt x="14228" y="98393"/>
                </a:lnTo>
                <a:lnTo>
                  <a:pt x="14228" y="41815"/>
                </a:lnTo>
                <a:lnTo>
                  <a:pt x="56344" y="41815"/>
                </a:lnTo>
                <a:close/>
                <a:moveTo>
                  <a:pt x="14133" y="323183"/>
                </a:moveTo>
                <a:lnTo>
                  <a:pt x="14133" y="112586"/>
                </a:lnTo>
                <a:lnTo>
                  <a:pt x="322791" y="112586"/>
                </a:lnTo>
                <a:lnTo>
                  <a:pt x="322791" y="323183"/>
                </a:lnTo>
                <a:lnTo>
                  <a:pt x="14133" y="323183"/>
                </a:lnTo>
                <a:close/>
                <a:moveTo>
                  <a:pt x="302207" y="168973"/>
                </a:moveTo>
                <a:cubicBezTo>
                  <a:pt x="306855" y="168973"/>
                  <a:pt x="309227" y="165449"/>
                  <a:pt x="309227" y="161830"/>
                </a:cubicBezTo>
                <a:cubicBezTo>
                  <a:pt x="309227" y="157067"/>
                  <a:pt x="306855" y="154686"/>
                  <a:pt x="302207" y="154686"/>
                </a:cubicBezTo>
                <a:lnTo>
                  <a:pt x="238844" y="154686"/>
                </a:lnTo>
                <a:lnTo>
                  <a:pt x="238844" y="133159"/>
                </a:lnTo>
                <a:cubicBezTo>
                  <a:pt x="238844" y="128492"/>
                  <a:pt x="236473" y="126111"/>
                  <a:pt x="231730" y="126111"/>
                </a:cubicBezTo>
                <a:cubicBezTo>
                  <a:pt x="228221" y="126111"/>
                  <a:pt x="224616" y="128492"/>
                  <a:pt x="224616" y="133159"/>
                </a:cubicBezTo>
                <a:lnTo>
                  <a:pt x="224616" y="154686"/>
                </a:lnTo>
                <a:lnTo>
                  <a:pt x="168462" y="154686"/>
                </a:lnTo>
                <a:lnTo>
                  <a:pt x="168462" y="133159"/>
                </a:lnTo>
                <a:cubicBezTo>
                  <a:pt x="168462" y="128492"/>
                  <a:pt x="166091" y="126111"/>
                  <a:pt x="161348" y="126111"/>
                </a:cubicBezTo>
                <a:cubicBezTo>
                  <a:pt x="157838" y="126111"/>
                  <a:pt x="154234" y="128492"/>
                  <a:pt x="154234" y="133159"/>
                </a:cubicBezTo>
                <a:lnTo>
                  <a:pt x="154234" y="154686"/>
                </a:lnTo>
                <a:lnTo>
                  <a:pt x="98934" y="154686"/>
                </a:lnTo>
                <a:lnTo>
                  <a:pt x="98934" y="133159"/>
                </a:lnTo>
                <a:cubicBezTo>
                  <a:pt x="98934" y="128492"/>
                  <a:pt x="96562" y="126111"/>
                  <a:pt x="91819" y="126111"/>
                </a:cubicBezTo>
                <a:cubicBezTo>
                  <a:pt x="88310" y="126111"/>
                  <a:pt x="84705" y="128492"/>
                  <a:pt x="84705" y="133159"/>
                </a:cubicBezTo>
                <a:lnTo>
                  <a:pt x="84705" y="154686"/>
                </a:lnTo>
                <a:lnTo>
                  <a:pt x="35571" y="154686"/>
                </a:lnTo>
                <a:cubicBezTo>
                  <a:pt x="32061" y="154686"/>
                  <a:pt x="28551" y="157067"/>
                  <a:pt x="28551" y="161830"/>
                </a:cubicBezTo>
                <a:cubicBezTo>
                  <a:pt x="28551" y="165354"/>
                  <a:pt x="32061" y="168973"/>
                  <a:pt x="35571" y="168973"/>
                </a:cubicBezTo>
                <a:lnTo>
                  <a:pt x="84705" y="168973"/>
                </a:lnTo>
                <a:lnTo>
                  <a:pt x="84705" y="211074"/>
                </a:lnTo>
                <a:lnTo>
                  <a:pt x="35571" y="211074"/>
                </a:lnTo>
                <a:cubicBezTo>
                  <a:pt x="32061" y="211074"/>
                  <a:pt x="28551" y="213360"/>
                  <a:pt x="28551" y="217837"/>
                </a:cubicBezTo>
                <a:cubicBezTo>
                  <a:pt x="28551" y="221171"/>
                  <a:pt x="32061" y="224600"/>
                  <a:pt x="35571" y="224600"/>
                </a:cubicBezTo>
                <a:lnTo>
                  <a:pt x="84705" y="224600"/>
                </a:lnTo>
                <a:lnTo>
                  <a:pt x="84705" y="267462"/>
                </a:lnTo>
                <a:lnTo>
                  <a:pt x="35571" y="267462"/>
                </a:lnTo>
                <a:cubicBezTo>
                  <a:pt x="32061" y="267462"/>
                  <a:pt x="28551" y="269748"/>
                  <a:pt x="28551" y="274225"/>
                </a:cubicBezTo>
                <a:cubicBezTo>
                  <a:pt x="28551" y="277559"/>
                  <a:pt x="32061" y="280988"/>
                  <a:pt x="35571" y="280988"/>
                </a:cubicBezTo>
                <a:lnTo>
                  <a:pt x="84705" y="280988"/>
                </a:lnTo>
                <a:lnTo>
                  <a:pt x="84705" y="302514"/>
                </a:lnTo>
                <a:cubicBezTo>
                  <a:pt x="84705" y="306038"/>
                  <a:pt x="88215" y="309563"/>
                  <a:pt x="91819" y="309563"/>
                </a:cubicBezTo>
                <a:cubicBezTo>
                  <a:pt x="96562" y="309563"/>
                  <a:pt x="98934" y="306038"/>
                  <a:pt x="98934" y="302514"/>
                </a:cubicBezTo>
                <a:lnTo>
                  <a:pt x="98934" y="280988"/>
                </a:lnTo>
                <a:lnTo>
                  <a:pt x="154234" y="280988"/>
                </a:lnTo>
                <a:lnTo>
                  <a:pt x="154234" y="302514"/>
                </a:lnTo>
                <a:cubicBezTo>
                  <a:pt x="154234" y="306038"/>
                  <a:pt x="157743" y="309563"/>
                  <a:pt x="161348" y="309563"/>
                </a:cubicBezTo>
                <a:cubicBezTo>
                  <a:pt x="166091" y="309563"/>
                  <a:pt x="168462" y="306038"/>
                  <a:pt x="168462" y="302514"/>
                </a:cubicBezTo>
                <a:lnTo>
                  <a:pt x="168462" y="280988"/>
                </a:lnTo>
                <a:lnTo>
                  <a:pt x="224616" y="280988"/>
                </a:lnTo>
                <a:lnTo>
                  <a:pt x="224616" y="302514"/>
                </a:lnTo>
                <a:cubicBezTo>
                  <a:pt x="224616" y="306038"/>
                  <a:pt x="228126" y="309563"/>
                  <a:pt x="231730" y="309563"/>
                </a:cubicBezTo>
                <a:cubicBezTo>
                  <a:pt x="236473" y="309563"/>
                  <a:pt x="238844" y="306038"/>
                  <a:pt x="238844" y="302514"/>
                </a:cubicBezTo>
                <a:lnTo>
                  <a:pt x="238844" y="280988"/>
                </a:lnTo>
                <a:lnTo>
                  <a:pt x="302207" y="280988"/>
                </a:lnTo>
                <a:cubicBezTo>
                  <a:pt x="306855" y="280988"/>
                  <a:pt x="309227" y="277654"/>
                  <a:pt x="309227" y="274225"/>
                </a:cubicBezTo>
                <a:cubicBezTo>
                  <a:pt x="309227" y="269748"/>
                  <a:pt x="306855" y="267462"/>
                  <a:pt x="302207" y="267462"/>
                </a:cubicBezTo>
                <a:lnTo>
                  <a:pt x="238844" y="267462"/>
                </a:lnTo>
                <a:lnTo>
                  <a:pt x="238844" y="224600"/>
                </a:lnTo>
                <a:lnTo>
                  <a:pt x="302207" y="224600"/>
                </a:lnTo>
                <a:cubicBezTo>
                  <a:pt x="306855" y="224600"/>
                  <a:pt x="309227" y="221266"/>
                  <a:pt x="309227" y="217837"/>
                </a:cubicBezTo>
                <a:cubicBezTo>
                  <a:pt x="309227" y="213360"/>
                  <a:pt x="306855" y="211074"/>
                  <a:pt x="302207" y="211074"/>
                </a:cubicBezTo>
                <a:lnTo>
                  <a:pt x="238844" y="211074"/>
                </a:lnTo>
                <a:lnTo>
                  <a:pt x="238844" y="168973"/>
                </a:lnTo>
                <a:lnTo>
                  <a:pt x="302207" y="168973"/>
                </a:lnTo>
                <a:close/>
                <a:moveTo>
                  <a:pt x="98934" y="168973"/>
                </a:moveTo>
                <a:lnTo>
                  <a:pt x="154234" y="168973"/>
                </a:lnTo>
                <a:lnTo>
                  <a:pt x="154234" y="211074"/>
                </a:lnTo>
                <a:lnTo>
                  <a:pt x="98934" y="211074"/>
                </a:lnTo>
                <a:lnTo>
                  <a:pt x="98934" y="168973"/>
                </a:lnTo>
                <a:close/>
                <a:moveTo>
                  <a:pt x="98934" y="267367"/>
                </a:moveTo>
                <a:lnTo>
                  <a:pt x="98934" y="224504"/>
                </a:lnTo>
                <a:lnTo>
                  <a:pt x="154234" y="224504"/>
                </a:lnTo>
                <a:lnTo>
                  <a:pt x="154234" y="267367"/>
                </a:lnTo>
                <a:lnTo>
                  <a:pt x="98934" y="267367"/>
                </a:lnTo>
                <a:close/>
                <a:moveTo>
                  <a:pt x="224616" y="267367"/>
                </a:moveTo>
                <a:lnTo>
                  <a:pt x="168462" y="267367"/>
                </a:lnTo>
                <a:lnTo>
                  <a:pt x="168462" y="224504"/>
                </a:lnTo>
                <a:lnTo>
                  <a:pt x="224616" y="224504"/>
                </a:lnTo>
                <a:lnTo>
                  <a:pt x="224616" y="267367"/>
                </a:lnTo>
                <a:close/>
                <a:moveTo>
                  <a:pt x="224616" y="211074"/>
                </a:moveTo>
                <a:lnTo>
                  <a:pt x="168462" y="211074"/>
                </a:lnTo>
                <a:lnTo>
                  <a:pt x="168462" y="168973"/>
                </a:lnTo>
                <a:lnTo>
                  <a:pt x="224616" y="168973"/>
                </a:lnTo>
                <a:lnTo>
                  <a:pt x="224616" y="211074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" name="Graphic 32">
            <a:extLst>
              <a:ext uri="{FF2B5EF4-FFF2-40B4-BE49-F238E27FC236}">
                <a16:creationId xmlns:a16="http://schemas.microsoft.com/office/drawing/2014/main" id="{02BA706F-52C2-F1AB-250A-047AF820D55B}"/>
              </a:ext>
            </a:extLst>
          </p:cNvPr>
          <p:cNvSpPr/>
          <p:nvPr/>
        </p:nvSpPr>
        <p:spPr>
          <a:xfrm>
            <a:off x="3003930" y="831706"/>
            <a:ext cx="447725" cy="448451"/>
          </a:xfrm>
          <a:custGeom>
            <a:avLst/>
            <a:gdLst>
              <a:gd name="connsiteX0" fmla="*/ 329810 w 336734"/>
              <a:gd name="connsiteY0" fmla="*/ 27718 h 337280"/>
              <a:gd name="connsiteX1" fmla="*/ 280675 w 336734"/>
              <a:gd name="connsiteY1" fmla="*/ 27718 h 337280"/>
              <a:gd name="connsiteX2" fmla="*/ 280675 w 336734"/>
              <a:gd name="connsiteY2" fmla="*/ 7048 h 337280"/>
              <a:gd name="connsiteX3" fmla="*/ 273656 w 336734"/>
              <a:gd name="connsiteY3" fmla="*/ 0 h 337280"/>
              <a:gd name="connsiteX4" fmla="*/ 231541 w 336734"/>
              <a:gd name="connsiteY4" fmla="*/ 0 h 337280"/>
              <a:gd name="connsiteX5" fmla="*/ 224521 w 336734"/>
              <a:gd name="connsiteY5" fmla="*/ 7048 h 337280"/>
              <a:gd name="connsiteX6" fmla="*/ 224521 w 336734"/>
              <a:gd name="connsiteY6" fmla="*/ 27718 h 337280"/>
              <a:gd name="connsiteX7" fmla="*/ 112308 w 336734"/>
              <a:gd name="connsiteY7" fmla="*/ 27718 h 337280"/>
              <a:gd name="connsiteX8" fmla="*/ 112308 w 336734"/>
              <a:gd name="connsiteY8" fmla="*/ 7048 h 337280"/>
              <a:gd name="connsiteX9" fmla="*/ 105289 w 336734"/>
              <a:gd name="connsiteY9" fmla="*/ 0 h 337280"/>
              <a:gd name="connsiteX10" fmla="*/ 63173 w 336734"/>
              <a:gd name="connsiteY10" fmla="*/ 0 h 337280"/>
              <a:gd name="connsiteX11" fmla="*/ 56154 w 336734"/>
              <a:gd name="connsiteY11" fmla="*/ 7048 h 337280"/>
              <a:gd name="connsiteX12" fmla="*/ 56154 w 336734"/>
              <a:gd name="connsiteY12" fmla="*/ 27718 h 337280"/>
              <a:gd name="connsiteX13" fmla="*/ 7019 w 336734"/>
              <a:gd name="connsiteY13" fmla="*/ 27718 h 337280"/>
              <a:gd name="connsiteX14" fmla="*/ 0 w 336734"/>
              <a:gd name="connsiteY14" fmla="*/ 34766 h 337280"/>
              <a:gd name="connsiteX15" fmla="*/ 0 w 336734"/>
              <a:gd name="connsiteY15" fmla="*/ 330232 h 337280"/>
              <a:gd name="connsiteX16" fmla="*/ 7019 w 336734"/>
              <a:gd name="connsiteY16" fmla="*/ 337280 h 337280"/>
              <a:gd name="connsiteX17" fmla="*/ 329715 w 336734"/>
              <a:gd name="connsiteY17" fmla="*/ 337280 h 337280"/>
              <a:gd name="connsiteX18" fmla="*/ 336734 w 336734"/>
              <a:gd name="connsiteY18" fmla="*/ 330232 h 337280"/>
              <a:gd name="connsiteX19" fmla="*/ 336734 w 336734"/>
              <a:gd name="connsiteY19" fmla="*/ 34766 h 337280"/>
              <a:gd name="connsiteX20" fmla="*/ 329715 w 336734"/>
              <a:gd name="connsiteY20" fmla="*/ 27718 h 337280"/>
              <a:gd name="connsiteX21" fmla="*/ 266732 w 336734"/>
              <a:gd name="connsiteY21" fmla="*/ 14097 h 337280"/>
              <a:gd name="connsiteX22" fmla="*/ 266732 w 336734"/>
              <a:gd name="connsiteY22" fmla="*/ 56483 h 337280"/>
              <a:gd name="connsiteX23" fmla="*/ 238655 w 336734"/>
              <a:gd name="connsiteY23" fmla="*/ 56483 h 337280"/>
              <a:gd name="connsiteX24" fmla="*/ 238655 w 336734"/>
              <a:gd name="connsiteY24" fmla="*/ 36100 h 337280"/>
              <a:gd name="connsiteX25" fmla="*/ 238844 w 336734"/>
              <a:gd name="connsiteY25" fmla="*/ 34957 h 337280"/>
              <a:gd name="connsiteX26" fmla="*/ 238655 w 336734"/>
              <a:gd name="connsiteY26" fmla="*/ 33528 h 337280"/>
              <a:gd name="connsiteX27" fmla="*/ 238655 w 336734"/>
              <a:gd name="connsiteY27" fmla="*/ 14097 h 337280"/>
              <a:gd name="connsiteX28" fmla="*/ 266732 w 336734"/>
              <a:gd name="connsiteY28" fmla="*/ 14097 h 337280"/>
              <a:gd name="connsiteX29" fmla="*/ 70287 w 336734"/>
              <a:gd name="connsiteY29" fmla="*/ 14097 h 337280"/>
              <a:gd name="connsiteX30" fmla="*/ 98364 w 336734"/>
              <a:gd name="connsiteY30" fmla="*/ 14097 h 337280"/>
              <a:gd name="connsiteX31" fmla="*/ 98364 w 336734"/>
              <a:gd name="connsiteY31" fmla="*/ 56483 h 337280"/>
              <a:gd name="connsiteX32" fmla="*/ 70287 w 336734"/>
              <a:gd name="connsiteY32" fmla="*/ 56483 h 337280"/>
              <a:gd name="connsiteX33" fmla="*/ 70287 w 336734"/>
              <a:gd name="connsiteY33" fmla="*/ 14097 h 337280"/>
              <a:gd name="connsiteX34" fmla="*/ 56249 w 336734"/>
              <a:gd name="connsiteY34" fmla="*/ 41815 h 337280"/>
              <a:gd name="connsiteX35" fmla="*/ 56249 w 336734"/>
              <a:gd name="connsiteY35" fmla="*/ 63532 h 337280"/>
              <a:gd name="connsiteX36" fmla="*/ 63268 w 336734"/>
              <a:gd name="connsiteY36" fmla="*/ 70580 h 337280"/>
              <a:gd name="connsiteX37" fmla="*/ 105384 w 336734"/>
              <a:gd name="connsiteY37" fmla="*/ 70580 h 337280"/>
              <a:gd name="connsiteX38" fmla="*/ 112403 w 336734"/>
              <a:gd name="connsiteY38" fmla="*/ 63532 h 337280"/>
              <a:gd name="connsiteX39" fmla="*/ 112403 w 336734"/>
              <a:gd name="connsiteY39" fmla="*/ 42005 h 337280"/>
              <a:gd name="connsiteX40" fmla="*/ 224616 w 336734"/>
              <a:gd name="connsiteY40" fmla="*/ 42005 h 337280"/>
              <a:gd name="connsiteX41" fmla="*/ 224616 w 336734"/>
              <a:gd name="connsiteY41" fmla="*/ 63532 h 337280"/>
              <a:gd name="connsiteX42" fmla="*/ 231635 w 336734"/>
              <a:gd name="connsiteY42" fmla="*/ 70580 h 337280"/>
              <a:gd name="connsiteX43" fmla="*/ 273751 w 336734"/>
              <a:gd name="connsiteY43" fmla="*/ 70580 h 337280"/>
              <a:gd name="connsiteX44" fmla="*/ 280770 w 336734"/>
              <a:gd name="connsiteY44" fmla="*/ 63532 h 337280"/>
              <a:gd name="connsiteX45" fmla="*/ 280770 w 336734"/>
              <a:gd name="connsiteY45" fmla="*/ 41815 h 337280"/>
              <a:gd name="connsiteX46" fmla="*/ 322886 w 336734"/>
              <a:gd name="connsiteY46" fmla="*/ 41815 h 337280"/>
              <a:gd name="connsiteX47" fmla="*/ 322886 w 336734"/>
              <a:gd name="connsiteY47" fmla="*/ 98393 h 337280"/>
              <a:gd name="connsiteX48" fmla="*/ 14228 w 336734"/>
              <a:gd name="connsiteY48" fmla="*/ 98393 h 337280"/>
              <a:gd name="connsiteX49" fmla="*/ 14228 w 336734"/>
              <a:gd name="connsiteY49" fmla="*/ 41815 h 337280"/>
              <a:gd name="connsiteX50" fmla="*/ 56344 w 336734"/>
              <a:gd name="connsiteY50" fmla="*/ 41815 h 337280"/>
              <a:gd name="connsiteX51" fmla="*/ 14133 w 336734"/>
              <a:gd name="connsiteY51" fmla="*/ 323183 h 337280"/>
              <a:gd name="connsiteX52" fmla="*/ 14133 w 336734"/>
              <a:gd name="connsiteY52" fmla="*/ 112586 h 337280"/>
              <a:gd name="connsiteX53" fmla="*/ 322791 w 336734"/>
              <a:gd name="connsiteY53" fmla="*/ 112586 h 337280"/>
              <a:gd name="connsiteX54" fmla="*/ 322791 w 336734"/>
              <a:gd name="connsiteY54" fmla="*/ 323183 h 337280"/>
              <a:gd name="connsiteX55" fmla="*/ 14133 w 336734"/>
              <a:gd name="connsiteY55" fmla="*/ 323183 h 337280"/>
              <a:gd name="connsiteX56" fmla="*/ 302207 w 336734"/>
              <a:gd name="connsiteY56" fmla="*/ 168973 h 337280"/>
              <a:gd name="connsiteX57" fmla="*/ 309227 w 336734"/>
              <a:gd name="connsiteY57" fmla="*/ 161830 h 337280"/>
              <a:gd name="connsiteX58" fmla="*/ 302207 w 336734"/>
              <a:gd name="connsiteY58" fmla="*/ 154686 h 337280"/>
              <a:gd name="connsiteX59" fmla="*/ 238844 w 336734"/>
              <a:gd name="connsiteY59" fmla="*/ 154686 h 337280"/>
              <a:gd name="connsiteX60" fmla="*/ 238844 w 336734"/>
              <a:gd name="connsiteY60" fmla="*/ 133159 h 337280"/>
              <a:gd name="connsiteX61" fmla="*/ 231730 w 336734"/>
              <a:gd name="connsiteY61" fmla="*/ 126111 h 337280"/>
              <a:gd name="connsiteX62" fmla="*/ 224616 w 336734"/>
              <a:gd name="connsiteY62" fmla="*/ 133159 h 337280"/>
              <a:gd name="connsiteX63" fmla="*/ 224616 w 336734"/>
              <a:gd name="connsiteY63" fmla="*/ 154686 h 337280"/>
              <a:gd name="connsiteX64" fmla="*/ 168462 w 336734"/>
              <a:gd name="connsiteY64" fmla="*/ 154686 h 337280"/>
              <a:gd name="connsiteX65" fmla="*/ 168462 w 336734"/>
              <a:gd name="connsiteY65" fmla="*/ 133159 h 337280"/>
              <a:gd name="connsiteX66" fmla="*/ 161348 w 336734"/>
              <a:gd name="connsiteY66" fmla="*/ 126111 h 337280"/>
              <a:gd name="connsiteX67" fmla="*/ 154234 w 336734"/>
              <a:gd name="connsiteY67" fmla="*/ 133159 h 337280"/>
              <a:gd name="connsiteX68" fmla="*/ 154234 w 336734"/>
              <a:gd name="connsiteY68" fmla="*/ 154686 h 337280"/>
              <a:gd name="connsiteX69" fmla="*/ 98934 w 336734"/>
              <a:gd name="connsiteY69" fmla="*/ 154686 h 337280"/>
              <a:gd name="connsiteX70" fmla="*/ 98934 w 336734"/>
              <a:gd name="connsiteY70" fmla="*/ 133159 h 337280"/>
              <a:gd name="connsiteX71" fmla="*/ 91819 w 336734"/>
              <a:gd name="connsiteY71" fmla="*/ 126111 h 337280"/>
              <a:gd name="connsiteX72" fmla="*/ 84705 w 336734"/>
              <a:gd name="connsiteY72" fmla="*/ 133159 h 337280"/>
              <a:gd name="connsiteX73" fmla="*/ 84705 w 336734"/>
              <a:gd name="connsiteY73" fmla="*/ 154686 h 337280"/>
              <a:gd name="connsiteX74" fmla="*/ 35571 w 336734"/>
              <a:gd name="connsiteY74" fmla="*/ 154686 h 337280"/>
              <a:gd name="connsiteX75" fmla="*/ 28551 w 336734"/>
              <a:gd name="connsiteY75" fmla="*/ 161830 h 337280"/>
              <a:gd name="connsiteX76" fmla="*/ 35571 w 336734"/>
              <a:gd name="connsiteY76" fmla="*/ 168973 h 337280"/>
              <a:gd name="connsiteX77" fmla="*/ 84705 w 336734"/>
              <a:gd name="connsiteY77" fmla="*/ 168973 h 337280"/>
              <a:gd name="connsiteX78" fmla="*/ 84705 w 336734"/>
              <a:gd name="connsiteY78" fmla="*/ 211074 h 337280"/>
              <a:gd name="connsiteX79" fmla="*/ 35571 w 336734"/>
              <a:gd name="connsiteY79" fmla="*/ 211074 h 337280"/>
              <a:gd name="connsiteX80" fmla="*/ 28551 w 336734"/>
              <a:gd name="connsiteY80" fmla="*/ 217837 h 337280"/>
              <a:gd name="connsiteX81" fmla="*/ 35571 w 336734"/>
              <a:gd name="connsiteY81" fmla="*/ 224600 h 337280"/>
              <a:gd name="connsiteX82" fmla="*/ 84705 w 336734"/>
              <a:gd name="connsiteY82" fmla="*/ 224600 h 337280"/>
              <a:gd name="connsiteX83" fmla="*/ 84705 w 336734"/>
              <a:gd name="connsiteY83" fmla="*/ 267462 h 337280"/>
              <a:gd name="connsiteX84" fmla="*/ 35571 w 336734"/>
              <a:gd name="connsiteY84" fmla="*/ 267462 h 337280"/>
              <a:gd name="connsiteX85" fmla="*/ 28551 w 336734"/>
              <a:gd name="connsiteY85" fmla="*/ 274225 h 337280"/>
              <a:gd name="connsiteX86" fmla="*/ 35571 w 336734"/>
              <a:gd name="connsiteY86" fmla="*/ 280988 h 337280"/>
              <a:gd name="connsiteX87" fmla="*/ 84705 w 336734"/>
              <a:gd name="connsiteY87" fmla="*/ 280988 h 337280"/>
              <a:gd name="connsiteX88" fmla="*/ 84705 w 336734"/>
              <a:gd name="connsiteY88" fmla="*/ 302514 h 337280"/>
              <a:gd name="connsiteX89" fmla="*/ 91819 w 336734"/>
              <a:gd name="connsiteY89" fmla="*/ 309563 h 337280"/>
              <a:gd name="connsiteX90" fmla="*/ 98934 w 336734"/>
              <a:gd name="connsiteY90" fmla="*/ 302514 h 337280"/>
              <a:gd name="connsiteX91" fmla="*/ 98934 w 336734"/>
              <a:gd name="connsiteY91" fmla="*/ 280988 h 337280"/>
              <a:gd name="connsiteX92" fmla="*/ 154234 w 336734"/>
              <a:gd name="connsiteY92" fmla="*/ 280988 h 337280"/>
              <a:gd name="connsiteX93" fmla="*/ 154234 w 336734"/>
              <a:gd name="connsiteY93" fmla="*/ 302514 h 337280"/>
              <a:gd name="connsiteX94" fmla="*/ 161348 w 336734"/>
              <a:gd name="connsiteY94" fmla="*/ 309563 h 337280"/>
              <a:gd name="connsiteX95" fmla="*/ 168462 w 336734"/>
              <a:gd name="connsiteY95" fmla="*/ 302514 h 337280"/>
              <a:gd name="connsiteX96" fmla="*/ 168462 w 336734"/>
              <a:gd name="connsiteY96" fmla="*/ 280988 h 337280"/>
              <a:gd name="connsiteX97" fmla="*/ 224616 w 336734"/>
              <a:gd name="connsiteY97" fmla="*/ 280988 h 337280"/>
              <a:gd name="connsiteX98" fmla="*/ 224616 w 336734"/>
              <a:gd name="connsiteY98" fmla="*/ 302514 h 337280"/>
              <a:gd name="connsiteX99" fmla="*/ 231730 w 336734"/>
              <a:gd name="connsiteY99" fmla="*/ 309563 h 337280"/>
              <a:gd name="connsiteX100" fmla="*/ 238844 w 336734"/>
              <a:gd name="connsiteY100" fmla="*/ 302514 h 337280"/>
              <a:gd name="connsiteX101" fmla="*/ 238844 w 336734"/>
              <a:gd name="connsiteY101" fmla="*/ 280988 h 337280"/>
              <a:gd name="connsiteX102" fmla="*/ 302207 w 336734"/>
              <a:gd name="connsiteY102" fmla="*/ 280988 h 337280"/>
              <a:gd name="connsiteX103" fmla="*/ 309227 w 336734"/>
              <a:gd name="connsiteY103" fmla="*/ 274225 h 337280"/>
              <a:gd name="connsiteX104" fmla="*/ 302207 w 336734"/>
              <a:gd name="connsiteY104" fmla="*/ 267462 h 337280"/>
              <a:gd name="connsiteX105" fmla="*/ 238844 w 336734"/>
              <a:gd name="connsiteY105" fmla="*/ 267462 h 337280"/>
              <a:gd name="connsiteX106" fmla="*/ 238844 w 336734"/>
              <a:gd name="connsiteY106" fmla="*/ 224600 h 337280"/>
              <a:gd name="connsiteX107" fmla="*/ 302207 w 336734"/>
              <a:gd name="connsiteY107" fmla="*/ 224600 h 337280"/>
              <a:gd name="connsiteX108" fmla="*/ 309227 w 336734"/>
              <a:gd name="connsiteY108" fmla="*/ 217837 h 337280"/>
              <a:gd name="connsiteX109" fmla="*/ 302207 w 336734"/>
              <a:gd name="connsiteY109" fmla="*/ 211074 h 337280"/>
              <a:gd name="connsiteX110" fmla="*/ 238844 w 336734"/>
              <a:gd name="connsiteY110" fmla="*/ 211074 h 337280"/>
              <a:gd name="connsiteX111" fmla="*/ 238844 w 336734"/>
              <a:gd name="connsiteY111" fmla="*/ 168973 h 337280"/>
              <a:gd name="connsiteX112" fmla="*/ 302207 w 336734"/>
              <a:gd name="connsiteY112" fmla="*/ 168973 h 337280"/>
              <a:gd name="connsiteX113" fmla="*/ 98934 w 336734"/>
              <a:gd name="connsiteY113" fmla="*/ 168973 h 337280"/>
              <a:gd name="connsiteX114" fmla="*/ 154234 w 336734"/>
              <a:gd name="connsiteY114" fmla="*/ 168973 h 337280"/>
              <a:gd name="connsiteX115" fmla="*/ 154234 w 336734"/>
              <a:gd name="connsiteY115" fmla="*/ 211074 h 337280"/>
              <a:gd name="connsiteX116" fmla="*/ 98934 w 336734"/>
              <a:gd name="connsiteY116" fmla="*/ 211074 h 337280"/>
              <a:gd name="connsiteX117" fmla="*/ 98934 w 336734"/>
              <a:gd name="connsiteY117" fmla="*/ 168973 h 337280"/>
              <a:gd name="connsiteX118" fmla="*/ 98934 w 336734"/>
              <a:gd name="connsiteY118" fmla="*/ 267367 h 337280"/>
              <a:gd name="connsiteX119" fmla="*/ 98934 w 336734"/>
              <a:gd name="connsiteY119" fmla="*/ 224504 h 337280"/>
              <a:gd name="connsiteX120" fmla="*/ 154234 w 336734"/>
              <a:gd name="connsiteY120" fmla="*/ 224504 h 337280"/>
              <a:gd name="connsiteX121" fmla="*/ 154234 w 336734"/>
              <a:gd name="connsiteY121" fmla="*/ 267367 h 337280"/>
              <a:gd name="connsiteX122" fmla="*/ 98934 w 336734"/>
              <a:gd name="connsiteY122" fmla="*/ 267367 h 337280"/>
              <a:gd name="connsiteX123" fmla="*/ 224616 w 336734"/>
              <a:gd name="connsiteY123" fmla="*/ 267367 h 337280"/>
              <a:gd name="connsiteX124" fmla="*/ 168462 w 336734"/>
              <a:gd name="connsiteY124" fmla="*/ 267367 h 337280"/>
              <a:gd name="connsiteX125" fmla="*/ 168462 w 336734"/>
              <a:gd name="connsiteY125" fmla="*/ 224504 h 337280"/>
              <a:gd name="connsiteX126" fmla="*/ 224616 w 336734"/>
              <a:gd name="connsiteY126" fmla="*/ 224504 h 337280"/>
              <a:gd name="connsiteX127" fmla="*/ 224616 w 336734"/>
              <a:gd name="connsiteY127" fmla="*/ 267367 h 337280"/>
              <a:gd name="connsiteX128" fmla="*/ 224616 w 336734"/>
              <a:gd name="connsiteY128" fmla="*/ 211074 h 337280"/>
              <a:gd name="connsiteX129" fmla="*/ 168462 w 336734"/>
              <a:gd name="connsiteY129" fmla="*/ 211074 h 337280"/>
              <a:gd name="connsiteX130" fmla="*/ 168462 w 336734"/>
              <a:gd name="connsiteY130" fmla="*/ 168973 h 337280"/>
              <a:gd name="connsiteX131" fmla="*/ 224616 w 336734"/>
              <a:gd name="connsiteY131" fmla="*/ 168973 h 337280"/>
              <a:gd name="connsiteX132" fmla="*/ 224616 w 336734"/>
              <a:gd name="connsiteY132" fmla="*/ 211074 h 33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336734" h="337280">
                <a:moveTo>
                  <a:pt x="329810" y="27718"/>
                </a:moveTo>
                <a:lnTo>
                  <a:pt x="280675" y="27718"/>
                </a:lnTo>
                <a:lnTo>
                  <a:pt x="280675" y="7048"/>
                </a:lnTo>
                <a:cubicBezTo>
                  <a:pt x="280675" y="2381"/>
                  <a:pt x="278304" y="0"/>
                  <a:pt x="273656" y="0"/>
                </a:cubicBezTo>
                <a:lnTo>
                  <a:pt x="231541" y="0"/>
                </a:lnTo>
                <a:cubicBezTo>
                  <a:pt x="228031" y="0"/>
                  <a:pt x="224521" y="2381"/>
                  <a:pt x="224521" y="7048"/>
                </a:cubicBezTo>
                <a:lnTo>
                  <a:pt x="224521" y="27718"/>
                </a:lnTo>
                <a:lnTo>
                  <a:pt x="112308" y="27718"/>
                </a:lnTo>
                <a:lnTo>
                  <a:pt x="112308" y="7048"/>
                </a:lnTo>
                <a:cubicBezTo>
                  <a:pt x="112308" y="2381"/>
                  <a:pt x="109937" y="0"/>
                  <a:pt x="105289" y="0"/>
                </a:cubicBezTo>
                <a:lnTo>
                  <a:pt x="63173" y="0"/>
                </a:lnTo>
                <a:cubicBezTo>
                  <a:pt x="59664" y="0"/>
                  <a:pt x="56154" y="2381"/>
                  <a:pt x="56154" y="7048"/>
                </a:cubicBezTo>
                <a:lnTo>
                  <a:pt x="56154" y="27718"/>
                </a:lnTo>
                <a:lnTo>
                  <a:pt x="7019" y="27718"/>
                </a:lnTo>
                <a:cubicBezTo>
                  <a:pt x="3510" y="27718"/>
                  <a:pt x="0" y="30099"/>
                  <a:pt x="0" y="34766"/>
                </a:cubicBezTo>
                <a:lnTo>
                  <a:pt x="0" y="330232"/>
                </a:lnTo>
                <a:cubicBezTo>
                  <a:pt x="0" y="333756"/>
                  <a:pt x="3510" y="337280"/>
                  <a:pt x="7019" y="337280"/>
                </a:cubicBezTo>
                <a:lnTo>
                  <a:pt x="329715" y="337280"/>
                </a:lnTo>
                <a:cubicBezTo>
                  <a:pt x="334363" y="337280"/>
                  <a:pt x="336734" y="333756"/>
                  <a:pt x="336734" y="330232"/>
                </a:cubicBezTo>
                <a:lnTo>
                  <a:pt x="336734" y="34766"/>
                </a:lnTo>
                <a:cubicBezTo>
                  <a:pt x="336734" y="30099"/>
                  <a:pt x="334363" y="27718"/>
                  <a:pt x="329715" y="27718"/>
                </a:cubicBezTo>
                <a:close/>
                <a:moveTo>
                  <a:pt x="266732" y="14097"/>
                </a:moveTo>
                <a:lnTo>
                  <a:pt x="266732" y="56483"/>
                </a:lnTo>
                <a:lnTo>
                  <a:pt x="238655" y="56483"/>
                </a:lnTo>
                <a:lnTo>
                  <a:pt x="238655" y="36100"/>
                </a:lnTo>
                <a:cubicBezTo>
                  <a:pt x="238655" y="36100"/>
                  <a:pt x="238844" y="35338"/>
                  <a:pt x="238844" y="34957"/>
                </a:cubicBezTo>
                <a:cubicBezTo>
                  <a:pt x="238844" y="34385"/>
                  <a:pt x="238749" y="34004"/>
                  <a:pt x="238655" y="33528"/>
                </a:cubicBezTo>
                <a:lnTo>
                  <a:pt x="238655" y="14097"/>
                </a:lnTo>
                <a:lnTo>
                  <a:pt x="266732" y="14097"/>
                </a:lnTo>
                <a:close/>
                <a:moveTo>
                  <a:pt x="70287" y="14097"/>
                </a:moveTo>
                <a:lnTo>
                  <a:pt x="98364" y="14097"/>
                </a:lnTo>
                <a:lnTo>
                  <a:pt x="98364" y="56483"/>
                </a:lnTo>
                <a:lnTo>
                  <a:pt x="70287" y="56483"/>
                </a:lnTo>
                <a:lnTo>
                  <a:pt x="70287" y="14097"/>
                </a:lnTo>
                <a:close/>
                <a:moveTo>
                  <a:pt x="56249" y="41815"/>
                </a:moveTo>
                <a:lnTo>
                  <a:pt x="56249" y="63532"/>
                </a:lnTo>
                <a:cubicBezTo>
                  <a:pt x="56249" y="67056"/>
                  <a:pt x="59759" y="70580"/>
                  <a:pt x="63268" y="70580"/>
                </a:cubicBezTo>
                <a:lnTo>
                  <a:pt x="105384" y="70580"/>
                </a:lnTo>
                <a:cubicBezTo>
                  <a:pt x="110032" y="70580"/>
                  <a:pt x="112403" y="67056"/>
                  <a:pt x="112403" y="63532"/>
                </a:cubicBezTo>
                <a:lnTo>
                  <a:pt x="112403" y="42005"/>
                </a:lnTo>
                <a:lnTo>
                  <a:pt x="224616" y="42005"/>
                </a:lnTo>
                <a:lnTo>
                  <a:pt x="224616" y="63532"/>
                </a:lnTo>
                <a:cubicBezTo>
                  <a:pt x="224616" y="67056"/>
                  <a:pt x="228126" y="70580"/>
                  <a:pt x="231635" y="70580"/>
                </a:cubicBezTo>
                <a:lnTo>
                  <a:pt x="273751" y="70580"/>
                </a:lnTo>
                <a:cubicBezTo>
                  <a:pt x="278399" y="70580"/>
                  <a:pt x="280770" y="67056"/>
                  <a:pt x="280770" y="63532"/>
                </a:cubicBezTo>
                <a:lnTo>
                  <a:pt x="280770" y="41815"/>
                </a:lnTo>
                <a:lnTo>
                  <a:pt x="322886" y="41815"/>
                </a:lnTo>
                <a:lnTo>
                  <a:pt x="322886" y="98393"/>
                </a:lnTo>
                <a:lnTo>
                  <a:pt x="14228" y="98393"/>
                </a:lnTo>
                <a:lnTo>
                  <a:pt x="14228" y="41815"/>
                </a:lnTo>
                <a:lnTo>
                  <a:pt x="56344" y="41815"/>
                </a:lnTo>
                <a:close/>
                <a:moveTo>
                  <a:pt x="14133" y="323183"/>
                </a:moveTo>
                <a:lnTo>
                  <a:pt x="14133" y="112586"/>
                </a:lnTo>
                <a:lnTo>
                  <a:pt x="322791" y="112586"/>
                </a:lnTo>
                <a:lnTo>
                  <a:pt x="322791" y="323183"/>
                </a:lnTo>
                <a:lnTo>
                  <a:pt x="14133" y="323183"/>
                </a:lnTo>
                <a:close/>
                <a:moveTo>
                  <a:pt x="302207" y="168973"/>
                </a:moveTo>
                <a:cubicBezTo>
                  <a:pt x="306855" y="168973"/>
                  <a:pt x="309227" y="165449"/>
                  <a:pt x="309227" y="161830"/>
                </a:cubicBezTo>
                <a:cubicBezTo>
                  <a:pt x="309227" y="157067"/>
                  <a:pt x="306855" y="154686"/>
                  <a:pt x="302207" y="154686"/>
                </a:cubicBezTo>
                <a:lnTo>
                  <a:pt x="238844" y="154686"/>
                </a:lnTo>
                <a:lnTo>
                  <a:pt x="238844" y="133159"/>
                </a:lnTo>
                <a:cubicBezTo>
                  <a:pt x="238844" y="128492"/>
                  <a:pt x="236473" y="126111"/>
                  <a:pt x="231730" y="126111"/>
                </a:cubicBezTo>
                <a:cubicBezTo>
                  <a:pt x="228221" y="126111"/>
                  <a:pt x="224616" y="128492"/>
                  <a:pt x="224616" y="133159"/>
                </a:cubicBezTo>
                <a:lnTo>
                  <a:pt x="224616" y="154686"/>
                </a:lnTo>
                <a:lnTo>
                  <a:pt x="168462" y="154686"/>
                </a:lnTo>
                <a:lnTo>
                  <a:pt x="168462" y="133159"/>
                </a:lnTo>
                <a:cubicBezTo>
                  <a:pt x="168462" y="128492"/>
                  <a:pt x="166091" y="126111"/>
                  <a:pt x="161348" y="126111"/>
                </a:cubicBezTo>
                <a:cubicBezTo>
                  <a:pt x="157838" y="126111"/>
                  <a:pt x="154234" y="128492"/>
                  <a:pt x="154234" y="133159"/>
                </a:cubicBezTo>
                <a:lnTo>
                  <a:pt x="154234" y="154686"/>
                </a:lnTo>
                <a:lnTo>
                  <a:pt x="98934" y="154686"/>
                </a:lnTo>
                <a:lnTo>
                  <a:pt x="98934" y="133159"/>
                </a:lnTo>
                <a:cubicBezTo>
                  <a:pt x="98934" y="128492"/>
                  <a:pt x="96562" y="126111"/>
                  <a:pt x="91819" y="126111"/>
                </a:cubicBezTo>
                <a:cubicBezTo>
                  <a:pt x="88310" y="126111"/>
                  <a:pt x="84705" y="128492"/>
                  <a:pt x="84705" y="133159"/>
                </a:cubicBezTo>
                <a:lnTo>
                  <a:pt x="84705" y="154686"/>
                </a:lnTo>
                <a:lnTo>
                  <a:pt x="35571" y="154686"/>
                </a:lnTo>
                <a:cubicBezTo>
                  <a:pt x="32061" y="154686"/>
                  <a:pt x="28551" y="157067"/>
                  <a:pt x="28551" y="161830"/>
                </a:cubicBezTo>
                <a:cubicBezTo>
                  <a:pt x="28551" y="165354"/>
                  <a:pt x="32061" y="168973"/>
                  <a:pt x="35571" y="168973"/>
                </a:cubicBezTo>
                <a:lnTo>
                  <a:pt x="84705" y="168973"/>
                </a:lnTo>
                <a:lnTo>
                  <a:pt x="84705" y="211074"/>
                </a:lnTo>
                <a:lnTo>
                  <a:pt x="35571" y="211074"/>
                </a:lnTo>
                <a:cubicBezTo>
                  <a:pt x="32061" y="211074"/>
                  <a:pt x="28551" y="213360"/>
                  <a:pt x="28551" y="217837"/>
                </a:cubicBezTo>
                <a:cubicBezTo>
                  <a:pt x="28551" y="221171"/>
                  <a:pt x="32061" y="224600"/>
                  <a:pt x="35571" y="224600"/>
                </a:cubicBezTo>
                <a:lnTo>
                  <a:pt x="84705" y="224600"/>
                </a:lnTo>
                <a:lnTo>
                  <a:pt x="84705" y="267462"/>
                </a:lnTo>
                <a:lnTo>
                  <a:pt x="35571" y="267462"/>
                </a:lnTo>
                <a:cubicBezTo>
                  <a:pt x="32061" y="267462"/>
                  <a:pt x="28551" y="269748"/>
                  <a:pt x="28551" y="274225"/>
                </a:cubicBezTo>
                <a:cubicBezTo>
                  <a:pt x="28551" y="277559"/>
                  <a:pt x="32061" y="280988"/>
                  <a:pt x="35571" y="280988"/>
                </a:cubicBezTo>
                <a:lnTo>
                  <a:pt x="84705" y="280988"/>
                </a:lnTo>
                <a:lnTo>
                  <a:pt x="84705" y="302514"/>
                </a:lnTo>
                <a:cubicBezTo>
                  <a:pt x="84705" y="306038"/>
                  <a:pt x="88215" y="309563"/>
                  <a:pt x="91819" y="309563"/>
                </a:cubicBezTo>
                <a:cubicBezTo>
                  <a:pt x="96562" y="309563"/>
                  <a:pt x="98934" y="306038"/>
                  <a:pt x="98934" y="302514"/>
                </a:cubicBezTo>
                <a:lnTo>
                  <a:pt x="98934" y="280988"/>
                </a:lnTo>
                <a:lnTo>
                  <a:pt x="154234" y="280988"/>
                </a:lnTo>
                <a:lnTo>
                  <a:pt x="154234" y="302514"/>
                </a:lnTo>
                <a:cubicBezTo>
                  <a:pt x="154234" y="306038"/>
                  <a:pt x="157743" y="309563"/>
                  <a:pt x="161348" y="309563"/>
                </a:cubicBezTo>
                <a:cubicBezTo>
                  <a:pt x="166091" y="309563"/>
                  <a:pt x="168462" y="306038"/>
                  <a:pt x="168462" y="302514"/>
                </a:cubicBezTo>
                <a:lnTo>
                  <a:pt x="168462" y="280988"/>
                </a:lnTo>
                <a:lnTo>
                  <a:pt x="224616" y="280988"/>
                </a:lnTo>
                <a:lnTo>
                  <a:pt x="224616" y="302514"/>
                </a:lnTo>
                <a:cubicBezTo>
                  <a:pt x="224616" y="306038"/>
                  <a:pt x="228126" y="309563"/>
                  <a:pt x="231730" y="309563"/>
                </a:cubicBezTo>
                <a:cubicBezTo>
                  <a:pt x="236473" y="309563"/>
                  <a:pt x="238844" y="306038"/>
                  <a:pt x="238844" y="302514"/>
                </a:cubicBezTo>
                <a:lnTo>
                  <a:pt x="238844" y="280988"/>
                </a:lnTo>
                <a:lnTo>
                  <a:pt x="302207" y="280988"/>
                </a:lnTo>
                <a:cubicBezTo>
                  <a:pt x="306855" y="280988"/>
                  <a:pt x="309227" y="277654"/>
                  <a:pt x="309227" y="274225"/>
                </a:cubicBezTo>
                <a:cubicBezTo>
                  <a:pt x="309227" y="269748"/>
                  <a:pt x="306855" y="267462"/>
                  <a:pt x="302207" y="267462"/>
                </a:cubicBezTo>
                <a:lnTo>
                  <a:pt x="238844" y="267462"/>
                </a:lnTo>
                <a:lnTo>
                  <a:pt x="238844" y="224600"/>
                </a:lnTo>
                <a:lnTo>
                  <a:pt x="302207" y="224600"/>
                </a:lnTo>
                <a:cubicBezTo>
                  <a:pt x="306855" y="224600"/>
                  <a:pt x="309227" y="221266"/>
                  <a:pt x="309227" y="217837"/>
                </a:cubicBezTo>
                <a:cubicBezTo>
                  <a:pt x="309227" y="213360"/>
                  <a:pt x="306855" y="211074"/>
                  <a:pt x="302207" y="211074"/>
                </a:cubicBezTo>
                <a:lnTo>
                  <a:pt x="238844" y="211074"/>
                </a:lnTo>
                <a:lnTo>
                  <a:pt x="238844" y="168973"/>
                </a:lnTo>
                <a:lnTo>
                  <a:pt x="302207" y="168973"/>
                </a:lnTo>
                <a:close/>
                <a:moveTo>
                  <a:pt x="98934" y="168973"/>
                </a:moveTo>
                <a:lnTo>
                  <a:pt x="154234" y="168973"/>
                </a:lnTo>
                <a:lnTo>
                  <a:pt x="154234" y="211074"/>
                </a:lnTo>
                <a:lnTo>
                  <a:pt x="98934" y="211074"/>
                </a:lnTo>
                <a:lnTo>
                  <a:pt x="98934" y="168973"/>
                </a:lnTo>
                <a:close/>
                <a:moveTo>
                  <a:pt x="98934" y="267367"/>
                </a:moveTo>
                <a:lnTo>
                  <a:pt x="98934" y="224504"/>
                </a:lnTo>
                <a:lnTo>
                  <a:pt x="154234" y="224504"/>
                </a:lnTo>
                <a:lnTo>
                  <a:pt x="154234" y="267367"/>
                </a:lnTo>
                <a:lnTo>
                  <a:pt x="98934" y="267367"/>
                </a:lnTo>
                <a:close/>
                <a:moveTo>
                  <a:pt x="224616" y="267367"/>
                </a:moveTo>
                <a:lnTo>
                  <a:pt x="168462" y="267367"/>
                </a:lnTo>
                <a:lnTo>
                  <a:pt x="168462" y="224504"/>
                </a:lnTo>
                <a:lnTo>
                  <a:pt x="224616" y="224504"/>
                </a:lnTo>
                <a:lnTo>
                  <a:pt x="224616" y="267367"/>
                </a:lnTo>
                <a:close/>
                <a:moveTo>
                  <a:pt x="224616" y="211074"/>
                </a:moveTo>
                <a:lnTo>
                  <a:pt x="168462" y="211074"/>
                </a:lnTo>
                <a:lnTo>
                  <a:pt x="168462" y="168973"/>
                </a:lnTo>
                <a:lnTo>
                  <a:pt x="224616" y="168973"/>
                </a:lnTo>
                <a:lnTo>
                  <a:pt x="224616" y="211074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6" name="Graphic 32">
            <a:extLst>
              <a:ext uri="{FF2B5EF4-FFF2-40B4-BE49-F238E27FC236}">
                <a16:creationId xmlns:a16="http://schemas.microsoft.com/office/drawing/2014/main" id="{83007F63-C9A2-2DBB-B53D-8DE23FE01927}"/>
              </a:ext>
            </a:extLst>
          </p:cNvPr>
          <p:cNvSpPr/>
          <p:nvPr/>
        </p:nvSpPr>
        <p:spPr>
          <a:xfrm>
            <a:off x="2240178" y="1465830"/>
            <a:ext cx="447725" cy="448451"/>
          </a:xfrm>
          <a:custGeom>
            <a:avLst/>
            <a:gdLst>
              <a:gd name="connsiteX0" fmla="*/ 329810 w 336734"/>
              <a:gd name="connsiteY0" fmla="*/ 27718 h 337280"/>
              <a:gd name="connsiteX1" fmla="*/ 280675 w 336734"/>
              <a:gd name="connsiteY1" fmla="*/ 27718 h 337280"/>
              <a:gd name="connsiteX2" fmla="*/ 280675 w 336734"/>
              <a:gd name="connsiteY2" fmla="*/ 7048 h 337280"/>
              <a:gd name="connsiteX3" fmla="*/ 273656 w 336734"/>
              <a:gd name="connsiteY3" fmla="*/ 0 h 337280"/>
              <a:gd name="connsiteX4" fmla="*/ 231541 w 336734"/>
              <a:gd name="connsiteY4" fmla="*/ 0 h 337280"/>
              <a:gd name="connsiteX5" fmla="*/ 224521 w 336734"/>
              <a:gd name="connsiteY5" fmla="*/ 7048 h 337280"/>
              <a:gd name="connsiteX6" fmla="*/ 224521 w 336734"/>
              <a:gd name="connsiteY6" fmla="*/ 27718 h 337280"/>
              <a:gd name="connsiteX7" fmla="*/ 112308 w 336734"/>
              <a:gd name="connsiteY7" fmla="*/ 27718 h 337280"/>
              <a:gd name="connsiteX8" fmla="*/ 112308 w 336734"/>
              <a:gd name="connsiteY8" fmla="*/ 7048 h 337280"/>
              <a:gd name="connsiteX9" fmla="*/ 105289 w 336734"/>
              <a:gd name="connsiteY9" fmla="*/ 0 h 337280"/>
              <a:gd name="connsiteX10" fmla="*/ 63173 w 336734"/>
              <a:gd name="connsiteY10" fmla="*/ 0 h 337280"/>
              <a:gd name="connsiteX11" fmla="*/ 56154 w 336734"/>
              <a:gd name="connsiteY11" fmla="*/ 7048 h 337280"/>
              <a:gd name="connsiteX12" fmla="*/ 56154 w 336734"/>
              <a:gd name="connsiteY12" fmla="*/ 27718 h 337280"/>
              <a:gd name="connsiteX13" fmla="*/ 7019 w 336734"/>
              <a:gd name="connsiteY13" fmla="*/ 27718 h 337280"/>
              <a:gd name="connsiteX14" fmla="*/ 0 w 336734"/>
              <a:gd name="connsiteY14" fmla="*/ 34766 h 337280"/>
              <a:gd name="connsiteX15" fmla="*/ 0 w 336734"/>
              <a:gd name="connsiteY15" fmla="*/ 330232 h 337280"/>
              <a:gd name="connsiteX16" fmla="*/ 7019 w 336734"/>
              <a:gd name="connsiteY16" fmla="*/ 337280 h 337280"/>
              <a:gd name="connsiteX17" fmla="*/ 329715 w 336734"/>
              <a:gd name="connsiteY17" fmla="*/ 337280 h 337280"/>
              <a:gd name="connsiteX18" fmla="*/ 336734 w 336734"/>
              <a:gd name="connsiteY18" fmla="*/ 330232 h 337280"/>
              <a:gd name="connsiteX19" fmla="*/ 336734 w 336734"/>
              <a:gd name="connsiteY19" fmla="*/ 34766 h 337280"/>
              <a:gd name="connsiteX20" fmla="*/ 329715 w 336734"/>
              <a:gd name="connsiteY20" fmla="*/ 27718 h 337280"/>
              <a:gd name="connsiteX21" fmla="*/ 266732 w 336734"/>
              <a:gd name="connsiteY21" fmla="*/ 14097 h 337280"/>
              <a:gd name="connsiteX22" fmla="*/ 266732 w 336734"/>
              <a:gd name="connsiteY22" fmla="*/ 56483 h 337280"/>
              <a:gd name="connsiteX23" fmla="*/ 238655 w 336734"/>
              <a:gd name="connsiteY23" fmla="*/ 56483 h 337280"/>
              <a:gd name="connsiteX24" fmla="*/ 238655 w 336734"/>
              <a:gd name="connsiteY24" fmla="*/ 36100 h 337280"/>
              <a:gd name="connsiteX25" fmla="*/ 238844 w 336734"/>
              <a:gd name="connsiteY25" fmla="*/ 34957 h 337280"/>
              <a:gd name="connsiteX26" fmla="*/ 238655 w 336734"/>
              <a:gd name="connsiteY26" fmla="*/ 33528 h 337280"/>
              <a:gd name="connsiteX27" fmla="*/ 238655 w 336734"/>
              <a:gd name="connsiteY27" fmla="*/ 14097 h 337280"/>
              <a:gd name="connsiteX28" fmla="*/ 266732 w 336734"/>
              <a:gd name="connsiteY28" fmla="*/ 14097 h 337280"/>
              <a:gd name="connsiteX29" fmla="*/ 70287 w 336734"/>
              <a:gd name="connsiteY29" fmla="*/ 14097 h 337280"/>
              <a:gd name="connsiteX30" fmla="*/ 98364 w 336734"/>
              <a:gd name="connsiteY30" fmla="*/ 14097 h 337280"/>
              <a:gd name="connsiteX31" fmla="*/ 98364 w 336734"/>
              <a:gd name="connsiteY31" fmla="*/ 56483 h 337280"/>
              <a:gd name="connsiteX32" fmla="*/ 70287 w 336734"/>
              <a:gd name="connsiteY32" fmla="*/ 56483 h 337280"/>
              <a:gd name="connsiteX33" fmla="*/ 70287 w 336734"/>
              <a:gd name="connsiteY33" fmla="*/ 14097 h 337280"/>
              <a:gd name="connsiteX34" fmla="*/ 56249 w 336734"/>
              <a:gd name="connsiteY34" fmla="*/ 41815 h 337280"/>
              <a:gd name="connsiteX35" fmla="*/ 56249 w 336734"/>
              <a:gd name="connsiteY35" fmla="*/ 63532 h 337280"/>
              <a:gd name="connsiteX36" fmla="*/ 63268 w 336734"/>
              <a:gd name="connsiteY36" fmla="*/ 70580 h 337280"/>
              <a:gd name="connsiteX37" fmla="*/ 105384 w 336734"/>
              <a:gd name="connsiteY37" fmla="*/ 70580 h 337280"/>
              <a:gd name="connsiteX38" fmla="*/ 112403 w 336734"/>
              <a:gd name="connsiteY38" fmla="*/ 63532 h 337280"/>
              <a:gd name="connsiteX39" fmla="*/ 112403 w 336734"/>
              <a:gd name="connsiteY39" fmla="*/ 42005 h 337280"/>
              <a:gd name="connsiteX40" fmla="*/ 224616 w 336734"/>
              <a:gd name="connsiteY40" fmla="*/ 42005 h 337280"/>
              <a:gd name="connsiteX41" fmla="*/ 224616 w 336734"/>
              <a:gd name="connsiteY41" fmla="*/ 63532 h 337280"/>
              <a:gd name="connsiteX42" fmla="*/ 231635 w 336734"/>
              <a:gd name="connsiteY42" fmla="*/ 70580 h 337280"/>
              <a:gd name="connsiteX43" fmla="*/ 273751 w 336734"/>
              <a:gd name="connsiteY43" fmla="*/ 70580 h 337280"/>
              <a:gd name="connsiteX44" fmla="*/ 280770 w 336734"/>
              <a:gd name="connsiteY44" fmla="*/ 63532 h 337280"/>
              <a:gd name="connsiteX45" fmla="*/ 280770 w 336734"/>
              <a:gd name="connsiteY45" fmla="*/ 41815 h 337280"/>
              <a:gd name="connsiteX46" fmla="*/ 322886 w 336734"/>
              <a:gd name="connsiteY46" fmla="*/ 41815 h 337280"/>
              <a:gd name="connsiteX47" fmla="*/ 322886 w 336734"/>
              <a:gd name="connsiteY47" fmla="*/ 98393 h 337280"/>
              <a:gd name="connsiteX48" fmla="*/ 14228 w 336734"/>
              <a:gd name="connsiteY48" fmla="*/ 98393 h 337280"/>
              <a:gd name="connsiteX49" fmla="*/ 14228 w 336734"/>
              <a:gd name="connsiteY49" fmla="*/ 41815 h 337280"/>
              <a:gd name="connsiteX50" fmla="*/ 56344 w 336734"/>
              <a:gd name="connsiteY50" fmla="*/ 41815 h 337280"/>
              <a:gd name="connsiteX51" fmla="*/ 14133 w 336734"/>
              <a:gd name="connsiteY51" fmla="*/ 323183 h 337280"/>
              <a:gd name="connsiteX52" fmla="*/ 14133 w 336734"/>
              <a:gd name="connsiteY52" fmla="*/ 112586 h 337280"/>
              <a:gd name="connsiteX53" fmla="*/ 322791 w 336734"/>
              <a:gd name="connsiteY53" fmla="*/ 112586 h 337280"/>
              <a:gd name="connsiteX54" fmla="*/ 322791 w 336734"/>
              <a:gd name="connsiteY54" fmla="*/ 323183 h 337280"/>
              <a:gd name="connsiteX55" fmla="*/ 14133 w 336734"/>
              <a:gd name="connsiteY55" fmla="*/ 323183 h 337280"/>
              <a:gd name="connsiteX56" fmla="*/ 302207 w 336734"/>
              <a:gd name="connsiteY56" fmla="*/ 168973 h 337280"/>
              <a:gd name="connsiteX57" fmla="*/ 309227 w 336734"/>
              <a:gd name="connsiteY57" fmla="*/ 161830 h 337280"/>
              <a:gd name="connsiteX58" fmla="*/ 302207 w 336734"/>
              <a:gd name="connsiteY58" fmla="*/ 154686 h 337280"/>
              <a:gd name="connsiteX59" fmla="*/ 238844 w 336734"/>
              <a:gd name="connsiteY59" fmla="*/ 154686 h 337280"/>
              <a:gd name="connsiteX60" fmla="*/ 238844 w 336734"/>
              <a:gd name="connsiteY60" fmla="*/ 133159 h 337280"/>
              <a:gd name="connsiteX61" fmla="*/ 231730 w 336734"/>
              <a:gd name="connsiteY61" fmla="*/ 126111 h 337280"/>
              <a:gd name="connsiteX62" fmla="*/ 224616 w 336734"/>
              <a:gd name="connsiteY62" fmla="*/ 133159 h 337280"/>
              <a:gd name="connsiteX63" fmla="*/ 224616 w 336734"/>
              <a:gd name="connsiteY63" fmla="*/ 154686 h 337280"/>
              <a:gd name="connsiteX64" fmla="*/ 168462 w 336734"/>
              <a:gd name="connsiteY64" fmla="*/ 154686 h 337280"/>
              <a:gd name="connsiteX65" fmla="*/ 168462 w 336734"/>
              <a:gd name="connsiteY65" fmla="*/ 133159 h 337280"/>
              <a:gd name="connsiteX66" fmla="*/ 161348 w 336734"/>
              <a:gd name="connsiteY66" fmla="*/ 126111 h 337280"/>
              <a:gd name="connsiteX67" fmla="*/ 154234 w 336734"/>
              <a:gd name="connsiteY67" fmla="*/ 133159 h 337280"/>
              <a:gd name="connsiteX68" fmla="*/ 154234 w 336734"/>
              <a:gd name="connsiteY68" fmla="*/ 154686 h 337280"/>
              <a:gd name="connsiteX69" fmla="*/ 98934 w 336734"/>
              <a:gd name="connsiteY69" fmla="*/ 154686 h 337280"/>
              <a:gd name="connsiteX70" fmla="*/ 98934 w 336734"/>
              <a:gd name="connsiteY70" fmla="*/ 133159 h 337280"/>
              <a:gd name="connsiteX71" fmla="*/ 91819 w 336734"/>
              <a:gd name="connsiteY71" fmla="*/ 126111 h 337280"/>
              <a:gd name="connsiteX72" fmla="*/ 84705 w 336734"/>
              <a:gd name="connsiteY72" fmla="*/ 133159 h 337280"/>
              <a:gd name="connsiteX73" fmla="*/ 84705 w 336734"/>
              <a:gd name="connsiteY73" fmla="*/ 154686 h 337280"/>
              <a:gd name="connsiteX74" fmla="*/ 35571 w 336734"/>
              <a:gd name="connsiteY74" fmla="*/ 154686 h 337280"/>
              <a:gd name="connsiteX75" fmla="*/ 28551 w 336734"/>
              <a:gd name="connsiteY75" fmla="*/ 161830 h 337280"/>
              <a:gd name="connsiteX76" fmla="*/ 35571 w 336734"/>
              <a:gd name="connsiteY76" fmla="*/ 168973 h 337280"/>
              <a:gd name="connsiteX77" fmla="*/ 84705 w 336734"/>
              <a:gd name="connsiteY77" fmla="*/ 168973 h 337280"/>
              <a:gd name="connsiteX78" fmla="*/ 84705 w 336734"/>
              <a:gd name="connsiteY78" fmla="*/ 211074 h 337280"/>
              <a:gd name="connsiteX79" fmla="*/ 35571 w 336734"/>
              <a:gd name="connsiteY79" fmla="*/ 211074 h 337280"/>
              <a:gd name="connsiteX80" fmla="*/ 28551 w 336734"/>
              <a:gd name="connsiteY80" fmla="*/ 217837 h 337280"/>
              <a:gd name="connsiteX81" fmla="*/ 35571 w 336734"/>
              <a:gd name="connsiteY81" fmla="*/ 224600 h 337280"/>
              <a:gd name="connsiteX82" fmla="*/ 84705 w 336734"/>
              <a:gd name="connsiteY82" fmla="*/ 224600 h 337280"/>
              <a:gd name="connsiteX83" fmla="*/ 84705 w 336734"/>
              <a:gd name="connsiteY83" fmla="*/ 267462 h 337280"/>
              <a:gd name="connsiteX84" fmla="*/ 35571 w 336734"/>
              <a:gd name="connsiteY84" fmla="*/ 267462 h 337280"/>
              <a:gd name="connsiteX85" fmla="*/ 28551 w 336734"/>
              <a:gd name="connsiteY85" fmla="*/ 274225 h 337280"/>
              <a:gd name="connsiteX86" fmla="*/ 35571 w 336734"/>
              <a:gd name="connsiteY86" fmla="*/ 280988 h 337280"/>
              <a:gd name="connsiteX87" fmla="*/ 84705 w 336734"/>
              <a:gd name="connsiteY87" fmla="*/ 280988 h 337280"/>
              <a:gd name="connsiteX88" fmla="*/ 84705 w 336734"/>
              <a:gd name="connsiteY88" fmla="*/ 302514 h 337280"/>
              <a:gd name="connsiteX89" fmla="*/ 91819 w 336734"/>
              <a:gd name="connsiteY89" fmla="*/ 309563 h 337280"/>
              <a:gd name="connsiteX90" fmla="*/ 98934 w 336734"/>
              <a:gd name="connsiteY90" fmla="*/ 302514 h 337280"/>
              <a:gd name="connsiteX91" fmla="*/ 98934 w 336734"/>
              <a:gd name="connsiteY91" fmla="*/ 280988 h 337280"/>
              <a:gd name="connsiteX92" fmla="*/ 154234 w 336734"/>
              <a:gd name="connsiteY92" fmla="*/ 280988 h 337280"/>
              <a:gd name="connsiteX93" fmla="*/ 154234 w 336734"/>
              <a:gd name="connsiteY93" fmla="*/ 302514 h 337280"/>
              <a:gd name="connsiteX94" fmla="*/ 161348 w 336734"/>
              <a:gd name="connsiteY94" fmla="*/ 309563 h 337280"/>
              <a:gd name="connsiteX95" fmla="*/ 168462 w 336734"/>
              <a:gd name="connsiteY95" fmla="*/ 302514 h 337280"/>
              <a:gd name="connsiteX96" fmla="*/ 168462 w 336734"/>
              <a:gd name="connsiteY96" fmla="*/ 280988 h 337280"/>
              <a:gd name="connsiteX97" fmla="*/ 224616 w 336734"/>
              <a:gd name="connsiteY97" fmla="*/ 280988 h 337280"/>
              <a:gd name="connsiteX98" fmla="*/ 224616 w 336734"/>
              <a:gd name="connsiteY98" fmla="*/ 302514 h 337280"/>
              <a:gd name="connsiteX99" fmla="*/ 231730 w 336734"/>
              <a:gd name="connsiteY99" fmla="*/ 309563 h 337280"/>
              <a:gd name="connsiteX100" fmla="*/ 238844 w 336734"/>
              <a:gd name="connsiteY100" fmla="*/ 302514 h 337280"/>
              <a:gd name="connsiteX101" fmla="*/ 238844 w 336734"/>
              <a:gd name="connsiteY101" fmla="*/ 280988 h 337280"/>
              <a:gd name="connsiteX102" fmla="*/ 302207 w 336734"/>
              <a:gd name="connsiteY102" fmla="*/ 280988 h 337280"/>
              <a:gd name="connsiteX103" fmla="*/ 309227 w 336734"/>
              <a:gd name="connsiteY103" fmla="*/ 274225 h 337280"/>
              <a:gd name="connsiteX104" fmla="*/ 302207 w 336734"/>
              <a:gd name="connsiteY104" fmla="*/ 267462 h 337280"/>
              <a:gd name="connsiteX105" fmla="*/ 238844 w 336734"/>
              <a:gd name="connsiteY105" fmla="*/ 267462 h 337280"/>
              <a:gd name="connsiteX106" fmla="*/ 238844 w 336734"/>
              <a:gd name="connsiteY106" fmla="*/ 224600 h 337280"/>
              <a:gd name="connsiteX107" fmla="*/ 302207 w 336734"/>
              <a:gd name="connsiteY107" fmla="*/ 224600 h 337280"/>
              <a:gd name="connsiteX108" fmla="*/ 309227 w 336734"/>
              <a:gd name="connsiteY108" fmla="*/ 217837 h 337280"/>
              <a:gd name="connsiteX109" fmla="*/ 302207 w 336734"/>
              <a:gd name="connsiteY109" fmla="*/ 211074 h 337280"/>
              <a:gd name="connsiteX110" fmla="*/ 238844 w 336734"/>
              <a:gd name="connsiteY110" fmla="*/ 211074 h 337280"/>
              <a:gd name="connsiteX111" fmla="*/ 238844 w 336734"/>
              <a:gd name="connsiteY111" fmla="*/ 168973 h 337280"/>
              <a:gd name="connsiteX112" fmla="*/ 302207 w 336734"/>
              <a:gd name="connsiteY112" fmla="*/ 168973 h 337280"/>
              <a:gd name="connsiteX113" fmla="*/ 98934 w 336734"/>
              <a:gd name="connsiteY113" fmla="*/ 168973 h 337280"/>
              <a:gd name="connsiteX114" fmla="*/ 154234 w 336734"/>
              <a:gd name="connsiteY114" fmla="*/ 168973 h 337280"/>
              <a:gd name="connsiteX115" fmla="*/ 154234 w 336734"/>
              <a:gd name="connsiteY115" fmla="*/ 211074 h 337280"/>
              <a:gd name="connsiteX116" fmla="*/ 98934 w 336734"/>
              <a:gd name="connsiteY116" fmla="*/ 211074 h 337280"/>
              <a:gd name="connsiteX117" fmla="*/ 98934 w 336734"/>
              <a:gd name="connsiteY117" fmla="*/ 168973 h 337280"/>
              <a:gd name="connsiteX118" fmla="*/ 98934 w 336734"/>
              <a:gd name="connsiteY118" fmla="*/ 267367 h 337280"/>
              <a:gd name="connsiteX119" fmla="*/ 98934 w 336734"/>
              <a:gd name="connsiteY119" fmla="*/ 224504 h 337280"/>
              <a:gd name="connsiteX120" fmla="*/ 154234 w 336734"/>
              <a:gd name="connsiteY120" fmla="*/ 224504 h 337280"/>
              <a:gd name="connsiteX121" fmla="*/ 154234 w 336734"/>
              <a:gd name="connsiteY121" fmla="*/ 267367 h 337280"/>
              <a:gd name="connsiteX122" fmla="*/ 98934 w 336734"/>
              <a:gd name="connsiteY122" fmla="*/ 267367 h 337280"/>
              <a:gd name="connsiteX123" fmla="*/ 224616 w 336734"/>
              <a:gd name="connsiteY123" fmla="*/ 267367 h 337280"/>
              <a:gd name="connsiteX124" fmla="*/ 168462 w 336734"/>
              <a:gd name="connsiteY124" fmla="*/ 267367 h 337280"/>
              <a:gd name="connsiteX125" fmla="*/ 168462 w 336734"/>
              <a:gd name="connsiteY125" fmla="*/ 224504 h 337280"/>
              <a:gd name="connsiteX126" fmla="*/ 224616 w 336734"/>
              <a:gd name="connsiteY126" fmla="*/ 224504 h 337280"/>
              <a:gd name="connsiteX127" fmla="*/ 224616 w 336734"/>
              <a:gd name="connsiteY127" fmla="*/ 267367 h 337280"/>
              <a:gd name="connsiteX128" fmla="*/ 224616 w 336734"/>
              <a:gd name="connsiteY128" fmla="*/ 211074 h 337280"/>
              <a:gd name="connsiteX129" fmla="*/ 168462 w 336734"/>
              <a:gd name="connsiteY129" fmla="*/ 211074 h 337280"/>
              <a:gd name="connsiteX130" fmla="*/ 168462 w 336734"/>
              <a:gd name="connsiteY130" fmla="*/ 168973 h 337280"/>
              <a:gd name="connsiteX131" fmla="*/ 224616 w 336734"/>
              <a:gd name="connsiteY131" fmla="*/ 168973 h 337280"/>
              <a:gd name="connsiteX132" fmla="*/ 224616 w 336734"/>
              <a:gd name="connsiteY132" fmla="*/ 211074 h 33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336734" h="337280">
                <a:moveTo>
                  <a:pt x="329810" y="27718"/>
                </a:moveTo>
                <a:lnTo>
                  <a:pt x="280675" y="27718"/>
                </a:lnTo>
                <a:lnTo>
                  <a:pt x="280675" y="7048"/>
                </a:lnTo>
                <a:cubicBezTo>
                  <a:pt x="280675" y="2381"/>
                  <a:pt x="278304" y="0"/>
                  <a:pt x="273656" y="0"/>
                </a:cubicBezTo>
                <a:lnTo>
                  <a:pt x="231541" y="0"/>
                </a:lnTo>
                <a:cubicBezTo>
                  <a:pt x="228031" y="0"/>
                  <a:pt x="224521" y="2381"/>
                  <a:pt x="224521" y="7048"/>
                </a:cubicBezTo>
                <a:lnTo>
                  <a:pt x="224521" y="27718"/>
                </a:lnTo>
                <a:lnTo>
                  <a:pt x="112308" y="27718"/>
                </a:lnTo>
                <a:lnTo>
                  <a:pt x="112308" y="7048"/>
                </a:lnTo>
                <a:cubicBezTo>
                  <a:pt x="112308" y="2381"/>
                  <a:pt x="109937" y="0"/>
                  <a:pt x="105289" y="0"/>
                </a:cubicBezTo>
                <a:lnTo>
                  <a:pt x="63173" y="0"/>
                </a:lnTo>
                <a:cubicBezTo>
                  <a:pt x="59664" y="0"/>
                  <a:pt x="56154" y="2381"/>
                  <a:pt x="56154" y="7048"/>
                </a:cubicBezTo>
                <a:lnTo>
                  <a:pt x="56154" y="27718"/>
                </a:lnTo>
                <a:lnTo>
                  <a:pt x="7019" y="27718"/>
                </a:lnTo>
                <a:cubicBezTo>
                  <a:pt x="3510" y="27718"/>
                  <a:pt x="0" y="30099"/>
                  <a:pt x="0" y="34766"/>
                </a:cubicBezTo>
                <a:lnTo>
                  <a:pt x="0" y="330232"/>
                </a:lnTo>
                <a:cubicBezTo>
                  <a:pt x="0" y="333756"/>
                  <a:pt x="3510" y="337280"/>
                  <a:pt x="7019" y="337280"/>
                </a:cubicBezTo>
                <a:lnTo>
                  <a:pt x="329715" y="337280"/>
                </a:lnTo>
                <a:cubicBezTo>
                  <a:pt x="334363" y="337280"/>
                  <a:pt x="336734" y="333756"/>
                  <a:pt x="336734" y="330232"/>
                </a:cubicBezTo>
                <a:lnTo>
                  <a:pt x="336734" y="34766"/>
                </a:lnTo>
                <a:cubicBezTo>
                  <a:pt x="336734" y="30099"/>
                  <a:pt x="334363" y="27718"/>
                  <a:pt x="329715" y="27718"/>
                </a:cubicBezTo>
                <a:close/>
                <a:moveTo>
                  <a:pt x="266732" y="14097"/>
                </a:moveTo>
                <a:lnTo>
                  <a:pt x="266732" y="56483"/>
                </a:lnTo>
                <a:lnTo>
                  <a:pt x="238655" y="56483"/>
                </a:lnTo>
                <a:lnTo>
                  <a:pt x="238655" y="36100"/>
                </a:lnTo>
                <a:cubicBezTo>
                  <a:pt x="238655" y="36100"/>
                  <a:pt x="238844" y="35338"/>
                  <a:pt x="238844" y="34957"/>
                </a:cubicBezTo>
                <a:cubicBezTo>
                  <a:pt x="238844" y="34385"/>
                  <a:pt x="238749" y="34004"/>
                  <a:pt x="238655" y="33528"/>
                </a:cubicBezTo>
                <a:lnTo>
                  <a:pt x="238655" y="14097"/>
                </a:lnTo>
                <a:lnTo>
                  <a:pt x="266732" y="14097"/>
                </a:lnTo>
                <a:close/>
                <a:moveTo>
                  <a:pt x="70287" y="14097"/>
                </a:moveTo>
                <a:lnTo>
                  <a:pt x="98364" y="14097"/>
                </a:lnTo>
                <a:lnTo>
                  <a:pt x="98364" y="56483"/>
                </a:lnTo>
                <a:lnTo>
                  <a:pt x="70287" y="56483"/>
                </a:lnTo>
                <a:lnTo>
                  <a:pt x="70287" y="14097"/>
                </a:lnTo>
                <a:close/>
                <a:moveTo>
                  <a:pt x="56249" y="41815"/>
                </a:moveTo>
                <a:lnTo>
                  <a:pt x="56249" y="63532"/>
                </a:lnTo>
                <a:cubicBezTo>
                  <a:pt x="56249" y="67056"/>
                  <a:pt x="59759" y="70580"/>
                  <a:pt x="63268" y="70580"/>
                </a:cubicBezTo>
                <a:lnTo>
                  <a:pt x="105384" y="70580"/>
                </a:lnTo>
                <a:cubicBezTo>
                  <a:pt x="110032" y="70580"/>
                  <a:pt x="112403" y="67056"/>
                  <a:pt x="112403" y="63532"/>
                </a:cubicBezTo>
                <a:lnTo>
                  <a:pt x="112403" y="42005"/>
                </a:lnTo>
                <a:lnTo>
                  <a:pt x="224616" y="42005"/>
                </a:lnTo>
                <a:lnTo>
                  <a:pt x="224616" y="63532"/>
                </a:lnTo>
                <a:cubicBezTo>
                  <a:pt x="224616" y="67056"/>
                  <a:pt x="228126" y="70580"/>
                  <a:pt x="231635" y="70580"/>
                </a:cubicBezTo>
                <a:lnTo>
                  <a:pt x="273751" y="70580"/>
                </a:lnTo>
                <a:cubicBezTo>
                  <a:pt x="278399" y="70580"/>
                  <a:pt x="280770" y="67056"/>
                  <a:pt x="280770" y="63532"/>
                </a:cubicBezTo>
                <a:lnTo>
                  <a:pt x="280770" y="41815"/>
                </a:lnTo>
                <a:lnTo>
                  <a:pt x="322886" y="41815"/>
                </a:lnTo>
                <a:lnTo>
                  <a:pt x="322886" y="98393"/>
                </a:lnTo>
                <a:lnTo>
                  <a:pt x="14228" y="98393"/>
                </a:lnTo>
                <a:lnTo>
                  <a:pt x="14228" y="41815"/>
                </a:lnTo>
                <a:lnTo>
                  <a:pt x="56344" y="41815"/>
                </a:lnTo>
                <a:close/>
                <a:moveTo>
                  <a:pt x="14133" y="323183"/>
                </a:moveTo>
                <a:lnTo>
                  <a:pt x="14133" y="112586"/>
                </a:lnTo>
                <a:lnTo>
                  <a:pt x="322791" y="112586"/>
                </a:lnTo>
                <a:lnTo>
                  <a:pt x="322791" y="323183"/>
                </a:lnTo>
                <a:lnTo>
                  <a:pt x="14133" y="323183"/>
                </a:lnTo>
                <a:close/>
                <a:moveTo>
                  <a:pt x="302207" y="168973"/>
                </a:moveTo>
                <a:cubicBezTo>
                  <a:pt x="306855" y="168973"/>
                  <a:pt x="309227" y="165449"/>
                  <a:pt x="309227" y="161830"/>
                </a:cubicBezTo>
                <a:cubicBezTo>
                  <a:pt x="309227" y="157067"/>
                  <a:pt x="306855" y="154686"/>
                  <a:pt x="302207" y="154686"/>
                </a:cubicBezTo>
                <a:lnTo>
                  <a:pt x="238844" y="154686"/>
                </a:lnTo>
                <a:lnTo>
                  <a:pt x="238844" y="133159"/>
                </a:lnTo>
                <a:cubicBezTo>
                  <a:pt x="238844" y="128492"/>
                  <a:pt x="236473" y="126111"/>
                  <a:pt x="231730" y="126111"/>
                </a:cubicBezTo>
                <a:cubicBezTo>
                  <a:pt x="228221" y="126111"/>
                  <a:pt x="224616" y="128492"/>
                  <a:pt x="224616" y="133159"/>
                </a:cubicBezTo>
                <a:lnTo>
                  <a:pt x="224616" y="154686"/>
                </a:lnTo>
                <a:lnTo>
                  <a:pt x="168462" y="154686"/>
                </a:lnTo>
                <a:lnTo>
                  <a:pt x="168462" y="133159"/>
                </a:lnTo>
                <a:cubicBezTo>
                  <a:pt x="168462" y="128492"/>
                  <a:pt x="166091" y="126111"/>
                  <a:pt x="161348" y="126111"/>
                </a:cubicBezTo>
                <a:cubicBezTo>
                  <a:pt x="157838" y="126111"/>
                  <a:pt x="154234" y="128492"/>
                  <a:pt x="154234" y="133159"/>
                </a:cubicBezTo>
                <a:lnTo>
                  <a:pt x="154234" y="154686"/>
                </a:lnTo>
                <a:lnTo>
                  <a:pt x="98934" y="154686"/>
                </a:lnTo>
                <a:lnTo>
                  <a:pt x="98934" y="133159"/>
                </a:lnTo>
                <a:cubicBezTo>
                  <a:pt x="98934" y="128492"/>
                  <a:pt x="96562" y="126111"/>
                  <a:pt x="91819" y="126111"/>
                </a:cubicBezTo>
                <a:cubicBezTo>
                  <a:pt x="88310" y="126111"/>
                  <a:pt x="84705" y="128492"/>
                  <a:pt x="84705" y="133159"/>
                </a:cubicBezTo>
                <a:lnTo>
                  <a:pt x="84705" y="154686"/>
                </a:lnTo>
                <a:lnTo>
                  <a:pt x="35571" y="154686"/>
                </a:lnTo>
                <a:cubicBezTo>
                  <a:pt x="32061" y="154686"/>
                  <a:pt x="28551" y="157067"/>
                  <a:pt x="28551" y="161830"/>
                </a:cubicBezTo>
                <a:cubicBezTo>
                  <a:pt x="28551" y="165354"/>
                  <a:pt x="32061" y="168973"/>
                  <a:pt x="35571" y="168973"/>
                </a:cubicBezTo>
                <a:lnTo>
                  <a:pt x="84705" y="168973"/>
                </a:lnTo>
                <a:lnTo>
                  <a:pt x="84705" y="211074"/>
                </a:lnTo>
                <a:lnTo>
                  <a:pt x="35571" y="211074"/>
                </a:lnTo>
                <a:cubicBezTo>
                  <a:pt x="32061" y="211074"/>
                  <a:pt x="28551" y="213360"/>
                  <a:pt x="28551" y="217837"/>
                </a:cubicBezTo>
                <a:cubicBezTo>
                  <a:pt x="28551" y="221171"/>
                  <a:pt x="32061" y="224600"/>
                  <a:pt x="35571" y="224600"/>
                </a:cubicBezTo>
                <a:lnTo>
                  <a:pt x="84705" y="224600"/>
                </a:lnTo>
                <a:lnTo>
                  <a:pt x="84705" y="267462"/>
                </a:lnTo>
                <a:lnTo>
                  <a:pt x="35571" y="267462"/>
                </a:lnTo>
                <a:cubicBezTo>
                  <a:pt x="32061" y="267462"/>
                  <a:pt x="28551" y="269748"/>
                  <a:pt x="28551" y="274225"/>
                </a:cubicBezTo>
                <a:cubicBezTo>
                  <a:pt x="28551" y="277559"/>
                  <a:pt x="32061" y="280988"/>
                  <a:pt x="35571" y="280988"/>
                </a:cubicBezTo>
                <a:lnTo>
                  <a:pt x="84705" y="280988"/>
                </a:lnTo>
                <a:lnTo>
                  <a:pt x="84705" y="302514"/>
                </a:lnTo>
                <a:cubicBezTo>
                  <a:pt x="84705" y="306038"/>
                  <a:pt x="88215" y="309563"/>
                  <a:pt x="91819" y="309563"/>
                </a:cubicBezTo>
                <a:cubicBezTo>
                  <a:pt x="96562" y="309563"/>
                  <a:pt x="98934" y="306038"/>
                  <a:pt x="98934" y="302514"/>
                </a:cubicBezTo>
                <a:lnTo>
                  <a:pt x="98934" y="280988"/>
                </a:lnTo>
                <a:lnTo>
                  <a:pt x="154234" y="280988"/>
                </a:lnTo>
                <a:lnTo>
                  <a:pt x="154234" y="302514"/>
                </a:lnTo>
                <a:cubicBezTo>
                  <a:pt x="154234" y="306038"/>
                  <a:pt x="157743" y="309563"/>
                  <a:pt x="161348" y="309563"/>
                </a:cubicBezTo>
                <a:cubicBezTo>
                  <a:pt x="166091" y="309563"/>
                  <a:pt x="168462" y="306038"/>
                  <a:pt x="168462" y="302514"/>
                </a:cubicBezTo>
                <a:lnTo>
                  <a:pt x="168462" y="280988"/>
                </a:lnTo>
                <a:lnTo>
                  <a:pt x="224616" y="280988"/>
                </a:lnTo>
                <a:lnTo>
                  <a:pt x="224616" y="302514"/>
                </a:lnTo>
                <a:cubicBezTo>
                  <a:pt x="224616" y="306038"/>
                  <a:pt x="228126" y="309563"/>
                  <a:pt x="231730" y="309563"/>
                </a:cubicBezTo>
                <a:cubicBezTo>
                  <a:pt x="236473" y="309563"/>
                  <a:pt x="238844" y="306038"/>
                  <a:pt x="238844" y="302514"/>
                </a:cubicBezTo>
                <a:lnTo>
                  <a:pt x="238844" y="280988"/>
                </a:lnTo>
                <a:lnTo>
                  <a:pt x="302207" y="280988"/>
                </a:lnTo>
                <a:cubicBezTo>
                  <a:pt x="306855" y="280988"/>
                  <a:pt x="309227" y="277654"/>
                  <a:pt x="309227" y="274225"/>
                </a:cubicBezTo>
                <a:cubicBezTo>
                  <a:pt x="309227" y="269748"/>
                  <a:pt x="306855" y="267462"/>
                  <a:pt x="302207" y="267462"/>
                </a:cubicBezTo>
                <a:lnTo>
                  <a:pt x="238844" y="267462"/>
                </a:lnTo>
                <a:lnTo>
                  <a:pt x="238844" y="224600"/>
                </a:lnTo>
                <a:lnTo>
                  <a:pt x="302207" y="224600"/>
                </a:lnTo>
                <a:cubicBezTo>
                  <a:pt x="306855" y="224600"/>
                  <a:pt x="309227" y="221266"/>
                  <a:pt x="309227" y="217837"/>
                </a:cubicBezTo>
                <a:cubicBezTo>
                  <a:pt x="309227" y="213360"/>
                  <a:pt x="306855" y="211074"/>
                  <a:pt x="302207" y="211074"/>
                </a:cubicBezTo>
                <a:lnTo>
                  <a:pt x="238844" y="211074"/>
                </a:lnTo>
                <a:lnTo>
                  <a:pt x="238844" y="168973"/>
                </a:lnTo>
                <a:lnTo>
                  <a:pt x="302207" y="168973"/>
                </a:lnTo>
                <a:close/>
                <a:moveTo>
                  <a:pt x="98934" y="168973"/>
                </a:moveTo>
                <a:lnTo>
                  <a:pt x="154234" y="168973"/>
                </a:lnTo>
                <a:lnTo>
                  <a:pt x="154234" y="211074"/>
                </a:lnTo>
                <a:lnTo>
                  <a:pt x="98934" y="211074"/>
                </a:lnTo>
                <a:lnTo>
                  <a:pt x="98934" y="168973"/>
                </a:lnTo>
                <a:close/>
                <a:moveTo>
                  <a:pt x="98934" y="267367"/>
                </a:moveTo>
                <a:lnTo>
                  <a:pt x="98934" y="224504"/>
                </a:lnTo>
                <a:lnTo>
                  <a:pt x="154234" y="224504"/>
                </a:lnTo>
                <a:lnTo>
                  <a:pt x="154234" y="267367"/>
                </a:lnTo>
                <a:lnTo>
                  <a:pt x="98934" y="267367"/>
                </a:lnTo>
                <a:close/>
                <a:moveTo>
                  <a:pt x="224616" y="267367"/>
                </a:moveTo>
                <a:lnTo>
                  <a:pt x="168462" y="267367"/>
                </a:lnTo>
                <a:lnTo>
                  <a:pt x="168462" y="224504"/>
                </a:lnTo>
                <a:lnTo>
                  <a:pt x="224616" y="224504"/>
                </a:lnTo>
                <a:lnTo>
                  <a:pt x="224616" y="267367"/>
                </a:lnTo>
                <a:close/>
                <a:moveTo>
                  <a:pt x="224616" y="211074"/>
                </a:moveTo>
                <a:lnTo>
                  <a:pt x="168462" y="211074"/>
                </a:lnTo>
                <a:lnTo>
                  <a:pt x="168462" y="168973"/>
                </a:lnTo>
                <a:lnTo>
                  <a:pt x="224616" y="168973"/>
                </a:lnTo>
                <a:lnTo>
                  <a:pt x="224616" y="211074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3" name="Graphic 32">
            <a:extLst>
              <a:ext uri="{FF2B5EF4-FFF2-40B4-BE49-F238E27FC236}">
                <a16:creationId xmlns:a16="http://schemas.microsoft.com/office/drawing/2014/main" id="{7695F0B0-7770-121E-2812-149DD887595A}"/>
              </a:ext>
            </a:extLst>
          </p:cNvPr>
          <p:cNvSpPr/>
          <p:nvPr/>
        </p:nvSpPr>
        <p:spPr>
          <a:xfrm>
            <a:off x="3003930" y="1465830"/>
            <a:ext cx="447725" cy="448451"/>
          </a:xfrm>
          <a:custGeom>
            <a:avLst/>
            <a:gdLst>
              <a:gd name="connsiteX0" fmla="*/ 329810 w 336734"/>
              <a:gd name="connsiteY0" fmla="*/ 27718 h 337280"/>
              <a:gd name="connsiteX1" fmla="*/ 280675 w 336734"/>
              <a:gd name="connsiteY1" fmla="*/ 27718 h 337280"/>
              <a:gd name="connsiteX2" fmla="*/ 280675 w 336734"/>
              <a:gd name="connsiteY2" fmla="*/ 7048 h 337280"/>
              <a:gd name="connsiteX3" fmla="*/ 273656 w 336734"/>
              <a:gd name="connsiteY3" fmla="*/ 0 h 337280"/>
              <a:gd name="connsiteX4" fmla="*/ 231541 w 336734"/>
              <a:gd name="connsiteY4" fmla="*/ 0 h 337280"/>
              <a:gd name="connsiteX5" fmla="*/ 224521 w 336734"/>
              <a:gd name="connsiteY5" fmla="*/ 7048 h 337280"/>
              <a:gd name="connsiteX6" fmla="*/ 224521 w 336734"/>
              <a:gd name="connsiteY6" fmla="*/ 27718 h 337280"/>
              <a:gd name="connsiteX7" fmla="*/ 112308 w 336734"/>
              <a:gd name="connsiteY7" fmla="*/ 27718 h 337280"/>
              <a:gd name="connsiteX8" fmla="*/ 112308 w 336734"/>
              <a:gd name="connsiteY8" fmla="*/ 7048 h 337280"/>
              <a:gd name="connsiteX9" fmla="*/ 105289 w 336734"/>
              <a:gd name="connsiteY9" fmla="*/ 0 h 337280"/>
              <a:gd name="connsiteX10" fmla="*/ 63173 w 336734"/>
              <a:gd name="connsiteY10" fmla="*/ 0 h 337280"/>
              <a:gd name="connsiteX11" fmla="*/ 56154 w 336734"/>
              <a:gd name="connsiteY11" fmla="*/ 7048 h 337280"/>
              <a:gd name="connsiteX12" fmla="*/ 56154 w 336734"/>
              <a:gd name="connsiteY12" fmla="*/ 27718 h 337280"/>
              <a:gd name="connsiteX13" fmla="*/ 7019 w 336734"/>
              <a:gd name="connsiteY13" fmla="*/ 27718 h 337280"/>
              <a:gd name="connsiteX14" fmla="*/ 0 w 336734"/>
              <a:gd name="connsiteY14" fmla="*/ 34766 h 337280"/>
              <a:gd name="connsiteX15" fmla="*/ 0 w 336734"/>
              <a:gd name="connsiteY15" fmla="*/ 330232 h 337280"/>
              <a:gd name="connsiteX16" fmla="*/ 7019 w 336734"/>
              <a:gd name="connsiteY16" fmla="*/ 337280 h 337280"/>
              <a:gd name="connsiteX17" fmla="*/ 329715 w 336734"/>
              <a:gd name="connsiteY17" fmla="*/ 337280 h 337280"/>
              <a:gd name="connsiteX18" fmla="*/ 336734 w 336734"/>
              <a:gd name="connsiteY18" fmla="*/ 330232 h 337280"/>
              <a:gd name="connsiteX19" fmla="*/ 336734 w 336734"/>
              <a:gd name="connsiteY19" fmla="*/ 34766 h 337280"/>
              <a:gd name="connsiteX20" fmla="*/ 329715 w 336734"/>
              <a:gd name="connsiteY20" fmla="*/ 27718 h 337280"/>
              <a:gd name="connsiteX21" fmla="*/ 266732 w 336734"/>
              <a:gd name="connsiteY21" fmla="*/ 14097 h 337280"/>
              <a:gd name="connsiteX22" fmla="*/ 266732 w 336734"/>
              <a:gd name="connsiteY22" fmla="*/ 56483 h 337280"/>
              <a:gd name="connsiteX23" fmla="*/ 238655 w 336734"/>
              <a:gd name="connsiteY23" fmla="*/ 56483 h 337280"/>
              <a:gd name="connsiteX24" fmla="*/ 238655 w 336734"/>
              <a:gd name="connsiteY24" fmla="*/ 36100 h 337280"/>
              <a:gd name="connsiteX25" fmla="*/ 238844 w 336734"/>
              <a:gd name="connsiteY25" fmla="*/ 34957 h 337280"/>
              <a:gd name="connsiteX26" fmla="*/ 238655 w 336734"/>
              <a:gd name="connsiteY26" fmla="*/ 33528 h 337280"/>
              <a:gd name="connsiteX27" fmla="*/ 238655 w 336734"/>
              <a:gd name="connsiteY27" fmla="*/ 14097 h 337280"/>
              <a:gd name="connsiteX28" fmla="*/ 266732 w 336734"/>
              <a:gd name="connsiteY28" fmla="*/ 14097 h 337280"/>
              <a:gd name="connsiteX29" fmla="*/ 70287 w 336734"/>
              <a:gd name="connsiteY29" fmla="*/ 14097 h 337280"/>
              <a:gd name="connsiteX30" fmla="*/ 98364 w 336734"/>
              <a:gd name="connsiteY30" fmla="*/ 14097 h 337280"/>
              <a:gd name="connsiteX31" fmla="*/ 98364 w 336734"/>
              <a:gd name="connsiteY31" fmla="*/ 56483 h 337280"/>
              <a:gd name="connsiteX32" fmla="*/ 70287 w 336734"/>
              <a:gd name="connsiteY32" fmla="*/ 56483 h 337280"/>
              <a:gd name="connsiteX33" fmla="*/ 70287 w 336734"/>
              <a:gd name="connsiteY33" fmla="*/ 14097 h 337280"/>
              <a:gd name="connsiteX34" fmla="*/ 56249 w 336734"/>
              <a:gd name="connsiteY34" fmla="*/ 41815 h 337280"/>
              <a:gd name="connsiteX35" fmla="*/ 56249 w 336734"/>
              <a:gd name="connsiteY35" fmla="*/ 63532 h 337280"/>
              <a:gd name="connsiteX36" fmla="*/ 63268 w 336734"/>
              <a:gd name="connsiteY36" fmla="*/ 70580 h 337280"/>
              <a:gd name="connsiteX37" fmla="*/ 105384 w 336734"/>
              <a:gd name="connsiteY37" fmla="*/ 70580 h 337280"/>
              <a:gd name="connsiteX38" fmla="*/ 112403 w 336734"/>
              <a:gd name="connsiteY38" fmla="*/ 63532 h 337280"/>
              <a:gd name="connsiteX39" fmla="*/ 112403 w 336734"/>
              <a:gd name="connsiteY39" fmla="*/ 42005 h 337280"/>
              <a:gd name="connsiteX40" fmla="*/ 224616 w 336734"/>
              <a:gd name="connsiteY40" fmla="*/ 42005 h 337280"/>
              <a:gd name="connsiteX41" fmla="*/ 224616 w 336734"/>
              <a:gd name="connsiteY41" fmla="*/ 63532 h 337280"/>
              <a:gd name="connsiteX42" fmla="*/ 231635 w 336734"/>
              <a:gd name="connsiteY42" fmla="*/ 70580 h 337280"/>
              <a:gd name="connsiteX43" fmla="*/ 273751 w 336734"/>
              <a:gd name="connsiteY43" fmla="*/ 70580 h 337280"/>
              <a:gd name="connsiteX44" fmla="*/ 280770 w 336734"/>
              <a:gd name="connsiteY44" fmla="*/ 63532 h 337280"/>
              <a:gd name="connsiteX45" fmla="*/ 280770 w 336734"/>
              <a:gd name="connsiteY45" fmla="*/ 41815 h 337280"/>
              <a:gd name="connsiteX46" fmla="*/ 322886 w 336734"/>
              <a:gd name="connsiteY46" fmla="*/ 41815 h 337280"/>
              <a:gd name="connsiteX47" fmla="*/ 322886 w 336734"/>
              <a:gd name="connsiteY47" fmla="*/ 98393 h 337280"/>
              <a:gd name="connsiteX48" fmla="*/ 14228 w 336734"/>
              <a:gd name="connsiteY48" fmla="*/ 98393 h 337280"/>
              <a:gd name="connsiteX49" fmla="*/ 14228 w 336734"/>
              <a:gd name="connsiteY49" fmla="*/ 41815 h 337280"/>
              <a:gd name="connsiteX50" fmla="*/ 56344 w 336734"/>
              <a:gd name="connsiteY50" fmla="*/ 41815 h 337280"/>
              <a:gd name="connsiteX51" fmla="*/ 14133 w 336734"/>
              <a:gd name="connsiteY51" fmla="*/ 323183 h 337280"/>
              <a:gd name="connsiteX52" fmla="*/ 14133 w 336734"/>
              <a:gd name="connsiteY52" fmla="*/ 112586 h 337280"/>
              <a:gd name="connsiteX53" fmla="*/ 322791 w 336734"/>
              <a:gd name="connsiteY53" fmla="*/ 112586 h 337280"/>
              <a:gd name="connsiteX54" fmla="*/ 322791 w 336734"/>
              <a:gd name="connsiteY54" fmla="*/ 323183 h 337280"/>
              <a:gd name="connsiteX55" fmla="*/ 14133 w 336734"/>
              <a:gd name="connsiteY55" fmla="*/ 323183 h 337280"/>
              <a:gd name="connsiteX56" fmla="*/ 302207 w 336734"/>
              <a:gd name="connsiteY56" fmla="*/ 168973 h 337280"/>
              <a:gd name="connsiteX57" fmla="*/ 309227 w 336734"/>
              <a:gd name="connsiteY57" fmla="*/ 161830 h 337280"/>
              <a:gd name="connsiteX58" fmla="*/ 302207 w 336734"/>
              <a:gd name="connsiteY58" fmla="*/ 154686 h 337280"/>
              <a:gd name="connsiteX59" fmla="*/ 238844 w 336734"/>
              <a:gd name="connsiteY59" fmla="*/ 154686 h 337280"/>
              <a:gd name="connsiteX60" fmla="*/ 238844 w 336734"/>
              <a:gd name="connsiteY60" fmla="*/ 133159 h 337280"/>
              <a:gd name="connsiteX61" fmla="*/ 231730 w 336734"/>
              <a:gd name="connsiteY61" fmla="*/ 126111 h 337280"/>
              <a:gd name="connsiteX62" fmla="*/ 224616 w 336734"/>
              <a:gd name="connsiteY62" fmla="*/ 133159 h 337280"/>
              <a:gd name="connsiteX63" fmla="*/ 224616 w 336734"/>
              <a:gd name="connsiteY63" fmla="*/ 154686 h 337280"/>
              <a:gd name="connsiteX64" fmla="*/ 168462 w 336734"/>
              <a:gd name="connsiteY64" fmla="*/ 154686 h 337280"/>
              <a:gd name="connsiteX65" fmla="*/ 168462 w 336734"/>
              <a:gd name="connsiteY65" fmla="*/ 133159 h 337280"/>
              <a:gd name="connsiteX66" fmla="*/ 161348 w 336734"/>
              <a:gd name="connsiteY66" fmla="*/ 126111 h 337280"/>
              <a:gd name="connsiteX67" fmla="*/ 154234 w 336734"/>
              <a:gd name="connsiteY67" fmla="*/ 133159 h 337280"/>
              <a:gd name="connsiteX68" fmla="*/ 154234 w 336734"/>
              <a:gd name="connsiteY68" fmla="*/ 154686 h 337280"/>
              <a:gd name="connsiteX69" fmla="*/ 98934 w 336734"/>
              <a:gd name="connsiteY69" fmla="*/ 154686 h 337280"/>
              <a:gd name="connsiteX70" fmla="*/ 98934 w 336734"/>
              <a:gd name="connsiteY70" fmla="*/ 133159 h 337280"/>
              <a:gd name="connsiteX71" fmla="*/ 91819 w 336734"/>
              <a:gd name="connsiteY71" fmla="*/ 126111 h 337280"/>
              <a:gd name="connsiteX72" fmla="*/ 84705 w 336734"/>
              <a:gd name="connsiteY72" fmla="*/ 133159 h 337280"/>
              <a:gd name="connsiteX73" fmla="*/ 84705 w 336734"/>
              <a:gd name="connsiteY73" fmla="*/ 154686 h 337280"/>
              <a:gd name="connsiteX74" fmla="*/ 35571 w 336734"/>
              <a:gd name="connsiteY74" fmla="*/ 154686 h 337280"/>
              <a:gd name="connsiteX75" fmla="*/ 28551 w 336734"/>
              <a:gd name="connsiteY75" fmla="*/ 161830 h 337280"/>
              <a:gd name="connsiteX76" fmla="*/ 35571 w 336734"/>
              <a:gd name="connsiteY76" fmla="*/ 168973 h 337280"/>
              <a:gd name="connsiteX77" fmla="*/ 84705 w 336734"/>
              <a:gd name="connsiteY77" fmla="*/ 168973 h 337280"/>
              <a:gd name="connsiteX78" fmla="*/ 84705 w 336734"/>
              <a:gd name="connsiteY78" fmla="*/ 211074 h 337280"/>
              <a:gd name="connsiteX79" fmla="*/ 35571 w 336734"/>
              <a:gd name="connsiteY79" fmla="*/ 211074 h 337280"/>
              <a:gd name="connsiteX80" fmla="*/ 28551 w 336734"/>
              <a:gd name="connsiteY80" fmla="*/ 217837 h 337280"/>
              <a:gd name="connsiteX81" fmla="*/ 35571 w 336734"/>
              <a:gd name="connsiteY81" fmla="*/ 224600 h 337280"/>
              <a:gd name="connsiteX82" fmla="*/ 84705 w 336734"/>
              <a:gd name="connsiteY82" fmla="*/ 224600 h 337280"/>
              <a:gd name="connsiteX83" fmla="*/ 84705 w 336734"/>
              <a:gd name="connsiteY83" fmla="*/ 267462 h 337280"/>
              <a:gd name="connsiteX84" fmla="*/ 35571 w 336734"/>
              <a:gd name="connsiteY84" fmla="*/ 267462 h 337280"/>
              <a:gd name="connsiteX85" fmla="*/ 28551 w 336734"/>
              <a:gd name="connsiteY85" fmla="*/ 274225 h 337280"/>
              <a:gd name="connsiteX86" fmla="*/ 35571 w 336734"/>
              <a:gd name="connsiteY86" fmla="*/ 280988 h 337280"/>
              <a:gd name="connsiteX87" fmla="*/ 84705 w 336734"/>
              <a:gd name="connsiteY87" fmla="*/ 280988 h 337280"/>
              <a:gd name="connsiteX88" fmla="*/ 84705 w 336734"/>
              <a:gd name="connsiteY88" fmla="*/ 302514 h 337280"/>
              <a:gd name="connsiteX89" fmla="*/ 91819 w 336734"/>
              <a:gd name="connsiteY89" fmla="*/ 309563 h 337280"/>
              <a:gd name="connsiteX90" fmla="*/ 98934 w 336734"/>
              <a:gd name="connsiteY90" fmla="*/ 302514 h 337280"/>
              <a:gd name="connsiteX91" fmla="*/ 98934 w 336734"/>
              <a:gd name="connsiteY91" fmla="*/ 280988 h 337280"/>
              <a:gd name="connsiteX92" fmla="*/ 154234 w 336734"/>
              <a:gd name="connsiteY92" fmla="*/ 280988 h 337280"/>
              <a:gd name="connsiteX93" fmla="*/ 154234 w 336734"/>
              <a:gd name="connsiteY93" fmla="*/ 302514 h 337280"/>
              <a:gd name="connsiteX94" fmla="*/ 161348 w 336734"/>
              <a:gd name="connsiteY94" fmla="*/ 309563 h 337280"/>
              <a:gd name="connsiteX95" fmla="*/ 168462 w 336734"/>
              <a:gd name="connsiteY95" fmla="*/ 302514 h 337280"/>
              <a:gd name="connsiteX96" fmla="*/ 168462 w 336734"/>
              <a:gd name="connsiteY96" fmla="*/ 280988 h 337280"/>
              <a:gd name="connsiteX97" fmla="*/ 224616 w 336734"/>
              <a:gd name="connsiteY97" fmla="*/ 280988 h 337280"/>
              <a:gd name="connsiteX98" fmla="*/ 224616 w 336734"/>
              <a:gd name="connsiteY98" fmla="*/ 302514 h 337280"/>
              <a:gd name="connsiteX99" fmla="*/ 231730 w 336734"/>
              <a:gd name="connsiteY99" fmla="*/ 309563 h 337280"/>
              <a:gd name="connsiteX100" fmla="*/ 238844 w 336734"/>
              <a:gd name="connsiteY100" fmla="*/ 302514 h 337280"/>
              <a:gd name="connsiteX101" fmla="*/ 238844 w 336734"/>
              <a:gd name="connsiteY101" fmla="*/ 280988 h 337280"/>
              <a:gd name="connsiteX102" fmla="*/ 302207 w 336734"/>
              <a:gd name="connsiteY102" fmla="*/ 280988 h 337280"/>
              <a:gd name="connsiteX103" fmla="*/ 309227 w 336734"/>
              <a:gd name="connsiteY103" fmla="*/ 274225 h 337280"/>
              <a:gd name="connsiteX104" fmla="*/ 302207 w 336734"/>
              <a:gd name="connsiteY104" fmla="*/ 267462 h 337280"/>
              <a:gd name="connsiteX105" fmla="*/ 238844 w 336734"/>
              <a:gd name="connsiteY105" fmla="*/ 267462 h 337280"/>
              <a:gd name="connsiteX106" fmla="*/ 238844 w 336734"/>
              <a:gd name="connsiteY106" fmla="*/ 224600 h 337280"/>
              <a:gd name="connsiteX107" fmla="*/ 302207 w 336734"/>
              <a:gd name="connsiteY107" fmla="*/ 224600 h 337280"/>
              <a:gd name="connsiteX108" fmla="*/ 309227 w 336734"/>
              <a:gd name="connsiteY108" fmla="*/ 217837 h 337280"/>
              <a:gd name="connsiteX109" fmla="*/ 302207 w 336734"/>
              <a:gd name="connsiteY109" fmla="*/ 211074 h 337280"/>
              <a:gd name="connsiteX110" fmla="*/ 238844 w 336734"/>
              <a:gd name="connsiteY110" fmla="*/ 211074 h 337280"/>
              <a:gd name="connsiteX111" fmla="*/ 238844 w 336734"/>
              <a:gd name="connsiteY111" fmla="*/ 168973 h 337280"/>
              <a:gd name="connsiteX112" fmla="*/ 302207 w 336734"/>
              <a:gd name="connsiteY112" fmla="*/ 168973 h 337280"/>
              <a:gd name="connsiteX113" fmla="*/ 98934 w 336734"/>
              <a:gd name="connsiteY113" fmla="*/ 168973 h 337280"/>
              <a:gd name="connsiteX114" fmla="*/ 154234 w 336734"/>
              <a:gd name="connsiteY114" fmla="*/ 168973 h 337280"/>
              <a:gd name="connsiteX115" fmla="*/ 154234 w 336734"/>
              <a:gd name="connsiteY115" fmla="*/ 211074 h 337280"/>
              <a:gd name="connsiteX116" fmla="*/ 98934 w 336734"/>
              <a:gd name="connsiteY116" fmla="*/ 211074 h 337280"/>
              <a:gd name="connsiteX117" fmla="*/ 98934 w 336734"/>
              <a:gd name="connsiteY117" fmla="*/ 168973 h 337280"/>
              <a:gd name="connsiteX118" fmla="*/ 98934 w 336734"/>
              <a:gd name="connsiteY118" fmla="*/ 267367 h 337280"/>
              <a:gd name="connsiteX119" fmla="*/ 98934 w 336734"/>
              <a:gd name="connsiteY119" fmla="*/ 224504 h 337280"/>
              <a:gd name="connsiteX120" fmla="*/ 154234 w 336734"/>
              <a:gd name="connsiteY120" fmla="*/ 224504 h 337280"/>
              <a:gd name="connsiteX121" fmla="*/ 154234 w 336734"/>
              <a:gd name="connsiteY121" fmla="*/ 267367 h 337280"/>
              <a:gd name="connsiteX122" fmla="*/ 98934 w 336734"/>
              <a:gd name="connsiteY122" fmla="*/ 267367 h 337280"/>
              <a:gd name="connsiteX123" fmla="*/ 224616 w 336734"/>
              <a:gd name="connsiteY123" fmla="*/ 267367 h 337280"/>
              <a:gd name="connsiteX124" fmla="*/ 168462 w 336734"/>
              <a:gd name="connsiteY124" fmla="*/ 267367 h 337280"/>
              <a:gd name="connsiteX125" fmla="*/ 168462 w 336734"/>
              <a:gd name="connsiteY125" fmla="*/ 224504 h 337280"/>
              <a:gd name="connsiteX126" fmla="*/ 224616 w 336734"/>
              <a:gd name="connsiteY126" fmla="*/ 224504 h 337280"/>
              <a:gd name="connsiteX127" fmla="*/ 224616 w 336734"/>
              <a:gd name="connsiteY127" fmla="*/ 267367 h 337280"/>
              <a:gd name="connsiteX128" fmla="*/ 224616 w 336734"/>
              <a:gd name="connsiteY128" fmla="*/ 211074 h 337280"/>
              <a:gd name="connsiteX129" fmla="*/ 168462 w 336734"/>
              <a:gd name="connsiteY129" fmla="*/ 211074 h 337280"/>
              <a:gd name="connsiteX130" fmla="*/ 168462 w 336734"/>
              <a:gd name="connsiteY130" fmla="*/ 168973 h 337280"/>
              <a:gd name="connsiteX131" fmla="*/ 224616 w 336734"/>
              <a:gd name="connsiteY131" fmla="*/ 168973 h 337280"/>
              <a:gd name="connsiteX132" fmla="*/ 224616 w 336734"/>
              <a:gd name="connsiteY132" fmla="*/ 211074 h 33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336734" h="337280">
                <a:moveTo>
                  <a:pt x="329810" y="27718"/>
                </a:moveTo>
                <a:lnTo>
                  <a:pt x="280675" y="27718"/>
                </a:lnTo>
                <a:lnTo>
                  <a:pt x="280675" y="7048"/>
                </a:lnTo>
                <a:cubicBezTo>
                  <a:pt x="280675" y="2381"/>
                  <a:pt x="278304" y="0"/>
                  <a:pt x="273656" y="0"/>
                </a:cubicBezTo>
                <a:lnTo>
                  <a:pt x="231541" y="0"/>
                </a:lnTo>
                <a:cubicBezTo>
                  <a:pt x="228031" y="0"/>
                  <a:pt x="224521" y="2381"/>
                  <a:pt x="224521" y="7048"/>
                </a:cubicBezTo>
                <a:lnTo>
                  <a:pt x="224521" y="27718"/>
                </a:lnTo>
                <a:lnTo>
                  <a:pt x="112308" y="27718"/>
                </a:lnTo>
                <a:lnTo>
                  <a:pt x="112308" y="7048"/>
                </a:lnTo>
                <a:cubicBezTo>
                  <a:pt x="112308" y="2381"/>
                  <a:pt x="109937" y="0"/>
                  <a:pt x="105289" y="0"/>
                </a:cubicBezTo>
                <a:lnTo>
                  <a:pt x="63173" y="0"/>
                </a:lnTo>
                <a:cubicBezTo>
                  <a:pt x="59664" y="0"/>
                  <a:pt x="56154" y="2381"/>
                  <a:pt x="56154" y="7048"/>
                </a:cubicBezTo>
                <a:lnTo>
                  <a:pt x="56154" y="27718"/>
                </a:lnTo>
                <a:lnTo>
                  <a:pt x="7019" y="27718"/>
                </a:lnTo>
                <a:cubicBezTo>
                  <a:pt x="3510" y="27718"/>
                  <a:pt x="0" y="30099"/>
                  <a:pt x="0" y="34766"/>
                </a:cubicBezTo>
                <a:lnTo>
                  <a:pt x="0" y="330232"/>
                </a:lnTo>
                <a:cubicBezTo>
                  <a:pt x="0" y="333756"/>
                  <a:pt x="3510" y="337280"/>
                  <a:pt x="7019" y="337280"/>
                </a:cubicBezTo>
                <a:lnTo>
                  <a:pt x="329715" y="337280"/>
                </a:lnTo>
                <a:cubicBezTo>
                  <a:pt x="334363" y="337280"/>
                  <a:pt x="336734" y="333756"/>
                  <a:pt x="336734" y="330232"/>
                </a:cubicBezTo>
                <a:lnTo>
                  <a:pt x="336734" y="34766"/>
                </a:lnTo>
                <a:cubicBezTo>
                  <a:pt x="336734" y="30099"/>
                  <a:pt x="334363" y="27718"/>
                  <a:pt x="329715" y="27718"/>
                </a:cubicBezTo>
                <a:close/>
                <a:moveTo>
                  <a:pt x="266732" y="14097"/>
                </a:moveTo>
                <a:lnTo>
                  <a:pt x="266732" y="56483"/>
                </a:lnTo>
                <a:lnTo>
                  <a:pt x="238655" y="56483"/>
                </a:lnTo>
                <a:lnTo>
                  <a:pt x="238655" y="36100"/>
                </a:lnTo>
                <a:cubicBezTo>
                  <a:pt x="238655" y="36100"/>
                  <a:pt x="238844" y="35338"/>
                  <a:pt x="238844" y="34957"/>
                </a:cubicBezTo>
                <a:cubicBezTo>
                  <a:pt x="238844" y="34385"/>
                  <a:pt x="238749" y="34004"/>
                  <a:pt x="238655" y="33528"/>
                </a:cubicBezTo>
                <a:lnTo>
                  <a:pt x="238655" y="14097"/>
                </a:lnTo>
                <a:lnTo>
                  <a:pt x="266732" y="14097"/>
                </a:lnTo>
                <a:close/>
                <a:moveTo>
                  <a:pt x="70287" y="14097"/>
                </a:moveTo>
                <a:lnTo>
                  <a:pt x="98364" y="14097"/>
                </a:lnTo>
                <a:lnTo>
                  <a:pt x="98364" y="56483"/>
                </a:lnTo>
                <a:lnTo>
                  <a:pt x="70287" y="56483"/>
                </a:lnTo>
                <a:lnTo>
                  <a:pt x="70287" y="14097"/>
                </a:lnTo>
                <a:close/>
                <a:moveTo>
                  <a:pt x="56249" y="41815"/>
                </a:moveTo>
                <a:lnTo>
                  <a:pt x="56249" y="63532"/>
                </a:lnTo>
                <a:cubicBezTo>
                  <a:pt x="56249" y="67056"/>
                  <a:pt x="59759" y="70580"/>
                  <a:pt x="63268" y="70580"/>
                </a:cubicBezTo>
                <a:lnTo>
                  <a:pt x="105384" y="70580"/>
                </a:lnTo>
                <a:cubicBezTo>
                  <a:pt x="110032" y="70580"/>
                  <a:pt x="112403" y="67056"/>
                  <a:pt x="112403" y="63532"/>
                </a:cubicBezTo>
                <a:lnTo>
                  <a:pt x="112403" y="42005"/>
                </a:lnTo>
                <a:lnTo>
                  <a:pt x="224616" y="42005"/>
                </a:lnTo>
                <a:lnTo>
                  <a:pt x="224616" y="63532"/>
                </a:lnTo>
                <a:cubicBezTo>
                  <a:pt x="224616" y="67056"/>
                  <a:pt x="228126" y="70580"/>
                  <a:pt x="231635" y="70580"/>
                </a:cubicBezTo>
                <a:lnTo>
                  <a:pt x="273751" y="70580"/>
                </a:lnTo>
                <a:cubicBezTo>
                  <a:pt x="278399" y="70580"/>
                  <a:pt x="280770" y="67056"/>
                  <a:pt x="280770" y="63532"/>
                </a:cubicBezTo>
                <a:lnTo>
                  <a:pt x="280770" y="41815"/>
                </a:lnTo>
                <a:lnTo>
                  <a:pt x="322886" y="41815"/>
                </a:lnTo>
                <a:lnTo>
                  <a:pt x="322886" y="98393"/>
                </a:lnTo>
                <a:lnTo>
                  <a:pt x="14228" y="98393"/>
                </a:lnTo>
                <a:lnTo>
                  <a:pt x="14228" y="41815"/>
                </a:lnTo>
                <a:lnTo>
                  <a:pt x="56344" y="41815"/>
                </a:lnTo>
                <a:close/>
                <a:moveTo>
                  <a:pt x="14133" y="323183"/>
                </a:moveTo>
                <a:lnTo>
                  <a:pt x="14133" y="112586"/>
                </a:lnTo>
                <a:lnTo>
                  <a:pt x="322791" y="112586"/>
                </a:lnTo>
                <a:lnTo>
                  <a:pt x="322791" y="323183"/>
                </a:lnTo>
                <a:lnTo>
                  <a:pt x="14133" y="323183"/>
                </a:lnTo>
                <a:close/>
                <a:moveTo>
                  <a:pt x="302207" y="168973"/>
                </a:moveTo>
                <a:cubicBezTo>
                  <a:pt x="306855" y="168973"/>
                  <a:pt x="309227" y="165449"/>
                  <a:pt x="309227" y="161830"/>
                </a:cubicBezTo>
                <a:cubicBezTo>
                  <a:pt x="309227" y="157067"/>
                  <a:pt x="306855" y="154686"/>
                  <a:pt x="302207" y="154686"/>
                </a:cubicBezTo>
                <a:lnTo>
                  <a:pt x="238844" y="154686"/>
                </a:lnTo>
                <a:lnTo>
                  <a:pt x="238844" y="133159"/>
                </a:lnTo>
                <a:cubicBezTo>
                  <a:pt x="238844" y="128492"/>
                  <a:pt x="236473" y="126111"/>
                  <a:pt x="231730" y="126111"/>
                </a:cubicBezTo>
                <a:cubicBezTo>
                  <a:pt x="228221" y="126111"/>
                  <a:pt x="224616" y="128492"/>
                  <a:pt x="224616" y="133159"/>
                </a:cubicBezTo>
                <a:lnTo>
                  <a:pt x="224616" y="154686"/>
                </a:lnTo>
                <a:lnTo>
                  <a:pt x="168462" y="154686"/>
                </a:lnTo>
                <a:lnTo>
                  <a:pt x="168462" y="133159"/>
                </a:lnTo>
                <a:cubicBezTo>
                  <a:pt x="168462" y="128492"/>
                  <a:pt x="166091" y="126111"/>
                  <a:pt x="161348" y="126111"/>
                </a:cubicBezTo>
                <a:cubicBezTo>
                  <a:pt x="157838" y="126111"/>
                  <a:pt x="154234" y="128492"/>
                  <a:pt x="154234" y="133159"/>
                </a:cubicBezTo>
                <a:lnTo>
                  <a:pt x="154234" y="154686"/>
                </a:lnTo>
                <a:lnTo>
                  <a:pt x="98934" y="154686"/>
                </a:lnTo>
                <a:lnTo>
                  <a:pt x="98934" y="133159"/>
                </a:lnTo>
                <a:cubicBezTo>
                  <a:pt x="98934" y="128492"/>
                  <a:pt x="96562" y="126111"/>
                  <a:pt x="91819" y="126111"/>
                </a:cubicBezTo>
                <a:cubicBezTo>
                  <a:pt x="88310" y="126111"/>
                  <a:pt x="84705" y="128492"/>
                  <a:pt x="84705" y="133159"/>
                </a:cubicBezTo>
                <a:lnTo>
                  <a:pt x="84705" y="154686"/>
                </a:lnTo>
                <a:lnTo>
                  <a:pt x="35571" y="154686"/>
                </a:lnTo>
                <a:cubicBezTo>
                  <a:pt x="32061" y="154686"/>
                  <a:pt x="28551" y="157067"/>
                  <a:pt x="28551" y="161830"/>
                </a:cubicBezTo>
                <a:cubicBezTo>
                  <a:pt x="28551" y="165354"/>
                  <a:pt x="32061" y="168973"/>
                  <a:pt x="35571" y="168973"/>
                </a:cubicBezTo>
                <a:lnTo>
                  <a:pt x="84705" y="168973"/>
                </a:lnTo>
                <a:lnTo>
                  <a:pt x="84705" y="211074"/>
                </a:lnTo>
                <a:lnTo>
                  <a:pt x="35571" y="211074"/>
                </a:lnTo>
                <a:cubicBezTo>
                  <a:pt x="32061" y="211074"/>
                  <a:pt x="28551" y="213360"/>
                  <a:pt x="28551" y="217837"/>
                </a:cubicBezTo>
                <a:cubicBezTo>
                  <a:pt x="28551" y="221171"/>
                  <a:pt x="32061" y="224600"/>
                  <a:pt x="35571" y="224600"/>
                </a:cubicBezTo>
                <a:lnTo>
                  <a:pt x="84705" y="224600"/>
                </a:lnTo>
                <a:lnTo>
                  <a:pt x="84705" y="267462"/>
                </a:lnTo>
                <a:lnTo>
                  <a:pt x="35571" y="267462"/>
                </a:lnTo>
                <a:cubicBezTo>
                  <a:pt x="32061" y="267462"/>
                  <a:pt x="28551" y="269748"/>
                  <a:pt x="28551" y="274225"/>
                </a:cubicBezTo>
                <a:cubicBezTo>
                  <a:pt x="28551" y="277559"/>
                  <a:pt x="32061" y="280988"/>
                  <a:pt x="35571" y="280988"/>
                </a:cubicBezTo>
                <a:lnTo>
                  <a:pt x="84705" y="280988"/>
                </a:lnTo>
                <a:lnTo>
                  <a:pt x="84705" y="302514"/>
                </a:lnTo>
                <a:cubicBezTo>
                  <a:pt x="84705" y="306038"/>
                  <a:pt x="88215" y="309563"/>
                  <a:pt x="91819" y="309563"/>
                </a:cubicBezTo>
                <a:cubicBezTo>
                  <a:pt x="96562" y="309563"/>
                  <a:pt x="98934" y="306038"/>
                  <a:pt x="98934" y="302514"/>
                </a:cubicBezTo>
                <a:lnTo>
                  <a:pt x="98934" y="280988"/>
                </a:lnTo>
                <a:lnTo>
                  <a:pt x="154234" y="280988"/>
                </a:lnTo>
                <a:lnTo>
                  <a:pt x="154234" y="302514"/>
                </a:lnTo>
                <a:cubicBezTo>
                  <a:pt x="154234" y="306038"/>
                  <a:pt x="157743" y="309563"/>
                  <a:pt x="161348" y="309563"/>
                </a:cubicBezTo>
                <a:cubicBezTo>
                  <a:pt x="166091" y="309563"/>
                  <a:pt x="168462" y="306038"/>
                  <a:pt x="168462" y="302514"/>
                </a:cubicBezTo>
                <a:lnTo>
                  <a:pt x="168462" y="280988"/>
                </a:lnTo>
                <a:lnTo>
                  <a:pt x="224616" y="280988"/>
                </a:lnTo>
                <a:lnTo>
                  <a:pt x="224616" y="302514"/>
                </a:lnTo>
                <a:cubicBezTo>
                  <a:pt x="224616" y="306038"/>
                  <a:pt x="228126" y="309563"/>
                  <a:pt x="231730" y="309563"/>
                </a:cubicBezTo>
                <a:cubicBezTo>
                  <a:pt x="236473" y="309563"/>
                  <a:pt x="238844" y="306038"/>
                  <a:pt x="238844" y="302514"/>
                </a:cubicBezTo>
                <a:lnTo>
                  <a:pt x="238844" y="280988"/>
                </a:lnTo>
                <a:lnTo>
                  <a:pt x="302207" y="280988"/>
                </a:lnTo>
                <a:cubicBezTo>
                  <a:pt x="306855" y="280988"/>
                  <a:pt x="309227" y="277654"/>
                  <a:pt x="309227" y="274225"/>
                </a:cubicBezTo>
                <a:cubicBezTo>
                  <a:pt x="309227" y="269748"/>
                  <a:pt x="306855" y="267462"/>
                  <a:pt x="302207" y="267462"/>
                </a:cubicBezTo>
                <a:lnTo>
                  <a:pt x="238844" y="267462"/>
                </a:lnTo>
                <a:lnTo>
                  <a:pt x="238844" y="224600"/>
                </a:lnTo>
                <a:lnTo>
                  <a:pt x="302207" y="224600"/>
                </a:lnTo>
                <a:cubicBezTo>
                  <a:pt x="306855" y="224600"/>
                  <a:pt x="309227" y="221266"/>
                  <a:pt x="309227" y="217837"/>
                </a:cubicBezTo>
                <a:cubicBezTo>
                  <a:pt x="309227" y="213360"/>
                  <a:pt x="306855" y="211074"/>
                  <a:pt x="302207" y="211074"/>
                </a:cubicBezTo>
                <a:lnTo>
                  <a:pt x="238844" y="211074"/>
                </a:lnTo>
                <a:lnTo>
                  <a:pt x="238844" y="168973"/>
                </a:lnTo>
                <a:lnTo>
                  <a:pt x="302207" y="168973"/>
                </a:lnTo>
                <a:close/>
                <a:moveTo>
                  <a:pt x="98934" y="168973"/>
                </a:moveTo>
                <a:lnTo>
                  <a:pt x="154234" y="168973"/>
                </a:lnTo>
                <a:lnTo>
                  <a:pt x="154234" y="211074"/>
                </a:lnTo>
                <a:lnTo>
                  <a:pt x="98934" y="211074"/>
                </a:lnTo>
                <a:lnTo>
                  <a:pt x="98934" y="168973"/>
                </a:lnTo>
                <a:close/>
                <a:moveTo>
                  <a:pt x="98934" y="267367"/>
                </a:moveTo>
                <a:lnTo>
                  <a:pt x="98934" y="224504"/>
                </a:lnTo>
                <a:lnTo>
                  <a:pt x="154234" y="224504"/>
                </a:lnTo>
                <a:lnTo>
                  <a:pt x="154234" y="267367"/>
                </a:lnTo>
                <a:lnTo>
                  <a:pt x="98934" y="267367"/>
                </a:lnTo>
                <a:close/>
                <a:moveTo>
                  <a:pt x="224616" y="267367"/>
                </a:moveTo>
                <a:lnTo>
                  <a:pt x="168462" y="267367"/>
                </a:lnTo>
                <a:lnTo>
                  <a:pt x="168462" y="224504"/>
                </a:lnTo>
                <a:lnTo>
                  <a:pt x="224616" y="224504"/>
                </a:lnTo>
                <a:lnTo>
                  <a:pt x="224616" y="267367"/>
                </a:lnTo>
                <a:close/>
                <a:moveTo>
                  <a:pt x="224616" y="211074"/>
                </a:moveTo>
                <a:lnTo>
                  <a:pt x="168462" y="211074"/>
                </a:lnTo>
                <a:lnTo>
                  <a:pt x="168462" y="168973"/>
                </a:lnTo>
                <a:lnTo>
                  <a:pt x="224616" y="168973"/>
                </a:lnTo>
                <a:lnTo>
                  <a:pt x="224616" y="211074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6" name="Graphic 94">
            <a:extLst>
              <a:ext uri="{FF2B5EF4-FFF2-40B4-BE49-F238E27FC236}">
                <a16:creationId xmlns:a16="http://schemas.microsoft.com/office/drawing/2014/main" id="{FB731D09-BAFA-F0AF-CB30-20F4A5FB5281}"/>
              </a:ext>
            </a:extLst>
          </p:cNvPr>
          <p:cNvSpPr/>
          <p:nvPr/>
        </p:nvSpPr>
        <p:spPr>
          <a:xfrm>
            <a:off x="3863803" y="831706"/>
            <a:ext cx="447724" cy="448578"/>
          </a:xfrm>
          <a:custGeom>
            <a:avLst/>
            <a:gdLst>
              <a:gd name="connsiteX0" fmla="*/ 168937 w 337494"/>
              <a:gd name="connsiteY0" fmla="*/ 14097 h 338138"/>
              <a:gd name="connsiteX1" fmla="*/ 13944 w 337494"/>
              <a:gd name="connsiteY1" fmla="*/ 168783 h 338138"/>
              <a:gd name="connsiteX2" fmla="*/ 168368 w 337494"/>
              <a:gd name="connsiteY2" fmla="*/ 324041 h 338138"/>
              <a:gd name="connsiteX3" fmla="*/ 323360 w 337494"/>
              <a:gd name="connsiteY3" fmla="*/ 169355 h 338138"/>
              <a:gd name="connsiteX4" fmla="*/ 168937 w 337494"/>
              <a:gd name="connsiteY4" fmla="*/ 14097 h 338138"/>
              <a:gd name="connsiteX5" fmla="*/ 168462 w 337494"/>
              <a:gd name="connsiteY5" fmla="*/ 338138 h 338138"/>
              <a:gd name="connsiteX6" fmla="*/ 0 w 337494"/>
              <a:gd name="connsiteY6" fmla="*/ 168783 h 338138"/>
              <a:gd name="connsiteX7" fmla="*/ 169032 w 337494"/>
              <a:gd name="connsiteY7" fmla="*/ 0 h 338138"/>
              <a:gd name="connsiteX8" fmla="*/ 337494 w 337494"/>
              <a:gd name="connsiteY8" fmla="*/ 169355 h 338138"/>
              <a:gd name="connsiteX9" fmla="*/ 168462 w 337494"/>
              <a:gd name="connsiteY9" fmla="*/ 338138 h 338138"/>
              <a:gd name="connsiteX10" fmla="*/ 246148 w 337494"/>
              <a:gd name="connsiteY10" fmla="*/ 254127 h 338138"/>
              <a:gd name="connsiteX11" fmla="*/ 241501 w 337494"/>
              <a:gd name="connsiteY11" fmla="*/ 251746 h 338138"/>
              <a:gd name="connsiteX12" fmla="*/ 157270 w 337494"/>
              <a:gd name="connsiteY12" fmla="*/ 173736 h 338138"/>
              <a:gd name="connsiteX13" fmla="*/ 154898 w 337494"/>
              <a:gd name="connsiteY13" fmla="*/ 168974 h 338138"/>
              <a:gd name="connsiteX14" fmla="*/ 154898 w 337494"/>
              <a:gd name="connsiteY14" fmla="*/ 91155 h 338138"/>
              <a:gd name="connsiteX15" fmla="*/ 162107 w 337494"/>
              <a:gd name="connsiteY15" fmla="*/ 84106 h 338138"/>
              <a:gd name="connsiteX16" fmla="*/ 169126 w 337494"/>
              <a:gd name="connsiteY16" fmla="*/ 91155 h 338138"/>
              <a:gd name="connsiteX17" fmla="*/ 169126 w 337494"/>
              <a:gd name="connsiteY17" fmla="*/ 165450 h 338138"/>
              <a:gd name="connsiteX18" fmla="*/ 250891 w 337494"/>
              <a:gd name="connsiteY18" fmla="*/ 241078 h 338138"/>
              <a:gd name="connsiteX19" fmla="*/ 250891 w 337494"/>
              <a:gd name="connsiteY19" fmla="*/ 251651 h 338138"/>
              <a:gd name="connsiteX20" fmla="*/ 246243 w 337494"/>
              <a:gd name="connsiteY20" fmla="*/ 254032 h 33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7494" h="338138">
                <a:moveTo>
                  <a:pt x="168937" y="14097"/>
                </a:moveTo>
                <a:cubicBezTo>
                  <a:pt x="83378" y="13907"/>
                  <a:pt x="14134" y="83058"/>
                  <a:pt x="13944" y="168783"/>
                </a:cubicBezTo>
                <a:cubicBezTo>
                  <a:pt x="13754" y="253270"/>
                  <a:pt x="82809" y="323850"/>
                  <a:pt x="168368" y="324041"/>
                </a:cubicBezTo>
                <a:cubicBezTo>
                  <a:pt x="253927" y="324231"/>
                  <a:pt x="323171" y="253842"/>
                  <a:pt x="323360" y="169355"/>
                </a:cubicBezTo>
                <a:cubicBezTo>
                  <a:pt x="323550" y="83630"/>
                  <a:pt x="254496" y="14288"/>
                  <a:pt x="168937" y="14097"/>
                </a:cubicBezTo>
                <a:close/>
                <a:moveTo>
                  <a:pt x="168462" y="338138"/>
                </a:moveTo>
                <a:cubicBezTo>
                  <a:pt x="74746" y="337947"/>
                  <a:pt x="-189" y="261557"/>
                  <a:pt x="0" y="168783"/>
                </a:cubicBezTo>
                <a:cubicBezTo>
                  <a:pt x="190" y="74867"/>
                  <a:pt x="75315" y="-190"/>
                  <a:pt x="169032" y="0"/>
                </a:cubicBezTo>
                <a:cubicBezTo>
                  <a:pt x="261610" y="191"/>
                  <a:pt x="337683" y="75438"/>
                  <a:pt x="337494" y="169355"/>
                </a:cubicBezTo>
                <a:cubicBezTo>
                  <a:pt x="337304" y="262128"/>
                  <a:pt x="261041" y="338328"/>
                  <a:pt x="168462" y="338138"/>
                </a:cubicBezTo>
                <a:close/>
                <a:moveTo>
                  <a:pt x="246148" y="254127"/>
                </a:moveTo>
                <a:cubicBezTo>
                  <a:pt x="243777" y="254127"/>
                  <a:pt x="242639" y="252984"/>
                  <a:pt x="241501" y="251746"/>
                </a:cubicBezTo>
                <a:lnTo>
                  <a:pt x="157270" y="173736"/>
                </a:lnTo>
                <a:cubicBezTo>
                  <a:pt x="156131" y="172593"/>
                  <a:pt x="154898" y="170212"/>
                  <a:pt x="154898" y="168974"/>
                </a:cubicBezTo>
                <a:lnTo>
                  <a:pt x="154898" y="91155"/>
                </a:lnTo>
                <a:cubicBezTo>
                  <a:pt x="154993" y="86392"/>
                  <a:pt x="158598" y="84106"/>
                  <a:pt x="162107" y="84106"/>
                </a:cubicBezTo>
                <a:cubicBezTo>
                  <a:pt x="165617" y="84106"/>
                  <a:pt x="169126" y="86487"/>
                  <a:pt x="169126" y="91155"/>
                </a:cubicBezTo>
                <a:lnTo>
                  <a:pt x="169126" y="165450"/>
                </a:lnTo>
                <a:lnTo>
                  <a:pt x="250891" y="241078"/>
                </a:lnTo>
                <a:cubicBezTo>
                  <a:pt x="253263" y="243459"/>
                  <a:pt x="254401" y="248127"/>
                  <a:pt x="250891" y="251651"/>
                </a:cubicBezTo>
                <a:cubicBezTo>
                  <a:pt x="249753" y="252794"/>
                  <a:pt x="247382" y="254032"/>
                  <a:pt x="246243" y="25403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7" name="Graphic 94">
            <a:extLst>
              <a:ext uri="{FF2B5EF4-FFF2-40B4-BE49-F238E27FC236}">
                <a16:creationId xmlns:a16="http://schemas.microsoft.com/office/drawing/2014/main" id="{EC2F6DB4-BEB3-4760-50C9-A17BE187D35D}"/>
              </a:ext>
            </a:extLst>
          </p:cNvPr>
          <p:cNvSpPr/>
          <p:nvPr/>
        </p:nvSpPr>
        <p:spPr>
          <a:xfrm>
            <a:off x="4620548" y="831706"/>
            <a:ext cx="447724" cy="448578"/>
          </a:xfrm>
          <a:custGeom>
            <a:avLst/>
            <a:gdLst>
              <a:gd name="connsiteX0" fmla="*/ 168937 w 337494"/>
              <a:gd name="connsiteY0" fmla="*/ 14097 h 338138"/>
              <a:gd name="connsiteX1" fmla="*/ 13944 w 337494"/>
              <a:gd name="connsiteY1" fmla="*/ 168783 h 338138"/>
              <a:gd name="connsiteX2" fmla="*/ 168368 w 337494"/>
              <a:gd name="connsiteY2" fmla="*/ 324041 h 338138"/>
              <a:gd name="connsiteX3" fmla="*/ 323360 w 337494"/>
              <a:gd name="connsiteY3" fmla="*/ 169355 h 338138"/>
              <a:gd name="connsiteX4" fmla="*/ 168937 w 337494"/>
              <a:gd name="connsiteY4" fmla="*/ 14097 h 338138"/>
              <a:gd name="connsiteX5" fmla="*/ 168462 w 337494"/>
              <a:gd name="connsiteY5" fmla="*/ 338138 h 338138"/>
              <a:gd name="connsiteX6" fmla="*/ 0 w 337494"/>
              <a:gd name="connsiteY6" fmla="*/ 168783 h 338138"/>
              <a:gd name="connsiteX7" fmla="*/ 169032 w 337494"/>
              <a:gd name="connsiteY7" fmla="*/ 0 h 338138"/>
              <a:gd name="connsiteX8" fmla="*/ 337494 w 337494"/>
              <a:gd name="connsiteY8" fmla="*/ 169355 h 338138"/>
              <a:gd name="connsiteX9" fmla="*/ 168462 w 337494"/>
              <a:gd name="connsiteY9" fmla="*/ 338138 h 338138"/>
              <a:gd name="connsiteX10" fmla="*/ 246148 w 337494"/>
              <a:gd name="connsiteY10" fmla="*/ 254127 h 338138"/>
              <a:gd name="connsiteX11" fmla="*/ 241501 w 337494"/>
              <a:gd name="connsiteY11" fmla="*/ 251746 h 338138"/>
              <a:gd name="connsiteX12" fmla="*/ 157270 w 337494"/>
              <a:gd name="connsiteY12" fmla="*/ 173736 h 338138"/>
              <a:gd name="connsiteX13" fmla="*/ 154898 w 337494"/>
              <a:gd name="connsiteY13" fmla="*/ 168974 h 338138"/>
              <a:gd name="connsiteX14" fmla="*/ 154898 w 337494"/>
              <a:gd name="connsiteY14" fmla="*/ 91155 h 338138"/>
              <a:gd name="connsiteX15" fmla="*/ 162107 w 337494"/>
              <a:gd name="connsiteY15" fmla="*/ 84106 h 338138"/>
              <a:gd name="connsiteX16" fmla="*/ 169126 w 337494"/>
              <a:gd name="connsiteY16" fmla="*/ 91155 h 338138"/>
              <a:gd name="connsiteX17" fmla="*/ 169126 w 337494"/>
              <a:gd name="connsiteY17" fmla="*/ 165450 h 338138"/>
              <a:gd name="connsiteX18" fmla="*/ 250891 w 337494"/>
              <a:gd name="connsiteY18" fmla="*/ 241078 h 338138"/>
              <a:gd name="connsiteX19" fmla="*/ 250891 w 337494"/>
              <a:gd name="connsiteY19" fmla="*/ 251651 h 338138"/>
              <a:gd name="connsiteX20" fmla="*/ 246243 w 337494"/>
              <a:gd name="connsiteY20" fmla="*/ 254032 h 33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7494" h="338138">
                <a:moveTo>
                  <a:pt x="168937" y="14097"/>
                </a:moveTo>
                <a:cubicBezTo>
                  <a:pt x="83378" y="13907"/>
                  <a:pt x="14134" y="83058"/>
                  <a:pt x="13944" y="168783"/>
                </a:cubicBezTo>
                <a:cubicBezTo>
                  <a:pt x="13754" y="253270"/>
                  <a:pt x="82809" y="323850"/>
                  <a:pt x="168368" y="324041"/>
                </a:cubicBezTo>
                <a:cubicBezTo>
                  <a:pt x="253927" y="324231"/>
                  <a:pt x="323171" y="253842"/>
                  <a:pt x="323360" y="169355"/>
                </a:cubicBezTo>
                <a:cubicBezTo>
                  <a:pt x="323550" y="83630"/>
                  <a:pt x="254496" y="14288"/>
                  <a:pt x="168937" y="14097"/>
                </a:cubicBezTo>
                <a:close/>
                <a:moveTo>
                  <a:pt x="168462" y="338138"/>
                </a:moveTo>
                <a:cubicBezTo>
                  <a:pt x="74746" y="337947"/>
                  <a:pt x="-189" y="261557"/>
                  <a:pt x="0" y="168783"/>
                </a:cubicBezTo>
                <a:cubicBezTo>
                  <a:pt x="190" y="74867"/>
                  <a:pt x="75315" y="-190"/>
                  <a:pt x="169032" y="0"/>
                </a:cubicBezTo>
                <a:cubicBezTo>
                  <a:pt x="261610" y="191"/>
                  <a:pt x="337683" y="75438"/>
                  <a:pt x="337494" y="169355"/>
                </a:cubicBezTo>
                <a:cubicBezTo>
                  <a:pt x="337304" y="262128"/>
                  <a:pt x="261041" y="338328"/>
                  <a:pt x="168462" y="338138"/>
                </a:cubicBezTo>
                <a:close/>
                <a:moveTo>
                  <a:pt x="246148" y="254127"/>
                </a:moveTo>
                <a:cubicBezTo>
                  <a:pt x="243777" y="254127"/>
                  <a:pt x="242639" y="252984"/>
                  <a:pt x="241501" y="251746"/>
                </a:cubicBezTo>
                <a:lnTo>
                  <a:pt x="157270" y="173736"/>
                </a:lnTo>
                <a:cubicBezTo>
                  <a:pt x="156131" y="172593"/>
                  <a:pt x="154898" y="170212"/>
                  <a:pt x="154898" y="168974"/>
                </a:cubicBezTo>
                <a:lnTo>
                  <a:pt x="154898" y="91155"/>
                </a:lnTo>
                <a:cubicBezTo>
                  <a:pt x="154993" y="86392"/>
                  <a:pt x="158598" y="84106"/>
                  <a:pt x="162107" y="84106"/>
                </a:cubicBezTo>
                <a:cubicBezTo>
                  <a:pt x="165617" y="84106"/>
                  <a:pt x="169126" y="86487"/>
                  <a:pt x="169126" y="91155"/>
                </a:cubicBezTo>
                <a:lnTo>
                  <a:pt x="169126" y="165450"/>
                </a:lnTo>
                <a:lnTo>
                  <a:pt x="250891" y="241078"/>
                </a:lnTo>
                <a:cubicBezTo>
                  <a:pt x="253263" y="243459"/>
                  <a:pt x="254401" y="248127"/>
                  <a:pt x="250891" y="251651"/>
                </a:cubicBezTo>
                <a:cubicBezTo>
                  <a:pt x="249753" y="252794"/>
                  <a:pt x="247382" y="254032"/>
                  <a:pt x="246243" y="25403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8" name="Graphic 94">
            <a:extLst>
              <a:ext uri="{FF2B5EF4-FFF2-40B4-BE49-F238E27FC236}">
                <a16:creationId xmlns:a16="http://schemas.microsoft.com/office/drawing/2014/main" id="{693B5B25-966A-F7A5-1246-C42C0DF75CB0}"/>
              </a:ext>
            </a:extLst>
          </p:cNvPr>
          <p:cNvSpPr/>
          <p:nvPr/>
        </p:nvSpPr>
        <p:spPr>
          <a:xfrm>
            <a:off x="3863803" y="1458824"/>
            <a:ext cx="447724" cy="448578"/>
          </a:xfrm>
          <a:custGeom>
            <a:avLst/>
            <a:gdLst>
              <a:gd name="connsiteX0" fmla="*/ 168937 w 337494"/>
              <a:gd name="connsiteY0" fmla="*/ 14097 h 338138"/>
              <a:gd name="connsiteX1" fmla="*/ 13944 w 337494"/>
              <a:gd name="connsiteY1" fmla="*/ 168783 h 338138"/>
              <a:gd name="connsiteX2" fmla="*/ 168368 w 337494"/>
              <a:gd name="connsiteY2" fmla="*/ 324041 h 338138"/>
              <a:gd name="connsiteX3" fmla="*/ 323360 w 337494"/>
              <a:gd name="connsiteY3" fmla="*/ 169355 h 338138"/>
              <a:gd name="connsiteX4" fmla="*/ 168937 w 337494"/>
              <a:gd name="connsiteY4" fmla="*/ 14097 h 338138"/>
              <a:gd name="connsiteX5" fmla="*/ 168462 w 337494"/>
              <a:gd name="connsiteY5" fmla="*/ 338138 h 338138"/>
              <a:gd name="connsiteX6" fmla="*/ 0 w 337494"/>
              <a:gd name="connsiteY6" fmla="*/ 168783 h 338138"/>
              <a:gd name="connsiteX7" fmla="*/ 169032 w 337494"/>
              <a:gd name="connsiteY7" fmla="*/ 0 h 338138"/>
              <a:gd name="connsiteX8" fmla="*/ 337494 w 337494"/>
              <a:gd name="connsiteY8" fmla="*/ 169355 h 338138"/>
              <a:gd name="connsiteX9" fmla="*/ 168462 w 337494"/>
              <a:gd name="connsiteY9" fmla="*/ 338138 h 338138"/>
              <a:gd name="connsiteX10" fmla="*/ 246148 w 337494"/>
              <a:gd name="connsiteY10" fmla="*/ 254127 h 338138"/>
              <a:gd name="connsiteX11" fmla="*/ 241501 w 337494"/>
              <a:gd name="connsiteY11" fmla="*/ 251746 h 338138"/>
              <a:gd name="connsiteX12" fmla="*/ 157270 w 337494"/>
              <a:gd name="connsiteY12" fmla="*/ 173736 h 338138"/>
              <a:gd name="connsiteX13" fmla="*/ 154898 w 337494"/>
              <a:gd name="connsiteY13" fmla="*/ 168974 h 338138"/>
              <a:gd name="connsiteX14" fmla="*/ 154898 w 337494"/>
              <a:gd name="connsiteY14" fmla="*/ 91155 h 338138"/>
              <a:gd name="connsiteX15" fmla="*/ 162107 w 337494"/>
              <a:gd name="connsiteY15" fmla="*/ 84106 h 338138"/>
              <a:gd name="connsiteX16" fmla="*/ 169126 w 337494"/>
              <a:gd name="connsiteY16" fmla="*/ 91155 h 338138"/>
              <a:gd name="connsiteX17" fmla="*/ 169126 w 337494"/>
              <a:gd name="connsiteY17" fmla="*/ 165450 h 338138"/>
              <a:gd name="connsiteX18" fmla="*/ 250891 w 337494"/>
              <a:gd name="connsiteY18" fmla="*/ 241078 h 338138"/>
              <a:gd name="connsiteX19" fmla="*/ 250891 w 337494"/>
              <a:gd name="connsiteY19" fmla="*/ 251651 h 338138"/>
              <a:gd name="connsiteX20" fmla="*/ 246243 w 337494"/>
              <a:gd name="connsiteY20" fmla="*/ 254032 h 33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7494" h="338138">
                <a:moveTo>
                  <a:pt x="168937" y="14097"/>
                </a:moveTo>
                <a:cubicBezTo>
                  <a:pt x="83378" y="13907"/>
                  <a:pt x="14134" y="83058"/>
                  <a:pt x="13944" y="168783"/>
                </a:cubicBezTo>
                <a:cubicBezTo>
                  <a:pt x="13754" y="253270"/>
                  <a:pt x="82809" y="323850"/>
                  <a:pt x="168368" y="324041"/>
                </a:cubicBezTo>
                <a:cubicBezTo>
                  <a:pt x="253927" y="324231"/>
                  <a:pt x="323171" y="253842"/>
                  <a:pt x="323360" y="169355"/>
                </a:cubicBezTo>
                <a:cubicBezTo>
                  <a:pt x="323550" y="83630"/>
                  <a:pt x="254496" y="14288"/>
                  <a:pt x="168937" y="14097"/>
                </a:cubicBezTo>
                <a:close/>
                <a:moveTo>
                  <a:pt x="168462" y="338138"/>
                </a:moveTo>
                <a:cubicBezTo>
                  <a:pt x="74746" y="337947"/>
                  <a:pt x="-189" y="261557"/>
                  <a:pt x="0" y="168783"/>
                </a:cubicBezTo>
                <a:cubicBezTo>
                  <a:pt x="190" y="74867"/>
                  <a:pt x="75315" y="-190"/>
                  <a:pt x="169032" y="0"/>
                </a:cubicBezTo>
                <a:cubicBezTo>
                  <a:pt x="261610" y="191"/>
                  <a:pt x="337683" y="75438"/>
                  <a:pt x="337494" y="169355"/>
                </a:cubicBezTo>
                <a:cubicBezTo>
                  <a:pt x="337304" y="262128"/>
                  <a:pt x="261041" y="338328"/>
                  <a:pt x="168462" y="338138"/>
                </a:cubicBezTo>
                <a:close/>
                <a:moveTo>
                  <a:pt x="246148" y="254127"/>
                </a:moveTo>
                <a:cubicBezTo>
                  <a:pt x="243777" y="254127"/>
                  <a:pt x="242639" y="252984"/>
                  <a:pt x="241501" y="251746"/>
                </a:cubicBezTo>
                <a:lnTo>
                  <a:pt x="157270" y="173736"/>
                </a:lnTo>
                <a:cubicBezTo>
                  <a:pt x="156131" y="172593"/>
                  <a:pt x="154898" y="170212"/>
                  <a:pt x="154898" y="168974"/>
                </a:cubicBezTo>
                <a:lnTo>
                  <a:pt x="154898" y="91155"/>
                </a:lnTo>
                <a:cubicBezTo>
                  <a:pt x="154993" y="86392"/>
                  <a:pt x="158598" y="84106"/>
                  <a:pt x="162107" y="84106"/>
                </a:cubicBezTo>
                <a:cubicBezTo>
                  <a:pt x="165617" y="84106"/>
                  <a:pt x="169126" y="86487"/>
                  <a:pt x="169126" y="91155"/>
                </a:cubicBezTo>
                <a:lnTo>
                  <a:pt x="169126" y="165450"/>
                </a:lnTo>
                <a:lnTo>
                  <a:pt x="250891" y="241078"/>
                </a:lnTo>
                <a:cubicBezTo>
                  <a:pt x="253263" y="243459"/>
                  <a:pt x="254401" y="248127"/>
                  <a:pt x="250891" y="251651"/>
                </a:cubicBezTo>
                <a:cubicBezTo>
                  <a:pt x="249753" y="252794"/>
                  <a:pt x="247382" y="254032"/>
                  <a:pt x="246243" y="25403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9" name="Graphic 94">
            <a:extLst>
              <a:ext uri="{FF2B5EF4-FFF2-40B4-BE49-F238E27FC236}">
                <a16:creationId xmlns:a16="http://schemas.microsoft.com/office/drawing/2014/main" id="{0E2D59AE-60AA-5468-EC71-97E221ECD72D}"/>
              </a:ext>
            </a:extLst>
          </p:cNvPr>
          <p:cNvSpPr/>
          <p:nvPr/>
        </p:nvSpPr>
        <p:spPr>
          <a:xfrm>
            <a:off x="4620548" y="1458824"/>
            <a:ext cx="447724" cy="448578"/>
          </a:xfrm>
          <a:custGeom>
            <a:avLst/>
            <a:gdLst>
              <a:gd name="connsiteX0" fmla="*/ 168937 w 337494"/>
              <a:gd name="connsiteY0" fmla="*/ 14097 h 338138"/>
              <a:gd name="connsiteX1" fmla="*/ 13944 w 337494"/>
              <a:gd name="connsiteY1" fmla="*/ 168783 h 338138"/>
              <a:gd name="connsiteX2" fmla="*/ 168368 w 337494"/>
              <a:gd name="connsiteY2" fmla="*/ 324041 h 338138"/>
              <a:gd name="connsiteX3" fmla="*/ 323360 w 337494"/>
              <a:gd name="connsiteY3" fmla="*/ 169355 h 338138"/>
              <a:gd name="connsiteX4" fmla="*/ 168937 w 337494"/>
              <a:gd name="connsiteY4" fmla="*/ 14097 h 338138"/>
              <a:gd name="connsiteX5" fmla="*/ 168462 w 337494"/>
              <a:gd name="connsiteY5" fmla="*/ 338138 h 338138"/>
              <a:gd name="connsiteX6" fmla="*/ 0 w 337494"/>
              <a:gd name="connsiteY6" fmla="*/ 168783 h 338138"/>
              <a:gd name="connsiteX7" fmla="*/ 169032 w 337494"/>
              <a:gd name="connsiteY7" fmla="*/ 0 h 338138"/>
              <a:gd name="connsiteX8" fmla="*/ 337494 w 337494"/>
              <a:gd name="connsiteY8" fmla="*/ 169355 h 338138"/>
              <a:gd name="connsiteX9" fmla="*/ 168462 w 337494"/>
              <a:gd name="connsiteY9" fmla="*/ 338138 h 338138"/>
              <a:gd name="connsiteX10" fmla="*/ 246148 w 337494"/>
              <a:gd name="connsiteY10" fmla="*/ 254127 h 338138"/>
              <a:gd name="connsiteX11" fmla="*/ 241501 w 337494"/>
              <a:gd name="connsiteY11" fmla="*/ 251746 h 338138"/>
              <a:gd name="connsiteX12" fmla="*/ 157270 w 337494"/>
              <a:gd name="connsiteY12" fmla="*/ 173736 h 338138"/>
              <a:gd name="connsiteX13" fmla="*/ 154898 w 337494"/>
              <a:gd name="connsiteY13" fmla="*/ 168974 h 338138"/>
              <a:gd name="connsiteX14" fmla="*/ 154898 w 337494"/>
              <a:gd name="connsiteY14" fmla="*/ 91155 h 338138"/>
              <a:gd name="connsiteX15" fmla="*/ 162107 w 337494"/>
              <a:gd name="connsiteY15" fmla="*/ 84106 h 338138"/>
              <a:gd name="connsiteX16" fmla="*/ 169126 w 337494"/>
              <a:gd name="connsiteY16" fmla="*/ 91155 h 338138"/>
              <a:gd name="connsiteX17" fmla="*/ 169126 w 337494"/>
              <a:gd name="connsiteY17" fmla="*/ 165450 h 338138"/>
              <a:gd name="connsiteX18" fmla="*/ 250891 w 337494"/>
              <a:gd name="connsiteY18" fmla="*/ 241078 h 338138"/>
              <a:gd name="connsiteX19" fmla="*/ 250891 w 337494"/>
              <a:gd name="connsiteY19" fmla="*/ 251651 h 338138"/>
              <a:gd name="connsiteX20" fmla="*/ 246243 w 337494"/>
              <a:gd name="connsiteY20" fmla="*/ 254032 h 33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7494" h="338138">
                <a:moveTo>
                  <a:pt x="168937" y="14097"/>
                </a:moveTo>
                <a:cubicBezTo>
                  <a:pt x="83378" y="13907"/>
                  <a:pt x="14134" y="83058"/>
                  <a:pt x="13944" y="168783"/>
                </a:cubicBezTo>
                <a:cubicBezTo>
                  <a:pt x="13754" y="253270"/>
                  <a:pt x="82809" y="323850"/>
                  <a:pt x="168368" y="324041"/>
                </a:cubicBezTo>
                <a:cubicBezTo>
                  <a:pt x="253927" y="324231"/>
                  <a:pt x="323171" y="253842"/>
                  <a:pt x="323360" y="169355"/>
                </a:cubicBezTo>
                <a:cubicBezTo>
                  <a:pt x="323550" y="83630"/>
                  <a:pt x="254496" y="14288"/>
                  <a:pt x="168937" y="14097"/>
                </a:cubicBezTo>
                <a:close/>
                <a:moveTo>
                  <a:pt x="168462" y="338138"/>
                </a:moveTo>
                <a:cubicBezTo>
                  <a:pt x="74746" y="337947"/>
                  <a:pt x="-189" y="261557"/>
                  <a:pt x="0" y="168783"/>
                </a:cubicBezTo>
                <a:cubicBezTo>
                  <a:pt x="190" y="74867"/>
                  <a:pt x="75315" y="-190"/>
                  <a:pt x="169032" y="0"/>
                </a:cubicBezTo>
                <a:cubicBezTo>
                  <a:pt x="261610" y="191"/>
                  <a:pt x="337683" y="75438"/>
                  <a:pt x="337494" y="169355"/>
                </a:cubicBezTo>
                <a:cubicBezTo>
                  <a:pt x="337304" y="262128"/>
                  <a:pt x="261041" y="338328"/>
                  <a:pt x="168462" y="338138"/>
                </a:cubicBezTo>
                <a:close/>
                <a:moveTo>
                  <a:pt x="246148" y="254127"/>
                </a:moveTo>
                <a:cubicBezTo>
                  <a:pt x="243777" y="254127"/>
                  <a:pt x="242639" y="252984"/>
                  <a:pt x="241501" y="251746"/>
                </a:cubicBezTo>
                <a:lnTo>
                  <a:pt x="157270" y="173736"/>
                </a:lnTo>
                <a:cubicBezTo>
                  <a:pt x="156131" y="172593"/>
                  <a:pt x="154898" y="170212"/>
                  <a:pt x="154898" y="168974"/>
                </a:cubicBezTo>
                <a:lnTo>
                  <a:pt x="154898" y="91155"/>
                </a:lnTo>
                <a:cubicBezTo>
                  <a:pt x="154993" y="86392"/>
                  <a:pt x="158598" y="84106"/>
                  <a:pt x="162107" y="84106"/>
                </a:cubicBezTo>
                <a:cubicBezTo>
                  <a:pt x="165617" y="84106"/>
                  <a:pt x="169126" y="86487"/>
                  <a:pt x="169126" y="91155"/>
                </a:cubicBezTo>
                <a:lnTo>
                  <a:pt x="169126" y="165450"/>
                </a:lnTo>
                <a:lnTo>
                  <a:pt x="250891" y="241078"/>
                </a:lnTo>
                <a:cubicBezTo>
                  <a:pt x="253263" y="243459"/>
                  <a:pt x="254401" y="248127"/>
                  <a:pt x="250891" y="251651"/>
                </a:cubicBezTo>
                <a:cubicBezTo>
                  <a:pt x="249753" y="252794"/>
                  <a:pt x="247382" y="254032"/>
                  <a:pt x="246243" y="25403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2" name="Graphic 100">
            <a:extLst>
              <a:ext uri="{FF2B5EF4-FFF2-40B4-BE49-F238E27FC236}">
                <a16:creationId xmlns:a16="http://schemas.microsoft.com/office/drawing/2014/main" id="{7F4517F0-3B0C-2485-EF57-139EDE840C43}"/>
              </a:ext>
            </a:extLst>
          </p:cNvPr>
          <p:cNvSpPr/>
          <p:nvPr/>
        </p:nvSpPr>
        <p:spPr>
          <a:xfrm>
            <a:off x="5545124" y="826714"/>
            <a:ext cx="334005" cy="448329"/>
          </a:xfrm>
          <a:custGeom>
            <a:avLst/>
            <a:gdLst>
              <a:gd name="connsiteX0" fmla="*/ 245200 w 252693"/>
              <a:gd name="connsiteY0" fmla="*/ 324993 h 339185"/>
              <a:gd name="connsiteX1" fmla="*/ 223762 w 252693"/>
              <a:gd name="connsiteY1" fmla="*/ 324993 h 339185"/>
              <a:gd name="connsiteX2" fmla="*/ 223857 w 252693"/>
              <a:gd name="connsiteY2" fmla="*/ 261747 h 339185"/>
              <a:gd name="connsiteX3" fmla="*/ 161538 w 252693"/>
              <a:gd name="connsiteY3" fmla="*/ 169736 h 339185"/>
              <a:gd name="connsiteX4" fmla="*/ 201377 w 252693"/>
              <a:gd name="connsiteY4" fmla="*/ 141065 h 339185"/>
              <a:gd name="connsiteX5" fmla="*/ 205645 w 252693"/>
              <a:gd name="connsiteY5" fmla="*/ 135350 h 339185"/>
              <a:gd name="connsiteX6" fmla="*/ 224142 w 252693"/>
              <a:gd name="connsiteY6" fmla="*/ 77915 h 339185"/>
              <a:gd name="connsiteX7" fmla="*/ 224142 w 252693"/>
              <a:gd name="connsiteY7" fmla="*/ 14669 h 339185"/>
              <a:gd name="connsiteX8" fmla="*/ 245674 w 252693"/>
              <a:gd name="connsiteY8" fmla="*/ 14669 h 339185"/>
              <a:gd name="connsiteX9" fmla="*/ 252693 w 252693"/>
              <a:gd name="connsiteY9" fmla="*/ 7525 h 339185"/>
              <a:gd name="connsiteX10" fmla="*/ 245674 w 252693"/>
              <a:gd name="connsiteY10" fmla="*/ 381 h 339185"/>
              <a:gd name="connsiteX11" fmla="*/ 217217 w 252693"/>
              <a:gd name="connsiteY11" fmla="*/ 381 h 339185"/>
              <a:gd name="connsiteX12" fmla="*/ 35191 w 252693"/>
              <a:gd name="connsiteY12" fmla="*/ 0 h 339185"/>
              <a:gd name="connsiteX13" fmla="*/ 7494 w 252693"/>
              <a:gd name="connsiteY13" fmla="*/ 0 h 339185"/>
              <a:gd name="connsiteX14" fmla="*/ 474 w 252693"/>
              <a:gd name="connsiteY14" fmla="*/ 7144 h 339185"/>
              <a:gd name="connsiteX15" fmla="*/ 7494 w 252693"/>
              <a:gd name="connsiteY15" fmla="*/ 14288 h 339185"/>
              <a:gd name="connsiteX16" fmla="*/ 28172 w 252693"/>
              <a:gd name="connsiteY16" fmla="*/ 14288 h 339185"/>
              <a:gd name="connsiteX17" fmla="*/ 28077 w 252693"/>
              <a:gd name="connsiteY17" fmla="*/ 77534 h 339185"/>
              <a:gd name="connsiteX18" fmla="*/ 90871 w 252693"/>
              <a:gd name="connsiteY18" fmla="*/ 169545 h 339185"/>
              <a:gd name="connsiteX19" fmla="*/ 27792 w 252693"/>
              <a:gd name="connsiteY19" fmla="*/ 261366 h 339185"/>
              <a:gd name="connsiteX20" fmla="*/ 27698 w 252693"/>
              <a:gd name="connsiteY20" fmla="*/ 324612 h 339185"/>
              <a:gd name="connsiteX21" fmla="*/ 7019 w 252693"/>
              <a:gd name="connsiteY21" fmla="*/ 324612 h 339185"/>
              <a:gd name="connsiteX22" fmla="*/ 0 w 252693"/>
              <a:gd name="connsiteY22" fmla="*/ 331661 h 339185"/>
              <a:gd name="connsiteX23" fmla="*/ 7019 w 252693"/>
              <a:gd name="connsiteY23" fmla="*/ 338804 h 339185"/>
              <a:gd name="connsiteX24" fmla="*/ 34717 w 252693"/>
              <a:gd name="connsiteY24" fmla="*/ 338804 h 339185"/>
              <a:gd name="connsiteX25" fmla="*/ 216743 w 252693"/>
              <a:gd name="connsiteY25" fmla="*/ 339185 h 339185"/>
              <a:gd name="connsiteX26" fmla="*/ 245200 w 252693"/>
              <a:gd name="connsiteY26" fmla="*/ 339185 h 339185"/>
              <a:gd name="connsiteX27" fmla="*/ 252219 w 252693"/>
              <a:gd name="connsiteY27" fmla="*/ 332041 h 339185"/>
              <a:gd name="connsiteX28" fmla="*/ 245200 w 252693"/>
              <a:gd name="connsiteY28" fmla="*/ 324898 h 339185"/>
              <a:gd name="connsiteX29" fmla="*/ 126062 w 252693"/>
              <a:gd name="connsiteY29" fmla="*/ 162306 h 339185"/>
              <a:gd name="connsiteX30" fmla="*/ 71236 w 252693"/>
              <a:gd name="connsiteY30" fmla="*/ 141351 h 339185"/>
              <a:gd name="connsiteX31" fmla="*/ 181362 w 252693"/>
              <a:gd name="connsiteY31" fmla="*/ 141541 h 339185"/>
              <a:gd name="connsiteX32" fmla="*/ 126062 w 252693"/>
              <a:gd name="connsiteY32" fmla="*/ 162306 h 339185"/>
              <a:gd name="connsiteX33" fmla="*/ 42305 w 252693"/>
              <a:gd name="connsiteY33" fmla="*/ 14288 h 339185"/>
              <a:gd name="connsiteX34" fmla="*/ 210293 w 252693"/>
              <a:gd name="connsiteY34" fmla="*/ 14573 h 339185"/>
              <a:gd name="connsiteX35" fmla="*/ 210293 w 252693"/>
              <a:gd name="connsiteY35" fmla="*/ 77819 h 339185"/>
              <a:gd name="connsiteX36" fmla="*/ 194263 w 252693"/>
              <a:gd name="connsiteY36" fmla="*/ 127254 h 339185"/>
              <a:gd name="connsiteX37" fmla="*/ 58146 w 252693"/>
              <a:gd name="connsiteY37" fmla="*/ 127064 h 339185"/>
              <a:gd name="connsiteX38" fmla="*/ 42116 w 252693"/>
              <a:gd name="connsiteY38" fmla="*/ 77534 h 339185"/>
              <a:gd name="connsiteX39" fmla="*/ 42210 w 252693"/>
              <a:gd name="connsiteY39" fmla="*/ 14288 h 339185"/>
              <a:gd name="connsiteX40" fmla="*/ 125967 w 252693"/>
              <a:gd name="connsiteY40" fmla="*/ 176974 h 339185"/>
              <a:gd name="connsiteX41" fmla="*/ 209819 w 252693"/>
              <a:gd name="connsiteY41" fmla="*/ 261747 h 339185"/>
              <a:gd name="connsiteX42" fmla="*/ 209819 w 252693"/>
              <a:gd name="connsiteY42" fmla="*/ 268700 h 339185"/>
              <a:gd name="connsiteX43" fmla="*/ 171308 w 252693"/>
              <a:gd name="connsiteY43" fmla="*/ 268700 h 339185"/>
              <a:gd name="connsiteX44" fmla="*/ 131658 w 252693"/>
              <a:gd name="connsiteY44" fmla="*/ 228410 h 339185"/>
              <a:gd name="connsiteX45" fmla="*/ 121130 w 252693"/>
              <a:gd name="connsiteY45" fmla="*/ 228410 h 339185"/>
              <a:gd name="connsiteX46" fmla="*/ 81385 w 252693"/>
              <a:gd name="connsiteY46" fmla="*/ 268510 h 339185"/>
              <a:gd name="connsiteX47" fmla="*/ 41736 w 252693"/>
              <a:gd name="connsiteY47" fmla="*/ 268510 h 339185"/>
              <a:gd name="connsiteX48" fmla="*/ 41736 w 252693"/>
              <a:gd name="connsiteY48" fmla="*/ 261557 h 339185"/>
              <a:gd name="connsiteX49" fmla="*/ 125872 w 252693"/>
              <a:gd name="connsiteY49" fmla="*/ 177165 h 339185"/>
              <a:gd name="connsiteX50" fmla="*/ 41831 w 252693"/>
              <a:gd name="connsiteY50" fmla="*/ 282607 h 339185"/>
              <a:gd name="connsiteX51" fmla="*/ 83852 w 252693"/>
              <a:gd name="connsiteY51" fmla="*/ 282607 h 339185"/>
              <a:gd name="connsiteX52" fmla="*/ 89733 w 252693"/>
              <a:gd name="connsiteY52" fmla="*/ 280226 h 339185"/>
              <a:gd name="connsiteX53" fmla="*/ 125967 w 252693"/>
              <a:gd name="connsiteY53" fmla="*/ 242411 h 339185"/>
              <a:gd name="connsiteX54" fmla="*/ 163245 w 252693"/>
              <a:gd name="connsiteY54" fmla="*/ 280321 h 339185"/>
              <a:gd name="connsiteX55" fmla="*/ 167893 w 252693"/>
              <a:gd name="connsiteY55" fmla="*/ 282702 h 339185"/>
              <a:gd name="connsiteX56" fmla="*/ 209914 w 252693"/>
              <a:gd name="connsiteY56" fmla="*/ 282702 h 339185"/>
              <a:gd name="connsiteX57" fmla="*/ 209914 w 252693"/>
              <a:gd name="connsiteY57" fmla="*/ 324803 h 339185"/>
              <a:gd name="connsiteX58" fmla="*/ 41926 w 252693"/>
              <a:gd name="connsiteY58" fmla="*/ 324517 h 339185"/>
              <a:gd name="connsiteX59" fmla="*/ 41926 w 252693"/>
              <a:gd name="connsiteY59" fmla="*/ 282416 h 339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52693" h="339185">
                <a:moveTo>
                  <a:pt x="245200" y="324993"/>
                </a:moveTo>
                <a:cubicBezTo>
                  <a:pt x="245200" y="324993"/>
                  <a:pt x="245200" y="324993"/>
                  <a:pt x="223762" y="324993"/>
                </a:cubicBezTo>
                <a:cubicBezTo>
                  <a:pt x="223762" y="316801"/>
                  <a:pt x="223762" y="299371"/>
                  <a:pt x="223857" y="261747"/>
                </a:cubicBezTo>
                <a:cubicBezTo>
                  <a:pt x="223857" y="220123"/>
                  <a:pt x="198341" y="184118"/>
                  <a:pt x="161538" y="169736"/>
                </a:cubicBezTo>
                <a:cubicBezTo>
                  <a:pt x="177189" y="163640"/>
                  <a:pt x="190848" y="153734"/>
                  <a:pt x="201377" y="141065"/>
                </a:cubicBezTo>
                <a:cubicBezTo>
                  <a:pt x="203558" y="140018"/>
                  <a:pt x="205266" y="137732"/>
                  <a:pt x="205645" y="135350"/>
                </a:cubicBezTo>
                <a:cubicBezTo>
                  <a:pt x="217217" y="119158"/>
                  <a:pt x="224047" y="99346"/>
                  <a:pt x="224142" y="77915"/>
                </a:cubicBezTo>
                <a:lnTo>
                  <a:pt x="224142" y="14669"/>
                </a:lnTo>
                <a:cubicBezTo>
                  <a:pt x="231161" y="14669"/>
                  <a:pt x="238370" y="14669"/>
                  <a:pt x="245674" y="14669"/>
                </a:cubicBezTo>
                <a:cubicBezTo>
                  <a:pt x="250322" y="14669"/>
                  <a:pt x="252693" y="11144"/>
                  <a:pt x="252693" y="7525"/>
                </a:cubicBezTo>
                <a:cubicBezTo>
                  <a:pt x="252693" y="3905"/>
                  <a:pt x="250417" y="381"/>
                  <a:pt x="245674" y="381"/>
                </a:cubicBezTo>
                <a:lnTo>
                  <a:pt x="217217" y="381"/>
                </a:lnTo>
                <a:cubicBezTo>
                  <a:pt x="217217" y="381"/>
                  <a:pt x="217217" y="381"/>
                  <a:pt x="35191" y="0"/>
                </a:cubicBezTo>
                <a:cubicBezTo>
                  <a:pt x="26275" y="0"/>
                  <a:pt x="17169" y="0"/>
                  <a:pt x="7494" y="0"/>
                </a:cubicBezTo>
                <a:cubicBezTo>
                  <a:pt x="3984" y="0"/>
                  <a:pt x="474" y="3524"/>
                  <a:pt x="474" y="7144"/>
                </a:cubicBezTo>
                <a:cubicBezTo>
                  <a:pt x="474" y="10763"/>
                  <a:pt x="3984" y="14288"/>
                  <a:pt x="7494" y="14288"/>
                </a:cubicBezTo>
                <a:cubicBezTo>
                  <a:pt x="7494" y="14288"/>
                  <a:pt x="7494" y="14288"/>
                  <a:pt x="28172" y="14288"/>
                </a:cubicBezTo>
                <a:cubicBezTo>
                  <a:pt x="28172" y="22479"/>
                  <a:pt x="28172" y="39910"/>
                  <a:pt x="28077" y="77534"/>
                </a:cubicBezTo>
                <a:cubicBezTo>
                  <a:pt x="28077" y="119158"/>
                  <a:pt x="54257" y="155162"/>
                  <a:pt x="90871" y="169545"/>
                </a:cubicBezTo>
                <a:cubicBezTo>
                  <a:pt x="54257" y="183833"/>
                  <a:pt x="27887" y="219742"/>
                  <a:pt x="27792" y="261366"/>
                </a:cubicBezTo>
                <a:cubicBezTo>
                  <a:pt x="27792" y="261366"/>
                  <a:pt x="27792" y="261557"/>
                  <a:pt x="27698" y="324612"/>
                </a:cubicBezTo>
                <a:lnTo>
                  <a:pt x="7019" y="324612"/>
                </a:lnTo>
                <a:cubicBezTo>
                  <a:pt x="3510" y="324612"/>
                  <a:pt x="0" y="328136"/>
                  <a:pt x="0" y="331661"/>
                </a:cubicBezTo>
                <a:cubicBezTo>
                  <a:pt x="0" y="335185"/>
                  <a:pt x="3510" y="338804"/>
                  <a:pt x="7019" y="338804"/>
                </a:cubicBezTo>
                <a:lnTo>
                  <a:pt x="34717" y="338804"/>
                </a:lnTo>
                <a:cubicBezTo>
                  <a:pt x="34717" y="338804"/>
                  <a:pt x="34717" y="338804"/>
                  <a:pt x="216743" y="339185"/>
                </a:cubicBezTo>
                <a:cubicBezTo>
                  <a:pt x="225849" y="339185"/>
                  <a:pt x="235240" y="339185"/>
                  <a:pt x="245200" y="339185"/>
                </a:cubicBezTo>
                <a:cubicBezTo>
                  <a:pt x="249848" y="339185"/>
                  <a:pt x="252219" y="335661"/>
                  <a:pt x="252219" y="332041"/>
                </a:cubicBezTo>
                <a:cubicBezTo>
                  <a:pt x="252219" y="328422"/>
                  <a:pt x="249942" y="324898"/>
                  <a:pt x="245200" y="324898"/>
                </a:cubicBezTo>
                <a:close/>
                <a:moveTo>
                  <a:pt x="126062" y="162306"/>
                </a:moveTo>
                <a:cubicBezTo>
                  <a:pt x="105289" y="162306"/>
                  <a:pt x="86128" y="154400"/>
                  <a:pt x="71236" y="141351"/>
                </a:cubicBezTo>
                <a:cubicBezTo>
                  <a:pt x="87172" y="141351"/>
                  <a:pt x="118853" y="141351"/>
                  <a:pt x="181362" y="141541"/>
                </a:cubicBezTo>
                <a:cubicBezTo>
                  <a:pt x="166565" y="154495"/>
                  <a:pt x="147310" y="162306"/>
                  <a:pt x="126062" y="162306"/>
                </a:cubicBezTo>
                <a:close/>
                <a:moveTo>
                  <a:pt x="42305" y="14288"/>
                </a:moveTo>
                <a:cubicBezTo>
                  <a:pt x="70098" y="14288"/>
                  <a:pt x="120181" y="14383"/>
                  <a:pt x="210293" y="14573"/>
                </a:cubicBezTo>
                <a:lnTo>
                  <a:pt x="210293" y="77819"/>
                </a:lnTo>
                <a:cubicBezTo>
                  <a:pt x="210198" y="96393"/>
                  <a:pt x="204222" y="113347"/>
                  <a:pt x="194263" y="127254"/>
                </a:cubicBezTo>
                <a:cubicBezTo>
                  <a:pt x="184493" y="127254"/>
                  <a:pt x="153854" y="127254"/>
                  <a:pt x="58146" y="127064"/>
                </a:cubicBezTo>
                <a:cubicBezTo>
                  <a:pt x="48091" y="113157"/>
                  <a:pt x="42116" y="96107"/>
                  <a:pt x="42116" y="77534"/>
                </a:cubicBezTo>
                <a:cubicBezTo>
                  <a:pt x="42116" y="77534"/>
                  <a:pt x="42144" y="56452"/>
                  <a:pt x="42210" y="14288"/>
                </a:cubicBezTo>
                <a:close/>
                <a:moveTo>
                  <a:pt x="125967" y="176974"/>
                </a:moveTo>
                <a:cubicBezTo>
                  <a:pt x="172636" y="176974"/>
                  <a:pt x="209914" y="214693"/>
                  <a:pt x="209819" y="261747"/>
                </a:cubicBezTo>
                <a:lnTo>
                  <a:pt x="209819" y="268700"/>
                </a:lnTo>
                <a:cubicBezTo>
                  <a:pt x="203748" y="268700"/>
                  <a:pt x="192460" y="268700"/>
                  <a:pt x="171308" y="268700"/>
                </a:cubicBezTo>
                <a:lnTo>
                  <a:pt x="131658" y="228410"/>
                </a:lnTo>
                <a:cubicBezTo>
                  <a:pt x="128149" y="224885"/>
                  <a:pt x="124639" y="224885"/>
                  <a:pt x="121130" y="228410"/>
                </a:cubicBezTo>
                <a:lnTo>
                  <a:pt x="81385" y="268510"/>
                </a:lnTo>
                <a:cubicBezTo>
                  <a:pt x="81385" y="268510"/>
                  <a:pt x="81385" y="268510"/>
                  <a:pt x="41736" y="268510"/>
                </a:cubicBezTo>
                <a:lnTo>
                  <a:pt x="41736" y="261557"/>
                </a:lnTo>
                <a:cubicBezTo>
                  <a:pt x="41736" y="214598"/>
                  <a:pt x="80437" y="177070"/>
                  <a:pt x="125872" y="177165"/>
                </a:cubicBezTo>
                <a:close/>
                <a:moveTo>
                  <a:pt x="41831" y="282607"/>
                </a:moveTo>
                <a:cubicBezTo>
                  <a:pt x="48186" y="282607"/>
                  <a:pt x="60328" y="282607"/>
                  <a:pt x="83852" y="282607"/>
                </a:cubicBezTo>
                <a:cubicBezTo>
                  <a:pt x="86223" y="282607"/>
                  <a:pt x="88500" y="281464"/>
                  <a:pt x="89733" y="280226"/>
                </a:cubicBezTo>
                <a:lnTo>
                  <a:pt x="125967" y="242411"/>
                </a:lnTo>
                <a:lnTo>
                  <a:pt x="163245" y="280321"/>
                </a:lnTo>
                <a:cubicBezTo>
                  <a:pt x="164383" y="281464"/>
                  <a:pt x="166755" y="282702"/>
                  <a:pt x="167893" y="282702"/>
                </a:cubicBezTo>
                <a:cubicBezTo>
                  <a:pt x="167893" y="282702"/>
                  <a:pt x="167893" y="282702"/>
                  <a:pt x="209914" y="282702"/>
                </a:cubicBezTo>
                <a:cubicBezTo>
                  <a:pt x="209914" y="292037"/>
                  <a:pt x="209914" y="305467"/>
                  <a:pt x="209914" y="324803"/>
                </a:cubicBezTo>
                <a:cubicBezTo>
                  <a:pt x="181931" y="324803"/>
                  <a:pt x="131658" y="324707"/>
                  <a:pt x="41926" y="324517"/>
                </a:cubicBezTo>
                <a:lnTo>
                  <a:pt x="41926" y="28241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3" name="Graphic 100">
            <a:extLst>
              <a:ext uri="{FF2B5EF4-FFF2-40B4-BE49-F238E27FC236}">
                <a16:creationId xmlns:a16="http://schemas.microsoft.com/office/drawing/2014/main" id="{96818A66-3EEF-85F7-1489-055EE0969F52}"/>
              </a:ext>
            </a:extLst>
          </p:cNvPr>
          <p:cNvSpPr/>
          <p:nvPr/>
        </p:nvSpPr>
        <p:spPr>
          <a:xfrm>
            <a:off x="6315882" y="826714"/>
            <a:ext cx="334005" cy="448329"/>
          </a:xfrm>
          <a:custGeom>
            <a:avLst/>
            <a:gdLst>
              <a:gd name="connsiteX0" fmla="*/ 245200 w 252693"/>
              <a:gd name="connsiteY0" fmla="*/ 324993 h 339185"/>
              <a:gd name="connsiteX1" fmla="*/ 223762 w 252693"/>
              <a:gd name="connsiteY1" fmla="*/ 324993 h 339185"/>
              <a:gd name="connsiteX2" fmla="*/ 223857 w 252693"/>
              <a:gd name="connsiteY2" fmla="*/ 261747 h 339185"/>
              <a:gd name="connsiteX3" fmla="*/ 161538 w 252693"/>
              <a:gd name="connsiteY3" fmla="*/ 169736 h 339185"/>
              <a:gd name="connsiteX4" fmla="*/ 201377 w 252693"/>
              <a:gd name="connsiteY4" fmla="*/ 141065 h 339185"/>
              <a:gd name="connsiteX5" fmla="*/ 205645 w 252693"/>
              <a:gd name="connsiteY5" fmla="*/ 135350 h 339185"/>
              <a:gd name="connsiteX6" fmla="*/ 224142 w 252693"/>
              <a:gd name="connsiteY6" fmla="*/ 77915 h 339185"/>
              <a:gd name="connsiteX7" fmla="*/ 224142 w 252693"/>
              <a:gd name="connsiteY7" fmla="*/ 14669 h 339185"/>
              <a:gd name="connsiteX8" fmla="*/ 245674 w 252693"/>
              <a:gd name="connsiteY8" fmla="*/ 14669 h 339185"/>
              <a:gd name="connsiteX9" fmla="*/ 252693 w 252693"/>
              <a:gd name="connsiteY9" fmla="*/ 7525 h 339185"/>
              <a:gd name="connsiteX10" fmla="*/ 245674 w 252693"/>
              <a:gd name="connsiteY10" fmla="*/ 381 h 339185"/>
              <a:gd name="connsiteX11" fmla="*/ 217217 w 252693"/>
              <a:gd name="connsiteY11" fmla="*/ 381 h 339185"/>
              <a:gd name="connsiteX12" fmla="*/ 35191 w 252693"/>
              <a:gd name="connsiteY12" fmla="*/ 0 h 339185"/>
              <a:gd name="connsiteX13" fmla="*/ 7494 w 252693"/>
              <a:gd name="connsiteY13" fmla="*/ 0 h 339185"/>
              <a:gd name="connsiteX14" fmla="*/ 474 w 252693"/>
              <a:gd name="connsiteY14" fmla="*/ 7144 h 339185"/>
              <a:gd name="connsiteX15" fmla="*/ 7494 w 252693"/>
              <a:gd name="connsiteY15" fmla="*/ 14288 h 339185"/>
              <a:gd name="connsiteX16" fmla="*/ 28172 w 252693"/>
              <a:gd name="connsiteY16" fmla="*/ 14288 h 339185"/>
              <a:gd name="connsiteX17" fmla="*/ 28077 w 252693"/>
              <a:gd name="connsiteY17" fmla="*/ 77534 h 339185"/>
              <a:gd name="connsiteX18" fmla="*/ 90871 w 252693"/>
              <a:gd name="connsiteY18" fmla="*/ 169545 h 339185"/>
              <a:gd name="connsiteX19" fmla="*/ 27792 w 252693"/>
              <a:gd name="connsiteY19" fmla="*/ 261366 h 339185"/>
              <a:gd name="connsiteX20" fmla="*/ 27698 w 252693"/>
              <a:gd name="connsiteY20" fmla="*/ 324612 h 339185"/>
              <a:gd name="connsiteX21" fmla="*/ 7019 w 252693"/>
              <a:gd name="connsiteY21" fmla="*/ 324612 h 339185"/>
              <a:gd name="connsiteX22" fmla="*/ 0 w 252693"/>
              <a:gd name="connsiteY22" fmla="*/ 331661 h 339185"/>
              <a:gd name="connsiteX23" fmla="*/ 7019 w 252693"/>
              <a:gd name="connsiteY23" fmla="*/ 338804 h 339185"/>
              <a:gd name="connsiteX24" fmla="*/ 34717 w 252693"/>
              <a:gd name="connsiteY24" fmla="*/ 338804 h 339185"/>
              <a:gd name="connsiteX25" fmla="*/ 216743 w 252693"/>
              <a:gd name="connsiteY25" fmla="*/ 339185 h 339185"/>
              <a:gd name="connsiteX26" fmla="*/ 245200 w 252693"/>
              <a:gd name="connsiteY26" fmla="*/ 339185 h 339185"/>
              <a:gd name="connsiteX27" fmla="*/ 252219 w 252693"/>
              <a:gd name="connsiteY27" fmla="*/ 332041 h 339185"/>
              <a:gd name="connsiteX28" fmla="*/ 245200 w 252693"/>
              <a:gd name="connsiteY28" fmla="*/ 324898 h 339185"/>
              <a:gd name="connsiteX29" fmla="*/ 126062 w 252693"/>
              <a:gd name="connsiteY29" fmla="*/ 162306 h 339185"/>
              <a:gd name="connsiteX30" fmla="*/ 71236 w 252693"/>
              <a:gd name="connsiteY30" fmla="*/ 141351 h 339185"/>
              <a:gd name="connsiteX31" fmla="*/ 181362 w 252693"/>
              <a:gd name="connsiteY31" fmla="*/ 141541 h 339185"/>
              <a:gd name="connsiteX32" fmla="*/ 126062 w 252693"/>
              <a:gd name="connsiteY32" fmla="*/ 162306 h 339185"/>
              <a:gd name="connsiteX33" fmla="*/ 42305 w 252693"/>
              <a:gd name="connsiteY33" fmla="*/ 14288 h 339185"/>
              <a:gd name="connsiteX34" fmla="*/ 210293 w 252693"/>
              <a:gd name="connsiteY34" fmla="*/ 14573 h 339185"/>
              <a:gd name="connsiteX35" fmla="*/ 210293 w 252693"/>
              <a:gd name="connsiteY35" fmla="*/ 77819 h 339185"/>
              <a:gd name="connsiteX36" fmla="*/ 194263 w 252693"/>
              <a:gd name="connsiteY36" fmla="*/ 127254 h 339185"/>
              <a:gd name="connsiteX37" fmla="*/ 58146 w 252693"/>
              <a:gd name="connsiteY37" fmla="*/ 127064 h 339185"/>
              <a:gd name="connsiteX38" fmla="*/ 42116 w 252693"/>
              <a:gd name="connsiteY38" fmla="*/ 77534 h 339185"/>
              <a:gd name="connsiteX39" fmla="*/ 42210 w 252693"/>
              <a:gd name="connsiteY39" fmla="*/ 14288 h 339185"/>
              <a:gd name="connsiteX40" fmla="*/ 125967 w 252693"/>
              <a:gd name="connsiteY40" fmla="*/ 176974 h 339185"/>
              <a:gd name="connsiteX41" fmla="*/ 209819 w 252693"/>
              <a:gd name="connsiteY41" fmla="*/ 261747 h 339185"/>
              <a:gd name="connsiteX42" fmla="*/ 209819 w 252693"/>
              <a:gd name="connsiteY42" fmla="*/ 268700 h 339185"/>
              <a:gd name="connsiteX43" fmla="*/ 171308 w 252693"/>
              <a:gd name="connsiteY43" fmla="*/ 268700 h 339185"/>
              <a:gd name="connsiteX44" fmla="*/ 131658 w 252693"/>
              <a:gd name="connsiteY44" fmla="*/ 228410 h 339185"/>
              <a:gd name="connsiteX45" fmla="*/ 121130 w 252693"/>
              <a:gd name="connsiteY45" fmla="*/ 228410 h 339185"/>
              <a:gd name="connsiteX46" fmla="*/ 81385 w 252693"/>
              <a:gd name="connsiteY46" fmla="*/ 268510 h 339185"/>
              <a:gd name="connsiteX47" fmla="*/ 41736 w 252693"/>
              <a:gd name="connsiteY47" fmla="*/ 268510 h 339185"/>
              <a:gd name="connsiteX48" fmla="*/ 41736 w 252693"/>
              <a:gd name="connsiteY48" fmla="*/ 261557 h 339185"/>
              <a:gd name="connsiteX49" fmla="*/ 125872 w 252693"/>
              <a:gd name="connsiteY49" fmla="*/ 177165 h 339185"/>
              <a:gd name="connsiteX50" fmla="*/ 41831 w 252693"/>
              <a:gd name="connsiteY50" fmla="*/ 282607 h 339185"/>
              <a:gd name="connsiteX51" fmla="*/ 83852 w 252693"/>
              <a:gd name="connsiteY51" fmla="*/ 282607 h 339185"/>
              <a:gd name="connsiteX52" fmla="*/ 89733 w 252693"/>
              <a:gd name="connsiteY52" fmla="*/ 280226 h 339185"/>
              <a:gd name="connsiteX53" fmla="*/ 125967 w 252693"/>
              <a:gd name="connsiteY53" fmla="*/ 242411 h 339185"/>
              <a:gd name="connsiteX54" fmla="*/ 163245 w 252693"/>
              <a:gd name="connsiteY54" fmla="*/ 280321 h 339185"/>
              <a:gd name="connsiteX55" fmla="*/ 167893 w 252693"/>
              <a:gd name="connsiteY55" fmla="*/ 282702 h 339185"/>
              <a:gd name="connsiteX56" fmla="*/ 209914 w 252693"/>
              <a:gd name="connsiteY56" fmla="*/ 282702 h 339185"/>
              <a:gd name="connsiteX57" fmla="*/ 209914 w 252693"/>
              <a:gd name="connsiteY57" fmla="*/ 324803 h 339185"/>
              <a:gd name="connsiteX58" fmla="*/ 41926 w 252693"/>
              <a:gd name="connsiteY58" fmla="*/ 324517 h 339185"/>
              <a:gd name="connsiteX59" fmla="*/ 41926 w 252693"/>
              <a:gd name="connsiteY59" fmla="*/ 282416 h 339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52693" h="339185">
                <a:moveTo>
                  <a:pt x="245200" y="324993"/>
                </a:moveTo>
                <a:cubicBezTo>
                  <a:pt x="245200" y="324993"/>
                  <a:pt x="245200" y="324993"/>
                  <a:pt x="223762" y="324993"/>
                </a:cubicBezTo>
                <a:cubicBezTo>
                  <a:pt x="223762" y="316801"/>
                  <a:pt x="223762" y="299371"/>
                  <a:pt x="223857" y="261747"/>
                </a:cubicBezTo>
                <a:cubicBezTo>
                  <a:pt x="223857" y="220123"/>
                  <a:pt x="198341" y="184118"/>
                  <a:pt x="161538" y="169736"/>
                </a:cubicBezTo>
                <a:cubicBezTo>
                  <a:pt x="177189" y="163640"/>
                  <a:pt x="190848" y="153734"/>
                  <a:pt x="201377" y="141065"/>
                </a:cubicBezTo>
                <a:cubicBezTo>
                  <a:pt x="203558" y="140018"/>
                  <a:pt x="205266" y="137732"/>
                  <a:pt x="205645" y="135350"/>
                </a:cubicBezTo>
                <a:cubicBezTo>
                  <a:pt x="217217" y="119158"/>
                  <a:pt x="224047" y="99346"/>
                  <a:pt x="224142" y="77915"/>
                </a:cubicBezTo>
                <a:lnTo>
                  <a:pt x="224142" y="14669"/>
                </a:lnTo>
                <a:cubicBezTo>
                  <a:pt x="231161" y="14669"/>
                  <a:pt x="238370" y="14669"/>
                  <a:pt x="245674" y="14669"/>
                </a:cubicBezTo>
                <a:cubicBezTo>
                  <a:pt x="250322" y="14669"/>
                  <a:pt x="252693" y="11144"/>
                  <a:pt x="252693" y="7525"/>
                </a:cubicBezTo>
                <a:cubicBezTo>
                  <a:pt x="252693" y="3905"/>
                  <a:pt x="250417" y="381"/>
                  <a:pt x="245674" y="381"/>
                </a:cubicBezTo>
                <a:lnTo>
                  <a:pt x="217217" y="381"/>
                </a:lnTo>
                <a:cubicBezTo>
                  <a:pt x="217217" y="381"/>
                  <a:pt x="217217" y="381"/>
                  <a:pt x="35191" y="0"/>
                </a:cubicBezTo>
                <a:cubicBezTo>
                  <a:pt x="26275" y="0"/>
                  <a:pt x="17169" y="0"/>
                  <a:pt x="7494" y="0"/>
                </a:cubicBezTo>
                <a:cubicBezTo>
                  <a:pt x="3984" y="0"/>
                  <a:pt x="474" y="3524"/>
                  <a:pt x="474" y="7144"/>
                </a:cubicBezTo>
                <a:cubicBezTo>
                  <a:pt x="474" y="10763"/>
                  <a:pt x="3984" y="14288"/>
                  <a:pt x="7494" y="14288"/>
                </a:cubicBezTo>
                <a:cubicBezTo>
                  <a:pt x="7494" y="14288"/>
                  <a:pt x="7494" y="14288"/>
                  <a:pt x="28172" y="14288"/>
                </a:cubicBezTo>
                <a:cubicBezTo>
                  <a:pt x="28172" y="22479"/>
                  <a:pt x="28172" y="39910"/>
                  <a:pt x="28077" y="77534"/>
                </a:cubicBezTo>
                <a:cubicBezTo>
                  <a:pt x="28077" y="119158"/>
                  <a:pt x="54257" y="155162"/>
                  <a:pt x="90871" y="169545"/>
                </a:cubicBezTo>
                <a:cubicBezTo>
                  <a:pt x="54257" y="183833"/>
                  <a:pt x="27887" y="219742"/>
                  <a:pt x="27792" y="261366"/>
                </a:cubicBezTo>
                <a:cubicBezTo>
                  <a:pt x="27792" y="261366"/>
                  <a:pt x="27792" y="261557"/>
                  <a:pt x="27698" y="324612"/>
                </a:cubicBezTo>
                <a:lnTo>
                  <a:pt x="7019" y="324612"/>
                </a:lnTo>
                <a:cubicBezTo>
                  <a:pt x="3510" y="324612"/>
                  <a:pt x="0" y="328136"/>
                  <a:pt x="0" y="331661"/>
                </a:cubicBezTo>
                <a:cubicBezTo>
                  <a:pt x="0" y="335185"/>
                  <a:pt x="3510" y="338804"/>
                  <a:pt x="7019" y="338804"/>
                </a:cubicBezTo>
                <a:lnTo>
                  <a:pt x="34717" y="338804"/>
                </a:lnTo>
                <a:cubicBezTo>
                  <a:pt x="34717" y="338804"/>
                  <a:pt x="34717" y="338804"/>
                  <a:pt x="216743" y="339185"/>
                </a:cubicBezTo>
                <a:cubicBezTo>
                  <a:pt x="225849" y="339185"/>
                  <a:pt x="235240" y="339185"/>
                  <a:pt x="245200" y="339185"/>
                </a:cubicBezTo>
                <a:cubicBezTo>
                  <a:pt x="249848" y="339185"/>
                  <a:pt x="252219" y="335661"/>
                  <a:pt x="252219" y="332041"/>
                </a:cubicBezTo>
                <a:cubicBezTo>
                  <a:pt x="252219" y="328422"/>
                  <a:pt x="249942" y="324898"/>
                  <a:pt x="245200" y="324898"/>
                </a:cubicBezTo>
                <a:close/>
                <a:moveTo>
                  <a:pt x="126062" y="162306"/>
                </a:moveTo>
                <a:cubicBezTo>
                  <a:pt x="105289" y="162306"/>
                  <a:pt x="86128" y="154400"/>
                  <a:pt x="71236" y="141351"/>
                </a:cubicBezTo>
                <a:cubicBezTo>
                  <a:pt x="87172" y="141351"/>
                  <a:pt x="118853" y="141351"/>
                  <a:pt x="181362" y="141541"/>
                </a:cubicBezTo>
                <a:cubicBezTo>
                  <a:pt x="166565" y="154495"/>
                  <a:pt x="147310" y="162306"/>
                  <a:pt x="126062" y="162306"/>
                </a:cubicBezTo>
                <a:close/>
                <a:moveTo>
                  <a:pt x="42305" y="14288"/>
                </a:moveTo>
                <a:cubicBezTo>
                  <a:pt x="70098" y="14288"/>
                  <a:pt x="120181" y="14383"/>
                  <a:pt x="210293" y="14573"/>
                </a:cubicBezTo>
                <a:lnTo>
                  <a:pt x="210293" y="77819"/>
                </a:lnTo>
                <a:cubicBezTo>
                  <a:pt x="210198" y="96393"/>
                  <a:pt x="204222" y="113347"/>
                  <a:pt x="194263" y="127254"/>
                </a:cubicBezTo>
                <a:cubicBezTo>
                  <a:pt x="184493" y="127254"/>
                  <a:pt x="153854" y="127254"/>
                  <a:pt x="58146" y="127064"/>
                </a:cubicBezTo>
                <a:cubicBezTo>
                  <a:pt x="48091" y="113157"/>
                  <a:pt x="42116" y="96107"/>
                  <a:pt x="42116" y="77534"/>
                </a:cubicBezTo>
                <a:cubicBezTo>
                  <a:pt x="42116" y="77534"/>
                  <a:pt x="42144" y="56452"/>
                  <a:pt x="42210" y="14288"/>
                </a:cubicBezTo>
                <a:close/>
                <a:moveTo>
                  <a:pt x="125967" y="176974"/>
                </a:moveTo>
                <a:cubicBezTo>
                  <a:pt x="172636" y="176974"/>
                  <a:pt x="209914" y="214693"/>
                  <a:pt x="209819" y="261747"/>
                </a:cubicBezTo>
                <a:lnTo>
                  <a:pt x="209819" y="268700"/>
                </a:lnTo>
                <a:cubicBezTo>
                  <a:pt x="203748" y="268700"/>
                  <a:pt x="192460" y="268700"/>
                  <a:pt x="171308" y="268700"/>
                </a:cubicBezTo>
                <a:lnTo>
                  <a:pt x="131658" y="228410"/>
                </a:lnTo>
                <a:cubicBezTo>
                  <a:pt x="128149" y="224885"/>
                  <a:pt x="124639" y="224885"/>
                  <a:pt x="121130" y="228410"/>
                </a:cubicBezTo>
                <a:lnTo>
                  <a:pt x="81385" y="268510"/>
                </a:lnTo>
                <a:cubicBezTo>
                  <a:pt x="81385" y="268510"/>
                  <a:pt x="81385" y="268510"/>
                  <a:pt x="41736" y="268510"/>
                </a:cubicBezTo>
                <a:lnTo>
                  <a:pt x="41736" y="261557"/>
                </a:lnTo>
                <a:cubicBezTo>
                  <a:pt x="41736" y="214598"/>
                  <a:pt x="80437" y="177070"/>
                  <a:pt x="125872" y="177165"/>
                </a:cubicBezTo>
                <a:close/>
                <a:moveTo>
                  <a:pt x="41831" y="282607"/>
                </a:moveTo>
                <a:cubicBezTo>
                  <a:pt x="48186" y="282607"/>
                  <a:pt x="60328" y="282607"/>
                  <a:pt x="83852" y="282607"/>
                </a:cubicBezTo>
                <a:cubicBezTo>
                  <a:pt x="86223" y="282607"/>
                  <a:pt x="88500" y="281464"/>
                  <a:pt x="89733" y="280226"/>
                </a:cubicBezTo>
                <a:lnTo>
                  <a:pt x="125967" y="242411"/>
                </a:lnTo>
                <a:lnTo>
                  <a:pt x="163245" y="280321"/>
                </a:lnTo>
                <a:cubicBezTo>
                  <a:pt x="164383" y="281464"/>
                  <a:pt x="166755" y="282702"/>
                  <a:pt x="167893" y="282702"/>
                </a:cubicBezTo>
                <a:cubicBezTo>
                  <a:pt x="167893" y="282702"/>
                  <a:pt x="167893" y="282702"/>
                  <a:pt x="209914" y="282702"/>
                </a:cubicBezTo>
                <a:cubicBezTo>
                  <a:pt x="209914" y="292037"/>
                  <a:pt x="209914" y="305467"/>
                  <a:pt x="209914" y="324803"/>
                </a:cubicBezTo>
                <a:cubicBezTo>
                  <a:pt x="181931" y="324803"/>
                  <a:pt x="131658" y="324707"/>
                  <a:pt x="41926" y="324517"/>
                </a:cubicBezTo>
                <a:lnTo>
                  <a:pt x="41926" y="28241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4" name="Graphic 100">
            <a:extLst>
              <a:ext uri="{FF2B5EF4-FFF2-40B4-BE49-F238E27FC236}">
                <a16:creationId xmlns:a16="http://schemas.microsoft.com/office/drawing/2014/main" id="{AA0DF3A4-5C7A-7736-6842-A2173FF9B7F8}"/>
              </a:ext>
            </a:extLst>
          </p:cNvPr>
          <p:cNvSpPr/>
          <p:nvPr/>
        </p:nvSpPr>
        <p:spPr>
          <a:xfrm>
            <a:off x="5545124" y="1457334"/>
            <a:ext cx="334005" cy="448329"/>
          </a:xfrm>
          <a:custGeom>
            <a:avLst/>
            <a:gdLst>
              <a:gd name="connsiteX0" fmla="*/ 245200 w 252693"/>
              <a:gd name="connsiteY0" fmla="*/ 324993 h 339185"/>
              <a:gd name="connsiteX1" fmla="*/ 223762 w 252693"/>
              <a:gd name="connsiteY1" fmla="*/ 324993 h 339185"/>
              <a:gd name="connsiteX2" fmla="*/ 223857 w 252693"/>
              <a:gd name="connsiteY2" fmla="*/ 261747 h 339185"/>
              <a:gd name="connsiteX3" fmla="*/ 161538 w 252693"/>
              <a:gd name="connsiteY3" fmla="*/ 169736 h 339185"/>
              <a:gd name="connsiteX4" fmla="*/ 201377 w 252693"/>
              <a:gd name="connsiteY4" fmla="*/ 141065 h 339185"/>
              <a:gd name="connsiteX5" fmla="*/ 205645 w 252693"/>
              <a:gd name="connsiteY5" fmla="*/ 135350 h 339185"/>
              <a:gd name="connsiteX6" fmla="*/ 224142 w 252693"/>
              <a:gd name="connsiteY6" fmla="*/ 77915 h 339185"/>
              <a:gd name="connsiteX7" fmla="*/ 224142 w 252693"/>
              <a:gd name="connsiteY7" fmla="*/ 14669 h 339185"/>
              <a:gd name="connsiteX8" fmla="*/ 245674 w 252693"/>
              <a:gd name="connsiteY8" fmla="*/ 14669 h 339185"/>
              <a:gd name="connsiteX9" fmla="*/ 252693 w 252693"/>
              <a:gd name="connsiteY9" fmla="*/ 7525 h 339185"/>
              <a:gd name="connsiteX10" fmla="*/ 245674 w 252693"/>
              <a:gd name="connsiteY10" fmla="*/ 381 h 339185"/>
              <a:gd name="connsiteX11" fmla="*/ 217217 w 252693"/>
              <a:gd name="connsiteY11" fmla="*/ 381 h 339185"/>
              <a:gd name="connsiteX12" fmla="*/ 35191 w 252693"/>
              <a:gd name="connsiteY12" fmla="*/ 0 h 339185"/>
              <a:gd name="connsiteX13" fmla="*/ 7494 w 252693"/>
              <a:gd name="connsiteY13" fmla="*/ 0 h 339185"/>
              <a:gd name="connsiteX14" fmla="*/ 474 w 252693"/>
              <a:gd name="connsiteY14" fmla="*/ 7144 h 339185"/>
              <a:gd name="connsiteX15" fmla="*/ 7494 w 252693"/>
              <a:gd name="connsiteY15" fmla="*/ 14288 h 339185"/>
              <a:gd name="connsiteX16" fmla="*/ 28172 w 252693"/>
              <a:gd name="connsiteY16" fmla="*/ 14288 h 339185"/>
              <a:gd name="connsiteX17" fmla="*/ 28077 w 252693"/>
              <a:gd name="connsiteY17" fmla="*/ 77534 h 339185"/>
              <a:gd name="connsiteX18" fmla="*/ 90871 w 252693"/>
              <a:gd name="connsiteY18" fmla="*/ 169545 h 339185"/>
              <a:gd name="connsiteX19" fmla="*/ 27792 w 252693"/>
              <a:gd name="connsiteY19" fmla="*/ 261366 h 339185"/>
              <a:gd name="connsiteX20" fmla="*/ 27698 w 252693"/>
              <a:gd name="connsiteY20" fmla="*/ 324612 h 339185"/>
              <a:gd name="connsiteX21" fmla="*/ 7019 w 252693"/>
              <a:gd name="connsiteY21" fmla="*/ 324612 h 339185"/>
              <a:gd name="connsiteX22" fmla="*/ 0 w 252693"/>
              <a:gd name="connsiteY22" fmla="*/ 331661 h 339185"/>
              <a:gd name="connsiteX23" fmla="*/ 7019 w 252693"/>
              <a:gd name="connsiteY23" fmla="*/ 338804 h 339185"/>
              <a:gd name="connsiteX24" fmla="*/ 34717 w 252693"/>
              <a:gd name="connsiteY24" fmla="*/ 338804 h 339185"/>
              <a:gd name="connsiteX25" fmla="*/ 216743 w 252693"/>
              <a:gd name="connsiteY25" fmla="*/ 339185 h 339185"/>
              <a:gd name="connsiteX26" fmla="*/ 245200 w 252693"/>
              <a:gd name="connsiteY26" fmla="*/ 339185 h 339185"/>
              <a:gd name="connsiteX27" fmla="*/ 252219 w 252693"/>
              <a:gd name="connsiteY27" fmla="*/ 332041 h 339185"/>
              <a:gd name="connsiteX28" fmla="*/ 245200 w 252693"/>
              <a:gd name="connsiteY28" fmla="*/ 324898 h 339185"/>
              <a:gd name="connsiteX29" fmla="*/ 126062 w 252693"/>
              <a:gd name="connsiteY29" fmla="*/ 162306 h 339185"/>
              <a:gd name="connsiteX30" fmla="*/ 71236 w 252693"/>
              <a:gd name="connsiteY30" fmla="*/ 141351 h 339185"/>
              <a:gd name="connsiteX31" fmla="*/ 181362 w 252693"/>
              <a:gd name="connsiteY31" fmla="*/ 141541 h 339185"/>
              <a:gd name="connsiteX32" fmla="*/ 126062 w 252693"/>
              <a:gd name="connsiteY32" fmla="*/ 162306 h 339185"/>
              <a:gd name="connsiteX33" fmla="*/ 42305 w 252693"/>
              <a:gd name="connsiteY33" fmla="*/ 14288 h 339185"/>
              <a:gd name="connsiteX34" fmla="*/ 210293 w 252693"/>
              <a:gd name="connsiteY34" fmla="*/ 14573 h 339185"/>
              <a:gd name="connsiteX35" fmla="*/ 210293 w 252693"/>
              <a:gd name="connsiteY35" fmla="*/ 77819 h 339185"/>
              <a:gd name="connsiteX36" fmla="*/ 194263 w 252693"/>
              <a:gd name="connsiteY36" fmla="*/ 127254 h 339185"/>
              <a:gd name="connsiteX37" fmla="*/ 58146 w 252693"/>
              <a:gd name="connsiteY37" fmla="*/ 127064 h 339185"/>
              <a:gd name="connsiteX38" fmla="*/ 42116 w 252693"/>
              <a:gd name="connsiteY38" fmla="*/ 77534 h 339185"/>
              <a:gd name="connsiteX39" fmla="*/ 42210 w 252693"/>
              <a:gd name="connsiteY39" fmla="*/ 14288 h 339185"/>
              <a:gd name="connsiteX40" fmla="*/ 125967 w 252693"/>
              <a:gd name="connsiteY40" fmla="*/ 176974 h 339185"/>
              <a:gd name="connsiteX41" fmla="*/ 209819 w 252693"/>
              <a:gd name="connsiteY41" fmla="*/ 261747 h 339185"/>
              <a:gd name="connsiteX42" fmla="*/ 209819 w 252693"/>
              <a:gd name="connsiteY42" fmla="*/ 268700 h 339185"/>
              <a:gd name="connsiteX43" fmla="*/ 171308 w 252693"/>
              <a:gd name="connsiteY43" fmla="*/ 268700 h 339185"/>
              <a:gd name="connsiteX44" fmla="*/ 131658 w 252693"/>
              <a:gd name="connsiteY44" fmla="*/ 228410 h 339185"/>
              <a:gd name="connsiteX45" fmla="*/ 121130 w 252693"/>
              <a:gd name="connsiteY45" fmla="*/ 228410 h 339185"/>
              <a:gd name="connsiteX46" fmla="*/ 81385 w 252693"/>
              <a:gd name="connsiteY46" fmla="*/ 268510 h 339185"/>
              <a:gd name="connsiteX47" fmla="*/ 41736 w 252693"/>
              <a:gd name="connsiteY47" fmla="*/ 268510 h 339185"/>
              <a:gd name="connsiteX48" fmla="*/ 41736 w 252693"/>
              <a:gd name="connsiteY48" fmla="*/ 261557 h 339185"/>
              <a:gd name="connsiteX49" fmla="*/ 125872 w 252693"/>
              <a:gd name="connsiteY49" fmla="*/ 177165 h 339185"/>
              <a:gd name="connsiteX50" fmla="*/ 41831 w 252693"/>
              <a:gd name="connsiteY50" fmla="*/ 282607 h 339185"/>
              <a:gd name="connsiteX51" fmla="*/ 83852 w 252693"/>
              <a:gd name="connsiteY51" fmla="*/ 282607 h 339185"/>
              <a:gd name="connsiteX52" fmla="*/ 89733 w 252693"/>
              <a:gd name="connsiteY52" fmla="*/ 280226 h 339185"/>
              <a:gd name="connsiteX53" fmla="*/ 125967 w 252693"/>
              <a:gd name="connsiteY53" fmla="*/ 242411 h 339185"/>
              <a:gd name="connsiteX54" fmla="*/ 163245 w 252693"/>
              <a:gd name="connsiteY54" fmla="*/ 280321 h 339185"/>
              <a:gd name="connsiteX55" fmla="*/ 167893 w 252693"/>
              <a:gd name="connsiteY55" fmla="*/ 282702 h 339185"/>
              <a:gd name="connsiteX56" fmla="*/ 209914 w 252693"/>
              <a:gd name="connsiteY56" fmla="*/ 282702 h 339185"/>
              <a:gd name="connsiteX57" fmla="*/ 209914 w 252693"/>
              <a:gd name="connsiteY57" fmla="*/ 324803 h 339185"/>
              <a:gd name="connsiteX58" fmla="*/ 41926 w 252693"/>
              <a:gd name="connsiteY58" fmla="*/ 324517 h 339185"/>
              <a:gd name="connsiteX59" fmla="*/ 41926 w 252693"/>
              <a:gd name="connsiteY59" fmla="*/ 282416 h 339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52693" h="339185">
                <a:moveTo>
                  <a:pt x="245200" y="324993"/>
                </a:moveTo>
                <a:cubicBezTo>
                  <a:pt x="245200" y="324993"/>
                  <a:pt x="245200" y="324993"/>
                  <a:pt x="223762" y="324993"/>
                </a:cubicBezTo>
                <a:cubicBezTo>
                  <a:pt x="223762" y="316801"/>
                  <a:pt x="223762" y="299371"/>
                  <a:pt x="223857" y="261747"/>
                </a:cubicBezTo>
                <a:cubicBezTo>
                  <a:pt x="223857" y="220123"/>
                  <a:pt x="198341" y="184118"/>
                  <a:pt x="161538" y="169736"/>
                </a:cubicBezTo>
                <a:cubicBezTo>
                  <a:pt x="177189" y="163640"/>
                  <a:pt x="190848" y="153734"/>
                  <a:pt x="201377" y="141065"/>
                </a:cubicBezTo>
                <a:cubicBezTo>
                  <a:pt x="203558" y="140018"/>
                  <a:pt x="205266" y="137732"/>
                  <a:pt x="205645" y="135350"/>
                </a:cubicBezTo>
                <a:cubicBezTo>
                  <a:pt x="217217" y="119158"/>
                  <a:pt x="224047" y="99346"/>
                  <a:pt x="224142" y="77915"/>
                </a:cubicBezTo>
                <a:lnTo>
                  <a:pt x="224142" y="14669"/>
                </a:lnTo>
                <a:cubicBezTo>
                  <a:pt x="231161" y="14669"/>
                  <a:pt x="238370" y="14669"/>
                  <a:pt x="245674" y="14669"/>
                </a:cubicBezTo>
                <a:cubicBezTo>
                  <a:pt x="250322" y="14669"/>
                  <a:pt x="252693" y="11144"/>
                  <a:pt x="252693" y="7525"/>
                </a:cubicBezTo>
                <a:cubicBezTo>
                  <a:pt x="252693" y="3905"/>
                  <a:pt x="250417" y="381"/>
                  <a:pt x="245674" y="381"/>
                </a:cubicBezTo>
                <a:lnTo>
                  <a:pt x="217217" y="381"/>
                </a:lnTo>
                <a:cubicBezTo>
                  <a:pt x="217217" y="381"/>
                  <a:pt x="217217" y="381"/>
                  <a:pt x="35191" y="0"/>
                </a:cubicBezTo>
                <a:cubicBezTo>
                  <a:pt x="26275" y="0"/>
                  <a:pt x="17169" y="0"/>
                  <a:pt x="7494" y="0"/>
                </a:cubicBezTo>
                <a:cubicBezTo>
                  <a:pt x="3984" y="0"/>
                  <a:pt x="474" y="3524"/>
                  <a:pt x="474" y="7144"/>
                </a:cubicBezTo>
                <a:cubicBezTo>
                  <a:pt x="474" y="10763"/>
                  <a:pt x="3984" y="14288"/>
                  <a:pt x="7494" y="14288"/>
                </a:cubicBezTo>
                <a:cubicBezTo>
                  <a:pt x="7494" y="14288"/>
                  <a:pt x="7494" y="14288"/>
                  <a:pt x="28172" y="14288"/>
                </a:cubicBezTo>
                <a:cubicBezTo>
                  <a:pt x="28172" y="22479"/>
                  <a:pt x="28172" y="39910"/>
                  <a:pt x="28077" y="77534"/>
                </a:cubicBezTo>
                <a:cubicBezTo>
                  <a:pt x="28077" y="119158"/>
                  <a:pt x="54257" y="155162"/>
                  <a:pt x="90871" y="169545"/>
                </a:cubicBezTo>
                <a:cubicBezTo>
                  <a:pt x="54257" y="183833"/>
                  <a:pt x="27887" y="219742"/>
                  <a:pt x="27792" y="261366"/>
                </a:cubicBezTo>
                <a:cubicBezTo>
                  <a:pt x="27792" y="261366"/>
                  <a:pt x="27792" y="261557"/>
                  <a:pt x="27698" y="324612"/>
                </a:cubicBezTo>
                <a:lnTo>
                  <a:pt x="7019" y="324612"/>
                </a:lnTo>
                <a:cubicBezTo>
                  <a:pt x="3510" y="324612"/>
                  <a:pt x="0" y="328136"/>
                  <a:pt x="0" y="331661"/>
                </a:cubicBezTo>
                <a:cubicBezTo>
                  <a:pt x="0" y="335185"/>
                  <a:pt x="3510" y="338804"/>
                  <a:pt x="7019" y="338804"/>
                </a:cubicBezTo>
                <a:lnTo>
                  <a:pt x="34717" y="338804"/>
                </a:lnTo>
                <a:cubicBezTo>
                  <a:pt x="34717" y="338804"/>
                  <a:pt x="34717" y="338804"/>
                  <a:pt x="216743" y="339185"/>
                </a:cubicBezTo>
                <a:cubicBezTo>
                  <a:pt x="225849" y="339185"/>
                  <a:pt x="235240" y="339185"/>
                  <a:pt x="245200" y="339185"/>
                </a:cubicBezTo>
                <a:cubicBezTo>
                  <a:pt x="249848" y="339185"/>
                  <a:pt x="252219" y="335661"/>
                  <a:pt x="252219" y="332041"/>
                </a:cubicBezTo>
                <a:cubicBezTo>
                  <a:pt x="252219" y="328422"/>
                  <a:pt x="249942" y="324898"/>
                  <a:pt x="245200" y="324898"/>
                </a:cubicBezTo>
                <a:close/>
                <a:moveTo>
                  <a:pt x="126062" y="162306"/>
                </a:moveTo>
                <a:cubicBezTo>
                  <a:pt x="105289" y="162306"/>
                  <a:pt x="86128" y="154400"/>
                  <a:pt x="71236" y="141351"/>
                </a:cubicBezTo>
                <a:cubicBezTo>
                  <a:pt x="87172" y="141351"/>
                  <a:pt x="118853" y="141351"/>
                  <a:pt x="181362" y="141541"/>
                </a:cubicBezTo>
                <a:cubicBezTo>
                  <a:pt x="166565" y="154495"/>
                  <a:pt x="147310" y="162306"/>
                  <a:pt x="126062" y="162306"/>
                </a:cubicBezTo>
                <a:close/>
                <a:moveTo>
                  <a:pt x="42305" y="14288"/>
                </a:moveTo>
                <a:cubicBezTo>
                  <a:pt x="70098" y="14288"/>
                  <a:pt x="120181" y="14383"/>
                  <a:pt x="210293" y="14573"/>
                </a:cubicBezTo>
                <a:lnTo>
                  <a:pt x="210293" y="77819"/>
                </a:lnTo>
                <a:cubicBezTo>
                  <a:pt x="210198" y="96393"/>
                  <a:pt x="204222" y="113347"/>
                  <a:pt x="194263" y="127254"/>
                </a:cubicBezTo>
                <a:cubicBezTo>
                  <a:pt x="184493" y="127254"/>
                  <a:pt x="153854" y="127254"/>
                  <a:pt x="58146" y="127064"/>
                </a:cubicBezTo>
                <a:cubicBezTo>
                  <a:pt x="48091" y="113157"/>
                  <a:pt x="42116" y="96107"/>
                  <a:pt x="42116" y="77534"/>
                </a:cubicBezTo>
                <a:cubicBezTo>
                  <a:pt x="42116" y="77534"/>
                  <a:pt x="42144" y="56452"/>
                  <a:pt x="42210" y="14288"/>
                </a:cubicBezTo>
                <a:close/>
                <a:moveTo>
                  <a:pt x="125967" y="176974"/>
                </a:moveTo>
                <a:cubicBezTo>
                  <a:pt x="172636" y="176974"/>
                  <a:pt x="209914" y="214693"/>
                  <a:pt x="209819" y="261747"/>
                </a:cubicBezTo>
                <a:lnTo>
                  <a:pt x="209819" y="268700"/>
                </a:lnTo>
                <a:cubicBezTo>
                  <a:pt x="203748" y="268700"/>
                  <a:pt x="192460" y="268700"/>
                  <a:pt x="171308" y="268700"/>
                </a:cubicBezTo>
                <a:lnTo>
                  <a:pt x="131658" y="228410"/>
                </a:lnTo>
                <a:cubicBezTo>
                  <a:pt x="128149" y="224885"/>
                  <a:pt x="124639" y="224885"/>
                  <a:pt x="121130" y="228410"/>
                </a:cubicBezTo>
                <a:lnTo>
                  <a:pt x="81385" y="268510"/>
                </a:lnTo>
                <a:cubicBezTo>
                  <a:pt x="81385" y="268510"/>
                  <a:pt x="81385" y="268510"/>
                  <a:pt x="41736" y="268510"/>
                </a:cubicBezTo>
                <a:lnTo>
                  <a:pt x="41736" y="261557"/>
                </a:lnTo>
                <a:cubicBezTo>
                  <a:pt x="41736" y="214598"/>
                  <a:pt x="80437" y="177070"/>
                  <a:pt x="125872" y="177165"/>
                </a:cubicBezTo>
                <a:close/>
                <a:moveTo>
                  <a:pt x="41831" y="282607"/>
                </a:moveTo>
                <a:cubicBezTo>
                  <a:pt x="48186" y="282607"/>
                  <a:pt x="60328" y="282607"/>
                  <a:pt x="83852" y="282607"/>
                </a:cubicBezTo>
                <a:cubicBezTo>
                  <a:pt x="86223" y="282607"/>
                  <a:pt x="88500" y="281464"/>
                  <a:pt x="89733" y="280226"/>
                </a:cubicBezTo>
                <a:lnTo>
                  <a:pt x="125967" y="242411"/>
                </a:lnTo>
                <a:lnTo>
                  <a:pt x="163245" y="280321"/>
                </a:lnTo>
                <a:cubicBezTo>
                  <a:pt x="164383" y="281464"/>
                  <a:pt x="166755" y="282702"/>
                  <a:pt x="167893" y="282702"/>
                </a:cubicBezTo>
                <a:cubicBezTo>
                  <a:pt x="167893" y="282702"/>
                  <a:pt x="167893" y="282702"/>
                  <a:pt x="209914" y="282702"/>
                </a:cubicBezTo>
                <a:cubicBezTo>
                  <a:pt x="209914" y="292037"/>
                  <a:pt x="209914" y="305467"/>
                  <a:pt x="209914" y="324803"/>
                </a:cubicBezTo>
                <a:cubicBezTo>
                  <a:pt x="181931" y="324803"/>
                  <a:pt x="131658" y="324707"/>
                  <a:pt x="41926" y="324517"/>
                </a:cubicBezTo>
                <a:lnTo>
                  <a:pt x="41926" y="28241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5" name="Graphic 100">
            <a:extLst>
              <a:ext uri="{FF2B5EF4-FFF2-40B4-BE49-F238E27FC236}">
                <a16:creationId xmlns:a16="http://schemas.microsoft.com/office/drawing/2014/main" id="{90EAF1C2-E333-4712-340D-14B601807806}"/>
              </a:ext>
            </a:extLst>
          </p:cNvPr>
          <p:cNvSpPr/>
          <p:nvPr/>
        </p:nvSpPr>
        <p:spPr>
          <a:xfrm>
            <a:off x="6315882" y="1457334"/>
            <a:ext cx="334005" cy="448329"/>
          </a:xfrm>
          <a:custGeom>
            <a:avLst/>
            <a:gdLst>
              <a:gd name="connsiteX0" fmla="*/ 245200 w 252693"/>
              <a:gd name="connsiteY0" fmla="*/ 324993 h 339185"/>
              <a:gd name="connsiteX1" fmla="*/ 223762 w 252693"/>
              <a:gd name="connsiteY1" fmla="*/ 324993 h 339185"/>
              <a:gd name="connsiteX2" fmla="*/ 223857 w 252693"/>
              <a:gd name="connsiteY2" fmla="*/ 261747 h 339185"/>
              <a:gd name="connsiteX3" fmla="*/ 161538 w 252693"/>
              <a:gd name="connsiteY3" fmla="*/ 169736 h 339185"/>
              <a:gd name="connsiteX4" fmla="*/ 201377 w 252693"/>
              <a:gd name="connsiteY4" fmla="*/ 141065 h 339185"/>
              <a:gd name="connsiteX5" fmla="*/ 205645 w 252693"/>
              <a:gd name="connsiteY5" fmla="*/ 135350 h 339185"/>
              <a:gd name="connsiteX6" fmla="*/ 224142 w 252693"/>
              <a:gd name="connsiteY6" fmla="*/ 77915 h 339185"/>
              <a:gd name="connsiteX7" fmla="*/ 224142 w 252693"/>
              <a:gd name="connsiteY7" fmla="*/ 14669 h 339185"/>
              <a:gd name="connsiteX8" fmla="*/ 245674 w 252693"/>
              <a:gd name="connsiteY8" fmla="*/ 14669 h 339185"/>
              <a:gd name="connsiteX9" fmla="*/ 252693 w 252693"/>
              <a:gd name="connsiteY9" fmla="*/ 7525 h 339185"/>
              <a:gd name="connsiteX10" fmla="*/ 245674 w 252693"/>
              <a:gd name="connsiteY10" fmla="*/ 381 h 339185"/>
              <a:gd name="connsiteX11" fmla="*/ 217217 w 252693"/>
              <a:gd name="connsiteY11" fmla="*/ 381 h 339185"/>
              <a:gd name="connsiteX12" fmla="*/ 35191 w 252693"/>
              <a:gd name="connsiteY12" fmla="*/ 0 h 339185"/>
              <a:gd name="connsiteX13" fmla="*/ 7494 w 252693"/>
              <a:gd name="connsiteY13" fmla="*/ 0 h 339185"/>
              <a:gd name="connsiteX14" fmla="*/ 474 w 252693"/>
              <a:gd name="connsiteY14" fmla="*/ 7144 h 339185"/>
              <a:gd name="connsiteX15" fmla="*/ 7494 w 252693"/>
              <a:gd name="connsiteY15" fmla="*/ 14288 h 339185"/>
              <a:gd name="connsiteX16" fmla="*/ 28172 w 252693"/>
              <a:gd name="connsiteY16" fmla="*/ 14288 h 339185"/>
              <a:gd name="connsiteX17" fmla="*/ 28077 w 252693"/>
              <a:gd name="connsiteY17" fmla="*/ 77534 h 339185"/>
              <a:gd name="connsiteX18" fmla="*/ 90871 w 252693"/>
              <a:gd name="connsiteY18" fmla="*/ 169545 h 339185"/>
              <a:gd name="connsiteX19" fmla="*/ 27792 w 252693"/>
              <a:gd name="connsiteY19" fmla="*/ 261366 h 339185"/>
              <a:gd name="connsiteX20" fmla="*/ 27698 w 252693"/>
              <a:gd name="connsiteY20" fmla="*/ 324612 h 339185"/>
              <a:gd name="connsiteX21" fmla="*/ 7019 w 252693"/>
              <a:gd name="connsiteY21" fmla="*/ 324612 h 339185"/>
              <a:gd name="connsiteX22" fmla="*/ 0 w 252693"/>
              <a:gd name="connsiteY22" fmla="*/ 331661 h 339185"/>
              <a:gd name="connsiteX23" fmla="*/ 7019 w 252693"/>
              <a:gd name="connsiteY23" fmla="*/ 338804 h 339185"/>
              <a:gd name="connsiteX24" fmla="*/ 34717 w 252693"/>
              <a:gd name="connsiteY24" fmla="*/ 338804 h 339185"/>
              <a:gd name="connsiteX25" fmla="*/ 216743 w 252693"/>
              <a:gd name="connsiteY25" fmla="*/ 339185 h 339185"/>
              <a:gd name="connsiteX26" fmla="*/ 245200 w 252693"/>
              <a:gd name="connsiteY26" fmla="*/ 339185 h 339185"/>
              <a:gd name="connsiteX27" fmla="*/ 252219 w 252693"/>
              <a:gd name="connsiteY27" fmla="*/ 332041 h 339185"/>
              <a:gd name="connsiteX28" fmla="*/ 245200 w 252693"/>
              <a:gd name="connsiteY28" fmla="*/ 324898 h 339185"/>
              <a:gd name="connsiteX29" fmla="*/ 126062 w 252693"/>
              <a:gd name="connsiteY29" fmla="*/ 162306 h 339185"/>
              <a:gd name="connsiteX30" fmla="*/ 71236 w 252693"/>
              <a:gd name="connsiteY30" fmla="*/ 141351 h 339185"/>
              <a:gd name="connsiteX31" fmla="*/ 181362 w 252693"/>
              <a:gd name="connsiteY31" fmla="*/ 141541 h 339185"/>
              <a:gd name="connsiteX32" fmla="*/ 126062 w 252693"/>
              <a:gd name="connsiteY32" fmla="*/ 162306 h 339185"/>
              <a:gd name="connsiteX33" fmla="*/ 42305 w 252693"/>
              <a:gd name="connsiteY33" fmla="*/ 14288 h 339185"/>
              <a:gd name="connsiteX34" fmla="*/ 210293 w 252693"/>
              <a:gd name="connsiteY34" fmla="*/ 14573 h 339185"/>
              <a:gd name="connsiteX35" fmla="*/ 210293 w 252693"/>
              <a:gd name="connsiteY35" fmla="*/ 77819 h 339185"/>
              <a:gd name="connsiteX36" fmla="*/ 194263 w 252693"/>
              <a:gd name="connsiteY36" fmla="*/ 127254 h 339185"/>
              <a:gd name="connsiteX37" fmla="*/ 58146 w 252693"/>
              <a:gd name="connsiteY37" fmla="*/ 127064 h 339185"/>
              <a:gd name="connsiteX38" fmla="*/ 42116 w 252693"/>
              <a:gd name="connsiteY38" fmla="*/ 77534 h 339185"/>
              <a:gd name="connsiteX39" fmla="*/ 42210 w 252693"/>
              <a:gd name="connsiteY39" fmla="*/ 14288 h 339185"/>
              <a:gd name="connsiteX40" fmla="*/ 125967 w 252693"/>
              <a:gd name="connsiteY40" fmla="*/ 176974 h 339185"/>
              <a:gd name="connsiteX41" fmla="*/ 209819 w 252693"/>
              <a:gd name="connsiteY41" fmla="*/ 261747 h 339185"/>
              <a:gd name="connsiteX42" fmla="*/ 209819 w 252693"/>
              <a:gd name="connsiteY42" fmla="*/ 268700 h 339185"/>
              <a:gd name="connsiteX43" fmla="*/ 171308 w 252693"/>
              <a:gd name="connsiteY43" fmla="*/ 268700 h 339185"/>
              <a:gd name="connsiteX44" fmla="*/ 131658 w 252693"/>
              <a:gd name="connsiteY44" fmla="*/ 228410 h 339185"/>
              <a:gd name="connsiteX45" fmla="*/ 121130 w 252693"/>
              <a:gd name="connsiteY45" fmla="*/ 228410 h 339185"/>
              <a:gd name="connsiteX46" fmla="*/ 81385 w 252693"/>
              <a:gd name="connsiteY46" fmla="*/ 268510 h 339185"/>
              <a:gd name="connsiteX47" fmla="*/ 41736 w 252693"/>
              <a:gd name="connsiteY47" fmla="*/ 268510 h 339185"/>
              <a:gd name="connsiteX48" fmla="*/ 41736 w 252693"/>
              <a:gd name="connsiteY48" fmla="*/ 261557 h 339185"/>
              <a:gd name="connsiteX49" fmla="*/ 125872 w 252693"/>
              <a:gd name="connsiteY49" fmla="*/ 177165 h 339185"/>
              <a:gd name="connsiteX50" fmla="*/ 41831 w 252693"/>
              <a:gd name="connsiteY50" fmla="*/ 282607 h 339185"/>
              <a:gd name="connsiteX51" fmla="*/ 83852 w 252693"/>
              <a:gd name="connsiteY51" fmla="*/ 282607 h 339185"/>
              <a:gd name="connsiteX52" fmla="*/ 89733 w 252693"/>
              <a:gd name="connsiteY52" fmla="*/ 280226 h 339185"/>
              <a:gd name="connsiteX53" fmla="*/ 125967 w 252693"/>
              <a:gd name="connsiteY53" fmla="*/ 242411 h 339185"/>
              <a:gd name="connsiteX54" fmla="*/ 163245 w 252693"/>
              <a:gd name="connsiteY54" fmla="*/ 280321 h 339185"/>
              <a:gd name="connsiteX55" fmla="*/ 167893 w 252693"/>
              <a:gd name="connsiteY55" fmla="*/ 282702 h 339185"/>
              <a:gd name="connsiteX56" fmla="*/ 209914 w 252693"/>
              <a:gd name="connsiteY56" fmla="*/ 282702 h 339185"/>
              <a:gd name="connsiteX57" fmla="*/ 209914 w 252693"/>
              <a:gd name="connsiteY57" fmla="*/ 324803 h 339185"/>
              <a:gd name="connsiteX58" fmla="*/ 41926 w 252693"/>
              <a:gd name="connsiteY58" fmla="*/ 324517 h 339185"/>
              <a:gd name="connsiteX59" fmla="*/ 41926 w 252693"/>
              <a:gd name="connsiteY59" fmla="*/ 282416 h 339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52693" h="339185">
                <a:moveTo>
                  <a:pt x="245200" y="324993"/>
                </a:moveTo>
                <a:cubicBezTo>
                  <a:pt x="245200" y="324993"/>
                  <a:pt x="245200" y="324993"/>
                  <a:pt x="223762" y="324993"/>
                </a:cubicBezTo>
                <a:cubicBezTo>
                  <a:pt x="223762" y="316801"/>
                  <a:pt x="223762" y="299371"/>
                  <a:pt x="223857" y="261747"/>
                </a:cubicBezTo>
                <a:cubicBezTo>
                  <a:pt x="223857" y="220123"/>
                  <a:pt x="198341" y="184118"/>
                  <a:pt x="161538" y="169736"/>
                </a:cubicBezTo>
                <a:cubicBezTo>
                  <a:pt x="177189" y="163640"/>
                  <a:pt x="190848" y="153734"/>
                  <a:pt x="201377" y="141065"/>
                </a:cubicBezTo>
                <a:cubicBezTo>
                  <a:pt x="203558" y="140018"/>
                  <a:pt x="205266" y="137732"/>
                  <a:pt x="205645" y="135350"/>
                </a:cubicBezTo>
                <a:cubicBezTo>
                  <a:pt x="217217" y="119158"/>
                  <a:pt x="224047" y="99346"/>
                  <a:pt x="224142" y="77915"/>
                </a:cubicBezTo>
                <a:lnTo>
                  <a:pt x="224142" y="14669"/>
                </a:lnTo>
                <a:cubicBezTo>
                  <a:pt x="231161" y="14669"/>
                  <a:pt x="238370" y="14669"/>
                  <a:pt x="245674" y="14669"/>
                </a:cubicBezTo>
                <a:cubicBezTo>
                  <a:pt x="250322" y="14669"/>
                  <a:pt x="252693" y="11144"/>
                  <a:pt x="252693" y="7525"/>
                </a:cubicBezTo>
                <a:cubicBezTo>
                  <a:pt x="252693" y="3905"/>
                  <a:pt x="250417" y="381"/>
                  <a:pt x="245674" y="381"/>
                </a:cubicBezTo>
                <a:lnTo>
                  <a:pt x="217217" y="381"/>
                </a:lnTo>
                <a:cubicBezTo>
                  <a:pt x="217217" y="381"/>
                  <a:pt x="217217" y="381"/>
                  <a:pt x="35191" y="0"/>
                </a:cubicBezTo>
                <a:cubicBezTo>
                  <a:pt x="26275" y="0"/>
                  <a:pt x="17169" y="0"/>
                  <a:pt x="7494" y="0"/>
                </a:cubicBezTo>
                <a:cubicBezTo>
                  <a:pt x="3984" y="0"/>
                  <a:pt x="474" y="3524"/>
                  <a:pt x="474" y="7144"/>
                </a:cubicBezTo>
                <a:cubicBezTo>
                  <a:pt x="474" y="10763"/>
                  <a:pt x="3984" y="14288"/>
                  <a:pt x="7494" y="14288"/>
                </a:cubicBezTo>
                <a:cubicBezTo>
                  <a:pt x="7494" y="14288"/>
                  <a:pt x="7494" y="14288"/>
                  <a:pt x="28172" y="14288"/>
                </a:cubicBezTo>
                <a:cubicBezTo>
                  <a:pt x="28172" y="22479"/>
                  <a:pt x="28172" y="39910"/>
                  <a:pt x="28077" y="77534"/>
                </a:cubicBezTo>
                <a:cubicBezTo>
                  <a:pt x="28077" y="119158"/>
                  <a:pt x="54257" y="155162"/>
                  <a:pt x="90871" y="169545"/>
                </a:cubicBezTo>
                <a:cubicBezTo>
                  <a:pt x="54257" y="183833"/>
                  <a:pt x="27887" y="219742"/>
                  <a:pt x="27792" y="261366"/>
                </a:cubicBezTo>
                <a:cubicBezTo>
                  <a:pt x="27792" y="261366"/>
                  <a:pt x="27792" y="261557"/>
                  <a:pt x="27698" y="324612"/>
                </a:cubicBezTo>
                <a:lnTo>
                  <a:pt x="7019" y="324612"/>
                </a:lnTo>
                <a:cubicBezTo>
                  <a:pt x="3510" y="324612"/>
                  <a:pt x="0" y="328136"/>
                  <a:pt x="0" y="331661"/>
                </a:cubicBezTo>
                <a:cubicBezTo>
                  <a:pt x="0" y="335185"/>
                  <a:pt x="3510" y="338804"/>
                  <a:pt x="7019" y="338804"/>
                </a:cubicBezTo>
                <a:lnTo>
                  <a:pt x="34717" y="338804"/>
                </a:lnTo>
                <a:cubicBezTo>
                  <a:pt x="34717" y="338804"/>
                  <a:pt x="34717" y="338804"/>
                  <a:pt x="216743" y="339185"/>
                </a:cubicBezTo>
                <a:cubicBezTo>
                  <a:pt x="225849" y="339185"/>
                  <a:pt x="235240" y="339185"/>
                  <a:pt x="245200" y="339185"/>
                </a:cubicBezTo>
                <a:cubicBezTo>
                  <a:pt x="249848" y="339185"/>
                  <a:pt x="252219" y="335661"/>
                  <a:pt x="252219" y="332041"/>
                </a:cubicBezTo>
                <a:cubicBezTo>
                  <a:pt x="252219" y="328422"/>
                  <a:pt x="249942" y="324898"/>
                  <a:pt x="245200" y="324898"/>
                </a:cubicBezTo>
                <a:close/>
                <a:moveTo>
                  <a:pt x="126062" y="162306"/>
                </a:moveTo>
                <a:cubicBezTo>
                  <a:pt x="105289" y="162306"/>
                  <a:pt x="86128" y="154400"/>
                  <a:pt x="71236" y="141351"/>
                </a:cubicBezTo>
                <a:cubicBezTo>
                  <a:pt x="87172" y="141351"/>
                  <a:pt x="118853" y="141351"/>
                  <a:pt x="181362" y="141541"/>
                </a:cubicBezTo>
                <a:cubicBezTo>
                  <a:pt x="166565" y="154495"/>
                  <a:pt x="147310" y="162306"/>
                  <a:pt x="126062" y="162306"/>
                </a:cubicBezTo>
                <a:close/>
                <a:moveTo>
                  <a:pt x="42305" y="14288"/>
                </a:moveTo>
                <a:cubicBezTo>
                  <a:pt x="70098" y="14288"/>
                  <a:pt x="120181" y="14383"/>
                  <a:pt x="210293" y="14573"/>
                </a:cubicBezTo>
                <a:lnTo>
                  <a:pt x="210293" y="77819"/>
                </a:lnTo>
                <a:cubicBezTo>
                  <a:pt x="210198" y="96393"/>
                  <a:pt x="204222" y="113347"/>
                  <a:pt x="194263" y="127254"/>
                </a:cubicBezTo>
                <a:cubicBezTo>
                  <a:pt x="184493" y="127254"/>
                  <a:pt x="153854" y="127254"/>
                  <a:pt x="58146" y="127064"/>
                </a:cubicBezTo>
                <a:cubicBezTo>
                  <a:pt x="48091" y="113157"/>
                  <a:pt x="42116" y="96107"/>
                  <a:pt x="42116" y="77534"/>
                </a:cubicBezTo>
                <a:cubicBezTo>
                  <a:pt x="42116" y="77534"/>
                  <a:pt x="42144" y="56452"/>
                  <a:pt x="42210" y="14288"/>
                </a:cubicBezTo>
                <a:close/>
                <a:moveTo>
                  <a:pt x="125967" y="176974"/>
                </a:moveTo>
                <a:cubicBezTo>
                  <a:pt x="172636" y="176974"/>
                  <a:pt x="209914" y="214693"/>
                  <a:pt x="209819" y="261747"/>
                </a:cubicBezTo>
                <a:lnTo>
                  <a:pt x="209819" y="268700"/>
                </a:lnTo>
                <a:cubicBezTo>
                  <a:pt x="203748" y="268700"/>
                  <a:pt x="192460" y="268700"/>
                  <a:pt x="171308" y="268700"/>
                </a:cubicBezTo>
                <a:lnTo>
                  <a:pt x="131658" y="228410"/>
                </a:lnTo>
                <a:cubicBezTo>
                  <a:pt x="128149" y="224885"/>
                  <a:pt x="124639" y="224885"/>
                  <a:pt x="121130" y="228410"/>
                </a:cubicBezTo>
                <a:lnTo>
                  <a:pt x="81385" y="268510"/>
                </a:lnTo>
                <a:cubicBezTo>
                  <a:pt x="81385" y="268510"/>
                  <a:pt x="81385" y="268510"/>
                  <a:pt x="41736" y="268510"/>
                </a:cubicBezTo>
                <a:lnTo>
                  <a:pt x="41736" y="261557"/>
                </a:lnTo>
                <a:cubicBezTo>
                  <a:pt x="41736" y="214598"/>
                  <a:pt x="80437" y="177070"/>
                  <a:pt x="125872" y="177165"/>
                </a:cubicBezTo>
                <a:close/>
                <a:moveTo>
                  <a:pt x="41831" y="282607"/>
                </a:moveTo>
                <a:cubicBezTo>
                  <a:pt x="48186" y="282607"/>
                  <a:pt x="60328" y="282607"/>
                  <a:pt x="83852" y="282607"/>
                </a:cubicBezTo>
                <a:cubicBezTo>
                  <a:pt x="86223" y="282607"/>
                  <a:pt x="88500" y="281464"/>
                  <a:pt x="89733" y="280226"/>
                </a:cubicBezTo>
                <a:lnTo>
                  <a:pt x="125967" y="242411"/>
                </a:lnTo>
                <a:lnTo>
                  <a:pt x="163245" y="280321"/>
                </a:lnTo>
                <a:cubicBezTo>
                  <a:pt x="164383" y="281464"/>
                  <a:pt x="166755" y="282702"/>
                  <a:pt x="167893" y="282702"/>
                </a:cubicBezTo>
                <a:cubicBezTo>
                  <a:pt x="167893" y="282702"/>
                  <a:pt x="167893" y="282702"/>
                  <a:pt x="209914" y="282702"/>
                </a:cubicBezTo>
                <a:cubicBezTo>
                  <a:pt x="209914" y="292037"/>
                  <a:pt x="209914" y="305467"/>
                  <a:pt x="209914" y="324803"/>
                </a:cubicBezTo>
                <a:cubicBezTo>
                  <a:pt x="181931" y="324803"/>
                  <a:pt x="131658" y="324707"/>
                  <a:pt x="41926" y="324517"/>
                </a:cubicBezTo>
                <a:lnTo>
                  <a:pt x="41926" y="28241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9" name="Graphic 106">
            <a:extLst>
              <a:ext uri="{FF2B5EF4-FFF2-40B4-BE49-F238E27FC236}">
                <a16:creationId xmlns:a16="http://schemas.microsoft.com/office/drawing/2014/main" id="{1BFE82F3-55AC-FC4C-4A5A-CE50167D1F45}"/>
              </a:ext>
            </a:extLst>
          </p:cNvPr>
          <p:cNvSpPr/>
          <p:nvPr/>
        </p:nvSpPr>
        <p:spPr>
          <a:xfrm>
            <a:off x="7143042" y="834092"/>
            <a:ext cx="445210" cy="446065"/>
          </a:xfrm>
          <a:custGeom>
            <a:avLst/>
            <a:gdLst>
              <a:gd name="connsiteX0" fmla="*/ 106048 w 339485"/>
              <a:gd name="connsiteY0" fmla="*/ 141827 h 340137"/>
              <a:gd name="connsiteX1" fmla="*/ 14133 w 339485"/>
              <a:gd name="connsiteY1" fmla="*/ 233934 h 340137"/>
              <a:gd name="connsiteX2" fmla="*/ 106048 w 339485"/>
              <a:gd name="connsiteY2" fmla="*/ 326041 h 340137"/>
              <a:gd name="connsiteX3" fmla="*/ 197962 w 339485"/>
              <a:gd name="connsiteY3" fmla="*/ 233934 h 340137"/>
              <a:gd name="connsiteX4" fmla="*/ 187338 w 339485"/>
              <a:gd name="connsiteY4" fmla="*/ 191452 h 340137"/>
              <a:gd name="connsiteX5" fmla="*/ 188476 w 339485"/>
              <a:gd name="connsiteY5" fmla="*/ 183166 h 340137"/>
              <a:gd name="connsiteX6" fmla="*/ 235619 w 339485"/>
              <a:gd name="connsiteY6" fmla="*/ 137160 h 340137"/>
              <a:gd name="connsiteX7" fmla="*/ 240362 w 339485"/>
              <a:gd name="connsiteY7" fmla="*/ 134779 h 340137"/>
              <a:gd name="connsiteX8" fmla="*/ 254495 w 339485"/>
              <a:gd name="connsiteY8" fmla="*/ 134779 h 340137"/>
              <a:gd name="connsiteX9" fmla="*/ 254495 w 339485"/>
              <a:gd name="connsiteY9" fmla="*/ 120586 h 340137"/>
              <a:gd name="connsiteX10" fmla="*/ 256867 w 339485"/>
              <a:gd name="connsiteY10" fmla="*/ 115824 h 340137"/>
              <a:gd name="connsiteX11" fmla="*/ 263981 w 339485"/>
              <a:gd name="connsiteY11" fmla="*/ 108775 h 340137"/>
              <a:gd name="connsiteX12" fmla="*/ 268724 w 339485"/>
              <a:gd name="connsiteY12" fmla="*/ 106394 h 340137"/>
              <a:gd name="connsiteX13" fmla="*/ 282857 w 339485"/>
              <a:gd name="connsiteY13" fmla="*/ 106394 h 340137"/>
              <a:gd name="connsiteX14" fmla="*/ 282857 w 339485"/>
              <a:gd name="connsiteY14" fmla="*/ 92202 h 340137"/>
              <a:gd name="connsiteX15" fmla="*/ 285228 w 339485"/>
              <a:gd name="connsiteY15" fmla="*/ 87440 h 340137"/>
              <a:gd name="connsiteX16" fmla="*/ 292342 w 339485"/>
              <a:gd name="connsiteY16" fmla="*/ 80391 h 340137"/>
              <a:gd name="connsiteX17" fmla="*/ 297085 w 339485"/>
              <a:gd name="connsiteY17" fmla="*/ 78010 h 340137"/>
              <a:gd name="connsiteX18" fmla="*/ 311219 w 339485"/>
              <a:gd name="connsiteY18" fmla="*/ 78010 h 340137"/>
              <a:gd name="connsiteX19" fmla="*/ 311219 w 339485"/>
              <a:gd name="connsiteY19" fmla="*/ 63817 h 340137"/>
              <a:gd name="connsiteX20" fmla="*/ 313590 w 339485"/>
              <a:gd name="connsiteY20" fmla="*/ 59055 h 340137"/>
              <a:gd name="connsiteX21" fmla="*/ 325352 w 339485"/>
              <a:gd name="connsiteY21" fmla="*/ 47244 h 340137"/>
              <a:gd name="connsiteX22" fmla="*/ 325352 w 339485"/>
              <a:gd name="connsiteY22" fmla="*/ 14192 h 340137"/>
              <a:gd name="connsiteX23" fmla="*/ 292342 w 339485"/>
              <a:gd name="connsiteY23" fmla="*/ 14192 h 340137"/>
              <a:gd name="connsiteX24" fmla="*/ 156795 w 339485"/>
              <a:gd name="connsiteY24" fmla="*/ 151162 h 340137"/>
              <a:gd name="connsiteX25" fmla="*/ 148543 w 339485"/>
              <a:gd name="connsiteY25" fmla="*/ 152305 h 340137"/>
              <a:gd name="connsiteX26" fmla="*/ 106143 w 339485"/>
              <a:gd name="connsiteY26" fmla="*/ 141637 h 340137"/>
              <a:gd name="connsiteX27" fmla="*/ 106048 w 339485"/>
              <a:gd name="connsiteY27" fmla="*/ 340138 h 340137"/>
              <a:gd name="connsiteX28" fmla="*/ 0 w 339485"/>
              <a:gd name="connsiteY28" fmla="*/ 233839 h 340137"/>
              <a:gd name="connsiteX29" fmla="*/ 106048 w 339485"/>
              <a:gd name="connsiteY29" fmla="*/ 127540 h 340137"/>
              <a:gd name="connsiteX30" fmla="*/ 149681 w 339485"/>
              <a:gd name="connsiteY30" fmla="*/ 136969 h 340137"/>
              <a:gd name="connsiteX31" fmla="*/ 285228 w 339485"/>
              <a:gd name="connsiteY31" fmla="*/ 2381 h 340137"/>
              <a:gd name="connsiteX32" fmla="*/ 289971 w 339485"/>
              <a:gd name="connsiteY32" fmla="*/ 0 h 340137"/>
              <a:gd name="connsiteX33" fmla="*/ 332371 w 339485"/>
              <a:gd name="connsiteY33" fmla="*/ 0 h 340137"/>
              <a:gd name="connsiteX34" fmla="*/ 339485 w 339485"/>
              <a:gd name="connsiteY34" fmla="*/ 7048 h 340137"/>
              <a:gd name="connsiteX35" fmla="*/ 339485 w 339485"/>
              <a:gd name="connsiteY35" fmla="*/ 49530 h 340137"/>
              <a:gd name="connsiteX36" fmla="*/ 337114 w 339485"/>
              <a:gd name="connsiteY36" fmla="*/ 54292 h 340137"/>
              <a:gd name="connsiteX37" fmla="*/ 325352 w 339485"/>
              <a:gd name="connsiteY37" fmla="*/ 67246 h 340137"/>
              <a:gd name="connsiteX38" fmla="*/ 325352 w 339485"/>
              <a:gd name="connsiteY38" fmla="*/ 84963 h 340137"/>
              <a:gd name="connsiteX39" fmla="*/ 318238 w 339485"/>
              <a:gd name="connsiteY39" fmla="*/ 92011 h 340137"/>
              <a:gd name="connsiteX40" fmla="*/ 299362 w 339485"/>
              <a:gd name="connsiteY40" fmla="*/ 92011 h 340137"/>
              <a:gd name="connsiteX41" fmla="*/ 296990 w 339485"/>
              <a:gd name="connsiteY41" fmla="*/ 95536 h 340137"/>
              <a:gd name="connsiteX42" fmla="*/ 296990 w 339485"/>
              <a:gd name="connsiteY42" fmla="*/ 113252 h 340137"/>
              <a:gd name="connsiteX43" fmla="*/ 289876 w 339485"/>
              <a:gd name="connsiteY43" fmla="*/ 120301 h 340137"/>
              <a:gd name="connsiteX44" fmla="*/ 271000 w 339485"/>
              <a:gd name="connsiteY44" fmla="*/ 120301 h 340137"/>
              <a:gd name="connsiteX45" fmla="*/ 268629 w 339485"/>
              <a:gd name="connsiteY45" fmla="*/ 123825 h 340137"/>
              <a:gd name="connsiteX46" fmla="*/ 268629 w 339485"/>
              <a:gd name="connsiteY46" fmla="*/ 141542 h 340137"/>
              <a:gd name="connsiteX47" fmla="*/ 261515 w 339485"/>
              <a:gd name="connsiteY47" fmla="*/ 148590 h 340137"/>
              <a:gd name="connsiteX48" fmla="*/ 242639 w 339485"/>
              <a:gd name="connsiteY48" fmla="*/ 148590 h 340137"/>
              <a:gd name="connsiteX49" fmla="*/ 202515 w 339485"/>
              <a:gd name="connsiteY49" fmla="*/ 189929 h 340137"/>
              <a:gd name="connsiteX50" fmla="*/ 211906 w 339485"/>
              <a:gd name="connsiteY50" fmla="*/ 233648 h 340137"/>
              <a:gd name="connsiteX51" fmla="*/ 105858 w 339485"/>
              <a:gd name="connsiteY51" fmla="*/ 339947 h 340137"/>
              <a:gd name="connsiteX52" fmla="*/ 77876 w 339485"/>
              <a:gd name="connsiteY52" fmla="*/ 248126 h 340137"/>
              <a:gd name="connsiteX53" fmla="*/ 63553 w 339485"/>
              <a:gd name="connsiteY53" fmla="*/ 262319 h 340137"/>
              <a:gd name="connsiteX54" fmla="*/ 77876 w 339485"/>
              <a:gd name="connsiteY54" fmla="*/ 276511 h 340137"/>
              <a:gd name="connsiteX55" fmla="*/ 92199 w 339485"/>
              <a:gd name="connsiteY55" fmla="*/ 262319 h 340137"/>
              <a:gd name="connsiteX56" fmla="*/ 77876 w 339485"/>
              <a:gd name="connsiteY56" fmla="*/ 248126 h 340137"/>
              <a:gd name="connsiteX57" fmla="*/ 77876 w 339485"/>
              <a:gd name="connsiteY57" fmla="*/ 290703 h 340137"/>
              <a:gd name="connsiteX58" fmla="*/ 49230 w 339485"/>
              <a:gd name="connsiteY58" fmla="*/ 262319 h 340137"/>
              <a:gd name="connsiteX59" fmla="*/ 77876 w 339485"/>
              <a:gd name="connsiteY59" fmla="*/ 233934 h 340137"/>
              <a:gd name="connsiteX60" fmla="*/ 106522 w 339485"/>
              <a:gd name="connsiteY60" fmla="*/ 262319 h 340137"/>
              <a:gd name="connsiteX61" fmla="*/ 77876 w 339485"/>
              <a:gd name="connsiteY61" fmla="*/ 290703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339485" h="340137">
                <a:moveTo>
                  <a:pt x="106048" y="141827"/>
                </a:moveTo>
                <a:cubicBezTo>
                  <a:pt x="55395" y="141827"/>
                  <a:pt x="14133" y="183166"/>
                  <a:pt x="14133" y="233934"/>
                </a:cubicBezTo>
                <a:cubicBezTo>
                  <a:pt x="14133" y="284702"/>
                  <a:pt x="55395" y="326041"/>
                  <a:pt x="106048" y="326041"/>
                </a:cubicBezTo>
                <a:cubicBezTo>
                  <a:pt x="156700" y="326041"/>
                  <a:pt x="197962" y="284702"/>
                  <a:pt x="197962" y="233934"/>
                </a:cubicBezTo>
                <a:cubicBezTo>
                  <a:pt x="197962" y="219742"/>
                  <a:pt x="194452" y="205550"/>
                  <a:pt x="187338" y="191452"/>
                </a:cubicBezTo>
                <a:cubicBezTo>
                  <a:pt x="186200" y="189071"/>
                  <a:pt x="186200" y="185547"/>
                  <a:pt x="188476" y="183166"/>
                </a:cubicBezTo>
                <a:lnTo>
                  <a:pt x="235619" y="137160"/>
                </a:lnTo>
                <a:cubicBezTo>
                  <a:pt x="236758" y="136017"/>
                  <a:pt x="237991" y="134779"/>
                  <a:pt x="240362" y="134779"/>
                </a:cubicBezTo>
                <a:lnTo>
                  <a:pt x="254495" y="134779"/>
                </a:lnTo>
                <a:lnTo>
                  <a:pt x="254495" y="120586"/>
                </a:lnTo>
                <a:cubicBezTo>
                  <a:pt x="254495" y="119444"/>
                  <a:pt x="254495" y="117062"/>
                  <a:pt x="256867" y="115824"/>
                </a:cubicBezTo>
                <a:lnTo>
                  <a:pt x="263981" y="108775"/>
                </a:lnTo>
                <a:cubicBezTo>
                  <a:pt x="265119" y="107633"/>
                  <a:pt x="266352" y="106394"/>
                  <a:pt x="268724" y="106394"/>
                </a:cubicBezTo>
                <a:lnTo>
                  <a:pt x="282857" y="106394"/>
                </a:lnTo>
                <a:lnTo>
                  <a:pt x="282857" y="92202"/>
                </a:lnTo>
                <a:cubicBezTo>
                  <a:pt x="282857" y="91059"/>
                  <a:pt x="282857" y="88678"/>
                  <a:pt x="285228" y="87440"/>
                </a:cubicBezTo>
                <a:lnTo>
                  <a:pt x="292342" y="80391"/>
                </a:lnTo>
                <a:cubicBezTo>
                  <a:pt x="293481" y="79248"/>
                  <a:pt x="294714" y="78010"/>
                  <a:pt x="297085" y="78010"/>
                </a:cubicBezTo>
                <a:lnTo>
                  <a:pt x="311219" y="78010"/>
                </a:lnTo>
                <a:lnTo>
                  <a:pt x="311219" y="63817"/>
                </a:lnTo>
                <a:cubicBezTo>
                  <a:pt x="311219" y="62675"/>
                  <a:pt x="311219" y="60293"/>
                  <a:pt x="313590" y="59055"/>
                </a:cubicBezTo>
                <a:lnTo>
                  <a:pt x="325352" y="47244"/>
                </a:lnTo>
                <a:lnTo>
                  <a:pt x="325352" y="14192"/>
                </a:lnTo>
                <a:lnTo>
                  <a:pt x="292342" y="14192"/>
                </a:lnTo>
                <a:lnTo>
                  <a:pt x="156795" y="151162"/>
                </a:lnTo>
                <a:cubicBezTo>
                  <a:pt x="154424" y="153543"/>
                  <a:pt x="150914" y="153543"/>
                  <a:pt x="148543" y="152305"/>
                </a:cubicBezTo>
                <a:cubicBezTo>
                  <a:pt x="134409" y="145256"/>
                  <a:pt x="120276" y="141637"/>
                  <a:pt x="106143" y="141637"/>
                </a:cubicBezTo>
                <a:close/>
                <a:moveTo>
                  <a:pt x="106048" y="340138"/>
                </a:moveTo>
                <a:cubicBezTo>
                  <a:pt x="47143" y="340138"/>
                  <a:pt x="0" y="292894"/>
                  <a:pt x="0" y="233839"/>
                </a:cubicBezTo>
                <a:cubicBezTo>
                  <a:pt x="0" y="174784"/>
                  <a:pt x="47143" y="127540"/>
                  <a:pt x="106048" y="127540"/>
                </a:cubicBezTo>
                <a:cubicBezTo>
                  <a:pt x="121414" y="127540"/>
                  <a:pt x="135547" y="131064"/>
                  <a:pt x="149681" y="136969"/>
                </a:cubicBezTo>
                <a:lnTo>
                  <a:pt x="285228" y="2381"/>
                </a:lnTo>
                <a:cubicBezTo>
                  <a:pt x="286367" y="1238"/>
                  <a:pt x="287600" y="0"/>
                  <a:pt x="289971" y="0"/>
                </a:cubicBezTo>
                <a:lnTo>
                  <a:pt x="332371" y="0"/>
                </a:lnTo>
                <a:cubicBezTo>
                  <a:pt x="335881" y="0"/>
                  <a:pt x="339485" y="3524"/>
                  <a:pt x="339485" y="7048"/>
                </a:cubicBezTo>
                <a:lnTo>
                  <a:pt x="339485" y="49530"/>
                </a:lnTo>
                <a:cubicBezTo>
                  <a:pt x="339485" y="51911"/>
                  <a:pt x="338347" y="53054"/>
                  <a:pt x="337114" y="54292"/>
                </a:cubicBezTo>
                <a:lnTo>
                  <a:pt x="325352" y="67246"/>
                </a:lnTo>
                <a:lnTo>
                  <a:pt x="325352" y="84963"/>
                </a:lnTo>
                <a:cubicBezTo>
                  <a:pt x="325352" y="89725"/>
                  <a:pt x="321842" y="92011"/>
                  <a:pt x="318238" y="92011"/>
                </a:cubicBezTo>
                <a:lnTo>
                  <a:pt x="299362" y="92011"/>
                </a:lnTo>
                <a:lnTo>
                  <a:pt x="296990" y="95536"/>
                </a:lnTo>
                <a:lnTo>
                  <a:pt x="296990" y="113252"/>
                </a:lnTo>
                <a:cubicBezTo>
                  <a:pt x="296990" y="118015"/>
                  <a:pt x="293481" y="120301"/>
                  <a:pt x="289876" y="120301"/>
                </a:cubicBezTo>
                <a:lnTo>
                  <a:pt x="271000" y="120301"/>
                </a:lnTo>
                <a:lnTo>
                  <a:pt x="268629" y="123825"/>
                </a:lnTo>
                <a:lnTo>
                  <a:pt x="268629" y="141542"/>
                </a:lnTo>
                <a:cubicBezTo>
                  <a:pt x="268629" y="146304"/>
                  <a:pt x="265119" y="148590"/>
                  <a:pt x="261515" y="148590"/>
                </a:cubicBezTo>
                <a:lnTo>
                  <a:pt x="242639" y="148590"/>
                </a:lnTo>
                <a:lnTo>
                  <a:pt x="202515" y="189929"/>
                </a:lnTo>
                <a:cubicBezTo>
                  <a:pt x="208396" y="204121"/>
                  <a:pt x="211906" y="218313"/>
                  <a:pt x="211906" y="233648"/>
                </a:cubicBezTo>
                <a:cubicBezTo>
                  <a:pt x="211906" y="292703"/>
                  <a:pt x="163624" y="339947"/>
                  <a:pt x="105858" y="339947"/>
                </a:cubicBezTo>
                <a:close/>
                <a:moveTo>
                  <a:pt x="77876" y="248126"/>
                </a:moveTo>
                <a:cubicBezTo>
                  <a:pt x="69529" y="248126"/>
                  <a:pt x="63553" y="255175"/>
                  <a:pt x="63553" y="262319"/>
                </a:cubicBezTo>
                <a:cubicBezTo>
                  <a:pt x="63553" y="270605"/>
                  <a:pt x="69529" y="276511"/>
                  <a:pt x="77876" y="276511"/>
                </a:cubicBezTo>
                <a:cubicBezTo>
                  <a:pt x="84990" y="276511"/>
                  <a:pt x="92199" y="270605"/>
                  <a:pt x="92199" y="262319"/>
                </a:cubicBezTo>
                <a:cubicBezTo>
                  <a:pt x="92199" y="255270"/>
                  <a:pt x="85085" y="248126"/>
                  <a:pt x="77876" y="248126"/>
                </a:cubicBezTo>
                <a:close/>
                <a:moveTo>
                  <a:pt x="77876" y="290703"/>
                </a:moveTo>
                <a:cubicBezTo>
                  <a:pt x="62414" y="290703"/>
                  <a:pt x="49230" y="277749"/>
                  <a:pt x="49230" y="262319"/>
                </a:cubicBezTo>
                <a:cubicBezTo>
                  <a:pt x="49230" y="246888"/>
                  <a:pt x="62320" y="233934"/>
                  <a:pt x="77876" y="233934"/>
                </a:cubicBezTo>
                <a:cubicBezTo>
                  <a:pt x="93432" y="233934"/>
                  <a:pt x="106522" y="246888"/>
                  <a:pt x="106522" y="262319"/>
                </a:cubicBezTo>
                <a:cubicBezTo>
                  <a:pt x="106522" y="277749"/>
                  <a:pt x="93432" y="290703"/>
                  <a:pt x="77876" y="29070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0" name="Graphic 106">
            <a:extLst>
              <a:ext uri="{FF2B5EF4-FFF2-40B4-BE49-F238E27FC236}">
                <a16:creationId xmlns:a16="http://schemas.microsoft.com/office/drawing/2014/main" id="{AE3D4E23-0907-F6C6-0960-33A3DFBC69E3}"/>
              </a:ext>
            </a:extLst>
          </p:cNvPr>
          <p:cNvSpPr/>
          <p:nvPr/>
        </p:nvSpPr>
        <p:spPr>
          <a:xfrm>
            <a:off x="7857746" y="834092"/>
            <a:ext cx="445210" cy="446065"/>
          </a:xfrm>
          <a:custGeom>
            <a:avLst/>
            <a:gdLst>
              <a:gd name="connsiteX0" fmla="*/ 106048 w 339485"/>
              <a:gd name="connsiteY0" fmla="*/ 141827 h 340137"/>
              <a:gd name="connsiteX1" fmla="*/ 14133 w 339485"/>
              <a:gd name="connsiteY1" fmla="*/ 233934 h 340137"/>
              <a:gd name="connsiteX2" fmla="*/ 106048 w 339485"/>
              <a:gd name="connsiteY2" fmla="*/ 326041 h 340137"/>
              <a:gd name="connsiteX3" fmla="*/ 197962 w 339485"/>
              <a:gd name="connsiteY3" fmla="*/ 233934 h 340137"/>
              <a:gd name="connsiteX4" fmla="*/ 187338 w 339485"/>
              <a:gd name="connsiteY4" fmla="*/ 191452 h 340137"/>
              <a:gd name="connsiteX5" fmla="*/ 188476 w 339485"/>
              <a:gd name="connsiteY5" fmla="*/ 183166 h 340137"/>
              <a:gd name="connsiteX6" fmla="*/ 235619 w 339485"/>
              <a:gd name="connsiteY6" fmla="*/ 137160 h 340137"/>
              <a:gd name="connsiteX7" fmla="*/ 240362 w 339485"/>
              <a:gd name="connsiteY7" fmla="*/ 134779 h 340137"/>
              <a:gd name="connsiteX8" fmla="*/ 254495 w 339485"/>
              <a:gd name="connsiteY8" fmla="*/ 134779 h 340137"/>
              <a:gd name="connsiteX9" fmla="*/ 254495 w 339485"/>
              <a:gd name="connsiteY9" fmla="*/ 120586 h 340137"/>
              <a:gd name="connsiteX10" fmla="*/ 256867 w 339485"/>
              <a:gd name="connsiteY10" fmla="*/ 115824 h 340137"/>
              <a:gd name="connsiteX11" fmla="*/ 263981 w 339485"/>
              <a:gd name="connsiteY11" fmla="*/ 108775 h 340137"/>
              <a:gd name="connsiteX12" fmla="*/ 268724 w 339485"/>
              <a:gd name="connsiteY12" fmla="*/ 106394 h 340137"/>
              <a:gd name="connsiteX13" fmla="*/ 282857 w 339485"/>
              <a:gd name="connsiteY13" fmla="*/ 106394 h 340137"/>
              <a:gd name="connsiteX14" fmla="*/ 282857 w 339485"/>
              <a:gd name="connsiteY14" fmla="*/ 92202 h 340137"/>
              <a:gd name="connsiteX15" fmla="*/ 285228 w 339485"/>
              <a:gd name="connsiteY15" fmla="*/ 87440 h 340137"/>
              <a:gd name="connsiteX16" fmla="*/ 292342 w 339485"/>
              <a:gd name="connsiteY16" fmla="*/ 80391 h 340137"/>
              <a:gd name="connsiteX17" fmla="*/ 297085 w 339485"/>
              <a:gd name="connsiteY17" fmla="*/ 78010 h 340137"/>
              <a:gd name="connsiteX18" fmla="*/ 311219 w 339485"/>
              <a:gd name="connsiteY18" fmla="*/ 78010 h 340137"/>
              <a:gd name="connsiteX19" fmla="*/ 311219 w 339485"/>
              <a:gd name="connsiteY19" fmla="*/ 63817 h 340137"/>
              <a:gd name="connsiteX20" fmla="*/ 313590 w 339485"/>
              <a:gd name="connsiteY20" fmla="*/ 59055 h 340137"/>
              <a:gd name="connsiteX21" fmla="*/ 325352 w 339485"/>
              <a:gd name="connsiteY21" fmla="*/ 47244 h 340137"/>
              <a:gd name="connsiteX22" fmla="*/ 325352 w 339485"/>
              <a:gd name="connsiteY22" fmla="*/ 14192 h 340137"/>
              <a:gd name="connsiteX23" fmla="*/ 292342 w 339485"/>
              <a:gd name="connsiteY23" fmla="*/ 14192 h 340137"/>
              <a:gd name="connsiteX24" fmla="*/ 156795 w 339485"/>
              <a:gd name="connsiteY24" fmla="*/ 151162 h 340137"/>
              <a:gd name="connsiteX25" fmla="*/ 148543 w 339485"/>
              <a:gd name="connsiteY25" fmla="*/ 152305 h 340137"/>
              <a:gd name="connsiteX26" fmla="*/ 106143 w 339485"/>
              <a:gd name="connsiteY26" fmla="*/ 141637 h 340137"/>
              <a:gd name="connsiteX27" fmla="*/ 106048 w 339485"/>
              <a:gd name="connsiteY27" fmla="*/ 340138 h 340137"/>
              <a:gd name="connsiteX28" fmla="*/ 0 w 339485"/>
              <a:gd name="connsiteY28" fmla="*/ 233839 h 340137"/>
              <a:gd name="connsiteX29" fmla="*/ 106048 w 339485"/>
              <a:gd name="connsiteY29" fmla="*/ 127540 h 340137"/>
              <a:gd name="connsiteX30" fmla="*/ 149681 w 339485"/>
              <a:gd name="connsiteY30" fmla="*/ 136969 h 340137"/>
              <a:gd name="connsiteX31" fmla="*/ 285228 w 339485"/>
              <a:gd name="connsiteY31" fmla="*/ 2381 h 340137"/>
              <a:gd name="connsiteX32" fmla="*/ 289971 w 339485"/>
              <a:gd name="connsiteY32" fmla="*/ 0 h 340137"/>
              <a:gd name="connsiteX33" fmla="*/ 332371 w 339485"/>
              <a:gd name="connsiteY33" fmla="*/ 0 h 340137"/>
              <a:gd name="connsiteX34" fmla="*/ 339485 w 339485"/>
              <a:gd name="connsiteY34" fmla="*/ 7048 h 340137"/>
              <a:gd name="connsiteX35" fmla="*/ 339485 w 339485"/>
              <a:gd name="connsiteY35" fmla="*/ 49530 h 340137"/>
              <a:gd name="connsiteX36" fmla="*/ 337114 w 339485"/>
              <a:gd name="connsiteY36" fmla="*/ 54292 h 340137"/>
              <a:gd name="connsiteX37" fmla="*/ 325352 w 339485"/>
              <a:gd name="connsiteY37" fmla="*/ 67246 h 340137"/>
              <a:gd name="connsiteX38" fmla="*/ 325352 w 339485"/>
              <a:gd name="connsiteY38" fmla="*/ 84963 h 340137"/>
              <a:gd name="connsiteX39" fmla="*/ 318238 w 339485"/>
              <a:gd name="connsiteY39" fmla="*/ 92011 h 340137"/>
              <a:gd name="connsiteX40" fmla="*/ 299362 w 339485"/>
              <a:gd name="connsiteY40" fmla="*/ 92011 h 340137"/>
              <a:gd name="connsiteX41" fmla="*/ 296990 w 339485"/>
              <a:gd name="connsiteY41" fmla="*/ 95536 h 340137"/>
              <a:gd name="connsiteX42" fmla="*/ 296990 w 339485"/>
              <a:gd name="connsiteY42" fmla="*/ 113252 h 340137"/>
              <a:gd name="connsiteX43" fmla="*/ 289876 w 339485"/>
              <a:gd name="connsiteY43" fmla="*/ 120301 h 340137"/>
              <a:gd name="connsiteX44" fmla="*/ 271000 w 339485"/>
              <a:gd name="connsiteY44" fmla="*/ 120301 h 340137"/>
              <a:gd name="connsiteX45" fmla="*/ 268629 w 339485"/>
              <a:gd name="connsiteY45" fmla="*/ 123825 h 340137"/>
              <a:gd name="connsiteX46" fmla="*/ 268629 w 339485"/>
              <a:gd name="connsiteY46" fmla="*/ 141542 h 340137"/>
              <a:gd name="connsiteX47" fmla="*/ 261515 w 339485"/>
              <a:gd name="connsiteY47" fmla="*/ 148590 h 340137"/>
              <a:gd name="connsiteX48" fmla="*/ 242639 w 339485"/>
              <a:gd name="connsiteY48" fmla="*/ 148590 h 340137"/>
              <a:gd name="connsiteX49" fmla="*/ 202515 w 339485"/>
              <a:gd name="connsiteY49" fmla="*/ 189929 h 340137"/>
              <a:gd name="connsiteX50" fmla="*/ 211906 w 339485"/>
              <a:gd name="connsiteY50" fmla="*/ 233648 h 340137"/>
              <a:gd name="connsiteX51" fmla="*/ 105858 w 339485"/>
              <a:gd name="connsiteY51" fmla="*/ 339947 h 340137"/>
              <a:gd name="connsiteX52" fmla="*/ 77876 w 339485"/>
              <a:gd name="connsiteY52" fmla="*/ 248126 h 340137"/>
              <a:gd name="connsiteX53" fmla="*/ 63553 w 339485"/>
              <a:gd name="connsiteY53" fmla="*/ 262319 h 340137"/>
              <a:gd name="connsiteX54" fmla="*/ 77876 w 339485"/>
              <a:gd name="connsiteY54" fmla="*/ 276511 h 340137"/>
              <a:gd name="connsiteX55" fmla="*/ 92199 w 339485"/>
              <a:gd name="connsiteY55" fmla="*/ 262319 h 340137"/>
              <a:gd name="connsiteX56" fmla="*/ 77876 w 339485"/>
              <a:gd name="connsiteY56" fmla="*/ 248126 h 340137"/>
              <a:gd name="connsiteX57" fmla="*/ 77876 w 339485"/>
              <a:gd name="connsiteY57" fmla="*/ 290703 h 340137"/>
              <a:gd name="connsiteX58" fmla="*/ 49230 w 339485"/>
              <a:gd name="connsiteY58" fmla="*/ 262319 h 340137"/>
              <a:gd name="connsiteX59" fmla="*/ 77876 w 339485"/>
              <a:gd name="connsiteY59" fmla="*/ 233934 h 340137"/>
              <a:gd name="connsiteX60" fmla="*/ 106522 w 339485"/>
              <a:gd name="connsiteY60" fmla="*/ 262319 h 340137"/>
              <a:gd name="connsiteX61" fmla="*/ 77876 w 339485"/>
              <a:gd name="connsiteY61" fmla="*/ 290703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339485" h="340137">
                <a:moveTo>
                  <a:pt x="106048" y="141827"/>
                </a:moveTo>
                <a:cubicBezTo>
                  <a:pt x="55395" y="141827"/>
                  <a:pt x="14133" y="183166"/>
                  <a:pt x="14133" y="233934"/>
                </a:cubicBezTo>
                <a:cubicBezTo>
                  <a:pt x="14133" y="284702"/>
                  <a:pt x="55395" y="326041"/>
                  <a:pt x="106048" y="326041"/>
                </a:cubicBezTo>
                <a:cubicBezTo>
                  <a:pt x="156700" y="326041"/>
                  <a:pt x="197962" y="284702"/>
                  <a:pt x="197962" y="233934"/>
                </a:cubicBezTo>
                <a:cubicBezTo>
                  <a:pt x="197962" y="219742"/>
                  <a:pt x="194452" y="205550"/>
                  <a:pt x="187338" y="191452"/>
                </a:cubicBezTo>
                <a:cubicBezTo>
                  <a:pt x="186200" y="189071"/>
                  <a:pt x="186200" y="185547"/>
                  <a:pt x="188476" y="183166"/>
                </a:cubicBezTo>
                <a:lnTo>
                  <a:pt x="235619" y="137160"/>
                </a:lnTo>
                <a:cubicBezTo>
                  <a:pt x="236758" y="136017"/>
                  <a:pt x="237991" y="134779"/>
                  <a:pt x="240362" y="134779"/>
                </a:cubicBezTo>
                <a:lnTo>
                  <a:pt x="254495" y="134779"/>
                </a:lnTo>
                <a:lnTo>
                  <a:pt x="254495" y="120586"/>
                </a:lnTo>
                <a:cubicBezTo>
                  <a:pt x="254495" y="119444"/>
                  <a:pt x="254495" y="117062"/>
                  <a:pt x="256867" y="115824"/>
                </a:cubicBezTo>
                <a:lnTo>
                  <a:pt x="263981" y="108775"/>
                </a:lnTo>
                <a:cubicBezTo>
                  <a:pt x="265119" y="107633"/>
                  <a:pt x="266352" y="106394"/>
                  <a:pt x="268724" y="106394"/>
                </a:cubicBezTo>
                <a:lnTo>
                  <a:pt x="282857" y="106394"/>
                </a:lnTo>
                <a:lnTo>
                  <a:pt x="282857" y="92202"/>
                </a:lnTo>
                <a:cubicBezTo>
                  <a:pt x="282857" y="91059"/>
                  <a:pt x="282857" y="88678"/>
                  <a:pt x="285228" y="87440"/>
                </a:cubicBezTo>
                <a:lnTo>
                  <a:pt x="292342" y="80391"/>
                </a:lnTo>
                <a:cubicBezTo>
                  <a:pt x="293481" y="79248"/>
                  <a:pt x="294714" y="78010"/>
                  <a:pt x="297085" y="78010"/>
                </a:cubicBezTo>
                <a:lnTo>
                  <a:pt x="311219" y="78010"/>
                </a:lnTo>
                <a:lnTo>
                  <a:pt x="311219" y="63817"/>
                </a:lnTo>
                <a:cubicBezTo>
                  <a:pt x="311219" y="62675"/>
                  <a:pt x="311219" y="60293"/>
                  <a:pt x="313590" y="59055"/>
                </a:cubicBezTo>
                <a:lnTo>
                  <a:pt x="325352" y="47244"/>
                </a:lnTo>
                <a:lnTo>
                  <a:pt x="325352" y="14192"/>
                </a:lnTo>
                <a:lnTo>
                  <a:pt x="292342" y="14192"/>
                </a:lnTo>
                <a:lnTo>
                  <a:pt x="156795" y="151162"/>
                </a:lnTo>
                <a:cubicBezTo>
                  <a:pt x="154424" y="153543"/>
                  <a:pt x="150914" y="153543"/>
                  <a:pt x="148543" y="152305"/>
                </a:cubicBezTo>
                <a:cubicBezTo>
                  <a:pt x="134409" y="145256"/>
                  <a:pt x="120276" y="141637"/>
                  <a:pt x="106143" y="141637"/>
                </a:cubicBezTo>
                <a:close/>
                <a:moveTo>
                  <a:pt x="106048" y="340138"/>
                </a:moveTo>
                <a:cubicBezTo>
                  <a:pt x="47143" y="340138"/>
                  <a:pt x="0" y="292894"/>
                  <a:pt x="0" y="233839"/>
                </a:cubicBezTo>
                <a:cubicBezTo>
                  <a:pt x="0" y="174784"/>
                  <a:pt x="47143" y="127540"/>
                  <a:pt x="106048" y="127540"/>
                </a:cubicBezTo>
                <a:cubicBezTo>
                  <a:pt x="121414" y="127540"/>
                  <a:pt x="135547" y="131064"/>
                  <a:pt x="149681" y="136969"/>
                </a:cubicBezTo>
                <a:lnTo>
                  <a:pt x="285228" y="2381"/>
                </a:lnTo>
                <a:cubicBezTo>
                  <a:pt x="286367" y="1238"/>
                  <a:pt x="287600" y="0"/>
                  <a:pt x="289971" y="0"/>
                </a:cubicBezTo>
                <a:lnTo>
                  <a:pt x="332371" y="0"/>
                </a:lnTo>
                <a:cubicBezTo>
                  <a:pt x="335881" y="0"/>
                  <a:pt x="339485" y="3524"/>
                  <a:pt x="339485" y="7048"/>
                </a:cubicBezTo>
                <a:lnTo>
                  <a:pt x="339485" y="49530"/>
                </a:lnTo>
                <a:cubicBezTo>
                  <a:pt x="339485" y="51911"/>
                  <a:pt x="338347" y="53054"/>
                  <a:pt x="337114" y="54292"/>
                </a:cubicBezTo>
                <a:lnTo>
                  <a:pt x="325352" y="67246"/>
                </a:lnTo>
                <a:lnTo>
                  <a:pt x="325352" y="84963"/>
                </a:lnTo>
                <a:cubicBezTo>
                  <a:pt x="325352" y="89725"/>
                  <a:pt x="321842" y="92011"/>
                  <a:pt x="318238" y="92011"/>
                </a:cubicBezTo>
                <a:lnTo>
                  <a:pt x="299362" y="92011"/>
                </a:lnTo>
                <a:lnTo>
                  <a:pt x="296990" y="95536"/>
                </a:lnTo>
                <a:lnTo>
                  <a:pt x="296990" y="113252"/>
                </a:lnTo>
                <a:cubicBezTo>
                  <a:pt x="296990" y="118015"/>
                  <a:pt x="293481" y="120301"/>
                  <a:pt x="289876" y="120301"/>
                </a:cubicBezTo>
                <a:lnTo>
                  <a:pt x="271000" y="120301"/>
                </a:lnTo>
                <a:lnTo>
                  <a:pt x="268629" y="123825"/>
                </a:lnTo>
                <a:lnTo>
                  <a:pt x="268629" y="141542"/>
                </a:lnTo>
                <a:cubicBezTo>
                  <a:pt x="268629" y="146304"/>
                  <a:pt x="265119" y="148590"/>
                  <a:pt x="261515" y="148590"/>
                </a:cubicBezTo>
                <a:lnTo>
                  <a:pt x="242639" y="148590"/>
                </a:lnTo>
                <a:lnTo>
                  <a:pt x="202515" y="189929"/>
                </a:lnTo>
                <a:cubicBezTo>
                  <a:pt x="208396" y="204121"/>
                  <a:pt x="211906" y="218313"/>
                  <a:pt x="211906" y="233648"/>
                </a:cubicBezTo>
                <a:cubicBezTo>
                  <a:pt x="211906" y="292703"/>
                  <a:pt x="163624" y="339947"/>
                  <a:pt x="105858" y="339947"/>
                </a:cubicBezTo>
                <a:close/>
                <a:moveTo>
                  <a:pt x="77876" y="248126"/>
                </a:moveTo>
                <a:cubicBezTo>
                  <a:pt x="69529" y="248126"/>
                  <a:pt x="63553" y="255175"/>
                  <a:pt x="63553" y="262319"/>
                </a:cubicBezTo>
                <a:cubicBezTo>
                  <a:pt x="63553" y="270605"/>
                  <a:pt x="69529" y="276511"/>
                  <a:pt x="77876" y="276511"/>
                </a:cubicBezTo>
                <a:cubicBezTo>
                  <a:pt x="84990" y="276511"/>
                  <a:pt x="92199" y="270605"/>
                  <a:pt x="92199" y="262319"/>
                </a:cubicBezTo>
                <a:cubicBezTo>
                  <a:pt x="92199" y="255270"/>
                  <a:pt x="85085" y="248126"/>
                  <a:pt x="77876" y="248126"/>
                </a:cubicBezTo>
                <a:close/>
                <a:moveTo>
                  <a:pt x="77876" y="290703"/>
                </a:moveTo>
                <a:cubicBezTo>
                  <a:pt x="62414" y="290703"/>
                  <a:pt x="49230" y="277749"/>
                  <a:pt x="49230" y="262319"/>
                </a:cubicBezTo>
                <a:cubicBezTo>
                  <a:pt x="49230" y="246888"/>
                  <a:pt x="62320" y="233934"/>
                  <a:pt x="77876" y="233934"/>
                </a:cubicBezTo>
                <a:cubicBezTo>
                  <a:pt x="93432" y="233934"/>
                  <a:pt x="106522" y="246888"/>
                  <a:pt x="106522" y="262319"/>
                </a:cubicBezTo>
                <a:cubicBezTo>
                  <a:pt x="106522" y="277749"/>
                  <a:pt x="93432" y="290703"/>
                  <a:pt x="77876" y="29070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1" name="Graphic 106">
            <a:extLst>
              <a:ext uri="{FF2B5EF4-FFF2-40B4-BE49-F238E27FC236}">
                <a16:creationId xmlns:a16="http://schemas.microsoft.com/office/drawing/2014/main" id="{1441FCE7-A6B5-58A4-D199-2ED90B42C19F}"/>
              </a:ext>
            </a:extLst>
          </p:cNvPr>
          <p:cNvSpPr/>
          <p:nvPr/>
        </p:nvSpPr>
        <p:spPr>
          <a:xfrm>
            <a:off x="7143042" y="1464713"/>
            <a:ext cx="445210" cy="446065"/>
          </a:xfrm>
          <a:custGeom>
            <a:avLst/>
            <a:gdLst>
              <a:gd name="connsiteX0" fmla="*/ 106048 w 339485"/>
              <a:gd name="connsiteY0" fmla="*/ 141827 h 340137"/>
              <a:gd name="connsiteX1" fmla="*/ 14133 w 339485"/>
              <a:gd name="connsiteY1" fmla="*/ 233934 h 340137"/>
              <a:gd name="connsiteX2" fmla="*/ 106048 w 339485"/>
              <a:gd name="connsiteY2" fmla="*/ 326041 h 340137"/>
              <a:gd name="connsiteX3" fmla="*/ 197962 w 339485"/>
              <a:gd name="connsiteY3" fmla="*/ 233934 h 340137"/>
              <a:gd name="connsiteX4" fmla="*/ 187338 w 339485"/>
              <a:gd name="connsiteY4" fmla="*/ 191452 h 340137"/>
              <a:gd name="connsiteX5" fmla="*/ 188476 w 339485"/>
              <a:gd name="connsiteY5" fmla="*/ 183166 h 340137"/>
              <a:gd name="connsiteX6" fmla="*/ 235619 w 339485"/>
              <a:gd name="connsiteY6" fmla="*/ 137160 h 340137"/>
              <a:gd name="connsiteX7" fmla="*/ 240362 w 339485"/>
              <a:gd name="connsiteY7" fmla="*/ 134779 h 340137"/>
              <a:gd name="connsiteX8" fmla="*/ 254495 w 339485"/>
              <a:gd name="connsiteY8" fmla="*/ 134779 h 340137"/>
              <a:gd name="connsiteX9" fmla="*/ 254495 w 339485"/>
              <a:gd name="connsiteY9" fmla="*/ 120586 h 340137"/>
              <a:gd name="connsiteX10" fmla="*/ 256867 w 339485"/>
              <a:gd name="connsiteY10" fmla="*/ 115824 h 340137"/>
              <a:gd name="connsiteX11" fmla="*/ 263981 w 339485"/>
              <a:gd name="connsiteY11" fmla="*/ 108775 h 340137"/>
              <a:gd name="connsiteX12" fmla="*/ 268724 w 339485"/>
              <a:gd name="connsiteY12" fmla="*/ 106394 h 340137"/>
              <a:gd name="connsiteX13" fmla="*/ 282857 w 339485"/>
              <a:gd name="connsiteY13" fmla="*/ 106394 h 340137"/>
              <a:gd name="connsiteX14" fmla="*/ 282857 w 339485"/>
              <a:gd name="connsiteY14" fmla="*/ 92202 h 340137"/>
              <a:gd name="connsiteX15" fmla="*/ 285228 w 339485"/>
              <a:gd name="connsiteY15" fmla="*/ 87440 h 340137"/>
              <a:gd name="connsiteX16" fmla="*/ 292342 w 339485"/>
              <a:gd name="connsiteY16" fmla="*/ 80391 h 340137"/>
              <a:gd name="connsiteX17" fmla="*/ 297085 w 339485"/>
              <a:gd name="connsiteY17" fmla="*/ 78010 h 340137"/>
              <a:gd name="connsiteX18" fmla="*/ 311219 w 339485"/>
              <a:gd name="connsiteY18" fmla="*/ 78010 h 340137"/>
              <a:gd name="connsiteX19" fmla="*/ 311219 w 339485"/>
              <a:gd name="connsiteY19" fmla="*/ 63817 h 340137"/>
              <a:gd name="connsiteX20" fmla="*/ 313590 w 339485"/>
              <a:gd name="connsiteY20" fmla="*/ 59055 h 340137"/>
              <a:gd name="connsiteX21" fmla="*/ 325352 w 339485"/>
              <a:gd name="connsiteY21" fmla="*/ 47244 h 340137"/>
              <a:gd name="connsiteX22" fmla="*/ 325352 w 339485"/>
              <a:gd name="connsiteY22" fmla="*/ 14192 h 340137"/>
              <a:gd name="connsiteX23" fmla="*/ 292342 w 339485"/>
              <a:gd name="connsiteY23" fmla="*/ 14192 h 340137"/>
              <a:gd name="connsiteX24" fmla="*/ 156795 w 339485"/>
              <a:gd name="connsiteY24" fmla="*/ 151162 h 340137"/>
              <a:gd name="connsiteX25" fmla="*/ 148543 w 339485"/>
              <a:gd name="connsiteY25" fmla="*/ 152305 h 340137"/>
              <a:gd name="connsiteX26" fmla="*/ 106143 w 339485"/>
              <a:gd name="connsiteY26" fmla="*/ 141637 h 340137"/>
              <a:gd name="connsiteX27" fmla="*/ 106048 w 339485"/>
              <a:gd name="connsiteY27" fmla="*/ 340138 h 340137"/>
              <a:gd name="connsiteX28" fmla="*/ 0 w 339485"/>
              <a:gd name="connsiteY28" fmla="*/ 233839 h 340137"/>
              <a:gd name="connsiteX29" fmla="*/ 106048 w 339485"/>
              <a:gd name="connsiteY29" fmla="*/ 127540 h 340137"/>
              <a:gd name="connsiteX30" fmla="*/ 149681 w 339485"/>
              <a:gd name="connsiteY30" fmla="*/ 136969 h 340137"/>
              <a:gd name="connsiteX31" fmla="*/ 285228 w 339485"/>
              <a:gd name="connsiteY31" fmla="*/ 2381 h 340137"/>
              <a:gd name="connsiteX32" fmla="*/ 289971 w 339485"/>
              <a:gd name="connsiteY32" fmla="*/ 0 h 340137"/>
              <a:gd name="connsiteX33" fmla="*/ 332371 w 339485"/>
              <a:gd name="connsiteY33" fmla="*/ 0 h 340137"/>
              <a:gd name="connsiteX34" fmla="*/ 339485 w 339485"/>
              <a:gd name="connsiteY34" fmla="*/ 7048 h 340137"/>
              <a:gd name="connsiteX35" fmla="*/ 339485 w 339485"/>
              <a:gd name="connsiteY35" fmla="*/ 49530 h 340137"/>
              <a:gd name="connsiteX36" fmla="*/ 337114 w 339485"/>
              <a:gd name="connsiteY36" fmla="*/ 54292 h 340137"/>
              <a:gd name="connsiteX37" fmla="*/ 325352 w 339485"/>
              <a:gd name="connsiteY37" fmla="*/ 67246 h 340137"/>
              <a:gd name="connsiteX38" fmla="*/ 325352 w 339485"/>
              <a:gd name="connsiteY38" fmla="*/ 84963 h 340137"/>
              <a:gd name="connsiteX39" fmla="*/ 318238 w 339485"/>
              <a:gd name="connsiteY39" fmla="*/ 92011 h 340137"/>
              <a:gd name="connsiteX40" fmla="*/ 299362 w 339485"/>
              <a:gd name="connsiteY40" fmla="*/ 92011 h 340137"/>
              <a:gd name="connsiteX41" fmla="*/ 296990 w 339485"/>
              <a:gd name="connsiteY41" fmla="*/ 95536 h 340137"/>
              <a:gd name="connsiteX42" fmla="*/ 296990 w 339485"/>
              <a:gd name="connsiteY42" fmla="*/ 113252 h 340137"/>
              <a:gd name="connsiteX43" fmla="*/ 289876 w 339485"/>
              <a:gd name="connsiteY43" fmla="*/ 120301 h 340137"/>
              <a:gd name="connsiteX44" fmla="*/ 271000 w 339485"/>
              <a:gd name="connsiteY44" fmla="*/ 120301 h 340137"/>
              <a:gd name="connsiteX45" fmla="*/ 268629 w 339485"/>
              <a:gd name="connsiteY45" fmla="*/ 123825 h 340137"/>
              <a:gd name="connsiteX46" fmla="*/ 268629 w 339485"/>
              <a:gd name="connsiteY46" fmla="*/ 141542 h 340137"/>
              <a:gd name="connsiteX47" fmla="*/ 261515 w 339485"/>
              <a:gd name="connsiteY47" fmla="*/ 148590 h 340137"/>
              <a:gd name="connsiteX48" fmla="*/ 242639 w 339485"/>
              <a:gd name="connsiteY48" fmla="*/ 148590 h 340137"/>
              <a:gd name="connsiteX49" fmla="*/ 202515 w 339485"/>
              <a:gd name="connsiteY49" fmla="*/ 189929 h 340137"/>
              <a:gd name="connsiteX50" fmla="*/ 211906 w 339485"/>
              <a:gd name="connsiteY50" fmla="*/ 233648 h 340137"/>
              <a:gd name="connsiteX51" fmla="*/ 105858 w 339485"/>
              <a:gd name="connsiteY51" fmla="*/ 339947 h 340137"/>
              <a:gd name="connsiteX52" fmla="*/ 77876 w 339485"/>
              <a:gd name="connsiteY52" fmla="*/ 248126 h 340137"/>
              <a:gd name="connsiteX53" fmla="*/ 63553 w 339485"/>
              <a:gd name="connsiteY53" fmla="*/ 262319 h 340137"/>
              <a:gd name="connsiteX54" fmla="*/ 77876 w 339485"/>
              <a:gd name="connsiteY54" fmla="*/ 276511 h 340137"/>
              <a:gd name="connsiteX55" fmla="*/ 92199 w 339485"/>
              <a:gd name="connsiteY55" fmla="*/ 262319 h 340137"/>
              <a:gd name="connsiteX56" fmla="*/ 77876 w 339485"/>
              <a:gd name="connsiteY56" fmla="*/ 248126 h 340137"/>
              <a:gd name="connsiteX57" fmla="*/ 77876 w 339485"/>
              <a:gd name="connsiteY57" fmla="*/ 290703 h 340137"/>
              <a:gd name="connsiteX58" fmla="*/ 49230 w 339485"/>
              <a:gd name="connsiteY58" fmla="*/ 262319 h 340137"/>
              <a:gd name="connsiteX59" fmla="*/ 77876 w 339485"/>
              <a:gd name="connsiteY59" fmla="*/ 233934 h 340137"/>
              <a:gd name="connsiteX60" fmla="*/ 106522 w 339485"/>
              <a:gd name="connsiteY60" fmla="*/ 262319 h 340137"/>
              <a:gd name="connsiteX61" fmla="*/ 77876 w 339485"/>
              <a:gd name="connsiteY61" fmla="*/ 290703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339485" h="340137">
                <a:moveTo>
                  <a:pt x="106048" y="141827"/>
                </a:moveTo>
                <a:cubicBezTo>
                  <a:pt x="55395" y="141827"/>
                  <a:pt x="14133" y="183166"/>
                  <a:pt x="14133" y="233934"/>
                </a:cubicBezTo>
                <a:cubicBezTo>
                  <a:pt x="14133" y="284702"/>
                  <a:pt x="55395" y="326041"/>
                  <a:pt x="106048" y="326041"/>
                </a:cubicBezTo>
                <a:cubicBezTo>
                  <a:pt x="156700" y="326041"/>
                  <a:pt x="197962" y="284702"/>
                  <a:pt x="197962" y="233934"/>
                </a:cubicBezTo>
                <a:cubicBezTo>
                  <a:pt x="197962" y="219742"/>
                  <a:pt x="194452" y="205550"/>
                  <a:pt x="187338" y="191452"/>
                </a:cubicBezTo>
                <a:cubicBezTo>
                  <a:pt x="186200" y="189071"/>
                  <a:pt x="186200" y="185547"/>
                  <a:pt x="188476" y="183166"/>
                </a:cubicBezTo>
                <a:lnTo>
                  <a:pt x="235619" y="137160"/>
                </a:lnTo>
                <a:cubicBezTo>
                  <a:pt x="236758" y="136017"/>
                  <a:pt x="237991" y="134779"/>
                  <a:pt x="240362" y="134779"/>
                </a:cubicBezTo>
                <a:lnTo>
                  <a:pt x="254495" y="134779"/>
                </a:lnTo>
                <a:lnTo>
                  <a:pt x="254495" y="120586"/>
                </a:lnTo>
                <a:cubicBezTo>
                  <a:pt x="254495" y="119444"/>
                  <a:pt x="254495" y="117062"/>
                  <a:pt x="256867" y="115824"/>
                </a:cubicBezTo>
                <a:lnTo>
                  <a:pt x="263981" y="108775"/>
                </a:lnTo>
                <a:cubicBezTo>
                  <a:pt x="265119" y="107633"/>
                  <a:pt x="266352" y="106394"/>
                  <a:pt x="268724" y="106394"/>
                </a:cubicBezTo>
                <a:lnTo>
                  <a:pt x="282857" y="106394"/>
                </a:lnTo>
                <a:lnTo>
                  <a:pt x="282857" y="92202"/>
                </a:lnTo>
                <a:cubicBezTo>
                  <a:pt x="282857" y="91059"/>
                  <a:pt x="282857" y="88678"/>
                  <a:pt x="285228" y="87440"/>
                </a:cubicBezTo>
                <a:lnTo>
                  <a:pt x="292342" y="80391"/>
                </a:lnTo>
                <a:cubicBezTo>
                  <a:pt x="293481" y="79248"/>
                  <a:pt x="294714" y="78010"/>
                  <a:pt x="297085" y="78010"/>
                </a:cubicBezTo>
                <a:lnTo>
                  <a:pt x="311219" y="78010"/>
                </a:lnTo>
                <a:lnTo>
                  <a:pt x="311219" y="63817"/>
                </a:lnTo>
                <a:cubicBezTo>
                  <a:pt x="311219" y="62675"/>
                  <a:pt x="311219" y="60293"/>
                  <a:pt x="313590" y="59055"/>
                </a:cubicBezTo>
                <a:lnTo>
                  <a:pt x="325352" y="47244"/>
                </a:lnTo>
                <a:lnTo>
                  <a:pt x="325352" y="14192"/>
                </a:lnTo>
                <a:lnTo>
                  <a:pt x="292342" y="14192"/>
                </a:lnTo>
                <a:lnTo>
                  <a:pt x="156795" y="151162"/>
                </a:lnTo>
                <a:cubicBezTo>
                  <a:pt x="154424" y="153543"/>
                  <a:pt x="150914" y="153543"/>
                  <a:pt x="148543" y="152305"/>
                </a:cubicBezTo>
                <a:cubicBezTo>
                  <a:pt x="134409" y="145256"/>
                  <a:pt x="120276" y="141637"/>
                  <a:pt x="106143" y="141637"/>
                </a:cubicBezTo>
                <a:close/>
                <a:moveTo>
                  <a:pt x="106048" y="340138"/>
                </a:moveTo>
                <a:cubicBezTo>
                  <a:pt x="47143" y="340138"/>
                  <a:pt x="0" y="292894"/>
                  <a:pt x="0" y="233839"/>
                </a:cubicBezTo>
                <a:cubicBezTo>
                  <a:pt x="0" y="174784"/>
                  <a:pt x="47143" y="127540"/>
                  <a:pt x="106048" y="127540"/>
                </a:cubicBezTo>
                <a:cubicBezTo>
                  <a:pt x="121414" y="127540"/>
                  <a:pt x="135547" y="131064"/>
                  <a:pt x="149681" y="136969"/>
                </a:cubicBezTo>
                <a:lnTo>
                  <a:pt x="285228" y="2381"/>
                </a:lnTo>
                <a:cubicBezTo>
                  <a:pt x="286367" y="1238"/>
                  <a:pt x="287600" y="0"/>
                  <a:pt x="289971" y="0"/>
                </a:cubicBezTo>
                <a:lnTo>
                  <a:pt x="332371" y="0"/>
                </a:lnTo>
                <a:cubicBezTo>
                  <a:pt x="335881" y="0"/>
                  <a:pt x="339485" y="3524"/>
                  <a:pt x="339485" y="7048"/>
                </a:cubicBezTo>
                <a:lnTo>
                  <a:pt x="339485" y="49530"/>
                </a:lnTo>
                <a:cubicBezTo>
                  <a:pt x="339485" y="51911"/>
                  <a:pt x="338347" y="53054"/>
                  <a:pt x="337114" y="54292"/>
                </a:cubicBezTo>
                <a:lnTo>
                  <a:pt x="325352" y="67246"/>
                </a:lnTo>
                <a:lnTo>
                  <a:pt x="325352" y="84963"/>
                </a:lnTo>
                <a:cubicBezTo>
                  <a:pt x="325352" y="89725"/>
                  <a:pt x="321842" y="92011"/>
                  <a:pt x="318238" y="92011"/>
                </a:cubicBezTo>
                <a:lnTo>
                  <a:pt x="299362" y="92011"/>
                </a:lnTo>
                <a:lnTo>
                  <a:pt x="296990" y="95536"/>
                </a:lnTo>
                <a:lnTo>
                  <a:pt x="296990" y="113252"/>
                </a:lnTo>
                <a:cubicBezTo>
                  <a:pt x="296990" y="118015"/>
                  <a:pt x="293481" y="120301"/>
                  <a:pt x="289876" y="120301"/>
                </a:cubicBezTo>
                <a:lnTo>
                  <a:pt x="271000" y="120301"/>
                </a:lnTo>
                <a:lnTo>
                  <a:pt x="268629" y="123825"/>
                </a:lnTo>
                <a:lnTo>
                  <a:pt x="268629" y="141542"/>
                </a:lnTo>
                <a:cubicBezTo>
                  <a:pt x="268629" y="146304"/>
                  <a:pt x="265119" y="148590"/>
                  <a:pt x="261515" y="148590"/>
                </a:cubicBezTo>
                <a:lnTo>
                  <a:pt x="242639" y="148590"/>
                </a:lnTo>
                <a:lnTo>
                  <a:pt x="202515" y="189929"/>
                </a:lnTo>
                <a:cubicBezTo>
                  <a:pt x="208396" y="204121"/>
                  <a:pt x="211906" y="218313"/>
                  <a:pt x="211906" y="233648"/>
                </a:cubicBezTo>
                <a:cubicBezTo>
                  <a:pt x="211906" y="292703"/>
                  <a:pt x="163624" y="339947"/>
                  <a:pt x="105858" y="339947"/>
                </a:cubicBezTo>
                <a:close/>
                <a:moveTo>
                  <a:pt x="77876" y="248126"/>
                </a:moveTo>
                <a:cubicBezTo>
                  <a:pt x="69529" y="248126"/>
                  <a:pt x="63553" y="255175"/>
                  <a:pt x="63553" y="262319"/>
                </a:cubicBezTo>
                <a:cubicBezTo>
                  <a:pt x="63553" y="270605"/>
                  <a:pt x="69529" y="276511"/>
                  <a:pt x="77876" y="276511"/>
                </a:cubicBezTo>
                <a:cubicBezTo>
                  <a:pt x="84990" y="276511"/>
                  <a:pt x="92199" y="270605"/>
                  <a:pt x="92199" y="262319"/>
                </a:cubicBezTo>
                <a:cubicBezTo>
                  <a:pt x="92199" y="255270"/>
                  <a:pt x="85085" y="248126"/>
                  <a:pt x="77876" y="248126"/>
                </a:cubicBezTo>
                <a:close/>
                <a:moveTo>
                  <a:pt x="77876" y="290703"/>
                </a:moveTo>
                <a:cubicBezTo>
                  <a:pt x="62414" y="290703"/>
                  <a:pt x="49230" y="277749"/>
                  <a:pt x="49230" y="262319"/>
                </a:cubicBezTo>
                <a:cubicBezTo>
                  <a:pt x="49230" y="246888"/>
                  <a:pt x="62320" y="233934"/>
                  <a:pt x="77876" y="233934"/>
                </a:cubicBezTo>
                <a:cubicBezTo>
                  <a:pt x="93432" y="233934"/>
                  <a:pt x="106522" y="246888"/>
                  <a:pt x="106522" y="262319"/>
                </a:cubicBezTo>
                <a:cubicBezTo>
                  <a:pt x="106522" y="277749"/>
                  <a:pt x="93432" y="290703"/>
                  <a:pt x="77876" y="29070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2" name="Graphic 106">
            <a:extLst>
              <a:ext uri="{FF2B5EF4-FFF2-40B4-BE49-F238E27FC236}">
                <a16:creationId xmlns:a16="http://schemas.microsoft.com/office/drawing/2014/main" id="{C7909FF3-88F9-7A30-4215-1663A61226BD}"/>
              </a:ext>
            </a:extLst>
          </p:cNvPr>
          <p:cNvSpPr/>
          <p:nvPr/>
        </p:nvSpPr>
        <p:spPr>
          <a:xfrm>
            <a:off x="7857746" y="1464713"/>
            <a:ext cx="445210" cy="446065"/>
          </a:xfrm>
          <a:custGeom>
            <a:avLst/>
            <a:gdLst>
              <a:gd name="connsiteX0" fmla="*/ 106048 w 339485"/>
              <a:gd name="connsiteY0" fmla="*/ 141827 h 340137"/>
              <a:gd name="connsiteX1" fmla="*/ 14133 w 339485"/>
              <a:gd name="connsiteY1" fmla="*/ 233934 h 340137"/>
              <a:gd name="connsiteX2" fmla="*/ 106048 w 339485"/>
              <a:gd name="connsiteY2" fmla="*/ 326041 h 340137"/>
              <a:gd name="connsiteX3" fmla="*/ 197962 w 339485"/>
              <a:gd name="connsiteY3" fmla="*/ 233934 h 340137"/>
              <a:gd name="connsiteX4" fmla="*/ 187338 w 339485"/>
              <a:gd name="connsiteY4" fmla="*/ 191452 h 340137"/>
              <a:gd name="connsiteX5" fmla="*/ 188476 w 339485"/>
              <a:gd name="connsiteY5" fmla="*/ 183166 h 340137"/>
              <a:gd name="connsiteX6" fmla="*/ 235619 w 339485"/>
              <a:gd name="connsiteY6" fmla="*/ 137160 h 340137"/>
              <a:gd name="connsiteX7" fmla="*/ 240362 w 339485"/>
              <a:gd name="connsiteY7" fmla="*/ 134779 h 340137"/>
              <a:gd name="connsiteX8" fmla="*/ 254495 w 339485"/>
              <a:gd name="connsiteY8" fmla="*/ 134779 h 340137"/>
              <a:gd name="connsiteX9" fmla="*/ 254495 w 339485"/>
              <a:gd name="connsiteY9" fmla="*/ 120586 h 340137"/>
              <a:gd name="connsiteX10" fmla="*/ 256867 w 339485"/>
              <a:gd name="connsiteY10" fmla="*/ 115824 h 340137"/>
              <a:gd name="connsiteX11" fmla="*/ 263981 w 339485"/>
              <a:gd name="connsiteY11" fmla="*/ 108775 h 340137"/>
              <a:gd name="connsiteX12" fmla="*/ 268724 w 339485"/>
              <a:gd name="connsiteY12" fmla="*/ 106394 h 340137"/>
              <a:gd name="connsiteX13" fmla="*/ 282857 w 339485"/>
              <a:gd name="connsiteY13" fmla="*/ 106394 h 340137"/>
              <a:gd name="connsiteX14" fmla="*/ 282857 w 339485"/>
              <a:gd name="connsiteY14" fmla="*/ 92202 h 340137"/>
              <a:gd name="connsiteX15" fmla="*/ 285228 w 339485"/>
              <a:gd name="connsiteY15" fmla="*/ 87440 h 340137"/>
              <a:gd name="connsiteX16" fmla="*/ 292342 w 339485"/>
              <a:gd name="connsiteY16" fmla="*/ 80391 h 340137"/>
              <a:gd name="connsiteX17" fmla="*/ 297085 w 339485"/>
              <a:gd name="connsiteY17" fmla="*/ 78010 h 340137"/>
              <a:gd name="connsiteX18" fmla="*/ 311219 w 339485"/>
              <a:gd name="connsiteY18" fmla="*/ 78010 h 340137"/>
              <a:gd name="connsiteX19" fmla="*/ 311219 w 339485"/>
              <a:gd name="connsiteY19" fmla="*/ 63817 h 340137"/>
              <a:gd name="connsiteX20" fmla="*/ 313590 w 339485"/>
              <a:gd name="connsiteY20" fmla="*/ 59055 h 340137"/>
              <a:gd name="connsiteX21" fmla="*/ 325352 w 339485"/>
              <a:gd name="connsiteY21" fmla="*/ 47244 h 340137"/>
              <a:gd name="connsiteX22" fmla="*/ 325352 w 339485"/>
              <a:gd name="connsiteY22" fmla="*/ 14192 h 340137"/>
              <a:gd name="connsiteX23" fmla="*/ 292342 w 339485"/>
              <a:gd name="connsiteY23" fmla="*/ 14192 h 340137"/>
              <a:gd name="connsiteX24" fmla="*/ 156795 w 339485"/>
              <a:gd name="connsiteY24" fmla="*/ 151162 h 340137"/>
              <a:gd name="connsiteX25" fmla="*/ 148543 w 339485"/>
              <a:gd name="connsiteY25" fmla="*/ 152305 h 340137"/>
              <a:gd name="connsiteX26" fmla="*/ 106143 w 339485"/>
              <a:gd name="connsiteY26" fmla="*/ 141637 h 340137"/>
              <a:gd name="connsiteX27" fmla="*/ 106048 w 339485"/>
              <a:gd name="connsiteY27" fmla="*/ 340138 h 340137"/>
              <a:gd name="connsiteX28" fmla="*/ 0 w 339485"/>
              <a:gd name="connsiteY28" fmla="*/ 233839 h 340137"/>
              <a:gd name="connsiteX29" fmla="*/ 106048 w 339485"/>
              <a:gd name="connsiteY29" fmla="*/ 127540 h 340137"/>
              <a:gd name="connsiteX30" fmla="*/ 149681 w 339485"/>
              <a:gd name="connsiteY30" fmla="*/ 136969 h 340137"/>
              <a:gd name="connsiteX31" fmla="*/ 285228 w 339485"/>
              <a:gd name="connsiteY31" fmla="*/ 2381 h 340137"/>
              <a:gd name="connsiteX32" fmla="*/ 289971 w 339485"/>
              <a:gd name="connsiteY32" fmla="*/ 0 h 340137"/>
              <a:gd name="connsiteX33" fmla="*/ 332371 w 339485"/>
              <a:gd name="connsiteY33" fmla="*/ 0 h 340137"/>
              <a:gd name="connsiteX34" fmla="*/ 339485 w 339485"/>
              <a:gd name="connsiteY34" fmla="*/ 7048 h 340137"/>
              <a:gd name="connsiteX35" fmla="*/ 339485 w 339485"/>
              <a:gd name="connsiteY35" fmla="*/ 49530 h 340137"/>
              <a:gd name="connsiteX36" fmla="*/ 337114 w 339485"/>
              <a:gd name="connsiteY36" fmla="*/ 54292 h 340137"/>
              <a:gd name="connsiteX37" fmla="*/ 325352 w 339485"/>
              <a:gd name="connsiteY37" fmla="*/ 67246 h 340137"/>
              <a:gd name="connsiteX38" fmla="*/ 325352 w 339485"/>
              <a:gd name="connsiteY38" fmla="*/ 84963 h 340137"/>
              <a:gd name="connsiteX39" fmla="*/ 318238 w 339485"/>
              <a:gd name="connsiteY39" fmla="*/ 92011 h 340137"/>
              <a:gd name="connsiteX40" fmla="*/ 299362 w 339485"/>
              <a:gd name="connsiteY40" fmla="*/ 92011 h 340137"/>
              <a:gd name="connsiteX41" fmla="*/ 296990 w 339485"/>
              <a:gd name="connsiteY41" fmla="*/ 95536 h 340137"/>
              <a:gd name="connsiteX42" fmla="*/ 296990 w 339485"/>
              <a:gd name="connsiteY42" fmla="*/ 113252 h 340137"/>
              <a:gd name="connsiteX43" fmla="*/ 289876 w 339485"/>
              <a:gd name="connsiteY43" fmla="*/ 120301 h 340137"/>
              <a:gd name="connsiteX44" fmla="*/ 271000 w 339485"/>
              <a:gd name="connsiteY44" fmla="*/ 120301 h 340137"/>
              <a:gd name="connsiteX45" fmla="*/ 268629 w 339485"/>
              <a:gd name="connsiteY45" fmla="*/ 123825 h 340137"/>
              <a:gd name="connsiteX46" fmla="*/ 268629 w 339485"/>
              <a:gd name="connsiteY46" fmla="*/ 141542 h 340137"/>
              <a:gd name="connsiteX47" fmla="*/ 261515 w 339485"/>
              <a:gd name="connsiteY47" fmla="*/ 148590 h 340137"/>
              <a:gd name="connsiteX48" fmla="*/ 242639 w 339485"/>
              <a:gd name="connsiteY48" fmla="*/ 148590 h 340137"/>
              <a:gd name="connsiteX49" fmla="*/ 202515 w 339485"/>
              <a:gd name="connsiteY49" fmla="*/ 189929 h 340137"/>
              <a:gd name="connsiteX50" fmla="*/ 211906 w 339485"/>
              <a:gd name="connsiteY50" fmla="*/ 233648 h 340137"/>
              <a:gd name="connsiteX51" fmla="*/ 105858 w 339485"/>
              <a:gd name="connsiteY51" fmla="*/ 339947 h 340137"/>
              <a:gd name="connsiteX52" fmla="*/ 77876 w 339485"/>
              <a:gd name="connsiteY52" fmla="*/ 248126 h 340137"/>
              <a:gd name="connsiteX53" fmla="*/ 63553 w 339485"/>
              <a:gd name="connsiteY53" fmla="*/ 262319 h 340137"/>
              <a:gd name="connsiteX54" fmla="*/ 77876 w 339485"/>
              <a:gd name="connsiteY54" fmla="*/ 276511 h 340137"/>
              <a:gd name="connsiteX55" fmla="*/ 92199 w 339485"/>
              <a:gd name="connsiteY55" fmla="*/ 262319 h 340137"/>
              <a:gd name="connsiteX56" fmla="*/ 77876 w 339485"/>
              <a:gd name="connsiteY56" fmla="*/ 248126 h 340137"/>
              <a:gd name="connsiteX57" fmla="*/ 77876 w 339485"/>
              <a:gd name="connsiteY57" fmla="*/ 290703 h 340137"/>
              <a:gd name="connsiteX58" fmla="*/ 49230 w 339485"/>
              <a:gd name="connsiteY58" fmla="*/ 262319 h 340137"/>
              <a:gd name="connsiteX59" fmla="*/ 77876 w 339485"/>
              <a:gd name="connsiteY59" fmla="*/ 233934 h 340137"/>
              <a:gd name="connsiteX60" fmla="*/ 106522 w 339485"/>
              <a:gd name="connsiteY60" fmla="*/ 262319 h 340137"/>
              <a:gd name="connsiteX61" fmla="*/ 77876 w 339485"/>
              <a:gd name="connsiteY61" fmla="*/ 290703 h 34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339485" h="340137">
                <a:moveTo>
                  <a:pt x="106048" y="141827"/>
                </a:moveTo>
                <a:cubicBezTo>
                  <a:pt x="55395" y="141827"/>
                  <a:pt x="14133" y="183166"/>
                  <a:pt x="14133" y="233934"/>
                </a:cubicBezTo>
                <a:cubicBezTo>
                  <a:pt x="14133" y="284702"/>
                  <a:pt x="55395" y="326041"/>
                  <a:pt x="106048" y="326041"/>
                </a:cubicBezTo>
                <a:cubicBezTo>
                  <a:pt x="156700" y="326041"/>
                  <a:pt x="197962" y="284702"/>
                  <a:pt x="197962" y="233934"/>
                </a:cubicBezTo>
                <a:cubicBezTo>
                  <a:pt x="197962" y="219742"/>
                  <a:pt x="194452" y="205550"/>
                  <a:pt x="187338" y="191452"/>
                </a:cubicBezTo>
                <a:cubicBezTo>
                  <a:pt x="186200" y="189071"/>
                  <a:pt x="186200" y="185547"/>
                  <a:pt x="188476" y="183166"/>
                </a:cubicBezTo>
                <a:lnTo>
                  <a:pt x="235619" y="137160"/>
                </a:lnTo>
                <a:cubicBezTo>
                  <a:pt x="236758" y="136017"/>
                  <a:pt x="237991" y="134779"/>
                  <a:pt x="240362" y="134779"/>
                </a:cubicBezTo>
                <a:lnTo>
                  <a:pt x="254495" y="134779"/>
                </a:lnTo>
                <a:lnTo>
                  <a:pt x="254495" y="120586"/>
                </a:lnTo>
                <a:cubicBezTo>
                  <a:pt x="254495" y="119444"/>
                  <a:pt x="254495" y="117062"/>
                  <a:pt x="256867" y="115824"/>
                </a:cubicBezTo>
                <a:lnTo>
                  <a:pt x="263981" y="108775"/>
                </a:lnTo>
                <a:cubicBezTo>
                  <a:pt x="265119" y="107633"/>
                  <a:pt x="266352" y="106394"/>
                  <a:pt x="268724" y="106394"/>
                </a:cubicBezTo>
                <a:lnTo>
                  <a:pt x="282857" y="106394"/>
                </a:lnTo>
                <a:lnTo>
                  <a:pt x="282857" y="92202"/>
                </a:lnTo>
                <a:cubicBezTo>
                  <a:pt x="282857" y="91059"/>
                  <a:pt x="282857" y="88678"/>
                  <a:pt x="285228" y="87440"/>
                </a:cubicBezTo>
                <a:lnTo>
                  <a:pt x="292342" y="80391"/>
                </a:lnTo>
                <a:cubicBezTo>
                  <a:pt x="293481" y="79248"/>
                  <a:pt x="294714" y="78010"/>
                  <a:pt x="297085" y="78010"/>
                </a:cubicBezTo>
                <a:lnTo>
                  <a:pt x="311219" y="78010"/>
                </a:lnTo>
                <a:lnTo>
                  <a:pt x="311219" y="63817"/>
                </a:lnTo>
                <a:cubicBezTo>
                  <a:pt x="311219" y="62675"/>
                  <a:pt x="311219" y="60293"/>
                  <a:pt x="313590" y="59055"/>
                </a:cubicBezTo>
                <a:lnTo>
                  <a:pt x="325352" y="47244"/>
                </a:lnTo>
                <a:lnTo>
                  <a:pt x="325352" y="14192"/>
                </a:lnTo>
                <a:lnTo>
                  <a:pt x="292342" y="14192"/>
                </a:lnTo>
                <a:lnTo>
                  <a:pt x="156795" y="151162"/>
                </a:lnTo>
                <a:cubicBezTo>
                  <a:pt x="154424" y="153543"/>
                  <a:pt x="150914" y="153543"/>
                  <a:pt x="148543" y="152305"/>
                </a:cubicBezTo>
                <a:cubicBezTo>
                  <a:pt x="134409" y="145256"/>
                  <a:pt x="120276" y="141637"/>
                  <a:pt x="106143" y="141637"/>
                </a:cubicBezTo>
                <a:close/>
                <a:moveTo>
                  <a:pt x="106048" y="340138"/>
                </a:moveTo>
                <a:cubicBezTo>
                  <a:pt x="47143" y="340138"/>
                  <a:pt x="0" y="292894"/>
                  <a:pt x="0" y="233839"/>
                </a:cubicBezTo>
                <a:cubicBezTo>
                  <a:pt x="0" y="174784"/>
                  <a:pt x="47143" y="127540"/>
                  <a:pt x="106048" y="127540"/>
                </a:cubicBezTo>
                <a:cubicBezTo>
                  <a:pt x="121414" y="127540"/>
                  <a:pt x="135547" y="131064"/>
                  <a:pt x="149681" y="136969"/>
                </a:cubicBezTo>
                <a:lnTo>
                  <a:pt x="285228" y="2381"/>
                </a:lnTo>
                <a:cubicBezTo>
                  <a:pt x="286367" y="1238"/>
                  <a:pt x="287600" y="0"/>
                  <a:pt x="289971" y="0"/>
                </a:cubicBezTo>
                <a:lnTo>
                  <a:pt x="332371" y="0"/>
                </a:lnTo>
                <a:cubicBezTo>
                  <a:pt x="335881" y="0"/>
                  <a:pt x="339485" y="3524"/>
                  <a:pt x="339485" y="7048"/>
                </a:cubicBezTo>
                <a:lnTo>
                  <a:pt x="339485" y="49530"/>
                </a:lnTo>
                <a:cubicBezTo>
                  <a:pt x="339485" y="51911"/>
                  <a:pt x="338347" y="53054"/>
                  <a:pt x="337114" y="54292"/>
                </a:cubicBezTo>
                <a:lnTo>
                  <a:pt x="325352" y="67246"/>
                </a:lnTo>
                <a:lnTo>
                  <a:pt x="325352" y="84963"/>
                </a:lnTo>
                <a:cubicBezTo>
                  <a:pt x="325352" y="89725"/>
                  <a:pt x="321842" y="92011"/>
                  <a:pt x="318238" y="92011"/>
                </a:cubicBezTo>
                <a:lnTo>
                  <a:pt x="299362" y="92011"/>
                </a:lnTo>
                <a:lnTo>
                  <a:pt x="296990" y="95536"/>
                </a:lnTo>
                <a:lnTo>
                  <a:pt x="296990" y="113252"/>
                </a:lnTo>
                <a:cubicBezTo>
                  <a:pt x="296990" y="118015"/>
                  <a:pt x="293481" y="120301"/>
                  <a:pt x="289876" y="120301"/>
                </a:cubicBezTo>
                <a:lnTo>
                  <a:pt x="271000" y="120301"/>
                </a:lnTo>
                <a:lnTo>
                  <a:pt x="268629" y="123825"/>
                </a:lnTo>
                <a:lnTo>
                  <a:pt x="268629" y="141542"/>
                </a:lnTo>
                <a:cubicBezTo>
                  <a:pt x="268629" y="146304"/>
                  <a:pt x="265119" y="148590"/>
                  <a:pt x="261515" y="148590"/>
                </a:cubicBezTo>
                <a:lnTo>
                  <a:pt x="242639" y="148590"/>
                </a:lnTo>
                <a:lnTo>
                  <a:pt x="202515" y="189929"/>
                </a:lnTo>
                <a:cubicBezTo>
                  <a:pt x="208396" y="204121"/>
                  <a:pt x="211906" y="218313"/>
                  <a:pt x="211906" y="233648"/>
                </a:cubicBezTo>
                <a:cubicBezTo>
                  <a:pt x="211906" y="292703"/>
                  <a:pt x="163624" y="339947"/>
                  <a:pt x="105858" y="339947"/>
                </a:cubicBezTo>
                <a:close/>
                <a:moveTo>
                  <a:pt x="77876" y="248126"/>
                </a:moveTo>
                <a:cubicBezTo>
                  <a:pt x="69529" y="248126"/>
                  <a:pt x="63553" y="255175"/>
                  <a:pt x="63553" y="262319"/>
                </a:cubicBezTo>
                <a:cubicBezTo>
                  <a:pt x="63553" y="270605"/>
                  <a:pt x="69529" y="276511"/>
                  <a:pt x="77876" y="276511"/>
                </a:cubicBezTo>
                <a:cubicBezTo>
                  <a:pt x="84990" y="276511"/>
                  <a:pt x="92199" y="270605"/>
                  <a:pt x="92199" y="262319"/>
                </a:cubicBezTo>
                <a:cubicBezTo>
                  <a:pt x="92199" y="255270"/>
                  <a:pt x="85085" y="248126"/>
                  <a:pt x="77876" y="248126"/>
                </a:cubicBezTo>
                <a:close/>
                <a:moveTo>
                  <a:pt x="77876" y="290703"/>
                </a:moveTo>
                <a:cubicBezTo>
                  <a:pt x="62414" y="290703"/>
                  <a:pt x="49230" y="277749"/>
                  <a:pt x="49230" y="262319"/>
                </a:cubicBezTo>
                <a:cubicBezTo>
                  <a:pt x="49230" y="246888"/>
                  <a:pt x="62320" y="233934"/>
                  <a:pt x="77876" y="233934"/>
                </a:cubicBezTo>
                <a:cubicBezTo>
                  <a:pt x="93432" y="233934"/>
                  <a:pt x="106522" y="246888"/>
                  <a:pt x="106522" y="262319"/>
                </a:cubicBezTo>
                <a:cubicBezTo>
                  <a:pt x="106522" y="277749"/>
                  <a:pt x="93432" y="290703"/>
                  <a:pt x="77876" y="29070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5" name="Graphic 113">
            <a:extLst>
              <a:ext uri="{FF2B5EF4-FFF2-40B4-BE49-F238E27FC236}">
                <a16:creationId xmlns:a16="http://schemas.microsoft.com/office/drawing/2014/main" id="{C7B78BB5-2277-509A-0258-965F92B7B6F9}"/>
              </a:ext>
            </a:extLst>
          </p:cNvPr>
          <p:cNvSpPr/>
          <p:nvPr/>
        </p:nvSpPr>
        <p:spPr>
          <a:xfrm>
            <a:off x="8778437" y="865023"/>
            <a:ext cx="413411" cy="415134"/>
          </a:xfrm>
          <a:custGeom>
            <a:avLst/>
            <a:gdLst>
              <a:gd name="connsiteX0" fmla="*/ 122078 w 309985"/>
              <a:gd name="connsiteY0" fmla="*/ 240411 h 311277"/>
              <a:gd name="connsiteX1" fmla="*/ 189140 w 309985"/>
              <a:gd name="connsiteY1" fmla="*/ 240411 h 311277"/>
              <a:gd name="connsiteX2" fmla="*/ 170359 w 309985"/>
              <a:gd name="connsiteY2" fmla="*/ 159068 h 311277"/>
              <a:gd name="connsiteX3" fmla="*/ 173869 w 309985"/>
              <a:gd name="connsiteY3" fmla="*/ 152019 h 311277"/>
              <a:gd name="connsiteX4" fmla="*/ 197393 w 309985"/>
              <a:gd name="connsiteY4" fmla="*/ 113157 h 311277"/>
              <a:gd name="connsiteX5" fmla="*/ 155088 w 309985"/>
              <a:gd name="connsiteY5" fmla="*/ 70771 h 311277"/>
              <a:gd name="connsiteX6" fmla="*/ 112782 w 309985"/>
              <a:gd name="connsiteY6" fmla="*/ 113157 h 311277"/>
              <a:gd name="connsiteX7" fmla="*/ 137445 w 309985"/>
              <a:gd name="connsiteY7" fmla="*/ 152019 h 311277"/>
              <a:gd name="connsiteX8" fmla="*/ 140954 w 309985"/>
              <a:gd name="connsiteY8" fmla="*/ 159068 h 311277"/>
              <a:gd name="connsiteX9" fmla="*/ 122173 w 309985"/>
              <a:gd name="connsiteY9" fmla="*/ 240411 h 311277"/>
              <a:gd name="connsiteX10" fmla="*/ 197298 w 309985"/>
              <a:gd name="connsiteY10" fmla="*/ 254508 h 311277"/>
              <a:gd name="connsiteX11" fmla="*/ 112593 w 309985"/>
              <a:gd name="connsiteY11" fmla="*/ 254508 h 311277"/>
              <a:gd name="connsiteX12" fmla="*/ 107850 w 309985"/>
              <a:gd name="connsiteY12" fmla="*/ 252127 h 311277"/>
              <a:gd name="connsiteX13" fmla="*/ 106712 w 309985"/>
              <a:gd name="connsiteY13" fmla="*/ 246221 h 311277"/>
              <a:gd name="connsiteX14" fmla="*/ 125493 w 309985"/>
              <a:gd name="connsiteY14" fmla="*/ 161354 h 311277"/>
              <a:gd name="connsiteX15" fmla="*/ 98459 w 309985"/>
              <a:gd name="connsiteY15" fmla="*/ 113062 h 311277"/>
              <a:gd name="connsiteX16" fmla="*/ 154898 w 309985"/>
              <a:gd name="connsiteY16" fmla="*/ 56483 h 311277"/>
              <a:gd name="connsiteX17" fmla="*/ 211336 w 309985"/>
              <a:gd name="connsiteY17" fmla="*/ 113062 h 311277"/>
              <a:gd name="connsiteX18" fmla="*/ 185441 w 309985"/>
              <a:gd name="connsiteY18" fmla="*/ 161354 h 311277"/>
              <a:gd name="connsiteX19" fmla="*/ 204222 w 309985"/>
              <a:gd name="connsiteY19" fmla="*/ 246221 h 311277"/>
              <a:gd name="connsiteX20" fmla="*/ 203084 w 309985"/>
              <a:gd name="connsiteY20" fmla="*/ 252127 h 311277"/>
              <a:gd name="connsiteX21" fmla="*/ 197203 w 309985"/>
              <a:gd name="connsiteY21" fmla="*/ 254508 h 311277"/>
              <a:gd name="connsiteX22" fmla="*/ 28077 w 309985"/>
              <a:gd name="connsiteY22" fmla="*/ 14002 h 311277"/>
              <a:gd name="connsiteX23" fmla="*/ 13944 w 309985"/>
              <a:gd name="connsiteY23" fmla="*/ 28194 h 311277"/>
              <a:gd name="connsiteX24" fmla="*/ 13944 w 309985"/>
              <a:gd name="connsiteY24" fmla="*/ 282893 h 311277"/>
              <a:gd name="connsiteX25" fmla="*/ 28077 w 309985"/>
              <a:gd name="connsiteY25" fmla="*/ 297085 h 311277"/>
              <a:gd name="connsiteX26" fmla="*/ 281719 w 309985"/>
              <a:gd name="connsiteY26" fmla="*/ 297085 h 311277"/>
              <a:gd name="connsiteX27" fmla="*/ 295852 w 309985"/>
              <a:gd name="connsiteY27" fmla="*/ 282893 h 311277"/>
              <a:gd name="connsiteX28" fmla="*/ 295852 w 309985"/>
              <a:gd name="connsiteY28" fmla="*/ 28194 h 311277"/>
              <a:gd name="connsiteX29" fmla="*/ 281719 w 309985"/>
              <a:gd name="connsiteY29" fmla="*/ 14002 h 311277"/>
              <a:gd name="connsiteX30" fmla="*/ 28077 w 309985"/>
              <a:gd name="connsiteY30" fmla="*/ 14002 h 311277"/>
              <a:gd name="connsiteX31" fmla="*/ 281814 w 309985"/>
              <a:gd name="connsiteY31" fmla="*/ 311277 h 311277"/>
              <a:gd name="connsiteX32" fmla="*/ 28172 w 309985"/>
              <a:gd name="connsiteY32" fmla="*/ 311277 h 311277"/>
              <a:gd name="connsiteX33" fmla="*/ 0 w 309985"/>
              <a:gd name="connsiteY33" fmla="*/ 282988 h 311277"/>
              <a:gd name="connsiteX34" fmla="*/ 0 w 309985"/>
              <a:gd name="connsiteY34" fmla="*/ 28289 h 311277"/>
              <a:gd name="connsiteX35" fmla="*/ 28172 w 309985"/>
              <a:gd name="connsiteY35" fmla="*/ 0 h 311277"/>
              <a:gd name="connsiteX36" fmla="*/ 281814 w 309985"/>
              <a:gd name="connsiteY36" fmla="*/ 0 h 311277"/>
              <a:gd name="connsiteX37" fmla="*/ 309985 w 309985"/>
              <a:gd name="connsiteY37" fmla="*/ 28289 h 311277"/>
              <a:gd name="connsiteX38" fmla="*/ 309985 w 309985"/>
              <a:gd name="connsiteY38" fmla="*/ 282988 h 311277"/>
              <a:gd name="connsiteX39" fmla="*/ 281814 w 309985"/>
              <a:gd name="connsiteY39" fmla="*/ 311277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09985" h="311277">
                <a:moveTo>
                  <a:pt x="122078" y="240411"/>
                </a:moveTo>
                <a:lnTo>
                  <a:pt x="189140" y="240411"/>
                </a:lnTo>
                <a:lnTo>
                  <a:pt x="170359" y="159068"/>
                </a:lnTo>
                <a:cubicBezTo>
                  <a:pt x="169221" y="156686"/>
                  <a:pt x="171497" y="153162"/>
                  <a:pt x="173869" y="152019"/>
                </a:cubicBezTo>
                <a:cubicBezTo>
                  <a:pt x="189140" y="144971"/>
                  <a:pt x="197393" y="129635"/>
                  <a:pt x="197393" y="113157"/>
                </a:cubicBezTo>
                <a:cubicBezTo>
                  <a:pt x="197393" y="89630"/>
                  <a:pt x="178611" y="70771"/>
                  <a:pt x="155088" y="70771"/>
                </a:cubicBezTo>
                <a:cubicBezTo>
                  <a:pt x="131564" y="70771"/>
                  <a:pt x="112782" y="89630"/>
                  <a:pt x="112782" y="113157"/>
                </a:cubicBezTo>
                <a:cubicBezTo>
                  <a:pt x="112782" y="129635"/>
                  <a:pt x="122173" y="144971"/>
                  <a:pt x="137445" y="152019"/>
                </a:cubicBezTo>
                <a:cubicBezTo>
                  <a:pt x="139816" y="153162"/>
                  <a:pt x="142187" y="156686"/>
                  <a:pt x="140954" y="159068"/>
                </a:cubicBezTo>
                <a:lnTo>
                  <a:pt x="122173" y="240411"/>
                </a:lnTo>
                <a:close/>
                <a:moveTo>
                  <a:pt x="197298" y="254508"/>
                </a:moveTo>
                <a:lnTo>
                  <a:pt x="112593" y="254508"/>
                </a:lnTo>
                <a:cubicBezTo>
                  <a:pt x="111454" y="254508"/>
                  <a:pt x="109083" y="253365"/>
                  <a:pt x="107850" y="252127"/>
                </a:cubicBezTo>
                <a:cubicBezTo>
                  <a:pt x="106712" y="250984"/>
                  <a:pt x="105478" y="248602"/>
                  <a:pt x="106712" y="246221"/>
                </a:cubicBezTo>
                <a:lnTo>
                  <a:pt x="125493" y="161354"/>
                </a:lnTo>
                <a:cubicBezTo>
                  <a:pt x="108988" y="150781"/>
                  <a:pt x="98459" y="133064"/>
                  <a:pt x="98459" y="113062"/>
                </a:cubicBezTo>
                <a:cubicBezTo>
                  <a:pt x="98459" y="82391"/>
                  <a:pt x="124355" y="56483"/>
                  <a:pt x="154898" y="56483"/>
                </a:cubicBezTo>
                <a:cubicBezTo>
                  <a:pt x="185441" y="56483"/>
                  <a:pt x="211336" y="82391"/>
                  <a:pt x="211336" y="113062"/>
                </a:cubicBezTo>
                <a:cubicBezTo>
                  <a:pt x="211336" y="133064"/>
                  <a:pt x="201946" y="150781"/>
                  <a:pt x="185441" y="161354"/>
                </a:cubicBezTo>
                <a:lnTo>
                  <a:pt x="204222" y="246221"/>
                </a:lnTo>
                <a:cubicBezTo>
                  <a:pt x="205361" y="248602"/>
                  <a:pt x="204222" y="250889"/>
                  <a:pt x="203084" y="252127"/>
                </a:cubicBezTo>
                <a:cubicBezTo>
                  <a:pt x="201946" y="253270"/>
                  <a:pt x="199574" y="254508"/>
                  <a:pt x="197203" y="254508"/>
                </a:cubicBezTo>
                <a:close/>
                <a:moveTo>
                  <a:pt x="28077" y="14002"/>
                </a:moveTo>
                <a:cubicBezTo>
                  <a:pt x="21058" y="14002"/>
                  <a:pt x="13944" y="21050"/>
                  <a:pt x="13944" y="28194"/>
                </a:cubicBezTo>
                <a:lnTo>
                  <a:pt x="13944" y="282893"/>
                </a:lnTo>
                <a:cubicBezTo>
                  <a:pt x="13944" y="291179"/>
                  <a:pt x="20963" y="297085"/>
                  <a:pt x="28077" y="297085"/>
                </a:cubicBezTo>
                <a:lnTo>
                  <a:pt x="281719" y="297085"/>
                </a:lnTo>
                <a:cubicBezTo>
                  <a:pt x="289971" y="297085"/>
                  <a:pt x="295852" y="291179"/>
                  <a:pt x="295852" y="282893"/>
                </a:cubicBezTo>
                <a:lnTo>
                  <a:pt x="295852" y="28194"/>
                </a:lnTo>
                <a:cubicBezTo>
                  <a:pt x="295852" y="21146"/>
                  <a:pt x="289971" y="14002"/>
                  <a:pt x="281719" y="14002"/>
                </a:cubicBezTo>
                <a:lnTo>
                  <a:pt x="28077" y="14002"/>
                </a:lnTo>
                <a:close/>
                <a:moveTo>
                  <a:pt x="281814" y="311277"/>
                </a:moveTo>
                <a:lnTo>
                  <a:pt x="28172" y="311277"/>
                </a:lnTo>
                <a:cubicBezTo>
                  <a:pt x="12900" y="311277"/>
                  <a:pt x="0" y="298323"/>
                  <a:pt x="0" y="282988"/>
                </a:cubicBezTo>
                <a:lnTo>
                  <a:pt x="0" y="28289"/>
                </a:lnTo>
                <a:cubicBezTo>
                  <a:pt x="0" y="12954"/>
                  <a:pt x="12900" y="0"/>
                  <a:pt x="28172" y="0"/>
                </a:cubicBezTo>
                <a:lnTo>
                  <a:pt x="281814" y="0"/>
                </a:lnTo>
                <a:cubicBezTo>
                  <a:pt x="298223" y="0"/>
                  <a:pt x="309985" y="12954"/>
                  <a:pt x="309985" y="28289"/>
                </a:cubicBezTo>
                <a:lnTo>
                  <a:pt x="309985" y="282988"/>
                </a:lnTo>
                <a:cubicBezTo>
                  <a:pt x="309985" y="298323"/>
                  <a:pt x="298223" y="311277"/>
                  <a:pt x="281814" y="31127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6" name="Graphic 113">
            <a:extLst>
              <a:ext uri="{FF2B5EF4-FFF2-40B4-BE49-F238E27FC236}">
                <a16:creationId xmlns:a16="http://schemas.microsoft.com/office/drawing/2014/main" id="{28EF03F9-1498-74CE-F641-F92D6F11F6D2}"/>
              </a:ext>
            </a:extLst>
          </p:cNvPr>
          <p:cNvSpPr/>
          <p:nvPr/>
        </p:nvSpPr>
        <p:spPr>
          <a:xfrm>
            <a:off x="9535182" y="865023"/>
            <a:ext cx="413411" cy="415134"/>
          </a:xfrm>
          <a:custGeom>
            <a:avLst/>
            <a:gdLst>
              <a:gd name="connsiteX0" fmla="*/ 122078 w 309985"/>
              <a:gd name="connsiteY0" fmla="*/ 240411 h 311277"/>
              <a:gd name="connsiteX1" fmla="*/ 189140 w 309985"/>
              <a:gd name="connsiteY1" fmla="*/ 240411 h 311277"/>
              <a:gd name="connsiteX2" fmla="*/ 170359 w 309985"/>
              <a:gd name="connsiteY2" fmla="*/ 159068 h 311277"/>
              <a:gd name="connsiteX3" fmla="*/ 173869 w 309985"/>
              <a:gd name="connsiteY3" fmla="*/ 152019 h 311277"/>
              <a:gd name="connsiteX4" fmla="*/ 197393 w 309985"/>
              <a:gd name="connsiteY4" fmla="*/ 113157 h 311277"/>
              <a:gd name="connsiteX5" fmla="*/ 155088 w 309985"/>
              <a:gd name="connsiteY5" fmla="*/ 70771 h 311277"/>
              <a:gd name="connsiteX6" fmla="*/ 112782 w 309985"/>
              <a:gd name="connsiteY6" fmla="*/ 113157 h 311277"/>
              <a:gd name="connsiteX7" fmla="*/ 137445 w 309985"/>
              <a:gd name="connsiteY7" fmla="*/ 152019 h 311277"/>
              <a:gd name="connsiteX8" fmla="*/ 140954 w 309985"/>
              <a:gd name="connsiteY8" fmla="*/ 159068 h 311277"/>
              <a:gd name="connsiteX9" fmla="*/ 122173 w 309985"/>
              <a:gd name="connsiteY9" fmla="*/ 240411 h 311277"/>
              <a:gd name="connsiteX10" fmla="*/ 197298 w 309985"/>
              <a:gd name="connsiteY10" fmla="*/ 254508 h 311277"/>
              <a:gd name="connsiteX11" fmla="*/ 112593 w 309985"/>
              <a:gd name="connsiteY11" fmla="*/ 254508 h 311277"/>
              <a:gd name="connsiteX12" fmla="*/ 107850 w 309985"/>
              <a:gd name="connsiteY12" fmla="*/ 252127 h 311277"/>
              <a:gd name="connsiteX13" fmla="*/ 106712 w 309985"/>
              <a:gd name="connsiteY13" fmla="*/ 246221 h 311277"/>
              <a:gd name="connsiteX14" fmla="*/ 125493 w 309985"/>
              <a:gd name="connsiteY14" fmla="*/ 161354 h 311277"/>
              <a:gd name="connsiteX15" fmla="*/ 98459 w 309985"/>
              <a:gd name="connsiteY15" fmla="*/ 113062 h 311277"/>
              <a:gd name="connsiteX16" fmla="*/ 154898 w 309985"/>
              <a:gd name="connsiteY16" fmla="*/ 56483 h 311277"/>
              <a:gd name="connsiteX17" fmla="*/ 211336 w 309985"/>
              <a:gd name="connsiteY17" fmla="*/ 113062 h 311277"/>
              <a:gd name="connsiteX18" fmla="*/ 185441 w 309985"/>
              <a:gd name="connsiteY18" fmla="*/ 161354 h 311277"/>
              <a:gd name="connsiteX19" fmla="*/ 204222 w 309985"/>
              <a:gd name="connsiteY19" fmla="*/ 246221 h 311277"/>
              <a:gd name="connsiteX20" fmla="*/ 203084 w 309985"/>
              <a:gd name="connsiteY20" fmla="*/ 252127 h 311277"/>
              <a:gd name="connsiteX21" fmla="*/ 197203 w 309985"/>
              <a:gd name="connsiteY21" fmla="*/ 254508 h 311277"/>
              <a:gd name="connsiteX22" fmla="*/ 28077 w 309985"/>
              <a:gd name="connsiteY22" fmla="*/ 14002 h 311277"/>
              <a:gd name="connsiteX23" fmla="*/ 13944 w 309985"/>
              <a:gd name="connsiteY23" fmla="*/ 28194 h 311277"/>
              <a:gd name="connsiteX24" fmla="*/ 13944 w 309985"/>
              <a:gd name="connsiteY24" fmla="*/ 282893 h 311277"/>
              <a:gd name="connsiteX25" fmla="*/ 28077 w 309985"/>
              <a:gd name="connsiteY25" fmla="*/ 297085 h 311277"/>
              <a:gd name="connsiteX26" fmla="*/ 281719 w 309985"/>
              <a:gd name="connsiteY26" fmla="*/ 297085 h 311277"/>
              <a:gd name="connsiteX27" fmla="*/ 295852 w 309985"/>
              <a:gd name="connsiteY27" fmla="*/ 282893 h 311277"/>
              <a:gd name="connsiteX28" fmla="*/ 295852 w 309985"/>
              <a:gd name="connsiteY28" fmla="*/ 28194 h 311277"/>
              <a:gd name="connsiteX29" fmla="*/ 281719 w 309985"/>
              <a:gd name="connsiteY29" fmla="*/ 14002 h 311277"/>
              <a:gd name="connsiteX30" fmla="*/ 28077 w 309985"/>
              <a:gd name="connsiteY30" fmla="*/ 14002 h 311277"/>
              <a:gd name="connsiteX31" fmla="*/ 281814 w 309985"/>
              <a:gd name="connsiteY31" fmla="*/ 311277 h 311277"/>
              <a:gd name="connsiteX32" fmla="*/ 28172 w 309985"/>
              <a:gd name="connsiteY32" fmla="*/ 311277 h 311277"/>
              <a:gd name="connsiteX33" fmla="*/ 0 w 309985"/>
              <a:gd name="connsiteY33" fmla="*/ 282988 h 311277"/>
              <a:gd name="connsiteX34" fmla="*/ 0 w 309985"/>
              <a:gd name="connsiteY34" fmla="*/ 28289 h 311277"/>
              <a:gd name="connsiteX35" fmla="*/ 28172 w 309985"/>
              <a:gd name="connsiteY35" fmla="*/ 0 h 311277"/>
              <a:gd name="connsiteX36" fmla="*/ 281814 w 309985"/>
              <a:gd name="connsiteY36" fmla="*/ 0 h 311277"/>
              <a:gd name="connsiteX37" fmla="*/ 309985 w 309985"/>
              <a:gd name="connsiteY37" fmla="*/ 28289 h 311277"/>
              <a:gd name="connsiteX38" fmla="*/ 309985 w 309985"/>
              <a:gd name="connsiteY38" fmla="*/ 282988 h 311277"/>
              <a:gd name="connsiteX39" fmla="*/ 281814 w 309985"/>
              <a:gd name="connsiteY39" fmla="*/ 311277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09985" h="311277">
                <a:moveTo>
                  <a:pt x="122078" y="240411"/>
                </a:moveTo>
                <a:lnTo>
                  <a:pt x="189140" y="240411"/>
                </a:lnTo>
                <a:lnTo>
                  <a:pt x="170359" y="159068"/>
                </a:lnTo>
                <a:cubicBezTo>
                  <a:pt x="169221" y="156686"/>
                  <a:pt x="171497" y="153162"/>
                  <a:pt x="173869" y="152019"/>
                </a:cubicBezTo>
                <a:cubicBezTo>
                  <a:pt x="189140" y="144971"/>
                  <a:pt x="197393" y="129635"/>
                  <a:pt x="197393" y="113157"/>
                </a:cubicBezTo>
                <a:cubicBezTo>
                  <a:pt x="197393" y="89630"/>
                  <a:pt x="178611" y="70771"/>
                  <a:pt x="155088" y="70771"/>
                </a:cubicBezTo>
                <a:cubicBezTo>
                  <a:pt x="131564" y="70771"/>
                  <a:pt x="112782" y="89630"/>
                  <a:pt x="112782" y="113157"/>
                </a:cubicBezTo>
                <a:cubicBezTo>
                  <a:pt x="112782" y="129635"/>
                  <a:pt x="122173" y="144971"/>
                  <a:pt x="137445" y="152019"/>
                </a:cubicBezTo>
                <a:cubicBezTo>
                  <a:pt x="139816" y="153162"/>
                  <a:pt x="142187" y="156686"/>
                  <a:pt x="140954" y="159068"/>
                </a:cubicBezTo>
                <a:lnTo>
                  <a:pt x="122173" y="240411"/>
                </a:lnTo>
                <a:close/>
                <a:moveTo>
                  <a:pt x="197298" y="254508"/>
                </a:moveTo>
                <a:lnTo>
                  <a:pt x="112593" y="254508"/>
                </a:lnTo>
                <a:cubicBezTo>
                  <a:pt x="111454" y="254508"/>
                  <a:pt x="109083" y="253365"/>
                  <a:pt x="107850" y="252127"/>
                </a:cubicBezTo>
                <a:cubicBezTo>
                  <a:pt x="106712" y="250984"/>
                  <a:pt x="105478" y="248602"/>
                  <a:pt x="106712" y="246221"/>
                </a:cubicBezTo>
                <a:lnTo>
                  <a:pt x="125493" y="161354"/>
                </a:lnTo>
                <a:cubicBezTo>
                  <a:pt x="108988" y="150781"/>
                  <a:pt x="98459" y="133064"/>
                  <a:pt x="98459" y="113062"/>
                </a:cubicBezTo>
                <a:cubicBezTo>
                  <a:pt x="98459" y="82391"/>
                  <a:pt x="124355" y="56483"/>
                  <a:pt x="154898" y="56483"/>
                </a:cubicBezTo>
                <a:cubicBezTo>
                  <a:pt x="185441" y="56483"/>
                  <a:pt x="211336" y="82391"/>
                  <a:pt x="211336" y="113062"/>
                </a:cubicBezTo>
                <a:cubicBezTo>
                  <a:pt x="211336" y="133064"/>
                  <a:pt x="201946" y="150781"/>
                  <a:pt x="185441" y="161354"/>
                </a:cubicBezTo>
                <a:lnTo>
                  <a:pt x="204222" y="246221"/>
                </a:lnTo>
                <a:cubicBezTo>
                  <a:pt x="205361" y="248602"/>
                  <a:pt x="204222" y="250889"/>
                  <a:pt x="203084" y="252127"/>
                </a:cubicBezTo>
                <a:cubicBezTo>
                  <a:pt x="201946" y="253270"/>
                  <a:pt x="199574" y="254508"/>
                  <a:pt x="197203" y="254508"/>
                </a:cubicBezTo>
                <a:close/>
                <a:moveTo>
                  <a:pt x="28077" y="14002"/>
                </a:moveTo>
                <a:cubicBezTo>
                  <a:pt x="21058" y="14002"/>
                  <a:pt x="13944" y="21050"/>
                  <a:pt x="13944" y="28194"/>
                </a:cubicBezTo>
                <a:lnTo>
                  <a:pt x="13944" y="282893"/>
                </a:lnTo>
                <a:cubicBezTo>
                  <a:pt x="13944" y="291179"/>
                  <a:pt x="20963" y="297085"/>
                  <a:pt x="28077" y="297085"/>
                </a:cubicBezTo>
                <a:lnTo>
                  <a:pt x="281719" y="297085"/>
                </a:lnTo>
                <a:cubicBezTo>
                  <a:pt x="289971" y="297085"/>
                  <a:pt x="295852" y="291179"/>
                  <a:pt x="295852" y="282893"/>
                </a:cubicBezTo>
                <a:lnTo>
                  <a:pt x="295852" y="28194"/>
                </a:lnTo>
                <a:cubicBezTo>
                  <a:pt x="295852" y="21146"/>
                  <a:pt x="289971" y="14002"/>
                  <a:pt x="281719" y="14002"/>
                </a:cubicBezTo>
                <a:lnTo>
                  <a:pt x="28077" y="14002"/>
                </a:lnTo>
                <a:close/>
                <a:moveTo>
                  <a:pt x="281814" y="311277"/>
                </a:moveTo>
                <a:lnTo>
                  <a:pt x="28172" y="311277"/>
                </a:lnTo>
                <a:cubicBezTo>
                  <a:pt x="12900" y="311277"/>
                  <a:pt x="0" y="298323"/>
                  <a:pt x="0" y="282988"/>
                </a:cubicBezTo>
                <a:lnTo>
                  <a:pt x="0" y="28289"/>
                </a:lnTo>
                <a:cubicBezTo>
                  <a:pt x="0" y="12954"/>
                  <a:pt x="12900" y="0"/>
                  <a:pt x="28172" y="0"/>
                </a:cubicBezTo>
                <a:lnTo>
                  <a:pt x="281814" y="0"/>
                </a:lnTo>
                <a:cubicBezTo>
                  <a:pt x="298223" y="0"/>
                  <a:pt x="309985" y="12954"/>
                  <a:pt x="309985" y="28289"/>
                </a:cubicBezTo>
                <a:lnTo>
                  <a:pt x="309985" y="282988"/>
                </a:lnTo>
                <a:cubicBezTo>
                  <a:pt x="309985" y="298323"/>
                  <a:pt x="298223" y="311277"/>
                  <a:pt x="281814" y="31127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7" name="Graphic 113">
            <a:extLst>
              <a:ext uri="{FF2B5EF4-FFF2-40B4-BE49-F238E27FC236}">
                <a16:creationId xmlns:a16="http://schemas.microsoft.com/office/drawing/2014/main" id="{35D41747-157C-84C4-19A0-389A5ED734F3}"/>
              </a:ext>
            </a:extLst>
          </p:cNvPr>
          <p:cNvSpPr/>
          <p:nvPr/>
        </p:nvSpPr>
        <p:spPr>
          <a:xfrm>
            <a:off x="8778437" y="1495644"/>
            <a:ext cx="413411" cy="415134"/>
          </a:xfrm>
          <a:custGeom>
            <a:avLst/>
            <a:gdLst>
              <a:gd name="connsiteX0" fmla="*/ 122078 w 309985"/>
              <a:gd name="connsiteY0" fmla="*/ 240411 h 311277"/>
              <a:gd name="connsiteX1" fmla="*/ 189140 w 309985"/>
              <a:gd name="connsiteY1" fmla="*/ 240411 h 311277"/>
              <a:gd name="connsiteX2" fmla="*/ 170359 w 309985"/>
              <a:gd name="connsiteY2" fmla="*/ 159068 h 311277"/>
              <a:gd name="connsiteX3" fmla="*/ 173869 w 309985"/>
              <a:gd name="connsiteY3" fmla="*/ 152019 h 311277"/>
              <a:gd name="connsiteX4" fmla="*/ 197393 w 309985"/>
              <a:gd name="connsiteY4" fmla="*/ 113157 h 311277"/>
              <a:gd name="connsiteX5" fmla="*/ 155088 w 309985"/>
              <a:gd name="connsiteY5" fmla="*/ 70771 h 311277"/>
              <a:gd name="connsiteX6" fmla="*/ 112782 w 309985"/>
              <a:gd name="connsiteY6" fmla="*/ 113157 h 311277"/>
              <a:gd name="connsiteX7" fmla="*/ 137445 w 309985"/>
              <a:gd name="connsiteY7" fmla="*/ 152019 h 311277"/>
              <a:gd name="connsiteX8" fmla="*/ 140954 w 309985"/>
              <a:gd name="connsiteY8" fmla="*/ 159068 h 311277"/>
              <a:gd name="connsiteX9" fmla="*/ 122173 w 309985"/>
              <a:gd name="connsiteY9" fmla="*/ 240411 h 311277"/>
              <a:gd name="connsiteX10" fmla="*/ 197298 w 309985"/>
              <a:gd name="connsiteY10" fmla="*/ 254508 h 311277"/>
              <a:gd name="connsiteX11" fmla="*/ 112593 w 309985"/>
              <a:gd name="connsiteY11" fmla="*/ 254508 h 311277"/>
              <a:gd name="connsiteX12" fmla="*/ 107850 w 309985"/>
              <a:gd name="connsiteY12" fmla="*/ 252127 h 311277"/>
              <a:gd name="connsiteX13" fmla="*/ 106712 w 309985"/>
              <a:gd name="connsiteY13" fmla="*/ 246221 h 311277"/>
              <a:gd name="connsiteX14" fmla="*/ 125493 w 309985"/>
              <a:gd name="connsiteY14" fmla="*/ 161354 h 311277"/>
              <a:gd name="connsiteX15" fmla="*/ 98459 w 309985"/>
              <a:gd name="connsiteY15" fmla="*/ 113062 h 311277"/>
              <a:gd name="connsiteX16" fmla="*/ 154898 w 309985"/>
              <a:gd name="connsiteY16" fmla="*/ 56483 h 311277"/>
              <a:gd name="connsiteX17" fmla="*/ 211336 w 309985"/>
              <a:gd name="connsiteY17" fmla="*/ 113062 h 311277"/>
              <a:gd name="connsiteX18" fmla="*/ 185441 w 309985"/>
              <a:gd name="connsiteY18" fmla="*/ 161354 h 311277"/>
              <a:gd name="connsiteX19" fmla="*/ 204222 w 309985"/>
              <a:gd name="connsiteY19" fmla="*/ 246221 h 311277"/>
              <a:gd name="connsiteX20" fmla="*/ 203084 w 309985"/>
              <a:gd name="connsiteY20" fmla="*/ 252127 h 311277"/>
              <a:gd name="connsiteX21" fmla="*/ 197203 w 309985"/>
              <a:gd name="connsiteY21" fmla="*/ 254508 h 311277"/>
              <a:gd name="connsiteX22" fmla="*/ 28077 w 309985"/>
              <a:gd name="connsiteY22" fmla="*/ 14002 h 311277"/>
              <a:gd name="connsiteX23" fmla="*/ 13944 w 309985"/>
              <a:gd name="connsiteY23" fmla="*/ 28194 h 311277"/>
              <a:gd name="connsiteX24" fmla="*/ 13944 w 309985"/>
              <a:gd name="connsiteY24" fmla="*/ 282893 h 311277"/>
              <a:gd name="connsiteX25" fmla="*/ 28077 w 309985"/>
              <a:gd name="connsiteY25" fmla="*/ 297085 h 311277"/>
              <a:gd name="connsiteX26" fmla="*/ 281719 w 309985"/>
              <a:gd name="connsiteY26" fmla="*/ 297085 h 311277"/>
              <a:gd name="connsiteX27" fmla="*/ 295852 w 309985"/>
              <a:gd name="connsiteY27" fmla="*/ 282893 h 311277"/>
              <a:gd name="connsiteX28" fmla="*/ 295852 w 309985"/>
              <a:gd name="connsiteY28" fmla="*/ 28194 h 311277"/>
              <a:gd name="connsiteX29" fmla="*/ 281719 w 309985"/>
              <a:gd name="connsiteY29" fmla="*/ 14002 h 311277"/>
              <a:gd name="connsiteX30" fmla="*/ 28077 w 309985"/>
              <a:gd name="connsiteY30" fmla="*/ 14002 h 311277"/>
              <a:gd name="connsiteX31" fmla="*/ 281814 w 309985"/>
              <a:gd name="connsiteY31" fmla="*/ 311277 h 311277"/>
              <a:gd name="connsiteX32" fmla="*/ 28172 w 309985"/>
              <a:gd name="connsiteY32" fmla="*/ 311277 h 311277"/>
              <a:gd name="connsiteX33" fmla="*/ 0 w 309985"/>
              <a:gd name="connsiteY33" fmla="*/ 282988 h 311277"/>
              <a:gd name="connsiteX34" fmla="*/ 0 w 309985"/>
              <a:gd name="connsiteY34" fmla="*/ 28289 h 311277"/>
              <a:gd name="connsiteX35" fmla="*/ 28172 w 309985"/>
              <a:gd name="connsiteY35" fmla="*/ 0 h 311277"/>
              <a:gd name="connsiteX36" fmla="*/ 281814 w 309985"/>
              <a:gd name="connsiteY36" fmla="*/ 0 h 311277"/>
              <a:gd name="connsiteX37" fmla="*/ 309985 w 309985"/>
              <a:gd name="connsiteY37" fmla="*/ 28289 h 311277"/>
              <a:gd name="connsiteX38" fmla="*/ 309985 w 309985"/>
              <a:gd name="connsiteY38" fmla="*/ 282988 h 311277"/>
              <a:gd name="connsiteX39" fmla="*/ 281814 w 309985"/>
              <a:gd name="connsiteY39" fmla="*/ 311277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09985" h="311277">
                <a:moveTo>
                  <a:pt x="122078" y="240411"/>
                </a:moveTo>
                <a:lnTo>
                  <a:pt x="189140" y="240411"/>
                </a:lnTo>
                <a:lnTo>
                  <a:pt x="170359" y="159068"/>
                </a:lnTo>
                <a:cubicBezTo>
                  <a:pt x="169221" y="156686"/>
                  <a:pt x="171497" y="153162"/>
                  <a:pt x="173869" y="152019"/>
                </a:cubicBezTo>
                <a:cubicBezTo>
                  <a:pt x="189140" y="144971"/>
                  <a:pt x="197393" y="129635"/>
                  <a:pt x="197393" y="113157"/>
                </a:cubicBezTo>
                <a:cubicBezTo>
                  <a:pt x="197393" y="89630"/>
                  <a:pt x="178611" y="70771"/>
                  <a:pt x="155088" y="70771"/>
                </a:cubicBezTo>
                <a:cubicBezTo>
                  <a:pt x="131564" y="70771"/>
                  <a:pt x="112782" y="89630"/>
                  <a:pt x="112782" y="113157"/>
                </a:cubicBezTo>
                <a:cubicBezTo>
                  <a:pt x="112782" y="129635"/>
                  <a:pt x="122173" y="144971"/>
                  <a:pt x="137445" y="152019"/>
                </a:cubicBezTo>
                <a:cubicBezTo>
                  <a:pt x="139816" y="153162"/>
                  <a:pt x="142187" y="156686"/>
                  <a:pt x="140954" y="159068"/>
                </a:cubicBezTo>
                <a:lnTo>
                  <a:pt x="122173" y="240411"/>
                </a:lnTo>
                <a:close/>
                <a:moveTo>
                  <a:pt x="197298" y="254508"/>
                </a:moveTo>
                <a:lnTo>
                  <a:pt x="112593" y="254508"/>
                </a:lnTo>
                <a:cubicBezTo>
                  <a:pt x="111454" y="254508"/>
                  <a:pt x="109083" y="253365"/>
                  <a:pt x="107850" y="252127"/>
                </a:cubicBezTo>
                <a:cubicBezTo>
                  <a:pt x="106712" y="250984"/>
                  <a:pt x="105478" y="248602"/>
                  <a:pt x="106712" y="246221"/>
                </a:cubicBezTo>
                <a:lnTo>
                  <a:pt x="125493" y="161354"/>
                </a:lnTo>
                <a:cubicBezTo>
                  <a:pt x="108988" y="150781"/>
                  <a:pt x="98459" y="133064"/>
                  <a:pt x="98459" y="113062"/>
                </a:cubicBezTo>
                <a:cubicBezTo>
                  <a:pt x="98459" y="82391"/>
                  <a:pt x="124355" y="56483"/>
                  <a:pt x="154898" y="56483"/>
                </a:cubicBezTo>
                <a:cubicBezTo>
                  <a:pt x="185441" y="56483"/>
                  <a:pt x="211336" y="82391"/>
                  <a:pt x="211336" y="113062"/>
                </a:cubicBezTo>
                <a:cubicBezTo>
                  <a:pt x="211336" y="133064"/>
                  <a:pt x="201946" y="150781"/>
                  <a:pt x="185441" y="161354"/>
                </a:cubicBezTo>
                <a:lnTo>
                  <a:pt x="204222" y="246221"/>
                </a:lnTo>
                <a:cubicBezTo>
                  <a:pt x="205361" y="248602"/>
                  <a:pt x="204222" y="250889"/>
                  <a:pt x="203084" y="252127"/>
                </a:cubicBezTo>
                <a:cubicBezTo>
                  <a:pt x="201946" y="253270"/>
                  <a:pt x="199574" y="254508"/>
                  <a:pt x="197203" y="254508"/>
                </a:cubicBezTo>
                <a:close/>
                <a:moveTo>
                  <a:pt x="28077" y="14002"/>
                </a:moveTo>
                <a:cubicBezTo>
                  <a:pt x="21058" y="14002"/>
                  <a:pt x="13944" y="21050"/>
                  <a:pt x="13944" y="28194"/>
                </a:cubicBezTo>
                <a:lnTo>
                  <a:pt x="13944" y="282893"/>
                </a:lnTo>
                <a:cubicBezTo>
                  <a:pt x="13944" y="291179"/>
                  <a:pt x="20963" y="297085"/>
                  <a:pt x="28077" y="297085"/>
                </a:cubicBezTo>
                <a:lnTo>
                  <a:pt x="281719" y="297085"/>
                </a:lnTo>
                <a:cubicBezTo>
                  <a:pt x="289971" y="297085"/>
                  <a:pt x="295852" y="291179"/>
                  <a:pt x="295852" y="282893"/>
                </a:cubicBezTo>
                <a:lnTo>
                  <a:pt x="295852" y="28194"/>
                </a:lnTo>
                <a:cubicBezTo>
                  <a:pt x="295852" y="21146"/>
                  <a:pt x="289971" y="14002"/>
                  <a:pt x="281719" y="14002"/>
                </a:cubicBezTo>
                <a:lnTo>
                  <a:pt x="28077" y="14002"/>
                </a:lnTo>
                <a:close/>
                <a:moveTo>
                  <a:pt x="281814" y="311277"/>
                </a:moveTo>
                <a:lnTo>
                  <a:pt x="28172" y="311277"/>
                </a:lnTo>
                <a:cubicBezTo>
                  <a:pt x="12900" y="311277"/>
                  <a:pt x="0" y="298323"/>
                  <a:pt x="0" y="282988"/>
                </a:cubicBezTo>
                <a:lnTo>
                  <a:pt x="0" y="28289"/>
                </a:lnTo>
                <a:cubicBezTo>
                  <a:pt x="0" y="12954"/>
                  <a:pt x="12900" y="0"/>
                  <a:pt x="28172" y="0"/>
                </a:cubicBezTo>
                <a:lnTo>
                  <a:pt x="281814" y="0"/>
                </a:lnTo>
                <a:cubicBezTo>
                  <a:pt x="298223" y="0"/>
                  <a:pt x="309985" y="12954"/>
                  <a:pt x="309985" y="28289"/>
                </a:cubicBezTo>
                <a:lnTo>
                  <a:pt x="309985" y="282988"/>
                </a:lnTo>
                <a:cubicBezTo>
                  <a:pt x="309985" y="298323"/>
                  <a:pt x="298223" y="311277"/>
                  <a:pt x="281814" y="31127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8" name="Graphic 113">
            <a:extLst>
              <a:ext uri="{FF2B5EF4-FFF2-40B4-BE49-F238E27FC236}">
                <a16:creationId xmlns:a16="http://schemas.microsoft.com/office/drawing/2014/main" id="{419579AB-B630-553A-01A7-AA2A1B0FE4E1}"/>
              </a:ext>
            </a:extLst>
          </p:cNvPr>
          <p:cNvSpPr/>
          <p:nvPr/>
        </p:nvSpPr>
        <p:spPr>
          <a:xfrm>
            <a:off x="9535182" y="1495644"/>
            <a:ext cx="413411" cy="415134"/>
          </a:xfrm>
          <a:custGeom>
            <a:avLst/>
            <a:gdLst>
              <a:gd name="connsiteX0" fmla="*/ 122078 w 309985"/>
              <a:gd name="connsiteY0" fmla="*/ 240411 h 311277"/>
              <a:gd name="connsiteX1" fmla="*/ 189140 w 309985"/>
              <a:gd name="connsiteY1" fmla="*/ 240411 h 311277"/>
              <a:gd name="connsiteX2" fmla="*/ 170359 w 309985"/>
              <a:gd name="connsiteY2" fmla="*/ 159068 h 311277"/>
              <a:gd name="connsiteX3" fmla="*/ 173869 w 309985"/>
              <a:gd name="connsiteY3" fmla="*/ 152019 h 311277"/>
              <a:gd name="connsiteX4" fmla="*/ 197393 w 309985"/>
              <a:gd name="connsiteY4" fmla="*/ 113157 h 311277"/>
              <a:gd name="connsiteX5" fmla="*/ 155088 w 309985"/>
              <a:gd name="connsiteY5" fmla="*/ 70771 h 311277"/>
              <a:gd name="connsiteX6" fmla="*/ 112782 w 309985"/>
              <a:gd name="connsiteY6" fmla="*/ 113157 h 311277"/>
              <a:gd name="connsiteX7" fmla="*/ 137445 w 309985"/>
              <a:gd name="connsiteY7" fmla="*/ 152019 h 311277"/>
              <a:gd name="connsiteX8" fmla="*/ 140954 w 309985"/>
              <a:gd name="connsiteY8" fmla="*/ 159068 h 311277"/>
              <a:gd name="connsiteX9" fmla="*/ 122173 w 309985"/>
              <a:gd name="connsiteY9" fmla="*/ 240411 h 311277"/>
              <a:gd name="connsiteX10" fmla="*/ 197298 w 309985"/>
              <a:gd name="connsiteY10" fmla="*/ 254508 h 311277"/>
              <a:gd name="connsiteX11" fmla="*/ 112593 w 309985"/>
              <a:gd name="connsiteY11" fmla="*/ 254508 h 311277"/>
              <a:gd name="connsiteX12" fmla="*/ 107850 w 309985"/>
              <a:gd name="connsiteY12" fmla="*/ 252127 h 311277"/>
              <a:gd name="connsiteX13" fmla="*/ 106712 w 309985"/>
              <a:gd name="connsiteY13" fmla="*/ 246221 h 311277"/>
              <a:gd name="connsiteX14" fmla="*/ 125493 w 309985"/>
              <a:gd name="connsiteY14" fmla="*/ 161354 h 311277"/>
              <a:gd name="connsiteX15" fmla="*/ 98459 w 309985"/>
              <a:gd name="connsiteY15" fmla="*/ 113062 h 311277"/>
              <a:gd name="connsiteX16" fmla="*/ 154898 w 309985"/>
              <a:gd name="connsiteY16" fmla="*/ 56483 h 311277"/>
              <a:gd name="connsiteX17" fmla="*/ 211336 w 309985"/>
              <a:gd name="connsiteY17" fmla="*/ 113062 h 311277"/>
              <a:gd name="connsiteX18" fmla="*/ 185441 w 309985"/>
              <a:gd name="connsiteY18" fmla="*/ 161354 h 311277"/>
              <a:gd name="connsiteX19" fmla="*/ 204222 w 309985"/>
              <a:gd name="connsiteY19" fmla="*/ 246221 h 311277"/>
              <a:gd name="connsiteX20" fmla="*/ 203084 w 309985"/>
              <a:gd name="connsiteY20" fmla="*/ 252127 h 311277"/>
              <a:gd name="connsiteX21" fmla="*/ 197203 w 309985"/>
              <a:gd name="connsiteY21" fmla="*/ 254508 h 311277"/>
              <a:gd name="connsiteX22" fmla="*/ 28077 w 309985"/>
              <a:gd name="connsiteY22" fmla="*/ 14002 h 311277"/>
              <a:gd name="connsiteX23" fmla="*/ 13944 w 309985"/>
              <a:gd name="connsiteY23" fmla="*/ 28194 h 311277"/>
              <a:gd name="connsiteX24" fmla="*/ 13944 w 309985"/>
              <a:gd name="connsiteY24" fmla="*/ 282893 h 311277"/>
              <a:gd name="connsiteX25" fmla="*/ 28077 w 309985"/>
              <a:gd name="connsiteY25" fmla="*/ 297085 h 311277"/>
              <a:gd name="connsiteX26" fmla="*/ 281719 w 309985"/>
              <a:gd name="connsiteY26" fmla="*/ 297085 h 311277"/>
              <a:gd name="connsiteX27" fmla="*/ 295852 w 309985"/>
              <a:gd name="connsiteY27" fmla="*/ 282893 h 311277"/>
              <a:gd name="connsiteX28" fmla="*/ 295852 w 309985"/>
              <a:gd name="connsiteY28" fmla="*/ 28194 h 311277"/>
              <a:gd name="connsiteX29" fmla="*/ 281719 w 309985"/>
              <a:gd name="connsiteY29" fmla="*/ 14002 h 311277"/>
              <a:gd name="connsiteX30" fmla="*/ 28077 w 309985"/>
              <a:gd name="connsiteY30" fmla="*/ 14002 h 311277"/>
              <a:gd name="connsiteX31" fmla="*/ 281814 w 309985"/>
              <a:gd name="connsiteY31" fmla="*/ 311277 h 311277"/>
              <a:gd name="connsiteX32" fmla="*/ 28172 w 309985"/>
              <a:gd name="connsiteY32" fmla="*/ 311277 h 311277"/>
              <a:gd name="connsiteX33" fmla="*/ 0 w 309985"/>
              <a:gd name="connsiteY33" fmla="*/ 282988 h 311277"/>
              <a:gd name="connsiteX34" fmla="*/ 0 w 309985"/>
              <a:gd name="connsiteY34" fmla="*/ 28289 h 311277"/>
              <a:gd name="connsiteX35" fmla="*/ 28172 w 309985"/>
              <a:gd name="connsiteY35" fmla="*/ 0 h 311277"/>
              <a:gd name="connsiteX36" fmla="*/ 281814 w 309985"/>
              <a:gd name="connsiteY36" fmla="*/ 0 h 311277"/>
              <a:gd name="connsiteX37" fmla="*/ 309985 w 309985"/>
              <a:gd name="connsiteY37" fmla="*/ 28289 h 311277"/>
              <a:gd name="connsiteX38" fmla="*/ 309985 w 309985"/>
              <a:gd name="connsiteY38" fmla="*/ 282988 h 311277"/>
              <a:gd name="connsiteX39" fmla="*/ 281814 w 309985"/>
              <a:gd name="connsiteY39" fmla="*/ 311277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09985" h="311277">
                <a:moveTo>
                  <a:pt x="122078" y="240411"/>
                </a:moveTo>
                <a:lnTo>
                  <a:pt x="189140" y="240411"/>
                </a:lnTo>
                <a:lnTo>
                  <a:pt x="170359" y="159068"/>
                </a:lnTo>
                <a:cubicBezTo>
                  <a:pt x="169221" y="156686"/>
                  <a:pt x="171497" y="153162"/>
                  <a:pt x="173869" y="152019"/>
                </a:cubicBezTo>
                <a:cubicBezTo>
                  <a:pt x="189140" y="144971"/>
                  <a:pt x="197393" y="129635"/>
                  <a:pt x="197393" y="113157"/>
                </a:cubicBezTo>
                <a:cubicBezTo>
                  <a:pt x="197393" y="89630"/>
                  <a:pt x="178611" y="70771"/>
                  <a:pt x="155088" y="70771"/>
                </a:cubicBezTo>
                <a:cubicBezTo>
                  <a:pt x="131564" y="70771"/>
                  <a:pt x="112782" y="89630"/>
                  <a:pt x="112782" y="113157"/>
                </a:cubicBezTo>
                <a:cubicBezTo>
                  <a:pt x="112782" y="129635"/>
                  <a:pt x="122173" y="144971"/>
                  <a:pt x="137445" y="152019"/>
                </a:cubicBezTo>
                <a:cubicBezTo>
                  <a:pt x="139816" y="153162"/>
                  <a:pt x="142187" y="156686"/>
                  <a:pt x="140954" y="159068"/>
                </a:cubicBezTo>
                <a:lnTo>
                  <a:pt x="122173" y="240411"/>
                </a:lnTo>
                <a:close/>
                <a:moveTo>
                  <a:pt x="197298" y="254508"/>
                </a:moveTo>
                <a:lnTo>
                  <a:pt x="112593" y="254508"/>
                </a:lnTo>
                <a:cubicBezTo>
                  <a:pt x="111454" y="254508"/>
                  <a:pt x="109083" y="253365"/>
                  <a:pt x="107850" y="252127"/>
                </a:cubicBezTo>
                <a:cubicBezTo>
                  <a:pt x="106712" y="250984"/>
                  <a:pt x="105478" y="248602"/>
                  <a:pt x="106712" y="246221"/>
                </a:cubicBezTo>
                <a:lnTo>
                  <a:pt x="125493" y="161354"/>
                </a:lnTo>
                <a:cubicBezTo>
                  <a:pt x="108988" y="150781"/>
                  <a:pt x="98459" y="133064"/>
                  <a:pt x="98459" y="113062"/>
                </a:cubicBezTo>
                <a:cubicBezTo>
                  <a:pt x="98459" y="82391"/>
                  <a:pt x="124355" y="56483"/>
                  <a:pt x="154898" y="56483"/>
                </a:cubicBezTo>
                <a:cubicBezTo>
                  <a:pt x="185441" y="56483"/>
                  <a:pt x="211336" y="82391"/>
                  <a:pt x="211336" y="113062"/>
                </a:cubicBezTo>
                <a:cubicBezTo>
                  <a:pt x="211336" y="133064"/>
                  <a:pt x="201946" y="150781"/>
                  <a:pt x="185441" y="161354"/>
                </a:cubicBezTo>
                <a:lnTo>
                  <a:pt x="204222" y="246221"/>
                </a:lnTo>
                <a:cubicBezTo>
                  <a:pt x="205361" y="248602"/>
                  <a:pt x="204222" y="250889"/>
                  <a:pt x="203084" y="252127"/>
                </a:cubicBezTo>
                <a:cubicBezTo>
                  <a:pt x="201946" y="253270"/>
                  <a:pt x="199574" y="254508"/>
                  <a:pt x="197203" y="254508"/>
                </a:cubicBezTo>
                <a:close/>
                <a:moveTo>
                  <a:pt x="28077" y="14002"/>
                </a:moveTo>
                <a:cubicBezTo>
                  <a:pt x="21058" y="14002"/>
                  <a:pt x="13944" y="21050"/>
                  <a:pt x="13944" y="28194"/>
                </a:cubicBezTo>
                <a:lnTo>
                  <a:pt x="13944" y="282893"/>
                </a:lnTo>
                <a:cubicBezTo>
                  <a:pt x="13944" y="291179"/>
                  <a:pt x="20963" y="297085"/>
                  <a:pt x="28077" y="297085"/>
                </a:cubicBezTo>
                <a:lnTo>
                  <a:pt x="281719" y="297085"/>
                </a:lnTo>
                <a:cubicBezTo>
                  <a:pt x="289971" y="297085"/>
                  <a:pt x="295852" y="291179"/>
                  <a:pt x="295852" y="282893"/>
                </a:cubicBezTo>
                <a:lnTo>
                  <a:pt x="295852" y="28194"/>
                </a:lnTo>
                <a:cubicBezTo>
                  <a:pt x="295852" y="21146"/>
                  <a:pt x="289971" y="14002"/>
                  <a:pt x="281719" y="14002"/>
                </a:cubicBezTo>
                <a:lnTo>
                  <a:pt x="28077" y="14002"/>
                </a:lnTo>
                <a:close/>
                <a:moveTo>
                  <a:pt x="281814" y="311277"/>
                </a:moveTo>
                <a:lnTo>
                  <a:pt x="28172" y="311277"/>
                </a:lnTo>
                <a:cubicBezTo>
                  <a:pt x="12900" y="311277"/>
                  <a:pt x="0" y="298323"/>
                  <a:pt x="0" y="282988"/>
                </a:cubicBezTo>
                <a:lnTo>
                  <a:pt x="0" y="28289"/>
                </a:lnTo>
                <a:cubicBezTo>
                  <a:pt x="0" y="12954"/>
                  <a:pt x="12900" y="0"/>
                  <a:pt x="28172" y="0"/>
                </a:cubicBezTo>
                <a:lnTo>
                  <a:pt x="281814" y="0"/>
                </a:lnTo>
                <a:cubicBezTo>
                  <a:pt x="298223" y="0"/>
                  <a:pt x="309985" y="12954"/>
                  <a:pt x="309985" y="28289"/>
                </a:cubicBezTo>
                <a:lnTo>
                  <a:pt x="309985" y="282988"/>
                </a:lnTo>
                <a:cubicBezTo>
                  <a:pt x="309985" y="298323"/>
                  <a:pt x="298223" y="311277"/>
                  <a:pt x="281814" y="31127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1" name="Graphic 119">
            <a:extLst>
              <a:ext uri="{FF2B5EF4-FFF2-40B4-BE49-F238E27FC236}">
                <a16:creationId xmlns:a16="http://schemas.microsoft.com/office/drawing/2014/main" id="{226C6EF8-F512-86D6-062A-89CC5C247F44}"/>
              </a:ext>
            </a:extLst>
          </p:cNvPr>
          <p:cNvSpPr/>
          <p:nvPr/>
        </p:nvSpPr>
        <p:spPr>
          <a:xfrm>
            <a:off x="10479598" y="826713"/>
            <a:ext cx="392302" cy="452119"/>
          </a:xfrm>
          <a:custGeom>
            <a:avLst/>
            <a:gdLst>
              <a:gd name="connsiteX0" fmla="*/ 76833 w 294145"/>
              <a:gd name="connsiteY0" fmla="*/ 197644 h 338995"/>
              <a:gd name="connsiteX1" fmla="*/ 48946 w 294145"/>
              <a:gd name="connsiteY1" fmla="*/ 197644 h 338995"/>
              <a:gd name="connsiteX2" fmla="*/ 42021 w 294145"/>
              <a:gd name="connsiteY2" fmla="*/ 190405 h 338995"/>
              <a:gd name="connsiteX3" fmla="*/ 49040 w 294145"/>
              <a:gd name="connsiteY3" fmla="*/ 183261 h 338995"/>
              <a:gd name="connsiteX4" fmla="*/ 76928 w 294145"/>
              <a:gd name="connsiteY4" fmla="*/ 183261 h 338995"/>
              <a:gd name="connsiteX5" fmla="*/ 83852 w 294145"/>
              <a:gd name="connsiteY5" fmla="*/ 190500 h 338995"/>
              <a:gd name="connsiteX6" fmla="*/ 76833 w 294145"/>
              <a:gd name="connsiteY6" fmla="*/ 197644 h 338995"/>
              <a:gd name="connsiteX7" fmla="*/ 81386 w 294145"/>
              <a:gd name="connsiteY7" fmla="*/ 115443 h 338995"/>
              <a:gd name="connsiteX8" fmla="*/ 71995 w 294145"/>
              <a:gd name="connsiteY8" fmla="*/ 115443 h 338995"/>
              <a:gd name="connsiteX9" fmla="*/ 71995 w 294145"/>
              <a:gd name="connsiteY9" fmla="*/ 124873 h 338995"/>
              <a:gd name="connsiteX10" fmla="*/ 93053 w 294145"/>
              <a:gd name="connsiteY10" fmla="*/ 146114 h 338995"/>
              <a:gd name="connsiteX11" fmla="*/ 97701 w 294145"/>
              <a:gd name="connsiteY11" fmla="*/ 148495 h 338995"/>
              <a:gd name="connsiteX12" fmla="*/ 102444 w 294145"/>
              <a:gd name="connsiteY12" fmla="*/ 146114 h 338995"/>
              <a:gd name="connsiteX13" fmla="*/ 102444 w 294145"/>
              <a:gd name="connsiteY13" fmla="*/ 136684 h 338995"/>
              <a:gd name="connsiteX14" fmla="*/ 81386 w 294145"/>
              <a:gd name="connsiteY14" fmla="*/ 115443 h 338995"/>
              <a:gd name="connsiteX15" fmla="*/ 92958 w 294145"/>
              <a:gd name="connsiteY15" fmla="*/ 235363 h 338995"/>
              <a:gd name="connsiteX16" fmla="*/ 71805 w 294145"/>
              <a:gd name="connsiteY16" fmla="*/ 256508 h 338995"/>
              <a:gd name="connsiteX17" fmla="*/ 71805 w 294145"/>
              <a:gd name="connsiteY17" fmla="*/ 265938 h 338995"/>
              <a:gd name="connsiteX18" fmla="*/ 76453 w 294145"/>
              <a:gd name="connsiteY18" fmla="*/ 268319 h 338995"/>
              <a:gd name="connsiteX19" fmla="*/ 81101 w 294145"/>
              <a:gd name="connsiteY19" fmla="*/ 265938 h 338995"/>
              <a:gd name="connsiteX20" fmla="*/ 102254 w 294145"/>
              <a:gd name="connsiteY20" fmla="*/ 244793 h 338995"/>
              <a:gd name="connsiteX21" fmla="*/ 102254 w 294145"/>
              <a:gd name="connsiteY21" fmla="*/ 235363 h 338995"/>
              <a:gd name="connsiteX22" fmla="*/ 92863 w 294145"/>
              <a:gd name="connsiteY22" fmla="*/ 235363 h 338995"/>
              <a:gd name="connsiteX23" fmla="*/ 245200 w 294145"/>
              <a:gd name="connsiteY23" fmla="*/ 183642 h 338995"/>
              <a:gd name="connsiteX24" fmla="*/ 217313 w 294145"/>
              <a:gd name="connsiteY24" fmla="*/ 183642 h 338995"/>
              <a:gd name="connsiteX25" fmla="*/ 210293 w 294145"/>
              <a:gd name="connsiteY25" fmla="*/ 190691 h 338995"/>
              <a:gd name="connsiteX26" fmla="*/ 217218 w 294145"/>
              <a:gd name="connsiteY26" fmla="*/ 197834 h 338995"/>
              <a:gd name="connsiteX27" fmla="*/ 245105 w 294145"/>
              <a:gd name="connsiteY27" fmla="*/ 197834 h 338995"/>
              <a:gd name="connsiteX28" fmla="*/ 252124 w 294145"/>
              <a:gd name="connsiteY28" fmla="*/ 190786 h 338995"/>
              <a:gd name="connsiteX29" fmla="*/ 245200 w 294145"/>
              <a:gd name="connsiteY29" fmla="*/ 183642 h 338995"/>
              <a:gd name="connsiteX30" fmla="*/ 146930 w 294145"/>
              <a:gd name="connsiteY30" fmla="*/ 254127 h 338995"/>
              <a:gd name="connsiteX31" fmla="*/ 139816 w 294145"/>
              <a:gd name="connsiteY31" fmla="*/ 261080 h 338995"/>
              <a:gd name="connsiteX32" fmla="*/ 139816 w 294145"/>
              <a:gd name="connsiteY32" fmla="*/ 289084 h 338995"/>
              <a:gd name="connsiteX33" fmla="*/ 146836 w 294145"/>
              <a:gd name="connsiteY33" fmla="*/ 296132 h 338995"/>
              <a:gd name="connsiteX34" fmla="*/ 153950 w 294145"/>
              <a:gd name="connsiteY34" fmla="*/ 289179 h 338995"/>
              <a:gd name="connsiteX35" fmla="*/ 153950 w 294145"/>
              <a:gd name="connsiteY35" fmla="*/ 261176 h 338995"/>
              <a:gd name="connsiteX36" fmla="*/ 146930 w 294145"/>
              <a:gd name="connsiteY36" fmla="*/ 254127 h 338995"/>
              <a:gd name="connsiteX37" fmla="*/ 147215 w 294145"/>
              <a:gd name="connsiteY37" fmla="*/ 85058 h 338995"/>
              <a:gd name="connsiteX38" fmla="*/ 140101 w 294145"/>
              <a:gd name="connsiteY38" fmla="*/ 92012 h 338995"/>
              <a:gd name="connsiteX39" fmla="*/ 140101 w 294145"/>
              <a:gd name="connsiteY39" fmla="*/ 120015 h 338995"/>
              <a:gd name="connsiteX40" fmla="*/ 147120 w 294145"/>
              <a:gd name="connsiteY40" fmla="*/ 127064 h 338995"/>
              <a:gd name="connsiteX41" fmla="*/ 154234 w 294145"/>
              <a:gd name="connsiteY41" fmla="*/ 120110 h 338995"/>
              <a:gd name="connsiteX42" fmla="*/ 154234 w 294145"/>
              <a:gd name="connsiteY42" fmla="*/ 92107 h 338995"/>
              <a:gd name="connsiteX43" fmla="*/ 147215 w 294145"/>
              <a:gd name="connsiteY43" fmla="*/ 85058 h 338995"/>
              <a:gd name="connsiteX44" fmla="*/ 200618 w 294145"/>
              <a:gd name="connsiteY44" fmla="*/ 235553 h 338995"/>
              <a:gd name="connsiteX45" fmla="*/ 191228 w 294145"/>
              <a:gd name="connsiteY45" fmla="*/ 235553 h 338995"/>
              <a:gd name="connsiteX46" fmla="*/ 191228 w 294145"/>
              <a:gd name="connsiteY46" fmla="*/ 244983 h 338995"/>
              <a:gd name="connsiteX47" fmla="*/ 212285 w 294145"/>
              <a:gd name="connsiteY47" fmla="*/ 266224 h 338995"/>
              <a:gd name="connsiteX48" fmla="*/ 216933 w 294145"/>
              <a:gd name="connsiteY48" fmla="*/ 268605 h 338995"/>
              <a:gd name="connsiteX49" fmla="*/ 221581 w 294145"/>
              <a:gd name="connsiteY49" fmla="*/ 266224 h 338995"/>
              <a:gd name="connsiteX50" fmla="*/ 221581 w 294145"/>
              <a:gd name="connsiteY50" fmla="*/ 256794 h 338995"/>
              <a:gd name="connsiteX51" fmla="*/ 200523 w 294145"/>
              <a:gd name="connsiteY51" fmla="*/ 235553 h 338995"/>
              <a:gd name="connsiteX52" fmla="*/ 196065 w 294145"/>
              <a:gd name="connsiteY52" fmla="*/ 148685 h 338995"/>
              <a:gd name="connsiteX53" fmla="*/ 200808 w 294145"/>
              <a:gd name="connsiteY53" fmla="*/ 146304 h 338995"/>
              <a:gd name="connsiteX54" fmla="*/ 221961 w 294145"/>
              <a:gd name="connsiteY54" fmla="*/ 125159 h 338995"/>
              <a:gd name="connsiteX55" fmla="*/ 221961 w 294145"/>
              <a:gd name="connsiteY55" fmla="*/ 115729 h 338995"/>
              <a:gd name="connsiteX56" fmla="*/ 212570 w 294145"/>
              <a:gd name="connsiteY56" fmla="*/ 115729 h 338995"/>
              <a:gd name="connsiteX57" fmla="*/ 191417 w 294145"/>
              <a:gd name="connsiteY57" fmla="*/ 136874 h 338995"/>
              <a:gd name="connsiteX58" fmla="*/ 191417 w 294145"/>
              <a:gd name="connsiteY58" fmla="*/ 146304 h 338995"/>
              <a:gd name="connsiteX59" fmla="*/ 196065 w 294145"/>
              <a:gd name="connsiteY59" fmla="*/ 148685 h 338995"/>
              <a:gd name="connsiteX60" fmla="*/ 294050 w 294145"/>
              <a:gd name="connsiteY60" fmla="*/ 191262 h 338995"/>
              <a:gd name="connsiteX61" fmla="*/ 146741 w 294145"/>
              <a:gd name="connsiteY61" fmla="*/ 338995 h 338995"/>
              <a:gd name="connsiteX62" fmla="*/ 0 w 294145"/>
              <a:gd name="connsiteY62" fmla="*/ 190691 h 338995"/>
              <a:gd name="connsiteX63" fmla="*/ 140196 w 294145"/>
              <a:gd name="connsiteY63" fmla="*/ 43244 h 338995"/>
              <a:gd name="connsiteX64" fmla="*/ 140196 w 294145"/>
              <a:gd name="connsiteY64" fmla="*/ 14288 h 338995"/>
              <a:gd name="connsiteX65" fmla="*/ 133082 w 294145"/>
              <a:gd name="connsiteY65" fmla="*/ 14288 h 338995"/>
              <a:gd name="connsiteX66" fmla="*/ 125968 w 294145"/>
              <a:gd name="connsiteY66" fmla="*/ 7144 h 338995"/>
              <a:gd name="connsiteX67" fmla="*/ 133082 w 294145"/>
              <a:gd name="connsiteY67" fmla="*/ 0 h 338995"/>
              <a:gd name="connsiteX68" fmla="*/ 161538 w 294145"/>
              <a:gd name="connsiteY68" fmla="*/ 0 h 338995"/>
              <a:gd name="connsiteX69" fmla="*/ 168652 w 294145"/>
              <a:gd name="connsiteY69" fmla="*/ 7239 h 338995"/>
              <a:gd name="connsiteX70" fmla="*/ 161538 w 294145"/>
              <a:gd name="connsiteY70" fmla="*/ 14383 h 338995"/>
              <a:gd name="connsiteX71" fmla="*/ 154424 w 294145"/>
              <a:gd name="connsiteY71" fmla="*/ 14383 h 338995"/>
              <a:gd name="connsiteX72" fmla="*/ 154424 w 294145"/>
              <a:gd name="connsiteY72" fmla="*/ 43339 h 338995"/>
              <a:gd name="connsiteX73" fmla="*/ 242829 w 294145"/>
              <a:gd name="connsiteY73" fmla="*/ 78486 h 338995"/>
              <a:gd name="connsiteX74" fmla="*/ 260661 w 294145"/>
              <a:gd name="connsiteY74" fmla="*/ 60484 h 338995"/>
              <a:gd name="connsiteX75" fmla="*/ 254780 w 294145"/>
              <a:gd name="connsiteY75" fmla="*/ 54578 h 338995"/>
              <a:gd name="connsiteX76" fmla="*/ 254780 w 294145"/>
              <a:gd name="connsiteY76" fmla="*/ 45149 h 338995"/>
              <a:gd name="connsiteX77" fmla="*/ 264171 w 294145"/>
              <a:gd name="connsiteY77" fmla="*/ 45149 h 338995"/>
              <a:gd name="connsiteX78" fmla="*/ 272328 w 294145"/>
              <a:gd name="connsiteY78" fmla="*/ 53340 h 338995"/>
              <a:gd name="connsiteX79" fmla="*/ 274984 w 294145"/>
              <a:gd name="connsiteY79" fmla="*/ 55531 h 338995"/>
              <a:gd name="connsiteX80" fmla="*/ 277071 w 294145"/>
              <a:gd name="connsiteY80" fmla="*/ 58198 h 338995"/>
              <a:gd name="connsiteX81" fmla="*/ 285229 w 294145"/>
              <a:gd name="connsiteY81" fmla="*/ 66389 h 338995"/>
              <a:gd name="connsiteX82" fmla="*/ 285229 w 294145"/>
              <a:gd name="connsiteY82" fmla="*/ 75819 h 338995"/>
              <a:gd name="connsiteX83" fmla="*/ 280581 w 294145"/>
              <a:gd name="connsiteY83" fmla="*/ 78200 h 338995"/>
              <a:gd name="connsiteX84" fmla="*/ 275933 w 294145"/>
              <a:gd name="connsiteY84" fmla="*/ 75819 h 338995"/>
              <a:gd name="connsiteX85" fmla="*/ 270147 w 294145"/>
              <a:gd name="connsiteY85" fmla="*/ 70009 h 338995"/>
              <a:gd name="connsiteX86" fmla="*/ 252599 w 294145"/>
              <a:gd name="connsiteY86" fmla="*/ 87725 h 338995"/>
              <a:gd name="connsiteX87" fmla="*/ 294145 w 294145"/>
              <a:gd name="connsiteY87" fmla="*/ 191357 h 338995"/>
              <a:gd name="connsiteX88" fmla="*/ 280012 w 294145"/>
              <a:gd name="connsiteY88" fmla="*/ 191262 h 338995"/>
              <a:gd name="connsiteX89" fmla="*/ 147215 w 294145"/>
              <a:gd name="connsiteY89" fmla="*/ 57055 h 338995"/>
              <a:gd name="connsiteX90" fmla="*/ 13944 w 294145"/>
              <a:gd name="connsiteY90" fmla="*/ 190786 h 338995"/>
              <a:gd name="connsiteX91" fmla="*/ 146741 w 294145"/>
              <a:gd name="connsiteY91" fmla="*/ 324993 h 338995"/>
              <a:gd name="connsiteX92" fmla="*/ 280012 w 294145"/>
              <a:gd name="connsiteY92" fmla="*/ 191262 h 338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94145" h="338995">
                <a:moveTo>
                  <a:pt x="76833" y="197644"/>
                </a:moveTo>
                <a:lnTo>
                  <a:pt x="48946" y="197644"/>
                </a:lnTo>
                <a:cubicBezTo>
                  <a:pt x="45436" y="197644"/>
                  <a:pt x="41926" y="194024"/>
                  <a:pt x="42021" y="190405"/>
                </a:cubicBezTo>
                <a:cubicBezTo>
                  <a:pt x="42116" y="186785"/>
                  <a:pt x="45531" y="183261"/>
                  <a:pt x="49040" y="183261"/>
                </a:cubicBezTo>
                <a:lnTo>
                  <a:pt x="76928" y="183261"/>
                </a:lnTo>
                <a:cubicBezTo>
                  <a:pt x="81576" y="183261"/>
                  <a:pt x="83947" y="186880"/>
                  <a:pt x="83852" y="190500"/>
                </a:cubicBezTo>
                <a:cubicBezTo>
                  <a:pt x="83757" y="194120"/>
                  <a:pt x="81481" y="197644"/>
                  <a:pt x="76833" y="197644"/>
                </a:cubicBezTo>
                <a:close/>
                <a:moveTo>
                  <a:pt x="81386" y="115443"/>
                </a:moveTo>
                <a:cubicBezTo>
                  <a:pt x="79014" y="111919"/>
                  <a:pt x="74367" y="111919"/>
                  <a:pt x="71995" y="115443"/>
                </a:cubicBezTo>
                <a:cubicBezTo>
                  <a:pt x="69624" y="117824"/>
                  <a:pt x="69624" y="122491"/>
                  <a:pt x="71995" y="124873"/>
                </a:cubicBezTo>
                <a:lnTo>
                  <a:pt x="93053" y="146114"/>
                </a:lnTo>
                <a:cubicBezTo>
                  <a:pt x="94191" y="147257"/>
                  <a:pt x="96563" y="148495"/>
                  <a:pt x="97701" y="148495"/>
                </a:cubicBezTo>
                <a:cubicBezTo>
                  <a:pt x="100072" y="148495"/>
                  <a:pt x="101210" y="147352"/>
                  <a:pt x="102444" y="146114"/>
                </a:cubicBezTo>
                <a:cubicBezTo>
                  <a:pt x="105953" y="143732"/>
                  <a:pt x="105953" y="139065"/>
                  <a:pt x="102444" y="136684"/>
                </a:cubicBezTo>
                <a:lnTo>
                  <a:pt x="81386" y="115443"/>
                </a:lnTo>
                <a:close/>
                <a:moveTo>
                  <a:pt x="92958" y="235363"/>
                </a:moveTo>
                <a:lnTo>
                  <a:pt x="71805" y="256508"/>
                </a:lnTo>
                <a:cubicBezTo>
                  <a:pt x="69434" y="258890"/>
                  <a:pt x="69434" y="263557"/>
                  <a:pt x="71805" y="265938"/>
                </a:cubicBezTo>
                <a:cubicBezTo>
                  <a:pt x="72944" y="267081"/>
                  <a:pt x="75315" y="268319"/>
                  <a:pt x="76453" y="268319"/>
                </a:cubicBezTo>
                <a:cubicBezTo>
                  <a:pt x="78825" y="268319"/>
                  <a:pt x="79963" y="267176"/>
                  <a:pt x="81101" y="265938"/>
                </a:cubicBezTo>
                <a:lnTo>
                  <a:pt x="102254" y="244793"/>
                </a:lnTo>
                <a:cubicBezTo>
                  <a:pt x="105764" y="242411"/>
                  <a:pt x="105764" y="237744"/>
                  <a:pt x="102254" y="235363"/>
                </a:cubicBezTo>
                <a:cubicBezTo>
                  <a:pt x="99882" y="231839"/>
                  <a:pt x="95235" y="231839"/>
                  <a:pt x="92863" y="235363"/>
                </a:cubicBezTo>
                <a:close/>
                <a:moveTo>
                  <a:pt x="245200" y="183642"/>
                </a:moveTo>
                <a:lnTo>
                  <a:pt x="217313" y="183642"/>
                </a:lnTo>
                <a:cubicBezTo>
                  <a:pt x="213803" y="183642"/>
                  <a:pt x="210293" y="187166"/>
                  <a:pt x="210293" y="190691"/>
                </a:cubicBezTo>
                <a:cubicBezTo>
                  <a:pt x="210293" y="194215"/>
                  <a:pt x="213803" y="197834"/>
                  <a:pt x="217218" y="197834"/>
                </a:cubicBezTo>
                <a:lnTo>
                  <a:pt x="245105" y="197834"/>
                </a:lnTo>
                <a:cubicBezTo>
                  <a:pt x="249753" y="197834"/>
                  <a:pt x="252124" y="194310"/>
                  <a:pt x="252124" y="190786"/>
                </a:cubicBezTo>
                <a:cubicBezTo>
                  <a:pt x="252124" y="187262"/>
                  <a:pt x="249848" y="183642"/>
                  <a:pt x="245200" y="183642"/>
                </a:cubicBezTo>
                <a:close/>
                <a:moveTo>
                  <a:pt x="146930" y="254127"/>
                </a:moveTo>
                <a:cubicBezTo>
                  <a:pt x="143421" y="254127"/>
                  <a:pt x="139816" y="257651"/>
                  <a:pt x="139816" y="261080"/>
                </a:cubicBezTo>
                <a:lnTo>
                  <a:pt x="139816" y="289084"/>
                </a:lnTo>
                <a:cubicBezTo>
                  <a:pt x="139816" y="292608"/>
                  <a:pt x="143326" y="296132"/>
                  <a:pt x="146836" y="296132"/>
                </a:cubicBezTo>
                <a:cubicBezTo>
                  <a:pt x="151578" y="296132"/>
                  <a:pt x="153950" y="292608"/>
                  <a:pt x="153950" y="289179"/>
                </a:cubicBezTo>
                <a:lnTo>
                  <a:pt x="153950" y="261176"/>
                </a:lnTo>
                <a:cubicBezTo>
                  <a:pt x="153950" y="257651"/>
                  <a:pt x="151673" y="254127"/>
                  <a:pt x="146930" y="254127"/>
                </a:cubicBezTo>
                <a:close/>
                <a:moveTo>
                  <a:pt x="147215" y="85058"/>
                </a:moveTo>
                <a:cubicBezTo>
                  <a:pt x="143705" y="85058"/>
                  <a:pt x="140101" y="88582"/>
                  <a:pt x="140101" y="92012"/>
                </a:cubicBezTo>
                <a:lnTo>
                  <a:pt x="140101" y="120015"/>
                </a:lnTo>
                <a:cubicBezTo>
                  <a:pt x="140101" y="123539"/>
                  <a:pt x="143611" y="127064"/>
                  <a:pt x="147120" y="127064"/>
                </a:cubicBezTo>
                <a:cubicBezTo>
                  <a:pt x="151863" y="127064"/>
                  <a:pt x="154234" y="123539"/>
                  <a:pt x="154234" y="120110"/>
                </a:cubicBezTo>
                <a:lnTo>
                  <a:pt x="154234" y="92107"/>
                </a:lnTo>
                <a:cubicBezTo>
                  <a:pt x="154234" y="88582"/>
                  <a:pt x="151958" y="85058"/>
                  <a:pt x="147215" y="85058"/>
                </a:cubicBezTo>
                <a:close/>
                <a:moveTo>
                  <a:pt x="200618" y="235553"/>
                </a:moveTo>
                <a:cubicBezTo>
                  <a:pt x="198247" y="232029"/>
                  <a:pt x="193599" y="232029"/>
                  <a:pt x="191228" y="235553"/>
                </a:cubicBezTo>
                <a:cubicBezTo>
                  <a:pt x="188856" y="237935"/>
                  <a:pt x="188856" y="242602"/>
                  <a:pt x="191228" y="244983"/>
                </a:cubicBezTo>
                <a:lnTo>
                  <a:pt x="212285" y="266224"/>
                </a:lnTo>
                <a:cubicBezTo>
                  <a:pt x="213424" y="267367"/>
                  <a:pt x="215795" y="268605"/>
                  <a:pt x="216933" y="268605"/>
                </a:cubicBezTo>
                <a:cubicBezTo>
                  <a:pt x="219305" y="268605"/>
                  <a:pt x="220443" y="267462"/>
                  <a:pt x="221581" y="266224"/>
                </a:cubicBezTo>
                <a:cubicBezTo>
                  <a:pt x="225091" y="263843"/>
                  <a:pt x="225091" y="259175"/>
                  <a:pt x="221581" y="256794"/>
                </a:cubicBezTo>
                <a:lnTo>
                  <a:pt x="200523" y="235553"/>
                </a:lnTo>
                <a:close/>
                <a:moveTo>
                  <a:pt x="196065" y="148685"/>
                </a:moveTo>
                <a:cubicBezTo>
                  <a:pt x="198437" y="148685"/>
                  <a:pt x="199575" y="147542"/>
                  <a:pt x="200808" y="146304"/>
                </a:cubicBezTo>
                <a:lnTo>
                  <a:pt x="221961" y="125159"/>
                </a:lnTo>
                <a:cubicBezTo>
                  <a:pt x="225470" y="122777"/>
                  <a:pt x="225470" y="118110"/>
                  <a:pt x="221961" y="115729"/>
                </a:cubicBezTo>
                <a:cubicBezTo>
                  <a:pt x="219589" y="112205"/>
                  <a:pt x="214941" y="112205"/>
                  <a:pt x="212570" y="115729"/>
                </a:cubicBezTo>
                <a:lnTo>
                  <a:pt x="191417" y="136874"/>
                </a:lnTo>
                <a:cubicBezTo>
                  <a:pt x="189046" y="139255"/>
                  <a:pt x="189046" y="143923"/>
                  <a:pt x="191417" y="146304"/>
                </a:cubicBezTo>
                <a:cubicBezTo>
                  <a:pt x="192556" y="147447"/>
                  <a:pt x="194927" y="148685"/>
                  <a:pt x="196065" y="148685"/>
                </a:cubicBezTo>
                <a:close/>
                <a:moveTo>
                  <a:pt x="294050" y="191262"/>
                </a:moveTo>
                <a:cubicBezTo>
                  <a:pt x="293955" y="272320"/>
                  <a:pt x="228411" y="339185"/>
                  <a:pt x="146741" y="338995"/>
                </a:cubicBezTo>
                <a:cubicBezTo>
                  <a:pt x="65071" y="338804"/>
                  <a:pt x="-189" y="271748"/>
                  <a:pt x="0" y="190691"/>
                </a:cubicBezTo>
                <a:cubicBezTo>
                  <a:pt x="95" y="110871"/>
                  <a:pt x="62889" y="46863"/>
                  <a:pt x="140196" y="43244"/>
                </a:cubicBezTo>
                <a:cubicBezTo>
                  <a:pt x="140196" y="28289"/>
                  <a:pt x="140196" y="19431"/>
                  <a:pt x="140196" y="14288"/>
                </a:cubicBezTo>
                <a:lnTo>
                  <a:pt x="133082" y="14288"/>
                </a:lnTo>
                <a:cubicBezTo>
                  <a:pt x="129572" y="14288"/>
                  <a:pt x="125968" y="10668"/>
                  <a:pt x="125968" y="7144"/>
                </a:cubicBezTo>
                <a:cubicBezTo>
                  <a:pt x="125968" y="3620"/>
                  <a:pt x="129572" y="0"/>
                  <a:pt x="133082" y="0"/>
                </a:cubicBezTo>
                <a:lnTo>
                  <a:pt x="161538" y="0"/>
                </a:lnTo>
                <a:cubicBezTo>
                  <a:pt x="166281" y="0"/>
                  <a:pt x="168652" y="3620"/>
                  <a:pt x="168652" y="7239"/>
                </a:cubicBezTo>
                <a:cubicBezTo>
                  <a:pt x="168652" y="10858"/>
                  <a:pt x="166281" y="14383"/>
                  <a:pt x="161538" y="14383"/>
                </a:cubicBezTo>
                <a:lnTo>
                  <a:pt x="154424" y="14383"/>
                </a:lnTo>
                <a:cubicBezTo>
                  <a:pt x="154424" y="29908"/>
                  <a:pt x="154424" y="38481"/>
                  <a:pt x="154424" y="43339"/>
                </a:cubicBezTo>
                <a:cubicBezTo>
                  <a:pt x="188192" y="44958"/>
                  <a:pt x="218925" y="57817"/>
                  <a:pt x="242829" y="78486"/>
                </a:cubicBezTo>
                <a:cubicBezTo>
                  <a:pt x="251935" y="69342"/>
                  <a:pt x="257436" y="63818"/>
                  <a:pt x="260661" y="60484"/>
                </a:cubicBezTo>
                <a:cubicBezTo>
                  <a:pt x="254875" y="54674"/>
                  <a:pt x="254780" y="54578"/>
                  <a:pt x="254780" y="54578"/>
                </a:cubicBezTo>
                <a:cubicBezTo>
                  <a:pt x="252409" y="52197"/>
                  <a:pt x="252409" y="47530"/>
                  <a:pt x="254780" y="45149"/>
                </a:cubicBezTo>
                <a:cubicBezTo>
                  <a:pt x="257152" y="41624"/>
                  <a:pt x="261800" y="41624"/>
                  <a:pt x="264171" y="45149"/>
                </a:cubicBezTo>
                <a:cubicBezTo>
                  <a:pt x="267396" y="48387"/>
                  <a:pt x="270052" y="51054"/>
                  <a:pt x="272328" y="53340"/>
                </a:cubicBezTo>
                <a:cubicBezTo>
                  <a:pt x="273372" y="53816"/>
                  <a:pt x="274320" y="54388"/>
                  <a:pt x="274984" y="55531"/>
                </a:cubicBezTo>
                <a:cubicBezTo>
                  <a:pt x="276028" y="56197"/>
                  <a:pt x="276692" y="57150"/>
                  <a:pt x="277071" y="58198"/>
                </a:cubicBezTo>
                <a:cubicBezTo>
                  <a:pt x="285134" y="66294"/>
                  <a:pt x="285229" y="66389"/>
                  <a:pt x="285229" y="66389"/>
                </a:cubicBezTo>
                <a:cubicBezTo>
                  <a:pt x="288738" y="68770"/>
                  <a:pt x="288738" y="73438"/>
                  <a:pt x="285229" y="75819"/>
                </a:cubicBezTo>
                <a:cubicBezTo>
                  <a:pt x="284091" y="76962"/>
                  <a:pt x="282857" y="78200"/>
                  <a:pt x="280581" y="78200"/>
                </a:cubicBezTo>
                <a:cubicBezTo>
                  <a:pt x="279443" y="78200"/>
                  <a:pt x="277071" y="77057"/>
                  <a:pt x="275933" y="75819"/>
                </a:cubicBezTo>
                <a:cubicBezTo>
                  <a:pt x="273751" y="73628"/>
                  <a:pt x="271949" y="71818"/>
                  <a:pt x="270147" y="70009"/>
                </a:cubicBezTo>
                <a:cubicBezTo>
                  <a:pt x="261136" y="79057"/>
                  <a:pt x="255824" y="84487"/>
                  <a:pt x="252599" y="87725"/>
                </a:cubicBezTo>
                <a:cubicBezTo>
                  <a:pt x="278399" y="114395"/>
                  <a:pt x="294145" y="150876"/>
                  <a:pt x="294145" y="191357"/>
                </a:cubicBezTo>
                <a:close/>
                <a:moveTo>
                  <a:pt x="280012" y="191262"/>
                </a:moveTo>
                <a:cubicBezTo>
                  <a:pt x="280107" y="117253"/>
                  <a:pt x="220728" y="57245"/>
                  <a:pt x="147215" y="57055"/>
                </a:cubicBezTo>
                <a:cubicBezTo>
                  <a:pt x="73703" y="56959"/>
                  <a:pt x="14134" y="116776"/>
                  <a:pt x="13944" y="190786"/>
                </a:cubicBezTo>
                <a:cubicBezTo>
                  <a:pt x="13849" y="264795"/>
                  <a:pt x="73228" y="324803"/>
                  <a:pt x="146741" y="324993"/>
                </a:cubicBezTo>
                <a:cubicBezTo>
                  <a:pt x="220253" y="325088"/>
                  <a:pt x="279822" y="265271"/>
                  <a:pt x="280012" y="19126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2" name="Graphic 119">
            <a:extLst>
              <a:ext uri="{FF2B5EF4-FFF2-40B4-BE49-F238E27FC236}">
                <a16:creationId xmlns:a16="http://schemas.microsoft.com/office/drawing/2014/main" id="{697B1F0B-D713-3CF7-0C22-14E06DFFCDE0}"/>
              </a:ext>
            </a:extLst>
          </p:cNvPr>
          <p:cNvSpPr/>
          <p:nvPr/>
        </p:nvSpPr>
        <p:spPr>
          <a:xfrm>
            <a:off x="11246853" y="826713"/>
            <a:ext cx="392302" cy="452119"/>
          </a:xfrm>
          <a:custGeom>
            <a:avLst/>
            <a:gdLst>
              <a:gd name="connsiteX0" fmla="*/ 76833 w 294145"/>
              <a:gd name="connsiteY0" fmla="*/ 197644 h 338995"/>
              <a:gd name="connsiteX1" fmla="*/ 48946 w 294145"/>
              <a:gd name="connsiteY1" fmla="*/ 197644 h 338995"/>
              <a:gd name="connsiteX2" fmla="*/ 42021 w 294145"/>
              <a:gd name="connsiteY2" fmla="*/ 190405 h 338995"/>
              <a:gd name="connsiteX3" fmla="*/ 49040 w 294145"/>
              <a:gd name="connsiteY3" fmla="*/ 183261 h 338995"/>
              <a:gd name="connsiteX4" fmla="*/ 76928 w 294145"/>
              <a:gd name="connsiteY4" fmla="*/ 183261 h 338995"/>
              <a:gd name="connsiteX5" fmla="*/ 83852 w 294145"/>
              <a:gd name="connsiteY5" fmla="*/ 190500 h 338995"/>
              <a:gd name="connsiteX6" fmla="*/ 76833 w 294145"/>
              <a:gd name="connsiteY6" fmla="*/ 197644 h 338995"/>
              <a:gd name="connsiteX7" fmla="*/ 81386 w 294145"/>
              <a:gd name="connsiteY7" fmla="*/ 115443 h 338995"/>
              <a:gd name="connsiteX8" fmla="*/ 71995 w 294145"/>
              <a:gd name="connsiteY8" fmla="*/ 115443 h 338995"/>
              <a:gd name="connsiteX9" fmla="*/ 71995 w 294145"/>
              <a:gd name="connsiteY9" fmla="*/ 124873 h 338995"/>
              <a:gd name="connsiteX10" fmla="*/ 93053 w 294145"/>
              <a:gd name="connsiteY10" fmla="*/ 146114 h 338995"/>
              <a:gd name="connsiteX11" fmla="*/ 97701 w 294145"/>
              <a:gd name="connsiteY11" fmla="*/ 148495 h 338995"/>
              <a:gd name="connsiteX12" fmla="*/ 102444 w 294145"/>
              <a:gd name="connsiteY12" fmla="*/ 146114 h 338995"/>
              <a:gd name="connsiteX13" fmla="*/ 102444 w 294145"/>
              <a:gd name="connsiteY13" fmla="*/ 136684 h 338995"/>
              <a:gd name="connsiteX14" fmla="*/ 81386 w 294145"/>
              <a:gd name="connsiteY14" fmla="*/ 115443 h 338995"/>
              <a:gd name="connsiteX15" fmla="*/ 92958 w 294145"/>
              <a:gd name="connsiteY15" fmla="*/ 235363 h 338995"/>
              <a:gd name="connsiteX16" fmla="*/ 71805 w 294145"/>
              <a:gd name="connsiteY16" fmla="*/ 256508 h 338995"/>
              <a:gd name="connsiteX17" fmla="*/ 71805 w 294145"/>
              <a:gd name="connsiteY17" fmla="*/ 265938 h 338995"/>
              <a:gd name="connsiteX18" fmla="*/ 76453 w 294145"/>
              <a:gd name="connsiteY18" fmla="*/ 268319 h 338995"/>
              <a:gd name="connsiteX19" fmla="*/ 81101 w 294145"/>
              <a:gd name="connsiteY19" fmla="*/ 265938 h 338995"/>
              <a:gd name="connsiteX20" fmla="*/ 102254 w 294145"/>
              <a:gd name="connsiteY20" fmla="*/ 244793 h 338995"/>
              <a:gd name="connsiteX21" fmla="*/ 102254 w 294145"/>
              <a:gd name="connsiteY21" fmla="*/ 235363 h 338995"/>
              <a:gd name="connsiteX22" fmla="*/ 92863 w 294145"/>
              <a:gd name="connsiteY22" fmla="*/ 235363 h 338995"/>
              <a:gd name="connsiteX23" fmla="*/ 245200 w 294145"/>
              <a:gd name="connsiteY23" fmla="*/ 183642 h 338995"/>
              <a:gd name="connsiteX24" fmla="*/ 217313 w 294145"/>
              <a:gd name="connsiteY24" fmla="*/ 183642 h 338995"/>
              <a:gd name="connsiteX25" fmla="*/ 210293 w 294145"/>
              <a:gd name="connsiteY25" fmla="*/ 190691 h 338995"/>
              <a:gd name="connsiteX26" fmla="*/ 217218 w 294145"/>
              <a:gd name="connsiteY26" fmla="*/ 197834 h 338995"/>
              <a:gd name="connsiteX27" fmla="*/ 245105 w 294145"/>
              <a:gd name="connsiteY27" fmla="*/ 197834 h 338995"/>
              <a:gd name="connsiteX28" fmla="*/ 252124 w 294145"/>
              <a:gd name="connsiteY28" fmla="*/ 190786 h 338995"/>
              <a:gd name="connsiteX29" fmla="*/ 245200 w 294145"/>
              <a:gd name="connsiteY29" fmla="*/ 183642 h 338995"/>
              <a:gd name="connsiteX30" fmla="*/ 146930 w 294145"/>
              <a:gd name="connsiteY30" fmla="*/ 254127 h 338995"/>
              <a:gd name="connsiteX31" fmla="*/ 139816 w 294145"/>
              <a:gd name="connsiteY31" fmla="*/ 261080 h 338995"/>
              <a:gd name="connsiteX32" fmla="*/ 139816 w 294145"/>
              <a:gd name="connsiteY32" fmla="*/ 289084 h 338995"/>
              <a:gd name="connsiteX33" fmla="*/ 146836 w 294145"/>
              <a:gd name="connsiteY33" fmla="*/ 296132 h 338995"/>
              <a:gd name="connsiteX34" fmla="*/ 153950 w 294145"/>
              <a:gd name="connsiteY34" fmla="*/ 289179 h 338995"/>
              <a:gd name="connsiteX35" fmla="*/ 153950 w 294145"/>
              <a:gd name="connsiteY35" fmla="*/ 261176 h 338995"/>
              <a:gd name="connsiteX36" fmla="*/ 146930 w 294145"/>
              <a:gd name="connsiteY36" fmla="*/ 254127 h 338995"/>
              <a:gd name="connsiteX37" fmla="*/ 147215 w 294145"/>
              <a:gd name="connsiteY37" fmla="*/ 85058 h 338995"/>
              <a:gd name="connsiteX38" fmla="*/ 140101 w 294145"/>
              <a:gd name="connsiteY38" fmla="*/ 92012 h 338995"/>
              <a:gd name="connsiteX39" fmla="*/ 140101 w 294145"/>
              <a:gd name="connsiteY39" fmla="*/ 120015 h 338995"/>
              <a:gd name="connsiteX40" fmla="*/ 147120 w 294145"/>
              <a:gd name="connsiteY40" fmla="*/ 127064 h 338995"/>
              <a:gd name="connsiteX41" fmla="*/ 154234 w 294145"/>
              <a:gd name="connsiteY41" fmla="*/ 120110 h 338995"/>
              <a:gd name="connsiteX42" fmla="*/ 154234 w 294145"/>
              <a:gd name="connsiteY42" fmla="*/ 92107 h 338995"/>
              <a:gd name="connsiteX43" fmla="*/ 147215 w 294145"/>
              <a:gd name="connsiteY43" fmla="*/ 85058 h 338995"/>
              <a:gd name="connsiteX44" fmla="*/ 200618 w 294145"/>
              <a:gd name="connsiteY44" fmla="*/ 235553 h 338995"/>
              <a:gd name="connsiteX45" fmla="*/ 191228 w 294145"/>
              <a:gd name="connsiteY45" fmla="*/ 235553 h 338995"/>
              <a:gd name="connsiteX46" fmla="*/ 191228 w 294145"/>
              <a:gd name="connsiteY46" fmla="*/ 244983 h 338995"/>
              <a:gd name="connsiteX47" fmla="*/ 212285 w 294145"/>
              <a:gd name="connsiteY47" fmla="*/ 266224 h 338995"/>
              <a:gd name="connsiteX48" fmla="*/ 216933 w 294145"/>
              <a:gd name="connsiteY48" fmla="*/ 268605 h 338995"/>
              <a:gd name="connsiteX49" fmla="*/ 221581 w 294145"/>
              <a:gd name="connsiteY49" fmla="*/ 266224 h 338995"/>
              <a:gd name="connsiteX50" fmla="*/ 221581 w 294145"/>
              <a:gd name="connsiteY50" fmla="*/ 256794 h 338995"/>
              <a:gd name="connsiteX51" fmla="*/ 200523 w 294145"/>
              <a:gd name="connsiteY51" fmla="*/ 235553 h 338995"/>
              <a:gd name="connsiteX52" fmla="*/ 196065 w 294145"/>
              <a:gd name="connsiteY52" fmla="*/ 148685 h 338995"/>
              <a:gd name="connsiteX53" fmla="*/ 200808 w 294145"/>
              <a:gd name="connsiteY53" fmla="*/ 146304 h 338995"/>
              <a:gd name="connsiteX54" fmla="*/ 221961 w 294145"/>
              <a:gd name="connsiteY54" fmla="*/ 125159 h 338995"/>
              <a:gd name="connsiteX55" fmla="*/ 221961 w 294145"/>
              <a:gd name="connsiteY55" fmla="*/ 115729 h 338995"/>
              <a:gd name="connsiteX56" fmla="*/ 212570 w 294145"/>
              <a:gd name="connsiteY56" fmla="*/ 115729 h 338995"/>
              <a:gd name="connsiteX57" fmla="*/ 191417 w 294145"/>
              <a:gd name="connsiteY57" fmla="*/ 136874 h 338995"/>
              <a:gd name="connsiteX58" fmla="*/ 191417 w 294145"/>
              <a:gd name="connsiteY58" fmla="*/ 146304 h 338995"/>
              <a:gd name="connsiteX59" fmla="*/ 196065 w 294145"/>
              <a:gd name="connsiteY59" fmla="*/ 148685 h 338995"/>
              <a:gd name="connsiteX60" fmla="*/ 294050 w 294145"/>
              <a:gd name="connsiteY60" fmla="*/ 191262 h 338995"/>
              <a:gd name="connsiteX61" fmla="*/ 146741 w 294145"/>
              <a:gd name="connsiteY61" fmla="*/ 338995 h 338995"/>
              <a:gd name="connsiteX62" fmla="*/ 0 w 294145"/>
              <a:gd name="connsiteY62" fmla="*/ 190691 h 338995"/>
              <a:gd name="connsiteX63" fmla="*/ 140196 w 294145"/>
              <a:gd name="connsiteY63" fmla="*/ 43244 h 338995"/>
              <a:gd name="connsiteX64" fmla="*/ 140196 w 294145"/>
              <a:gd name="connsiteY64" fmla="*/ 14288 h 338995"/>
              <a:gd name="connsiteX65" fmla="*/ 133082 w 294145"/>
              <a:gd name="connsiteY65" fmla="*/ 14288 h 338995"/>
              <a:gd name="connsiteX66" fmla="*/ 125968 w 294145"/>
              <a:gd name="connsiteY66" fmla="*/ 7144 h 338995"/>
              <a:gd name="connsiteX67" fmla="*/ 133082 w 294145"/>
              <a:gd name="connsiteY67" fmla="*/ 0 h 338995"/>
              <a:gd name="connsiteX68" fmla="*/ 161538 w 294145"/>
              <a:gd name="connsiteY68" fmla="*/ 0 h 338995"/>
              <a:gd name="connsiteX69" fmla="*/ 168652 w 294145"/>
              <a:gd name="connsiteY69" fmla="*/ 7239 h 338995"/>
              <a:gd name="connsiteX70" fmla="*/ 161538 w 294145"/>
              <a:gd name="connsiteY70" fmla="*/ 14383 h 338995"/>
              <a:gd name="connsiteX71" fmla="*/ 154424 w 294145"/>
              <a:gd name="connsiteY71" fmla="*/ 14383 h 338995"/>
              <a:gd name="connsiteX72" fmla="*/ 154424 w 294145"/>
              <a:gd name="connsiteY72" fmla="*/ 43339 h 338995"/>
              <a:gd name="connsiteX73" fmla="*/ 242829 w 294145"/>
              <a:gd name="connsiteY73" fmla="*/ 78486 h 338995"/>
              <a:gd name="connsiteX74" fmla="*/ 260661 w 294145"/>
              <a:gd name="connsiteY74" fmla="*/ 60484 h 338995"/>
              <a:gd name="connsiteX75" fmla="*/ 254780 w 294145"/>
              <a:gd name="connsiteY75" fmla="*/ 54578 h 338995"/>
              <a:gd name="connsiteX76" fmla="*/ 254780 w 294145"/>
              <a:gd name="connsiteY76" fmla="*/ 45149 h 338995"/>
              <a:gd name="connsiteX77" fmla="*/ 264171 w 294145"/>
              <a:gd name="connsiteY77" fmla="*/ 45149 h 338995"/>
              <a:gd name="connsiteX78" fmla="*/ 272328 w 294145"/>
              <a:gd name="connsiteY78" fmla="*/ 53340 h 338995"/>
              <a:gd name="connsiteX79" fmla="*/ 274984 w 294145"/>
              <a:gd name="connsiteY79" fmla="*/ 55531 h 338995"/>
              <a:gd name="connsiteX80" fmla="*/ 277071 w 294145"/>
              <a:gd name="connsiteY80" fmla="*/ 58198 h 338995"/>
              <a:gd name="connsiteX81" fmla="*/ 285229 w 294145"/>
              <a:gd name="connsiteY81" fmla="*/ 66389 h 338995"/>
              <a:gd name="connsiteX82" fmla="*/ 285229 w 294145"/>
              <a:gd name="connsiteY82" fmla="*/ 75819 h 338995"/>
              <a:gd name="connsiteX83" fmla="*/ 280581 w 294145"/>
              <a:gd name="connsiteY83" fmla="*/ 78200 h 338995"/>
              <a:gd name="connsiteX84" fmla="*/ 275933 w 294145"/>
              <a:gd name="connsiteY84" fmla="*/ 75819 h 338995"/>
              <a:gd name="connsiteX85" fmla="*/ 270147 w 294145"/>
              <a:gd name="connsiteY85" fmla="*/ 70009 h 338995"/>
              <a:gd name="connsiteX86" fmla="*/ 252599 w 294145"/>
              <a:gd name="connsiteY86" fmla="*/ 87725 h 338995"/>
              <a:gd name="connsiteX87" fmla="*/ 294145 w 294145"/>
              <a:gd name="connsiteY87" fmla="*/ 191357 h 338995"/>
              <a:gd name="connsiteX88" fmla="*/ 280012 w 294145"/>
              <a:gd name="connsiteY88" fmla="*/ 191262 h 338995"/>
              <a:gd name="connsiteX89" fmla="*/ 147215 w 294145"/>
              <a:gd name="connsiteY89" fmla="*/ 57055 h 338995"/>
              <a:gd name="connsiteX90" fmla="*/ 13944 w 294145"/>
              <a:gd name="connsiteY90" fmla="*/ 190786 h 338995"/>
              <a:gd name="connsiteX91" fmla="*/ 146741 w 294145"/>
              <a:gd name="connsiteY91" fmla="*/ 324993 h 338995"/>
              <a:gd name="connsiteX92" fmla="*/ 280012 w 294145"/>
              <a:gd name="connsiteY92" fmla="*/ 191262 h 338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94145" h="338995">
                <a:moveTo>
                  <a:pt x="76833" y="197644"/>
                </a:moveTo>
                <a:lnTo>
                  <a:pt x="48946" y="197644"/>
                </a:lnTo>
                <a:cubicBezTo>
                  <a:pt x="45436" y="197644"/>
                  <a:pt x="41926" y="194024"/>
                  <a:pt x="42021" y="190405"/>
                </a:cubicBezTo>
                <a:cubicBezTo>
                  <a:pt x="42116" y="186785"/>
                  <a:pt x="45531" y="183261"/>
                  <a:pt x="49040" y="183261"/>
                </a:cubicBezTo>
                <a:lnTo>
                  <a:pt x="76928" y="183261"/>
                </a:lnTo>
                <a:cubicBezTo>
                  <a:pt x="81576" y="183261"/>
                  <a:pt x="83947" y="186880"/>
                  <a:pt x="83852" y="190500"/>
                </a:cubicBezTo>
                <a:cubicBezTo>
                  <a:pt x="83757" y="194120"/>
                  <a:pt x="81481" y="197644"/>
                  <a:pt x="76833" y="197644"/>
                </a:cubicBezTo>
                <a:close/>
                <a:moveTo>
                  <a:pt x="81386" y="115443"/>
                </a:moveTo>
                <a:cubicBezTo>
                  <a:pt x="79014" y="111919"/>
                  <a:pt x="74367" y="111919"/>
                  <a:pt x="71995" y="115443"/>
                </a:cubicBezTo>
                <a:cubicBezTo>
                  <a:pt x="69624" y="117824"/>
                  <a:pt x="69624" y="122491"/>
                  <a:pt x="71995" y="124873"/>
                </a:cubicBezTo>
                <a:lnTo>
                  <a:pt x="93053" y="146114"/>
                </a:lnTo>
                <a:cubicBezTo>
                  <a:pt x="94191" y="147257"/>
                  <a:pt x="96563" y="148495"/>
                  <a:pt x="97701" y="148495"/>
                </a:cubicBezTo>
                <a:cubicBezTo>
                  <a:pt x="100072" y="148495"/>
                  <a:pt x="101210" y="147352"/>
                  <a:pt x="102444" y="146114"/>
                </a:cubicBezTo>
                <a:cubicBezTo>
                  <a:pt x="105953" y="143732"/>
                  <a:pt x="105953" y="139065"/>
                  <a:pt x="102444" y="136684"/>
                </a:cubicBezTo>
                <a:lnTo>
                  <a:pt x="81386" y="115443"/>
                </a:lnTo>
                <a:close/>
                <a:moveTo>
                  <a:pt x="92958" y="235363"/>
                </a:moveTo>
                <a:lnTo>
                  <a:pt x="71805" y="256508"/>
                </a:lnTo>
                <a:cubicBezTo>
                  <a:pt x="69434" y="258890"/>
                  <a:pt x="69434" y="263557"/>
                  <a:pt x="71805" y="265938"/>
                </a:cubicBezTo>
                <a:cubicBezTo>
                  <a:pt x="72944" y="267081"/>
                  <a:pt x="75315" y="268319"/>
                  <a:pt x="76453" y="268319"/>
                </a:cubicBezTo>
                <a:cubicBezTo>
                  <a:pt x="78825" y="268319"/>
                  <a:pt x="79963" y="267176"/>
                  <a:pt x="81101" y="265938"/>
                </a:cubicBezTo>
                <a:lnTo>
                  <a:pt x="102254" y="244793"/>
                </a:lnTo>
                <a:cubicBezTo>
                  <a:pt x="105764" y="242411"/>
                  <a:pt x="105764" y="237744"/>
                  <a:pt x="102254" y="235363"/>
                </a:cubicBezTo>
                <a:cubicBezTo>
                  <a:pt x="99882" y="231839"/>
                  <a:pt x="95235" y="231839"/>
                  <a:pt x="92863" y="235363"/>
                </a:cubicBezTo>
                <a:close/>
                <a:moveTo>
                  <a:pt x="245200" y="183642"/>
                </a:moveTo>
                <a:lnTo>
                  <a:pt x="217313" y="183642"/>
                </a:lnTo>
                <a:cubicBezTo>
                  <a:pt x="213803" y="183642"/>
                  <a:pt x="210293" y="187166"/>
                  <a:pt x="210293" y="190691"/>
                </a:cubicBezTo>
                <a:cubicBezTo>
                  <a:pt x="210293" y="194215"/>
                  <a:pt x="213803" y="197834"/>
                  <a:pt x="217218" y="197834"/>
                </a:cubicBezTo>
                <a:lnTo>
                  <a:pt x="245105" y="197834"/>
                </a:lnTo>
                <a:cubicBezTo>
                  <a:pt x="249753" y="197834"/>
                  <a:pt x="252124" y="194310"/>
                  <a:pt x="252124" y="190786"/>
                </a:cubicBezTo>
                <a:cubicBezTo>
                  <a:pt x="252124" y="187262"/>
                  <a:pt x="249848" y="183642"/>
                  <a:pt x="245200" y="183642"/>
                </a:cubicBezTo>
                <a:close/>
                <a:moveTo>
                  <a:pt x="146930" y="254127"/>
                </a:moveTo>
                <a:cubicBezTo>
                  <a:pt x="143421" y="254127"/>
                  <a:pt x="139816" y="257651"/>
                  <a:pt x="139816" y="261080"/>
                </a:cubicBezTo>
                <a:lnTo>
                  <a:pt x="139816" y="289084"/>
                </a:lnTo>
                <a:cubicBezTo>
                  <a:pt x="139816" y="292608"/>
                  <a:pt x="143326" y="296132"/>
                  <a:pt x="146836" y="296132"/>
                </a:cubicBezTo>
                <a:cubicBezTo>
                  <a:pt x="151578" y="296132"/>
                  <a:pt x="153950" y="292608"/>
                  <a:pt x="153950" y="289179"/>
                </a:cubicBezTo>
                <a:lnTo>
                  <a:pt x="153950" y="261176"/>
                </a:lnTo>
                <a:cubicBezTo>
                  <a:pt x="153950" y="257651"/>
                  <a:pt x="151673" y="254127"/>
                  <a:pt x="146930" y="254127"/>
                </a:cubicBezTo>
                <a:close/>
                <a:moveTo>
                  <a:pt x="147215" y="85058"/>
                </a:moveTo>
                <a:cubicBezTo>
                  <a:pt x="143705" y="85058"/>
                  <a:pt x="140101" y="88582"/>
                  <a:pt x="140101" y="92012"/>
                </a:cubicBezTo>
                <a:lnTo>
                  <a:pt x="140101" y="120015"/>
                </a:lnTo>
                <a:cubicBezTo>
                  <a:pt x="140101" y="123539"/>
                  <a:pt x="143611" y="127064"/>
                  <a:pt x="147120" y="127064"/>
                </a:cubicBezTo>
                <a:cubicBezTo>
                  <a:pt x="151863" y="127064"/>
                  <a:pt x="154234" y="123539"/>
                  <a:pt x="154234" y="120110"/>
                </a:cubicBezTo>
                <a:lnTo>
                  <a:pt x="154234" y="92107"/>
                </a:lnTo>
                <a:cubicBezTo>
                  <a:pt x="154234" y="88582"/>
                  <a:pt x="151958" y="85058"/>
                  <a:pt x="147215" y="85058"/>
                </a:cubicBezTo>
                <a:close/>
                <a:moveTo>
                  <a:pt x="200618" y="235553"/>
                </a:moveTo>
                <a:cubicBezTo>
                  <a:pt x="198247" y="232029"/>
                  <a:pt x="193599" y="232029"/>
                  <a:pt x="191228" y="235553"/>
                </a:cubicBezTo>
                <a:cubicBezTo>
                  <a:pt x="188856" y="237935"/>
                  <a:pt x="188856" y="242602"/>
                  <a:pt x="191228" y="244983"/>
                </a:cubicBezTo>
                <a:lnTo>
                  <a:pt x="212285" y="266224"/>
                </a:lnTo>
                <a:cubicBezTo>
                  <a:pt x="213424" y="267367"/>
                  <a:pt x="215795" y="268605"/>
                  <a:pt x="216933" y="268605"/>
                </a:cubicBezTo>
                <a:cubicBezTo>
                  <a:pt x="219305" y="268605"/>
                  <a:pt x="220443" y="267462"/>
                  <a:pt x="221581" y="266224"/>
                </a:cubicBezTo>
                <a:cubicBezTo>
                  <a:pt x="225091" y="263843"/>
                  <a:pt x="225091" y="259175"/>
                  <a:pt x="221581" y="256794"/>
                </a:cubicBezTo>
                <a:lnTo>
                  <a:pt x="200523" y="235553"/>
                </a:lnTo>
                <a:close/>
                <a:moveTo>
                  <a:pt x="196065" y="148685"/>
                </a:moveTo>
                <a:cubicBezTo>
                  <a:pt x="198437" y="148685"/>
                  <a:pt x="199575" y="147542"/>
                  <a:pt x="200808" y="146304"/>
                </a:cubicBezTo>
                <a:lnTo>
                  <a:pt x="221961" y="125159"/>
                </a:lnTo>
                <a:cubicBezTo>
                  <a:pt x="225470" y="122777"/>
                  <a:pt x="225470" y="118110"/>
                  <a:pt x="221961" y="115729"/>
                </a:cubicBezTo>
                <a:cubicBezTo>
                  <a:pt x="219589" y="112205"/>
                  <a:pt x="214941" y="112205"/>
                  <a:pt x="212570" y="115729"/>
                </a:cubicBezTo>
                <a:lnTo>
                  <a:pt x="191417" y="136874"/>
                </a:lnTo>
                <a:cubicBezTo>
                  <a:pt x="189046" y="139255"/>
                  <a:pt x="189046" y="143923"/>
                  <a:pt x="191417" y="146304"/>
                </a:cubicBezTo>
                <a:cubicBezTo>
                  <a:pt x="192556" y="147447"/>
                  <a:pt x="194927" y="148685"/>
                  <a:pt x="196065" y="148685"/>
                </a:cubicBezTo>
                <a:close/>
                <a:moveTo>
                  <a:pt x="294050" y="191262"/>
                </a:moveTo>
                <a:cubicBezTo>
                  <a:pt x="293955" y="272320"/>
                  <a:pt x="228411" y="339185"/>
                  <a:pt x="146741" y="338995"/>
                </a:cubicBezTo>
                <a:cubicBezTo>
                  <a:pt x="65071" y="338804"/>
                  <a:pt x="-189" y="271748"/>
                  <a:pt x="0" y="190691"/>
                </a:cubicBezTo>
                <a:cubicBezTo>
                  <a:pt x="95" y="110871"/>
                  <a:pt x="62889" y="46863"/>
                  <a:pt x="140196" y="43244"/>
                </a:cubicBezTo>
                <a:cubicBezTo>
                  <a:pt x="140196" y="28289"/>
                  <a:pt x="140196" y="19431"/>
                  <a:pt x="140196" y="14288"/>
                </a:cubicBezTo>
                <a:lnTo>
                  <a:pt x="133082" y="14288"/>
                </a:lnTo>
                <a:cubicBezTo>
                  <a:pt x="129572" y="14288"/>
                  <a:pt x="125968" y="10668"/>
                  <a:pt x="125968" y="7144"/>
                </a:cubicBezTo>
                <a:cubicBezTo>
                  <a:pt x="125968" y="3620"/>
                  <a:pt x="129572" y="0"/>
                  <a:pt x="133082" y="0"/>
                </a:cubicBezTo>
                <a:lnTo>
                  <a:pt x="161538" y="0"/>
                </a:lnTo>
                <a:cubicBezTo>
                  <a:pt x="166281" y="0"/>
                  <a:pt x="168652" y="3620"/>
                  <a:pt x="168652" y="7239"/>
                </a:cubicBezTo>
                <a:cubicBezTo>
                  <a:pt x="168652" y="10858"/>
                  <a:pt x="166281" y="14383"/>
                  <a:pt x="161538" y="14383"/>
                </a:cubicBezTo>
                <a:lnTo>
                  <a:pt x="154424" y="14383"/>
                </a:lnTo>
                <a:cubicBezTo>
                  <a:pt x="154424" y="29908"/>
                  <a:pt x="154424" y="38481"/>
                  <a:pt x="154424" y="43339"/>
                </a:cubicBezTo>
                <a:cubicBezTo>
                  <a:pt x="188192" y="44958"/>
                  <a:pt x="218925" y="57817"/>
                  <a:pt x="242829" y="78486"/>
                </a:cubicBezTo>
                <a:cubicBezTo>
                  <a:pt x="251935" y="69342"/>
                  <a:pt x="257436" y="63818"/>
                  <a:pt x="260661" y="60484"/>
                </a:cubicBezTo>
                <a:cubicBezTo>
                  <a:pt x="254875" y="54674"/>
                  <a:pt x="254780" y="54578"/>
                  <a:pt x="254780" y="54578"/>
                </a:cubicBezTo>
                <a:cubicBezTo>
                  <a:pt x="252409" y="52197"/>
                  <a:pt x="252409" y="47530"/>
                  <a:pt x="254780" y="45149"/>
                </a:cubicBezTo>
                <a:cubicBezTo>
                  <a:pt x="257152" y="41624"/>
                  <a:pt x="261800" y="41624"/>
                  <a:pt x="264171" y="45149"/>
                </a:cubicBezTo>
                <a:cubicBezTo>
                  <a:pt x="267396" y="48387"/>
                  <a:pt x="270052" y="51054"/>
                  <a:pt x="272328" y="53340"/>
                </a:cubicBezTo>
                <a:cubicBezTo>
                  <a:pt x="273372" y="53816"/>
                  <a:pt x="274320" y="54388"/>
                  <a:pt x="274984" y="55531"/>
                </a:cubicBezTo>
                <a:cubicBezTo>
                  <a:pt x="276028" y="56197"/>
                  <a:pt x="276692" y="57150"/>
                  <a:pt x="277071" y="58198"/>
                </a:cubicBezTo>
                <a:cubicBezTo>
                  <a:pt x="285134" y="66294"/>
                  <a:pt x="285229" y="66389"/>
                  <a:pt x="285229" y="66389"/>
                </a:cubicBezTo>
                <a:cubicBezTo>
                  <a:pt x="288738" y="68770"/>
                  <a:pt x="288738" y="73438"/>
                  <a:pt x="285229" y="75819"/>
                </a:cubicBezTo>
                <a:cubicBezTo>
                  <a:pt x="284091" y="76962"/>
                  <a:pt x="282857" y="78200"/>
                  <a:pt x="280581" y="78200"/>
                </a:cubicBezTo>
                <a:cubicBezTo>
                  <a:pt x="279443" y="78200"/>
                  <a:pt x="277071" y="77057"/>
                  <a:pt x="275933" y="75819"/>
                </a:cubicBezTo>
                <a:cubicBezTo>
                  <a:pt x="273751" y="73628"/>
                  <a:pt x="271949" y="71818"/>
                  <a:pt x="270147" y="70009"/>
                </a:cubicBezTo>
                <a:cubicBezTo>
                  <a:pt x="261136" y="79057"/>
                  <a:pt x="255824" y="84487"/>
                  <a:pt x="252599" y="87725"/>
                </a:cubicBezTo>
                <a:cubicBezTo>
                  <a:pt x="278399" y="114395"/>
                  <a:pt x="294145" y="150876"/>
                  <a:pt x="294145" y="191357"/>
                </a:cubicBezTo>
                <a:close/>
                <a:moveTo>
                  <a:pt x="280012" y="191262"/>
                </a:moveTo>
                <a:cubicBezTo>
                  <a:pt x="280107" y="117253"/>
                  <a:pt x="220728" y="57245"/>
                  <a:pt x="147215" y="57055"/>
                </a:cubicBezTo>
                <a:cubicBezTo>
                  <a:pt x="73703" y="56959"/>
                  <a:pt x="14134" y="116776"/>
                  <a:pt x="13944" y="190786"/>
                </a:cubicBezTo>
                <a:cubicBezTo>
                  <a:pt x="13849" y="264795"/>
                  <a:pt x="73228" y="324803"/>
                  <a:pt x="146741" y="324993"/>
                </a:cubicBezTo>
                <a:cubicBezTo>
                  <a:pt x="220253" y="325088"/>
                  <a:pt x="279822" y="265271"/>
                  <a:pt x="280012" y="19126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3" name="Graphic 119">
            <a:extLst>
              <a:ext uri="{FF2B5EF4-FFF2-40B4-BE49-F238E27FC236}">
                <a16:creationId xmlns:a16="http://schemas.microsoft.com/office/drawing/2014/main" id="{7952DFB6-FDC9-ED20-79B2-B58C40450937}"/>
              </a:ext>
            </a:extLst>
          </p:cNvPr>
          <p:cNvSpPr/>
          <p:nvPr/>
        </p:nvSpPr>
        <p:spPr>
          <a:xfrm>
            <a:off x="10479598" y="1457334"/>
            <a:ext cx="392302" cy="452119"/>
          </a:xfrm>
          <a:custGeom>
            <a:avLst/>
            <a:gdLst>
              <a:gd name="connsiteX0" fmla="*/ 76833 w 294145"/>
              <a:gd name="connsiteY0" fmla="*/ 197644 h 338995"/>
              <a:gd name="connsiteX1" fmla="*/ 48946 w 294145"/>
              <a:gd name="connsiteY1" fmla="*/ 197644 h 338995"/>
              <a:gd name="connsiteX2" fmla="*/ 42021 w 294145"/>
              <a:gd name="connsiteY2" fmla="*/ 190405 h 338995"/>
              <a:gd name="connsiteX3" fmla="*/ 49040 w 294145"/>
              <a:gd name="connsiteY3" fmla="*/ 183261 h 338995"/>
              <a:gd name="connsiteX4" fmla="*/ 76928 w 294145"/>
              <a:gd name="connsiteY4" fmla="*/ 183261 h 338995"/>
              <a:gd name="connsiteX5" fmla="*/ 83852 w 294145"/>
              <a:gd name="connsiteY5" fmla="*/ 190500 h 338995"/>
              <a:gd name="connsiteX6" fmla="*/ 76833 w 294145"/>
              <a:gd name="connsiteY6" fmla="*/ 197644 h 338995"/>
              <a:gd name="connsiteX7" fmla="*/ 81386 w 294145"/>
              <a:gd name="connsiteY7" fmla="*/ 115443 h 338995"/>
              <a:gd name="connsiteX8" fmla="*/ 71995 w 294145"/>
              <a:gd name="connsiteY8" fmla="*/ 115443 h 338995"/>
              <a:gd name="connsiteX9" fmla="*/ 71995 w 294145"/>
              <a:gd name="connsiteY9" fmla="*/ 124873 h 338995"/>
              <a:gd name="connsiteX10" fmla="*/ 93053 w 294145"/>
              <a:gd name="connsiteY10" fmla="*/ 146114 h 338995"/>
              <a:gd name="connsiteX11" fmla="*/ 97701 w 294145"/>
              <a:gd name="connsiteY11" fmla="*/ 148495 h 338995"/>
              <a:gd name="connsiteX12" fmla="*/ 102444 w 294145"/>
              <a:gd name="connsiteY12" fmla="*/ 146114 h 338995"/>
              <a:gd name="connsiteX13" fmla="*/ 102444 w 294145"/>
              <a:gd name="connsiteY13" fmla="*/ 136684 h 338995"/>
              <a:gd name="connsiteX14" fmla="*/ 81386 w 294145"/>
              <a:gd name="connsiteY14" fmla="*/ 115443 h 338995"/>
              <a:gd name="connsiteX15" fmla="*/ 92958 w 294145"/>
              <a:gd name="connsiteY15" fmla="*/ 235363 h 338995"/>
              <a:gd name="connsiteX16" fmla="*/ 71805 w 294145"/>
              <a:gd name="connsiteY16" fmla="*/ 256508 h 338995"/>
              <a:gd name="connsiteX17" fmla="*/ 71805 w 294145"/>
              <a:gd name="connsiteY17" fmla="*/ 265938 h 338995"/>
              <a:gd name="connsiteX18" fmla="*/ 76453 w 294145"/>
              <a:gd name="connsiteY18" fmla="*/ 268319 h 338995"/>
              <a:gd name="connsiteX19" fmla="*/ 81101 w 294145"/>
              <a:gd name="connsiteY19" fmla="*/ 265938 h 338995"/>
              <a:gd name="connsiteX20" fmla="*/ 102254 w 294145"/>
              <a:gd name="connsiteY20" fmla="*/ 244793 h 338995"/>
              <a:gd name="connsiteX21" fmla="*/ 102254 w 294145"/>
              <a:gd name="connsiteY21" fmla="*/ 235363 h 338995"/>
              <a:gd name="connsiteX22" fmla="*/ 92863 w 294145"/>
              <a:gd name="connsiteY22" fmla="*/ 235363 h 338995"/>
              <a:gd name="connsiteX23" fmla="*/ 245200 w 294145"/>
              <a:gd name="connsiteY23" fmla="*/ 183642 h 338995"/>
              <a:gd name="connsiteX24" fmla="*/ 217313 w 294145"/>
              <a:gd name="connsiteY24" fmla="*/ 183642 h 338995"/>
              <a:gd name="connsiteX25" fmla="*/ 210293 w 294145"/>
              <a:gd name="connsiteY25" fmla="*/ 190691 h 338995"/>
              <a:gd name="connsiteX26" fmla="*/ 217218 w 294145"/>
              <a:gd name="connsiteY26" fmla="*/ 197834 h 338995"/>
              <a:gd name="connsiteX27" fmla="*/ 245105 w 294145"/>
              <a:gd name="connsiteY27" fmla="*/ 197834 h 338995"/>
              <a:gd name="connsiteX28" fmla="*/ 252124 w 294145"/>
              <a:gd name="connsiteY28" fmla="*/ 190786 h 338995"/>
              <a:gd name="connsiteX29" fmla="*/ 245200 w 294145"/>
              <a:gd name="connsiteY29" fmla="*/ 183642 h 338995"/>
              <a:gd name="connsiteX30" fmla="*/ 146930 w 294145"/>
              <a:gd name="connsiteY30" fmla="*/ 254127 h 338995"/>
              <a:gd name="connsiteX31" fmla="*/ 139816 w 294145"/>
              <a:gd name="connsiteY31" fmla="*/ 261080 h 338995"/>
              <a:gd name="connsiteX32" fmla="*/ 139816 w 294145"/>
              <a:gd name="connsiteY32" fmla="*/ 289084 h 338995"/>
              <a:gd name="connsiteX33" fmla="*/ 146836 w 294145"/>
              <a:gd name="connsiteY33" fmla="*/ 296132 h 338995"/>
              <a:gd name="connsiteX34" fmla="*/ 153950 w 294145"/>
              <a:gd name="connsiteY34" fmla="*/ 289179 h 338995"/>
              <a:gd name="connsiteX35" fmla="*/ 153950 w 294145"/>
              <a:gd name="connsiteY35" fmla="*/ 261176 h 338995"/>
              <a:gd name="connsiteX36" fmla="*/ 146930 w 294145"/>
              <a:gd name="connsiteY36" fmla="*/ 254127 h 338995"/>
              <a:gd name="connsiteX37" fmla="*/ 147215 w 294145"/>
              <a:gd name="connsiteY37" fmla="*/ 85058 h 338995"/>
              <a:gd name="connsiteX38" fmla="*/ 140101 w 294145"/>
              <a:gd name="connsiteY38" fmla="*/ 92012 h 338995"/>
              <a:gd name="connsiteX39" fmla="*/ 140101 w 294145"/>
              <a:gd name="connsiteY39" fmla="*/ 120015 h 338995"/>
              <a:gd name="connsiteX40" fmla="*/ 147120 w 294145"/>
              <a:gd name="connsiteY40" fmla="*/ 127064 h 338995"/>
              <a:gd name="connsiteX41" fmla="*/ 154234 w 294145"/>
              <a:gd name="connsiteY41" fmla="*/ 120110 h 338995"/>
              <a:gd name="connsiteX42" fmla="*/ 154234 w 294145"/>
              <a:gd name="connsiteY42" fmla="*/ 92107 h 338995"/>
              <a:gd name="connsiteX43" fmla="*/ 147215 w 294145"/>
              <a:gd name="connsiteY43" fmla="*/ 85058 h 338995"/>
              <a:gd name="connsiteX44" fmla="*/ 200618 w 294145"/>
              <a:gd name="connsiteY44" fmla="*/ 235553 h 338995"/>
              <a:gd name="connsiteX45" fmla="*/ 191228 w 294145"/>
              <a:gd name="connsiteY45" fmla="*/ 235553 h 338995"/>
              <a:gd name="connsiteX46" fmla="*/ 191228 w 294145"/>
              <a:gd name="connsiteY46" fmla="*/ 244983 h 338995"/>
              <a:gd name="connsiteX47" fmla="*/ 212285 w 294145"/>
              <a:gd name="connsiteY47" fmla="*/ 266224 h 338995"/>
              <a:gd name="connsiteX48" fmla="*/ 216933 w 294145"/>
              <a:gd name="connsiteY48" fmla="*/ 268605 h 338995"/>
              <a:gd name="connsiteX49" fmla="*/ 221581 w 294145"/>
              <a:gd name="connsiteY49" fmla="*/ 266224 h 338995"/>
              <a:gd name="connsiteX50" fmla="*/ 221581 w 294145"/>
              <a:gd name="connsiteY50" fmla="*/ 256794 h 338995"/>
              <a:gd name="connsiteX51" fmla="*/ 200523 w 294145"/>
              <a:gd name="connsiteY51" fmla="*/ 235553 h 338995"/>
              <a:gd name="connsiteX52" fmla="*/ 196065 w 294145"/>
              <a:gd name="connsiteY52" fmla="*/ 148685 h 338995"/>
              <a:gd name="connsiteX53" fmla="*/ 200808 w 294145"/>
              <a:gd name="connsiteY53" fmla="*/ 146304 h 338995"/>
              <a:gd name="connsiteX54" fmla="*/ 221961 w 294145"/>
              <a:gd name="connsiteY54" fmla="*/ 125159 h 338995"/>
              <a:gd name="connsiteX55" fmla="*/ 221961 w 294145"/>
              <a:gd name="connsiteY55" fmla="*/ 115729 h 338995"/>
              <a:gd name="connsiteX56" fmla="*/ 212570 w 294145"/>
              <a:gd name="connsiteY56" fmla="*/ 115729 h 338995"/>
              <a:gd name="connsiteX57" fmla="*/ 191417 w 294145"/>
              <a:gd name="connsiteY57" fmla="*/ 136874 h 338995"/>
              <a:gd name="connsiteX58" fmla="*/ 191417 w 294145"/>
              <a:gd name="connsiteY58" fmla="*/ 146304 h 338995"/>
              <a:gd name="connsiteX59" fmla="*/ 196065 w 294145"/>
              <a:gd name="connsiteY59" fmla="*/ 148685 h 338995"/>
              <a:gd name="connsiteX60" fmla="*/ 294050 w 294145"/>
              <a:gd name="connsiteY60" fmla="*/ 191262 h 338995"/>
              <a:gd name="connsiteX61" fmla="*/ 146741 w 294145"/>
              <a:gd name="connsiteY61" fmla="*/ 338995 h 338995"/>
              <a:gd name="connsiteX62" fmla="*/ 0 w 294145"/>
              <a:gd name="connsiteY62" fmla="*/ 190691 h 338995"/>
              <a:gd name="connsiteX63" fmla="*/ 140196 w 294145"/>
              <a:gd name="connsiteY63" fmla="*/ 43244 h 338995"/>
              <a:gd name="connsiteX64" fmla="*/ 140196 w 294145"/>
              <a:gd name="connsiteY64" fmla="*/ 14288 h 338995"/>
              <a:gd name="connsiteX65" fmla="*/ 133082 w 294145"/>
              <a:gd name="connsiteY65" fmla="*/ 14288 h 338995"/>
              <a:gd name="connsiteX66" fmla="*/ 125968 w 294145"/>
              <a:gd name="connsiteY66" fmla="*/ 7144 h 338995"/>
              <a:gd name="connsiteX67" fmla="*/ 133082 w 294145"/>
              <a:gd name="connsiteY67" fmla="*/ 0 h 338995"/>
              <a:gd name="connsiteX68" fmla="*/ 161538 w 294145"/>
              <a:gd name="connsiteY68" fmla="*/ 0 h 338995"/>
              <a:gd name="connsiteX69" fmla="*/ 168652 w 294145"/>
              <a:gd name="connsiteY69" fmla="*/ 7239 h 338995"/>
              <a:gd name="connsiteX70" fmla="*/ 161538 w 294145"/>
              <a:gd name="connsiteY70" fmla="*/ 14383 h 338995"/>
              <a:gd name="connsiteX71" fmla="*/ 154424 w 294145"/>
              <a:gd name="connsiteY71" fmla="*/ 14383 h 338995"/>
              <a:gd name="connsiteX72" fmla="*/ 154424 w 294145"/>
              <a:gd name="connsiteY72" fmla="*/ 43339 h 338995"/>
              <a:gd name="connsiteX73" fmla="*/ 242829 w 294145"/>
              <a:gd name="connsiteY73" fmla="*/ 78486 h 338995"/>
              <a:gd name="connsiteX74" fmla="*/ 260661 w 294145"/>
              <a:gd name="connsiteY74" fmla="*/ 60484 h 338995"/>
              <a:gd name="connsiteX75" fmla="*/ 254780 w 294145"/>
              <a:gd name="connsiteY75" fmla="*/ 54578 h 338995"/>
              <a:gd name="connsiteX76" fmla="*/ 254780 w 294145"/>
              <a:gd name="connsiteY76" fmla="*/ 45149 h 338995"/>
              <a:gd name="connsiteX77" fmla="*/ 264171 w 294145"/>
              <a:gd name="connsiteY77" fmla="*/ 45149 h 338995"/>
              <a:gd name="connsiteX78" fmla="*/ 272328 w 294145"/>
              <a:gd name="connsiteY78" fmla="*/ 53340 h 338995"/>
              <a:gd name="connsiteX79" fmla="*/ 274984 w 294145"/>
              <a:gd name="connsiteY79" fmla="*/ 55531 h 338995"/>
              <a:gd name="connsiteX80" fmla="*/ 277071 w 294145"/>
              <a:gd name="connsiteY80" fmla="*/ 58198 h 338995"/>
              <a:gd name="connsiteX81" fmla="*/ 285229 w 294145"/>
              <a:gd name="connsiteY81" fmla="*/ 66389 h 338995"/>
              <a:gd name="connsiteX82" fmla="*/ 285229 w 294145"/>
              <a:gd name="connsiteY82" fmla="*/ 75819 h 338995"/>
              <a:gd name="connsiteX83" fmla="*/ 280581 w 294145"/>
              <a:gd name="connsiteY83" fmla="*/ 78200 h 338995"/>
              <a:gd name="connsiteX84" fmla="*/ 275933 w 294145"/>
              <a:gd name="connsiteY84" fmla="*/ 75819 h 338995"/>
              <a:gd name="connsiteX85" fmla="*/ 270147 w 294145"/>
              <a:gd name="connsiteY85" fmla="*/ 70009 h 338995"/>
              <a:gd name="connsiteX86" fmla="*/ 252599 w 294145"/>
              <a:gd name="connsiteY86" fmla="*/ 87725 h 338995"/>
              <a:gd name="connsiteX87" fmla="*/ 294145 w 294145"/>
              <a:gd name="connsiteY87" fmla="*/ 191357 h 338995"/>
              <a:gd name="connsiteX88" fmla="*/ 280012 w 294145"/>
              <a:gd name="connsiteY88" fmla="*/ 191262 h 338995"/>
              <a:gd name="connsiteX89" fmla="*/ 147215 w 294145"/>
              <a:gd name="connsiteY89" fmla="*/ 57055 h 338995"/>
              <a:gd name="connsiteX90" fmla="*/ 13944 w 294145"/>
              <a:gd name="connsiteY90" fmla="*/ 190786 h 338995"/>
              <a:gd name="connsiteX91" fmla="*/ 146741 w 294145"/>
              <a:gd name="connsiteY91" fmla="*/ 324993 h 338995"/>
              <a:gd name="connsiteX92" fmla="*/ 280012 w 294145"/>
              <a:gd name="connsiteY92" fmla="*/ 191262 h 338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94145" h="338995">
                <a:moveTo>
                  <a:pt x="76833" y="197644"/>
                </a:moveTo>
                <a:lnTo>
                  <a:pt x="48946" y="197644"/>
                </a:lnTo>
                <a:cubicBezTo>
                  <a:pt x="45436" y="197644"/>
                  <a:pt x="41926" y="194024"/>
                  <a:pt x="42021" y="190405"/>
                </a:cubicBezTo>
                <a:cubicBezTo>
                  <a:pt x="42116" y="186785"/>
                  <a:pt x="45531" y="183261"/>
                  <a:pt x="49040" y="183261"/>
                </a:cubicBezTo>
                <a:lnTo>
                  <a:pt x="76928" y="183261"/>
                </a:lnTo>
                <a:cubicBezTo>
                  <a:pt x="81576" y="183261"/>
                  <a:pt x="83947" y="186880"/>
                  <a:pt x="83852" y="190500"/>
                </a:cubicBezTo>
                <a:cubicBezTo>
                  <a:pt x="83757" y="194120"/>
                  <a:pt x="81481" y="197644"/>
                  <a:pt x="76833" y="197644"/>
                </a:cubicBezTo>
                <a:close/>
                <a:moveTo>
                  <a:pt x="81386" y="115443"/>
                </a:moveTo>
                <a:cubicBezTo>
                  <a:pt x="79014" y="111919"/>
                  <a:pt x="74367" y="111919"/>
                  <a:pt x="71995" y="115443"/>
                </a:cubicBezTo>
                <a:cubicBezTo>
                  <a:pt x="69624" y="117824"/>
                  <a:pt x="69624" y="122491"/>
                  <a:pt x="71995" y="124873"/>
                </a:cubicBezTo>
                <a:lnTo>
                  <a:pt x="93053" y="146114"/>
                </a:lnTo>
                <a:cubicBezTo>
                  <a:pt x="94191" y="147257"/>
                  <a:pt x="96563" y="148495"/>
                  <a:pt x="97701" y="148495"/>
                </a:cubicBezTo>
                <a:cubicBezTo>
                  <a:pt x="100072" y="148495"/>
                  <a:pt x="101210" y="147352"/>
                  <a:pt x="102444" y="146114"/>
                </a:cubicBezTo>
                <a:cubicBezTo>
                  <a:pt x="105953" y="143732"/>
                  <a:pt x="105953" y="139065"/>
                  <a:pt x="102444" y="136684"/>
                </a:cubicBezTo>
                <a:lnTo>
                  <a:pt x="81386" y="115443"/>
                </a:lnTo>
                <a:close/>
                <a:moveTo>
                  <a:pt x="92958" y="235363"/>
                </a:moveTo>
                <a:lnTo>
                  <a:pt x="71805" y="256508"/>
                </a:lnTo>
                <a:cubicBezTo>
                  <a:pt x="69434" y="258890"/>
                  <a:pt x="69434" y="263557"/>
                  <a:pt x="71805" y="265938"/>
                </a:cubicBezTo>
                <a:cubicBezTo>
                  <a:pt x="72944" y="267081"/>
                  <a:pt x="75315" y="268319"/>
                  <a:pt x="76453" y="268319"/>
                </a:cubicBezTo>
                <a:cubicBezTo>
                  <a:pt x="78825" y="268319"/>
                  <a:pt x="79963" y="267176"/>
                  <a:pt x="81101" y="265938"/>
                </a:cubicBezTo>
                <a:lnTo>
                  <a:pt x="102254" y="244793"/>
                </a:lnTo>
                <a:cubicBezTo>
                  <a:pt x="105764" y="242411"/>
                  <a:pt x="105764" y="237744"/>
                  <a:pt x="102254" y="235363"/>
                </a:cubicBezTo>
                <a:cubicBezTo>
                  <a:pt x="99882" y="231839"/>
                  <a:pt x="95235" y="231839"/>
                  <a:pt x="92863" y="235363"/>
                </a:cubicBezTo>
                <a:close/>
                <a:moveTo>
                  <a:pt x="245200" y="183642"/>
                </a:moveTo>
                <a:lnTo>
                  <a:pt x="217313" y="183642"/>
                </a:lnTo>
                <a:cubicBezTo>
                  <a:pt x="213803" y="183642"/>
                  <a:pt x="210293" y="187166"/>
                  <a:pt x="210293" y="190691"/>
                </a:cubicBezTo>
                <a:cubicBezTo>
                  <a:pt x="210293" y="194215"/>
                  <a:pt x="213803" y="197834"/>
                  <a:pt x="217218" y="197834"/>
                </a:cubicBezTo>
                <a:lnTo>
                  <a:pt x="245105" y="197834"/>
                </a:lnTo>
                <a:cubicBezTo>
                  <a:pt x="249753" y="197834"/>
                  <a:pt x="252124" y="194310"/>
                  <a:pt x="252124" y="190786"/>
                </a:cubicBezTo>
                <a:cubicBezTo>
                  <a:pt x="252124" y="187262"/>
                  <a:pt x="249848" y="183642"/>
                  <a:pt x="245200" y="183642"/>
                </a:cubicBezTo>
                <a:close/>
                <a:moveTo>
                  <a:pt x="146930" y="254127"/>
                </a:moveTo>
                <a:cubicBezTo>
                  <a:pt x="143421" y="254127"/>
                  <a:pt x="139816" y="257651"/>
                  <a:pt x="139816" y="261080"/>
                </a:cubicBezTo>
                <a:lnTo>
                  <a:pt x="139816" y="289084"/>
                </a:lnTo>
                <a:cubicBezTo>
                  <a:pt x="139816" y="292608"/>
                  <a:pt x="143326" y="296132"/>
                  <a:pt x="146836" y="296132"/>
                </a:cubicBezTo>
                <a:cubicBezTo>
                  <a:pt x="151578" y="296132"/>
                  <a:pt x="153950" y="292608"/>
                  <a:pt x="153950" y="289179"/>
                </a:cubicBezTo>
                <a:lnTo>
                  <a:pt x="153950" y="261176"/>
                </a:lnTo>
                <a:cubicBezTo>
                  <a:pt x="153950" y="257651"/>
                  <a:pt x="151673" y="254127"/>
                  <a:pt x="146930" y="254127"/>
                </a:cubicBezTo>
                <a:close/>
                <a:moveTo>
                  <a:pt x="147215" y="85058"/>
                </a:moveTo>
                <a:cubicBezTo>
                  <a:pt x="143705" y="85058"/>
                  <a:pt x="140101" y="88582"/>
                  <a:pt x="140101" y="92012"/>
                </a:cubicBezTo>
                <a:lnTo>
                  <a:pt x="140101" y="120015"/>
                </a:lnTo>
                <a:cubicBezTo>
                  <a:pt x="140101" y="123539"/>
                  <a:pt x="143611" y="127064"/>
                  <a:pt x="147120" y="127064"/>
                </a:cubicBezTo>
                <a:cubicBezTo>
                  <a:pt x="151863" y="127064"/>
                  <a:pt x="154234" y="123539"/>
                  <a:pt x="154234" y="120110"/>
                </a:cubicBezTo>
                <a:lnTo>
                  <a:pt x="154234" y="92107"/>
                </a:lnTo>
                <a:cubicBezTo>
                  <a:pt x="154234" y="88582"/>
                  <a:pt x="151958" y="85058"/>
                  <a:pt x="147215" y="85058"/>
                </a:cubicBezTo>
                <a:close/>
                <a:moveTo>
                  <a:pt x="200618" y="235553"/>
                </a:moveTo>
                <a:cubicBezTo>
                  <a:pt x="198247" y="232029"/>
                  <a:pt x="193599" y="232029"/>
                  <a:pt x="191228" y="235553"/>
                </a:cubicBezTo>
                <a:cubicBezTo>
                  <a:pt x="188856" y="237935"/>
                  <a:pt x="188856" y="242602"/>
                  <a:pt x="191228" y="244983"/>
                </a:cubicBezTo>
                <a:lnTo>
                  <a:pt x="212285" y="266224"/>
                </a:lnTo>
                <a:cubicBezTo>
                  <a:pt x="213424" y="267367"/>
                  <a:pt x="215795" y="268605"/>
                  <a:pt x="216933" y="268605"/>
                </a:cubicBezTo>
                <a:cubicBezTo>
                  <a:pt x="219305" y="268605"/>
                  <a:pt x="220443" y="267462"/>
                  <a:pt x="221581" y="266224"/>
                </a:cubicBezTo>
                <a:cubicBezTo>
                  <a:pt x="225091" y="263843"/>
                  <a:pt x="225091" y="259175"/>
                  <a:pt x="221581" y="256794"/>
                </a:cubicBezTo>
                <a:lnTo>
                  <a:pt x="200523" y="235553"/>
                </a:lnTo>
                <a:close/>
                <a:moveTo>
                  <a:pt x="196065" y="148685"/>
                </a:moveTo>
                <a:cubicBezTo>
                  <a:pt x="198437" y="148685"/>
                  <a:pt x="199575" y="147542"/>
                  <a:pt x="200808" y="146304"/>
                </a:cubicBezTo>
                <a:lnTo>
                  <a:pt x="221961" y="125159"/>
                </a:lnTo>
                <a:cubicBezTo>
                  <a:pt x="225470" y="122777"/>
                  <a:pt x="225470" y="118110"/>
                  <a:pt x="221961" y="115729"/>
                </a:cubicBezTo>
                <a:cubicBezTo>
                  <a:pt x="219589" y="112205"/>
                  <a:pt x="214941" y="112205"/>
                  <a:pt x="212570" y="115729"/>
                </a:cubicBezTo>
                <a:lnTo>
                  <a:pt x="191417" y="136874"/>
                </a:lnTo>
                <a:cubicBezTo>
                  <a:pt x="189046" y="139255"/>
                  <a:pt x="189046" y="143923"/>
                  <a:pt x="191417" y="146304"/>
                </a:cubicBezTo>
                <a:cubicBezTo>
                  <a:pt x="192556" y="147447"/>
                  <a:pt x="194927" y="148685"/>
                  <a:pt x="196065" y="148685"/>
                </a:cubicBezTo>
                <a:close/>
                <a:moveTo>
                  <a:pt x="294050" y="191262"/>
                </a:moveTo>
                <a:cubicBezTo>
                  <a:pt x="293955" y="272320"/>
                  <a:pt x="228411" y="339185"/>
                  <a:pt x="146741" y="338995"/>
                </a:cubicBezTo>
                <a:cubicBezTo>
                  <a:pt x="65071" y="338804"/>
                  <a:pt x="-189" y="271748"/>
                  <a:pt x="0" y="190691"/>
                </a:cubicBezTo>
                <a:cubicBezTo>
                  <a:pt x="95" y="110871"/>
                  <a:pt x="62889" y="46863"/>
                  <a:pt x="140196" y="43244"/>
                </a:cubicBezTo>
                <a:cubicBezTo>
                  <a:pt x="140196" y="28289"/>
                  <a:pt x="140196" y="19431"/>
                  <a:pt x="140196" y="14288"/>
                </a:cubicBezTo>
                <a:lnTo>
                  <a:pt x="133082" y="14288"/>
                </a:lnTo>
                <a:cubicBezTo>
                  <a:pt x="129572" y="14288"/>
                  <a:pt x="125968" y="10668"/>
                  <a:pt x="125968" y="7144"/>
                </a:cubicBezTo>
                <a:cubicBezTo>
                  <a:pt x="125968" y="3620"/>
                  <a:pt x="129572" y="0"/>
                  <a:pt x="133082" y="0"/>
                </a:cubicBezTo>
                <a:lnTo>
                  <a:pt x="161538" y="0"/>
                </a:lnTo>
                <a:cubicBezTo>
                  <a:pt x="166281" y="0"/>
                  <a:pt x="168652" y="3620"/>
                  <a:pt x="168652" y="7239"/>
                </a:cubicBezTo>
                <a:cubicBezTo>
                  <a:pt x="168652" y="10858"/>
                  <a:pt x="166281" y="14383"/>
                  <a:pt x="161538" y="14383"/>
                </a:cubicBezTo>
                <a:lnTo>
                  <a:pt x="154424" y="14383"/>
                </a:lnTo>
                <a:cubicBezTo>
                  <a:pt x="154424" y="29908"/>
                  <a:pt x="154424" y="38481"/>
                  <a:pt x="154424" y="43339"/>
                </a:cubicBezTo>
                <a:cubicBezTo>
                  <a:pt x="188192" y="44958"/>
                  <a:pt x="218925" y="57817"/>
                  <a:pt x="242829" y="78486"/>
                </a:cubicBezTo>
                <a:cubicBezTo>
                  <a:pt x="251935" y="69342"/>
                  <a:pt x="257436" y="63818"/>
                  <a:pt x="260661" y="60484"/>
                </a:cubicBezTo>
                <a:cubicBezTo>
                  <a:pt x="254875" y="54674"/>
                  <a:pt x="254780" y="54578"/>
                  <a:pt x="254780" y="54578"/>
                </a:cubicBezTo>
                <a:cubicBezTo>
                  <a:pt x="252409" y="52197"/>
                  <a:pt x="252409" y="47530"/>
                  <a:pt x="254780" y="45149"/>
                </a:cubicBezTo>
                <a:cubicBezTo>
                  <a:pt x="257152" y="41624"/>
                  <a:pt x="261800" y="41624"/>
                  <a:pt x="264171" y="45149"/>
                </a:cubicBezTo>
                <a:cubicBezTo>
                  <a:pt x="267396" y="48387"/>
                  <a:pt x="270052" y="51054"/>
                  <a:pt x="272328" y="53340"/>
                </a:cubicBezTo>
                <a:cubicBezTo>
                  <a:pt x="273372" y="53816"/>
                  <a:pt x="274320" y="54388"/>
                  <a:pt x="274984" y="55531"/>
                </a:cubicBezTo>
                <a:cubicBezTo>
                  <a:pt x="276028" y="56197"/>
                  <a:pt x="276692" y="57150"/>
                  <a:pt x="277071" y="58198"/>
                </a:cubicBezTo>
                <a:cubicBezTo>
                  <a:pt x="285134" y="66294"/>
                  <a:pt x="285229" y="66389"/>
                  <a:pt x="285229" y="66389"/>
                </a:cubicBezTo>
                <a:cubicBezTo>
                  <a:pt x="288738" y="68770"/>
                  <a:pt x="288738" y="73438"/>
                  <a:pt x="285229" y="75819"/>
                </a:cubicBezTo>
                <a:cubicBezTo>
                  <a:pt x="284091" y="76962"/>
                  <a:pt x="282857" y="78200"/>
                  <a:pt x="280581" y="78200"/>
                </a:cubicBezTo>
                <a:cubicBezTo>
                  <a:pt x="279443" y="78200"/>
                  <a:pt x="277071" y="77057"/>
                  <a:pt x="275933" y="75819"/>
                </a:cubicBezTo>
                <a:cubicBezTo>
                  <a:pt x="273751" y="73628"/>
                  <a:pt x="271949" y="71818"/>
                  <a:pt x="270147" y="70009"/>
                </a:cubicBezTo>
                <a:cubicBezTo>
                  <a:pt x="261136" y="79057"/>
                  <a:pt x="255824" y="84487"/>
                  <a:pt x="252599" y="87725"/>
                </a:cubicBezTo>
                <a:cubicBezTo>
                  <a:pt x="278399" y="114395"/>
                  <a:pt x="294145" y="150876"/>
                  <a:pt x="294145" y="191357"/>
                </a:cubicBezTo>
                <a:close/>
                <a:moveTo>
                  <a:pt x="280012" y="191262"/>
                </a:moveTo>
                <a:cubicBezTo>
                  <a:pt x="280107" y="117253"/>
                  <a:pt x="220728" y="57245"/>
                  <a:pt x="147215" y="57055"/>
                </a:cubicBezTo>
                <a:cubicBezTo>
                  <a:pt x="73703" y="56959"/>
                  <a:pt x="14134" y="116776"/>
                  <a:pt x="13944" y="190786"/>
                </a:cubicBezTo>
                <a:cubicBezTo>
                  <a:pt x="13849" y="264795"/>
                  <a:pt x="73228" y="324803"/>
                  <a:pt x="146741" y="324993"/>
                </a:cubicBezTo>
                <a:cubicBezTo>
                  <a:pt x="220253" y="325088"/>
                  <a:pt x="279822" y="265271"/>
                  <a:pt x="280012" y="19126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4" name="Graphic 119">
            <a:extLst>
              <a:ext uri="{FF2B5EF4-FFF2-40B4-BE49-F238E27FC236}">
                <a16:creationId xmlns:a16="http://schemas.microsoft.com/office/drawing/2014/main" id="{41547E73-179C-9F48-A4A2-DAE98FDCBCDD}"/>
              </a:ext>
            </a:extLst>
          </p:cNvPr>
          <p:cNvSpPr/>
          <p:nvPr/>
        </p:nvSpPr>
        <p:spPr>
          <a:xfrm>
            <a:off x="11246853" y="1457334"/>
            <a:ext cx="392302" cy="452119"/>
          </a:xfrm>
          <a:custGeom>
            <a:avLst/>
            <a:gdLst>
              <a:gd name="connsiteX0" fmla="*/ 76833 w 294145"/>
              <a:gd name="connsiteY0" fmla="*/ 197644 h 338995"/>
              <a:gd name="connsiteX1" fmla="*/ 48946 w 294145"/>
              <a:gd name="connsiteY1" fmla="*/ 197644 h 338995"/>
              <a:gd name="connsiteX2" fmla="*/ 42021 w 294145"/>
              <a:gd name="connsiteY2" fmla="*/ 190405 h 338995"/>
              <a:gd name="connsiteX3" fmla="*/ 49040 w 294145"/>
              <a:gd name="connsiteY3" fmla="*/ 183261 h 338995"/>
              <a:gd name="connsiteX4" fmla="*/ 76928 w 294145"/>
              <a:gd name="connsiteY4" fmla="*/ 183261 h 338995"/>
              <a:gd name="connsiteX5" fmla="*/ 83852 w 294145"/>
              <a:gd name="connsiteY5" fmla="*/ 190500 h 338995"/>
              <a:gd name="connsiteX6" fmla="*/ 76833 w 294145"/>
              <a:gd name="connsiteY6" fmla="*/ 197644 h 338995"/>
              <a:gd name="connsiteX7" fmla="*/ 81386 w 294145"/>
              <a:gd name="connsiteY7" fmla="*/ 115443 h 338995"/>
              <a:gd name="connsiteX8" fmla="*/ 71995 w 294145"/>
              <a:gd name="connsiteY8" fmla="*/ 115443 h 338995"/>
              <a:gd name="connsiteX9" fmla="*/ 71995 w 294145"/>
              <a:gd name="connsiteY9" fmla="*/ 124873 h 338995"/>
              <a:gd name="connsiteX10" fmla="*/ 93053 w 294145"/>
              <a:gd name="connsiteY10" fmla="*/ 146114 h 338995"/>
              <a:gd name="connsiteX11" fmla="*/ 97701 w 294145"/>
              <a:gd name="connsiteY11" fmla="*/ 148495 h 338995"/>
              <a:gd name="connsiteX12" fmla="*/ 102444 w 294145"/>
              <a:gd name="connsiteY12" fmla="*/ 146114 h 338995"/>
              <a:gd name="connsiteX13" fmla="*/ 102444 w 294145"/>
              <a:gd name="connsiteY13" fmla="*/ 136684 h 338995"/>
              <a:gd name="connsiteX14" fmla="*/ 81386 w 294145"/>
              <a:gd name="connsiteY14" fmla="*/ 115443 h 338995"/>
              <a:gd name="connsiteX15" fmla="*/ 92958 w 294145"/>
              <a:gd name="connsiteY15" fmla="*/ 235363 h 338995"/>
              <a:gd name="connsiteX16" fmla="*/ 71805 w 294145"/>
              <a:gd name="connsiteY16" fmla="*/ 256508 h 338995"/>
              <a:gd name="connsiteX17" fmla="*/ 71805 w 294145"/>
              <a:gd name="connsiteY17" fmla="*/ 265938 h 338995"/>
              <a:gd name="connsiteX18" fmla="*/ 76453 w 294145"/>
              <a:gd name="connsiteY18" fmla="*/ 268319 h 338995"/>
              <a:gd name="connsiteX19" fmla="*/ 81101 w 294145"/>
              <a:gd name="connsiteY19" fmla="*/ 265938 h 338995"/>
              <a:gd name="connsiteX20" fmla="*/ 102254 w 294145"/>
              <a:gd name="connsiteY20" fmla="*/ 244793 h 338995"/>
              <a:gd name="connsiteX21" fmla="*/ 102254 w 294145"/>
              <a:gd name="connsiteY21" fmla="*/ 235363 h 338995"/>
              <a:gd name="connsiteX22" fmla="*/ 92863 w 294145"/>
              <a:gd name="connsiteY22" fmla="*/ 235363 h 338995"/>
              <a:gd name="connsiteX23" fmla="*/ 245200 w 294145"/>
              <a:gd name="connsiteY23" fmla="*/ 183642 h 338995"/>
              <a:gd name="connsiteX24" fmla="*/ 217313 w 294145"/>
              <a:gd name="connsiteY24" fmla="*/ 183642 h 338995"/>
              <a:gd name="connsiteX25" fmla="*/ 210293 w 294145"/>
              <a:gd name="connsiteY25" fmla="*/ 190691 h 338995"/>
              <a:gd name="connsiteX26" fmla="*/ 217218 w 294145"/>
              <a:gd name="connsiteY26" fmla="*/ 197834 h 338995"/>
              <a:gd name="connsiteX27" fmla="*/ 245105 w 294145"/>
              <a:gd name="connsiteY27" fmla="*/ 197834 h 338995"/>
              <a:gd name="connsiteX28" fmla="*/ 252124 w 294145"/>
              <a:gd name="connsiteY28" fmla="*/ 190786 h 338995"/>
              <a:gd name="connsiteX29" fmla="*/ 245200 w 294145"/>
              <a:gd name="connsiteY29" fmla="*/ 183642 h 338995"/>
              <a:gd name="connsiteX30" fmla="*/ 146930 w 294145"/>
              <a:gd name="connsiteY30" fmla="*/ 254127 h 338995"/>
              <a:gd name="connsiteX31" fmla="*/ 139816 w 294145"/>
              <a:gd name="connsiteY31" fmla="*/ 261080 h 338995"/>
              <a:gd name="connsiteX32" fmla="*/ 139816 w 294145"/>
              <a:gd name="connsiteY32" fmla="*/ 289084 h 338995"/>
              <a:gd name="connsiteX33" fmla="*/ 146836 w 294145"/>
              <a:gd name="connsiteY33" fmla="*/ 296132 h 338995"/>
              <a:gd name="connsiteX34" fmla="*/ 153950 w 294145"/>
              <a:gd name="connsiteY34" fmla="*/ 289179 h 338995"/>
              <a:gd name="connsiteX35" fmla="*/ 153950 w 294145"/>
              <a:gd name="connsiteY35" fmla="*/ 261176 h 338995"/>
              <a:gd name="connsiteX36" fmla="*/ 146930 w 294145"/>
              <a:gd name="connsiteY36" fmla="*/ 254127 h 338995"/>
              <a:gd name="connsiteX37" fmla="*/ 147215 w 294145"/>
              <a:gd name="connsiteY37" fmla="*/ 85058 h 338995"/>
              <a:gd name="connsiteX38" fmla="*/ 140101 w 294145"/>
              <a:gd name="connsiteY38" fmla="*/ 92012 h 338995"/>
              <a:gd name="connsiteX39" fmla="*/ 140101 w 294145"/>
              <a:gd name="connsiteY39" fmla="*/ 120015 h 338995"/>
              <a:gd name="connsiteX40" fmla="*/ 147120 w 294145"/>
              <a:gd name="connsiteY40" fmla="*/ 127064 h 338995"/>
              <a:gd name="connsiteX41" fmla="*/ 154234 w 294145"/>
              <a:gd name="connsiteY41" fmla="*/ 120110 h 338995"/>
              <a:gd name="connsiteX42" fmla="*/ 154234 w 294145"/>
              <a:gd name="connsiteY42" fmla="*/ 92107 h 338995"/>
              <a:gd name="connsiteX43" fmla="*/ 147215 w 294145"/>
              <a:gd name="connsiteY43" fmla="*/ 85058 h 338995"/>
              <a:gd name="connsiteX44" fmla="*/ 200618 w 294145"/>
              <a:gd name="connsiteY44" fmla="*/ 235553 h 338995"/>
              <a:gd name="connsiteX45" fmla="*/ 191228 w 294145"/>
              <a:gd name="connsiteY45" fmla="*/ 235553 h 338995"/>
              <a:gd name="connsiteX46" fmla="*/ 191228 w 294145"/>
              <a:gd name="connsiteY46" fmla="*/ 244983 h 338995"/>
              <a:gd name="connsiteX47" fmla="*/ 212285 w 294145"/>
              <a:gd name="connsiteY47" fmla="*/ 266224 h 338995"/>
              <a:gd name="connsiteX48" fmla="*/ 216933 w 294145"/>
              <a:gd name="connsiteY48" fmla="*/ 268605 h 338995"/>
              <a:gd name="connsiteX49" fmla="*/ 221581 w 294145"/>
              <a:gd name="connsiteY49" fmla="*/ 266224 h 338995"/>
              <a:gd name="connsiteX50" fmla="*/ 221581 w 294145"/>
              <a:gd name="connsiteY50" fmla="*/ 256794 h 338995"/>
              <a:gd name="connsiteX51" fmla="*/ 200523 w 294145"/>
              <a:gd name="connsiteY51" fmla="*/ 235553 h 338995"/>
              <a:gd name="connsiteX52" fmla="*/ 196065 w 294145"/>
              <a:gd name="connsiteY52" fmla="*/ 148685 h 338995"/>
              <a:gd name="connsiteX53" fmla="*/ 200808 w 294145"/>
              <a:gd name="connsiteY53" fmla="*/ 146304 h 338995"/>
              <a:gd name="connsiteX54" fmla="*/ 221961 w 294145"/>
              <a:gd name="connsiteY54" fmla="*/ 125159 h 338995"/>
              <a:gd name="connsiteX55" fmla="*/ 221961 w 294145"/>
              <a:gd name="connsiteY55" fmla="*/ 115729 h 338995"/>
              <a:gd name="connsiteX56" fmla="*/ 212570 w 294145"/>
              <a:gd name="connsiteY56" fmla="*/ 115729 h 338995"/>
              <a:gd name="connsiteX57" fmla="*/ 191417 w 294145"/>
              <a:gd name="connsiteY57" fmla="*/ 136874 h 338995"/>
              <a:gd name="connsiteX58" fmla="*/ 191417 w 294145"/>
              <a:gd name="connsiteY58" fmla="*/ 146304 h 338995"/>
              <a:gd name="connsiteX59" fmla="*/ 196065 w 294145"/>
              <a:gd name="connsiteY59" fmla="*/ 148685 h 338995"/>
              <a:gd name="connsiteX60" fmla="*/ 294050 w 294145"/>
              <a:gd name="connsiteY60" fmla="*/ 191262 h 338995"/>
              <a:gd name="connsiteX61" fmla="*/ 146741 w 294145"/>
              <a:gd name="connsiteY61" fmla="*/ 338995 h 338995"/>
              <a:gd name="connsiteX62" fmla="*/ 0 w 294145"/>
              <a:gd name="connsiteY62" fmla="*/ 190691 h 338995"/>
              <a:gd name="connsiteX63" fmla="*/ 140196 w 294145"/>
              <a:gd name="connsiteY63" fmla="*/ 43244 h 338995"/>
              <a:gd name="connsiteX64" fmla="*/ 140196 w 294145"/>
              <a:gd name="connsiteY64" fmla="*/ 14288 h 338995"/>
              <a:gd name="connsiteX65" fmla="*/ 133082 w 294145"/>
              <a:gd name="connsiteY65" fmla="*/ 14288 h 338995"/>
              <a:gd name="connsiteX66" fmla="*/ 125968 w 294145"/>
              <a:gd name="connsiteY66" fmla="*/ 7144 h 338995"/>
              <a:gd name="connsiteX67" fmla="*/ 133082 w 294145"/>
              <a:gd name="connsiteY67" fmla="*/ 0 h 338995"/>
              <a:gd name="connsiteX68" fmla="*/ 161538 w 294145"/>
              <a:gd name="connsiteY68" fmla="*/ 0 h 338995"/>
              <a:gd name="connsiteX69" fmla="*/ 168652 w 294145"/>
              <a:gd name="connsiteY69" fmla="*/ 7239 h 338995"/>
              <a:gd name="connsiteX70" fmla="*/ 161538 w 294145"/>
              <a:gd name="connsiteY70" fmla="*/ 14383 h 338995"/>
              <a:gd name="connsiteX71" fmla="*/ 154424 w 294145"/>
              <a:gd name="connsiteY71" fmla="*/ 14383 h 338995"/>
              <a:gd name="connsiteX72" fmla="*/ 154424 w 294145"/>
              <a:gd name="connsiteY72" fmla="*/ 43339 h 338995"/>
              <a:gd name="connsiteX73" fmla="*/ 242829 w 294145"/>
              <a:gd name="connsiteY73" fmla="*/ 78486 h 338995"/>
              <a:gd name="connsiteX74" fmla="*/ 260661 w 294145"/>
              <a:gd name="connsiteY74" fmla="*/ 60484 h 338995"/>
              <a:gd name="connsiteX75" fmla="*/ 254780 w 294145"/>
              <a:gd name="connsiteY75" fmla="*/ 54578 h 338995"/>
              <a:gd name="connsiteX76" fmla="*/ 254780 w 294145"/>
              <a:gd name="connsiteY76" fmla="*/ 45149 h 338995"/>
              <a:gd name="connsiteX77" fmla="*/ 264171 w 294145"/>
              <a:gd name="connsiteY77" fmla="*/ 45149 h 338995"/>
              <a:gd name="connsiteX78" fmla="*/ 272328 w 294145"/>
              <a:gd name="connsiteY78" fmla="*/ 53340 h 338995"/>
              <a:gd name="connsiteX79" fmla="*/ 274984 w 294145"/>
              <a:gd name="connsiteY79" fmla="*/ 55531 h 338995"/>
              <a:gd name="connsiteX80" fmla="*/ 277071 w 294145"/>
              <a:gd name="connsiteY80" fmla="*/ 58198 h 338995"/>
              <a:gd name="connsiteX81" fmla="*/ 285229 w 294145"/>
              <a:gd name="connsiteY81" fmla="*/ 66389 h 338995"/>
              <a:gd name="connsiteX82" fmla="*/ 285229 w 294145"/>
              <a:gd name="connsiteY82" fmla="*/ 75819 h 338995"/>
              <a:gd name="connsiteX83" fmla="*/ 280581 w 294145"/>
              <a:gd name="connsiteY83" fmla="*/ 78200 h 338995"/>
              <a:gd name="connsiteX84" fmla="*/ 275933 w 294145"/>
              <a:gd name="connsiteY84" fmla="*/ 75819 h 338995"/>
              <a:gd name="connsiteX85" fmla="*/ 270147 w 294145"/>
              <a:gd name="connsiteY85" fmla="*/ 70009 h 338995"/>
              <a:gd name="connsiteX86" fmla="*/ 252599 w 294145"/>
              <a:gd name="connsiteY86" fmla="*/ 87725 h 338995"/>
              <a:gd name="connsiteX87" fmla="*/ 294145 w 294145"/>
              <a:gd name="connsiteY87" fmla="*/ 191357 h 338995"/>
              <a:gd name="connsiteX88" fmla="*/ 280012 w 294145"/>
              <a:gd name="connsiteY88" fmla="*/ 191262 h 338995"/>
              <a:gd name="connsiteX89" fmla="*/ 147215 w 294145"/>
              <a:gd name="connsiteY89" fmla="*/ 57055 h 338995"/>
              <a:gd name="connsiteX90" fmla="*/ 13944 w 294145"/>
              <a:gd name="connsiteY90" fmla="*/ 190786 h 338995"/>
              <a:gd name="connsiteX91" fmla="*/ 146741 w 294145"/>
              <a:gd name="connsiteY91" fmla="*/ 324993 h 338995"/>
              <a:gd name="connsiteX92" fmla="*/ 280012 w 294145"/>
              <a:gd name="connsiteY92" fmla="*/ 191262 h 338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294145" h="338995">
                <a:moveTo>
                  <a:pt x="76833" y="197644"/>
                </a:moveTo>
                <a:lnTo>
                  <a:pt x="48946" y="197644"/>
                </a:lnTo>
                <a:cubicBezTo>
                  <a:pt x="45436" y="197644"/>
                  <a:pt x="41926" y="194024"/>
                  <a:pt x="42021" y="190405"/>
                </a:cubicBezTo>
                <a:cubicBezTo>
                  <a:pt x="42116" y="186785"/>
                  <a:pt x="45531" y="183261"/>
                  <a:pt x="49040" y="183261"/>
                </a:cubicBezTo>
                <a:lnTo>
                  <a:pt x="76928" y="183261"/>
                </a:lnTo>
                <a:cubicBezTo>
                  <a:pt x="81576" y="183261"/>
                  <a:pt x="83947" y="186880"/>
                  <a:pt x="83852" y="190500"/>
                </a:cubicBezTo>
                <a:cubicBezTo>
                  <a:pt x="83757" y="194120"/>
                  <a:pt x="81481" y="197644"/>
                  <a:pt x="76833" y="197644"/>
                </a:cubicBezTo>
                <a:close/>
                <a:moveTo>
                  <a:pt x="81386" y="115443"/>
                </a:moveTo>
                <a:cubicBezTo>
                  <a:pt x="79014" y="111919"/>
                  <a:pt x="74367" y="111919"/>
                  <a:pt x="71995" y="115443"/>
                </a:cubicBezTo>
                <a:cubicBezTo>
                  <a:pt x="69624" y="117824"/>
                  <a:pt x="69624" y="122491"/>
                  <a:pt x="71995" y="124873"/>
                </a:cubicBezTo>
                <a:lnTo>
                  <a:pt x="93053" y="146114"/>
                </a:lnTo>
                <a:cubicBezTo>
                  <a:pt x="94191" y="147257"/>
                  <a:pt x="96563" y="148495"/>
                  <a:pt x="97701" y="148495"/>
                </a:cubicBezTo>
                <a:cubicBezTo>
                  <a:pt x="100072" y="148495"/>
                  <a:pt x="101210" y="147352"/>
                  <a:pt x="102444" y="146114"/>
                </a:cubicBezTo>
                <a:cubicBezTo>
                  <a:pt x="105953" y="143732"/>
                  <a:pt x="105953" y="139065"/>
                  <a:pt x="102444" y="136684"/>
                </a:cubicBezTo>
                <a:lnTo>
                  <a:pt x="81386" y="115443"/>
                </a:lnTo>
                <a:close/>
                <a:moveTo>
                  <a:pt x="92958" y="235363"/>
                </a:moveTo>
                <a:lnTo>
                  <a:pt x="71805" y="256508"/>
                </a:lnTo>
                <a:cubicBezTo>
                  <a:pt x="69434" y="258890"/>
                  <a:pt x="69434" y="263557"/>
                  <a:pt x="71805" y="265938"/>
                </a:cubicBezTo>
                <a:cubicBezTo>
                  <a:pt x="72944" y="267081"/>
                  <a:pt x="75315" y="268319"/>
                  <a:pt x="76453" y="268319"/>
                </a:cubicBezTo>
                <a:cubicBezTo>
                  <a:pt x="78825" y="268319"/>
                  <a:pt x="79963" y="267176"/>
                  <a:pt x="81101" y="265938"/>
                </a:cubicBezTo>
                <a:lnTo>
                  <a:pt x="102254" y="244793"/>
                </a:lnTo>
                <a:cubicBezTo>
                  <a:pt x="105764" y="242411"/>
                  <a:pt x="105764" y="237744"/>
                  <a:pt x="102254" y="235363"/>
                </a:cubicBezTo>
                <a:cubicBezTo>
                  <a:pt x="99882" y="231839"/>
                  <a:pt x="95235" y="231839"/>
                  <a:pt x="92863" y="235363"/>
                </a:cubicBezTo>
                <a:close/>
                <a:moveTo>
                  <a:pt x="245200" y="183642"/>
                </a:moveTo>
                <a:lnTo>
                  <a:pt x="217313" y="183642"/>
                </a:lnTo>
                <a:cubicBezTo>
                  <a:pt x="213803" y="183642"/>
                  <a:pt x="210293" y="187166"/>
                  <a:pt x="210293" y="190691"/>
                </a:cubicBezTo>
                <a:cubicBezTo>
                  <a:pt x="210293" y="194215"/>
                  <a:pt x="213803" y="197834"/>
                  <a:pt x="217218" y="197834"/>
                </a:cubicBezTo>
                <a:lnTo>
                  <a:pt x="245105" y="197834"/>
                </a:lnTo>
                <a:cubicBezTo>
                  <a:pt x="249753" y="197834"/>
                  <a:pt x="252124" y="194310"/>
                  <a:pt x="252124" y="190786"/>
                </a:cubicBezTo>
                <a:cubicBezTo>
                  <a:pt x="252124" y="187262"/>
                  <a:pt x="249848" y="183642"/>
                  <a:pt x="245200" y="183642"/>
                </a:cubicBezTo>
                <a:close/>
                <a:moveTo>
                  <a:pt x="146930" y="254127"/>
                </a:moveTo>
                <a:cubicBezTo>
                  <a:pt x="143421" y="254127"/>
                  <a:pt x="139816" y="257651"/>
                  <a:pt x="139816" y="261080"/>
                </a:cubicBezTo>
                <a:lnTo>
                  <a:pt x="139816" y="289084"/>
                </a:lnTo>
                <a:cubicBezTo>
                  <a:pt x="139816" y="292608"/>
                  <a:pt x="143326" y="296132"/>
                  <a:pt x="146836" y="296132"/>
                </a:cubicBezTo>
                <a:cubicBezTo>
                  <a:pt x="151578" y="296132"/>
                  <a:pt x="153950" y="292608"/>
                  <a:pt x="153950" y="289179"/>
                </a:cubicBezTo>
                <a:lnTo>
                  <a:pt x="153950" y="261176"/>
                </a:lnTo>
                <a:cubicBezTo>
                  <a:pt x="153950" y="257651"/>
                  <a:pt x="151673" y="254127"/>
                  <a:pt x="146930" y="254127"/>
                </a:cubicBezTo>
                <a:close/>
                <a:moveTo>
                  <a:pt x="147215" y="85058"/>
                </a:moveTo>
                <a:cubicBezTo>
                  <a:pt x="143705" y="85058"/>
                  <a:pt x="140101" y="88582"/>
                  <a:pt x="140101" y="92012"/>
                </a:cubicBezTo>
                <a:lnTo>
                  <a:pt x="140101" y="120015"/>
                </a:lnTo>
                <a:cubicBezTo>
                  <a:pt x="140101" y="123539"/>
                  <a:pt x="143611" y="127064"/>
                  <a:pt x="147120" y="127064"/>
                </a:cubicBezTo>
                <a:cubicBezTo>
                  <a:pt x="151863" y="127064"/>
                  <a:pt x="154234" y="123539"/>
                  <a:pt x="154234" y="120110"/>
                </a:cubicBezTo>
                <a:lnTo>
                  <a:pt x="154234" y="92107"/>
                </a:lnTo>
                <a:cubicBezTo>
                  <a:pt x="154234" y="88582"/>
                  <a:pt x="151958" y="85058"/>
                  <a:pt x="147215" y="85058"/>
                </a:cubicBezTo>
                <a:close/>
                <a:moveTo>
                  <a:pt x="200618" y="235553"/>
                </a:moveTo>
                <a:cubicBezTo>
                  <a:pt x="198247" y="232029"/>
                  <a:pt x="193599" y="232029"/>
                  <a:pt x="191228" y="235553"/>
                </a:cubicBezTo>
                <a:cubicBezTo>
                  <a:pt x="188856" y="237935"/>
                  <a:pt x="188856" y="242602"/>
                  <a:pt x="191228" y="244983"/>
                </a:cubicBezTo>
                <a:lnTo>
                  <a:pt x="212285" y="266224"/>
                </a:lnTo>
                <a:cubicBezTo>
                  <a:pt x="213424" y="267367"/>
                  <a:pt x="215795" y="268605"/>
                  <a:pt x="216933" y="268605"/>
                </a:cubicBezTo>
                <a:cubicBezTo>
                  <a:pt x="219305" y="268605"/>
                  <a:pt x="220443" y="267462"/>
                  <a:pt x="221581" y="266224"/>
                </a:cubicBezTo>
                <a:cubicBezTo>
                  <a:pt x="225091" y="263843"/>
                  <a:pt x="225091" y="259175"/>
                  <a:pt x="221581" y="256794"/>
                </a:cubicBezTo>
                <a:lnTo>
                  <a:pt x="200523" y="235553"/>
                </a:lnTo>
                <a:close/>
                <a:moveTo>
                  <a:pt x="196065" y="148685"/>
                </a:moveTo>
                <a:cubicBezTo>
                  <a:pt x="198437" y="148685"/>
                  <a:pt x="199575" y="147542"/>
                  <a:pt x="200808" y="146304"/>
                </a:cubicBezTo>
                <a:lnTo>
                  <a:pt x="221961" y="125159"/>
                </a:lnTo>
                <a:cubicBezTo>
                  <a:pt x="225470" y="122777"/>
                  <a:pt x="225470" y="118110"/>
                  <a:pt x="221961" y="115729"/>
                </a:cubicBezTo>
                <a:cubicBezTo>
                  <a:pt x="219589" y="112205"/>
                  <a:pt x="214941" y="112205"/>
                  <a:pt x="212570" y="115729"/>
                </a:cubicBezTo>
                <a:lnTo>
                  <a:pt x="191417" y="136874"/>
                </a:lnTo>
                <a:cubicBezTo>
                  <a:pt x="189046" y="139255"/>
                  <a:pt x="189046" y="143923"/>
                  <a:pt x="191417" y="146304"/>
                </a:cubicBezTo>
                <a:cubicBezTo>
                  <a:pt x="192556" y="147447"/>
                  <a:pt x="194927" y="148685"/>
                  <a:pt x="196065" y="148685"/>
                </a:cubicBezTo>
                <a:close/>
                <a:moveTo>
                  <a:pt x="294050" y="191262"/>
                </a:moveTo>
                <a:cubicBezTo>
                  <a:pt x="293955" y="272320"/>
                  <a:pt x="228411" y="339185"/>
                  <a:pt x="146741" y="338995"/>
                </a:cubicBezTo>
                <a:cubicBezTo>
                  <a:pt x="65071" y="338804"/>
                  <a:pt x="-189" y="271748"/>
                  <a:pt x="0" y="190691"/>
                </a:cubicBezTo>
                <a:cubicBezTo>
                  <a:pt x="95" y="110871"/>
                  <a:pt x="62889" y="46863"/>
                  <a:pt x="140196" y="43244"/>
                </a:cubicBezTo>
                <a:cubicBezTo>
                  <a:pt x="140196" y="28289"/>
                  <a:pt x="140196" y="19431"/>
                  <a:pt x="140196" y="14288"/>
                </a:cubicBezTo>
                <a:lnTo>
                  <a:pt x="133082" y="14288"/>
                </a:lnTo>
                <a:cubicBezTo>
                  <a:pt x="129572" y="14288"/>
                  <a:pt x="125968" y="10668"/>
                  <a:pt x="125968" y="7144"/>
                </a:cubicBezTo>
                <a:cubicBezTo>
                  <a:pt x="125968" y="3620"/>
                  <a:pt x="129572" y="0"/>
                  <a:pt x="133082" y="0"/>
                </a:cubicBezTo>
                <a:lnTo>
                  <a:pt x="161538" y="0"/>
                </a:lnTo>
                <a:cubicBezTo>
                  <a:pt x="166281" y="0"/>
                  <a:pt x="168652" y="3620"/>
                  <a:pt x="168652" y="7239"/>
                </a:cubicBezTo>
                <a:cubicBezTo>
                  <a:pt x="168652" y="10858"/>
                  <a:pt x="166281" y="14383"/>
                  <a:pt x="161538" y="14383"/>
                </a:cubicBezTo>
                <a:lnTo>
                  <a:pt x="154424" y="14383"/>
                </a:lnTo>
                <a:cubicBezTo>
                  <a:pt x="154424" y="29908"/>
                  <a:pt x="154424" y="38481"/>
                  <a:pt x="154424" y="43339"/>
                </a:cubicBezTo>
                <a:cubicBezTo>
                  <a:pt x="188192" y="44958"/>
                  <a:pt x="218925" y="57817"/>
                  <a:pt x="242829" y="78486"/>
                </a:cubicBezTo>
                <a:cubicBezTo>
                  <a:pt x="251935" y="69342"/>
                  <a:pt x="257436" y="63818"/>
                  <a:pt x="260661" y="60484"/>
                </a:cubicBezTo>
                <a:cubicBezTo>
                  <a:pt x="254875" y="54674"/>
                  <a:pt x="254780" y="54578"/>
                  <a:pt x="254780" y="54578"/>
                </a:cubicBezTo>
                <a:cubicBezTo>
                  <a:pt x="252409" y="52197"/>
                  <a:pt x="252409" y="47530"/>
                  <a:pt x="254780" y="45149"/>
                </a:cubicBezTo>
                <a:cubicBezTo>
                  <a:pt x="257152" y="41624"/>
                  <a:pt x="261800" y="41624"/>
                  <a:pt x="264171" y="45149"/>
                </a:cubicBezTo>
                <a:cubicBezTo>
                  <a:pt x="267396" y="48387"/>
                  <a:pt x="270052" y="51054"/>
                  <a:pt x="272328" y="53340"/>
                </a:cubicBezTo>
                <a:cubicBezTo>
                  <a:pt x="273372" y="53816"/>
                  <a:pt x="274320" y="54388"/>
                  <a:pt x="274984" y="55531"/>
                </a:cubicBezTo>
                <a:cubicBezTo>
                  <a:pt x="276028" y="56197"/>
                  <a:pt x="276692" y="57150"/>
                  <a:pt x="277071" y="58198"/>
                </a:cubicBezTo>
                <a:cubicBezTo>
                  <a:pt x="285134" y="66294"/>
                  <a:pt x="285229" y="66389"/>
                  <a:pt x="285229" y="66389"/>
                </a:cubicBezTo>
                <a:cubicBezTo>
                  <a:pt x="288738" y="68770"/>
                  <a:pt x="288738" y="73438"/>
                  <a:pt x="285229" y="75819"/>
                </a:cubicBezTo>
                <a:cubicBezTo>
                  <a:pt x="284091" y="76962"/>
                  <a:pt x="282857" y="78200"/>
                  <a:pt x="280581" y="78200"/>
                </a:cubicBezTo>
                <a:cubicBezTo>
                  <a:pt x="279443" y="78200"/>
                  <a:pt x="277071" y="77057"/>
                  <a:pt x="275933" y="75819"/>
                </a:cubicBezTo>
                <a:cubicBezTo>
                  <a:pt x="273751" y="73628"/>
                  <a:pt x="271949" y="71818"/>
                  <a:pt x="270147" y="70009"/>
                </a:cubicBezTo>
                <a:cubicBezTo>
                  <a:pt x="261136" y="79057"/>
                  <a:pt x="255824" y="84487"/>
                  <a:pt x="252599" y="87725"/>
                </a:cubicBezTo>
                <a:cubicBezTo>
                  <a:pt x="278399" y="114395"/>
                  <a:pt x="294145" y="150876"/>
                  <a:pt x="294145" y="191357"/>
                </a:cubicBezTo>
                <a:close/>
                <a:moveTo>
                  <a:pt x="280012" y="191262"/>
                </a:moveTo>
                <a:cubicBezTo>
                  <a:pt x="280107" y="117253"/>
                  <a:pt x="220728" y="57245"/>
                  <a:pt x="147215" y="57055"/>
                </a:cubicBezTo>
                <a:cubicBezTo>
                  <a:pt x="73703" y="56959"/>
                  <a:pt x="14134" y="116776"/>
                  <a:pt x="13944" y="190786"/>
                </a:cubicBezTo>
                <a:cubicBezTo>
                  <a:pt x="13849" y="264795"/>
                  <a:pt x="73228" y="324803"/>
                  <a:pt x="146741" y="324993"/>
                </a:cubicBezTo>
                <a:cubicBezTo>
                  <a:pt x="220253" y="325088"/>
                  <a:pt x="279822" y="265271"/>
                  <a:pt x="280012" y="19126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7" name="Graphic 125">
            <a:extLst>
              <a:ext uri="{FF2B5EF4-FFF2-40B4-BE49-F238E27FC236}">
                <a16:creationId xmlns:a16="http://schemas.microsoft.com/office/drawing/2014/main" id="{93C0A60A-6E14-1474-6C8E-8E1C2FAB6C2B}"/>
              </a:ext>
            </a:extLst>
          </p:cNvPr>
          <p:cNvSpPr/>
          <p:nvPr/>
        </p:nvSpPr>
        <p:spPr>
          <a:xfrm>
            <a:off x="551382" y="2893497"/>
            <a:ext cx="494156" cy="448309"/>
          </a:xfrm>
          <a:custGeom>
            <a:avLst/>
            <a:gdLst>
              <a:gd name="connsiteX0" fmla="*/ 283142 w 371166"/>
              <a:gd name="connsiteY0" fmla="*/ 216239 h 336730"/>
              <a:gd name="connsiteX1" fmla="*/ 283142 w 371166"/>
              <a:gd name="connsiteY1" fmla="*/ 216239 h 336730"/>
              <a:gd name="connsiteX2" fmla="*/ 265309 w 371166"/>
              <a:gd name="connsiteY2" fmla="*/ 167281 h 336730"/>
              <a:gd name="connsiteX3" fmla="*/ 282003 w 371166"/>
              <a:gd name="connsiteY3" fmla="*/ 120799 h 336730"/>
              <a:gd name="connsiteX4" fmla="*/ 336734 w 371166"/>
              <a:gd name="connsiteY4" fmla="*/ 142230 h 336730"/>
              <a:gd name="connsiteX5" fmla="*/ 356939 w 371166"/>
              <a:gd name="connsiteY5" fmla="*/ 168519 h 336730"/>
              <a:gd name="connsiteX6" fmla="*/ 337873 w 371166"/>
              <a:gd name="connsiteY6" fmla="*/ 194808 h 336730"/>
              <a:gd name="connsiteX7" fmla="*/ 283142 w 371166"/>
              <a:gd name="connsiteY7" fmla="*/ 216239 h 336730"/>
              <a:gd name="connsiteX8" fmla="*/ 279632 w 371166"/>
              <a:gd name="connsiteY8" fmla="*/ 291391 h 336730"/>
              <a:gd name="connsiteX9" fmla="*/ 265309 w 371166"/>
              <a:gd name="connsiteY9" fmla="*/ 321205 h 336730"/>
              <a:gd name="connsiteX10" fmla="*/ 255823 w 371166"/>
              <a:gd name="connsiteY10" fmla="*/ 323586 h 336730"/>
              <a:gd name="connsiteX11" fmla="*/ 195116 w 371166"/>
              <a:gd name="connsiteY11" fmla="*/ 284248 h 336730"/>
              <a:gd name="connsiteX12" fmla="*/ 227272 w 371166"/>
              <a:gd name="connsiteY12" fmla="*/ 240147 h 336730"/>
              <a:gd name="connsiteX13" fmla="*/ 273656 w 371166"/>
              <a:gd name="connsiteY13" fmla="*/ 233003 h 336730"/>
              <a:gd name="connsiteX14" fmla="*/ 279632 w 371166"/>
              <a:gd name="connsiteY14" fmla="*/ 291487 h 336730"/>
              <a:gd name="connsiteX15" fmla="*/ 185631 w 371166"/>
              <a:gd name="connsiteY15" fmla="*/ 273484 h 336730"/>
              <a:gd name="connsiteX16" fmla="*/ 185631 w 371166"/>
              <a:gd name="connsiteY16" fmla="*/ 273484 h 336730"/>
              <a:gd name="connsiteX17" fmla="*/ 160684 w 371166"/>
              <a:gd name="connsiteY17" fmla="*/ 241290 h 336730"/>
              <a:gd name="connsiteX18" fmla="*/ 210672 w 371166"/>
              <a:gd name="connsiteY18" fmla="*/ 241290 h 336730"/>
              <a:gd name="connsiteX19" fmla="*/ 185726 w 371166"/>
              <a:gd name="connsiteY19" fmla="*/ 273484 h 336730"/>
              <a:gd name="connsiteX20" fmla="*/ 176050 w 371166"/>
              <a:gd name="connsiteY20" fmla="*/ 284248 h 336730"/>
              <a:gd name="connsiteX21" fmla="*/ 114205 w 371166"/>
              <a:gd name="connsiteY21" fmla="*/ 323586 h 336730"/>
              <a:gd name="connsiteX22" fmla="*/ 105858 w 371166"/>
              <a:gd name="connsiteY22" fmla="*/ 321205 h 336730"/>
              <a:gd name="connsiteX23" fmla="*/ 91535 w 371166"/>
              <a:gd name="connsiteY23" fmla="*/ 291391 h 336730"/>
              <a:gd name="connsiteX24" fmla="*/ 97511 w 371166"/>
              <a:gd name="connsiteY24" fmla="*/ 232908 h 336730"/>
              <a:gd name="connsiteX25" fmla="*/ 142756 w 371166"/>
              <a:gd name="connsiteY25" fmla="*/ 240052 h 336730"/>
              <a:gd name="connsiteX26" fmla="*/ 176050 w 371166"/>
              <a:gd name="connsiteY26" fmla="*/ 284152 h 336730"/>
              <a:gd name="connsiteX27" fmla="*/ 88025 w 371166"/>
              <a:gd name="connsiteY27" fmla="*/ 216239 h 336730"/>
              <a:gd name="connsiteX28" fmla="*/ 88025 w 371166"/>
              <a:gd name="connsiteY28" fmla="*/ 216239 h 336730"/>
              <a:gd name="connsiteX29" fmla="*/ 33294 w 371166"/>
              <a:gd name="connsiteY29" fmla="*/ 194808 h 336730"/>
              <a:gd name="connsiteX30" fmla="*/ 13090 w 371166"/>
              <a:gd name="connsiteY30" fmla="*/ 168519 h 336730"/>
              <a:gd name="connsiteX31" fmla="*/ 33294 w 371166"/>
              <a:gd name="connsiteY31" fmla="*/ 142230 h 336730"/>
              <a:gd name="connsiteX32" fmla="*/ 88025 w 371166"/>
              <a:gd name="connsiteY32" fmla="*/ 120799 h 336730"/>
              <a:gd name="connsiteX33" fmla="*/ 104720 w 371166"/>
              <a:gd name="connsiteY33" fmla="*/ 167281 h 336730"/>
              <a:gd name="connsiteX34" fmla="*/ 88025 w 371166"/>
              <a:gd name="connsiteY34" fmla="*/ 216239 h 336730"/>
              <a:gd name="connsiteX35" fmla="*/ 92768 w 371166"/>
              <a:gd name="connsiteY35" fmla="*/ 45646 h 336730"/>
              <a:gd name="connsiteX36" fmla="*/ 105858 w 371166"/>
              <a:gd name="connsiteY36" fmla="*/ 15833 h 336730"/>
              <a:gd name="connsiteX37" fmla="*/ 115343 w 371166"/>
              <a:gd name="connsiteY37" fmla="*/ 13452 h 336730"/>
              <a:gd name="connsiteX38" fmla="*/ 176050 w 371166"/>
              <a:gd name="connsiteY38" fmla="*/ 51647 h 336730"/>
              <a:gd name="connsiteX39" fmla="*/ 141523 w 371166"/>
              <a:gd name="connsiteY39" fmla="*/ 98129 h 336730"/>
              <a:gd name="connsiteX40" fmla="*/ 98649 w 371166"/>
              <a:gd name="connsiteY40" fmla="*/ 104130 h 336730"/>
              <a:gd name="connsiteX41" fmla="*/ 92673 w 371166"/>
              <a:gd name="connsiteY41" fmla="*/ 45646 h 336730"/>
              <a:gd name="connsiteX42" fmla="*/ 185631 w 371166"/>
              <a:gd name="connsiteY42" fmla="*/ 62315 h 336730"/>
              <a:gd name="connsiteX43" fmla="*/ 185631 w 371166"/>
              <a:gd name="connsiteY43" fmla="*/ 62315 h 336730"/>
              <a:gd name="connsiteX44" fmla="*/ 211811 w 371166"/>
              <a:gd name="connsiteY44" fmla="*/ 96891 h 336730"/>
              <a:gd name="connsiteX45" fmla="*/ 185631 w 371166"/>
              <a:gd name="connsiteY45" fmla="*/ 95653 h 336730"/>
              <a:gd name="connsiteX46" fmla="*/ 159451 w 371166"/>
              <a:gd name="connsiteY46" fmla="*/ 96891 h 336730"/>
              <a:gd name="connsiteX47" fmla="*/ 185631 w 371166"/>
              <a:gd name="connsiteY47" fmla="*/ 62315 h 336730"/>
              <a:gd name="connsiteX48" fmla="*/ 258195 w 371166"/>
              <a:gd name="connsiteY48" fmla="*/ 149374 h 336730"/>
              <a:gd name="connsiteX49" fmla="*/ 258195 w 371166"/>
              <a:gd name="connsiteY49" fmla="*/ 150612 h 336730"/>
              <a:gd name="connsiteX50" fmla="*/ 258195 w 371166"/>
              <a:gd name="connsiteY50" fmla="*/ 149374 h 336730"/>
              <a:gd name="connsiteX51" fmla="*/ 249848 w 371166"/>
              <a:gd name="connsiteY51" fmla="*/ 135086 h 336730"/>
              <a:gd name="connsiteX52" fmla="*/ 237991 w 371166"/>
              <a:gd name="connsiteY52" fmla="*/ 113655 h 336730"/>
              <a:gd name="connsiteX53" fmla="*/ 237991 w 371166"/>
              <a:gd name="connsiteY53" fmla="*/ 112417 h 336730"/>
              <a:gd name="connsiteX54" fmla="*/ 268913 w 371166"/>
              <a:gd name="connsiteY54" fmla="*/ 117179 h 336730"/>
              <a:gd name="connsiteX55" fmla="*/ 268913 w 371166"/>
              <a:gd name="connsiteY55" fmla="*/ 118417 h 336730"/>
              <a:gd name="connsiteX56" fmla="*/ 258195 w 371166"/>
              <a:gd name="connsiteY56" fmla="*/ 149469 h 336730"/>
              <a:gd name="connsiteX57" fmla="*/ 236758 w 371166"/>
              <a:gd name="connsiteY57" fmla="*/ 224526 h 336730"/>
              <a:gd name="connsiteX58" fmla="*/ 248614 w 371166"/>
              <a:gd name="connsiteY58" fmla="*/ 201856 h 336730"/>
              <a:gd name="connsiteX59" fmla="*/ 258100 w 371166"/>
              <a:gd name="connsiteY59" fmla="*/ 185188 h 336730"/>
              <a:gd name="connsiteX60" fmla="*/ 269957 w 371166"/>
              <a:gd name="connsiteY60" fmla="*/ 219763 h 336730"/>
              <a:gd name="connsiteX61" fmla="*/ 236663 w 371166"/>
              <a:gd name="connsiteY61" fmla="*/ 224526 h 336730"/>
              <a:gd name="connsiteX62" fmla="*/ 133271 w 371166"/>
              <a:gd name="connsiteY62" fmla="*/ 195951 h 336730"/>
              <a:gd name="connsiteX63" fmla="*/ 120181 w 371166"/>
              <a:gd name="connsiteY63" fmla="*/ 167281 h 336730"/>
              <a:gd name="connsiteX64" fmla="*/ 133271 w 371166"/>
              <a:gd name="connsiteY64" fmla="*/ 140992 h 336730"/>
              <a:gd name="connsiteX65" fmla="*/ 149965 w 371166"/>
              <a:gd name="connsiteY65" fmla="*/ 111178 h 336730"/>
              <a:gd name="connsiteX66" fmla="*/ 221391 w 371166"/>
              <a:gd name="connsiteY66" fmla="*/ 111178 h 336730"/>
              <a:gd name="connsiteX67" fmla="*/ 238085 w 371166"/>
              <a:gd name="connsiteY67" fmla="*/ 140992 h 336730"/>
              <a:gd name="connsiteX68" fmla="*/ 251175 w 371166"/>
              <a:gd name="connsiteY68" fmla="*/ 167281 h 336730"/>
              <a:gd name="connsiteX69" fmla="*/ 236852 w 371166"/>
              <a:gd name="connsiteY69" fmla="*/ 195951 h 336730"/>
              <a:gd name="connsiteX70" fmla="*/ 220158 w 371166"/>
              <a:gd name="connsiteY70" fmla="*/ 227002 h 336730"/>
              <a:gd name="connsiteX71" fmla="*/ 185631 w 371166"/>
              <a:gd name="connsiteY71" fmla="*/ 228241 h 336730"/>
              <a:gd name="connsiteX72" fmla="*/ 151104 w 371166"/>
              <a:gd name="connsiteY72" fmla="*/ 227002 h 336730"/>
              <a:gd name="connsiteX73" fmla="*/ 133271 w 371166"/>
              <a:gd name="connsiteY73" fmla="*/ 195951 h 336730"/>
              <a:gd name="connsiteX74" fmla="*/ 102348 w 371166"/>
              <a:gd name="connsiteY74" fmla="*/ 118417 h 336730"/>
              <a:gd name="connsiteX75" fmla="*/ 102348 w 371166"/>
              <a:gd name="connsiteY75" fmla="*/ 117179 h 336730"/>
              <a:gd name="connsiteX76" fmla="*/ 133271 w 371166"/>
              <a:gd name="connsiteY76" fmla="*/ 112417 h 336730"/>
              <a:gd name="connsiteX77" fmla="*/ 133271 w 371166"/>
              <a:gd name="connsiteY77" fmla="*/ 113655 h 336730"/>
              <a:gd name="connsiteX78" fmla="*/ 120181 w 371166"/>
              <a:gd name="connsiteY78" fmla="*/ 135086 h 336730"/>
              <a:gd name="connsiteX79" fmla="*/ 113067 w 371166"/>
              <a:gd name="connsiteY79" fmla="*/ 149374 h 336730"/>
              <a:gd name="connsiteX80" fmla="*/ 113067 w 371166"/>
              <a:gd name="connsiteY80" fmla="*/ 150612 h 336730"/>
              <a:gd name="connsiteX81" fmla="*/ 113067 w 371166"/>
              <a:gd name="connsiteY81" fmla="*/ 149374 h 336730"/>
              <a:gd name="connsiteX82" fmla="*/ 102348 w 371166"/>
              <a:gd name="connsiteY82" fmla="*/ 118322 h 336730"/>
              <a:gd name="connsiteX83" fmla="*/ 113067 w 371166"/>
              <a:gd name="connsiteY83" fmla="*/ 185188 h 336730"/>
              <a:gd name="connsiteX84" fmla="*/ 113067 w 371166"/>
              <a:gd name="connsiteY84" fmla="*/ 185188 h 336730"/>
              <a:gd name="connsiteX85" fmla="*/ 121414 w 371166"/>
              <a:gd name="connsiteY85" fmla="*/ 201856 h 336730"/>
              <a:gd name="connsiteX86" fmla="*/ 134504 w 371166"/>
              <a:gd name="connsiteY86" fmla="*/ 224526 h 336730"/>
              <a:gd name="connsiteX87" fmla="*/ 101210 w 371166"/>
              <a:gd name="connsiteY87" fmla="*/ 219763 h 336730"/>
              <a:gd name="connsiteX88" fmla="*/ 113067 w 371166"/>
              <a:gd name="connsiteY88" fmla="*/ 185188 h 336730"/>
              <a:gd name="connsiteX89" fmla="*/ 195116 w 371166"/>
              <a:gd name="connsiteY89" fmla="*/ 51552 h 336730"/>
              <a:gd name="connsiteX90" fmla="*/ 255823 w 371166"/>
              <a:gd name="connsiteY90" fmla="*/ 13357 h 336730"/>
              <a:gd name="connsiteX91" fmla="*/ 264171 w 371166"/>
              <a:gd name="connsiteY91" fmla="*/ 15738 h 336730"/>
              <a:gd name="connsiteX92" fmla="*/ 278494 w 371166"/>
              <a:gd name="connsiteY92" fmla="*/ 45551 h 336730"/>
              <a:gd name="connsiteX93" fmla="*/ 272518 w 371166"/>
              <a:gd name="connsiteY93" fmla="*/ 104035 h 336730"/>
              <a:gd name="connsiteX94" fmla="*/ 228505 w 371166"/>
              <a:gd name="connsiteY94" fmla="*/ 98034 h 336730"/>
              <a:gd name="connsiteX95" fmla="*/ 195211 w 371166"/>
              <a:gd name="connsiteY95" fmla="*/ 51552 h 336730"/>
              <a:gd name="connsiteX96" fmla="*/ 348591 w 371166"/>
              <a:gd name="connsiteY96" fmla="*/ 204238 h 336730"/>
              <a:gd name="connsiteX97" fmla="*/ 371167 w 371166"/>
              <a:gd name="connsiteY97" fmla="*/ 168424 h 336730"/>
              <a:gd name="connsiteX98" fmla="*/ 285513 w 371166"/>
              <a:gd name="connsiteY98" fmla="*/ 107559 h 336730"/>
              <a:gd name="connsiteX99" fmla="*/ 291489 w 371166"/>
              <a:gd name="connsiteY99" fmla="*/ 40789 h 336730"/>
              <a:gd name="connsiteX100" fmla="*/ 271285 w 371166"/>
              <a:gd name="connsiteY100" fmla="*/ 3832 h 336730"/>
              <a:gd name="connsiteX101" fmla="*/ 232015 w 371166"/>
              <a:gd name="connsiteY101" fmla="*/ 6213 h 336730"/>
              <a:gd name="connsiteX102" fmla="*/ 185631 w 371166"/>
              <a:gd name="connsiteY102" fmla="*/ 42027 h 336730"/>
              <a:gd name="connsiteX103" fmla="*/ 138014 w 371166"/>
              <a:gd name="connsiteY103" fmla="*/ 6213 h 336730"/>
              <a:gd name="connsiteX104" fmla="*/ 99977 w 371166"/>
              <a:gd name="connsiteY104" fmla="*/ 3832 h 336730"/>
              <a:gd name="connsiteX105" fmla="*/ 79773 w 371166"/>
              <a:gd name="connsiteY105" fmla="*/ 40789 h 336730"/>
              <a:gd name="connsiteX106" fmla="*/ 84516 w 371166"/>
              <a:gd name="connsiteY106" fmla="*/ 107559 h 336730"/>
              <a:gd name="connsiteX107" fmla="*/ 0 w 371166"/>
              <a:gd name="connsiteY107" fmla="*/ 168424 h 336730"/>
              <a:gd name="connsiteX108" fmla="*/ 22575 w 371166"/>
              <a:gd name="connsiteY108" fmla="*/ 204238 h 336730"/>
              <a:gd name="connsiteX109" fmla="*/ 84421 w 371166"/>
              <a:gd name="connsiteY109" fmla="*/ 230527 h 336730"/>
              <a:gd name="connsiteX110" fmla="*/ 78445 w 371166"/>
              <a:gd name="connsiteY110" fmla="*/ 296154 h 336730"/>
              <a:gd name="connsiteX111" fmla="*/ 98649 w 371166"/>
              <a:gd name="connsiteY111" fmla="*/ 333111 h 336730"/>
              <a:gd name="connsiteX112" fmla="*/ 114110 w 371166"/>
              <a:gd name="connsiteY112" fmla="*/ 336730 h 336730"/>
              <a:gd name="connsiteX113" fmla="*/ 185536 w 371166"/>
              <a:gd name="connsiteY113" fmla="*/ 295011 h 336730"/>
              <a:gd name="connsiteX114" fmla="*/ 256962 w 371166"/>
              <a:gd name="connsiteY114" fmla="*/ 336730 h 336730"/>
              <a:gd name="connsiteX115" fmla="*/ 271285 w 371166"/>
              <a:gd name="connsiteY115" fmla="*/ 333111 h 336730"/>
              <a:gd name="connsiteX116" fmla="*/ 292722 w 371166"/>
              <a:gd name="connsiteY116" fmla="*/ 296154 h 336730"/>
              <a:gd name="connsiteX117" fmla="*/ 286746 w 371166"/>
              <a:gd name="connsiteY117" fmla="*/ 230527 h 336730"/>
              <a:gd name="connsiteX118" fmla="*/ 348591 w 371166"/>
              <a:gd name="connsiteY118" fmla="*/ 204238 h 336730"/>
              <a:gd name="connsiteX119" fmla="*/ 185157 w 371166"/>
              <a:gd name="connsiteY119" fmla="*/ 187664 h 336730"/>
              <a:gd name="connsiteX120" fmla="*/ 167229 w 371166"/>
              <a:gd name="connsiteY120" fmla="*/ 168519 h 336730"/>
              <a:gd name="connsiteX121" fmla="*/ 185157 w 371166"/>
              <a:gd name="connsiteY121" fmla="*/ 150517 h 336730"/>
              <a:gd name="connsiteX122" fmla="*/ 204222 w 371166"/>
              <a:gd name="connsiteY122" fmla="*/ 168519 h 336730"/>
              <a:gd name="connsiteX123" fmla="*/ 185157 w 371166"/>
              <a:gd name="connsiteY123" fmla="*/ 187664 h 336730"/>
              <a:gd name="connsiteX124" fmla="*/ 185157 w 371166"/>
              <a:gd name="connsiteY124" fmla="*/ 136134 h 336730"/>
              <a:gd name="connsiteX125" fmla="*/ 152906 w 371166"/>
              <a:gd name="connsiteY125" fmla="*/ 168519 h 336730"/>
              <a:gd name="connsiteX126" fmla="*/ 185157 w 371166"/>
              <a:gd name="connsiteY126" fmla="*/ 200904 h 336730"/>
              <a:gd name="connsiteX127" fmla="*/ 217407 w 371166"/>
              <a:gd name="connsiteY127" fmla="*/ 168519 h 336730"/>
              <a:gd name="connsiteX128" fmla="*/ 185157 w 371166"/>
              <a:gd name="connsiteY128" fmla="*/ 136134 h 336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1166" h="336730">
                <a:moveTo>
                  <a:pt x="283142" y="216239"/>
                </a:moveTo>
                <a:lnTo>
                  <a:pt x="283142" y="216239"/>
                </a:lnTo>
                <a:cubicBezTo>
                  <a:pt x="278399" y="200713"/>
                  <a:pt x="272423" y="184045"/>
                  <a:pt x="265309" y="167281"/>
                </a:cubicBezTo>
                <a:cubicBezTo>
                  <a:pt x="272423" y="151755"/>
                  <a:pt x="278399" y="136229"/>
                  <a:pt x="282003" y="120799"/>
                </a:cubicBezTo>
                <a:cubicBezTo>
                  <a:pt x="304579" y="126799"/>
                  <a:pt x="323644" y="133943"/>
                  <a:pt x="336734" y="142230"/>
                </a:cubicBezTo>
                <a:cubicBezTo>
                  <a:pt x="349824" y="150612"/>
                  <a:pt x="356939" y="160137"/>
                  <a:pt x="356939" y="168519"/>
                </a:cubicBezTo>
                <a:cubicBezTo>
                  <a:pt x="356939" y="178044"/>
                  <a:pt x="349824" y="186426"/>
                  <a:pt x="337873" y="194808"/>
                </a:cubicBezTo>
                <a:cubicBezTo>
                  <a:pt x="324783" y="203190"/>
                  <a:pt x="305717" y="211477"/>
                  <a:pt x="283142" y="216239"/>
                </a:cubicBezTo>
                <a:close/>
                <a:moveTo>
                  <a:pt x="279632" y="291391"/>
                </a:moveTo>
                <a:cubicBezTo>
                  <a:pt x="278399" y="306917"/>
                  <a:pt x="272518" y="317680"/>
                  <a:pt x="265309" y="321205"/>
                </a:cubicBezTo>
                <a:cubicBezTo>
                  <a:pt x="262937" y="322443"/>
                  <a:pt x="259333" y="323586"/>
                  <a:pt x="255823" y="323586"/>
                </a:cubicBezTo>
                <a:cubicBezTo>
                  <a:pt x="240362" y="323586"/>
                  <a:pt x="218925" y="309298"/>
                  <a:pt x="195116" y="284248"/>
                </a:cubicBezTo>
                <a:cubicBezTo>
                  <a:pt x="205835" y="271103"/>
                  <a:pt x="216553" y="255577"/>
                  <a:pt x="227272" y="240147"/>
                </a:cubicBezTo>
                <a:cubicBezTo>
                  <a:pt x="243966" y="237766"/>
                  <a:pt x="259428" y="236527"/>
                  <a:pt x="273656" y="233003"/>
                </a:cubicBezTo>
                <a:cubicBezTo>
                  <a:pt x="278399" y="255673"/>
                  <a:pt x="280770" y="275961"/>
                  <a:pt x="279632" y="291487"/>
                </a:cubicBezTo>
                <a:close/>
                <a:moveTo>
                  <a:pt x="185631" y="273484"/>
                </a:moveTo>
                <a:lnTo>
                  <a:pt x="185631" y="273484"/>
                </a:lnTo>
                <a:cubicBezTo>
                  <a:pt x="177284" y="263959"/>
                  <a:pt x="168936" y="253196"/>
                  <a:pt x="160684" y="241290"/>
                </a:cubicBezTo>
                <a:lnTo>
                  <a:pt x="210672" y="241290"/>
                </a:lnTo>
                <a:cubicBezTo>
                  <a:pt x="202325" y="253196"/>
                  <a:pt x="193978" y="263959"/>
                  <a:pt x="185726" y="273484"/>
                </a:cubicBezTo>
                <a:close/>
                <a:moveTo>
                  <a:pt x="176050" y="284248"/>
                </a:moveTo>
                <a:cubicBezTo>
                  <a:pt x="152242" y="309298"/>
                  <a:pt x="129666" y="323586"/>
                  <a:pt x="114205" y="323586"/>
                </a:cubicBezTo>
                <a:cubicBezTo>
                  <a:pt x="110601" y="323586"/>
                  <a:pt x="108229" y="322348"/>
                  <a:pt x="105858" y="321205"/>
                </a:cubicBezTo>
                <a:cubicBezTo>
                  <a:pt x="97511" y="317585"/>
                  <a:pt x="92768" y="306917"/>
                  <a:pt x="91535" y="291391"/>
                </a:cubicBezTo>
                <a:cubicBezTo>
                  <a:pt x="90302" y="275866"/>
                  <a:pt x="91535" y="255577"/>
                  <a:pt x="97511" y="232908"/>
                </a:cubicBezTo>
                <a:cubicBezTo>
                  <a:pt x="111834" y="236527"/>
                  <a:pt x="127295" y="237670"/>
                  <a:pt x="142756" y="240052"/>
                </a:cubicBezTo>
                <a:cubicBezTo>
                  <a:pt x="153475" y="255577"/>
                  <a:pt x="164194" y="271103"/>
                  <a:pt x="176050" y="284152"/>
                </a:cubicBezTo>
                <a:close/>
                <a:moveTo>
                  <a:pt x="88025" y="216239"/>
                </a:moveTo>
                <a:lnTo>
                  <a:pt x="88025" y="216239"/>
                </a:lnTo>
                <a:cubicBezTo>
                  <a:pt x="65450" y="211477"/>
                  <a:pt x="46384" y="203095"/>
                  <a:pt x="33294" y="194808"/>
                </a:cubicBezTo>
                <a:cubicBezTo>
                  <a:pt x="20204" y="186426"/>
                  <a:pt x="13090" y="178139"/>
                  <a:pt x="13090" y="168519"/>
                </a:cubicBezTo>
                <a:cubicBezTo>
                  <a:pt x="13090" y="160137"/>
                  <a:pt x="20204" y="150612"/>
                  <a:pt x="33294" y="142230"/>
                </a:cubicBezTo>
                <a:cubicBezTo>
                  <a:pt x="46384" y="133848"/>
                  <a:pt x="65450" y="126704"/>
                  <a:pt x="88025" y="120799"/>
                </a:cubicBezTo>
                <a:cubicBezTo>
                  <a:pt x="92768" y="136324"/>
                  <a:pt x="98744" y="151850"/>
                  <a:pt x="104720" y="167281"/>
                </a:cubicBezTo>
                <a:cubicBezTo>
                  <a:pt x="97606" y="183949"/>
                  <a:pt x="91630" y="200713"/>
                  <a:pt x="88025" y="216239"/>
                </a:cubicBezTo>
                <a:close/>
                <a:moveTo>
                  <a:pt x="92768" y="45646"/>
                </a:moveTo>
                <a:cubicBezTo>
                  <a:pt x="94001" y="30121"/>
                  <a:pt x="98744" y="19357"/>
                  <a:pt x="105858" y="15833"/>
                </a:cubicBezTo>
                <a:cubicBezTo>
                  <a:pt x="109462" y="14595"/>
                  <a:pt x="111834" y="13452"/>
                  <a:pt x="115343" y="13452"/>
                </a:cubicBezTo>
                <a:cubicBezTo>
                  <a:pt x="130805" y="13452"/>
                  <a:pt x="153380" y="27739"/>
                  <a:pt x="176050" y="51647"/>
                </a:cubicBezTo>
                <a:cubicBezTo>
                  <a:pt x="164194" y="65935"/>
                  <a:pt x="152242" y="81460"/>
                  <a:pt x="141523" y="98129"/>
                </a:cubicBezTo>
                <a:cubicBezTo>
                  <a:pt x="127200" y="99367"/>
                  <a:pt x="111739" y="101749"/>
                  <a:pt x="98649" y="104130"/>
                </a:cubicBezTo>
                <a:cubicBezTo>
                  <a:pt x="92673" y="81460"/>
                  <a:pt x="90302" y="61172"/>
                  <a:pt x="92673" y="45646"/>
                </a:cubicBezTo>
                <a:close/>
                <a:moveTo>
                  <a:pt x="185631" y="62315"/>
                </a:moveTo>
                <a:lnTo>
                  <a:pt x="185631" y="62315"/>
                </a:lnTo>
                <a:cubicBezTo>
                  <a:pt x="193978" y="73078"/>
                  <a:pt x="203464" y="83746"/>
                  <a:pt x="211811" y="96891"/>
                </a:cubicBezTo>
                <a:cubicBezTo>
                  <a:pt x="202325" y="96891"/>
                  <a:pt x="193978" y="95653"/>
                  <a:pt x="185631" y="95653"/>
                </a:cubicBezTo>
                <a:cubicBezTo>
                  <a:pt x="177284" y="95653"/>
                  <a:pt x="167798" y="96891"/>
                  <a:pt x="159451" y="96891"/>
                </a:cubicBezTo>
                <a:cubicBezTo>
                  <a:pt x="167798" y="83746"/>
                  <a:pt x="176145" y="72983"/>
                  <a:pt x="185631" y="62315"/>
                </a:cubicBezTo>
                <a:close/>
                <a:moveTo>
                  <a:pt x="258195" y="149374"/>
                </a:moveTo>
                <a:lnTo>
                  <a:pt x="258195" y="150612"/>
                </a:lnTo>
                <a:lnTo>
                  <a:pt x="258195" y="149374"/>
                </a:lnTo>
                <a:cubicBezTo>
                  <a:pt x="254590" y="144611"/>
                  <a:pt x="252219" y="139849"/>
                  <a:pt x="249848" y="135086"/>
                </a:cubicBezTo>
                <a:cubicBezTo>
                  <a:pt x="246243" y="127942"/>
                  <a:pt x="242733" y="120799"/>
                  <a:pt x="237991" y="113655"/>
                </a:cubicBezTo>
                <a:lnTo>
                  <a:pt x="237991" y="112417"/>
                </a:lnTo>
                <a:cubicBezTo>
                  <a:pt x="248709" y="113655"/>
                  <a:pt x="259428" y="116036"/>
                  <a:pt x="268913" y="117179"/>
                </a:cubicBezTo>
                <a:lnTo>
                  <a:pt x="268913" y="118417"/>
                </a:lnTo>
                <a:cubicBezTo>
                  <a:pt x="265309" y="127942"/>
                  <a:pt x="261799" y="138706"/>
                  <a:pt x="258195" y="149469"/>
                </a:cubicBezTo>
                <a:close/>
                <a:moveTo>
                  <a:pt x="236758" y="224526"/>
                </a:moveTo>
                <a:cubicBezTo>
                  <a:pt x="241500" y="217382"/>
                  <a:pt x="245105" y="210238"/>
                  <a:pt x="248614" y="201856"/>
                </a:cubicBezTo>
                <a:cubicBezTo>
                  <a:pt x="252219" y="195856"/>
                  <a:pt x="254590" y="191093"/>
                  <a:pt x="258100" y="185188"/>
                </a:cubicBezTo>
                <a:cubicBezTo>
                  <a:pt x="262843" y="197094"/>
                  <a:pt x="266447" y="209095"/>
                  <a:pt x="269957" y="219763"/>
                </a:cubicBezTo>
                <a:cubicBezTo>
                  <a:pt x="259238" y="222145"/>
                  <a:pt x="248520" y="223383"/>
                  <a:pt x="236663" y="224526"/>
                </a:cubicBezTo>
                <a:close/>
                <a:moveTo>
                  <a:pt x="133271" y="195951"/>
                </a:moveTo>
                <a:cubicBezTo>
                  <a:pt x="128528" y="186426"/>
                  <a:pt x="124924" y="176901"/>
                  <a:pt x="120181" y="167281"/>
                </a:cubicBezTo>
                <a:cubicBezTo>
                  <a:pt x="123786" y="158899"/>
                  <a:pt x="128528" y="149374"/>
                  <a:pt x="133271" y="140992"/>
                </a:cubicBezTo>
                <a:cubicBezTo>
                  <a:pt x="138014" y="131467"/>
                  <a:pt x="143990" y="120703"/>
                  <a:pt x="149965" y="111178"/>
                </a:cubicBezTo>
                <a:cubicBezTo>
                  <a:pt x="173774" y="109940"/>
                  <a:pt x="197583" y="109940"/>
                  <a:pt x="221391" y="111178"/>
                </a:cubicBezTo>
                <a:cubicBezTo>
                  <a:pt x="227367" y="120703"/>
                  <a:pt x="233248" y="131467"/>
                  <a:pt x="238085" y="140992"/>
                </a:cubicBezTo>
                <a:cubicBezTo>
                  <a:pt x="242828" y="149374"/>
                  <a:pt x="246433" y="158899"/>
                  <a:pt x="251175" y="167281"/>
                </a:cubicBezTo>
                <a:cubicBezTo>
                  <a:pt x="246433" y="176806"/>
                  <a:pt x="241690" y="186331"/>
                  <a:pt x="236852" y="195951"/>
                </a:cubicBezTo>
                <a:cubicBezTo>
                  <a:pt x="232110" y="206714"/>
                  <a:pt x="226134" y="216239"/>
                  <a:pt x="220158" y="227002"/>
                </a:cubicBezTo>
                <a:cubicBezTo>
                  <a:pt x="208301" y="227002"/>
                  <a:pt x="196349" y="228241"/>
                  <a:pt x="185631" y="228241"/>
                </a:cubicBezTo>
                <a:cubicBezTo>
                  <a:pt x="173774" y="228241"/>
                  <a:pt x="163055" y="227002"/>
                  <a:pt x="151104" y="227002"/>
                </a:cubicBezTo>
                <a:cubicBezTo>
                  <a:pt x="145128" y="216239"/>
                  <a:pt x="139247" y="206714"/>
                  <a:pt x="133271" y="195951"/>
                </a:cubicBezTo>
                <a:close/>
                <a:moveTo>
                  <a:pt x="102348" y="118417"/>
                </a:moveTo>
                <a:lnTo>
                  <a:pt x="102348" y="117179"/>
                </a:lnTo>
                <a:cubicBezTo>
                  <a:pt x="111834" y="115941"/>
                  <a:pt x="122552" y="113560"/>
                  <a:pt x="133271" y="112417"/>
                </a:cubicBezTo>
                <a:lnTo>
                  <a:pt x="133271" y="113655"/>
                </a:lnTo>
                <a:cubicBezTo>
                  <a:pt x="128528" y="120799"/>
                  <a:pt x="124924" y="127942"/>
                  <a:pt x="120181" y="135086"/>
                </a:cubicBezTo>
                <a:cubicBezTo>
                  <a:pt x="117810" y="139849"/>
                  <a:pt x="115438" y="144611"/>
                  <a:pt x="113067" y="149374"/>
                </a:cubicBezTo>
                <a:lnTo>
                  <a:pt x="113067" y="150612"/>
                </a:lnTo>
                <a:lnTo>
                  <a:pt x="113067" y="149374"/>
                </a:lnTo>
                <a:cubicBezTo>
                  <a:pt x="108324" y="138610"/>
                  <a:pt x="104720" y="127942"/>
                  <a:pt x="102348" y="118322"/>
                </a:cubicBezTo>
                <a:close/>
                <a:moveTo>
                  <a:pt x="113067" y="185188"/>
                </a:moveTo>
                <a:lnTo>
                  <a:pt x="113067" y="185188"/>
                </a:lnTo>
                <a:cubicBezTo>
                  <a:pt x="115438" y="191188"/>
                  <a:pt x="119043" y="195951"/>
                  <a:pt x="121414" y="201856"/>
                </a:cubicBezTo>
                <a:cubicBezTo>
                  <a:pt x="126157" y="210238"/>
                  <a:pt x="129761" y="217382"/>
                  <a:pt x="134504" y="224526"/>
                </a:cubicBezTo>
                <a:cubicBezTo>
                  <a:pt x="122647" y="223288"/>
                  <a:pt x="111929" y="222145"/>
                  <a:pt x="101210" y="219763"/>
                </a:cubicBezTo>
                <a:cubicBezTo>
                  <a:pt x="104815" y="209000"/>
                  <a:pt x="108324" y="197094"/>
                  <a:pt x="113067" y="185188"/>
                </a:cubicBezTo>
                <a:close/>
                <a:moveTo>
                  <a:pt x="195116" y="51552"/>
                </a:moveTo>
                <a:cubicBezTo>
                  <a:pt x="217692" y="27644"/>
                  <a:pt x="240362" y="13357"/>
                  <a:pt x="255823" y="13357"/>
                </a:cubicBezTo>
                <a:cubicBezTo>
                  <a:pt x="258195" y="13357"/>
                  <a:pt x="261799" y="14595"/>
                  <a:pt x="264171" y="15738"/>
                </a:cubicBezTo>
                <a:cubicBezTo>
                  <a:pt x="272518" y="19357"/>
                  <a:pt x="277260" y="30025"/>
                  <a:pt x="278494" y="45551"/>
                </a:cubicBezTo>
                <a:cubicBezTo>
                  <a:pt x="279727" y="61077"/>
                  <a:pt x="277260" y="81365"/>
                  <a:pt x="272518" y="104035"/>
                </a:cubicBezTo>
                <a:cubicBezTo>
                  <a:pt x="258195" y="101653"/>
                  <a:pt x="243966" y="99272"/>
                  <a:pt x="228505" y="98034"/>
                </a:cubicBezTo>
                <a:cubicBezTo>
                  <a:pt x="217787" y="81365"/>
                  <a:pt x="207068" y="65839"/>
                  <a:pt x="195211" y="51552"/>
                </a:cubicBezTo>
                <a:close/>
                <a:moveTo>
                  <a:pt x="348591" y="204238"/>
                </a:moveTo>
                <a:cubicBezTo>
                  <a:pt x="362914" y="193474"/>
                  <a:pt x="371167" y="181568"/>
                  <a:pt x="371167" y="168424"/>
                </a:cubicBezTo>
                <a:cubicBezTo>
                  <a:pt x="371167" y="143373"/>
                  <a:pt x="339011" y="120703"/>
                  <a:pt x="285513" y="107559"/>
                </a:cubicBezTo>
                <a:cubicBezTo>
                  <a:pt x="291489" y="81270"/>
                  <a:pt x="293860" y="58600"/>
                  <a:pt x="291489" y="40789"/>
                </a:cubicBezTo>
                <a:cubicBezTo>
                  <a:pt x="289117" y="21739"/>
                  <a:pt x="282003" y="9737"/>
                  <a:pt x="271285" y="3832"/>
                </a:cubicBezTo>
                <a:cubicBezTo>
                  <a:pt x="260566" y="-2169"/>
                  <a:pt x="247476" y="-931"/>
                  <a:pt x="232015" y="6213"/>
                </a:cubicBezTo>
                <a:cubicBezTo>
                  <a:pt x="217692" y="12214"/>
                  <a:pt x="201092" y="25263"/>
                  <a:pt x="185631" y="42027"/>
                </a:cubicBezTo>
                <a:cubicBezTo>
                  <a:pt x="168936" y="25358"/>
                  <a:pt x="153475" y="12214"/>
                  <a:pt x="138014" y="6213"/>
                </a:cubicBezTo>
                <a:cubicBezTo>
                  <a:pt x="123691" y="-931"/>
                  <a:pt x="110601" y="-2169"/>
                  <a:pt x="99977" y="3832"/>
                </a:cubicBezTo>
                <a:cubicBezTo>
                  <a:pt x="89258" y="9832"/>
                  <a:pt x="82144" y="21739"/>
                  <a:pt x="79773" y="40789"/>
                </a:cubicBezTo>
                <a:cubicBezTo>
                  <a:pt x="77402" y="58696"/>
                  <a:pt x="78540" y="81365"/>
                  <a:pt x="84516" y="107559"/>
                </a:cubicBezTo>
                <a:cubicBezTo>
                  <a:pt x="32156" y="120703"/>
                  <a:pt x="0" y="143373"/>
                  <a:pt x="0" y="168424"/>
                </a:cubicBezTo>
                <a:cubicBezTo>
                  <a:pt x="0" y="181568"/>
                  <a:pt x="8347" y="193474"/>
                  <a:pt x="22575" y="204238"/>
                </a:cubicBezTo>
                <a:cubicBezTo>
                  <a:pt x="36899" y="215001"/>
                  <a:pt x="58241" y="223288"/>
                  <a:pt x="84421" y="230527"/>
                </a:cubicBezTo>
                <a:cubicBezTo>
                  <a:pt x="77307" y="255577"/>
                  <a:pt x="76074" y="278247"/>
                  <a:pt x="78445" y="296154"/>
                </a:cubicBezTo>
                <a:cubicBezTo>
                  <a:pt x="80816" y="315204"/>
                  <a:pt x="87930" y="327205"/>
                  <a:pt x="98649" y="333111"/>
                </a:cubicBezTo>
                <a:cubicBezTo>
                  <a:pt x="103392" y="335492"/>
                  <a:pt x="108134" y="336730"/>
                  <a:pt x="114110" y="336730"/>
                </a:cubicBezTo>
                <a:cubicBezTo>
                  <a:pt x="134314" y="336730"/>
                  <a:pt x="159356" y="322443"/>
                  <a:pt x="185536" y="295011"/>
                </a:cubicBezTo>
                <a:cubicBezTo>
                  <a:pt x="211716" y="322443"/>
                  <a:pt x="236663" y="336730"/>
                  <a:pt x="256962" y="336730"/>
                </a:cubicBezTo>
                <a:cubicBezTo>
                  <a:pt x="261704" y="336730"/>
                  <a:pt x="267680" y="335492"/>
                  <a:pt x="271285" y="333111"/>
                </a:cubicBezTo>
                <a:cubicBezTo>
                  <a:pt x="283142" y="327110"/>
                  <a:pt x="290350" y="315204"/>
                  <a:pt x="292722" y="296154"/>
                </a:cubicBezTo>
                <a:cubicBezTo>
                  <a:pt x="295093" y="278247"/>
                  <a:pt x="292722" y="255577"/>
                  <a:pt x="286746" y="230527"/>
                </a:cubicBezTo>
                <a:cubicBezTo>
                  <a:pt x="312926" y="223383"/>
                  <a:pt x="333130" y="215001"/>
                  <a:pt x="348591" y="204238"/>
                </a:cubicBezTo>
                <a:close/>
                <a:moveTo>
                  <a:pt x="185157" y="187664"/>
                </a:moveTo>
                <a:cubicBezTo>
                  <a:pt x="175576" y="187664"/>
                  <a:pt x="167229" y="179282"/>
                  <a:pt x="167229" y="168519"/>
                </a:cubicBezTo>
                <a:cubicBezTo>
                  <a:pt x="167229" y="158899"/>
                  <a:pt x="175576" y="150517"/>
                  <a:pt x="185157" y="150517"/>
                </a:cubicBezTo>
                <a:cubicBezTo>
                  <a:pt x="195875" y="150517"/>
                  <a:pt x="204222" y="158899"/>
                  <a:pt x="204222" y="168519"/>
                </a:cubicBezTo>
                <a:cubicBezTo>
                  <a:pt x="204222" y="179282"/>
                  <a:pt x="195875" y="187664"/>
                  <a:pt x="185157" y="187664"/>
                </a:cubicBezTo>
                <a:close/>
                <a:moveTo>
                  <a:pt x="185157" y="136134"/>
                </a:moveTo>
                <a:cubicBezTo>
                  <a:pt x="167229" y="136134"/>
                  <a:pt x="152906" y="150517"/>
                  <a:pt x="152906" y="168519"/>
                </a:cubicBezTo>
                <a:cubicBezTo>
                  <a:pt x="152906" y="186521"/>
                  <a:pt x="167229" y="200904"/>
                  <a:pt x="185157" y="200904"/>
                </a:cubicBezTo>
                <a:cubicBezTo>
                  <a:pt x="203084" y="200904"/>
                  <a:pt x="217407" y="186521"/>
                  <a:pt x="217407" y="168519"/>
                </a:cubicBezTo>
                <a:cubicBezTo>
                  <a:pt x="217407" y="150517"/>
                  <a:pt x="203084" y="136134"/>
                  <a:pt x="185157" y="13613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8" name="Graphic 125">
            <a:extLst>
              <a:ext uri="{FF2B5EF4-FFF2-40B4-BE49-F238E27FC236}">
                <a16:creationId xmlns:a16="http://schemas.microsoft.com/office/drawing/2014/main" id="{A9D695AC-714A-26A2-F427-64A802C5FE87}"/>
              </a:ext>
            </a:extLst>
          </p:cNvPr>
          <p:cNvSpPr/>
          <p:nvPr/>
        </p:nvSpPr>
        <p:spPr>
          <a:xfrm>
            <a:off x="1311630" y="2893497"/>
            <a:ext cx="494156" cy="448309"/>
          </a:xfrm>
          <a:custGeom>
            <a:avLst/>
            <a:gdLst>
              <a:gd name="connsiteX0" fmla="*/ 283142 w 371166"/>
              <a:gd name="connsiteY0" fmla="*/ 216239 h 336730"/>
              <a:gd name="connsiteX1" fmla="*/ 283142 w 371166"/>
              <a:gd name="connsiteY1" fmla="*/ 216239 h 336730"/>
              <a:gd name="connsiteX2" fmla="*/ 265309 w 371166"/>
              <a:gd name="connsiteY2" fmla="*/ 167281 h 336730"/>
              <a:gd name="connsiteX3" fmla="*/ 282003 w 371166"/>
              <a:gd name="connsiteY3" fmla="*/ 120799 h 336730"/>
              <a:gd name="connsiteX4" fmla="*/ 336734 w 371166"/>
              <a:gd name="connsiteY4" fmla="*/ 142230 h 336730"/>
              <a:gd name="connsiteX5" fmla="*/ 356939 w 371166"/>
              <a:gd name="connsiteY5" fmla="*/ 168519 h 336730"/>
              <a:gd name="connsiteX6" fmla="*/ 337873 w 371166"/>
              <a:gd name="connsiteY6" fmla="*/ 194808 h 336730"/>
              <a:gd name="connsiteX7" fmla="*/ 283142 w 371166"/>
              <a:gd name="connsiteY7" fmla="*/ 216239 h 336730"/>
              <a:gd name="connsiteX8" fmla="*/ 279632 w 371166"/>
              <a:gd name="connsiteY8" fmla="*/ 291391 h 336730"/>
              <a:gd name="connsiteX9" fmla="*/ 265309 w 371166"/>
              <a:gd name="connsiteY9" fmla="*/ 321205 h 336730"/>
              <a:gd name="connsiteX10" fmla="*/ 255823 w 371166"/>
              <a:gd name="connsiteY10" fmla="*/ 323586 h 336730"/>
              <a:gd name="connsiteX11" fmla="*/ 195116 w 371166"/>
              <a:gd name="connsiteY11" fmla="*/ 284248 h 336730"/>
              <a:gd name="connsiteX12" fmla="*/ 227272 w 371166"/>
              <a:gd name="connsiteY12" fmla="*/ 240147 h 336730"/>
              <a:gd name="connsiteX13" fmla="*/ 273656 w 371166"/>
              <a:gd name="connsiteY13" fmla="*/ 233003 h 336730"/>
              <a:gd name="connsiteX14" fmla="*/ 279632 w 371166"/>
              <a:gd name="connsiteY14" fmla="*/ 291487 h 336730"/>
              <a:gd name="connsiteX15" fmla="*/ 185631 w 371166"/>
              <a:gd name="connsiteY15" fmla="*/ 273484 h 336730"/>
              <a:gd name="connsiteX16" fmla="*/ 185631 w 371166"/>
              <a:gd name="connsiteY16" fmla="*/ 273484 h 336730"/>
              <a:gd name="connsiteX17" fmla="*/ 160684 w 371166"/>
              <a:gd name="connsiteY17" fmla="*/ 241290 h 336730"/>
              <a:gd name="connsiteX18" fmla="*/ 210672 w 371166"/>
              <a:gd name="connsiteY18" fmla="*/ 241290 h 336730"/>
              <a:gd name="connsiteX19" fmla="*/ 185726 w 371166"/>
              <a:gd name="connsiteY19" fmla="*/ 273484 h 336730"/>
              <a:gd name="connsiteX20" fmla="*/ 176050 w 371166"/>
              <a:gd name="connsiteY20" fmla="*/ 284248 h 336730"/>
              <a:gd name="connsiteX21" fmla="*/ 114205 w 371166"/>
              <a:gd name="connsiteY21" fmla="*/ 323586 h 336730"/>
              <a:gd name="connsiteX22" fmla="*/ 105858 w 371166"/>
              <a:gd name="connsiteY22" fmla="*/ 321205 h 336730"/>
              <a:gd name="connsiteX23" fmla="*/ 91535 w 371166"/>
              <a:gd name="connsiteY23" fmla="*/ 291391 h 336730"/>
              <a:gd name="connsiteX24" fmla="*/ 97511 w 371166"/>
              <a:gd name="connsiteY24" fmla="*/ 232908 h 336730"/>
              <a:gd name="connsiteX25" fmla="*/ 142756 w 371166"/>
              <a:gd name="connsiteY25" fmla="*/ 240052 h 336730"/>
              <a:gd name="connsiteX26" fmla="*/ 176050 w 371166"/>
              <a:gd name="connsiteY26" fmla="*/ 284152 h 336730"/>
              <a:gd name="connsiteX27" fmla="*/ 88025 w 371166"/>
              <a:gd name="connsiteY27" fmla="*/ 216239 h 336730"/>
              <a:gd name="connsiteX28" fmla="*/ 88025 w 371166"/>
              <a:gd name="connsiteY28" fmla="*/ 216239 h 336730"/>
              <a:gd name="connsiteX29" fmla="*/ 33294 w 371166"/>
              <a:gd name="connsiteY29" fmla="*/ 194808 h 336730"/>
              <a:gd name="connsiteX30" fmla="*/ 13090 w 371166"/>
              <a:gd name="connsiteY30" fmla="*/ 168519 h 336730"/>
              <a:gd name="connsiteX31" fmla="*/ 33294 w 371166"/>
              <a:gd name="connsiteY31" fmla="*/ 142230 h 336730"/>
              <a:gd name="connsiteX32" fmla="*/ 88025 w 371166"/>
              <a:gd name="connsiteY32" fmla="*/ 120799 h 336730"/>
              <a:gd name="connsiteX33" fmla="*/ 104720 w 371166"/>
              <a:gd name="connsiteY33" fmla="*/ 167281 h 336730"/>
              <a:gd name="connsiteX34" fmla="*/ 88025 w 371166"/>
              <a:gd name="connsiteY34" fmla="*/ 216239 h 336730"/>
              <a:gd name="connsiteX35" fmla="*/ 92768 w 371166"/>
              <a:gd name="connsiteY35" fmla="*/ 45646 h 336730"/>
              <a:gd name="connsiteX36" fmla="*/ 105858 w 371166"/>
              <a:gd name="connsiteY36" fmla="*/ 15833 h 336730"/>
              <a:gd name="connsiteX37" fmla="*/ 115343 w 371166"/>
              <a:gd name="connsiteY37" fmla="*/ 13452 h 336730"/>
              <a:gd name="connsiteX38" fmla="*/ 176050 w 371166"/>
              <a:gd name="connsiteY38" fmla="*/ 51647 h 336730"/>
              <a:gd name="connsiteX39" fmla="*/ 141523 w 371166"/>
              <a:gd name="connsiteY39" fmla="*/ 98129 h 336730"/>
              <a:gd name="connsiteX40" fmla="*/ 98649 w 371166"/>
              <a:gd name="connsiteY40" fmla="*/ 104130 h 336730"/>
              <a:gd name="connsiteX41" fmla="*/ 92673 w 371166"/>
              <a:gd name="connsiteY41" fmla="*/ 45646 h 336730"/>
              <a:gd name="connsiteX42" fmla="*/ 185631 w 371166"/>
              <a:gd name="connsiteY42" fmla="*/ 62315 h 336730"/>
              <a:gd name="connsiteX43" fmla="*/ 185631 w 371166"/>
              <a:gd name="connsiteY43" fmla="*/ 62315 h 336730"/>
              <a:gd name="connsiteX44" fmla="*/ 211811 w 371166"/>
              <a:gd name="connsiteY44" fmla="*/ 96891 h 336730"/>
              <a:gd name="connsiteX45" fmla="*/ 185631 w 371166"/>
              <a:gd name="connsiteY45" fmla="*/ 95653 h 336730"/>
              <a:gd name="connsiteX46" fmla="*/ 159451 w 371166"/>
              <a:gd name="connsiteY46" fmla="*/ 96891 h 336730"/>
              <a:gd name="connsiteX47" fmla="*/ 185631 w 371166"/>
              <a:gd name="connsiteY47" fmla="*/ 62315 h 336730"/>
              <a:gd name="connsiteX48" fmla="*/ 258195 w 371166"/>
              <a:gd name="connsiteY48" fmla="*/ 149374 h 336730"/>
              <a:gd name="connsiteX49" fmla="*/ 258195 w 371166"/>
              <a:gd name="connsiteY49" fmla="*/ 150612 h 336730"/>
              <a:gd name="connsiteX50" fmla="*/ 258195 w 371166"/>
              <a:gd name="connsiteY50" fmla="*/ 149374 h 336730"/>
              <a:gd name="connsiteX51" fmla="*/ 249848 w 371166"/>
              <a:gd name="connsiteY51" fmla="*/ 135086 h 336730"/>
              <a:gd name="connsiteX52" fmla="*/ 237991 w 371166"/>
              <a:gd name="connsiteY52" fmla="*/ 113655 h 336730"/>
              <a:gd name="connsiteX53" fmla="*/ 237991 w 371166"/>
              <a:gd name="connsiteY53" fmla="*/ 112417 h 336730"/>
              <a:gd name="connsiteX54" fmla="*/ 268913 w 371166"/>
              <a:gd name="connsiteY54" fmla="*/ 117179 h 336730"/>
              <a:gd name="connsiteX55" fmla="*/ 268913 w 371166"/>
              <a:gd name="connsiteY55" fmla="*/ 118417 h 336730"/>
              <a:gd name="connsiteX56" fmla="*/ 258195 w 371166"/>
              <a:gd name="connsiteY56" fmla="*/ 149469 h 336730"/>
              <a:gd name="connsiteX57" fmla="*/ 236758 w 371166"/>
              <a:gd name="connsiteY57" fmla="*/ 224526 h 336730"/>
              <a:gd name="connsiteX58" fmla="*/ 248614 w 371166"/>
              <a:gd name="connsiteY58" fmla="*/ 201856 h 336730"/>
              <a:gd name="connsiteX59" fmla="*/ 258100 w 371166"/>
              <a:gd name="connsiteY59" fmla="*/ 185188 h 336730"/>
              <a:gd name="connsiteX60" fmla="*/ 269957 w 371166"/>
              <a:gd name="connsiteY60" fmla="*/ 219763 h 336730"/>
              <a:gd name="connsiteX61" fmla="*/ 236663 w 371166"/>
              <a:gd name="connsiteY61" fmla="*/ 224526 h 336730"/>
              <a:gd name="connsiteX62" fmla="*/ 133271 w 371166"/>
              <a:gd name="connsiteY62" fmla="*/ 195951 h 336730"/>
              <a:gd name="connsiteX63" fmla="*/ 120181 w 371166"/>
              <a:gd name="connsiteY63" fmla="*/ 167281 h 336730"/>
              <a:gd name="connsiteX64" fmla="*/ 133271 w 371166"/>
              <a:gd name="connsiteY64" fmla="*/ 140992 h 336730"/>
              <a:gd name="connsiteX65" fmla="*/ 149965 w 371166"/>
              <a:gd name="connsiteY65" fmla="*/ 111178 h 336730"/>
              <a:gd name="connsiteX66" fmla="*/ 221391 w 371166"/>
              <a:gd name="connsiteY66" fmla="*/ 111178 h 336730"/>
              <a:gd name="connsiteX67" fmla="*/ 238085 w 371166"/>
              <a:gd name="connsiteY67" fmla="*/ 140992 h 336730"/>
              <a:gd name="connsiteX68" fmla="*/ 251175 w 371166"/>
              <a:gd name="connsiteY68" fmla="*/ 167281 h 336730"/>
              <a:gd name="connsiteX69" fmla="*/ 236852 w 371166"/>
              <a:gd name="connsiteY69" fmla="*/ 195951 h 336730"/>
              <a:gd name="connsiteX70" fmla="*/ 220158 w 371166"/>
              <a:gd name="connsiteY70" fmla="*/ 227002 h 336730"/>
              <a:gd name="connsiteX71" fmla="*/ 185631 w 371166"/>
              <a:gd name="connsiteY71" fmla="*/ 228241 h 336730"/>
              <a:gd name="connsiteX72" fmla="*/ 151104 w 371166"/>
              <a:gd name="connsiteY72" fmla="*/ 227002 h 336730"/>
              <a:gd name="connsiteX73" fmla="*/ 133271 w 371166"/>
              <a:gd name="connsiteY73" fmla="*/ 195951 h 336730"/>
              <a:gd name="connsiteX74" fmla="*/ 102348 w 371166"/>
              <a:gd name="connsiteY74" fmla="*/ 118417 h 336730"/>
              <a:gd name="connsiteX75" fmla="*/ 102348 w 371166"/>
              <a:gd name="connsiteY75" fmla="*/ 117179 h 336730"/>
              <a:gd name="connsiteX76" fmla="*/ 133271 w 371166"/>
              <a:gd name="connsiteY76" fmla="*/ 112417 h 336730"/>
              <a:gd name="connsiteX77" fmla="*/ 133271 w 371166"/>
              <a:gd name="connsiteY77" fmla="*/ 113655 h 336730"/>
              <a:gd name="connsiteX78" fmla="*/ 120181 w 371166"/>
              <a:gd name="connsiteY78" fmla="*/ 135086 h 336730"/>
              <a:gd name="connsiteX79" fmla="*/ 113067 w 371166"/>
              <a:gd name="connsiteY79" fmla="*/ 149374 h 336730"/>
              <a:gd name="connsiteX80" fmla="*/ 113067 w 371166"/>
              <a:gd name="connsiteY80" fmla="*/ 150612 h 336730"/>
              <a:gd name="connsiteX81" fmla="*/ 113067 w 371166"/>
              <a:gd name="connsiteY81" fmla="*/ 149374 h 336730"/>
              <a:gd name="connsiteX82" fmla="*/ 102348 w 371166"/>
              <a:gd name="connsiteY82" fmla="*/ 118322 h 336730"/>
              <a:gd name="connsiteX83" fmla="*/ 113067 w 371166"/>
              <a:gd name="connsiteY83" fmla="*/ 185188 h 336730"/>
              <a:gd name="connsiteX84" fmla="*/ 113067 w 371166"/>
              <a:gd name="connsiteY84" fmla="*/ 185188 h 336730"/>
              <a:gd name="connsiteX85" fmla="*/ 121414 w 371166"/>
              <a:gd name="connsiteY85" fmla="*/ 201856 h 336730"/>
              <a:gd name="connsiteX86" fmla="*/ 134504 w 371166"/>
              <a:gd name="connsiteY86" fmla="*/ 224526 h 336730"/>
              <a:gd name="connsiteX87" fmla="*/ 101210 w 371166"/>
              <a:gd name="connsiteY87" fmla="*/ 219763 h 336730"/>
              <a:gd name="connsiteX88" fmla="*/ 113067 w 371166"/>
              <a:gd name="connsiteY88" fmla="*/ 185188 h 336730"/>
              <a:gd name="connsiteX89" fmla="*/ 195116 w 371166"/>
              <a:gd name="connsiteY89" fmla="*/ 51552 h 336730"/>
              <a:gd name="connsiteX90" fmla="*/ 255823 w 371166"/>
              <a:gd name="connsiteY90" fmla="*/ 13357 h 336730"/>
              <a:gd name="connsiteX91" fmla="*/ 264171 w 371166"/>
              <a:gd name="connsiteY91" fmla="*/ 15738 h 336730"/>
              <a:gd name="connsiteX92" fmla="*/ 278494 w 371166"/>
              <a:gd name="connsiteY92" fmla="*/ 45551 h 336730"/>
              <a:gd name="connsiteX93" fmla="*/ 272518 w 371166"/>
              <a:gd name="connsiteY93" fmla="*/ 104035 h 336730"/>
              <a:gd name="connsiteX94" fmla="*/ 228505 w 371166"/>
              <a:gd name="connsiteY94" fmla="*/ 98034 h 336730"/>
              <a:gd name="connsiteX95" fmla="*/ 195211 w 371166"/>
              <a:gd name="connsiteY95" fmla="*/ 51552 h 336730"/>
              <a:gd name="connsiteX96" fmla="*/ 348591 w 371166"/>
              <a:gd name="connsiteY96" fmla="*/ 204238 h 336730"/>
              <a:gd name="connsiteX97" fmla="*/ 371167 w 371166"/>
              <a:gd name="connsiteY97" fmla="*/ 168424 h 336730"/>
              <a:gd name="connsiteX98" fmla="*/ 285513 w 371166"/>
              <a:gd name="connsiteY98" fmla="*/ 107559 h 336730"/>
              <a:gd name="connsiteX99" fmla="*/ 291489 w 371166"/>
              <a:gd name="connsiteY99" fmla="*/ 40789 h 336730"/>
              <a:gd name="connsiteX100" fmla="*/ 271285 w 371166"/>
              <a:gd name="connsiteY100" fmla="*/ 3832 h 336730"/>
              <a:gd name="connsiteX101" fmla="*/ 232015 w 371166"/>
              <a:gd name="connsiteY101" fmla="*/ 6213 h 336730"/>
              <a:gd name="connsiteX102" fmla="*/ 185631 w 371166"/>
              <a:gd name="connsiteY102" fmla="*/ 42027 h 336730"/>
              <a:gd name="connsiteX103" fmla="*/ 138014 w 371166"/>
              <a:gd name="connsiteY103" fmla="*/ 6213 h 336730"/>
              <a:gd name="connsiteX104" fmla="*/ 99977 w 371166"/>
              <a:gd name="connsiteY104" fmla="*/ 3832 h 336730"/>
              <a:gd name="connsiteX105" fmla="*/ 79773 w 371166"/>
              <a:gd name="connsiteY105" fmla="*/ 40789 h 336730"/>
              <a:gd name="connsiteX106" fmla="*/ 84516 w 371166"/>
              <a:gd name="connsiteY106" fmla="*/ 107559 h 336730"/>
              <a:gd name="connsiteX107" fmla="*/ 0 w 371166"/>
              <a:gd name="connsiteY107" fmla="*/ 168424 h 336730"/>
              <a:gd name="connsiteX108" fmla="*/ 22575 w 371166"/>
              <a:gd name="connsiteY108" fmla="*/ 204238 h 336730"/>
              <a:gd name="connsiteX109" fmla="*/ 84421 w 371166"/>
              <a:gd name="connsiteY109" fmla="*/ 230527 h 336730"/>
              <a:gd name="connsiteX110" fmla="*/ 78445 w 371166"/>
              <a:gd name="connsiteY110" fmla="*/ 296154 h 336730"/>
              <a:gd name="connsiteX111" fmla="*/ 98649 w 371166"/>
              <a:gd name="connsiteY111" fmla="*/ 333111 h 336730"/>
              <a:gd name="connsiteX112" fmla="*/ 114110 w 371166"/>
              <a:gd name="connsiteY112" fmla="*/ 336730 h 336730"/>
              <a:gd name="connsiteX113" fmla="*/ 185536 w 371166"/>
              <a:gd name="connsiteY113" fmla="*/ 295011 h 336730"/>
              <a:gd name="connsiteX114" fmla="*/ 256962 w 371166"/>
              <a:gd name="connsiteY114" fmla="*/ 336730 h 336730"/>
              <a:gd name="connsiteX115" fmla="*/ 271285 w 371166"/>
              <a:gd name="connsiteY115" fmla="*/ 333111 h 336730"/>
              <a:gd name="connsiteX116" fmla="*/ 292722 w 371166"/>
              <a:gd name="connsiteY116" fmla="*/ 296154 h 336730"/>
              <a:gd name="connsiteX117" fmla="*/ 286746 w 371166"/>
              <a:gd name="connsiteY117" fmla="*/ 230527 h 336730"/>
              <a:gd name="connsiteX118" fmla="*/ 348591 w 371166"/>
              <a:gd name="connsiteY118" fmla="*/ 204238 h 336730"/>
              <a:gd name="connsiteX119" fmla="*/ 185157 w 371166"/>
              <a:gd name="connsiteY119" fmla="*/ 187664 h 336730"/>
              <a:gd name="connsiteX120" fmla="*/ 167229 w 371166"/>
              <a:gd name="connsiteY120" fmla="*/ 168519 h 336730"/>
              <a:gd name="connsiteX121" fmla="*/ 185157 w 371166"/>
              <a:gd name="connsiteY121" fmla="*/ 150517 h 336730"/>
              <a:gd name="connsiteX122" fmla="*/ 204222 w 371166"/>
              <a:gd name="connsiteY122" fmla="*/ 168519 h 336730"/>
              <a:gd name="connsiteX123" fmla="*/ 185157 w 371166"/>
              <a:gd name="connsiteY123" fmla="*/ 187664 h 336730"/>
              <a:gd name="connsiteX124" fmla="*/ 185157 w 371166"/>
              <a:gd name="connsiteY124" fmla="*/ 136134 h 336730"/>
              <a:gd name="connsiteX125" fmla="*/ 152906 w 371166"/>
              <a:gd name="connsiteY125" fmla="*/ 168519 h 336730"/>
              <a:gd name="connsiteX126" fmla="*/ 185157 w 371166"/>
              <a:gd name="connsiteY126" fmla="*/ 200904 h 336730"/>
              <a:gd name="connsiteX127" fmla="*/ 217407 w 371166"/>
              <a:gd name="connsiteY127" fmla="*/ 168519 h 336730"/>
              <a:gd name="connsiteX128" fmla="*/ 185157 w 371166"/>
              <a:gd name="connsiteY128" fmla="*/ 136134 h 336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1166" h="336730">
                <a:moveTo>
                  <a:pt x="283142" y="216239"/>
                </a:moveTo>
                <a:lnTo>
                  <a:pt x="283142" y="216239"/>
                </a:lnTo>
                <a:cubicBezTo>
                  <a:pt x="278399" y="200713"/>
                  <a:pt x="272423" y="184045"/>
                  <a:pt x="265309" y="167281"/>
                </a:cubicBezTo>
                <a:cubicBezTo>
                  <a:pt x="272423" y="151755"/>
                  <a:pt x="278399" y="136229"/>
                  <a:pt x="282003" y="120799"/>
                </a:cubicBezTo>
                <a:cubicBezTo>
                  <a:pt x="304579" y="126799"/>
                  <a:pt x="323644" y="133943"/>
                  <a:pt x="336734" y="142230"/>
                </a:cubicBezTo>
                <a:cubicBezTo>
                  <a:pt x="349824" y="150612"/>
                  <a:pt x="356939" y="160137"/>
                  <a:pt x="356939" y="168519"/>
                </a:cubicBezTo>
                <a:cubicBezTo>
                  <a:pt x="356939" y="178044"/>
                  <a:pt x="349824" y="186426"/>
                  <a:pt x="337873" y="194808"/>
                </a:cubicBezTo>
                <a:cubicBezTo>
                  <a:pt x="324783" y="203190"/>
                  <a:pt x="305717" y="211477"/>
                  <a:pt x="283142" y="216239"/>
                </a:cubicBezTo>
                <a:close/>
                <a:moveTo>
                  <a:pt x="279632" y="291391"/>
                </a:moveTo>
                <a:cubicBezTo>
                  <a:pt x="278399" y="306917"/>
                  <a:pt x="272518" y="317680"/>
                  <a:pt x="265309" y="321205"/>
                </a:cubicBezTo>
                <a:cubicBezTo>
                  <a:pt x="262937" y="322443"/>
                  <a:pt x="259333" y="323586"/>
                  <a:pt x="255823" y="323586"/>
                </a:cubicBezTo>
                <a:cubicBezTo>
                  <a:pt x="240362" y="323586"/>
                  <a:pt x="218925" y="309298"/>
                  <a:pt x="195116" y="284248"/>
                </a:cubicBezTo>
                <a:cubicBezTo>
                  <a:pt x="205835" y="271103"/>
                  <a:pt x="216553" y="255577"/>
                  <a:pt x="227272" y="240147"/>
                </a:cubicBezTo>
                <a:cubicBezTo>
                  <a:pt x="243966" y="237766"/>
                  <a:pt x="259428" y="236527"/>
                  <a:pt x="273656" y="233003"/>
                </a:cubicBezTo>
                <a:cubicBezTo>
                  <a:pt x="278399" y="255673"/>
                  <a:pt x="280770" y="275961"/>
                  <a:pt x="279632" y="291487"/>
                </a:cubicBezTo>
                <a:close/>
                <a:moveTo>
                  <a:pt x="185631" y="273484"/>
                </a:moveTo>
                <a:lnTo>
                  <a:pt x="185631" y="273484"/>
                </a:lnTo>
                <a:cubicBezTo>
                  <a:pt x="177284" y="263959"/>
                  <a:pt x="168936" y="253196"/>
                  <a:pt x="160684" y="241290"/>
                </a:cubicBezTo>
                <a:lnTo>
                  <a:pt x="210672" y="241290"/>
                </a:lnTo>
                <a:cubicBezTo>
                  <a:pt x="202325" y="253196"/>
                  <a:pt x="193978" y="263959"/>
                  <a:pt x="185726" y="273484"/>
                </a:cubicBezTo>
                <a:close/>
                <a:moveTo>
                  <a:pt x="176050" y="284248"/>
                </a:moveTo>
                <a:cubicBezTo>
                  <a:pt x="152242" y="309298"/>
                  <a:pt x="129666" y="323586"/>
                  <a:pt x="114205" y="323586"/>
                </a:cubicBezTo>
                <a:cubicBezTo>
                  <a:pt x="110601" y="323586"/>
                  <a:pt x="108229" y="322348"/>
                  <a:pt x="105858" y="321205"/>
                </a:cubicBezTo>
                <a:cubicBezTo>
                  <a:pt x="97511" y="317585"/>
                  <a:pt x="92768" y="306917"/>
                  <a:pt x="91535" y="291391"/>
                </a:cubicBezTo>
                <a:cubicBezTo>
                  <a:pt x="90302" y="275866"/>
                  <a:pt x="91535" y="255577"/>
                  <a:pt x="97511" y="232908"/>
                </a:cubicBezTo>
                <a:cubicBezTo>
                  <a:pt x="111834" y="236527"/>
                  <a:pt x="127295" y="237670"/>
                  <a:pt x="142756" y="240052"/>
                </a:cubicBezTo>
                <a:cubicBezTo>
                  <a:pt x="153475" y="255577"/>
                  <a:pt x="164194" y="271103"/>
                  <a:pt x="176050" y="284152"/>
                </a:cubicBezTo>
                <a:close/>
                <a:moveTo>
                  <a:pt x="88025" y="216239"/>
                </a:moveTo>
                <a:lnTo>
                  <a:pt x="88025" y="216239"/>
                </a:lnTo>
                <a:cubicBezTo>
                  <a:pt x="65450" y="211477"/>
                  <a:pt x="46384" y="203095"/>
                  <a:pt x="33294" y="194808"/>
                </a:cubicBezTo>
                <a:cubicBezTo>
                  <a:pt x="20204" y="186426"/>
                  <a:pt x="13090" y="178139"/>
                  <a:pt x="13090" y="168519"/>
                </a:cubicBezTo>
                <a:cubicBezTo>
                  <a:pt x="13090" y="160137"/>
                  <a:pt x="20204" y="150612"/>
                  <a:pt x="33294" y="142230"/>
                </a:cubicBezTo>
                <a:cubicBezTo>
                  <a:pt x="46384" y="133848"/>
                  <a:pt x="65450" y="126704"/>
                  <a:pt x="88025" y="120799"/>
                </a:cubicBezTo>
                <a:cubicBezTo>
                  <a:pt x="92768" y="136324"/>
                  <a:pt x="98744" y="151850"/>
                  <a:pt x="104720" y="167281"/>
                </a:cubicBezTo>
                <a:cubicBezTo>
                  <a:pt x="97606" y="183949"/>
                  <a:pt x="91630" y="200713"/>
                  <a:pt x="88025" y="216239"/>
                </a:cubicBezTo>
                <a:close/>
                <a:moveTo>
                  <a:pt x="92768" y="45646"/>
                </a:moveTo>
                <a:cubicBezTo>
                  <a:pt x="94001" y="30121"/>
                  <a:pt x="98744" y="19357"/>
                  <a:pt x="105858" y="15833"/>
                </a:cubicBezTo>
                <a:cubicBezTo>
                  <a:pt x="109462" y="14595"/>
                  <a:pt x="111834" y="13452"/>
                  <a:pt x="115343" y="13452"/>
                </a:cubicBezTo>
                <a:cubicBezTo>
                  <a:pt x="130805" y="13452"/>
                  <a:pt x="153380" y="27739"/>
                  <a:pt x="176050" y="51647"/>
                </a:cubicBezTo>
                <a:cubicBezTo>
                  <a:pt x="164194" y="65935"/>
                  <a:pt x="152242" y="81460"/>
                  <a:pt x="141523" y="98129"/>
                </a:cubicBezTo>
                <a:cubicBezTo>
                  <a:pt x="127200" y="99367"/>
                  <a:pt x="111739" y="101749"/>
                  <a:pt x="98649" y="104130"/>
                </a:cubicBezTo>
                <a:cubicBezTo>
                  <a:pt x="92673" y="81460"/>
                  <a:pt x="90302" y="61172"/>
                  <a:pt x="92673" y="45646"/>
                </a:cubicBezTo>
                <a:close/>
                <a:moveTo>
                  <a:pt x="185631" y="62315"/>
                </a:moveTo>
                <a:lnTo>
                  <a:pt x="185631" y="62315"/>
                </a:lnTo>
                <a:cubicBezTo>
                  <a:pt x="193978" y="73078"/>
                  <a:pt x="203464" y="83746"/>
                  <a:pt x="211811" y="96891"/>
                </a:cubicBezTo>
                <a:cubicBezTo>
                  <a:pt x="202325" y="96891"/>
                  <a:pt x="193978" y="95653"/>
                  <a:pt x="185631" y="95653"/>
                </a:cubicBezTo>
                <a:cubicBezTo>
                  <a:pt x="177284" y="95653"/>
                  <a:pt x="167798" y="96891"/>
                  <a:pt x="159451" y="96891"/>
                </a:cubicBezTo>
                <a:cubicBezTo>
                  <a:pt x="167798" y="83746"/>
                  <a:pt x="176145" y="72983"/>
                  <a:pt x="185631" y="62315"/>
                </a:cubicBezTo>
                <a:close/>
                <a:moveTo>
                  <a:pt x="258195" y="149374"/>
                </a:moveTo>
                <a:lnTo>
                  <a:pt x="258195" y="150612"/>
                </a:lnTo>
                <a:lnTo>
                  <a:pt x="258195" y="149374"/>
                </a:lnTo>
                <a:cubicBezTo>
                  <a:pt x="254590" y="144611"/>
                  <a:pt x="252219" y="139849"/>
                  <a:pt x="249848" y="135086"/>
                </a:cubicBezTo>
                <a:cubicBezTo>
                  <a:pt x="246243" y="127942"/>
                  <a:pt x="242733" y="120799"/>
                  <a:pt x="237991" y="113655"/>
                </a:cubicBezTo>
                <a:lnTo>
                  <a:pt x="237991" y="112417"/>
                </a:lnTo>
                <a:cubicBezTo>
                  <a:pt x="248709" y="113655"/>
                  <a:pt x="259428" y="116036"/>
                  <a:pt x="268913" y="117179"/>
                </a:cubicBezTo>
                <a:lnTo>
                  <a:pt x="268913" y="118417"/>
                </a:lnTo>
                <a:cubicBezTo>
                  <a:pt x="265309" y="127942"/>
                  <a:pt x="261799" y="138706"/>
                  <a:pt x="258195" y="149469"/>
                </a:cubicBezTo>
                <a:close/>
                <a:moveTo>
                  <a:pt x="236758" y="224526"/>
                </a:moveTo>
                <a:cubicBezTo>
                  <a:pt x="241500" y="217382"/>
                  <a:pt x="245105" y="210238"/>
                  <a:pt x="248614" y="201856"/>
                </a:cubicBezTo>
                <a:cubicBezTo>
                  <a:pt x="252219" y="195856"/>
                  <a:pt x="254590" y="191093"/>
                  <a:pt x="258100" y="185188"/>
                </a:cubicBezTo>
                <a:cubicBezTo>
                  <a:pt x="262843" y="197094"/>
                  <a:pt x="266447" y="209095"/>
                  <a:pt x="269957" y="219763"/>
                </a:cubicBezTo>
                <a:cubicBezTo>
                  <a:pt x="259238" y="222145"/>
                  <a:pt x="248520" y="223383"/>
                  <a:pt x="236663" y="224526"/>
                </a:cubicBezTo>
                <a:close/>
                <a:moveTo>
                  <a:pt x="133271" y="195951"/>
                </a:moveTo>
                <a:cubicBezTo>
                  <a:pt x="128528" y="186426"/>
                  <a:pt x="124924" y="176901"/>
                  <a:pt x="120181" y="167281"/>
                </a:cubicBezTo>
                <a:cubicBezTo>
                  <a:pt x="123786" y="158899"/>
                  <a:pt x="128528" y="149374"/>
                  <a:pt x="133271" y="140992"/>
                </a:cubicBezTo>
                <a:cubicBezTo>
                  <a:pt x="138014" y="131467"/>
                  <a:pt x="143990" y="120703"/>
                  <a:pt x="149965" y="111178"/>
                </a:cubicBezTo>
                <a:cubicBezTo>
                  <a:pt x="173774" y="109940"/>
                  <a:pt x="197583" y="109940"/>
                  <a:pt x="221391" y="111178"/>
                </a:cubicBezTo>
                <a:cubicBezTo>
                  <a:pt x="227367" y="120703"/>
                  <a:pt x="233248" y="131467"/>
                  <a:pt x="238085" y="140992"/>
                </a:cubicBezTo>
                <a:cubicBezTo>
                  <a:pt x="242828" y="149374"/>
                  <a:pt x="246433" y="158899"/>
                  <a:pt x="251175" y="167281"/>
                </a:cubicBezTo>
                <a:cubicBezTo>
                  <a:pt x="246433" y="176806"/>
                  <a:pt x="241690" y="186331"/>
                  <a:pt x="236852" y="195951"/>
                </a:cubicBezTo>
                <a:cubicBezTo>
                  <a:pt x="232110" y="206714"/>
                  <a:pt x="226134" y="216239"/>
                  <a:pt x="220158" y="227002"/>
                </a:cubicBezTo>
                <a:cubicBezTo>
                  <a:pt x="208301" y="227002"/>
                  <a:pt x="196349" y="228241"/>
                  <a:pt x="185631" y="228241"/>
                </a:cubicBezTo>
                <a:cubicBezTo>
                  <a:pt x="173774" y="228241"/>
                  <a:pt x="163055" y="227002"/>
                  <a:pt x="151104" y="227002"/>
                </a:cubicBezTo>
                <a:cubicBezTo>
                  <a:pt x="145128" y="216239"/>
                  <a:pt x="139247" y="206714"/>
                  <a:pt x="133271" y="195951"/>
                </a:cubicBezTo>
                <a:close/>
                <a:moveTo>
                  <a:pt x="102348" y="118417"/>
                </a:moveTo>
                <a:lnTo>
                  <a:pt x="102348" y="117179"/>
                </a:lnTo>
                <a:cubicBezTo>
                  <a:pt x="111834" y="115941"/>
                  <a:pt x="122552" y="113560"/>
                  <a:pt x="133271" y="112417"/>
                </a:cubicBezTo>
                <a:lnTo>
                  <a:pt x="133271" y="113655"/>
                </a:lnTo>
                <a:cubicBezTo>
                  <a:pt x="128528" y="120799"/>
                  <a:pt x="124924" y="127942"/>
                  <a:pt x="120181" y="135086"/>
                </a:cubicBezTo>
                <a:cubicBezTo>
                  <a:pt x="117810" y="139849"/>
                  <a:pt x="115438" y="144611"/>
                  <a:pt x="113067" y="149374"/>
                </a:cubicBezTo>
                <a:lnTo>
                  <a:pt x="113067" y="150612"/>
                </a:lnTo>
                <a:lnTo>
                  <a:pt x="113067" y="149374"/>
                </a:lnTo>
                <a:cubicBezTo>
                  <a:pt x="108324" y="138610"/>
                  <a:pt x="104720" y="127942"/>
                  <a:pt x="102348" y="118322"/>
                </a:cubicBezTo>
                <a:close/>
                <a:moveTo>
                  <a:pt x="113067" y="185188"/>
                </a:moveTo>
                <a:lnTo>
                  <a:pt x="113067" y="185188"/>
                </a:lnTo>
                <a:cubicBezTo>
                  <a:pt x="115438" y="191188"/>
                  <a:pt x="119043" y="195951"/>
                  <a:pt x="121414" y="201856"/>
                </a:cubicBezTo>
                <a:cubicBezTo>
                  <a:pt x="126157" y="210238"/>
                  <a:pt x="129761" y="217382"/>
                  <a:pt x="134504" y="224526"/>
                </a:cubicBezTo>
                <a:cubicBezTo>
                  <a:pt x="122647" y="223288"/>
                  <a:pt x="111929" y="222145"/>
                  <a:pt x="101210" y="219763"/>
                </a:cubicBezTo>
                <a:cubicBezTo>
                  <a:pt x="104815" y="209000"/>
                  <a:pt x="108324" y="197094"/>
                  <a:pt x="113067" y="185188"/>
                </a:cubicBezTo>
                <a:close/>
                <a:moveTo>
                  <a:pt x="195116" y="51552"/>
                </a:moveTo>
                <a:cubicBezTo>
                  <a:pt x="217692" y="27644"/>
                  <a:pt x="240362" y="13357"/>
                  <a:pt x="255823" y="13357"/>
                </a:cubicBezTo>
                <a:cubicBezTo>
                  <a:pt x="258195" y="13357"/>
                  <a:pt x="261799" y="14595"/>
                  <a:pt x="264171" y="15738"/>
                </a:cubicBezTo>
                <a:cubicBezTo>
                  <a:pt x="272518" y="19357"/>
                  <a:pt x="277260" y="30025"/>
                  <a:pt x="278494" y="45551"/>
                </a:cubicBezTo>
                <a:cubicBezTo>
                  <a:pt x="279727" y="61077"/>
                  <a:pt x="277260" y="81365"/>
                  <a:pt x="272518" y="104035"/>
                </a:cubicBezTo>
                <a:cubicBezTo>
                  <a:pt x="258195" y="101653"/>
                  <a:pt x="243966" y="99272"/>
                  <a:pt x="228505" y="98034"/>
                </a:cubicBezTo>
                <a:cubicBezTo>
                  <a:pt x="217787" y="81365"/>
                  <a:pt x="207068" y="65839"/>
                  <a:pt x="195211" y="51552"/>
                </a:cubicBezTo>
                <a:close/>
                <a:moveTo>
                  <a:pt x="348591" y="204238"/>
                </a:moveTo>
                <a:cubicBezTo>
                  <a:pt x="362914" y="193474"/>
                  <a:pt x="371167" y="181568"/>
                  <a:pt x="371167" y="168424"/>
                </a:cubicBezTo>
                <a:cubicBezTo>
                  <a:pt x="371167" y="143373"/>
                  <a:pt x="339011" y="120703"/>
                  <a:pt x="285513" y="107559"/>
                </a:cubicBezTo>
                <a:cubicBezTo>
                  <a:pt x="291489" y="81270"/>
                  <a:pt x="293860" y="58600"/>
                  <a:pt x="291489" y="40789"/>
                </a:cubicBezTo>
                <a:cubicBezTo>
                  <a:pt x="289117" y="21739"/>
                  <a:pt x="282003" y="9737"/>
                  <a:pt x="271285" y="3832"/>
                </a:cubicBezTo>
                <a:cubicBezTo>
                  <a:pt x="260566" y="-2169"/>
                  <a:pt x="247476" y="-931"/>
                  <a:pt x="232015" y="6213"/>
                </a:cubicBezTo>
                <a:cubicBezTo>
                  <a:pt x="217692" y="12214"/>
                  <a:pt x="201092" y="25263"/>
                  <a:pt x="185631" y="42027"/>
                </a:cubicBezTo>
                <a:cubicBezTo>
                  <a:pt x="168936" y="25358"/>
                  <a:pt x="153475" y="12214"/>
                  <a:pt x="138014" y="6213"/>
                </a:cubicBezTo>
                <a:cubicBezTo>
                  <a:pt x="123691" y="-931"/>
                  <a:pt x="110601" y="-2169"/>
                  <a:pt x="99977" y="3832"/>
                </a:cubicBezTo>
                <a:cubicBezTo>
                  <a:pt x="89258" y="9832"/>
                  <a:pt x="82144" y="21739"/>
                  <a:pt x="79773" y="40789"/>
                </a:cubicBezTo>
                <a:cubicBezTo>
                  <a:pt x="77402" y="58696"/>
                  <a:pt x="78540" y="81365"/>
                  <a:pt x="84516" y="107559"/>
                </a:cubicBezTo>
                <a:cubicBezTo>
                  <a:pt x="32156" y="120703"/>
                  <a:pt x="0" y="143373"/>
                  <a:pt x="0" y="168424"/>
                </a:cubicBezTo>
                <a:cubicBezTo>
                  <a:pt x="0" y="181568"/>
                  <a:pt x="8347" y="193474"/>
                  <a:pt x="22575" y="204238"/>
                </a:cubicBezTo>
                <a:cubicBezTo>
                  <a:pt x="36899" y="215001"/>
                  <a:pt x="58241" y="223288"/>
                  <a:pt x="84421" y="230527"/>
                </a:cubicBezTo>
                <a:cubicBezTo>
                  <a:pt x="77307" y="255577"/>
                  <a:pt x="76074" y="278247"/>
                  <a:pt x="78445" y="296154"/>
                </a:cubicBezTo>
                <a:cubicBezTo>
                  <a:pt x="80816" y="315204"/>
                  <a:pt x="87930" y="327205"/>
                  <a:pt x="98649" y="333111"/>
                </a:cubicBezTo>
                <a:cubicBezTo>
                  <a:pt x="103392" y="335492"/>
                  <a:pt x="108134" y="336730"/>
                  <a:pt x="114110" y="336730"/>
                </a:cubicBezTo>
                <a:cubicBezTo>
                  <a:pt x="134314" y="336730"/>
                  <a:pt x="159356" y="322443"/>
                  <a:pt x="185536" y="295011"/>
                </a:cubicBezTo>
                <a:cubicBezTo>
                  <a:pt x="211716" y="322443"/>
                  <a:pt x="236663" y="336730"/>
                  <a:pt x="256962" y="336730"/>
                </a:cubicBezTo>
                <a:cubicBezTo>
                  <a:pt x="261704" y="336730"/>
                  <a:pt x="267680" y="335492"/>
                  <a:pt x="271285" y="333111"/>
                </a:cubicBezTo>
                <a:cubicBezTo>
                  <a:pt x="283142" y="327110"/>
                  <a:pt x="290350" y="315204"/>
                  <a:pt x="292722" y="296154"/>
                </a:cubicBezTo>
                <a:cubicBezTo>
                  <a:pt x="295093" y="278247"/>
                  <a:pt x="292722" y="255577"/>
                  <a:pt x="286746" y="230527"/>
                </a:cubicBezTo>
                <a:cubicBezTo>
                  <a:pt x="312926" y="223383"/>
                  <a:pt x="333130" y="215001"/>
                  <a:pt x="348591" y="204238"/>
                </a:cubicBezTo>
                <a:close/>
                <a:moveTo>
                  <a:pt x="185157" y="187664"/>
                </a:moveTo>
                <a:cubicBezTo>
                  <a:pt x="175576" y="187664"/>
                  <a:pt x="167229" y="179282"/>
                  <a:pt x="167229" y="168519"/>
                </a:cubicBezTo>
                <a:cubicBezTo>
                  <a:pt x="167229" y="158899"/>
                  <a:pt x="175576" y="150517"/>
                  <a:pt x="185157" y="150517"/>
                </a:cubicBezTo>
                <a:cubicBezTo>
                  <a:pt x="195875" y="150517"/>
                  <a:pt x="204222" y="158899"/>
                  <a:pt x="204222" y="168519"/>
                </a:cubicBezTo>
                <a:cubicBezTo>
                  <a:pt x="204222" y="179282"/>
                  <a:pt x="195875" y="187664"/>
                  <a:pt x="185157" y="187664"/>
                </a:cubicBezTo>
                <a:close/>
                <a:moveTo>
                  <a:pt x="185157" y="136134"/>
                </a:moveTo>
                <a:cubicBezTo>
                  <a:pt x="167229" y="136134"/>
                  <a:pt x="152906" y="150517"/>
                  <a:pt x="152906" y="168519"/>
                </a:cubicBezTo>
                <a:cubicBezTo>
                  <a:pt x="152906" y="186521"/>
                  <a:pt x="167229" y="200904"/>
                  <a:pt x="185157" y="200904"/>
                </a:cubicBezTo>
                <a:cubicBezTo>
                  <a:pt x="203084" y="200904"/>
                  <a:pt x="217407" y="186521"/>
                  <a:pt x="217407" y="168519"/>
                </a:cubicBezTo>
                <a:cubicBezTo>
                  <a:pt x="217407" y="150517"/>
                  <a:pt x="203084" y="136134"/>
                  <a:pt x="185157" y="13613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9" name="Graphic 125">
            <a:extLst>
              <a:ext uri="{FF2B5EF4-FFF2-40B4-BE49-F238E27FC236}">
                <a16:creationId xmlns:a16="http://schemas.microsoft.com/office/drawing/2014/main" id="{B2A762FE-7713-1677-3917-677D406C45EB}"/>
              </a:ext>
            </a:extLst>
          </p:cNvPr>
          <p:cNvSpPr/>
          <p:nvPr/>
        </p:nvSpPr>
        <p:spPr>
          <a:xfrm>
            <a:off x="551382" y="3506601"/>
            <a:ext cx="494156" cy="448309"/>
          </a:xfrm>
          <a:custGeom>
            <a:avLst/>
            <a:gdLst>
              <a:gd name="connsiteX0" fmla="*/ 283142 w 371166"/>
              <a:gd name="connsiteY0" fmla="*/ 216239 h 336730"/>
              <a:gd name="connsiteX1" fmla="*/ 283142 w 371166"/>
              <a:gd name="connsiteY1" fmla="*/ 216239 h 336730"/>
              <a:gd name="connsiteX2" fmla="*/ 265309 w 371166"/>
              <a:gd name="connsiteY2" fmla="*/ 167281 h 336730"/>
              <a:gd name="connsiteX3" fmla="*/ 282003 w 371166"/>
              <a:gd name="connsiteY3" fmla="*/ 120799 h 336730"/>
              <a:gd name="connsiteX4" fmla="*/ 336734 w 371166"/>
              <a:gd name="connsiteY4" fmla="*/ 142230 h 336730"/>
              <a:gd name="connsiteX5" fmla="*/ 356939 w 371166"/>
              <a:gd name="connsiteY5" fmla="*/ 168519 h 336730"/>
              <a:gd name="connsiteX6" fmla="*/ 337873 w 371166"/>
              <a:gd name="connsiteY6" fmla="*/ 194808 h 336730"/>
              <a:gd name="connsiteX7" fmla="*/ 283142 w 371166"/>
              <a:gd name="connsiteY7" fmla="*/ 216239 h 336730"/>
              <a:gd name="connsiteX8" fmla="*/ 279632 w 371166"/>
              <a:gd name="connsiteY8" fmla="*/ 291391 h 336730"/>
              <a:gd name="connsiteX9" fmla="*/ 265309 w 371166"/>
              <a:gd name="connsiteY9" fmla="*/ 321205 h 336730"/>
              <a:gd name="connsiteX10" fmla="*/ 255823 w 371166"/>
              <a:gd name="connsiteY10" fmla="*/ 323586 h 336730"/>
              <a:gd name="connsiteX11" fmla="*/ 195116 w 371166"/>
              <a:gd name="connsiteY11" fmla="*/ 284248 h 336730"/>
              <a:gd name="connsiteX12" fmla="*/ 227272 w 371166"/>
              <a:gd name="connsiteY12" fmla="*/ 240147 h 336730"/>
              <a:gd name="connsiteX13" fmla="*/ 273656 w 371166"/>
              <a:gd name="connsiteY13" fmla="*/ 233003 h 336730"/>
              <a:gd name="connsiteX14" fmla="*/ 279632 w 371166"/>
              <a:gd name="connsiteY14" fmla="*/ 291487 h 336730"/>
              <a:gd name="connsiteX15" fmla="*/ 185631 w 371166"/>
              <a:gd name="connsiteY15" fmla="*/ 273484 h 336730"/>
              <a:gd name="connsiteX16" fmla="*/ 185631 w 371166"/>
              <a:gd name="connsiteY16" fmla="*/ 273484 h 336730"/>
              <a:gd name="connsiteX17" fmla="*/ 160684 w 371166"/>
              <a:gd name="connsiteY17" fmla="*/ 241290 h 336730"/>
              <a:gd name="connsiteX18" fmla="*/ 210672 w 371166"/>
              <a:gd name="connsiteY18" fmla="*/ 241290 h 336730"/>
              <a:gd name="connsiteX19" fmla="*/ 185726 w 371166"/>
              <a:gd name="connsiteY19" fmla="*/ 273484 h 336730"/>
              <a:gd name="connsiteX20" fmla="*/ 176050 w 371166"/>
              <a:gd name="connsiteY20" fmla="*/ 284248 h 336730"/>
              <a:gd name="connsiteX21" fmla="*/ 114205 w 371166"/>
              <a:gd name="connsiteY21" fmla="*/ 323586 h 336730"/>
              <a:gd name="connsiteX22" fmla="*/ 105858 w 371166"/>
              <a:gd name="connsiteY22" fmla="*/ 321205 h 336730"/>
              <a:gd name="connsiteX23" fmla="*/ 91535 w 371166"/>
              <a:gd name="connsiteY23" fmla="*/ 291391 h 336730"/>
              <a:gd name="connsiteX24" fmla="*/ 97511 w 371166"/>
              <a:gd name="connsiteY24" fmla="*/ 232908 h 336730"/>
              <a:gd name="connsiteX25" fmla="*/ 142756 w 371166"/>
              <a:gd name="connsiteY25" fmla="*/ 240052 h 336730"/>
              <a:gd name="connsiteX26" fmla="*/ 176050 w 371166"/>
              <a:gd name="connsiteY26" fmla="*/ 284152 h 336730"/>
              <a:gd name="connsiteX27" fmla="*/ 88025 w 371166"/>
              <a:gd name="connsiteY27" fmla="*/ 216239 h 336730"/>
              <a:gd name="connsiteX28" fmla="*/ 88025 w 371166"/>
              <a:gd name="connsiteY28" fmla="*/ 216239 h 336730"/>
              <a:gd name="connsiteX29" fmla="*/ 33294 w 371166"/>
              <a:gd name="connsiteY29" fmla="*/ 194808 h 336730"/>
              <a:gd name="connsiteX30" fmla="*/ 13090 w 371166"/>
              <a:gd name="connsiteY30" fmla="*/ 168519 h 336730"/>
              <a:gd name="connsiteX31" fmla="*/ 33294 w 371166"/>
              <a:gd name="connsiteY31" fmla="*/ 142230 h 336730"/>
              <a:gd name="connsiteX32" fmla="*/ 88025 w 371166"/>
              <a:gd name="connsiteY32" fmla="*/ 120799 h 336730"/>
              <a:gd name="connsiteX33" fmla="*/ 104720 w 371166"/>
              <a:gd name="connsiteY33" fmla="*/ 167281 h 336730"/>
              <a:gd name="connsiteX34" fmla="*/ 88025 w 371166"/>
              <a:gd name="connsiteY34" fmla="*/ 216239 h 336730"/>
              <a:gd name="connsiteX35" fmla="*/ 92768 w 371166"/>
              <a:gd name="connsiteY35" fmla="*/ 45646 h 336730"/>
              <a:gd name="connsiteX36" fmla="*/ 105858 w 371166"/>
              <a:gd name="connsiteY36" fmla="*/ 15833 h 336730"/>
              <a:gd name="connsiteX37" fmla="*/ 115343 w 371166"/>
              <a:gd name="connsiteY37" fmla="*/ 13452 h 336730"/>
              <a:gd name="connsiteX38" fmla="*/ 176050 w 371166"/>
              <a:gd name="connsiteY38" fmla="*/ 51647 h 336730"/>
              <a:gd name="connsiteX39" fmla="*/ 141523 w 371166"/>
              <a:gd name="connsiteY39" fmla="*/ 98129 h 336730"/>
              <a:gd name="connsiteX40" fmla="*/ 98649 w 371166"/>
              <a:gd name="connsiteY40" fmla="*/ 104130 h 336730"/>
              <a:gd name="connsiteX41" fmla="*/ 92673 w 371166"/>
              <a:gd name="connsiteY41" fmla="*/ 45646 h 336730"/>
              <a:gd name="connsiteX42" fmla="*/ 185631 w 371166"/>
              <a:gd name="connsiteY42" fmla="*/ 62315 h 336730"/>
              <a:gd name="connsiteX43" fmla="*/ 185631 w 371166"/>
              <a:gd name="connsiteY43" fmla="*/ 62315 h 336730"/>
              <a:gd name="connsiteX44" fmla="*/ 211811 w 371166"/>
              <a:gd name="connsiteY44" fmla="*/ 96891 h 336730"/>
              <a:gd name="connsiteX45" fmla="*/ 185631 w 371166"/>
              <a:gd name="connsiteY45" fmla="*/ 95653 h 336730"/>
              <a:gd name="connsiteX46" fmla="*/ 159451 w 371166"/>
              <a:gd name="connsiteY46" fmla="*/ 96891 h 336730"/>
              <a:gd name="connsiteX47" fmla="*/ 185631 w 371166"/>
              <a:gd name="connsiteY47" fmla="*/ 62315 h 336730"/>
              <a:gd name="connsiteX48" fmla="*/ 258195 w 371166"/>
              <a:gd name="connsiteY48" fmla="*/ 149374 h 336730"/>
              <a:gd name="connsiteX49" fmla="*/ 258195 w 371166"/>
              <a:gd name="connsiteY49" fmla="*/ 150612 h 336730"/>
              <a:gd name="connsiteX50" fmla="*/ 258195 w 371166"/>
              <a:gd name="connsiteY50" fmla="*/ 149374 h 336730"/>
              <a:gd name="connsiteX51" fmla="*/ 249848 w 371166"/>
              <a:gd name="connsiteY51" fmla="*/ 135086 h 336730"/>
              <a:gd name="connsiteX52" fmla="*/ 237991 w 371166"/>
              <a:gd name="connsiteY52" fmla="*/ 113655 h 336730"/>
              <a:gd name="connsiteX53" fmla="*/ 237991 w 371166"/>
              <a:gd name="connsiteY53" fmla="*/ 112417 h 336730"/>
              <a:gd name="connsiteX54" fmla="*/ 268913 w 371166"/>
              <a:gd name="connsiteY54" fmla="*/ 117179 h 336730"/>
              <a:gd name="connsiteX55" fmla="*/ 268913 w 371166"/>
              <a:gd name="connsiteY55" fmla="*/ 118417 h 336730"/>
              <a:gd name="connsiteX56" fmla="*/ 258195 w 371166"/>
              <a:gd name="connsiteY56" fmla="*/ 149469 h 336730"/>
              <a:gd name="connsiteX57" fmla="*/ 236758 w 371166"/>
              <a:gd name="connsiteY57" fmla="*/ 224526 h 336730"/>
              <a:gd name="connsiteX58" fmla="*/ 248614 w 371166"/>
              <a:gd name="connsiteY58" fmla="*/ 201856 h 336730"/>
              <a:gd name="connsiteX59" fmla="*/ 258100 w 371166"/>
              <a:gd name="connsiteY59" fmla="*/ 185188 h 336730"/>
              <a:gd name="connsiteX60" fmla="*/ 269957 w 371166"/>
              <a:gd name="connsiteY60" fmla="*/ 219763 h 336730"/>
              <a:gd name="connsiteX61" fmla="*/ 236663 w 371166"/>
              <a:gd name="connsiteY61" fmla="*/ 224526 h 336730"/>
              <a:gd name="connsiteX62" fmla="*/ 133271 w 371166"/>
              <a:gd name="connsiteY62" fmla="*/ 195951 h 336730"/>
              <a:gd name="connsiteX63" fmla="*/ 120181 w 371166"/>
              <a:gd name="connsiteY63" fmla="*/ 167281 h 336730"/>
              <a:gd name="connsiteX64" fmla="*/ 133271 w 371166"/>
              <a:gd name="connsiteY64" fmla="*/ 140992 h 336730"/>
              <a:gd name="connsiteX65" fmla="*/ 149965 w 371166"/>
              <a:gd name="connsiteY65" fmla="*/ 111178 h 336730"/>
              <a:gd name="connsiteX66" fmla="*/ 221391 w 371166"/>
              <a:gd name="connsiteY66" fmla="*/ 111178 h 336730"/>
              <a:gd name="connsiteX67" fmla="*/ 238085 w 371166"/>
              <a:gd name="connsiteY67" fmla="*/ 140992 h 336730"/>
              <a:gd name="connsiteX68" fmla="*/ 251175 w 371166"/>
              <a:gd name="connsiteY68" fmla="*/ 167281 h 336730"/>
              <a:gd name="connsiteX69" fmla="*/ 236852 w 371166"/>
              <a:gd name="connsiteY69" fmla="*/ 195951 h 336730"/>
              <a:gd name="connsiteX70" fmla="*/ 220158 w 371166"/>
              <a:gd name="connsiteY70" fmla="*/ 227002 h 336730"/>
              <a:gd name="connsiteX71" fmla="*/ 185631 w 371166"/>
              <a:gd name="connsiteY71" fmla="*/ 228241 h 336730"/>
              <a:gd name="connsiteX72" fmla="*/ 151104 w 371166"/>
              <a:gd name="connsiteY72" fmla="*/ 227002 h 336730"/>
              <a:gd name="connsiteX73" fmla="*/ 133271 w 371166"/>
              <a:gd name="connsiteY73" fmla="*/ 195951 h 336730"/>
              <a:gd name="connsiteX74" fmla="*/ 102348 w 371166"/>
              <a:gd name="connsiteY74" fmla="*/ 118417 h 336730"/>
              <a:gd name="connsiteX75" fmla="*/ 102348 w 371166"/>
              <a:gd name="connsiteY75" fmla="*/ 117179 h 336730"/>
              <a:gd name="connsiteX76" fmla="*/ 133271 w 371166"/>
              <a:gd name="connsiteY76" fmla="*/ 112417 h 336730"/>
              <a:gd name="connsiteX77" fmla="*/ 133271 w 371166"/>
              <a:gd name="connsiteY77" fmla="*/ 113655 h 336730"/>
              <a:gd name="connsiteX78" fmla="*/ 120181 w 371166"/>
              <a:gd name="connsiteY78" fmla="*/ 135086 h 336730"/>
              <a:gd name="connsiteX79" fmla="*/ 113067 w 371166"/>
              <a:gd name="connsiteY79" fmla="*/ 149374 h 336730"/>
              <a:gd name="connsiteX80" fmla="*/ 113067 w 371166"/>
              <a:gd name="connsiteY80" fmla="*/ 150612 h 336730"/>
              <a:gd name="connsiteX81" fmla="*/ 113067 w 371166"/>
              <a:gd name="connsiteY81" fmla="*/ 149374 h 336730"/>
              <a:gd name="connsiteX82" fmla="*/ 102348 w 371166"/>
              <a:gd name="connsiteY82" fmla="*/ 118322 h 336730"/>
              <a:gd name="connsiteX83" fmla="*/ 113067 w 371166"/>
              <a:gd name="connsiteY83" fmla="*/ 185188 h 336730"/>
              <a:gd name="connsiteX84" fmla="*/ 113067 w 371166"/>
              <a:gd name="connsiteY84" fmla="*/ 185188 h 336730"/>
              <a:gd name="connsiteX85" fmla="*/ 121414 w 371166"/>
              <a:gd name="connsiteY85" fmla="*/ 201856 h 336730"/>
              <a:gd name="connsiteX86" fmla="*/ 134504 w 371166"/>
              <a:gd name="connsiteY86" fmla="*/ 224526 h 336730"/>
              <a:gd name="connsiteX87" fmla="*/ 101210 w 371166"/>
              <a:gd name="connsiteY87" fmla="*/ 219763 h 336730"/>
              <a:gd name="connsiteX88" fmla="*/ 113067 w 371166"/>
              <a:gd name="connsiteY88" fmla="*/ 185188 h 336730"/>
              <a:gd name="connsiteX89" fmla="*/ 195116 w 371166"/>
              <a:gd name="connsiteY89" fmla="*/ 51552 h 336730"/>
              <a:gd name="connsiteX90" fmla="*/ 255823 w 371166"/>
              <a:gd name="connsiteY90" fmla="*/ 13357 h 336730"/>
              <a:gd name="connsiteX91" fmla="*/ 264171 w 371166"/>
              <a:gd name="connsiteY91" fmla="*/ 15738 h 336730"/>
              <a:gd name="connsiteX92" fmla="*/ 278494 w 371166"/>
              <a:gd name="connsiteY92" fmla="*/ 45551 h 336730"/>
              <a:gd name="connsiteX93" fmla="*/ 272518 w 371166"/>
              <a:gd name="connsiteY93" fmla="*/ 104035 h 336730"/>
              <a:gd name="connsiteX94" fmla="*/ 228505 w 371166"/>
              <a:gd name="connsiteY94" fmla="*/ 98034 h 336730"/>
              <a:gd name="connsiteX95" fmla="*/ 195211 w 371166"/>
              <a:gd name="connsiteY95" fmla="*/ 51552 h 336730"/>
              <a:gd name="connsiteX96" fmla="*/ 348591 w 371166"/>
              <a:gd name="connsiteY96" fmla="*/ 204238 h 336730"/>
              <a:gd name="connsiteX97" fmla="*/ 371167 w 371166"/>
              <a:gd name="connsiteY97" fmla="*/ 168424 h 336730"/>
              <a:gd name="connsiteX98" fmla="*/ 285513 w 371166"/>
              <a:gd name="connsiteY98" fmla="*/ 107559 h 336730"/>
              <a:gd name="connsiteX99" fmla="*/ 291489 w 371166"/>
              <a:gd name="connsiteY99" fmla="*/ 40789 h 336730"/>
              <a:gd name="connsiteX100" fmla="*/ 271285 w 371166"/>
              <a:gd name="connsiteY100" fmla="*/ 3832 h 336730"/>
              <a:gd name="connsiteX101" fmla="*/ 232015 w 371166"/>
              <a:gd name="connsiteY101" fmla="*/ 6213 h 336730"/>
              <a:gd name="connsiteX102" fmla="*/ 185631 w 371166"/>
              <a:gd name="connsiteY102" fmla="*/ 42027 h 336730"/>
              <a:gd name="connsiteX103" fmla="*/ 138014 w 371166"/>
              <a:gd name="connsiteY103" fmla="*/ 6213 h 336730"/>
              <a:gd name="connsiteX104" fmla="*/ 99977 w 371166"/>
              <a:gd name="connsiteY104" fmla="*/ 3832 h 336730"/>
              <a:gd name="connsiteX105" fmla="*/ 79773 w 371166"/>
              <a:gd name="connsiteY105" fmla="*/ 40789 h 336730"/>
              <a:gd name="connsiteX106" fmla="*/ 84516 w 371166"/>
              <a:gd name="connsiteY106" fmla="*/ 107559 h 336730"/>
              <a:gd name="connsiteX107" fmla="*/ 0 w 371166"/>
              <a:gd name="connsiteY107" fmla="*/ 168424 h 336730"/>
              <a:gd name="connsiteX108" fmla="*/ 22575 w 371166"/>
              <a:gd name="connsiteY108" fmla="*/ 204238 h 336730"/>
              <a:gd name="connsiteX109" fmla="*/ 84421 w 371166"/>
              <a:gd name="connsiteY109" fmla="*/ 230527 h 336730"/>
              <a:gd name="connsiteX110" fmla="*/ 78445 w 371166"/>
              <a:gd name="connsiteY110" fmla="*/ 296154 h 336730"/>
              <a:gd name="connsiteX111" fmla="*/ 98649 w 371166"/>
              <a:gd name="connsiteY111" fmla="*/ 333111 h 336730"/>
              <a:gd name="connsiteX112" fmla="*/ 114110 w 371166"/>
              <a:gd name="connsiteY112" fmla="*/ 336730 h 336730"/>
              <a:gd name="connsiteX113" fmla="*/ 185536 w 371166"/>
              <a:gd name="connsiteY113" fmla="*/ 295011 h 336730"/>
              <a:gd name="connsiteX114" fmla="*/ 256962 w 371166"/>
              <a:gd name="connsiteY114" fmla="*/ 336730 h 336730"/>
              <a:gd name="connsiteX115" fmla="*/ 271285 w 371166"/>
              <a:gd name="connsiteY115" fmla="*/ 333111 h 336730"/>
              <a:gd name="connsiteX116" fmla="*/ 292722 w 371166"/>
              <a:gd name="connsiteY116" fmla="*/ 296154 h 336730"/>
              <a:gd name="connsiteX117" fmla="*/ 286746 w 371166"/>
              <a:gd name="connsiteY117" fmla="*/ 230527 h 336730"/>
              <a:gd name="connsiteX118" fmla="*/ 348591 w 371166"/>
              <a:gd name="connsiteY118" fmla="*/ 204238 h 336730"/>
              <a:gd name="connsiteX119" fmla="*/ 185157 w 371166"/>
              <a:gd name="connsiteY119" fmla="*/ 187664 h 336730"/>
              <a:gd name="connsiteX120" fmla="*/ 167229 w 371166"/>
              <a:gd name="connsiteY120" fmla="*/ 168519 h 336730"/>
              <a:gd name="connsiteX121" fmla="*/ 185157 w 371166"/>
              <a:gd name="connsiteY121" fmla="*/ 150517 h 336730"/>
              <a:gd name="connsiteX122" fmla="*/ 204222 w 371166"/>
              <a:gd name="connsiteY122" fmla="*/ 168519 h 336730"/>
              <a:gd name="connsiteX123" fmla="*/ 185157 w 371166"/>
              <a:gd name="connsiteY123" fmla="*/ 187664 h 336730"/>
              <a:gd name="connsiteX124" fmla="*/ 185157 w 371166"/>
              <a:gd name="connsiteY124" fmla="*/ 136134 h 336730"/>
              <a:gd name="connsiteX125" fmla="*/ 152906 w 371166"/>
              <a:gd name="connsiteY125" fmla="*/ 168519 h 336730"/>
              <a:gd name="connsiteX126" fmla="*/ 185157 w 371166"/>
              <a:gd name="connsiteY126" fmla="*/ 200904 h 336730"/>
              <a:gd name="connsiteX127" fmla="*/ 217407 w 371166"/>
              <a:gd name="connsiteY127" fmla="*/ 168519 h 336730"/>
              <a:gd name="connsiteX128" fmla="*/ 185157 w 371166"/>
              <a:gd name="connsiteY128" fmla="*/ 136134 h 336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1166" h="336730">
                <a:moveTo>
                  <a:pt x="283142" y="216239"/>
                </a:moveTo>
                <a:lnTo>
                  <a:pt x="283142" y="216239"/>
                </a:lnTo>
                <a:cubicBezTo>
                  <a:pt x="278399" y="200713"/>
                  <a:pt x="272423" y="184045"/>
                  <a:pt x="265309" y="167281"/>
                </a:cubicBezTo>
                <a:cubicBezTo>
                  <a:pt x="272423" y="151755"/>
                  <a:pt x="278399" y="136229"/>
                  <a:pt x="282003" y="120799"/>
                </a:cubicBezTo>
                <a:cubicBezTo>
                  <a:pt x="304579" y="126799"/>
                  <a:pt x="323644" y="133943"/>
                  <a:pt x="336734" y="142230"/>
                </a:cubicBezTo>
                <a:cubicBezTo>
                  <a:pt x="349824" y="150612"/>
                  <a:pt x="356939" y="160137"/>
                  <a:pt x="356939" y="168519"/>
                </a:cubicBezTo>
                <a:cubicBezTo>
                  <a:pt x="356939" y="178044"/>
                  <a:pt x="349824" y="186426"/>
                  <a:pt x="337873" y="194808"/>
                </a:cubicBezTo>
                <a:cubicBezTo>
                  <a:pt x="324783" y="203190"/>
                  <a:pt x="305717" y="211477"/>
                  <a:pt x="283142" y="216239"/>
                </a:cubicBezTo>
                <a:close/>
                <a:moveTo>
                  <a:pt x="279632" y="291391"/>
                </a:moveTo>
                <a:cubicBezTo>
                  <a:pt x="278399" y="306917"/>
                  <a:pt x="272518" y="317680"/>
                  <a:pt x="265309" y="321205"/>
                </a:cubicBezTo>
                <a:cubicBezTo>
                  <a:pt x="262937" y="322443"/>
                  <a:pt x="259333" y="323586"/>
                  <a:pt x="255823" y="323586"/>
                </a:cubicBezTo>
                <a:cubicBezTo>
                  <a:pt x="240362" y="323586"/>
                  <a:pt x="218925" y="309298"/>
                  <a:pt x="195116" y="284248"/>
                </a:cubicBezTo>
                <a:cubicBezTo>
                  <a:pt x="205835" y="271103"/>
                  <a:pt x="216553" y="255577"/>
                  <a:pt x="227272" y="240147"/>
                </a:cubicBezTo>
                <a:cubicBezTo>
                  <a:pt x="243966" y="237766"/>
                  <a:pt x="259428" y="236527"/>
                  <a:pt x="273656" y="233003"/>
                </a:cubicBezTo>
                <a:cubicBezTo>
                  <a:pt x="278399" y="255673"/>
                  <a:pt x="280770" y="275961"/>
                  <a:pt x="279632" y="291487"/>
                </a:cubicBezTo>
                <a:close/>
                <a:moveTo>
                  <a:pt x="185631" y="273484"/>
                </a:moveTo>
                <a:lnTo>
                  <a:pt x="185631" y="273484"/>
                </a:lnTo>
                <a:cubicBezTo>
                  <a:pt x="177284" y="263959"/>
                  <a:pt x="168936" y="253196"/>
                  <a:pt x="160684" y="241290"/>
                </a:cubicBezTo>
                <a:lnTo>
                  <a:pt x="210672" y="241290"/>
                </a:lnTo>
                <a:cubicBezTo>
                  <a:pt x="202325" y="253196"/>
                  <a:pt x="193978" y="263959"/>
                  <a:pt x="185726" y="273484"/>
                </a:cubicBezTo>
                <a:close/>
                <a:moveTo>
                  <a:pt x="176050" y="284248"/>
                </a:moveTo>
                <a:cubicBezTo>
                  <a:pt x="152242" y="309298"/>
                  <a:pt x="129666" y="323586"/>
                  <a:pt x="114205" y="323586"/>
                </a:cubicBezTo>
                <a:cubicBezTo>
                  <a:pt x="110601" y="323586"/>
                  <a:pt x="108229" y="322348"/>
                  <a:pt x="105858" y="321205"/>
                </a:cubicBezTo>
                <a:cubicBezTo>
                  <a:pt x="97511" y="317585"/>
                  <a:pt x="92768" y="306917"/>
                  <a:pt x="91535" y="291391"/>
                </a:cubicBezTo>
                <a:cubicBezTo>
                  <a:pt x="90302" y="275866"/>
                  <a:pt x="91535" y="255577"/>
                  <a:pt x="97511" y="232908"/>
                </a:cubicBezTo>
                <a:cubicBezTo>
                  <a:pt x="111834" y="236527"/>
                  <a:pt x="127295" y="237670"/>
                  <a:pt x="142756" y="240052"/>
                </a:cubicBezTo>
                <a:cubicBezTo>
                  <a:pt x="153475" y="255577"/>
                  <a:pt x="164194" y="271103"/>
                  <a:pt x="176050" y="284152"/>
                </a:cubicBezTo>
                <a:close/>
                <a:moveTo>
                  <a:pt x="88025" y="216239"/>
                </a:moveTo>
                <a:lnTo>
                  <a:pt x="88025" y="216239"/>
                </a:lnTo>
                <a:cubicBezTo>
                  <a:pt x="65450" y="211477"/>
                  <a:pt x="46384" y="203095"/>
                  <a:pt x="33294" y="194808"/>
                </a:cubicBezTo>
                <a:cubicBezTo>
                  <a:pt x="20204" y="186426"/>
                  <a:pt x="13090" y="178139"/>
                  <a:pt x="13090" y="168519"/>
                </a:cubicBezTo>
                <a:cubicBezTo>
                  <a:pt x="13090" y="160137"/>
                  <a:pt x="20204" y="150612"/>
                  <a:pt x="33294" y="142230"/>
                </a:cubicBezTo>
                <a:cubicBezTo>
                  <a:pt x="46384" y="133848"/>
                  <a:pt x="65450" y="126704"/>
                  <a:pt x="88025" y="120799"/>
                </a:cubicBezTo>
                <a:cubicBezTo>
                  <a:pt x="92768" y="136324"/>
                  <a:pt x="98744" y="151850"/>
                  <a:pt x="104720" y="167281"/>
                </a:cubicBezTo>
                <a:cubicBezTo>
                  <a:pt x="97606" y="183949"/>
                  <a:pt x="91630" y="200713"/>
                  <a:pt x="88025" y="216239"/>
                </a:cubicBezTo>
                <a:close/>
                <a:moveTo>
                  <a:pt x="92768" y="45646"/>
                </a:moveTo>
                <a:cubicBezTo>
                  <a:pt x="94001" y="30121"/>
                  <a:pt x="98744" y="19357"/>
                  <a:pt x="105858" y="15833"/>
                </a:cubicBezTo>
                <a:cubicBezTo>
                  <a:pt x="109462" y="14595"/>
                  <a:pt x="111834" y="13452"/>
                  <a:pt x="115343" y="13452"/>
                </a:cubicBezTo>
                <a:cubicBezTo>
                  <a:pt x="130805" y="13452"/>
                  <a:pt x="153380" y="27739"/>
                  <a:pt x="176050" y="51647"/>
                </a:cubicBezTo>
                <a:cubicBezTo>
                  <a:pt x="164194" y="65935"/>
                  <a:pt x="152242" y="81460"/>
                  <a:pt x="141523" y="98129"/>
                </a:cubicBezTo>
                <a:cubicBezTo>
                  <a:pt x="127200" y="99367"/>
                  <a:pt x="111739" y="101749"/>
                  <a:pt x="98649" y="104130"/>
                </a:cubicBezTo>
                <a:cubicBezTo>
                  <a:pt x="92673" y="81460"/>
                  <a:pt x="90302" y="61172"/>
                  <a:pt x="92673" y="45646"/>
                </a:cubicBezTo>
                <a:close/>
                <a:moveTo>
                  <a:pt x="185631" y="62315"/>
                </a:moveTo>
                <a:lnTo>
                  <a:pt x="185631" y="62315"/>
                </a:lnTo>
                <a:cubicBezTo>
                  <a:pt x="193978" y="73078"/>
                  <a:pt x="203464" y="83746"/>
                  <a:pt x="211811" y="96891"/>
                </a:cubicBezTo>
                <a:cubicBezTo>
                  <a:pt x="202325" y="96891"/>
                  <a:pt x="193978" y="95653"/>
                  <a:pt x="185631" y="95653"/>
                </a:cubicBezTo>
                <a:cubicBezTo>
                  <a:pt x="177284" y="95653"/>
                  <a:pt x="167798" y="96891"/>
                  <a:pt x="159451" y="96891"/>
                </a:cubicBezTo>
                <a:cubicBezTo>
                  <a:pt x="167798" y="83746"/>
                  <a:pt x="176145" y="72983"/>
                  <a:pt x="185631" y="62315"/>
                </a:cubicBezTo>
                <a:close/>
                <a:moveTo>
                  <a:pt x="258195" y="149374"/>
                </a:moveTo>
                <a:lnTo>
                  <a:pt x="258195" y="150612"/>
                </a:lnTo>
                <a:lnTo>
                  <a:pt x="258195" y="149374"/>
                </a:lnTo>
                <a:cubicBezTo>
                  <a:pt x="254590" y="144611"/>
                  <a:pt x="252219" y="139849"/>
                  <a:pt x="249848" y="135086"/>
                </a:cubicBezTo>
                <a:cubicBezTo>
                  <a:pt x="246243" y="127942"/>
                  <a:pt x="242733" y="120799"/>
                  <a:pt x="237991" y="113655"/>
                </a:cubicBezTo>
                <a:lnTo>
                  <a:pt x="237991" y="112417"/>
                </a:lnTo>
                <a:cubicBezTo>
                  <a:pt x="248709" y="113655"/>
                  <a:pt x="259428" y="116036"/>
                  <a:pt x="268913" y="117179"/>
                </a:cubicBezTo>
                <a:lnTo>
                  <a:pt x="268913" y="118417"/>
                </a:lnTo>
                <a:cubicBezTo>
                  <a:pt x="265309" y="127942"/>
                  <a:pt x="261799" y="138706"/>
                  <a:pt x="258195" y="149469"/>
                </a:cubicBezTo>
                <a:close/>
                <a:moveTo>
                  <a:pt x="236758" y="224526"/>
                </a:moveTo>
                <a:cubicBezTo>
                  <a:pt x="241500" y="217382"/>
                  <a:pt x="245105" y="210238"/>
                  <a:pt x="248614" y="201856"/>
                </a:cubicBezTo>
                <a:cubicBezTo>
                  <a:pt x="252219" y="195856"/>
                  <a:pt x="254590" y="191093"/>
                  <a:pt x="258100" y="185188"/>
                </a:cubicBezTo>
                <a:cubicBezTo>
                  <a:pt x="262843" y="197094"/>
                  <a:pt x="266447" y="209095"/>
                  <a:pt x="269957" y="219763"/>
                </a:cubicBezTo>
                <a:cubicBezTo>
                  <a:pt x="259238" y="222145"/>
                  <a:pt x="248520" y="223383"/>
                  <a:pt x="236663" y="224526"/>
                </a:cubicBezTo>
                <a:close/>
                <a:moveTo>
                  <a:pt x="133271" y="195951"/>
                </a:moveTo>
                <a:cubicBezTo>
                  <a:pt x="128528" y="186426"/>
                  <a:pt x="124924" y="176901"/>
                  <a:pt x="120181" y="167281"/>
                </a:cubicBezTo>
                <a:cubicBezTo>
                  <a:pt x="123786" y="158899"/>
                  <a:pt x="128528" y="149374"/>
                  <a:pt x="133271" y="140992"/>
                </a:cubicBezTo>
                <a:cubicBezTo>
                  <a:pt x="138014" y="131467"/>
                  <a:pt x="143990" y="120703"/>
                  <a:pt x="149965" y="111178"/>
                </a:cubicBezTo>
                <a:cubicBezTo>
                  <a:pt x="173774" y="109940"/>
                  <a:pt x="197583" y="109940"/>
                  <a:pt x="221391" y="111178"/>
                </a:cubicBezTo>
                <a:cubicBezTo>
                  <a:pt x="227367" y="120703"/>
                  <a:pt x="233248" y="131467"/>
                  <a:pt x="238085" y="140992"/>
                </a:cubicBezTo>
                <a:cubicBezTo>
                  <a:pt x="242828" y="149374"/>
                  <a:pt x="246433" y="158899"/>
                  <a:pt x="251175" y="167281"/>
                </a:cubicBezTo>
                <a:cubicBezTo>
                  <a:pt x="246433" y="176806"/>
                  <a:pt x="241690" y="186331"/>
                  <a:pt x="236852" y="195951"/>
                </a:cubicBezTo>
                <a:cubicBezTo>
                  <a:pt x="232110" y="206714"/>
                  <a:pt x="226134" y="216239"/>
                  <a:pt x="220158" y="227002"/>
                </a:cubicBezTo>
                <a:cubicBezTo>
                  <a:pt x="208301" y="227002"/>
                  <a:pt x="196349" y="228241"/>
                  <a:pt x="185631" y="228241"/>
                </a:cubicBezTo>
                <a:cubicBezTo>
                  <a:pt x="173774" y="228241"/>
                  <a:pt x="163055" y="227002"/>
                  <a:pt x="151104" y="227002"/>
                </a:cubicBezTo>
                <a:cubicBezTo>
                  <a:pt x="145128" y="216239"/>
                  <a:pt x="139247" y="206714"/>
                  <a:pt x="133271" y="195951"/>
                </a:cubicBezTo>
                <a:close/>
                <a:moveTo>
                  <a:pt x="102348" y="118417"/>
                </a:moveTo>
                <a:lnTo>
                  <a:pt x="102348" y="117179"/>
                </a:lnTo>
                <a:cubicBezTo>
                  <a:pt x="111834" y="115941"/>
                  <a:pt x="122552" y="113560"/>
                  <a:pt x="133271" y="112417"/>
                </a:cubicBezTo>
                <a:lnTo>
                  <a:pt x="133271" y="113655"/>
                </a:lnTo>
                <a:cubicBezTo>
                  <a:pt x="128528" y="120799"/>
                  <a:pt x="124924" y="127942"/>
                  <a:pt x="120181" y="135086"/>
                </a:cubicBezTo>
                <a:cubicBezTo>
                  <a:pt x="117810" y="139849"/>
                  <a:pt x="115438" y="144611"/>
                  <a:pt x="113067" y="149374"/>
                </a:cubicBezTo>
                <a:lnTo>
                  <a:pt x="113067" y="150612"/>
                </a:lnTo>
                <a:lnTo>
                  <a:pt x="113067" y="149374"/>
                </a:lnTo>
                <a:cubicBezTo>
                  <a:pt x="108324" y="138610"/>
                  <a:pt x="104720" y="127942"/>
                  <a:pt x="102348" y="118322"/>
                </a:cubicBezTo>
                <a:close/>
                <a:moveTo>
                  <a:pt x="113067" y="185188"/>
                </a:moveTo>
                <a:lnTo>
                  <a:pt x="113067" y="185188"/>
                </a:lnTo>
                <a:cubicBezTo>
                  <a:pt x="115438" y="191188"/>
                  <a:pt x="119043" y="195951"/>
                  <a:pt x="121414" y="201856"/>
                </a:cubicBezTo>
                <a:cubicBezTo>
                  <a:pt x="126157" y="210238"/>
                  <a:pt x="129761" y="217382"/>
                  <a:pt x="134504" y="224526"/>
                </a:cubicBezTo>
                <a:cubicBezTo>
                  <a:pt x="122647" y="223288"/>
                  <a:pt x="111929" y="222145"/>
                  <a:pt x="101210" y="219763"/>
                </a:cubicBezTo>
                <a:cubicBezTo>
                  <a:pt x="104815" y="209000"/>
                  <a:pt x="108324" y="197094"/>
                  <a:pt x="113067" y="185188"/>
                </a:cubicBezTo>
                <a:close/>
                <a:moveTo>
                  <a:pt x="195116" y="51552"/>
                </a:moveTo>
                <a:cubicBezTo>
                  <a:pt x="217692" y="27644"/>
                  <a:pt x="240362" y="13357"/>
                  <a:pt x="255823" y="13357"/>
                </a:cubicBezTo>
                <a:cubicBezTo>
                  <a:pt x="258195" y="13357"/>
                  <a:pt x="261799" y="14595"/>
                  <a:pt x="264171" y="15738"/>
                </a:cubicBezTo>
                <a:cubicBezTo>
                  <a:pt x="272518" y="19357"/>
                  <a:pt x="277260" y="30025"/>
                  <a:pt x="278494" y="45551"/>
                </a:cubicBezTo>
                <a:cubicBezTo>
                  <a:pt x="279727" y="61077"/>
                  <a:pt x="277260" y="81365"/>
                  <a:pt x="272518" y="104035"/>
                </a:cubicBezTo>
                <a:cubicBezTo>
                  <a:pt x="258195" y="101653"/>
                  <a:pt x="243966" y="99272"/>
                  <a:pt x="228505" y="98034"/>
                </a:cubicBezTo>
                <a:cubicBezTo>
                  <a:pt x="217787" y="81365"/>
                  <a:pt x="207068" y="65839"/>
                  <a:pt x="195211" y="51552"/>
                </a:cubicBezTo>
                <a:close/>
                <a:moveTo>
                  <a:pt x="348591" y="204238"/>
                </a:moveTo>
                <a:cubicBezTo>
                  <a:pt x="362914" y="193474"/>
                  <a:pt x="371167" y="181568"/>
                  <a:pt x="371167" y="168424"/>
                </a:cubicBezTo>
                <a:cubicBezTo>
                  <a:pt x="371167" y="143373"/>
                  <a:pt x="339011" y="120703"/>
                  <a:pt x="285513" y="107559"/>
                </a:cubicBezTo>
                <a:cubicBezTo>
                  <a:pt x="291489" y="81270"/>
                  <a:pt x="293860" y="58600"/>
                  <a:pt x="291489" y="40789"/>
                </a:cubicBezTo>
                <a:cubicBezTo>
                  <a:pt x="289117" y="21739"/>
                  <a:pt x="282003" y="9737"/>
                  <a:pt x="271285" y="3832"/>
                </a:cubicBezTo>
                <a:cubicBezTo>
                  <a:pt x="260566" y="-2169"/>
                  <a:pt x="247476" y="-931"/>
                  <a:pt x="232015" y="6213"/>
                </a:cubicBezTo>
                <a:cubicBezTo>
                  <a:pt x="217692" y="12214"/>
                  <a:pt x="201092" y="25263"/>
                  <a:pt x="185631" y="42027"/>
                </a:cubicBezTo>
                <a:cubicBezTo>
                  <a:pt x="168936" y="25358"/>
                  <a:pt x="153475" y="12214"/>
                  <a:pt x="138014" y="6213"/>
                </a:cubicBezTo>
                <a:cubicBezTo>
                  <a:pt x="123691" y="-931"/>
                  <a:pt x="110601" y="-2169"/>
                  <a:pt x="99977" y="3832"/>
                </a:cubicBezTo>
                <a:cubicBezTo>
                  <a:pt x="89258" y="9832"/>
                  <a:pt x="82144" y="21739"/>
                  <a:pt x="79773" y="40789"/>
                </a:cubicBezTo>
                <a:cubicBezTo>
                  <a:pt x="77402" y="58696"/>
                  <a:pt x="78540" y="81365"/>
                  <a:pt x="84516" y="107559"/>
                </a:cubicBezTo>
                <a:cubicBezTo>
                  <a:pt x="32156" y="120703"/>
                  <a:pt x="0" y="143373"/>
                  <a:pt x="0" y="168424"/>
                </a:cubicBezTo>
                <a:cubicBezTo>
                  <a:pt x="0" y="181568"/>
                  <a:pt x="8347" y="193474"/>
                  <a:pt x="22575" y="204238"/>
                </a:cubicBezTo>
                <a:cubicBezTo>
                  <a:pt x="36899" y="215001"/>
                  <a:pt x="58241" y="223288"/>
                  <a:pt x="84421" y="230527"/>
                </a:cubicBezTo>
                <a:cubicBezTo>
                  <a:pt x="77307" y="255577"/>
                  <a:pt x="76074" y="278247"/>
                  <a:pt x="78445" y="296154"/>
                </a:cubicBezTo>
                <a:cubicBezTo>
                  <a:pt x="80816" y="315204"/>
                  <a:pt x="87930" y="327205"/>
                  <a:pt x="98649" y="333111"/>
                </a:cubicBezTo>
                <a:cubicBezTo>
                  <a:pt x="103392" y="335492"/>
                  <a:pt x="108134" y="336730"/>
                  <a:pt x="114110" y="336730"/>
                </a:cubicBezTo>
                <a:cubicBezTo>
                  <a:pt x="134314" y="336730"/>
                  <a:pt x="159356" y="322443"/>
                  <a:pt x="185536" y="295011"/>
                </a:cubicBezTo>
                <a:cubicBezTo>
                  <a:pt x="211716" y="322443"/>
                  <a:pt x="236663" y="336730"/>
                  <a:pt x="256962" y="336730"/>
                </a:cubicBezTo>
                <a:cubicBezTo>
                  <a:pt x="261704" y="336730"/>
                  <a:pt x="267680" y="335492"/>
                  <a:pt x="271285" y="333111"/>
                </a:cubicBezTo>
                <a:cubicBezTo>
                  <a:pt x="283142" y="327110"/>
                  <a:pt x="290350" y="315204"/>
                  <a:pt x="292722" y="296154"/>
                </a:cubicBezTo>
                <a:cubicBezTo>
                  <a:pt x="295093" y="278247"/>
                  <a:pt x="292722" y="255577"/>
                  <a:pt x="286746" y="230527"/>
                </a:cubicBezTo>
                <a:cubicBezTo>
                  <a:pt x="312926" y="223383"/>
                  <a:pt x="333130" y="215001"/>
                  <a:pt x="348591" y="204238"/>
                </a:cubicBezTo>
                <a:close/>
                <a:moveTo>
                  <a:pt x="185157" y="187664"/>
                </a:moveTo>
                <a:cubicBezTo>
                  <a:pt x="175576" y="187664"/>
                  <a:pt x="167229" y="179282"/>
                  <a:pt x="167229" y="168519"/>
                </a:cubicBezTo>
                <a:cubicBezTo>
                  <a:pt x="167229" y="158899"/>
                  <a:pt x="175576" y="150517"/>
                  <a:pt x="185157" y="150517"/>
                </a:cubicBezTo>
                <a:cubicBezTo>
                  <a:pt x="195875" y="150517"/>
                  <a:pt x="204222" y="158899"/>
                  <a:pt x="204222" y="168519"/>
                </a:cubicBezTo>
                <a:cubicBezTo>
                  <a:pt x="204222" y="179282"/>
                  <a:pt x="195875" y="187664"/>
                  <a:pt x="185157" y="187664"/>
                </a:cubicBezTo>
                <a:close/>
                <a:moveTo>
                  <a:pt x="185157" y="136134"/>
                </a:moveTo>
                <a:cubicBezTo>
                  <a:pt x="167229" y="136134"/>
                  <a:pt x="152906" y="150517"/>
                  <a:pt x="152906" y="168519"/>
                </a:cubicBezTo>
                <a:cubicBezTo>
                  <a:pt x="152906" y="186521"/>
                  <a:pt x="167229" y="200904"/>
                  <a:pt x="185157" y="200904"/>
                </a:cubicBezTo>
                <a:cubicBezTo>
                  <a:pt x="203084" y="200904"/>
                  <a:pt x="217407" y="186521"/>
                  <a:pt x="217407" y="168519"/>
                </a:cubicBezTo>
                <a:cubicBezTo>
                  <a:pt x="217407" y="150517"/>
                  <a:pt x="203084" y="136134"/>
                  <a:pt x="185157" y="13613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0" name="Graphic 125">
            <a:extLst>
              <a:ext uri="{FF2B5EF4-FFF2-40B4-BE49-F238E27FC236}">
                <a16:creationId xmlns:a16="http://schemas.microsoft.com/office/drawing/2014/main" id="{30E8EC12-C788-A631-D187-C41AE01E9BAA}"/>
              </a:ext>
            </a:extLst>
          </p:cNvPr>
          <p:cNvSpPr/>
          <p:nvPr/>
        </p:nvSpPr>
        <p:spPr>
          <a:xfrm>
            <a:off x="1311630" y="3506601"/>
            <a:ext cx="494156" cy="448309"/>
          </a:xfrm>
          <a:custGeom>
            <a:avLst/>
            <a:gdLst>
              <a:gd name="connsiteX0" fmla="*/ 283142 w 371166"/>
              <a:gd name="connsiteY0" fmla="*/ 216239 h 336730"/>
              <a:gd name="connsiteX1" fmla="*/ 283142 w 371166"/>
              <a:gd name="connsiteY1" fmla="*/ 216239 h 336730"/>
              <a:gd name="connsiteX2" fmla="*/ 265309 w 371166"/>
              <a:gd name="connsiteY2" fmla="*/ 167281 h 336730"/>
              <a:gd name="connsiteX3" fmla="*/ 282003 w 371166"/>
              <a:gd name="connsiteY3" fmla="*/ 120799 h 336730"/>
              <a:gd name="connsiteX4" fmla="*/ 336734 w 371166"/>
              <a:gd name="connsiteY4" fmla="*/ 142230 h 336730"/>
              <a:gd name="connsiteX5" fmla="*/ 356939 w 371166"/>
              <a:gd name="connsiteY5" fmla="*/ 168519 h 336730"/>
              <a:gd name="connsiteX6" fmla="*/ 337873 w 371166"/>
              <a:gd name="connsiteY6" fmla="*/ 194808 h 336730"/>
              <a:gd name="connsiteX7" fmla="*/ 283142 w 371166"/>
              <a:gd name="connsiteY7" fmla="*/ 216239 h 336730"/>
              <a:gd name="connsiteX8" fmla="*/ 279632 w 371166"/>
              <a:gd name="connsiteY8" fmla="*/ 291391 h 336730"/>
              <a:gd name="connsiteX9" fmla="*/ 265309 w 371166"/>
              <a:gd name="connsiteY9" fmla="*/ 321205 h 336730"/>
              <a:gd name="connsiteX10" fmla="*/ 255823 w 371166"/>
              <a:gd name="connsiteY10" fmla="*/ 323586 h 336730"/>
              <a:gd name="connsiteX11" fmla="*/ 195116 w 371166"/>
              <a:gd name="connsiteY11" fmla="*/ 284248 h 336730"/>
              <a:gd name="connsiteX12" fmla="*/ 227272 w 371166"/>
              <a:gd name="connsiteY12" fmla="*/ 240147 h 336730"/>
              <a:gd name="connsiteX13" fmla="*/ 273656 w 371166"/>
              <a:gd name="connsiteY13" fmla="*/ 233003 h 336730"/>
              <a:gd name="connsiteX14" fmla="*/ 279632 w 371166"/>
              <a:gd name="connsiteY14" fmla="*/ 291487 h 336730"/>
              <a:gd name="connsiteX15" fmla="*/ 185631 w 371166"/>
              <a:gd name="connsiteY15" fmla="*/ 273484 h 336730"/>
              <a:gd name="connsiteX16" fmla="*/ 185631 w 371166"/>
              <a:gd name="connsiteY16" fmla="*/ 273484 h 336730"/>
              <a:gd name="connsiteX17" fmla="*/ 160684 w 371166"/>
              <a:gd name="connsiteY17" fmla="*/ 241290 h 336730"/>
              <a:gd name="connsiteX18" fmla="*/ 210672 w 371166"/>
              <a:gd name="connsiteY18" fmla="*/ 241290 h 336730"/>
              <a:gd name="connsiteX19" fmla="*/ 185726 w 371166"/>
              <a:gd name="connsiteY19" fmla="*/ 273484 h 336730"/>
              <a:gd name="connsiteX20" fmla="*/ 176050 w 371166"/>
              <a:gd name="connsiteY20" fmla="*/ 284248 h 336730"/>
              <a:gd name="connsiteX21" fmla="*/ 114205 w 371166"/>
              <a:gd name="connsiteY21" fmla="*/ 323586 h 336730"/>
              <a:gd name="connsiteX22" fmla="*/ 105858 w 371166"/>
              <a:gd name="connsiteY22" fmla="*/ 321205 h 336730"/>
              <a:gd name="connsiteX23" fmla="*/ 91535 w 371166"/>
              <a:gd name="connsiteY23" fmla="*/ 291391 h 336730"/>
              <a:gd name="connsiteX24" fmla="*/ 97511 w 371166"/>
              <a:gd name="connsiteY24" fmla="*/ 232908 h 336730"/>
              <a:gd name="connsiteX25" fmla="*/ 142756 w 371166"/>
              <a:gd name="connsiteY25" fmla="*/ 240052 h 336730"/>
              <a:gd name="connsiteX26" fmla="*/ 176050 w 371166"/>
              <a:gd name="connsiteY26" fmla="*/ 284152 h 336730"/>
              <a:gd name="connsiteX27" fmla="*/ 88025 w 371166"/>
              <a:gd name="connsiteY27" fmla="*/ 216239 h 336730"/>
              <a:gd name="connsiteX28" fmla="*/ 88025 w 371166"/>
              <a:gd name="connsiteY28" fmla="*/ 216239 h 336730"/>
              <a:gd name="connsiteX29" fmla="*/ 33294 w 371166"/>
              <a:gd name="connsiteY29" fmla="*/ 194808 h 336730"/>
              <a:gd name="connsiteX30" fmla="*/ 13090 w 371166"/>
              <a:gd name="connsiteY30" fmla="*/ 168519 h 336730"/>
              <a:gd name="connsiteX31" fmla="*/ 33294 w 371166"/>
              <a:gd name="connsiteY31" fmla="*/ 142230 h 336730"/>
              <a:gd name="connsiteX32" fmla="*/ 88025 w 371166"/>
              <a:gd name="connsiteY32" fmla="*/ 120799 h 336730"/>
              <a:gd name="connsiteX33" fmla="*/ 104720 w 371166"/>
              <a:gd name="connsiteY33" fmla="*/ 167281 h 336730"/>
              <a:gd name="connsiteX34" fmla="*/ 88025 w 371166"/>
              <a:gd name="connsiteY34" fmla="*/ 216239 h 336730"/>
              <a:gd name="connsiteX35" fmla="*/ 92768 w 371166"/>
              <a:gd name="connsiteY35" fmla="*/ 45646 h 336730"/>
              <a:gd name="connsiteX36" fmla="*/ 105858 w 371166"/>
              <a:gd name="connsiteY36" fmla="*/ 15833 h 336730"/>
              <a:gd name="connsiteX37" fmla="*/ 115343 w 371166"/>
              <a:gd name="connsiteY37" fmla="*/ 13452 h 336730"/>
              <a:gd name="connsiteX38" fmla="*/ 176050 w 371166"/>
              <a:gd name="connsiteY38" fmla="*/ 51647 h 336730"/>
              <a:gd name="connsiteX39" fmla="*/ 141523 w 371166"/>
              <a:gd name="connsiteY39" fmla="*/ 98129 h 336730"/>
              <a:gd name="connsiteX40" fmla="*/ 98649 w 371166"/>
              <a:gd name="connsiteY40" fmla="*/ 104130 h 336730"/>
              <a:gd name="connsiteX41" fmla="*/ 92673 w 371166"/>
              <a:gd name="connsiteY41" fmla="*/ 45646 h 336730"/>
              <a:gd name="connsiteX42" fmla="*/ 185631 w 371166"/>
              <a:gd name="connsiteY42" fmla="*/ 62315 h 336730"/>
              <a:gd name="connsiteX43" fmla="*/ 185631 w 371166"/>
              <a:gd name="connsiteY43" fmla="*/ 62315 h 336730"/>
              <a:gd name="connsiteX44" fmla="*/ 211811 w 371166"/>
              <a:gd name="connsiteY44" fmla="*/ 96891 h 336730"/>
              <a:gd name="connsiteX45" fmla="*/ 185631 w 371166"/>
              <a:gd name="connsiteY45" fmla="*/ 95653 h 336730"/>
              <a:gd name="connsiteX46" fmla="*/ 159451 w 371166"/>
              <a:gd name="connsiteY46" fmla="*/ 96891 h 336730"/>
              <a:gd name="connsiteX47" fmla="*/ 185631 w 371166"/>
              <a:gd name="connsiteY47" fmla="*/ 62315 h 336730"/>
              <a:gd name="connsiteX48" fmla="*/ 258195 w 371166"/>
              <a:gd name="connsiteY48" fmla="*/ 149374 h 336730"/>
              <a:gd name="connsiteX49" fmla="*/ 258195 w 371166"/>
              <a:gd name="connsiteY49" fmla="*/ 150612 h 336730"/>
              <a:gd name="connsiteX50" fmla="*/ 258195 w 371166"/>
              <a:gd name="connsiteY50" fmla="*/ 149374 h 336730"/>
              <a:gd name="connsiteX51" fmla="*/ 249848 w 371166"/>
              <a:gd name="connsiteY51" fmla="*/ 135086 h 336730"/>
              <a:gd name="connsiteX52" fmla="*/ 237991 w 371166"/>
              <a:gd name="connsiteY52" fmla="*/ 113655 h 336730"/>
              <a:gd name="connsiteX53" fmla="*/ 237991 w 371166"/>
              <a:gd name="connsiteY53" fmla="*/ 112417 h 336730"/>
              <a:gd name="connsiteX54" fmla="*/ 268913 w 371166"/>
              <a:gd name="connsiteY54" fmla="*/ 117179 h 336730"/>
              <a:gd name="connsiteX55" fmla="*/ 268913 w 371166"/>
              <a:gd name="connsiteY55" fmla="*/ 118417 h 336730"/>
              <a:gd name="connsiteX56" fmla="*/ 258195 w 371166"/>
              <a:gd name="connsiteY56" fmla="*/ 149469 h 336730"/>
              <a:gd name="connsiteX57" fmla="*/ 236758 w 371166"/>
              <a:gd name="connsiteY57" fmla="*/ 224526 h 336730"/>
              <a:gd name="connsiteX58" fmla="*/ 248614 w 371166"/>
              <a:gd name="connsiteY58" fmla="*/ 201856 h 336730"/>
              <a:gd name="connsiteX59" fmla="*/ 258100 w 371166"/>
              <a:gd name="connsiteY59" fmla="*/ 185188 h 336730"/>
              <a:gd name="connsiteX60" fmla="*/ 269957 w 371166"/>
              <a:gd name="connsiteY60" fmla="*/ 219763 h 336730"/>
              <a:gd name="connsiteX61" fmla="*/ 236663 w 371166"/>
              <a:gd name="connsiteY61" fmla="*/ 224526 h 336730"/>
              <a:gd name="connsiteX62" fmla="*/ 133271 w 371166"/>
              <a:gd name="connsiteY62" fmla="*/ 195951 h 336730"/>
              <a:gd name="connsiteX63" fmla="*/ 120181 w 371166"/>
              <a:gd name="connsiteY63" fmla="*/ 167281 h 336730"/>
              <a:gd name="connsiteX64" fmla="*/ 133271 w 371166"/>
              <a:gd name="connsiteY64" fmla="*/ 140992 h 336730"/>
              <a:gd name="connsiteX65" fmla="*/ 149965 w 371166"/>
              <a:gd name="connsiteY65" fmla="*/ 111178 h 336730"/>
              <a:gd name="connsiteX66" fmla="*/ 221391 w 371166"/>
              <a:gd name="connsiteY66" fmla="*/ 111178 h 336730"/>
              <a:gd name="connsiteX67" fmla="*/ 238085 w 371166"/>
              <a:gd name="connsiteY67" fmla="*/ 140992 h 336730"/>
              <a:gd name="connsiteX68" fmla="*/ 251175 w 371166"/>
              <a:gd name="connsiteY68" fmla="*/ 167281 h 336730"/>
              <a:gd name="connsiteX69" fmla="*/ 236852 w 371166"/>
              <a:gd name="connsiteY69" fmla="*/ 195951 h 336730"/>
              <a:gd name="connsiteX70" fmla="*/ 220158 w 371166"/>
              <a:gd name="connsiteY70" fmla="*/ 227002 h 336730"/>
              <a:gd name="connsiteX71" fmla="*/ 185631 w 371166"/>
              <a:gd name="connsiteY71" fmla="*/ 228241 h 336730"/>
              <a:gd name="connsiteX72" fmla="*/ 151104 w 371166"/>
              <a:gd name="connsiteY72" fmla="*/ 227002 h 336730"/>
              <a:gd name="connsiteX73" fmla="*/ 133271 w 371166"/>
              <a:gd name="connsiteY73" fmla="*/ 195951 h 336730"/>
              <a:gd name="connsiteX74" fmla="*/ 102348 w 371166"/>
              <a:gd name="connsiteY74" fmla="*/ 118417 h 336730"/>
              <a:gd name="connsiteX75" fmla="*/ 102348 w 371166"/>
              <a:gd name="connsiteY75" fmla="*/ 117179 h 336730"/>
              <a:gd name="connsiteX76" fmla="*/ 133271 w 371166"/>
              <a:gd name="connsiteY76" fmla="*/ 112417 h 336730"/>
              <a:gd name="connsiteX77" fmla="*/ 133271 w 371166"/>
              <a:gd name="connsiteY77" fmla="*/ 113655 h 336730"/>
              <a:gd name="connsiteX78" fmla="*/ 120181 w 371166"/>
              <a:gd name="connsiteY78" fmla="*/ 135086 h 336730"/>
              <a:gd name="connsiteX79" fmla="*/ 113067 w 371166"/>
              <a:gd name="connsiteY79" fmla="*/ 149374 h 336730"/>
              <a:gd name="connsiteX80" fmla="*/ 113067 w 371166"/>
              <a:gd name="connsiteY80" fmla="*/ 150612 h 336730"/>
              <a:gd name="connsiteX81" fmla="*/ 113067 w 371166"/>
              <a:gd name="connsiteY81" fmla="*/ 149374 h 336730"/>
              <a:gd name="connsiteX82" fmla="*/ 102348 w 371166"/>
              <a:gd name="connsiteY82" fmla="*/ 118322 h 336730"/>
              <a:gd name="connsiteX83" fmla="*/ 113067 w 371166"/>
              <a:gd name="connsiteY83" fmla="*/ 185188 h 336730"/>
              <a:gd name="connsiteX84" fmla="*/ 113067 w 371166"/>
              <a:gd name="connsiteY84" fmla="*/ 185188 h 336730"/>
              <a:gd name="connsiteX85" fmla="*/ 121414 w 371166"/>
              <a:gd name="connsiteY85" fmla="*/ 201856 h 336730"/>
              <a:gd name="connsiteX86" fmla="*/ 134504 w 371166"/>
              <a:gd name="connsiteY86" fmla="*/ 224526 h 336730"/>
              <a:gd name="connsiteX87" fmla="*/ 101210 w 371166"/>
              <a:gd name="connsiteY87" fmla="*/ 219763 h 336730"/>
              <a:gd name="connsiteX88" fmla="*/ 113067 w 371166"/>
              <a:gd name="connsiteY88" fmla="*/ 185188 h 336730"/>
              <a:gd name="connsiteX89" fmla="*/ 195116 w 371166"/>
              <a:gd name="connsiteY89" fmla="*/ 51552 h 336730"/>
              <a:gd name="connsiteX90" fmla="*/ 255823 w 371166"/>
              <a:gd name="connsiteY90" fmla="*/ 13357 h 336730"/>
              <a:gd name="connsiteX91" fmla="*/ 264171 w 371166"/>
              <a:gd name="connsiteY91" fmla="*/ 15738 h 336730"/>
              <a:gd name="connsiteX92" fmla="*/ 278494 w 371166"/>
              <a:gd name="connsiteY92" fmla="*/ 45551 h 336730"/>
              <a:gd name="connsiteX93" fmla="*/ 272518 w 371166"/>
              <a:gd name="connsiteY93" fmla="*/ 104035 h 336730"/>
              <a:gd name="connsiteX94" fmla="*/ 228505 w 371166"/>
              <a:gd name="connsiteY94" fmla="*/ 98034 h 336730"/>
              <a:gd name="connsiteX95" fmla="*/ 195211 w 371166"/>
              <a:gd name="connsiteY95" fmla="*/ 51552 h 336730"/>
              <a:gd name="connsiteX96" fmla="*/ 348591 w 371166"/>
              <a:gd name="connsiteY96" fmla="*/ 204238 h 336730"/>
              <a:gd name="connsiteX97" fmla="*/ 371167 w 371166"/>
              <a:gd name="connsiteY97" fmla="*/ 168424 h 336730"/>
              <a:gd name="connsiteX98" fmla="*/ 285513 w 371166"/>
              <a:gd name="connsiteY98" fmla="*/ 107559 h 336730"/>
              <a:gd name="connsiteX99" fmla="*/ 291489 w 371166"/>
              <a:gd name="connsiteY99" fmla="*/ 40789 h 336730"/>
              <a:gd name="connsiteX100" fmla="*/ 271285 w 371166"/>
              <a:gd name="connsiteY100" fmla="*/ 3832 h 336730"/>
              <a:gd name="connsiteX101" fmla="*/ 232015 w 371166"/>
              <a:gd name="connsiteY101" fmla="*/ 6213 h 336730"/>
              <a:gd name="connsiteX102" fmla="*/ 185631 w 371166"/>
              <a:gd name="connsiteY102" fmla="*/ 42027 h 336730"/>
              <a:gd name="connsiteX103" fmla="*/ 138014 w 371166"/>
              <a:gd name="connsiteY103" fmla="*/ 6213 h 336730"/>
              <a:gd name="connsiteX104" fmla="*/ 99977 w 371166"/>
              <a:gd name="connsiteY104" fmla="*/ 3832 h 336730"/>
              <a:gd name="connsiteX105" fmla="*/ 79773 w 371166"/>
              <a:gd name="connsiteY105" fmla="*/ 40789 h 336730"/>
              <a:gd name="connsiteX106" fmla="*/ 84516 w 371166"/>
              <a:gd name="connsiteY106" fmla="*/ 107559 h 336730"/>
              <a:gd name="connsiteX107" fmla="*/ 0 w 371166"/>
              <a:gd name="connsiteY107" fmla="*/ 168424 h 336730"/>
              <a:gd name="connsiteX108" fmla="*/ 22575 w 371166"/>
              <a:gd name="connsiteY108" fmla="*/ 204238 h 336730"/>
              <a:gd name="connsiteX109" fmla="*/ 84421 w 371166"/>
              <a:gd name="connsiteY109" fmla="*/ 230527 h 336730"/>
              <a:gd name="connsiteX110" fmla="*/ 78445 w 371166"/>
              <a:gd name="connsiteY110" fmla="*/ 296154 h 336730"/>
              <a:gd name="connsiteX111" fmla="*/ 98649 w 371166"/>
              <a:gd name="connsiteY111" fmla="*/ 333111 h 336730"/>
              <a:gd name="connsiteX112" fmla="*/ 114110 w 371166"/>
              <a:gd name="connsiteY112" fmla="*/ 336730 h 336730"/>
              <a:gd name="connsiteX113" fmla="*/ 185536 w 371166"/>
              <a:gd name="connsiteY113" fmla="*/ 295011 h 336730"/>
              <a:gd name="connsiteX114" fmla="*/ 256962 w 371166"/>
              <a:gd name="connsiteY114" fmla="*/ 336730 h 336730"/>
              <a:gd name="connsiteX115" fmla="*/ 271285 w 371166"/>
              <a:gd name="connsiteY115" fmla="*/ 333111 h 336730"/>
              <a:gd name="connsiteX116" fmla="*/ 292722 w 371166"/>
              <a:gd name="connsiteY116" fmla="*/ 296154 h 336730"/>
              <a:gd name="connsiteX117" fmla="*/ 286746 w 371166"/>
              <a:gd name="connsiteY117" fmla="*/ 230527 h 336730"/>
              <a:gd name="connsiteX118" fmla="*/ 348591 w 371166"/>
              <a:gd name="connsiteY118" fmla="*/ 204238 h 336730"/>
              <a:gd name="connsiteX119" fmla="*/ 185157 w 371166"/>
              <a:gd name="connsiteY119" fmla="*/ 187664 h 336730"/>
              <a:gd name="connsiteX120" fmla="*/ 167229 w 371166"/>
              <a:gd name="connsiteY120" fmla="*/ 168519 h 336730"/>
              <a:gd name="connsiteX121" fmla="*/ 185157 w 371166"/>
              <a:gd name="connsiteY121" fmla="*/ 150517 h 336730"/>
              <a:gd name="connsiteX122" fmla="*/ 204222 w 371166"/>
              <a:gd name="connsiteY122" fmla="*/ 168519 h 336730"/>
              <a:gd name="connsiteX123" fmla="*/ 185157 w 371166"/>
              <a:gd name="connsiteY123" fmla="*/ 187664 h 336730"/>
              <a:gd name="connsiteX124" fmla="*/ 185157 w 371166"/>
              <a:gd name="connsiteY124" fmla="*/ 136134 h 336730"/>
              <a:gd name="connsiteX125" fmla="*/ 152906 w 371166"/>
              <a:gd name="connsiteY125" fmla="*/ 168519 h 336730"/>
              <a:gd name="connsiteX126" fmla="*/ 185157 w 371166"/>
              <a:gd name="connsiteY126" fmla="*/ 200904 h 336730"/>
              <a:gd name="connsiteX127" fmla="*/ 217407 w 371166"/>
              <a:gd name="connsiteY127" fmla="*/ 168519 h 336730"/>
              <a:gd name="connsiteX128" fmla="*/ 185157 w 371166"/>
              <a:gd name="connsiteY128" fmla="*/ 136134 h 336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1166" h="336730">
                <a:moveTo>
                  <a:pt x="283142" y="216239"/>
                </a:moveTo>
                <a:lnTo>
                  <a:pt x="283142" y="216239"/>
                </a:lnTo>
                <a:cubicBezTo>
                  <a:pt x="278399" y="200713"/>
                  <a:pt x="272423" y="184045"/>
                  <a:pt x="265309" y="167281"/>
                </a:cubicBezTo>
                <a:cubicBezTo>
                  <a:pt x="272423" y="151755"/>
                  <a:pt x="278399" y="136229"/>
                  <a:pt x="282003" y="120799"/>
                </a:cubicBezTo>
                <a:cubicBezTo>
                  <a:pt x="304579" y="126799"/>
                  <a:pt x="323644" y="133943"/>
                  <a:pt x="336734" y="142230"/>
                </a:cubicBezTo>
                <a:cubicBezTo>
                  <a:pt x="349824" y="150612"/>
                  <a:pt x="356939" y="160137"/>
                  <a:pt x="356939" y="168519"/>
                </a:cubicBezTo>
                <a:cubicBezTo>
                  <a:pt x="356939" y="178044"/>
                  <a:pt x="349824" y="186426"/>
                  <a:pt x="337873" y="194808"/>
                </a:cubicBezTo>
                <a:cubicBezTo>
                  <a:pt x="324783" y="203190"/>
                  <a:pt x="305717" y="211477"/>
                  <a:pt x="283142" y="216239"/>
                </a:cubicBezTo>
                <a:close/>
                <a:moveTo>
                  <a:pt x="279632" y="291391"/>
                </a:moveTo>
                <a:cubicBezTo>
                  <a:pt x="278399" y="306917"/>
                  <a:pt x="272518" y="317680"/>
                  <a:pt x="265309" y="321205"/>
                </a:cubicBezTo>
                <a:cubicBezTo>
                  <a:pt x="262937" y="322443"/>
                  <a:pt x="259333" y="323586"/>
                  <a:pt x="255823" y="323586"/>
                </a:cubicBezTo>
                <a:cubicBezTo>
                  <a:pt x="240362" y="323586"/>
                  <a:pt x="218925" y="309298"/>
                  <a:pt x="195116" y="284248"/>
                </a:cubicBezTo>
                <a:cubicBezTo>
                  <a:pt x="205835" y="271103"/>
                  <a:pt x="216553" y="255577"/>
                  <a:pt x="227272" y="240147"/>
                </a:cubicBezTo>
                <a:cubicBezTo>
                  <a:pt x="243966" y="237766"/>
                  <a:pt x="259428" y="236527"/>
                  <a:pt x="273656" y="233003"/>
                </a:cubicBezTo>
                <a:cubicBezTo>
                  <a:pt x="278399" y="255673"/>
                  <a:pt x="280770" y="275961"/>
                  <a:pt x="279632" y="291487"/>
                </a:cubicBezTo>
                <a:close/>
                <a:moveTo>
                  <a:pt x="185631" y="273484"/>
                </a:moveTo>
                <a:lnTo>
                  <a:pt x="185631" y="273484"/>
                </a:lnTo>
                <a:cubicBezTo>
                  <a:pt x="177284" y="263959"/>
                  <a:pt x="168936" y="253196"/>
                  <a:pt x="160684" y="241290"/>
                </a:cubicBezTo>
                <a:lnTo>
                  <a:pt x="210672" y="241290"/>
                </a:lnTo>
                <a:cubicBezTo>
                  <a:pt x="202325" y="253196"/>
                  <a:pt x="193978" y="263959"/>
                  <a:pt x="185726" y="273484"/>
                </a:cubicBezTo>
                <a:close/>
                <a:moveTo>
                  <a:pt x="176050" y="284248"/>
                </a:moveTo>
                <a:cubicBezTo>
                  <a:pt x="152242" y="309298"/>
                  <a:pt x="129666" y="323586"/>
                  <a:pt x="114205" y="323586"/>
                </a:cubicBezTo>
                <a:cubicBezTo>
                  <a:pt x="110601" y="323586"/>
                  <a:pt x="108229" y="322348"/>
                  <a:pt x="105858" y="321205"/>
                </a:cubicBezTo>
                <a:cubicBezTo>
                  <a:pt x="97511" y="317585"/>
                  <a:pt x="92768" y="306917"/>
                  <a:pt x="91535" y="291391"/>
                </a:cubicBezTo>
                <a:cubicBezTo>
                  <a:pt x="90302" y="275866"/>
                  <a:pt x="91535" y="255577"/>
                  <a:pt x="97511" y="232908"/>
                </a:cubicBezTo>
                <a:cubicBezTo>
                  <a:pt x="111834" y="236527"/>
                  <a:pt x="127295" y="237670"/>
                  <a:pt x="142756" y="240052"/>
                </a:cubicBezTo>
                <a:cubicBezTo>
                  <a:pt x="153475" y="255577"/>
                  <a:pt x="164194" y="271103"/>
                  <a:pt x="176050" y="284152"/>
                </a:cubicBezTo>
                <a:close/>
                <a:moveTo>
                  <a:pt x="88025" y="216239"/>
                </a:moveTo>
                <a:lnTo>
                  <a:pt x="88025" y="216239"/>
                </a:lnTo>
                <a:cubicBezTo>
                  <a:pt x="65450" y="211477"/>
                  <a:pt x="46384" y="203095"/>
                  <a:pt x="33294" y="194808"/>
                </a:cubicBezTo>
                <a:cubicBezTo>
                  <a:pt x="20204" y="186426"/>
                  <a:pt x="13090" y="178139"/>
                  <a:pt x="13090" y="168519"/>
                </a:cubicBezTo>
                <a:cubicBezTo>
                  <a:pt x="13090" y="160137"/>
                  <a:pt x="20204" y="150612"/>
                  <a:pt x="33294" y="142230"/>
                </a:cubicBezTo>
                <a:cubicBezTo>
                  <a:pt x="46384" y="133848"/>
                  <a:pt x="65450" y="126704"/>
                  <a:pt x="88025" y="120799"/>
                </a:cubicBezTo>
                <a:cubicBezTo>
                  <a:pt x="92768" y="136324"/>
                  <a:pt x="98744" y="151850"/>
                  <a:pt x="104720" y="167281"/>
                </a:cubicBezTo>
                <a:cubicBezTo>
                  <a:pt x="97606" y="183949"/>
                  <a:pt x="91630" y="200713"/>
                  <a:pt x="88025" y="216239"/>
                </a:cubicBezTo>
                <a:close/>
                <a:moveTo>
                  <a:pt x="92768" y="45646"/>
                </a:moveTo>
                <a:cubicBezTo>
                  <a:pt x="94001" y="30121"/>
                  <a:pt x="98744" y="19357"/>
                  <a:pt x="105858" y="15833"/>
                </a:cubicBezTo>
                <a:cubicBezTo>
                  <a:pt x="109462" y="14595"/>
                  <a:pt x="111834" y="13452"/>
                  <a:pt x="115343" y="13452"/>
                </a:cubicBezTo>
                <a:cubicBezTo>
                  <a:pt x="130805" y="13452"/>
                  <a:pt x="153380" y="27739"/>
                  <a:pt x="176050" y="51647"/>
                </a:cubicBezTo>
                <a:cubicBezTo>
                  <a:pt x="164194" y="65935"/>
                  <a:pt x="152242" y="81460"/>
                  <a:pt x="141523" y="98129"/>
                </a:cubicBezTo>
                <a:cubicBezTo>
                  <a:pt x="127200" y="99367"/>
                  <a:pt x="111739" y="101749"/>
                  <a:pt x="98649" y="104130"/>
                </a:cubicBezTo>
                <a:cubicBezTo>
                  <a:pt x="92673" y="81460"/>
                  <a:pt x="90302" y="61172"/>
                  <a:pt x="92673" y="45646"/>
                </a:cubicBezTo>
                <a:close/>
                <a:moveTo>
                  <a:pt x="185631" y="62315"/>
                </a:moveTo>
                <a:lnTo>
                  <a:pt x="185631" y="62315"/>
                </a:lnTo>
                <a:cubicBezTo>
                  <a:pt x="193978" y="73078"/>
                  <a:pt x="203464" y="83746"/>
                  <a:pt x="211811" y="96891"/>
                </a:cubicBezTo>
                <a:cubicBezTo>
                  <a:pt x="202325" y="96891"/>
                  <a:pt x="193978" y="95653"/>
                  <a:pt x="185631" y="95653"/>
                </a:cubicBezTo>
                <a:cubicBezTo>
                  <a:pt x="177284" y="95653"/>
                  <a:pt x="167798" y="96891"/>
                  <a:pt x="159451" y="96891"/>
                </a:cubicBezTo>
                <a:cubicBezTo>
                  <a:pt x="167798" y="83746"/>
                  <a:pt x="176145" y="72983"/>
                  <a:pt x="185631" y="62315"/>
                </a:cubicBezTo>
                <a:close/>
                <a:moveTo>
                  <a:pt x="258195" y="149374"/>
                </a:moveTo>
                <a:lnTo>
                  <a:pt x="258195" y="150612"/>
                </a:lnTo>
                <a:lnTo>
                  <a:pt x="258195" y="149374"/>
                </a:lnTo>
                <a:cubicBezTo>
                  <a:pt x="254590" y="144611"/>
                  <a:pt x="252219" y="139849"/>
                  <a:pt x="249848" y="135086"/>
                </a:cubicBezTo>
                <a:cubicBezTo>
                  <a:pt x="246243" y="127942"/>
                  <a:pt x="242733" y="120799"/>
                  <a:pt x="237991" y="113655"/>
                </a:cubicBezTo>
                <a:lnTo>
                  <a:pt x="237991" y="112417"/>
                </a:lnTo>
                <a:cubicBezTo>
                  <a:pt x="248709" y="113655"/>
                  <a:pt x="259428" y="116036"/>
                  <a:pt x="268913" y="117179"/>
                </a:cubicBezTo>
                <a:lnTo>
                  <a:pt x="268913" y="118417"/>
                </a:lnTo>
                <a:cubicBezTo>
                  <a:pt x="265309" y="127942"/>
                  <a:pt x="261799" y="138706"/>
                  <a:pt x="258195" y="149469"/>
                </a:cubicBezTo>
                <a:close/>
                <a:moveTo>
                  <a:pt x="236758" y="224526"/>
                </a:moveTo>
                <a:cubicBezTo>
                  <a:pt x="241500" y="217382"/>
                  <a:pt x="245105" y="210238"/>
                  <a:pt x="248614" y="201856"/>
                </a:cubicBezTo>
                <a:cubicBezTo>
                  <a:pt x="252219" y="195856"/>
                  <a:pt x="254590" y="191093"/>
                  <a:pt x="258100" y="185188"/>
                </a:cubicBezTo>
                <a:cubicBezTo>
                  <a:pt x="262843" y="197094"/>
                  <a:pt x="266447" y="209095"/>
                  <a:pt x="269957" y="219763"/>
                </a:cubicBezTo>
                <a:cubicBezTo>
                  <a:pt x="259238" y="222145"/>
                  <a:pt x="248520" y="223383"/>
                  <a:pt x="236663" y="224526"/>
                </a:cubicBezTo>
                <a:close/>
                <a:moveTo>
                  <a:pt x="133271" y="195951"/>
                </a:moveTo>
                <a:cubicBezTo>
                  <a:pt x="128528" y="186426"/>
                  <a:pt x="124924" y="176901"/>
                  <a:pt x="120181" y="167281"/>
                </a:cubicBezTo>
                <a:cubicBezTo>
                  <a:pt x="123786" y="158899"/>
                  <a:pt x="128528" y="149374"/>
                  <a:pt x="133271" y="140992"/>
                </a:cubicBezTo>
                <a:cubicBezTo>
                  <a:pt x="138014" y="131467"/>
                  <a:pt x="143990" y="120703"/>
                  <a:pt x="149965" y="111178"/>
                </a:cubicBezTo>
                <a:cubicBezTo>
                  <a:pt x="173774" y="109940"/>
                  <a:pt x="197583" y="109940"/>
                  <a:pt x="221391" y="111178"/>
                </a:cubicBezTo>
                <a:cubicBezTo>
                  <a:pt x="227367" y="120703"/>
                  <a:pt x="233248" y="131467"/>
                  <a:pt x="238085" y="140992"/>
                </a:cubicBezTo>
                <a:cubicBezTo>
                  <a:pt x="242828" y="149374"/>
                  <a:pt x="246433" y="158899"/>
                  <a:pt x="251175" y="167281"/>
                </a:cubicBezTo>
                <a:cubicBezTo>
                  <a:pt x="246433" y="176806"/>
                  <a:pt x="241690" y="186331"/>
                  <a:pt x="236852" y="195951"/>
                </a:cubicBezTo>
                <a:cubicBezTo>
                  <a:pt x="232110" y="206714"/>
                  <a:pt x="226134" y="216239"/>
                  <a:pt x="220158" y="227002"/>
                </a:cubicBezTo>
                <a:cubicBezTo>
                  <a:pt x="208301" y="227002"/>
                  <a:pt x="196349" y="228241"/>
                  <a:pt x="185631" y="228241"/>
                </a:cubicBezTo>
                <a:cubicBezTo>
                  <a:pt x="173774" y="228241"/>
                  <a:pt x="163055" y="227002"/>
                  <a:pt x="151104" y="227002"/>
                </a:cubicBezTo>
                <a:cubicBezTo>
                  <a:pt x="145128" y="216239"/>
                  <a:pt x="139247" y="206714"/>
                  <a:pt x="133271" y="195951"/>
                </a:cubicBezTo>
                <a:close/>
                <a:moveTo>
                  <a:pt x="102348" y="118417"/>
                </a:moveTo>
                <a:lnTo>
                  <a:pt x="102348" y="117179"/>
                </a:lnTo>
                <a:cubicBezTo>
                  <a:pt x="111834" y="115941"/>
                  <a:pt x="122552" y="113560"/>
                  <a:pt x="133271" y="112417"/>
                </a:cubicBezTo>
                <a:lnTo>
                  <a:pt x="133271" y="113655"/>
                </a:lnTo>
                <a:cubicBezTo>
                  <a:pt x="128528" y="120799"/>
                  <a:pt x="124924" y="127942"/>
                  <a:pt x="120181" y="135086"/>
                </a:cubicBezTo>
                <a:cubicBezTo>
                  <a:pt x="117810" y="139849"/>
                  <a:pt x="115438" y="144611"/>
                  <a:pt x="113067" y="149374"/>
                </a:cubicBezTo>
                <a:lnTo>
                  <a:pt x="113067" y="150612"/>
                </a:lnTo>
                <a:lnTo>
                  <a:pt x="113067" y="149374"/>
                </a:lnTo>
                <a:cubicBezTo>
                  <a:pt x="108324" y="138610"/>
                  <a:pt x="104720" y="127942"/>
                  <a:pt x="102348" y="118322"/>
                </a:cubicBezTo>
                <a:close/>
                <a:moveTo>
                  <a:pt x="113067" y="185188"/>
                </a:moveTo>
                <a:lnTo>
                  <a:pt x="113067" y="185188"/>
                </a:lnTo>
                <a:cubicBezTo>
                  <a:pt x="115438" y="191188"/>
                  <a:pt x="119043" y="195951"/>
                  <a:pt x="121414" y="201856"/>
                </a:cubicBezTo>
                <a:cubicBezTo>
                  <a:pt x="126157" y="210238"/>
                  <a:pt x="129761" y="217382"/>
                  <a:pt x="134504" y="224526"/>
                </a:cubicBezTo>
                <a:cubicBezTo>
                  <a:pt x="122647" y="223288"/>
                  <a:pt x="111929" y="222145"/>
                  <a:pt x="101210" y="219763"/>
                </a:cubicBezTo>
                <a:cubicBezTo>
                  <a:pt x="104815" y="209000"/>
                  <a:pt x="108324" y="197094"/>
                  <a:pt x="113067" y="185188"/>
                </a:cubicBezTo>
                <a:close/>
                <a:moveTo>
                  <a:pt x="195116" y="51552"/>
                </a:moveTo>
                <a:cubicBezTo>
                  <a:pt x="217692" y="27644"/>
                  <a:pt x="240362" y="13357"/>
                  <a:pt x="255823" y="13357"/>
                </a:cubicBezTo>
                <a:cubicBezTo>
                  <a:pt x="258195" y="13357"/>
                  <a:pt x="261799" y="14595"/>
                  <a:pt x="264171" y="15738"/>
                </a:cubicBezTo>
                <a:cubicBezTo>
                  <a:pt x="272518" y="19357"/>
                  <a:pt x="277260" y="30025"/>
                  <a:pt x="278494" y="45551"/>
                </a:cubicBezTo>
                <a:cubicBezTo>
                  <a:pt x="279727" y="61077"/>
                  <a:pt x="277260" y="81365"/>
                  <a:pt x="272518" y="104035"/>
                </a:cubicBezTo>
                <a:cubicBezTo>
                  <a:pt x="258195" y="101653"/>
                  <a:pt x="243966" y="99272"/>
                  <a:pt x="228505" y="98034"/>
                </a:cubicBezTo>
                <a:cubicBezTo>
                  <a:pt x="217787" y="81365"/>
                  <a:pt x="207068" y="65839"/>
                  <a:pt x="195211" y="51552"/>
                </a:cubicBezTo>
                <a:close/>
                <a:moveTo>
                  <a:pt x="348591" y="204238"/>
                </a:moveTo>
                <a:cubicBezTo>
                  <a:pt x="362914" y="193474"/>
                  <a:pt x="371167" y="181568"/>
                  <a:pt x="371167" y="168424"/>
                </a:cubicBezTo>
                <a:cubicBezTo>
                  <a:pt x="371167" y="143373"/>
                  <a:pt x="339011" y="120703"/>
                  <a:pt x="285513" y="107559"/>
                </a:cubicBezTo>
                <a:cubicBezTo>
                  <a:pt x="291489" y="81270"/>
                  <a:pt x="293860" y="58600"/>
                  <a:pt x="291489" y="40789"/>
                </a:cubicBezTo>
                <a:cubicBezTo>
                  <a:pt x="289117" y="21739"/>
                  <a:pt x="282003" y="9737"/>
                  <a:pt x="271285" y="3832"/>
                </a:cubicBezTo>
                <a:cubicBezTo>
                  <a:pt x="260566" y="-2169"/>
                  <a:pt x="247476" y="-931"/>
                  <a:pt x="232015" y="6213"/>
                </a:cubicBezTo>
                <a:cubicBezTo>
                  <a:pt x="217692" y="12214"/>
                  <a:pt x="201092" y="25263"/>
                  <a:pt x="185631" y="42027"/>
                </a:cubicBezTo>
                <a:cubicBezTo>
                  <a:pt x="168936" y="25358"/>
                  <a:pt x="153475" y="12214"/>
                  <a:pt x="138014" y="6213"/>
                </a:cubicBezTo>
                <a:cubicBezTo>
                  <a:pt x="123691" y="-931"/>
                  <a:pt x="110601" y="-2169"/>
                  <a:pt x="99977" y="3832"/>
                </a:cubicBezTo>
                <a:cubicBezTo>
                  <a:pt x="89258" y="9832"/>
                  <a:pt x="82144" y="21739"/>
                  <a:pt x="79773" y="40789"/>
                </a:cubicBezTo>
                <a:cubicBezTo>
                  <a:pt x="77402" y="58696"/>
                  <a:pt x="78540" y="81365"/>
                  <a:pt x="84516" y="107559"/>
                </a:cubicBezTo>
                <a:cubicBezTo>
                  <a:pt x="32156" y="120703"/>
                  <a:pt x="0" y="143373"/>
                  <a:pt x="0" y="168424"/>
                </a:cubicBezTo>
                <a:cubicBezTo>
                  <a:pt x="0" y="181568"/>
                  <a:pt x="8347" y="193474"/>
                  <a:pt x="22575" y="204238"/>
                </a:cubicBezTo>
                <a:cubicBezTo>
                  <a:pt x="36899" y="215001"/>
                  <a:pt x="58241" y="223288"/>
                  <a:pt x="84421" y="230527"/>
                </a:cubicBezTo>
                <a:cubicBezTo>
                  <a:pt x="77307" y="255577"/>
                  <a:pt x="76074" y="278247"/>
                  <a:pt x="78445" y="296154"/>
                </a:cubicBezTo>
                <a:cubicBezTo>
                  <a:pt x="80816" y="315204"/>
                  <a:pt x="87930" y="327205"/>
                  <a:pt x="98649" y="333111"/>
                </a:cubicBezTo>
                <a:cubicBezTo>
                  <a:pt x="103392" y="335492"/>
                  <a:pt x="108134" y="336730"/>
                  <a:pt x="114110" y="336730"/>
                </a:cubicBezTo>
                <a:cubicBezTo>
                  <a:pt x="134314" y="336730"/>
                  <a:pt x="159356" y="322443"/>
                  <a:pt x="185536" y="295011"/>
                </a:cubicBezTo>
                <a:cubicBezTo>
                  <a:pt x="211716" y="322443"/>
                  <a:pt x="236663" y="336730"/>
                  <a:pt x="256962" y="336730"/>
                </a:cubicBezTo>
                <a:cubicBezTo>
                  <a:pt x="261704" y="336730"/>
                  <a:pt x="267680" y="335492"/>
                  <a:pt x="271285" y="333111"/>
                </a:cubicBezTo>
                <a:cubicBezTo>
                  <a:pt x="283142" y="327110"/>
                  <a:pt x="290350" y="315204"/>
                  <a:pt x="292722" y="296154"/>
                </a:cubicBezTo>
                <a:cubicBezTo>
                  <a:pt x="295093" y="278247"/>
                  <a:pt x="292722" y="255577"/>
                  <a:pt x="286746" y="230527"/>
                </a:cubicBezTo>
                <a:cubicBezTo>
                  <a:pt x="312926" y="223383"/>
                  <a:pt x="333130" y="215001"/>
                  <a:pt x="348591" y="204238"/>
                </a:cubicBezTo>
                <a:close/>
                <a:moveTo>
                  <a:pt x="185157" y="187664"/>
                </a:moveTo>
                <a:cubicBezTo>
                  <a:pt x="175576" y="187664"/>
                  <a:pt x="167229" y="179282"/>
                  <a:pt x="167229" y="168519"/>
                </a:cubicBezTo>
                <a:cubicBezTo>
                  <a:pt x="167229" y="158899"/>
                  <a:pt x="175576" y="150517"/>
                  <a:pt x="185157" y="150517"/>
                </a:cubicBezTo>
                <a:cubicBezTo>
                  <a:pt x="195875" y="150517"/>
                  <a:pt x="204222" y="158899"/>
                  <a:pt x="204222" y="168519"/>
                </a:cubicBezTo>
                <a:cubicBezTo>
                  <a:pt x="204222" y="179282"/>
                  <a:pt x="195875" y="187664"/>
                  <a:pt x="185157" y="187664"/>
                </a:cubicBezTo>
                <a:close/>
                <a:moveTo>
                  <a:pt x="185157" y="136134"/>
                </a:moveTo>
                <a:cubicBezTo>
                  <a:pt x="167229" y="136134"/>
                  <a:pt x="152906" y="150517"/>
                  <a:pt x="152906" y="168519"/>
                </a:cubicBezTo>
                <a:cubicBezTo>
                  <a:pt x="152906" y="186521"/>
                  <a:pt x="167229" y="200904"/>
                  <a:pt x="185157" y="200904"/>
                </a:cubicBezTo>
                <a:cubicBezTo>
                  <a:pt x="203084" y="200904"/>
                  <a:pt x="217407" y="186521"/>
                  <a:pt x="217407" y="168519"/>
                </a:cubicBezTo>
                <a:cubicBezTo>
                  <a:pt x="217407" y="150517"/>
                  <a:pt x="203084" y="136134"/>
                  <a:pt x="185157" y="13613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31">
            <a:extLst>
              <a:ext uri="{FF2B5EF4-FFF2-40B4-BE49-F238E27FC236}">
                <a16:creationId xmlns:a16="http://schemas.microsoft.com/office/drawing/2014/main" id="{EC664A0E-063C-4B2E-41AD-43AA62C7E217}"/>
              </a:ext>
            </a:extLst>
          </p:cNvPr>
          <p:cNvSpPr/>
          <p:nvPr/>
        </p:nvSpPr>
        <p:spPr>
          <a:xfrm>
            <a:off x="2267679" y="2932920"/>
            <a:ext cx="399312" cy="401103"/>
          </a:xfrm>
          <a:custGeom>
            <a:avLst/>
            <a:gdLst>
              <a:gd name="connsiteX0" fmla="*/ 203890 w 297180"/>
              <a:gd name="connsiteY0" fmla="*/ 172688 h 298513"/>
              <a:gd name="connsiteX1" fmla="*/ 179702 w 297180"/>
              <a:gd name="connsiteY1" fmla="*/ 163449 h 298513"/>
              <a:gd name="connsiteX2" fmla="*/ 178564 w 297180"/>
              <a:gd name="connsiteY2" fmla="*/ 162306 h 298513"/>
              <a:gd name="connsiteX3" fmla="*/ 178564 w 297180"/>
              <a:gd name="connsiteY3" fmla="*/ 151828 h 298513"/>
              <a:gd name="connsiteX4" fmla="*/ 187765 w 297180"/>
              <a:gd name="connsiteY4" fmla="*/ 151828 h 298513"/>
              <a:gd name="connsiteX5" fmla="*/ 190042 w 297180"/>
              <a:gd name="connsiteY5" fmla="*/ 152972 h 298513"/>
              <a:gd name="connsiteX6" fmla="*/ 218877 w 297180"/>
              <a:gd name="connsiteY6" fmla="*/ 152972 h 298513"/>
              <a:gd name="connsiteX7" fmla="*/ 274178 w 297180"/>
              <a:gd name="connsiteY7" fmla="*/ 98489 h 298513"/>
              <a:gd name="connsiteX8" fmla="*/ 274178 w 297180"/>
              <a:gd name="connsiteY8" fmla="*/ 48673 h 298513"/>
              <a:gd name="connsiteX9" fmla="*/ 248852 w 297180"/>
              <a:gd name="connsiteY9" fmla="*/ 24289 h 298513"/>
              <a:gd name="connsiteX10" fmla="*/ 224664 w 297180"/>
              <a:gd name="connsiteY10" fmla="*/ 13811 h 298513"/>
              <a:gd name="connsiteX11" fmla="*/ 200476 w 297180"/>
              <a:gd name="connsiteY11" fmla="*/ 24289 h 298513"/>
              <a:gd name="connsiteX12" fmla="*/ 145175 w 297180"/>
              <a:gd name="connsiteY12" fmla="*/ 79915 h 298513"/>
              <a:gd name="connsiteX13" fmla="*/ 145175 w 297180"/>
              <a:gd name="connsiteY13" fmla="*/ 108871 h 298513"/>
              <a:gd name="connsiteX14" fmla="*/ 146314 w 297180"/>
              <a:gd name="connsiteY14" fmla="*/ 110014 h 298513"/>
              <a:gd name="connsiteX15" fmla="*/ 147452 w 297180"/>
              <a:gd name="connsiteY15" fmla="*/ 120491 h 298513"/>
              <a:gd name="connsiteX16" fmla="*/ 137113 w 297180"/>
              <a:gd name="connsiteY16" fmla="*/ 120491 h 298513"/>
              <a:gd name="connsiteX17" fmla="*/ 135974 w 297180"/>
              <a:gd name="connsiteY17" fmla="*/ 119348 h 298513"/>
              <a:gd name="connsiteX18" fmla="*/ 135974 w 297180"/>
              <a:gd name="connsiteY18" fmla="*/ 69532 h 298513"/>
              <a:gd name="connsiteX19" fmla="*/ 191275 w 297180"/>
              <a:gd name="connsiteY19" fmla="*/ 15050 h 298513"/>
              <a:gd name="connsiteX20" fmla="*/ 224664 w 297180"/>
              <a:gd name="connsiteY20" fmla="*/ 0 h 298513"/>
              <a:gd name="connsiteX21" fmla="*/ 259191 w 297180"/>
              <a:gd name="connsiteY21" fmla="*/ 15050 h 298513"/>
              <a:gd name="connsiteX22" fmla="*/ 283379 w 297180"/>
              <a:gd name="connsiteY22" fmla="*/ 39434 h 298513"/>
              <a:gd name="connsiteX23" fmla="*/ 283379 w 297180"/>
              <a:gd name="connsiteY23" fmla="*/ 107823 h 298513"/>
              <a:gd name="connsiteX24" fmla="*/ 228078 w 297180"/>
              <a:gd name="connsiteY24" fmla="*/ 163449 h 298513"/>
              <a:gd name="connsiteX25" fmla="*/ 203890 w 297180"/>
              <a:gd name="connsiteY25" fmla="*/ 172688 h 298513"/>
              <a:gd name="connsiteX26" fmla="*/ 107044 w 297180"/>
              <a:gd name="connsiteY26" fmla="*/ 284607 h 298513"/>
              <a:gd name="connsiteX27" fmla="*/ 162344 w 297180"/>
              <a:gd name="connsiteY27" fmla="*/ 230219 h 298513"/>
              <a:gd name="connsiteX28" fmla="*/ 162344 w 297180"/>
              <a:gd name="connsiteY28" fmla="*/ 180499 h 298513"/>
              <a:gd name="connsiteX29" fmla="*/ 160067 w 297180"/>
              <a:gd name="connsiteY29" fmla="*/ 179356 h 298513"/>
              <a:gd name="connsiteX30" fmla="*/ 150867 w 297180"/>
              <a:gd name="connsiteY30" fmla="*/ 179356 h 298513"/>
              <a:gd name="connsiteX31" fmla="*/ 150867 w 297180"/>
              <a:gd name="connsiteY31" fmla="*/ 189738 h 298513"/>
              <a:gd name="connsiteX32" fmla="*/ 152005 w 297180"/>
              <a:gd name="connsiteY32" fmla="*/ 190881 h 298513"/>
              <a:gd name="connsiteX33" fmla="*/ 152005 w 297180"/>
              <a:gd name="connsiteY33" fmla="*/ 219837 h 298513"/>
              <a:gd name="connsiteX34" fmla="*/ 96704 w 297180"/>
              <a:gd name="connsiteY34" fmla="*/ 275368 h 298513"/>
              <a:gd name="connsiteX35" fmla="*/ 72517 w 297180"/>
              <a:gd name="connsiteY35" fmla="*/ 284607 h 298513"/>
              <a:gd name="connsiteX36" fmla="*/ 48329 w 297180"/>
              <a:gd name="connsiteY36" fmla="*/ 275368 h 298513"/>
              <a:gd name="connsiteX37" fmla="*/ 24141 w 297180"/>
              <a:gd name="connsiteY37" fmla="*/ 251079 h 298513"/>
              <a:gd name="connsiteX38" fmla="*/ 24141 w 297180"/>
              <a:gd name="connsiteY38" fmla="*/ 201359 h 298513"/>
              <a:gd name="connsiteX39" fmla="*/ 79441 w 297180"/>
              <a:gd name="connsiteY39" fmla="*/ 146971 h 298513"/>
              <a:gd name="connsiteX40" fmla="*/ 108277 w 297180"/>
              <a:gd name="connsiteY40" fmla="*/ 146971 h 298513"/>
              <a:gd name="connsiteX41" fmla="*/ 109415 w 297180"/>
              <a:gd name="connsiteY41" fmla="*/ 148114 h 298513"/>
              <a:gd name="connsiteX42" fmla="*/ 119754 w 297180"/>
              <a:gd name="connsiteY42" fmla="*/ 148114 h 298513"/>
              <a:gd name="connsiteX43" fmla="*/ 118616 w 297180"/>
              <a:gd name="connsiteY43" fmla="*/ 137732 h 298513"/>
              <a:gd name="connsiteX44" fmla="*/ 117478 w 297180"/>
              <a:gd name="connsiteY44" fmla="*/ 136589 h 298513"/>
              <a:gd name="connsiteX45" fmla="*/ 69102 w 297180"/>
              <a:gd name="connsiteY45" fmla="*/ 136589 h 298513"/>
              <a:gd name="connsiteX46" fmla="*/ 13801 w 297180"/>
              <a:gd name="connsiteY46" fmla="*/ 192119 h 298513"/>
              <a:gd name="connsiteX47" fmla="*/ 13801 w 297180"/>
              <a:gd name="connsiteY47" fmla="*/ 260318 h 298513"/>
              <a:gd name="connsiteX48" fmla="*/ 39128 w 297180"/>
              <a:gd name="connsiteY48" fmla="*/ 284607 h 298513"/>
              <a:gd name="connsiteX49" fmla="*/ 72517 w 297180"/>
              <a:gd name="connsiteY49" fmla="*/ 298514 h 298513"/>
              <a:gd name="connsiteX50" fmla="*/ 107044 w 297180"/>
              <a:gd name="connsiteY50" fmla="*/ 284607 h 298513"/>
              <a:gd name="connsiteX51" fmla="*/ 100499 w 297180"/>
              <a:gd name="connsiteY51" fmla="*/ 208693 h 298513"/>
              <a:gd name="connsiteX52" fmla="*/ 207021 w 297180"/>
              <a:gd name="connsiteY52" fmla="*/ 101060 h 298513"/>
              <a:gd name="connsiteX53" fmla="*/ 207021 w 297180"/>
              <a:gd name="connsiteY53" fmla="*/ 91821 h 298513"/>
              <a:gd name="connsiteX54" fmla="*/ 197820 w 297180"/>
              <a:gd name="connsiteY54" fmla="*/ 91821 h 298513"/>
              <a:gd name="connsiteX55" fmla="*/ 90160 w 297180"/>
              <a:gd name="connsiteY55" fmla="*/ 199453 h 298513"/>
              <a:gd name="connsiteX56" fmla="*/ 90160 w 297180"/>
              <a:gd name="connsiteY56" fmla="*/ 208693 h 298513"/>
              <a:gd name="connsiteX57" fmla="*/ 95851 w 297180"/>
              <a:gd name="connsiteY57" fmla="*/ 210979 h 298513"/>
              <a:gd name="connsiteX58" fmla="*/ 100404 w 297180"/>
              <a:gd name="connsiteY58" fmla="*/ 208693 h 298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297180" h="298513">
                <a:moveTo>
                  <a:pt x="203890" y="172688"/>
                </a:moveTo>
                <a:cubicBezTo>
                  <a:pt x="195828" y="172688"/>
                  <a:pt x="186627" y="170402"/>
                  <a:pt x="179702" y="163449"/>
                </a:cubicBezTo>
                <a:lnTo>
                  <a:pt x="178564" y="162306"/>
                </a:lnTo>
                <a:cubicBezTo>
                  <a:pt x="176288" y="158877"/>
                  <a:pt x="176288" y="155353"/>
                  <a:pt x="178564" y="151828"/>
                </a:cubicBezTo>
                <a:cubicBezTo>
                  <a:pt x="180841" y="149543"/>
                  <a:pt x="185489" y="149543"/>
                  <a:pt x="187765" y="151828"/>
                </a:cubicBezTo>
                <a:lnTo>
                  <a:pt x="190042" y="152972"/>
                </a:lnTo>
                <a:cubicBezTo>
                  <a:pt x="198104" y="161068"/>
                  <a:pt x="210815" y="161068"/>
                  <a:pt x="218877" y="152972"/>
                </a:cubicBezTo>
                <a:lnTo>
                  <a:pt x="274178" y="98489"/>
                </a:lnTo>
                <a:cubicBezTo>
                  <a:pt x="286888" y="84582"/>
                  <a:pt x="286888" y="62579"/>
                  <a:pt x="274178" y="48673"/>
                </a:cubicBezTo>
                <a:lnTo>
                  <a:pt x="248852" y="24289"/>
                </a:lnTo>
                <a:cubicBezTo>
                  <a:pt x="243065" y="18479"/>
                  <a:pt x="233864" y="13811"/>
                  <a:pt x="224664" y="13811"/>
                </a:cubicBezTo>
                <a:cubicBezTo>
                  <a:pt x="215463" y="13811"/>
                  <a:pt x="207400" y="18479"/>
                  <a:pt x="200476" y="24289"/>
                </a:cubicBezTo>
                <a:lnTo>
                  <a:pt x="145175" y="79915"/>
                </a:lnTo>
                <a:cubicBezTo>
                  <a:pt x="137113" y="88011"/>
                  <a:pt x="137113" y="100774"/>
                  <a:pt x="145175" y="108871"/>
                </a:cubicBezTo>
                <a:lnTo>
                  <a:pt x="146314" y="110014"/>
                </a:lnTo>
                <a:cubicBezTo>
                  <a:pt x="149728" y="112300"/>
                  <a:pt x="149728" y="116967"/>
                  <a:pt x="147452" y="120491"/>
                </a:cubicBezTo>
                <a:cubicBezTo>
                  <a:pt x="144037" y="122777"/>
                  <a:pt x="139389" y="122777"/>
                  <a:pt x="137113" y="120491"/>
                </a:cubicBezTo>
                <a:lnTo>
                  <a:pt x="135974" y="119348"/>
                </a:lnTo>
                <a:cubicBezTo>
                  <a:pt x="122126" y="105442"/>
                  <a:pt x="122126" y="83439"/>
                  <a:pt x="135974" y="69532"/>
                </a:cubicBezTo>
                <a:lnTo>
                  <a:pt x="191275" y="15050"/>
                </a:lnTo>
                <a:cubicBezTo>
                  <a:pt x="199337" y="5810"/>
                  <a:pt x="212048" y="0"/>
                  <a:pt x="224664" y="0"/>
                </a:cubicBezTo>
                <a:cubicBezTo>
                  <a:pt x="237279" y="0"/>
                  <a:pt x="249990" y="5810"/>
                  <a:pt x="259191" y="15050"/>
                </a:cubicBezTo>
                <a:lnTo>
                  <a:pt x="283379" y="39434"/>
                </a:lnTo>
                <a:cubicBezTo>
                  <a:pt x="301780" y="58007"/>
                  <a:pt x="301780" y="89249"/>
                  <a:pt x="283379" y="107823"/>
                </a:cubicBezTo>
                <a:lnTo>
                  <a:pt x="228078" y="163449"/>
                </a:lnTo>
                <a:cubicBezTo>
                  <a:pt x="222292" y="170402"/>
                  <a:pt x="213091" y="172688"/>
                  <a:pt x="203890" y="172688"/>
                </a:cubicBezTo>
                <a:close/>
                <a:moveTo>
                  <a:pt x="107044" y="284607"/>
                </a:moveTo>
                <a:lnTo>
                  <a:pt x="162344" y="230219"/>
                </a:lnTo>
                <a:cubicBezTo>
                  <a:pt x="175055" y="216313"/>
                  <a:pt x="175055" y="194405"/>
                  <a:pt x="162344" y="180499"/>
                </a:cubicBezTo>
                <a:lnTo>
                  <a:pt x="160067" y="179356"/>
                </a:lnTo>
                <a:cubicBezTo>
                  <a:pt x="157791" y="177070"/>
                  <a:pt x="153143" y="177070"/>
                  <a:pt x="150867" y="179356"/>
                </a:cubicBezTo>
                <a:cubicBezTo>
                  <a:pt x="148590" y="182785"/>
                  <a:pt x="148590" y="186309"/>
                  <a:pt x="150867" y="189738"/>
                </a:cubicBezTo>
                <a:lnTo>
                  <a:pt x="152005" y="190881"/>
                </a:lnTo>
                <a:cubicBezTo>
                  <a:pt x="160067" y="198977"/>
                  <a:pt x="160067" y="211741"/>
                  <a:pt x="152005" y="219837"/>
                </a:cubicBezTo>
                <a:lnTo>
                  <a:pt x="96704" y="275368"/>
                </a:lnTo>
                <a:cubicBezTo>
                  <a:pt x="90918" y="281178"/>
                  <a:pt x="81717" y="284607"/>
                  <a:pt x="72517" y="284607"/>
                </a:cubicBezTo>
                <a:cubicBezTo>
                  <a:pt x="63316" y="284607"/>
                  <a:pt x="55253" y="281178"/>
                  <a:pt x="48329" y="275368"/>
                </a:cubicBezTo>
                <a:lnTo>
                  <a:pt x="24141" y="251079"/>
                </a:lnTo>
                <a:cubicBezTo>
                  <a:pt x="10292" y="237172"/>
                  <a:pt x="10292" y="215265"/>
                  <a:pt x="24141" y="201359"/>
                </a:cubicBezTo>
                <a:lnTo>
                  <a:pt x="79441" y="146971"/>
                </a:lnTo>
                <a:cubicBezTo>
                  <a:pt x="87504" y="138874"/>
                  <a:pt x="100214" y="138874"/>
                  <a:pt x="108277" y="146971"/>
                </a:cubicBezTo>
                <a:lnTo>
                  <a:pt x="109415" y="148114"/>
                </a:lnTo>
                <a:cubicBezTo>
                  <a:pt x="111692" y="150400"/>
                  <a:pt x="116339" y="150400"/>
                  <a:pt x="119754" y="148114"/>
                </a:cubicBezTo>
                <a:cubicBezTo>
                  <a:pt x="122031" y="144685"/>
                  <a:pt x="122031" y="140018"/>
                  <a:pt x="118616" y="137732"/>
                </a:cubicBezTo>
                <a:lnTo>
                  <a:pt x="117478" y="136589"/>
                </a:lnTo>
                <a:cubicBezTo>
                  <a:pt x="104767" y="122682"/>
                  <a:pt x="82951" y="122682"/>
                  <a:pt x="69102" y="136589"/>
                </a:cubicBezTo>
                <a:lnTo>
                  <a:pt x="13801" y="192119"/>
                </a:lnTo>
                <a:cubicBezTo>
                  <a:pt x="-4600" y="210598"/>
                  <a:pt x="-4600" y="241840"/>
                  <a:pt x="13801" y="260318"/>
                </a:cubicBezTo>
                <a:lnTo>
                  <a:pt x="39128" y="284607"/>
                </a:lnTo>
                <a:cubicBezTo>
                  <a:pt x="47190" y="293846"/>
                  <a:pt x="59901" y="298514"/>
                  <a:pt x="72517" y="298514"/>
                </a:cubicBezTo>
                <a:cubicBezTo>
                  <a:pt x="85132" y="298514"/>
                  <a:pt x="97843" y="293846"/>
                  <a:pt x="107044" y="284607"/>
                </a:cubicBezTo>
                <a:close/>
                <a:moveTo>
                  <a:pt x="100499" y="208693"/>
                </a:moveTo>
                <a:lnTo>
                  <a:pt x="207021" y="101060"/>
                </a:lnTo>
                <a:cubicBezTo>
                  <a:pt x="209297" y="98774"/>
                  <a:pt x="209297" y="94107"/>
                  <a:pt x="207021" y="91821"/>
                </a:cubicBezTo>
                <a:cubicBezTo>
                  <a:pt x="204744" y="88392"/>
                  <a:pt x="200191" y="88392"/>
                  <a:pt x="197820" y="91821"/>
                </a:cubicBezTo>
                <a:lnTo>
                  <a:pt x="90160" y="199453"/>
                </a:lnTo>
                <a:cubicBezTo>
                  <a:pt x="87883" y="201740"/>
                  <a:pt x="87883" y="206407"/>
                  <a:pt x="90160" y="208693"/>
                </a:cubicBezTo>
                <a:cubicBezTo>
                  <a:pt x="91298" y="210979"/>
                  <a:pt x="93574" y="210979"/>
                  <a:pt x="95851" y="210979"/>
                </a:cubicBezTo>
                <a:cubicBezTo>
                  <a:pt x="96989" y="210979"/>
                  <a:pt x="99266" y="210979"/>
                  <a:pt x="100404" y="20869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4" name="Graphic 131">
            <a:extLst>
              <a:ext uri="{FF2B5EF4-FFF2-40B4-BE49-F238E27FC236}">
                <a16:creationId xmlns:a16="http://schemas.microsoft.com/office/drawing/2014/main" id="{28BF1AA8-B44B-7C22-4B9B-06C5EE51F4D3}"/>
              </a:ext>
            </a:extLst>
          </p:cNvPr>
          <p:cNvSpPr/>
          <p:nvPr/>
        </p:nvSpPr>
        <p:spPr>
          <a:xfrm>
            <a:off x="3031431" y="2932920"/>
            <a:ext cx="399312" cy="401103"/>
          </a:xfrm>
          <a:custGeom>
            <a:avLst/>
            <a:gdLst>
              <a:gd name="connsiteX0" fmla="*/ 203890 w 297180"/>
              <a:gd name="connsiteY0" fmla="*/ 172688 h 298513"/>
              <a:gd name="connsiteX1" fmla="*/ 179702 w 297180"/>
              <a:gd name="connsiteY1" fmla="*/ 163449 h 298513"/>
              <a:gd name="connsiteX2" fmla="*/ 178564 w 297180"/>
              <a:gd name="connsiteY2" fmla="*/ 162306 h 298513"/>
              <a:gd name="connsiteX3" fmla="*/ 178564 w 297180"/>
              <a:gd name="connsiteY3" fmla="*/ 151828 h 298513"/>
              <a:gd name="connsiteX4" fmla="*/ 187765 w 297180"/>
              <a:gd name="connsiteY4" fmla="*/ 151828 h 298513"/>
              <a:gd name="connsiteX5" fmla="*/ 190042 w 297180"/>
              <a:gd name="connsiteY5" fmla="*/ 152972 h 298513"/>
              <a:gd name="connsiteX6" fmla="*/ 218877 w 297180"/>
              <a:gd name="connsiteY6" fmla="*/ 152972 h 298513"/>
              <a:gd name="connsiteX7" fmla="*/ 274178 w 297180"/>
              <a:gd name="connsiteY7" fmla="*/ 98489 h 298513"/>
              <a:gd name="connsiteX8" fmla="*/ 274178 w 297180"/>
              <a:gd name="connsiteY8" fmla="*/ 48673 h 298513"/>
              <a:gd name="connsiteX9" fmla="*/ 248852 w 297180"/>
              <a:gd name="connsiteY9" fmla="*/ 24289 h 298513"/>
              <a:gd name="connsiteX10" fmla="*/ 224664 w 297180"/>
              <a:gd name="connsiteY10" fmla="*/ 13811 h 298513"/>
              <a:gd name="connsiteX11" fmla="*/ 200476 w 297180"/>
              <a:gd name="connsiteY11" fmla="*/ 24289 h 298513"/>
              <a:gd name="connsiteX12" fmla="*/ 145175 w 297180"/>
              <a:gd name="connsiteY12" fmla="*/ 79915 h 298513"/>
              <a:gd name="connsiteX13" fmla="*/ 145175 w 297180"/>
              <a:gd name="connsiteY13" fmla="*/ 108871 h 298513"/>
              <a:gd name="connsiteX14" fmla="*/ 146314 w 297180"/>
              <a:gd name="connsiteY14" fmla="*/ 110014 h 298513"/>
              <a:gd name="connsiteX15" fmla="*/ 147452 w 297180"/>
              <a:gd name="connsiteY15" fmla="*/ 120491 h 298513"/>
              <a:gd name="connsiteX16" fmla="*/ 137113 w 297180"/>
              <a:gd name="connsiteY16" fmla="*/ 120491 h 298513"/>
              <a:gd name="connsiteX17" fmla="*/ 135974 w 297180"/>
              <a:gd name="connsiteY17" fmla="*/ 119348 h 298513"/>
              <a:gd name="connsiteX18" fmla="*/ 135974 w 297180"/>
              <a:gd name="connsiteY18" fmla="*/ 69532 h 298513"/>
              <a:gd name="connsiteX19" fmla="*/ 191275 w 297180"/>
              <a:gd name="connsiteY19" fmla="*/ 15050 h 298513"/>
              <a:gd name="connsiteX20" fmla="*/ 224664 w 297180"/>
              <a:gd name="connsiteY20" fmla="*/ 0 h 298513"/>
              <a:gd name="connsiteX21" fmla="*/ 259191 w 297180"/>
              <a:gd name="connsiteY21" fmla="*/ 15050 h 298513"/>
              <a:gd name="connsiteX22" fmla="*/ 283379 w 297180"/>
              <a:gd name="connsiteY22" fmla="*/ 39434 h 298513"/>
              <a:gd name="connsiteX23" fmla="*/ 283379 w 297180"/>
              <a:gd name="connsiteY23" fmla="*/ 107823 h 298513"/>
              <a:gd name="connsiteX24" fmla="*/ 228078 w 297180"/>
              <a:gd name="connsiteY24" fmla="*/ 163449 h 298513"/>
              <a:gd name="connsiteX25" fmla="*/ 203890 w 297180"/>
              <a:gd name="connsiteY25" fmla="*/ 172688 h 298513"/>
              <a:gd name="connsiteX26" fmla="*/ 107044 w 297180"/>
              <a:gd name="connsiteY26" fmla="*/ 284607 h 298513"/>
              <a:gd name="connsiteX27" fmla="*/ 162344 w 297180"/>
              <a:gd name="connsiteY27" fmla="*/ 230219 h 298513"/>
              <a:gd name="connsiteX28" fmla="*/ 162344 w 297180"/>
              <a:gd name="connsiteY28" fmla="*/ 180499 h 298513"/>
              <a:gd name="connsiteX29" fmla="*/ 160067 w 297180"/>
              <a:gd name="connsiteY29" fmla="*/ 179356 h 298513"/>
              <a:gd name="connsiteX30" fmla="*/ 150867 w 297180"/>
              <a:gd name="connsiteY30" fmla="*/ 179356 h 298513"/>
              <a:gd name="connsiteX31" fmla="*/ 150867 w 297180"/>
              <a:gd name="connsiteY31" fmla="*/ 189738 h 298513"/>
              <a:gd name="connsiteX32" fmla="*/ 152005 w 297180"/>
              <a:gd name="connsiteY32" fmla="*/ 190881 h 298513"/>
              <a:gd name="connsiteX33" fmla="*/ 152005 w 297180"/>
              <a:gd name="connsiteY33" fmla="*/ 219837 h 298513"/>
              <a:gd name="connsiteX34" fmla="*/ 96704 w 297180"/>
              <a:gd name="connsiteY34" fmla="*/ 275368 h 298513"/>
              <a:gd name="connsiteX35" fmla="*/ 72517 w 297180"/>
              <a:gd name="connsiteY35" fmla="*/ 284607 h 298513"/>
              <a:gd name="connsiteX36" fmla="*/ 48329 w 297180"/>
              <a:gd name="connsiteY36" fmla="*/ 275368 h 298513"/>
              <a:gd name="connsiteX37" fmla="*/ 24141 w 297180"/>
              <a:gd name="connsiteY37" fmla="*/ 251079 h 298513"/>
              <a:gd name="connsiteX38" fmla="*/ 24141 w 297180"/>
              <a:gd name="connsiteY38" fmla="*/ 201359 h 298513"/>
              <a:gd name="connsiteX39" fmla="*/ 79441 w 297180"/>
              <a:gd name="connsiteY39" fmla="*/ 146971 h 298513"/>
              <a:gd name="connsiteX40" fmla="*/ 108277 w 297180"/>
              <a:gd name="connsiteY40" fmla="*/ 146971 h 298513"/>
              <a:gd name="connsiteX41" fmla="*/ 109415 w 297180"/>
              <a:gd name="connsiteY41" fmla="*/ 148114 h 298513"/>
              <a:gd name="connsiteX42" fmla="*/ 119754 w 297180"/>
              <a:gd name="connsiteY42" fmla="*/ 148114 h 298513"/>
              <a:gd name="connsiteX43" fmla="*/ 118616 w 297180"/>
              <a:gd name="connsiteY43" fmla="*/ 137732 h 298513"/>
              <a:gd name="connsiteX44" fmla="*/ 117478 w 297180"/>
              <a:gd name="connsiteY44" fmla="*/ 136589 h 298513"/>
              <a:gd name="connsiteX45" fmla="*/ 69102 w 297180"/>
              <a:gd name="connsiteY45" fmla="*/ 136589 h 298513"/>
              <a:gd name="connsiteX46" fmla="*/ 13801 w 297180"/>
              <a:gd name="connsiteY46" fmla="*/ 192119 h 298513"/>
              <a:gd name="connsiteX47" fmla="*/ 13801 w 297180"/>
              <a:gd name="connsiteY47" fmla="*/ 260318 h 298513"/>
              <a:gd name="connsiteX48" fmla="*/ 39128 w 297180"/>
              <a:gd name="connsiteY48" fmla="*/ 284607 h 298513"/>
              <a:gd name="connsiteX49" fmla="*/ 72517 w 297180"/>
              <a:gd name="connsiteY49" fmla="*/ 298514 h 298513"/>
              <a:gd name="connsiteX50" fmla="*/ 107044 w 297180"/>
              <a:gd name="connsiteY50" fmla="*/ 284607 h 298513"/>
              <a:gd name="connsiteX51" fmla="*/ 100499 w 297180"/>
              <a:gd name="connsiteY51" fmla="*/ 208693 h 298513"/>
              <a:gd name="connsiteX52" fmla="*/ 207021 w 297180"/>
              <a:gd name="connsiteY52" fmla="*/ 101060 h 298513"/>
              <a:gd name="connsiteX53" fmla="*/ 207021 w 297180"/>
              <a:gd name="connsiteY53" fmla="*/ 91821 h 298513"/>
              <a:gd name="connsiteX54" fmla="*/ 197820 w 297180"/>
              <a:gd name="connsiteY54" fmla="*/ 91821 h 298513"/>
              <a:gd name="connsiteX55" fmla="*/ 90160 w 297180"/>
              <a:gd name="connsiteY55" fmla="*/ 199453 h 298513"/>
              <a:gd name="connsiteX56" fmla="*/ 90160 w 297180"/>
              <a:gd name="connsiteY56" fmla="*/ 208693 h 298513"/>
              <a:gd name="connsiteX57" fmla="*/ 95851 w 297180"/>
              <a:gd name="connsiteY57" fmla="*/ 210979 h 298513"/>
              <a:gd name="connsiteX58" fmla="*/ 100404 w 297180"/>
              <a:gd name="connsiteY58" fmla="*/ 208693 h 298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297180" h="298513">
                <a:moveTo>
                  <a:pt x="203890" y="172688"/>
                </a:moveTo>
                <a:cubicBezTo>
                  <a:pt x="195828" y="172688"/>
                  <a:pt x="186627" y="170402"/>
                  <a:pt x="179702" y="163449"/>
                </a:cubicBezTo>
                <a:lnTo>
                  <a:pt x="178564" y="162306"/>
                </a:lnTo>
                <a:cubicBezTo>
                  <a:pt x="176288" y="158877"/>
                  <a:pt x="176288" y="155353"/>
                  <a:pt x="178564" y="151828"/>
                </a:cubicBezTo>
                <a:cubicBezTo>
                  <a:pt x="180841" y="149543"/>
                  <a:pt x="185489" y="149543"/>
                  <a:pt x="187765" y="151828"/>
                </a:cubicBezTo>
                <a:lnTo>
                  <a:pt x="190042" y="152972"/>
                </a:lnTo>
                <a:cubicBezTo>
                  <a:pt x="198104" y="161068"/>
                  <a:pt x="210815" y="161068"/>
                  <a:pt x="218877" y="152972"/>
                </a:cubicBezTo>
                <a:lnTo>
                  <a:pt x="274178" y="98489"/>
                </a:lnTo>
                <a:cubicBezTo>
                  <a:pt x="286888" y="84582"/>
                  <a:pt x="286888" y="62579"/>
                  <a:pt x="274178" y="48673"/>
                </a:cubicBezTo>
                <a:lnTo>
                  <a:pt x="248852" y="24289"/>
                </a:lnTo>
                <a:cubicBezTo>
                  <a:pt x="243065" y="18479"/>
                  <a:pt x="233864" y="13811"/>
                  <a:pt x="224664" y="13811"/>
                </a:cubicBezTo>
                <a:cubicBezTo>
                  <a:pt x="215463" y="13811"/>
                  <a:pt x="207400" y="18479"/>
                  <a:pt x="200476" y="24289"/>
                </a:cubicBezTo>
                <a:lnTo>
                  <a:pt x="145175" y="79915"/>
                </a:lnTo>
                <a:cubicBezTo>
                  <a:pt x="137113" y="88011"/>
                  <a:pt x="137113" y="100774"/>
                  <a:pt x="145175" y="108871"/>
                </a:cubicBezTo>
                <a:lnTo>
                  <a:pt x="146314" y="110014"/>
                </a:lnTo>
                <a:cubicBezTo>
                  <a:pt x="149728" y="112300"/>
                  <a:pt x="149728" y="116967"/>
                  <a:pt x="147452" y="120491"/>
                </a:cubicBezTo>
                <a:cubicBezTo>
                  <a:pt x="144037" y="122777"/>
                  <a:pt x="139389" y="122777"/>
                  <a:pt x="137113" y="120491"/>
                </a:cubicBezTo>
                <a:lnTo>
                  <a:pt x="135974" y="119348"/>
                </a:lnTo>
                <a:cubicBezTo>
                  <a:pt x="122126" y="105442"/>
                  <a:pt x="122126" y="83439"/>
                  <a:pt x="135974" y="69532"/>
                </a:cubicBezTo>
                <a:lnTo>
                  <a:pt x="191275" y="15050"/>
                </a:lnTo>
                <a:cubicBezTo>
                  <a:pt x="199337" y="5810"/>
                  <a:pt x="212048" y="0"/>
                  <a:pt x="224664" y="0"/>
                </a:cubicBezTo>
                <a:cubicBezTo>
                  <a:pt x="237279" y="0"/>
                  <a:pt x="249990" y="5810"/>
                  <a:pt x="259191" y="15050"/>
                </a:cubicBezTo>
                <a:lnTo>
                  <a:pt x="283379" y="39434"/>
                </a:lnTo>
                <a:cubicBezTo>
                  <a:pt x="301780" y="58007"/>
                  <a:pt x="301780" y="89249"/>
                  <a:pt x="283379" y="107823"/>
                </a:cubicBezTo>
                <a:lnTo>
                  <a:pt x="228078" y="163449"/>
                </a:lnTo>
                <a:cubicBezTo>
                  <a:pt x="222292" y="170402"/>
                  <a:pt x="213091" y="172688"/>
                  <a:pt x="203890" y="172688"/>
                </a:cubicBezTo>
                <a:close/>
                <a:moveTo>
                  <a:pt x="107044" y="284607"/>
                </a:moveTo>
                <a:lnTo>
                  <a:pt x="162344" y="230219"/>
                </a:lnTo>
                <a:cubicBezTo>
                  <a:pt x="175055" y="216313"/>
                  <a:pt x="175055" y="194405"/>
                  <a:pt x="162344" y="180499"/>
                </a:cubicBezTo>
                <a:lnTo>
                  <a:pt x="160067" y="179356"/>
                </a:lnTo>
                <a:cubicBezTo>
                  <a:pt x="157791" y="177070"/>
                  <a:pt x="153143" y="177070"/>
                  <a:pt x="150867" y="179356"/>
                </a:cubicBezTo>
                <a:cubicBezTo>
                  <a:pt x="148590" y="182785"/>
                  <a:pt x="148590" y="186309"/>
                  <a:pt x="150867" y="189738"/>
                </a:cubicBezTo>
                <a:lnTo>
                  <a:pt x="152005" y="190881"/>
                </a:lnTo>
                <a:cubicBezTo>
                  <a:pt x="160067" y="198977"/>
                  <a:pt x="160067" y="211741"/>
                  <a:pt x="152005" y="219837"/>
                </a:cubicBezTo>
                <a:lnTo>
                  <a:pt x="96704" y="275368"/>
                </a:lnTo>
                <a:cubicBezTo>
                  <a:pt x="90918" y="281178"/>
                  <a:pt x="81717" y="284607"/>
                  <a:pt x="72517" y="284607"/>
                </a:cubicBezTo>
                <a:cubicBezTo>
                  <a:pt x="63316" y="284607"/>
                  <a:pt x="55253" y="281178"/>
                  <a:pt x="48329" y="275368"/>
                </a:cubicBezTo>
                <a:lnTo>
                  <a:pt x="24141" y="251079"/>
                </a:lnTo>
                <a:cubicBezTo>
                  <a:pt x="10292" y="237172"/>
                  <a:pt x="10292" y="215265"/>
                  <a:pt x="24141" y="201359"/>
                </a:cubicBezTo>
                <a:lnTo>
                  <a:pt x="79441" y="146971"/>
                </a:lnTo>
                <a:cubicBezTo>
                  <a:pt x="87504" y="138874"/>
                  <a:pt x="100214" y="138874"/>
                  <a:pt x="108277" y="146971"/>
                </a:cubicBezTo>
                <a:lnTo>
                  <a:pt x="109415" y="148114"/>
                </a:lnTo>
                <a:cubicBezTo>
                  <a:pt x="111692" y="150400"/>
                  <a:pt x="116339" y="150400"/>
                  <a:pt x="119754" y="148114"/>
                </a:cubicBezTo>
                <a:cubicBezTo>
                  <a:pt x="122031" y="144685"/>
                  <a:pt x="122031" y="140018"/>
                  <a:pt x="118616" y="137732"/>
                </a:cubicBezTo>
                <a:lnTo>
                  <a:pt x="117478" y="136589"/>
                </a:lnTo>
                <a:cubicBezTo>
                  <a:pt x="104767" y="122682"/>
                  <a:pt x="82951" y="122682"/>
                  <a:pt x="69102" y="136589"/>
                </a:cubicBezTo>
                <a:lnTo>
                  <a:pt x="13801" y="192119"/>
                </a:lnTo>
                <a:cubicBezTo>
                  <a:pt x="-4600" y="210598"/>
                  <a:pt x="-4600" y="241840"/>
                  <a:pt x="13801" y="260318"/>
                </a:cubicBezTo>
                <a:lnTo>
                  <a:pt x="39128" y="284607"/>
                </a:lnTo>
                <a:cubicBezTo>
                  <a:pt x="47190" y="293846"/>
                  <a:pt x="59901" y="298514"/>
                  <a:pt x="72517" y="298514"/>
                </a:cubicBezTo>
                <a:cubicBezTo>
                  <a:pt x="85132" y="298514"/>
                  <a:pt x="97843" y="293846"/>
                  <a:pt x="107044" y="284607"/>
                </a:cubicBezTo>
                <a:close/>
                <a:moveTo>
                  <a:pt x="100499" y="208693"/>
                </a:moveTo>
                <a:lnTo>
                  <a:pt x="207021" y="101060"/>
                </a:lnTo>
                <a:cubicBezTo>
                  <a:pt x="209297" y="98774"/>
                  <a:pt x="209297" y="94107"/>
                  <a:pt x="207021" y="91821"/>
                </a:cubicBezTo>
                <a:cubicBezTo>
                  <a:pt x="204744" y="88392"/>
                  <a:pt x="200191" y="88392"/>
                  <a:pt x="197820" y="91821"/>
                </a:cubicBezTo>
                <a:lnTo>
                  <a:pt x="90160" y="199453"/>
                </a:lnTo>
                <a:cubicBezTo>
                  <a:pt x="87883" y="201740"/>
                  <a:pt x="87883" y="206407"/>
                  <a:pt x="90160" y="208693"/>
                </a:cubicBezTo>
                <a:cubicBezTo>
                  <a:pt x="91298" y="210979"/>
                  <a:pt x="93574" y="210979"/>
                  <a:pt x="95851" y="210979"/>
                </a:cubicBezTo>
                <a:cubicBezTo>
                  <a:pt x="96989" y="210979"/>
                  <a:pt x="99266" y="210979"/>
                  <a:pt x="100404" y="20869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5" name="Graphic 131">
            <a:extLst>
              <a:ext uri="{FF2B5EF4-FFF2-40B4-BE49-F238E27FC236}">
                <a16:creationId xmlns:a16="http://schemas.microsoft.com/office/drawing/2014/main" id="{B513EC9A-24EB-38D5-E92C-27DBFAEF6C7E}"/>
              </a:ext>
            </a:extLst>
          </p:cNvPr>
          <p:cNvSpPr/>
          <p:nvPr/>
        </p:nvSpPr>
        <p:spPr>
          <a:xfrm>
            <a:off x="2267679" y="3539016"/>
            <a:ext cx="399312" cy="401103"/>
          </a:xfrm>
          <a:custGeom>
            <a:avLst/>
            <a:gdLst>
              <a:gd name="connsiteX0" fmla="*/ 203890 w 297180"/>
              <a:gd name="connsiteY0" fmla="*/ 172688 h 298513"/>
              <a:gd name="connsiteX1" fmla="*/ 179702 w 297180"/>
              <a:gd name="connsiteY1" fmla="*/ 163449 h 298513"/>
              <a:gd name="connsiteX2" fmla="*/ 178564 w 297180"/>
              <a:gd name="connsiteY2" fmla="*/ 162306 h 298513"/>
              <a:gd name="connsiteX3" fmla="*/ 178564 w 297180"/>
              <a:gd name="connsiteY3" fmla="*/ 151828 h 298513"/>
              <a:gd name="connsiteX4" fmla="*/ 187765 w 297180"/>
              <a:gd name="connsiteY4" fmla="*/ 151828 h 298513"/>
              <a:gd name="connsiteX5" fmla="*/ 190042 w 297180"/>
              <a:gd name="connsiteY5" fmla="*/ 152972 h 298513"/>
              <a:gd name="connsiteX6" fmla="*/ 218877 w 297180"/>
              <a:gd name="connsiteY6" fmla="*/ 152972 h 298513"/>
              <a:gd name="connsiteX7" fmla="*/ 274178 w 297180"/>
              <a:gd name="connsiteY7" fmla="*/ 98489 h 298513"/>
              <a:gd name="connsiteX8" fmla="*/ 274178 w 297180"/>
              <a:gd name="connsiteY8" fmla="*/ 48673 h 298513"/>
              <a:gd name="connsiteX9" fmla="*/ 248852 w 297180"/>
              <a:gd name="connsiteY9" fmla="*/ 24289 h 298513"/>
              <a:gd name="connsiteX10" fmla="*/ 224664 w 297180"/>
              <a:gd name="connsiteY10" fmla="*/ 13811 h 298513"/>
              <a:gd name="connsiteX11" fmla="*/ 200476 w 297180"/>
              <a:gd name="connsiteY11" fmla="*/ 24289 h 298513"/>
              <a:gd name="connsiteX12" fmla="*/ 145175 w 297180"/>
              <a:gd name="connsiteY12" fmla="*/ 79915 h 298513"/>
              <a:gd name="connsiteX13" fmla="*/ 145175 w 297180"/>
              <a:gd name="connsiteY13" fmla="*/ 108871 h 298513"/>
              <a:gd name="connsiteX14" fmla="*/ 146314 w 297180"/>
              <a:gd name="connsiteY14" fmla="*/ 110014 h 298513"/>
              <a:gd name="connsiteX15" fmla="*/ 147452 w 297180"/>
              <a:gd name="connsiteY15" fmla="*/ 120491 h 298513"/>
              <a:gd name="connsiteX16" fmla="*/ 137113 w 297180"/>
              <a:gd name="connsiteY16" fmla="*/ 120491 h 298513"/>
              <a:gd name="connsiteX17" fmla="*/ 135974 w 297180"/>
              <a:gd name="connsiteY17" fmla="*/ 119348 h 298513"/>
              <a:gd name="connsiteX18" fmla="*/ 135974 w 297180"/>
              <a:gd name="connsiteY18" fmla="*/ 69532 h 298513"/>
              <a:gd name="connsiteX19" fmla="*/ 191275 w 297180"/>
              <a:gd name="connsiteY19" fmla="*/ 15050 h 298513"/>
              <a:gd name="connsiteX20" fmla="*/ 224664 w 297180"/>
              <a:gd name="connsiteY20" fmla="*/ 0 h 298513"/>
              <a:gd name="connsiteX21" fmla="*/ 259191 w 297180"/>
              <a:gd name="connsiteY21" fmla="*/ 15050 h 298513"/>
              <a:gd name="connsiteX22" fmla="*/ 283379 w 297180"/>
              <a:gd name="connsiteY22" fmla="*/ 39434 h 298513"/>
              <a:gd name="connsiteX23" fmla="*/ 283379 w 297180"/>
              <a:gd name="connsiteY23" fmla="*/ 107823 h 298513"/>
              <a:gd name="connsiteX24" fmla="*/ 228078 w 297180"/>
              <a:gd name="connsiteY24" fmla="*/ 163449 h 298513"/>
              <a:gd name="connsiteX25" fmla="*/ 203890 w 297180"/>
              <a:gd name="connsiteY25" fmla="*/ 172688 h 298513"/>
              <a:gd name="connsiteX26" fmla="*/ 107044 w 297180"/>
              <a:gd name="connsiteY26" fmla="*/ 284607 h 298513"/>
              <a:gd name="connsiteX27" fmla="*/ 162344 w 297180"/>
              <a:gd name="connsiteY27" fmla="*/ 230219 h 298513"/>
              <a:gd name="connsiteX28" fmla="*/ 162344 w 297180"/>
              <a:gd name="connsiteY28" fmla="*/ 180499 h 298513"/>
              <a:gd name="connsiteX29" fmla="*/ 160067 w 297180"/>
              <a:gd name="connsiteY29" fmla="*/ 179356 h 298513"/>
              <a:gd name="connsiteX30" fmla="*/ 150867 w 297180"/>
              <a:gd name="connsiteY30" fmla="*/ 179356 h 298513"/>
              <a:gd name="connsiteX31" fmla="*/ 150867 w 297180"/>
              <a:gd name="connsiteY31" fmla="*/ 189738 h 298513"/>
              <a:gd name="connsiteX32" fmla="*/ 152005 w 297180"/>
              <a:gd name="connsiteY32" fmla="*/ 190881 h 298513"/>
              <a:gd name="connsiteX33" fmla="*/ 152005 w 297180"/>
              <a:gd name="connsiteY33" fmla="*/ 219837 h 298513"/>
              <a:gd name="connsiteX34" fmla="*/ 96704 w 297180"/>
              <a:gd name="connsiteY34" fmla="*/ 275368 h 298513"/>
              <a:gd name="connsiteX35" fmla="*/ 72517 w 297180"/>
              <a:gd name="connsiteY35" fmla="*/ 284607 h 298513"/>
              <a:gd name="connsiteX36" fmla="*/ 48329 w 297180"/>
              <a:gd name="connsiteY36" fmla="*/ 275368 h 298513"/>
              <a:gd name="connsiteX37" fmla="*/ 24141 w 297180"/>
              <a:gd name="connsiteY37" fmla="*/ 251079 h 298513"/>
              <a:gd name="connsiteX38" fmla="*/ 24141 w 297180"/>
              <a:gd name="connsiteY38" fmla="*/ 201359 h 298513"/>
              <a:gd name="connsiteX39" fmla="*/ 79441 w 297180"/>
              <a:gd name="connsiteY39" fmla="*/ 146971 h 298513"/>
              <a:gd name="connsiteX40" fmla="*/ 108277 w 297180"/>
              <a:gd name="connsiteY40" fmla="*/ 146971 h 298513"/>
              <a:gd name="connsiteX41" fmla="*/ 109415 w 297180"/>
              <a:gd name="connsiteY41" fmla="*/ 148114 h 298513"/>
              <a:gd name="connsiteX42" fmla="*/ 119754 w 297180"/>
              <a:gd name="connsiteY42" fmla="*/ 148114 h 298513"/>
              <a:gd name="connsiteX43" fmla="*/ 118616 w 297180"/>
              <a:gd name="connsiteY43" fmla="*/ 137732 h 298513"/>
              <a:gd name="connsiteX44" fmla="*/ 117478 w 297180"/>
              <a:gd name="connsiteY44" fmla="*/ 136589 h 298513"/>
              <a:gd name="connsiteX45" fmla="*/ 69102 w 297180"/>
              <a:gd name="connsiteY45" fmla="*/ 136589 h 298513"/>
              <a:gd name="connsiteX46" fmla="*/ 13801 w 297180"/>
              <a:gd name="connsiteY46" fmla="*/ 192119 h 298513"/>
              <a:gd name="connsiteX47" fmla="*/ 13801 w 297180"/>
              <a:gd name="connsiteY47" fmla="*/ 260318 h 298513"/>
              <a:gd name="connsiteX48" fmla="*/ 39128 w 297180"/>
              <a:gd name="connsiteY48" fmla="*/ 284607 h 298513"/>
              <a:gd name="connsiteX49" fmla="*/ 72517 w 297180"/>
              <a:gd name="connsiteY49" fmla="*/ 298514 h 298513"/>
              <a:gd name="connsiteX50" fmla="*/ 107044 w 297180"/>
              <a:gd name="connsiteY50" fmla="*/ 284607 h 298513"/>
              <a:gd name="connsiteX51" fmla="*/ 100499 w 297180"/>
              <a:gd name="connsiteY51" fmla="*/ 208693 h 298513"/>
              <a:gd name="connsiteX52" fmla="*/ 207021 w 297180"/>
              <a:gd name="connsiteY52" fmla="*/ 101060 h 298513"/>
              <a:gd name="connsiteX53" fmla="*/ 207021 w 297180"/>
              <a:gd name="connsiteY53" fmla="*/ 91821 h 298513"/>
              <a:gd name="connsiteX54" fmla="*/ 197820 w 297180"/>
              <a:gd name="connsiteY54" fmla="*/ 91821 h 298513"/>
              <a:gd name="connsiteX55" fmla="*/ 90160 w 297180"/>
              <a:gd name="connsiteY55" fmla="*/ 199453 h 298513"/>
              <a:gd name="connsiteX56" fmla="*/ 90160 w 297180"/>
              <a:gd name="connsiteY56" fmla="*/ 208693 h 298513"/>
              <a:gd name="connsiteX57" fmla="*/ 95851 w 297180"/>
              <a:gd name="connsiteY57" fmla="*/ 210979 h 298513"/>
              <a:gd name="connsiteX58" fmla="*/ 100404 w 297180"/>
              <a:gd name="connsiteY58" fmla="*/ 208693 h 298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297180" h="298513">
                <a:moveTo>
                  <a:pt x="203890" y="172688"/>
                </a:moveTo>
                <a:cubicBezTo>
                  <a:pt x="195828" y="172688"/>
                  <a:pt x="186627" y="170402"/>
                  <a:pt x="179702" y="163449"/>
                </a:cubicBezTo>
                <a:lnTo>
                  <a:pt x="178564" y="162306"/>
                </a:lnTo>
                <a:cubicBezTo>
                  <a:pt x="176288" y="158877"/>
                  <a:pt x="176288" y="155353"/>
                  <a:pt x="178564" y="151828"/>
                </a:cubicBezTo>
                <a:cubicBezTo>
                  <a:pt x="180841" y="149543"/>
                  <a:pt x="185489" y="149543"/>
                  <a:pt x="187765" y="151828"/>
                </a:cubicBezTo>
                <a:lnTo>
                  <a:pt x="190042" y="152972"/>
                </a:lnTo>
                <a:cubicBezTo>
                  <a:pt x="198104" y="161068"/>
                  <a:pt x="210815" y="161068"/>
                  <a:pt x="218877" y="152972"/>
                </a:cubicBezTo>
                <a:lnTo>
                  <a:pt x="274178" y="98489"/>
                </a:lnTo>
                <a:cubicBezTo>
                  <a:pt x="286888" y="84582"/>
                  <a:pt x="286888" y="62579"/>
                  <a:pt x="274178" y="48673"/>
                </a:cubicBezTo>
                <a:lnTo>
                  <a:pt x="248852" y="24289"/>
                </a:lnTo>
                <a:cubicBezTo>
                  <a:pt x="243065" y="18479"/>
                  <a:pt x="233864" y="13811"/>
                  <a:pt x="224664" y="13811"/>
                </a:cubicBezTo>
                <a:cubicBezTo>
                  <a:pt x="215463" y="13811"/>
                  <a:pt x="207400" y="18479"/>
                  <a:pt x="200476" y="24289"/>
                </a:cubicBezTo>
                <a:lnTo>
                  <a:pt x="145175" y="79915"/>
                </a:lnTo>
                <a:cubicBezTo>
                  <a:pt x="137113" y="88011"/>
                  <a:pt x="137113" y="100774"/>
                  <a:pt x="145175" y="108871"/>
                </a:cubicBezTo>
                <a:lnTo>
                  <a:pt x="146314" y="110014"/>
                </a:lnTo>
                <a:cubicBezTo>
                  <a:pt x="149728" y="112300"/>
                  <a:pt x="149728" y="116967"/>
                  <a:pt x="147452" y="120491"/>
                </a:cubicBezTo>
                <a:cubicBezTo>
                  <a:pt x="144037" y="122777"/>
                  <a:pt x="139389" y="122777"/>
                  <a:pt x="137113" y="120491"/>
                </a:cubicBezTo>
                <a:lnTo>
                  <a:pt x="135974" y="119348"/>
                </a:lnTo>
                <a:cubicBezTo>
                  <a:pt x="122126" y="105442"/>
                  <a:pt x="122126" y="83439"/>
                  <a:pt x="135974" y="69532"/>
                </a:cubicBezTo>
                <a:lnTo>
                  <a:pt x="191275" y="15050"/>
                </a:lnTo>
                <a:cubicBezTo>
                  <a:pt x="199337" y="5810"/>
                  <a:pt x="212048" y="0"/>
                  <a:pt x="224664" y="0"/>
                </a:cubicBezTo>
                <a:cubicBezTo>
                  <a:pt x="237279" y="0"/>
                  <a:pt x="249990" y="5810"/>
                  <a:pt x="259191" y="15050"/>
                </a:cubicBezTo>
                <a:lnTo>
                  <a:pt x="283379" y="39434"/>
                </a:lnTo>
                <a:cubicBezTo>
                  <a:pt x="301780" y="58007"/>
                  <a:pt x="301780" y="89249"/>
                  <a:pt x="283379" y="107823"/>
                </a:cubicBezTo>
                <a:lnTo>
                  <a:pt x="228078" y="163449"/>
                </a:lnTo>
                <a:cubicBezTo>
                  <a:pt x="222292" y="170402"/>
                  <a:pt x="213091" y="172688"/>
                  <a:pt x="203890" y="172688"/>
                </a:cubicBezTo>
                <a:close/>
                <a:moveTo>
                  <a:pt x="107044" y="284607"/>
                </a:moveTo>
                <a:lnTo>
                  <a:pt x="162344" y="230219"/>
                </a:lnTo>
                <a:cubicBezTo>
                  <a:pt x="175055" y="216313"/>
                  <a:pt x="175055" y="194405"/>
                  <a:pt x="162344" y="180499"/>
                </a:cubicBezTo>
                <a:lnTo>
                  <a:pt x="160067" y="179356"/>
                </a:lnTo>
                <a:cubicBezTo>
                  <a:pt x="157791" y="177070"/>
                  <a:pt x="153143" y="177070"/>
                  <a:pt x="150867" y="179356"/>
                </a:cubicBezTo>
                <a:cubicBezTo>
                  <a:pt x="148590" y="182785"/>
                  <a:pt x="148590" y="186309"/>
                  <a:pt x="150867" y="189738"/>
                </a:cubicBezTo>
                <a:lnTo>
                  <a:pt x="152005" y="190881"/>
                </a:lnTo>
                <a:cubicBezTo>
                  <a:pt x="160067" y="198977"/>
                  <a:pt x="160067" y="211741"/>
                  <a:pt x="152005" y="219837"/>
                </a:cubicBezTo>
                <a:lnTo>
                  <a:pt x="96704" y="275368"/>
                </a:lnTo>
                <a:cubicBezTo>
                  <a:pt x="90918" y="281178"/>
                  <a:pt x="81717" y="284607"/>
                  <a:pt x="72517" y="284607"/>
                </a:cubicBezTo>
                <a:cubicBezTo>
                  <a:pt x="63316" y="284607"/>
                  <a:pt x="55253" y="281178"/>
                  <a:pt x="48329" y="275368"/>
                </a:cubicBezTo>
                <a:lnTo>
                  <a:pt x="24141" y="251079"/>
                </a:lnTo>
                <a:cubicBezTo>
                  <a:pt x="10292" y="237172"/>
                  <a:pt x="10292" y="215265"/>
                  <a:pt x="24141" y="201359"/>
                </a:cubicBezTo>
                <a:lnTo>
                  <a:pt x="79441" y="146971"/>
                </a:lnTo>
                <a:cubicBezTo>
                  <a:pt x="87504" y="138874"/>
                  <a:pt x="100214" y="138874"/>
                  <a:pt x="108277" y="146971"/>
                </a:cubicBezTo>
                <a:lnTo>
                  <a:pt x="109415" y="148114"/>
                </a:lnTo>
                <a:cubicBezTo>
                  <a:pt x="111692" y="150400"/>
                  <a:pt x="116339" y="150400"/>
                  <a:pt x="119754" y="148114"/>
                </a:cubicBezTo>
                <a:cubicBezTo>
                  <a:pt x="122031" y="144685"/>
                  <a:pt x="122031" y="140018"/>
                  <a:pt x="118616" y="137732"/>
                </a:cubicBezTo>
                <a:lnTo>
                  <a:pt x="117478" y="136589"/>
                </a:lnTo>
                <a:cubicBezTo>
                  <a:pt x="104767" y="122682"/>
                  <a:pt x="82951" y="122682"/>
                  <a:pt x="69102" y="136589"/>
                </a:cubicBezTo>
                <a:lnTo>
                  <a:pt x="13801" y="192119"/>
                </a:lnTo>
                <a:cubicBezTo>
                  <a:pt x="-4600" y="210598"/>
                  <a:pt x="-4600" y="241840"/>
                  <a:pt x="13801" y="260318"/>
                </a:cubicBezTo>
                <a:lnTo>
                  <a:pt x="39128" y="284607"/>
                </a:lnTo>
                <a:cubicBezTo>
                  <a:pt x="47190" y="293846"/>
                  <a:pt x="59901" y="298514"/>
                  <a:pt x="72517" y="298514"/>
                </a:cubicBezTo>
                <a:cubicBezTo>
                  <a:pt x="85132" y="298514"/>
                  <a:pt x="97843" y="293846"/>
                  <a:pt x="107044" y="284607"/>
                </a:cubicBezTo>
                <a:close/>
                <a:moveTo>
                  <a:pt x="100499" y="208693"/>
                </a:moveTo>
                <a:lnTo>
                  <a:pt x="207021" y="101060"/>
                </a:lnTo>
                <a:cubicBezTo>
                  <a:pt x="209297" y="98774"/>
                  <a:pt x="209297" y="94107"/>
                  <a:pt x="207021" y="91821"/>
                </a:cubicBezTo>
                <a:cubicBezTo>
                  <a:pt x="204744" y="88392"/>
                  <a:pt x="200191" y="88392"/>
                  <a:pt x="197820" y="91821"/>
                </a:cubicBezTo>
                <a:lnTo>
                  <a:pt x="90160" y="199453"/>
                </a:lnTo>
                <a:cubicBezTo>
                  <a:pt x="87883" y="201740"/>
                  <a:pt x="87883" y="206407"/>
                  <a:pt x="90160" y="208693"/>
                </a:cubicBezTo>
                <a:cubicBezTo>
                  <a:pt x="91298" y="210979"/>
                  <a:pt x="93574" y="210979"/>
                  <a:pt x="95851" y="210979"/>
                </a:cubicBezTo>
                <a:cubicBezTo>
                  <a:pt x="96989" y="210979"/>
                  <a:pt x="99266" y="210979"/>
                  <a:pt x="100404" y="20869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6" name="Graphic 131">
            <a:extLst>
              <a:ext uri="{FF2B5EF4-FFF2-40B4-BE49-F238E27FC236}">
                <a16:creationId xmlns:a16="http://schemas.microsoft.com/office/drawing/2014/main" id="{97DB3D46-BF89-7AD9-ADD9-554F1F3F1F65}"/>
              </a:ext>
            </a:extLst>
          </p:cNvPr>
          <p:cNvSpPr/>
          <p:nvPr/>
        </p:nvSpPr>
        <p:spPr>
          <a:xfrm>
            <a:off x="3031431" y="3539016"/>
            <a:ext cx="399312" cy="401103"/>
          </a:xfrm>
          <a:custGeom>
            <a:avLst/>
            <a:gdLst>
              <a:gd name="connsiteX0" fmla="*/ 203890 w 297180"/>
              <a:gd name="connsiteY0" fmla="*/ 172688 h 298513"/>
              <a:gd name="connsiteX1" fmla="*/ 179702 w 297180"/>
              <a:gd name="connsiteY1" fmla="*/ 163449 h 298513"/>
              <a:gd name="connsiteX2" fmla="*/ 178564 w 297180"/>
              <a:gd name="connsiteY2" fmla="*/ 162306 h 298513"/>
              <a:gd name="connsiteX3" fmla="*/ 178564 w 297180"/>
              <a:gd name="connsiteY3" fmla="*/ 151828 h 298513"/>
              <a:gd name="connsiteX4" fmla="*/ 187765 w 297180"/>
              <a:gd name="connsiteY4" fmla="*/ 151828 h 298513"/>
              <a:gd name="connsiteX5" fmla="*/ 190042 w 297180"/>
              <a:gd name="connsiteY5" fmla="*/ 152972 h 298513"/>
              <a:gd name="connsiteX6" fmla="*/ 218877 w 297180"/>
              <a:gd name="connsiteY6" fmla="*/ 152972 h 298513"/>
              <a:gd name="connsiteX7" fmla="*/ 274178 w 297180"/>
              <a:gd name="connsiteY7" fmla="*/ 98489 h 298513"/>
              <a:gd name="connsiteX8" fmla="*/ 274178 w 297180"/>
              <a:gd name="connsiteY8" fmla="*/ 48673 h 298513"/>
              <a:gd name="connsiteX9" fmla="*/ 248852 w 297180"/>
              <a:gd name="connsiteY9" fmla="*/ 24289 h 298513"/>
              <a:gd name="connsiteX10" fmla="*/ 224664 w 297180"/>
              <a:gd name="connsiteY10" fmla="*/ 13811 h 298513"/>
              <a:gd name="connsiteX11" fmla="*/ 200476 w 297180"/>
              <a:gd name="connsiteY11" fmla="*/ 24289 h 298513"/>
              <a:gd name="connsiteX12" fmla="*/ 145175 w 297180"/>
              <a:gd name="connsiteY12" fmla="*/ 79915 h 298513"/>
              <a:gd name="connsiteX13" fmla="*/ 145175 w 297180"/>
              <a:gd name="connsiteY13" fmla="*/ 108871 h 298513"/>
              <a:gd name="connsiteX14" fmla="*/ 146314 w 297180"/>
              <a:gd name="connsiteY14" fmla="*/ 110014 h 298513"/>
              <a:gd name="connsiteX15" fmla="*/ 147452 w 297180"/>
              <a:gd name="connsiteY15" fmla="*/ 120491 h 298513"/>
              <a:gd name="connsiteX16" fmla="*/ 137113 w 297180"/>
              <a:gd name="connsiteY16" fmla="*/ 120491 h 298513"/>
              <a:gd name="connsiteX17" fmla="*/ 135974 w 297180"/>
              <a:gd name="connsiteY17" fmla="*/ 119348 h 298513"/>
              <a:gd name="connsiteX18" fmla="*/ 135974 w 297180"/>
              <a:gd name="connsiteY18" fmla="*/ 69532 h 298513"/>
              <a:gd name="connsiteX19" fmla="*/ 191275 w 297180"/>
              <a:gd name="connsiteY19" fmla="*/ 15050 h 298513"/>
              <a:gd name="connsiteX20" fmla="*/ 224664 w 297180"/>
              <a:gd name="connsiteY20" fmla="*/ 0 h 298513"/>
              <a:gd name="connsiteX21" fmla="*/ 259191 w 297180"/>
              <a:gd name="connsiteY21" fmla="*/ 15050 h 298513"/>
              <a:gd name="connsiteX22" fmla="*/ 283379 w 297180"/>
              <a:gd name="connsiteY22" fmla="*/ 39434 h 298513"/>
              <a:gd name="connsiteX23" fmla="*/ 283379 w 297180"/>
              <a:gd name="connsiteY23" fmla="*/ 107823 h 298513"/>
              <a:gd name="connsiteX24" fmla="*/ 228078 w 297180"/>
              <a:gd name="connsiteY24" fmla="*/ 163449 h 298513"/>
              <a:gd name="connsiteX25" fmla="*/ 203890 w 297180"/>
              <a:gd name="connsiteY25" fmla="*/ 172688 h 298513"/>
              <a:gd name="connsiteX26" fmla="*/ 107044 w 297180"/>
              <a:gd name="connsiteY26" fmla="*/ 284607 h 298513"/>
              <a:gd name="connsiteX27" fmla="*/ 162344 w 297180"/>
              <a:gd name="connsiteY27" fmla="*/ 230219 h 298513"/>
              <a:gd name="connsiteX28" fmla="*/ 162344 w 297180"/>
              <a:gd name="connsiteY28" fmla="*/ 180499 h 298513"/>
              <a:gd name="connsiteX29" fmla="*/ 160067 w 297180"/>
              <a:gd name="connsiteY29" fmla="*/ 179356 h 298513"/>
              <a:gd name="connsiteX30" fmla="*/ 150867 w 297180"/>
              <a:gd name="connsiteY30" fmla="*/ 179356 h 298513"/>
              <a:gd name="connsiteX31" fmla="*/ 150867 w 297180"/>
              <a:gd name="connsiteY31" fmla="*/ 189738 h 298513"/>
              <a:gd name="connsiteX32" fmla="*/ 152005 w 297180"/>
              <a:gd name="connsiteY32" fmla="*/ 190881 h 298513"/>
              <a:gd name="connsiteX33" fmla="*/ 152005 w 297180"/>
              <a:gd name="connsiteY33" fmla="*/ 219837 h 298513"/>
              <a:gd name="connsiteX34" fmla="*/ 96704 w 297180"/>
              <a:gd name="connsiteY34" fmla="*/ 275368 h 298513"/>
              <a:gd name="connsiteX35" fmla="*/ 72517 w 297180"/>
              <a:gd name="connsiteY35" fmla="*/ 284607 h 298513"/>
              <a:gd name="connsiteX36" fmla="*/ 48329 w 297180"/>
              <a:gd name="connsiteY36" fmla="*/ 275368 h 298513"/>
              <a:gd name="connsiteX37" fmla="*/ 24141 w 297180"/>
              <a:gd name="connsiteY37" fmla="*/ 251079 h 298513"/>
              <a:gd name="connsiteX38" fmla="*/ 24141 w 297180"/>
              <a:gd name="connsiteY38" fmla="*/ 201359 h 298513"/>
              <a:gd name="connsiteX39" fmla="*/ 79441 w 297180"/>
              <a:gd name="connsiteY39" fmla="*/ 146971 h 298513"/>
              <a:gd name="connsiteX40" fmla="*/ 108277 w 297180"/>
              <a:gd name="connsiteY40" fmla="*/ 146971 h 298513"/>
              <a:gd name="connsiteX41" fmla="*/ 109415 w 297180"/>
              <a:gd name="connsiteY41" fmla="*/ 148114 h 298513"/>
              <a:gd name="connsiteX42" fmla="*/ 119754 w 297180"/>
              <a:gd name="connsiteY42" fmla="*/ 148114 h 298513"/>
              <a:gd name="connsiteX43" fmla="*/ 118616 w 297180"/>
              <a:gd name="connsiteY43" fmla="*/ 137732 h 298513"/>
              <a:gd name="connsiteX44" fmla="*/ 117478 w 297180"/>
              <a:gd name="connsiteY44" fmla="*/ 136589 h 298513"/>
              <a:gd name="connsiteX45" fmla="*/ 69102 w 297180"/>
              <a:gd name="connsiteY45" fmla="*/ 136589 h 298513"/>
              <a:gd name="connsiteX46" fmla="*/ 13801 w 297180"/>
              <a:gd name="connsiteY46" fmla="*/ 192119 h 298513"/>
              <a:gd name="connsiteX47" fmla="*/ 13801 w 297180"/>
              <a:gd name="connsiteY47" fmla="*/ 260318 h 298513"/>
              <a:gd name="connsiteX48" fmla="*/ 39128 w 297180"/>
              <a:gd name="connsiteY48" fmla="*/ 284607 h 298513"/>
              <a:gd name="connsiteX49" fmla="*/ 72517 w 297180"/>
              <a:gd name="connsiteY49" fmla="*/ 298514 h 298513"/>
              <a:gd name="connsiteX50" fmla="*/ 107044 w 297180"/>
              <a:gd name="connsiteY50" fmla="*/ 284607 h 298513"/>
              <a:gd name="connsiteX51" fmla="*/ 100499 w 297180"/>
              <a:gd name="connsiteY51" fmla="*/ 208693 h 298513"/>
              <a:gd name="connsiteX52" fmla="*/ 207021 w 297180"/>
              <a:gd name="connsiteY52" fmla="*/ 101060 h 298513"/>
              <a:gd name="connsiteX53" fmla="*/ 207021 w 297180"/>
              <a:gd name="connsiteY53" fmla="*/ 91821 h 298513"/>
              <a:gd name="connsiteX54" fmla="*/ 197820 w 297180"/>
              <a:gd name="connsiteY54" fmla="*/ 91821 h 298513"/>
              <a:gd name="connsiteX55" fmla="*/ 90160 w 297180"/>
              <a:gd name="connsiteY55" fmla="*/ 199453 h 298513"/>
              <a:gd name="connsiteX56" fmla="*/ 90160 w 297180"/>
              <a:gd name="connsiteY56" fmla="*/ 208693 h 298513"/>
              <a:gd name="connsiteX57" fmla="*/ 95851 w 297180"/>
              <a:gd name="connsiteY57" fmla="*/ 210979 h 298513"/>
              <a:gd name="connsiteX58" fmla="*/ 100404 w 297180"/>
              <a:gd name="connsiteY58" fmla="*/ 208693 h 298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297180" h="298513">
                <a:moveTo>
                  <a:pt x="203890" y="172688"/>
                </a:moveTo>
                <a:cubicBezTo>
                  <a:pt x="195828" y="172688"/>
                  <a:pt x="186627" y="170402"/>
                  <a:pt x="179702" y="163449"/>
                </a:cubicBezTo>
                <a:lnTo>
                  <a:pt x="178564" y="162306"/>
                </a:lnTo>
                <a:cubicBezTo>
                  <a:pt x="176288" y="158877"/>
                  <a:pt x="176288" y="155353"/>
                  <a:pt x="178564" y="151828"/>
                </a:cubicBezTo>
                <a:cubicBezTo>
                  <a:pt x="180841" y="149543"/>
                  <a:pt x="185489" y="149543"/>
                  <a:pt x="187765" y="151828"/>
                </a:cubicBezTo>
                <a:lnTo>
                  <a:pt x="190042" y="152972"/>
                </a:lnTo>
                <a:cubicBezTo>
                  <a:pt x="198104" y="161068"/>
                  <a:pt x="210815" y="161068"/>
                  <a:pt x="218877" y="152972"/>
                </a:cubicBezTo>
                <a:lnTo>
                  <a:pt x="274178" y="98489"/>
                </a:lnTo>
                <a:cubicBezTo>
                  <a:pt x="286888" y="84582"/>
                  <a:pt x="286888" y="62579"/>
                  <a:pt x="274178" y="48673"/>
                </a:cubicBezTo>
                <a:lnTo>
                  <a:pt x="248852" y="24289"/>
                </a:lnTo>
                <a:cubicBezTo>
                  <a:pt x="243065" y="18479"/>
                  <a:pt x="233864" y="13811"/>
                  <a:pt x="224664" y="13811"/>
                </a:cubicBezTo>
                <a:cubicBezTo>
                  <a:pt x="215463" y="13811"/>
                  <a:pt x="207400" y="18479"/>
                  <a:pt x="200476" y="24289"/>
                </a:cubicBezTo>
                <a:lnTo>
                  <a:pt x="145175" y="79915"/>
                </a:lnTo>
                <a:cubicBezTo>
                  <a:pt x="137113" y="88011"/>
                  <a:pt x="137113" y="100774"/>
                  <a:pt x="145175" y="108871"/>
                </a:cubicBezTo>
                <a:lnTo>
                  <a:pt x="146314" y="110014"/>
                </a:lnTo>
                <a:cubicBezTo>
                  <a:pt x="149728" y="112300"/>
                  <a:pt x="149728" y="116967"/>
                  <a:pt x="147452" y="120491"/>
                </a:cubicBezTo>
                <a:cubicBezTo>
                  <a:pt x="144037" y="122777"/>
                  <a:pt x="139389" y="122777"/>
                  <a:pt x="137113" y="120491"/>
                </a:cubicBezTo>
                <a:lnTo>
                  <a:pt x="135974" y="119348"/>
                </a:lnTo>
                <a:cubicBezTo>
                  <a:pt x="122126" y="105442"/>
                  <a:pt x="122126" y="83439"/>
                  <a:pt x="135974" y="69532"/>
                </a:cubicBezTo>
                <a:lnTo>
                  <a:pt x="191275" y="15050"/>
                </a:lnTo>
                <a:cubicBezTo>
                  <a:pt x="199337" y="5810"/>
                  <a:pt x="212048" y="0"/>
                  <a:pt x="224664" y="0"/>
                </a:cubicBezTo>
                <a:cubicBezTo>
                  <a:pt x="237279" y="0"/>
                  <a:pt x="249990" y="5810"/>
                  <a:pt x="259191" y="15050"/>
                </a:cubicBezTo>
                <a:lnTo>
                  <a:pt x="283379" y="39434"/>
                </a:lnTo>
                <a:cubicBezTo>
                  <a:pt x="301780" y="58007"/>
                  <a:pt x="301780" y="89249"/>
                  <a:pt x="283379" y="107823"/>
                </a:cubicBezTo>
                <a:lnTo>
                  <a:pt x="228078" y="163449"/>
                </a:lnTo>
                <a:cubicBezTo>
                  <a:pt x="222292" y="170402"/>
                  <a:pt x="213091" y="172688"/>
                  <a:pt x="203890" y="172688"/>
                </a:cubicBezTo>
                <a:close/>
                <a:moveTo>
                  <a:pt x="107044" y="284607"/>
                </a:moveTo>
                <a:lnTo>
                  <a:pt x="162344" y="230219"/>
                </a:lnTo>
                <a:cubicBezTo>
                  <a:pt x="175055" y="216313"/>
                  <a:pt x="175055" y="194405"/>
                  <a:pt x="162344" y="180499"/>
                </a:cubicBezTo>
                <a:lnTo>
                  <a:pt x="160067" y="179356"/>
                </a:lnTo>
                <a:cubicBezTo>
                  <a:pt x="157791" y="177070"/>
                  <a:pt x="153143" y="177070"/>
                  <a:pt x="150867" y="179356"/>
                </a:cubicBezTo>
                <a:cubicBezTo>
                  <a:pt x="148590" y="182785"/>
                  <a:pt x="148590" y="186309"/>
                  <a:pt x="150867" y="189738"/>
                </a:cubicBezTo>
                <a:lnTo>
                  <a:pt x="152005" y="190881"/>
                </a:lnTo>
                <a:cubicBezTo>
                  <a:pt x="160067" y="198977"/>
                  <a:pt x="160067" y="211741"/>
                  <a:pt x="152005" y="219837"/>
                </a:cubicBezTo>
                <a:lnTo>
                  <a:pt x="96704" y="275368"/>
                </a:lnTo>
                <a:cubicBezTo>
                  <a:pt x="90918" y="281178"/>
                  <a:pt x="81717" y="284607"/>
                  <a:pt x="72517" y="284607"/>
                </a:cubicBezTo>
                <a:cubicBezTo>
                  <a:pt x="63316" y="284607"/>
                  <a:pt x="55253" y="281178"/>
                  <a:pt x="48329" y="275368"/>
                </a:cubicBezTo>
                <a:lnTo>
                  <a:pt x="24141" y="251079"/>
                </a:lnTo>
                <a:cubicBezTo>
                  <a:pt x="10292" y="237172"/>
                  <a:pt x="10292" y="215265"/>
                  <a:pt x="24141" y="201359"/>
                </a:cubicBezTo>
                <a:lnTo>
                  <a:pt x="79441" y="146971"/>
                </a:lnTo>
                <a:cubicBezTo>
                  <a:pt x="87504" y="138874"/>
                  <a:pt x="100214" y="138874"/>
                  <a:pt x="108277" y="146971"/>
                </a:cubicBezTo>
                <a:lnTo>
                  <a:pt x="109415" y="148114"/>
                </a:lnTo>
                <a:cubicBezTo>
                  <a:pt x="111692" y="150400"/>
                  <a:pt x="116339" y="150400"/>
                  <a:pt x="119754" y="148114"/>
                </a:cubicBezTo>
                <a:cubicBezTo>
                  <a:pt x="122031" y="144685"/>
                  <a:pt x="122031" y="140018"/>
                  <a:pt x="118616" y="137732"/>
                </a:cubicBezTo>
                <a:lnTo>
                  <a:pt x="117478" y="136589"/>
                </a:lnTo>
                <a:cubicBezTo>
                  <a:pt x="104767" y="122682"/>
                  <a:pt x="82951" y="122682"/>
                  <a:pt x="69102" y="136589"/>
                </a:cubicBezTo>
                <a:lnTo>
                  <a:pt x="13801" y="192119"/>
                </a:lnTo>
                <a:cubicBezTo>
                  <a:pt x="-4600" y="210598"/>
                  <a:pt x="-4600" y="241840"/>
                  <a:pt x="13801" y="260318"/>
                </a:cubicBezTo>
                <a:lnTo>
                  <a:pt x="39128" y="284607"/>
                </a:lnTo>
                <a:cubicBezTo>
                  <a:pt x="47190" y="293846"/>
                  <a:pt x="59901" y="298514"/>
                  <a:pt x="72517" y="298514"/>
                </a:cubicBezTo>
                <a:cubicBezTo>
                  <a:pt x="85132" y="298514"/>
                  <a:pt x="97843" y="293846"/>
                  <a:pt x="107044" y="284607"/>
                </a:cubicBezTo>
                <a:close/>
                <a:moveTo>
                  <a:pt x="100499" y="208693"/>
                </a:moveTo>
                <a:lnTo>
                  <a:pt x="207021" y="101060"/>
                </a:lnTo>
                <a:cubicBezTo>
                  <a:pt x="209297" y="98774"/>
                  <a:pt x="209297" y="94107"/>
                  <a:pt x="207021" y="91821"/>
                </a:cubicBezTo>
                <a:cubicBezTo>
                  <a:pt x="204744" y="88392"/>
                  <a:pt x="200191" y="88392"/>
                  <a:pt x="197820" y="91821"/>
                </a:cubicBezTo>
                <a:lnTo>
                  <a:pt x="90160" y="199453"/>
                </a:lnTo>
                <a:cubicBezTo>
                  <a:pt x="87883" y="201740"/>
                  <a:pt x="87883" y="206407"/>
                  <a:pt x="90160" y="208693"/>
                </a:cubicBezTo>
                <a:cubicBezTo>
                  <a:pt x="91298" y="210979"/>
                  <a:pt x="93574" y="210979"/>
                  <a:pt x="95851" y="210979"/>
                </a:cubicBezTo>
                <a:cubicBezTo>
                  <a:pt x="96989" y="210979"/>
                  <a:pt x="99266" y="210979"/>
                  <a:pt x="100404" y="20869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9" name="Graphic 137">
            <a:extLst>
              <a:ext uri="{FF2B5EF4-FFF2-40B4-BE49-F238E27FC236}">
                <a16:creationId xmlns:a16="http://schemas.microsoft.com/office/drawing/2014/main" id="{EF3CD97B-3EF1-1E1A-32E6-F3F3F122ED97}"/>
              </a:ext>
            </a:extLst>
          </p:cNvPr>
          <p:cNvSpPr/>
          <p:nvPr/>
        </p:nvSpPr>
        <p:spPr>
          <a:xfrm>
            <a:off x="3907350" y="2863621"/>
            <a:ext cx="356234" cy="473999"/>
          </a:xfrm>
          <a:custGeom>
            <a:avLst/>
            <a:gdLst>
              <a:gd name="connsiteX0" fmla="*/ 72638 w 265938"/>
              <a:gd name="connsiteY0" fmla="*/ 108490 h 353853"/>
              <a:gd name="connsiteX1" fmla="*/ 15440 w 265938"/>
              <a:gd name="connsiteY1" fmla="*/ 178784 h 353853"/>
              <a:gd name="connsiteX2" fmla="*/ 133629 w 265938"/>
              <a:gd name="connsiteY2" fmla="*/ 338519 h 353853"/>
              <a:gd name="connsiteX3" fmla="*/ 250585 w 265938"/>
              <a:gd name="connsiteY3" fmla="*/ 178784 h 353853"/>
              <a:gd name="connsiteX4" fmla="*/ 194621 w 265938"/>
              <a:gd name="connsiteY4" fmla="*/ 108490 h 353853"/>
              <a:gd name="connsiteX5" fmla="*/ 72638 w 265938"/>
              <a:gd name="connsiteY5" fmla="*/ 108490 h 353853"/>
              <a:gd name="connsiteX6" fmla="*/ 133629 w 265938"/>
              <a:gd name="connsiteY6" fmla="*/ 353854 h 353853"/>
              <a:gd name="connsiteX7" fmla="*/ 169 w 265938"/>
              <a:gd name="connsiteY7" fmla="*/ 178784 h 353853"/>
              <a:gd name="connsiteX8" fmla="*/ 71310 w 265938"/>
              <a:gd name="connsiteY8" fmla="*/ 93154 h 353853"/>
              <a:gd name="connsiteX9" fmla="*/ 195854 w 265938"/>
              <a:gd name="connsiteY9" fmla="*/ 93154 h 353853"/>
              <a:gd name="connsiteX10" fmla="*/ 265762 w 265938"/>
              <a:gd name="connsiteY10" fmla="*/ 178784 h 353853"/>
              <a:gd name="connsiteX11" fmla="*/ 133534 w 265938"/>
              <a:gd name="connsiteY11" fmla="*/ 353854 h 353853"/>
              <a:gd name="connsiteX12" fmla="*/ 205434 w 265938"/>
              <a:gd name="connsiteY12" fmla="*/ 15145 h 353853"/>
              <a:gd name="connsiteX13" fmla="*/ 153075 w 265938"/>
              <a:gd name="connsiteY13" fmla="*/ 67151 h 353853"/>
              <a:gd name="connsiteX14" fmla="*/ 205434 w 265938"/>
              <a:gd name="connsiteY14" fmla="*/ 15145 h 353853"/>
              <a:gd name="connsiteX15" fmla="*/ 145391 w 265938"/>
              <a:gd name="connsiteY15" fmla="*/ 83725 h 353853"/>
              <a:gd name="connsiteX16" fmla="*/ 137708 w 265938"/>
              <a:gd name="connsiteY16" fmla="*/ 76105 h 353853"/>
              <a:gd name="connsiteX17" fmla="*/ 214256 w 265938"/>
              <a:gd name="connsiteY17" fmla="*/ 0 h 353853"/>
              <a:gd name="connsiteX18" fmla="*/ 221939 w 265938"/>
              <a:gd name="connsiteY18" fmla="*/ 7620 h 353853"/>
              <a:gd name="connsiteX19" fmla="*/ 145391 w 265938"/>
              <a:gd name="connsiteY19" fmla="*/ 83725 h 353853"/>
              <a:gd name="connsiteX20" fmla="*/ 61065 w 265938"/>
              <a:gd name="connsiteY20" fmla="*/ 15145 h 353853"/>
              <a:gd name="connsiteX21" fmla="*/ 113425 w 265938"/>
              <a:gd name="connsiteY21" fmla="*/ 67151 h 353853"/>
              <a:gd name="connsiteX22" fmla="*/ 61065 w 265938"/>
              <a:gd name="connsiteY22" fmla="*/ 15145 h 353853"/>
              <a:gd name="connsiteX23" fmla="*/ 122342 w 265938"/>
              <a:gd name="connsiteY23" fmla="*/ 83725 h 353853"/>
              <a:gd name="connsiteX24" fmla="*/ 45794 w 265938"/>
              <a:gd name="connsiteY24" fmla="*/ 7620 h 353853"/>
              <a:gd name="connsiteX25" fmla="*/ 53477 w 265938"/>
              <a:gd name="connsiteY25" fmla="*/ 0 h 353853"/>
              <a:gd name="connsiteX26" fmla="*/ 130025 w 265938"/>
              <a:gd name="connsiteY26" fmla="*/ 76105 h 353853"/>
              <a:gd name="connsiteX27" fmla="*/ 122342 w 265938"/>
              <a:gd name="connsiteY27" fmla="*/ 83725 h 353853"/>
              <a:gd name="connsiteX28" fmla="*/ 106880 w 265938"/>
              <a:gd name="connsiteY28" fmla="*/ 239077 h 353853"/>
              <a:gd name="connsiteX29" fmla="*/ 101758 w 265938"/>
              <a:gd name="connsiteY29" fmla="*/ 236506 h 353853"/>
              <a:gd name="connsiteX30" fmla="*/ 86487 w 265938"/>
              <a:gd name="connsiteY30" fmla="*/ 221171 h 353853"/>
              <a:gd name="connsiteX31" fmla="*/ 86487 w 265938"/>
              <a:gd name="connsiteY31" fmla="*/ 209645 h 353853"/>
              <a:gd name="connsiteX32" fmla="*/ 96636 w 265938"/>
              <a:gd name="connsiteY32" fmla="*/ 209645 h 353853"/>
              <a:gd name="connsiteX33" fmla="*/ 111908 w 265938"/>
              <a:gd name="connsiteY33" fmla="*/ 224980 h 353853"/>
              <a:gd name="connsiteX34" fmla="*/ 111908 w 265938"/>
              <a:gd name="connsiteY34" fmla="*/ 236506 h 353853"/>
              <a:gd name="connsiteX35" fmla="*/ 106785 w 265938"/>
              <a:gd name="connsiteY35" fmla="*/ 239077 h 353853"/>
              <a:gd name="connsiteX36" fmla="*/ 175650 w 265938"/>
              <a:gd name="connsiteY36" fmla="*/ 239077 h 353853"/>
              <a:gd name="connsiteX37" fmla="*/ 170528 w 265938"/>
              <a:gd name="connsiteY37" fmla="*/ 236506 h 353853"/>
              <a:gd name="connsiteX38" fmla="*/ 155256 w 265938"/>
              <a:gd name="connsiteY38" fmla="*/ 221171 h 353853"/>
              <a:gd name="connsiteX39" fmla="*/ 155256 w 265938"/>
              <a:gd name="connsiteY39" fmla="*/ 209645 h 353853"/>
              <a:gd name="connsiteX40" fmla="*/ 165406 w 265938"/>
              <a:gd name="connsiteY40" fmla="*/ 209645 h 353853"/>
              <a:gd name="connsiteX41" fmla="*/ 180677 w 265938"/>
              <a:gd name="connsiteY41" fmla="*/ 224980 h 353853"/>
              <a:gd name="connsiteX42" fmla="*/ 180677 w 265938"/>
              <a:gd name="connsiteY42" fmla="*/ 236506 h 353853"/>
              <a:gd name="connsiteX43" fmla="*/ 175555 w 265938"/>
              <a:gd name="connsiteY43" fmla="*/ 239077 h 353853"/>
              <a:gd name="connsiteX44" fmla="*/ 72543 w 265938"/>
              <a:gd name="connsiteY44" fmla="*/ 176879 h 353853"/>
              <a:gd name="connsiteX45" fmla="*/ 67421 w 265938"/>
              <a:gd name="connsiteY45" fmla="*/ 174307 h 353853"/>
              <a:gd name="connsiteX46" fmla="*/ 52149 w 265938"/>
              <a:gd name="connsiteY46" fmla="*/ 158972 h 353853"/>
              <a:gd name="connsiteX47" fmla="*/ 52149 w 265938"/>
              <a:gd name="connsiteY47" fmla="*/ 147447 h 353853"/>
              <a:gd name="connsiteX48" fmla="*/ 62299 w 265938"/>
              <a:gd name="connsiteY48" fmla="*/ 147447 h 353853"/>
              <a:gd name="connsiteX49" fmla="*/ 77570 w 265938"/>
              <a:gd name="connsiteY49" fmla="*/ 162782 h 353853"/>
              <a:gd name="connsiteX50" fmla="*/ 77570 w 265938"/>
              <a:gd name="connsiteY50" fmla="*/ 174307 h 353853"/>
              <a:gd name="connsiteX51" fmla="*/ 72448 w 265938"/>
              <a:gd name="connsiteY51" fmla="*/ 176879 h 353853"/>
              <a:gd name="connsiteX52" fmla="*/ 141313 w 265938"/>
              <a:gd name="connsiteY52" fmla="*/ 176879 h 353853"/>
              <a:gd name="connsiteX53" fmla="*/ 136190 w 265938"/>
              <a:gd name="connsiteY53" fmla="*/ 174307 h 353853"/>
              <a:gd name="connsiteX54" fmla="*/ 120919 w 265938"/>
              <a:gd name="connsiteY54" fmla="*/ 158972 h 353853"/>
              <a:gd name="connsiteX55" fmla="*/ 120919 w 265938"/>
              <a:gd name="connsiteY55" fmla="*/ 147447 h 353853"/>
              <a:gd name="connsiteX56" fmla="*/ 131068 w 265938"/>
              <a:gd name="connsiteY56" fmla="*/ 147447 h 353853"/>
              <a:gd name="connsiteX57" fmla="*/ 146340 w 265938"/>
              <a:gd name="connsiteY57" fmla="*/ 162782 h 353853"/>
              <a:gd name="connsiteX58" fmla="*/ 146340 w 265938"/>
              <a:gd name="connsiteY58" fmla="*/ 174307 h 353853"/>
              <a:gd name="connsiteX59" fmla="*/ 141218 w 265938"/>
              <a:gd name="connsiteY59" fmla="*/ 176879 h 353853"/>
              <a:gd name="connsiteX60" fmla="*/ 210082 w 265938"/>
              <a:gd name="connsiteY60" fmla="*/ 176879 h 353853"/>
              <a:gd name="connsiteX61" fmla="*/ 204960 w 265938"/>
              <a:gd name="connsiteY61" fmla="*/ 174307 h 353853"/>
              <a:gd name="connsiteX62" fmla="*/ 189688 w 265938"/>
              <a:gd name="connsiteY62" fmla="*/ 158972 h 353853"/>
              <a:gd name="connsiteX63" fmla="*/ 189688 w 265938"/>
              <a:gd name="connsiteY63" fmla="*/ 147447 h 353853"/>
              <a:gd name="connsiteX64" fmla="*/ 199838 w 265938"/>
              <a:gd name="connsiteY64" fmla="*/ 147447 h 353853"/>
              <a:gd name="connsiteX65" fmla="*/ 215110 w 265938"/>
              <a:gd name="connsiteY65" fmla="*/ 162782 h 353853"/>
              <a:gd name="connsiteX66" fmla="*/ 215110 w 265938"/>
              <a:gd name="connsiteY66" fmla="*/ 174307 h 353853"/>
              <a:gd name="connsiteX67" fmla="*/ 209987 w 265938"/>
              <a:gd name="connsiteY67" fmla="*/ 176879 h 353853"/>
              <a:gd name="connsiteX68" fmla="*/ 141313 w 265938"/>
              <a:gd name="connsiteY68" fmla="*/ 292513 h 353853"/>
              <a:gd name="connsiteX69" fmla="*/ 136190 w 265938"/>
              <a:gd name="connsiteY69" fmla="*/ 289941 h 353853"/>
              <a:gd name="connsiteX70" fmla="*/ 120919 w 265938"/>
              <a:gd name="connsiteY70" fmla="*/ 274606 h 353853"/>
              <a:gd name="connsiteX71" fmla="*/ 120919 w 265938"/>
              <a:gd name="connsiteY71" fmla="*/ 263080 h 353853"/>
              <a:gd name="connsiteX72" fmla="*/ 131068 w 265938"/>
              <a:gd name="connsiteY72" fmla="*/ 263080 h 353853"/>
              <a:gd name="connsiteX73" fmla="*/ 146340 w 265938"/>
              <a:gd name="connsiteY73" fmla="*/ 278416 h 353853"/>
              <a:gd name="connsiteX74" fmla="*/ 146340 w 265938"/>
              <a:gd name="connsiteY74" fmla="*/ 289941 h 353853"/>
              <a:gd name="connsiteX75" fmla="*/ 141218 w 265938"/>
              <a:gd name="connsiteY75" fmla="*/ 292513 h 35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65938" h="353853">
                <a:moveTo>
                  <a:pt x="72638" y="108490"/>
                </a:moveTo>
                <a:cubicBezTo>
                  <a:pt x="23029" y="113633"/>
                  <a:pt x="14207" y="149352"/>
                  <a:pt x="15440" y="178784"/>
                </a:cubicBezTo>
                <a:cubicBezTo>
                  <a:pt x="20562" y="250317"/>
                  <a:pt x="84115" y="338519"/>
                  <a:pt x="133629" y="338519"/>
                </a:cubicBezTo>
                <a:cubicBezTo>
                  <a:pt x="183143" y="338519"/>
                  <a:pt x="246791" y="250317"/>
                  <a:pt x="250585" y="178784"/>
                </a:cubicBezTo>
                <a:cubicBezTo>
                  <a:pt x="253146" y="149352"/>
                  <a:pt x="244230" y="113633"/>
                  <a:pt x="194621" y="108490"/>
                </a:cubicBezTo>
                <a:lnTo>
                  <a:pt x="72638" y="108490"/>
                </a:lnTo>
                <a:close/>
                <a:moveTo>
                  <a:pt x="133629" y="353854"/>
                </a:moveTo>
                <a:cubicBezTo>
                  <a:pt x="72638" y="353854"/>
                  <a:pt x="5291" y="251650"/>
                  <a:pt x="169" y="178784"/>
                </a:cubicBezTo>
                <a:cubicBezTo>
                  <a:pt x="-2392" y="130207"/>
                  <a:pt x="24357" y="98298"/>
                  <a:pt x="71310" y="93154"/>
                </a:cubicBezTo>
                <a:lnTo>
                  <a:pt x="195854" y="93154"/>
                </a:lnTo>
                <a:cubicBezTo>
                  <a:pt x="242902" y="98298"/>
                  <a:pt x="268323" y="130207"/>
                  <a:pt x="265762" y="178784"/>
                </a:cubicBezTo>
                <a:cubicBezTo>
                  <a:pt x="261968" y="251650"/>
                  <a:pt x="194621" y="353854"/>
                  <a:pt x="133534" y="353854"/>
                </a:cubicBezTo>
                <a:close/>
                <a:moveTo>
                  <a:pt x="205434" y="15145"/>
                </a:moveTo>
                <a:cubicBezTo>
                  <a:pt x="178590" y="18955"/>
                  <a:pt x="156964" y="40481"/>
                  <a:pt x="153075" y="67151"/>
                </a:cubicBezTo>
                <a:cubicBezTo>
                  <a:pt x="181152" y="63341"/>
                  <a:pt x="202873" y="41815"/>
                  <a:pt x="205434" y="15145"/>
                </a:cubicBezTo>
                <a:close/>
                <a:moveTo>
                  <a:pt x="145391" y="83725"/>
                </a:moveTo>
                <a:cubicBezTo>
                  <a:pt x="141597" y="83725"/>
                  <a:pt x="137708" y="79915"/>
                  <a:pt x="137708" y="76105"/>
                </a:cubicBezTo>
                <a:cubicBezTo>
                  <a:pt x="137708" y="34290"/>
                  <a:pt x="172140" y="0"/>
                  <a:pt x="214256" y="0"/>
                </a:cubicBezTo>
                <a:cubicBezTo>
                  <a:pt x="218050" y="0"/>
                  <a:pt x="221939" y="2572"/>
                  <a:pt x="221939" y="7620"/>
                </a:cubicBezTo>
                <a:cubicBezTo>
                  <a:pt x="221939" y="49435"/>
                  <a:pt x="187507" y="83725"/>
                  <a:pt x="145391" y="83725"/>
                </a:cubicBezTo>
                <a:close/>
                <a:moveTo>
                  <a:pt x="61065" y="15145"/>
                </a:moveTo>
                <a:cubicBezTo>
                  <a:pt x="64860" y="41815"/>
                  <a:pt x="86581" y="63341"/>
                  <a:pt x="113425" y="67151"/>
                </a:cubicBezTo>
                <a:cubicBezTo>
                  <a:pt x="110864" y="40481"/>
                  <a:pt x="89142" y="18955"/>
                  <a:pt x="61065" y="15145"/>
                </a:cubicBezTo>
                <a:close/>
                <a:moveTo>
                  <a:pt x="122342" y="83725"/>
                </a:moveTo>
                <a:cubicBezTo>
                  <a:pt x="80226" y="83725"/>
                  <a:pt x="45794" y="49435"/>
                  <a:pt x="45794" y="7620"/>
                </a:cubicBezTo>
                <a:cubicBezTo>
                  <a:pt x="45794" y="2572"/>
                  <a:pt x="49588" y="0"/>
                  <a:pt x="53477" y="0"/>
                </a:cubicBezTo>
                <a:cubicBezTo>
                  <a:pt x="95593" y="0"/>
                  <a:pt x="130025" y="34290"/>
                  <a:pt x="130025" y="76105"/>
                </a:cubicBezTo>
                <a:cubicBezTo>
                  <a:pt x="130025" y="79915"/>
                  <a:pt x="126231" y="83725"/>
                  <a:pt x="122342" y="83725"/>
                </a:cubicBezTo>
                <a:close/>
                <a:moveTo>
                  <a:pt x="106880" y="239077"/>
                </a:moveTo>
                <a:cubicBezTo>
                  <a:pt x="104319" y="239077"/>
                  <a:pt x="103086" y="237839"/>
                  <a:pt x="101758" y="236506"/>
                </a:cubicBezTo>
                <a:lnTo>
                  <a:pt x="86487" y="221171"/>
                </a:lnTo>
                <a:cubicBezTo>
                  <a:pt x="82692" y="217361"/>
                  <a:pt x="82692" y="213550"/>
                  <a:pt x="86487" y="209645"/>
                </a:cubicBezTo>
                <a:cubicBezTo>
                  <a:pt x="89048" y="207073"/>
                  <a:pt x="94075" y="207073"/>
                  <a:pt x="96636" y="209645"/>
                </a:cubicBezTo>
                <a:lnTo>
                  <a:pt x="111908" y="224980"/>
                </a:lnTo>
                <a:cubicBezTo>
                  <a:pt x="114469" y="228790"/>
                  <a:pt x="114469" y="232600"/>
                  <a:pt x="111908" y="236506"/>
                </a:cubicBezTo>
                <a:cubicBezTo>
                  <a:pt x="110674" y="237744"/>
                  <a:pt x="108113" y="239077"/>
                  <a:pt x="106785" y="239077"/>
                </a:cubicBezTo>
                <a:close/>
                <a:moveTo>
                  <a:pt x="175650" y="239077"/>
                </a:moveTo>
                <a:cubicBezTo>
                  <a:pt x="173089" y="239077"/>
                  <a:pt x="171856" y="237839"/>
                  <a:pt x="170528" y="236506"/>
                </a:cubicBezTo>
                <a:lnTo>
                  <a:pt x="155256" y="221171"/>
                </a:lnTo>
                <a:cubicBezTo>
                  <a:pt x="151462" y="217361"/>
                  <a:pt x="151462" y="213550"/>
                  <a:pt x="155256" y="209645"/>
                </a:cubicBezTo>
                <a:cubicBezTo>
                  <a:pt x="157817" y="207073"/>
                  <a:pt x="162845" y="207073"/>
                  <a:pt x="165406" y="209645"/>
                </a:cubicBezTo>
                <a:lnTo>
                  <a:pt x="180677" y="224980"/>
                </a:lnTo>
                <a:cubicBezTo>
                  <a:pt x="183238" y="228790"/>
                  <a:pt x="183238" y="232600"/>
                  <a:pt x="180677" y="236506"/>
                </a:cubicBezTo>
                <a:cubicBezTo>
                  <a:pt x="179444" y="237744"/>
                  <a:pt x="176883" y="239077"/>
                  <a:pt x="175555" y="239077"/>
                </a:cubicBezTo>
                <a:close/>
                <a:moveTo>
                  <a:pt x="72543" y="176879"/>
                </a:moveTo>
                <a:cubicBezTo>
                  <a:pt x="69982" y="176879"/>
                  <a:pt x="68749" y="175641"/>
                  <a:pt x="67421" y="174307"/>
                </a:cubicBezTo>
                <a:lnTo>
                  <a:pt x="52149" y="158972"/>
                </a:lnTo>
                <a:cubicBezTo>
                  <a:pt x="48355" y="155162"/>
                  <a:pt x="48355" y="151352"/>
                  <a:pt x="52149" y="147447"/>
                </a:cubicBezTo>
                <a:cubicBezTo>
                  <a:pt x="54710" y="144875"/>
                  <a:pt x="59737" y="144875"/>
                  <a:pt x="62299" y="147447"/>
                </a:cubicBezTo>
                <a:lnTo>
                  <a:pt x="77570" y="162782"/>
                </a:lnTo>
                <a:cubicBezTo>
                  <a:pt x="80131" y="166592"/>
                  <a:pt x="80131" y="170402"/>
                  <a:pt x="77570" y="174307"/>
                </a:cubicBezTo>
                <a:cubicBezTo>
                  <a:pt x="76337" y="175546"/>
                  <a:pt x="73776" y="176879"/>
                  <a:pt x="72448" y="176879"/>
                </a:cubicBezTo>
                <a:close/>
                <a:moveTo>
                  <a:pt x="141313" y="176879"/>
                </a:moveTo>
                <a:cubicBezTo>
                  <a:pt x="138751" y="176879"/>
                  <a:pt x="137518" y="175641"/>
                  <a:pt x="136190" y="174307"/>
                </a:cubicBezTo>
                <a:lnTo>
                  <a:pt x="120919" y="158972"/>
                </a:lnTo>
                <a:cubicBezTo>
                  <a:pt x="117125" y="155162"/>
                  <a:pt x="117125" y="151352"/>
                  <a:pt x="120919" y="147447"/>
                </a:cubicBezTo>
                <a:cubicBezTo>
                  <a:pt x="123480" y="144875"/>
                  <a:pt x="128507" y="144875"/>
                  <a:pt x="131068" y="147447"/>
                </a:cubicBezTo>
                <a:lnTo>
                  <a:pt x="146340" y="162782"/>
                </a:lnTo>
                <a:cubicBezTo>
                  <a:pt x="148901" y="166592"/>
                  <a:pt x="148901" y="170402"/>
                  <a:pt x="146340" y="174307"/>
                </a:cubicBezTo>
                <a:cubicBezTo>
                  <a:pt x="145107" y="175546"/>
                  <a:pt x="142546" y="176879"/>
                  <a:pt x="141218" y="176879"/>
                </a:cubicBezTo>
                <a:close/>
                <a:moveTo>
                  <a:pt x="210082" y="176879"/>
                </a:moveTo>
                <a:cubicBezTo>
                  <a:pt x="207521" y="176879"/>
                  <a:pt x="206288" y="175641"/>
                  <a:pt x="204960" y="174307"/>
                </a:cubicBezTo>
                <a:lnTo>
                  <a:pt x="189688" y="158972"/>
                </a:lnTo>
                <a:cubicBezTo>
                  <a:pt x="185894" y="155162"/>
                  <a:pt x="185894" y="151352"/>
                  <a:pt x="189688" y="147447"/>
                </a:cubicBezTo>
                <a:cubicBezTo>
                  <a:pt x="192250" y="144875"/>
                  <a:pt x="197277" y="144875"/>
                  <a:pt x="199838" y="147447"/>
                </a:cubicBezTo>
                <a:lnTo>
                  <a:pt x="215110" y="162782"/>
                </a:lnTo>
                <a:cubicBezTo>
                  <a:pt x="217671" y="166592"/>
                  <a:pt x="217671" y="170402"/>
                  <a:pt x="215110" y="174307"/>
                </a:cubicBezTo>
                <a:cubicBezTo>
                  <a:pt x="213876" y="175546"/>
                  <a:pt x="211315" y="176879"/>
                  <a:pt x="209987" y="176879"/>
                </a:cubicBezTo>
                <a:close/>
                <a:moveTo>
                  <a:pt x="141313" y="292513"/>
                </a:moveTo>
                <a:cubicBezTo>
                  <a:pt x="138751" y="292513"/>
                  <a:pt x="137518" y="291275"/>
                  <a:pt x="136190" y="289941"/>
                </a:cubicBezTo>
                <a:lnTo>
                  <a:pt x="120919" y="274606"/>
                </a:lnTo>
                <a:cubicBezTo>
                  <a:pt x="117125" y="270796"/>
                  <a:pt x="117125" y="266986"/>
                  <a:pt x="120919" y="263080"/>
                </a:cubicBezTo>
                <a:cubicBezTo>
                  <a:pt x="123480" y="260509"/>
                  <a:pt x="128507" y="260509"/>
                  <a:pt x="131068" y="263080"/>
                </a:cubicBezTo>
                <a:lnTo>
                  <a:pt x="146340" y="278416"/>
                </a:lnTo>
                <a:cubicBezTo>
                  <a:pt x="148901" y="282226"/>
                  <a:pt x="148901" y="286036"/>
                  <a:pt x="146340" y="289941"/>
                </a:cubicBezTo>
                <a:cubicBezTo>
                  <a:pt x="145107" y="291179"/>
                  <a:pt x="142546" y="292513"/>
                  <a:pt x="141218" y="29251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0" name="Graphic 137">
            <a:extLst>
              <a:ext uri="{FF2B5EF4-FFF2-40B4-BE49-F238E27FC236}">
                <a16:creationId xmlns:a16="http://schemas.microsoft.com/office/drawing/2014/main" id="{C0F8F972-2DA0-0523-D497-2D05888DC0ED}"/>
              </a:ext>
            </a:extLst>
          </p:cNvPr>
          <p:cNvSpPr/>
          <p:nvPr/>
        </p:nvSpPr>
        <p:spPr>
          <a:xfrm>
            <a:off x="4667598" y="2863621"/>
            <a:ext cx="356234" cy="473999"/>
          </a:xfrm>
          <a:custGeom>
            <a:avLst/>
            <a:gdLst>
              <a:gd name="connsiteX0" fmla="*/ 72638 w 265938"/>
              <a:gd name="connsiteY0" fmla="*/ 108490 h 353853"/>
              <a:gd name="connsiteX1" fmla="*/ 15440 w 265938"/>
              <a:gd name="connsiteY1" fmla="*/ 178784 h 353853"/>
              <a:gd name="connsiteX2" fmla="*/ 133629 w 265938"/>
              <a:gd name="connsiteY2" fmla="*/ 338519 h 353853"/>
              <a:gd name="connsiteX3" fmla="*/ 250585 w 265938"/>
              <a:gd name="connsiteY3" fmla="*/ 178784 h 353853"/>
              <a:gd name="connsiteX4" fmla="*/ 194621 w 265938"/>
              <a:gd name="connsiteY4" fmla="*/ 108490 h 353853"/>
              <a:gd name="connsiteX5" fmla="*/ 72638 w 265938"/>
              <a:gd name="connsiteY5" fmla="*/ 108490 h 353853"/>
              <a:gd name="connsiteX6" fmla="*/ 133629 w 265938"/>
              <a:gd name="connsiteY6" fmla="*/ 353854 h 353853"/>
              <a:gd name="connsiteX7" fmla="*/ 169 w 265938"/>
              <a:gd name="connsiteY7" fmla="*/ 178784 h 353853"/>
              <a:gd name="connsiteX8" fmla="*/ 71310 w 265938"/>
              <a:gd name="connsiteY8" fmla="*/ 93154 h 353853"/>
              <a:gd name="connsiteX9" fmla="*/ 195854 w 265938"/>
              <a:gd name="connsiteY9" fmla="*/ 93154 h 353853"/>
              <a:gd name="connsiteX10" fmla="*/ 265762 w 265938"/>
              <a:gd name="connsiteY10" fmla="*/ 178784 h 353853"/>
              <a:gd name="connsiteX11" fmla="*/ 133534 w 265938"/>
              <a:gd name="connsiteY11" fmla="*/ 353854 h 353853"/>
              <a:gd name="connsiteX12" fmla="*/ 205434 w 265938"/>
              <a:gd name="connsiteY12" fmla="*/ 15145 h 353853"/>
              <a:gd name="connsiteX13" fmla="*/ 153075 w 265938"/>
              <a:gd name="connsiteY13" fmla="*/ 67151 h 353853"/>
              <a:gd name="connsiteX14" fmla="*/ 205434 w 265938"/>
              <a:gd name="connsiteY14" fmla="*/ 15145 h 353853"/>
              <a:gd name="connsiteX15" fmla="*/ 145391 w 265938"/>
              <a:gd name="connsiteY15" fmla="*/ 83725 h 353853"/>
              <a:gd name="connsiteX16" fmla="*/ 137708 w 265938"/>
              <a:gd name="connsiteY16" fmla="*/ 76105 h 353853"/>
              <a:gd name="connsiteX17" fmla="*/ 214256 w 265938"/>
              <a:gd name="connsiteY17" fmla="*/ 0 h 353853"/>
              <a:gd name="connsiteX18" fmla="*/ 221939 w 265938"/>
              <a:gd name="connsiteY18" fmla="*/ 7620 h 353853"/>
              <a:gd name="connsiteX19" fmla="*/ 145391 w 265938"/>
              <a:gd name="connsiteY19" fmla="*/ 83725 h 353853"/>
              <a:gd name="connsiteX20" fmla="*/ 61065 w 265938"/>
              <a:gd name="connsiteY20" fmla="*/ 15145 h 353853"/>
              <a:gd name="connsiteX21" fmla="*/ 113425 w 265938"/>
              <a:gd name="connsiteY21" fmla="*/ 67151 h 353853"/>
              <a:gd name="connsiteX22" fmla="*/ 61065 w 265938"/>
              <a:gd name="connsiteY22" fmla="*/ 15145 h 353853"/>
              <a:gd name="connsiteX23" fmla="*/ 122342 w 265938"/>
              <a:gd name="connsiteY23" fmla="*/ 83725 h 353853"/>
              <a:gd name="connsiteX24" fmla="*/ 45794 w 265938"/>
              <a:gd name="connsiteY24" fmla="*/ 7620 h 353853"/>
              <a:gd name="connsiteX25" fmla="*/ 53477 w 265938"/>
              <a:gd name="connsiteY25" fmla="*/ 0 h 353853"/>
              <a:gd name="connsiteX26" fmla="*/ 130025 w 265938"/>
              <a:gd name="connsiteY26" fmla="*/ 76105 h 353853"/>
              <a:gd name="connsiteX27" fmla="*/ 122342 w 265938"/>
              <a:gd name="connsiteY27" fmla="*/ 83725 h 353853"/>
              <a:gd name="connsiteX28" fmla="*/ 106880 w 265938"/>
              <a:gd name="connsiteY28" fmla="*/ 239077 h 353853"/>
              <a:gd name="connsiteX29" fmla="*/ 101758 w 265938"/>
              <a:gd name="connsiteY29" fmla="*/ 236506 h 353853"/>
              <a:gd name="connsiteX30" fmla="*/ 86487 w 265938"/>
              <a:gd name="connsiteY30" fmla="*/ 221171 h 353853"/>
              <a:gd name="connsiteX31" fmla="*/ 86487 w 265938"/>
              <a:gd name="connsiteY31" fmla="*/ 209645 h 353853"/>
              <a:gd name="connsiteX32" fmla="*/ 96636 w 265938"/>
              <a:gd name="connsiteY32" fmla="*/ 209645 h 353853"/>
              <a:gd name="connsiteX33" fmla="*/ 111908 w 265938"/>
              <a:gd name="connsiteY33" fmla="*/ 224980 h 353853"/>
              <a:gd name="connsiteX34" fmla="*/ 111908 w 265938"/>
              <a:gd name="connsiteY34" fmla="*/ 236506 h 353853"/>
              <a:gd name="connsiteX35" fmla="*/ 106785 w 265938"/>
              <a:gd name="connsiteY35" fmla="*/ 239077 h 353853"/>
              <a:gd name="connsiteX36" fmla="*/ 175650 w 265938"/>
              <a:gd name="connsiteY36" fmla="*/ 239077 h 353853"/>
              <a:gd name="connsiteX37" fmla="*/ 170528 w 265938"/>
              <a:gd name="connsiteY37" fmla="*/ 236506 h 353853"/>
              <a:gd name="connsiteX38" fmla="*/ 155256 w 265938"/>
              <a:gd name="connsiteY38" fmla="*/ 221171 h 353853"/>
              <a:gd name="connsiteX39" fmla="*/ 155256 w 265938"/>
              <a:gd name="connsiteY39" fmla="*/ 209645 h 353853"/>
              <a:gd name="connsiteX40" fmla="*/ 165406 w 265938"/>
              <a:gd name="connsiteY40" fmla="*/ 209645 h 353853"/>
              <a:gd name="connsiteX41" fmla="*/ 180677 w 265938"/>
              <a:gd name="connsiteY41" fmla="*/ 224980 h 353853"/>
              <a:gd name="connsiteX42" fmla="*/ 180677 w 265938"/>
              <a:gd name="connsiteY42" fmla="*/ 236506 h 353853"/>
              <a:gd name="connsiteX43" fmla="*/ 175555 w 265938"/>
              <a:gd name="connsiteY43" fmla="*/ 239077 h 353853"/>
              <a:gd name="connsiteX44" fmla="*/ 72543 w 265938"/>
              <a:gd name="connsiteY44" fmla="*/ 176879 h 353853"/>
              <a:gd name="connsiteX45" fmla="*/ 67421 w 265938"/>
              <a:gd name="connsiteY45" fmla="*/ 174307 h 353853"/>
              <a:gd name="connsiteX46" fmla="*/ 52149 w 265938"/>
              <a:gd name="connsiteY46" fmla="*/ 158972 h 353853"/>
              <a:gd name="connsiteX47" fmla="*/ 52149 w 265938"/>
              <a:gd name="connsiteY47" fmla="*/ 147447 h 353853"/>
              <a:gd name="connsiteX48" fmla="*/ 62299 w 265938"/>
              <a:gd name="connsiteY48" fmla="*/ 147447 h 353853"/>
              <a:gd name="connsiteX49" fmla="*/ 77570 w 265938"/>
              <a:gd name="connsiteY49" fmla="*/ 162782 h 353853"/>
              <a:gd name="connsiteX50" fmla="*/ 77570 w 265938"/>
              <a:gd name="connsiteY50" fmla="*/ 174307 h 353853"/>
              <a:gd name="connsiteX51" fmla="*/ 72448 w 265938"/>
              <a:gd name="connsiteY51" fmla="*/ 176879 h 353853"/>
              <a:gd name="connsiteX52" fmla="*/ 141313 w 265938"/>
              <a:gd name="connsiteY52" fmla="*/ 176879 h 353853"/>
              <a:gd name="connsiteX53" fmla="*/ 136190 w 265938"/>
              <a:gd name="connsiteY53" fmla="*/ 174307 h 353853"/>
              <a:gd name="connsiteX54" fmla="*/ 120919 w 265938"/>
              <a:gd name="connsiteY54" fmla="*/ 158972 h 353853"/>
              <a:gd name="connsiteX55" fmla="*/ 120919 w 265938"/>
              <a:gd name="connsiteY55" fmla="*/ 147447 h 353853"/>
              <a:gd name="connsiteX56" fmla="*/ 131068 w 265938"/>
              <a:gd name="connsiteY56" fmla="*/ 147447 h 353853"/>
              <a:gd name="connsiteX57" fmla="*/ 146340 w 265938"/>
              <a:gd name="connsiteY57" fmla="*/ 162782 h 353853"/>
              <a:gd name="connsiteX58" fmla="*/ 146340 w 265938"/>
              <a:gd name="connsiteY58" fmla="*/ 174307 h 353853"/>
              <a:gd name="connsiteX59" fmla="*/ 141218 w 265938"/>
              <a:gd name="connsiteY59" fmla="*/ 176879 h 353853"/>
              <a:gd name="connsiteX60" fmla="*/ 210082 w 265938"/>
              <a:gd name="connsiteY60" fmla="*/ 176879 h 353853"/>
              <a:gd name="connsiteX61" fmla="*/ 204960 w 265938"/>
              <a:gd name="connsiteY61" fmla="*/ 174307 h 353853"/>
              <a:gd name="connsiteX62" fmla="*/ 189688 w 265938"/>
              <a:gd name="connsiteY62" fmla="*/ 158972 h 353853"/>
              <a:gd name="connsiteX63" fmla="*/ 189688 w 265938"/>
              <a:gd name="connsiteY63" fmla="*/ 147447 h 353853"/>
              <a:gd name="connsiteX64" fmla="*/ 199838 w 265938"/>
              <a:gd name="connsiteY64" fmla="*/ 147447 h 353853"/>
              <a:gd name="connsiteX65" fmla="*/ 215110 w 265938"/>
              <a:gd name="connsiteY65" fmla="*/ 162782 h 353853"/>
              <a:gd name="connsiteX66" fmla="*/ 215110 w 265938"/>
              <a:gd name="connsiteY66" fmla="*/ 174307 h 353853"/>
              <a:gd name="connsiteX67" fmla="*/ 209987 w 265938"/>
              <a:gd name="connsiteY67" fmla="*/ 176879 h 353853"/>
              <a:gd name="connsiteX68" fmla="*/ 141313 w 265938"/>
              <a:gd name="connsiteY68" fmla="*/ 292513 h 353853"/>
              <a:gd name="connsiteX69" fmla="*/ 136190 w 265938"/>
              <a:gd name="connsiteY69" fmla="*/ 289941 h 353853"/>
              <a:gd name="connsiteX70" fmla="*/ 120919 w 265938"/>
              <a:gd name="connsiteY70" fmla="*/ 274606 h 353853"/>
              <a:gd name="connsiteX71" fmla="*/ 120919 w 265938"/>
              <a:gd name="connsiteY71" fmla="*/ 263080 h 353853"/>
              <a:gd name="connsiteX72" fmla="*/ 131068 w 265938"/>
              <a:gd name="connsiteY72" fmla="*/ 263080 h 353853"/>
              <a:gd name="connsiteX73" fmla="*/ 146340 w 265938"/>
              <a:gd name="connsiteY73" fmla="*/ 278416 h 353853"/>
              <a:gd name="connsiteX74" fmla="*/ 146340 w 265938"/>
              <a:gd name="connsiteY74" fmla="*/ 289941 h 353853"/>
              <a:gd name="connsiteX75" fmla="*/ 141218 w 265938"/>
              <a:gd name="connsiteY75" fmla="*/ 292513 h 35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65938" h="353853">
                <a:moveTo>
                  <a:pt x="72638" y="108490"/>
                </a:moveTo>
                <a:cubicBezTo>
                  <a:pt x="23029" y="113633"/>
                  <a:pt x="14207" y="149352"/>
                  <a:pt x="15440" y="178784"/>
                </a:cubicBezTo>
                <a:cubicBezTo>
                  <a:pt x="20562" y="250317"/>
                  <a:pt x="84115" y="338519"/>
                  <a:pt x="133629" y="338519"/>
                </a:cubicBezTo>
                <a:cubicBezTo>
                  <a:pt x="183143" y="338519"/>
                  <a:pt x="246791" y="250317"/>
                  <a:pt x="250585" y="178784"/>
                </a:cubicBezTo>
                <a:cubicBezTo>
                  <a:pt x="253146" y="149352"/>
                  <a:pt x="244230" y="113633"/>
                  <a:pt x="194621" y="108490"/>
                </a:cubicBezTo>
                <a:lnTo>
                  <a:pt x="72638" y="108490"/>
                </a:lnTo>
                <a:close/>
                <a:moveTo>
                  <a:pt x="133629" y="353854"/>
                </a:moveTo>
                <a:cubicBezTo>
                  <a:pt x="72638" y="353854"/>
                  <a:pt x="5291" y="251650"/>
                  <a:pt x="169" y="178784"/>
                </a:cubicBezTo>
                <a:cubicBezTo>
                  <a:pt x="-2392" y="130207"/>
                  <a:pt x="24357" y="98298"/>
                  <a:pt x="71310" y="93154"/>
                </a:cubicBezTo>
                <a:lnTo>
                  <a:pt x="195854" y="93154"/>
                </a:lnTo>
                <a:cubicBezTo>
                  <a:pt x="242902" y="98298"/>
                  <a:pt x="268323" y="130207"/>
                  <a:pt x="265762" y="178784"/>
                </a:cubicBezTo>
                <a:cubicBezTo>
                  <a:pt x="261968" y="251650"/>
                  <a:pt x="194621" y="353854"/>
                  <a:pt x="133534" y="353854"/>
                </a:cubicBezTo>
                <a:close/>
                <a:moveTo>
                  <a:pt x="205434" y="15145"/>
                </a:moveTo>
                <a:cubicBezTo>
                  <a:pt x="178590" y="18955"/>
                  <a:pt x="156964" y="40481"/>
                  <a:pt x="153075" y="67151"/>
                </a:cubicBezTo>
                <a:cubicBezTo>
                  <a:pt x="181152" y="63341"/>
                  <a:pt x="202873" y="41815"/>
                  <a:pt x="205434" y="15145"/>
                </a:cubicBezTo>
                <a:close/>
                <a:moveTo>
                  <a:pt x="145391" y="83725"/>
                </a:moveTo>
                <a:cubicBezTo>
                  <a:pt x="141597" y="83725"/>
                  <a:pt x="137708" y="79915"/>
                  <a:pt x="137708" y="76105"/>
                </a:cubicBezTo>
                <a:cubicBezTo>
                  <a:pt x="137708" y="34290"/>
                  <a:pt x="172140" y="0"/>
                  <a:pt x="214256" y="0"/>
                </a:cubicBezTo>
                <a:cubicBezTo>
                  <a:pt x="218050" y="0"/>
                  <a:pt x="221939" y="2572"/>
                  <a:pt x="221939" y="7620"/>
                </a:cubicBezTo>
                <a:cubicBezTo>
                  <a:pt x="221939" y="49435"/>
                  <a:pt x="187507" y="83725"/>
                  <a:pt x="145391" y="83725"/>
                </a:cubicBezTo>
                <a:close/>
                <a:moveTo>
                  <a:pt x="61065" y="15145"/>
                </a:moveTo>
                <a:cubicBezTo>
                  <a:pt x="64860" y="41815"/>
                  <a:pt x="86581" y="63341"/>
                  <a:pt x="113425" y="67151"/>
                </a:cubicBezTo>
                <a:cubicBezTo>
                  <a:pt x="110864" y="40481"/>
                  <a:pt x="89142" y="18955"/>
                  <a:pt x="61065" y="15145"/>
                </a:cubicBezTo>
                <a:close/>
                <a:moveTo>
                  <a:pt x="122342" y="83725"/>
                </a:moveTo>
                <a:cubicBezTo>
                  <a:pt x="80226" y="83725"/>
                  <a:pt x="45794" y="49435"/>
                  <a:pt x="45794" y="7620"/>
                </a:cubicBezTo>
                <a:cubicBezTo>
                  <a:pt x="45794" y="2572"/>
                  <a:pt x="49588" y="0"/>
                  <a:pt x="53477" y="0"/>
                </a:cubicBezTo>
                <a:cubicBezTo>
                  <a:pt x="95593" y="0"/>
                  <a:pt x="130025" y="34290"/>
                  <a:pt x="130025" y="76105"/>
                </a:cubicBezTo>
                <a:cubicBezTo>
                  <a:pt x="130025" y="79915"/>
                  <a:pt x="126231" y="83725"/>
                  <a:pt x="122342" y="83725"/>
                </a:cubicBezTo>
                <a:close/>
                <a:moveTo>
                  <a:pt x="106880" y="239077"/>
                </a:moveTo>
                <a:cubicBezTo>
                  <a:pt x="104319" y="239077"/>
                  <a:pt x="103086" y="237839"/>
                  <a:pt x="101758" y="236506"/>
                </a:cubicBezTo>
                <a:lnTo>
                  <a:pt x="86487" y="221171"/>
                </a:lnTo>
                <a:cubicBezTo>
                  <a:pt x="82692" y="217361"/>
                  <a:pt x="82692" y="213550"/>
                  <a:pt x="86487" y="209645"/>
                </a:cubicBezTo>
                <a:cubicBezTo>
                  <a:pt x="89048" y="207073"/>
                  <a:pt x="94075" y="207073"/>
                  <a:pt x="96636" y="209645"/>
                </a:cubicBezTo>
                <a:lnTo>
                  <a:pt x="111908" y="224980"/>
                </a:lnTo>
                <a:cubicBezTo>
                  <a:pt x="114469" y="228790"/>
                  <a:pt x="114469" y="232600"/>
                  <a:pt x="111908" y="236506"/>
                </a:cubicBezTo>
                <a:cubicBezTo>
                  <a:pt x="110674" y="237744"/>
                  <a:pt x="108113" y="239077"/>
                  <a:pt x="106785" y="239077"/>
                </a:cubicBezTo>
                <a:close/>
                <a:moveTo>
                  <a:pt x="175650" y="239077"/>
                </a:moveTo>
                <a:cubicBezTo>
                  <a:pt x="173089" y="239077"/>
                  <a:pt x="171856" y="237839"/>
                  <a:pt x="170528" y="236506"/>
                </a:cubicBezTo>
                <a:lnTo>
                  <a:pt x="155256" y="221171"/>
                </a:lnTo>
                <a:cubicBezTo>
                  <a:pt x="151462" y="217361"/>
                  <a:pt x="151462" y="213550"/>
                  <a:pt x="155256" y="209645"/>
                </a:cubicBezTo>
                <a:cubicBezTo>
                  <a:pt x="157817" y="207073"/>
                  <a:pt x="162845" y="207073"/>
                  <a:pt x="165406" y="209645"/>
                </a:cubicBezTo>
                <a:lnTo>
                  <a:pt x="180677" y="224980"/>
                </a:lnTo>
                <a:cubicBezTo>
                  <a:pt x="183238" y="228790"/>
                  <a:pt x="183238" y="232600"/>
                  <a:pt x="180677" y="236506"/>
                </a:cubicBezTo>
                <a:cubicBezTo>
                  <a:pt x="179444" y="237744"/>
                  <a:pt x="176883" y="239077"/>
                  <a:pt x="175555" y="239077"/>
                </a:cubicBezTo>
                <a:close/>
                <a:moveTo>
                  <a:pt x="72543" y="176879"/>
                </a:moveTo>
                <a:cubicBezTo>
                  <a:pt x="69982" y="176879"/>
                  <a:pt x="68749" y="175641"/>
                  <a:pt x="67421" y="174307"/>
                </a:cubicBezTo>
                <a:lnTo>
                  <a:pt x="52149" y="158972"/>
                </a:lnTo>
                <a:cubicBezTo>
                  <a:pt x="48355" y="155162"/>
                  <a:pt x="48355" y="151352"/>
                  <a:pt x="52149" y="147447"/>
                </a:cubicBezTo>
                <a:cubicBezTo>
                  <a:pt x="54710" y="144875"/>
                  <a:pt x="59737" y="144875"/>
                  <a:pt x="62299" y="147447"/>
                </a:cubicBezTo>
                <a:lnTo>
                  <a:pt x="77570" y="162782"/>
                </a:lnTo>
                <a:cubicBezTo>
                  <a:pt x="80131" y="166592"/>
                  <a:pt x="80131" y="170402"/>
                  <a:pt x="77570" y="174307"/>
                </a:cubicBezTo>
                <a:cubicBezTo>
                  <a:pt x="76337" y="175546"/>
                  <a:pt x="73776" y="176879"/>
                  <a:pt x="72448" y="176879"/>
                </a:cubicBezTo>
                <a:close/>
                <a:moveTo>
                  <a:pt x="141313" y="176879"/>
                </a:moveTo>
                <a:cubicBezTo>
                  <a:pt x="138751" y="176879"/>
                  <a:pt x="137518" y="175641"/>
                  <a:pt x="136190" y="174307"/>
                </a:cubicBezTo>
                <a:lnTo>
                  <a:pt x="120919" y="158972"/>
                </a:lnTo>
                <a:cubicBezTo>
                  <a:pt x="117125" y="155162"/>
                  <a:pt x="117125" y="151352"/>
                  <a:pt x="120919" y="147447"/>
                </a:cubicBezTo>
                <a:cubicBezTo>
                  <a:pt x="123480" y="144875"/>
                  <a:pt x="128507" y="144875"/>
                  <a:pt x="131068" y="147447"/>
                </a:cubicBezTo>
                <a:lnTo>
                  <a:pt x="146340" y="162782"/>
                </a:lnTo>
                <a:cubicBezTo>
                  <a:pt x="148901" y="166592"/>
                  <a:pt x="148901" y="170402"/>
                  <a:pt x="146340" y="174307"/>
                </a:cubicBezTo>
                <a:cubicBezTo>
                  <a:pt x="145107" y="175546"/>
                  <a:pt x="142546" y="176879"/>
                  <a:pt x="141218" y="176879"/>
                </a:cubicBezTo>
                <a:close/>
                <a:moveTo>
                  <a:pt x="210082" y="176879"/>
                </a:moveTo>
                <a:cubicBezTo>
                  <a:pt x="207521" y="176879"/>
                  <a:pt x="206288" y="175641"/>
                  <a:pt x="204960" y="174307"/>
                </a:cubicBezTo>
                <a:lnTo>
                  <a:pt x="189688" y="158972"/>
                </a:lnTo>
                <a:cubicBezTo>
                  <a:pt x="185894" y="155162"/>
                  <a:pt x="185894" y="151352"/>
                  <a:pt x="189688" y="147447"/>
                </a:cubicBezTo>
                <a:cubicBezTo>
                  <a:pt x="192250" y="144875"/>
                  <a:pt x="197277" y="144875"/>
                  <a:pt x="199838" y="147447"/>
                </a:cubicBezTo>
                <a:lnTo>
                  <a:pt x="215110" y="162782"/>
                </a:lnTo>
                <a:cubicBezTo>
                  <a:pt x="217671" y="166592"/>
                  <a:pt x="217671" y="170402"/>
                  <a:pt x="215110" y="174307"/>
                </a:cubicBezTo>
                <a:cubicBezTo>
                  <a:pt x="213876" y="175546"/>
                  <a:pt x="211315" y="176879"/>
                  <a:pt x="209987" y="176879"/>
                </a:cubicBezTo>
                <a:close/>
                <a:moveTo>
                  <a:pt x="141313" y="292513"/>
                </a:moveTo>
                <a:cubicBezTo>
                  <a:pt x="138751" y="292513"/>
                  <a:pt x="137518" y="291275"/>
                  <a:pt x="136190" y="289941"/>
                </a:cubicBezTo>
                <a:lnTo>
                  <a:pt x="120919" y="274606"/>
                </a:lnTo>
                <a:cubicBezTo>
                  <a:pt x="117125" y="270796"/>
                  <a:pt x="117125" y="266986"/>
                  <a:pt x="120919" y="263080"/>
                </a:cubicBezTo>
                <a:cubicBezTo>
                  <a:pt x="123480" y="260509"/>
                  <a:pt x="128507" y="260509"/>
                  <a:pt x="131068" y="263080"/>
                </a:cubicBezTo>
                <a:lnTo>
                  <a:pt x="146340" y="278416"/>
                </a:lnTo>
                <a:cubicBezTo>
                  <a:pt x="148901" y="282226"/>
                  <a:pt x="148901" y="286036"/>
                  <a:pt x="146340" y="289941"/>
                </a:cubicBezTo>
                <a:cubicBezTo>
                  <a:pt x="145107" y="291179"/>
                  <a:pt x="142546" y="292513"/>
                  <a:pt x="141218" y="29251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1" name="Graphic 137">
            <a:extLst>
              <a:ext uri="{FF2B5EF4-FFF2-40B4-BE49-F238E27FC236}">
                <a16:creationId xmlns:a16="http://schemas.microsoft.com/office/drawing/2014/main" id="{E6EBBDA1-93D0-1CB2-CC2D-438571EF214B}"/>
              </a:ext>
            </a:extLst>
          </p:cNvPr>
          <p:cNvSpPr/>
          <p:nvPr/>
        </p:nvSpPr>
        <p:spPr>
          <a:xfrm>
            <a:off x="3907350" y="3480228"/>
            <a:ext cx="356234" cy="473999"/>
          </a:xfrm>
          <a:custGeom>
            <a:avLst/>
            <a:gdLst>
              <a:gd name="connsiteX0" fmla="*/ 72638 w 265938"/>
              <a:gd name="connsiteY0" fmla="*/ 108490 h 353853"/>
              <a:gd name="connsiteX1" fmla="*/ 15440 w 265938"/>
              <a:gd name="connsiteY1" fmla="*/ 178784 h 353853"/>
              <a:gd name="connsiteX2" fmla="*/ 133629 w 265938"/>
              <a:gd name="connsiteY2" fmla="*/ 338519 h 353853"/>
              <a:gd name="connsiteX3" fmla="*/ 250585 w 265938"/>
              <a:gd name="connsiteY3" fmla="*/ 178784 h 353853"/>
              <a:gd name="connsiteX4" fmla="*/ 194621 w 265938"/>
              <a:gd name="connsiteY4" fmla="*/ 108490 h 353853"/>
              <a:gd name="connsiteX5" fmla="*/ 72638 w 265938"/>
              <a:gd name="connsiteY5" fmla="*/ 108490 h 353853"/>
              <a:gd name="connsiteX6" fmla="*/ 133629 w 265938"/>
              <a:gd name="connsiteY6" fmla="*/ 353854 h 353853"/>
              <a:gd name="connsiteX7" fmla="*/ 169 w 265938"/>
              <a:gd name="connsiteY7" fmla="*/ 178784 h 353853"/>
              <a:gd name="connsiteX8" fmla="*/ 71310 w 265938"/>
              <a:gd name="connsiteY8" fmla="*/ 93154 h 353853"/>
              <a:gd name="connsiteX9" fmla="*/ 195854 w 265938"/>
              <a:gd name="connsiteY9" fmla="*/ 93154 h 353853"/>
              <a:gd name="connsiteX10" fmla="*/ 265762 w 265938"/>
              <a:gd name="connsiteY10" fmla="*/ 178784 h 353853"/>
              <a:gd name="connsiteX11" fmla="*/ 133534 w 265938"/>
              <a:gd name="connsiteY11" fmla="*/ 353854 h 353853"/>
              <a:gd name="connsiteX12" fmla="*/ 205434 w 265938"/>
              <a:gd name="connsiteY12" fmla="*/ 15145 h 353853"/>
              <a:gd name="connsiteX13" fmla="*/ 153075 w 265938"/>
              <a:gd name="connsiteY13" fmla="*/ 67151 h 353853"/>
              <a:gd name="connsiteX14" fmla="*/ 205434 w 265938"/>
              <a:gd name="connsiteY14" fmla="*/ 15145 h 353853"/>
              <a:gd name="connsiteX15" fmla="*/ 145391 w 265938"/>
              <a:gd name="connsiteY15" fmla="*/ 83725 h 353853"/>
              <a:gd name="connsiteX16" fmla="*/ 137708 w 265938"/>
              <a:gd name="connsiteY16" fmla="*/ 76105 h 353853"/>
              <a:gd name="connsiteX17" fmla="*/ 214256 w 265938"/>
              <a:gd name="connsiteY17" fmla="*/ 0 h 353853"/>
              <a:gd name="connsiteX18" fmla="*/ 221939 w 265938"/>
              <a:gd name="connsiteY18" fmla="*/ 7620 h 353853"/>
              <a:gd name="connsiteX19" fmla="*/ 145391 w 265938"/>
              <a:gd name="connsiteY19" fmla="*/ 83725 h 353853"/>
              <a:gd name="connsiteX20" fmla="*/ 61065 w 265938"/>
              <a:gd name="connsiteY20" fmla="*/ 15145 h 353853"/>
              <a:gd name="connsiteX21" fmla="*/ 113425 w 265938"/>
              <a:gd name="connsiteY21" fmla="*/ 67151 h 353853"/>
              <a:gd name="connsiteX22" fmla="*/ 61065 w 265938"/>
              <a:gd name="connsiteY22" fmla="*/ 15145 h 353853"/>
              <a:gd name="connsiteX23" fmla="*/ 122342 w 265938"/>
              <a:gd name="connsiteY23" fmla="*/ 83725 h 353853"/>
              <a:gd name="connsiteX24" fmla="*/ 45794 w 265938"/>
              <a:gd name="connsiteY24" fmla="*/ 7620 h 353853"/>
              <a:gd name="connsiteX25" fmla="*/ 53477 w 265938"/>
              <a:gd name="connsiteY25" fmla="*/ 0 h 353853"/>
              <a:gd name="connsiteX26" fmla="*/ 130025 w 265938"/>
              <a:gd name="connsiteY26" fmla="*/ 76105 h 353853"/>
              <a:gd name="connsiteX27" fmla="*/ 122342 w 265938"/>
              <a:gd name="connsiteY27" fmla="*/ 83725 h 353853"/>
              <a:gd name="connsiteX28" fmla="*/ 106880 w 265938"/>
              <a:gd name="connsiteY28" fmla="*/ 239077 h 353853"/>
              <a:gd name="connsiteX29" fmla="*/ 101758 w 265938"/>
              <a:gd name="connsiteY29" fmla="*/ 236506 h 353853"/>
              <a:gd name="connsiteX30" fmla="*/ 86487 w 265938"/>
              <a:gd name="connsiteY30" fmla="*/ 221171 h 353853"/>
              <a:gd name="connsiteX31" fmla="*/ 86487 w 265938"/>
              <a:gd name="connsiteY31" fmla="*/ 209645 h 353853"/>
              <a:gd name="connsiteX32" fmla="*/ 96636 w 265938"/>
              <a:gd name="connsiteY32" fmla="*/ 209645 h 353853"/>
              <a:gd name="connsiteX33" fmla="*/ 111908 w 265938"/>
              <a:gd name="connsiteY33" fmla="*/ 224980 h 353853"/>
              <a:gd name="connsiteX34" fmla="*/ 111908 w 265938"/>
              <a:gd name="connsiteY34" fmla="*/ 236506 h 353853"/>
              <a:gd name="connsiteX35" fmla="*/ 106785 w 265938"/>
              <a:gd name="connsiteY35" fmla="*/ 239077 h 353853"/>
              <a:gd name="connsiteX36" fmla="*/ 175650 w 265938"/>
              <a:gd name="connsiteY36" fmla="*/ 239077 h 353853"/>
              <a:gd name="connsiteX37" fmla="*/ 170528 w 265938"/>
              <a:gd name="connsiteY37" fmla="*/ 236506 h 353853"/>
              <a:gd name="connsiteX38" fmla="*/ 155256 w 265938"/>
              <a:gd name="connsiteY38" fmla="*/ 221171 h 353853"/>
              <a:gd name="connsiteX39" fmla="*/ 155256 w 265938"/>
              <a:gd name="connsiteY39" fmla="*/ 209645 h 353853"/>
              <a:gd name="connsiteX40" fmla="*/ 165406 w 265938"/>
              <a:gd name="connsiteY40" fmla="*/ 209645 h 353853"/>
              <a:gd name="connsiteX41" fmla="*/ 180677 w 265938"/>
              <a:gd name="connsiteY41" fmla="*/ 224980 h 353853"/>
              <a:gd name="connsiteX42" fmla="*/ 180677 w 265938"/>
              <a:gd name="connsiteY42" fmla="*/ 236506 h 353853"/>
              <a:gd name="connsiteX43" fmla="*/ 175555 w 265938"/>
              <a:gd name="connsiteY43" fmla="*/ 239077 h 353853"/>
              <a:gd name="connsiteX44" fmla="*/ 72543 w 265938"/>
              <a:gd name="connsiteY44" fmla="*/ 176879 h 353853"/>
              <a:gd name="connsiteX45" fmla="*/ 67421 w 265938"/>
              <a:gd name="connsiteY45" fmla="*/ 174307 h 353853"/>
              <a:gd name="connsiteX46" fmla="*/ 52149 w 265938"/>
              <a:gd name="connsiteY46" fmla="*/ 158972 h 353853"/>
              <a:gd name="connsiteX47" fmla="*/ 52149 w 265938"/>
              <a:gd name="connsiteY47" fmla="*/ 147447 h 353853"/>
              <a:gd name="connsiteX48" fmla="*/ 62299 w 265938"/>
              <a:gd name="connsiteY48" fmla="*/ 147447 h 353853"/>
              <a:gd name="connsiteX49" fmla="*/ 77570 w 265938"/>
              <a:gd name="connsiteY49" fmla="*/ 162782 h 353853"/>
              <a:gd name="connsiteX50" fmla="*/ 77570 w 265938"/>
              <a:gd name="connsiteY50" fmla="*/ 174307 h 353853"/>
              <a:gd name="connsiteX51" fmla="*/ 72448 w 265938"/>
              <a:gd name="connsiteY51" fmla="*/ 176879 h 353853"/>
              <a:gd name="connsiteX52" fmla="*/ 141313 w 265938"/>
              <a:gd name="connsiteY52" fmla="*/ 176879 h 353853"/>
              <a:gd name="connsiteX53" fmla="*/ 136190 w 265938"/>
              <a:gd name="connsiteY53" fmla="*/ 174307 h 353853"/>
              <a:gd name="connsiteX54" fmla="*/ 120919 w 265938"/>
              <a:gd name="connsiteY54" fmla="*/ 158972 h 353853"/>
              <a:gd name="connsiteX55" fmla="*/ 120919 w 265938"/>
              <a:gd name="connsiteY55" fmla="*/ 147447 h 353853"/>
              <a:gd name="connsiteX56" fmla="*/ 131068 w 265938"/>
              <a:gd name="connsiteY56" fmla="*/ 147447 h 353853"/>
              <a:gd name="connsiteX57" fmla="*/ 146340 w 265938"/>
              <a:gd name="connsiteY57" fmla="*/ 162782 h 353853"/>
              <a:gd name="connsiteX58" fmla="*/ 146340 w 265938"/>
              <a:gd name="connsiteY58" fmla="*/ 174307 h 353853"/>
              <a:gd name="connsiteX59" fmla="*/ 141218 w 265938"/>
              <a:gd name="connsiteY59" fmla="*/ 176879 h 353853"/>
              <a:gd name="connsiteX60" fmla="*/ 210082 w 265938"/>
              <a:gd name="connsiteY60" fmla="*/ 176879 h 353853"/>
              <a:gd name="connsiteX61" fmla="*/ 204960 w 265938"/>
              <a:gd name="connsiteY61" fmla="*/ 174307 h 353853"/>
              <a:gd name="connsiteX62" fmla="*/ 189688 w 265938"/>
              <a:gd name="connsiteY62" fmla="*/ 158972 h 353853"/>
              <a:gd name="connsiteX63" fmla="*/ 189688 w 265938"/>
              <a:gd name="connsiteY63" fmla="*/ 147447 h 353853"/>
              <a:gd name="connsiteX64" fmla="*/ 199838 w 265938"/>
              <a:gd name="connsiteY64" fmla="*/ 147447 h 353853"/>
              <a:gd name="connsiteX65" fmla="*/ 215110 w 265938"/>
              <a:gd name="connsiteY65" fmla="*/ 162782 h 353853"/>
              <a:gd name="connsiteX66" fmla="*/ 215110 w 265938"/>
              <a:gd name="connsiteY66" fmla="*/ 174307 h 353853"/>
              <a:gd name="connsiteX67" fmla="*/ 209987 w 265938"/>
              <a:gd name="connsiteY67" fmla="*/ 176879 h 353853"/>
              <a:gd name="connsiteX68" fmla="*/ 141313 w 265938"/>
              <a:gd name="connsiteY68" fmla="*/ 292513 h 353853"/>
              <a:gd name="connsiteX69" fmla="*/ 136190 w 265938"/>
              <a:gd name="connsiteY69" fmla="*/ 289941 h 353853"/>
              <a:gd name="connsiteX70" fmla="*/ 120919 w 265938"/>
              <a:gd name="connsiteY70" fmla="*/ 274606 h 353853"/>
              <a:gd name="connsiteX71" fmla="*/ 120919 w 265938"/>
              <a:gd name="connsiteY71" fmla="*/ 263080 h 353853"/>
              <a:gd name="connsiteX72" fmla="*/ 131068 w 265938"/>
              <a:gd name="connsiteY72" fmla="*/ 263080 h 353853"/>
              <a:gd name="connsiteX73" fmla="*/ 146340 w 265938"/>
              <a:gd name="connsiteY73" fmla="*/ 278416 h 353853"/>
              <a:gd name="connsiteX74" fmla="*/ 146340 w 265938"/>
              <a:gd name="connsiteY74" fmla="*/ 289941 h 353853"/>
              <a:gd name="connsiteX75" fmla="*/ 141218 w 265938"/>
              <a:gd name="connsiteY75" fmla="*/ 292513 h 35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65938" h="353853">
                <a:moveTo>
                  <a:pt x="72638" y="108490"/>
                </a:moveTo>
                <a:cubicBezTo>
                  <a:pt x="23029" y="113633"/>
                  <a:pt x="14207" y="149352"/>
                  <a:pt x="15440" y="178784"/>
                </a:cubicBezTo>
                <a:cubicBezTo>
                  <a:pt x="20562" y="250317"/>
                  <a:pt x="84115" y="338519"/>
                  <a:pt x="133629" y="338519"/>
                </a:cubicBezTo>
                <a:cubicBezTo>
                  <a:pt x="183143" y="338519"/>
                  <a:pt x="246791" y="250317"/>
                  <a:pt x="250585" y="178784"/>
                </a:cubicBezTo>
                <a:cubicBezTo>
                  <a:pt x="253146" y="149352"/>
                  <a:pt x="244230" y="113633"/>
                  <a:pt x="194621" y="108490"/>
                </a:cubicBezTo>
                <a:lnTo>
                  <a:pt x="72638" y="108490"/>
                </a:lnTo>
                <a:close/>
                <a:moveTo>
                  <a:pt x="133629" y="353854"/>
                </a:moveTo>
                <a:cubicBezTo>
                  <a:pt x="72638" y="353854"/>
                  <a:pt x="5291" y="251650"/>
                  <a:pt x="169" y="178784"/>
                </a:cubicBezTo>
                <a:cubicBezTo>
                  <a:pt x="-2392" y="130207"/>
                  <a:pt x="24357" y="98298"/>
                  <a:pt x="71310" y="93154"/>
                </a:cubicBezTo>
                <a:lnTo>
                  <a:pt x="195854" y="93154"/>
                </a:lnTo>
                <a:cubicBezTo>
                  <a:pt x="242902" y="98298"/>
                  <a:pt x="268323" y="130207"/>
                  <a:pt x="265762" y="178784"/>
                </a:cubicBezTo>
                <a:cubicBezTo>
                  <a:pt x="261968" y="251650"/>
                  <a:pt x="194621" y="353854"/>
                  <a:pt x="133534" y="353854"/>
                </a:cubicBezTo>
                <a:close/>
                <a:moveTo>
                  <a:pt x="205434" y="15145"/>
                </a:moveTo>
                <a:cubicBezTo>
                  <a:pt x="178590" y="18955"/>
                  <a:pt x="156964" y="40481"/>
                  <a:pt x="153075" y="67151"/>
                </a:cubicBezTo>
                <a:cubicBezTo>
                  <a:pt x="181152" y="63341"/>
                  <a:pt x="202873" y="41815"/>
                  <a:pt x="205434" y="15145"/>
                </a:cubicBezTo>
                <a:close/>
                <a:moveTo>
                  <a:pt x="145391" y="83725"/>
                </a:moveTo>
                <a:cubicBezTo>
                  <a:pt x="141597" y="83725"/>
                  <a:pt x="137708" y="79915"/>
                  <a:pt x="137708" y="76105"/>
                </a:cubicBezTo>
                <a:cubicBezTo>
                  <a:pt x="137708" y="34290"/>
                  <a:pt x="172140" y="0"/>
                  <a:pt x="214256" y="0"/>
                </a:cubicBezTo>
                <a:cubicBezTo>
                  <a:pt x="218050" y="0"/>
                  <a:pt x="221939" y="2572"/>
                  <a:pt x="221939" y="7620"/>
                </a:cubicBezTo>
                <a:cubicBezTo>
                  <a:pt x="221939" y="49435"/>
                  <a:pt x="187507" y="83725"/>
                  <a:pt x="145391" y="83725"/>
                </a:cubicBezTo>
                <a:close/>
                <a:moveTo>
                  <a:pt x="61065" y="15145"/>
                </a:moveTo>
                <a:cubicBezTo>
                  <a:pt x="64860" y="41815"/>
                  <a:pt x="86581" y="63341"/>
                  <a:pt x="113425" y="67151"/>
                </a:cubicBezTo>
                <a:cubicBezTo>
                  <a:pt x="110864" y="40481"/>
                  <a:pt x="89142" y="18955"/>
                  <a:pt x="61065" y="15145"/>
                </a:cubicBezTo>
                <a:close/>
                <a:moveTo>
                  <a:pt x="122342" y="83725"/>
                </a:moveTo>
                <a:cubicBezTo>
                  <a:pt x="80226" y="83725"/>
                  <a:pt x="45794" y="49435"/>
                  <a:pt x="45794" y="7620"/>
                </a:cubicBezTo>
                <a:cubicBezTo>
                  <a:pt x="45794" y="2572"/>
                  <a:pt x="49588" y="0"/>
                  <a:pt x="53477" y="0"/>
                </a:cubicBezTo>
                <a:cubicBezTo>
                  <a:pt x="95593" y="0"/>
                  <a:pt x="130025" y="34290"/>
                  <a:pt x="130025" y="76105"/>
                </a:cubicBezTo>
                <a:cubicBezTo>
                  <a:pt x="130025" y="79915"/>
                  <a:pt x="126231" y="83725"/>
                  <a:pt x="122342" y="83725"/>
                </a:cubicBezTo>
                <a:close/>
                <a:moveTo>
                  <a:pt x="106880" y="239077"/>
                </a:moveTo>
                <a:cubicBezTo>
                  <a:pt x="104319" y="239077"/>
                  <a:pt x="103086" y="237839"/>
                  <a:pt x="101758" y="236506"/>
                </a:cubicBezTo>
                <a:lnTo>
                  <a:pt x="86487" y="221171"/>
                </a:lnTo>
                <a:cubicBezTo>
                  <a:pt x="82692" y="217361"/>
                  <a:pt x="82692" y="213550"/>
                  <a:pt x="86487" y="209645"/>
                </a:cubicBezTo>
                <a:cubicBezTo>
                  <a:pt x="89048" y="207073"/>
                  <a:pt x="94075" y="207073"/>
                  <a:pt x="96636" y="209645"/>
                </a:cubicBezTo>
                <a:lnTo>
                  <a:pt x="111908" y="224980"/>
                </a:lnTo>
                <a:cubicBezTo>
                  <a:pt x="114469" y="228790"/>
                  <a:pt x="114469" y="232600"/>
                  <a:pt x="111908" y="236506"/>
                </a:cubicBezTo>
                <a:cubicBezTo>
                  <a:pt x="110674" y="237744"/>
                  <a:pt x="108113" y="239077"/>
                  <a:pt x="106785" y="239077"/>
                </a:cubicBezTo>
                <a:close/>
                <a:moveTo>
                  <a:pt x="175650" y="239077"/>
                </a:moveTo>
                <a:cubicBezTo>
                  <a:pt x="173089" y="239077"/>
                  <a:pt x="171856" y="237839"/>
                  <a:pt x="170528" y="236506"/>
                </a:cubicBezTo>
                <a:lnTo>
                  <a:pt x="155256" y="221171"/>
                </a:lnTo>
                <a:cubicBezTo>
                  <a:pt x="151462" y="217361"/>
                  <a:pt x="151462" y="213550"/>
                  <a:pt x="155256" y="209645"/>
                </a:cubicBezTo>
                <a:cubicBezTo>
                  <a:pt x="157817" y="207073"/>
                  <a:pt x="162845" y="207073"/>
                  <a:pt x="165406" y="209645"/>
                </a:cubicBezTo>
                <a:lnTo>
                  <a:pt x="180677" y="224980"/>
                </a:lnTo>
                <a:cubicBezTo>
                  <a:pt x="183238" y="228790"/>
                  <a:pt x="183238" y="232600"/>
                  <a:pt x="180677" y="236506"/>
                </a:cubicBezTo>
                <a:cubicBezTo>
                  <a:pt x="179444" y="237744"/>
                  <a:pt x="176883" y="239077"/>
                  <a:pt x="175555" y="239077"/>
                </a:cubicBezTo>
                <a:close/>
                <a:moveTo>
                  <a:pt x="72543" y="176879"/>
                </a:moveTo>
                <a:cubicBezTo>
                  <a:pt x="69982" y="176879"/>
                  <a:pt x="68749" y="175641"/>
                  <a:pt x="67421" y="174307"/>
                </a:cubicBezTo>
                <a:lnTo>
                  <a:pt x="52149" y="158972"/>
                </a:lnTo>
                <a:cubicBezTo>
                  <a:pt x="48355" y="155162"/>
                  <a:pt x="48355" y="151352"/>
                  <a:pt x="52149" y="147447"/>
                </a:cubicBezTo>
                <a:cubicBezTo>
                  <a:pt x="54710" y="144875"/>
                  <a:pt x="59737" y="144875"/>
                  <a:pt x="62299" y="147447"/>
                </a:cubicBezTo>
                <a:lnTo>
                  <a:pt x="77570" y="162782"/>
                </a:lnTo>
                <a:cubicBezTo>
                  <a:pt x="80131" y="166592"/>
                  <a:pt x="80131" y="170402"/>
                  <a:pt x="77570" y="174307"/>
                </a:cubicBezTo>
                <a:cubicBezTo>
                  <a:pt x="76337" y="175546"/>
                  <a:pt x="73776" y="176879"/>
                  <a:pt x="72448" y="176879"/>
                </a:cubicBezTo>
                <a:close/>
                <a:moveTo>
                  <a:pt x="141313" y="176879"/>
                </a:moveTo>
                <a:cubicBezTo>
                  <a:pt x="138751" y="176879"/>
                  <a:pt x="137518" y="175641"/>
                  <a:pt x="136190" y="174307"/>
                </a:cubicBezTo>
                <a:lnTo>
                  <a:pt x="120919" y="158972"/>
                </a:lnTo>
                <a:cubicBezTo>
                  <a:pt x="117125" y="155162"/>
                  <a:pt x="117125" y="151352"/>
                  <a:pt x="120919" y="147447"/>
                </a:cubicBezTo>
                <a:cubicBezTo>
                  <a:pt x="123480" y="144875"/>
                  <a:pt x="128507" y="144875"/>
                  <a:pt x="131068" y="147447"/>
                </a:cubicBezTo>
                <a:lnTo>
                  <a:pt x="146340" y="162782"/>
                </a:lnTo>
                <a:cubicBezTo>
                  <a:pt x="148901" y="166592"/>
                  <a:pt x="148901" y="170402"/>
                  <a:pt x="146340" y="174307"/>
                </a:cubicBezTo>
                <a:cubicBezTo>
                  <a:pt x="145107" y="175546"/>
                  <a:pt x="142546" y="176879"/>
                  <a:pt x="141218" y="176879"/>
                </a:cubicBezTo>
                <a:close/>
                <a:moveTo>
                  <a:pt x="210082" y="176879"/>
                </a:moveTo>
                <a:cubicBezTo>
                  <a:pt x="207521" y="176879"/>
                  <a:pt x="206288" y="175641"/>
                  <a:pt x="204960" y="174307"/>
                </a:cubicBezTo>
                <a:lnTo>
                  <a:pt x="189688" y="158972"/>
                </a:lnTo>
                <a:cubicBezTo>
                  <a:pt x="185894" y="155162"/>
                  <a:pt x="185894" y="151352"/>
                  <a:pt x="189688" y="147447"/>
                </a:cubicBezTo>
                <a:cubicBezTo>
                  <a:pt x="192250" y="144875"/>
                  <a:pt x="197277" y="144875"/>
                  <a:pt x="199838" y="147447"/>
                </a:cubicBezTo>
                <a:lnTo>
                  <a:pt x="215110" y="162782"/>
                </a:lnTo>
                <a:cubicBezTo>
                  <a:pt x="217671" y="166592"/>
                  <a:pt x="217671" y="170402"/>
                  <a:pt x="215110" y="174307"/>
                </a:cubicBezTo>
                <a:cubicBezTo>
                  <a:pt x="213876" y="175546"/>
                  <a:pt x="211315" y="176879"/>
                  <a:pt x="209987" y="176879"/>
                </a:cubicBezTo>
                <a:close/>
                <a:moveTo>
                  <a:pt x="141313" y="292513"/>
                </a:moveTo>
                <a:cubicBezTo>
                  <a:pt x="138751" y="292513"/>
                  <a:pt x="137518" y="291275"/>
                  <a:pt x="136190" y="289941"/>
                </a:cubicBezTo>
                <a:lnTo>
                  <a:pt x="120919" y="274606"/>
                </a:lnTo>
                <a:cubicBezTo>
                  <a:pt x="117125" y="270796"/>
                  <a:pt x="117125" y="266986"/>
                  <a:pt x="120919" y="263080"/>
                </a:cubicBezTo>
                <a:cubicBezTo>
                  <a:pt x="123480" y="260509"/>
                  <a:pt x="128507" y="260509"/>
                  <a:pt x="131068" y="263080"/>
                </a:cubicBezTo>
                <a:lnTo>
                  <a:pt x="146340" y="278416"/>
                </a:lnTo>
                <a:cubicBezTo>
                  <a:pt x="148901" y="282226"/>
                  <a:pt x="148901" y="286036"/>
                  <a:pt x="146340" y="289941"/>
                </a:cubicBezTo>
                <a:cubicBezTo>
                  <a:pt x="145107" y="291179"/>
                  <a:pt x="142546" y="292513"/>
                  <a:pt x="141218" y="29251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2" name="Graphic 137">
            <a:extLst>
              <a:ext uri="{FF2B5EF4-FFF2-40B4-BE49-F238E27FC236}">
                <a16:creationId xmlns:a16="http://schemas.microsoft.com/office/drawing/2014/main" id="{4C0482A0-E597-A59E-CEA9-35D8FFBE35B2}"/>
              </a:ext>
            </a:extLst>
          </p:cNvPr>
          <p:cNvSpPr/>
          <p:nvPr/>
        </p:nvSpPr>
        <p:spPr>
          <a:xfrm>
            <a:off x="4667598" y="3480228"/>
            <a:ext cx="356234" cy="473999"/>
          </a:xfrm>
          <a:custGeom>
            <a:avLst/>
            <a:gdLst>
              <a:gd name="connsiteX0" fmla="*/ 72638 w 265938"/>
              <a:gd name="connsiteY0" fmla="*/ 108490 h 353853"/>
              <a:gd name="connsiteX1" fmla="*/ 15440 w 265938"/>
              <a:gd name="connsiteY1" fmla="*/ 178784 h 353853"/>
              <a:gd name="connsiteX2" fmla="*/ 133629 w 265938"/>
              <a:gd name="connsiteY2" fmla="*/ 338519 h 353853"/>
              <a:gd name="connsiteX3" fmla="*/ 250585 w 265938"/>
              <a:gd name="connsiteY3" fmla="*/ 178784 h 353853"/>
              <a:gd name="connsiteX4" fmla="*/ 194621 w 265938"/>
              <a:gd name="connsiteY4" fmla="*/ 108490 h 353853"/>
              <a:gd name="connsiteX5" fmla="*/ 72638 w 265938"/>
              <a:gd name="connsiteY5" fmla="*/ 108490 h 353853"/>
              <a:gd name="connsiteX6" fmla="*/ 133629 w 265938"/>
              <a:gd name="connsiteY6" fmla="*/ 353854 h 353853"/>
              <a:gd name="connsiteX7" fmla="*/ 169 w 265938"/>
              <a:gd name="connsiteY7" fmla="*/ 178784 h 353853"/>
              <a:gd name="connsiteX8" fmla="*/ 71310 w 265938"/>
              <a:gd name="connsiteY8" fmla="*/ 93154 h 353853"/>
              <a:gd name="connsiteX9" fmla="*/ 195854 w 265938"/>
              <a:gd name="connsiteY9" fmla="*/ 93154 h 353853"/>
              <a:gd name="connsiteX10" fmla="*/ 265762 w 265938"/>
              <a:gd name="connsiteY10" fmla="*/ 178784 h 353853"/>
              <a:gd name="connsiteX11" fmla="*/ 133534 w 265938"/>
              <a:gd name="connsiteY11" fmla="*/ 353854 h 353853"/>
              <a:gd name="connsiteX12" fmla="*/ 205434 w 265938"/>
              <a:gd name="connsiteY12" fmla="*/ 15145 h 353853"/>
              <a:gd name="connsiteX13" fmla="*/ 153075 w 265938"/>
              <a:gd name="connsiteY13" fmla="*/ 67151 h 353853"/>
              <a:gd name="connsiteX14" fmla="*/ 205434 w 265938"/>
              <a:gd name="connsiteY14" fmla="*/ 15145 h 353853"/>
              <a:gd name="connsiteX15" fmla="*/ 145391 w 265938"/>
              <a:gd name="connsiteY15" fmla="*/ 83725 h 353853"/>
              <a:gd name="connsiteX16" fmla="*/ 137708 w 265938"/>
              <a:gd name="connsiteY16" fmla="*/ 76105 h 353853"/>
              <a:gd name="connsiteX17" fmla="*/ 214256 w 265938"/>
              <a:gd name="connsiteY17" fmla="*/ 0 h 353853"/>
              <a:gd name="connsiteX18" fmla="*/ 221939 w 265938"/>
              <a:gd name="connsiteY18" fmla="*/ 7620 h 353853"/>
              <a:gd name="connsiteX19" fmla="*/ 145391 w 265938"/>
              <a:gd name="connsiteY19" fmla="*/ 83725 h 353853"/>
              <a:gd name="connsiteX20" fmla="*/ 61065 w 265938"/>
              <a:gd name="connsiteY20" fmla="*/ 15145 h 353853"/>
              <a:gd name="connsiteX21" fmla="*/ 113425 w 265938"/>
              <a:gd name="connsiteY21" fmla="*/ 67151 h 353853"/>
              <a:gd name="connsiteX22" fmla="*/ 61065 w 265938"/>
              <a:gd name="connsiteY22" fmla="*/ 15145 h 353853"/>
              <a:gd name="connsiteX23" fmla="*/ 122342 w 265938"/>
              <a:gd name="connsiteY23" fmla="*/ 83725 h 353853"/>
              <a:gd name="connsiteX24" fmla="*/ 45794 w 265938"/>
              <a:gd name="connsiteY24" fmla="*/ 7620 h 353853"/>
              <a:gd name="connsiteX25" fmla="*/ 53477 w 265938"/>
              <a:gd name="connsiteY25" fmla="*/ 0 h 353853"/>
              <a:gd name="connsiteX26" fmla="*/ 130025 w 265938"/>
              <a:gd name="connsiteY26" fmla="*/ 76105 h 353853"/>
              <a:gd name="connsiteX27" fmla="*/ 122342 w 265938"/>
              <a:gd name="connsiteY27" fmla="*/ 83725 h 353853"/>
              <a:gd name="connsiteX28" fmla="*/ 106880 w 265938"/>
              <a:gd name="connsiteY28" fmla="*/ 239077 h 353853"/>
              <a:gd name="connsiteX29" fmla="*/ 101758 w 265938"/>
              <a:gd name="connsiteY29" fmla="*/ 236506 h 353853"/>
              <a:gd name="connsiteX30" fmla="*/ 86487 w 265938"/>
              <a:gd name="connsiteY30" fmla="*/ 221171 h 353853"/>
              <a:gd name="connsiteX31" fmla="*/ 86487 w 265938"/>
              <a:gd name="connsiteY31" fmla="*/ 209645 h 353853"/>
              <a:gd name="connsiteX32" fmla="*/ 96636 w 265938"/>
              <a:gd name="connsiteY32" fmla="*/ 209645 h 353853"/>
              <a:gd name="connsiteX33" fmla="*/ 111908 w 265938"/>
              <a:gd name="connsiteY33" fmla="*/ 224980 h 353853"/>
              <a:gd name="connsiteX34" fmla="*/ 111908 w 265938"/>
              <a:gd name="connsiteY34" fmla="*/ 236506 h 353853"/>
              <a:gd name="connsiteX35" fmla="*/ 106785 w 265938"/>
              <a:gd name="connsiteY35" fmla="*/ 239077 h 353853"/>
              <a:gd name="connsiteX36" fmla="*/ 175650 w 265938"/>
              <a:gd name="connsiteY36" fmla="*/ 239077 h 353853"/>
              <a:gd name="connsiteX37" fmla="*/ 170528 w 265938"/>
              <a:gd name="connsiteY37" fmla="*/ 236506 h 353853"/>
              <a:gd name="connsiteX38" fmla="*/ 155256 w 265938"/>
              <a:gd name="connsiteY38" fmla="*/ 221171 h 353853"/>
              <a:gd name="connsiteX39" fmla="*/ 155256 w 265938"/>
              <a:gd name="connsiteY39" fmla="*/ 209645 h 353853"/>
              <a:gd name="connsiteX40" fmla="*/ 165406 w 265938"/>
              <a:gd name="connsiteY40" fmla="*/ 209645 h 353853"/>
              <a:gd name="connsiteX41" fmla="*/ 180677 w 265938"/>
              <a:gd name="connsiteY41" fmla="*/ 224980 h 353853"/>
              <a:gd name="connsiteX42" fmla="*/ 180677 w 265938"/>
              <a:gd name="connsiteY42" fmla="*/ 236506 h 353853"/>
              <a:gd name="connsiteX43" fmla="*/ 175555 w 265938"/>
              <a:gd name="connsiteY43" fmla="*/ 239077 h 353853"/>
              <a:gd name="connsiteX44" fmla="*/ 72543 w 265938"/>
              <a:gd name="connsiteY44" fmla="*/ 176879 h 353853"/>
              <a:gd name="connsiteX45" fmla="*/ 67421 w 265938"/>
              <a:gd name="connsiteY45" fmla="*/ 174307 h 353853"/>
              <a:gd name="connsiteX46" fmla="*/ 52149 w 265938"/>
              <a:gd name="connsiteY46" fmla="*/ 158972 h 353853"/>
              <a:gd name="connsiteX47" fmla="*/ 52149 w 265938"/>
              <a:gd name="connsiteY47" fmla="*/ 147447 h 353853"/>
              <a:gd name="connsiteX48" fmla="*/ 62299 w 265938"/>
              <a:gd name="connsiteY48" fmla="*/ 147447 h 353853"/>
              <a:gd name="connsiteX49" fmla="*/ 77570 w 265938"/>
              <a:gd name="connsiteY49" fmla="*/ 162782 h 353853"/>
              <a:gd name="connsiteX50" fmla="*/ 77570 w 265938"/>
              <a:gd name="connsiteY50" fmla="*/ 174307 h 353853"/>
              <a:gd name="connsiteX51" fmla="*/ 72448 w 265938"/>
              <a:gd name="connsiteY51" fmla="*/ 176879 h 353853"/>
              <a:gd name="connsiteX52" fmla="*/ 141313 w 265938"/>
              <a:gd name="connsiteY52" fmla="*/ 176879 h 353853"/>
              <a:gd name="connsiteX53" fmla="*/ 136190 w 265938"/>
              <a:gd name="connsiteY53" fmla="*/ 174307 h 353853"/>
              <a:gd name="connsiteX54" fmla="*/ 120919 w 265938"/>
              <a:gd name="connsiteY54" fmla="*/ 158972 h 353853"/>
              <a:gd name="connsiteX55" fmla="*/ 120919 w 265938"/>
              <a:gd name="connsiteY55" fmla="*/ 147447 h 353853"/>
              <a:gd name="connsiteX56" fmla="*/ 131068 w 265938"/>
              <a:gd name="connsiteY56" fmla="*/ 147447 h 353853"/>
              <a:gd name="connsiteX57" fmla="*/ 146340 w 265938"/>
              <a:gd name="connsiteY57" fmla="*/ 162782 h 353853"/>
              <a:gd name="connsiteX58" fmla="*/ 146340 w 265938"/>
              <a:gd name="connsiteY58" fmla="*/ 174307 h 353853"/>
              <a:gd name="connsiteX59" fmla="*/ 141218 w 265938"/>
              <a:gd name="connsiteY59" fmla="*/ 176879 h 353853"/>
              <a:gd name="connsiteX60" fmla="*/ 210082 w 265938"/>
              <a:gd name="connsiteY60" fmla="*/ 176879 h 353853"/>
              <a:gd name="connsiteX61" fmla="*/ 204960 w 265938"/>
              <a:gd name="connsiteY61" fmla="*/ 174307 h 353853"/>
              <a:gd name="connsiteX62" fmla="*/ 189688 w 265938"/>
              <a:gd name="connsiteY62" fmla="*/ 158972 h 353853"/>
              <a:gd name="connsiteX63" fmla="*/ 189688 w 265938"/>
              <a:gd name="connsiteY63" fmla="*/ 147447 h 353853"/>
              <a:gd name="connsiteX64" fmla="*/ 199838 w 265938"/>
              <a:gd name="connsiteY64" fmla="*/ 147447 h 353853"/>
              <a:gd name="connsiteX65" fmla="*/ 215110 w 265938"/>
              <a:gd name="connsiteY65" fmla="*/ 162782 h 353853"/>
              <a:gd name="connsiteX66" fmla="*/ 215110 w 265938"/>
              <a:gd name="connsiteY66" fmla="*/ 174307 h 353853"/>
              <a:gd name="connsiteX67" fmla="*/ 209987 w 265938"/>
              <a:gd name="connsiteY67" fmla="*/ 176879 h 353853"/>
              <a:gd name="connsiteX68" fmla="*/ 141313 w 265938"/>
              <a:gd name="connsiteY68" fmla="*/ 292513 h 353853"/>
              <a:gd name="connsiteX69" fmla="*/ 136190 w 265938"/>
              <a:gd name="connsiteY69" fmla="*/ 289941 h 353853"/>
              <a:gd name="connsiteX70" fmla="*/ 120919 w 265938"/>
              <a:gd name="connsiteY70" fmla="*/ 274606 h 353853"/>
              <a:gd name="connsiteX71" fmla="*/ 120919 w 265938"/>
              <a:gd name="connsiteY71" fmla="*/ 263080 h 353853"/>
              <a:gd name="connsiteX72" fmla="*/ 131068 w 265938"/>
              <a:gd name="connsiteY72" fmla="*/ 263080 h 353853"/>
              <a:gd name="connsiteX73" fmla="*/ 146340 w 265938"/>
              <a:gd name="connsiteY73" fmla="*/ 278416 h 353853"/>
              <a:gd name="connsiteX74" fmla="*/ 146340 w 265938"/>
              <a:gd name="connsiteY74" fmla="*/ 289941 h 353853"/>
              <a:gd name="connsiteX75" fmla="*/ 141218 w 265938"/>
              <a:gd name="connsiteY75" fmla="*/ 292513 h 35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65938" h="353853">
                <a:moveTo>
                  <a:pt x="72638" y="108490"/>
                </a:moveTo>
                <a:cubicBezTo>
                  <a:pt x="23029" y="113633"/>
                  <a:pt x="14207" y="149352"/>
                  <a:pt x="15440" y="178784"/>
                </a:cubicBezTo>
                <a:cubicBezTo>
                  <a:pt x="20562" y="250317"/>
                  <a:pt x="84115" y="338519"/>
                  <a:pt x="133629" y="338519"/>
                </a:cubicBezTo>
                <a:cubicBezTo>
                  <a:pt x="183143" y="338519"/>
                  <a:pt x="246791" y="250317"/>
                  <a:pt x="250585" y="178784"/>
                </a:cubicBezTo>
                <a:cubicBezTo>
                  <a:pt x="253146" y="149352"/>
                  <a:pt x="244230" y="113633"/>
                  <a:pt x="194621" y="108490"/>
                </a:cubicBezTo>
                <a:lnTo>
                  <a:pt x="72638" y="108490"/>
                </a:lnTo>
                <a:close/>
                <a:moveTo>
                  <a:pt x="133629" y="353854"/>
                </a:moveTo>
                <a:cubicBezTo>
                  <a:pt x="72638" y="353854"/>
                  <a:pt x="5291" y="251650"/>
                  <a:pt x="169" y="178784"/>
                </a:cubicBezTo>
                <a:cubicBezTo>
                  <a:pt x="-2392" y="130207"/>
                  <a:pt x="24357" y="98298"/>
                  <a:pt x="71310" y="93154"/>
                </a:cubicBezTo>
                <a:lnTo>
                  <a:pt x="195854" y="93154"/>
                </a:lnTo>
                <a:cubicBezTo>
                  <a:pt x="242902" y="98298"/>
                  <a:pt x="268323" y="130207"/>
                  <a:pt x="265762" y="178784"/>
                </a:cubicBezTo>
                <a:cubicBezTo>
                  <a:pt x="261968" y="251650"/>
                  <a:pt x="194621" y="353854"/>
                  <a:pt x="133534" y="353854"/>
                </a:cubicBezTo>
                <a:close/>
                <a:moveTo>
                  <a:pt x="205434" y="15145"/>
                </a:moveTo>
                <a:cubicBezTo>
                  <a:pt x="178590" y="18955"/>
                  <a:pt x="156964" y="40481"/>
                  <a:pt x="153075" y="67151"/>
                </a:cubicBezTo>
                <a:cubicBezTo>
                  <a:pt x="181152" y="63341"/>
                  <a:pt x="202873" y="41815"/>
                  <a:pt x="205434" y="15145"/>
                </a:cubicBezTo>
                <a:close/>
                <a:moveTo>
                  <a:pt x="145391" y="83725"/>
                </a:moveTo>
                <a:cubicBezTo>
                  <a:pt x="141597" y="83725"/>
                  <a:pt x="137708" y="79915"/>
                  <a:pt x="137708" y="76105"/>
                </a:cubicBezTo>
                <a:cubicBezTo>
                  <a:pt x="137708" y="34290"/>
                  <a:pt x="172140" y="0"/>
                  <a:pt x="214256" y="0"/>
                </a:cubicBezTo>
                <a:cubicBezTo>
                  <a:pt x="218050" y="0"/>
                  <a:pt x="221939" y="2572"/>
                  <a:pt x="221939" y="7620"/>
                </a:cubicBezTo>
                <a:cubicBezTo>
                  <a:pt x="221939" y="49435"/>
                  <a:pt x="187507" y="83725"/>
                  <a:pt x="145391" y="83725"/>
                </a:cubicBezTo>
                <a:close/>
                <a:moveTo>
                  <a:pt x="61065" y="15145"/>
                </a:moveTo>
                <a:cubicBezTo>
                  <a:pt x="64860" y="41815"/>
                  <a:pt x="86581" y="63341"/>
                  <a:pt x="113425" y="67151"/>
                </a:cubicBezTo>
                <a:cubicBezTo>
                  <a:pt x="110864" y="40481"/>
                  <a:pt x="89142" y="18955"/>
                  <a:pt x="61065" y="15145"/>
                </a:cubicBezTo>
                <a:close/>
                <a:moveTo>
                  <a:pt x="122342" y="83725"/>
                </a:moveTo>
                <a:cubicBezTo>
                  <a:pt x="80226" y="83725"/>
                  <a:pt x="45794" y="49435"/>
                  <a:pt x="45794" y="7620"/>
                </a:cubicBezTo>
                <a:cubicBezTo>
                  <a:pt x="45794" y="2572"/>
                  <a:pt x="49588" y="0"/>
                  <a:pt x="53477" y="0"/>
                </a:cubicBezTo>
                <a:cubicBezTo>
                  <a:pt x="95593" y="0"/>
                  <a:pt x="130025" y="34290"/>
                  <a:pt x="130025" y="76105"/>
                </a:cubicBezTo>
                <a:cubicBezTo>
                  <a:pt x="130025" y="79915"/>
                  <a:pt x="126231" y="83725"/>
                  <a:pt x="122342" y="83725"/>
                </a:cubicBezTo>
                <a:close/>
                <a:moveTo>
                  <a:pt x="106880" y="239077"/>
                </a:moveTo>
                <a:cubicBezTo>
                  <a:pt x="104319" y="239077"/>
                  <a:pt x="103086" y="237839"/>
                  <a:pt x="101758" y="236506"/>
                </a:cubicBezTo>
                <a:lnTo>
                  <a:pt x="86487" y="221171"/>
                </a:lnTo>
                <a:cubicBezTo>
                  <a:pt x="82692" y="217361"/>
                  <a:pt x="82692" y="213550"/>
                  <a:pt x="86487" y="209645"/>
                </a:cubicBezTo>
                <a:cubicBezTo>
                  <a:pt x="89048" y="207073"/>
                  <a:pt x="94075" y="207073"/>
                  <a:pt x="96636" y="209645"/>
                </a:cubicBezTo>
                <a:lnTo>
                  <a:pt x="111908" y="224980"/>
                </a:lnTo>
                <a:cubicBezTo>
                  <a:pt x="114469" y="228790"/>
                  <a:pt x="114469" y="232600"/>
                  <a:pt x="111908" y="236506"/>
                </a:cubicBezTo>
                <a:cubicBezTo>
                  <a:pt x="110674" y="237744"/>
                  <a:pt x="108113" y="239077"/>
                  <a:pt x="106785" y="239077"/>
                </a:cubicBezTo>
                <a:close/>
                <a:moveTo>
                  <a:pt x="175650" y="239077"/>
                </a:moveTo>
                <a:cubicBezTo>
                  <a:pt x="173089" y="239077"/>
                  <a:pt x="171856" y="237839"/>
                  <a:pt x="170528" y="236506"/>
                </a:cubicBezTo>
                <a:lnTo>
                  <a:pt x="155256" y="221171"/>
                </a:lnTo>
                <a:cubicBezTo>
                  <a:pt x="151462" y="217361"/>
                  <a:pt x="151462" y="213550"/>
                  <a:pt x="155256" y="209645"/>
                </a:cubicBezTo>
                <a:cubicBezTo>
                  <a:pt x="157817" y="207073"/>
                  <a:pt x="162845" y="207073"/>
                  <a:pt x="165406" y="209645"/>
                </a:cubicBezTo>
                <a:lnTo>
                  <a:pt x="180677" y="224980"/>
                </a:lnTo>
                <a:cubicBezTo>
                  <a:pt x="183238" y="228790"/>
                  <a:pt x="183238" y="232600"/>
                  <a:pt x="180677" y="236506"/>
                </a:cubicBezTo>
                <a:cubicBezTo>
                  <a:pt x="179444" y="237744"/>
                  <a:pt x="176883" y="239077"/>
                  <a:pt x="175555" y="239077"/>
                </a:cubicBezTo>
                <a:close/>
                <a:moveTo>
                  <a:pt x="72543" y="176879"/>
                </a:moveTo>
                <a:cubicBezTo>
                  <a:pt x="69982" y="176879"/>
                  <a:pt x="68749" y="175641"/>
                  <a:pt x="67421" y="174307"/>
                </a:cubicBezTo>
                <a:lnTo>
                  <a:pt x="52149" y="158972"/>
                </a:lnTo>
                <a:cubicBezTo>
                  <a:pt x="48355" y="155162"/>
                  <a:pt x="48355" y="151352"/>
                  <a:pt x="52149" y="147447"/>
                </a:cubicBezTo>
                <a:cubicBezTo>
                  <a:pt x="54710" y="144875"/>
                  <a:pt x="59737" y="144875"/>
                  <a:pt x="62299" y="147447"/>
                </a:cubicBezTo>
                <a:lnTo>
                  <a:pt x="77570" y="162782"/>
                </a:lnTo>
                <a:cubicBezTo>
                  <a:pt x="80131" y="166592"/>
                  <a:pt x="80131" y="170402"/>
                  <a:pt x="77570" y="174307"/>
                </a:cubicBezTo>
                <a:cubicBezTo>
                  <a:pt x="76337" y="175546"/>
                  <a:pt x="73776" y="176879"/>
                  <a:pt x="72448" y="176879"/>
                </a:cubicBezTo>
                <a:close/>
                <a:moveTo>
                  <a:pt x="141313" y="176879"/>
                </a:moveTo>
                <a:cubicBezTo>
                  <a:pt x="138751" y="176879"/>
                  <a:pt x="137518" y="175641"/>
                  <a:pt x="136190" y="174307"/>
                </a:cubicBezTo>
                <a:lnTo>
                  <a:pt x="120919" y="158972"/>
                </a:lnTo>
                <a:cubicBezTo>
                  <a:pt x="117125" y="155162"/>
                  <a:pt x="117125" y="151352"/>
                  <a:pt x="120919" y="147447"/>
                </a:cubicBezTo>
                <a:cubicBezTo>
                  <a:pt x="123480" y="144875"/>
                  <a:pt x="128507" y="144875"/>
                  <a:pt x="131068" y="147447"/>
                </a:cubicBezTo>
                <a:lnTo>
                  <a:pt x="146340" y="162782"/>
                </a:lnTo>
                <a:cubicBezTo>
                  <a:pt x="148901" y="166592"/>
                  <a:pt x="148901" y="170402"/>
                  <a:pt x="146340" y="174307"/>
                </a:cubicBezTo>
                <a:cubicBezTo>
                  <a:pt x="145107" y="175546"/>
                  <a:pt x="142546" y="176879"/>
                  <a:pt x="141218" y="176879"/>
                </a:cubicBezTo>
                <a:close/>
                <a:moveTo>
                  <a:pt x="210082" y="176879"/>
                </a:moveTo>
                <a:cubicBezTo>
                  <a:pt x="207521" y="176879"/>
                  <a:pt x="206288" y="175641"/>
                  <a:pt x="204960" y="174307"/>
                </a:cubicBezTo>
                <a:lnTo>
                  <a:pt x="189688" y="158972"/>
                </a:lnTo>
                <a:cubicBezTo>
                  <a:pt x="185894" y="155162"/>
                  <a:pt x="185894" y="151352"/>
                  <a:pt x="189688" y="147447"/>
                </a:cubicBezTo>
                <a:cubicBezTo>
                  <a:pt x="192250" y="144875"/>
                  <a:pt x="197277" y="144875"/>
                  <a:pt x="199838" y="147447"/>
                </a:cubicBezTo>
                <a:lnTo>
                  <a:pt x="215110" y="162782"/>
                </a:lnTo>
                <a:cubicBezTo>
                  <a:pt x="217671" y="166592"/>
                  <a:pt x="217671" y="170402"/>
                  <a:pt x="215110" y="174307"/>
                </a:cubicBezTo>
                <a:cubicBezTo>
                  <a:pt x="213876" y="175546"/>
                  <a:pt x="211315" y="176879"/>
                  <a:pt x="209987" y="176879"/>
                </a:cubicBezTo>
                <a:close/>
                <a:moveTo>
                  <a:pt x="141313" y="292513"/>
                </a:moveTo>
                <a:cubicBezTo>
                  <a:pt x="138751" y="292513"/>
                  <a:pt x="137518" y="291275"/>
                  <a:pt x="136190" y="289941"/>
                </a:cubicBezTo>
                <a:lnTo>
                  <a:pt x="120919" y="274606"/>
                </a:lnTo>
                <a:cubicBezTo>
                  <a:pt x="117125" y="270796"/>
                  <a:pt x="117125" y="266986"/>
                  <a:pt x="120919" y="263080"/>
                </a:cubicBezTo>
                <a:cubicBezTo>
                  <a:pt x="123480" y="260509"/>
                  <a:pt x="128507" y="260509"/>
                  <a:pt x="131068" y="263080"/>
                </a:cubicBezTo>
                <a:lnTo>
                  <a:pt x="146340" y="278416"/>
                </a:lnTo>
                <a:cubicBezTo>
                  <a:pt x="148901" y="282226"/>
                  <a:pt x="148901" y="286036"/>
                  <a:pt x="146340" y="289941"/>
                </a:cubicBezTo>
                <a:cubicBezTo>
                  <a:pt x="145107" y="291179"/>
                  <a:pt x="142546" y="292513"/>
                  <a:pt x="141218" y="29251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5" name="Graphic 143">
            <a:extLst>
              <a:ext uri="{FF2B5EF4-FFF2-40B4-BE49-F238E27FC236}">
                <a16:creationId xmlns:a16="http://schemas.microsoft.com/office/drawing/2014/main" id="{1556F2B6-FCB9-00AC-57B2-3E2E0D16F0FA}"/>
              </a:ext>
            </a:extLst>
          </p:cNvPr>
          <p:cNvSpPr/>
          <p:nvPr/>
        </p:nvSpPr>
        <p:spPr>
          <a:xfrm>
            <a:off x="5473071" y="2855293"/>
            <a:ext cx="491489" cy="492133"/>
          </a:xfrm>
          <a:custGeom>
            <a:avLst/>
            <a:gdLst>
              <a:gd name="connsiteX0" fmla="*/ 84326 w 367088"/>
              <a:gd name="connsiteY0" fmla="*/ 367570 h 367569"/>
              <a:gd name="connsiteX1" fmla="*/ 76548 w 367088"/>
              <a:gd name="connsiteY1" fmla="*/ 359950 h 367569"/>
              <a:gd name="connsiteX2" fmla="*/ 76548 w 367088"/>
              <a:gd name="connsiteY2" fmla="*/ 7620 h 367569"/>
              <a:gd name="connsiteX3" fmla="*/ 84326 w 367088"/>
              <a:gd name="connsiteY3" fmla="*/ 0 h 367569"/>
              <a:gd name="connsiteX4" fmla="*/ 92104 w 367088"/>
              <a:gd name="connsiteY4" fmla="*/ 7620 h 367569"/>
              <a:gd name="connsiteX5" fmla="*/ 92104 w 367088"/>
              <a:gd name="connsiteY5" fmla="*/ 359950 h 367569"/>
              <a:gd name="connsiteX6" fmla="*/ 84326 w 367088"/>
              <a:gd name="connsiteY6" fmla="*/ 367570 h 367569"/>
              <a:gd name="connsiteX7" fmla="*/ 45910 w 367088"/>
              <a:gd name="connsiteY7" fmla="*/ 65151 h 367569"/>
              <a:gd name="connsiteX8" fmla="*/ 45910 w 367088"/>
              <a:gd name="connsiteY8" fmla="*/ 106013 h 367569"/>
              <a:gd name="connsiteX9" fmla="*/ 16694 w 367088"/>
              <a:gd name="connsiteY9" fmla="*/ 34480 h 367569"/>
              <a:gd name="connsiteX10" fmla="*/ 45910 w 367088"/>
              <a:gd name="connsiteY10" fmla="*/ 65151 h 367569"/>
              <a:gd name="connsiteX11" fmla="*/ 57292 w 367088"/>
              <a:gd name="connsiteY11" fmla="*/ 130207 h 367569"/>
              <a:gd name="connsiteX12" fmla="*/ 61086 w 367088"/>
              <a:gd name="connsiteY12" fmla="*/ 122587 h 367569"/>
              <a:gd name="connsiteX13" fmla="*/ 61086 w 367088"/>
              <a:gd name="connsiteY13" fmla="*/ 61341 h 367569"/>
              <a:gd name="connsiteX14" fmla="*/ 58525 w 367088"/>
              <a:gd name="connsiteY14" fmla="*/ 56198 h 367569"/>
              <a:gd name="connsiteX15" fmla="*/ 12711 w 367088"/>
              <a:gd name="connsiteY15" fmla="*/ 10192 h 367569"/>
              <a:gd name="connsiteX16" fmla="*/ 5122 w 367088"/>
              <a:gd name="connsiteY16" fmla="*/ 8953 h 367569"/>
              <a:gd name="connsiteX17" fmla="*/ 0 w 367088"/>
              <a:gd name="connsiteY17" fmla="*/ 15335 h 367569"/>
              <a:gd name="connsiteX18" fmla="*/ 48281 w 367088"/>
              <a:gd name="connsiteY18" fmla="*/ 128969 h 367569"/>
              <a:gd name="connsiteX19" fmla="*/ 53403 w 367088"/>
              <a:gd name="connsiteY19" fmla="*/ 130207 h 367569"/>
              <a:gd name="connsiteX20" fmla="*/ 57197 w 367088"/>
              <a:gd name="connsiteY20" fmla="*/ 130207 h 367569"/>
              <a:gd name="connsiteX21" fmla="*/ 45910 w 367088"/>
              <a:gd name="connsiteY21" fmla="*/ 179927 h 367569"/>
              <a:gd name="connsiteX22" fmla="*/ 45910 w 367088"/>
              <a:gd name="connsiteY22" fmla="*/ 220790 h 367569"/>
              <a:gd name="connsiteX23" fmla="*/ 16694 w 367088"/>
              <a:gd name="connsiteY23" fmla="*/ 149257 h 367569"/>
              <a:gd name="connsiteX24" fmla="*/ 45910 w 367088"/>
              <a:gd name="connsiteY24" fmla="*/ 179927 h 367569"/>
              <a:gd name="connsiteX25" fmla="*/ 57292 w 367088"/>
              <a:gd name="connsiteY25" fmla="*/ 245078 h 367569"/>
              <a:gd name="connsiteX26" fmla="*/ 61086 w 367088"/>
              <a:gd name="connsiteY26" fmla="*/ 237458 h 367569"/>
              <a:gd name="connsiteX27" fmla="*/ 61086 w 367088"/>
              <a:gd name="connsiteY27" fmla="*/ 176213 h 367569"/>
              <a:gd name="connsiteX28" fmla="*/ 58525 w 367088"/>
              <a:gd name="connsiteY28" fmla="*/ 171069 h 367569"/>
              <a:gd name="connsiteX29" fmla="*/ 12711 w 367088"/>
              <a:gd name="connsiteY29" fmla="*/ 125158 h 367569"/>
              <a:gd name="connsiteX30" fmla="*/ 5122 w 367088"/>
              <a:gd name="connsiteY30" fmla="*/ 123920 h 367569"/>
              <a:gd name="connsiteX31" fmla="*/ 0 w 367088"/>
              <a:gd name="connsiteY31" fmla="*/ 130302 h 367569"/>
              <a:gd name="connsiteX32" fmla="*/ 48281 w 367088"/>
              <a:gd name="connsiteY32" fmla="*/ 243935 h 367569"/>
              <a:gd name="connsiteX33" fmla="*/ 53403 w 367088"/>
              <a:gd name="connsiteY33" fmla="*/ 245173 h 367569"/>
              <a:gd name="connsiteX34" fmla="*/ 57197 w 367088"/>
              <a:gd name="connsiteY34" fmla="*/ 245173 h 367569"/>
              <a:gd name="connsiteX35" fmla="*/ 45910 w 367088"/>
              <a:gd name="connsiteY35" fmla="*/ 294894 h 367569"/>
              <a:gd name="connsiteX36" fmla="*/ 45910 w 367088"/>
              <a:gd name="connsiteY36" fmla="*/ 335852 h 367569"/>
              <a:gd name="connsiteX37" fmla="*/ 16694 w 367088"/>
              <a:gd name="connsiteY37" fmla="*/ 265367 h 367569"/>
              <a:gd name="connsiteX38" fmla="*/ 45910 w 367088"/>
              <a:gd name="connsiteY38" fmla="*/ 294799 h 367569"/>
              <a:gd name="connsiteX39" fmla="*/ 57292 w 367088"/>
              <a:gd name="connsiteY39" fmla="*/ 360236 h 367569"/>
              <a:gd name="connsiteX40" fmla="*/ 61086 w 367088"/>
              <a:gd name="connsiteY40" fmla="*/ 353854 h 367569"/>
              <a:gd name="connsiteX41" fmla="*/ 61086 w 367088"/>
              <a:gd name="connsiteY41" fmla="*/ 292322 h 367569"/>
              <a:gd name="connsiteX42" fmla="*/ 58525 w 367088"/>
              <a:gd name="connsiteY42" fmla="*/ 285940 h 367569"/>
              <a:gd name="connsiteX43" fmla="*/ 12711 w 367088"/>
              <a:gd name="connsiteY43" fmla="*/ 239840 h 367569"/>
              <a:gd name="connsiteX44" fmla="*/ 5122 w 367088"/>
              <a:gd name="connsiteY44" fmla="*/ 238601 h 367569"/>
              <a:gd name="connsiteX45" fmla="*/ 0 w 367088"/>
              <a:gd name="connsiteY45" fmla="*/ 246317 h 367569"/>
              <a:gd name="connsiteX46" fmla="*/ 48281 w 367088"/>
              <a:gd name="connsiteY46" fmla="*/ 359092 h 367569"/>
              <a:gd name="connsiteX47" fmla="*/ 53403 w 367088"/>
              <a:gd name="connsiteY47" fmla="*/ 361664 h 367569"/>
              <a:gd name="connsiteX48" fmla="*/ 57197 w 367088"/>
              <a:gd name="connsiteY48" fmla="*/ 360426 h 367569"/>
              <a:gd name="connsiteX49" fmla="*/ 152052 w 367088"/>
              <a:gd name="connsiteY49" fmla="*/ 34480 h 367569"/>
              <a:gd name="connsiteX50" fmla="*/ 122837 w 367088"/>
              <a:gd name="connsiteY50" fmla="*/ 106013 h 367569"/>
              <a:gd name="connsiteX51" fmla="*/ 122837 w 367088"/>
              <a:gd name="connsiteY51" fmla="*/ 65151 h 367569"/>
              <a:gd name="connsiteX52" fmla="*/ 152052 w 367088"/>
              <a:gd name="connsiteY52" fmla="*/ 34480 h 367569"/>
              <a:gd name="connsiteX53" fmla="*/ 120276 w 367088"/>
              <a:gd name="connsiteY53" fmla="*/ 128969 h 367569"/>
              <a:gd name="connsiteX54" fmla="*/ 168557 w 367088"/>
              <a:gd name="connsiteY54" fmla="*/ 15335 h 367569"/>
              <a:gd name="connsiteX55" fmla="*/ 163435 w 367088"/>
              <a:gd name="connsiteY55" fmla="*/ 8953 h 367569"/>
              <a:gd name="connsiteX56" fmla="*/ 155846 w 367088"/>
              <a:gd name="connsiteY56" fmla="*/ 10192 h 367569"/>
              <a:gd name="connsiteX57" fmla="*/ 110032 w 367088"/>
              <a:gd name="connsiteY57" fmla="*/ 56198 h 367569"/>
              <a:gd name="connsiteX58" fmla="*/ 107470 w 367088"/>
              <a:gd name="connsiteY58" fmla="*/ 61341 h 367569"/>
              <a:gd name="connsiteX59" fmla="*/ 107470 w 367088"/>
              <a:gd name="connsiteY59" fmla="*/ 122587 h 367569"/>
              <a:gd name="connsiteX60" fmla="*/ 111265 w 367088"/>
              <a:gd name="connsiteY60" fmla="*/ 130207 h 367569"/>
              <a:gd name="connsiteX61" fmla="*/ 115059 w 367088"/>
              <a:gd name="connsiteY61" fmla="*/ 130207 h 367569"/>
              <a:gd name="connsiteX62" fmla="*/ 120181 w 367088"/>
              <a:gd name="connsiteY62" fmla="*/ 128969 h 367569"/>
              <a:gd name="connsiteX63" fmla="*/ 152052 w 367088"/>
              <a:gd name="connsiteY63" fmla="*/ 149257 h 367569"/>
              <a:gd name="connsiteX64" fmla="*/ 122837 w 367088"/>
              <a:gd name="connsiteY64" fmla="*/ 220790 h 367569"/>
              <a:gd name="connsiteX65" fmla="*/ 122837 w 367088"/>
              <a:gd name="connsiteY65" fmla="*/ 179927 h 367569"/>
              <a:gd name="connsiteX66" fmla="*/ 152052 w 367088"/>
              <a:gd name="connsiteY66" fmla="*/ 149257 h 367569"/>
              <a:gd name="connsiteX67" fmla="*/ 120276 w 367088"/>
              <a:gd name="connsiteY67" fmla="*/ 243745 h 367569"/>
              <a:gd name="connsiteX68" fmla="*/ 168557 w 367088"/>
              <a:gd name="connsiteY68" fmla="*/ 130112 h 367569"/>
              <a:gd name="connsiteX69" fmla="*/ 163435 w 367088"/>
              <a:gd name="connsiteY69" fmla="*/ 123730 h 367569"/>
              <a:gd name="connsiteX70" fmla="*/ 155846 w 367088"/>
              <a:gd name="connsiteY70" fmla="*/ 124968 h 367569"/>
              <a:gd name="connsiteX71" fmla="*/ 110032 w 367088"/>
              <a:gd name="connsiteY71" fmla="*/ 170879 h 367569"/>
              <a:gd name="connsiteX72" fmla="*/ 107470 w 367088"/>
              <a:gd name="connsiteY72" fmla="*/ 176022 h 367569"/>
              <a:gd name="connsiteX73" fmla="*/ 107470 w 367088"/>
              <a:gd name="connsiteY73" fmla="*/ 237268 h 367569"/>
              <a:gd name="connsiteX74" fmla="*/ 111265 w 367088"/>
              <a:gd name="connsiteY74" fmla="*/ 244888 h 367569"/>
              <a:gd name="connsiteX75" fmla="*/ 115059 w 367088"/>
              <a:gd name="connsiteY75" fmla="*/ 244888 h 367569"/>
              <a:gd name="connsiteX76" fmla="*/ 120181 w 367088"/>
              <a:gd name="connsiteY76" fmla="*/ 243650 h 367569"/>
              <a:gd name="connsiteX77" fmla="*/ 152052 w 367088"/>
              <a:gd name="connsiteY77" fmla="*/ 265462 h 367569"/>
              <a:gd name="connsiteX78" fmla="*/ 122837 w 367088"/>
              <a:gd name="connsiteY78" fmla="*/ 335947 h 367569"/>
              <a:gd name="connsiteX79" fmla="*/ 122837 w 367088"/>
              <a:gd name="connsiteY79" fmla="*/ 294989 h 367569"/>
              <a:gd name="connsiteX80" fmla="*/ 152052 w 367088"/>
              <a:gd name="connsiteY80" fmla="*/ 265557 h 367569"/>
              <a:gd name="connsiteX81" fmla="*/ 120276 w 367088"/>
              <a:gd name="connsiteY81" fmla="*/ 358997 h 367569"/>
              <a:gd name="connsiteX82" fmla="*/ 168557 w 367088"/>
              <a:gd name="connsiteY82" fmla="*/ 246221 h 367569"/>
              <a:gd name="connsiteX83" fmla="*/ 163435 w 367088"/>
              <a:gd name="connsiteY83" fmla="*/ 238506 h 367569"/>
              <a:gd name="connsiteX84" fmla="*/ 155846 w 367088"/>
              <a:gd name="connsiteY84" fmla="*/ 239744 h 367569"/>
              <a:gd name="connsiteX85" fmla="*/ 110032 w 367088"/>
              <a:gd name="connsiteY85" fmla="*/ 285845 h 367569"/>
              <a:gd name="connsiteX86" fmla="*/ 107470 w 367088"/>
              <a:gd name="connsiteY86" fmla="*/ 292227 h 367569"/>
              <a:gd name="connsiteX87" fmla="*/ 107470 w 367088"/>
              <a:gd name="connsiteY87" fmla="*/ 353759 h 367569"/>
              <a:gd name="connsiteX88" fmla="*/ 111265 w 367088"/>
              <a:gd name="connsiteY88" fmla="*/ 360140 h 367569"/>
              <a:gd name="connsiteX89" fmla="*/ 115059 w 367088"/>
              <a:gd name="connsiteY89" fmla="*/ 361379 h 367569"/>
              <a:gd name="connsiteX90" fmla="*/ 120181 w 367088"/>
              <a:gd name="connsiteY90" fmla="*/ 358807 h 367569"/>
              <a:gd name="connsiteX91" fmla="*/ 290635 w 367088"/>
              <a:gd name="connsiteY91" fmla="*/ 359950 h 367569"/>
              <a:gd name="connsiteX92" fmla="*/ 290635 w 367088"/>
              <a:gd name="connsiteY92" fmla="*/ 7620 h 367569"/>
              <a:gd name="connsiteX93" fmla="*/ 282857 w 367088"/>
              <a:gd name="connsiteY93" fmla="*/ 0 h 367569"/>
              <a:gd name="connsiteX94" fmla="*/ 275079 w 367088"/>
              <a:gd name="connsiteY94" fmla="*/ 7620 h 367569"/>
              <a:gd name="connsiteX95" fmla="*/ 275079 w 367088"/>
              <a:gd name="connsiteY95" fmla="*/ 359950 h 367569"/>
              <a:gd name="connsiteX96" fmla="*/ 282857 w 367088"/>
              <a:gd name="connsiteY96" fmla="*/ 367570 h 367569"/>
              <a:gd name="connsiteX97" fmla="*/ 290635 w 367088"/>
              <a:gd name="connsiteY97" fmla="*/ 359950 h 367569"/>
              <a:gd name="connsiteX98" fmla="*/ 244441 w 367088"/>
              <a:gd name="connsiteY98" fmla="*/ 65151 h 367569"/>
              <a:gd name="connsiteX99" fmla="*/ 244441 w 367088"/>
              <a:gd name="connsiteY99" fmla="*/ 106013 h 367569"/>
              <a:gd name="connsiteX100" fmla="*/ 215226 w 367088"/>
              <a:gd name="connsiteY100" fmla="*/ 34480 h 367569"/>
              <a:gd name="connsiteX101" fmla="*/ 244441 w 367088"/>
              <a:gd name="connsiteY101" fmla="*/ 65151 h 367569"/>
              <a:gd name="connsiteX102" fmla="*/ 255823 w 367088"/>
              <a:gd name="connsiteY102" fmla="*/ 130207 h 367569"/>
              <a:gd name="connsiteX103" fmla="*/ 259618 w 367088"/>
              <a:gd name="connsiteY103" fmla="*/ 122587 h 367569"/>
              <a:gd name="connsiteX104" fmla="*/ 259618 w 367088"/>
              <a:gd name="connsiteY104" fmla="*/ 61341 h 367569"/>
              <a:gd name="connsiteX105" fmla="*/ 257056 w 367088"/>
              <a:gd name="connsiteY105" fmla="*/ 56198 h 367569"/>
              <a:gd name="connsiteX106" fmla="*/ 211242 w 367088"/>
              <a:gd name="connsiteY106" fmla="*/ 10192 h 367569"/>
              <a:gd name="connsiteX107" fmla="*/ 203653 w 367088"/>
              <a:gd name="connsiteY107" fmla="*/ 8953 h 367569"/>
              <a:gd name="connsiteX108" fmla="*/ 198531 w 367088"/>
              <a:gd name="connsiteY108" fmla="*/ 15335 h 367569"/>
              <a:gd name="connsiteX109" fmla="*/ 246812 w 367088"/>
              <a:gd name="connsiteY109" fmla="*/ 128969 h 367569"/>
              <a:gd name="connsiteX110" fmla="*/ 251934 w 367088"/>
              <a:gd name="connsiteY110" fmla="*/ 130207 h 367569"/>
              <a:gd name="connsiteX111" fmla="*/ 255728 w 367088"/>
              <a:gd name="connsiteY111" fmla="*/ 130207 h 367569"/>
              <a:gd name="connsiteX112" fmla="*/ 244441 w 367088"/>
              <a:gd name="connsiteY112" fmla="*/ 179927 h 367569"/>
              <a:gd name="connsiteX113" fmla="*/ 244441 w 367088"/>
              <a:gd name="connsiteY113" fmla="*/ 220790 h 367569"/>
              <a:gd name="connsiteX114" fmla="*/ 215226 w 367088"/>
              <a:gd name="connsiteY114" fmla="*/ 149257 h 367569"/>
              <a:gd name="connsiteX115" fmla="*/ 244441 w 367088"/>
              <a:gd name="connsiteY115" fmla="*/ 179927 h 367569"/>
              <a:gd name="connsiteX116" fmla="*/ 255823 w 367088"/>
              <a:gd name="connsiteY116" fmla="*/ 245078 h 367569"/>
              <a:gd name="connsiteX117" fmla="*/ 259618 w 367088"/>
              <a:gd name="connsiteY117" fmla="*/ 237458 h 367569"/>
              <a:gd name="connsiteX118" fmla="*/ 259618 w 367088"/>
              <a:gd name="connsiteY118" fmla="*/ 176213 h 367569"/>
              <a:gd name="connsiteX119" fmla="*/ 257056 w 367088"/>
              <a:gd name="connsiteY119" fmla="*/ 171069 h 367569"/>
              <a:gd name="connsiteX120" fmla="*/ 211242 w 367088"/>
              <a:gd name="connsiteY120" fmla="*/ 125158 h 367569"/>
              <a:gd name="connsiteX121" fmla="*/ 203653 w 367088"/>
              <a:gd name="connsiteY121" fmla="*/ 123920 h 367569"/>
              <a:gd name="connsiteX122" fmla="*/ 198531 w 367088"/>
              <a:gd name="connsiteY122" fmla="*/ 130302 h 367569"/>
              <a:gd name="connsiteX123" fmla="*/ 246812 w 367088"/>
              <a:gd name="connsiteY123" fmla="*/ 243935 h 367569"/>
              <a:gd name="connsiteX124" fmla="*/ 251934 w 367088"/>
              <a:gd name="connsiteY124" fmla="*/ 245173 h 367569"/>
              <a:gd name="connsiteX125" fmla="*/ 255728 w 367088"/>
              <a:gd name="connsiteY125" fmla="*/ 245173 h 367569"/>
              <a:gd name="connsiteX126" fmla="*/ 244441 w 367088"/>
              <a:gd name="connsiteY126" fmla="*/ 294894 h 367569"/>
              <a:gd name="connsiteX127" fmla="*/ 244441 w 367088"/>
              <a:gd name="connsiteY127" fmla="*/ 335852 h 367569"/>
              <a:gd name="connsiteX128" fmla="*/ 215226 w 367088"/>
              <a:gd name="connsiteY128" fmla="*/ 265367 h 367569"/>
              <a:gd name="connsiteX129" fmla="*/ 244441 w 367088"/>
              <a:gd name="connsiteY129" fmla="*/ 294799 h 367569"/>
              <a:gd name="connsiteX130" fmla="*/ 255823 w 367088"/>
              <a:gd name="connsiteY130" fmla="*/ 360236 h 367569"/>
              <a:gd name="connsiteX131" fmla="*/ 259618 w 367088"/>
              <a:gd name="connsiteY131" fmla="*/ 353854 h 367569"/>
              <a:gd name="connsiteX132" fmla="*/ 259618 w 367088"/>
              <a:gd name="connsiteY132" fmla="*/ 292322 h 367569"/>
              <a:gd name="connsiteX133" fmla="*/ 257056 w 367088"/>
              <a:gd name="connsiteY133" fmla="*/ 285940 h 367569"/>
              <a:gd name="connsiteX134" fmla="*/ 211242 w 367088"/>
              <a:gd name="connsiteY134" fmla="*/ 239840 h 367569"/>
              <a:gd name="connsiteX135" fmla="*/ 203653 w 367088"/>
              <a:gd name="connsiteY135" fmla="*/ 238601 h 367569"/>
              <a:gd name="connsiteX136" fmla="*/ 198531 w 367088"/>
              <a:gd name="connsiteY136" fmla="*/ 246317 h 367569"/>
              <a:gd name="connsiteX137" fmla="*/ 246812 w 367088"/>
              <a:gd name="connsiteY137" fmla="*/ 359092 h 367569"/>
              <a:gd name="connsiteX138" fmla="*/ 251934 w 367088"/>
              <a:gd name="connsiteY138" fmla="*/ 361664 h 367569"/>
              <a:gd name="connsiteX139" fmla="*/ 255728 w 367088"/>
              <a:gd name="connsiteY139" fmla="*/ 360426 h 367569"/>
              <a:gd name="connsiteX140" fmla="*/ 350583 w 367088"/>
              <a:gd name="connsiteY140" fmla="*/ 34480 h 367569"/>
              <a:gd name="connsiteX141" fmla="*/ 321368 w 367088"/>
              <a:gd name="connsiteY141" fmla="*/ 106013 h 367569"/>
              <a:gd name="connsiteX142" fmla="*/ 321368 w 367088"/>
              <a:gd name="connsiteY142" fmla="*/ 65151 h 367569"/>
              <a:gd name="connsiteX143" fmla="*/ 350583 w 367088"/>
              <a:gd name="connsiteY143" fmla="*/ 34480 h 367569"/>
              <a:gd name="connsiteX144" fmla="*/ 318807 w 367088"/>
              <a:gd name="connsiteY144" fmla="*/ 128969 h 367569"/>
              <a:gd name="connsiteX145" fmla="*/ 367088 w 367088"/>
              <a:gd name="connsiteY145" fmla="*/ 15335 h 367569"/>
              <a:gd name="connsiteX146" fmla="*/ 361966 w 367088"/>
              <a:gd name="connsiteY146" fmla="*/ 8953 h 367569"/>
              <a:gd name="connsiteX147" fmla="*/ 354378 w 367088"/>
              <a:gd name="connsiteY147" fmla="*/ 10192 h 367569"/>
              <a:gd name="connsiteX148" fmla="*/ 308563 w 367088"/>
              <a:gd name="connsiteY148" fmla="*/ 56198 h 367569"/>
              <a:gd name="connsiteX149" fmla="*/ 306002 w 367088"/>
              <a:gd name="connsiteY149" fmla="*/ 61341 h 367569"/>
              <a:gd name="connsiteX150" fmla="*/ 306002 w 367088"/>
              <a:gd name="connsiteY150" fmla="*/ 122587 h 367569"/>
              <a:gd name="connsiteX151" fmla="*/ 309796 w 367088"/>
              <a:gd name="connsiteY151" fmla="*/ 130207 h 367569"/>
              <a:gd name="connsiteX152" fmla="*/ 313590 w 367088"/>
              <a:gd name="connsiteY152" fmla="*/ 130207 h 367569"/>
              <a:gd name="connsiteX153" fmla="*/ 318712 w 367088"/>
              <a:gd name="connsiteY153" fmla="*/ 128969 h 367569"/>
              <a:gd name="connsiteX154" fmla="*/ 350583 w 367088"/>
              <a:gd name="connsiteY154" fmla="*/ 149257 h 367569"/>
              <a:gd name="connsiteX155" fmla="*/ 321368 w 367088"/>
              <a:gd name="connsiteY155" fmla="*/ 220790 h 367569"/>
              <a:gd name="connsiteX156" fmla="*/ 321368 w 367088"/>
              <a:gd name="connsiteY156" fmla="*/ 179927 h 367569"/>
              <a:gd name="connsiteX157" fmla="*/ 350583 w 367088"/>
              <a:gd name="connsiteY157" fmla="*/ 149257 h 367569"/>
              <a:gd name="connsiteX158" fmla="*/ 318807 w 367088"/>
              <a:gd name="connsiteY158" fmla="*/ 243745 h 367569"/>
              <a:gd name="connsiteX159" fmla="*/ 367088 w 367088"/>
              <a:gd name="connsiteY159" fmla="*/ 130112 h 367569"/>
              <a:gd name="connsiteX160" fmla="*/ 361966 w 367088"/>
              <a:gd name="connsiteY160" fmla="*/ 123730 h 367569"/>
              <a:gd name="connsiteX161" fmla="*/ 354378 w 367088"/>
              <a:gd name="connsiteY161" fmla="*/ 124968 h 367569"/>
              <a:gd name="connsiteX162" fmla="*/ 308563 w 367088"/>
              <a:gd name="connsiteY162" fmla="*/ 170879 h 367569"/>
              <a:gd name="connsiteX163" fmla="*/ 306002 w 367088"/>
              <a:gd name="connsiteY163" fmla="*/ 176022 h 367569"/>
              <a:gd name="connsiteX164" fmla="*/ 306002 w 367088"/>
              <a:gd name="connsiteY164" fmla="*/ 237268 h 367569"/>
              <a:gd name="connsiteX165" fmla="*/ 309796 w 367088"/>
              <a:gd name="connsiteY165" fmla="*/ 244888 h 367569"/>
              <a:gd name="connsiteX166" fmla="*/ 313590 w 367088"/>
              <a:gd name="connsiteY166" fmla="*/ 244888 h 367569"/>
              <a:gd name="connsiteX167" fmla="*/ 318712 w 367088"/>
              <a:gd name="connsiteY167" fmla="*/ 243650 h 367569"/>
              <a:gd name="connsiteX168" fmla="*/ 350583 w 367088"/>
              <a:gd name="connsiteY168" fmla="*/ 265462 h 367569"/>
              <a:gd name="connsiteX169" fmla="*/ 321368 w 367088"/>
              <a:gd name="connsiteY169" fmla="*/ 335947 h 367569"/>
              <a:gd name="connsiteX170" fmla="*/ 321368 w 367088"/>
              <a:gd name="connsiteY170" fmla="*/ 294989 h 367569"/>
              <a:gd name="connsiteX171" fmla="*/ 350583 w 367088"/>
              <a:gd name="connsiteY171" fmla="*/ 265557 h 367569"/>
              <a:gd name="connsiteX172" fmla="*/ 318807 w 367088"/>
              <a:gd name="connsiteY172" fmla="*/ 358997 h 367569"/>
              <a:gd name="connsiteX173" fmla="*/ 367088 w 367088"/>
              <a:gd name="connsiteY173" fmla="*/ 246221 h 367569"/>
              <a:gd name="connsiteX174" fmla="*/ 361966 w 367088"/>
              <a:gd name="connsiteY174" fmla="*/ 238506 h 367569"/>
              <a:gd name="connsiteX175" fmla="*/ 354378 w 367088"/>
              <a:gd name="connsiteY175" fmla="*/ 239744 h 367569"/>
              <a:gd name="connsiteX176" fmla="*/ 308563 w 367088"/>
              <a:gd name="connsiteY176" fmla="*/ 285845 h 367569"/>
              <a:gd name="connsiteX177" fmla="*/ 306002 w 367088"/>
              <a:gd name="connsiteY177" fmla="*/ 292227 h 367569"/>
              <a:gd name="connsiteX178" fmla="*/ 306002 w 367088"/>
              <a:gd name="connsiteY178" fmla="*/ 353759 h 367569"/>
              <a:gd name="connsiteX179" fmla="*/ 309796 w 367088"/>
              <a:gd name="connsiteY179" fmla="*/ 360140 h 367569"/>
              <a:gd name="connsiteX180" fmla="*/ 313590 w 367088"/>
              <a:gd name="connsiteY180" fmla="*/ 361379 h 367569"/>
              <a:gd name="connsiteX181" fmla="*/ 318712 w 367088"/>
              <a:gd name="connsiteY181" fmla="*/ 358807 h 367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</a:cxnLst>
            <a:rect l="l" t="t" r="r" b="b"/>
            <a:pathLst>
              <a:path w="367088" h="367569">
                <a:moveTo>
                  <a:pt x="84326" y="367570"/>
                </a:moveTo>
                <a:cubicBezTo>
                  <a:pt x="80437" y="367570"/>
                  <a:pt x="76548" y="363760"/>
                  <a:pt x="76548" y="359950"/>
                </a:cubicBezTo>
                <a:lnTo>
                  <a:pt x="76548" y="7620"/>
                </a:lnTo>
                <a:cubicBezTo>
                  <a:pt x="76548" y="3810"/>
                  <a:pt x="80437" y="0"/>
                  <a:pt x="84326" y="0"/>
                </a:cubicBezTo>
                <a:cubicBezTo>
                  <a:pt x="88215" y="0"/>
                  <a:pt x="92104" y="3810"/>
                  <a:pt x="92104" y="7620"/>
                </a:cubicBezTo>
                <a:lnTo>
                  <a:pt x="92104" y="359950"/>
                </a:lnTo>
                <a:cubicBezTo>
                  <a:pt x="92104" y="363760"/>
                  <a:pt x="88215" y="367570"/>
                  <a:pt x="84326" y="367570"/>
                </a:cubicBezTo>
                <a:close/>
                <a:moveTo>
                  <a:pt x="45910" y="65151"/>
                </a:moveTo>
                <a:lnTo>
                  <a:pt x="45910" y="106013"/>
                </a:lnTo>
                <a:cubicBezTo>
                  <a:pt x="25611" y="83058"/>
                  <a:pt x="17928" y="58769"/>
                  <a:pt x="16694" y="34480"/>
                </a:cubicBezTo>
                <a:lnTo>
                  <a:pt x="45910" y="65151"/>
                </a:lnTo>
                <a:close/>
                <a:moveTo>
                  <a:pt x="57292" y="130207"/>
                </a:moveTo>
                <a:cubicBezTo>
                  <a:pt x="59853" y="128969"/>
                  <a:pt x="61086" y="125063"/>
                  <a:pt x="61086" y="122587"/>
                </a:cubicBezTo>
                <a:lnTo>
                  <a:pt x="61086" y="61341"/>
                </a:lnTo>
                <a:cubicBezTo>
                  <a:pt x="61086" y="60103"/>
                  <a:pt x="59853" y="57531"/>
                  <a:pt x="58525" y="56198"/>
                </a:cubicBezTo>
                <a:lnTo>
                  <a:pt x="12711" y="10192"/>
                </a:lnTo>
                <a:cubicBezTo>
                  <a:pt x="11477" y="7620"/>
                  <a:pt x="7588" y="7620"/>
                  <a:pt x="5122" y="8953"/>
                </a:cubicBezTo>
                <a:cubicBezTo>
                  <a:pt x="2561" y="10192"/>
                  <a:pt x="0" y="12764"/>
                  <a:pt x="0" y="15335"/>
                </a:cubicBezTo>
                <a:cubicBezTo>
                  <a:pt x="0" y="49816"/>
                  <a:pt x="5122" y="94488"/>
                  <a:pt x="48281" y="128969"/>
                </a:cubicBezTo>
                <a:cubicBezTo>
                  <a:pt x="49514" y="130207"/>
                  <a:pt x="52075" y="130207"/>
                  <a:pt x="53403" y="130207"/>
                </a:cubicBezTo>
                <a:lnTo>
                  <a:pt x="57197" y="130207"/>
                </a:lnTo>
                <a:close/>
                <a:moveTo>
                  <a:pt x="45910" y="179927"/>
                </a:moveTo>
                <a:lnTo>
                  <a:pt x="45910" y="220790"/>
                </a:lnTo>
                <a:cubicBezTo>
                  <a:pt x="25611" y="199073"/>
                  <a:pt x="17928" y="173546"/>
                  <a:pt x="16694" y="149257"/>
                </a:cubicBezTo>
                <a:lnTo>
                  <a:pt x="45910" y="179927"/>
                </a:lnTo>
                <a:close/>
                <a:moveTo>
                  <a:pt x="57292" y="245078"/>
                </a:moveTo>
                <a:cubicBezTo>
                  <a:pt x="59853" y="243840"/>
                  <a:pt x="61086" y="241268"/>
                  <a:pt x="61086" y="237458"/>
                </a:cubicBezTo>
                <a:lnTo>
                  <a:pt x="61086" y="176213"/>
                </a:lnTo>
                <a:cubicBezTo>
                  <a:pt x="61086" y="174974"/>
                  <a:pt x="59853" y="172402"/>
                  <a:pt x="58525" y="171069"/>
                </a:cubicBezTo>
                <a:lnTo>
                  <a:pt x="12711" y="125158"/>
                </a:lnTo>
                <a:cubicBezTo>
                  <a:pt x="11477" y="122587"/>
                  <a:pt x="7588" y="122587"/>
                  <a:pt x="5122" y="123920"/>
                </a:cubicBezTo>
                <a:cubicBezTo>
                  <a:pt x="2561" y="125158"/>
                  <a:pt x="0" y="127730"/>
                  <a:pt x="0" y="130302"/>
                </a:cubicBezTo>
                <a:cubicBezTo>
                  <a:pt x="0" y="164783"/>
                  <a:pt x="5122" y="209455"/>
                  <a:pt x="48281" y="243935"/>
                </a:cubicBezTo>
                <a:cubicBezTo>
                  <a:pt x="49514" y="245173"/>
                  <a:pt x="52075" y="245173"/>
                  <a:pt x="53403" y="245173"/>
                </a:cubicBezTo>
                <a:lnTo>
                  <a:pt x="57197" y="245173"/>
                </a:lnTo>
                <a:close/>
                <a:moveTo>
                  <a:pt x="45910" y="294894"/>
                </a:moveTo>
                <a:lnTo>
                  <a:pt x="45910" y="335852"/>
                </a:lnTo>
                <a:cubicBezTo>
                  <a:pt x="25611" y="314039"/>
                  <a:pt x="17928" y="288417"/>
                  <a:pt x="16694" y="265367"/>
                </a:cubicBezTo>
                <a:lnTo>
                  <a:pt x="45910" y="294799"/>
                </a:lnTo>
                <a:close/>
                <a:moveTo>
                  <a:pt x="57292" y="360236"/>
                </a:moveTo>
                <a:cubicBezTo>
                  <a:pt x="59853" y="358997"/>
                  <a:pt x="61086" y="356425"/>
                  <a:pt x="61086" y="353854"/>
                </a:cubicBezTo>
                <a:lnTo>
                  <a:pt x="61086" y="292322"/>
                </a:lnTo>
                <a:cubicBezTo>
                  <a:pt x="61086" y="289750"/>
                  <a:pt x="59853" y="287179"/>
                  <a:pt x="58525" y="285940"/>
                </a:cubicBezTo>
                <a:lnTo>
                  <a:pt x="12711" y="239840"/>
                </a:lnTo>
                <a:cubicBezTo>
                  <a:pt x="11477" y="238601"/>
                  <a:pt x="7588" y="237268"/>
                  <a:pt x="5122" y="238601"/>
                </a:cubicBezTo>
                <a:cubicBezTo>
                  <a:pt x="2561" y="239840"/>
                  <a:pt x="0" y="242411"/>
                  <a:pt x="0" y="246317"/>
                </a:cubicBezTo>
                <a:cubicBezTo>
                  <a:pt x="0" y="280892"/>
                  <a:pt x="5122" y="324517"/>
                  <a:pt x="48281" y="359092"/>
                </a:cubicBezTo>
                <a:cubicBezTo>
                  <a:pt x="49514" y="360331"/>
                  <a:pt x="52075" y="361664"/>
                  <a:pt x="53403" y="361664"/>
                </a:cubicBezTo>
                <a:cubicBezTo>
                  <a:pt x="54731" y="361664"/>
                  <a:pt x="55964" y="360426"/>
                  <a:pt x="57197" y="360426"/>
                </a:cubicBezTo>
                <a:close/>
                <a:moveTo>
                  <a:pt x="152052" y="34480"/>
                </a:moveTo>
                <a:cubicBezTo>
                  <a:pt x="150819" y="58769"/>
                  <a:pt x="143136" y="82963"/>
                  <a:pt x="122837" y="106013"/>
                </a:cubicBezTo>
                <a:lnTo>
                  <a:pt x="122837" y="65151"/>
                </a:lnTo>
                <a:lnTo>
                  <a:pt x="152052" y="34480"/>
                </a:lnTo>
                <a:close/>
                <a:moveTo>
                  <a:pt x="120276" y="128969"/>
                </a:moveTo>
                <a:cubicBezTo>
                  <a:pt x="163530" y="94488"/>
                  <a:pt x="168557" y="49816"/>
                  <a:pt x="168557" y="15335"/>
                </a:cubicBezTo>
                <a:cubicBezTo>
                  <a:pt x="168557" y="12764"/>
                  <a:pt x="167324" y="10192"/>
                  <a:pt x="163435" y="8953"/>
                </a:cubicBezTo>
                <a:cubicBezTo>
                  <a:pt x="160874" y="7715"/>
                  <a:pt x="158313" y="7715"/>
                  <a:pt x="155846" y="10192"/>
                </a:cubicBezTo>
                <a:lnTo>
                  <a:pt x="110032" y="56198"/>
                </a:lnTo>
                <a:cubicBezTo>
                  <a:pt x="108798" y="57436"/>
                  <a:pt x="107470" y="60007"/>
                  <a:pt x="107470" y="61341"/>
                </a:cubicBezTo>
                <a:lnTo>
                  <a:pt x="107470" y="122587"/>
                </a:lnTo>
                <a:cubicBezTo>
                  <a:pt x="107470" y="125158"/>
                  <a:pt x="108704" y="128969"/>
                  <a:pt x="111265" y="130207"/>
                </a:cubicBezTo>
                <a:lnTo>
                  <a:pt x="115059" y="130207"/>
                </a:lnTo>
                <a:cubicBezTo>
                  <a:pt x="116292" y="130207"/>
                  <a:pt x="118853" y="130207"/>
                  <a:pt x="120181" y="128969"/>
                </a:cubicBezTo>
                <a:close/>
                <a:moveTo>
                  <a:pt x="152052" y="149257"/>
                </a:moveTo>
                <a:cubicBezTo>
                  <a:pt x="150819" y="173546"/>
                  <a:pt x="143136" y="199073"/>
                  <a:pt x="122837" y="220790"/>
                </a:cubicBezTo>
                <a:lnTo>
                  <a:pt x="122837" y="179927"/>
                </a:lnTo>
                <a:lnTo>
                  <a:pt x="152052" y="149257"/>
                </a:lnTo>
                <a:close/>
                <a:moveTo>
                  <a:pt x="120276" y="243745"/>
                </a:moveTo>
                <a:cubicBezTo>
                  <a:pt x="163530" y="209264"/>
                  <a:pt x="168557" y="164592"/>
                  <a:pt x="168557" y="130112"/>
                </a:cubicBezTo>
                <a:cubicBezTo>
                  <a:pt x="168557" y="127540"/>
                  <a:pt x="167324" y="124968"/>
                  <a:pt x="163435" y="123730"/>
                </a:cubicBezTo>
                <a:cubicBezTo>
                  <a:pt x="160874" y="122492"/>
                  <a:pt x="158313" y="122492"/>
                  <a:pt x="155846" y="124968"/>
                </a:cubicBezTo>
                <a:lnTo>
                  <a:pt x="110032" y="170879"/>
                </a:lnTo>
                <a:cubicBezTo>
                  <a:pt x="108798" y="172117"/>
                  <a:pt x="107470" y="174688"/>
                  <a:pt x="107470" y="176022"/>
                </a:cubicBezTo>
                <a:lnTo>
                  <a:pt x="107470" y="237268"/>
                </a:lnTo>
                <a:cubicBezTo>
                  <a:pt x="107470" y="241078"/>
                  <a:pt x="108704" y="243650"/>
                  <a:pt x="111265" y="244888"/>
                </a:cubicBezTo>
                <a:lnTo>
                  <a:pt x="115059" y="244888"/>
                </a:lnTo>
                <a:cubicBezTo>
                  <a:pt x="116292" y="244888"/>
                  <a:pt x="118853" y="244888"/>
                  <a:pt x="120181" y="243650"/>
                </a:cubicBezTo>
                <a:close/>
                <a:moveTo>
                  <a:pt x="152052" y="265462"/>
                </a:moveTo>
                <a:cubicBezTo>
                  <a:pt x="150819" y="288512"/>
                  <a:pt x="143136" y="314135"/>
                  <a:pt x="122837" y="335947"/>
                </a:cubicBezTo>
                <a:lnTo>
                  <a:pt x="122837" y="294989"/>
                </a:lnTo>
                <a:lnTo>
                  <a:pt x="152052" y="265557"/>
                </a:lnTo>
                <a:close/>
                <a:moveTo>
                  <a:pt x="120276" y="358997"/>
                </a:moveTo>
                <a:cubicBezTo>
                  <a:pt x="163530" y="324421"/>
                  <a:pt x="168557" y="280797"/>
                  <a:pt x="168557" y="246221"/>
                </a:cubicBezTo>
                <a:cubicBezTo>
                  <a:pt x="168557" y="242411"/>
                  <a:pt x="167324" y="239840"/>
                  <a:pt x="163435" y="238506"/>
                </a:cubicBezTo>
                <a:cubicBezTo>
                  <a:pt x="160874" y="237268"/>
                  <a:pt x="158313" y="238506"/>
                  <a:pt x="155846" y="239744"/>
                </a:cubicBezTo>
                <a:lnTo>
                  <a:pt x="110032" y="285845"/>
                </a:lnTo>
                <a:cubicBezTo>
                  <a:pt x="108798" y="287084"/>
                  <a:pt x="107470" y="289655"/>
                  <a:pt x="107470" y="292227"/>
                </a:cubicBezTo>
                <a:lnTo>
                  <a:pt x="107470" y="353759"/>
                </a:lnTo>
                <a:cubicBezTo>
                  <a:pt x="107470" y="356330"/>
                  <a:pt x="108704" y="358902"/>
                  <a:pt x="111265" y="360140"/>
                </a:cubicBezTo>
                <a:cubicBezTo>
                  <a:pt x="112498" y="360140"/>
                  <a:pt x="113826" y="361379"/>
                  <a:pt x="115059" y="361379"/>
                </a:cubicBezTo>
                <a:cubicBezTo>
                  <a:pt x="116292" y="361379"/>
                  <a:pt x="118853" y="360140"/>
                  <a:pt x="120181" y="358807"/>
                </a:cubicBezTo>
                <a:close/>
                <a:moveTo>
                  <a:pt x="290635" y="359950"/>
                </a:moveTo>
                <a:lnTo>
                  <a:pt x="290635" y="7620"/>
                </a:lnTo>
                <a:cubicBezTo>
                  <a:pt x="290635" y="3810"/>
                  <a:pt x="286746" y="0"/>
                  <a:pt x="282857" y="0"/>
                </a:cubicBezTo>
                <a:cubicBezTo>
                  <a:pt x="278968" y="0"/>
                  <a:pt x="275079" y="3810"/>
                  <a:pt x="275079" y="7620"/>
                </a:cubicBezTo>
                <a:lnTo>
                  <a:pt x="275079" y="359950"/>
                </a:lnTo>
                <a:cubicBezTo>
                  <a:pt x="275079" y="363760"/>
                  <a:pt x="278968" y="367570"/>
                  <a:pt x="282857" y="367570"/>
                </a:cubicBezTo>
                <a:cubicBezTo>
                  <a:pt x="286746" y="367570"/>
                  <a:pt x="290635" y="363760"/>
                  <a:pt x="290635" y="359950"/>
                </a:cubicBezTo>
                <a:close/>
                <a:moveTo>
                  <a:pt x="244441" y="65151"/>
                </a:moveTo>
                <a:lnTo>
                  <a:pt x="244441" y="106013"/>
                </a:lnTo>
                <a:cubicBezTo>
                  <a:pt x="224142" y="83058"/>
                  <a:pt x="216459" y="58769"/>
                  <a:pt x="215226" y="34480"/>
                </a:cubicBezTo>
                <a:lnTo>
                  <a:pt x="244441" y="65151"/>
                </a:lnTo>
                <a:close/>
                <a:moveTo>
                  <a:pt x="255823" y="130207"/>
                </a:moveTo>
                <a:cubicBezTo>
                  <a:pt x="258384" y="128969"/>
                  <a:pt x="259618" y="125063"/>
                  <a:pt x="259618" y="122587"/>
                </a:cubicBezTo>
                <a:lnTo>
                  <a:pt x="259618" y="61341"/>
                </a:lnTo>
                <a:cubicBezTo>
                  <a:pt x="259618" y="60103"/>
                  <a:pt x="258384" y="57531"/>
                  <a:pt x="257056" y="56198"/>
                </a:cubicBezTo>
                <a:lnTo>
                  <a:pt x="211242" y="10192"/>
                </a:lnTo>
                <a:cubicBezTo>
                  <a:pt x="210008" y="7620"/>
                  <a:pt x="206119" y="7620"/>
                  <a:pt x="203653" y="8953"/>
                </a:cubicBezTo>
                <a:cubicBezTo>
                  <a:pt x="201092" y="10192"/>
                  <a:pt x="198531" y="12764"/>
                  <a:pt x="198531" y="15335"/>
                </a:cubicBezTo>
                <a:cubicBezTo>
                  <a:pt x="198531" y="49816"/>
                  <a:pt x="203653" y="94488"/>
                  <a:pt x="246812" y="128969"/>
                </a:cubicBezTo>
                <a:cubicBezTo>
                  <a:pt x="248045" y="130207"/>
                  <a:pt x="250606" y="130207"/>
                  <a:pt x="251934" y="130207"/>
                </a:cubicBezTo>
                <a:lnTo>
                  <a:pt x="255728" y="130207"/>
                </a:lnTo>
                <a:close/>
                <a:moveTo>
                  <a:pt x="244441" y="179927"/>
                </a:moveTo>
                <a:lnTo>
                  <a:pt x="244441" y="220790"/>
                </a:lnTo>
                <a:cubicBezTo>
                  <a:pt x="224142" y="199073"/>
                  <a:pt x="216459" y="173546"/>
                  <a:pt x="215226" y="149257"/>
                </a:cubicBezTo>
                <a:lnTo>
                  <a:pt x="244441" y="179927"/>
                </a:lnTo>
                <a:close/>
                <a:moveTo>
                  <a:pt x="255823" y="245078"/>
                </a:moveTo>
                <a:cubicBezTo>
                  <a:pt x="258384" y="243840"/>
                  <a:pt x="259618" y="241268"/>
                  <a:pt x="259618" y="237458"/>
                </a:cubicBezTo>
                <a:lnTo>
                  <a:pt x="259618" y="176213"/>
                </a:lnTo>
                <a:cubicBezTo>
                  <a:pt x="259618" y="174974"/>
                  <a:pt x="258384" y="172402"/>
                  <a:pt x="257056" y="171069"/>
                </a:cubicBezTo>
                <a:lnTo>
                  <a:pt x="211242" y="125158"/>
                </a:lnTo>
                <a:cubicBezTo>
                  <a:pt x="210008" y="122587"/>
                  <a:pt x="206119" y="122587"/>
                  <a:pt x="203653" y="123920"/>
                </a:cubicBezTo>
                <a:cubicBezTo>
                  <a:pt x="201092" y="125158"/>
                  <a:pt x="198531" y="127730"/>
                  <a:pt x="198531" y="130302"/>
                </a:cubicBezTo>
                <a:cubicBezTo>
                  <a:pt x="198531" y="164783"/>
                  <a:pt x="203653" y="209455"/>
                  <a:pt x="246812" y="243935"/>
                </a:cubicBezTo>
                <a:cubicBezTo>
                  <a:pt x="248045" y="245173"/>
                  <a:pt x="250606" y="245173"/>
                  <a:pt x="251934" y="245173"/>
                </a:cubicBezTo>
                <a:lnTo>
                  <a:pt x="255728" y="245173"/>
                </a:lnTo>
                <a:close/>
                <a:moveTo>
                  <a:pt x="244441" y="294894"/>
                </a:moveTo>
                <a:lnTo>
                  <a:pt x="244441" y="335852"/>
                </a:lnTo>
                <a:cubicBezTo>
                  <a:pt x="224142" y="314039"/>
                  <a:pt x="216459" y="288417"/>
                  <a:pt x="215226" y="265367"/>
                </a:cubicBezTo>
                <a:lnTo>
                  <a:pt x="244441" y="294799"/>
                </a:lnTo>
                <a:close/>
                <a:moveTo>
                  <a:pt x="255823" y="360236"/>
                </a:moveTo>
                <a:cubicBezTo>
                  <a:pt x="258384" y="358997"/>
                  <a:pt x="259618" y="356425"/>
                  <a:pt x="259618" y="353854"/>
                </a:cubicBezTo>
                <a:lnTo>
                  <a:pt x="259618" y="292322"/>
                </a:lnTo>
                <a:cubicBezTo>
                  <a:pt x="259618" y="289750"/>
                  <a:pt x="258384" y="287179"/>
                  <a:pt x="257056" y="285940"/>
                </a:cubicBezTo>
                <a:lnTo>
                  <a:pt x="211242" y="239840"/>
                </a:lnTo>
                <a:cubicBezTo>
                  <a:pt x="210008" y="238601"/>
                  <a:pt x="206119" y="237268"/>
                  <a:pt x="203653" y="238601"/>
                </a:cubicBezTo>
                <a:cubicBezTo>
                  <a:pt x="201092" y="239840"/>
                  <a:pt x="198531" y="242411"/>
                  <a:pt x="198531" y="246317"/>
                </a:cubicBezTo>
                <a:cubicBezTo>
                  <a:pt x="198531" y="280892"/>
                  <a:pt x="203653" y="324517"/>
                  <a:pt x="246812" y="359092"/>
                </a:cubicBezTo>
                <a:cubicBezTo>
                  <a:pt x="248045" y="360331"/>
                  <a:pt x="250606" y="361664"/>
                  <a:pt x="251934" y="361664"/>
                </a:cubicBezTo>
                <a:cubicBezTo>
                  <a:pt x="253262" y="361664"/>
                  <a:pt x="254495" y="360426"/>
                  <a:pt x="255728" y="360426"/>
                </a:cubicBezTo>
                <a:close/>
                <a:moveTo>
                  <a:pt x="350583" y="34480"/>
                </a:moveTo>
                <a:cubicBezTo>
                  <a:pt x="349350" y="58769"/>
                  <a:pt x="341667" y="82963"/>
                  <a:pt x="321368" y="106013"/>
                </a:cubicBezTo>
                <a:lnTo>
                  <a:pt x="321368" y="65151"/>
                </a:lnTo>
                <a:lnTo>
                  <a:pt x="350583" y="34480"/>
                </a:lnTo>
                <a:close/>
                <a:moveTo>
                  <a:pt x="318807" y="128969"/>
                </a:moveTo>
                <a:cubicBezTo>
                  <a:pt x="362061" y="94488"/>
                  <a:pt x="367088" y="49816"/>
                  <a:pt x="367088" y="15335"/>
                </a:cubicBezTo>
                <a:cubicBezTo>
                  <a:pt x="367088" y="12764"/>
                  <a:pt x="365855" y="10192"/>
                  <a:pt x="361966" y="8953"/>
                </a:cubicBezTo>
                <a:cubicBezTo>
                  <a:pt x="359405" y="7715"/>
                  <a:pt x="356844" y="7715"/>
                  <a:pt x="354378" y="10192"/>
                </a:cubicBezTo>
                <a:lnTo>
                  <a:pt x="308563" y="56198"/>
                </a:lnTo>
                <a:cubicBezTo>
                  <a:pt x="307329" y="57436"/>
                  <a:pt x="306002" y="60007"/>
                  <a:pt x="306002" y="61341"/>
                </a:cubicBezTo>
                <a:lnTo>
                  <a:pt x="306002" y="122587"/>
                </a:lnTo>
                <a:cubicBezTo>
                  <a:pt x="306002" y="125158"/>
                  <a:pt x="307235" y="128969"/>
                  <a:pt x="309796" y="130207"/>
                </a:cubicBezTo>
                <a:lnTo>
                  <a:pt x="313590" y="130207"/>
                </a:lnTo>
                <a:cubicBezTo>
                  <a:pt x="314823" y="130207"/>
                  <a:pt x="317384" y="130207"/>
                  <a:pt x="318712" y="128969"/>
                </a:cubicBezTo>
                <a:close/>
                <a:moveTo>
                  <a:pt x="350583" y="149257"/>
                </a:moveTo>
                <a:cubicBezTo>
                  <a:pt x="349350" y="173546"/>
                  <a:pt x="341667" y="199073"/>
                  <a:pt x="321368" y="220790"/>
                </a:cubicBezTo>
                <a:lnTo>
                  <a:pt x="321368" y="179927"/>
                </a:lnTo>
                <a:lnTo>
                  <a:pt x="350583" y="149257"/>
                </a:lnTo>
                <a:close/>
                <a:moveTo>
                  <a:pt x="318807" y="243745"/>
                </a:moveTo>
                <a:cubicBezTo>
                  <a:pt x="362061" y="209264"/>
                  <a:pt x="367088" y="164592"/>
                  <a:pt x="367088" y="130112"/>
                </a:cubicBezTo>
                <a:cubicBezTo>
                  <a:pt x="367088" y="127540"/>
                  <a:pt x="365855" y="124968"/>
                  <a:pt x="361966" y="123730"/>
                </a:cubicBezTo>
                <a:cubicBezTo>
                  <a:pt x="359405" y="122492"/>
                  <a:pt x="356844" y="122492"/>
                  <a:pt x="354378" y="124968"/>
                </a:cubicBezTo>
                <a:lnTo>
                  <a:pt x="308563" y="170879"/>
                </a:lnTo>
                <a:cubicBezTo>
                  <a:pt x="307329" y="172117"/>
                  <a:pt x="306002" y="174688"/>
                  <a:pt x="306002" y="176022"/>
                </a:cubicBezTo>
                <a:lnTo>
                  <a:pt x="306002" y="237268"/>
                </a:lnTo>
                <a:cubicBezTo>
                  <a:pt x="306002" y="241078"/>
                  <a:pt x="307235" y="243650"/>
                  <a:pt x="309796" y="244888"/>
                </a:cubicBezTo>
                <a:lnTo>
                  <a:pt x="313590" y="244888"/>
                </a:lnTo>
                <a:cubicBezTo>
                  <a:pt x="314823" y="244888"/>
                  <a:pt x="317384" y="244888"/>
                  <a:pt x="318712" y="243650"/>
                </a:cubicBezTo>
                <a:close/>
                <a:moveTo>
                  <a:pt x="350583" y="265462"/>
                </a:moveTo>
                <a:cubicBezTo>
                  <a:pt x="349350" y="288512"/>
                  <a:pt x="341667" y="314135"/>
                  <a:pt x="321368" y="335947"/>
                </a:cubicBezTo>
                <a:lnTo>
                  <a:pt x="321368" y="294989"/>
                </a:lnTo>
                <a:lnTo>
                  <a:pt x="350583" y="265557"/>
                </a:lnTo>
                <a:close/>
                <a:moveTo>
                  <a:pt x="318807" y="358997"/>
                </a:moveTo>
                <a:cubicBezTo>
                  <a:pt x="362061" y="324421"/>
                  <a:pt x="367088" y="280797"/>
                  <a:pt x="367088" y="246221"/>
                </a:cubicBezTo>
                <a:cubicBezTo>
                  <a:pt x="367088" y="242411"/>
                  <a:pt x="365855" y="239840"/>
                  <a:pt x="361966" y="238506"/>
                </a:cubicBezTo>
                <a:cubicBezTo>
                  <a:pt x="359405" y="237268"/>
                  <a:pt x="356844" y="238506"/>
                  <a:pt x="354378" y="239744"/>
                </a:cubicBezTo>
                <a:lnTo>
                  <a:pt x="308563" y="285845"/>
                </a:lnTo>
                <a:cubicBezTo>
                  <a:pt x="307329" y="287084"/>
                  <a:pt x="306002" y="289655"/>
                  <a:pt x="306002" y="292227"/>
                </a:cubicBezTo>
                <a:lnTo>
                  <a:pt x="306002" y="353759"/>
                </a:lnTo>
                <a:cubicBezTo>
                  <a:pt x="306002" y="356330"/>
                  <a:pt x="307235" y="358902"/>
                  <a:pt x="309796" y="360140"/>
                </a:cubicBezTo>
                <a:cubicBezTo>
                  <a:pt x="311029" y="360140"/>
                  <a:pt x="312357" y="361379"/>
                  <a:pt x="313590" y="361379"/>
                </a:cubicBezTo>
                <a:cubicBezTo>
                  <a:pt x="314823" y="361379"/>
                  <a:pt x="317384" y="360140"/>
                  <a:pt x="318712" y="35880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6" name="Graphic 143">
            <a:extLst>
              <a:ext uri="{FF2B5EF4-FFF2-40B4-BE49-F238E27FC236}">
                <a16:creationId xmlns:a16="http://schemas.microsoft.com/office/drawing/2014/main" id="{04C7B419-0332-369E-20DA-1EE96B92A6CA}"/>
              </a:ext>
            </a:extLst>
          </p:cNvPr>
          <p:cNvSpPr/>
          <p:nvPr/>
        </p:nvSpPr>
        <p:spPr>
          <a:xfrm>
            <a:off x="6236823" y="2855293"/>
            <a:ext cx="491489" cy="492133"/>
          </a:xfrm>
          <a:custGeom>
            <a:avLst/>
            <a:gdLst>
              <a:gd name="connsiteX0" fmla="*/ 84326 w 367088"/>
              <a:gd name="connsiteY0" fmla="*/ 367570 h 367569"/>
              <a:gd name="connsiteX1" fmla="*/ 76548 w 367088"/>
              <a:gd name="connsiteY1" fmla="*/ 359950 h 367569"/>
              <a:gd name="connsiteX2" fmla="*/ 76548 w 367088"/>
              <a:gd name="connsiteY2" fmla="*/ 7620 h 367569"/>
              <a:gd name="connsiteX3" fmla="*/ 84326 w 367088"/>
              <a:gd name="connsiteY3" fmla="*/ 0 h 367569"/>
              <a:gd name="connsiteX4" fmla="*/ 92104 w 367088"/>
              <a:gd name="connsiteY4" fmla="*/ 7620 h 367569"/>
              <a:gd name="connsiteX5" fmla="*/ 92104 w 367088"/>
              <a:gd name="connsiteY5" fmla="*/ 359950 h 367569"/>
              <a:gd name="connsiteX6" fmla="*/ 84326 w 367088"/>
              <a:gd name="connsiteY6" fmla="*/ 367570 h 367569"/>
              <a:gd name="connsiteX7" fmla="*/ 45910 w 367088"/>
              <a:gd name="connsiteY7" fmla="*/ 65151 h 367569"/>
              <a:gd name="connsiteX8" fmla="*/ 45910 w 367088"/>
              <a:gd name="connsiteY8" fmla="*/ 106013 h 367569"/>
              <a:gd name="connsiteX9" fmla="*/ 16694 w 367088"/>
              <a:gd name="connsiteY9" fmla="*/ 34480 h 367569"/>
              <a:gd name="connsiteX10" fmla="*/ 45910 w 367088"/>
              <a:gd name="connsiteY10" fmla="*/ 65151 h 367569"/>
              <a:gd name="connsiteX11" fmla="*/ 57292 w 367088"/>
              <a:gd name="connsiteY11" fmla="*/ 130207 h 367569"/>
              <a:gd name="connsiteX12" fmla="*/ 61086 w 367088"/>
              <a:gd name="connsiteY12" fmla="*/ 122587 h 367569"/>
              <a:gd name="connsiteX13" fmla="*/ 61086 w 367088"/>
              <a:gd name="connsiteY13" fmla="*/ 61341 h 367569"/>
              <a:gd name="connsiteX14" fmla="*/ 58525 w 367088"/>
              <a:gd name="connsiteY14" fmla="*/ 56198 h 367569"/>
              <a:gd name="connsiteX15" fmla="*/ 12711 w 367088"/>
              <a:gd name="connsiteY15" fmla="*/ 10192 h 367569"/>
              <a:gd name="connsiteX16" fmla="*/ 5122 w 367088"/>
              <a:gd name="connsiteY16" fmla="*/ 8953 h 367569"/>
              <a:gd name="connsiteX17" fmla="*/ 0 w 367088"/>
              <a:gd name="connsiteY17" fmla="*/ 15335 h 367569"/>
              <a:gd name="connsiteX18" fmla="*/ 48281 w 367088"/>
              <a:gd name="connsiteY18" fmla="*/ 128969 h 367569"/>
              <a:gd name="connsiteX19" fmla="*/ 53403 w 367088"/>
              <a:gd name="connsiteY19" fmla="*/ 130207 h 367569"/>
              <a:gd name="connsiteX20" fmla="*/ 57197 w 367088"/>
              <a:gd name="connsiteY20" fmla="*/ 130207 h 367569"/>
              <a:gd name="connsiteX21" fmla="*/ 45910 w 367088"/>
              <a:gd name="connsiteY21" fmla="*/ 179927 h 367569"/>
              <a:gd name="connsiteX22" fmla="*/ 45910 w 367088"/>
              <a:gd name="connsiteY22" fmla="*/ 220790 h 367569"/>
              <a:gd name="connsiteX23" fmla="*/ 16694 w 367088"/>
              <a:gd name="connsiteY23" fmla="*/ 149257 h 367569"/>
              <a:gd name="connsiteX24" fmla="*/ 45910 w 367088"/>
              <a:gd name="connsiteY24" fmla="*/ 179927 h 367569"/>
              <a:gd name="connsiteX25" fmla="*/ 57292 w 367088"/>
              <a:gd name="connsiteY25" fmla="*/ 245078 h 367569"/>
              <a:gd name="connsiteX26" fmla="*/ 61086 w 367088"/>
              <a:gd name="connsiteY26" fmla="*/ 237458 h 367569"/>
              <a:gd name="connsiteX27" fmla="*/ 61086 w 367088"/>
              <a:gd name="connsiteY27" fmla="*/ 176213 h 367569"/>
              <a:gd name="connsiteX28" fmla="*/ 58525 w 367088"/>
              <a:gd name="connsiteY28" fmla="*/ 171069 h 367569"/>
              <a:gd name="connsiteX29" fmla="*/ 12711 w 367088"/>
              <a:gd name="connsiteY29" fmla="*/ 125158 h 367569"/>
              <a:gd name="connsiteX30" fmla="*/ 5122 w 367088"/>
              <a:gd name="connsiteY30" fmla="*/ 123920 h 367569"/>
              <a:gd name="connsiteX31" fmla="*/ 0 w 367088"/>
              <a:gd name="connsiteY31" fmla="*/ 130302 h 367569"/>
              <a:gd name="connsiteX32" fmla="*/ 48281 w 367088"/>
              <a:gd name="connsiteY32" fmla="*/ 243935 h 367569"/>
              <a:gd name="connsiteX33" fmla="*/ 53403 w 367088"/>
              <a:gd name="connsiteY33" fmla="*/ 245173 h 367569"/>
              <a:gd name="connsiteX34" fmla="*/ 57197 w 367088"/>
              <a:gd name="connsiteY34" fmla="*/ 245173 h 367569"/>
              <a:gd name="connsiteX35" fmla="*/ 45910 w 367088"/>
              <a:gd name="connsiteY35" fmla="*/ 294894 h 367569"/>
              <a:gd name="connsiteX36" fmla="*/ 45910 w 367088"/>
              <a:gd name="connsiteY36" fmla="*/ 335852 h 367569"/>
              <a:gd name="connsiteX37" fmla="*/ 16694 w 367088"/>
              <a:gd name="connsiteY37" fmla="*/ 265367 h 367569"/>
              <a:gd name="connsiteX38" fmla="*/ 45910 w 367088"/>
              <a:gd name="connsiteY38" fmla="*/ 294799 h 367569"/>
              <a:gd name="connsiteX39" fmla="*/ 57292 w 367088"/>
              <a:gd name="connsiteY39" fmla="*/ 360236 h 367569"/>
              <a:gd name="connsiteX40" fmla="*/ 61086 w 367088"/>
              <a:gd name="connsiteY40" fmla="*/ 353854 h 367569"/>
              <a:gd name="connsiteX41" fmla="*/ 61086 w 367088"/>
              <a:gd name="connsiteY41" fmla="*/ 292322 h 367569"/>
              <a:gd name="connsiteX42" fmla="*/ 58525 w 367088"/>
              <a:gd name="connsiteY42" fmla="*/ 285940 h 367569"/>
              <a:gd name="connsiteX43" fmla="*/ 12711 w 367088"/>
              <a:gd name="connsiteY43" fmla="*/ 239840 h 367569"/>
              <a:gd name="connsiteX44" fmla="*/ 5122 w 367088"/>
              <a:gd name="connsiteY44" fmla="*/ 238601 h 367569"/>
              <a:gd name="connsiteX45" fmla="*/ 0 w 367088"/>
              <a:gd name="connsiteY45" fmla="*/ 246317 h 367569"/>
              <a:gd name="connsiteX46" fmla="*/ 48281 w 367088"/>
              <a:gd name="connsiteY46" fmla="*/ 359092 h 367569"/>
              <a:gd name="connsiteX47" fmla="*/ 53403 w 367088"/>
              <a:gd name="connsiteY47" fmla="*/ 361664 h 367569"/>
              <a:gd name="connsiteX48" fmla="*/ 57197 w 367088"/>
              <a:gd name="connsiteY48" fmla="*/ 360426 h 367569"/>
              <a:gd name="connsiteX49" fmla="*/ 152052 w 367088"/>
              <a:gd name="connsiteY49" fmla="*/ 34480 h 367569"/>
              <a:gd name="connsiteX50" fmla="*/ 122837 w 367088"/>
              <a:gd name="connsiteY50" fmla="*/ 106013 h 367569"/>
              <a:gd name="connsiteX51" fmla="*/ 122837 w 367088"/>
              <a:gd name="connsiteY51" fmla="*/ 65151 h 367569"/>
              <a:gd name="connsiteX52" fmla="*/ 152052 w 367088"/>
              <a:gd name="connsiteY52" fmla="*/ 34480 h 367569"/>
              <a:gd name="connsiteX53" fmla="*/ 120276 w 367088"/>
              <a:gd name="connsiteY53" fmla="*/ 128969 h 367569"/>
              <a:gd name="connsiteX54" fmla="*/ 168557 w 367088"/>
              <a:gd name="connsiteY54" fmla="*/ 15335 h 367569"/>
              <a:gd name="connsiteX55" fmla="*/ 163435 w 367088"/>
              <a:gd name="connsiteY55" fmla="*/ 8953 h 367569"/>
              <a:gd name="connsiteX56" fmla="*/ 155846 w 367088"/>
              <a:gd name="connsiteY56" fmla="*/ 10192 h 367569"/>
              <a:gd name="connsiteX57" fmla="*/ 110032 w 367088"/>
              <a:gd name="connsiteY57" fmla="*/ 56198 h 367569"/>
              <a:gd name="connsiteX58" fmla="*/ 107470 w 367088"/>
              <a:gd name="connsiteY58" fmla="*/ 61341 h 367569"/>
              <a:gd name="connsiteX59" fmla="*/ 107470 w 367088"/>
              <a:gd name="connsiteY59" fmla="*/ 122587 h 367569"/>
              <a:gd name="connsiteX60" fmla="*/ 111265 w 367088"/>
              <a:gd name="connsiteY60" fmla="*/ 130207 h 367569"/>
              <a:gd name="connsiteX61" fmla="*/ 115059 w 367088"/>
              <a:gd name="connsiteY61" fmla="*/ 130207 h 367569"/>
              <a:gd name="connsiteX62" fmla="*/ 120181 w 367088"/>
              <a:gd name="connsiteY62" fmla="*/ 128969 h 367569"/>
              <a:gd name="connsiteX63" fmla="*/ 152052 w 367088"/>
              <a:gd name="connsiteY63" fmla="*/ 149257 h 367569"/>
              <a:gd name="connsiteX64" fmla="*/ 122837 w 367088"/>
              <a:gd name="connsiteY64" fmla="*/ 220790 h 367569"/>
              <a:gd name="connsiteX65" fmla="*/ 122837 w 367088"/>
              <a:gd name="connsiteY65" fmla="*/ 179927 h 367569"/>
              <a:gd name="connsiteX66" fmla="*/ 152052 w 367088"/>
              <a:gd name="connsiteY66" fmla="*/ 149257 h 367569"/>
              <a:gd name="connsiteX67" fmla="*/ 120276 w 367088"/>
              <a:gd name="connsiteY67" fmla="*/ 243745 h 367569"/>
              <a:gd name="connsiteX68" fmla="*/ 168557 w 367088"/>
              <a:gd name="connsiteY68" fmla="*/ 130112 h 367569"/>
              <a:gd name="connsiteX69" fmla="*/ 163435 w 367088"/>
              <a:gd name="connsiteY69" fmla="*/ 123730 h 367569"/>
              <a:gd name="connsiteX70" fmla="*/ 155846 w 367088"/>
              <a:gd name="connsiteY70" fmla="*/ 124968 h 367569"/>
              <a:gd name="connsiteX71" fmla="*/ 110032 w 367088"/>
              <a:gd name="connsiteY71" fmla="*/ 170879 h 367569"/>
              <a:gd name="connsiteX72" fmla="*/ 107470 w 367088"/>
              <a:gd name="connsiteY72" fmla="*/ 176022 h 367569"/>
              <a:gd name="connsiteX73" fmla="*/ 107470 w 367088"/>
              <a:gd name="connsiteY73" fmla="*/ 237268 h 367569"/>
              <a:gd name="connsiteX74" fmla="*/ 111265 w 367088"/>
              <a:gd name="connsiteY74" fmla="*/ 244888 h 367569"/>
              <a:gd name="connsiteX75" fmla="*/ 115059 w 367088"/>
              <a:gd name="connsiteY75" fmla="*/ 244888 h 367569"/>
              <a:gd name="connsiteX76" fmla="*/ 120181 w 367088"/>
              <a:gd name="connsiteY76" fmla="*/ 243650 h 367569"/>
              <a:gd name="connsiteX77" fmla="*/ 152052 w 367088"/>
              <a:gd name="connsiteY77" fmla="*/ 265462 h 367569"/>
              <a:gd name="connsiteX78" fmla="*/ 122837 w 367088"/>
              <a:gd name="connsiteY78" fmla="*/ 335947 h 367569"/>
              <a:gd name="connsiteX79" fmla="*/ 122837 w 367088"/>
              <a:gd name="connsiteY79" fmla="*/ 294989 h 367569"/>
              <a:gd name="connsiteX80" fmla="*/ 152052 w 367088"/>
              <a:gd name="connsiteY80" fmla="*/ 265557 h 367569"/>
              <a:gd name="connsiteX81" fmla="*/ 120276 w 367088"/>
              <a:gd name="connsiteY81" fmla="*/ 358997 h 367569"/>
              <a:gd name="connsiteX82" fmla="*/ 168557 w 367088"/>
              <a:gd name="connsiteY82" fmla="*/ 246221 h 367569"/>
              <a:gd name="connsiteX83" fmla="*/ 163435 w 367088"/>
              <a:gd name="connsiteY83" fmla="*/ 238506 h 367569"/>
              <a:gd name="connsiteX84" fmla="*/ 155846 w 367088"/>
              <a:gd name="connsiteY84" fmla="*/ 239744 h 367569"/>
              <a:gd name="connsiteX85" fmla="*/ 110032 w 367088"/>
              <a:gd name="connsiteY85" fmla="*/ 285845 h 367569"/>
              <a:gd name="connsiteX86" fmla="*/ 107470 w 367088"/>
              <a:gd name="connsiteY86" fmla="*/ 292227 h 367569"/>
              <a:gd name="connsiteX87" fmla="*/ 107470 w 367088"/>
              <a:gd name="connsiteY87" fmla="*/ 353759 h 367569"/>
              <a:gd name="connsiteX88" fmla="*/ 111265 w 367088"/>
              <a:gd name="connsiteY88" fmla="*/ 360140 h 367569"/>
              <a:gd name="connsiteX89" fmla="*/ 115059 w 367088"/>
              <a:gd name="connsiteY89" fmla="*/ 361379 h 367569"/>
              <a:gd name="connsiteX90" fmla="*/ 120181 w 367088"/>
              <a:gd name="connsiteY90" fmla="*/ 358807 h 367569"/>
              <a:gd name="connsiteX91" fmla="*/ 290635 w 367088"/>
              <a:gd name="connsiteY91" fmla="*/ 359950 h 367569"/>
              <a:gd name="connsiteX92" fmla="*/ 290635 w 367088"/>
              <a:gd name="connsiteY92" fmla="*/ 7620 h 367569"/>
              <a:gd name="connsiteX93" fmla="*/ 282857 w 367088"/>
              <a:gd name="connsiteY93" fmla="*/ 0 h 367569"/>
              <a:gd name="connsiteX94" fmla="*/ 275079 w 367088"/>
              <a:gd name="connsiteY94" fmla="*/ 7620 h 367569"/>
              <a:gd name="connsiteX95" fmla="*/ 275079 w 367088"/>
              <a:gd name="connsiteY95" fmla="*/ 359950 h 367569"/>
              <a:gd name="connsiteX96" fmla="*/ 282857 w 367088"/>
              <a:gd name="connsiteY96" fmla="*/ 367570 h 367569"/>
              <a:gd name="connsiteX97" fmla="*/ 290635 w 367088"/>
              <a:gd name="connsiteY97" fmla="*/ 359950 h 367569"/>
              <a:gd name="connsiteX98" fmla="*/ 244441 w 367088"/>
              <a:gd name="connsiteY98" fmla="*/ 65151 h 367569"/>
              <a:gd name="connsiteX99" fmla="*/ 244441 w 367088"/>
              <a:gd name="connsiteY99" fmla="*/ 106013 h 367569"/>
              <a:gd name="connsiteX100" fmla="*/ 215226 w 367088"/>
              <a:gd name="connsiteY100" fmla="*/ 34480 h 367569"/>
              <a:gd name="connsiteX101" fmla="*/ 244441 w 367088"/>
              <a:gd name="connsiteY101" fmla="*/ 65151 h 367569"/>
              <a:gd name="connsiteX102" fmla="*/ 255823 w 367088"/>
              <a:gd name="connsiteY102" fmla="*/ 130207 h 367569"/>
              <a:gd name="connsiteX103" fmla="*/ 259618 w 367088"/>
              <a:gd name="connsiteY103" fmla="*/ 122587 h 367569"/>
              <a:gd name="connsiteX104" fmla="*/ 259618 w 367088"/>
              <a:gd name="connsiteY104" fmla="*/ 61341 h 367569"/>
              <a:gd name="connsiteX105" fmla="*/ 257056 w 367088"/>
              <a:gd name="connsiteY105" fmla="*/ 56198 h 367569"/>
              <a:gd name="connsiteX106" fmla="*/ 211242 w 367088"/>
              <a:gd name="connsiteY106" fmla="*/ 10192 h 367569"/>
              <a:gd name="connsiteX107" fmla="*/ 203653 w 367088"/>
              <a:gd name="connsiteY107" fmla="*/ 8953 h 367569"/>
              <a:gd name="connsiteX108" fmla="*/ 198531 w 367088"/>
              <a:gd name="connsiteY108" fmla="*/ 15335 h 367569"/>
              <a:gd name="connsiteX109" fmla="*/ 246812 w 367088"/>
              <a:gd name="connsiteY109" fmla="*/ 128969 h 367569"/>
              <a:gd name="connsiteX110" fmla="*/ 251934 w 367088"/>
              <a:gd name="connsiteY110" fmla="*/ 130207 h 367569"/>
              <a:gd name="connsiteX111" fmla="*/ 255728 w 367088"/>
              <a:gd name="connsiteY111" fmla="*/ 130207 h 367569"/>
              <a:gd name="connsiteX112" fmla="*/ 244441 w 367088"/>
              <a:gd name="connsiteY112" fmla="*/ 179927 h 367569"/>
              <a:gd name="connsiteX113" fmla="*/ 244441 w 367088"/>
              <a:gd name="connsiteY113" fmla="*/ 220790 h 367569"/>
              <a:gd name="connsiteX114" fmla="*/ 215226 w 367088"/>
              <a:gd name="connsiteY114" fmla="*/ 149257 h 367569"/>
              <a:gd name="connsiteX115" fmla="*/ 244441 w 367088"/>
              <a:gd name="connsiteY115" fmla="*/ 179927 h 367569"/>
              <a:gd name="connsiteX116" fmla="*/ 255823 w 367088"/>
              <a:gd name="connsiteY116" fmla="*/ 245078 h 367569"/>
              <a:gd name="connsiteX117" fmla="*/ 259618 w 367088"/>
              <a:gd name="connsiteY117" fmla="*/ 237458 h 367569"/>
              <a:gd name="connsiteX118" fmla="*/ 259618 w 367088"/>
              <a:gd name="connsiteY118" fmla="*/ 176213 h 367569"/>
              <a:gd name="connsiteX119" fmla="*/ 257056 w 367088"/>
              <a:gd name="connsiteY119" fmla="*/ 171069 h 367569"/>
              <a:gd name="connsiteX120" fmla="*/ 211242 w 367088"/>
              <a:gd name="connsiteY120" fmla="*/ 125158 h 367569"/>
              <a:gd name="connsiteX121" fmla="*/ 203653 w 367088"/>
              <a:gd name="connsiteY121" fmla="*/ 123920 h 367569"/>
              <a:gd name="connsiteX122" fmla="*/ 198531 w 367088"/>
              <a:gd name="connsiteY122" fmla="*/ 130302 h 367569"/>
              <a:gd name="connsiteX123" fmla="*/ 246812 w 367088"/>
              <a:gd name="connsiteY123" fmla="*/ 243935 h 367569"/>
              <a:gd name="connsiteX124" fmla="*/ 251934 w 367088"/>
              <a:gd name="connsiteY124" fmla="*/ 245173 h 367569"/>
              <a:gd name="connsiteX125" fmla="*/ 255728 w 367088"/>
              <a:gd name="connsiteY125" fmla="*/ 245173 h 367569"/>
              <a:gd name="connsiteX126" fmla="*/ 244441 w 367088"/>
              <a:gd name="connsiteY126" fmla="*/ 294894 h 367569"/>
              <a:gd name="connsiteX127" fmla="*/ 244441 w 367088"/>
              <a:gd name="connsiteY127" fmla="*/ 335852 h 367569"/>
              <a:gd name="connsiteX128" fmla="*/ 215226 w 367088"/>
              <a:gd name="connsiteY128" fmla="*/ 265367 h 367569"/>
              <a:gd name="connsiteX129" fmla="*/ 244441 w 367088"/>
              <a:gd name="connsiteY129" fmla="*/ 294799 h 367569"/>
              <a:gd name="connsiteX130" fmla="*/ 255823 w 367088"/>
              <a:gd name="connsiteY130" fmla="*/ 360236 h 367569"/>
              <a:gd name="connsiteX131" fmla="*/ 259618 w 367088"/>
              <a:gd name="connsiteY131" fmla="*/ 353854 h 367569"/>
              <a:gd name="connsiteX132" fmla="*/ 259618 w 367088"/>
              <a:gd name="connsiteY132" fmla="*/ 292322 h 367569"/>
              <a:gd name="connsiteX133" fmla="*/ 257056 w 367088"/>
              <a:gd name="connsiteY133" fmla="*/ 285940 h 367569"/>
              <a:gd name="connsiteX134" fmla="*/ 211242 w 367088"/>
              <a:gd name="connsiteY134" fmla="*/ 239840 h 367569"/>
              <a:gd name="connsiteX135" fmla="*/ 203653 w 367088"/>
              <a:gd name="connsiteY135" fmla="*/ 238601 h 367569"/>
              <a:gd name="connsiteX136" fmla="*/ 198531 w 367088"/>
              <a:gd name="connsiteY136" fmla="*/ 246317 h 367569"/>
              <a:gd name="connsiteX137" fmla="*/ 246812 w 367088"/>
              <a:gd name="connsiteY137" fmla="*/ 359092 h 367569"/>
              <a:gd name="connsiteX138" fmla="*/ 251934 w 367088"/>
              <a:gd name="connsiteY138" fmla="*/ 361664 h 367569"/>
              <a:gd name="connsiteX139" fmla="*/ 255728 w 367088"/>
              <a:gd name="connsiteY139" fmla="*/ 360426 h 367569"/>
              <a:gd name="connsiteX140" fmla="*/ 350583 w 367088"/>
              <a:gd name="connsiteY140" fmla="*/ 34480 h 367569"/>
              <a:gd name="connsiteX141" fmla="*/ 321368 w 367088"/>
              <a:gd name="connsiteY141" fmla="*/ 106013 h 367569"/>
              <a:gd name="connsiteX142" fmla="*/ 321368 w 367088"/>
              <a:gd name="connsiteY142" fmla="*/ 65151 h 367569"/>
              <a:gd name="connsiteX143" fmla="*/ 350583 w 367088"/>
              <a:gd name="connsiteY143" fmla="*/ 34480 h 367569"/>
              <a:gd name="connsiteX144" fmla="*/ 318807 w 367088"/>
              <a:gd name="connsiteY144" fmla="*/ 128969 h 367569"/>
              <a:gd name="connsiteX145" fmla="*/ 367088 w 367088"/>
              <a:gd name="connsiteY145" fmla="*/ 15335 h 367569"/>
              <a:gd name="connsiteX146" fmla="*/ 361966 w 367088"/>
              <a:gd name="connsiteY146" fmla="*/ 8953 h 367569"/>
              <a:gd name="connsiteX147" fmla="*/ 354378 w 367088"/>
              <a:gd name="connsiteY147" fmla="*/ 10192 h 367569"/>
              <a:gd name="connsiteX148" fmla="*/ 308563 w 367088"/>
              <a:gd name="connsiteY148" fmla="*/ 56198 h 367569"/>
              <a:gd name="connsiteX149" fmla="*/ 306002 w 367088"/>
              <a:gd name="connsiteY149" fmla="*/ 61341 h 367569"/>
              <a:gd name="connsiteX150" fmla="*/ 306002 w 367088"/>
              <a:gd name="connsiteY150" fmla="*/ 122587 h 367569"/>
              <a:gd name="connsiteX151" fmla="*/ 309796 w 367088"/>
              <a:gd name="connsiteY151" fmla="*/ 130207 h 367569"/>
              <a:gd name="connsiteX152" fmla="*/ 313590 w 367088"/>
              <a:gd name="connsiteY152" fmla="*/ 130207 h 367569"/>
              <a:gd name="connsiteX153" fmla="*/ 318712 w 367088"/>
              <a:gd name="connsiteY153" fmla="*/ 128969 h 367569"/>
              <a:gd name="connsiteX154" fmla="*/ 350583 w 367088"/>
              <a:gd name="connsiteY154" fmla="*/ 149257 h 367569"/>
              <a:gd name="connsiteX155" fmla="*/ 321368 w 367088"/>
              <a:gd name="connsiteY155" fmla="*/ 220790 h 367569"/>
              <a:gd name="connsiteX156" fmla="*/ 321368 w 367088"/>
              <a:gd name="connsiteY156" fmla="*/ 179927 h 367569"/>
              <a:gd name="connsiteX157" fmla="*/ 350583 w 367088"/>
              <a:gd name="connsiteY157" fmla="*/ 149257 h 367569"/>
              <a:gd name="connsiteX158" fmla="*/ 318807 w 367088"/>
              <a:gd name="connsiteY158" fmla="*/ 243745 h 367569"/>
              <a:gd name="connsiteX159" fmla="*/ 367088 w 367088"/>
              <a:gd name="connsiteY159" fmla="*/ 130112 h 367569"/>
              <a:gd name="connsiteX160" fmla="*/ 361966 w 367088"/>
              <a:gd name="connsiteY160" fmla="*/ 123730 h 367569"/>
              <a:gd name="connsiteX161" fmla="*/ 354378 w 367088"/>
              <a:gd name="connsiteY161" fmla="*/ 124968 h 367569"/>
              <a:gd name="connsiteX162" fmla="*/ 308563 w 367088"/>
              <a:gd name="connsiteY162" fmla="*/ 170879 h 367569"/>
              <a:gd name="connsiteX163" fmla="*/ 306002 w 367088"/>
              <a:gd name="connsiteY163" fmla="*/ 176022 h 367569"/>
              <a:gd name="connsiteX164" fmla="*/ 306002 w 367088"/>
              <a:gd name="connsiteY164" fmla="*/ 237268 h 367569"/>
              <a:gd name="connsiteX165" fmla="*/ 309796 w 367088"/>
              <a:gd name="connsiteY165" fmla="*/ 244888 h 367569"/>
              <a:gd name="connsiteX166" fmla="*/ 313590 w 367088"/>
              <a:gd name="connsiteY166" fmla="*/ 244888 h 367569"/>
              <a:gd name="connsiteX167" fmla="*/ 318712 w 367088"/>
              <a:gd name="connsiteY167" fmla="*/ 243650 h 367569"/>
              <a:gd name="connsiteX168" fmla="*/ 350583 w 367088"/>
              <a:gd name="connsiteY168" fmla="*/ 265462 h 367569"/>
              <a:gd name="connsiteX169" fmla="*/ 321368 w 367088"/>
              <a:gd name="connsiteY169" fmla="*/ 335947 h 367569"/>
              <a:gd name="connsiteX170" fmla="*/ 321368 w 367088"/>
              <a:gd name="connsiteY170" fmla="*/ 294989 h 367569"/>
              <a:gd name="connsiteX171" fmla="*/ 350583 w 367088"/>
              <a:gd name="connsiteY171" fmla="*/ 265557 h 367569"/>
              <a:gd name="connsiteX172" fmla="*/ 318807 w 367088"/>
              <a:gd name="connsiteY172" fmla="*/ 358997 h 367569"/>
              <a:gd name="connsiteX173" fmla="*/ 367088 w 367088"/>
              <a:gd name="connsiteY173" fmla="*/ 246221 h 367569"/>
              <a:gd name="connsiteX174" fmla="*/ 361966 w 367088"/>
              <a:gd name="connsiteY174" fmla="*/ 238506 h 367569"/>
              <a:gd name="connsiteX175" fmla="*/ 354378 w 367088"/>
              <a:gd name="connsiteY175" fmla="*/ 239744 h 367569"/>
              <a:gd name="connsiteX176" fmla="*/ 308563 w 367088"/>
              <a:gd name="connsiteY176" fmla="*/ 285845 h 367569"/>
              <a:gd name="connsiteX177" fmla="*/ 306002 w 367088"/>
              <a:gd name="connsiteY177" fmla="*/ 292227 h 367569"/>
              <a:gd name="connsiteX178" fmla="*/ 306002 w 367088"/>
              <a:gd name="connsiteY178" fmla="*/ 353759 h 367569"/>
              <a:gd name="connsiteX179" fmla="*/ 309796 w 367088"/>
              <a:gd name="connsiteY179" fmla="*/ 360140 h 367569"/>
              <a:gd name="connsiteX180" fmla="*/ 313590 w 367088"/>
              <a:gd name="connsiteY180" fmla="*/ 361379 h 367569"/>
              <a:gd name="connsiteX181" fmla="*/ 318712 w 367088"/>
              <a:gd name="connsiteY181" fmla="*/ 358807 h 367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</a:cxnLst>
            <a:rect l="l" t="t" r="r" b="b"/>
            <a:pathLst>
              <a:path w="367088" h="367569">
                <a:moveTo>
                  <a:pt x="84326" y="367570"/>
                </a:moveTo>
                <a:cubicBezTo>
                  <a:pt x="80437" y="367570"/>
                  <a:pt x="76548" y="363760"/>
                  <a:pt x="76548" y="359950"/>
                </a:cubicBezTo>
                <a:lnTo>
                  <a:pt x="76548" y="7620"/>
                </a:lnTo>
                <a:cubicBezTo>
                  <a:pt x="76548" y="3810"/>
                  <a:pt x="80437" y="0"/>
                  <a:pt x="84326" y="0"/>
                </a:cubicBezTo>
                <a:cubicBezTo>
                  <a:pt x="88215" y="0"/>
                  <a:pt x="92104" y="3810"/>
                  <a:pt x="92104" y="7620"/>
                </a:cubicBezTo>
                <a:lnTo>
                  <a:pt x="92104" y="359950"/>
                </a:lnTo>
                <a:cubicBezTo>
                  <a:pt x="92104" y="363760"/>
                  <a:pt x="88215" y="367570"/>
                  <a:pt x="84326" y="367570"/>
                </a:cubicBezTo>
                <a:close/>
                <a:moveTo>
                  <a:pt x="45910" y="65151"/>
                </a:moveTo>
                <a:lnTo>
                  <a:pt x="45910" y="106013"/>
                </a:lnTo>
                <a:cubicBezTo>
                  <a:pt x="25611" y="83058"/>
                  <a:pt x="17928" y="58769"/>
                  <a:pt x="16694" y="34480"/>
                </a:cubicBezTo>
                <a:lnTo>
                  <a:pt x="45910" y="65151"/>
                </a:lnTo>
                <a:close/>
                <a:moveTo>
                  <a:pt x="57292" y="130207"/>
                </a:moveTo>
                <a:cubicBezTo>
                  <a:pt x="59853" y="128969"/>
                  <a:pt x="61086" y="125063"/>
                  <a:pt x="61086" y="122587"/>
                </a:cubicBezTo>
                <a:lnTo>
                  <a:pt x="61086" y="61341"/>
                </a:lnTo>
                <a:cubicBezTo>
                  <a:pt x="61086" y="60103"/>
                  <a:pt x="59853" y="57531"/>
                  <a:pt x="58525" y="56198"/>
                </a:cubicBezTo>
                <a:lnTo>
                  <a:pt x="12711" y="10192"/>
                </a:lnTo>
                <a:cubicBezTo>
                  <a:pt x="11477" y="7620"/>
                  <a:pt x="7588" y="7620"/>
                  <a:pt x="5122" y="8953"/>
                </a:cubicBezTo>
                <a:cubicBezTo>
                  <a:pt x="2561" y="10192"/>
                  <a:pt x="0" y="12764"/>
                  <a:pt x="0" y="15335"/>
                </a:cubicBezTo>
                <a:cubicBezTo>
                  <a:pt x="0" y="49816"/>
                  <a:pt x="5122" y="94488"/>
                  <a:pt x="48281" y="128969"/>
                </a:cubicBezTo>
                <a:cubicBezTo>
                  <a:pt x="49514" y="130207"/>
                  <a:pt x="52075" y="130207"/>
                  <a:pt x="53403" y="130207"/>
                </a:cubicBezTo>
                <a:lnTo>
                  <a:pt x="57197" y="130207"/>
                </a:lnTo>
                <a:close/>
                <a:moveTo>
                  <a:pt x="45910" y="179927"/>
                </a:moveTo>
                <a:lnTo>
                  <a:pt x="45910" y="220790"/>
                </a:lnTo>
                <a:cubicBezTo>
                  <a:pt x="25611" y="199073"/>
                  <a:pt x="17928" y="173546"/>
                  <a:pt x="16694" y="149257"/>
                </a:cubicBezTo>
                <a:lnTo>
                  <a:pt x="45910" y="179927"/>
                </a:lnTo>
                <a:close/>
                <a:moveTo>
                  <a:pt x="57292" y="245078"/>
                </a:moveTo>
                <a:cubicBezTo>
                  <a:pt x="59853" y="243840"/>
                  <a:pt x="61086" y="241268"/>
                  <a:pt x="61086" y="237458"/>
                </a:cubicBezTo>
                <a:lnTo>
                  <a:pt x="61086" y="176213"/>
                </a:lnTo>
                <a:cubicBezTo>
                  <a:pt x="61086" y="174974"/>
                  <a:pt x="59853" y="172402"/>
                  <a:pt x="58525" y="171069"/>
                </a:cubicBezTo>
                <a:lnTo>
                  <a:pt x="12711" y="125158"/>
                </a:lnTo>
                <a:cubicBezTo>
                  <a:pt x="11477" y="122587"/>
                  <a:pt x="7588" y="122587"/>
                  <a:pt x="5122" y="123920"/>
                </a:cubicBezTo>
                <a:cubicBezTo>
                  <a:pt x="2561" y="125158"/>
                  <a:pt x="0" y="127730"/>
                  <a:pt x="0" y="130302"/>
                </a:cubicBezTo>
                <a:cubicBezTo>
                  <a:pt x="0" y="164783"/>
                  <a:pt x="5122" y="209455"/>
                  <a:pt x="48281" y="243935"/>
                </a:cubicBezTo>
                <a:cubicBezTo>
                  <a:pt x="49514" y="245173"/>
                  <a:pt x="52075" y="245173"/>
                  <a:pt x="53403" y="245173"/>
                </a:cubicBezTo>
                <a:lnTo>
                  <a:pt x="57197" y="245173"/>
                </a:lnTo>
                <a:close/>
                <a:moveTo>
                  <a:pt x="45910" y="294894"/>
                </a:moveTo>
                <a:lnTo>
                  <a:pt x="45910" y="335852"/>
                </a:lnTo>
                <a:cubicBezTo>
                  <a:pt x="25611" y="314039"/>
                  <a:pt x="17928" y="288417"/>
                  <a:pt x="16694" y="265367"/>
                </a:cubicBezTo>
                <a:lnTo>
                  <a:pt x="45910" y="294799"/>
                </a:lnTo>
                <a:close/>
                <a:moveTo>
                  <a:pt x="57292" y="360236"/>
                </a:moveTo>
                <a:cubicBezTo>
                  <a:pt x="59853" y="358997"/>
                  <a:pt x="61086" y="356425"/>
                  <a:pt x="61086" y="353854"/>
                </a:cubicBezTo>
                <a:lnTo>
                  <a:pt x="61086" y="292322"/>
                </a:lnTo>
                <a:cubicBezTo>
                  <a:pt x="61086" y="289750"/>
                  <a:pt x="59853" y="287179"/>
                  <a:pt x="58525" y="285940"/>
                </a:cubicBezTo>
                <a:lnTo>
                  <a:pt x="12711" y="239840"/>
                </a:lnTo>
                <a:cubicBezTo>
                  <a:pt x="11477" y="238601"/>
                  <a:pt x="7588" y="237268"/>
                  <a:pt x="5122" y="238601"/>
                </a:cubicBezTo>
                <a:cubicBezTo>
                  <a:pt x="2561" y="239840"/>
                  <a:pt x="0" y="242411"/>
                  <a:pt x="0" y="246317"/>
                </a:cubicBezTo>
                <a:cubicBezTo>
                  <a:pt x="0" y="280892"/>
                  <a:pt x="5122" y="324517"/>
                  <a:pt x="48281" y="359092"/>
                </a:cubicBezTo>
                <a:cubicBezTo>
                  <a:pt x="49514" y="360331"/>
                  <a:pt x="52075" y="361664"/>
                  <a:pt x="53403" y="361664"/>
                </a:cubicBezTo>
                <a:cubicBezTo>
                  <a:pt x="54731" y="361664"/>
                  <a:pt x="55964" y="360426"/>
                  <a:pt x="57197" y="360426"/>
                </a:cubicBezTo>
                <a:close/>
                <a:moveTo>
                  <a:pt x="152052" y="34480"/>
                </a:moveTo>
                <a:cubicBezTo>
                  <a:pt x="150819" y="58769"/>
                  <a:pt x="143136" y="82963"/>
                  <a:pt x="122837" y="106013"/>
                </a:cubicBezTo>
                <a:lnTo>
                  <a:pt x="122837" y="65151"/>
                </a:lnTo>
                <a:lnTo>
                  <a:pt x="152052" y="34480"/>
                </a:lnTo>
                <a:close/>
                <a:moveTo>
                  <a:pt x="120276" y="128969"/>
                </a:moveTo>
                <a:cubicBezTo>
                  <a:pt x="163530" y="94488"/>
                  <a:pt x="168557" y="49816"/>
                  <a:pt x="168557" y="15335"/>
                </a:cubicBezTo>
                <a:cubicBezTo>
                  <a:pt x="168557" y="12764"/>
                  <a:pt x="167324" y="10192"/>
                  <a:pt x="163435" y="8953"/>
                </a:cubicBezTo>
                <a:cubicBezTo>
                  <a:pt x="160874" y="7715"/>
                  <a:pt x="158313" y="7715"/>
                  <a:pt x="155846" y="10192"/>
                </a:cubicBezTo>
                <a:lnTo>
                  <a:pt x="110032" y="56198"/>
                </a:lnTo>
                <a:cubicBezTo>
                  <a:pt x="108798" y="57436"/>
                  <a:pt x="107470" y="60007"/>
                  <a:pt x="107470" y="61341"/>
                </a:cubicBezTo>
                <a:lnTo>
                  <a:pt x="107470" y="122587"/>
                </a:lnTo>
                <a:cubicBezTo>
                  <a:pt x="107470" y="125158"/>
                  <a:pt x="108704" y="128969"/>
                  <a:pt x="111265" y="130207"/>
                </a:cubicBezTo>
                <a:lnTo>
                  <a:pt x="115059" y="130207"/>
                </a:lnTo>
                <a:cubicBezTo>
                  <a:pt x="116292" y="130207"/>
                  <a:pt x="118853" y="130207"/>
                  <a:pt x="120181" y="128969"/>
                </a:cubicBezTo>
                <a:close/>
                <a:moveTo>
                  <a:pt x="152052" y="149257"/>
                </a:moveTo>
                <a:cubicBezTo>
                  <a:pt x="150819" y="173546"/>
                  <a:pt x="143136" y="199073"/>
                  <a:pt x="122837" y="220790"/>
                </a:cubicBezTo>
                <a:lnTo>
                  <a:pt x="122837" y="179927"/>
                </a:lnTo>
                <a:lnTo>
                  <a:pt x="152052" y="149257"/>
                </a:lnTo>
                <a:close/>
                <a:moveTo>
                  <a:pt x="120276" y="243745"/>
                </a:moveTo>
                <a:cubicBezTo>
                  <a:pt x="163530" y="209264"/>
                  <a:pt x="168557" y="164592"/>
                  <a:pt x="168557" y="130112"/>
                </a:cubicBezTo>
                <a:cubicBezTo>
                  <a:pt x="168557" y="127540"/>
                  <a:pt x="167324" y="124968"/>
                  <a:pt x="163435" y="123730"/>
                </a:cubicBezTo>
                <a:cubicBezTo>
                  <a:pt x="160874" y="122492"/>
                  <a:pt x="158313" y="122492"/>
                  <a:pt x="155846" y="124968"/>
                </a:cubicBezTo>
                <a:lnTo>
                  <a:pt x="110032" y="170879"/>
                </a:lnTo>
                <a:cubicBezTo>
                  <a:pt x="108798" y="172117"/>
                  <a:pt x="107470" y="174688"/>
                  <a:pt x="107470" y="176022"/>
                </a:cubicBezTo>
                <a:lnTo>
                  <a:pt x="107470" y="237268"/>
                </a:lnTo>
                <a:cubicBezTo>
                  <a:pt x="107470" y="241078"/>
                  <a:pt x="108704" y="243650"/>
                  <a:pt x="111265" y="244888"/>
                </a:cubicBezTo>
                <a:lnTo>
                  <a:pt x="115059" y="244888"/>
                </a:lnTo>
                <a:cubicBezTo>
                  <a:pt x="116292" y="244888"/>
                  <a:pt x="118853" y="244888"/>
                  <a:pt x="120181" y="243650"/>
                </a:cubicBezTo>
                <a:close/>
                <a:moveTo>
                  <a:pt x="152052" y="265462"/>
                </a:moveTo>
                <a:cubicBezTo>
                  <a:pt x="150819" y="288512"/>
                  <a:pt x="143136" y="314135"/>
                  <a:pt x="122837" y="335947"/>
                </a:cubicBezTo>
                <a:lnTo>
                  <a:pt x="122837" y="294989"/>
                </a:lnTo>
                <a:lnTo>
                  <a:pt x="152052" y="265557"/>
                </a:lnTo>
                <a:close/>
                <a:moveTo>
                  <a:pt x="120276" y="358997"/>
                </a:moveTo>
                <a:cubicBezTo>
                  <a:pt x="163530" y="324421"/>
                  <a:pt x="168557" y="280797"/>
                  <a:pt x="168557" y="246221"/>
                </a:cubicBezTo>
                <a:cubicBezTo>
                  <a:pt x="168557" y="242411"/>
                  <a:pt x="167324" y="239840"/>
                  <a:pt x="163435" y="238506"/>
                </a:cubicBezTo>
                <a:cubicBezTo>
                  <a:pt x="160874" y="237268"/>
                  <a:pt x="158313" y="238506"/>
                  <a:pt x="155846" y="239744"/>
                </a:cubicBezTo>
                <a:lnTo>
                  <a:pt x="110032" y="285845"/>
                </a:lnTo>
                <a:cubicBezTo>
                  <a:pt x="108798" y="287084"/>
                  <a:pt x="107470" y="289655"/>
                  <a:pt x="107470" y="292227"/>
                </a:cubicBezTo>
                <a:lnTo>
                  <a:pt x="107470" y="353759"/>
                </a:lnTo>
                <a:cubicBezTo>
                  <a:pt x="107470" y="356330"/>
                  <a:pt x="108704" y="358902"/>
                  <a:pt x="111265" y="360140"/>
                </a:cubicBezTo>
                <a:cubicBezTo>
                  <a:pt x="112498" y="360140"/>
                  <a:pt x="113826" y="361379"/>
                  <a:pt x="115059" y="361379"/>
                </a:cubicBezTo>
                <a:cubicBezTo>
                  <a:pt x="116292" y="361379"/>
                  <a:pt x="118853" y="360140"/>
                  <a:pt x="120181" y="358807"/>
                </a:cubicBezTo>
                <a:close/>
                <a:moveTo>
                  <a:pt x="290635" y="359950"/>
                </a:moveTo>
                <a:lnTo>
                  <a:pt x="290635" y="7620"/>
                </a:lnTo>
                <a:cubicBezTo>
                  <a:pt x="290635" y="3810"/>
                  <a:pt x="286746" y="0"/>
                  <a:pt x="282857" y="0"/>
                </a:cubicBezTo>
                <a:cubicBezTo>
                  <a:pt x="278968" y="0"/>
                  <a:pt x="275079" y="3810"/>
                  <a:pt x="275079" y="7620"/>
                </a:cubicBezTo>
                <a:lnTo>
                  <a:pt x="275079" y="359950"/>
                </a:lnTo>
                <a:cubicBezTo>
                  <a:pt x="275079" y="363760"/>
                  <a:pt x="278968" y="367570"/>
                  <a:pt x="282857" y="367570"/>
                </a:cubicBezTo>
                <a:cubicBezTo>
                  <a:pt x="286746" y="367570"/>
                  <a:pt x="290635" y="363760"/>
                  <a:pt x="290635" y="359950"/>
                </a:cubicBezTo>
                <a:close/>
                <a:moveTo>
                  <a:pt x="244441" y="65151"/>
                </a:moveTo>
                <a:lnTo>
                  <a:pt x="244441" y="106013"/>
                </a:lnTo>
                <a:cubicBezTo>
                  <a:pt x="224142" y="83058"/>
                  <a:pt x="216459" y="58769"/>
                  <a:pt x="215226" y="34480"/>
                </a:cubicBezTo>
                <a:lnTo>
                  <a:pt x="244441" y="65151"/>
                </a:lnTo>
                <a:close/>
                <a:moveTo>
                  <a:pt x="255823" y="130207"/>
                </a:moveTo>
                <a:cubicBezTo>
                  <a:pt x="258384" y="128969"/>
                  <a:pt x="259618" y="125063"/>
                  <a:pt x="259618" y="122587"/>
                </a:cubicBezTo>
                <a:lnTo>
                  <a:pt x="259618" y="61341"/>
                </a:lnTo>
                <a:cubicBezTo>
                  <a:pt x="259618" y="60103"/>
                  <a:pt x="258384" y="57531"/>
                  <a:pt x="257056" y="56198"/>
                </a:cubicBezTo>
                <a:lnTo>
                  <a:pt x="211242" y="10192"/>
                </a:lnTo>
                <a:cubicBezTo>
                  <a:pt x="210008" y="7620"/>
                  <a:pt x="206119" y="7620"/>
                  <a:pt x="203653" y="8953"/>
                </a:cubicBezTo>
                <a:cubicBezTo>
                  <a:pt x="201092" y="10192"/>
                  <a:pt x="198531" y="12764"/>
                  <a:pt x="198531" y="15335"/>
                </a:cubicBezTo>
                <a:cubicBezTo>
                  <a:pt x="198531" y="49816"/>
                  <a:pt x="203653" y="94488"/>
                  <a:pt x="246812" y="128969"/>
                </a:cubicBezTo>
                <a:cubicBezTo>
                  <a:pt x="248045" y="130207"/>
                  <a:pt x="250606" y="130207"/>
                  <a:pt x="251934" y="130207"/>
                </a:cubicBezTo>
                <a:lnTo>
                  <a:pt x="255728" y="130207"/>
                </a:lnTo>
                <a:close/>
                <a:moveTo>
                  <a:pt x="244441" y="179927"/>
                </a:moveTo>
                <a:lnTo>
                  <a:pt x="244441" y="220790"/>
                </a:lnTo>
                <a:cubicBezTo>
                  <a:pt x="224142" y="199073"/>
                  <a:pt x="216459" y="173546"/>
                  <a:pt x="215226" y="149257"/>
                </a:cubicBezTo>
                <a:lnTo>
                  <a:pt x="244441" y="179927"/>
                </a:lnTo>
                <a:close/>
                <a:moveTo>
                  <a:pt x="255823" y="245078"/>
                </a:moveTo>
                <a:cubicBezTo>
                  <a:pt x="258384" y="243840"/>
                  <a:pt x="259618" y="241268"/>
                  <a:pt x="259618" y="237458"/>
                </a:cubicBezTo>
                <a:lnTo>
                  <a:pt x="259618" y="176213"/>
                </a:lnTo>
                <a:cubicBezTo>
                  <a:pt x="259618" y="174974"/>
                  <a:pt x="258384" y="172402"/>
                  <a:pt x="257056" y="171069"/>
                </a:cubicBezTo>
                <a:lnTo>
                  <a:pt x="211242" y="125158"/>
                </a:lnTo>
                <a:cubicBezTo>
                  <a:pt x="210008" y="122587"/>
                  <a:pt x="206119" y="122587"/>
                  <a:pt x="203653" y="123920"/>
                </a:cubicBezTo>
                <a:cubicBezTo>
                  <a:pt x="201092" y="125158"/>
                  <a:pt x="198531" y="127730"/>
                  <a:pt x="198531" y="130302"/>
                </a:cubicBezTo>
                <a:cubicBezTo>
                  <a:pt x="198531" y="164783"/>
                  <a:pt x="203653" y="209455"/>
                  <a:pt x="246812" y="243935"/>
                </a:cubicBezTo>
                <a:cubicBezTo>
                  <a:pt x="248045" y="245173"/>
                  <a:pt x="250606" y="245173"/>
                  <a:pt x="251934" y="245173"/>
                </a:cubicBezTo>
                <a:lnTo>
                  <a:pt x="255728" y="245173"/>
                </a:lnTo>
                <a:close/>
                <a:moveTo>
                  <a:pt x="244441" y="294894"/>
                </a:moveTo>
                <a:lnTo>
                  <a:pt x="244441" y="335852"/>
                </a:lnTo>
                <a:cubicBezTo>
                  <a:pt x="224142" y="314039"/>
                  <a:pt x="216459" y="288417"/>
                  <a:pt x="215226" y="265367"/>
                </a:cubicBezTo>
                <a:lnTo>
                  <a:pt x="244441" y="294799"/>
                </a:lnTo>
                <a:close/>
                <a:moveTo>
                  <a:pt x="255823" y="360236"/>
                </a:moveTo>
                <a:cubicBezTo>
                  <a:pt x="258384" y="358997"/>
                  <a:pt x="259618" y="356425"/>
                  <a:pt x="259618" y="353854"/>
                </a:cubicBezTo>
                <a:lnTo>
                  <a:pt x="259618" y="292322"/>
                </a:lnTo>
                <a:cubicBezTo>
                  <a:pt x="259618" y="289750"/>
                  <a:pt x="258384" y="287179"/>
                  <a:pt x="257056" y="285940"/>
                </a:cubicBezTo>
                <a:lnTo>
                  <a:pt x="211242" y="239840"/>
                </a:lnTo>
                <a:cubicBezTo>
                  <a:pt x="210008" y="238601"/>
                  <a:pt x="206119" y="237268"/>
                  <a:pt x="203653" y="238601"/>
                </a:cubicBezTo>
                <a:cubicBezTo>
                  <a:pt x="201092" y="239840"/>
                  <a:pt x="198531" y="242411"/>
                  <a:pt x="198531" y="246317"/>
                </a:cubicBezTo>
                <a:cubicBezTo>
                  <a:pt x="198531" y="280892"/>
                  <a:pt x="203653" y="324517"/>
                  <a:pt x="246812" y="359092"/>
                </a:cubicBezTo>
                <a:cubicBezTo>
                  <a:pt x="248045" y="360331"/>
                  <a:pt x="250606" y="361664"/>
                  <a:pt x="251934" y="361664"/>
                </a:cubicBezTo>
                <a:cubicBezTo>
                  <a:pt x="253262" y="361664"/>
                  <a:pt x="254495" y="360426"/>
                  <a:pt x="255728" y="360426"/>
                </a:cubicBezTo>
                <a:close/>
                <a:moveTo>
                  <a:pt x="350583" y="34480"/>
                </a:moveTo>
                <a:cubicBezTo>
                  <a:pt x="349350" y="58769"/>
                  <a:pt x="341667" y="82963"/>
                  <a:pt x="321368" y="106013"/>
                </a:cubicBezTo>
                <a:lnTo>
                  <a:pt x="321368" y="65151"/>
                </a:lnTo>
                <a:lnTo>
                  <a:pt x="350583" y="34480"/>
                </a:lnTo>
                <a:close/>
                <a:moveTo>
                  <a:pt x="318807" y="128969"/>
                </a:moveTo>
                <a:cubicBezTo>
                  <a:pt x="362061" y="94488"/>
                  <a:pt x="367088" y="49816"/>
                  <a:pt x="367088" y="15335"/>
                </a:cubicBezTo>
                <a:cubicBezTo>
                  <a:pt x="367088" y="12764"/>
                  <a:pt x="365855" y="10192"/>
                  <a:pt x="361966" y="8953"/>
                </a:cubicBezTo>
                <a:cubicBezTo>
                  <a:pt x="359405" y="7715"/>
                  <a:pt x="356844" y="7715"/>
                  <a:pt x="354378" y="10192"/>
                </a:cubicBezTo>
                <a:lnTo>
                  <a:pt x="308563" y="56198"/>
                </a:lnTo>
                <a:cubicBezTo>
                  <a:pt x="307329" y="57436"/>
                  <a:pt x="306002" y="60007"/>
                  <a:pt x="306002" y="61341"/>
                </a:cubicBezTo>
                <a:lnTo>
                  <a:pt x="306002" y="122587"/>
                </a:lnTo>
                <a:cubicBezTo>
                  <a:pt x="306002" y="125158"/>
                  <a:pt x="307235" y="128969"/>
                  <a:pt x="309796" y="130207"/>
                </a:cubicBezTo>
                <a:lnTo>
                  <a:pt x="313590" y="130207"/>
                </a:lnTo>
                <a:cubicBezTo>
                  <a:pt x="314823" y="130207"/>
                  <a:pt x="317384" y="130207"/>
                  <a:pt x="318712" y="128969"/>
                </a:cubicBezTo>
                <a:close/>
                <a:moveTo>
                  <a:pt x="350583" y="149257"/>
                </a:moveTo>
                <a:cubicBezTo>
                  <a:pt x="349350" y="173546"/>
                  <a:pt x="341667" y="199073"/>
                  <a:pt x="321368" y="220790"/>
                </a:cubicBezTo>
                <a:lnTo>
                  <a:pt x="321368" y="179927"/>
                </a:lnTo>
                <a:lnTo>
                  <a:pt x="350583" y="149257"/>
                </a:lnTo>
                <a:close/>
                <a:moveTo>
                  <a:pt x="318807" y="243745"/>
                </a:moveTo>
                <a:cubicBezTo>
                  <a:pt x="362061" y="209264"/>
                  <a:pt x="367088" y="164592"/>
                  <a:pt x="367088" y="130112"/>
                </a:cubicBezTo>
                <a:cubicBezTo>
                  <a:pt x="367088" y="127540"/>
                  <a:pt x="365855" y="124968"/>
                  <a:pt x="361966" y="123730"/>
                </a:cubicBezTo>
                <a:cubicBezTo>
                  <a:pt x="359405" y="122492"/>
                  <a:pt x="356844" y="122492"/>
                  <a:pt x="354378" y="124968"/>
                </a:cubicBezTo>
                <a:lnTo>
                  <a:pt x="308563" y="170879"/>
                </a:lnTo>
                <a:cubicBezTo>
                  <a:pt x="307329" y="172117"/>
                  <a:pt x="306002" y="174688"/>
                  <a:pt x="306002" y="176022"/>
                </a:cubicBezTo>
                <a:lnTo>
                  <a:pt x="306002" y="237268"/>
                </a:lnTo>
                <a:cubicBezTo>
                  <a:pt x="306002" y="241078"/>
                  <a:pt x="307235" y="243650"/>
                  <a:pt x="309796" y="244888"/>
                </a:cubicBezTo>
                <a:lnTo>
                  <a:pt x="313590" y="244888"/>
                </a:lnTo>
                <a:cubicBezTo>
                  <a:pt x="314823" y="244888"/>
                  <a:pt x="317384" y="244888"/>
                  <a:pt x="318712" y="243650"/>
                </a:cubicBezTo>
                <a:close/>
                <a:moveTo>
                  <a:pt x="350583" y="265462"/>
                </a:moveTo>
                <a:cubicBezTo>
                  <a:pt x="349350" y="288512"/>
                  <a:pt x="341667" y="314135"/>
                  <a:pt x="321368" y="335947"/>
                </a:cubicBezTo>
                <a:lnTo>
                  <a:pt x="321368" y="294989"/>
                </a:lnTo>
                <a:lnTo>
                  <a:pt x="350583" y="265557"/>
                </a:lnTo>
                <a:close/>
                <a:moveTo>
                  <a:pt x="318807" y="358997"/>
                </a:moveTo>
                <a:cubicBezTo>
                  <a:pt x="362061" y="324421"/>
                  <a:pt x="367088" y="280797"/>
                  <a:pt x="367088" y="246221"/>
                </a:cubicBezTo>
                <a:cubicBezTo>
                  <a:pt x="367088" y="242411"/>
                  <a:pt x="365855" y="239840"/>
                  <a:pt x="361966" y="238506"/>
                </a:cubicBezTo>
                <a:cubicBezTo>
                  <a:pt x="359405" y="237268"/>
                  <a:pt x="356844" y="238506"/>
                  <a:pt x="354378" y="239744"/>
                </a:cubicBezTo>
                <a:lnTo>
                  <a:pt x="308563" y="285845"/>
                </a:lnTo>
                <a:cubicBezTo>
                  <a:pt x="307329" y="287084"/>
                  <a:pt x="306002" y="289655"/>
                  <a:pt x="306002" y="292227"/>
                </a:cubicBezTo>
                <a:lnTo>
                  <a:pt x="306002" y="353759"/>
                </a:lnTo>
                <a:cubicBezTo>
                  <a:pt x="306002" y="356330"/>
                  <a:pt x="307235" y="358902"/>
                  <a:pt x="309796" y="360140"/>
                </a:cubicBezTo>
                <a:cubicBezTo>
                  <a:pt x="311029" y="360140"/>
                  <a:pt x="312357" y="361379"/>
                  <a:pt x="313590" y="361379"/>
                </a:cubicBezTo>
                <a:cubicBezTo>
                  <a:pt x="314823" y="361379"/>
                  <a:pt x="317384" y="360140"/>
                  <a:pt x="318712" y="35880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7" name="Graphic 143">
            <a:extLst>
              <a:ext uri="{FF2B5EF4-FFF2-40B4-BE49-F238E27FC236}">
                <a16:creationId xmlns:a16="http://schemas.microsoft.com/office/drawing/2014/main" id="{BA521188-AE9B-2F18-A51D-062B4C6FE0BB}"/>
              </a:ext>
            </a:extLst>
          </p:cNvPr>
          <p:cNvSpPr/>
          <p:nvPr/>
        </p:nvSpPr>
        <p:spPr>
          <a:xfrm>
            <a:off x="5473071" y="3468396"/>
            <a:ext cx="491489" cy="492133"/>
          </a:xfrm>
          <a:custGeom>
            <a:avLst/>
            <a:gdLst>
              <a:gd name="connsiteX0" fmla="*/ 84326 w 367088"/>
              <a:gd name="connsiteY0" fmla="*/ 367570 h 367569"/>
              <a:gd name="connsiteX1" fmla="*/ 76548 w 367088"/>
              <a:gd name="connsiteY1" fmla="*/ 359950 h 367569"/>
              <a:gd name="connsiteX2" fmla="*/ 76548 w 367088"/>
              <a:gd name="connsiteY2" fmla="*/ 7620 h 367569"/>
              <a:gd name="connsiteX3" fmla="*/ 84326 w 367088"/>
              <a:gd name="connsiteY3" fmla="*/ 0 h 367569"/>
              <a:gd name="connsiteX4" fmla="*/ 92104 w 367088"/>
              <a:gd name="connsiteY4" fmla="*/ 7620 h 367569"/>
              <a:gd name="connsiteX5" fmla="*/ 92104 w 367088"/>
              <a:gd name="connsiteY5" fmla="*/ 359950 h 367569"/>
              <a:gd name="connsiteX6" fmla="*/ 84326 w 367088"/>
              <a:gd name="connsiteY6" fmla="*/ 367570 h 367569"/>
              <a:gd name="connsiteX7" fmla="*/ 45910 w 367088"/>
              <a:gd name="connsiteY7" fmla="*/ 65151 h 367569"/>
              <a:gd name="connsiteX8" fmla="*/ 45910 w 367088"/>
              <a:gd name="connsiteY8" fmla="*/ 106013 h 367569"/>
              <a:gd name="connsiteX9" fmla="*/ 16694 w 367088"/>
              <a:gd name="connsiteY9" fmla="*/ 34480 h 367569"/>
              <a:gd name="connsiteX10" fmla="*/ 45910 w 367088"/>
              <a:gd name="connsiteY10" fmla="*/ 65151 h 367569"/>
              <a:gd name="connsiteX11" fmla="*/ 57292 w 367088"/>
              <a:gd name="connsiteY11" fmla="*/ 130207 h 367569"/>
              <a:gd name="connsiteX12" fmla="*/ 61086 w 367088"/>
              <a:gd name="connsiteY12" fmla="*/ 122587 h 367569"/>
              <a:gd name="connsiteX13" fmla="*/ 61086 w 367088"/>
              <a:gd name="connsiteY13" fmla="*/ 61341 h 367569"/>
              <a:gd name="connsiteX14" fmla="*/ 58525 w 367088"/>
              <a:gd name="connsiteY14" fmla="*/ 56198 h 367569"/>
              <a:gd name="connsiteX15" fmla="*/ 12711 w 367088"/>
              <a:gd name="connsiteY15" fmla="*/ 10192 h 367569"/>
              <a:gd name="connsiteX16" fmla="*/ 5122 w 367088"/>
              <a:gd name="connsiteY16" fmla="*/ 8953 h 367569"/>
              <a:gd name="connsiteX17" fmla="*/ 0 w 367088"/>
              <a:gd name="connsiteY17" fmla="*/ 15335 h 367569"/>
              <a:gd name="connsiteX18" fmla="*/ 48281 w 367088"/>
              <a:gd name="connsiteY18" fmla="*/ 128969 h 367569"/>
              <a:gd name="connsiteX19" fmla="*/ 53403 w 367088"/>
              <a:gd name="connsiteY19" fmla="*/ 130207 h 367569"/>
              <a:gd name="connsiteX20" fmla="*/ 57197 w 367088"/>
              <a:gd name="connsiteY20" fmla="*/ 130207 h 367569"/>
              <a:gd name="connsiteX21" fmla="*/ 45910 w 367088"/>
              <a:gd name="connsiteY21" fmla="*/ 179927 h 367569"/>
              <a:gd name="connsiteX22" fmla="*/ 45910 w 367088"/>
              <a:gd name="connsiteY22" fmla="*/ 220790 h 367569"/>
              <a:gd name="connsiteX23" fmla="*/ 16694 w 367088"/>
              <a:gd name="connsiteY23" fmla="*/ 149257 h 367569"/>
              <a:gd name="connsiteX24" fmla="*/ 45910 w 367088"/>
              <a:gd name="connsiteY24" fmla="*/ 179927 h 367569"/>
              <a:gd name="connsiteX25" fmla="*/ 57292 w 367088"/>
              <a:gd name="connsiteY25" fmla="*/ 245078 h 367569"/>
              <a:gd name="connsiteX26" fmla="*/ 61086 w 367088"/>
              <a:gd name="connsiteY26" fmla="*/ 237458 h 367569"/>
              <a:gd name="connsiteX27" fmla="*/ 61086 w 367088"/>
              <a:gd name="connsiteY27" fmla="*/ 176213 h 367569"/>
              <a:gd name="connsiteX28" fmla="*/ 58525 w 367088"/>
              <a:gd name="connsiteY28" fmla="*/ 171069 h 367569"/>
              <a:gd name="connsiteX29" fmla="*/ 12711 w 367088"/>
              <a:gd name="connsiteY29" fmla="*/ 125158 h 367569"/>
              <a:gd name="connsiteX30" fmla="*/ 5122 w 367088"/>
              <a:gd name="connsiteY30" fmla="*/ 123920 h 367569"/>
              <a:gd name="connsiteX31" fmla="*/ 0 w 367088"/>
              <a:gd name="connsiteY31" fmla="*/ 130302 h 367569"/>
              <a:gd name="connsiteX32" fmla="*/ 48281 w 367088"/>
              <a:gd name="connsiteY32" fmla="*/ 243935 h 367569"/>
              <a:gd name="connsiteX33" fmla="*/ 53403 w 367088"/>
              <a:gd name="connsiteY33" fmla="*/ 245173 h 367569"/>
              <a:gd name="connsiteX34" fmla="*/ 57197 w 367088"/>
              <a:gd name="connsiteY34" fmla="*/ 245173 h 367569"/>
              <a:gd name="connsiteX35" fmla="*/ 45910 w 367088"/>
              <a:gd name="connsiteY35" fmla="*/ 294894 h 367569"/>
              <a:gd name="connsiteX36" fmla="*/ 45910 w 367088"/>
              <a:gd name="connsiteY36" fmla="*/ 335852 h 367569"/>
              <a:gd name="connsiteX37" fmla="*/ 16694 w 367088"/>
              <a:gd name="connsiteY37" fmla="*/ 265367 h 367569"/>
              <a:gd name="connsiteX38" fmla="*/ 45910 w 367088"/>
              <a:gd name="connsiteY38" fmla="*/ 294799 h 367569"/>
              <a:gd name="connsiteX39" fmla="*/ 57292 w 367088"/>
              <a:gd name="connsiteY39" fmla="*/ 360236 h 367569"/>
              <a:gd name="connsiteX40" fmla="*/ 61086 w 367088"/>
              <a:gd name="connsiteY40" fmla="*/ 353854 h 367569"/>
              <a:gd name="connsiteX41" fmla="*/ 61086 w 367088"/>
              <a:gd name="connsiteY41" fmla="*/ 292322 h 367569"/>
              <a:gd name="connsiteX42" fmla="*/ 58525 w 367088"/>
              <a:gd name="connsiteY42" fmla="*/ 285940 h 367569"/>
              <a:gd name="connsiteX43" fmla="*/ 12711 w 367088"/>
              <a:gd name="connsiteY43" fmla="*/ 239840 h 367569"/>
              <a:gd name="connsiteX44" fmla="*/ 5122 w 367088"/>
              <a:gd name="connsiteY44" fmla="*/ 238601 h 367569"/>
              <a:gd name="connsiteX45" fmla="*/ 0 w 367088"/>
              <a:gd name="connsiteY45" fmla="*/ 246317 h 367569"/>
              <a:gd name="connsiteX46" fmla="*/ 48281 w 367088"/>
              <a:gd name="connsiteY46" fmla="*/ 359092 h 367569"/>
              <a:gd name="connsiteX47" fmla="*/ 53403 w 367088"/>
              <a:gd name="connsiteY47" fmla="*/ 361664 h 367569"/>
              <a:gd name="connsiteX48" fmla="*/ 57197 w 367088"/>
              <a:gd name="connsiteY48" fmla="*/ 360426 h 367569"/>
              <a:gd name="connsiteX49" fmla="*/ 152052 w 367088"/>
              <a:gd name="connsiteY49" fmla="*/ 34480 h 367569"/>
              <a:gd name="connsiteX50" fmla="*/ 122837 w 367088"/>
              <a:gd name="connsiteY50" fmla="*/ 106013 h 367569"/>
              <a:gd name="connsiteX51" fmla="*/ 122837 w 367088"/>
              <a:gd name="connsiteY51" fmla="*/ 65151 h 367569"/>
              <a:gd name="connsiteX52" fmla="*/ 152052 w 367088"/>
              <a:gd name="connsiteY52" fmla="*/ 34480 h 367569"/>
              <a:gd name="connsiteX53" fmla="*/ 120276 w 367088"/>
              <a:gd name="connsiteY53" fmla="*/ 128969 h 367569"/>
              <a:gd name="connsiteX54" fmla="*/ 168557 w 367088"/>
              <a:gd name="connsiteY54" fmla="*/ 15335 h 367569"/>
              <a:gd name="connsiteX55" fmla="*/ 163435 w 367088"/>
              <a:gd name="connsiteY55" fmla="*/ 8953 h 367569"/>
              <a:gd name="connsiteX56" fmla="*/ 155846 w 367088"/>
              <a:gd name="connsiteY56" fmla="*/ 10192 h 367569"/>
              <a:gd name="connsiteX57" fmla="*/ 110032 w 367088"/>
              <a:gd name="connsiteY57" fmla="*/ 56198 h 367569"/>
              <a:gd name="connsiteX58" fmla="*/ 107470 w 367088"/>
              <a:gd name="connsiteY58" fmla="*/ 61341 h 367569"/>
              <a:gd name="connsiteX59" fmla="*/ 107470 w 367088"/>
              <a:gd name="connsiteY59" fmla="*/ 122587 h 367569"/>
              <a:gd name="connsiteX60" fmla="*/ 111265 w 367088"/>
              <a:gd name="connsiteY60" fmla="*/ 130207 h 367569"/>
              <a:gd name="connsiteX61" fmla="*/ 115059 w 367088"/>
              <a:gd name="connsiteY61" fmla="*/ 130207 h 367569"/>
              <a:gd name="connsiteX62" fmla="*/ 120181 w 367088"/>
              <a:gd name="connsiteY62" fmla="*/ 128969 h 367569"/>
              <a:gd name="connsiteX63" fmla="*/ 152052 w 367088"/>
              <a:gd name="connsiteY63" fmla="*/ 149257 h 367569"/>
              <a:gd name="connsiteX64" fmla="*/ 122837 w 367088"/>
              <a:gd name="connsiteY64" fmla="*/ 220790 h 367569"/>
              <a:gd name="connsiteX65" fmla="*/ 122837 w 367088"/>
              <a:gd name="connsiteY65" fmla="*/ 179927 h 367569"/>
              <a:gd name="connsiteX66" fmla="*/ 152052 w 367088"/>
              <a:gd name="connsiteY66" fmla="*/ 149257 h 367569"/>
              <a:gd name="connsiteX67" fmla="*/ 120276 w 367088"/>
              <a:gd name="connsiteY67" fmla="*/ 243745 h 367569"/>
              <a:gd name="connsiteX68" fmla="*/ 168557 w 367088"/>
              <a:gd name="connsiteY68" fmla="*/ 130112 h 367569"/>
              <a:gd name="connsiteX69" fmla="*/ 163435 w 367088"/>
              <a:gd name="connsiteY69" fmla="*/ 123730 h 367569"/>
              <a:gd name="connsiteX70" fmla="*/ 155846 w 367088"/>
              <a:gd name="connsiteY70" fmla="*/ 124968 h 367569"/>
              <a:gd name="connsiteX71" fmla="*/ 110032 w 367088"/>
              <a:gd name="connsiteY71" fmla="*/ 170879 h 367569"/>
              <a:gd name="connsiteX72" fmla="*/ 107470 w 367088"/>
              <a:gd name="connsiteY72" fmla="*/ 176022 h 367569"/>
              <a:gd name="connsiteX73" fmla="*/ 107470 w 367088"/>
              <a:gd name="connsiteY73" fmla="*/ 237268 h 367569"/>
              <a:gd name="connsiteX74" fmla="*/ 111265 w 367088"/>
              <a:gd name="connsiteY74" fmla="*/ 244888 h 367569"/>
              <a:gd name="connsiteX75" fmla="*/ 115059 w 367088"/>
              <a:gd name="connsiteY75" fmla="*/ 244888 h 367569"/>
              <a:gd name="connsiteX76" fmla="*/ 120181 w 367088"/>
              <a:gd name="connsiteY76" fmla="*/ 243650 h 367569"/>
              <a:gd name="connsiteX77" fmla="*/ 152052 w 367088"/>
              <a:gd name="connsiteY77" fmla="*/ 265462 h 367569"/>
              <a:gd name="connsiteX78" fmla="*/ 122837 w 367088"/>
              <a:gd name="connsiteY78" fmla="*/ 335947 h 367569"/>
              <a:gd name="connsiteX79" fmla="*/ 122837 w 367088"/>
              <a:gd name="connsiteY79" fmla="*/ 294989 h 367569"/>
              <a:gd name="connsiteX80" fmla="*/ 152052 w 367088"/>
              <a:gd name="connsiteY80" fmla="*/ 265557 h 367569"/>
              <a:gd name="connsiteX81" fmla="*/ 120276 w 367088"/>
              <a:gd name="connsiteY81" fmla="*/ 358997 h 367569"/>
              <a:gd name="connsiteX82" fmla="*/ 168557 w 367088"/>
              <a:gd name="connsiteY82" fmla="*/ 246221 h 367569"/>
              <a:gd name="connsiteX83" fmla="*/ 163435 w 367088"/>
              <a:gd name="connsiteY83" fmla="*/ 238506 h 367569"/>
              <a:gd name="connsiteX84" fmla="*/ 155846 w 367088"/>
              <a:gd name="connsiteY84" fmla="*/ 239744 h 367569"/>
              <a:gd name="connsiteX85" fmla="*/ 110032 w 367088"/>
              <a:gd name="connsiteY85" fmla="*/ 285845 h 367569"/>
              <a:gd name="connsiteX86" fmla="*/ 107470 w 367088"/>
              <a:gd name="connsiteY86" fmla="*/ 292227 h 367569"/>
              <a:gd name="connsiteX87" fmla="*/ 107470 w 367088"/>
              <a:gd name="connsiteY87" fmla="*/ 353759 h 367569"/>
              <a:gd name="connsiteX88" fmla="*/ 111265 w 367088"/>
              <a:gd name="connsiteY88" fmla="*/ 360140 h 367569"/>
              <a:gd name="connsiteX89" fmla="*/ 115059 w 367088"/>
              <a:gd name="connsiteY89" fmla="*/ 361379 h 367569"/>
              <a:gd name="connsiteX90" fmla="*/ 120181 w 367088"/>
              <a:gd name="connsiteY90" fmla="*/ 358807 h 367569"/>
              <a:gd name="connsiteX91" fmla="*/ 290635 w 367088"/>
              <a:gd name="connsiteY91" fmla="*/ 359950 h 367569"/>
              <a:gd name="connsiteX92" fmla="*/ 290635 w 367088"/>
              <a:gd name="connsiteY92" fmla="*/ 7620 h 367569"/>
              <a:gd name="connsiteX93" fmla="*/ 282857 w 367088"/>
              <a:gd name="connsiteY93" fmla="*/ 0 h 367569"/>
              <a:gd name="connsiteX94" fmla="*/ 275079 w 367088"/>
              <a:gd name="connsiteY94" fmla="*/ 7620 h 367569"/>
              <a:gd name="connsiteX95" fmla="*/ 275079 w 367088"/>
              <a:gd name="connsiteY95" fmla="*/ 359950 h 367569"/>
              <a:gd name="connsiteX96" fmla="*/ 282857 w 367088"/>
              <a:gd name="connsiteY96" fmla="*/ 367570 h 367569"/>
              <a:gd name="connsiteX97" fmla="*/ 290635 w 367088"/>
              <a:gd name="connsiteY97" fmla="*/ 359950 h 367569"/>
              <a:gd name="connsiteX98" fmla="*/ 244441 w 367088"/>
              <a:gd name="connsiteY98" fmla="*/ 65151 h 367569"/>
              <a:gd name="connsiteX99" fmla="*/ 244441 w 367088"/>
              <a:gd name="connsiteY99" fmla="*/ 106013 h 367569"/>
              <a:gd name="connsiteX100" fmla="*/ 215226 w 367088"/>
              <a:gd name="connsiteY100" fmla="*/ 34480 h 367569"/>
              <a:gd name="connsiteX101" fmla="*/ 244441 w 367088"/>
              <a:gd name="connsiteY101" fmla="*/ 65151 h 367569"/>
              <a:gd name="connsiteX102" fmla="*/ 255823 w 367088"/>
              <a:gd name="connsiteY102" fmla="*/ 130207 h 367569"/>
              <a:gd name="connsiteX103" fmla="*/ 259618 w 367088"/>
              <a:gd name="connsiteY103" fmla="*/ 122587 h 367569"/>
              <a:gd name="connsiteX104" fmla="*/ 259618 w 367088"/>
              <a:gd name="connsiteY104" fmla="*/ 61341 h 367569"/>
              <a:gd name="connsiteX105" fmla="*/ 257056 w 367088"/>
              <a:gd name="connsiteY105" fmla="*/ 56198 h 367569"/>
              <a:gd name="connsiteX106" fmla="*/ 211242 w 367088"/>
              <a:gd name="connsiteY106" fmla="*/ 10192 h 367569"/>
              <a:gd name="connsiteX107" fmla="*/ 203653 w 367088"/>
              <a:gd name="connsiteY107" fmla="*/ 8953 h 367569"/>
              <a:gd name="connsiteX108" fmla="*/ 198531 w 367088"/>
              <a:gd name="connsiteY108" fmla="*/ 15335 h 367569"/>
              <a:gd name="connsiteX109" fmla="*/ 246812 w 367088"/>
              <a:gd name="connsiteY109" fmla="*/ 128969 h 367569"/>
              <a:gd name="connsiteX110" fmla="*/ 251934 w 367088"/>
              <a:gd name="connsiteY110" fmla="*/ 130207 h 367569"/>
              <a:gd name="connsiteX111" fmla="*/ 255728 w 367088"/>
              <a:gd name="connsiteY111" fmla="*/ 130207 h 367569"/>
              <a:gd name="connsiteX112" fmla="*/ 244441 w 367088"/>
              <a:gd name="connsiteY112" fmla="*/ 179927 h 367569"/>
              <a:gd name="connsiteX113" fmla="*/ 244441 w 367088"/>
              <a:gd name="connsiteY113" fmla="*/ 220790 h 367569"/>
              <a:gd name="connsiteX114" fmla="*/ 215226 w 367088"/>
              <a:gd name="connsiteY114" fmla="*/ 149257 h 367569"/>
              <a:gd name="connsiteX115" fmla="*/ 244441 w 367088"/>
              <a:gd name="connsiteY115" fmla="*/ 179927 h 367569"/>
              <a:gd name="connsiteX116" fmla="*/ 255823 w 367088"/>
              <a:gd name="connsiteY116" fmla="*/ 245078 h 367569"/>
              <a:gd name="connsiteX117" fmla="*/ 259618 w 367088"/>
              <a:gd name="connsiteY117" fmla="*/ 237458 h 367569"/>
              <a:gd name="connsiteX118" fmla="*/ 259618 w 367088"/>
              <a:gd name="connsiteY118" fmla="*/ 176213 h 367569"/>
              <a:gd name="connsiteX119" fmla="*/ 257056 w 367088"/>
              <a:gd name="connsiteY119" fmla="*/ 171069 h 367569"/>
              <a:gd name="connsiteX120" fmla="*/ 211242 w 367088"/>
              <a:gd name="connsiteY120" fmla="*/ 125158 h 367569"/>
              <a:gd name="connsiteX121" fmla="*/ 203653 w 367088"/>
              <a:gd name="connsiteY121" fmla="*/ 123920 h 367569"/>
              <a:gd name="connsiteX122" fmla="*/ 198531 w 367088"/>
              <a:gd name="connsiteY122" fmla="*/ 130302 h 367569"/>
              <a:gd name="connsiteX123" fmla="*/ 246812 w 367088"/>
              <a:gd name="connsiteY123" fmla="*/ 243935 h 367569"/>
              <a:gd name="connsiteX124" fmla="*/ 251934 w 367088"/>
              <a:gd name="connsiteY124" fmla="*/ 245173 h 367569"/>
              <a:gd name="connsiteX125" fmla="*/ 255728 w 367088"/>
              <a:gd name="connsiteY125" fmla="*/ 245173 h 367569"/>
              <a:gd name="connsiteX126" fmla="*/ 244441 w 367088"/>
              <a:gd name="connsiteY126" fmla="*/ 294894 h 367569"/>
              <a:gd name="connsiteX127" fmla="*/ 244441 w 367088"/>
              <a:gd name="connsiteY127" fmla="*/ 335852 h 367569"/>
              <a:gd name="connsiteX128" fmla="*/ 215226 w 367088"/>
              <a:gd name="connsiteY128" fmla="*/ 265367 h 367569"/>
              <a:gd name="connsiteX129" fmla="*/ 244441 w 367088"/>
              <a:gd name="connsiteY129" fmla="*/ 294799 h 367569"/>
              <a:gd name="connsiteX130" fmla="*/ 255823 w 367088"/>
              <a:gd name="connsiteY130" fmla="*/ 360236 h 367569"/>
              <a:gd name="connsiteX131" fmla="*/ 259618 w 367088"/>
              <a:gd name="connsiteY131" fmla="*/ 353854 h 367569"/>
              <a:gd name="connsiteX132" fmla="*/ 259618 w 367088"/>
              <a:gd name="connsiteY132" fmla="*/ 292322 h 367569"/>
              <a:gd name="connsiteX133" fmla="*/ 257056 w 367088"/>
              <a:gd name="connsiteY133" fmla="*/ 285940 h 367569"/>
              <a:gd name="connsiteX134" fmla="*/ 211242 w 367088"/>
              <a:gd name="connsiteY134" fmla="*/ 239840 h 367569"/>
              <a:gd name="connsiteX135" fmla="*/ 203653 w 367088"/>
              <a:gd name="connsiteY135" fmla="*/ 238601 h 367569"/>
              <a:gd name="connsiteX136" fmla="*/ 198531 w 367088"/>
              <a:gd name="connsiteY136" fmla="*/ 246317 h 367569"/>
              <a:gd name="connsiteX137" fmla="*/ 246812 w 367088"/>
              <a:gd name="connsiteY137" fmla="*/ 359092 h 367569"/>
              <a:gd name="connsiteX138" fmla="*/ 251934 w 367088"/>
              <a:gd name="connsiteY138" fmla="*/ 361664 h 367569"/>
              <a:gd name="connsiteX139" fmla="*/ 255728 w 367088"/>
              <a:gd name="connsiteY139" fmla="*/ 360426 h 367569"/>
              <a:gd name="connsiteX140" fmla="*/ 350583 w 367088"/>
              <a:gd name="connsiteY140" fmla="*/ 34480 h 367569"/>
              <a:gd name="connsiteX141" fmla="*/ 321368 w 367088"/>
              <a:gd name="connsiteY141" fmla="*/ 106013 h 367569"/>
              <a:gd name="connsiteX142" fmla="*/ 321368 w 367088"/>
              <a:gd name="connsiteY142" fmla="*/ 65151 h 367569"/>
              <a:gd name="connsiteX143" fmla="*/ 350583 w 367088"/>
              <a:gd name="connsiteY143" fmla="*/ 34480 h 367569"/>
              <a:gd name="connsiteX144" fmla="*/ 318807 w 367088"/>
              <a:gd name="connsiteY144" fmla="*/ 128969 h 367569"/>
              <a:gd name="connsiteX145" fmla="*/ 367088 w 367088"/>
              <a:gd name="connsiteY145" fmla="*/ 15335 h 367569"/>
              <a:gd name="connsiteX146" fmla="*/ 361966 w 367088"/>
              <a:gd name="connsiteY146" fmla="*/ 8953 h 367569"/>
              <a:gd name="connsiteX147" fmla="*/ 354378 w 367088"/>
              <a:gd name="connsiteY147" fmla="*/ 10192 h 367569"/>
              <a:gd name="connsiteX148" fmla="*/ 308563 w 367088"/>
              <a:gd name="connsiteY148" fmla="*/ 56198 h 367569"/>
              <a:gd name="connsiteX149" fmla="*/ 306002 w 367088"/>
              <a:gd name="connsiteY149" fmla="*/ 61341 h 367569"/>
              <a:gd name="connsiteX150" fmla="*/ 306002 w 367088"/>
              <a:gd name="connsiteY150" fmla="*/ 122587 h 367569"/>
              <a:gd name="connsiteX151" fmla="*/ 309796 w 367088"/>
              <a:gd name="connsiteY151" fmla="*/ 130207 h 367569"/>
              <a:gd name="connsiteX152" fmla="*/ 313590 w 367088"/>
              <a:gd name="connsiteY152" fmla="*/ 130207 h 367569"/>
              <a:gd name="connsiteX153" fmla="*/ 318712 w 367088"/>
              <a:gd name="connsiteY153" fmla="*/ 128969 h 367569"/>
              <a:gd name="connsiteX154" fmla="*/ 350583 w 367088"/>
              <a:gd name="connsiteY154" fmla="*/ 149257 h 367569"/>
              <a:gd name="connsiteX155" fmla="*/ 321368 w 367088"/>
              <a:gd name="connsiteY155" fmla="*/ 220790 h 367569"/>
              <a:gd name="connsiteX156" fmla="*/ 321368 w 367088"/>
              <a:gd name="connsiteY156" fmla="*/ 179927 h 367569"/>
              <a:gd name="connsiteX157" fmla="*/ 350583 w 367088"/>
              <a:gd name="connsiteY157" fmla="*/ 149257 h 367569"/>
              <a:gd name="connsiteX158" fmla="*/ 318807 w 367088"/>
              <a:gd name="connsiteY158" fmla="*/ 243745 h 367569"/>
              <a:gd name="connsiteX159" fmla="*/ 367088 w 367088"/>
              <a:gd name="connsiteY159" fmla="*/ 130112 h 367569"/>
              <a:gd name="connsiteX160" fmla="*/ 361966 w 367088"/>
              <a:gd name="connsiteY160" fmla="*/ 123730 h 367569"/>
              <a:gd name="connsiteX161" fmla="*/ 354378 w 367088"/>
              <a:gd name="connsiteY161" fmla="*/ 124968 h 367569"/>
              <a:gd name="connsiteX162" fmla="*/ 308563 w 367088"/>
              <a:gd name="connsiteY162" fmla="*/ 170879 h 367569"/>
              <a:gd name="connsiteX163" fmla="*/ 306002 w 367088"/>
              <a:gd name="connsiteY163" fmla="*/ 176022 h 367569"/>
              <a:gd name="connsiteX164" fmla="*/ 306002 w 367088"/>
              <a:gd name="connsiteY164" fmla="*/ 237268 h 367569"/>
              <a:gd name="connsiteX165" fmla="*/ 309796 w 367088"/>
              <a:gd name="connsiteY165" fmla="*/ 244888 h 367569"/>
              <a:gd name="connsiteX166" fmla="*/ 313590 w 367088"/>
              <a:gd name="connsiteY166" fmla="*/ 244888 h 367569"/>
              <a:gd name="connsiteX167" fmla="*/ 318712 w 367088"/>
              <a:gd name="connsiteY167" fmla="*/ 243650 h 367569"/>
              <a:gd name="connsiteX168" fmla="*/ 350583 w 367088"/>
              <a:gd name="connsiteY168" fmla="*/ 265462 h 367569"/>
              <a:gd name="connsiteX169" fmla="*/ 321368 w 367088"/>
              <a:gd name="connsiteY169" fmla="*/ 335947 h 367569"/>
              <a:gd name="connsiteX170" fmla="*/ 321368 w 367088"/>
              <a:gd name="connsiteY170" fmla="*/ 294989 h 367569"/>
              <a:gd name="connsiteX171" fmla="*/ 350583 w 367088"/>
              <a:gd name="connsiteY171" fmla="*/ 265557 h 367569"/>
              <a:gd name="connsiteX172" fmla="*/ 318807 w 367088"/>
              <a:gd name="connsiteY172" fmla="*/ 358997 h 367569"/>
              <a:gd name="connsiteX173" fmla="*/ 367088 w 367088"/>
              <a:gd name="connsiteY173" fmla="*/ 246221 h 367569"/>
              <a:gd name="connsiteX174" fmla="*/ 361966 w 367088"/>
              <a:gd name="connsiteY174" fmla="*/ 238506 h 367569"/>
              <a:gd name="connsiteX175" fmla="*/ 354378 w 367088"/>
              <a:gd name="connsiteY175" fmla="*/ 239744 h 367569"/>
              <a:gd name="connsiteX176" fmla="*/ 308563 w 367088"/>
              <a:gd name="connsiteY176" fmla="*/ 285845 h 367569"/>
              <a:gd name="connsiteX177" fmla="*/ 306002 w 367088"/>
              <a:gd name="connsiteY177" fmla="*/ 292227 h 367569"/>
              <a:gd name="connsiteX178" fmla="*/ 306002 w 367088"/>
              <a:gd name="connsiteY178" fmla="*/ 353759 h 367569"/>
              <a:gd name="connsiteX179" fmla="*/ 309796 w 367088"/>
              <a:gd name="connsiteY179" fmla="*/ 360140 h 367569"/>
              <a:gd name="connsiteX180" fmla="*/ 313590 w 367088"/>
              <a:gd name="connsiteY180" fmla="*/ 361379 h 367569"/>
              <a:gd name="connsiteX181" fmla="*/ 318712 w 367088"/>
              <a:gd name="connsiteY181" fmla="*/ 358807 h 367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</a:cxnLst>
            <a:rect l="l" t="t" r="r" b="b"/>
            <a:pathLst>
              <a:path w="367088" h="367569">
                <a:moveTo>
                  <a:pt x="84326" y="367570"/>
                </a:moveTo>
                <a:cubicBezTo>
                  <a:pt x="80437" y="367570"/>
                  <a:pt x="76548" y="363760"/>
                  <a:pt x="76548" y="359950"/>
                </a:cubicBezTo>
                <a:lnTo>
                  <a:pt x="76548" y="7620"/>
                </a:lnTo>
                <a:cubicBezTo>
                  <a:pt x="76548" y="3810"/>
                  <a:pt x="80437" y="0"/>
                  <a:pt x="84326" y="0"/>
                </a:cubicBezTo>
                <a:cubicBezTo>
                  <a:pt x="88215" y="0"/>
                  <a:pt x="92104" y="3810"/>
                  <a:pt x="92104" y="7620"/>
                </a:cubicBezTo>
                <a:lnTo>
                  <a:pt x="92104" y="359950"/>
                </a:lnTo>
                <a:cubicBezTo>
                  <a:pt x="92104" y="363760"/>
                  <a:pt x="88215" y="367570"/>
                  <a:pt x="84326" y="367570"/>
                </a:cubicBezTo>
                <a:close/>
                <a:moveTo>
                  <a:pt x="45910" y="65151"/>
                </a:moveTo>
                <a:lnTo>
                  <a:pt x="45910" y="106013"/>
                </a:lnTo>
                <a:cubicBezTo>
                  <a:pt x="25611" y="83058"/>
                  <a:pt x="17928" y="58769"/>
                  <a:pt x="16694" y="34480"/>
                </a:cubicBezTo>
                <a:lnTo>
                  <a:pt x="45910" y="65151"/>
                </a:lnTo>
                <a:close/>
                <a:moveTo>
                  <a:pt x="57292" y="130207"/>
                </a:moveTo>
                <a:cubicBezTo>
                  <a:pt x="59853" y="128969"/>
                  <a:pt x="61086" y="125063"/>
                  <a:pt x="61086" y="122587"/>
                </a:cubicBezTo>
                <a:lnTo>
                  <a:pt x="61086" y="61341"/>
                </a:lnTo>
                <a:cubicBezTo>
                  <a:pt x="61086" y="60103"/>
                  <a:pt x="59853" y="57531"/>
                  <a:pt x="58525" y="56198"/>
                </a:cubicBezTo>
                <a:lnTo>
                  <a:pt x="12711" y="10192"/>
                </a:lnTo>
                <a:cubicBezTo>
                  <a:pt x="11477" y="7620"/>
                  <a:pt x="7588" y="7620"/>
                  <a:pt x="5122" y="8953"/>
                </a:cubicBezTo>
                <a:cubicBezTo>
                  <a:pt x="2561" y="10192"/>
                  <a:pt x="0" y="12764"/>
                  <a:pt x="0" y="15335"/>
                </a:cubicBezTo>
                <a:cubicBezTo>
                  <a:pt x="0" y="49816"/>
                  <a:pt x="5122" y="94488"/>
                  <a:pt x="48281" y="128969"/>
                </a:cubicBezTo>
                <a:cubicBezTo>
                  <a:pt x="49514" y="130207"/>
                  <a:pt x="52075" y="130207"/>
                  <a:pt x="53403" y="130207"/>
                </a:cubicBezTo>
                <a:lnTo>
                  <a:pt x="57197" y="130207"/>
                </a:lnTo>
                <a:close/>
                <a:moveTo>
                  <a:pt x="45910" y="179927"/>
                </a:moveTo>
                <a:lnTo>
                  <a:pt x="45910" y="220790"/>
                </a:lnTo>
                <a:cubicBezTo>
                  <a:pt x="25611" y="199073"/>
                  <a:pt x="17928" y="173546"/>
                  <a:pt x="16694" y="149257"/>
                </a:cubicBezTo>
                <a:lnTo>
                  <a:pt x="45910" y="179927"/>
                </a:lnTo>
                <a:close/>
                <a:moveTo>
                  <a:pt x="57292" y="245078"/>
                </a:moveTo>
                <a:cubicBezTo>
                  <a:pt x="59853" y="243840"/>
                  <a:pt x="61086" y="241268"/>
                  <a:pt x="61086" y="237458"/>
                </a:cubicBezTo>
                <a:lnTo>
                  <a:pt x="61086" y="176213"/>
                </a:lnTo>
                <a:cubicBezTo>
                  <a:pt x="61086" y="174974"/>
                  <a:pt x="59853" y="172402"/>
                  <a:pt x="58525" y="171069"/>
                </a:cubicBezTo>
                <a:lnTo>
                  <a:pt x="12711" y="125158"/>
                </a:lnTo>
                <a:cubicBezTo>
                  <a:pt x="11477" y="122587"/>
                  <a:pt x="7588" y="122587"/>
                  <a:pt x="5122" y="123920"/>
                </a:cubicBezTo>
                <a:cubicBezTo>
                  <a:pt x="2561" y="125158"/>
                  <a:pt x="0" y="127730"/>
                  <a:pt x="0" y="130302"/>
                </a:cubicBezTo>
                <a:cubicBezTo>
                  <a:pt x="0" y="164783"/>
                  <a:pt x="5122" y="209455"/>
                  <a:pt x="48281" y="243935"/>
                </a:cubicBezTo>
                <a:cubicBezTo>
                  <a:pt x="49514" y="245173"/>
                  <a:pt x="52075" y="245173"/>
                  <a:pt x="53403" y="245173"/>
                </a:cubicBezTo>
                <a:lnTo>
                  <a:pt x="57197" y="245173"/>
                </a:lnTo>
                <a:close/>
                <a:moveTo>
                  <a:pt x="45910" y="294894"/>
                </a:moveTo>
                <a:lnTo>
                  <a:pt x="45910" y="335852"/>
                </a:lnTo>
                <a:cubicBezTo>
                  <a:pt x="25611" y="314039"/>
                  <a:pt x="17928" y="288417"/>
                  <a:pt x="16694" y="265367"/>
                </a:cubicBezTo>
                <a:lnTo>
                  <a:pt x="45910" y="294799"/>
                </a:lnTo>
                <a:close/>
                <a:moveTo>
                  <a:pt x="57292" y="360236"/>
                </a:moveTo>
                <a:cubicBezTo>
                  <a:pt x="59853" y="358997"/>
                  <a:pt x="61086" y="356425"/>
                  <a:pt x="61086" y="353854"/>
                </a:cubicBezTo>
                <a:lnTo>
                  <a:pt x="61086" y="292322"/>
                </a:lnTo>
                <a:cubicBezTo>
                  <a:pt x="61086" y="289750"/>
                  <a:pt x="59853" y="287179"/>
                  <a:pt x="58525" y="285940"/>
                </a:cubicBezTo>
                <a:lnTo>
                  <a:pt x="12711" y="239840"/>
                </a:lnTo>
                <a:cubicBezTo>
                  <a:pt x="11477" y="238601"/>
                  <a:pt x="7588" y="237268"/>
                  <a:pt x="5122" y="238601"/>
                </a:cubicBezTo>
                <a:cubicBezTo>
                  <a:pt x="2561" y="239840"/>
                  <a:pt x="0" y="242411"/>
                  <a:pt x="0" y="246317"/>
                </a:cubicBezTo>
                <a:cubicBezTo>
                  <a:pt x="0" y="280892"/>
                  <a:pt x="5122" y="324517"/>
                  <a:pt x="48281" y="359092"/>
                </a:cubicBezTo>
                <a:cubicBezTo>
                  <a:pt x="49514" y="360331"/>
                  <a:pt x="52075" y="361664"/>
                  <a:pt x="53403" y="361664"/>
                </a:cubicBezTo>
                <a:cubicBezTo>
                  <a:pt x="54731" y="361664"/>
                  <a:pt x="55964" y="360426"/>
                  <a:pt x="57197" y="360426"/>
                </a:cubicBezTo>
                <a:close/>
                <a:moveTo>
                  <a:pt x="152052" y="34480"/>
                </a:moveTo>
                <a:cubicBezTo>
                  <a:pt x="150819" y="58769"/>
                  <a:pt x="143136" y="82963"/>
                  <a:pt x="122837" y="106013"/>
                </a:cubicBezTo>
                <a:lnTo>
                  <a:pt x="122837" y="65151"/>
                </a:lnTo>
                <a:lnTo>
                  <a:pt x="152052" y="34480"/>
                </a:lnTo>
                <a:close/>
                <a:moveTo>
                  <a:pt x="120276" y="128969"/>
                </a:moveTo>
                <a:cubicBezTo>
                  <a:pt x="163530" y="94488"/>
                  <a:pt x="168557" y="49816"/>
                  <a:pt x="168557" y="15335"/>
                </a:cubicBezTo>
                <a:cubicBezTo>
                  <a:pt x="168557" y="12764"/>
                  <a:pt x="167324" y="10192"/>
                  <a:pt x="163435" y="8953"/>
                </a:cubicBezTo>
                <a:cubicBezTo>
                  <a:pt x="160874" y="7715"/>
                  <a:pt x="158313" y="7715"/>
                  <a:pt x="155846" y="10192"/>
                </a:cubicBezTo>
                <a:lnTo>
                  <a:pt x="110032" y="56198"/>
                </a:lnTo>
                <a:cubicBezTo>
                  <a:pt x="108798" y="57436"/>
                  <a:pt x="107470" y="60007"/>
                  <a:pt x="107470" y="61341"/>
                </a:cubicBezTo>
                <a:lnTo>
                  <a:pt x="107470" y="122587"/>
                </a:lnTo>
                <a:cubicBezTo>
                  <a:pt x="107470" y="125158"/>
                  <a:pt x="108704" y="128969"/>
                  <a:pt x="111265" y="130207"/>
                </a:cubicBezTo>
                <a:lnTo>
                  <a:pt x="115059" y="130207"/>
                </a:lnTo>
                <a:cubicBezTo>
                  <a:pt x="116292" y="130207"/>
                  <a:pt x="118853" y="130207"/>
                  <a:pt x="120181" y="128969"/>
                </a:cubicBezTo>
                <a:close/>
                <a:moveTo>
                  <a:pt x="152052" y="149257"/>
                </a:moveTo>
                <a:cubicBezTo>
                  <a:pt x="150819" y="173546"/>
                  <a:pt x="143136" y="199073"/>
                  <a:pt x="122837" y="220790"/>
                </a:cubicBezTo>
                <a:lnTo>
                  <a:pt x="122837" y="179927"/>
                </a:lnTo>
                <a:lnTo>
                  <a:pt x="152052" y="149257"/>
                </a:lnTo>
                <a:close/>
                <a:moveTo>
                  <a:pt x="120276" y="243745"/>
                </a:moveTo>
                <a:cubicBezTo>
                  <a:pt x="163530" y="209264"/>
                  <a:pt x="168557" y="164592"/>
                  <a:pt x="168557" y="130112"/>
                </a:cubicBezTo>
                <a:cubicBezTo>
                  <a:pt x="168557" y="127540"/>
                  <a:pt x="167324" y="124968"/>
                  <a:pt x="163435" y="123730"/>
                </a:cubicBezTo>
                <a:cubicBezTo>
                  <a:pt x="160874" y="122492"/>
                  <a:pt x="158313" y="122492"/>
                  <a:pt x="155846" y="124968"/>
                </a:cubicBezTo>
                <a:lnTo>
                  <a:pt x="110032" y="170879"/>
                </a:lnTo>
                <a:cubicBezTo>
                  <a:pt x="108798" y="172117"/>
                  <a:pt x="107470" y="174688"/>
                  <a:pt x="107470" y="176022"/>
                </a:cubicBezTo>
                <a:lnTo>
                  <a:pt x="107470" y="237268"/>
                </a:lnTo>
                <a:cubicBezTo>
                  <a:pt x="107470" y="241078"/>
                  <a:pt x="108704" y="243650"/>
                  <a:pt x="111265" y="244888"/>
                </a:cubicBezTo>
                <a:lnTo>
                  <a:pt x="115059" y="244888"/>
                </a:lnTo>
                <a:cubicBezTo>
                  <a:pt x="116292" y="244888"/>
                  <a:pt x="118853" y="244888"/>
                  <a:pt x="120181" y="243650"/>
                </a:cubicBezTo>
                <a:close/>
                <a:moveTo>
                  <a:pt x="152052" y="265462"/>
                </a:moveTo>
                <a:cubicBezTo>
                  <a:pt x="150819" y="288512"/>
                  <a:pt x="143136" y="314135"/>
                  <a:pt x="122837" y="335947"/>
                </a:cubicBezTo>
                <a:lnTo>
                  <a:pt x="122837" y="294989"/>
                </a:lnTo>
                <a:lnTo>
                  <a:pt x="152052" y="265557"/>
                </a:lnTo>
                <a:close/>
                <a:moveTo>
                  <a:pt x="120276" y="358997"/>
                </a:moveTo>
                <a:cubicBezTo>
                  <a:pt x="163530" y="324421"/>
                  <a:pt x="168557" y="280797"/>
                  <a:pt x="168557" y="246221"/>
                </a:cubicBezTo>
                <a:cubicBezTo>
                  <a:pt x="168557" y="242411"/>
                  <a:pt x="167324" y="239840"/>
                  <a:pt x="163435" y="238506"/>
                </a:cubicBezTo>
                <a:cubicBezTo>
                  <a:pt x="160874" y="237268"/>
                  <a:pt x="158313" y="238506"/>
                  <a:pt x="155846" y="239744"/>
                </a:cubicBezTo>
                <a:lnTo>
                  <a:pt x="110032" y="285845"/>
                </a:lnTo>
                <a:cubicBezTo>
                  <a:pt x="108798" y="287084"/>
                  <a:pt x="107470" y="289655"/>
                  <a:pt x="107470" y="292227"/>
                </a:cubicBezTo>
                <a:lnTo>
                  <a:pt x="107470" y="353759"/>
                </a:lnTo>
                <a:cubicBezTo>
                  <a:pt x="107470" y="356330"/>
                  <a:pt x="108704" y="358902"/>
                  <a:pt x="111265" y="360140"/>
                </a:cubicBezTo>
                <a:cubicBezTo>
                  <a:pt x="112498" y="360140"/>
                  <a:pt x="113826" y="361379"/>
                  <a:pt x="115059" y="361379"/>
                </a:cubicBezTo>
                <a:cubicBezTo>
                  <a:pt x="116292" y="361379"/>
                  <a:pt x="118853" y="360140"/>
                  <a:pt x="120181" y="358807"/>
                </a:cubicBezTo>
                <a:close/>
                <a:moveTo>
                  <a:pt x="290635" y="359950"/>
                </a:moveTo>
                <a:lnTo>
                  <a:pt x="290635" y="7620"/>
                </a:lnTo>
                <a:cubicBezTo>
                  <a:pt x="290635" y="3810"/>
                  <a:pt x="286746" y="0"/>
                  <a:pt x="282857" y="0"/>
                </a:cubicBezTo>
                <a:cubicBezTo>
                  <a:pt x="278968" y="0"/>
                  <a:pt x="275079" y="3810"/>
                  <a:pt x="275079" y="7620"/>
                </a:cubicBezTo>
                <a:lnTo>
                  <a:pt x="275079" y="359950"/>
                </a:lnTo>
                <a:cubicBezTo>
                  <a:pt x="275079" y="363760"/>
                  <a:pt x="278968" y="367570"/>
                  <a:pt x="282857" y="367570"/>
                </a:cubicBezTo>
                <a:cubicBezTo>
                  <a:pt x="286746" y="367570"/>
                  <a:pt x="290635" y="363760"/>
                  <a:pt x="290635" y="359950"/>
                </a:cubicBezTo>
                <a:close/>
                <a:moveTo>
                  <a:pt x="244441" y="65151"/>
                </a:moveTo>
                <a:lnTo>
                  <a:pt x="244441" y="106013"/>
                </a:lnTo>
                <a:cubicBezTo>
                  <a:pt x="224142" y="83058"/>
                  <a:pt x="216459" y="58769"/>
                  <a:pt x="215226" y="34480"/>
                </a:cubicBezTo>
                <a:lnTo>
                  <a:pt x="244441" y="65151"/>
                </a:lnTo>
                <a:close/>
                <a:moveTo>
                  <a:pt x="255823" y="130207"/>
                </a:moveTo>
                <a:cubicBezTo>
                  <a:pt x="258384" y="128969"/>
                  <a:pt x="259618" y="125063"/>
                  <a:pt x="259618" y="122587"/>
                </a:cubicBezTo>
                <a:lnTo>
                  <a:pt x="259618" y="61341"/>
                </a:lnTo>
                <a:cubicBezTo>
                  <a:pt x="259618" y="60103"/>
                  <a:pt x="258384" y="57531"/>
                  <a:pt x="257056" y="56198"/>
                </a:cubicBezTo>
                <a:lnTo>
                  <a:pt x="211242" y="10192"/>
                </a:lnTo>
                <a:cubicBezTo>
                  <a:pt x="210008" y="7620"/>
                  <a:pt x="206119" y="7620"/>
                  <a:pt x="203653" y="8953"/>
                </a:cubicBezTo>
                <a:cubicBezTo>
                  <a:pt x="201092" y="10192"/>
                  <a:pt x="198531" y="12764"/>
                  <a:pt x="198531" y="15335"/>
                </a:cubicBezTo>
                <a:cubicBezTo>
                  <a:pt x="198531" y="49816"/>
                  <a:pt x="203653" y="94488"/>
                  <a:pt x="246812" y="128969"/>
                </a:cubicBezTo>
                <a:cubicBezTo>
                  <a:pt x="248045" y="130207"/>
                  <a:pt x="250606" y="130207"/>
                  <a:pt x="251934" y="130207"/>
                </a:cubicBezTo>
                <a:lnTo>
                  <a:pt x="255728" y="130207"/>
                </a:lnTo>
                <a:close/>
                <a:moveTo>
                  <a:pt x="244441" y="179927"/>
                </a:moveTo>
                <a:lnTo>
                  <a:pt x="244441" y="220790"/>
                </a:lnTo>
                <a:cubicBezTo>
                  <a:pt x="224142" y="199073"/>
                  <a:pt x="216459" y="173546"/>
                  <a:pt x="215226" y="149257"/>
                </a:cubicBezTo>
                <a:lnTo>
                  <a:pt x="244441" y="179927"/>
                </a:lnTo>
                <a:close/>
                <a:moveTo>
                  <a:pt x="255823" y="245078"/>
                </a:moveTo>
                <a:cubicBezTo>
                  <a:pt x="258384" y="243840"/>
                  <a:pt x="259618" y="241268"/>
                  <a:pt x="259618" y="237458"/>
                </a:cubicBezTo>
                <a:lnTo>
                  <a:pt x="259618" y="176213"/>
                </a:lnTo>
                <a:cubicBezTo>
                  <a:pt x="259618" y="174974"/>
                  <a:pt x="258384" y="172402"/>
                  <a:pt x="257056" y="171069"/>
                </a:cubicBezTo>
                <a:lnTo>
                  <a:pt x="211242" y="125158"/>
                </a:lnTo>
                <a:cubicBezTo>
                  <a:pt x="210008" y="122587"/>
                  <a:pt x="206119" y="122587"/>
                  <a:pt x="203653" y="123920"/>
                </a:cubicBezTo>
                <a:cubicBezTo>
                  <a:pt x="201092" y="125158"/>
                  <a:pt x="198531" y="127730"/>
                  <a:pt x="198531" y="130302"/>
                </a:cubicBezTo>
                <a:cubicBezTo>
                  <a:pt x="198531" y="164783"/>
                  <a:pt x="203653" y="209455"/>
                  <a:pt x="246812" y="243935"/>
                </a:cubicBezTo>
                <a:cubicBezTo>
                  <a:pt x="248045" y="245173"/>
                  <a:pt x="250606" y="245173"/>
                  <a:pt x="251934" y="245173"/>
                </a:cubicBezTo>
                <a:lnTo>
                  <a:pt x="255728" y="245173"/>
                </a:lnTo>
                <a:close/>
                <a:moveTo>
                  <a:pt x="244441" y="294894"/>
                </a:moveTo>
                <a:lnTo>
                  <a:pt x="244441" y="335852"/>
                </a:lnTo>
                <a:cubicBezTo>
                  <a:pt x="224142" y="314039"/>
                  <a:pt x="216459" y="288417"/>
                  <a:pt x="215226" y="265367"/>
                </a:cubicBezTo>
                <a:lnTo>
                  <a:pt x="244441" y="294799"/>
                </a:lnTo>
                <a:close/>
                <a:moveTo>
                  <a:pt x="255823" y="360236"/>
                </a:moveTo>
                <a:cubicBezTo>
                  <a:pt x="258384" y="358997"/>
                  <a:pt x="259618" y="356425"/>
                  <a:pt x="259618" y="353854"/>
                </a:cubicBezTo>
                <a:lnTo>
                  <a:pt x="259618" y="292322"/>
                </a:lnTo>
                <a:cubicBezTo>
                  <a:pt x="259618" y="289750"/>
                  <a:pt x="258384" y="287179"/>
                  <a:pt x="257056" y="285940"/>
                </a:cubicBezTo>
                <a:lnTo>
                  <a:pt x="211242" y="239840"/>
                </a:lnTo>
                <a:cubicBezTo>
                  <a:pt x="210008" y="238601"/>
                  <a:pt x="206119" y="237268"/>
                  <a:pt x="203653" y="238601"/>
                </a:cubicBezTo>
                <a:cubicBezTo>
                  <a:pt x="201092" y="239840"/>
                  <a:pt x="198531" y="242411"/>
                  <a:pt x="198531" y="246317"/>
                </a:cubicBezTo>
                <a:cubicBezTo>
                  <a:pt x="198531" y="280892"/>
                  <a:pt x="203653" y="324517"/>
                  <a:pt x="246812" y="359092"/>
                </a:cubicBezTo>
                <a:cubicBezTo>
                  <a:pt x="248045" y="360331"/>
                  <a:pt x="250606" y="361664"/>
                  <a:pt x="251934" y="361664"/>
                </a:cubicBezTo>
                <a:cubicBezTo>
                  <a:pt x="253262" y="361664"/>
                  <a:pt x="254495" y="360426"/>
                  <a:pt x="255728" y="360426"/>
                </a:cubicBezTo>
                <a:close/>
                <a:moveTo>
                  <a:pt x="350583" y="34480"/>
                </a:moveTo>
                <a:cubicBezTo>
                  <a:pt x="349350" y="58769"/>
                  <a:pt x="341667" y="82963"/>
                  <a:pt x="321368" y="106013"/>
                </a:cubicBezTo>
                <a:lnTo>
                  <a:pt x="321368" y="65151"/>
                </a:lnTo>
                <a:lnTo>
                  <a:pt x="350583" y="34480"/>
                </a:lnTo>
                <a:close/>
                <a:moveTo>
                  <a:pt x="318807" y="128969"/>
                </a:moveTo>
                <a:cubicBezTo>
                  <a:pt x="362061" y="94488"/>
                  <a:pt x="367088" y="49816"/>
                  <a:pt x="367088" y="15335"/>
                </a:cubicBezTo>
                <a:cubicBezTo>
                  <a:pt x="367088" y="12764"/>
                  <a:pt x="365855" y="10192"/>
                  <a:pt x="361966" y="8953"/>
                </a:cubicBezTo>
                <a:cubicBezTo>
                  <a:pt x="359405" y="7715"/>
                  <a:pt x="356844" y="7715"/>
                  <a:pt x="354378" y="10192"/>
                </a:cubicBezTo>
                <a:lnTo>
                  <a:pt x="308563" y="56198"/>
                </a:lnTo>
                <a:cubicBezTo>
                  <a:pt x="307329" y="57436"/>
                  <a:pt x="306002" y="60007"/>
                  <a:pt x="306002" y="61341"/>
                </a:cubicBezTo>
                <a:lnTo>
                  <a:pt x="306002" y="122587"/>
                </a:lnTo>
                <a:cubicBezTo>
                  <a:pt x="306002" y="125158"/>
                  <a:pt x="307235" y="128969"/>
                  <a:pt x="309796" y="130207"/>
                </a:cubicBezTo>
                <a:lnTo>
                  <a:pt x="313590" y="130207"/>
                </a:lnTo>
                <a:cubicBezTo>
                  <a:pt x="314823" y="130207"/>
                  <a:pt x="317384" y="130207"/>
                  <a:pt x="318712" y="128969"/>
                </a:cubicBezTo>
                <a:close/>
                <a:moveTo>
                  <a:pt x="350583" y="149257"/>
                </a:moveTo>
                <a:cubicBezTo>
                  <a:pt x="349350" y="173546"/>
                  <a:pt x="341667" y="199073"/>
                  <a:pt x="321368" y="220790"/>
                </a:cubicBezTo>
                <a:lnTo>
                  <a:pt x="321368" y="179927"/>
                </a:lnTo>
                <a:lnTo>
                  <a:pt x="350583" y="149257"/>
                </a:lnTo>
                <a:close/>
                <a:moveTo>
                  <a:pt x="318807" y="243745"/>
                </a:moveTo>
                <a:cubicBezTo>
                  <a:pt x="362061" y="209264"/>
                  <a:pt x="367088" y="164592"/>
                  <a:pt x="367088" y="130112"/>
                </a:cubicBezTo>
                <a:cubicBezTo>
                  <a:pt x="367088" y="127540"/>
                  <a:pt x="365855" y="124968"/>
                  <a:pt x="361966" y="123730"/>
                </a:cubicBezTo>
                <a:cubicBezTo>
                  <a:pt x="359405" y="122492"/>
                  <a:pt x="356844" y="122492"/>
                  <a:pt x="354378" y="124968"/>
                </a:cubicBezTo>
                <a:lnTo>
                  <a:pt x="308563" y="170879"/>
                </a:lnTo>
                <a:cubicBezTo>
                  <a:pt x="307329" y="172117"/>
                  <a:pt x="306002" y="174688"/>
                  <a:pt x="306002" y="176022"/>
                </a:cubicBezTo>
                <a:lnTo>
                  <a:pt x="306002" y="237268"/>
                </a:lnTo>
                <a:cubicBezTo>
                  <a:pt x="306002" y="241078"/>
                  <a:pt x="307235" y="243650"/>
                  <a:pt x="309796" y="244888"/>
                </a:cubicBezTo>
                <a:lnTo>
                  <a:pt x="313590" y="244888"/>
                </a:lnTo>
                <a:cubicBezTo>
                  <a:pt x="314823" y="244888"/>
                  <a:pt x="317384" y="244888"/>
                  <a:pt x="318712" y="243650"/>
                </a:cubicBezTo>
                <a:close/>
                <a:moveTo>
                  <a:pt x="350583" y="265462"/>
                </a:moveTo>
                <a:cubicBezTo>
                  <a:pt x="349350" y="288512"/>
                  <a:pt x="341667" y="314135"/>
                  <a:pt x="321368" y="335947"/>
                </a:cubicBezTo>
                <a:lnTo>
                  <a:pt x="321368" y="294989"/>
                </a:lnTo>
                <a:lnTo>
                  <a:pt x="350583" y="265557"/>
                </a:lnTo>
                <a:close/>
                <a:moveTo>
                  <a:pt x="318807" y="358997"/>
                </a:moveTo>
                <a:cubicBezTo>
                  <a:pt x="362061" y="324421"/>
                  <a:pt x="367088" y="280797"/>
                  <a:pt x="367088" y="246221"/>
                </a:cubicBezTo>
                <a:cubicBezTo>
                  <a:pt x="367088" y="242411"/>
                  <a:pt x="365855" y="239840"/>
                  <a:pt x="361966" y="238506"/>
                </a:cubicBezTo>
                <a:cubicBezTo>
                  <a:pt x="359405" y="237268"/>
                  <a:pt x="356844" y="238506"/>
                  <a:pt x="354378" y="239744"/>
                </a:cubicBezTo>
                <a:lnTo>
                  <a:pt x="308563" y="285845"/>
                </a:lnTo>
                <a:cubicBezTo>
                  <a:pt x="307329" y="287084"/>
                  <a:pt x="306002" y="289655"/>
                  <a:pt x="306002" y="292227"/>
                </a:cubicBezTo>
                <a:lnTo>
                  <a:pt x="306002" y="353759"/>
                </a:lnTo>
                <a:cubicBezTo>
                  <a:pt x="306002" y="356330"/>
                  <a:pt x="307235" y="358902"/>
                  <a:pt x="309796" y="360140"/>
                </a:cubicBezTo>
                <a:cubicBezTo>
                  <a:pt x="311029" y="360140"/>
                  <a:pt x="312357" y="361379"/>
                  <a:pt x="313590" y="361379"/>
                </a:cubicBezTo>
                <a:cubicBezTo>
                  <a:pt x="314823" y="361379"/>
                  <a:pt x="317384" y="360140"/>
                  <a:pt x="318712" y="35880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8" name="Graphic 143">
            <a:extLst>
              <a:ext uri="{FF2B5EF4-FFF2-40B4-BE49-F238E27FC236}">
                <a16:creationId xmlns:a16="http://schemas.microsoft.com/office/drawing/2014/main" id="{945E82D8-FBC7-D075-E5F1-C29404607099}"/>
              </a:ext>
            </a:extLst>
          </p:cNvPr>
          <p:cNvSpPr/>
          <p:nvPr/>
        </p:nvSpPr>
        <p:spPr>
          <a:xfrm>
            <a:off x="6236823" y="3468396"/>
            <a:ext cx="491489" cy="492133"/>
          </a:xfrm>
          <a:custGeom>
            <a:avLst/>
            <a:gdLst>
              <a:gd name="connsiteX0" fmla="*/ 84326 w 367088"/>
              <a:gd name="connsiteY0" fmla="*/ 367570 h 367569"/>
              <a:gd name="connsiteX1" fmla="*/ 76548 w 367088"/>
              <a:gd name="connsiteY1" fmla="*/ 359950 h 367569"/>
              <a:gd name="connsiteX2" fmla="*/ 76548 w 367088"/>
              <a:gd name="connsiteY2" fmla="*/ 7620 h 367569"/>
              <a:gd name="connsiteX3" fmla="*/ 84326 w 367088"/>
              <a:gd name="connsiteY3" fmla="*/ 0 h 367569"/>
              <a:gd name="connsiteX4" fmla="*/ 92104 w 367088"/>
              <a:gd name="connsiteY4" fmla="*/ 7620 h 367569"/>
              <a:gd name="connsiteX5" fmla="*/ 92104 w 367088"/>
              <a:gd name="connsiteY5" fmla="*/ 359950 h 367569"/>
              <a:gd name="connsiteX6" fmla="*/ 84326 w 367088"/>
              <a:gd name="connsiteY6" fmla="*/ 367570 h 367569"/>
              <a:gd name="connsiteX7" fmla="*/ 45910 w 367088"/>
              <a:gd name="connsiteY7" fmla="*/ 65151 h 367569"/>
              <a:gd name="connsiteX8" fmla="*/ 45910 w 367088"/>
              <a:gd name="connsiteY8" fmla="*/ 106013 h 367569"/>
              <a:gd name="connsiteX9" fmla="*/ 16694 w 367088"/>
              <a:gd name="connsiteY9" fmla="*/ 34480 h 367569"/>
              <a:gd name="connsiteX10" fmla="*/ 45910 w 367088"/>
              <a:gd name="connsiteY10" fmla="*/ 65151 h 367569"/>
              <a:gd name="connsiteX11" fmla="*/ 57292 w 367088"/>
              <a:gd name="connsiteY11" fmla="*/ 130207 h 367569"/>
              <a:gd name="connsiteX12" fmla="*/ 61086 w 367088"/>
              <a:gd name="connsiteY12" fmla="*/ 122587 h 367569"/>
              <a:gd name="connsiteX13" fmla="*/ 61086 w 367088"/>
              <a:gd name="connsiteY13" fmla="*/ 61341 h 367569"/>
              <a:gd name="connsiteX14" fmla="*/ 58525 w 367088"/>
              <a:gd name="connsiteY14" fmla="*/ 56198 h 367569"/>
              <a:gd name="connsiteX15" fmla="*/ 12711 w 367088"/>
              <a:gd name="connsiteY15" fmla="*/ 10192 h 367569"/>
              <a:gd name="connsiteX16" fmla="*/ 5122 w 367088"/>
              <a:gd name="connsiteY16" fmla="*/ 8953 h 367569"/>
              <a:gd name="connsiteX17" fmla="*/ 0 w 367088"/>
              <a:gd name="connsiteY17" fmla="*/ 15335 h 367569"/>
              <a:gd name="connsiteX18" fmla="*/ 48281 w 367088"/>
              <a:gd name="connsiteY18" fmla="*/ 128969 h 367569"/>
              <a:gd name="connsiteX19" fmla="*/ 53403 w 367088"/>
              <a:gd name="connsiteY19" fmla="*/ 130207 h 367569"/>
              <a:gd name="connsiteX20" fmla="*/ 57197 w 367088"/>
              <a:gd name="connsiteY20" fmla="*/ 130207 h 367569"/>
              <a:gd name="connsiteX21" fmla="*/ 45910 w 367088"/>
              <a:gd name="connsiteY21" fmla="*/ 179927 h 367569"/>
              <a:gd name="connsiteX22" fmla="*/ 45910 w 367088"/>
              <a:gd name="connsiteY22" fmla="*/ 220790 h 367569"/>
              <a:gd name="connsiteX23" fmla="*/ 16694 w 367088"/>
              <a:gd name="connsiteY23" fmla="*/ 149257 h 367569"/>
              <a:gd name="connsiteX24" fmla="*/ 45910 w 367088"/>
              <a:gd name="connsiteY24" fmla="*/ 179927 h 367569"/>
              <a:gd name="connsiteX25" fmla="*/ 57292 w 367088"/>
              <a:gd name="connsiteY25" fmla="*/ 245078 h 367569"/>
              <a:gd name="connsiteX26" fmla="*/ 61086 w 367088"/>
              <a:gd name="connsiteY26" fmla="*/ 237458 h 367569"/>
              <a:gd name="connsiteX27" fmla="*/ 61086 w 367088"/>
              <a:gd name="connsiteY27" fmla="*/ 176213 h 367569"/>
              <a:gd name="connsiteX28" fmla="*/ 58525 w 367088"/>
              <a:gd name="connsiteY28" fmla="*/ 171069 h 367569"/>
              <a:gd name="connsiteX29" fmla="*/ 12711 w 367088"/>
              <a:gd name="connsiteY29" fmla="*/ 125158 h 367569"/>
              <a:gd name="connsiteX30" fmla="*/ 5122 w 367088"/>
              <a:gd name="connsiteY30" fmla="*/ 123920 h 367569"/>
              <a:gd name="connsiteX31" fmla="*/ 0 w 367088"/>
              <a:gd name="connsiteY31" fmla="*/ 130302 h 367569"/>
              <a:gd name="connsiteX32" fmla="*/ 48281 w 367088"/>
              <a:gd name="connsiteY32" fmla="*/ 243935 h 367569"/>
              <a:gd name="connsiteX33" fmla="*/ 53403 w 367088"/>
              <a:gd name="connsiteY33" fmla="*/ 245173 h 367569"/>
              <a:gd name="connsiteX34" fmla="*/ 57197 w 367088"/>
              <a:gd name="connsiteY34" fmla="*/ 245173 h 367569"/>
              <a:gd name="connsiteX35" fmla="*/ 45910 w 367088"/>
              <a:gd name="connsiteY35" fmla="*/ 294894 h 367569"/>
              <a:gd name="connsiteX36" fmla="*/ 45910 w 367088"/>
              <a:gd name="connsiteY36" fmla="*/ 335852 h 367569"/>
              <a:gd name="connsiteX37" fmla="*/ 16694 w 367088"/>
              <a:gd name="connsiteY37" fmla="*/ 265367 h 367569"/>
              <a:gd name="connsiteX38" fmla="*/ 45910 w 367088"/>
              <a:gd name="connsiteY38" fmla="*/ 294799 h 367569"/>
              <a:gd name="connsiteX39" fmla="*/ 57292 w 367088"/>
              <a:gd name="connsiteY39" fmla="*/ 360236 h 367569"/>
              <a:gd name="connsiteX40" fmla="*/ 61086 w 367088"/>
              <a:gd name="connsiteY40" fmla="*/ 353854 h 367569"/>
              <a:gd name="connsiteX41" fmla="*/ 61086 w 367088"/>
              <a:gd name="connsiteY41" fmla="*/ 292322 h 367569"/>
              <a:gd name="connsiteX42" fmla="*/ 58525 w 367088"/>
              <a:gd name="connsiteY42" fmla="*/ 285940 h 367569"/>
              <a:gd name="connsiteX43" fmla="*/ 12711 w 367088"/>
              <a:gd name="connsiteY43" fmla="*/ 239840 h 367569"/>
              <a:gd name="connsiteX44" fmla="*/ 5122 w 367088"/>
              <a:gd name="connsiteY44" fmla="*/ 238601 h 367569"/>
              <a:gd name="connsiteX45" fmla="*/ 0 w 367088"/>
              <a:gd name="connsiteY45" fmla="*/ 246317 h 367569"/>
              <a:gd name="connsiteX46" fmla="*/ 48281 w 367088"/>
              <a:gd name="connsiteY46" fmla="*/ 359092 h 367569"/>
              <a:gd name="connsiteX47" fmla="*/ 53403 w 367088"/>
              <a:gd name="connsiteY47" fmla="*/ 361664 h 367569"/>
              <a:gd name="connsiteX48" fmla="*/ 57197 w 367088"/>
              <a:gd name="connsiteY48" fmla="*/ 360426 h 367569"/>
              <a:gd name="connsiteX49" fmla="*/ 152052 w 367088"/>
              <a:gd name="connsiteY49" fmla="*/ 34480 h 367569"/>
              <a:gd name="connsiteX50" fmla="*/ 122837 w 367088"/>
              <a:gd name="connsiteY50" fmla="*/ 106013 h 367569"/>
              <a:gd name="connsiteX51" fmla="*/ 122837 w 367088"/>
              <a:gd name="connsiteY51" fmla="*/ 65151 h 367569"/>
              <a:gd name="connsiteX52" fmla="*/ 152052 w 367088"/>
              <a:gd name="connsiteY52" fmla="*/ 34480 h 367569"/>
              <a:gd name="connsiteX53" fmla="*/ 120276 w 367088"/>
              <a:gd name="connsiteY53" fmla="*/ 128969 h 367569"/>
              <a:gd name="connsiteX54" fmla="*/ 168557 w 367088"/>
              <a:gd name="connsiteY54" fmla="*/ 15335 h 367569"/>
              <a:gd name="connsiteX55" fmla="*/ 163435 w 367088"/>
              <a:gd name="connsiteY55" fmla="*/ 8953 h 367569"/>
              <a:gd name="connsiteX56" fmla="*/ 155846 w 367088"/>
              <a:gd name="connsiteY56" fmla="*/ 10192 h 367569"/>
              <a:gd name="connsiteX57" fmla="*/ 110032 w 367088"/>
              <a:gd name="connsiteY57" fmla="*/ 56198 h 367569"/>
              <a:gd name="connsiteX58" fmla="*/ 107470 w 367088"/>
              <a:gd name="connsiteY58" fmla="*/ 61341 h 367569"/>
              <a:gd name="connsiteX59" fmla="*/ 107470 w 367088"/>
              <a:gd name="connsiteY59" fmla="*/ 122587 h 367569"/>
              <a:gd name="connsiteX60" fmla="*/ 111265 w 367088"/>
              <a:gd name="connsiteY60" fmla="*/ 130207 h 367569"/>
              <a:gd name="connsiteX61" fmla="*/ 115059 w 367088"/>
              <a:gd name="connsiteY61" fmla="*/ 130207 h 367569"/>
              <a:gd name="connsiteX62" fmla="*/ 120181 w 367088"/>
              <a:gd name="connsiteY62" fmla="*/ 128969 h 367569"/>
              <a:gd name="connsiteX63" fmla="*/ 152052 w 367088"/>
              <a:gd name="connsiteY63" fmla="*/ 149257 h 367569"/>
              <a:gd name="connsiteX64" fmla="*/ 122837 w 367088"/>
              <a:gd name="connsiteY64" fmla="*/ 220790 h 367569"/>
              <a:gd name="connsiteX65" fmla="*/ 122837 w 367088"/>
              <a:gd name="connsiteY65" fmla="*/ 179927 h 367569"/>
              <a:gd name="connsiteX66" fmla="*/ 152052 w 367088"/>
              <a:gd name="connsiteY66" fmla="*/ 149257 h 367569"/>
              <a:gd name="connsiteX67" fmla="*/ 120276 w 367088"/>
              <a:gd name="connsiteY67" fmla="*/ 243745 h 367569"/>
              <a:gd name="connsiteX68" fmla="*/ 168557 w 367088"/>
              <a:gd name="connsiteY68" fmla="*/ 130112 h 367569"/>
              <a:gd name="connsiteX69" fmla="*/ 163435 w 367088"/>
              <a:gd name="connsiteY69" fmla="*/ 123730 h 367569"/>
              <a:gd name="connsiteX70" fmla="*/ 155846 w 367088"/>
              <a:gd name="connsiteY70" fmla="*/ 124968 h 367569"/>
              <a:gd name="connsiteX71" fmla="*/ 110032 w 367088"/>
              <a:gd name="connsiteY71" fmla="*/ 170879 h 367569"/>
              <a:gd name="connsiteX72" fmla="*/ 107470 w 367088"/>
              <a:gd name="connsiteY72" fmla="*/ 176022 h 367569"/>
              <a:gd name="connsiteX73" fmla="*/ 107470 w 367088"/>
              <a:gd name="connsiteY73" fmla="*/ 237268 h 367569"/>
              <a:gd name="connsiteX74" fmla="*/ 111265 w 367088"/>
              <a:gd name="connsiteY74" fmla="*/ 244888 h 367569"/>
              <a:gd name="connsiteX75" fmla="*/ 115059 w 367088"/>
              <a:gd name="connsiteY75" fmla="*/ 244888 h 367569"/>
              <a:gd name="connsiteX76" fmla="*/ 120181 w 367088"/>
              <a:gd name="connsiteY76" fmla="*/ 243650 h 367569"/>
              <a:gd name="connsiteX77" fmla="*/ 152052 w 367088"/>
              <a:gd name="connsiteY77" fmla="*/ 265462 h 367569"/>
              <a:gd name="connsiteX78" fmla="*/ 122837 w 367088"/>
              <a:gd name="connsiteY78" fmla="*/ 335947 h 367569"/>
              <a:gd name="connsiteX79" fmla="*/ 122837 w 367088"/>
              <a:gd name="connsiteY79" fmla="*/ 294989 h 367569"/>
              <a:gd name="connsiteX80" fmla="*/ 152052 w 367088"/>
              <a:gd name="connsiteY80" fmla="*/ 265557 h 367569"/>
              <a:gd name="connsiteX81" fmla="*/ 120276 w 367088"/>
              <a:gd name="connsiteY81" fmla="*/ 358997 h 367569"/>
              <a:gd name="connsiteX82" fmla="*/ 168557 w 367088"/>
              <a:gd name="connsiteY82" fmla="*/ 246221 h 367569"/>
              <a:gd name="connsiteX83" fmla="*/ 163435 w 367088"/>
              <a:gd name="connsiteY83" fmla="*/ 238506 h 367569"/>
              <a:gd name="connsiteX84" fmla="*/ 155846 w 367088"/>
              <a:gd name="connsiteY84" fmla="*/ 239744 h 367569"/>
              <a:gd name="connsiteX85" fmla="*/ 110032 w 367088"/>
              <a:gd name="connsiteY85" fmla="*/ 285845 h 367569"/>
              <a:gd name="connsiteX86" fmla="*/ 107470 w 367088"/>
              <a:gd name="connsiteY86" fmla="*/ 292227 h 367569"/>
              <a:gd name="connsiteX87" fmla="*/ 107470 w 367088"/>
              <a:gd name="connsiteY87" fmla="*/ 353759 h 367569"/>
              <a:gd name="connsiteX88" fmla="*/ 111265 w 367088"/>
              <a:gd name="connsiteY88" fmla="*/ 360140 h 367569"/>
              <a:gd name="connsiteX89" fmla="*/ 115059 w 367088"/>
              <a:gd name="connsiteY89" fmla="*/ 361379 h 367569"/>
              <a:gd name="connsiteX90" fmla="*/ 120181 w 367088"/>
              <a:gd name="connsiteY90" fmla="*/ 358807 h 367569"/>
              <a:gd name="connsiteX91" fmla="*/ 290635 w 367088"/>
              <a:gd name="connsiteY91" fmla="*/ 359950 h 367569"/>
              <a:gd name="connsiteX92" fmla="*/ 290635 w 367088"/>
              <a:gd name="connsiteY92" fmla="*/ 7620 h 367569"/>
              <a:gd name="connsiteX93" fmla="*/ 282857 w 367088"/>
              <a:gd name="connsiteY93" fmla="*/ 0 h 367569"/>
              <a:gd name="connsiteX94" fmla="*/ 275079 w 367088"/>
              <a:gd name="connsiteY94" fmla="*/ 7620 h 367569"/>
              <a:gd name="connsiteX95" fmla="*/ 275079 w 367088"/>
              <a:gd name="connsiteY95" fmla="*/ 359950 h 367569"/>
              <a:gd name="connsiteX96" fmla="*/ 282857 w 367088"/>
              <a:gd name="connsiteY96" fmla="*/ 367570 h 367569"/>
              <a:gd name="connsiteX97" fmla="*/ 290635 w 367088"/>
              <a:gd name="connsiteY97" fmla="*/ 359950 h 367569"/>
              <a:gd name="connsiteX98" fmla="*/ 244441 w 367088"/>
              <a:gd name="connsiteY98" fmla="*/ 65151 h 367569"/>
              <a:gd name="connsiteX99" fmla="*/ 244441 w 367088"/>
              <a:gd name="connsiteY99" fmla="*/ 106013 h 367569"/>
              <a:gd name="connsiteX100" fmla="*/ 215226 w 367088"/>
              <a:gd name="connsiteY100" fmla="*/ 34480 h 367569"/>
              <a:gd name="connsiteX101" fmla="*/ 244441 w 367088"/>
              <a:gd name="connsiteY101" fmla="*/ 65151 h 367569"/>
              <a:gd name="connsiteX102" fmla="*/ 255823 w 367088"/>
              <a:gd name="connsiteY102" fmla="*/ 130207 h 367569"/>
              <a:gd name="connsiteX103" fmla="*/ 259618 w 367088"/>
              <a:gd name="connsiteY103" fmla="*/ 122587 h 367569"/>
              <a:gd name="connsiteX104" fmla="*/ 259618 w 367088"/>
              <a:gd name="connsiteY104" fmla="*/ 61341 h 367569"/>
              <a:gd name="connsiteX105" fmla="*/ 257056 w 367088"/>
              <a:gd name="connsiteY105" fmla="*/ 56198 h 367569"/>
              <a:gd name="connsiteX106" fmla="*/ 211242 w 367088"/>
              <a:gd name="connsiteY106" fmla="*/ 10192 h 367569"/>
              <a:gd name="connsiteX107" fmla="*/ 203653 w 367088"/>
              <a:gd name="connsiteY107" fmla="*/ 8953 h 367569"/>
              <a:gd name="connsiteX108" fmla="*/ 198531 w 367088"/>
              <a:gd name="connsiteY108" fmla="*/ 15335 h 367569"/>
              <a:gd name="connsiteX109" fmla="*/ 246812 w 367088"/>
              <a:gd name="connsiteY109" fmla="*/ 128969 h 367569"/>
              <a:gd name="connsiteX110" fmla="*/ 251934 w 367088"/>
              <a:gd name="connsiteY110" fmla="*/ 130207 h 367569"/>
              <a:gd name="connsiteX111" fmla="*/ 255728 w 367088"/>
              <a:gd name="connsiteY111" fmla="*/ 130207 h 367569"/>
              <a:gd name="connsiteX112" fmla="*/ 244441 w 367088"/>
              <a:gd name="connsiteY112" fmla="*/ 179927 h 367569"/>
              <a:gd name="connsiteX113" fmla="*/ 244441 w 367088"/>
              <a:gd name="connsiteY113" fmla="*/ 220790 h 367569"/>
              <a:gd name="connsiteX114" fmla="*/ 215226 w 367088"/>
              <a:gd name="connsiteY114" fmla="*/ 149257 h 367569"/>
              <a:gd name="connsiteX115" fmla="*/ 244441 w 367088"/>
              <a:gd name="connsiteY115" fmla="*/ 179927 h 367569"/>
              <a:gd name="connsiteX116" fmla="*/ 255823 w 367088"/>
              <a:gd name="connsiteY116" fmla="*/ 245078 h 367569"/>
              <a:gd name="connsiteX117" fmla="*/ 259618 w 367088"/>
              <a:gd name="connsiteY117" fmla="*/ 237458 h 367569"/>
              <a:gd name="connsiteX118" fmla="*/ 259618 w 367088"/>
              <a:gd name="connsiteY118" fmla="*/ 176213 h 367569"/>
              <a:gd name="connsiteX119" fmla="*/ 257056 w 367088"/>
              <a:gd name="connsiteY119" fmla="*/ 171069 h 367569"/>
              <a:gd name="connsiteX120" fmla="*/ 211242 w 367088"/>
              <a:gd name="connsiteY120" fmla="*/ 125158 h 367569"/>
              <a:gd name="connsiteX121" fmla="*/ 203653 w 367088"/>
              <a:gd name="connsiteY121" fmla="*/ 123920 h 367569"/>
              <a:gd name="connsiteX122" fmla="*/ 198531 w 367088"/>
              <a:gd name="connsiteY122" fmla="*/ 130302 h 367569"/>
              <a:gd name="connsiteX123" fmla="*/ 246812 w 367088"/>
              <a:gd name="connsiteY123" fmla="*/ 243935 h 367569"/>
              <a:gd name="connsiteX124" fmla="*/ 251934 w 367088"/>
              <a:gd name="connsiteY124" fmla="*/ 245173 h 367569"/>
              <a:gd name="connsiteX125" fmla="*/ 255728 w 367088"/>
              <a:gd name="connsiteY125" fmla="*/ 245173 h 367569"/>
              <a:gd name="connsiteX126" fmla="*/ 244441 w 367088"/>
              <a:gd name="connsiteY126" fmla="*/ 294894 h 367569"/>
              <a:gd name="connsiteX127" fmla="*/ 244441 w 367088"/>
              <a:gd name="connsiteY127" fmla="*/ 335852 h 367569"/>
              <a:gd name="connsiteX128" fmla="*/ 215226 w 367088"/>
              <a:gd name="connsiteY128" fmla="*/ 265367 h 367569"/>
              <a:gd name="connsiteX129" fmla="*/ 244441 w 367088"/>
              <a:gd name="connsiteY129" fmla="*/ 294799 h 367569"/>
              <a:gd name="connsiteX130" fmla="*/ 255823 w 367088"/>
              <a:gd name="connsiteY130" fmla="*/ 360236 h 367569"/>
              <a:gd name="connsiteX131" fmla="*/ 259618 w 367088"/>
              <a:gd name="connsiteY131" fmla="*/ 353854 h 367569"/>
              <a:gd name="connsiteX132" fmla="*/ 259618 w 367088"/>
              <a:gd name="connsiteY132" fmla="*/ 292322 h 367569"/>
              <a:gd name="connsiteX133" fmla="*/ 257056 w 367088"/>
              <a:gd name="connsiteY133" fmla="*/ 285940 h 367569"/>
              <a:gd name="connsiteX134" fmla="*/ 211242 w 367088"/>
              <a:gd name="connsiteY134" fmla="*/ 239840 h 367569"/>
              <a:gd name="connsiteX135" fmla="*/ 203653 w 367088"/>
              <a:gd name="connsiteY135" fmla="*/ 238601 h 367569"/>
              <a:gd name="connsiteX136" fmla="*/ 198531 w 367088"/>
              <a:gd name="connsiteY136" fmla="*/ 246317 h 367569"/>
              <a:gd name="connsiteX137" fmla="*/ 246812 w 367088"/>
              <a:gd name="connsiteY137" fmla="*/ 359092 h 367569"/>
              <a:gd name="connsiteX138" fmla="*/ 251934 w 367088"/>
              <a:gd name="connsiteY138" fmla="*/ 361664 h 367569"/>
              <a:gd name="connsiteX139" fmla="*/ 255728 w 367088"/>
              <a:gd name="connsiteY139" fmla="*/ 360426 h 367569"/>
              <a:gd name="connsiteX140" fmla="*/ 350583 w 367088"/>
              <a:gd name="connsiteY140" fmla="*/ 34480 h 367569"/>
              <a:gd name="connsiteX141" fmla="*/ 321368 w 367088"/>
              <a:gd name="connsiteY141" fmla="*/ 106013 h 367569"/>
              <a:gd name="connsiteX142" fmla="*/ 321368 w 367088"/>
              <a:gd name="connsiteY142" fmla="*/ 65151 h 367569"/>
              <a:gd name="connsiteX143" fmla="*/ 350583 w 367088"/>
              <a:gd name="connsiteY143" fmla="*/ 34480 h 367569"/>
              <a:gd name="connsiteX144" fmla="*/ 318807 w 367088"/>
              <a:gd name="connsiteY144" fmla="*/ 128969 h 367569"/>
              <a:gd name="connsiteX145" fmla="*/ 367088 w 367088"/>
              <a:gd name="connsiteY145" fmla="*/ 15335 h 367569"/>
              <a:gd name="connsiteX146" fmla="*/ 361966 w 367088"/>
              <a:gd name="connsiteY146" fmla="*/ 8953 h 367569"/>
              <a:gd name="connsiteX147" fmla="*/ 354378 w 367088"/>
              <a:gd name="connsiteY147" fmla="*/ 10192 h 367569"/>
              <a:gd name="connsiteX148" fmla="*/ 308563 w 367088"/>
              <a:gd name="connsiteY148" fmla="*/ 56198 h 367569"/>
              <a:gd name="connsiteX149" fmla="*/ 306002 w 367088"/>
              <a:gd name="connsiteY149" fmla="*/ 61341 h 367569"/>
              <a:gd name="connsiteX150" fmla="*/ 306002 w 367088"/>
              <a:gd name="connsiteY150" fmla="*/ 122587 h 367569"/>
              <a:gd name="connsiteX151" fmla="*/ 309796 w 367088"/>
              <a:gd name="connsiteY151" fmla="*/ 130207 h 367569"/>
              <a:gd name="connsiteX152" fmla="*/ 313590 w 367088"/>
              <a:gd name="connsiteY152" fmla="*/ 130207 h 367569"/>
              <a:gd name="connsiteX153" fmla="*/ 318712 w 367088"/>
              <a:gd name="connsiteY153" fmla="*/ 128969 h 367569"/>
              <a:gd name="connsiteX154" fmla="*/ 350583 w 367088"/>
              <a:gd name="connsiteY154" fmla="*/ 149257 h 367569"/>
              <a:gd name="connsiteX155" fmla="*/ 321368 w 367088"/>
              <a:gd name="connsiteY155" fmla="*/ 220790 h 367569"/>
              <a:gd name="connsiteX156" fmla="*/ 321368 w 367088"/>
              <a:gd name="connsiteY156" fmla="*/ 179927 h 367569"/>
              <a:gd name="connsiteX157" fmla="*/ 350583 w 367088"/>
              <a:gd name="connsiteY157" fmla="*/ 149257 h 367569"/>
              <a:gd name="connsiteX158" fmla="*/ 318807 w 367088"/>
              <a:gd name="connsiteY158" fmla="*/ 243745 h 367569"/>
              <a:gd name="connsiteX159" fmla="*/ 367088 w 367088"/>
              <a:gd name="connsiteY159" fmla="*/ 130112 h 367569"/>
              <a:gd name="connsiteX160" fmla="*/ 361966 w 367088"/>
              <a:gd name="connsiteY160" fmla="*/ 123730 h 367569"/>
              <a:gd name="connsiteX161" fmla="*/ 354378 w 367088"/>
              <a:gd name="connsiteY161" fmla="*/ 124968 h 367569"/>
              <a:gd name="connsiteX162" fmla="*/ 308563 w 367088"/>
              <a:gd name="connsiteY162" fmla="*/ 170879 h 367569"/>
              <a:gd name="connsiteX163" fmla="*/ 306002 w 367088"/>
              <a:gd name="connsiteY163" fmla="*/ 176022 h 367569"/>
              <a:gd name="connsiteX164" fmla="*/ 306002 w 367088"/>
              <a:gd name="connsiteY164" fmla="*/ 237268 h 367569"/>
              <a:gd name="connsiteX165" fmla="*/ 309796 w 367088"/>
              <a:gd name="connsiteY165" fmla="*/ 244888 h 367569"/>
              <a:gd name="connsiteX166" fmla="*/ 313590 w 367088"/>
              <a:gd name="connsiteY166" fmla="*/ 244888 h 367569"/>
              <a:gd name="connsiteX167" fmla="*/ 318712 w 367088"/>
              <a:gd name="connsiteY167" fmla="*/ 243650 h 367569"/>
              <a:gd name="connsiteX168" fmla="*/ 350583 w 367088"/>
              <a:gd name="connsiteY168" fmla="*/ 265462 h 367569"/>
              <a:gd name="connsiteX169" fmla="*/ 321368 w 367088"/>
              <a:gd name="connsiteY169" fmla="*/ 335947 h 367569"/>
              <a:gd name="connsiteX170" fmla="*/ 321368 w 367088"/>
              <a:gd name="connsiteY170" fmla="*/ 294989 h 367569"/>
              <a:gd name="connsiteX171" fmla="*/ 350583 w 367088"/>
              <a:gd name="connsiteY171" fmla="*/ 265557 h 367569"/>
              <a:gd name="connsiteX172" fmla="*/ 318807 w 367088"/>
              <a:gd name="connsiteY172" fmla="*/ 358997 h 367569"/>
              <a:gd name="connsiteX173" fmla="*/ 367088 w 367088"/>
              <a:gd name="connsiteY173" fmla="*/ 246221 h 367569"/>
              <a:gd name="connsiteX174" fmla="*/ 361966 w 367088"/>
              <a:gd name="connsiteY174" fmla="*/ 238506 h 367569"/>
              <a:gd name="connsiteX175" fmla="*/ 354378 w 367088"/>
              <a:gd name="connsiteY175" fmla="*/ 239744 h 367569"/>
              <a:gd name="connsiteX176" fmla="*/ 308563 w 367088"/>
              <a:gd name="connsiteY176" fmla="*/ 285845 h 367569"/>
              <a:gd name="connsiteX177" fmla="*/ 306002 w 367088"/>
              <a:gd name="connsiteY177" fmla="*/ 292227 h 367569"/>
              <a:gd name="connsiteX178" fmla="*/ 306002 w 367088"/>
              <a:gd name="connsiteY178" fmla="*/ 353759 h 367569"/>
              <a:gd name="connsiteX179" fmla="*/ 309796 w 367088"/>
              <a:gd name="connsiteY179" fmla="*/ 360140 h 367569"/>
              <a:gd name="connsiteX180" fmla="*/ 313590 w 367088"/>
              <a:gd name="connsiteY180" fmla="*/ 361379 h 367569"/>
              <a:gd name="connsiteX181" fmla="*/ 318712 w 367088"/>
              <a:gd name="connsiteY181" fmla="*/ 358807 h 367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</a:cxnLst>
            <a:rect l="l" t="t" r="r" b="b"/>
            <a:pathLst>
              <a:path w="367088" h="367569">
                <a:moveTo>
                  <a:pt x="84326" y="367570"/>
                </a:moveTo>
                <a:cubicBezTo>
                  <a:pt x="80437" y="367570"/>
                  <a:pt x="76548" y="363760"/>
                  <a:pt x="76548" y="359950"/>
                </a:cubicBezTo>
                <a:lnTo>
                  <a:pt x="76548" y="7620"/>
                </a:lnTo>
                <a:cubicBezTo>
                  <a:pt x="76548" y="3810"/>
                  <a:pt x="80437" y="0"/>
                  <a:pt x="84326" y="0"/>
                </a:cubicBezTo>
                <a:cubicBezTo>
                  <a:pt x="88215" y="0"/>
                  <a:pt x="92104" y="3810"/>
                  <a:pt x="92104" y="7620"/>
                </a:cubicBezTo>
                <a:lnTo>
                  <a:pt x="92104" y="359950"/>
                </a:lnTo>
                <a:cubicBezTo>
                  <a:pt x="92104" y="363760"/>
                  <a:pt x="88215" y="367570"/>
                  <a:pt x="84326" y="367570"/>
                </a:cubicBezTo>
                <a:close/>
                <a:moveTo>
                  <a:pt x="45910" y="65151"/>
                </a:moveTo>
                <a:lnTo>
                  <a:pt x="45910" y="106013"/>
                </a:lnTo>
                <a:cubicBezTo>
                  <a:pt x="25611" y="83058"/>
                  <a:pt x="17928" y="58769"/>
                  <a:pt x="16694" y="34480"/>
                </a:cubicBezTo>
                <a:lnTo>
                  <a:pt x="45910" y="65151"/>
                </a:lnTo>
                <a:close/>
                <a:moveTo>
                  <a:pt x="57292" y="130207"/>
                </a:moveTo>
                <a:cubicBezTo>
                  <a:pt x="59853" y="128969"/>
                  <a:pt x="61086" y="125063"/>
                  <a:pt x="61086" y="122587"/>
                </a:cubicBezTo>
                <a:lnTo>
                  <a:pt x="61086" y="61341"/>
                </a:lnTo>
                <a:cubicBezTo>
                  <a:pt x="61086" y="60103"/>
                  <a:pt x="59853" y="57531"/>
                  <a:pt x="58525" y="56198"/>
                </a:cubicBezTo>
                <a:lnTo>
                  <a:pt x="12711" y="10192"/>
                </a:lnTo>
                <a:cubicBezTo>
                  <a:pt x="11477" y="7620"/>
                  <a:pt x="7588" y="7620"/>
                  <a:pt x="5122" y="8953"/>
                </a:cubicBezTo>
                <a:cubicBezTo>
                  <a:pt x="2561" y="10192"/>
                  <a:pt x="0" y="12764"/>
                  <a:pt x="0" y="15335"/>
                </a:cubicBezTo>
                <a:cubicBezTo>
                  <a:pt x="0" y="49816"/>
                  <a:pt x="5122" y="94488"/>
                  <a:pt x="48281" y="128969"/>
                </a:cubicBezTo>
                <a:cubicBezTo>
                  <a:pt x="49514" y="130207"/>
                  <a:pt x="52075" y="130207"/>
                  <a:pt x="53403" y="130207"/>
                </a:cubicBezTo>
                <a:lnTo>
                  <a:pt x="57197" y="130207"/>
                </a:lnTo>
                <a:close/>
                <a:moveTo>
                  <a:pt x="45910" y="179927"/>
                </a:moveTo>
                <a:lnTo>
                  <a:pt x="45910" y="220790"/>
                </a:lnTo>
                <a:cubicBezTo>
                  <a:pt x="25611" y="199073"/>
                  <a:pt x="17928" y="173546"/>
                  <a:pt x="16694" y="149257"/>
                </a:cubicBezTo>
                <a:lnTo>
                  <a:pt x="45910" y="179927"/>
                </a:lnTo>
                <a:close/>
                <a:moveTo>
                  <a:pt x="57292" y="245078"/>
                </a:moveTo>
                <a:cubicBezTo>
                  <a:pt x="59853" y="243840"/>
                  <a:pt x="61086" y="241268"/>
                  <a:pt x="61086" y="237458"/>
                </a:cubicBezTo>
                <a:lnTo>
                  <a:pt x="61086" y="176213"/>
                </a:lnTo>
                <a:cubicBezTo>
                  <a:pt x="61086" y="174974"/>
                  <a:pt x="59853" y="172402"/>
                  <a:pt x="58525" y="171069"/>
                </a:cubicBezTo>
                <a:lnTo>
                  <a:pt x="12711" y="125158"/>
                </a:lnTo>
                <a:cubicBezTo>
                  <a:pt x="11477" y="122587"/>
                  <a:pt x="7588" y="122587"/>
                  <a:pt x="5122" y="123920"/>
                </a:cubicBezTo>
                <a:cubicBezTo>
                  <a:pt x="2561" y="125158"/>
                  <a:pt x="0" y="127730"/>
                  <a:pt x="0" y="130302"/>
                </a:cubicBezTo>
                <a:cubicBezTo>
                  <a:pt x="0" y="164783"/>
                  <a:pt x="5122" y="209455"/>
                  <a:pt x="48281" y="243935"/>
                </a:cubicBezTo>
                <a:cubicBezTo>
                  <a:pt x="49514" y="245173"/>
                  <a:pt x="52075" y="245173"/>
                  <a:pt x="53403" y="245173"/>
                </a:cubicBezTo>
                <a:lnTo>
                  <a:pt x="57197" y="245173"/>
                </a:lnTo>
                <a:close/>
                <a:moveTo>
                  <a:pt x="45910" y="294894"/>
                </a:moveTo>
                <a:lnTo>
                  <a:pt x="45910" y="335852"/>
                </a:lnTo>
                <a:cubicBezTo>
                  <a:pt x="25611" y="314039"/>
                  <a:pt x="17928" y="288417"/>
                  <a:pt x="16694" y="265367"/>
                </a:cubicBezTo>
                <a:lnTo>
                  <a:pt x="45910" y="294799"/>
                </a:lnTo>
                <a:close/>
                <a:moveTo>
                  <a:pt x="57292" y="360236"/>
                </a:moveTo>
                <a:cubicBezTo>
                  <a:pt x="59853" y="358997"/>
                  <a:pt x="61086" y="356425"/>
                  <a:pt x="61086" y="353854"/>
                </a:cubicBezTo>
                <a:lnTo>
                  <a:pt x="61086" y="292322"/>
                </a:lnTo>
                <a:cubicBezTo>
                  <a:pt x="61086" y="289750"/>
                  <a:pt x="59853" y="287179"/>
                  <a:pt x="58525" y="285940"/>
                </a:cubicBezTo>
                <a:lnTo>
                  <a:pt x="12711" y="239840"/>
                </a:lnTo>
                <a:cubicBezTo>
                  <a:pt x="11477" y="238601"/>
                  <a:pt x="7588" y="237268"/>
                  <a:pt x="5122" y="238601"/>
                </a:cubicBezTo>
                <a:cubicBezTo>
                  <a:pt x="2561" y="239840"/>
                  <a:pt x="0" y="242411"/>
                  <a:pt x="0" y="246317"/>
                </a:cubicBezTo>
                <a:cubicBezTo>
                  <a:pt x="0" y="280892"/>
                  <a:pt x="5122" y="324517"/>
                  <a:pt x="48281" y="359092"/>
                </a:cubicBezTo>
                <a:cubicBezTo>
                  <a:pt x="49514" y="360331"/>
                  <a:pt x="52075" y="361664"/>
                  <a:pt x="53403" y="361664"/>
                </a:cubicBezTo>
                <a:cubicBezTo>
                  <a:pt x="54731" y="361664"/>
                  <a:pt x="55964" y="360426"/>
                  <a:pt x="57197" y="360426"/>
                </a:cubicBezTo>
                <a:close/>
                <a:moveTo>
                  <a:pt x="152052" y="34480"/>
                </a:moveTo>
                <a:cubicBezTo>
                  <a:pt x="150819" y="58769"/>
                  <a:pt x="143136" y="82963"/>
                  <a:pt x="122837" y="106013"/>
                </a:cubicBezTo>
                <a:lnTo>
                  <a:pt x="122837" y="65151"/>
                </a:lnTo>
                <a:lnTo>
                  <a:pt x="152052" y="34480"/>
                </a:lnTo>
                <a:close/>
                <a:moveTo>
                  <a:pt x="120276" y="128969"/>
                </a:moveTo>
                <a:cubicBezTo>
                  <a:pt x="163530" y="94488"/>
                  <a:pt x="168557" y="49816"/>
                  <a:pt x="168557" y="15335"/>
                </a:cubicBezTo>
                <a:cubicBezTo>
                  <a:pt x="168557" y="12764"/>
                  <a:pt x="167324" y="10192"/>
                  <a:pt x="163435" y="8953"/>
                </a:cubicBezTo>
                <a:cubicBezTo>
                  <a:pt x="160874" y="7715"/>
                  <a:pt x="158313" y="7715"/>
                  <a:pt x="155846" y="10192"/>
                </a:cubicBezTo>
                <a:lnTo>
                  <a:pt x="110032" y="56198"/>
                </a:lnTo>
                <a:cubicBezTo>
                  <a:pt x="108798" y="57436"/>
                  <a:pt x="107470" y="60007"/>
                  <a:pt x="107470" y="61341"/>
                </a:cubicBezTo>
                <a:lnTo>
                  <a:pt x="107470" y="122587"/>
                </a:lnTo>
                <a:cubicBezTo>
                  <a:pt x="107470" y="125158"/>
                  <a:pt x="108704" y="128969"/>
                  <a:pt x="111265" y="130207"/>
                </a:cubicBezTo>
                <a:lnTo>
                  <a:pt x="115059" y="130207"/>
                </a:lnTo>
                <a:cubicBezTo>
                  <a:pt x="116292" y="130207"/>
                  <a:pt x="118853" y="130207"/>
                  <a:pt x="120181" y="128969"/>
                </a:cubicBezTo>
                <a:close/>
                <a:moveTo>
                  <a:pt x="152052" y="149257"/>
                </a:moveTo>
                <a:cubicBezTo>
                  <a:pt x="150819" y="173546"/>
                  <a:pt x="143136" y="199073"/>
                  <a:pt x="122837" y="220790"/>
                </a:cubicBezTo>
                <a:lnTo>
                  <a:pt x="122837" y="179927"/>
                </a:lnTo>
                <a:lnTo>
                  <a:pt x="152052" y="149257"/>
                </a:lnTo>
                <a:close/>
                <a:moveTo>
                  <a:pt x="120276" y="243745"/>
                </a:moveTo>
                <a:cubicBezTo>
                  <a:pt x="163530" y="209264"/>
                  <a:pt x="168557" y="164592"/>
                  <a:pt x="168557" y="130112"/>
                </a:cubicBezTo>
                <a:cubicBezTo>
                  <a:pt x="168557" y="127540"/>
                  <a:pt x="167324" y="124968"/>
                  <a:pt x="163435" y="123730"/>
                </a:cubicBezTo>
                <a:cubicBezTo>
                  <a:pt x="160874" y="122492"/>
                  <a:pt x="158313" y="122492"/>
                  <a:pt x="155846" y="124968"/>
                </a:cubicBezTo>
                <a:lnTo>
                  <a:pt x="110032" y="170879"/>
                </a:lnTo>
                <a:cubicBezTo>
                  <a:pt x="108798" y="172117"/>
                  <a:pt x="107470" y="174688"/>
                  <a:pt x="107470" y="176022"/>
                </a:cubicBezTo>
                <a:lnTo>
                  <a:pt x="107470" y="237268"/>
                </a:lnTo>
                <a:cubicBezTo>
                  <a:pt x="107470" y="241078"/>
                  <a:pt x="108704" y="243650"/>
                  <a:pt x="111265" y="244888"/>
                </a:cubicBezTo>
                <a:lnTo>
                  <a:pt x="115059" y="244888"/>
                </a:lnTo>
                <a:cubicBezTo>
                  <a:pt x="116292" y="244888"/>
                  <a:pt x="118853" y="244888"/>
                  <a:pt x="120181" y="243650"/>
                </a:cubicBezTo>
                <a:close/>
                <a:moveTo>
                  <a:pt x="152052" y="265462"/>
                </a:moveTo>
                <a:cubicBezTo>
                  <a:pt x="150819" y="288512"/>
                  <a:pt x="143136" y="314135"/>
                  <a:pt x="122837" y="335947"/>
                </a:cubicBezTo>
                <a:lnTo>
                  <a:pt x="122837" y="294989"/>
                </a:lnTo>
                <a:lnTo>
                  <a:pt x="152052" y="265557"/>
                </a:lnTo>
                <a:close/>
                <a:moveTo>
                  <a:pt x="120276" y="358997"/>
                </a:moveTo>
                <a:cubicBezTo>
                  <a:pt x="163530" y="324421"/>
                  <a:pt x="168557" y="280797"/>
                  <a:pt x="168557" y="246221"/>
                </a:cubicBezTo>
                <a:cubicBezTo>
                  <a:pt x="168557" y="242411"/>
                  <a:pt x="167324" y="239840"/>
                  <a:pt x="163435" y="238506"/>
                </a:cubicBezTo>
                <a:cubicBezTo>
                  <a:pt x="160874" y="237268"/>
                  <a:pt x="158313" y="238506"/>
                  <a:pt x="155846" y="239744"/>
                </a:cubicBezTo>
                <a:lnTo>
                  <a:pt x="110032" y="285845"/>
                </a:lnTo>
                <a:cubicBezTo>
                  <a:pt x="108798" y="287084"/>
                  <a:pt x="107470" y="289655"/>
                  <a:pt x="107470" y="292227"/>
                </a:cubicBezTo>
                <a:lnTo>
                  <a:pt x="107470" y="353759"/>
                </a:lnTo>
                <a:cubicBezTo>
                  <a:pt x="107470" y="356330"/>
                  <a:pt x="108704" y="358902"/>
                  <a:pt x="111265" y="360140"/>
                </a:cubicBezTo>
                <a:cubicBezTo>
                  <a:pt x="112498" y="360140"/>
                  <a:pt x="113826" y="361379"/>
                  <a:pt x="115059" y="361379"/>
                </a:cubicBezTo>
                <a:cubicBezTo>
                  <a:pt x="116292" y="361379"/>
                  <a:pt x="118853" y="360140"/>
                  <a:pt x="120181" y="358807"/>
                </a:cubicBezTo>
                <a:close/>
                <a:moveTo>
                  <a:pt x="290635" y="359950"/>
                </a:moveTo>
                <a:lnTo>
                  <a:pt x="290635" y="7620"/>
                </a:lnTo>
                <a:cubicBezTo>
                  <a:pt x="290635" y="3810"/>
                  <a:pt x="286746" y="0"/>
                  <a:pt x="282857" y="0"/>
                </a:cubicBezTo>
                <a:cubicBezTo>
                  <a:pt x="278968" y="0"/>
                  <a:pt x="275079" y="3810"/>
                  <a:pt x="275079" y="7620"/>
                </a:cubicBezTo>
                <a:lnTo>
                  <a:pt x="275079" y="359950"/>
                </a:lnTo>
                <a:cubicBezTo>
                  <a:pt x="275079" y="363760"/>
                  <a:pt x="278968" y="367570"/>
                  <a:pt x="282857" y="367570"/>
                </a:cubicBezTo>
                <a:cubicBezTo>
                  <a:pt x="286746" y="367570"/>
                  <a:pt x="290635" y="363760"/>
                  <a:pt x="290635" y="359950"/>
                </a:cubicBezTo>
                <a:close/>
                <a:moveTo>
                  <a:pt x="244441" y="65151"/>
                </a:moveTo>
                <a:lnTo>
                  <a:pt x="244441" y="106013"/>
                </a:lnTo>
                <a:cubicBezTo>
                  <a:pt x="224142" y="83058"/>
                  <a:pt x="216459" y="58769"/>
                  <a:pt x="215226" y="34480"/>
                </a:cubicBezTo>
                <a:lnTo>
                  <a:pt x="244441" y="65151"/>
                </a:lnTo>
                <a:close/>
                <a:moveTo>
                  <a:pt x="255823" y="130207"/>
                </a:moveTo>
                <a:cubicBezTo>
                  <a:pt x="258384" y="128969"/>
                  <a:pt x="259618" y="125063"/>
                  <a:pt x="259618" y="122587"/>
                </a:cubicBezTo>
                <a:lnTo>
                  <a:pt x="259618" y="61341"/>
                </a:lnTo>
                <a:cubicBezTo>
                  <a:pt x="259618" y="60103"/>
                  <a:pt x="258384" y="57531"/>
                  <a:pt x="257056" y="56198"/>
                </a:cubicBezTo>
                <a:lnTo>
                  <a:pt x="211242" y="10192"/>
                </a:lnTo>
                <a:cubicBezTo>
                  <a:pt x="210008" y="7620"/>
                  <a:pt x="206119" y="7620"/>
                  <a:pt x="203653" y="8953"/>
                </a:cubicBezTo>
                <a:cubicBezTo>
                  <a:pt x="201092" y="10192"/>
                  <a:pt x="198531" y="12764"/>
                  <a:pt x="198531" y="15335"/>
                </a:cubicBezTo>
                <a:cubicBezTo>
                  <a:pt x="198531" y="49816"/>
                  <a:pt x="203653" y="94488"/>
                  <a:pt x="246812" y="128969"/>
                </a:cubicBezTo>
                <a:cubicBezTo>
                  <a:pt x="248045" y="130207"/>
                  <a:pt x="250606" y="130207"/>
                  <a:pt x="251934" y="130207"/>
                </a:cubicBezTo>
                <a:lnTo>
                  <a:pt x="255728" y="130207"/>
                </a:lnTo>
                <a:close/>
                <a:moveTo>
                  <a:pt x="244441" y="179927"/>
                </a:moveTo>
                <a:lnTo>
                  <a:pt x="244441" y="220790"/>
                </a:lnTo>
                <a:cubicBezTo>
                  <a:pt x="224142" y="199073"/>
                  <a:pt x="216459" y="173546"/>
                  <a:pt x="215226" y="149257"/>
                </a:cubicBezTo>
                <a:lnTo>
                  <a:pt x="244441" y="179927"/>
                </a:lnTo>
                <a:close/>
                <a:moveTo>
                  <a:pt x="255823" y="245078"/>
                </a:moveTo>
                <a:cubicBezTo>
                  <a:pt x="258384" y="243840"/>
                  <a:pt x="259618" y="241268"/>
                  <a:pt x="259618" y="237458"/>
                </a:cubicBezTo>
                <a:lnTo>
                  <a:pt x="259618" y="176213"/>
                </a:lnTo>
                <a:cubicBezTo>
                  <a:pt x="259618" y="174974"/>
                  <a:pt x="258384" y="172402"/>
                  <a:pt x="257056" y="171069"/>
                </a:cubicBezTo>
                <a:lnTo>
                  <a:pt x="211242" y="125158"/>
                </a:lnTo>
                <a:cubicBezTo>
                  <a:pt x="210008" y="122587"/>
                  <a:pt x="206119" y="122587"/>
                  <a:pt x="203653" y="123920"/>
                </a:cubicBezTo>
                <a:cubicBezTo>
                  <a:pt x="201092" y="125158"/>
                  <a:pt x="198531" y="127730"/>
                  <a:pt x="198531" y="130302"/>
                </a:cubicBezTo>
                <a:cubicBezTo>
                  <a:pt x="198531" y="164783"/>
                  <a:pt x="203653" y="209455"/>
                  <a:pt x="246812" y="243935"/>
                </a:cubicBezTo>
                <a:cubicBezTo>
                  <a:pt x="248045" y="245173"/>
                  <a:pt x="250606" y="245173"/>
                  <a:pt x="251934" y="245173"/>
                </a:cubicBezTo>
                <a:lnTo>
                  <a:pt x="255728" y="245173"/>
                </a:lnTo>
                <a:close/>
                <a:moveTo>
                  <a:pt x="244441" y="294894"/>
                </a:moveTo>
                <a:lnTo>
                  <a:pt x="244441" y="335852"/>
                </a:lnTo>
                <a:cubicBezTo>
                  <a:pt x="224142" y="314039"/>
                  <a:pt x="216459" y="288417"/>
                  <a:pt x="215226" y="265367"/>
                </a:cubicBezTo>
                <a:lnTo>
                  <a:pt x="244441" y="294799"/>
                </a:lnTo>
                <a:close/>
                <a:moveTo>
                  <a:pt x="255823" y="360236"/>
                </a:moveTo>
                <a:cubicBezTo>
                  <a:pt x="258384" y="358997"/>
                  <a:pt x="259618" y="356425"/>
                  <a:pt x="259618" y="353854"/>
                </a:cubicBezTo>
                <a:lnTo>
                  <a:pt x="259618" y="292322"/>
                </a:lnTo>
                <a:cubicBezTo>
                  <a:pt x="259618" y="289750"/>
                  <a:pt x="258384" y="287179"/>
                  <a:pt x="257056" y="285940"/>
                </a:cubicBezTo>
                <a:lnTo>
                  <a:pt x="211242" y="239840"/>
                </a:lnTo>
                <a:cubicBezTo>
                  <a:pt x="210008" y="238601"/>
                  <a:pt x="206119" y="237268"/>
                  <a:pt x="203653" y="238601"/>
                </a:cubicBezTo>
                <a:cubicBezTo>
                  <a:pt x="201092" y="239840"/>
                  <a:pt x="198531" y="242411"/>
                  <a:pt x="198531" y="246317"/>
                </a:cubicBezTo>
                <a:cubicBezTo>
                  <a:pt x="198531" y="280892"/>
                  <a:pt x="203653" y="324517"/>
                  <a:pt x="246812" y="359092"/>
                </a:cubicBezTo>
                <a:cubicBezTo>
                  <a:pt x="248045" y="360331"/>
                  <a:pt x="250606" y="361664"/>
                  <a:pt x="251934" y="361664"/>
                </a:cubicBezTo>
                <a:cubicBezTo>
                  <a:pt x="253262" y="361664"/>
                  <a:pt x="254495" y="360426"/>
                  <a:pt x="255728" y="360426"/>
                </a:cubicBezTo>
                <a:close/>
                <a:moveTo>
                  <a:pt x="350583" y="34480"/>
                </a:moveTo>
                <a:cubicBezTo>
                  <a:pt x="349350" y="58769"/>
                  <a:pt x="341667" y="82963"/>
                  <a:pt x="321368" y="106013"/>
                </a:cubicBezTo>
                <a:lnTo>
                  <a:pt x="321368" y="65151"/>
                </a:lnTo>
                <a:lnTo>
                  <a:pt x="350583" y="34480"/>
                </a:lnTo>
                <a:close/>
                <a:moveTo>
                  <a:pt x="318807" y="128969"/>
                </a:moveTo>
                <a:cubicBezTo>
                  <a:pt x="362061" y="94488"/>
                  <a:pt x="367088" y="49816"/>
                  <a:pt x="367088" y="15335"/>
                </a:cubicBezTo>
                <a:cubicBezTo>
                  <a:pt x="367088" y="12764"/>
                  <a:pt x="365855" y="10192"/>
                  <a:pt x="361966" y="8953"/>
                </a:cubicBezTo>
                <a:cubicBezTo>
                  <a:pt x="359405" y="7715"/>
                  <a:pt x="356844" y="7715"/>
                  <a:pt x="354378" y="10192"/>
                </a:cubicBezTo>
                <a:lnTo>
                  <a:pt x="308563" y="56198"/>
                </a:lnTo>
                <a:cubicBezTo>
                  <a:pt x="307329" y="57436"/>
                  <a:pt x="306002" y="60007"/>
                  <a:pt x="306002" y="61341"/>
                </a:cubicBezTo>
                <a:lnTo>
                  <a:pt x="306002" y="122587"/>
                </a:lnTo>
                <a:cubicBezTo>
                  <a:pt x="306002" y="125158"/>
                  <a:pt x="307235" y="128969"/>
                  <a:pt x="309796" y="130207"/>
                </a:cubicBezTo>
                <a:lnTo>
                  <a:pt x="313590" y="130207"/>
                </a:lnTo>
                <a:cubicBezTo>
                  <a:pt x="314823" y="130207"/>
                  <a:pt x="317384" y="130207"/>
                  <a:pt x="318712" y="128969"/>
                </a:cubicBezTo>
                <a:close/>
                <a:moveTo>
                  <a:pt x="350583" y="149257"/>
                </a:moveTo>
                <a:cubicBezTo>
                  <a:pt x="349350" y="173546"/>
                  <a:pt x="341667" y="199073"/>
                  <a:pt x="321368" y="220790"/>
                </a:cubicBezTo>
                <a:lnTo>
                  <a:pt x="321368" y="179927"/>
                </a:lnTo>
                <a:lnTo>
                  <a:pt x="350583" y="149257"/>
                </a:lnTo>
                <a:close/>
                <a:moveTo>
                  <a:pt x="318807" y="243745"/>
                </a:moveTo>
                <a:cubicBezTo>
                  <a:pt x="362061" y="209264"/>
                  <a:pt x="367088" y="164592"/>
                  <a:pt x="367088" y="130112"/>
                </a:cubicBezTo>
                <a:cubicBezTo>
                  <a:pt x="367088" y="127540"/>
                  <a:pt x="365855" y="124968"/>
                  <a:pt x="361966" y="123730"/>
                </a:cubicBezTo>
                <a:cubicBezTo>
                  <a:pt x="359405" y="122492"/>
                  <a:pt x="356844" y="122492"/>
                  <a:pt x="354378" y="124968"/>
                </a:cubicBezTo>
                <a:lnTo>
                  <a:pt x="308563" y="170879"/>
                </a:lnTo>
                <a:cubicBezTo>
                  <a:pt x="307329" y="172117"/>
                  <a:pt x="306002" y="174688"/>
                  <a:pt x="306002" y="176022"/>
                </a:cubicBezTo>
                <a:lnTo>
                  <a:pt x="306002" y="237268"/>
                </a:lnTo>
                <a:cubicBezTo>
                  <a:pt x="306002" y="241078"/>
                  <a:pt x="307235" y="243650"/>
                  <a:pt x="309796" y="244888"/>
                </a:cubicBezTo>
                <a:lnTo>
                  <a:pt x="313590" y="244888"/>
                </a:lnTo>
                <a:cubicBezTo>
                  <a:pt x="314823" y="244888"/>
                  <a:pt x="317384" y="244888"/>
                  <a:pt x="318712" y="243650"/>
                </a:cubicBezTo>
                <a:close/>
                <a:moveTo>
                  <a:pt x="350583" y="265462"/>
                </a:moveTo>
                <a:cubicBezTo>
                  <a:pt x="349350" y="288512"/>
                  <a:pt x="341667" y="314135"/>
                  <a:pt x="321368" y="335947"/>
                </a:cubicBezTo>
                <a:lnTo>
                  <a:pt x="321368" y="294989"/>
                </a:lnTo>
                <a:lnTo>
                  <a:pt x="350583" y="265557"/>
                </a:lnTo>
                <a:close/>
                <a:moveTo>
                  <a:pt x="318807" y="358997"/>
                </a:moveTo>
                <a:cubicBezTo>
                  <a:pt x="362061" y="324421"/>
                  <a:pt x="367088" y="280797"/>
                  <a:pt x="367088" y="246221"/>
                </a:cubicBezTo>
                <a:cubicBezTo>
                  <a:pt x="367088" y="242411"/>
                  <a:pt x="365855" y="239840"/>
                  <a:pt x="361966" y="238506"/>
                </a:cubicBezTo>
                <a:cubicBezTo>
                  <a:pt x="359405" y="237268"/>
                  <a:pt x="356844" y="238506"/>
                  <a:pt x="354378" y="239744"/>
                </a:cubicBezTo>
                <a:lnTo>
                  <a:pt x="308563" y="285845"/>
                </a:lnTo>
                <a:cubicBezTo>
                  <a:pt x="307329" y="287084"/>
                  <a:pt x="306002" y="289655"/>
                  <a:pt x="306002" y="292227"/>
                </a:cubicBezTo>
                <a:lnTo>
                  <a:pt x="306002" y="353759"/>
                </a:lnTo>
                <a:cubicBezTo>
                  <a:pt x="306002" y="356330"/>
                  <a:pt x="307235" y="358902"/>
                  <a:pt x="309796" y="360140"/>
                </a:cubicBezTo>
                <a:cubicBezTo>
                  <a:pt x="311029" y="360140"/>
                  <a:pt x="312357" y="361379"/>
                  <a:pt x="313590" y="361379"/>
                </a:cubicBezTo>
                <a:cubicBezTo>
                  <a:pt x="314823" y="361379"/>
                  <a:pt x="317384" y="360140"/>
                  <a:pt x="318712" y="35880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1" name="Graphic 149">
            <a:extLst>
              <a:ext uri="{FF2B5EF4-FFF2-40B4-BE49-F238E27FC236}">
                <a16:creationId xmlns:a16="http://schemas.microsoft.com/office/drawing/2014/main" id="{607A4915-8C62-00A6-A135-3548F83A6A70}"/>
              </a:ext>
            </a:extLst>
          </p:cNvPr>
          <p:cNvSpPr/>
          <p:nvPr/>
        </p:nvSpPr>
        <p:spPr>
          <a:xfrm>
            <a:off x="7261893" y="2804560"/>
            <a:ext cx="207645" cy="502954"/>
          </a:xfrm>
          <a:custGeom>
            <a:avLst/>
            <a:gdLst>
              <a:gd name="connsiteX0" fmla="*/ 121509 w 154897"/>
              <a:gd name="connsiteY0" fmla="*/ 143351 h 375189"/>
              <a:gd name="connsiteX1" fmla="*/ 108609 w 154897"/>
              <a:gd name="connsiteY1" fmla="*/ 109442 h 375189"/>
              <a:gd name="connsiteX2" fmla="*/ 108609 w 154897"/>
              <a:gd name="connsiteY2" fmla="*/ 54959 h 375189"/>
              <a:gd name="connsiteX3" fmla="*/ 108609 w 154897"/>
              <a:gd name="connsiteY3" fmla="*/ 54578 h 375189"/>
              <a:gd name="connsiteX4" fmla="*/ 108609 w 154897"/>
              <a:gd name="connsiteY4" fmla="*/ 7810 h 375189"/>
              <a:gd name="connsiteX5" fmla="*/ 100831 w 154897"/>
              <a:gd name="connsiteY5" fmla="*/ 0 h 375189"/>
              <a:gd name="connsiteX6" fmla="*/ 54257 w 154897"/>
              <a:gd name="connsiteY6" fmla="*/ 0 h 375189"/>
              <a:gd name="connsiteX7" fmla="*/ 46479 w 154897"/>
              <a:gd name="connsiteY7" fmla="*/ 7810 h 375189"/>
              <a:gd name="connsiteX8" fmla="*/ 46479 w 154897"/>
              <a:gd name="connsiteY8" fmla="*/ 54578 h 375189"/>
              <a:gd name="connsiteX9" fmla="*/ 46479 w 154897"/>
              <a:gd name="connsiteY9" fmla="*/ 54959 h 375189"/>
              <a:gd name="connsiteX10" fmla="*/ 46479 w 154897"/>
              <a:gd name="connsiteY10" fmla="*/ 109442 h 375189"/>
              <a:gd name="connsiteX11" fmla="*/ 33579 w 154897"/>
              <a:gd name="connsiteY11" fmla="*/ 143351 h 375189"/>
              <a:gd name="connsiteX12" fmla="*/ 0 w 154897"/>
              <a:gd name="connsiteY12" fmla="*/ 211074 h 375189"/>
              <a:gd name="connsiteX13" fmla="*/ 0 w 154897"/>
              <a:gd name="connsiteY13" fmla="*/ 351758 h 375189"/>
              <a:gd name="connsiteX14" fmla="*/ 23239 w 154897"/>
              <a:gd name="connsiteY14" fmla="*/ 375190 h 375189"/>
              <a:gd name="connsiteX15" fmla="*/ 131658 w 154897"/>
              <a:gd name="connsiteY15" fmla="*/ 375190 h 375189"/>
              <a:gd name="connsiteX16" fmla="*/ 154898 w 154897"/>
              <a:gd name="connsiteY16" fmla="*/ 351758 h 375189"/>
              <a:gd name="connsiteX17" fmla="*/ 154898 w 154897"/>
              <a:gd name="connsiteY17" fmla="*/ 211074 h 375189"/>
              <a:gd name="connsiteX18" fmla="*/ 121319 w 154897"/>
              <a:gd name="connsiteY18" fmla="*/ 143351 h 375189"/>
              <a:gd name="connsiteX19" fmla="*/ 62130 w 154897"/>
              <a:gd name="connsiteY19" fmla="*/ 15621 h 375189"/>
              <a:gd name="connsiteX20" fmla="*/ 93147 w 154897"/>
              <a:gd name="connsiteY20" fmla="*/ 15621 h 375189"/>
              <a:gd name="connsiteX21" fmla="*/ 93147 w 154897"/>
              <a:gd name="connsiteY21" fmla="*/ 46768 h 375189"/>
              <a:gd name="connsiteX22" fmla="*/ 62130 w 154897"/>
              <a:gd name="connsiteY22" fmla="*/ 46768 h 375189"/>
              <a:gd name="connsiteX23" fmla="*/ 62130 w 154897"/>
              <a:gd name="connsiteY23" fmla="*/ 15621 h 375189"/>
              <a:gd name="connsiteX24" fmla="*/ 44107 w 154897"/>
              <a:gd name="connsiteY24" fmla="*/ 153829 h 375189"/>
              <a:gd name="connsiteX25" fmla="*/ 62225 w 154897"/>
              <a:gd name="connsiteY25" fmla="*/ 109537 h 375189"/>
              <a:gd name="connsiteX26" fmla="*/ 62225 w 154897"/>
              <a:gd name="connsiteY26" fmla="*/ 62484 h 375189"/>
              <a:gd name="connsiteX27" fmla="*/ 93242 w 154897"/>
              <a:gd name="connsiteY27" fmla="*/ 62484 h 375189"/>
              <a:gd name="connsiteX28" fmla="*/ 93242 w 154897"/>
              <a:gd name="connsiteY28" fmla="*/ 109537 h 375189"/>
              <a:gd name="connsiteX29" fmla="*/ 111265 w 154897"/>
              <a:gd name="connsiteY29" fmla="*/ 153829 h 375189"/>
              <a:gd name="connsiteX30" fmla="*/ 139626 w 154897"/>
              <a:gd name="connsiteY30" fmla="*/ 211169 h 375189"/>
              <a:gd name="connsiteX31" fmla="*/ 139626 w 154897"/>
              <a:gd name="connsiteY31" fmla="*/ 218885 h 375189"/>
              <a:gd name="connsiteX32" fmla="*/ 15746 w 154897"/>
              <a:gd name="connsiteY32" fmla="*/ 218885 h 375189"/>
              <a:gd name="connsiteX33" fmla="*/ 15746 w 154897"/>
              <a:gd name="connsiteY33" fmla="*/ 211169 h 375189"/>
              <a:gd name="connsiteX34" fmla="*/ 44107 w 154897"/>
              <a:gd name="connsiteY34" fmla="*/ 153829 h 375189"/>
              <a:gd name="connsiteX35" fmla="*/ 139626 w 154897"/>
              <a:gd name="connsiteY35" fmla="*/ 297180 h 375189"/>
              <a:gd name="connsiteX36" fmla="*/ 15746 w 154897"/>
              <a:gd name="connsiteY36" fmla="*/ 297180 h 375189"/>
              <a:gd name="connsiteX37" fmla="*/ 15746 w 154897"/>
              <a:gd name="connsiteY37" fmla="*/ 234505 h 375189"/>
              <a:gd name="connsiteX38" fmla="*/ 139626 w 154897"/>
              <a:gd name="connsiteY38" fmla="*/ 234505 h 375189"/>
              <a:gd name="connsiteX39" fmla="*/ 139626 w 154897"/>
              <a:gd name="connsiteY39" fmla="*/ 297180 h 375189"/>
              <a:gd name="connsiteX40" fmla="*/ 131848 w 154897"/>
              <a:gd name="connsiteY40" fmla="*/ 359664 h 375189"/>
              <a:gd name="connsiteX41" fmla="*/ 23429 w 154897"/>
              <a:gd name="connsiteY41" fmla="*/ 359664 h 375189"/>
              <a:gd name="connsiteX42" fmla="*/ 15651 w 154897"/>
              <a:gd name="connsiteY42" fmla="*/ 351854 h 375189"/>
              <a:gd name="connsiteX43" fmla="*/ 15651 w 154897"/>
              <a:gd name="connsiteY43" fmla="*/ 312896 h 375189"/>
              <a:gd name="connsiteX44" fmla="*/ 139531 w 154897"/>
              <a:gd name="connsiteY44" fmla="*/ 312896 h 375189"/>
              <a:gd name="connsiteX45" fmla="*/ 139531 w 154897"/>
              <a:gd name="connsiteY45" fmla="*/ 351854 h 375189"/>
              <a:gd name="connsiteX46" fmla="*/ 131753 w 154897"/>
              <a:gd name="connsiteY46" fmla="*/ 359664 h 375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54897" h="375189">
                <a:moveTo>
                  <a:pt x="121509" y="143351"/>
                </a:moveTo>
                <a:cubicBezTo>
                  <a:pt x="111170" y="131636"/>
                  <a:pt x="108609" y="129064"/>
                  <a:pt x="108609" y="109442"/>
                </a:cubicBezTo>
                <a:lnTo>
                  <a:pt x="108609" y="54959"/>
                </a:lnTo>
                <a:cubicBezTo>
                  <a:pt x="108609" y="54959"/>
                  <a:pt x="108609" y="54674"/>
                  <a:pt x="108609" y="54578"/>
                </a:cubicBezTo>
                <a:lnTo>
                  <a:pt x="108609" y="7810"/>
                </a:lnTo>
                <a:cubicBezTo>
                  <a:pt x="108609" y="3905"/>
                  <a:pt x="104720" y="0"/>
                  <a:pt x="100831" y="0"/>
                </a:cubicBezTo>
                <a:lnTo>
                  <a:pt x="54257" y="0"/>
                </a:lnTo>
                <a:cubicBezTo>
                  <a:pt x="50368" y="0"/>
                  <a:pt x="46479" y="3905"/>
                  <a:pt x="46479" y="7810"/>
                </a:cubicBezTo>
                <a:lnTo>
                  <a:pt x="46479" y="54578"/>
                </a:lnTo>
                <a:cubicBezTo>
                  <a:pt x="46479" y="54578"/>
                  <a:pt x="46479" y="54864"/>
                  <a:pt x="46479" y="54959"/>
                </a:cubicBezTo>
                <a:lnTo>
                  <a:pt x="46479" y="109442"/>
                </a:lnTo>
                <a:cubicBezTo>
                  <a:pt x="46479" y="128968"/>
                  <a:pt x="43918" y="131636"/>
                  <a:pt x="33579" y="143351"/>
                </a:cubicBezTo>
                <a:cubicBezTo>
                  <a:pt x="22006" y="155067"/>
                  <a:pt x="0" y="175927"/>
                  <a:pt x="0" y="211074"/>
                </a:cubicBezTo>
                <a:lnTo>
                  <a:pt x="0" y="351758"/>
                </a:lnTo>
                <a:cubicBezTo>
                  <a:pt x="0" y="364808"/>
                  <a:pt x="10339" y="375190"/>
                  <a:pt x="23239" y="375190"/>
                </a:cubicBezTo>
                <a:lnTo>
                  <a:pt x="131658" y="375190"/>
                </a:lnTo>
                <a:cubicBezTo>
                  <a:pt x="144559" y="375190"/>
                  <a:pt x="154898" y="364808"/>
                  <a:pt x="154898" y="351758"/>
                </a:cubicBezTo>
                <a:lnTo>
                  <a:pt x="154898" y="211074"/>
                </a:lnTo>
                <a:cubicBezTo>
                  <a:pt x="154898" y="175927"/>
                  <a:pt x="132986" y="155067"/>
                  <a:pt x="121319" y="143351"/>
                </a:cubicBezTo>
                <a:close/>
                <a:moveTo>
                  <a:pt x="62130" y="15621"/>
                </a:moveTo>
                <a:lnTo>
                  <a:pt x="93147" y="15621"/>
                </a:lnTo>
                <a:lnTo>
                  <a:pt x="93147" y="46768"/>
                </a:lnTo>
                <a:lnTo>
                  <a:pt x="62130" y="46768"/>
                </a:lnTo>
                <a:lnTo>
                  <a:pt x="62130" y="15621"/>
                </a:lnTo>
                <a:close/>
                <a:moveTo>
                  <a:pt x="44107" y="153829"/>
                </a:moveTo>
                <a:cubicBezTo>
                  <a:pt x="57008" y="140780"/>
                  <a:pt x="62225" y="134303"/>
                  <a:pt x="62225" y="109537"/>
                </a:cubicBezTo>
                <a:lnTo>
                  <a:pt x="62225" y="62484"/>
                </a:lnTo>
                <a:lnTo>
                  <a:pt x="93242" y="62484"/>
                </a:lnTo>
                <a:lnTo>
                  <a:pt x="93242" y="109537"/>
                </a:lnTo>
                <a:cubicBezTo>
                  <a:pt x="93242" y="134303"/>
                  <a:pt x="97131" y="140780"/>
                  <a:pt x="111265" y="153829"/>
                </a:cubicBezTo>
                <a:cubicBezTo>
                  <a:pt x="121604" y="165545"/>
                  <a:pt x="139626" y="182499"/>
                  <a:pt x="139626" y="211169"/>
                </a:cubicBezTo>
                <a:lnTo>
                  <a:pt x="139626" y="218885"/>
                </a:lnTo>
                <a:lnTo>
                  <a:pt x="15746" y="218885"/>
                </a:lnTo>
                <a:lnTo>
                  <a:pt x="15746" y="211169"/>
                </a:lnTo>
                <a:cubicBezTo>
                  <a:pt x="15746" y="182499"/>
                  <a:pt x="32535" y="165545"/>
                  <a:pt x="44107" y="153829"/>
                </a:cubicBezTo>
                <a:close/>
                <a:moveTo>
                  <a:pt x="139626" y="297180"/>
                </a:moveTo>
                <a:lnTo>
                  <a:pt x="15746" y="297180"/>
                </a:lnTo>
                <a:lnTo>
                  <a:pt x="15746" y="234505"/>
                </a:lnTo>
                <a:lnTo>
                  <a:pt x="139626" y="234505"/>
                </a:lnTo>
                <a:lnTo>
                  <a:pt x="139626" y="297180"/>
                </a:lnTo>
                <a:close/>
                <a:moveTo>
                  <a:pt x="131848" y="359664"/>
                </a:moveTo>
                <a:lnTo>
                  <a:pt x="23429" y="359664"/>
                </a:lnTo>
                <a:cubicBezTo>
                  <a:pt x="19540" y="359664"/>
                  <a:pt x="15651" y="355759"/>
                  <a:pt x="15651" y="351854"/>
                </a:cubicBezTo>
                <a:lnTo>
                  <a:pt x="15651" y="312896"/>
                </a:lnTo>
                <a:lnTo>
                  <a:pt x="139531" y="312896"/>
                </a:lnTo>
                <a:lnTo>
                  <a:pt x="139531" y="351854"/>
                </a:lnTo>
                <a:cubicBezTo>
                  <a:pt x="139531" y="355759"/>
                  <a:pt x="135642" y="359664"/>
                  <a:pt x="131753" y="35966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2" name="Graphic 149">
            <a:extLst>
              <a:ext uri="{FF2B5EF4-FFF2-40B4-BE49-F238E27FC236}">
                <a16:creationId xmlns:a16="http://schemas.microsoft.com/office/drawing/2014/main" id="{EAD9A7EC-88AD-E429-F5DA-324CA6FD3854}"/>
              </a:ext>
            </a:extLst>
          </p:cNvPr>
          <p:cNvSpPr/>
          <p:nvPr/>
        </p:nvSpPr>
        <p:spPr>
          <a:xfrm>
            <a:off x="7983603" y="2804560"/>
            <a:ext cx="207645" cy="502954"/>
          </a:xfrm>
          <a:custGeom>
            <a:avLst/>
            <a:gdLst>
              <a:gd name="connsiteX0" fmla="*/ 121509 w 154897"/>
              <a:gd name="connsiteY0" fmla="*/ 143351 h 375189"/>
              <a:gd name="connsiteX1" fmla="*/ 108609 w 154897"/>
              <a:gd name="connsiteY1" fmla="*/ 109442 h 375189"/>
              <a:gd name="connsiteX2" fmla="*/ 108609 w 154897"/>
              <a:gd name="connsiteY2" fmla="*/ 54959 h 375189"/>
              <a:gd name="connsiteX3" fmla="*/ 108609 w 154897"/>
              <a:gd name="connsiteY3" fmla="*/ 54578 h 375189"/>
              <a:gd name="connsiteX4" fmla="*/ 108609 w 154897"/>
              <a:gd name="connsiteY4" fmla="*/ 7810 h 375189"/>
              <a:gd name="connsiteX5" fmla="*/ 100831 w 154897"/>
              <a:gd name="connsiteY5" fmla="*/ 0 h 375189"/>
              <a:gd name="connsiteX6" fmla="*/ 54257 w 154897"/>
              <a:gd name="connsiteY6" fmla="*/ 0 h 375189"/>
              <a:gd name="connsiteX7" fmla="*/ 46479 w 154897"/>
              <a:gd name="connsiteY7" fmla="*/ 7810 h 375189"/>
              <a:gd name="connsiteX8" fmla="*/ 46479 w 154897"/>
              <a:gd name="connsiteY8" fmla="*/ 54578 h 375189"/>
              <a:gd name="connsiteX9" fmla="*/ 46479 w 154897"/>
              <a:gd name="connsiteY9" fmla="*/ 54959 h 375189"/>
              <a:gd name="connsiteX10" fmla="*/ 46479 w 154897"/>
              <a:gd name="connsiteY10" fmla="*/ 109442 h 375189"/>
              <a:gd name="connsiteX11" fmla="*/ 33579 w 154897"/>
              <a:gd name="connsiteY11" fmla="*/ 143351 h 375189"/>
              <a:gd name="connsiteX12" fmla="*/ 0 w 154897"/>
              <a:gd name="connsiteY12" fmla="*/ 211074 h 375189"/>
              <a:gd name="connsiteX13" fmla="*/ 0 w 154897"/>
              <a:gd name="connsiteY13" fmla="*/ 351758 h 375189"/>
              <a:gd name="connsiteX14" fmla="*/ 23239 w 154897"/>
              <a:gd name="connsiteY14" fmla="*/ 375190 h 375189"/>
              <a:gd name="connsiteX15" fmla="*/ 131658 w 154897"/>
              <a:gd name="connsiteY15" fmla="*/ 375190 h 375189"/>
              <a:gd name="connsiteX16" fmla="*/ 154898 w 154897"/>
              <a:gd name="connsiteY16" fmla="*/ 351758 h 375189"/>
              <a:gd name="connsiteX17" fmla="*/ 154898 w 154897"/>
              <a:gd name="connsiteY17" fmla="*/ 211074 h 375189"/>
              <a:gd name="connsiteX18" fmla="*/ 121319 w 154897"/>
              <a:gd name="connsiteY18" fmla="*/ 143351 h 375189"/>
              <a:gd name="connsiteX19" fmla="*/ 62130 w 154897"/>
              <a:gd name="connsiteY19" fmla="*/ 15621 h 375189"/>
              <a:gd name="connsiteX20" fmla="*/ 93147 w 154897"/>
              <a:gd name="connsiteY20" fmla="*/ 15621 h 375189"/>
              <a:gd name="connsiteX21" fmla="*/ 93147 w 154897"/>
              <a:gd name="connsiteY21" fmla="*/ 46768 h 375189"/>
              <a:gd name="connsiteX22" fmla="*/ 62130 w 154897"/>
              <a:gd name="connsiteY22" fmla="*/ 46768 h 375189"/>
              <a:gd name="connsiteX23" fmla="*/ 62130 w 154897"/>
              <a:gd name="connsiteY23" fmla="*/ 15621 h 375189"/>
              <a:gd name="connsiteX24" fmla="*/ 44107 w 154897"/>
              <a:gd name="connsiteY24" fmla="*/ 153829 h 375189"/>
              <a:gd name="connsiteX25" fmla="*/ 62225 w 154897"/>
              <a:gd name="connsiteY25" fmla="*/ 109537 h 375189"/>
              <a:gd name="connsiteX26" fmla="*/ 62225 w 154897"/>
              <a:gd name="connsiteY26" fmla="*/ 62484 h 375189"/>
              <a:gd name="connsiteX27" fmla="*/ 93242 w 154897"/>
              <a:gd name="connsiteY27" fmla="*/ 62484 h 375189"/>
              <a:gd name="connsiteX28" fmla="*/ 93242 w 154897"/>
              <a:gd name="connsiteY28" fmla="*/ 109537 h 375189"/>
              <a:gd name="connsiteX29" fmla="*/ 111265 w 154897"/>
              <a:gd name="connsiteY29" fmla="*/ 153829 h 375189"/>
              <a:gd name="connsiteX30" fmla="*/ 139626 w 154897"/>
              <a:gd name="connsiteY30" fmla="*/ 211169 h 375189"/>
              <a:gd name="connsiteX31" fmla="*/ 139626 w 154897"/>
              <a:gd name="connsiteY31" fmla="*/ 218885 h 375189"/>
              <a:gd name="connsiteX32" fmla="*/ 15746 w 154897"/>
              <a:gd name="connsiteY32" fmla="*/ 218885 h 375189"/>
              <a:gd name="connsiteX33" fmla="*/ 15746 w 154897"/>
              <a:gd name="connsiteY33" fmla="*/ 211169 h 375189"/>
              <a:gd name="connsiteX34" fmla="*/ 44107 w 154897"/>
              <a:gd name="connsiteY34" fmla="*/ 153829 h 375189"/>
              <a:gd name="connsiteX35" fmla="*/ 139626 w 154897"/>
              <a:gd name="connsiteY35" fmla="*/ 297180 h 375189"/>
              <a:gd name="connsiteX36" fmla="*/ 15746 w 154897"/>
              <a:gd name="connsiteY36" fmla="*/ 297180 h 375189"/>
              <a:gd name="connsiteX37" fmla="*/ 15746 w 154897"/>
              <a:gd name="connsiteY37" fmla="*/ 234505 h 375189"/>
              <a:gd name="connsiteX38" fmla="*/ 139626 w 154897"/>
              <a:gd name="connsiteY38" fmla="*/ 234505 h 375189"/>
              <a:gd name="connsiteX39" fmla="*/ 139626 w 154897"/>
              <a:gd name="connsiteY39" fmla="*/ 297180 h 375189"/>
              <a:gd name="connsiteX40" fmla="*/ 131848 w 154897"/>
              <a:gd name="connsiteY40" fmla="*/ 359664 h 375189"/>
              <a:gd name="connsiteX41" fmla="*/ 23429 w 154897"/>
              <a:gd name="connsiteY41" fmla="*/ 359664 h 375189"/>
              <a:gd name="connsiteX42" fmla="*/ 15651 w 154897"/>
              <a:gd name="connsiteY42" fmla="*/ 351854 h 375189"/>
              <a:gd name="connsiteX43" fmla="*/ 15651 w 154897"/>
              <a:gd name="connsiteY43" fmla="*/ 312896 h 375189"/>
              <a:gd name="connsiteX44" fmla="*/ 139531 w 154897"/>
              <a:gd name="connsiteY44" fmla="*/ 312896 h 375189"/>
              <a:gd name="connsiteX45" fmla="*/ 139531 w 154897"/>
              <a:gd name="connsiteY45" fmla="*/ 351854 h 375189"/>
              <a:gd name="connsiteX46" fmla="*/ 131753 w 154897"/>
              <a:gd name="connsiteY46" fmla="*/ 359664 h 375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54897" h="375189">
                <a:moveTo>
                  <a:pt x="121509" y="143351"/>
                </a:moveTo>
                <a:cubicBezTo>
                  <a:pt x="111170" y="131636"/>
                  <a:pt x="108609" y="129064"/>
                  <a:pt x="108609" y="109442"/>
                </a:cubicBezTo>
                <a:lnTo>
                  <a:pt x="108609" y="54959"/>
                </a:lnTo>
                <a:cubicBezTo>
                  <a:pt x="108609" y="54959"/>
                  <a:pt x="108609" y="54674"/>
                  <a:pt x="108609" y="54578"/>
                </a:cubicBezTo>
                <a:lnTo>
                  <a:pt x="108609" y="7810"/>
                </a:lnTo>
                <a:cubicBezTo>
                  <a:pt x="108609" y="3905"/>
                  <a:pt x="104720" y="0"/>
                  <a:pt x="100831" y="0"/>
                </a:cubicBezTo>
                <a:lnTo>
                  <a:pt x="54257" y="0"/>
                </a:lnTo>
                <a:cubicBezTo>
                  <a:pt x="50368" y="0"/>
                  <a:pt x="46479" y="3905"/>
                  <a:pt x="46479" y="7810"/>
                </a:cubicBezTo>
                <a:lnTo>
                  <a:pt x="46479" y="54578"/>
                </a:lnTo>
                <a:cubicBezTo>
                  <a:pt x="46479" y="54578"/>
                  <a:pt x="46479" y="54864"/>
                  <a:pt x="46479" y="54959"/>
                </a:cubicBezTo>
                <a:lnTo>
                  <a:pt x="46479" y="109442"/>
                </a:lnTo>
                <a:cubicBezTo>
                  <a:pt x="46479" y="128968"/>
                  <a:pt x="43918" y="131636"/>
                  <a:pt x="33579" y="143351"/>
                </a:cubicBezTo>
                <a:cubicBezTo>
                  <a:pt x="22006" y="155067"/>
                  <a:pt x="0" y="175927"/>
                  <a:pt x="0" y="211074"/>
                </a:cubicBezTo>
                <a:lnTo>
                  <a:pt x="0" y="351758"/>
                </a:lnTo>
                <a:cubicBezTo>
                  <a:pt x="0" y="364808"/>
                  <a:pt x="10339" y="375190"/>
                  <a:pt x="23239" y="375190"/>
                </a:cubicBezTo>
                <a:lnTo>
                  <a:pt x="131658" y="375190"/>
                </a:lnTo>
                <a:cubicBezTo>
                  <a:pt x="144559" y="375190"/>
                  <a:pt x="154898" y="364808"/>
                  <a:pt x="154898" y="351758"/>
                </a:cubicBezTo>
                <a:lnTo>
                  <a:pt x="154898" y="211074"/>
                </a:lnTo>
                <a:cubicBezTo>
                  <a:pt x="154898" y="175927"/>
                  <a:pt x="132986" y="155067"/>
                  <a:pt x="121319" y="143351"/>
                </a:cubicBezTo>
                <a:close/>
                <a:moveTo>
                  <a:pt x="62130" y="15621"/>
                </a:moveTo>
                <a:lnTo>
                  <a:pt x="93147" y="15621"/>
                </a:lnTo>
                <a:lnTo>
                  <a:pt x="93147" y="46768"/>
                </a:lnTo>
                <a:lnTo>
                  <a:pt x="62130" y="46768"/>
                </a:lnTo>
                <a:lnTo>
                  <a:pt x="62130" y="15621"/>
                </a:lnTo>
                <a:close/>
                <a:moveTo>
                  <a:pt x="44107" y="153829"/>
                </a:moveTo>
                <a:cubicBezTo>
                  <a:pt x="57008" y="140780"/>
                  <a:pt x="62225" y="134303"/>
                  <a:pt x="62225" y="109537"/>
                </a:cubicBezTo>
                <a:lnTo>
                  <a:pt x="62225" y="62484"/>
                </a:lnTo>
                <a:lnTo>
                  <a:pt x="93242" y="62484"/>
                </a:lnTo>
                <a:lnTo>
                  <a:pt x="93242" y="109537"/>
                </a:lnTo>
                <a:cubicBezTo>
                  <a:pt x="93242" y="134303"/>
                  <a:pt x="97131" y="140780"/>
                  <a:pt x="111265" y="153829"/>
                </a:cubicBezTo>
                <a:cubicBezTo>
                  <a:pt x="121604" y="165545"/>
                  <a:pt x="139626" y="182499"/>
                  <a:pt x="139626" y="211169"/>
                </a:cubicBezTo>
                <a:lnTo>
                  <a:pt x="139626" y="218885"/>
                </a:lnTo>
                <a:lnTo>
                  <a:pt x="15746" y="218885"/>
                </a:lnTo>
                <a:lnTo>
                  <a:pt x="15746" y="211169"/>
                </a:lnTo>
                <a:cubicBezTo>
                  <a:pt x="15746" y="182499"/>
                  <a:pt x="32535" y="165545"/>
                  <a:pt x="44107" y="153829"/>
                </a:cubicBezTo>
                <a:close/>
                <a:moveTo>
                  <a:pt x="139626" y="297180"/>
                </a:moveTo>
                <a:lnTo>
                  <a:pt x="15746" y="297180"/>
                </a:lnTo>
                <a:lnTo>
                  <a:pt x="15746" y="234505"/>
                </a:lnTo>
                <a:lnTo>
                  <a:pt x="139626" y="234505"/>
                </a:lnTo>
                <a:lnTo>
                  <a:pt x="139626" y="297180"/>
                </a:lnTo>
                <a:close/>
                <a:moveTo>
                  <a:pt x="131848" y="359664"/>
                </a:moveTo>
                <a:lnTo>
                  <a:pt x="23429" y="359664"/>
                </a:lnTo>
                <a:cubicBezTo>
                  <a:pt x="19540" y="359664"/>
                  <a:pt x="15651" y="355759"/>
                  <a:pt x="15651" y="351854"/>
                </a:cubicBezTo>
                <a:lnTo>
                  <a:pt x="15651" y="312896"/>
                </a:lnTo>
                <a:lnTo>
                  <a:pt x="139531" y="312896"/>
                </a:lnTo>
                <a:lnTo>
                  <a:pt x="139531" y="351854"/>
                </a:lnTo>
                <a:cubicBezTo>
                  <a:pt x="139531" y="355759"/>
                  <a:pt x="135642" y="359664"/>
                  <a:pt x="131753" y="35966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3" name="Graphic 149">
            <a:extLst>
              <a:ext uri="{FF2B5EF4-FFF2-40B4-BE49-F238E27FC236}">
                <a16:creationId xmlns:a16="http://schemas.microsoft.com/office/drawing/2014/main" id="{B5CCDB71-BCF4-573B-82DD-670889EF1C27}"/>
              </a:ext>
            </a:extLst>
          </p:cNvPr>
          <p:cNvSpPr/>
          <p:nvPr/>
        </p:nvSpPr>
        <p:spPr>
          <a:xfrm>
            <a:off x="7261893" y="3431678"/>
            <a:ext cx="207645" cy="502954"/>
          </a:xfrm>
          <a:custGeom>
            <a:avLst/>
            <a:gdLst>
              <a:gd name="connsiteX0" fmla="*/ 121509 w 154897"/>
              <a:gd name="connsiteY0" fmla="*/ 143351 h 375189"/>
              <a:gd name="connsiteX1" fmla="*/ 108609 w 154897"/>
              <a:gd name="connsiteY1" fmla="*/ 109442 h 375189"/>
              <a:gd name="connsiteX2" fmla="*/ 108609 w 154897"/>
              <a:gd name="connsiteY2" fmla="*/ 54959 h 375189"/>
              <a:gd name="connsiteX3" fmla="*/ 108609 w 154897"/>
              <a:gd name="connsiteY3" fmla="*/ 54578 h 375189"/>
              <a:gd name="connsiteX4" fmla="*/ 108609 w 154897"/>
              <a:gd name="connsiteY4" fmla="*/ 7810 h 375189"/>
              <a:gd name="connsiteX5" fmla="*/ 100831 w 154897"/>
              <a:gd name="connsiteY5" fmla="*/ 0 h 375189"/>
              <a:gd name="connsiteX6" fmla="*/ 54257 w 154897"/>
              <a:gd name="connsiteY6" fmla="*/ 0 h 375189"/>
              <a:gd name="connsiteX7" fmla="*/ 46479 w 154897"/>
              <a:gd name="connsiteY7" fmla="*/ 7810 h 375189"/>
              <a:gd name="connsiteX8" fmla="*/ 46479 w 154897"/>
              <a:gd name="connsiteY8" fmla="*/ 54578 h 375189"/>
              <a:gd name="connsiteX9" fmla="*/ 46479 w 154897"/>
              <a:gd name="connsiteY9" fmla="*/ 54959 h 375189"/>
              <a:gd name="connsiteX10" fmla="*/ 46479 w 154897"/>
              <a:gd name="connsiteY10" fmla="*/ 109442 h 375189"/>
              <a:gd name="connsiteX11" fmla="*/ 33579 w 154897"/>
              <a:gd name="connsiteY11" fmla="*/ 143351 h 375189"/>
              <a:gd name="connsiteX12" fmla="*/ 0 w 154897"/>
              <a:gd name="connsiteY12" fmla="*/ 211074 h 375189"/>
              <a:gd name="connsiteX13" fmla="*/ 0 w 154897"/>
              <a:gd name="connsiteY13" fmla="*/ 351758 h 375189"/>
              <a:gd name="connsiteX14" fmla="*/ 23239 w 154897"/>
              <a:gd name="connsiteY14" fmla="*/ 375190 h 375189"/>
              <a:gd name="connsiteX15" fmla="*/ 131658 w 154897"/>
              <a:gd name="connsiteY15" fmla="*/ 375190 h 375189"/>
              <a:gd name="connsiteX16" fmla="*/ 154898 w 154897"/>
              <a:gd name="connsiteY16" fmla="*/ 351758 h 375189"/>
              <a:gd name="connsiteX17" fmla="*/ 154898 w 154897"/>
              <a:gd name="connsiteY17" fmla="*/ 211074 h 375189"/>
              <a:gd name="connsiteX18" fmla="*/ 121319 w 154897"/>
              <a:gd name="connsiteY18" fmla="*/ 143351 h 375189"/>
              <a:gd name="connsiteX19" fmla="*/ 62130 w 154897"/>
              <a:gd name="connsiteY19" fmla="*/ 15621 h 375189"/>
              <a:gd name="connsiteX20" fmla="*/ 93147 w 154897"/>
              <a:gd name="connsiteY20" fmla="*/ 15621 h 375189"/>
              <a:gd name="connsiteX21" fmla="*/ 93147 w 154897"/>
              <a:gd name="connsiteY21" fmla="*/ 46768 h 375189"/>
              <a:gd name="connsiteX22" fmla="*/ 62130 w 154897"/>
              <a:gd name="connsiteY22" fmla="*/ 46768 h 375189"/>
              <a:gd name="connsiteX23" fmla="*/ 62130 w 154897"/>
              <a:gd name="connsiteY23" fmla="*/ 15621 h 375189"/>
              <a:gd name="connsiteX24" fmla="*/ 44107 w 154897"/>
              <a:gd name="connsiteY24" fmla="*/ 153829 h 375189"/>
              <a:gd name="connsiteX25" fmla="*/ 62225 w 154897"/>
              <a:gd name="connsiteY25" fmla="*/ 109537 h 375189"/>
              <a:gd name="connsiteX26" fmla="*/ 62225 w 154897"/>
              <a:gd name="connsiteY26" fmla="*/ 62484 h 375189"/>
              <a:gd name="connsiteX27" fmla="*/ 93242 w 154897"/>
              <a:gd name="connsiteY27" fmla="*/ 62484 h 375189"/>
              <a:gd name="connsiteX28" fmla="*/ 93242 w 154897"/>
              <a:gd name="connsiteY28" fmla="*/ 109537 h 375189"/>
              <a:gd name="connsiteX29" fmla="*/ 111265 w 154897"/>
              <a:gd name="connsiteY29" fmla="*/ 153829 h 375189"/>
              <a:gd name="connsiteX30" fmla="*/ 139626 w 154897"/>
              <a:gd name="connsiteY30" fmla="*/ 211169 h 375189"/>
              <a:gd name="connsiteX31" fmla="*/ 139626 w 154897"/>
              <a:gd name="connsiteY31" fmla="*/ 218885 h 375189"/>
              <a:gd name="connsiteX32" fmla="*/ 15746 w 154897"/>
              <a:gd name="connsiteY32" fmla="*/ 218885 h 375189"/>
              <a:gd name="connsiteX33" fmla="*/ 15746 w 154897"/>
              <a:gd name="connsiteY33" fmla="*/ 211169 h 375189"/>
              <a:gd name="connsiteX34" fmla="*/ 44107 w 154897"/>
              <a:gd name="connsiteY34" fmla="*/ 153829 h 375189"/>
              <a:gd name="connsiteX35" fmla="*/ 139626 w 154897"/>
              <a:gd name="connsiteY35" fmla="*/ 297180 h 375189"/>
              <a:gd name="connsiteX36" fmla="*/ 15746 w 154897"/>
              <a:gd name="connsiteY36" fmla="*/ 297180 h 375189"/>
              <a:gd name="connsiteX37" fmla="*/ 15746 w 154897"/>
              <a:gd name="connsiteY37" fmla="*/ 234505 h 375189"/>
              <a:gd name="connsiteX38" fmla="*/ 139626 w 154897"/>
              <a:gd name="connsiteY38" fmla="*/ 234505 h 375189"/>
              <a:gd name="connsiteX39" fmla="*/ 139626 w 154897"/>
              <a:gd name="connsiteY39" fmla="*/ 297180 h 375189"/>
              <a:gd name="connsiteX40" fmla="*/ 131848 w 154897"/>
              <a:gd name="connsiteY40" fmla="*/ 359664 h 375189"/>
              <a:gd name="connsiteX41" fmla="*/ 23429 w 154897"/>
              <a:gd name="connsiteY41" fmla="*/ 359664 h 375189"/>
              <a:gd name="connsiteX42" fmla="*/ 15651 w 154897"/>
              <a:gd name="connsiteY42" fmla="*/ 351854 h 375189"/>
              <a:gd name="connsiteX43" fmla="*/ 15651 w 154897"/>
              <a:gd name="connsiteY43" fmla="*/ 312896 h 375189"/>
              <a:gd name="connsiteX44" fmla="*/ 139531 w 154897"/>
              <a:gd name="connsiteY44" fmla="*/ 312896 h 375189"/>
              <a:gd name="connsiteX45" fmla="*/ 139531 w 154897"/>
              <a:gd name="connsiteY45" fmla="*/ 351854 h 375189"/>
              <a:gd name="connsiteX46" fmla="*/ 131753 w 154897"/>
              <a:gd name="connsiteY46" fmla="*/ 359664 h 375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54897" h="375189">
                <a:moveTo>
                  <a:pt x="121509" y="143351"/>
                </a:moveTo>
                <a:cubicBezTo>
                  <a:pt x="111170" y="131636"/>
                  <a:pt x="108609" y="129064"/>
                  <a:pt x="108609" y="109442"/>
                </a:cubicBezTo>
                <a:lnTo>
                  <a:pt x="108609" y="54959"/>
                </a:lnTo>
                <a:cubicBezTo>
                  <a:pt x="108609" y="54959"/>
                  <a:pt x="108609" y="54674"/>
                  <a:pt x="108609" y="54578"/>
                </a:cubicBezTo>
                <a:lnTo>
                  <a:pt x="108609" y="7810"/>
                </a:lnTo>
                <a:cubicBezTo>
                  <a:pt x="108609" y="3905"/>
                  <a:pt x="104720" y="0"/>
                  <a:pt x="100831" y="0"/>
                </a:cubicBezTo>
                <a:lnTo>
                  <a:pt x="54257" y="0"/>
                </a:lnTo>
                <a:cubicBezTo>
                  <a:pt x="50368" y="0"/>
                  <a:pt x="46479" y="3905"/>
                  <a:pt x="46479" y="7810"/>
                </a:cubicBezTo>
                <a:lnTo>
                  <a:pt x="46479" y="54578"/>
                </a:lnTo>
                <a:cubicBezTo>
                  <a:pt x="46479" y="54578"/>
                  <a:pt x="46479" y="54864"/>
                  <a:pt x="46479" y="54959"/>
                </a:cubicBezTo>
                <a:lnTo>
                  <a:pt x="46479" y="109442"/>
                </a:lnTo>
                <a:cubicBezTo>
                  <a:pt x="46479" y="128968"/>
                  <a:pt x="43918" y="131636"/>
                  <a:pt x="33579" y="143351"/>
                </a:cubicBezTo>
                <a:cubicBezTo>
                  <a:pt x="22006" y="155067"/>
                  <a:pt x="0" y="175927"/>
                  <a:pt x="0" y="211074"/>
                </a:cubicBezTo>
                <a:lnTo>
                  <a:pt x="0" y="351758"/>
                </a:lnTo>
                <a:cubicBezTo>
                  <a:pt x="0" y="364808"/>
                  <a:pt x="10339" y="375190"/>
                  <a:pt x="23239" y="375190"/>
                </a:cubicBezTo>
                <a:lnTo>
                  <a:pt x="131658" y="375190"/>
                </a:lnTo>
                <a:cubicBezTo>
                  <a:pt x="144559" y="375190"/>
                  <a:pt x="154898" y="364808"/>
                  <a:pt x="154898" y="351758"/>
                </a:cubicBezTo>
                <a:lnTo>
                  <a:pt x="154898" y="211074"/>
                </a:lnTo>
                <a:cubicBezTo>
                  <a:pt x="154898" y="175927"/>
                  <a:pt x="132986" y="155067"/>
                  <a:pt x="121319" y="143351"/>
                </a:cubicBezTo>
                <a:close/>
                <a:moveTo>
                  <a:pt x="62130" y="15621"/>
                </a:moveTo>
                <a:lnTo>
                  <a:pt x="93147" y="15621"/>
                </a:lnTo>
                <a:lnTo>
                  <a:pt x="93147" y="46768"/>
                </a:lnTo>
                <a:lnTo>
                  <a:pt x="62130" y="46768"/>
                </a:lnTo>
                <a:lnTo>
                  <a:pt x="62130" y="15621"/>
                </a:lnTo>
                <a:close/>
                <a:moveTo>
                  <a:pt x="44107" y="153829"/>
                </a:moveTo>
                <a:cubicBezTo>
                  <a:pt x="57008" y="140780"/>
                  <a:pt x="62225" y="134303"/>
                  <a:pt x="62225" y="109537"/>
                </a:cubicBezTo>
                <a:lnTo>
                  <a:pt x="62225" y="62484"/>
                </a:lnTo>
                <a:lnTo>
                  <a:pt x="93242" y="62484"/>
                </a:lnTo>
                <a:lnTo>
                  <a:pt x="93242" y="109537"/>
                </a:lnTo>
                <a:cubicBezTo>
                  <a:pt x="93242" y="134303"/>
                  <a:pt x="97131" y="140780"/>
                  <a:pt x="111265" y="153829"/>
                </a:cubicBezTo>
                <a:cubicBezTo>
                  <a:pt x="121604" y="165545"/>
                  <a:pt x="139626" y="182499"/>
                  <a:pt x="139626" y="211169"/>
                </a:cubicBezTo>
                <a:lnTo>
                  <a:pt x="139626" y="218885"/>
                </a:lnTo>
                <a:lnTo>
                  <a:pt x="15746" y="218885"/>
                </a:lnTo>
                <a:lnTo>
                  <a:pt x="15746" y="211169"/>
                </a:lnTo>
                <a:cubicBezTo>
                  <a:pt x="15746" y="182499"/>
                  <a:pt x="32535" y="165545"/>
                  <a:pt x="44107" y="153829"/>
                </a:cubicBezTo>
                <a:close/>
                <a:moveTo>
                  <a:pt x="139626" y="297180"/>
                </a:moveTo>
                <a:lnTo>
                  <a:pt x="15746" y="297180"/>
                </a:lnTo>
                <a:lnTo>
                  <a:pt x="15746" y="234505"/>
                </a:lnTo>
                <a:lnTo>
                  <a:pt x="139626" y="234505"/>
                </a:lnTo>
                <a:lnTo>
                  <a:pt x="139626" y="297180"/>
                </a:lnTo>
                <a:close/>
                <a:moveTo>
                  <a:pt x="131848" y="359664"/>
                </a:moveTo>
                <a:lnTo>
                  <a:pt x="23429" y="359664"/>
                </a:lnTo>
                <a:cubicBezTo>
                  <a:pt x="19540" y="359664"/>
                  <a:pt x="15651" y="355759"/>
                  <a:pt x="15651" y="351854"/>
                </a:cubicBezTo>
                <a:lnTo>
                  <a:pt x="15651" y="312896"/>
                </a:lnTo>
                <a:lnTo>
                  <a:pt x="139531" y="312896"/>
                </a:lnTo>
                <a:lnTo>
                  <a:pt x="139531" y="351854"/>
                </a:lnTo>
                <a:cubicBezTo>
                  <a:pt x="139531" y="355759"/>
                  <a:pt x="135642" y="359664"/>
                  <a:pt x="131753" y="35966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4" name="Graphic 149">
            <a:extLst>
              <a:ext uri="{FF2B5EF4-FFF2-40B4-BE49-F238E27FC236}">
                <a16:creationId xmlns:a16="http://schemas.microsoft.com/office/drawing/2014/main" id="{C3202BD9-CA62-369E-4EC7-DAB8B897616F}"/>
              </a:ext>
            </a:extLst>
          </p:cNvPr>
          <p:cNvSpPr/>
          <p:nvPr/>
        </p:nvSpPr>
        <p:spPr>
          <a:xfrm>
            <a:off x="7983603" y="3431678"/>
            <a:ext cx="207645" cy="502954"/>
          </a:xfrm>
          <a:custGeom>
            <a:avLst/>
            <a:gdLst>
              <a:gd name="connsiteX0" fmla="*/ 121509 w 154897"/>
              <a:gd name="connsiteY0" fmla="*/ 143351 h 375189"/>
              <a:gd name="connsiteX1" fmla="*/ 108609 w 154897"/>
              <a:gd name="connsiteY1" fmla="*/ 109442 h 375189"/>
              <a:gd name="connsiteX2" fmla="*/ 108609 w 154897"/>
              <a:gd name="connsiteY2" fmla="*/ 54959 h 375189"/>
              <a:gd name="connsiteX3" fmla="*/ 108609 w 154897"/>
              <a:gd name="connsiteY3" fmla="*/ 54578 h 375189"/>
              <a:gd name="connsiteX4" fmla="*/ 108609 w 154897"/>
              <a:gd name="connsiteY4" fmla="*/ 7810 h 375189"/>
              <a:gd name="connsiteX5" fmla="*/ 100831 w 154897"/>
              <a:gd name="connsiteY5" fmla="*/ 0 h 375189"/>
              <a:gd name="connsiteX6" fmla="*/ 54257 w 154897"/>
              <a:gd name="connsiteY6" fmla="*/ 0 h 375189"/>
              <a:gd name="connsiteX7" fmla="*/ 46479 w 154897"/>
              <a:gd name="connsiteY7" fmla="*/ 7810 h 375189"/>
              <a:gd name="connsiteX8" fmla="*/ 46479 w 154897"/>
              <a:gd name="connsiteY8" fmla="*/ 54578 h 375189"/>
              <a:gd name="connsiteX9" fmla="*/ 46479 w 154897"/>
              <a:gd name="connsiteY9" fmla="*/ 54959 h 375189"/>
              <a:gd name="connsiteX10" fmla="*/ 46479 w 154897"/>
              <a:gd name="connsiteY10" fmla="*/ 109442 h 375189"/>
              <a:gd name="connsiteX11" fmla="*/ 33579 w 154897"/>
              <a:gd name="connsiteY11" fmla="*/ 143351 h 375189"/>
              <a:gd name="connsiteX12" fmla="*/ 0 w 154897"/>
              <a:gd name="connsiteY12" fmla="*/ 211074 h 375189"/>
              <a:gd name="connsiteX13" fmla="*/ 0 w 154897"/>
              <a:gd name="connsiteY13" fmla="*/ 351758 h 375189"/>
              <a:gd name="connsiteX14" fmla="*/ 23239 w 154897"/>
              <a:gd name="connsiteY14" fmla="*/ 375190 h 375189"/>
              <a:gd name="connsiteX15" fmla="*/ 131658 w 154897"/>
              <a:gd name="connsiteY15" fmla="*/ 375190 h 375189"/>
              <a:gd name="connsiteX16" fmla="*/ 154898 w 154897"/>
              <a:gd name="connsiteY16" fmla="*/ 351758 h 375189"/>
              <a:gd name="connsiteX17" fmla="*/ 154898 w 154897"/>
              <a:gd name="connsiteY17" fmla="*/ 211074 h 375189"/>
              <a:gd name="connsiteX18" fmla="*/ 121319 w 154897"/>
              <a:gd name="connsiteY18" fmla="*/ 143351 h 375189"/>
              <a:gd name="connsiteX19" fmla="*/ 62130 w 154897"/>
              <a:gd name="connsiteY19" fmla="*/ 15621 h 375189"/>
              <a:gd name="connsiteX20" fmla="*/ 93147 w 154897"/>
              <a:gd name="connsiteY20" fmla="*/ 15621 h 375189"/>
              <a:gd name="connsiteX21" fmla="*/ 93147 w 154897"/>
              <a:gd name="connsiteY21" fmla="*/ 46768 h 375189"/>
              <a:gd name="connsiteX22" fmla="*/ 62130 w 154897"/>
              <a:gd name="connsiteY22" fmla="*/ 46768 h 375189"/>
              <a:gd name="connsiteX23" fmla="*/ 62130 w 154897"/>
              <a:gd name="connsiteY23" fmla="*/ 15621 h 375189"/>
              <a:gd name="connsiteX24" fmla="*/ 44107 w 154897"/>
              <a:gd name="connsiteY24" fmla="*/ 153829 h 375189"/>
              <a:gd name="connsiteX25" fmla="*/ 62225 w 154897"/>
              <a:gd name="connsiteY25" fmla="*/ 109537 h 375189"/>
              <a:gd name="connsiteX26" fmla="*/ 62225 w 154897"/>
              <a:gd name="connsiteY26" fmla="*/ 62484 h 375189"/>
              <a:gd name="connsiteX27" fmla="*/ 93242 w 154897"/>
              <a:gd name="connsiteY27" fmla="*/ 62484 h 375189"/>
              <a:gd name="connsiteX28" fmla="*/ 93242 w 154897"/>
              <a:gd name="connsiteY28" fmla="*/ 109537 h 375189"/>
              <a:gd name="connsiteX29" fmla="*/ 111265 w 154897"/>
              <a:gd name="connsiteY29" fmla="*/ 153829 h 375189"/>
              <a:gd name="connsiteX30" fmla="*/ 139626 w 154897"/>
              <a:gd name="connsiteY30" fmla="*/ 211169 h 375189"/>
              <a:gd name="connsiteX31" fmla="*/ 139626 w 154897"/>
              <a:gd name="connsiteY31" fmla="*/ 218885 h 375189"/>
              <a:gd name="connsiteX32" fmla="*/ 15746 w 154897"/>
              <a:gd name="connsiteY32" fmla="*/ 218885 h 375189"/>
              <a:gd name="connsiteX33" fmla="*/ 15746 w 154897"/>
              <a:gd name="connsiteY33" fmla="*/ 211169 h 375189"/>
              <a:gd name="connsiteX34" fmla="*/ 44107 w 154897"/>
              <a:gd name="connsiteY34" fmla="*/ 153829 h 375189"/>
              <a:gd name="connsiteX35" fmla="*/ 139626 w 154897"/>
              <a:gd name="connsiteY35" fmla="*/ 297180 h 375189"/>
              <a:gd name="connsiteX36" fmla="*/ 15746 w 154897"/>
              <a:gd name="connsiteY36" fmla="*/ 297180 h 375189"/>
              <a:gd name="connsiteX37" fmla="*/ 15746 w 154897"/>
              <a:gd name="connsiteY37" fmla="*/ 234505 h 375189"/>
              <a:gd name="connsiteX38" fmla="*/ 139626 w 154897"/>
              <a:gd name="connsiteY38" fmla="*/ 234505 h 375189"/>
              <a:gd name="connsiteX39" fmla="*/ 139626 w 154897"/>
              <a:gd name="connsiteY39" fmla="*/ 297180 h 375189"/>
              <a:gd name="connsiteX40" fmla="*/ 131848 w 154897"/>
              <a:gd name="connsiteY40" fmla="*/ 359664 h 375189"/>
              <a:gd name="connsiteX41" fmla="*/ 23429 w 154897"/>
              <a:gd name="connsiteY41" fmla="*/ 359664 h 375189"/>
              <a:gd name="connsiteX42" fmla="*/ 15651 w 154897"/>
              <a:gd name="connsiteY42" fmla="*/ 351854 h 375189"/>
              <a:gd name="connsiteX43" fmla="*/ 15651 w 154897"/>
              <a:gd name="connsiteY43" fmla="*/ 312896 h 375189"/>
              <a:gd name="connsiteX44" fmla="*/ 139531 w 154897"/>
              <a:gd name="connsiteY44" fmla="*/ 312896 h 375189"/>
              <a:gd name="connsiteX45" fmla="*/ 139531 w 154897"/>
              <a:gd name="connsiteY45" fmla="*/ 351854 h 375189"/>
              <a:gd name="connsiteX46" fmla="*/ 131753 w 154897"/>
              <a:gd name="connsiteY46" fmla="*/ 359664 h 375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54897" h="375189">
                <a:moveTo>
                  <a:pt x="121509" y="143351"/>
                </a:moveTo>
                <a:cubicBezTo>
                  <a:pt x="111170" y="131636"/>
                  <a:pt x="108609" y="129064"/>
                  <a:pt x="108609" y="109442"/>
                </a:cubicBezTo>
                <a:lnTo>
                  <a:pt x="108609" y="54959"/>
                </a:lnTo>
                <a:cubicBezTo>
                  <a:pt x="108609" y="54959"/>
                  <a:pt x="108609" y="54674"/>
                  <a:pt x="108609" y="54578"/>
                </a:cubicBezTo>
                <a:lnTo>
                  <a:pt x="108609" y="7810"/>
                </a:lnTo>
                <a:cubicBezTo>
                  <a:pt x="108609" y="3905"/>
                  <a:pt x="104720" y="0"/>
                  <a:pt x="100831" y="0"/>
                </a:cubicBezTo>
                <a:lnTo>
                  <a:pt x="54257" y="0"/>
                </a:lnTo>
                <a:cubicBezTo>
                  <a:pt x="50368" y="0"/>
                  <a:pt x="46479" y="3905"/>
                  <a:pt x="46479" y="7810"/>
                </a:cubicBezTo>
                <a:lnTo>
                  <a:pt x="46479" y="54578"/>
                </a:lnTo>
                <a:cubicBezTo>
                  <a:pt x="46479" y="54578"/>
                  <a:pt x="46479" y="54864"/>
                  <a:pt x="46479" y="54959"/>
                </a:cubicBezTo>
                <a:lnTo>
                  <a:pt x="46479" y="109442"/>
                </a:lnTo>
                <a:cubicBezTo>
                  <a:pt x="46479" y="128968"/>
                  <a:pt x="43918" y="131636"/>
                  <a:pt x="33579" y="143351"/>
                </a:cubicBezTo>
                <a:cubicBezTo>
                  <a:pt x="22006" y="155067"/>
                  <a:pt x="0" y="175927"/>
                  <a:pt x="0" y="211074"/>
                </a:cubicBezTo>
                <a:lnTo>
                  <a:pt x="0" y="351758"/>
                </a:lnTo>
                <a:cubicBezTo>
                  <a:pt x="0" y="364808"/>
                  <a:pt x="10339" y="375190"/>
                  <a:pt x="23239" y="375190"/>
                </a:cubicBezTo>
                <a:lnTo>
                  <a:pt x="131658" y="375190"/>
                </a:lnTo>
                <a:cubicBezTo>
                  <a:pt x="144559" y="375190"/>
                  <a:pt x="154898" y="364808"/>
                  <a:pt x="154898" y="351758"/>
                </a:cubicBezTo>
                <a:lnTo>
                  <a:pt x="154898" y="211074"/>
                </a:lnTo>
                <a:cubicBezTo>
                  <a:pt x="154898" y="175927"/>
                  <a:pt x="132986" y="155067"/>
                  <a:pt x="121319" y="143351"/>
                </a:cubicBezTo>
                <a:close/>
                <a:moveTo>
                  <a:pt x="62130" y="15621"/>
                </a:moveTo>
                <a:lnTo>
                  <a:pt x="93147" y="15621"/>
                </a:lnTo>
                <a:lnTo>
                  <a:pt x="93147" y="46768"/>
                </a:lnTo>
                <a:lnTo>
                  <a:pt x="62130" y="46768"/>
                </a:lnTo>
                <a:lnTo>
                  <a:pt x="62130" y="15621"/>
                </a:lnTo>
                <a:close/>
                <a:moveTo>
                  <a:pt x="44107" y="153829"/>
                </a:moveTo>
                <a:cubicBezTo>
                  <a:pt x="57008" y="140780"/>
                  <a:pt x="62225" y="134303"/>
                  <a:pt x="62225" y="109537"/>
                </a:cubicBezTo>
                <a:lnTo>
                  <a:pt x="62225" y="62484"/>
                </a:lnTo>
                <a:lnTo>
                  <a:pt x="93242" y="62484"/>
                </a:lnTo>
                <a:lnTo>
                  <a:pt x="93242" y="109537"/>
                </a:lnTo>
                <a:cubicBezTo>
                  <a:pt x="93242" y="134303"/>
                  <a:pt x="97131" y="140780"/>
                  <a:pt x="111265" y="153829"/>
                </a:cubicBezTo>
                <a:cubicBezTo>
                  <a:pt x="121604" y="165545"/>
                  <a:pt x="139626" y="182499"/>
                  <a:pt x="139626" y="211169"/>
                </a:cubicBezTo>
                <a:lnTo>
                  <a:pt x="139626" y="218885"/>
                </a:lnTo>
                <a:lnTo>
                  <a:pt x="15746" y="218885"/>
                </a:lnTo>
                <a:lnTo>
                  <a:pt x="15746" y="211169"/>
                </a:lnTo>
                <a:cubicBezTo>
                  <a:pt x="15746" y="182499"/>
                  <a:pt x="32535" y="165545"/>
                  <a:pt x="44107" y="153829"/>
                </a:cubicBezTo>
                <a:close/>
                <a:moveTo>
                  <a:pt x="139626" y="297180"/>
                </a:moveTo>
                <a:lnTo>
                  <a:pt x="15746" y="297180"/>
                </a:lnTo>
                <a:lnTo>
                  <a:pt x="15746" y="234505"/>
                </a:lnTo>
                <a:lnTo>
                  <a:pt x="139626" y="234505"/>
                </a:lnTo>
                <a:lnTo>
                  <a:pt x="139626" y="297180"/>
                </a:lnTo>
                <a:close/>
                <a:moveTo>
                  <a:pt x="131848" y="359664"/>
                </a:moveTo>
                <a:lnTo>
                  <a:pt x="23429" y="359664"/>
                </a:lnTo>
                <a:cubicBezTo>
                  <a:pt x="19540" y="359664"/>
                  <a:pt x="15651" y="355759"/>
                  <a:pt x="15651" y="351854"/>
                </a:cubicBezTo>
                <a:lnTo>
                  <a:pt x="15651" y="312896"/>
                </a:lnTo>
                <a:lnTo>
                  <a:pt x="139531" y="312896"/>
                </a:lnTo>
                <a:lnTo>
                  <a:pt x="139531" y="351854"/>
                </a:lnTo>
                <a:cubicBezTo>
                  <a:pt x="139531" y="355759"/>
                  <a:pt x="135642" y="359664"/>
                  <a:pt x="131753" y="35966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7" name="Graphic 155">
            <a:extLst>
              <a:ext uri="{FF2B5EF4-FFF2-40B4-BE49-F238E27FC236}">
                <a16:creationId xmlns:a16="http://schemas.microsoft.com/office/drawing/2014/main" id="{58ADFAF4-408F-F109-8190-08090894C93A}"/>
              </a:ext>
            </a:extLst>
          </p:cNvPr>
          <p:cNvSpPr/>
          <p:nvPr/>
        </p:nvSpPr>
        <p:spPr>
          <a:xfrm>
            <a:off x="8759386" y="2978711"/>
            <a:ext cx="453389" cy="322753"/>
          </a:xfrm>
          <a:custGeom>
            <a:avLst/>
            <a:gdLst>
              <a:gd name="connsiteX0" fmla="*/ 331423 w 338252"/>
              <a:gd name="connsiteY0" fmla="*/ 227362 h 240791"/>
              <a:gd name="connsiteX1" fmla="*/ 194737 w 338252"/>
              <a:gd name="connsiteY1" fmla="*/ 227362 h 240791"/>
              <a:gd name="connsiteX2" fmla="*/ 254211 w 338252"/>
              <a:gd name="connsiteY2" fmla="*/ 127635 h 240791"/>
              <a:gd name="connsiteX3" fmla="*/ 282098 w 338252"/>
              <a:gd name="connsiteY3" fmla="*/ 127635 h 240791"/>
              <a:gd name="connsiteX4" fmla="*/ 331328 w 338252"/>
              <a:gd name="connsiteY4" fmla="*/ 70961 h 240791"/>
              <a:gd name="connsiteX5" fmla="*/ 282098 w 338252"/>
              <a:gd name="connsiteY5" fmla="*/ 14288 h 240791"/>
              <a:gd name="connsiteX6" fmla="*/ 254211 w 338252"/>
              <a:gd name="connsiteY6" fmla="*/ 14288 h 240791"/>
              <a:gd name="connsiteX7" fmla="*/ 254211 w 338252"/>
              <a:gd name="connsiteY7" fmla="*/ 7048 h 240791"/>
              <a:gd name="connsiteX8" fmla="*/ 247097 w 338252"/>
              <a:gd name="connsiteY8" fmla="*/ 0 h 240791"/>
              <a:gd name="connsiteX9" fmla="*/ 34907 w 338252"/>
              <a:gd name="connsiteY9" fmla="*/ 0 h 240791"/>
              <a:gd name="connsiteX10" fmla="*/ 27792 w 338252"/>
              <a:gd name="connsiteY10" fmla="*/ 7048 h 240791"/>
              <a:gd name="connsiteX11" fmla="*/ 27792 w 338252"/>
              <a:gd name="connsiteY11" fmla="*/ 127444 h 240791"/>
              <a:gd name="connsiteX12" fmla="*/ 87266 w 338252"/>
              <a:gd name="connsiteY12" fmla="*/ 227267 h 240791"/>
              <a:gd name="connsiteX13" fmla="*/ 7019 w 338252"/>
              <a:gd name="connsiteY13" fmla="*/ 227267 h 240791"/>
              <a:gd name="connsiteX14" fmla="*/ 0 w 338252"/>
              <a:gd name="connsiteY14" fmla="*/ 234029 h 240791"/>
              <a:gd name="connsiteX15" fmla="*/ 7019 w 338252"/>
              <a:gd name="connsiteY15" fmla="*/ 240792 h 240791"/>
              <a:gd name="connsiteX16" fmla="*/ 331233 w 338252"/>
              <a:gd name="connsiteY16" fmla="*/ 240792 h 240791"/>
              <a:gd name="connsiteX17" fmla="*/ 338252 w 338252"/>
              <a:gd name="connsiteY17" fmla="*/ 234029 h 240791"/>
              <a:gd name="connsiteX18" fmla="*/ 331233 w 338252"/>
              <a:gd name="connsiteY18" fmla="*/ 227267 h 240791"/>
              <a:gd name="connsiteX19" fmla="*/ 282098 w 338252"/>
              <a:gd name="connsiteY19" fmla="*/ 28575 h 240791"/>
              <a:gd name="connsiteX20" fmla="*/ 317194 w 338252"/>
              <a:gd name="connsiteY20" fmla="*/ 71056 h 240791"/>
              <a:gd name="connsiteX21" fmla="*/ 282098 w 338252"/>
              <a:gd name="connsiteY21" fmla="*/ 113538 h 240791"/>
              <a:gd name="connsiteX22" fmla="*/ 254211 w 338252"/>
              <a:gd name="connsiteY22" fmla="*/ 113538 h 240791"/>
              <a:gd name="connsiteX23" fmla="*/ 254211 w 338252"/>
              <a:gd name="connsiteY23" fmla="*/ 28575 h 240791"/>
              <a:gd name="connsiteX24" fmla="*/ 282098 w 338252"/>
              <a:gd name="connsiteY24" fmla="*/ 28575 h 240791"/>
              <a:gd name="connsiteX25" fmla="*/ 42021 w 338252"/>
              <a:gd name="connsiteY25" fmla="*/ 127635 h 240791"/>
              <a:gd name="connsiteX26" fmla="*/ 42021 w 338252"/>
              <a:gd name="connsiteY26" fmla="*/ 14288 h 240791"/>
              <a:gd name="connsiteX27" fmla="*/ 240077 w 338252"/>
              <a:gd name="connsiteY27" fmla="*/ 14288 h 240791"/>
              <a:gd name="connsiteX28" fmla="*/ 240077 w 338252"/>
              <a:gd name="connsiteY28" fmla="*/ 20955 h 240791"/>
              <a:gd name="connsiteX29" fmla="*/ 239888 w 338252"/>
              <a:gd name="connsiteY29" fmla="*/ 21622 h 240791"/>
              <a:gd name="connsiteX30" fmla="*/ 240077 w 338252"/>
              <a:gd name="connsiteY30" fmla="*/ 22289 h 240791"/>
              <a:gd name="connsiteX31" fmla="*/ 240077 w 338252"/>
              <a:gd name="connsiteY31" fmla="*/ 120110 h 240791"/>
              <a:gd name="connsiteX32" fmla="*/ 239888 w 338252"/>
              <a:gd name="connsiteY32" fmla="*/ 120777 h 240791"/>
              <a:gd name="connsiteX33" fmla="*/ 240077 w 338252"/>
              <a:gd name="connsiteY33" fmla="*/ 121444 h 240791"/>
              <a:gd name="connsiteX34" fmla="*/ 240077 w 338252"/>
              <a:gd name="connsiteY34" fmla="*/ 127825 h 240791"/>
              <a:gd name="connsiteX35" fmla="*/ 141049 w 338252"/>
              <a:gd name="connsiteY35" fmla="*/ 226981 h 240791"/>
              <a:gd name="connsiteX36" fmla="*/ 42021 w 338252"/>
              <a:gd name="connsiteY36" fmla="*/ 127825 h 24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8252" h="240791">
                <a:moveTo>
                  <a:pt x="331423" y="227362"/>
                </a:moveTo>
                <a:lnTo>
                  <a:pt x="194737" y="227362"/>
                </a:lnTo>
                <a:cubicBezTo>
                  <a:pt x="230118" y="208217"/>
                  <a:pt x="254211" y="170783"/>
                  <a:pt x="254211" y="127635"/>
                </a:cubicBezTo>
                <a:lnTo>
                  <a:pt x="282098" y="127635"/>
                </a:lnTo>
                <a:cubicBezTo>
                  <a:pt x="310175" y="127635"/>
                  <a:pt x="331328" y="102870"/>
                  <a:pt x="331328" y="70961"/>
                </a:cubicBezTo>
                <a:cubicBezTo>
                  <a:pt x="331328" y="39052"/>
                  <a:pt x="310270" y="14288"/>
                  <a:pt x="282098" y="14288"/>
                </a:cubicBezTo>
                <a:lnTo>
                  <a:pt x="254211" y="14288"/>
                </a:lnTo>
                <a:lnTo>
                  <a:pt x="254211" y="7048"/>
                </a:lnTo>
                <a:cubicBezTo>
                  <a:pt x="254211" y="3524"/>
                  <a:pt x="251839" y="0"/>
                  <a:pt x="247097" y="0"/>
                </a:cubicBezTo>
                <a:lnTo>
                  <a:pt x="34907" y="0"/>
                </a:lnTo>
                <a:cubicBezTo>
                  <a:pt x="31397" y="0"/>
                  <a:pt x="27792" y="3524"/>
                  <a:pt x="27792" y="7048"/>
                </a:cubicBezTo>
                <a:lnTo>
                  <a:pt x="27792" y="127444"/>
                </a:lnTo>
                <a:cubicBezTo>
                  <a:pt x="27792" y="170593"/>
                  <a:pt x="51886" y="208121"/>
                  <a:pt x="87266" y="227267"/>
                </a:cubicBezTo>
                <a:lnTo>
                  <a:pt x="7019" y="227267"/>
                </a:lnTo>
                <a:cubicBezTo>
                  <a:pt x="3510" y="227267"/>
                  <a:pt x="0" y="230696"/>
                  <a:pt x="0" y="234029"/>
                </a:cubicBezTo>
                <a:cubicBezTo>
                  <a:pt x="0" y="237363"/>
                  <a:pt x="3510" y="240792"/>
                  <a:pt x="7019" y="240792"/>
                </a:cubicBezTo>
                <a:lnTo>
                  <a:pt x="331233" y="240792"/>
                </a:lnTo>
                <a:cubicBezTo>
                  <a:pt x="335976" y="240792"/>
                  <a:pt x="338252" y="237363"/>
                  <a:pt x="338252" y="234029"/>
                </a:cubicBezTo>
                <a:cubicBezTo>
                  <a:pt x="338252" y="230696"/>
                  <a:pt x="335881" y="227267"/>
                  <a:pt x="331233" y="227267"/>
                </a:cubicBezTo>
                <a:close/>
                <a:moveTo>
                  <a:pt x="282098" y="28575"/>
                </a:moveTo>
                <a:cubicBezTo>
                  <a:pt x="305527" y="28575"/>
                  <a:pt x="317194" y="50959"/>
                  <a:pt x="317194" y="71056"/>
                </a:cubicBezTo>
                <a:cubicBezTo>
                  <a:pt x="317194" y="91154"/>
                  <a:pt x="305527" y="113538"/>
                  <a:pt x="282098" y="113538"/>
                </a:cubicBezTo>
                <a:lnTo>
                  <a:pt x="254211" y="113538"/>
                </a:lnTo>
                <a:lnTo>
                  <a:pt x="254211" y="28575"/>
                </a:lnTo>
                <a:lnTo>
                  <a:pt x="282098" y="28575"/>
                </a:lnTo>
                <a:close/>
                <a:moveTo>
                  <a:pt x="42021" y="127635"/>
                </a:moveTo>
                <a:lnTo>
                  <a:pt x="42021" y="14288"/>
                </a:lnTo>
                <a:lnTo>
                  <a:pt x="240077" y="14288"/>
                </a:lnTo>
                <a:lnTo>
                  <a:pt x="240077" y="20955"/>
                </a:lnTo>
                <a:cubicBezTo>
                  <a:pt x="240077" y="20955"/>
                  <a:pt x="239888" y="21336"/>
                  <a:pt x="239888" y="21622"/>
                </a:cubicBezTo>
                <a:cubicBezTo>
                  <a:pt x="239888" y="21908"/>
                  <a:pt x="239983" y="22003"/>
                  <a:pt x="240077" y="22289"/>
                </a:cubicBezTo>
                <a:lnTo>
                  <a:pt x="240077" y="120110"/>
                </a:lnTo>
                <a:cubicBezTo>
                  <a:pt x="240077" y="120110"/>
                  <a:pt x="239888" y="120491"/>
                  <a:pt x="239888" y="120777"/>
                </a:cubicBezTo>
                <a:cubicBezTo>
                  <a:pt x="239888" y="121063"/>
                  <a:pt x="239983" y="121158"/>
                  <a:pt x="240077" y="121444"/>
                </a:cubicBezTo>
                <a:lnTo>
                  <a:pt x="240077" y="127825"/>
                </a:lnTo>
                <a:cubicBezTo>
                  <a:pt x="240077" y="182118"/>
                  <a:pt x="196444" y="226981"/>
                  <a:pt x="141049" y="226981"/>
                </a:cubicBezTo>
                <a:cubicBezTo>
                  <a:pt x="85654" y="226981"/>
                  <a:pt x="42021" y="182118"/>
                  <a:pt x="42021" y="12782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8" name="Graphic 155">
            <a:extLst>
              <a:ext uri="{FF2B5EF4-FFF2-40B4-BE49-F238E27FC236}">
                <a16:creationId xmlns:a16="http://schemas.microsoft.com/office/drawing/2014/main" id="{550F13ED-9DF1-B149-5C73-0CE065615C62}"/>
              </a:ext>
            </a:extLst>
          </p:cNvPr>
          <p:cNvSpPr/>
          <p:nvPr/>
        </p:nvSpPr>
        <p:spPr>
          <a:xfrm>
            <a:off x="9512628" y="2978711"/>
            <a:ext cx="453389" cy="322753"/>
          </a:xfrm>
          <a:custGeom>
            <a:avLst/>
            <a:gdLst>
              <a:gd name="connsiteX0" fmla="*/ 331423 w 338252"/>
              <a:gd name="connsiteY0" fmla="*/ 227362 h 240791"/>
              <a:gd name="connsiteX1" fmla="*/ 194737 w 338252"/>
              <a:gd name="connsiteY1" fmla="*/ 227362 h 240791"/>
              <a:gd name="connsiteX2" fmla="*/ 254211 w 338252"/>
              <a:gd name="connsiteY2" fmla="*/ 127635 h 240791"/>
              <a:gd name="connsiteX3" fmla="*/ 282098 w 338252"/>
              <a:gd name="connsiteY3" fmla="*/ 127635 h 240791"/>
              <a:gd name="connsiteX4" fmla="*/ 331328 w 338252"/>
              <a:gd name="connsiteY4" fmla="*/ 70961 h 240791"/>
              <a:gd name="connsiteX5" fmla="*/ 282098 w 338252"/>
              <a:gd name="connsiteY5" fmla="*/ 14288 h 240791"/>
              <a:gd name="connsiteX6" fmla="*/ 254211 w 338252"/>
              <a:gd name="connsiteY6" fmla="*/ 14288 h 240791"/>
              <a:gd name="connsiteX7" fmla="*/ 254211 w 338252"/>
              <a:gd name="connsiteY7" fmla="*/ 7048 h 240791"/>
              <a:gd name="connsiteX8" fmla="*/ 247097 w 338252"/>
              <a:gd name="connsiteY8" fmla="*/ 0 h 240791"/>
              <a:gd name="connsiteX9" fmla="*/ 34907 w 338252"/>
              <a:gd name="connsiteY9" fmla="*/ 0 h 240791"/>
              <a:gd name="connsiteX10" fmla="*/ 27792 w 338252"/>
              <a:gd name="connsiteY10" fmla="*/ 7048 h 240791"/>
              <a:gd name="connsiteX11" fmla="*/ 27792 w 338252"/>
              <a:gd name="connsiteY11" fmla="*/ 127444 h 240791"/>
              <a:gd name="connsiteX12" fmla="*/ 87266 w 338252"/>
              <a:gd name="connsiteY12" fmla="*/ 227267 h 240791"/>
              <a:gd name="connsiteX13" fmla="*/ 7019 w 338252"/>
              <a:gd name="connsiteY13" fmla="*/ 227267 h 240791"/>
              <a:gd name="connsiteX14" fmla="*/ 0 w 338252"/>
              <a:gd name="connsiteY14" fmla="*/ 234029 h 240791"/>
              <a:gd name="connsiteX15" fmla="*/ 7019 w 338252"/>
              <a:gd name="connsiteY15" fmla="*/ 240792 h 240791"/>
              <a:gd name="connsiteX16" fmla="*/ 331233 w 338252"/>
              <a:gd name="connsiteY16" fmla="*/ 240792 h 240791"/>
              <a:gd name="connsiteX17" fmla="*/ 338252 w 338252"/>
              <a:gd name="connsiteY17" fmla="*/ 234029 h 240791"/>
              <a:gd name="connsiteX18" fmla="*/ 331233 w 338252"/>
              <a:gd name="connsiteY18" fmla="*/ 227267 h 240791"/>
              <a:gd name="connsiteX19" fmla="*/ 282098 w 338252"/>
              <a:gd name="connsiteY19" fmla="*/ 28575 h 240791"/>
              <a:gd name="connsiteX20" fmla="*/ 317194 w 338252"/>
              <a:gd name="connsiteY20" fmla="*/ 71056 h 240791"/>
              <a:gd name="connsiteX21" fmla="*/ 282098 w 338252"/>
              <a:gd name="connsiteY21" fmla="*/ 113538 h 240791"/>
              <a:gd name="connsiteX22" fmla="*/ 254211 w 338252"/>
              <a:gd name="connsiteY22" fmla="*/ 113538 h 240791"/>
              <a:gd name="connsiteX23" fmla="*/ 254211 w 338252"/>
              <a:gd name="connsiteY23" fmla="*/ 28575 h 240791"/>
              <a:gd name="connsiteX24" fmla="*/ 282098 w 338252"/>
              <a:gd name="connsiteY24" fmla="*/ 28575 h 240791"/>
              <a:gd name="connsiteX25" fmla="*/ 42021 w 338252"/>
              <a:gd name="connsiteY25" fmla="*/ 127635 h 240791"/>
              <a:gd name="connsiteX26" fmla="*/ 42021 w 338252"/>
              <a:gd name="connsiteY26" fmla="*/ 14288 h 240791"/>
              <a:gd name="connsiteX27" fmla="*/ 240077 w 338252"/>
              <a:gd name="connsiteY27" fmla="*/ 14288 h 240791"/>
              <a:gd name="connsiteX28" fmla="*/ 240077 w 338252"/>
              <a:gd name="connsiteY28" fmla="*/ 20955 h 240791"/>
              <a:gd name="connsiteX29" fmla="*/ 239888 w 338252"/>
              <a:gd name="connsiteY29" fmla="*/ 21622 h 240791"/>
              <a:gd name="connsiteX30" fmla="*/ 240077 w 338252"/>
              <a:gd name="connsiteY30" fmla="*/ 22289 h 240791"/>
              <a:gd name="connsiteX31" fmla="*/ 240077 w 338252"/>
              <a:gd name="connsiteY31" fmla="*/ 120110 h 240791"/>
              <a:gd name="connsiteX32" fmla="*/ 239888 w 338252"/>
              <a:gd name="connsiteY32" fmla="*/ 120777 h 240791"/>
              <a:gd name="connsiteX33" fmla="*/ 240077 w 338252"/>
              <a:gd name="connsiteY33" fmla="*/ 121444 h 240791"/>
              <a:gd name="connsiteX34" fmla="*/ 240077 w 338252"/>
              <a:gd name="connsiteY34" fmla="*/ 127825 h 240791"/>
              <a:gd name="connsiteX35" fmla="*/ 141049 w 338252"/>
              <a:gd name="connsiteY35" fmla="*/ 226981 h 240791"/>
              <a:gd name="connsiteX36" fmla="*/ 42021 w 338252"/>
              <a:gd name="connsiteY36" fmla="*/ 127825 h 24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8252" h="240791">
                <a:moveTo>
                  <a:pt x="331423" y="227362"/>
                </a:moveTo>
                <a:lnTo>
                  <a:pt x="194737" y="227362"/>
                </a:lnTo>
                <a:cubicBezTo>
                  <a:pt x="230118" y="208217"/>
                  <a:pt x="254211" y="170783"/>
                  <a:pt x="254211" y="127635"/>
                </a:cubicBezTo>
                <a:lnTo>
                  <a:pt x="282098" y="127635"/>
                </a:lnTo>
                <a:cubicBezTo>
                  <a:pt x="310175" y="127635"/>
                  <a:pt x="331328" y="102870"/>
                  <a:pt x="331328" y="70961"/>
                </a:cubicBezTo>
                <a:cubicBezTo>
                  <a:pt x="331328" y="39052"/>
                  <a:pt x="310270" y="14288"/>
                  <a:pt x="282098" y="14288"/>
                </a:cubicBezTo>
                <a:lnTo>
                  <a:pt x="254211" y="14288"/>
                </a:lnTo>
                <a:lnTo>
                  <a:pt x="254211" y="7048"/>
                </a:lnTo>
                <a:cubicBezTo>
                  <a:pt x="254211" y="3524"/>
                  <a:pt x="251839" y="0"/>
                  <a:pt x="247097" y="0"/>
                </a:cubicBezTo>
                <a:lnTo>
                  <a:pt x="34907" y="0"/>
                </a:lnTo>
                <a:cubicBezTo>
                  <a:pt x="31397" y="0"/>
                  <a:pt x="27792" y="3524"/>
                  <a:pt x="27792" y="7048"/>
                </a:cubicBezTo>
                <a:lnTo>
                  <a:pt x="27792" y="127444"/>
                </a:lnTo>
                <a:cubicBezTo>
                  <a:pt x="27792" y="170593"/>
                  <a:pt x="51886" y="208121"/>
                  <a:pt x="87266" y="227267"/>
                </a:cubicBezTo>
                <a:lnTo>
                  <a:pt x="7019" y="227267"/>
                </a:lnTo>
                <a:cubicBezTo>
                  <a:pt x="3510" y="227267"/>
                  <a:pt x="0" y="230696"/>
                  <a:pt x="0" y="234029"/>
                </a:cubicBezTo>
                <a:cubicBezTo>
                  <a:pt x="0" y="237363"/>
                  <a:pt x="3510" y="240792"/>
                  <a:pt x="7019" y="240792"/>
                </a:cubicBezTo>
                <a:lnTo>
                  <a:pt x="331233" y="240792"/>
                </a:lnTo>
                <a:cubicBezTo>
                  <a:pt x="335976" y="240792"/>
                  <a:pt x="338252" y="237363"/>
                  <a:pt x="338252" y="234029"/>
                </a:cubicBezTo>
                <a:cubicBezTo>
                  <a:pt x="338252" y="230696"/>
                  <a:pt x="335881" y="227267"/>
                  <a:pt x="331233" y="227267"/>
                </a:cubicBezTo>
                <a:close/>
                <a:moveTo>
                  <a:pt x="282098" y="28575"/>
                </a:moveTo>
                <a:cubicBezTo>
                  <a:pt x="305527" y="28575"/>
                  <a:pt x="317194" y="50959"/>
                  <a:pt x="317194" y="71056"/>
                </a:cubicBezTo>
                <a:cubicBezTo>
                  <a:pt x="317194" y="91154"/>
                  <a:pt x="305527" y="113538"/>
                  <a:pt x="282098" y="113538"/>
                </a:cubicBezTo>
                <a:lnTo>
                  <a:pt x="254211" y="113538"/>
                </a:lnTo>
                <a:lnTo>
                  <a:pt x="254211" y="28575"/>
                </a:lnTo>
                <a:lnTo>
                  <a:pt x="282098" y="28575"/>
                </a:lnTo>
                <a:close/>
                <a:moveTo>
                  <a:pt x="42021" y="127635"/>
                </a:moveTo>
                <a:lnTo>
                  <a:pt x="42021" y="14288"/>
                </a:lnTo>
                <a:lnTo>
                  <a:pt x="240077" y="14288"/>
                </a:lnTo>
                <a:lnTo>
                  <a:pt x="240077" y="20955"/>
                </a:lnTo>
                <a:cubicBezTo>
                  <a:pt x="240077" y="20955"/>
                  <a:pt x="239888" y="21336"/>
                  <a:pt x="239888" y="21622"/>
                </a:cubicBezTo>
                <a:cubicBezTo>
                  <a:pt x="239888" y="21908"/>
                  <a:pt x="239983" y="22003"/>
                  <a:pt x="240077" y="22289"/>
                </a:cubicBezTo>
                <a:lnTo>
                  <a:pt x="240077" y="120110"/>
                </a:lnTo>
                <a:cubicBezTo>
                  <a:pt x="240077" y="120110"/>
                  <a:pt x="239888" y="120491"/>
                  <a:pt x="239888" y="120777"/>
                </a:cubicBezTo>
                <a:cubicBezTo>
                  <a:pt x="239888" y="121063"/>
                  <a:pt x="239983" y="121158"/>
                  <a:pt x="240077" y="121444"/>
                </a:cubicBezTo>
                <a:lnTo>
                  <a:pt x="240077" y="127825"/>
                </a:lnTo>
                <a:cubicBezTo>
                  <a:pt x="240077" y="182118"/>
                  <a:pt x="196444" y="226981"/>
                  <a:pt x="141049" y="226981"/>
                </a:cubicBezTo>
                <a:cubicBezTo>
                  <a:pt x="85654" y="226981"/>
                  <a:pt x="42021" y="182118"/>
                  <a:pt x="42021" y="12782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9" name="Graphic 155">
            <a:extLst>
              <a:ext uri="{FF2B5EF4-FFF2-40B4-BE49-F238E27FC236}">
                <a16:creationId xmlns:a16="http://schemas.microsoft.com/office/drawing/2014/main" id="{EB3B0300-399C-3C4E-574A-5FA356CAFE36}"/>
              </a:ext>
            </a:extLst>
          </p:cNvPr>
          <p:cNvSpPr/>
          <p:nvPr/>
        </p:nvSpPr>
        <p:spPr>
          <a:xfrm>
            <a:off x="8759386" y="3609332"/>
            <a:ext cx="453389" cy="322753"/>
          </a:xfrm>
          <a:custGeom>
            <a:avLst/>
            <a:gdLst>
              <a:gd name="connsiteX0" fmla="*/ 331423 w 338252"/>
              <a:gd name="connsiteY0" fmla="*/ 227362 h 240791"/>
              <a:gd name="connsiteX1" fmla="*/ 194737 w 338252"/>
              <a:gd name="connsiteY1" fmla="*/ 227362 h 240791"/>
              <a:gd name="connsiteX2" fmla="*/ 254211 w 338252"/>
              <a:gd name="connsiteY2" fmla="*/ 127635 h 240791"/>
              <a:gd name="connsiteX3" fmla="*/ 282098 w 338252"/>
              <a:gd name="connsiteY3" fmla="*/ 127635 h 240791"/>
              <a:gd name="connsiteX4" fmla="*/ 331328 w 338252"/>
              <a:gd name="connsiteY4" fmla="*/ 70961 h 240791"/>
              <a:gd name="connsiteX5" fmla="*/ 282098 w 338252"/>
              <a:gd name="connsiteY5" fmla="*/ 14288 h 240791"/>
              <a:gd name="connsiteX6" fmla="*/ 254211 w 338252"/>
              <a:gd name="connsiteY6" fmla="*/ 14288 h 240791"/>
              <a:gd name="connsiteX7" fmla="*/ 254211 w 338252"/>
              <a:gd name="connsiteY7" fmla="*/ 7048 h 240791"/>
              <a:gd name="connsiteX8" fmla="*/ 247097 w 338252"/>
              <a:gd name="connsiteY8" fmla="*/ 0 h 240791"/>
              <a:gd name="connsiteX9" fmla="*/ 34907 w 338252"/>
              <a:gd name="connsiteY9" fmla="*/ 0 h 240791"/>
              <a:gd name="connsiteX10" fmla="*/ 27792 w 338252"/>
              <a:gd name="connsiteY10" fmla="*/ 7048 h 240791"/>
              <a:gd name="connsiteX11" fmla="*/ 27792 w 338252"/>
              <a:gd name="connsiteY11" fmla="*/ 127444 h 240791"/>
              <a:gd name="connsiteX12" fmla="*/ 87266 w 338252"/>
              <a:gd name="connsiteY12" fmla="*/ 227267 h 240791"/>
              <a:gd name="connsiteX13" fmla="*/ 7019 w 338252"/>
              <a:gd name="connsiteY13" fmla="*/ 227267 h 240791"/>
              <a:gd name="connsiteX14" fmla="*/ 0 w 338252"/>
              <a:gd name="connsiteY14" fmla="*/ 234029 h 240791"/>
              <a:gd name="connsiteX15" fmla="*/ 7019 w 338252"/>
              <a:gd name="connsiteY15" fmla="*/ 240792 h 240791"/>
              <a:gd name="connsiteX16" fmla="*/ 331233 w 338252"/>
              <a:gd name="connsiteY16" fmla="*/ 240792 h 240791"/>
              <a:gd name="connsiteX17" fmla="*/ 338252 w 338252"/>
              <a:gd name="connsiteY17" fmla="*/ 234029 h 240791"/>
              <a:gd name="connsiteX18" fmla="*/ 331233 w 338252"/>
              <a:gd name="connsiteY18" fmla="*/ 227267 h 240791"/>
              <a:gd name="connsiteX19" fmla="*/ 282098 w 338252"/>
              <a:gd name="connsiteY19" fmla="*/ 28575 h 240791"/>
              <a:gd name="connsiteX20" fmla="*/ 317194 w 338252"/>
              <a:gd name="connsiteY20" fmla="*/ 71056 h 240791"/>
              <a:gd name="connsiteX21" fmla="*/ 282098 w 338252"/>
              <a:gd name="connsiteY21" fmla="*/ 113538 h 240791"/>
              <a:gd name="connsiteX22" fmla="*/ 254211 w 338252"/>
              <a:gd name="connsiteY22" fmla="*/ 113538 h 240791"/>
              <a:gd name="connsiteX23" fmla="*/ 254211 w 338252"/>
              <a:gd name="connsiteY23" fmla="*/ 28575 h 240791"/>
              <a:gd name="connsiteX24" fmla="*/ 282098 w 338252"/>
              <a:gd name="connsiteY24" fmla="*/ 28575 h 240791"/>
              <a:gd name="connsiteX25" fmla="*/ 42021 w 338252"/>
              <a:gd name="connsiteY25" fmla="*/ 127635 h 240791"/>
              <a:gd name="connsiteX26" fmla="*/ 42021 w 338252"/>
              <a:gd name="connsiteY26" fmla="*/ 14288 h 240791"/>
              <a:gd name="connsiteX27" fmla="*/ 240077 w 338252"/>
              <a:gd name="connsiteY27" fmla="*/ 14288 h 240791"/>
              <a:gd name="connsiteX28" fmla="*/ 240077 w 338252"/>
              <a:gd name="connsiteY28" fmla="*/ 20955 h 240791"/>
              <a:gd name="connsiteX29" fmla="*/ 239888 w 338252"/>
              <a:gd name="connsiteY29" fmla="*/ 21622 h 240791"/>
              <a:gd name="connsiteX30" fmla="*/ 240077 w 338252"/>
              <a:gd name="connsiteY30" fmla="*/ 22289 h 240791"/>
              <a:gd name="connsiteX31" fmla="*/ 240077 w 338252"/>
              <a:gd name="connsiteY31" fmla="*/ 120110 h 240791"/>
              <a:gd name="connsiteX32" fmla="*/ 239888 w 338252"/>
              <a:gd name="connsiteY32" fmla="*/ 120777 h 240791"/>
              <a:gd name="connsiteX33" fmla="*/ 240077 w 338252"/>
              <a:gd name="connsiteY33" fmla="*/ 121444 h 240791"/>
              <a:gd name="connsiteX34" fmla="*/ 240077 w 338252"/>
              <a:gd name="connsiteY34" fmla="*/ 127825 h 240791"/>
              <a:gd name="connsiteX35" fmla="*/ 141049 w 338252"/>
              <a:gd name="connsiteY35" fmla="*/ 226981 h 240791"/>
              <a:gd name="connsiteX36" fmla="*/ 42021 w 338252"/>
              <a:gd name="connsiteY36" fmla="*/ 127825 h 24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8252" h="240791">
                <a:moveTo>
                  <a:pt x="331423" y="227362"/>
                </a:moveTo>
                <a:lnTo>
                  <a:pt x="194737" y="227362"/>
                </a:lnTo>
                <a:cubicBezTo>
                  <a:pt x="230118" y="208217"/>
                  <a:pt x="254211" y="170783"/>
                  <a:pt x="254211" y="127635"/>
                </a:cubicBezTo>
                <a:lnTo>
                  <a:pt x="282098" y="127635"/>
                </a:lnTo>
                <a:cubicBezTo>
                  <a:pt x="310175" y="127635"/>
                  <a:pt x="331328" y="102870"/>
                  <a:pt x="331328" y="70961"/>
                </a:cubicBezTo>
                <a:cubicBezTo>
                  <a:pt x="331328" y="39052"/>
                  <a:pt x="310270" y="14288"/>
                  <a:pt x="282098" y="14288"/>
                </a:cubicBezTo>
                <a:lnTo>
                  <a:pt x="254211" y="14288"/>
                </a:lnTo>
                <a:lnTo>
                  <a:pt x="254211" y="7048"/>
                </a:lnTo>
                <a:cubicBezTo>
                  <a:pt x="254211" y="3524"/>
                  <a:pt x="251839" y="0"/>
                  <a:pt x="247097" y="0"/>
                </a:cubicBezTo>
                <a:lnTo>
                  <a:pt x="34907" y="0"/>
                </a:lnTo>
                <a:cubicBezTo>
                  <a:pt x="31397" y="0"/>
                  <a:pt x="27792" y="3524"/>
                  <a:pt x="27792" y="7048"/>
                </a:cubicBezTo>
                <a:lnTo>
                  <a:pt x="27792" y="127444"/>
                </a:lnTo>
                <a:cubicBezTo>
                  <a:pt x="27792" y="170593"/>
                  <a:pt x="51886" y="208121"/>
                  <a:pt x="87266" y="227267"/>
                </a:cubicBezTo>
                <a:lnTo>
                  <a:pt x="7019" y="227267"/>
                </a:lnTo>
                <a:cubicBezTo>
                  <a:pt x="3510" y="227267"/>
                  <a:pt x="0" y="230696"/>
                  <a:pt x="0" y="234029"/>
                </a:cubicBezTo>
                <a:cubicBezTo>
                  <a:pt x="0" y="237363"/>
                  <a:pt x="3510" y="240792"/>
                  <a:pt x="7019" y="240792"/>
                </a:cubicBezTo>
                <a:lnTo>
                  <a:pt x="331233" y="240792"/>
                </a:lnTo>
                <a:cubicBezTo>
                  <a:pt x="335976" y="240792"/>
                  <a:pt x="338252" y="237363"/>
                  <a:pt x="338252" y="234029"/>
                </a:cubicBezTo>
                <a:cubicBezTo>
                  <a:pt x="338252" y="230696"/>
                  <a:pt x="335881" y="227267"/>
                  <a:pt x="331233" y="227267"/>
                </a:cubicBezTo>
                <a:close/>
                <a:moveTo>
                  <a:pt x="282098" y="28575"/>
                </a:moveTo>
                <a:cubicBezTo>
                  <a:pt x="305527" y="28575"/>
                  <a:pt x="317194" y="50959"/>
                  <a:pt x="317194" y="71056"/>
                </a:cubicBezTo>
                <a:cubicBezTo>
                  <a:pt x="317194" y="91154"/>
                  <a:pt x="305527" y="113538"/>
                  <a:pt x="282098" y="113538"/>
                </a:cubicBezTo>
                <a:lnTo>
                  <a:pt x="254211" y="113538"/>
                </a:lnTo>
                <a:lnTo>
                  <a:pt x="254211" y="28575"/>
                </a:lnTo>
                <a:lnTo>
                  <a:pt x="282098" y="28575"/>
                </a:lnTo>
                <a:close/>
                <a:moveTo>
                  <a:pt x="42021" y="127635"/>
                </a:moveTo>
                <a:lnTo>
                  <a:pt x="42021" y="14288"/>
                </a:lnTo>
                <a:lnTo>
                  <a:pt x="240077" y="14288"/>
                </a:lnTo>
                <a:lnTo>
                  <a:pt x="240077" y="20955"/>
                </a:lnTo>
                <a:cubicBezTo>
                  <a:pt x="240077" y="20955"/>
                  <a:pt x="239888" y="21336"/>
                  <a:pt x="239888" y="21622"/>
                </a:cubicBezTo>
                <a:cubicBezTo>
                  <a:pt x="239888" y="21908"/>
                  <a:pt x="239983" y="22003"/>
                  <a:pt x="240077" y="22289"/>
                </a:cubicBezTo>
                <a:lnTo>
                  <a:pt x="240077" y="120110"/>
                </a:lnTo>
                <a:cubicBezTo>
                  <a:pt x="240077" y="120110"/>
                  <a:pt x="239888" y="120491"/>
                  <a:pt x="239888" y="120777"/>
                </a:cubicBezTo>
                <a:cubicBezTo>
                  <a:pt x="239888" y="121063"/>
                  <a:pt x="239983" y="121158"/>
                  <a:pt x="240077" y="121444"/>
                </a:cubicBezTo>
                <a:lnTo>
                  <a:pt x="240077" y="127825"/>
                </a:lnTo>
                <a:cubicBezTo>
                  <a:pt x="240077" y="182118"/>
                  <a:pt x="196444" y="226981"/>
                  <a:pt x="141049" y="226981"/>
                </a:cubicBezTo>
                <a:cubicBezTo>
                  <a:pt x="85654" y="226981"/>
                  <a:pt x="42021" y="182118"/>
                  <a:pt x="42021" y="12782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0" name="Graphic 155">
            <a:extLst>
              <a:ext uri="{FF2B5EF4-FFF2-40B4-BE49-F238E27FC236}">
                <a16:creationId xmlns:a16="http://schemas.microsoft.com/office/drawing/2014/main" id="{02B1749A-5F55-B780-E12D-4F47C4EDD497}"/>
              </a:ext>
            </a:extLst>
          </p:cNvPr>
          <p:cNvSpPr/>
          <p:nvPr/>
        </p:nvSpPr>
        <p:spPr>
          <a:xfrm>
            <a:off x="9512628" y="3609332"/>
            <a:ext cx="453389" cy="322753"/>
          </a:xfrm>
          <a:custGeom>
            <a:avLst/>
            <a:gdLst>
              <a:gd name="connsiteX0" fmla="*/ 331423 w 338252"/>
              <a:gd name="connsiteY0" fmla="*/ 227362 h 240791"/>
              <a:gd name="connsiteX1" fmla="*/ 194737 w 338252"/>
              <a:gd name="connsiteY1" fmla="*/ 227362 h 240791"/>
              <a:gd name="connsiteX2" fmla="*/ 254211 w 338252"/>
              <a:gd name="connsiteY2" fmla="*/ 127635 h 240791"/>
              <a:gd name="connsiteX3" fmla="*/ 282098 w 338252"/>
              <a:gd name="connsiteY3" fmla="*/ 127635 h 240791"/>
              <a:gd name="connsiteX4" fmla="*/ 331328 w 338252"/>
              <a:gd name="connsiteY4" fmla="*/ 70961 h 240791"/>
              <a:gd name="connsiteX5" fmla="*/ 282098 w 338252"/>
              <a:gd name="connsiteY5" fmla="*/ 14288 h 240791"/>
              <a:gd name="connsiteX6" fmla="*/ 254211 w 338252"/>
              <a:gd name="connsiteY6" fmla="*/ 14288 h 240791"/>
              <a:gd name="connsiteX7" fmla="*/ 254211 w 338252"/>
              <a:gd name="connsiteY7" fmla="*/ 7048 h 240791"/>
              <a:gd name="connsiteX8" fmla="*/ 247097 w 338252"/>
              <a:gd name="connsiteY8" fmla="*/ 0 h 240791"/>
              <a:gd name="connsiteX9" fmla="*/ 34907 w 338252"/>
              <a:gd name="connsiteY9" fmla="*/ 0 h 240791"/>
              <a:gd name="connsiteX10" fmla="*/ 27792 w 338252"/>
              <a:gd name="connsiteY10" fmla="*/ 7048 h 240791"/>
              <a:gd name="connsiteX11" fmla="*/ 27792 w 338252"/>
              <a:gd name="connsiteY11" fmla="*/ 127444 h 240791"/>
              <a:gd name="connsiteX12" fmla="*/ 87266 w 338252"/>
              <a:gd name="connsiteY12" fmla="*/ 227267 h 240791"/>
              <a:gd name="connsiteX13" fmla="*/ 7019 w 338252"/>
              <a:gd name="connsiteY13" fmla="*/ 227267 h 240791"/>
              <a:gd name="connsiteX14" fmla="*/ 0 w 338252"/>
              <a:gd name="connsiteY14" fmla="*/ 234029 h 240791"/>
              <a:gd name="connsiteX15" fmla="*/ 7019 w 338252"/>
              <a:gd name="connsiteY15" fmla="*/ 240792 h 240791"/>
              <a:gd name="connsiteX16" fmla="*/ 331233 w 338252"/>
              <a:gd name="connsiteY16" fmla="*/ 240792 h 240791"/>
              <a:gd name="connsiteX17" fmla="*/ 338252 w 338252"/>
              <a:gd name="connsiteY17" fmla="*/ 234029 h 240791"/>
              <a:gd name="connsiteX18" fmla="*/ 331233 w 338252"/>
              <a:gd name="connsiteY18" fmla="*/ 227267 h 240791"/>
              <a:gd name="connsiteX19" fmla="*/ 282098 w 338252"/>
              <a:gd name="connsiteY19" fmla="*/ 28575 h 240791"/>
              <a:gd name="connsiteX20" fmla="*/ 317194 w 338252"/>
              <a:gd name="connsiteY20" fmla="*/ 71056 h 240791"/>
              <a:gd name="connsiteX21" fmla="*/ 282098 w 338252"/>
              <a:gd name="connsiteY21" fmla="*/ 113538 h 240791"/>
              <a:gd name="connsiteX22" fmla="*/ 254211 w 338252"/>
              <a:gd name="connsiteY22" fmla="*/ 113538 h 240791"/>
              <a:gd name="connsiteX23" fmla="*/ 254211 w 338252"/>
              <a:gd name="connsiteY23" fmla="*/ 28575 h 240791"/>
              <a:gd name="connsiteX24" fmla="*/ 282098 w 338252"/>
              <a:gd name="connsiteY24" fmla="*/ 28575 h 240791"/>
              <a:gd name="connsiteX25" fmla="*/ 42021 w 338252"/>
              <a:gd name="connsiteY25" fmla="*/ 127635 h 240791"/>
              <a:gd name="connsiteX26" fmla="*/ 42021 w 338252"/>
              <a:gd name="connsiteY26" fmla="*/ 14288 h 240791"/>
              <a:gd name="connsiteX27" fmla="*/ 240077 w 338252"/>
              <a:gd name="connsiteY27" fmla="*/ 14288 h 240791"/>
              <a:gd name="connsiteX28" fmla="*/ 240077 w 338252"/>
              <a:gd name="connsiteY28" fmla="*/ 20955 h 240791"/>
              <a:gd name="connsiteX29" fmla="*/ 239888 w 338252"/>
              <a:gd name="connsiteY29" fmla="*/ 21622 h 240791"/>
              <a:gd name="connsiteX30" fmla="*/ 240077 w 338252"/>
              <a:gd name="connsiteY30" fmla="*/ 22289 h 240791"/>
              <a:gd name="connsiteX31" fmla="*/ 240077 w 338252"/>
              <a:gd name="connsiteY31" fmla="*/ 120110 h 240791"/>
              <a:gd name="connsiteX32" fmla="*/ 239888 w 338252"/>
              <a:gd name="connsiteY32" fmla="*/ 120777 h 240791"/>
              <a:gd name="connsiteX33" fmla="*/ 240077 w 338252"/>
              <a:gd name="connsiteY33" fmla="*/ 121444 h 240791"/>
              <a:gd name="connsiteX34" fmla="*/ 240077 w 338252"/>
              <a:gd name="connsiteY34" fmla="*/ 127825 h 240791"/>
              <a:gd name="connsiteX35" fmla="*/ 141049 w 338252"/>
              <a:gd name="connsiteY35" fmla="*/ 226981 h 240791"/>
              <a:gd name="connsiteX36" fmla="*/ 42021 w 338252"/>
              <a:gd name="connsiteY36" fmla="*/ 127825 h 24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8252" h="240791">
                <a:moveTo>
                  <a:pt x="331423" y="227362"/>
                </a:moveTo>
                <a:lnTo>
                  <a:pt x="194737" y="227362"/>
                </a:lnTo>
                <a:cubicBezTo>
                  <a:pt x="230118" y="208217"/>
                  <a:pt x="254211" y="170783"/>
                  <a:pt x="254211" y="127635"/>
                </a:cubicBezTo>
                <a:lnTo>
                  <a:pt x="282098" y="127635"/>
                </a:lnTo>
                <a:cubicBezTo>
                  <a:pt x="310175" y="127635"/>
                  <a:pt x="331328" y="102870"/>
                  <a:pt x="331328" y="70961"/>
                </a:cubicBezTo>
                <a:cubicBezTo>
                  <a:pt x="331328" y="39052"/>
                  <a:pt x="310270" y="14288"/>
                  <a:pt x="282098" y="14288"/>
                </a:cubicBezTo>
                <a:lnTo>
                  <a:pt x="254211" y="14288"/>
                </a:lnTo>
                <a:lnTo>
                  <a:pt x="254211" y="7048"/>
                </a:lnTo>
                <a:cubicBezTo>
                  <a:pt x="254211" y="3524"/>
                  <a:pt x="251839" y="0"/>
                  <a:pt x="247097" y="0"/>
                </a:cubicBezTo>
                <a:lnTo>
                  <a:pt x="34907" y="0"/>
                </a:lnTo>
                <a:cubicBezTo>
                  <a:pt x="31397" y="0"/>
                  <a:pt x="27792" y="3524"/>
                  <a:pt x="27792" y="7048"/>
                </a:cubicBezTo>
                <a:lnTo>
                  <a:pt x="27792" y="127444"/>
                </a:lnTo>
                <a:cubicBezTo>
                  <a:pt x="27792" y="170593"/>
                  <a:pt x="51886" y="208121"/>
                  <a:pt x="87266" y="227267"/>
                </a:cubicBezTo>
                <a:lnTo>
                  <a:pt x="7019" y="227267"/>
                </a:lnTo>
                <a:cubicBezTo>
                  <a:pt x="3510" y="227267"/>
                  <a:pt x="0" y="230696"/>
                  <a:pt x="0" y="234029"/>
                </a:cubicBezTo>
                <a:cubicBezTo>
                  <a:pt x="0" y="237363"/>
                  <a:pt x="3510" y="240792"/>
                  <a:pt x="7019" y="240792"/>
                </a:cubicBezTo>
                <a:lnTo>
                  <a:pt x="331233" y="240792"/>
                </a:lnTo>
                <a:cubicBezTo>
                  <a:pt x="335976" y="240792"/>
                  <a:pt x="338252" y="237363"/>
                  <a:pt x="338252" y="234029"/>
                </a:cubicBezTo>
                <a:cubicBezTo>
                  <a:pt x="338252" y="230696"/>
                  <a:pt x="335881" y="227267"/>
                  <a:pt x="331233" y="227267"/>
                </a:cubicBezTo>
                <a:close/>
                <a:moveTo>
                  <a:pt x="282098" y="28575"/>
                </a:moveTo>
                <a:cubicBezTo>
                  <a:pt x="305527" y="28575"/>
                  <a:pt x="317194" y="50959"/>
                  <a:pt x="317194" y="71056"/>
                </a:cubicBezTo>
                <a:cubicBezTo>
                  <a:pt x="317194" y="91154"/>
                  <a:pt x="305527" y="113538"/>
                  <a:pt x="282098" y="113538"/>
                </a:cubicBezTo>
                <a:lnTo>
                  <a:pt x="254211" y="113538"/>
                </a:lnTo>
                <a:lnTo>
                  <a:pt x="254211" y="28575"/>
                </a:lnTo>
                <a:lnTo>
                  <a:pt x="282098" y="28575"/>
                </a:lnTo>
                <a:close/>
                <a:moveTo>
                  <a:pt x="42021" y="127635"/>
                </a:moveTo>
                <a:lnTo>
                  <a:pt x="42021" y="14288"/>
                </a:lnTo>
                <a:lnTo>
                  <a:pt x="240077" y="14288"/>
                </a:lnTo>
                <a:lnTo>
                  <a:pt x="240077" y="20955"/>
                </a:lnTo>
                <a:cubicBezTo>
                  <a:pt x="240077" y="20955"/>
                  <a:pt x="239888" y="21336"/>
                  <a:pt x="239888" y="21622"/>
                </a:cubicBezTo>
                <a:cubicBezTo>
                  <a:pt x="239888" y="21908"/>
                  <a:pt x="239983" y="22003"/>
                  <a:pt x="240077" y="22289"/>
                </a:cubicBezTo>
                <a:lnTo>
                  <a:pt x="240077" y="120110"/>
                </a:lnTo>
                <a:cubicBezTo>
                  <a:pt x="240077" y="120110"/>
                  <a:pt x="239888" y="120491"/>
                  <a:pt x="239888" y="120777"/>
                </a:cubicBezTo>
                <a:cubicBezTo>
                  <a:pt x="239888" y="121063"/>
                  <a:pt x="239983" y="121158"/>
                  <a:pt x="240077" y="121444"/>
                </a:cubicBezTo>
                <a:lnTo>
                  <a:pt x="240077" y="127825"/>
                </a:lnTo>
                <a:cubicBezTo>
                  <a:pt x="240077" y="182118"/>
                  <a:pt x="196444" y="226981"/>
                  <a:pt x="141049" y="226981"/>
                </a:cubicBezTo>
                <a:cubicBezTo>
                  <a:pt x="85654" y="226981"/>
                  <a:pt x="42021" y="182118"/>
                  <a:pt x="42021" y="12782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</p:spPr>
        <p:txBody>
          <a:bodyPr vert="horz" wrap="square" lIns="0" tIns="12700" rIns="0" bIns="0" rtlCol="0">
            <a:spAutoFit/>
          </a:bodyPr>
          <a:lstStyle/>
          <a:p>
            <a:r>
              <a:rPr lang="en-US" dirty="0"/>
              <a:t>Development; Data; AI &amp; Mining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E4B4BCB-C52A-2B7B-D90D-015748B3C701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computer; desktop; pie; dashboard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28B1BF20-6B21-B710-76D4-F0CD5B613F6B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computer; chart; graph; dashboard; performance; increase; growth; desktop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AC04B5AE-D69F-E8D7-C2E0-16B29FB2B0B4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code; check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546FE4E3-8BBB-D99D-1130-5F81A331AEAC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op model; flow; workflow; assessment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2EDBCF8F-0B81-6275-FF74-1E61256FC996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login; secure; lock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218B315A-CDB0-182B-6516-4B69858BF049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mobile apps; desktop; applications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1A8B97E-828F-513A-F128-6940AF479ECD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supply chain data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68F7BF-5436-95EE-8B6C-65B4029472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virtual; human; connection; AI</a:t>
            </a:r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3DCACFA-210B-7584-0CDA-19B6943A912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AI chip; AI controlled</a:t>
            </a:r>
            <a:endParaRPr lang="en-US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DA68C12-1C2C-920A-E061-FAD3DEB2F9E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chip; microchip; </a:t>
            </a:r>
            <a:br>
              <a:rPr lang="en-US" dirty="0"/>
            </a:br>
            <a:r>
              <a:rPr lang="en-US" dirty="0"/>
              <a:t>tech; EHT</a:t>
            </a:r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9FDBC71-C06C-412C-17AA-63F0B365F27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robotics; mechanical engineering; supply chain; mechatronics; AI</a:t>
            </a:r>
            <a:endParaRPr lang="en-US"/>
          </a:p>
          <a:p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0D15305-B087-2CB0-93CD-E12A4181CE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data; science; connection; algorithm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282BD3C-6995-287B-FA94-980C29686BC2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mining; data; digital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490981-2C73-F339-9DAA-BEA2ABD9592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mining; tools; </a:t>
            </a:r>
          </a:p>
          <a:p>
            <a:r>
              <a:rPr lang="en-US" dirty="0"/>
              <a:t>pick axe; shovel</a:t>
            </a:r>
            <a:endParaRPr lang="en-US"/>
          </a:p>
        </p:txBody>
      </p:sp>
      <p:sp>
        <p:nvSpPr>
          <p:cNvPr id="19" name="Graphic 17">
            <a:extLst>
              <a:ext uri="{FF2B5EF4-FFF2-40B4-BE49-F238E27FC236}">
                <a16:creationId xmlns:a16="http://schemas.microsoft.com/office/drawing/2014/main" id="{445C42CD-C805-F517-0EC9-247CCB70C197}"/>
              </a:ext>
            </a:extLst>
          </p:cNvPr>
          <p:cNvSpPr/>
          <p:nvPr/>
        </p:nvSpPr>
        <p:spPr>
          <a:xfrm>
            <a:off x="568858" y="839038"/>
            <a:ext cx="510530" cy="448528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39460 w 382169"/>
              <a:gd name="connsiteY38" fmla="*/ 119824 h 335756"/>
              <a:gd name="connsiteX39" fmla="*/ 127295 w 382169"/>
              <a:gd name="connsiteY39" fmla="*/ 208026 h 335756"/>
              <a:gd name="connsiteX40" fmla="*/ 182121 w 382169"/>
              <a:gd name="connsiteY40" fmla="*/ 188786 h 335756"/>
              <a:gd name="connsiteX41" fmla="*/ 184682 w 382169"/>
              <a:gd name="connsiteY41" fmla="*/ 187833 h 335756"/>
              <a:gd name="connsiteX42" fmla="*/ 186200 w 382169"/>
              <a:gd name="connsiteY42" fmla="*/ 185166 h 335756"/>
              <a:gd name="connsiteX43" fmla="*/ 215131 w 382169"/>
              <a:gd name="connsiteY43" fmla="*/ 119824 h 335756"/>
              <a:gd name="connsiteX44" fmla="*/ 127295 w 382169"/>
              <a:gd name="connsiteY44" fmla="*/ 31623 h 335756"/>
              <a:gd name="connsiteX45" fmla="*/ 39460 w 382169"/>
              <a:gd name="connsiteY45" fmla="*/ 119824 h 335756"/>
              <a:gd name="connsiteX46" fmla="*/ 39460 w 382169"/>
              <a:gd name="connsiteY46" fmla="*/ 119824 h 335756"/>
              <a:gd name="connsiteX47" fmla="*/ 55964 w 382169"/>
              <a:gd name="connsiteY47" fmla="*/ 127921 h 335756"/>
              <a:gd name="connsiteX48" fmla="*/ 124165 w 382169"/>
              <a:gd name="connsiteY48" fmla="*/ 127921 h 335756"/>
              <a:gd name="connsiteX49" fmla="*/ 167324 w 382169"/>
              <a:gd name="connsiteY49" fmla="*/ 179927 h 335756"/>
              <a:gd name="connsiteX50" fmla="*/ 127390 w 382169"/>
              <a:gd name="connsiteY50" fmla="*/ 192024 h 335756"/>
              <a:gd name="connsiteX51" fmla="*/ 55964 w 382169"/>
              <a:gd name="connsiteY51" fmla="*/ 127921 h 335756"/>
              <a:gd name="connsiteX52" fmla="*/ 199195 w 382169"/>
              <a:gd name="connsiteY52" fmla="*/ 119729 h 335756"/>
              <a:gd name="connsiteX53" fmla="*/ 179465 w 382169"/>
              <a:gd name="connsiteY53" fmla="*/ 169545 h 335756"/>
              <a:gd name="connsiteX54" fmla="*/ 137919 w 382169"/>
              <a:gd name="connsiteY54" fmla="*/ 120015 h 335756"/>
              <a:gd name="connsiteX55" fmla="*/ 174533 w 382169"/>
              <a:gd name="connsiteY55" fmla="*/ 65341 h 335756"/>
              <a:gd name="connsiteX56" fmla="*/ 199195 w 382169"/>
              <a:gd name="connsiteY56" fmla="*/ 119824 h 335756"/>
              <a:gd name="connsiteX57" fmla="*/ 127390 w 382169"/>
              <a:gd name="connsiteY57" fmla="*/ 47625 h 335756"/>
              <a:gd name="connsiteX58" fmla="*/ 161917 w 382169"/>
              <a:gd name="connsiteY58" fmla="*/ 56388 h 335756"/>
              <a:gd name="connsiteX59" fmla="*/ 123691 w 382169"/>
              <a:gd name="connsiteY59" fmla="*/ 111728 h 335756"/>
              <a:gd name="connsiteX60" fmla="*/ 56059 w 382169"/>
              <a:gd name="connsiteY60" fmla="*/ 111728 h 335756"/>
              <a:gd name="connsiteX61" fmla="*/ 127485 w 382169"/>
              <a:gd name="connsiteY61" fmla="*/ 47625 h 335756"/>
              <a:gd name="connsiteX62" fmla="*/ 334458 w 382169"/>
              <a:gd name="connsiteY62" fmla="*/ 63913 h 335756"/>
              <a:gd name="connsiteX63" fmla="*/ 238560 w 382169"/>
              <a:gd name="connsiteY63" fmla="*/ 63913 h 335756"/>
              <a:gd name="connsiteX64" fmla="*/ 238560 w 382169"/>
              <a:gd name="connsiteY64" fmla="*/ 47720 h 335756"/>
              <a:gd name="connsiteX65" fmla="*/ 334458 w 382169"/>
              <a:gd name="connsiteY65" fmla="*/ 47720 h 335756"/>
              <a:gd name="connsiteX66" fmla="*/ 334458 w 382169"/>
              <a:gd name="connsiteY66" fmla="*/ 63913 h 335756"/>
              <a:gd name="connsiteX67" fmla="*/ 334458 w 382169"/>
              <a:gd name="connsiteY67" fmla="*/ 111633 h 335756"/>
              <a:gd name="connsiteX68" fmla="*/ 238560 w 382169"/>
              <a:gd name="connsiteY68" fmla="*/ 111633 h 335756"/>
              <a:gd name="connsiteX69" fmla="*/ 238560 w 382169"/>
              <a:gd name="connsiteY69" fmla="*/ 96298 h 335756"/>
              <a:gd name="connsiteX70" fmla="*/ 334458 w 382169"/>
              <a:gd name="connsiteY70" fmla="*/ 96298 h 335756"/>
              <a:gd name="connsiteX71" fmla="*/ 334458 w 382169"/>
              <a:gd name="connsiteY71" fmla="*/ 111633 h 335756"/>
              <a:gd name="connsiteX72" fmla="*/ 334458 w 382169"/>
              <a:gd name="connsiteY72" fmla="*/ 160306 h 335756"/>
              <a:gd name="connsiteX73" fmla="*/ 238560 w 382169"/>
              <a:gd name="connsiteY73" fmla="*/ 160306 h 335756"/>
              <a:gd name="connsiteX74" fmla="*/ 238560 w 382169"/>
              <a:gd name="connsiteY74" fmla="*/ 144113 h 335756"/>
              <a:gd name="connsiteX75" fmla="*/ 334458 w 382169"/>
              <a:gd name="connsiteY75" fmla="*/ 144113 h 335756"/>
              <a:gd name="connsiteX76" fmla="*/ 334458 w 382169"/>
              <a:gd name="connsiteY76" fmla="*/ 16030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7562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7562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39460" y="119824"/>
                </a:moveTo>
                <a:cubicBezTo>
                  <a:pt x="39460" y="167926"/>
                  <a:pt x="79393" y="208026"/>
                  <a:pt x="127295" y="208026"/>
                </a:cubicBezTo>
                <a:cubicBezTo>
                  <a:pt x="148163" y="208026"/>
                  <a:pt x="167134" y="200787"/>
                  <a:pt x="182121" y="188786"/>
                </a:cubicBezTo>
                <a:cubicBezTo>
                  <a:pt x="182880" y="188595"/>
                  <a:pt x="183639" y="188405"/>
                  <a:pt x="184682" y="187833"/>
                </a:cubicBezTo>
                <a:cubicBezTo>
                  <a:pt x="185441" y="187166"/>
                  <a:pt x="185915" y="186214"/>
                  <a:pt x="186200" y="185166"/>
                </a:cubicBezTo>
                <a:cubicBezTo>
                  <a:pt x="204033" y="168878"/>
                  <a:pt x="215131" y="145542"/>
                  <a:pt x="215131" y="119824"/>
                </a:cubicBezTo>
                <a:cubicBezTo>
                  <a:pt x="215131" y="71723"/>
                  <a:pt x="176525" y="31623"/>
                  <a:pt x="127295" y="31623"/>
                </a:cubicBezTo>
                <a:cubicBezTo>
                  <a:pt x="78066" y="31623"/>
                  <a:pt x="39460" y="71723"/>
                  <a:pt x="39460" y="119824"/>
                </a:cubicBezTo>
                <a:lnTo>
                  <a:pt x="39460" y="119824"/>
                </a:lnTo>
                <a:close/>
                <a:moveTo>
                  <a:pt x="55964" y="127921"/>
                </a:moveTo>
                <a:lnTo>
                  <a:pt x="124165" y="127921"/>
                </a:lnTo>
                <a:cubicBezTo>
                  <a:pt x="127864" y="132397"/>
                  <a:pt x="138393" y="145066"/>
                  <a:pt x="167324" y="179927"/>
                </a:cubicBezTo>
                <a:cubicBezTo>
                  <a:pt x="155941" y="187547"/>
                  <a:pt x="142187" y="192024"/>
                  <a:pt x="127390" y="192024"/>
                </a:cubicBezTo>
                <a:cubicBezTo>
                  <a:pt x="90207" y="192024"/>
                  <a:pt x="59948" y="164211"/>
                  <a:pt x="55964" y="127921"/>
                </a:cubicBezTo>
                <a:close/>
                <a:moveTo>
                  <a:pt x="199195" y="119729"/>
                </a:moveTo>
                <a:cubicBezTo>
                  <a:pt x="199195" y="139160"/>
                  <a:pt x="191701" y="156591"/>
                  <a:pt x="179465" y="169545"/>
                </a:cubicBezTo>
                <a:cubicBezTo>
                  <a:pt x="173869" y="162878"/>
                  <a:pt x="162202" y="148971"/>
                  <a:pt x="137919" y="120015"/>
                </a:cubicBezTo>
                <a:cubicBezTo>
                  <a:pt x="137919" y="120015"/>
                  <a:pt x="138014" y="119824"/>
                  <a:pt x="174533" y="65341"/>
                </a:cubicBezTo>
                <a:cubicBezTo>
                  <a:pt x="189615" y="78581"/>
                  <a:pt x="199195" y="97917"/>
                  <a:pt x="199195" y="119824"/>
                </a:cubicBezTo>
                <a:close/>
                <a:moveTo>
                  <a:pt x="127390" y="47625"/>
                </a:moveTo>
                <a:cubicBezTo>
                  <a:pt x="139911" y="47625"/>
                  <a:pt x="151673" y="50768"/>
                  <a:pt x="161917" y="56388"/>
                </a:cubicBezTo>
                <a:cubicBezTo>
                  <a:pt x="157838" y="62293"/>
                  <a:pt x="147879" y="76676"/>
                  <a:pt x="123691" y="111728"/>
                </a:cubicBezTo>
                <a:lnTo>
                  <a:pt x="56059" y="111728"/>
                </a:lnTo>
                <a:cubicBezTo>
                  <a:pt x="60043" y="75533"/>
                  <a:pt x="90302" y="47625"/>
                  <a:pt x="127485" y="47625"/>
                </a:cubicBezTo>
                <a:close/>
                <a:moveTo>
                  <a:pt x="334458" y="63913"/>
                </a:moveTo>
                <a:lnTo>
                  <a:pt x="238560" y="63913"/>
                </a:lnTo>
                <a:lnTo>
                  <a:pt x="238560" y="47720"/>
                </a:lnTo>
                <a:lnTo>
                  <a:pt x="334458" y="47720"/>
                </a:lnTo>
                <a:lnTo>
                  <a:pt x="334458" y="63913"/>
                </a:lnTo>
                <a:close/>
                <a:moveTo>
                  <a:pt x="334458" y="111633"/>
                </a:moveTo>
                <a:lnTo>
                  <a:pt x="238560" y="111633"/>
                </a:lnTo>
                <a:lnTo>
                  <a:pt x="238560" y="96298"/>
                </a:lnTo>
                <a:lnTo>
                  <a:pt x="334458" y="96298"/>
                </a:lnTo>
                <a:lnTo>
                  <a:pt x="334458" y="111633"/>
                </a:lnTo>
                <a:close/>
                <a:moveTo>
                  <a:pt x="334458" y="160306"/>
                </a:moveTo>
                <a:lnTo>
                  <a:pt x="238560" y="160306"/>
                </a:lnTo>
                <a:lnTo>
                  <a:pt x="238560" y="144113"/>
                </a:lnTo>
                <a:lnTo>
                  <a:pt x="334458" y="144113"/>
                </a:lnTo>
                <a:lnTo>
                  <a:pt x="334458" y="16030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7">
            <a:extLst>
              <a:ext uri="{FF2B5EF4-FFF2-40B4-BE49-F238E27FC236}">
                <a16:creationId xmlns:a16="http://schemas.microsoft.com/office/drawing/2014/main" id="{E3EB86D7-A91F-3BD0-46D9-D2FDB3A24FE7}"/>
              </a:ext>
            </a:extLst>
          </p:cNvPr>
          <p:cNvSpPr/>
          <p:nvPr/>
        </p:nvSpPr>
        <p:spPr>
          <a:xfrm>
            <a:off x="1347187" y="839038"/>
            <a:ext cx="510530" cy="448528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39460 w 382169"/>
              <a:gd name="connsiteY38" fmla="*/ 119824 h 335756"/>
              <a:gd name="connsiteX39" fmla="*/ 127295 w 382169"/>
              <a:gd name="connsiteY39" fmla="*/ 208026 h 335756"/>
              <a:gd name="connsiteX40" fmla="*/ 182121 w 382169"/>
              <a:gd name="connsiteY40" fmla="*/ 188786 h 335756"/>
              <a:gd name="connsiteX41" fmla="*/ 184682 w 382169"/>
              <a:gd name="connsiteY41" fmla="*/ 187833 h 335756"/>
              <a:gd name="connsiteX42" fmla="*/ 186200 w 382169"/>
              <a:gd name="connsiteY42" fmla="*/ 185166 h 335756"/>
              <a:gd name="connsiteX43" fmla="*/ 215131 w 382169"/>
              <a:gd name="connsiteY43" fmla="*/ 119824 h 335756"/>
              <a:gd name="connsiteX44" fmla="*/ 127295 w 382169"/>
              <a:gd name="connsiteY44" fmla="*/ 31623 h 335756"/>
              <a:gd name="connsiteX45" fmla="*/ 39460 w 382169"/>
              <a:gd name="connsiteY45" fmla="*/ 119824 h 335756"/>
              <a:gd name="connsiteX46" fmla="*/ 39460 w 382169"/>
              <a:gd name="connsiteY46" fmla="*/ 119824 h 335756"/>
              <a:gd name="connsiteX47" fmla="*/ 55964 w 382169"/>
              <a:gd name="connsiteY47" fmla="*/ 127921 h 335756"/>
              <a:gd name="connsiteX48" fmla="*/ 124165 w 382169"/>
              <a:gd name="connsiteY48" fmla="*/ 127921 h 335756"/>
              <a:gd name="connsiteX49" fmla="*/ 167324 w 382169"/>
              <a:gd name="connsiteY49" fmla="*/ 179927 h 335756"/>
              <a:gd name="connsiteX50" fmla="*/ 127390 w 382169"/>
              <a:gd name="connsiteY50" fmla="*/ 192024 h 335756"/>
              <a:gd name="connsiteX51" fmla="*/ 55964 w 382169"/>
              <a:gd name="connsiteY51" fmla="*/ 127921 h 335756"/>
              <a:gd name="connsiteX52" fmla="*/ 199195 w 382169"/>
              <a:gd name="connsiteY52" fmla="*/ 119729 h 335756"/>
              <a:gd name="connsiteX53" fmla="*/ 179465 w 382169"/>
              <a:gd name="connsiteY53" fmla="*/ 169545 h 335756"/>
              <a:gd name="connsiteX54" fmla="*/ 137919 w 382169"/>
              <a:gd name="connsiteY54" fmla="*/ 120015 h 335756"/>
              <a:gd name="connsiteX55" fmla="*/ 174533 w 382169"/>
              <a:gd name="connsiteY55" fmla="*/ 65341 h 335756"/>
              <a:gd name="connsiteX56" fmla="*/ 199195 w 382169"/>
              <a:gd name="connsiteY56" fmla="*/ 119824 h 335756"/>
              <a:gd name="connsiteX57" fmla="*/ 127390 w 382169"/>
              <a:gd name="connsiteY57" fmla="*/ 47625 h 335756"/>
              <a:gd name="connsiteX58" fmla="*/ 161917 w 382169"/>
              <a:gd name="connsiteY58" fmla="*/ 56388 h 335756"/>
              <a:gd name="connsiteX59" fmla="*/ 123691 w 382169"/>
              <a:gd name="connsiteY59" fmla="*/ 111728 h 335756"/>
              <a:gd name="connsiteX60" fmla="*/ 56059 w 382169"/>
              <a:gd name="connsiteY60" fmla="*/ 111728 h 335756"/>
              <a:gd name="connsiteX61" fmla="*/ 127485 w 382169"/>
              <a:gd name="connsiteY61" fmla="*/ 47625 h 335756"/>
              <a:gd name="connsiteX62" fmla="*/ 334458 w 382169"/>
              <a:gd name="connsiteY62" fmla="*/ 63913 h 335756"/>
              <a:gd name="connsiteX63" fmla="*/ 238560 w 382169"/>
              <a:gd name="connsiteY63" fmla="*/ 63913 h 335756"/>
              <a:gd name="connsiteX64" fmla="*/ 238560 w 382169"/>
              <a:gd name="connsiteY64" fmla="*/ 47720 h 335756"/>
              <a:gd name="connsiteX65" fmla="*/ 334458 w 382169"/>
              <a:gd name="connsiteY65" fmla="*/ 47720 h 335756"/>
              <a:gd name="connsiteX66" fmla="*/ 334458 w 382169"/>
              <a:gd name="connsiteY66" fmla="*/ 63913 h 335756"/>
              <a:gd name="connsiteX67" fmla="*/ 334458 w 382169"/>
              <a:gd name="connsiteY67" fmla="*/ 111633 h 335756"/>
              <a:gd name="connsiteX68" fmla="*/ 238560 w 382169"/>
              <a:gd name="connsiteY68" fmla="*/ 111633 h 335756"/>
              <a:gd name="connsiteX69" fmla="*/ 238560 w 382169"/>
              <a:gd name="connsiteY69" fmla="*/ 96298 h 335756"/>
              <a:gd name="connsiteX70" fmla="*/ 334458 w 382169"/>
              <a:gd name="connsiteY70" fmla="*/ 96298 h 335756"/>
              <a:gd name="connsiteX71" fmla="*/ 334458 w 382169"/>
              <a:gd name="connsiteY71" fmla="*/ 111633 h 335756"/>
              <a:gd name="connsiteX72" fmla="*/ 334458 w 382169"/>
              <a:gd name="connsiteY72" fmla="*/ 160306 h 335756"/>
              <a:gd name="connsiteX73" fmla="*/ 238560 w 382169"/>
              <a:gd name="connsiteY73" fmla="*/ 160306 h 335756"/>
              <a:gd name="connsiteX74" fmla="*/ 238560 w 382169"/>
              <a:gd name="connsiteY74" fmla="*/ 144113 h 335756"/>
              <a:gd name="connsiteX75" fmla="*/ 334458 w 382169"/>
              <a:gd name="connsiteY75" fmla="*/ 144113 h 335756"/>
              <a:gd name="connsiteX76" fmla="*/ 334458 w 382169"/>
              <a:gd name="connsiteY76" fmla="*/ 16030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7562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7562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39460" y="119824"/>
                </a:moveTo>
                <a:cubicBezTo>
                  <a:pt x="39460" y="167926"/>
                  <a:pt x="79393" y="208026"/>
                  <a:pt x="127295" y="208026"/>
                </a:cubicBezTo>
                <a:cubicBezTo>
                  <a:pt x="148163" y="208026"/>
                  <a:pt x="167134" y="200787"/>
                  <a:pt x="182121" y="188786"/>
                </a:cubicBezTo>
                <a:cubicBezTo>
                  <a:pt x="182880" y="188595"/>
                  <a:pt x="183639" y="188405"/>
                  <a:pt x="184682" y="187833"/>
                </a:cubicBezTo>
                <a:cubicBezTo>
                  <a:pt x="185441" y="187166"/>
                  <a:pt x="185915" y="186214"/>
                  <a:pt x="186200" y="185166"/>
                </a:cubicBezTo>
                <a:cubicBezTo>
                  <a:pt x="204033" y="168878"/>
                  <a:pt x="215131" y="145542"/>
                  <a:pt x="215131" y="119824"/>
                </a:cubicBezTo>
                <a:cubicBezTo>
                  <a:pt x="215131" y="71723"/>
                  <a:pt x="176525" y="31623"/>
                  <a:pt x="127295" y="31623"/>
                </a:cubicBezTo>
                <a:cubicBezTo>
                  <a:pt x="78066" y="31623"/>
                  <a:pt x="39460" y="71723"/>
                  <a:pt x="39460" y="119824"/>
                </a:cubicBezTo>
                <a:lnTo>
                  <a:pt x="39460" y="119824"/>
                </a:lnTo>
                <a:close/>
                <a:moveTo>
                  <a:pt x="55964" y="127921"/>
                </a:moveTo>
                <a:lnTo>
                  <a:pt x="124165" y="127921"/>
                </a:lnTo>
                <a:cubicBezTo>
                  <a:pt x="127864" y="132397"/>
                  <a:pt x="138393" y="145066"/>
                  <a:pt x="167324" y="179927"/>
                </a:cubicBezTo>
                <a:cubicBezTo>
                  <a:pt x="155941" y="187547"/>
                  <a:pt x="142187" y="192024"/>
                  <a:pt x="127390" y="192024"/>
                </a:cubicBezTo>
                <a:cubicBezTo>
                  <a:pt x="90207" y="192024"/>
                  <a:pt x="59948" y="164211"/>
                  <a:pt x="55964" y="127921"/>
                </a:cubicBezTo>
                <a:close/>
                <a:moveTo>
                  <a:pt x="199195" y="119729"/>
                </a:moveTo>
                <a:cubicBezTo>
                  <a:pt x="199195" y="139160"/>
                  <a:pt x="191701" y="156591"/>
                  <a:pt x="179465" y="169545"/>
                </a:cubicBezTo>
                <a:cubicBezTo>
                  <a:pt x="173869" y="162878"/>
                  <a:pt x="162202" y="148971"/>
                  <a:pt x="137919" y="120015"/>
                </a:cubicBezTo>
                <a:cubicBezTo>
                  <a:pt x="137919" y="120015"/>
                  <a:pt x="138014" y="119824"/>
                  <a:pt x="174533" y="65341"/>
                </a:cubicBezTo>
                <a:cubicBezTo>
                  <a:pt x="189615" y="78581"/>
                  <a:pt x="199195" y="97917"/>
                  <a:pt x="199195" y="119824"/>
                </a:cubicBezTo>
                <a:close/>
                <a:moveTo>
                  <a:pt x="127390" y="47625"/>
                </a:moveTo>
                <a:cubicBezTo>
                  <a:pt x="139911" y="47625"/>
                  <a:pt x="151673" y="50768"/>
                  <a:pt x="161917" y="56388"/>
                </a:cubicBezTo>
                <a:cubicBezTo>
                  <a:pt x="157838" y="62293"/>
                  <a:pt x="147879" y="76676"/>
                  <a:pt x="123691" y="111728"/>
                </a:cubicBezTo>
                <a:lnTo>
                  <a:pt x="56059" y="111728"/>
                </a:lnTo>
                <a:cubicBezTo>
                  <a:pt x="60043" y="75533"/>
                  <a:pt x="90302" y="47625"/>
                  <a:pt x="127485" y="47625"/>
                </a:cubicBezTo>
                <a:close/>
                <a:moveTo>
                  <a:pt x="334458" y="63913"/>
                </a:moveTo>
                <a:lnTo>
                  <a:pt x="238560" y="63913"/>
                </a:lnTo>
                <a:lnTo>
                  <a:pt x="238560" y="47720"/>
                </a:lnTo>
                <a:lnTo>
                  <a:pt x="334458" y="47720"/>
                </a:lnTo>
                <a:lnTo>
                  <a:pt x="334458" y="63913"/>
                </a:lnTo>
                <a:close/>
                <a:moveTo>
                  <a:pt x="334458" y="111633"/>
                </a:moveTo>
                <a:lnTo>
                  <a:pt x="238560" y="111633"/>
                </a:lnTo>
                <a:lnTo>
                  <a:pt x="238560" y="96298"/>
                </a:lnTo>
                <a:lnTo>
                  <a:pt x="334458" y="96298"/>
                </a:lnTo>
                <a:lnTo>
                  <a:pt x="334458" y="111633"/>
                </a:lnTo>
                <a:close/>
                <a:moveTo>
                  <a:pt x="334458" y="160306"/>
                </a:moveTo>
                <a:lnTo>
                  <a:pt x="238560" y="160306"/>
                </a:lnTo>
                <a:lnTo>
                  <a:pt x="238560" y="144113"/>
                </a:lnTo>
                <a:lnTo>
                  <a:pt x="334458" y="144113"/>
                </a:lnTo>
                <a:lnTo>
                  <a:pt x="334458" y="16030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17">
            <a:extLst>
              <a:ext uri="{FF2B5EF4-FFF2-40B4-BE49-F238E27FC236}">
                <a16:creationId xmlns:a16="http://schemas.microsoft.com/office/drawing/2014/main" id="{A1327B0F-DA97-83D1-94C8-770790D0BD98}"/>
              </a:ext>
            </a:extLst>
          </p:cNvPr>
          <p:cNvSpPr/>
          <p:nvPr/>
        </p:nvSpPr>
        <p:spPr>
          <a:xfrm>
            <a:off x="568858" y="1459524"/>
            <a:ext cx="510530" cy="448528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39460 w 382169"/>
              <a:gd name="connsiteY38" fmla="*/ 119824 h 335756"/>
              <a:gd name="connsiteX39" fmla="*/ 127295 w 382169"/>
              <a:gd name="connsiteY39" fmla="*/ 208026 h 335756"/>
              <a:gd name="connsiteX40" fmla="*/ 182121 w 382169"/>
              <a:gd name="connsiteY40" fmla="*/ 188786 h 335756"/>
              <a:gd name="connsiteX41" fmla="*/ 184682 w 382169"/>
              <a:gd name="connsiteY41" fmla="*/ 187833 h 335756"/>
              <a:gd name="connsiteX42" fmla="*/ 186200 w 382169"/>
              <a:gd name="connsiteY42" fmla="*/ 185166 h 335756"/>
              <a:gd name="connsiteX43" fmla="*/ 215131 w 382169"/>
              <a:gd name="connsiteY43" fmla="*/ 119824 h 335756"/>
              <a:gd name="connsiteX44" fmla="*/ 127295 w 382169"/>
              <a:gd name="connsiteY44" fmla="*/ 31623 h 335756"/>
              <a:gd name="connsiteX45" fmla="*/ 39460 w 382169"/>
              <a:gd name="connsiteY45" fmla="*/ 119824 h 335756"/>
              <a:gd name="connsiteX46" fmla="*/ 39460 w 382169"/>
              <a:gd name="connsiteY46" fmla="*/ 119824 h 335756"/>
              <a:gd name="connsiteX47" fmla="*/ 55964 w 382169"/>
              <a:gd name="connsiteY47" fmla="*/ 127921 h 335756"/>
              <a:gd name="connsiteX48" fmla="*/ 124165 w 382169"/>
              <a:gd name="connsiteY48" fmla="*/ 127921 h 335756"/>
              <a:gd name="connsiteX49" fmla="*/ 167324 w 382169"/>
              <a:gd name="connsiteY49" fmla="*/ 179927 h 335756"/>
              <a:gd name="connsiteX50" fmla="*/ 127390 w 382169"/>
              <a:gd name="connsiteY50" fmla="*/ 192024 h 335756"/>
              <a:gd name="connsiteX51" fmla="*/ 55964 w 382169"/>
              <a:gd name="connsiteY51" fmla="*/ 127921 h 335756"/>
              <a:gd name="connsiteX52" fmla="*/ 199195 w 382169"/>
              <a:gd name="connsiteY52" fmla="*/ 119729 h 335756"/>
              <a:gd name="connsiteX53" fmla="*/ 179465 w 382169"/>
              <a:gd name="connsiteY53" fmla="*/ 169545 h 335756"/>
              <a:gd name="connsiteX54" fmla="*/ 137919 w 382169"/>
              <a:gd name="connsiteY54" fmla="*/ 120015 h 335756"/>
              <a:gd name="connsiteX55" fmla="*/ 174533 w 382169"/>
              <a:gd name="connsiteY55" fmla="*/ 65341 h 335756"/>
              <a:gd name="connsiteX56" fmla="*/ 199195 w 382169"/>
              <a:gd name="connsiteY56" fmla="*/ 119824 h 335756"/>
              <a:gd name="connsiteX57" fmla="*/ 127390 w 382169"/>
              <a:gd name="connsiteY57" fmla="*/ 47625 h 335756"/>
              <a:gd name="connsiteX58" fmla="*/ 161917 w 382169"/>
              <a:gd name="connsiteY58" fmla="*/ 56388 h 335756"/>
              <a:gd name="connsiteX59" fmla="*/ 123691 w 382169"/>
              <a:gd name="connsiteY59" fmla="*/ 111728 h 335756"/>
              <a:gd name="connsiteX60" fmla="*/ 56059 w 382169"/>
              <a:gd name="connsiteY60" fmla="*/ 111728 h 335756"/>
              <a:gd name="connsiteX61" fmla="*/ 127485 w 382169"/>
              <a:gd name="connsiteY61" fmla="*/ 47625 h 335756"/>
              <a:gd name="connsiteX62" fmla="*/ 334458 w 382169"/>
              <a:gd name="connsiteY62" fmla="*/ 63913 h 335756"/>
              <a:gd name="connsiteX63" fmla="*/ 238560 w 382169"/>
              <a:gd name="connsiteY63" fmla="*/ 63913 h 335756"/>
              <a:gd name="connsiteX64" fmla="*/ 238560 w 382169"/>
              <a:gd name="connsiteY64" fmla="*/ 47720 h 335756"/>
              <a:gd name="connsiteX65" fmla="*/ 334458 w 382169"/>
              <a:gd name="connsiteY65" fmla="*/ 47720 h 335756"/>
              <a:gd name="connsiteX66" fmla="*/ 334458 w 382169"/>
              <a:gd name="connsiteY66" fmla="*/ 63913 h 335756"/>
              <a:gd name="connsiteX67" fmla="*/ 334458 w 382169"/>
              <a:gd name="connsiteY67" fmla="*/ 111633 h 335756"/>
              <a:gd name="connsiteX68" fmla="*/ 238560 w 382169"/>
              <a:gd name="connsiteY68" fmla="*/ 111633 h 335756"/>
              <a:gd name="connsiteX69" fmla="*/ 238560 w 382169"/>
              <a:gd name="connsiteY69" fmla="*/ 96298 h 335756"/>
              <a:gd name="connsiteX70" fmla="*/ 334458 w 382169"/>
              <a:gd name="connsiteY70" fmla="*/ 96298 h 335756"/>
              <a:gd name="connsiteX71" fmla="*/ 334458 w 382169"/>
              <a:gd name="connsiteY71" fmla="*/ 111633 h 335756"/>
              <a:gd name="connsiteX72" fmla="*/ 334458 w 382169"/>
              <a:gd name="connsiteY72" fmla="*/ 160306 h 335756"/>
              <a:gd name="connsiteX73" fmla="*/ 238560 w 382169"/>
              <a:gd name="connsiteY73" fmla="*/ 160306 h 335756"/>
              <a:gd name="connsiteX74" fmla="*/ 238560 w 382169"/>
              <a:gd name="connsiteY74" fmla="*/ 144113 h 335756"/>
              <a:gd name="connsiteX75" fmla="*/ 334458 w 382169"/>
              <a:gd name="connsiteY75" fmla="*/ 144113 h 335756"/>
              <a:gd name="connsiteX76" fmla="*/ 334458 w 382169"/>
              <a:gd name="connsiteY76" fmla="*/ 16030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7562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7562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39460" y="119824"/>
                </a:moveTo>
                <a:cubicBezTo>
                  <a:pt x="39460" y="167926"/>
                  <a:pt x="79393" y="208026"/>
                  <a:pt x="127295" y="208026"/>
                </a:cubicBezTo>
                <a:cubicBezTo>
                  <a:pt x="148163" y="208026"/>
                  <a:pt x="167134" y="200787"/>
                  <a:pt x="182121" y="188786"/>
                </a:cubicBezTo>
                <a:cubicBezTo>
                  <a:pt x="182880" y="188595"/>
                  <a:pt x="183639" y="188405"/>
                  <a:pt x="184682" y="187833"/>
                </a:cubicBezTo>
                <a:cubicBezTo>
                  <a:pt x="185441" y="187166"/>
                  <a:pt x="185915" y="186214"/>
                  <a:pt x="186200" y="185166"/>
                </a:cubicBezTo>
                <a:cubicBezTo>
                  <a:pt x="204033" y="168878"/>
                  <a:pt x="215131" y="145542"/>
                  <a:pt x="215131" y="119824"/>
                </a:cubicBezTo>
                <a:cubicBezTo>
                  <a:pt x="215131" y="71723"/>
                  <a:pt x="176525" y="31623"/>
                  <a:pt x="127295" y="31623"/>
                </a:cubicBezTo>
                <a:cubicBezTo>
                  <a:pt x="78066" y="31623"/>
                  <a:pt x="39460" y="71723"/>
                  <a:pt x="39460" y="119824"/>
                </a:cubicBezTo>
                <a:lnTo>
                  <a:pt x="39460" y="119824"/>
                </a:lnTo>
                <a:close/>
                <a:moveTo>
                  <a:pt x="55964" y="127921"/>
                </a:moveTo>
                <a:lnTo>
                  <a:pt x="124165" y="127921"/>
                </a:lnTo>
                <a:cubicBezTo>
                  <a:pt x="127864" y="132397"/>
                  <a:pt x="138393" y="145066"/>
                  <a:pt x="167324" y="179927"/>
                </a:cubicBezTo>
                <a:cubicBezTo>
                  <a:pt x="155941" y="187547"/>
                  <a:pt x="142187" y="192024"/>
                  <a:pt x="127390" y="192024"/>
                </a:cubicBezTo>
                <a:cubicBezTo>
                  <a:pt x="90207" y="192024"/>
                  <a:pt x="59948" y="164211"/>
                  <a:pt x="55964" y="127921"/>
                </a:cubicBezTo>
                <a:close/>
                <a:moveTo>
                  <a:pt x="199195" y="119729"/>
                </a:moveTo>
                <a:cubicBezTo>
                  <a:pt x="199195" y="139160"/>
                  <a:pt x="191701" y="156591"/>
                  <a:pt x="179465" y="169545"/>
                </a:cubicBezTo>
                <a:cubicBezTo>
                  <a:pt x="173869" y="162878"/>
                  <a:pt x="162202" y="148971"/>
                  <a:pt x="137919" y="120015"/>
                </a:cubicBezTo>
                <a:cubicBezTo>
                  <a:pt x="137919" y="120015"/>
                  <a:pt x="138014" y="119824"/>
                  <a:pt x="174533" y="65341"/>
                </a:cubicBezTo>
                <a:cubicBezTo>
                  <a:pt x="189615" y="78581"/>
                  <a:pt x="199195" y="97917"/>
                  <a:pt x="199195" y="119824"/>
                </a:cubicBezTo>
                <a:close/>
                <a:moveTo>
                  <a:pt x="127390" y="47625"/>
                </a:moveTo>
                <a:cubicBezTo>
                  <a:pt x="139911" y="47625"/>
                  <a:pt x="151673" y="50768"/>
                  <a:pt x="161917" y="56388"/>
                </a:cubicBezTo>
                <a:cubicBezTo>
                  <a:pt x="157838" y="62293"/>
                  <a:pt x="147879" y="76676"/>
                  <a:pt x="123691" y="111728"/>
                </a:cubicBezTo>
                <a:lnTo>
                  <a:pt x="56059" y="111728"/>
                </a:lnTo>
                <a:cubicBezTo>
                  <a:pt x="60043" y="75533"/>
                  <a:pt x="90302" y="47625"/>
                  <a:pt x="127485" y="47625"/>
                </a:cubicBezTo>
                <a:close/>
                <a:moveTo>
                  <a:pt x="334458" y="63913"/>
                </a:moveTo>
                <a:lnTo>
                  <a:pt x="238560" y="63913"/>
                </a:lnTo>
                <a:lnTo>
                  <a:pt x="238560" y="47720"/>
                </a:lnTo>
                <a:lnTo>
                  <a:pt x="334458" y="47720"/>
                </a:lnTo>
                <a:lnTo>
                  <a:pt x="334458" y="63913"/>
                </a:lnTo>
                <a:close/>
                <a:moveTo>
                  <a:pt x="334458" y="111633"/>
                </a:moveTo>
                <a:lnTo>
                  <a:pt x="238560" y="111633"/>
                </a:lnTo>
                <a:lnTo>
                  <a:pt x="238560" y="96298"/>
                </a:lnTo>
                <a:lnTo>
                  <a:pt x="334458" y="96298"/>
                </a:lnTo>
                <a:lnTo>
                  <a:pt x="334458" y="111633"/>
                </a:lnTo>
                <a:close/>
                <a:moveTo>
                  <a:pt x="334458" y="160306"/>
                </a:moveTo>
                <a:lnTo>
                  <a:pt x="238560" y="160306"/>
                </a:lnTo>
                <a:lnTo>
                  <a:pt x="238560" y="144113"/>
                </a:lnTo>
                <a:lnTo>
                  <a:pt x="334458" y="144113"/>
                </a:lnTo>
                <a:lnTo>
                  <a:pt x="334458" y="16030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" name="Graphic 17">
            <a:extLst>
              <a:ext uri="{FF2B5EF4-FFF2-40B4-BE49-F238E27FC236}">
                <a16:creationId xmlns:a16="http://schemas.microsoft.com/office/drawing/2014/main" id="{B1807FCA-246D-22A3-BCE7-85CE561A9F1A}"/>
              </a:ext>
            </a:extLst>
          </p:cNvPr>
          <p:cNvSpPr/>
          <p:nvPr/>
        </p:nvSpPr>
        <p:spPr>
          <a:xfrm>
            <a:off x="1347187" y="1459524"/>
            <a:ext cx="510530" cy="448528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39460 w 382169"/>
              <a:gd name="connsiteY38" fmla="*/ 119824 h 335756"/>
              <a:gd name="connsiteX39" fmla="*/ 127295 w 382169"/>
              <a:gd name="connsiteY39" fmla="*/ 208026 h 335756"/>
              <a:gd name="connsiteX40" fmla="*/ 182121 w 382169"/>
              <a:gd name="connsiteY40" fmla="*/ 188786 h 335756"/>
              <a:gd name="connsiteX41" fmla="*/ 184682 w 382169"/>
              <a:gd name="connsiteY41" fmla="*/ 187833 h 335756"/>
              <a:gd name="connsiteX42" fmla="*/ 186200 w 382169"/>
              <a:gd name="connsiteY42" fmla="*/ 185166 h 335756"/>
              <a:gd name="connsiteX43" fmla="*/ 215131 w 382169"/>
              <a:gd name="connsiteY43" fmla="*/ 119824 h 335756"/>
              <a:gd name="connsiteX44" fmla="*/ 127295 w 382169"/>
              <a:gd name="connsiteY44" fmla="*/ 31623 h 335756"/>
              <a:gd name="connsiteX45" fmla="*/ 39460 w 382169"/>
              <a:gd name="connsiteY45" fmla="*/ 119824 h 335756"/>
              <a:gd name="connsiteX46" fmla="*/ 39460 w 382169"/>
              <a:gd name="connsiteY46" fmla="*/ 119824 h 335756"/>
              <a:gd name="connsiteX47" fmla="*/ 55964 w 382169"/>
              <a:gd name="connsiteY47" fmla="*/ 127921 h 335756"/>
              <a:gd name="connsiteX48" fmla="*/ 124165 w 382169"/>
              <a:gd name="connsiteY48" fmla="*/ 127921 h 335756"/>
              <a:gd name="connsiteX49" fmla="*/ 167324 w 382169"/>
              <a:gd name="connsiteY49" fmla="*/ 179927 h 335756"/>
              <a:gd name="connsiteX50" fmla="*/ 127390 w 382169"/>
              <a:gd name="connsiteY50" fmla="*/ 192024 h 335756"/>
              <a:gd name="connsiteX51" fmla="*/ 55964 w 382169"/>
              <a:gd name="connsiteY51" fmla="*/ 127921 h 335756"/>
              <a:gd name="connsiteX52" fmla="*/ 199195 w 382169"/>
              <a:gd name="connsiteY52" fmla="*/ 119729 h 335756"/>
              <a:gd name="connsiteX53" fmla="*/ 179465 w 382169"/>
              <a:gd name="connsiteY53" fmla="*/ 169545 h 335756"/>
              <a:gd name="connsiteX54" fmla="*/ 137919 w 382169"/>
              <a:gd name="connsiteY54" fmla="*/ 120015 h 335756"/>
              <a:gd name="connsiteX55" fmla="*/ 174533 w 382169"/>
              <a:gd name="connsiteY55" fmla="*/ 65341 h 335756"/>
              <a:gd name="connsiteX56" fmla="*/ 199195 w 382169"/>
              <a:gd name="connsiteY56" fmla="*/ 119824 h 335756"/>
              <a:gd name="connsiteX57" fmla="*/ 127390 w 382169"/>
              <a:gd name="connsiteY57" fmla="*/ 47625 h 335756"/>
              <a:gd name="connsiteX58" fmla="*/ 161917 w 382169"/>
              <a:gd name="connsiteY58" fmla="*/ 56388 h 335756"/>
              <a:gd name="connsiteX59" fmla="*/ 123691 w 382169"/>
              <a:gd name="connsiteY59" fmla="*/ 111728 h 335756"/>
              <a:gd name="connsiteX60" fmla="*/ 56059 w 382169"/>
              <a:gd name="connsiteY60" fmla="*/ 111728 h 335756"/>
              <a:gd name="connsiteX61" fmla="*/ 127485 w 382169"/>
              <a:gd name="connsiteY61" fmla="*/ 47625 h 335756"/>
              <a:gd name="connsiteX62" fmla="*/ 334458 w 382169"/>
              <a:gd name="connsiteY62" fmla="*/ 63913 h 335756"/>
              <a:gd name="connsiteX63" fmla="*/ 238560 w 382169"/>
              <a:gd name="connsiteY63" fmla="*/ 63913 h 335756"/>
              <a:gd name="connsiteX64" fmla="*/ 238560 w 382169"/>
              <a:gd name="connsiteY64" fmla="*/ 47720 h 335756"/>
              <a:gd name="connsiteX65" fmla="*/ 334458 w 382169"/>
              <a:gd name="connsiteY65" fmla="*/ 47720 h 335756"/>
              <a:gd name="connsiteX66" fmla="*/ 334458 w 382169"/>
              <a:gd name="connsiteY66" fmla="*/ 63913 h 335756"/>
              <a:gd name="connsiteX67" fmla="*/ 334458 w 382169"/>
              <a:gd name="connsiteY67" fmla="*/ 111633 h 335756"/>
              <a:gd name="connsiteX68" fmla="*/ 238560 w 382169"/>
              <a:gd name="connsiteY68" fmla="*/ 111633 h 335756"/>
              <a:gd name="connsiteX69" fmla="*/ 238560 w 382169"/>
              <a:gd name="connsiteY69" fmla="*/ 96298 h 335756"/>
              <a:gd name="connsiteX70" fmla="*/ 334458 w 382169"/>
              <a:gd name="connsiteY70" fmla="*/ 96298 h 335756"/>
              <a:gd name="connsiteX71" fmla="*/ 334458 w 382169"/>
              <a:gd name="connsiteY71" fmla="*/ 111633 h 335756"/>
              <a:gd name="connsiteX72" fmla="*/ 334458 w 382169"/>
              <a:gd name="connsiteY72" fmla="*/ 160306 h 335756"/>
              <a:gd name="connsiteX73" fmla="*/ 238560 w 382169"/>
              <a:gd name="connsiteY73" fmla="*/ 160306 h 335756"/>
              <a:gd name="connsiteX74" fmla="*/ 238560 w 382169"/>
              <a:gd name="connsiteY74" fmla="*/ 144113 h 335756"/>
              <a:gd name="connsiteX75" fmla="*/ 334458 w 382169"/>
              <a:gd name="connsiteY75" fmla="*/ 144113 h 335756"/>
              <a:gd name="connsiteX76" fmla="*/ 334458 w 382169"/>
              <a:gd name="connsiteY76" fmla="*/ 16030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7562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7562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39460" y="119824"/>
                </a:moveTo>
                <a:cubicBezTo>
                  <a:pt x="39460" y="167926"/>
                  <a:pt x="79393" y="208026"/>
                  <a:pt x="127295" y="208026"/>
                </a:cubicBezTo>
                <a:cubicBezTo>
                  <a:pt x="148163" y="208026"/>
                  <a:pt x="167134" y="200787"/>
                  <a:pt x="182121" y="188786"/>
                </a:cubicBezTo>
                <a:cubicBezTo>
                  <a:pt x="182880" y="188595"/>
                  <a:pt x="183639" y="188405"/>
                  <a:pt x="184682" y="187833"/>
                </a:cubicBezTo>
                <a:cubicBezTo>
                  <a:pt x="185441" y="187166"/>
                  <a:pt x="185915" y="186214"/>
                  <a:pt x="186200" y="185166"/>
                </a:cubicBezTo>
                <a:cubicBezTo>
                  <a:pt x="204033" y="168878"/>
                  <a:pt x="215131" y="145542"/>
                  <a:pt x="215131" y="119824"/>
                </a:cubicBezTo>
                <a:cubicBezTo>
                  <a:pt x="215131" y="71723"/>
                  <a:pt x="176525" y="31623"/>
                  <a:pt x="127295" y="31623"/>
                </a:cubicBezTo>
                <a:cubicBezTo>
                  <a:pt x="78066" y="31623"/>
                  <a:pt x="39460" y="71723"/>
                  <a:pt x="39460" y="119824"/>
                </a:cubicBezTo>
                <a:lnTo>
                  <a:pt x="39460" y="119824"/>
                </a:lnTo>
                <a:close/>
                <a:moveTo>
                  <a:pt x="55964" y="127921"/>
                </a:moveTo>
                <a:lnTo>
                  <a:pt x="124165" y="127921"/>
                </a:lnTo>
                <a:cubicBezTo>
                  <a:pt x="127864" y="132397"/>
                  <a:pt x="138393" y="145066"/>
                  <a:pt x="167324" y="179927"/>
                </a:cubicBezTo>
                <a:cubicBezTo>
                  <a:pt x="155941" y="187547"/>
                  <a:pt x="142187" y="192024"/>
                  <a:pt x="127390" y="192024"/>
                </a:cubicBezTo>
                <a:cubicBezTo>
                  <a:pt x="90207" y="192024"/>
                  <a:pt x="59948" y="164211"/>
                  <a:pt x="55964" y="127921"/>
                </a:cubicBezTo>
                <a:close/>
                <a:moveTo>
                  <a:pt x="199195" y="119729"/>
                </a:moveTo>
                <a:cubicBezTo>
                  <a:pt x="199195" y="139160"/>
                  <a:pt x="191701" y="156591"/>
                  <a:pt x="179465" y="169545"/>
                </a:cubicBezTo>
                <a:cubicBezTo>
                  <a:pt x="173869" y="162878"/>
                  <a:pt x="162202" y="148971"/>
                  <a:pt x="137919" y="120015"/>
                </a:cubicBezTo>
                <a:cubicBezTo>
                  <a:pt x="137919" y="120015"/>
                  <a:pt x="138014" y="119824"/>
                  <a:pt x="174533" y="65341"/>
                </a:cubicBezTo>
                <a:cubicBezTo>
                  <a:pt x="189615" y="78581"/>
                  <a:pt x="199195" y="97917"/>
                  <a:pt x="199195" y="119824"/>
                </a:cubicBezTo>
                <a:close/>
                <a:moveTo>
                  <a:pt x="127390" y="47625"/>
                </a:moveTo>
                <a:cubicBezTo>
                  <a:pt x="139911" y="47625"/>
                  <a:pt x="151673" y="50768"/>
                  <a:pt x="161917" y="56388"/>
                </a:cubicBezTo>
                <a:cubicBezTo>
                  <a:pt x="157838" y="62293"/>
                  <a:pt x="147879" y="76676"/>
                  <a:pt x="123691" y="111728"/>
                </a:cubicBezTo>
                <a:lnTo>
                  <a:pt x="56059" y="111728"/>
                </a:lnTo>
                <a:cubicBezTo>
                  <a:pt x="60043" y="75533"/>
                  <a:pt x="90302" y="47625"/>
                  <a:pt x="127485" y="47625"/>
                </a:cubicBezTo>
                <a:close/>
                <a:moveTo>
                  <a:pt x="334458" y="63913"/>
                </a:moveTo>
                <a:lnTo>
                  <a:pt x="238560" y="63913"/>
                </a:lnTo>
                <a:lnTo>
                  <a:pt x="238560" y="47720"/>
                </a:lnTo>
                <a:lnTo>
                  <a:pt x="334458" y="47720"/>
                </a:lnTo>
                <a:lnTo>
                  <a:pt x="334458" y="63913"/>
                </a:lnTo>
                <a:close/>
                <a:moveTo>
                  <a:pt x="334458" y="111633"/>
                </a:moveTo>
                <a:lnTo>
                  <a:pt x="238560" y="111633"/>
                </a:lnTo>
                <a:lnTo>
                  <a:pt x="238560" y="96298"/>
                </a:lnTo>
                <a:lnTo>
                  <a:pt x="334458" y="96298"/>
                </a:lnTo>
                <a:lnTo>
                  <a:pt x="334458" y="111633"/>
                </a:lnTo>
                <a:close/>
                <a:moveTo>
                  <a:pt x="334458" y="160306"/>
                </a:moveTo>
                <a:lnTo>
                  <a:pt x="238560" y="160306"/>
                </a:lnTo>
                <a:lnTo>
                  <a:pt x="238560" y="144113"/>
                </a:lnTo>
                <a:lnTo>
                  <a:pt x="334458" y="144113"/>
                </a:lnTo>
                <a:lnTo>
                  <a:pt x="334458" y="16030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3">
            <a:extLst>
              <a:ext uri="{FF2B5EF4-FFF2-40B4-BE49-F238E27FC236}">
                <a16:creationId xmlns:a16="http://schemas.microsoft.com/office/drawing/2014/main" id="{FD8C4332-3A83-B333-A4B9-1DCB38F74468}"/>
              </a:ext>
            </a:extLst>
          </p:cNvPr>
          <p:cNvSpPr/>
          <p:nvPr/>
        </p:nvSpPr>
        <p:spPr>
          <a:xfrm>
            <a:off x="2204681" y="839037"/>
            <a:ext cx="509682" cy="447783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103961 w 382169"/>
              <a:gd name="connsiteY38" fmla="*/ 208026 h 335756"/>
              <a:gd name="connsiteX39" fmla="*/ 151673 w 382169"/>
              <a:gd name="connsiteY39" fmla="*/ 208026 h 335756"/>
              <a:gd name="connsiteX40" fmla="*/ 159641 w 382169"/>
              <a:gd name="connsiteY40" fmla="*/ 200025 h 335756"/>
              <a:gd name="connsiteX41" fmla="*/ 159641 w 382169"/>
              <a:gd name="connsiteY41" fmla="*/ 135922 h 335756"/>
              <a:gd name="connsiteX42" fmla="*/ 151673 w 382169"/>
              <a:gd name="connsiteY42" fmla="*/ 127921 h 335756"/>
              <a:gd name="connsiteX43" fmla="*/ 103961 w 382169"/>
              <a:gd name="connsiteY43" fmla="*/ 127921 h 335756"/>
              <a:gd name="connsiteX44" fmla="*/ 95993 w 382169"/>
              <a:gd name="connsiteY44" fmla="*/ 135922 h 335756"/>
              <a:gd name="connsiteX45" fmla="*/ 95993 w 382169"/>
              <a:gd name="connsiteY45" fmla="*/ 200025 h 335756"/>
              <a:gd name="connsiteX46" fmla="*/ 103961 w 382169"/>
              <a:gd name="connsiteY46" fmla="*/ 208026 h 335756"/>
              <a:gd name="connsiteX47" fmla="*/ 111929 w 382169"/>
              <a:gd name="connsiteY47" fmla="*/ 143923 h 335756"/>
              <a:gd name="connsiteX48" fmla="*/ 143800 w 382169"/>
              <a:gd name="connsiteY48" fmla="*/ 143923 h 335756"/>
              <a:gd name="connsiteX49" fmla="*/ 143800 w 382169"/>
              <a:gd name="connsiteY49" fmla="*/ 192024 h 335756"/>
              <a:gd name="connsiteX50" fmla="*/ 111929 w 382169"/>
              <a:gd name="connsiteY50" fmla="*/ 192024 h 335756"/>
              <a:gd name="connsiteX51" fmla="*/ 111929 w 382169"/>
              <a:gd name="connsiteY51" fmla="*/ 143923 h 335756"/>
              <a:gd name="connsiteX52" fmla="*/ 182785 w 382169"/>
              <a:gd name="connsiteY52" fmla="*/ 208026 h 335756"/>
              <a:gd name="connsiteX53" fmla="*/ 230497 w 382169"/>
              <a:gd name="connsiteY53" fmla="*/ 208026 h 335756"/>
              <a:gd name="connsiteX54" fmla="*/ 238465 w 382169"/>
              <a:gd name="connsiteY54" fmla="*/ 200025 h 335756"/>
              <a:gd name="connsiteX55" fmla="*/ 238465 w 382169"/>
              <a:gd name="connsiteY55" fmla="*/ 88201 h 335756"/>
              <a:gd name="connsiteX56" fmla="*/ 230497 w 382169"/>
              <a:gd name="connsiteY56" fmla="*/ 80201 h 335756"/>
              <a:gd name="connsiteX57" fmla="*/ 182785 w 382169"/>
              <a:gd name="connsiteY57" fmla="*/ 80201 h 335756"/>
              <a:gd name="connsiteX58" fmla="*/ 174817 w 382169"/>
              <a:gd name="connsiteY58" fmla="*/ 88201 h 335756"/>
              <a:gd name="connsiteX59" fmla="*/ 174817 w 382169"/>
              <a:gd name="connsiteY59" fmla="*/ 200025 h 335756"/>
              <a:gd name="connsiteX60" fmla="*/ 182785 w 382169"/>
              <a:gd name="connsiteY60" fmla="*/ 208026 h 335756"/>
              <a:gd name="connsiteX61" fmla="*/ 190753 w 382169"/>
              <a:gd name="connsiteY61" fmla="*/ 96107 h 335756"/>
              <a:gd name="connsiteX62" fmla="*/ 222624 w 382169"/>
              <a:gd name="connsiteY62" fmla="*/ 96107 h 335756"/>
              <a:gd name="connsiteX63" fmla="*/ 222624 w 382169"/>
              <a:gd name="connsiteY63" fmla="*/ 192024 h 335756"/>
              <a:gd name="connsiteX64" fmla="*/ 190753 w 382169"/>
              <a:gd name="connsiteY64" fmla="*/ 192024 h 335756"/>
              <a:gd name="connsiteX65" fmla="*/ 190753 w 382169"/>
              <a:gd name="connsiteY65" fmla="*/ 96107 h 335756"/>
              <a:gd name="connsiteX66" fmla="*/ 262653 w 382169"/>
              <a:gd name="connsiteY66" fmla="*/ 208026 h 335756"/>
              <a:gd name="connsiteX67" fmla="*/ 310365 w 382169"/>
              <a:gd name="connsiteY67" fmla="*/ 208026 h 335756"/>
              <a:gd name="connsiteX68" fmla="*/ 318333 w 382169"/>
              <a:gd name="connsiteY68" fmla="*/ 200025 h 335756"/>
              <a:gd name="connsiteX69" fmla="*/ 318333 w 382169"/>
              <a:gd name="connsiteY69" fmla="*/ 55816 h 335756"/>
              <a:gd name="connsiteX70" fmla="*/ 310365 w 382169"/>
              <a:gd name="connsiteY70" fmla="*/ 47816 h 335756"/>
              <a:gd name="connsiteX71" fmla="*/ 262653 w 382169"/>
              <a:gd name="connsiteY71" fmla="*/ 47816 h 335756"/>
              <a:gd name="connsiteX72" fmla="*/ 254685 w 382169"/>
              <a:gd name="connsiteY72" fmla="*/ 55816 h 335756"/>
              <a:gd name="connsiteX73" fmla="*/ 254685 w 382169"/>
              <a:gd name="connsiteY73" fmla="*/ 200025 h 335756"/>
              <a:gd name="connsiteX74" fmla="*/ 262653 w 382169"/>
              <a:gd name="connsiteY74" fmla="*/ 208026 h 335756"/>
              <a:gd name="connsiteX75" fmla="*/ 270621 w 382169"/>
              <a:gd name="connsiteY75" fmla="*/ 63818 h 335756"/>
              <a:gd name="connsiteX76" fmla="*/ 302492 w 382169"/>
              <a:gd name="connsiteY76" fmla="*/ 63818 h 335756"/>
              <a:gd name="connsiteX77" fmla="*/ 302492 w 382169"/>
              <a:gd name="connsiteY77" fmla="*/ 192024 h 335756"/>
              <a:gd name="connsiteX78" fmla="*/ 270621 w 382169"/>
              <a:gd name="connsiteY78" fmla="*/ 192024 h 335756"/>
              <a:gd name="connsiteX79" fmla="*/ 270621 w 382169"/>
              <a:gd name="connsiteY79" fmla="*/ 63818 h 335756"/>
              <a:gd name="connsiteX80" fmla="*/ 79868 w 382169"/>
              <a:gd name="connsiteY80" fmla="*/ 208026 h 335756"/>
              <a:gd name="connsiteX81" fmla="*/ 63742 w 382169"/>
              <a:gd name="connsiteY81" fmla="*/ 208026 h 335756"/>
              <a:gd name="connsiteX82" fmla="*/ 63742 w 382169"/>
              <a:gd name="connsiteY82" fmla="*/ 47816 h 335756"/>
              <a:gd name="connsiteX83" fmla="*/ 79868 w 382169"/>
              <a:gd name="connsiteY83" fmla="*/ 47816 h 335756"/>
              <a:gd name="connsiteX84" fmla="*/ 79868 w 382169"/>
              <a:gd name="connsiteY84" fmla="*/ 20802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8890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8890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103961" y="208026"/>
                </a:moveTo>
                <a:lnTo>
                  <a:pt x="151673" y="208026"/>
                </a:lnTo>
                <a:cubicBezTo>
                  <a:pt x="156985" y="208026"/>
                  <a:pt x="159641" y="204026"/>
                  <a:pt x="159641" y="200025"/>
                </a:cubicBezTo>
                <a:lnTo>
                  <a:pt x="159641" y="135922"/>
                </a:lnTo>
                <a:cubicBezTo>
                  <a:pt x="159641" y="131921"/>
                  <a:pt x="156985" y="127921"/>
                  <a:pt x="151673" y="127921"/>
                </a:cubicBezTo>
                <a:lnTo>
                  <a:pt x="103961" y="127921"/>
                </a:lnTo>
                <a:cubicBezTo>
                  <a:pt x="99977" y="127921"/>
                  <a:pt x="95993" y="131921"/>
                  <a:pt x="95993" y="135922"/>
                </a:cubicBezTo>
                <a:lnTo>
                  <a:pt x="95993" y="200025"/>
                </a:lnTo>
                <a:cubicBezTo>
                  <a:pt x="95993" y="204026"/>
                  <a:pt x="99977" y="208026"/>
                  <a:pt x="103961" y="208026"/>
                </a:cubicBezTo>
                <a:close/>
                <a:moveTo>
                  <a:pt x="111929" y="143923"/>
                </a:moveTo>
                <a:lnTo>
                  <a:pt x="143800" y="143923"/>
                </a:lnTo>
                <a:lnTo>
                  <a:pt x="143800" y="192024"/>
                </a:lnTo>
                <a:lnTo>
                  <a:pt x="111929" y="192024"/>
                </a:lnTo>
                <a:lnTo>
                  <a:pt x="111929" y="143923"/>
                </a:lnTo>
                <a:close/>
                <a:moveTo>
                  <a:pt x="182785" y="208026"/>
                </a:moveTo>
                <a:lnTo>
                  <a:pt x="230497" y="208026"/>
                </a:lnTo>
                <a:cubicBezTo>
                  <a:pt x="235809" y="208026"/>
                  <a:pt x="238465" y="204026"/>
                  <a:pt x="238465" y="200025"/>
                </a:cubicBezTo>
                <a:lnTo>
                  <a:pt x="238465" y="88201"/>
                </a:lnTo>
                <a:cubicBezTo>
                  <a:pt x="238465" y="84201"/>
                  <a:pt x="235809" y="80201"/>
                  <a:pt x="230497" y="80201"/>
                </a:cubicBezTo>
                <a:lnTo>
                  <a:pt x="182785" y="80201"/>
                </a:lnTo>
                <a:cubicBezTo>
                  <a:pt x="178801" y="80201"/>
                  <a:pt x="174817" y="84201"/>
                  <a:pt x="174817" y="88201"/>
                </a:cubicBezTo>
                <a:lnTo>
                  <a:pt x="174817" y="200025"/>
                </a:lnTo>
                <a:cubicBezTo>
                  <a:pt x="174817" y="204026"/>
                  <a:pt x="178801" y="208026"/>
                  <a:pt x="182785" y="208026"/>
                </a:cubicBezTo>
                <a:close/>
                <a:moveTo>
                  <a:pt x="190753" y="96107"/>
                </a:moveTo>
                <a:lnTo>
                  <a:pt x="222624" y="96107"/>
                </a:lnTo>
                <a:lnTo>
                  <a:pt x="222624" y="192024"/>
                </a:lnTo>
                <a:lnTo>
                  <a:pt x="190753" y="192024"/>
                </a:lnTo>
                <a:lnTo>
                  <a:pt x="190753" y="96107"/>
                </a:lnTo>
                <a:close/>
                <a:moveTo>
                  <a:pt x="262653" y="208026"/>
                </a:moveTo>
                <a:lnTo>
                  <a:pt x="310365" y="208026"/>
                </a:lnTo>
                <a:cubicBezTo>
                  <a:pt x="315677" y="208026"/>
                  <a:pt x="318333" y="204026"/>
                  <a:pt x="318333" y="200025"/>
                </a:cubicBezTo>
                <a:lnTo>
                  <a:pt x="318333" y="55816"/>
                </a:lnTo>
                <a:cubicBezTo>
                  <a:pt x="318333" y="51816"/>
                  <a:pt x="315677" y="47816"/>
                  <a:pt x="310365" y="47816"/>
                </a:cubicBezTo>
                <a:lnTo>
                  <a:pt x="262653" y="47816"/>
                </a:lnTo>
                <a:cubicBezTo>
                  <a:pt x="258669" y="47816"/>
                  <a:pt x="254685" y="51816"/>
                  <a:pt x="254685" y="55816"/>
                </a:cubicBezTo>
                <a:lnTo>
                  <a:pt x="254685" y="200025"/>
                </a:lnTo>
                <a:cubicBezTo>
                  <a:pt x="254685" y="204026"/>
                  <a:pt x="258669" y="208026"/>
                  <a:pt x="262653" y="208026"/>
                </a:cubicBezTo>
                <a:close/>
                <a:moveTo>
                  <a:pt x="270621" y="63818"/>
                </a:moveTo>
                <a:lnTo>
                  <a:pt x="302492" y="63818"/>
                </a:lnTo>
                <a:lnTo>
                  <a:pt x="302492" y="192024"/>
                </a:lnTo>
                <a:lnTo>
                  <a:pt x="270621" y="192024"/>
                </a:lnTo>
                <a:lnTo>
                  <a:pt x="270621" y="63818"/>
                </a:lnTo>
                <a:close/>
                <a:moveTo>
                  <a:pt x="79868" y="208026"/>
                </a:moveTo>
                <a:lnTo>
                  <a:pt x="63742" y="208026"/>
                </a:lnTo>
                <a:lnTo>
                  <a:pt x="63742" y="47816"/>
                </a:lnTo>
                <a:lnTo>
                  <a:pt x="79868" y="47816"/>
                </a:lnTo>
                <a:lnTo>
                  <a:pt x="79868" y="20802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3">
            <a:extLst>
              <a:ext uri="{FF2B5EF4-FFF2-40B4-BE49-F238E27FC236}">
                <a16:creationId xmlns:a16="http://schemas.microsoft.com/office/drawing/2014/main" id="{7D021B19-879F-F2C3-897F-AE420477594B}"/>
              </a:ext>
            </a:extLst>
          </p:cNvPr>
          <p:cNvSpPr/>
          <p:nvPr/>
        </p:nvSpPr>
        <p:spPr>
          <a:xfrm>
            <a:off x="2944456" y="839037"/>
            <a:ext cx="509682" cy="447783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103961 w 382169"/>
              <a:gd name="connsiteY38" fmla="*/ 208026 h 335756"/>
              <a:gd name="connsiteX39" fmla="*/ 151673 w 382169"/>
              <a:gd name="connsiteY39" fmla="*/ 208026 h 335756"/>
              <a:gd name="connsiteX40" fmla="*/ 159641 w 382169"/>
              <a:gd name="connsiteY40" fmla="*/ 200025 h 335756"/>
              <a:gd name="connsiteX41" fmla="*/ 159641 w 382169"/>
              <a:gd name="connsiteY41" fmla="*/ 135922 h 335756"/>
              <a:gd name="connsiteX42" fmla="*/ 151673 w 382169"/>
              <a:gd name="connsiteY42" fmla="*/ 127921 h 335756"/>
              <a:gd name="connsiteX43" fmla="*/ 103961 w 382169"/>
              <a:gd name="connsiteY43" fmla="*/ 127921 h 335756"/>
              <a:gd name="connsiteX44" fmla="*/ 95993 w 382169"/>
              <a:gd name="connsiteY44" fmla="*/ 135922 h 335756"/>
              <a:gd name="connsiteX45" fmla="*/ 95993 w 382169"/>
              <a:gd name="connsiteY45" fmla="*/ 200025 h 335756"/>
              <a:gd name="connsiteX46" fmla="*/ 103961 w 382169"/>
              <a:gd name="connsiteY46" fmla="*/ 208026 h 335756"/>
              <a:gd name="connsiteX47" fmla="*/ 111929 w 382169"/>
              <a:gd name="connsiteY47" fmla="*/ 143923 h 335756"/>
              <a:gd name="connsiteX48" fmla="*/ 143800 w 382169"/>
              <a:gd name="connsiteY48" fmla="*/ 143923 h 335756"/>
              <a:gd name="connsiteX49" fmla="*/ 143800 w 382169"/>
              <a:gd name="connsiteY49" fmla="*/ 192024 h 335756"/>
              <a:gd name="connsiteX50" fmla="*/ 111929 w 382169"/>
              <a:gd name="connsiteY50" fmla="*/ 192024 h 335756"/>
              <a:gd name="connsiteX51" fmla="*/ 111929 w 382169"/>
              <a:gd name="connsiteY51" fmla="*/ 143923 h 335756"/>
              <a:gd name="connsiteX52" fmla="*/ 182785 w 382169"/>
              <a:gd name="connsiteY52" fmla="*/ 208026 h 335756"/>
              <a:gd name="connsiteX53" fmla="*/ 230497 w 382169"/>
              <a:gd name="connsiteY53" fmla="*/ 208026 h 335756"/>
              <a:gd name="connsiteX54" fmla="*/ 238465 w 382169"/>
              <a:gd name="connsiteY54" fmla="*/ 200025 h 335756"/>
              <a:gd name="connsiteX55" fmla="*/ 238465 w 382169"/>
              <a:gd name="connsiteY55" fmla="*/ 88201 h 335756"/>
              <a:gd name="connsiteX56" fmla="*/ 230497 w 382169"/>
              <a:gd name="connsiteY56" fmla="*/ 80201 h 335756"/>
              <a:gd name="connsiteX57" fmla="*/ 182785 w 382169"/>
              <a:gd name="connsiteY57" fmla="*/ 80201 h 335756"/>
              <a:gd name="connsiteX58" fmla="*/ 174817 w 382169"/>
              <a:gd name="connsiteY58" fmla="*/ 88201 h 335756"/>
              <a:gd name="connsiteX59" fmla="*/ 174817 w 382169"/>
              <a:gd name="connsiteY59" fmla="*/ 200025 h 335756"/>
              <a:gd name="connsiteX60" fmla="*/ 182785 w 382169"/>
              <a:gd name="connsiteY60" fmla="*/ 208026 h 335756"/>
              <a:gd name="connsiteX61" fmla="*/ 190753 w 382169"/>
              <a:gd name="connsiteY61" fmla="*/ 96107 h 335756"/>
              <a:gd name="connsiteX62" fmla="*/ 222624 w 382169"/>
              <a:gd name="connsiteY62" fmla="*/ 96107 h 335756"/>
              <a:gd name="connsiteX63" fmla="*/ 222624 w 382169"/>
              <a:gd name="connsiteY63" fmla="*/ 192024 h 335756"/>
              <a:gd name="connsiteX64" fmla="*/ 190753 w 382169"/>
              <a:gd name="connsiteY64" fmla="*/ 192024 h 335756"/>
              <a:gd name="connsiteX65" fmla="*/ 190753 w 382169"/>
              <a:gd name="connsiteY65" fmla="*/ 96107 h 335756"/>
              <a:gd name="connsiteX66" fmla="*/ 262653 w 382169"/>
              <a:gd name="connsiteY66" fmla="*/ 208026 h 335756"/>
              <a:gd name="connsiteX67" fmla="*/ 310365 w 382169"/>
              <a:gd name="connsiteY67" fmla="*/ 208026 h 335756"/>
              <a:gd name="connsiteX68" fmla="*/ 318333 w 382169"/>
              <a:gd name="connsiteY68" fmla="*/ 200025 h 335756"/>
              <a:gd name="connsiteX69" fmla="*/ 318333 w 382169"/>
              <a:gd name="connsiteY69" fmla="*/ 55816 h 335756"/>
              <a:gd name="connsiteX70" fmla="*/ 310365 w 382169"/>
              <a:gd name="connsiteY70" fmla="*/ 47816 h 335756"/>
              <a:gd name="connsiteX71" fmla="*/ 262653 w 382169"/>
              <a:gd name="connsiteY71" fmla="*/ 47816 h 335756"/>
              <a:gd name="connsiteX72" fmla="*/ 254685 w 382169"/>
              <a:gd name="connsiteY72" fmla="*/ 55816 h 335756"/>
              <a:gd name="connsiteX73" fmla="*/ 254685 w 382169"/>
              <a:gd name="connsiteY73" fmla="*/ 200025 h 335756"/>
              <a:gd name="connsiteX74" fmla="*/ 262653 w 382169"/>
              <a:gd name="connsiteY74" fmla="*/ 208026 h 335756"/>
              <a:gd name="connsiteX75" fmla="*/ 270621 w 382169"/>
              <a:gd name="connsiteY75" fmla="*/ 63818 h 335756"/>
              <a:gd name="connsiteX76" fmla="*/ 302492 w 382169"/>
              <a:gd name="connsiteY76" fmla="*/ 63818 h 335756"/>
              <a:gd name="connsiteX77" fmla="*/ 302492 w 382169"/>
              <a:gd name="connsiteY77" fmla="*/ 192024 h 335756"/>
              <a:gd name="connsiteX78" fmla="*/ 270621 w 382169"/>
              <a:gd name="connsiteY78" fmla="*/ 192024 h 335756"/>
              <a:gd name="connsiteX79" fmla="*/ 270621 w 382169"/>
              <a:gd name="connsiteY79" fmla="*/ 63818 h 335756"/>
              <a:gd name="connsiteX80" fmla="*/ 79868 w 382169"/>
              <a:gd name="connsiteY80" fmla="*/ 208026 h 335756"/>
              <a:gd name="connsiteX81" fmla="*/ 63742 w 382169"/>
              <a:gd name="connsiteY81" fmla="*/ 208026 h 335756"/>
              <a:gd name="connsiteX82" fmla="*/ 63742 w 382169"/>
              <a:gd name="connsiteY82" fmla="*/ 47816 h 335756"/>
              <a:gd name="connsiteX83" fmla="*/ 79868 w 382169"/>
              <a:gd name="connsiteY83" fmla="*/ 47816 h 335756"/>
              <a:gd name="connsiteX84" fmla="*/ 79868 w 382169"/>
              <a:gd name="connsiteY84" fmla="*/ 20802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8890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8890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103961" y="208026"/>
                </a:moveTo>
                <a:lnTo>
                  <a:pt x="151673" y="208026"/>
                </a:lnTo>
                <a:cubicBezTo>
                  <a:pt x="156985" y="208026"/>
                  <a:pt x="159641" y="204026"/>
                  <a:pt x="159641" y="200025"/>
                </a:cubicBezTo>
                <a:lnTo>
                  <a:pt x="159641" y="135922"/>
                </a:lnTo>
                <a:cubicBezTo>
                  <a:pt x="159641" y="131921"/>
                  <a:pt x="156985" y="127921"/>
                  <a:pt x="151673" y="127921"/>
                </a:cubicBezTo>
                <a:lnTo>
                  <a:pt x="103961" y="127921"/>
                </a:lnTo>
                <a:cubicBezTo>
                  <a:pt x="99977" y="127921"/>
                  <a:pt x="95993" y="131921"/>
                  <a:pt x="95993" y="135922"/>
                </a:cubicBezTo>
                <a:lnTo>
                  <a:pt x="95993" y="200025"/>
                </a:lnTo>
                <a:cubicBezTo>
                  <a:pt x="95993" y="204026"/>
                  <a:pt x="99977" y="208026"/>
                  <a:pt x="103961" y="208026"/>
                </a:cubicBezTo>
                <a:close/>
                <a:moveTo>
                  <a:pt x="111929" y="143923"/>
                </a:moveTo>
                <a:lnTo>
                  <a:pt x="143800" y="143923"/>
                </a:lnTo>
                <a:lnTo>
                  <a:pt x="143800" y="192024"/>
                </a:lnTo>
                <a:lnTo>
                  <a:pt x="111929" y="192024"/>
                </a:lnTo>
                <a:lnTo>
                  <a:pt x="111929" y="143923"/>
                </a:lnTo>
                <a:close/>
                <a:moveTo>
                  <a:pt x="182785" y="208026"/>
                </a:moveTo>
                <a:lnTo>
                  <a:pt x="230497" y="208026"/>
                </a:lnTo>
                <a:cubicBezTo>
                  <a:pt x="235809" y="208026"/>
                  <a:pt x="238465" y="204026"/>
                  <a:pt x="238465" y="200025"/>
                </a:cubicBezTo>
                <a:lnTo>
                  <a:pt x="238465" y="88201"/>
                </a:lnTo>
                <a:cubicBezTo>
                  <a:pt x="238465" y="84201"/>
                  <a:pt x="235809" y="80201"/>
                  <a:pt x="230497" y="80201"/>
                </a:cubicBezTo>
                <a:lnTo>
                  <a:pt x="182785" y="80201"/>
                </a:lnTo>
                <a:cubicBezTo>
                  <a:pt x="178801" y="80201"/>
                  <a:pt x="174817" y="84201"/>
                  <a:pt x="174817" y="88201"/>
                </a:cubicBezTo>
                <a:lnTo>
                  <a:pt x="174817" y="200025"/>
                </a:lnTo>
                <a:cubicBezTo>
                  <a:pt x="174817" y="204026"/>
                  <a:pt x="178801" y="208026"/>
                  <a:pt x="182785" y="208026"/>
                </a:cubicBezTo>
                <a:close/>
                <a:moveTo>
                  <a:pt x="190753" y="96107"/>
                </a:moveTo>
                <a:lnTo>
                  <a:pt x="222624" y="96107"/>
                </a:lnTo>
                <a:lnTo>
                  <a:pt x="222624" y="192024"/>
                </a:lnTo>
                <a:lnTo>
                  <a:pt x="190753" y="192024"/>
                </a:lnTo>
                <a:lnTo>
                  <a:pt x="190753" y="96107"/>
                </a:lnTo>
                <a:close/>
                <a:moveTo>
                  <a:pt x="262653" y="208026"/>
                </a:moveTo>
                <a:lnTo>
                  <a:pt x="310365" y="208026"/>
                </a:lnTo>
                <a:cubicBezTo>
                  <a:pt x="315677" y="208026"/>
                  <a:pt x="318333" y="204026"/>
                  <a:pt x="318333" y="200025"/>
                </a:cubicBezTo>
                <a:lnTo>
                  <a:pt x="318333" y="55816"/>
                </a:lnTo>
                <a:cubicBezTo>
                  <a:pt x="318333" y="51816"/>
                  <a:pt x="315677" y="47816"/>
                  <a:pt x="310365" y="47816"/>
                </a:cubicBezTo>
                <a:lnTo>
                  <a:pt x="262653" y="47816"/>
                </a:lnTo>
                <a:cubicBezTo>
                  <a:pt x="258669" y="47816"/>
                  <a:pt x="254685" y="51816"/>
                  <a:pt x="254685" y="55816"/>
                </a:cubicBezTo>
                <a:lnTo>
                  <a:pt x="254685" y="200025"/>
                </a:lnTo>
                <a:cubicBezTo>
                  <a:pt x="254685" y="204026"/>
                  <a:pt x="258669" y="208026"/>
                  <a:pt x="262653" y="208026"/>
                </a:cubicBezTo>
                <a:close/>
                <a:moveTo>
                  <a:pt x="270621" y="63818"/>
                </a:moveTo>
                <a:lnTo>
                  <a:pt x="302492" y="63818"/>
                </a:lnTo>
                <a:lnTo>
                  <a:pt x="302492" y="192024"/>
                </a:lnTo>
                <a:lnTo>
                  <a:pt x="270621" y="192024"/>
                </a:lnTo>
                <a:lnTo>
                  <a:pt x="270621" y="63818"/>
                </a:lnTo>
                <a:close/>
                <a:moveTo>
                  <a:pt x="79868" y="208026"/>
                </a:moveTo>
                <a:lnTo>
                  <a:pt x="63742" y="208026"/>
                </a:lnTo>
                <a:lnTo>
                  <a:pt x="63742" y="47816"/>
                </a:lnTo>
                <a:lnTo>
                  <a:pt x="79868" y="47816"/>
                </a:lnTo>
                <a:lnTo>
                  <a:pt x="79868" y="20802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" name="Graphic 23">
            <a:extLst>
              <a:ext uri="{FF2B5EF4-FFF2-40B4-BE49-F238E27FC236}">
                <a16:creationId xmlns:a16="http://schemas.microsoft.com/office/drawing/2014/main" id="{7EDE48F5-DAF0-AD9D-B40F-AD31A25FBE6B}"/>
              </a:ext>
            </a:extLst>
          </p:cNvPr>
          <p:cNvSpPr/>
          <p:nvPr/>
        </p:nvSpPr>
        <p:spPr>
          <a:xfrm>
            <a:off x="2204681" y="1454987"/>
            <a:ext cx="509682" cy="447783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103961 w 382169"/>
              <a:gd name="connsiteY38" fmla="*/ 208026 h 335756"/>
              <a:gd name="connsiteX39" fmla="*/ 151673 w 382169"/>
              <a:gd name="connsiteY39" fmla="*/ 208026 h 335756"/>
              <a:gd name="connsiteX40" fmla="*/ 159641 w 382169"/>
              <a:gd name="connsiteY40" fmla="*/ 200025 h 335756"/>
              <a:gd name="connsiteX41" fmla="*/ 159641 w 382169"/>
              <a:gd name="connsiteY41" fmla="*/ 135922 h 335756"/>
              <a:gd name="connsiteX42" fmla="*/ 151673 w 382169"/>
              <a:gd name="connsiteY42" fmla="*/ 127921 h 335756"/>
              <a:gd name="connsiteX43" fmla="*/ 103961 w 382169"/>
              <a:gd name="connsiteY43" fmla="*/ 127921 h 335756"/>
              <a:gd name="connsiteX44" fmla="*/ 95993 w 382169"/>
              <a:gd name="connsiteY44" fmla="*/ 135922 h 335756"/>
              <a:gd name="connsiteX45" fmla="*/ 95993 w 382169"/>
              <a:gd name="connsiteY45" fmla="*/ 200025 h 335756"/>
              <a:gd name="connsiteX46" fmla="*/ 103961 w 382169"/>
              <a:gd name="connsiteY46" fmla="*/ 208026 h 335756"/>
              <a:gd name="connsiteX47" fmla="*/ 111929 w 382169"/>
              <a:gd name="connsiteY47" fmla="*/ 143923 h 335756"/>
              <a:gd name="connsiteX48" fmla="*/ 143800 w 382169"/>
              <a:gd name="connsiteY48" fmla="*/ 143923 h 335756"/>
              <a:gd name="connsiteX49" fmla="*/ 143800 w 382169"/>
              <a:gd name="connsiteY49" fmla="*/ 192024 h 335756"/>
              <a:gd name="connsiteX50" fmla="*/ 111929 w 382169"/>
              <a:gd name="connsiteY50" fmla="*/ 192024 h 335756"/>
              <a:gd name="connsiteX51" fmla="*/ 111929 w 382169"/>
              <a:gd name="connsiteY51" fmla="*/ 143923 h 335756"/>
              <a:gd name="connsiteX52" fmla="*/ 182785 w 382169"/>
              <a:gd name="connsiteY52" fmla="*/ 208026 h 335756"/>
              <a:gd name="connsiteX53" fmla="*/ 230497 w 382169"/>
              <a:gd name="connsiteY53" fmla="*/ 208026 h 335756"/>
              <a:gd name="connsiteX54" fmla="*/ 238465 w 382169"/>
              <a:gd name="connsiteY54" fmla="*/ 200025 h 335756"/>
              <a:gd name="connsiteX55" fmla="*/ 238465 w 382169"/>
              <a:gd name="connsiteY55" fmla="*/ 88201 h 335756"/>
              <a:gd name="connsiteX56" fmla="*/ 230497 w 382169"/>
              <a:gd name="connsiteY56" fmla="*/ 80201 h 335756"/>
              <a:gd name="connsiteX57" fmla="*/ 182785 w 382169"/>
              <a:gd name="connsiteY57" fmla="*/ 80201 h 335756"/>
              <a:gd name="connsiteX58" fmla="*/ 174817 w 382169"/>
              <a:gd name="connsiteY58" fmla="*/ 88201 h 335756"/>
              <a:gd name="connsiteX59" fmla="*/ 174817 w 382169"/>
              <a:gd name="connsiteY59" fmla="*/ 200025 h 335756"/>
              <a:gd name="connsiteX60" fmla="*/ 182785 w 382169"/>
              <a:gd name="connsiteY60" fmla="*/ 208026 h 335756"/>
              <a:gd name="connsiteX61" fmla="*/ 190753 w 382169"/>
              <a:gd name="connsiteY61" fmla="*/ 96107 h 335756"/>
              <a:gd name="connsiteX62" fmla="*/ 222624 w 382169"/>
              <a:gd name="connsiteY62" fmla="*/ 96107 h 335756"/>
              <a:gd name="connsiteX63" fmla="*/ 222624 w 382169"/>
              <a:gd name="connsiteY63" fmla="*/ 192024 h 335756"/>
              <a:gd name="connsiteX64" fmla="*/ 190753 w 382169"/>
              <a:gd name="connsiteY64" fmla="*/ 192024 h 335756"/>
              <a:gd name="connsiteX65" fmla="*/ 190753 w 382169"/>
              <a:gd name="connsiteY65" fmla="*/ 96107 h 335756"/>
              <a:gd name="connsiteX66" fmla="*/ 262653 w 382169"/>
              <a:gd name="connsiteY66" fmla="*/ 208026 h 335756"/>
              <a:gd name="connsiteX67" fmla="*/ 310365 w 382169"/>
              <a:gd name="connsiteY67" fmla="*/ 208026 h 335756"/>
              <a:gd name="connsiteX68" fmla="*/ 318333 w 382169"/>
              <a:gd name="connsiteY68" fmla="*/ 200025 h 335756"/>
              <a:gd name="connsiteX69" fmla="*/ 318333 w 382169"/>
              <a:gd name="connsiteY69" fmla="*/ 55816 h 335756"/>
              <a:gd name="connsiteX70" fmla="*/ 310365 w 382169"/>
              <a:gd name="connsiteY70" fmla="*/ 47816 h 335756"/>
              <a:gd name="connsiteX71" fmla="*/ 262653 w 382169"/>
              <a:gd name="connsiteY71" fmla="*/ 47816 h 335756"/>
              <a:gd name="connsiteX72" fmla="*/ 254685 w 382169"/>
              <a:gd name="connsiteY72" fmla="*/ 55816 h 335756"/>
              <a:gd name="connsiteX73" fmla="*/ 254685 w 382169"/>
              <a:gd name="connsiteY73" fmla="*/ 200025 h 335756"/>
              <a:gd name="connsiteX74" fmla="*/ 262653 w 382169"/>
              <a:gd name="connsiteY74" fmla="*/ 208026 h 335756"/>
              <a:gd name="connsiteX75" fmla="*/ 270621 w 382169"/>
              <a:gd name="connsiteY75" fmla="*/ 63818 h 335756"/>
              <a:gd name="connsiteX76" fmla="*/ 302492 w 382169"/>
              <a:gd name="connsiteY76" fmla="*/ 63818 h 335756"/>
              <a:gd name="connsiteX77" fmla="*/ 302492 w 382169"/>
              <a:gd name="connsiteY77" fmla="*/ 192024 h 335756"/>
              <a:gd name="connsiteX78" fmla="*/ 270621 w 382169"/>
              <a:gd name="connsiteY78" fmla="*/ 192024 h 335756"/>
              <a:gd name="connsiteX79" fmla="*/ 270621 w 382169"/>
              <a:gd name="connsiteY79" fmla="*/ 63818 h 335756"/>
              <a:gd name="connsiteX80" fmla="*/ 79868 w 382169"/>
              <a:gd name="connsiteY80" fmla="*/ 208026 h 335756"/>
              <a:gd name="connsiteX81" fmla="*/ 63742 w 382169"/>
              <a:gd name="connsiteY81" fmla="*/ 208026 h 335756"/>
              <a:gd name="connsiteX82" fmla="*/ 63742 w 382169"/>
              <a:gd name="connsiteY82" fmla="*/ 47816 h 335756"/>
              <a:gd name="connsiteX83" fmla="*/ 79868 w 382169"/>
              <a:gd name="connsiteY83" fmla="*/ 47816 h 335756"/>
              <a:gd name="connsiteX84" fmla="*/ 79868 w 382169"/>
              <a:gd name="connsiteY84" fmla="*/ 20802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8890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8890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103961" y="208026"/>
                </a:moveTo>
                <a:lnTo>
                  <a:pt x="151673" y="208026"/>
                </a:lnTo>
                <a:cubicBezTo>
                  <a:pt x="156985" y="208026"/>
                  <a:pt x="159641" y="204026"/>
                  <a:pt x="159641" y="200025"/>
                </a:cubicBezTo>
                <a:lnTo>
                  <a:pt x="159641" y="135922"/>
                </a:lnTo>
                <a:cubicBezTo>
                  <a:pt x="159641" y="131921"/>
                  <a:pt x="156985" y="127921"/>
                  <a:pt x="151673" y="127921"/>
                </a:cubicBezTo>
                <a:lnTo>
                  <a:pt x="103961" y="127921"/>
                </a:lnTo>
                <a:cubicBezTo>
                  <a:pt x="99977" y="127921"/>
                  <a:pt x="95993" y="131921"/>
                  <a:pt x="95993" y="135922"/>
                </a:cubicBezTo>
                <a:lnTo>
                  <a:pt x="95993" y="200025"/>
                </a:lnTo>
                <a:cubicBezTo>
                  <a:pt x="95993" y="204026"/>
                  <a:pt x="99977" y="208026"/>
                  <a:pt x="103961" y="208026"/>
                </a:cubicBezTo>
                <a:close/>
                <a:moveTo>
                  <a:pt x="111929" y="143923"/>
                </a:moveTo>
                <a:lnTo>
                  <a:pt x="143800" y="143923"/>
                </a:lnTo>
                <a:lnTo>
                  <a:pt x="143800" y="192024"/>
                </a:lnTo>
                <a:lnTo>
                  <a:pt x="111929" y="192024"/>
                </a:lnTo>
                <a:lnTo>
                  <a:pt x="111929" y="143923"/>
                </a:lnTo>
                <a:close/>
                <a:moveTo>
                  <a:pt x="182785" y="208026"/>
                </a:moveTo>
                <a:lnTo>
                  <a:pt x="230497" y="208026"/>
                </a:lnTo>
                <a:cubicBezTo>
                  <a:pt x="235809" y="208026"/>
                  <a:pt x="238465" y="204026"/>
                  <a:pt x="238465" y="200025"/>
                </a:cubicBezTo>
                <a:lnTo>
                  <a:pt x="238465" y="88201"/>
                </a:lnTo>
                <a:cubicBezTo>
                  <a:pt x="238465" y="84201"/>
                  <a:pt x="235809" y="80201"/>
                  <a:pt x="230497" y="80201"/>
                </a:cubicBezTo>
                <a:lnTo>
                  <a:pt x="182785" y="80201"/>
                </a:lnTo>
                <a:cubicBezTo>
                  <a:pt x="178801" y="80201"/>
                  <a:pt x="174817" y="84201"/>
                  <a:pt x="174817" y="88201"/>
                </a:cubicBezTo>
                <a:lnTo>
                  <a:pt x="174817" y="200025"/>
                </a:lnTo>
                <a:cubicBezTo>
                  <a:pt x="174817" y="204026"/>
                  <a:pt x="178801" y="208026"/>
                  <a:pt x="182785" y="208026"/>
                </a:cubicBezTo>
                <a:close/>
                <a:moveTo>
                  <a:pt x="190753" y="96107"/>
                </a:moveTo>
                <a:lnTo>
                  <a:pt x="222624" y="96107"/>
                </a:lnTo>
                <a:lnTo>
                  <a:pt x="222624" y="192024"/>
                </a:lnTo>
                <a:lnTo>
                  <a:pt x="190753" y="192024"/>
                </a:lnTo>
                <a:lnTo>
                  <a:pt x="190753" y="96107"/>
                </a:lnTo>
                <a:close/>
                <a:moveTo>
                  <a:pt x="262653" y="208026"/>
                </a:moveTo>
                <a:lnTo>
                  <a:pt x="310365" y="208026"/>
                </a:lnTo>
                <a:cubicBezTo>
                  <a:pt x="315677" y="208026"/>
                  <a:pt x="318333" y="204026"/>
                  <a:pt x="318333" y="200025"/>
                </a:cubicBezTo>
                <a:lnTo>
                  <a:pt x="318333" y="55816"/>
                </a:lnTo>
                <a:cubicBezTo>
                  <a:pt x="318333" y="51816"/>
                  <a:pt x="315677" y="47816"/>
                  <a:pt x="310365" y="47816"/>
                </a:cubicBezTo>
                <a:lnTo>
                  <a:pt x="262653" y="47816"/>
                </a:lnTo>
                <a:cubicBezTo>
                  <a:pt x="258669" y="47816"/>
                  <a:pt x="254685" y="51816"/>
                  <a:pt x="254685" y="55816"/>
                </a:cubicBezTo>
                <a:lnTo>
                  <a:pt x="254685" y="200025"/>
                </a:lnTo>
                <a:cubicBezTo>
                  <a:pt x="254685" y="204026"/>
                  <a:pt x="258669" y="208026"/>
                  <a:pt x="262653" y="208026"/>
                </a:cubicBezTo>
                <a:close/>
                <a:moveTo>
                  <a:pt x="270621" y="63818"/>
                </a:moveTo>
                <a:lnTo>
                  <a:pt x="302492" y="63818"/>
                </a:lnTo>
                <a:lnTo>
                  <a:pt x="302492" y="192024"/>
                </a:lnTo>
                <a:lnTo>
                  <a:pt x="270621" y="192024"/>
                </a:lnTo>
                <a:lnTo>
                  <a:pt x="270621" y="63818"/>
                </a:lnTo>
                <a:close/>
                <a:moveTo>
                  <a:pt x="79868" y="208026"/>
                </a:moveTo>
                <a:lnTo>
                  <a:pt x="63742" y="208026"/>
                </a:lnTo>
                <a:lnTo>
                  <a:pt x="63742" y="47816"/>
                </a:lnTo>
                <a:lnTo>
                  <a:pt x="79868" y="47816"/>
                </a:lnTo>
                <a:lnTo>
                  <a:pt x="79868" y="20802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" name="Graphic 23">
            <a:extLst>
              <a:ext uri="{FF2B5EF4-FFF2-40B4-BE49-F238E27FC236}">
                <a16:creationId xmlns:a16="http://schemas.microsoft.com/office/drawing/2014/main" id="{16E4B0D1-5996-B9D7-96A4-185064F2E127}"/>
              </a:ext>
            </a:extLst>
          </p:cNvPr>
          <p:cNvSpPr/>
          <p:nvPr/>
        </p:nvSpPr>
        <p:spPr>
          <a:xfrm>
            <a:off x="2944456" y="1454987"/>
            <a:ext cx="509682" cy="447783"/>
          </a:xfrm>
          <a:custGeom>
            <a:avLst/>
            <a:gdLst>
              <a:gd name="connsiteX0" fmla="*/ 350109 w 382169"/>
              <a:gd name="connsiteY0" fmla="*/ 0 h 335756"/>
              <a:gd name="connsiteX1" fmla="*/ 31871 w 382169"/>
              <a:gd name="connsiteY1" fmla="*/ 0 h 335756"/>
              <a:gd name="connsiteX2" fmla="*/ 0 w 382169"/>
              <a:gd name="connsiteY2" fmla="*/ 33242 h 335756"/>
              <a:gd name="connsiteX3" fmla="*/ 0 w 382169"/>
              <a:gd name="connsiteY3" fmla="*/ 270129 h 335756"/>
              <a:gd name="connsiteX4" fmla="*/ 31871 w 382169"/>
              <a:gd name="connsiteY4" fmla="*/ 303371 h 335756"/>
              <a:gd name="connsiteX5" fmla="*/ 174912 w 382169"/>
              <a:gd name="connsiteY5" fmla="*/ 303371 h 335756"/>
              <a:gd name="connsiteX6" fmla="*/ 174912 w 382169"/>
              <a:gd name="connsiteY6" fmla="*/ 319564 h 335756"/>
              <a:gd name="connsiteX7" fmla="*/ 79773 w 382169"/>
              <a:gd name="connsiteY7" fmla="*/ 319564 h 335756"/>
              <a:gd name="connsiteX8" fmla="*/ 71805 w 382169"/>
              <a:gd name="connsiteY8" fmla="*/ 327660 h 335756"/>
              <a:gd name="connsiteX9" fmla="*/ 79773 w 382169"/>
              <a:gd name="connsiteY9" fmla="*/ 335756 h 335756"/>
              <a:gd name="connsiteX10" fmla="*/ 302397 w 382169"/>
              <a:gd name="connsiteY10" fmla="*/ 335756 h 335756"/>
              <a:gd name="connsiteX11" fmla="*/ 310365 w 382169"/>
              <a:gd name="connsiteY11" fmla="*/ 327660 h 335756"/>
              <a:gd name="connsiteX12" fmla="*/ 302397 w 382169"/>
              <a:gd name="connsiteY12" fmla="*/ 319564 h 335756"/>
              <a:gd name="connsiteX13" fmla="*/ 191132 w 382169"/>
              <a:gd name="connsiteY13" fmla="*/ 319564 h 335756"/>
              <a:gd name="connsiteX14" fmla="*/ 191132 w 382169"/>
              <a:gd name="connsiteY14" fmla="*/ 303371 h 335756"/>
              <a:gd name="connsiteX15" fmla="*/ 350299 w 382169"/>
              <a:gd name="connsiteY15" fmla="*/ 303371 h 335756"/>
              <a:gd name="connsiteX16" fmla="*/ 382170 w 382169"/>
              <a:gd name="connsiteY16" fmla="*/ 270129 h 335756"/>
              <a:gd name="connsiteX17" fmla="*/ 382170 w 382169"/>
              <a:gd name="connsiteY17" fmla="*/ 33242 h 335756"/>
              <a:gd name="connsiteX18" fmla="*/ 350299 w 382169"/>
              <a:gd name="connsiteY18" fmla="*/ 0 h 335756"/>
              <a:gd name="connsiteX19" fmla="*/ 31871 w 382169"/>
              <a:gd name="connsiteY19" fmla="*/ 16002 h 335756"/>
              <a:gd name="connsiteX20" fmla="*/ 350109 w 382169"/>
              <a:gd name="connsiteY20" fmla="*/ 16002 h 335756"/>
              <a:gd name="connsiteX21" fmla="*/ 366045 w 382169"/>
              <a:gd name="connsiteY21" fmla="*/ 33338 h 335756"/>
              <a:gd name="connsiteX22" fmla="*/ 366045 w 382169"/>
              <a:gd name="connsiteY22" fmla="*/ 224218 h 335756"/>
              <a:gd name="connsiteX23" fmla="*/ 15936 w 382169"/>
              <a:gd name="connsiteY23" fmla="*/ 224218 h 335756"/>
              <a:gd name="connsiteX24" fmla="*/ 15936 w 382169"/>
              <a:gd name="connsiteY24" fmla="*/ 33338 h 335756"/>
              <a:gd name="connsiteX25" fmla="*/ 31871 w 382169"/>
              <a:gd name="connsiteY25" fmla="*/ 16002 h 335756"/>
              <a:gd name="connsiteX26" fmla="*/ 350109 w 382169"/>
              <a:gd name="connsiteY26" fmla="*/ 287464 h 335756"/>
              <a:gd name="connsiteX27" fmla="*/ 31871 w 382169"/>
              <a:gd name="connsiteY27" fmla="*/ 287464 h 335756"/>
              <a:gd name="connsiteX28" fmla="*/ 15936 w 382169"/>
              <a:gd name="connsiteY28" fmla="*/ 270129 h 335756"/>
              <a:gd name="connsiteX29" fmla="*/ 15936 w 382169"/>
              <a:gd name="connsiteY29" fmla="*/ 239459 h 335756"/>
              <a:gd name="connsiteX30" fmla="*/ 366045 w 382169"/>
              <a:gd name="connsiteY30" fmla="*/ 239459 h 335756"/>
              <a:gd name="connsiteX31" fmla="*/ 366045 w 382169"/>
              <a:gd name="connsiteY31" fmla="*/ 270129 h 335756"/>
              <a:gd name="connsiteX32" fmla="*/ 350109 w 382169"/>
              <a:gd name="connsiteY32" fmla="*/ 287464 h 335756"/>
              <a:gd name="connsiteX33" fmla="*/ 207163 w 382169"/>
              <a:gd name="connsiteY33" fmla="*/ 263843 h 335756"/>
              <a:gd name="connsiteX34" fmla="*/ 191038 w 382169"/>
              <a:gd name="connsiteY34" fmla="*/ 280035 h 335756"/>
              <a:gd name="connsiteX35" fmla="*/ 174912 w 382169"/>
              <a:gd name="connsiteY35" fmla="*/ 263843 h 335756"/>
              <a:gd name="connsiteX36" fmla="*/ 191038 w 382169"/>
              <a:gd name="connsiteY36" fmla="*/ 247650 h 335756"/>
              <a:gd name="connsiteX37" fmla="*/ 207163 w 382169"/>
              <a:gd name="connsiteY37" fmla="*/ 263843 h 335756"/>
              <a:gd name="connsiteX38" fmla="*/ 103961 w 382169"/>
              <a:gd name="connsiteY38" fmla="*/ 208026 h 335756"/>
              <a:gd name="connsiteX39" fmla="*/ 151673 w 382169"/>
              <a:gd name="connsiteY39" fmla="*/ 208026 h 335756"/>
              <a:gd name="connsiteX40" fmla="*/ 159641 w 382169"/>
              <a:gd name="connsiteY40" fmla="*/ 200025 h 335756"/>
              <a:gd name="connsiteX41" fmla="*/ 159641 w 382169"/>
              <a:gd name="connsiteY41" fmla="*/ 135922 h 335756"/>
              <a:gd name="connsiteX42" fmla="*/ 151673 w 382169"/>
              <a:gd name="connsiteY42" fmla="*/ 127921 h 335756"/>
              <a:gd name="connsiteX43" fmla="*/ 103961 w 382169"/>
              <a:gd name="connsiteY43" fmla="*/ 127921 h 335756"/>
              <a:gd name="connsiteX44" fmla="*/ 95993 w 382169"/>
              <a:gd name="connsiteY44" fmla="*/ 135922 h 335756"/>
              <a:gd name="connsiteX45" fmla="*/ 95993 w 382169"/>
              <a:gd name="connsiteY45" fmla="*/ 200025 h 335756"/>
              <a:gd name="connsiteX46" fmla="*/ 103961 w 382169"/>
              <a:gd name="connsiteY46" fmla="*/ 208026 h 335756"/>
              <a:gd name="connsiteX47" fmla="*/ 111929 w 382169"/>
              <a:gd name="connsiteY47" fmla="*/ 143923 h 335756"/>
              <a:gd name="connsiteX48" fmla="*/ 143800 w 382169"/>
              <a:gd name="connsiteY48" fmla="*/ 143923 h 335756"/>
              <a:gd name="connsiteX49" fmla="*/ 143800 w 382169"/>
              <a:gd name="connsiteY49" fmla="*/ 192024 h 335756"/>
              <a:gd name="connsiteX50" fmla="*/ 111929 w 382169"/>
              <a:gd name="connsiteY50" fmla="*/ 192024 h 335756"/>
              <a:gd name="connsiteX51" fmla="*/ 111929 w 382169"/>
              <a:gd name="connsiteY51" fmla="*/ 143923 h 335756"/>
              <a:gd name="connsiteX52" fmla="*/ 182785 w 382169"/>
              <a:gd name="connsiteY52" fmla="*/ 208026 h 335756"/>
              <a:gd name="connsiteX53" fmla="*/ 230497 w 382169"/>
              <a:gd name="connsiteY53" fmla="*/ 208026 h 335756"/>
              <a:gd name="connsiteX54" fmla="*/ 238465 w 382169"/>
              <a:gd name="connsiteY54" fmla="*/ 200025 h 335756"/>
              <a:gd name="connsiteX55" fmla="*/ 238465 w 382169"/>
              <a:gd name="connsiteY55" fmla="*/ 88201 h 335756"/>
              <a:gd name="connsiteX56" fmla="*/ 230497 w 382169"/>
              <a:gd name="connsiteY56" fmla="*/ 80201 h 335756"/>
              <a:gd name="connsiteX57" fmla="*/ 182785 w 382169"/>
              <a:gd name="connsiteY57" fmla="*/ 80201 h 335756"/>
              <a:gd name="connsiteX58" fmla="*/ 174817 w 382169"/>
              <a:gd name="connsiteY58" fmla="*/ 88201 h 335756"/>
              <a:gd name="connsiteX59" fmla="*/ 174817 w 382169"/>
              <a:gd name="connsiteY59" fmla="*/ 200025 h 335756"/>
              <a:gd name="connsiteX60" fmla="*/ 182785 w 382169"/>
              <a:gd name="connsiteY60" fmla="*/ 208026 h 335756"/>
              <a:gd name="connsiteX61" fmla="*/ 190753 w 382169"/>
              <a:gd name="connsiteY61" fmla="*/ 96107 h 335756"/>
              <a:gd name="connsiteX62" fmla="*/ 222624 w 382169"/>
              <a:gd name="connsiteY62" fmla="*/ 96107 h 335756"/>
              <a:gd name="connsiteX63" fmla="*/ 222624 w 382169"/>
              <a:gd name="connsiteY63" fmla="*/ 192024 h 335756"/>
              <a:gd name="connsiteX64" fmla="*/ 190753 w 382169"/>
              <a:gd name="connsiteY64" fmla="*/ 192024 h 335756"/>
              <a:gd name="connsiteX65" fmla="*/ 190753 w 382169"/>
              <a:gd name="connsiteY65" fmla="*/ 96107 h 335756"/>
              <a:gd name="connsiteX66" fmla="*/ 262653 w 382169"/>
              <a:gd name="connsiteY66" fmla="*/ 208026 h 335756"/>
              <a:gd name="connsiteX67" fmla="*/ 310365 w 382169"/>
              <a:gd name="connsiteY67" fmla="*/ 208026 h 335756"/>
              <a:gd name="connsiteX68" fmla="*/ 318333 w 382169"/>
              <a:gd name="connsiteY68" fmla="*/ 200025 h 335756"/>
              <a:gd name="connsiteX69" fmla="*/ 318333 w 382169"/>
              <a:gd name="connsiteY69" fmla="*/ 55816 h 335756"/>
              <a:gd name="connsiteX70" fmla="*/ 310365 w 382169"/>
              <a:gd name="connsiteY70" fmla="*/ 47816 h 335756"/>
              <a:gd name="connsiteX71" fmla="*/ 262653 w 382169"/>
              <a:gd name="connsiteY71" fmla="*/ 47816 h 335756"/>
              <a:gd name="connsiteX72" fmla="*/ 254685 w 382169"/>
              <a:gd name="connsiteY72" fmla="*/ 55816 h 335756"/>
              <a:gd name="connsiteX73" fmla="*/ 254685 w 382169"/>
              <a:gd name="connsiteY73" fmla="*/ 200025 h 335756"/>
              <a:gd name="connsiteX74" fmla="*/ 262653 w 382169"/>
              <a:gd name="connsiteY74" fmla="*/ 208026 h 335756"/>
              <a:gd name="connsiteX75" fmla="*/ 270621 w 382169"/>
              <a:gd name="connsiteY75" fmla="*/ 63818 h 335756"/>
              <a:gd name="connsiteX76" fmla="*/ 302492 w 382169"/>
              <a:gd name="connsiteY76" fmla="*/ 63818 h 335756"/>
              <a:gd name="connsiteX77" fmla="*/ 302492 w 382169"/>
              <a:gd name="connsiteY77" fmla="*/ 192024 h 335756"/>
              <a:gd name="connsiteX78" fmla="*/ 270621 w 382169"/>
              <a:gd name="connsiteY78" fmla="*/ 192024 h 335756"/>
              <a:gd name="connsiteX79" fmla="*/ 270621 w 382169"/>
              <a:gd name="connsiteY79" fmla="*/ 63818 h 335756"/>
              <a:gd name="connsiteX80" fmla="*/ 79868 w 382169"/>
              <a:gd name="connsiteY80" fmla="*/ 208026 h 335756"/>
              <a:gd name="connsiteX81" fmla="*/ 63742 w 382169"/>
              <a:gd name="connsiteY81" fmla="*/ 208026 h 335756"/>
              <a:gd name="connsiteX82" fmla="*/ 63742 w 382169"/>
              <a:gd name="connsiteY82" fmla="*/ 47816 h 335756"/>
              <a:gd name="connsiteX83" fmla="*/ 79868 w 382169"/>
              <a:gd name="connsiteY83" fmla="*/ 47816 h 335756"/>
              <a:gd name="connsiteX84" fmla="*/ 79868 w 382169"/>
              <a:gd name="connsiteY84" fmla="*/ 208026 h 33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382169" h="335756">
                <a:moveTo>
                  <a:pt x="350109" y="0"/>
                </a:moveTo>
                <a:lnTo>
                  <a:pt x="31871" y="0"/>
                </a:lnTo>
                <a:cubicBezTo>
                  <a:pt x="14608" y="0"/>
                  <a:pt x="0" y="14669"/>
                  <a:pt x="0" y="33242"/>
                </a:cubicBezTo>
                <a:lnTo>
                  <a:pt x="0" y="270129"/>
                </a:lnTo>
                <a:cubicBezTo>
                  <a:pt x="0" y="288798"/>
                  <a:pt x="14608" y="303371"/>
                  <a:pt x="31871" y="303371"/>
                </a:cubicBezTo>
                <a:lnTo>
                  <a:pt x="174912" y="303371"/>
                </a:lnTo>
                <a:lnTo>
                  <a:pt x="174912" y="319564"/>
                </a:lnTo>
                <a:lnTo>
                  <a:pt x="79773" y="319564"/>
                </a:lnTo>
                <a:cubicBezTo>
                  <a:pt x="75789" y="319564"/>
                  <a:pt x="71805" y="323660"/>
                  <a:pt x="71805" y="327660"/>
                </a:cubicBezTo>
                <a:cubicBezTo>
                  <a:pt x="71805" y="331661"/>
                  <a:pt x="75789" y="335756"/>
                  <a:pt x="79773" y="335756"/>
                </a:cubicBezTo>
                <a:lnTo>
                  <a:pt x="302397" y="335756"/>
                </a:lnTo>
                <a:cubicBezTo>
                  <a:pt x="307709" y="335756"/>
                  <a:pt x="310365" y="331661"/>
                  <a:pt x="310365" y="327660"/>
                </a:cubicBezTo>
                <a:cubicBezTo>
                  <a:pt x="310365" y="323660"/>
                  <a:pt x="307709" y="319564"/>
                  <a:pt x="302397" y="319564"/>
                </a:cubicBezTo>
                <a:lnTo>
                  <a:pt x="191132" y="319564"/>
                </a:lnTo>
                <a:lnTo>
                  <a:pt x="191132" y="303371"/>
                </a:lnTo>
                <a:lnTo>
                  <a:pt x="350299" y="303371"/>
                </a:lnTo>
                <a:cubicBezTo>
                  <a:pt x="368890" y="303371"/>
                  <a:pt x="382170" y="288703"/>
                  <a:pt x="382170" y="270129"/>
                </a:cubicBezTo>
                <a:lnTo>
                  <a:pt x="382170" y="33242"/>
                </a:lnTo>
                <a:cubicBezTo>
                  <a:pt x="382170" y="14573"/>
                  <a:pt x="368890" y="0"/>
                  <a:pt x="350299" y="0"/>
                </a:cubicBezTo>
                <a:close/>
                <a:moveTo>
                  <a:pt x="31871" y="16002"/>
                </a:moveTo>
                <a:lnTo>
                  <a:pt x="350109" y="16002"/>
                </a:lnTo>
                <a:cubicBezTo>
                  <a:pt x="359405" y="16002"/>
                  <a:pt x="366045" y="24003"/>
                  <a:pt x="366045" y="33338"/>
                </a:cubicBezTo>
                <a:lnTo>
                  <a:pt x="366045" y="224218"/>
                </a:lnTo>
                <a:lnTo>
                  <a:pt x="15936" y="224218"/>
                </a:lnTo>
                <a:lnTo>
                  <a:pt x="15936" y="33338"/>
                </a:lnTo>
                <a:cubicBezTo>
                  <a:pt x="15936" y="24003"/>
                  <a:pt x="23903" y="16002"/>
                  <a:pt x="31871" y="16002"/>
                </a:cubicBezTo>
                <a:close/>
                <a:moveTo>
                  <a:pt x="350109" y="287464"/>
                </a:moveTo>
                <a:lnTo>
                  <a:pt x="31871" y="287464"/>
                </a:lnTo>
                <a:cubicBezTo>
                  <a:pt x="23903" y="287464"/>
                  <a:pt x="15936" y="279464"/>
                  <a:pt x="15936" y="270129"/>
                </a:cubicBezTo>
                <a:lnTo>
                  <a:pt x="15936" y="239459"/>
                </a:lnTo>
                <a:lnTo>
                  <a:pt x="366045" y="239459"/>
                </a:lnTo>
                <a:lnTo>
                  <a:pt x="366045" y="270129"/>
                </a:lnTo>
                <a:cubicBezTo>
                  <a:pt x="366045" y="279464"/>
                  <a:pt x="359405" y="287464"/>
                  <a:pt x="350109" y="287464"/>
                </a:cubicBezTo>
                <a:close/>
                <a:moveTo>
                  <a:pt x="207163" y="263843"/>
                </a:moveTo>
                <a:cubicBezTo>
                  <a:pt x="207163" y="272796"/>
                  <a:pt x="199954" y="280035"/>
                  <a:pt x="191038" y="280035"/>
                </a:cubicBezTo>
                <a:cubicBezTo>
                  <a:pt x="182121" y="280035"/>
                  <a:pt x="174912" y="272796"/>
                  <a:pt x="174912" y="263843"/>
                </a:cubicBezTo>
                <a:cubicBezTo>
                  <a:pt x="174912" y="254889"/>
                  <a:pt x="182121" y="247650"/>
                  <a:pt x="191038" y="247650"/>
                </a:cubicBezTo>
                <a:cubicBezTo>
                  <a:pt x="199954" y="247650"/>
                  <a:pt x="207163" y="254889"/>
                  <a:pt x="207163" y="263843"/>
                </a:cubicBezTo>
                <a:close/>
                <a:moveTo>
                  <a:pt x="103961" y="208026"/>
                </a:moveTo>
                <a:lnTo>
                  <a:pt x="151673" y="208026"/>
                </a:lnTo>
                <a:cubicBezTo>
                  <a:pt x="156985" y="208026"/>
                  <a:pt x="159641" y="204026"/>
                  <a:pt x="159641" y="200025"/>
                </a:cubicBezTo>
                <a:lnTo>
                  <a:pt x="159641" y="135922"/>
                </a:lnTo>
                <a:cubicBezTo>
                  <a:pt x="159641" y="131921"/>
                  <a:pt x="156985" y="127921"/>
                  <a:pt x="151673" y="127921"/>
                </a:cubicBezTo>
                <a:lnTo>
                  <a:pt x="103961" y="127921"/>
                </a:lnTo>
                <a:cubicBezTo>
                  <a:pt x="99977" y="127921"/>
                  <a:pt x="95993" y="131921"/>
                  <a:pt x="95993" y="135922"/>
                </a:cubicBezTo>
                <a:lnTo>
                  <a:pt x="95993" y="200025"/>
                </a:lnTo>
                <a:cubicBezTo>
                  <a:pt x="95993" y="204026"/>
                  <a:pt x="99977" y="208026"/>
                  <a:pt x="103961" y="208026"/>
                </a:cubicBezTo>
                <a:close/>
                <a:moveTo>
                  <a:pt x="111929" y="143923"/>
                </a:moveTo>
                <a:lnTo>
                  <a:pt x="143800" y="143923"/>
                </a:lnTo>
                <a:lnTo>
                  <a:pt x="143800" y="192024"/>
                </a:lnTo>
                <a:lnTo>
                  <a:pt x="111929" y="192024"/>
                </a:lnTo>
                <a:lnTo>
                  <a:pt x="111929" y="143923"/>
                </a:lnTo>
                <a:close/>
                <a:moveTo>
                  <a:pt x="182785" y="208026"/>
                </a:moveTo>
                <a:lnTo>
                  <a:pt x="230497" y="208026"/>
                </a:lnTo>
                <a:cubicBezTo>
                  <a:pt x="235809" y="208026"/>
                  <a:pt x="238465" y="204026"/>
                  <a:pt x="238465" y="200025"/>
                </a:cubicBezTo>
                <a:lnTo>
                  <a:pt x="238465" y="88201"/>
                </a:lnTo>
                <a:cubicBezTo>
                  <a:pt x="238465" y="84201"/>
                  <a:pt x="235809" y="80201"/>
                  <a:pt x="230497" y="80201"/>
                </a:cubicBezTo>
                <a:lnTo>
                  <a:pt x="182785" y="80201"/>
                </a:lnTo>
                <a:cubicBezTo>
                  <a:pt x="178801" y="80201"/>
                  <a:pt x="174817" y="84201"/>
                  <a:pt x="174817" y="88201"/>
                </a:cubicBezTo>
                <a:lnTo>
                  <a:pt x="174817" y="200025"/>
                </a:lnTo>
                <a:cubicBezTo>
                  <a:pt x="174817" y="204026"/>
                  <a:pt x="178801" y="208026"/>
                  <a:pt x="182785" y="208026"/>
                </a:cubicBezTo>
                <a:close/>
                <a:moveTo>
                  <a:pt x="190753" y="96107"/>
                </a:moveTo>
                <a:lnTo>
                  <a:pt x="222624" y="96107"/>
                </a:lnTo>
                <a:lnTo>
                  <a:pt x="222624" y="192024"/>
                </a:lnTo>
                <a:lnTo>
                  <a:pt x="190753" y="192024"/>
                </a:lnTo>
                <a:lnTo>
                  <a:pt x="190753" y="96107"/>
                </a:lnTo>
                <a:close/>
                <a:moveTo>
                  <a:pt x="262653" y="208026"/>
                </a:moveTo>
                <a:lnTo>
                  <a:pt x="310365" y="208026"/>
                </a:lnTo>
                <a:cubicBezTo>
                  <a:pt x="315677" y="208026"/>
                  <a:pt x="318333" y="204026"/>
                  <a:pt x="318333" y="200025"/>
                </a:cubicBezTo>
                <a:lnTo>
                  <a:pt x="318333" y="55816"/>
                </a:lnTo>
                <a:cubicBezTo>
                  <a:pt x="318333" y="51816"/>
                  <a:pt x="315677" y="47816"/>
                  <a:pt x="310365" y="47816"/>
                </a:cubicBezTo>
                <a:lnTo>
                  <a:pt x="262653" y="47816"/>
                </a:lnTo>
                <a:cubicBezTo>
                  <a:pt x="258669" y="47816"/>
                  <a:pt x="254685" y="51816"/>
                  <a:pt x="254685" y="55816"/>
                </a:cubicBezTo>
                <a:lnTo>
                  <a:pt x="254685" y="200025"/>
                </a:lnTo>
                <a:cubicBezTo>
                  <a:pt x="254685" y="204026"/>
                  <a:pt x="258669" y="208026"/>
                  <a:pt x="262653" y="208026"/>
                </a:cubicBezTo>
                <a:close/>
                <a:moveTo>
                  <a:pt x="270621" y="63818"/>
                </a:moveTo>
                <a:lnTo>
                  <a:pt x="302492" y="63818"/>
                </a:lnTo>
                <a:lnTo>
                  <a:pt x="302492" y="192024"/>
                </a:lnTo>
                <a:lnTo>
                  <a:pt x="270621" y="192024"/>
                </a:lnTo>
                <a:lnTo>
                  <a:pt x="270621" y="63818"/>
                </a:lnTo>
                <a:close/>
                <a:moveTo>
                  <a:pt x="79868" y="208026"/>
                </a:moveTo>
                <a:lnTo>
                  <a:pt x="63742" y="208026"/>
                </a:lnTo>
                <a:lnTo>
                  <a:pt x="63742" y="47816"/>
                </a:lnTo>
                <a:lnTo>
                  <a:pt x="79868" y="47816"/>
                </a:lnTo>
                <a:lnTo>
                  <a:pt x="79868" y="20802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9">
            <a:extLst>
              <a:ext uri="{FF2B5EF4-FFF2-40B4-BE49-F238E27FC236}">
                <a16:creationId xmlns:a16="http://schemas.microsoft.com/office/drawing/2014/main" id="{9A9AC24A-BD14-6557-34EC-CF5C574AC89E}"/>
              </a:ext>
            </a:extLst>
          </p:cNvPr>
          <p:cNvSpPr/>
          <p:nvPr/>
        </p:nvSpPr>
        <p:spPr>
          <a:xfrm>
            <a:off x="3832751" y="792722"/>
            <a:ext cx="490798" cy="494097"/>
          </a:xfrm>
          <a:custGeom>
            <a:avLst/>
            <a:gdLst>
              <a:gd name="connsiteX0" fmla="*/ 46384 w 373158"/>
              <a:gd name="connsiteY0" fmla="*/ 132969 h 375666"/>
              <a:gd name="connsiteX1" fmla="*/ 46384 w 373158"/>
              <a:gd name="connsiteY1" fmla="*/ 101917 h 375666"/>
              <a:gd name="connsiteX2" fmla="*/ 54257 w 373158"/>
              <a:gd name="connsiteY2" fmla="*/ 94107 h 375666"/>
              <a:gd name="connsiteX3" fmla="*/ 62130 w 373158"/>
              <a:gd name="connsiteY3" fmla="*/ 101917 h 375666"/>
              <a:gd name="connsiteX4" fmla="*/ 62130 w 373158"/>
              <a:gd name="connsiteY4" fmla="*/ 132969 h 375666"/>
              <a:gd name="connsiteX5" fmla="*/ 54257 w 373158"/>
              <a:gd name="connsiteY5" fmla="*/ 140779 h 375666"/>
              <a:gd name="connsiteX6" fmla="*/ 46384 w 373158"/>
              <a:gd name="connsiteY6" fmla="*/ 132969 h 375666"/>
              <a:gd name="connsiteX7" fmla="*/ 154993 w 373158"/>
              <a:gd name="connsiteY7" fmla="*/ 101917 h 375666"/>
              <a:gd name="connsiteX8" fmla="*/ 147594 w 373158"/>
              <a:gd name="connsiteY8" fmla="*/ 94107 h 375666"/>
              <a:gd name="connsiteX9" fmla="*/ 140100 w 373158"/>
              <a:gd name="connsiteY9" fmla="*/ 101917 h 375666"/>
              <a:gd name="connsiteX10" fmla="*/ 140100 w 373158"/>
              <a:gd name="connsiteY10" fmla="*/ 132969 h 375666"/>
              <a:gd name="connsiteX11" fmla="*/ 147594 w 373158"/>
              <a:gd name="connsiteY11" fmla="*/ 140779 h 375666"/>
              <a:gd name="connsiteX12" fmla="*/ 154993 w 373158"/>
              <a:gd name="connsiteY12" fmla="*/ 132969 h 375666"/>
              <a:gd name="connsiteX13" fmla="*/ 154993 w 373158"/>
              <a:gd name="connsiteY13" fmla="*/ 101917 h 375666"/>
              <a:gd name="connsiteX14" fmla="*/ 116482 w 373158"/>
              <a:gd name="connsiteY14" fmla="*/ 172498 h 375666"/>
              <a:gd name="connsiteX15" fmla="*/ 108609 w 373158"/>
              <a:gd name="connsiteY15" fmla="*/ 180308 h 375666"/>
              <a:gd name="connsiteX16" fmla="*/ 108609 w 373158"/>
              <a:gd name="connsiteY16" fmla="*/ 211360 h 375666"/>
              <a:gd name="connsiteX17" fmla="*/ 116482 w 373158"/>
              <a:gd name="connsiteY17" fmla="*/ 219170 h 375666"/>
              <a:gd name="connsiteX18" fmla="*/ 124355 w 373158"/>
              <a:gd name="connsiteY18" fmla="*/ 211360 h 375666"/>
              <a:gd name="connsiteX19" fmla="*/ 124355 w 373158"/>
              <a:gd name="connsiteY19" fmla="*/ 180308 h 375666"/>
              <a:gd name="connsiteX20" fmla="*/ 116482 w 373158"/>
              <a:gd name="connsiteY20" fmla="*/ 172498 h 375666"/>
              <a:gd name="connsiteX21" fmla="*/ 154993 w 373158"/>
              <a:gd name="connsiteY21" fmla="*/ 180213 h 375666"/>
              <a:gd name="connsiteX22" fmla="*/ 147594 w 373158"/>
              <a:gd name="connsiteY22" fmla="*/ 172402 h 375666"/>
              <a:gd name="connsiteX23" fmla="*/ 140100 w 373158"/>
              <a:gd name="connsiteY23" fmla="*/ 180213 h 375666"/>
              <a:gd name="connsiteX24" fmla="*/ 140100 w 373158"/>
              <a:gd name="connsiteY24" fmla="*/ 211265 h 375666"/>
              <a:gd name="connsiteX25" fmla="*/ 147594 w 373158"/>
              <a:gd name="connsiteY25" fmla="*/ 219075 h 375666"/>
              <a:gd name="connsiteX26" fmla="*/ 154993 w 373158"/>
              <a:gd name="connsiteY26" fmla="*/ 211265 h 375666"/>
              <a:gd name="connsiteX27" fmla="*/ 154993 w 373158"/>
              <a:gd name="connsiteY27" fmla="*/ 180213 h 375666"/>
              <a:gd name="connsiteX28" fmla="*/ 116577 w 373158"/>
              <a:gd name="connsiteY28" fmla="*/ 140779 h 375666"/>
              <a:gd name="connsiteX29" fmla="*/ 85654 w 373158"/>
              <a:gd name="connsiteY29" fmla="*/ 140779 h 375666"/>
              <a:gd name="connsiteX30" fmla="*/ 77876 w 373158"/>
              <a:gd name="connsiteY30" fmla="*/ 132969 h 375666"/>
              <a:gd name="connsiteX31" fmla="*/ 77876 w 373158"/>
              <a:gd name="connsiteY31" fmla="*/ 101917 h 375666"/>
              <a:gd name="connsiteX32" fmla="*/ 85654 w 373158"/>
              <a:gd name="connsiteY32" fmla="*/ 94107 h 375666"/>
              <a:gd name="connsiteX33" fmla="*/ 116577 w 373158"/>
              <a:gd name="connsiteY33" fmla="*/ 94107 h 375666"/>
              <a:gd name="connsiteX34" fmla="*/ 124355 w 373158"/>
              <a:gd name="connsiteY34" fmla="*/ 101917 h 375666"/>
              <a:gd name="connsiteX35" fmla="*/ 124355 w 373158"/>
              <a:gd name="connsiteY35" fmla="*/ 132969 h 375666"/>
              <a:gd name="connsiteX36" fmla="*/ 116577 w 373158"/>
              <a:gd name="connsiteY36" fmla="*/ 140779 h 375666"/>
              <a:gd name="connsiteX37" fmla="*/ 108893 w 373158"/>
              <a:gd name="connsiteY37" fmla="*/ 109728 h 375666"/>
              <a:gd name="connsiteX38" fmla="*/ 93432 w 373158"/>
              <a:gd name="connsiteY38" fmla="*/ 109728 h 375666"/>
              <a:gd name="connsiteX39" fmla="*/ 93432 w 373158"/>
              <a:gd name="connsiteY39" fmla="*/ 125254 h 375666"/>
              <a:gd name="connsiteX40" fmla="*/ 108893 w 373158"/>
              <a:gd name="connsiteY40" fmla="*/ 125254 h 375666"/>
              <a:gd name="connsiteX41" fmla="*/ 108893 w 373158"/>
              <a:gd name="connsiteY41" fmla="*/ 109728 h 375666"/>
              <a:gd name="connsiteX42" fmla="*/ 92863 w 373158"/>
              <a:gd name="connsiteY42" fmla="*/ 211265 h 375666"/>
              <a:gd name="connsiteX43" fmla="*/ 85085 w 373158"/>
              <a:gd name="connsiteY43" fmla="*/ 219075 h 375666"/>
              <a:gd name="connsiteX44" fmla="*/ 54162 w 373158"/>
              <a:gd name="connsiteY44" fmla="*/ 219075 h 375666"/>
              <a:gd name="connsiteX45" fmla="*/ 46384 w 373158"/>
              <a:gd name="connsiteY45" fmla="*/ 211265 h 375666"/>
              <a:gd name="connsiteX46" fmla="*/ 46384 w 373158"/>
              <a:gd name="connsiteY46" fmla="*/ 180213 h 375666"/>
              <a:gd name="connsiteX47" fmla="*/ 54162 w 373158"/>
              <a:gd name="connsiteY47" fmla="*/ 172402 h 375666"/>
              <a:gd name="connsiteX48" fmla="*/ 85085 w 373158"/>
              <a:gd name="connsiteY48" fmla="*/ 172402 h 375666"/>
              <a:gd name="connsiteX49" fmla="*/ 92863 w 373158"/>
              <a:gd name="connsiteY49" fmla="*/ 180213 h 375666"/>
              <a:gd name="connsiteX50" fmla="*/ 92863 w 373158"/>
              <a:gd name="connsiteY50" fmla="*/ 211265 h 375666"/>
              <a:gd name="connsiteX51" fmla="*/ 77307 w 373158"/>
              <a:gd name="connsiteY51" fmla="*/ 188023 h 375666"/>
              <a:gd name="connsiteX52" fmla="*/ 61845 w 373158"/>
              <a:gd name="connsiteY52" fmla="*/ 188023 h 375666"/>
              <a:gd name="connsiteX53" fmla="*/ 61845 w 373158"/>
              <a:gd name="connsiteY53" fmla="*/ 203549 h 375666"/>
              <a:gd name="connsiteX54" fmla="*/ 77307 w 373158"/>
              <a:gd name="connsiteY54" fmla="*/ 203549 h 375666"/>
              <a:gd name="connsiteX55" fmla="*/ 77307 w 373158"/>
              <a:gd name="connsiteY55" fmla="*/ 188023 h 375666"/>
              <a:gd name="connsiteX56" fmla="*/ 108609 w 373158"/>
              <a:gd name="connsiteY56" fmla="*/ 289465 h 375666"/>
              <a:gd name="connsiteX57" fmla="*/ 108609 w 373158"/>
              <a:gd name="connsiteY57" fmla="*/ 257842 h 375666"/>
              <a:gd name="connsiteX58" fmla="*/ 116387 w 373158"/>
              <a:gd name="connsiteY58" fmla="*/ 249936 h 375666"/>
              <a:gd name="connsiteX59" fmla="*/ 147309 w 373158"/>
              <a:gd name="connsiteY59" fmla="*/ 249936 h 375666"/>
              <a:gd name="connsiteX60" fmla="*/ 155088 w 373158"/>
              <a:gd name="connsiteY60" fmla="*/ 257842 h 375666"/>
              <a:gd name="connsiteX61" fmla="*/ 155088 w 373158"/>
              <a:gd name="connsiteY61" fmla="*/ 289465 h 375666"/>
              <a:gd name="connsiteX62" fmla="*/ 147309 w 373158"/>
              <a:gd name="connsiteY62" fmla="*/ 297371 h 375666"/>
              <a:gd name="connsiteX63" fmla="*/ 116387 w 373158"/>
              <a:gd name="connsiteY63" fmla="*/ 297371 h 375666"/>
              <a:gd name="connsiteX64" fmla="*/ 108609 w 373158"/>
              <a:gd name="connsiteY64" fmla="*/ 289465 h 375666"/>
              <a:gd name="connsiteX65" fmla="*/ 124070 w 373158"/>
              <a:gd name="connsiteY65" fmla="*/ 281559 h 375666"/>
              <a:gd name="connsiteX66" fmla="*/ 139531 w 373158"/>
              <a:gd name="connsiteY66" fmla="*/ 281559 h 375666"/>
              <a:gd name="connsiteX67" fmla="*/ 139531 w 373158"/>
              <a:gd name="connsiteY67" fmla="*/ 265748 h 375666"/>
              <a:gd name="connsiteX68" fmla="*/ 124070 w 373158"/>
              <a:gd name="connsiteY68" fmla="*/ 265748 h 375666"/>
              <a:gd name="connsiteX69" fmla="*/ 124070 w 373158"/>
              <a:gd name="connsiteY69" fmla="*/ 281559 h 375666"/>
              <a:gd name="connsiteX70" fmla="*/ 46384 w 373158"/>
              <a:gd name="connsiteY70" fmla="*/ 257746 h 375666"/>
              <a:gd name="connsiteX71" fmla="*/ 46384 w 373158"/>
              <a:gd name="connsiteY71" fmla="*/ 289369 h 375666"/>
              <a:gd name="connsiteX72" fmla="*/ 54257 w 373158"/>
              <a:gd name="connsiteY72" fmla="*/ 297275 h 375666"/>
              <a:gd name="connsiteX73" fmla="*/ 62130 w 373158"/>
              <a:gd name="connsiteY73" fmla="*/ 289369 h 375666"/>
              <a:gd name="connsiteX74" fmla="*/ 62130 w 373158"/>
              <a:gd name="connsiteY74" fmla="*/ 257746 h 375666"/>
              <a:gd name="connsiteX75" fmla="*/ 54257 w 373158"/>
              <a:gd name="connsiteY75" fmla="*/ 249841 h 375666"/>
              <a:gd name="connsiteX76" fmla="*/ 46384 w 373158"/>
              <a:gd name="connsiteY76" fmla="*/ 257746 h 375666"/>
              <a:gd name="connsiteX77" fmla="*/ 77971 w 373158"/>
              <a:gd name="connsiteY77" fmla="*/ 257746 h 375666"/>
              <a:gd name="connsiteX78" fmla="*/ 77971 w 373158"/>
              <a:gd name="connsiteY78" fmla="*/ 289369 h 375666"/>
              <a:gd name="connsiteX79" fmla="*/ 85464 w 373158"/>
              <a:gd name="connsiteY79" fmla="*/ 297275 h 375666"/>
              <a:gd name="connsiteX80" fmla="*/ 92863 w 373158"/>
              <a:gd name="connsiteY80" fmla="*/ 289369 h 375666"/>
              <a:gd name="connsiteX81" fmla="*/ 92863 w 373158"/>
              <a:gd name="connsiteY81" fmla="*/ 257746 h 375666"/>
              <a:gd name="connsiteX82" fmla="*/ 85464 w 373158"/>
              <a:gd name="connsiteY82" fmla="*/ 249841 h 375666"/>
              <a:gd name="connsiteX83" fmla="*/ 77971 w 373158"/>
              <a:gd name="connsiteY83" fmla="*/ 257746 h 375666"/>
              <a:gd name="connsiteX84" fmla="*/ 373159 w 373158"/>
              <a:gd name="connsiteY84" fmla="*/ 274034 h 375666"/>
              <a:gd name="connsiteX85" fmla="*/ 271949 w 373158"/>
              <a:gd name="connsiteY85" fmla="*/ 375666 h 375666"/>
              <a:gd name="connsiteX86" fmla="*/ 170739 w 373158"/>
              <a:gd name="connsiteY86" fmla="*/ 274034 h 375666"/>
              <a:gd name="connsiteX87" fmla="*/ 271949 w 373158"/>
              <a:gd name="connsiteY87" fmla="*/ 172402 h 375666"/>
              <a:gd name="connsiteX88" fmla="*/ 373159 w 373158"/>
              <a:gd name="connsiteY88" fmla="*/ 274034 h 375666"/>
              <a:gd name="connsiteX89" fmla="*/ 357603 w 373158"/>
              <a:gd name="connsiteY89" fmla="*/ 274034 h 375666"/>
              <a:gd name="connsiteX90" fmla="*/ 271949 w 373158"/>
              <a:gd name="connsiteY90" fmla="*/ 188023 h 375666"/>
              <a:gd name="connsiteX91" fmla="*/ 186295 w 373158"/>
              <a:gd name="connsiteY91" fmla="*/ 274034 h 375666"/>
              <a:gd name="connsiteX92" fmla="*/ 271949 w 373158"/>
              <a:gd name="connsiteY92" fmla="*/ 360045 h 375666"/>
              <a:gd name="connsiteX93" fmla="*/ 357603 w 373158"/>
              <a:gd name="connsiteY93" fmla="*/ 274034 h 375666"/>
              <a:gd name="connsiteX94" fmla="*/ 317763 w 373158"/>
              <a:gd name="connsiteY94" fmla="*/ 242792 h 375666"/>
              <a:gd name="connsiteX95" fmla="*/ 264645 w 373158"/>
              <a:gd name="connsiteY95" fmla="*/ 302514 h 375666"/>
              <a:gd name="connsiteX96" fmla="*/ 227082 w 373158"/>
              <a:gd name="connsiteY96" fmla="*/ 266129 h 375666"/>
              <a:gd name="connsiteX97" fmla="*/ 216743 w 373158"/>
              <a:gd name="connsiteY97" fmla="*/ 266129 h 375666"/>
              <a:gd name="connsiteX98" fmla="*/ 216743 w 373158"/>
              <a:gd name="connsiteY98" fmla="*/ 276511 h 375666"/>
              <a:gd name="connsiteX99" fmla="*/ 258195 w 373158"/>
              <a:gd name="connsiteY99" fmla="*/ 319373 h 375666"/>
              <a:gd name="connsiteX100" fmla="*/ 264645 w 373158"/>
              <a:gd name="connsiteY100" fmla="*/ 321945 h 375666"/>
              <a:gd name="connsiteX101" fmla="*/ 269862 w 373158"/>
              <a:gd name="connsiteY101" fmla="*/ 319373 h 375666"/>
              <a:gd name="connsiteX102" fmla="*/ 329431 w 373158"/>
              <a:gd name="connsiteY102" fmla="*/ 253175 h 375666"/>
              <a:gd name="connsiteX103" fmla="*/ 329431 w 373158"/>
              <a:gd name="connsiteY103" fmla="*/ 242792 h 375666"/>
              <a:gd name="connsiteX104" fmla="*/ 317763 w 373158"/>
              <a:gd name="connsiteY104" fmla="*/ 242792 h 375666"/>
              <a:gd name="connsiteX105" fmla="*/ 15556 w 373158"/>
              <a:gd name="connsiteY105" fmla="*/ 328327 h 375666"/>
              <a:gd name="connsiteX106" fmla="*/ 171213 w 373158"/>
              <a:gd name="connsiteY106" fmla="*/ 328327 h 375666"/>
              <a:gd name="connsiteX107" fmla="*/ 171213 w 373158"/>
              <a:gd name="connsiteY107" fmla="*/ 343948 h 375666"/>
              <a:gd name="connsiteX108" fmla="*/ 7778 w 373158"/>
              <a:gd name="connsiteY108" fmla="*/ 343948 h 375666"/>
              <a:gd name="connsiteX109" fmla="*/ 0 w 373158"/>
              <a:gd name="connsiteY109" fmla="*/ 336137 h 375666"/>
              <a:gd name="connsiteX110" fmla="*/ 0 w 373158"/>
              <a:gd name="connsiteY110" fmla="*/ 7810 h 375666"/>
              <a:gd name="connsiteX111" fmla="*/ 7778 w 373158"/>
              <a:gd name="connsiteY111" fmla="*/ 0 h 375666"/>
              <a:gd name="connsiteX112" fmla="*/ 178991 w 373158"/>
              <a:gd name="connsiteY112" fmla="*/ 0 h 375666"/>
              <a:gd name="connsiteX113" fmla="*/ 179940 w 373158"/>
              <a:gd name="connsiteY113" fmla="*/ 286 h 375666"/>
              <a:gd name="connsiteX114" fmla="*/ 185156 w 373158"/>
              <a:gd name="connsiteY114" fmla="*/ 3715 h 375666"/>
              <a:gd name="connsiteX115" fmla="*/ 260661 w 373158"/>
              <a:gd name="connsiteY115" fmla="*/ 79534 h 375666"/>
              <a:gd name="connsiteX116" fmla="*/ 262843 w 373158"/>
              <a:gd name="connsiteY116" fmla="*/ 81439 h 375666"/>
              <a:gd name="connsiteX117" fmla="*/ 264455 w 373158"/>
              <a:gd name="connsiteY117" fmla="*/ 86011 h 375666"/>
              <a:gd name="connsiteX118" fmla="*/ 264455 w 373158"/>
              <a:gd name="connsiteY118" fmla="*/ 156400 h 375666"/>
              <a:gd name="connsiteX119" fmla="*/ 248899 w 373158"/>
              <a:gd name="connsiteY119" fmla="*/ 156400 h 375666"/>
              <a:gd name="connsiteX120" fmla="*/ 248899 w 373158"/>
              <a:gd name="connsiteY120" fmla="*/ 94202 h 375666"/>
              <a:gd name="connsiteX121" fmla="*/ 178517 w 373158"/>
              <a:gd name="connsiteY121" fmla="*/ 94202 h 375666"/>
              <a:gd name="connsiteX122" fmla="*/ 170739 w 373158"/>
              <a:gd name="connsiteY122" fmla="*/ 86392 h 375666"/>
              <a:gd name="connsiteX123" fmla="*/ 170739 w 373158"/>
              <a:gd name="connsiteY123" fmla="*/ 15716 h 375666"/>
              <a:gd name="connsiteX124" fmla="*/ 15461 w 373158"/>
              <a:gd name="connsiteY124" fmla="*/ 15716 h 375666"/>
              <a:gd name="connsiteX125" fmla="*/ 15461 w 373158"/>
              <a:gd name="connsiteY125" fmla="*/ 328422 h 375666"/>
              <a:gd name="connsiteX126" fmla="*/ 186390 w 373158"/>
              <a:gd name="connsiteY126" fmla="*/ 78486 h 375666"/>
              <a:gd name="connsiteX127" fmla="*/ 237706 w 373158"/>
              <a:gd name="connsiteY127" fmla="*/ 78486 h 375666"/>
              <a:gd name="connsiteX128" fmla="*/ 186390 w 373158"/>
              <a:gd name="connsiteY128" fmla="*/ 26003 h 375666"/>
              <a:gd name="connsiteX129" fmla="*/ 186390 w 373158"/>
              <a:gd name="connsiteY129" fmla="*/ 78486 h 375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373158" h="375666">
                <a:moveTo>
                  <a:pt x="46384" y="132969"/>
                </a:moveTo>
                <a:lnTo>
                  <a:pt x="46384" y="101917"/>
                </a:lnTo>
                <a:cubicBezTo>
                  <a:pt x="46384" y="98012"/>
                  <a:pt x="50368" y="94107"/>
                  <a:pt x="54257" y="94107"/>
                </a:cubicBezTo>
                <a:cubicBezTo>
                  <a:pt x="59474" y="94107"/>
                  <a:pt x="62130" y="98012"/>
                  <a:pt x="62130" y="101917"/>
                </a:cubicBezTo>
                <a:lnTo>
                  <a:pt x="62130" y="132969"/>
                </a:lnTo>
                <a:cubicBezTo>
                  <a:pt x="62130" y="136874"/>
                  <a:pt x="59474" y="140779"/>
                  <a:pt x="54257" y="140779"/>
                </a:cubicBezTo>
                <a:cubicBezTo>
                  <a:pt x="50273" y="140779"/>
                  <a:pt x="46384" y="136874"/>
                  <a:pt x="46384" y="132969"/>
                </a:cubicBezTo>
                <a:close/>
                <a:moveTo>
                  <a:pt x="154993" y="101917"/>
                </a:moveTo>
                <a:cubicBezTo>
                  <a:pt x="154993" y="98012"/>
                  <a:pt x="152526" y="94107"/>
                  <a:pt x="147594" y="94107"/>
                </a:cubicBezTo>
                <a:cubicBezTo>
                  <a:pt x="143895" y="94107"/>
                  <a:pt x="140100" y="98012"/>
                  <a:pt x="140100" y="101917"/>
                </a:cubicBezTo>
                <a:lnTo>
                  <a:pt x="140100" y="132969"/>
                </a:lnTo>
                <a:cubicBezTo>
                  <a:pt x="140100" y="136874"/>
                  <a:pt x="143800" y="140779"/>
                  <a:pt x="147594" y="140779"/>
                </a:cubicBezTo>
                <a:cubicBezTo>
                  <a:pt x="152526" y="140779"/>
                  <a:pt x="154993" y="136874"/>
                  <a:pt x="154993" y="132969"/>
                </a:cubicBezTo>
                <a:lnTo>
                  <a:pt x="154993" y="101917"/>
                </a:lnTo>
                <a:close/>
                <a:moveTo>
                  <a:pt x="116482" y="172498"/>
                </a:moveTo>
                <a:cubicBezTo>
                  <a:pt x="112498" y="172498"/>
                  <a:pt x="108609" y="176403"/>
                  <a:pt x="108609" y="180308"/>
                </a:cubicBezTo>
                <a:lnTo>
                  <a:pt x="108609" y="211360"/>
                </a:lnTo>
                <a:cubicBezTo>
                  <a:pt x="108609" y="215265"/>
                  <a:pt x="112593" y="219170"/>
                  <a:pt x="116482" y="219170"/>
                </a:cubicBezTo>
                <a:cubicBezTo>
                  <a:pt x="121699" y="219170"/>
                  <a:pt x="124355" y="215265"/>
                  <a:pt x="124355" y="211360"/>
                </a:cubicBezTo>
                <a:lnTo>
                  <a:pt x="124355" y="180308"/>
                </a:lnTo>
                <a:cubicBezTo>
                  <a:pt x="124355" y="176403"/>
                  <a:pt x="121699" y="172498"/>
                  <a:pt x="116482" y="172498"/>
                </a:cubicBezTo>
                <a:close/>
                <a:moveTo>
                  <a:pt x="154993" y="180213"/>
                </a:moveTo>
                <a:cubicBezTo>
                  <a:pt x="154993" y="176308"/>
                  <a:pt x="152526" y="172402"/>
                  <a:pt x="147594" y="172402"/>
                </a:cubicBezTo>
                <a:cubicBezTo>
                  <a:pt x="143895" y="172402"/>
                  <a:pt x="140100" y="176308"/>
                  <a:pt x="140100" y="180213"/>
                </a:cubicBezTo>
                <a:lnTo>
                  <a:pt x="140100" y="211265"/>
                </a:lnTo>
                <a:cubicBezTo>
                  <a:pt x="140100" y="215170"/>
                  <a:pt x="143800" y="219075"/>
                  <a:pt x="147594" y="219075"/>
                </a:cubicBezTo>
                <a:cubicBezTo>
                  <a:pt x="152526" y="219075"/>
                  <a:pt x="154993" y="215170"/>
                  <a:pt x="154993" y="211265"/>
                </a:cubicBezTo>
                <a:lnTo>
                  <a:pt x="154993" y="180213"/>
                </a:lnTo>
                <a:close/>
                <a:moveTo>
                  <a:pt x="116577" y="140779"/>
                </a:moveTo>
                <a:lnTo>
                  <a:pt x="85654" y="140779"/>
                </a:lnTo>
                <a:cubicBezTo>
                  <a:pt x="81765" y="140779"/>
                  <a:pt x="77876" y="136874"/>
                  <a:pt x="77876" y="132969"/>
                </a:cubicBezTo>
                <a:lnTo>
                  <a:pt x="77876" y="101917"/>
                </a:lnTo>
                <a:cubicBezTo>
                  <a:pt x="77876" y="98012"/>
                  <a:pt x="81765" y="94107"/>
                  <a:pt x="85654" y="94107"/>
                </a:cubicBezTo>
                <a:lnTo>
                  <a:pt x="116577" y="94107"/>
                </a:lnTo>
                <a:cubicBezTo>
                  <a:pt x="121699" y="94107"/>
                  <a:pt x="124355" y="98012"/>
                  <a:pt x="124355" y="101917"/>
                </a:cubicBezTo>
                <a:lnTo>
                  <a:pt x="124355" y="132969"/>
                </a:lnTo>
                <a:cubicBezTo>
                  <a:pt x="124355" y="136874"/>
                  <a:pt x="121793" y="140779"/>
                  <a:pt x="116577" y="140779"/>
                </a:cubicBezTo>
                <a:close/>
                <a:moveTo>
                  <a:pt x="108893" y="109728"/>
                </a:moveTo>
                <a:lnTo>
                  <a:pt x="93432" y="109728"/>
                </a:lnTo>
                <a:lnTo>
                  <a:pt x="93432" y="125254"/>
                </a:lnTo>
                <a:lnTo>
                  <a:pt x="108893" y="125254"/>
                </a:lnTo>
                <a:lnTo>
                  <a:pt x="108893" y="109728"/>
                </a:lnTo>
                <a:close/>
                <a:moveTo>
                  <a:pt x="92863" y="211265"/>
                </a:moveTo>
                <a:cubicBezTo>
                  <a:pt x="92863" y="215170"/>
                  <a:pt x="90302" y="219075"/>
                  <a:pt x="85085" y="219075"/>
                </a:cubicBezTo>
                <a:lnTo>
                  <a:pt x="54162" y="219075"/>
                </a:lnTo>
                <a:cubicBezTo>
                  <a:pt x="50273" y="219075"/>
                  <a:pt x="46384" y="215170"/>
                  <a:pt x="46384" y="211265"/>
                </a:cubicBezTo>
                <a:lnTo>
                  <a:pt x="46384" y="180213"/>
                </a:lnTo>
                <a:cubicBezTo>
                  <a:pt x="46384" y="176308"/>
                  <a:pt x="50273" y="172402"/>
                  <a:pt x="54162" y="172402"/>
                </a:cubicBezTo>
                <a:lnTo>
                  <a:pt x="85085" y="172402"/>
                </a:lnTo>
                <a:cubicBezTo>
                  <a:pt x="90207" y="172402"/>
                  <a:pt x="92863" y="176308"/>
                  <a:pt x="92863" y="180213"/>
                </a:cubicBezTo>
                <a:lnTo>
                  <a:pt x="92863" y="211265"/>
                </a:lnTo>
                <a:close/>
                <a:moveTo>
                  <a:pt x="77307" y="188023"/>
                </a:moveTo>
                <a:lnTo>
                  <a:pt x="61845" y="188023"/>
                </a:lnTo>
                <a:lnTo>
                  <a:pt x="61845" y="203549"/>
                </a:lnTo>
                <a:lnTo>
                  <a:pt x="77307" y="203549"/>
                </a:lnTo>
                <a:lnTo>
                  <a:pt x="77307" y="188023"/>
                </a:lnTo>
                <a:close/>
                <a:moveTo>
                  <a:pt x="108609" y="289465"/>
                </a:moveTo>
                <a:lnTo>
                  <a:pt x="108609" y="257842"/>
                </a:lnTo>
                <a:cubicBezTo>
                  <a:pt x="108609" y="253841"/>
                  <a:pt x="112498" y="249936"/>
                  <a:pt x="116387" y="249936"/>
                </a:cubicBezTo>
                <a:lnTo>
                  <a:pt x="147309" y="249936"/>
                </a:lnTo>
                <a:cubicBezTo>
                  <a:pt x="152432" y="249936"/>
                  <a:pt x="155088" y="253937"/>
                  <a:pt x="155088" y="257842"/>
                </a:cubicBezTo>
                <a:lnTo>
                  <a:pt x="155088" y="289465"/>
                </a:lnTo>
                <a:cubicBezTo>
                  <a:pt x="155088" y="293465"/>
                  <a:pt x="152526" y="297371"/>
                  <a:pt x="147309" y="297371"/>
                </a:cubicBezTo>
                <a:lnTo>
                  <a:pt x="116387" y="297371"/>
                </a:lnTo>
                <a:cubicBezTo>
                  <a:pt x="112498" y="297371"/>
                  <a:pt x="108609" y="293370"/>
                  <a:pt x="108609" y="289465"/>
                </a:cubicBezTo>
                <a:close/>
                <a:moveTo>
                  <a:pt x="124070" y="281559"/>
                </a:moveTo>
                <a:lnTo>
                  <a:pt x="139531" y="281559"/>
                </a:lnTo>
                <a:lnTo>
                  <a:pt x="139531" y="265748"/>
                </a:lnTo>
                <a:lnTo>
                  <a:pt x="124070" y="265748"/>
                </a:lnTo>
                <a:lnTo>
                  <a:pt x="124070" y="281559"/>
                </a:lnTo>
                <a:close/>
                <a:moveTo>
                  <a:pt x="46384" y="257746"/>
                </a:moveTo>
                <a:lnTo>
                  <a:pt x="46384" y="289369"/>
                </a:lnTo>
                <a:cubicBezTo>
                  <a:pt x="46384" y="293370"/>
                  <a:pt x="50368" y="297275"/>
                  <a:pt x="54257" y="297275"/>
                </a:cubicBezTo>
                <a:cubicBezTo>
                  <a:pt x="59474" y="297275"/>
                  <a:pt x="62130" y="293275"/>
                  <a:pt x="62130" y="289369"/>
                </a:cubicBezTo>
                <a:lnTo>
                  <a:pt x="62130" y="257746"/>
                </a:lnTo>
                <a:cubicBezTo>
                  <a:pt x="62130" y="253746"/>
                  <a:pt x="59474" y="249841"/>
                  <a:pt x="54257" y="249841"/>
                </a:cubicBezTo>
                <a:cubicBezTo>
                  <a:pt x="50273" y="249841"/>
                  <a:pt x="46384" y="253841"/>
                  <a:pt x="46384" y="257746"/>
                </a:cubicBezTo>
                <a:close/>
                <a:moveTo>
                  <a:pt x="77971" y="257746"/>
                </a:moveTo>
                <a:lnTo>
                  <a:pt x="77971" y="289369"/>
                </a:lnTo>
                <a:cubicBezTo>
                  <a:pt x="77971" y="293370"/>
                  <a:pt x="81670" y="297275"/>
                  <a:pt x="85464" y="297275"/>
                </a:cubicBezTo>
                <a:cubicBezTo>
                  <a:pt x="90397" y="297275"/>
                  <a:pt x="92863" y="293275"/>
                  <a:pt x="92863" y="289369"/>
                </a:cubicBezTo>
                <a:lnTo>
                  <a:pt x="92863" y="257746"/>
                </a:lnTo>
                <a:cubicBezTo>
                  <a:pt x="92863" y="253746"/>
                  <a:pt x="90397" y="249841"/>
                  <a:pt x="85464" y="249841"/>
                </a:cubicBezTo>
                <a:cubicBezTo>
                  <a:pt x="81765" y="249841"/>
                  <a:pt x="77971" y="253841"/>
                  <a:pt x="77971" y="257746"/>
                </a:cubicBezTo>
                <a:close/>
                <a:moveTo>
                  <a:pt x="373159" y="274034"/>
                </a:moveTo>
                <a:cubicBezTo>
                  <a:pt x="373159" y="330041"/>
                  <a:pt x="327723" y="375666"/>
                  <a:pt x="271949" y="375666"/>
                </a:cubicBezTo>
                <a:cubicBezTo>
                  <a:pt x="216174" y="375666"/>
                  <a:pt x="170739" y="330041"/>
                  <a:pt x="170739" y="274034"/>
                </a:cubicBezTo>
                <a:cubicBezTo>
                  <a:pt x="170739" y="218027"/>
                  <a:pt x="216174" y="172402"/>
                  <a:pt x="271949" y="172402"/>
                </a:cubicBezTo>
                <a:cubicBezTo>
                  <a:pt x="327723" y="172402"/>
                  <a:pt x="373159" y="218027"/>
                  <a:pt x="373159" y="274034"/>
                </a:cubicBezTo>
                <a:close/>
                <a:moveTo>
                  <a:pt x="357603" y="274034"/>
                </a:moveTo>
                <a:cubicBezTo>
                  <a:pt x="357603" y="227171"/>
                  <a:pt x="319945" y="188023"/>
                  <a:pt x="271949" y="188023"/>
                </a:cubicBezTo>
                <a:cubicBezTo>
                  <a:pt x="223952" y="188023"/>
                  <a:pt x="186295" y="227076"/>
                  <a:pt x="186295" y="274034"/>
                </a:cubicBezTo>
                <a:cubicBezTo>
                  <a:pt x="186295" y="320992"/>
                  <a:pt x="225185" y="360045"/>
                  <a:pt x="271949" y="360045"/>
                </a:cubicBezTo>
                <a:cubicBezTo>
                  <a:pt x="318712" y="360045"/>
                  <a:pt x="357603" y="320992"/>
                  <a:pt x="357603" y="274034"/>
                </a:cubicBezTo>
                <a:close/>
                <a:moveTo>
                  <a:pt x="317763" y="242792"/>
                </a:moveTo>
                <a:lnTo>
                  <a:pt x="264645" y="302514"/>
                </a:lnTo>
                <a:lnTo>
                  <a:pt x="227082" y="266129"/>
                </a:lnTo>
                <a:cubicBezTo>
                  <a:pt x="224521" y="262223"/>
                  <a:pt x="219304" y="262223"/>
                  <a:pt x="216743" y="266129"/>
                </a:cubicBezTo>
                <a:cubicBezTo>
                  <a:pt x="212854" y="268700"/>
                  <a:pt x="212854" y="273939"/>
                  <a:pt x="216743" y="276511"/>
                </a:cubicBezTo>
                <a:lnTo>
                  <a:pt x="258195" y="319373"/>
                </a:lnTo>
                <a:cubicBezTo>
                  <a:pt x="260756" y="320707"/>
                  <a:pt x="262084" y="321945"/>
                  <a:pt x="264645" y="321945"/>
                </a:cubicBezTo>
                <a:cubicBezTo>
                  <a:pt x="265973" y="321945"/>
                  <a:pt x="268534" y="320612"/>
                  <a:pt x="269862" y="319373"/>
                </a:cubicBezTo>
                <a:lnTo>
                  <a:pt x="329431" y="253175"/>
                </a:lnTo>
                <a:cubicBezTo>
                  <a:pt x="331992" y="250603"/>
                  <a:pt x="331992" y="245364"/>
                  <a:pt x="329431" y="242792"/>
                </a:cubicBezTo>
                <a:cubicBezTo>
                  <a:pt x="325542" y="240221"/>
                  <a:pt x="320325" y="240221"/>
                  <a:pt x="317763" y="242792"/>
                </a:cubicBezTo>
                <a:close/>
                <a:moveTo>
                  <a:pt x="15556" y="328327"/>
                </a:moveTo>
                <a:lnTo>
                  <a:pt x="171213" y="328327"/>
                </a:lnTo>
                <a:lnTo>
                  <a:pt x="171213" y="343948"/>
                </a:lnTo>
                <a:lnTo>
                  <a:pt x="7778" y="343948"/>
                </a:lnTo>
                <a:cubicBezTo>
                  <a:pt x="3889" y="343948"/>
                  <a:pt x="0" y="340042"/>
                  <a:pt x="0" y="336137"/>
                </a:cubicBezTo>
                <a:lnTo>
                  <a:pt x="0" y="7810"/>
                </a:lnTo>
                <a:cubicBezTo>
                  <a:pt x="0" y="3905"/>
                  <a:pt x="3889" y="0"/>
                  <a:pt x="7778" y="0"/>
                </a:cubicBezTo>
                <a:lnTo>
                  <a:pt x="178991" y="0"/>
                </a:lnTo>
                <a:cubicBezTo>
                  <a:pt x="178991" y="0"/>
                  <a:pt x="179655" y="191"/>
                  <a:pt x="179940" y="286"/>
                </a:cubicBezTo>
                <a:cubicBezTo>
                  <a:pt x="182406" y="667"/>
                  <a:pt x="184113" y="1905"/>
                  <a:pt x="185156" y="3715"/>
                </a:cubicBezTo>
                <a:cubicBezTo>
                  <a:pt x="242354" y="61151"/>
                  <a:pt x="256962" y="75819"/>
                  <a:pt x="260661" y="79534"/>
                </a:cubicBezTo>
                <a:cubicBezTo>
                  <a:pt x="261515" y="80010"/>
                  <a:pt x="262273" y="80677"/>
                  <a:pt x="262843" y="81439"/>
                </a:cubicBezTo>
                <a:cubicBezTo>
                  <a:pt x="264360" y="82582"/>
                  <a:pt x="264455" y="83820"/>
                  <a:pt x="264455" y="86011"/>
                </a:cubicBezTo>
                <a:lnTo>
                  <a:pt x="264455" y="156400"/>
                </a:lnTo>
                <a:lnTo>
                  <a:pt x="248899" y="156400"/>
                </a:lnTo>
                <a:lnTo>
                  <a:pt x="248899" y="94202"/>
                </a:lnTo>
                <a:lnTo>
                  <a:pt x="178517" y="94202"/>
                </a:lnTo>
                <a:cubicBezTo>
                  <a:pt x="174628" y="94202"/>
                  <a:pt x="170739" y="90297"/>
                  <a:pt x="170739" y="86392"/>
                </a:cubicBezTo>
                <a:lnTo>
                  <a:pt x="170739" y="15716"/>
                </a:lnTo>
                <a:lnTo>
                  <a:pt x="15461" y="15716"/>
                </a:lnTo>
                <a:lnTo>
                  <a:pt x="15461" y="328422"/>
                </a:lnTo>
                <a:close/>
                <a:moveTo>
                  <a:pt x="186390" y="78486"/>
                </a:moveTo>
                <a:lnTo>
                  <a:pt x="237706" y="78486"/>
                </a:lnTo>
                <a:cubicBezTo>
                  <a:pt x="209914" y="50006"/>
                  <a:pt x="194642" y="34480"/>
                  <a:pt x="186390" y="26003"/>
                </a:cubicBezTo>
                <a:lnTo>
                  <a:pt x="186390" y="7848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" name="Graphic 29">
            <a:extLst>
              <a:ext uri="{FF2B5EF4-FFF2-40B4-BE49-F238E27FC236}">
                <a16:creationId xmlns:a16="http://schemas.microsoft.com/office/drawing/2014/main" id="{89808C1E-7D00-973C-418A-3CDFDA33567C}"/>
              </a:ext>
            </a:extLst>
          </p:cNvPr>
          <p:cNvSpPr/>
          <p:nvPr/>
        </p:nvSpPr>
        <p:spPr>
          <a:xfrm>
            <a:off x="4597926" y="792722"/>
            <a:ext cx="490798" cy="494097"/>
          </a:xfrm>
          <a:custGeom>
            <a:avLst/>
            <a:gdLst>
              <a:gd name="connsiteX0" fmla="*/ 46384 w 373158"/>
              <a:gd name="connsiteY0" fmla="*/ 132969 h 375666"/>
              <a:gd name="connsiteX1" fmla="*/ 46384 w 373158"/>
              <a:gd name="connsiteY1" fmla="*/ 101917 h 375666"/>
              <a:gd name="connsiteX2" fmla="*/ 54257 w 373158"/>
              <a:gd name="connsiteY2" fmla="*/ 94107 h 375666"/>
              <a:gd name="connsiteX3" fmla="*/ 62130 w 373158"/>
              <a:gd name="connsiteY3" fmla="*/ 101917 h 375666"/>
              <a:gd name="connsiteX4" fmla="*/ 62130 w 373158"/>
              <a:gd name="connsiteY4" fmla="*/ 132969 h 375666"/>
              <a:gd name="connsiteX5" fmla="*/ 54257 w 373158"/>
              <a:gd name="connsiteY5" fmla="*/ 140779 h 375666"/>
              <a:gd name="connsiteX6" fmla="*/ 46384 w 373158"/>
              <a:gd name="connsiteY6" fmla="*/ 132969 h 375666"/>
              <a:gd name="connsiteX7" fmla="*/ 154993 w 373158"/>
              <a:gd name="connsiteY7" fmla="*/ 101917 h 375666"/>
              <a:gd name="connsiteX8" fmla="*/ 147594 w 373158"/>
              <a:gd name="connsiteY8" fmla="*/ 94107 h 375666"/>
              <a:gd name="connsiteX9" fmla="*/ 140100 w 373158"/>
              <a:gd name="connsiteY9" fmla="*/ 101917 h 375666"/>
              <a:gd name="connsiteX10" fmla="*/ 140100 w 373158"/>
              <a:gd name="connsiteY10" fmla="*/ 132969 h 375666"/>
              <a:gd name="connsiteX11" fmla="*/ 147594 w 373158"/>
              <a:gd name="connsiteY11" fmla="*/ 140779 h 375666"/>
              <a:gd name="connsiteX12" fmla="*/ 154993 w 373158"/>
              <a:gd name="connsiteY12" fmla="*/ 132969 h 375666"/>
              <a:gd name="connsiteX13" fmla="*/ 154993 w 373158"/>
              <a:gd name="connsiteY13" fmla="*/ 101917 h 375666"/>
              <a:gd name="connsiteX14" fmla="*/ 116482 w 373158"/>
              <a:gd name="connsiteY14" fmla="*/ 172498 h 375666"/>
              <a:gd name="connsiteX15" fmla="*/ 108609 w 373158"/>
              <a:gd name="connsiteY15" fmla="*/ 180308 h 375666"/>
              <a:gd name="connsiteX16" fmla="*/ 108609 w 373158"/>
              <a:gd name="connsiteY16" fmla="*/ 211360 h 375666"/>
              <a:gd name="connsiteX17" fmla="*/ 116482 w 373158"/>
              <a:gd name="connsiteY17" fmla="*/ 219170 h 375666"/>
              <a:gd name="connsiteX18" fmla="*/ 124355 w 373158"/>
              <a:gd name="connsiteY18" fmla="*/ 211360 h 375666"/>
              <a:gd name="connsiteX19" fmla="*/ 124355 w 373158"/>
              <a:gd name="connsiteY19" fmla="*/ 180308 h 375666"/>
              <a:gd name="connsiteX20" fmla="*/ 116482 w 373158"/>
              <a:gd name="connsiteY20" fmla="*/ 172498 h 375666"/>
              <a:gd name="connsiteX21" fmla="*/ 154993 w 373158"/>
              <a:gd name="connsiteY21" fmla="*/ 180213 h 375666"/>
              <a:gd name="connsiteX22" fmla="*/ 147594 w 373158"/>
              <a:gd name="connsiteY22" fmla="*/ 172402 h 375666"/>
              <a:gd name="connsiteX23" fmla="*/ 140100 w 373158"/>
              <a:gd name="connsiteY23" fmla="*/ 180213 h 375666"/>
              <a:gd name="connsiteX24" fmla="*/ 140100 w 373158"/>
              <a:gd name="connsiteY24" fmla="*/ 211265 h 375666"/>
              <a:gd name="connsiteX25" fmla="*/ 147594 w 373158"/>
              <a:gd name="connsiteY25" fmla="*/ 219075 h 375666"/>
              <a:gd name="connsiteX26" fmla="*/ 154993 w 373158"/>
              <a:gd name="connsiteY26" fmla="*/ 211265 h 375666"/>
              <a:gd name="connsiteX27" fmla="*/ 154993 w 373158"/>
              <a:gd name="connsiteY27" fmla="*/ 180213 h 375666"/>
              <a:gd name="connsiteX28" fmla="*/ 116577 w 373158"/>
              <a:gd name="connsiteY28" fmla="*/ 140779 h 375666"/>
              <a:gd name="connsiteX29" fmla="*/ 85654 w 373158"/>
              <a:gd name="connsiteY29" fmla="*/ 140779 h 375666"/>
              <a:gd name="connsiteX30" fmla="*/ 77876 w 373158"/>
              <a:gd name="connsiteY30" fmla="*/ 132969 h 375666"/>
              <a:gd name="connsiteX31" fmla="*/ 77876 w 373158"/>
              <a:gd name="connsiteY31" fmla="*/ 101917 h 375666"/>
              <a:gd name="connsiteX32" fmla="*/ 85654 w 373158"/>
              <a:gd name="connsiteY32" fmla="*/ 94107 h 375666"/>
              <a:gd name="connsiteX33" fmla="*/ 116577 w 373158"/>
              <a:gd name="connsiteY33" fmla="*/ 94107 h 375666"/>
              <a:gd name="connsiteX34" fmla="*/ 124355 w 373158"/>
              <a:gd name="connsiteY34" fmla="*/ 101917 h 375666"/>
              <a:gd name="connsiteX35" fmla="*/ 124355 w 373158"/>
              <a:gd name="connsiteY35" fmla="*/ 132969 h 375666"/>
              <a:gd name="connsiteX36" fmla="*/ 116577 w 373158"/>
              <a:gd name="connsiteY36" fmla="*/ 140779 h 375666"/>
              <a:gd name="connsiteX37" fmla="*/ 108893 w 373158"/>
              <a:gd name="connsiteY37" fmla="*/ 109728 h 375666"/>
              <a:gd name="connsiteX38" fmla="*/ 93432 w 373158"/>
              <a:gd name="connsiteY38" fmla="*/ 109728 h 375666"/>
              <a:gd name="connsiteX39" fmla="*/ 93432 w 373158"/>
              <a:gd name="connsiteY39" fmla="*/ 125254 h 375666"/>
              <a:gd name="connsiteX40" fmla="*/ 108893 w 373158"/>
              <a:gd name="connsiteY40" fmla="*/ 125254 h 375666"/>
              <a:gd name="connsiteX41" fmla="*/ 108893 w 373158"/>
              <a:gd name="connsiteY41" fmla="*/ 109728 h 375666"/>
              <a:gd name="connsiteX42" fmla="*/ 92863 w 373158"/>
              <a:gd name="connsiteY42" fmla="*/ 211265 h 375666"/>
              <a:gd name="connsiteX43" fmla="*/ 85085 w 373158"/>
              <a:gd name="connsiteY43" fmla="*/ 219075 h 375666"/>
              <a:gd name="connsiteX44" fmla="*/ 54162 w 373158"/>
              <a:gd name="connsiteY44" fmla="*/ 219075 h 375666"/>
              <a:gd name="connsiteX45" fmla="*/ 46384 w 373158"/>
              <a:gd name="connsiteY45" fmla="*/ 211265 h 375666"/>
              <a:gd name="connsiteX46" fmla="*/ 46384 w 373158"/>
              <a:gd name="connsiteY46" fmla="*/ 180213 h 375666"/>
              <a:gd name="connsiteX47" fmla="*/ 54162 w 373158"/>
              <a:gd name="connsiteY47" fmla="*/ 172402 h 375666"/>
              <a:gd name="connsiteX48" fmla="*/ 85085 w 373158"/>
              <a:gd name="connsiteY48" fmla="*/ 172402 h 375666"/>
              <a:gd name="connsiteX49" fmla="*/ 92863 w 373158"/>
              <a:gd name="connsiteY49" fmla="*/ 180213 h 375666"/>
              <a:gd name="connsiteX50" fmla="*/ 92863 w 373158"/>
              <a:gd name="connsiteY50" fmla="*/ 211265 h 375666"/>
              <a:gd name="connsiteX51" fmla="*/ 77307 w 373158"/>
              <a:gd name="connsiteY51" fmla="*/ 188023 h 375666"/>
              <a:gd name="connsiteX52" fmla="*/ 61845 w 373158"/>
              <a:gd name="connsiteY52" fmla="*/ 188023 h 375666"/>
              <a:gd name="connsiteX53" fmla="*/ 61845 w 373158"/>
              <a:gd name="connsiteY53" fmla="*/ 203549 h 375666"/>
              <a:gd name="connsiteX54" fmla="*/ 77307 w 373158"/>
              <a:gd name="connsiteY54" fmla="*/ 203549 h 375666"/>
              <a:gd name="connsiteX55" fmla="*/ 77307 w 373158"/>
              <a:gd name="connsiteY55" fmla="*/ 188023 h 375666"/>
              <a:gd name="connsiteX56" fmla="*/ 108609 w 373158"/>
              <a:gd name="connsiteY56" fmla="*/ 289465 h 375666"/>
              <a:gd name="connsiteX57" fmla="*/ 108609 w 373158"/>
              <a:gd name="connsiteY57" fmla="*/ 257842 h 375666"/>
              <a:gd name="connsiteX58" fmla="*/ 116387 w 373158"/>
              <a:gd name="connsiteY58" fmla="*/ 249936 h 375666"/>
              <a:gd name="connsiteX59" fmla="*/ 147309 w 373158"/>
              <a:gd name="connsiteY59" fmla="*/ 249936 h 375666"/>
              <a:gd name="connsiteX60" fmla="*/ 155088 w 373158"/>
              <a:gd name="connsiteY60" fmla="*/ 257842 h 375666"/>
              <a:gd name="connsiteX61" fmla="*/ 155088 w 373158"/>
              <a:gd name="connsiteY61" fmla="*/ 289465 h 375666"/>
              <a:gd name="connsiteX62" fmla="*/ 147309 w 373158"/>
              <a:gd name="connsiteY62" fmla="*/ 297371 h 375666"/>
              <a:gd name="connsiteX63" fmla="*/ 116387 w 373158"/>
              <a:gd name="connsiteY63" fmla="*/ 297371 h 375666"/>
              <a:gd name="connsiteX64" fmla="*/ 108609 w 373158"/>
              <a:gd name="connsiteY64" fmla="*/ 289465 h 375666"/>
              <a:gd name="connsiteX65" fmla="*/ 124070 w 373158"/>
              <a:gd name="connsiteY65" fmla="*/ 281559 h 375666"/>
              <a:gd name="connsiteX66" fmla="*/ 139531 w 373158"/>
              <a:gd name="connsiteY66" fmla="*/ 281559 h 375666"/>
              <a:gd name="connsiteX67" fmla="*/ 139531 w 373158"/>
              <a:gd name="connsiteY67" fmla="*/ 265748 h 375666"/>
              <a:gd name="connsiteX68" fmla="*/ 124070 w 373158"/>
              <a:gd name="connsiteY68" fmla="*/ 265748 h 375666"/>
              <a:gd name="connsiteX69" fmla="*/ 124070 w 373158"/>
              <a:gd name="connsiteY69" fmla="*/ 281559 h 375666"/>
              <a:gd name="connsiteX70" fmla="*/ 46384 w 373158"/>
              <a:gd name="connsiteY70" fmla="*/ 257746 h 375666"/>
              <a:gd name="connsiteX71" fmla="*/ 46384 w 373158"/>
              <a:gd name="connsiteY71" fmla="*/ 289369 h 375666"/>
              <a:gd name="connsiteX72" fmla="*/ 54257 w 373158"/>
              <a:gd name="connsiteY72" fmla="*/ 297275 h 375666"/>
              <a:gd name="connsiteX73" fmla="*/ 62130 w 373158"/>
              <a:gd name="connsiteY73" fmla="*/ 289369 h 375666"/>
              <a:gd name="connsiteX74" fmla="*/ 62130 w 373158"/>
              <a:gd name="connsiteY74" fmla="*/ 257746 h 375666"/>
              <a:gd name="connsiteX75" fmla="*/ 54257 w 373158"/>
              <a:gd name="connsiteY75" fmla="*/ 249841 h 375666"/>
              <a:gd name="connsiteX76" fmla="*/ 46384 w 373158"/>
              <a:gd name="connsiteY76" fmla="*/ 257746 h 375666"/>
              <a:gd name="connsiteX77" fmla="*/ 77971 w 373158"/>
              <a:gd name="connsiteY77" fmla="*/ 257746 h 375666"/>
              <a:gd name="connsiteX78" fmla="*/ 77971 w 373158"/>
              <a:gd name="connsiteY78" fmla="*/ 289369 h 375666"/>
              <a:gd name="connsiteX79" fmla="*/ 85464 w 373158"/>
              <a:gd name="connsiteY79" fmla="*/ 297275 h 375666"/>
              <a:gd name="connsiteX80" fmla="*/ 92863 w 373158"/>
              <a:gd name="connsiteY80" fmla="*/ 289369 h 375666"/>
              <a:gd name="connsiteX81" fmla="*/ 92863 w 373158"/>
              <a:gd name="connsiteY81" fmla="*/ 257746 h 375666"/>
              <a:gd name="connsiteX82" fmla="*/ 85464 w 373158"/>
              <a:gd name="connsiteY82" fmla="*/ 249841 h 375666"/>
              <a:gd name="connsiteX83" fmla="*/ 77971 w 373158"/>
              <a:gd name="connsiteY83" fmla="*/ 257746 h 375666"/>
              <a:gd name="connsiteX84" fmla="*/ 373159 w 373158"/>
              <a:gd name="connsiteY84" fmla="*/ 274034 h 375666"/>
              <a:gd name="connsiteX85" fmla="*/ 271949 w 373158"/>
              <a:gd name="connsiteY85" fmla="*/ 375666 h 375666"/>
              <a:gd name="connsiteX86" fmla="*/ 170739 w 373158"/>
              <a:gd name="connsiteY86" fmla="*/ 274034 h 375666"/>
              <a:gd name="connsiteX87" fmla="*/ 271949 w 373158"/>
              <a:gd name="connsiteY87" fmla="*/ 172402 h 375666"/>
              <a:gd name="connsiteX88" fmla="*/ 373159 w 373158"/>
              <a:gd name="connsiteY88" fmla="*/ 274034 h 375666"/>
              <a:gd name="connsiteX89" fmla="*/ 357603 w 373158"/>
              <a:gd name="connsiteY89" fmla="*/ 274034 h 375666"/>
              <a:gd name="connsiteX90" fmla="*/ 271949 w 373158"/>
              <a:gd name="connsiteY90" fmla="*/ 188023 h 375666"/>
              <a:gd name="connsiteX91" fmla="*/ 186295 w 373158"/>
              <a:gd name="connsiteY91" fmla="*/ 274034 h 375666"/>
              <a:gd name="connsiteX92" fmla="*/ 271949 w 373158"/>
              <a:gd name="connsiteY92" fmla="*/ 360045 h 375666"/>
              <a:gd name="connsiteX93" fmla="*/ 357603 w 373158"/>
              <a:gd name="connsiteY93" fmla="*/ 274034 h 375666"/>
              <a:gd name="connsiteX94" fmla="*/ 317763 w 373158"/>
              <a:gd name="connsiteY94" fmla="*/ 242792 h 375666"/>
              <a:gd name="connsiteX95" fmla="*/ 264645 w 373158"/>
              <a:gd name="connsiteY95" fmla="*/ 302514 h 375666"/>
              <a:gd name="connsiteX96" fmla="*/ 227082 w 373158"/>
              <a:gd name="connsiteY96" fmla="*/ 266129 h 375666"/>
              <a:gd name="connsiteX97" fmla="*/ 216743 w 373158"/>
              <a:gd name="connsiteY97" fmla="*/ 266129 h 375666"/>
              <a:gd name="connsiteX98" fmla="*/ 216743 w 373158"/>
              <a:gd name="connsiteY98" fmla="*/ 276511 h 375666"/>
              <a:gd name="connsiteX99" fmla="*/ 258195 w 373158"/>
              <a:gd name="connsiteY99" fmla="*/ 319373 h 375666"/>
              <a:gd name="connsiteX100" fmla="*/ 264645 w 373158"/>
              <a:gd name="connsiteY100" fmla="*/ 321945 h 375666"/>
              <a:gd name="connsiteX101" fmla="*/ 269862 w 373158"/>
              <a:gd name="connsiteY101" fmla="*/ 319373 h 375666"/>
              <a:gd name="connsiteX102" fmla="*/ 329431 w 373158"/>
              <a:gd name="connsiteY102" fmla="*/ 253175 h 375666"/>
              <a:gd name="connsiteX103" fmla="*/ 329431 w 373158"/>
              <a:gd name="connsiteY103" fmla="*/ 242792 h 375666"/>
              <a:gd name="connsiteX104" fmla="*/ 317763 w 373158"/>
              <a:gd name="connsiteY104" fmla="*/ 242792 h 375666"/>
              <a:gd name="connsiteX105" fmla="*/ 15556 w 373158"/>
              <a:gd name="connsiteY105" fmla="*/ 328327 h 375666"/>
              <a:gd name="connsiteX106" fmla="*/ 171213 w 373158"/>
              <a:gd name="connsiteY106" fmla="*/ 328327 h 375666"/>
              <a:gd name="connsiteX107" fmla="*/ 171213 w 373158"/>
              <a:gd name="connsiteY107" fmla="*/ 343948 h 375666"/>
              <a:gd name="connsiteX108" fmla="*/ 7778 w 373158"/>
              <a:gd name="connsiteY108" fmla="*/ 343948 h 375666"/>
              <a:gd name="connsiteX109" fmla="*/ 0 w 373158"/>
              <a:gd name="connsiteY109" fmla="*/ 336137 h 375666"/>
              <a:gd name="connsiteX110" fmla="*/ 0 w 373158"/>
              <a:gd name="connsiteY110" fmla="*/ 7810 h 375666"/>
              <a:gd name="connsiteX111" fmla="*/ 7778 w 373158"/>
              <a:gd name="connsiteY111" fmla="*/ 0 h 375666"/>
              <a:gd name="connsiteX112" fmla="*/ 178991 w 373158"/>
              <a:gd name="connsiteY112" fmla="*/ 0 h 375666"/>
              <a:gd name="connsiteX113" fmla="*/ 179940 w 373158"/>
              <a:gd name="connsiteY113" fmla="*/ 286 h 375666"/>
              <a:gd name="connsiteX114" fmla="*/ 185156 w 373158"/>
              <a:gd name="connsiteY114" fmla="*/ 3715 h 375666"/>
              <a:gd name="connsiteX115" fmla="*/ 260661 w 373158"/>
              <a:gd name="connsiteY115" fmla="*/ 79534 h 375666"/>
              <a:gd name="connsiteX116" fmla="*/ 262843 w 373158"/>
              <a:gd name="connsiteY116" fmla="*/ 81439 h 375666"/>
              <a:gd name="connsiteX117" fmla="*/ 264455 w 373158"/>
              <a:gd name="connsiteY117" fmla="*/ 86011 h 375666"/>
              <a:gd name="connsiteX118" fmla="*/ 264455 w 373158"/>
              <a:gd name="connsiteY118" fmla="*/ 156400 h 375666"/>
              <a:gd name="connsiteX119" fmla="*/ 248899 w 373158"/>
              <a:gd name="connsiteY119" fmla="*/ 156400 h 375666"/>
              <a:gd name="connsiteX120" fmla="*/ 248899 w 373158"/>
              <a:gd name="connsiteY120" fmla="*/ 94202 h 375666"/>
              <a:gd name="connsiteX121" fmla="*/ 178517 w 373158"/>
              <a:gd name="connsiteY121" fmla="*/ 94202 h 375666"/>
              <a:gd name="connsiteX122" fmla="*/ 170739 w 373158"/>
              <a:gd name="connsiteY122" fmla="*/ 86392 h 375666"/>
              <a:gd name="connsiteX123" fmla="*/ 170739 w 373158"/>
              <a:gd name="connsiteY123" fmla="*/ 15716 h 375666"/>
              <a:gd name="connsiteX124" fmla="*/ 15461 w 373158"/>
              <a:gd name="connsiteY124" fmla="*/ 15716 h 375666"/>
              <a:gd name="connsiteX125" fmla="*/ 15461 w 373158"/>
              <a:gd name="connsiteY125" fmla="*/ 328422 h 375666"/>
              <a:gd name="connsiteX126" fmla="*/ 186390 w 373158"/>
              <a:gd name="connsiteY126" fmla="*/ 78486 h 375666"/>
              <a:gd name="connsiteX127" fmla="*/ 237706 w 373158"/>
              <a:gd name="connsiteY127" fmla="*/ 78486 h 375666"/>
              <a:gd name="connsiteX128" fmla="*/ 186390 w 373158"/>
              <a:gd name="connsiteY128" fmla="*/ 26003 h 375666"/>
              <a:gd name="connsiteX129" fmla="*/ 186390 w 373158"/>
              <a:gd name="connsiteY129" fmla="*/ 78486 h 375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373158" h="375666">
                <a:moveTo>
                  <a:pt x="46384" y="132969"/>
                </a:moveTo>
                <a:lnTo>
                  <a:pt x="46384" y="101917"/>
                </a:lnTo>
                <a:cubicBezTo>
                  <a:pt x="46384" y="98012"/>
                  <a:pt x="50368" y="94107"/>
                  <a:pt x="54257" y="94107"/>
                </a:cubicBezTo>
                <a:cubicBezTo>
                  <a:pt x="59474" y="94107"/>
                  <a:pt x="62130" y="98012"/>
                  <a:pt x="62130" y="101917"/>
                </a:cubicBezTo>
                <a:lnTo>
                  <a:pt x="62130" y="132969"/>
                </a:lnTo>
                <a:cubicBezTo>
                  <a:pt x="62130" y="136874"/>
                  <a:pt x="59474" y="140779"/>
                  <a:pt x="54257" y="140779"/>
                </a:cubicBezTo>
                <a:cubicBezTo>
                  <a:pt x="50273" y="140779"/>
                  <a:pt x="46384" y="136874"/>
                  <a:pt x="46384" y="132969"/>
                </a:cubicBezTo>
                <a:close/>
                <a:moveTo>
                  <a:pt x="154993" y="101917"/>
                </a:moveTo>
                <a:cubicBezTo>
                  <a:pt x="154993" y="98012"/>
                  <a:pt x="152526" y="94107"/>
                  <a:pt x="147594" y="94107"/>
                </a:cubicBezTo>
                <a:cubicBezTo>
                  <a:pt x="143895" y="94107"/>
                  <a:pt x="140100" y="98012"/>
                  <a:pt x="140100" y="101917"/>
                </a:cubicBezTo>
                <a:lnTo>
                  <a:pt x="140100" y="132969"/>
                </a:lnTo>
                <a:cubicBezTo>
                  <a:pt x="140100" y="136874"/>
                  <a:pt x="143800" y="140779"/>
                  <a:pt x="147594" y="140779"/>
                </a:cubicBezTo>
                <a:cubicBezTo>
                  <a:pt x="152526" y="140779"/>
                  <a:pt x="154993" y="136874"/>
                  <a:pt x="154993" y="132969"/>
                </a:cubicBezTo>
                <a:lnTo>
                  <a:pt x="154993" y="101917"/>
                </a:lnTo>
                <a:close/>
                <a:moveTo>
                  <a:pt x="116482" y="172498"/>
                </a:moveTo>
                <a:cubicBezTo>
                  <a:pt x="112498" y="172498"/>
                  <a:pt x="108609" y="176403"/>
                  <a:pt x="108609" y="180308"/>
                </a:cubicBezTo>
                <a:lnTo>
                  <a:pt x="108609" y="211360"/>
                </a:lnTo>
                <a:cubicBezTo>
                  <a:pt x="108609" y="215265"/>
                  <a:pt x="112593" y="219170"/>
                  <a:pt x="116482" y="219170"/>
                </a:cubicBezTo>
                <a:cubicBezTo>
                  <a:pt x="121699" y="219170"/>
                  <a:pt x="124355" y="215265"/>
                  <a:pt x="124355" y="211360"/>
                </a:cubicBezTo>
                <a:lnTo>
                  <a:pt x="124355" y="180308"/>
                </a:lnTo>
                <a:cubicBezTo>
                  <a:pt x="124355" y="176403"/>
                  <a:pt x="121699" y="172498"/>
                  <a:pt x="116482" y="172498"/>
                </a:cubicBezTo>
                <a:close/>
                <a:moveTo>
                  <a:pt x="154993" y="180213"/>
                </a:moveTo>
                <a:cubicBezTo>
                  <a:pt x="154993" y="176308"/>
                  <a:pt x="152526" y="172402"/>
                  <a:pt x="147594" y="172402"/>
                </a:cubicBezTo>
                <a:cubicBezTo>
                  <a:pt x="143895" y="172402"/>
                  <a:pt x="140100" y="176308"/>
                  <a:pt x="140100" y="180213"/>
                </a:cubicBezTo>
                <a:lnTo>
                  <a:pt x="140100" y="211265"/>
                </a:lnTo>
                <a:cubicBezTo>
                  <a:pt x="140100" y="215170"/>
                  <a:pt x="143800" y="219075"/>
                  <a:pt x="147594" y="219075"/>
                </a:cubicBezTo>
                <a:cubicBezTo>
                  <a:pt x="152526" y="219075"/>
                  <a:pt x="154993" y="215170"/>
                  <a:pt x="154993" y="211265"/>
                </a:cubicBezTo>
                <a:lnTo>
                  <a:pt x="154993" y="180213"/>
                </a:lnTo>
                <a:close/>
                <a:moveTo>
                  <a:pt x="116577" y="140779"/>
                </a:moveTo>
                <a:lnTo>
                  <a:pt x="85654" y="140779"/>
                </a:lnTo>
                <a:cubicBezTo>
                  <a:pt x="81765" y="140779"/>
                  <a:pt x="77876" y="136874"/>
                  <a:pt x="77876" y="132969"/>
                </a:cubicBezTo>
                <a:lnTo>
                  <a:pt x="77876" y="101917"/>
                </a:lnTo>
                <a:cubicBezTo>
                  <a:pt x="77876" y="98012"/>
                  <a:pt x="81765" y="94107"/>
                  <a:pt x="85654" y="94107"/>
                </a:cubicBezTo>
                <a:lnTo>
                  <a:pt x="116577" y="94107"/>
                </a:lnTo>
                <a:cubicBezTo>
                  <a:pt x="121699" y="94107"/>
                  <a:pt x="124355" y="98012"/>
                  <a:pt x="124355" y="101917"/>
                </a:cubicBezTo>
                <a:lnTo>
                  <a:pt x="124355" y="132969"/>
                </a:lnTo>
                <a:cubicBezTo>
                  <a:pt x="124355" y="136874"/>
                  <a:pt x="121793" y="140779"/>
                  <a:pt x="116577" y="140779"/>
                </a:cubicBezTo>
                <a:close/>
                <a:moveTo>
                  <a:pt x="108893" y="109728"/>
                </a:moveTo>
                <a:lnTo>
                  <a:pt x="93432" y="109728"/>
                </a:lnTo>
                <a:lnTo>
                  <a:pt x="93432" y="125254"/>
                </a:lnTo>
                <a:lnTo>
                  <a:pt x="108893" y="125254"/>
                </a:lnTo>
                <a:lnTo>
                  <a:pt x="108893" y="109728"/>
                </a:lnTo>
                <a:close/>
                <a:moveTo>
                  <a:pt x="92863" y="211265"/>
                </a:moveTo>
                <a:cubicBezTo>
                  <a:pt x="92863" y="215170"/>
                  <a:pt x="90302" y="219075"/>
                  <a:pt x="85085" y="219075"/>
                </a:cubicBezTo>
                <a:lnTo>
                  <a:pt x="54162" y="219075"/>
                </a:lnTo>
                <a:cubicBezTo>
                  <a:pt x="50273" y="219075"/>
                  <a:pt x="46384" y="215170"/>
                  <a:pt x="46384" y="211265"/>
                </a:cubicBezTo>
                <a:lnTo>
                  <a:pt x="46384" y="180213"/>
                </a:lnTo>
                <a:cubicBezTo>
                  <a:pt x="46384" y="176308"/>
                  <a:pt x="50273" y="172402"/>
                  <a:pt x="54162" y="172402"/>
                </a:cubicBezTo>
                <a:lnTo>
                  <a:pt x="85085" y="172402"/>
                </a:lnTo>
                <a:cubicBezTo>
                  <a:pt x="90207" y="172402"/>
                  <a:pt x="92863" y="176308"/>
                  <a:pt x="92863" y="180213"/>
                </a:cubicBezTo>
                <a:lnTo>
                  <a:pt x="92863" y="211265"/>
                </a:lnTo>
                <a:close/>
                <a:moveTo>
                  <a:pt x="77307" y="188023"/>
                </a:moveTo>
                <a:lnTo>
                  <a:pt x="61845" y="188023"/>
                </a:lnTo>
                <a:lnTo>
                  <a:pt x="61845" y="203549"/>
                </a:lnTo>
                <a:lnTo>
                  <a:pt x="77307" y="203549"/>
                </a:lnTo>
                <a:lnTo>
                  <a:pt x="77307" y="188023"/>
                </a:lnTo>
                <a:close/>
                <a:moveTo>
                  <a:pt x="108609" y="289465"/>
                </a:moveTo>
                <a:lnTo>
                  <a:pt x="108609" y="257842"/>
                </a:lnTo>
                <a:cubicBezTo>
                  <a:pt x="108609" y="253841"/>
                  <a:pt x="112498" y="249936"/>
                  <a:pt x="116387" y="249936"/>
                </a:cubicBezTo>
                <a:lnTo>
                  <a:pt x="147309" y="249936"/>
                </a:lnTo>
                <a:cubicBezTo>
                  <a:pt x="152432" y="249936"/>
                  <a:pt x="155088" y="253937"/>
                  <a:pt x="155088" y="257842"/>
                </a:cubicBezTo>
                <a:lnTo>
                  <a:pt x="155088" y="289465"/>
                </a:lnTo>
                <a:cubicBezTo>
                  <a:pt x="155088" y="293465"/>
                  <a:pt x="152526" y="297371"/>
                  <a:pt x="147309" y="297371"/>
                </a:cubicBezTo>
                <a:lnTo>
                  <a:pt x="116387" y="297371"/>
                </a:lnTo>
                <a:cubicBezTo>
                  <a:pt x="112498" y="297371"/>
                  <a:pt x="108609" y="293370"/>
                  <a:pt x="108609" y="289465"/>
                </a:cubicBezTo>
                <a:close/>
                <a:moveTo>
                  <a:pt x="124070" y="281559"/>
                </a:moveTo>
                <a:lnTo>
                  <a:pt x="139531" y="281559"/>
                </a:lnTo>
                <a:lnTo>
                  <a:pt x="139531" y="265748"/>
                </a:lnTo>
                <a:lnTo>
                  <a:pt x="124070" y="265748"/>
                </a:lnTo>
                <a:lnTo>
                  <a:pt x="124070" y="281559"/>
                </a:lnTo>
                <a:close/>
                <a:moveTo>
                  <a:pt x="46384" y="257746"/>
                </a:moveTo>
                <a:lnTo>
                  <a:pt x="46384" y="289369"/>
                </a:lnTo>
                <a:cubicBezTo>
                  <a:pt x="46384" y="293370"/>
                  <a:pt x="50368" y="297275"/>
                  <a:pt x="54257" y="297275"/>
                </a:cubicBezTo>
                <a:cubicBezTo>
                  <a:pt x="59474" y="297275"/>
                  <a:pt x="62130" y="293275"/>
                  <a:pt x="62130" y="289369"/>
                </a:cubicBezTo>
                <a:lnTo>
                  <a:pt x="62130" y="257746"/>
                </a:lnTo>
                <a:cubicBezTo>
                  <a:pt x="62130" y="253746"/>
                  <a:pt x="59474" y="249841"/>
                  <a:pt x="54257" y="249841"/>
                </a:cubicBezTo>
                <a:cubicBezTo>
                  <a:pt x="50273" y="249841"/>
                  <a:pt x="46384" y="253841"/>
                  <a:pt x="46384" y="257746"/>
                </a:cubicBezTo>
                <a:close/>
                <a:moveTo>
                  <a:pt x="77971" y="257746"/>
                </a:moveTo>
                <a:lnTo>
                  <a:pt x="77971" y="289369"/>
                </a:lnTo>
                <a:cubicBezTo>
                  <a:pt x="77971" y="293370"/>
                  <a:pt x="81670" y="297275"/>
                  <a:pt x="85464" y="297275"/>
                </a:cubicBezTo>
                <a:cubicBezTo>
                  <a:pt x="90397" y="297275"/>
                  <a:pt x="92863" y="293275"/>
                  <a:pt x="92863" y="289369"/>
                </a:cubicBezTo>
                <a:lnTo>
                  <a:pt x="92863" y="257746"/>
                </a:lnTo>
                <a:cubicBezTo>
                  <a:pt x="92863" y="253746"/>
                  <a:pt x="90397" y="249841"/>
                  <a:pt x="85464" y="249841"/>
                </a:cubicBezTo>
                <a:cubicBezTo>
                  <a:pt x="81765" y="249841"/>
                  <a:pt x="77971" y="253841"/>
                  <a:pt x="77971" y="257746"/>
                </a:cubicBezTo>
                <a:close/>
                <a:moveTo>
                  <a:pt x="373159" y="274034"/>
                </a:moveTo>
                <a:cubicBezTo>
                  <a:pt x="373159" y="330041"/>
                  <a:pt x="327723" y="375666"/>
                  <a:pt x="271949" y="375666"/>
                </a:cubicBezTo>
                <a:cubicBezTo>
                  <a:pt x="216174" y="375666"/>
                  <a:pt x="170739" y="330041"/>
                  <a:pt x="170739" y="274034"/>
                </a:cubicBezTo>
                <a:cubicBezTo>
                  <a:pt x="170739" y="218027"/>
                  <a:pt x="216174" y="172402"/>
                  <a:pt x="271949" y="172402"/>
                </a:cubicBezTo>
                <a:cubicBezTo>
                  <a:pt x="327723" y="172402"/>
                  <a:pt x="373159" y="218027"/>
                  <a:pt x="373159" y="274034"/>
                </a:cubicBezTo>
                <a:close/>
                <a:moveTo>
                  <a:pt x="357603" y="274034"/>
                </a:moveTo>
                <a:cubicBezTo>
                  <a:pt x="357603" y="227171"/>
                  <a:pt x="319945" y="188023"/>
                  <a:pt x="271949" y="188023"/>
                </a:cubicBezTo>
                <a:cubicBezTo>
                  <a:pt x="223952" y="188023"/>
                  <a:pt x="186295" y="227076"/>
                  <a:pt x="186295" y="274034"/>
                </a:cubicBezTo>
                <a:cubicBezTo>
                  <a:pt x="186295" y="320992"/>
                  <a:pt x="225185" y="360045"/>
                  <a:pt x="271949" y="360045"/>
                </a:cubicBezTo>
                <a:cubicBezTo>
                  <a:pt x="318712" y="360045"/>
                  <a:pt x="357603" y="320992"/>
                  <a:pt x="357603" y="274034"/>
                </a:cubicBezTo>
                <a:close/>
                <a:moveTo>
                  <a:pt x="317763" y="242792"/>
                </a:moveTo>
                <a:lnTo>
                  <a:pt x="264645" y="302514"/>
                </a:lnTo>
                <a:lnTo>
                  <a:pt x="227082" y="266129"/>
                </a:lnTo>
                <a:cubicBezTo>
                  <a:pt x="224521" y="262223"/>
                  <a:pt x="219304" y="262223"/>
                  <a:pt x="216743" y="266129"/>
                </a:cubicBezTo>
                <a:cubicBezTo>
                  <a:pt x="212854" y="268700"/>
                  <a:pt x="212854" y="273939"/>
                  <a:pt x="216743" y="276511"/>
                </a:cubicBezTo>
                <a:lnTo>
                  <a:pt x="258195" y="319373"/>
                </a:lnTo>
                <a:cubicBezTo>
                  <a:pt x="260756" y="320707"/>
                  <a:pt x="262084" y="321945"/>
                  <a:pt x="264645" y="321945"/>
                </a:cubicBezTo>
                <a:cubicBezTo>
                  <a:pt x="265973" y="321945"/>
                  <a:pt x="268534" y="320612"/>
                  <a:pt x="269862" y="319373"/>
                </a:cubicBezTo>
                <a:lnTo>
                  <a:pt x="329431" y="253175"/>
                </a:lnTo>
                <a:cubicBezTo>
                  <a:pt x="331992" y="250603"/>
                  <a:pt x="331992" y="245364"/>
                  <a:pt x="329431" y="242792"/>
                </a:cubicBezTo>
                <a:cubicBezTo>
                  <a:pt x="325542" y="240221"/>
                  <a:pt x="320325" y="240221"/>
                  <a:pt x="317763" y="242792"/>
                </a:cubicBezTo>
                <a:close/>
                <a:moveTo>
                  <a:pt x="15556" y="328327"/>
                </a:moveTo>
                <a:lnTo>
                  <a:pt x="171213" y="328327"/>
                </a:lnTo>
                <a:lnTo>
                  <a:pt x="171213" y="343948"/>
                </a:lnTo>
                <a:lnTo>
                  <a:pt x="7778" y="343948"/>
                </a:lnTo>
                <a:cubicBezTo>
                  <a:pt x="3889" y="343948"/>
                  <a:pt x="0" y="340042"/>
                  <a:pt x="0" y="336137"/>
                </a:cubicBezTo>
                <a:lnTo>
                  <a:pt x="0" y="7810"/>
                </a:lnTo>
                <a:cubicBezTo>
                  <a:pt x="0" y="3905"/>
                  <a:pt x="3889" y="0"/>
                  <a:pt x="7778" y="0"/>
                </a:cubicBezTo>
                <a:lnTo>
                  <a:pt x="178991" y="0"/>
                </a:lnTo>
                <a:cubicBezTo>
                  <a:pt x="178991" y="0"/>
                  <a:pt x="179655" y="191"/>
                  <a:pt x="179940" y="286"/>
                </a:cubicBezTo>
                <a:cubicBezTo>
                  <a:pt x="182406" y="667"/>
                  <a:pt x="184113" y="1905"/>
                  <a:pt x="185156" y="3715"/>
                </a:cubicBezTo>
                <a:cubicBezTo>
                  <a:pt x="242354" y="61151"/>
                  <a:pt x="256962" y="75819"/>
                  <a:pt x="260661" y="79534"/>
                </a:cubicBezTo>
                <a:cubicBezTo>
                  <a:pt x="261515" y="80010"/>
                  <a:pt x="262273" y="80677"/>
                  <a:pt x="262843" y="81439"/>
                </a:cubicBezTo>
                <a:cubicBezTo>
                  <a:pt x="264360" y="82582"/>
                  <a:pt x="264455" y="83820"/>
                  <a:pt x="264455" y="86011"/>
                </a:cubicBezTo>
                <a:lnTo>
                  <a:pt x="264455" y="156400"/>
                </a:lnTo>
                <a:lnTo>
                  <a:pt x="248899" y="156400"/>
                </a:lnTo>
                <a:lnTo>
                  <a:pt x="248899" y="94202"/>
                </a:lnTo>
                <a:lnTo>
                  <a:pt x="178517" y="94202"/>
                </a:lnTo>
                <a:cubicBezTo>
                  <a:pt x="174628" y="94202"/>
                  <a:pt x="170739" y="90297"/>
                  <a:pt x="170739" y="86392"/>
                </a:cubicBezTo>
                <a:lnTo>
                  <a:pt x="170739" y="15716"/>
                </a:lnTo>
                <a:lnTo>
                  <a:pt x="15461" y="15716"/>
                </a:lnTo>
                <a:lnTo>
                  <a:pt x="15461" y="328422"/>
                </a:lnTo>
                <a:close/>
                <a:moveTo>
                  <a:pt x="186390" y="78486"/>
                </a:moveTo>
                <a:lnTo>
                  <a:pt x="237706" y="78486"/>
                </a:lnTo>
                <a:cubicBezTo>
                  <a:pt x="209914" y="50006"/>
                  <a:pt x="194642" y="34480"/>
                  <a:pt x="186390" y="26003"/>
                </a:cubicBezTo>
                <a:lnTo>
                  <a:pt x="186390" y="7848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" name="Graphic 29">
            <a:extLst>
              <a:ext uri="{FF2B5EF4-FFF2-40B4-BE49-F238E27FC236}">
                <a16:creationId xmlns:a16="http://schemas.microsoft.com/office/drawing/2014/main" id="{75EF81FE-4C7F-412F-9462-AF0EF25E2A53}"/>
              </a:ext>
            </a:extLst>
          </p:cNvPr>
          <p:cNvSpPr/>
          <p:nvPr/>
        </p:nvSpPr>
        <p:spPr>
          <a:xfrm>
            <a:off x="3832751" y="1405497"/>
            <a:ext cx="490798" cy="494097"/>
          </a:xfrm>
          <a:custGeom>
            <a:avLst/>
            <a:gdLst>
              <a:gd name="connsiteX0" fmla="*/ 46384 w 373158"/>
              <a:gd name="connsiteY0" fmla="*/ 132969 h 375666"/>
              <a:gd name="connsiteX1" fmla="*/ 46384 w 373158"/>
              <a:gd name="connsiteY1" fmla="*/ 101917 h 375666"/>
              <a:gd name="connsiteX2" fmla="*/ 54257 w 373158"/>
              <a:gd name="connsiteY2" fmla="*/ 94107 h 375666"/>
              <a:gd name="connsiteX3" fmla="*/ 62130 w 373158"/>
              <a:gd name="connsiteY3" fmla="*/ 101917 h 375666"/>
              <a:gd name="connsiteX4" fmla="*/ 62130 w 373158"/>
              <a:gd name="connsiteY4" fmla="*/ 132969 h 375666"/>
              <a:gd name="connsiteX5" fmla="*/ 54257 w 373158"/>
              <a:gd name="connsiteY5" fmla="*/ 140779 h 375666"/>
              <a:gd name="connsiteX6" fmla="*/ 46384 w 373158"/>
              <a:gd name="connsiteY6" fmla="*/ 132969 h 375666"/>
              <a:gd name="connsiteX7" fmla="*/ 154993 w 373158"/>
              <a:gd name="connsiteY7" fmla="*/ 101917 h 375666"/>
              <a:gd name="connsiteX8" fmla="*/ 147594 w 373158"/>
              <a:gd name="connsiteY8" fmla="*/ 94107 h 375666"/>
              <a:gd name="connsiteX9" fmla="*/ 140100 w 373158"/>
              <a:gd name="connsiteY9" fmla="*/ 101917 h 375666"/>
              <a:gd name="connsiteX10" fmla="*/ 140100 w 373158"/>
              <a:gd name="connsiteY10" fmla="*/ 132969 h 375666"/>
              <a:gd name="connsiteX11" fmla="*/ 147594 w 373158"/>
              <a:gd name="connsiteY11" fmla="*/ 140779 h 375666"/>
              <a:gd name="connsiteX12" fmla="*/ 154993 w 373158"/>
              <a:gd name="connsiteY12" fmla="*/ 132969 h 375666"/>
              <a:gd name="connsiteX13" fmla="*/ 154993 w 373158"/>
              <a:gd name="connsiteY13" fmla="*/ 101917 h 375666"/>
              <a:gd name="connsiteX14" fmla="*/ 116482 w 373158"/>
              <a:gd name="connsiteY14" fmla="*/ 172498 h 375666"/>
              <a:gd name="connsiteX15" fmla="*/ 108609 w 373158"/>
              <a:gd name="connsiteY15" fmla="*/ 180308 h 375666"/>
              <a:gd name="connsiteX16" fmla="*/ 108609 w 373158"/>
              <a:gd name="connsiteY16" fmla="*/ 211360 h 375666"/>
              <a:gd name="connsiteX17" fmla="*/ 116482 w 373158"/>
              <a:gd name="connsiteY17" fmla="*/ 219170 h 375666"/>
              <a:gd name="connsiteX18" fmla="*/ 124355 w 373158"/>
              <a:gd name="connsiteY18" fmla="*/ 211360 h 375666"/>
              <a:gd name="connsiteX19" fmla="*/ 124355 w 373158"/>
              <a:gd name="connsiteY19" fmla="*/ 180308 h 375666"/>
              <a:gd name="connsiteX20" fmla="*/ 116482 w 373158"/>
              <a:gd name="connsiteY20" fmla="*/ 172498 h 375666"/>
              <a:gd name="connsiteX21" fmla="*/ 154993 w 373158"/>
              <a:gd name="connsiteY21" fmla="*/ 180213 h 375666"/>
              <a:gd name="connsiteX22" fmla="*/ 147594 w 373158"/>
              <a:gd name="connsiteY22" fmla="*/ 172402 h 375666"/>
              <a:gd name="connsiteX23" fmla="*/ 140100 w 373158"/>
              <a:gd name="connsiteY23" fmla="*/ 180213 h 375666"/>
              <a:gd name="connsiteX24" fmla="*/ 140100 w 373158"/>
              <a:gd name="connsiteY24" fmla="*/ 211265 h 375666"/>
              <a:gd name="connsiteX25" fmla="*/ 147594 w 373158"/>
              <a:gd name="connsiteY25" fmla="*/ 219075 h 375666"/>
              <a:gd name="connsiteX26" fmla="*/ 154993 w 373158"/>
              <a:gd name="connsiteY26" fmla="*/ 211265 h 375666"/>
              <a:gd name="connsiteX27" fmla="*/ 154993 w 373158"/>
              <a:gd name="connsiteY27" fmla="*/ 180213 h 375666"/>
              <a:gd name="connsiteX28" fmla="*/ 116577 w 373158"/>
              <a:gd name="connsiteY28" fmla="*/ 140779 h 375666"/>
              <a:gd name="connsiteX29" fmla="*/ 85654 w 373158"/>
              <a:gd name="connsiteY29" fmla="*/ 140779 h 375666"/>
              <a:gd name="connsiteX30" fmla="*/ 77876 w 373158"/>
              <a:gd name="connsiteY30" fmla="*/ 132969 h 375666"/>
              <a:gd name="connsiteX31" fmla="*/ 77876 w 373158"/>
              <a:gd name="connsiteY31" fmla="*/ 101917 h 375666"/>
              <a:gd name="connsiteX32" fmla="*/ 85654 w 373158"/>
              <a:gd name="connsiteY32" fmla="*/ 94107 h 375666"/>
              <a:gd name="connsiteX33" fmla="*/ 116577 w 373158"/>
              <a:gd name="connsiteY33" fmla="*/ 94107 h 375666"/>
              <a:gd name="connsiteX34" fmla="*/ 124355 w 373158"/>
              <a:gd name="connsiteY34" fmla="*/ 101917 h 375666"/>
              <a:gd name="connsiteX35" fmla="*/ 124355 w 373158"/>
              <a:gd name="connsiteY35" fmla="*/ 132969 h 375666"/>
              <a:gd name="connsiteX36" fmla="*/ 116577 w 373158"/>
              <a:gd name="connsiteY36" fmla="*/ 140779 h 375666"/>
              <a:gd name="connsiteX37" fmla="*/ 108893 w 373158"/>
              <a:gd name="connsiteY37" fmla="*/ 109728 h 375666"/>
              <a:gd name="connsiteX38" fmla="*/ 93432 w 373158"/>
              <a:gd name="connsiteY38" fmla="*/ 109728 h 375666"/>
              <a:gd name="connsiteX39" fmla="*/ 93432 w 373158"/>
              <a:gd name="connsiteY39" fmla="*/ 125254 h 375666"/>
              <a:gd name="connsiteX40" fmla="*/ 108893 w 373158"/>
              <a:gd name="connsiteY40" fmla="*/ 125254 h 375666"/>
              <a:gd name="connsiteX41" fmla="*/ 108893 w 373158"/>
              <a:gd name="connsiteY41" fmla="*/ 109728 h 375666"/>
              <a:gd name="connsiteX42" fmla="*/ 92863 w 373158"/>
              <a:gd name="connsiteY42" fmla="*/ 211265 h 375666"/>
              <a:gd name="connsiteX43" fmla="*/ 85085 w 373158"/>
              <a:gd name="connsiteY43" fmla="*/ 219075 h 375666"/>
              <a:gd name="connsiteX44" fmla="*/ 54162 w 373158"/>
              <a:gd name="connsiteY44" fmla="*/ 219075 h 375666"/>
              <a:gd name="connsiteX45" fmla="*/ 46384 w 373158"/>
              <a:gd name="connsiteY45" fmla="*/ 211265 h 375666"/>
              <a:gd name="connsiteX46" fmla="*/ 46384 w 373158"/>
              <a:gd name="connsiteY46" fmla="*/ 180213 h 375666"/>
              <a:gd name="connsiteX47" fmla="*/ 54162 w 373158"/>
              <a:gd name="connsiteY47" fmla="*/ 172402 h 375666"/>
              <a:gd name="connsiteX48" fmla="*/ 85085 w 373158"/>
              <a:gd name="connsiteY48" fmla="*/ 172402 h 375666"/>
              <a:gd name="connsiteX49" fmla="*/ 92863 w 373158"/>
              <a:gd name="connsiteY49" fmla="*/ 180213 h 375666"/>
              <a:gd name="connsiteX50" fmla="*/ 92863 w 373158"/>
              <a:gd name="connsiteY50" fmla="*/ 211265 h 375666"/>
              <a:gd name="connsiteX51" fmla="*/ 77307 w 373158"/>
              <a:gd name="connsiteY51" fmla="*/ 188023 h 375666"/>
              <a:gd name="connsiteX52" fmla="*/ 61845 w 373158"/>
              <a:gd name="connsiteY52" fmla="*/ 188023 h 375666"/>
              <a:gd name="connsiteX53" fmla="*/ 61845 w 373158"/>
              <a:gd name="connsiteY53" fmla="*/ 203549 h 375666"/>
              <a:gd name="connsiteX54" fmla="*/ 77307 w 373158"/>
              <a:gd name="connsiteY54" fmla="*/ 203549 h 375666"/>
              <a:gd name="connsiteX55" fmla="*/ 77307 w 373158"/>
              <a:gd name="connsiteY55" fmla="*/ 188023 h 375666"/>
              <a:gd name="connsiteX56" fmla="*/ 108609 w 373158"/>
              <a:gd name="connsiteY56" fmla="*/ 289465 h 375666"/>
              <a:gd name="connsiteX57" fmla="*/ 108609 w 373158"/>
              <a:gd name="connsiteY57" fmla="*/ 257842 h 375666"/>
              <a:gd name="connsiteX58" fmla="*/ 116387 w 373158"/>
              <a:gd name="connsiteY58" fmla="*/ 249936 h 375666"/>
              <a:gd name="connsiteX59" fmla="*/ 147309 w 373158"/>
              <a:gd name="connsiteY59" fmla="*/ 249936 h 375666"/>
              <a:gd name="connsiteX60" fmla="*/ 155088 w 373158"/>
              <a:gd name="connsiteY60" fmla="*/ 257842 h 375666"/>
              <a:gd name="connsiteX61" fmla="*/ 155088 w 373158"/>
              <a:gd name="connsiteY61" fmla="*/ 289465 h 375666"/>
              <a:gd name="connsiteX62" fmla="*/ 147309 w 373158"/>
              <a:gd name="connsiteY62" fmla="*/ 297371 h 375666"/>
              <a:gd name="connsiteX63" fmla="*/ 116387 w 373158"/>
              <a:gd name="connsiteY63" fmla="*/ 297371 h 375666"/>
              <a:gd name="connsiteX64" fmla="*/ 108609 w 373158"/>
              <a:gd name="connsiteY64" fmla="*/ 289465 h 375666"/>
              <a:gd name="connsiteX65" fmla="*/ 124070 w 373158"/>
              <a:gd name="connsiteY65" fmla="*/ 281559 h 375666"/>
              <a:gd name="connsiteX66" fmla="*/ 139531 w 373158"/>
              <a:gd name="connsiteY66" fmla="*/ 281559 h 375666"/>
              <a:gd name="connsiteX67" fmla="*/ 139531 w 373158"/>
              <a:gd name="connsiteY67" fmla="*/ 265748 h 375666"/>
              <a:gd name="connsiteX68" fmla="*/ 124070 w 373158"/>
              <a:gd name="connsiteY68" fmla="*/ 265748 h 375666"/>
              <a:gd name="connsiteX69" fmla="*/ 124070 w 373158"/>
              <a:gd name="connsiteY69" fmla="*/ 281559 h 375666"/>
              <a:gd name="connsiteX70" fmla="*/ 46384 w 373158"/>
              <a:gd name="connsiteY70" fmla="*/ 257746 h 375666"/>
              <a:gd name="connsiteX71" fmla="*/ 46384 w 373158"/>
              <a:gd name="connsiteY71" fmla="*/ 289369 h 375666"/>
              <a:gd name="connsiteX72" fmla="*/ 54257 w 373158"/>
              <a:gd name="connsiteY72" fmla="*/ 297275 h 375666"/>
              <a:gd name="connsiteX73" fmla="*/ 62130 w 373158"/>
              <a:gd name="connsiteY73" fmla="*/ 289369 h 375666"/>
              <a:gd name="connsiteX74" fmla="*/ 62130 w 373158"/>
              <a:gd name="connsiteY74" fmla="*/ 257746 h 375666"/>
              <a:gd name="connsiteX75" fmla="*/ 54257 w 373158"/>
              <a:gd name="connsiteY75" fmla="*/ 249841 h 375666"/>
              <a:gd name="connsiteX76" fmla="*/ 46384 w 373158"/>
              <a:gd name="connsiteY76" fmla="*/ 257746 h 375666"/>
              <a:gd name="connsiteX77" fmla="*/ 77971 w 373158"/>
              <a:gd name="connsiteY77" fmla="*/ 257746 h 375666"/>
              <a:gd name="connsiteX78" fmla="*/ 77971 w 373158"/>
              <a:gd name="connsiteY78" fmla="*/ 289369 h 375666"/>
              <a:gd name="connsiteX79" fmla="*/ 85464 w 373158"/>
              <a:gd name="connsiteY79" fmla="*/ 297275 h 375666"/>
              <a:gd name="connsiteX80" fmla="*/ 92863 w 373158"/>
              <a:gd name="connsiteY80" fmla="*/ 289369 h 375666"/>
              <a:gd name="connsiteX81" fmla="*/ 92863 w 373158"/>
              <a:gd name="connsiteY81" fmla="*/ 257746 h 375666"/>
              <a:gd name="connsiteX82" fmla="*/ 85464 w 373158"/>
              <a:gd name="connsiteY82" fmla="*/ 249841 h 375666"/>
              <a:gd name="connsiteX83" fmla="*/ 77971 w 373158"/>
              <a:gd name="connsiteY83" fmla="*/ 257746 h 375666"/>
              <a:gd name="connsiteX84" fmla="*/ 373159 w 373158"/>
              <a:gd name="connsiteY84" fmla="*/ 274034 h 375666"/>
              <a:gd name="connsiteX85" fmla="*/ 271949 w 373158"/>
              <a:gd name="connsiteY85" fmla="*/ 375666 h 375666"/>
              <a:gd name="connsiteX86" fmla="*/ 170739 w 373158"/>
              <a:gd name="connsiteY86" fmla="*/ 274034 h 375666"/>
              <a:gd name="connsiteX87" fmla="*/ 271949 w 373158"/>
              <a:gd name="connsiteY87" fmla="*/ 172402 h 375666"/>
              <a:gd name="connsiteX88" fmla="*/ 373159 w 373158"/>
              <a:gd name="connsiteY88" fmla="*/ 274034 h 375666"/>
              <a:gd name="connsiteX89" fmla="*/ 357603 w 373158"/>
              <a:gd name="connsiteY89" fmla="*/ 274034 h 375666"/>
              <a:gd name="connsiteX90" fmla="*/ 271949 w 373158"/>
              <a:gd name="connsiteY90" fmla="*/ 188023 h 375666"/>
              <a:gd name="connsiteX91" fmla="*/ 186295 w 373158"/>
              <a:gd name="connsiteY91" fmla="*/ 274034 h 375666"/>
              <a:gd name="connsiteX92" fmla="*/ 271949 w 373158"/>
              <a:gd name="connsiteY92" fmla="*/ 360045 h 375666"/>
              <a:gd name="connsiteX93" fmla="*/ 357603 w 373158"/>
              <a:gd name="connsiteY93" fmla="*/ 274034 h 375666"/>
              <a:gd name="connsiteX94" fmla="*/ 317763 w 373158"/>
              <a:gd name="connsiteY94" fmla="*/ 242792 h 375666"/>
              <a:gd name="connsiteX95" fmla="*/ 264645 w 373158"/>
              <a:gd name="connsiteY95" fmla="*/ 302514 h 375666"/>
              <a:gd name="connsiteX96" fmla="*/ 227082 w 373158"/>
              <a:gd name="connsiteY96" fmla="*/ 266129 h 375666"/>
              <a:gd name="connsiteX97" fmla="*/ 216743 w 373158"/>
              <a:gd name="connsiteY97" fmla="*/ 266129 h 375666"/>
              <a:gd name="connsiteX98" fmla="*/ 216743 w 373158"/>
              <a:gd name="connsiteY98" fmla="*/ 276511 h 375666"/>
              <a:gd name="connsiteX99" fmla="*/ 258195 w 373158"/>
              <a:gd name="connsiteY99" fmla="*/ 319373 h 375666"/>
              <a:gd name="connsiteX100" fmla="*/ 264645 w 373158"/>
              <a:gd name="connsiteY100" fmla="*/ 321945 h 375666"/>
              <a:gd name="connsiteX101" fmla="*/ 269862 w 373158"/>
              <a:gd name="connsiteY101" fmla="*/ 319373 h 375666"/>
              <a:gd name="connsiteX102" fmla="*/ 329431 w 373158"/>
              <a:gd name="connsiteY102" fmla="*/ 253175 h 375666"/>
              <a:gd name="connsiteX103" fmla="*/ 329431 w 373158"/>
              <a:gd name="connsiteY103" fmla="*/ 242792 h 375666"/>
              <a:gd name="connsiteX104" fmla="*/ 317763 w 373158"/>
              <a:gd name="connsiteY104" fmla="*/ 242792 h 375666"/>
              <a:gd name="connsiteX105" fmla="*/ 15556 w 373158"/>
              <a:gd name="connsiteY105" fmla="*/ 328327 h 375666"/>
              <a:gd name="connsiteX106" fmla="*/ 171213 w 373158"/>
              <a:gd name="connsiteY106" fmla="*/ 328327 h 375666"/>
              <a:gd name="connsiteX107" fmla="*/ 171213 w 373158"/>
              <a:gd name="connsiteY107" fmla="*/ 343948 h 375666"/>
              <a:gd name="connsiteX108" fmla="*/ 7778 w 373158"/>
              <a:gd name="connsiteY108" fmla="*/ 343948 h 375666"/>
              <a:gd name="connsiteX109" fmla="*/ 0 w 373158"/>
              <a:gd name="connsiteY109" fmla="*/ 336137 h 375666"/>
              <a:gd name="connsiteX110" fmla="*/ 0 w 373158"/>
              <a:gd name="connsiteY110" fmla="*/ 7810 h 375666"/>
              <a:gd name="connsiteX111" fmla="*/ 7778 w 373158"/>
              <a:gd name="connsiteY111" fmla="*/ 0 h 375666"/>
              <a:gd name="connsiteX112" fmla="*/ 178991 w 373158"/>
              <a:gd name="connsiteY112" fmla="*/ 0 h 375666"/>
              <a:gd name="connsiteX113" fmla="*/ 179940 w 373158"/>
              <a:gd name="connsiteY113" fmla="*/ 286 h 375666"/>
              <a:gd name="connsiteX114" fmla="*/ 185156 w 373158"/>
              <a:gd name="connsiteY114" fmla="*/ 3715 h 375666"/>
              <a:gd name="connsiteX115" fmla="*/ 260661 w 373158"/>
              <a:gd name="connsiteY115" fmla="*/ 79534 h 375666"/>
              <a:gd name="connsiteX116" fmla="*/ 262843 w 373158"/>
              <a:gd name="connsiteY116" fmla="*/ 81439 h 375666"/>
              <a:gd name="connsiteX117" fmla="*/ 264455 w 373158"/>
              <a:gd name="connsiteY117" fmla="*/ 86011 h 375666"/>
              <a:gd name="connsiteX118" fmla="*/ 264455 w 373158"/>
              <a:gd name="connsiteY118" fmla="*/ 156400 h 375666"/>
              <a:gd name="connsiteX119" fmla="*/ 248899 w 373158"/>
              <a:gd name="connsiteY119" fmla="*/ 156400 h 375666"/>
              <a:gd name="connsiteX120" fmla="*/ 248899 w 373158"/>
              <a:gd name="connsiteY120" fmla="*/ 94202 h 375666"/>
              <a:gd name="connsiteX121" fmla="*/ 178517 w 373158"/>
              <a:gd name="connsiteY121" fmla="*/ 94202 h 375666"/>
              <a:gd name="connsiteX122" fmla="*/ 170739 w 373158"/>
              <a:gd name="connsiteY122" fmla="*/ 86392 h 375666"/>
              <a:gd name="connsiteX123" fmla="*/ 170739 w 373158"/>
              <a:gd name="connsiteY123" fmla="*/ 15716 h 375666"/>
              <a:gd name="connsiteX124" fmla="*/ 15461 w 373158"/>
              <a:gd name="connsiteY124" fmla="*/ 15716 h 375666"/>
              <a:gd name="connsiteX125" fmla="*/ 15461 w 373158"/>
              <a:gd name="connsiteY125" fmla="*/ 328422 h 375666"/>
              <a:gd name="connsiteX126" fmla="*/ 186390 w 373158"/>
              <a:gd name="connsiteY126" fmla="*/ 78486 h 375666"/>
              <a:gd name="connsiteX127" fmla="*/ 237706 w 373158"/>
              <a:gd name="connsiteY127" fmla="*/ 78486 h 375666"/>
              <a:gd name="connsiteX128" fmla="*/ 186390 w 373158"/>
              <a:gd name="connsiteY128" fmla="*/ 26003 h 375666"/>
              <a:gd name="connsiteX129" fmla="*/ 186390 w 373158"/>
              <a:gd name="connsiteY129" fmla="*/ 78486 h 375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373158" h="375666">
                <a:moveTo>
                  <a:pt x="46384" y="132969"/>
                </a:moveTo>
                <a:lnTo>
                  <a:pt x="46384" y="101917"/>
                </a:lnTo>
                <a:cubicBezTo>
                  <a:pt x="46384" y="98012"/>
                  <a:pt x="50368" y="94107"/>
                  <a:pt x="54257" y="94107"/>
                </a:cubicBezTo>
                <a:cubicBezTo>
                  <a:pt x="59474" y="94107"/>
                  <a:pt x="62130" y="98012"/>
                  <a:pt x="62130" y="101917"/>
                </a:cubicBezTo>
                <a:lnTo>
                  <a:pt x="62130" y="132969"/>
                </a:lnTo>
                <a:cubicBezTo>
                  <a:pt x="62130" y="136874"/>
                  <a:pt x="59474" y="140779"/>
                  <a:pt x="54257" y="140779"/>
                </a:cubicBezTo>
                <a:cubicBezTo>
                  <a:pt x="50273" y="140779"/>
                  <a:pt x="46384" y="136874"/>
                  <a:pt x="46384" y="132969"/>
                </a:cubicBezTo>
                <a:close/>
                <a:moveTo>
                  <a:pt x="154993" y="101917"/>
                </a:moveTo>
                <a:cubicBezTo>
                  <a:pt x="154993" y="98012"/>
                  <a:pt x="152526" y="94107"/>
                  <a:pt x="147594" y="94107"/>
                </a:cubicBezTo>
                <a:cubicBezTo>
                  <a:pt x="143895" y="94107"/>
                  <a:pt x="140100" y="98012"/>
                  <a:pt x="140100" y="101917"/>
                </a:cubicBezTo>
                <a:lnTo>
                  <a:pt x="140100" y="132969"/>
                </a:lnTo>
                <a:cubicBezTo>
                  <a:pt x="140100" y="136874"/>
                  <a:pt x="143800" y="140779"/>
                  <a:pt x="147594" y="140779"/>
                </a:cubicBezTo>
                <a:cubicBezTo>
                  <a:pt x="152526" y="140779"/>
                  <a:pt x="154993" y="136874"/>
                  <a:pt x="154993" y="132969"/>
                </a:cubicBezTo>
                <a:lnTo>
                  <a:pt x="154993" y="101917"/>
                </a:lnTo>
                <a:close/>
                <a:moveTo>
                  <a:pt x="116482" y="172498"/>
                </a:moveTo>
                <a:cubicBezTo>
                  <a:pt x="112498" y="172498"/>
                  <a:pt x="108609" y="176403"/>
                  <a:pt x="108609" y="180308"/>
                </a:cubicBezTo>
                <a:lnTo>
                  <a:pt x="108609" y="211360"/>
                </a:lnTo>
                <a:cubicBezTo>
                  <a:pt x="108609" y="215265"/>
                  <a:pt x="112593" y="219170"/>
                  <a:pt x="116482" y="219170"/>
                </a:cubicBezTo>
                <a:cubicBezTo>
                  <a:pt x="121699" y="219170"/>
                  <a:pt x="124355" y="215265"/>
                  <a:pt x="124355" y="211360"/>
                </a:cubicBezTo>
                <a:lnTo>
                  <a:pt x="124355" y="180308"/>
                </a:lnTo>
                <a:cubicBezTo>
                  <a:pt x="124355" y="176403"/>
                  <a:pt x="121699" y="172498"/>
                  <a:pt x="116482" y="172498"/>
                </a:cubicBezTo>
                <a:close/>
                <a:moveTo>
                  <a:pt x="154993" y="180213"/>
                </a:moveTo>
                <a:cubicBezTo>
                  <a:pt x="154993" y="176308"/>
                  <a:pt x="152526" y="172402"/>
                  <a:pt x="147594" y="172402"/>
                </a:cubicBezTo>
                <a:cubicBezTo>
                  <a:pt x="143895" y="172402"/>
                  <a:pt x="140100" y="176308"/>
                  <a:pt x="140100" y="180213"/>
                </a:cubicBezTo>
                <a:lnTo>
                  <a:pt x="140100" y="211265"/>
                </a:lnTo>
                <a:cubicBezTo>
                  <a:pt x="140100" y="215170"/>
                  <a:pt x="143800" y="219075"/>
                  <a:pt x="147594" y="219075"/>
                </a:cubicBezTo>
                <a:cubicBezTo>
                  <a:pt x="152526" y="219075"/>
                  <a:pt x="154993" y="215170"/>
                  <a:pt x="154993" y="211265"/>
                </a:cubicBezTo>
                <a:lnTo>
                  <a:pt x="154993" y="180213"/>
                </a:lnTo>
                <a:close/>
                <a:moveTo>
                  <a:pt x="116577" y="140779"/>
                </a:moveTo>
                <a:lnTo>
                  <a:pt x="85654" y="140779"/>
                </a:lnTo>
                <a:cubicBezTo>
                  <a:pt x="81765" y="140779"/>
                  <a:pt x="77876" y="136874"/>
                  <a:pt x="77876" y="132969"/>
                </a:cubicBezTo>
                <a:lnTo>
                  <a:pt x="77876" y="101917"/>
                </a:lnTo>
                <a:cubicBezTo>
                  <a:pt x="77876" y="98012"/>
                  <a:pt x="81765" y="94107"/>
                  <a:pt x="85654" y="94107"/>
                </a:cubicBezTo>
                <a:lnTo>
                  <a:pt x="116577" y="94107"/>
                </a:lnTo>
                <a:cubicBezTo>
                  <a:pt x="121699" y="94107"/>
                  <a:pt x="124355" y="98012"/>
                  <a:pt x="124355" y="101917"/>
                </a:cubicBezTo>
                <a:lnTo>
                  <a:pt x="124355" y="132969"/>
                </a:lnTo>
                <a:cubicBezTo>
                  <a:pt x="124355" y="136874"/>
                  <a:pt x="121793" y="140779"/>
                  <a:pt x="116577" y="140779"/>
                </a:cubicBezTo>
                <a:close/>
                <a:moveTo>
                  <a:pt x="108893" y="109728"/>
                </a:moveTo>
                <a:lnTo>
                  <a:pt x="93432" y="109728"/>
                </a:lnTo>
                <a:lnTo>
                  <a:pt x="93432" y="125254"/>
                </a:lnTo>
                <a:lnTo>
                  <a:pt x="108893" y="125254"/>
                </a:lnTo>
                <a:lnTo>
                  <a:pt x="108893" y="109728"/>
                </a:lnTo>
                <a:close/>
                <a:moveTo>
                  <a:pt x="92863" y="211265"/>
                </a:moveTo>
                <a:cubicBezTo>
                  <a:pt x="92863" y="215170"/>
                  <a:pt x="90302" y="219075"/>
                  <a:pt x="85085" y="219075"/>
                </a:cubicBezTo>
                <a:lnTo>
                  <a:pt x="54162" y="219075"/>
                </a:lnTo>
                <a:cubicBezTo>
                  <a:pt x="50273" y="219075"/>
                  <a:pt x="46384" y="215170"/>
                  <a:pt x="46384" y="211265"/>
                </a:cubicBezTo>
                <a:lnTo>
                  <a:pt x="46384" y="180213"/>
                </a:lnTo>
                <a:cubicBezTo>
                  <a:pt x="46384" y="176308"/>
                  <a:pt x="50273" y="172402"/>
                  <a:pt x="54162" y="172402"/>
                </a:cubicBezTo>
                <a:lnTo>
                  <a:pt x="85085" y="172402"/>
                </a:lnTo>
                <a:cubicBezTo>
                  <a:pt x="90207" y="172402"/>
                  <a:pt x="92863" y="176308"/>
                  <a:pt x="92863" y="180213"/>
                </a:cubicBezTo>
                <a:lnTo>
                  <a:pt x="92863" y="211265"/>
                </a:lnTo>
                <a:close/>
                <a:moveTo>
                  <a:pt x="77307" y="188023"/>
                </a:moveTo>
                <a:lnTo>
                  <a:pt x="61845" y="188023"/>
                </a:lnTo>
                <a:lnTo>
                  <a:pt x="61845" y="203549"/>
                </a:lnTo>
                <a:lnTo>
                  <a:pt x="77307" y="203549"/>
                </a:lnTo>
                <a:lnTo>
                  <a:pt x="77307" y="188023"/>
                </a:lnTo>
                <a:close/>
                <a:moveTo>
                  <a:pt x="108609" y="289465"/>
                </a:moveTo>
                <a:lnTo>
                  <a:pt x="108609" y="257842"/>
                </a:lnTo>
                <a:cubicBezTo>
                  <a:pt x="108609" y="253841"/>
                  <a:pt x="112498" y="249936"/>
                  <a:pt x="116387" y="249936"/>
                </a:cubicBezTo>
                <a:lnTo>
                  <a:pt x="147309" y="249936"/>
                </a:lnTo>
                <a:cubicBezTo>
                  <a:pt x="152432" y="249936"/>
                  <a:pt x="155088" y="253937"/>
                  <a:pt x="155088" y="257842"/>
                </a:cubicBezTo>
                <a:lnTo>
                  <a:pt x="155088" y="289465"/>
                </a:lnTo>
                <a:cubicBezTo>
                  <a:pt x="155088" y="293465"/>
                  <a:pt x="152526" y="297371"/>
                  <a:pt x="147309" y="297371"/>
                </a:cubicBezTo>
                <a:lnTo>
                  <a:pt x="116387" y="297371"/>
                </a:lnTo>
                <a:cubicBezTo>
                  <a:pt x="112498" y="297371"/>
                  <a:pt x="108609" y="293370"/>
                  <a:pt x="108609" y="289465"/>
                </a:cubicBezTo>
                <a:close/>
                <a:moveTo>
                  <a:pt x="124070" y="281559"/>
                </a:moveTo>
                <a:lnTo>
                  <a:pt x="139531" y="281559"/>
                </a:lnTo>
                <a:lnTo>
                  <a:pt x="139531" y="265748"/>
                </a:lnTo>
                <a:lnTo>
                  <a:pt x="124070" y="265748"/>
                </a:lnTo>
                <a:lnTo>
                  <a:pt x="124070" y="281559"/>
                </a:lnTo>
                <a:close/>
                <a:moveTo>
                  <a:pt x="46384" y="257746"/>
                </a:moveTo>
                <a:lnTo>
                  <a:pt x="46384" y="289369"/>
                </a:lnTo>
                <a:cubicBezTo>
                  <a:pt x="46384" y="293370"/>
                  <a:pt x="50368" y="297275"/>
                  <a:pt x="54257" y="297275"/>
                </a:cubicBezTo>
                <a:cubicBezTo>
                  <a:pt x="59474" y="297275"/>
                  <a:pt x="62130" y="293275"/>
                  <a:pt x="62130" y="289369"/>
                </a:cubicBezTo>
                <a:lnTo>
                  <a:pt x="62130" y="257746"/>
                </a:lnTo>
                <a:cubicBezTo>
                  <a:pt x="62130" y="253746"/>
                  <a:pt x="59474" y="249841"/>
                  <a:pt x="54257" y="249841"/>
                </a:cubicBezTo>
                <a:cubicBezTo>
                  <a:pt x="50273" y="249841"/>
                  <a:pt x="46384" y="253841"/>
                  <a:pt x="46384" y="257746"/>
                </a:cubicBezTo>
                <a:close/>
                <a:moveTo>
                  <a:pt x="77971" y="257746"/>
                </a:moveTo>
                <a:lnTo>
                  <a:pt x="77971" y="289369"/>
                </a:lnTo>
                <a:cubicBezTo>
                  <a:pt x="77971" y="293370"/>
                  <a:pt x="81670" y="297275"/>
                  <a:pt x="85464" y="297275"/>
                </a:cubicBezTo>
                <a:cubicBezTo>
                  <a:pt x="90397" y="297275"/>
                  <a:pt x="92863" y="293275"/>
                  <a:pt x="92863" y="289369"/>
                </a:cubicBezTo>
                <a:lnTo>
                  <a:pt x="92863" y="257746"/>
                </a:lnTo>
                <a:cubicBezTo>
                  <a:pt x="92863" y="253746"/>
                  <a:pt x="90397" y="249841"/>
                  <a:pt x="85464" y="249841"/>
                </a:cubicBezTo>
                <a:cubicBezTo>
                  <a:pt x="81765" y="249841"/>
                  <a:pt x="77971" y="253841"/>
                  <a:pt x="77971" y="257746"/>
                </a:cubicBezTo>
                <a:close/>
                <a:moveTo>
                  <a:pt x="373159" y="274034"/>
                </a:moveTo>
                <a:cubicBezTo>
                  <a:pt x="373159" y="330041"/>
                  <a:pt x="327723" y="375666"/>
                  <a:pt x="271949" y="375666"/>
                </a:cubicBezTo>
                <a:cubicBezTo>
                  <a:pt x="216174" y="375666"/>
                  <a:pt x="170739" y="330041"/>
                  <a:pt x="170739" y="274034"/>
                </a:cubicBezTo>
                <a:cubicBezTo>
                  <a:pt x="170739" y="218027"/>
                  <a:pt x="216174" y="172402"/>
                  <a:pt x="271949" y="172402"/>
                </a:cubicBezTo>
                <a:cubicBezTo>
                  <a:pt x="327723" y="172402"/>
                  <a:pt x="373159" y="218027"/>
                  <a:pt x="373159" y="274034"/>
                </a:cubicBezTo>
                <a:close/>
                <a:moveTo>
                  <a:pt x="357603" y="274034"/>
                </a:moveTo>
                <a:cubicBezTo>
                  <a:pt x="357603" y="227171"/>
                  <a:pt x="319945" y="188023"/>
                  <a:pt x="271949" y="188023"/>
                </a:cubicBezTo>
                <a:cubicBezTo>
                  <a:pt x="223952" y="188023"/>
                  <a:pt x="186295" y="227076"/>
                  <a:pt x="186295" y="274034"/>
                </a:cubicBezTo>
                <a:cubicBezTo>
                  <a:pt x="186295" y="320992"/>
                  <a:pt x="225185" y="360045"/>
                  <a:pt x="271949" y="360045"/>
                </a:cubicBezTo>
                <a:cubicBezTo>
                  <a:pt x="318712" y="360045"/>
                  <a:pt x="357603" y="320992"/>
                  <a:pt x="357603" y="274034"/>
                </a:cubicBezTo>
                <a:close/>
                <a:moveTo>
                  <a:pt x="317763" y="242792"/>
                </a:moveTo>
                <a:lnTo>
                  <a:pt x="264645" y="302514"/>
                </a:lnTo>
                <a:lnTo>
                  <a:pt x="227082" y="266129"/>
                </a:lnTo>
                <a:cubicBezTo>
                  <a:pt x="224521" y="262223"/>
                  <a:pt x="219304" y="262223"/>
                  <a:pt x="216743" y="266129"/>
                </a:cubicBezTo>
                <a:cubicBezTo>
                  <a:pt x="212854" y="268700"/>
                  <a:pt x="212854" y="273939"/>
                  <a:pt x="216743" y="276511"/>
                </a:cubicBezTo>
                <a:lnTo>
                  <a:pt x="258195" y="319373"/>
                </a:lnTo>
                <a:cubicBezTo>
                  <a:pt x="260756" y="320707"/>
                  <a:pt x="262084" y="321945"/>
                  <a:pt x="264645" y="321945"/>
                </a:cubicBezTo>
                <a:cubicBezTo>
                  <a:pt x="265973" y="321945"/>
                  <a:pt x="268534" y="320612"/>
                  <a:pt x="269862" y="319373"/>
                </a:cubicBezTo>
                <a:lnTo>
                  <a:pt x="329431" y="253175"/>
                </a:lnTo>
                <a:cubicBezTo>
                  <a:pt x="331992" y="250603"/>
                  <a:pt x="331992" y="245364"/>
                  <a:pt x="329431" y="242792"/>
                </a:cubicBezTo>
                <a:cubicBezTo>
                  <a:pt x="325542" y="240221"/>
                  <a:pt x="320325" y="240221"/>
                  <a:pt x="317763" y="242792"/>
                </a:cubicBezTo>
                <a:close/>
                <a:moveTo>
                  <a:pt x="15556" y="328327"/>
                </a:moveTo>
                <a:lnTo>
                  <a:pt x="171213" y="328327"/>
                </a:lnTo>
                <a:lnTo>
                  <a:pt x="171213" y="343948"/>
                </a:lnTo>
                <a:lnTo>
                  <a:pt x="7778" y="343948"/>
                </a:lnTo>
                <a:cubicBezTo>
                  <a:pt x="3889" y="343948"/>
                  <a:pt x="0" y="340042"/>
                  <a:pt x="0" y="336137"/>
                </a:cubicBezTo>
                <a:lnTo>
                  <a:pt x="0" y="7810"/>
                </a:lnTo>
                <a:cubicBezTo>
                  <a:pt x="0" y="3905"/>
                  <a:pt x="3889" y="0"/>
                  <a:pt x="7778" y="0"/>
                </a:cubicBezTo>
                <a:lnTo>
                  <a:pt x="178991" y="0"/>
                </a:lnTo>
                <a:cubicBezTo>
                  <a:pt x="178991" y="0"/>
                  <a:pt x="179655" y="191"/>
                  <a:pt x="179940" y="286"/>
                </a:cubicBezTo>
                <a:cubicBezTo>
                  <a:pt x="182406" y="667"/>
                  <a:pt x="184113" y="1905"/>
                  <a:pt x="185156" y="3715"/>
                </a:cubicBezTo>
                <a:cubicBezTo>
                  <a:pt x="242354" y="61151"/>
                  <a:pt x="256962" y="75819"/>
                  <a:pt x="260661" y="79534"/>
                </a:cubicBezTo>
                <a:cubicBezTo>
                  <a:pt x="261515" y="80010"/>
                  <a:pt x="262273" y="80677"/>
                  <a:pt x="262843" y="81439"/>
                </a:cubicBezTo>
                <a:cubicBezTo>
                  <a:pt x="264360" y="82582"/>
                  <a:pt x="264455" y="83820"/>
                  <a:pt x="264455" y="86011"/>
                </a:cubicBezTo>
                <a:lnTo>
                  <a:pt x="264455" y="156400"/>
                </a:lnTo>
                <a:lnTo>
                  <a:pt x="248899" y="156400"/>
                </a:lnTo>
                <a:lnTo>
                  <a:pt x="248899" y="94202"/>
                </a:lnTo>
                <a:lnTo>
                  <a:pt x="178517" y="94202"/>
                </a:lnTo>
                <a:cubicBezTo>
                  <a:pt x="174628" y="94202"/>
                  <a:pt x="170739" y="90297"/>
                  <a:pt x="170739" y="86392"/>
                </a:cubicBezTo>
                <a:lnTo>
                  <a:pt x="170739" y="15716"/>
                </a:lnTo>
                <a:lnTo>
                  <a:pt x="15461" y="15716"/>
                </a:lnTo>
                <a:lnTo>
                  <a:pt x="15461" y="328422"/>
                </a:lnTo>
                <a:close/>
                <a:moveTo>
                  <a:pt x="186390" y="78486"/>
                </a:moveTo>
                <a:lnTo>
                  <a:pt x="237706" y="78486"/>
                </a:lnTo>
                <a:cubicBezTo>
                  <a:pt x="209914" y="50006"/>
                  <a:pt x="194642" y="34480"/>
                  <a:pt x="186390" y="26003"/>
                </a:cubicBezTo>
                <a:lnTo>
                  <a:pt x="186390" y="7848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" name="Graphic 29">
            <a:extLst>
              <a:ext uri="{FF2B5EF4-FFF2-40B4-BE49-F238E27FC236}">
                <a16:creationId xmlns:a16="http://schemas.microsoft.com/office/drawing/2014/main" id="{B3BF8310-DCA0-E3FF-B34A-0AA3DEE8FBC1}"/>
              </a:ext>
            </a:extLst>
          </p:cNvPr>
          <p:cNvSpPr/>
          <p:nvPr/>
        </p:nvSpPr>
        <p:spPr>
          <a:xfrm>
            <a:off x="4597926" y="1405497"/>
            <a:ext cx="490798" cy="494097"/>
          </a:xfrm>
          <a:custGeom>
            <a:avLst/>
            <a:gdLst>
              <a:gd name="connsiteX0" fmla="*/ 46384 w 373158"/>
              <a:gd name="connsiteY0" fmla="*/ 132969 h 375666"/>
              <a:gd name="connsiteX1" fmla="*/ 46384 w 373158"/>
              <a:gd name="connsiteY1" fmla="*/ 101917 h 375666"/>
              <a:gd name="connsiteX2" fmla="*/ 54257 w 373158"/>
              <a:gd name="connsiteY2" fmla="*/ 94107 h 375666"/>
              <a:gd name="connsiteX3" fmla="*/ 62130 w 373158"/>
              <a:gd name="connsiteY3" fmla="*/ 101917 h 375666"/>
              <a:gd name="connsiteX4" fmla="*/ 62130 w 373158"/>
              <a:gd name="connsiteY4" fmla="*/ 132969 h 375666"/>
              <a:gd name="connsiteX5" fmla="*/ 54257 w 373158"/>
              <a:gd name="connsiteY5" fmla="*/ 140779 h 375666"/>
              <a:gd name="connsiteX6" fmla="*/ 46384 w 373158"/>
              <a:gd name="connsiteY6" fmla="*/ 132969 h 375666"/>
              <a:gd name="connsiteX7" fmla="*/ 154993 w 373158"/>
              <a:gd name="connsiteY7" fmla="*/ 101917 h 375666"/>
              <a:gd name="connsiteX8" fmla="*/ 147594 w 373158"/>
              <a:gd name="connsiteY8" fmla="*/ 94107 h 375666"/>
              <a:gd name="connsiteX9" fmla="*/ 140100 w 373158"/>
              <a:gd name="connsiteY9" fmla="*/ 101917 h 375666"/>
              <a:gd name="connsiteX10" fmla="*/ 140100 w 373158"/>
              <a:gd name="connsiteY10" fmla="*/ 132969 h 375666"/>
              <a:gd name="connsiteX11" fmla="*/ 147594 w 373158"/>
              <a:gd name="connsiteY11" fmla="*/ 140779 h 375666"/>
              <a:gd name="connsiteX12" fmla="*/ 154993 w 373158"/>
              <a:gd name="connsiteY12" fmla="*/ 132969 h 375666"/>
              <a:gd name="connsiteX13" fmla="*/ 154993 w 373158"/>
              <a:gd name="connsiteY13" fmla="*/ 101917 h 375666"/>
              <a:gd name="connsiteX14" fmla="*/ 116482 w 373158"/>
              <a:gd name="connsiteY14" fmla="*/ 172498 h 375666"/>
              <a:gd name="connsiteX15" fmla="*/ 108609 w 373158"/>
              <a:gd name="connsiteY15" fmla="*/ 180308 h 375666"/>
              <a:gd name="connsiteX16" fmla="*/ 108609 w 373158"/>
              <a:gd name="connsiteY16" fmla="*/ 211360 h 375666"/>
              <a:gd name="connsiteX17" fmla="*/ 116482 w 373158"/>
              <a:gd name="connsiteY17" fmla="*/ 219170 h 375666"/>
              <a:gd name="connsiteX18" fmla="*/ 124355 w 373158"/>
              <a:gd name="connsiteY18" fmla="*/ 211360 h 375666"/>
              <a:gd name="connsiteX19" fmla="*/ 124355 w 373158"/>
              <a:gd name="connsiteY19" fmla="*/ 180308 h 375666"/>
              <a:gd name="connsiteX20" fmla="*/ 116482 w 373158"/>
              <a:gd name="connsiteY20" fmla="*/ 172498 h 375666"/>
              <a:gd name="connsiteX21" fmla="*/ 154993 w 373158"/>
              <a:gd name="connsiteY21" fmla="*/ 180213 h 375666"/>
              <a:gd name="connsiteX22" fmla="*/ 147594 w 373158"/>
              <a:gd name="connsiteY22" fmla="*/ 172402 h 375666"/>
              <a:gd name="connsiteX23" fmla="*/ 140100 w 373158"/>
              <a:gd name="connsiteY23" fmla="*/ 180213 h 375666"/>
              <a:gd name="connsiteX24" fmla="*/ 140100 w 373158"/>
              <a:gd name="connsiteY24" fmla="*/ 211265 h 375666"/>
              <a:gd name="connsiteX25" fmla="*/ 147594 w 373158"/>
              <a:gd name="connsiteY25" fmla="*/ 219075 h 375666"/>
              <a:gd name="connsiteX26" fmla="*/ 154993 w 373158"/>
              <a:gd name="connsiteY26" fmla="*/ 211265 h 375666"/>
              <a:gd name="connsiteX27" fmla="*/ 154993 w 373158"/>
              <a:gd name="connsiteY27" fmla="*/ 180213 h 375666"/>
              <a:gd name="connsiteX28" fmla="*/ 116577 w 373158"/>
              <a:gd name="connsiteY28" fmla="*/ 140779 h 375666"/>
              <a:gd name="connsiteX29" fmla="*/ 85654 w 373158"/>
              <a:gd name="connsiteY29" fmla="*/ 140779 h 375666"/>
              <a:gd name="connsiteX30" fmla="*/ 77876 w 373158"/>
              <a:gd name="connsiteY30" fmla="*/ 132969 h 375666"/>
              <a:gd name="connsiteX31" fmla="*/ 77876 w 373158"/>
              <a:gd name="connsiteY31" fmla="*/ 101917 h 375666"/>
              <a:gd name="connsiteX32" fmla="*/ 85654 w 373158"/>
              <a:gd name="connsiteY32" fmla="*/ 94107 h 375666"/>
              <a:gd name="connsiteX33" fmla="*/ 116577 w 373158"/>
              <a:gd name="connsiteY33" fmla="*/ 94107 h 375666"/>
              <a:gd name="connsiteX34" fmla="*/ 124355 w 373158"/>
              <a:gd name="connsiteY34" fmla="*/ 101917 h 375666"/>
              <a:gd name="connsiteX35" fmla="*/ 124355 w 373158"/>
              <a:gd name="connsiteY35" fmla="*/ 132969 h 375666"/>
              <a:gd name="connsiteX36" fmla="*/ 116577 w 373158"/>
              <a:gd name="connsiteY36" fmla="*/ 140779 h 375666"/>
              <a:gd name="connsiteX37" fmla="*/ 108893 w 373158"/>
              <a:gd name="connsiteY37" fmla="*/ 109728 h 375666"/>
              <a:gd name="connsiteX38" fmla="*/ 93432 w 373158"/>
              <a:gd name="connsiteY38" fmla="*/ 109728 h 375666"/>
              <a:gd name="connsiteX39" fmla="*/ 93432 w 373158"/>
              <a:gd name="connsiteY39" fmla="*/ 125254 h 375666"/>
              <a:gd name="connsiteX40" fmla="*/ 108893 w 373158"/>
              <a:gd name="connsiteY40" fmla="*/ 125254 h 375666"/>
              <a:gd name="connsiteX41" fmla="*/ 108893 w 373158"/>
              <a:gd name="connsiteY41" fmla="*/ 109728 h 375666"/>
              <a:gd name="connsiteX42" fmla="*/ 92863 w 373158"/>
              <a:gd name="connsiteY42" fmla="*/ 211265 h 375666"/>
              <a:gd name="connsiteX43" fmla="*/ 85085 w 373158"/>
              <a:gd name="connsiteY43" fmla="*/ 219075 h 375666"/>
              <a:gd name="connsiteX44" fmla="*/ 54162 w 373158"/>
              <a:gd name="connsiteY44" fmla="*/ 219075 h 375666"/>
              <a:gd name="connsiteX45" fmla="*/ 46384 w 373158"/>
              <a:gd name="connsiteY45" fmla="*/ 211265 h 375666"/>
              <a:gd name="connsiteX46" fmla="*/ 46384 w 373158"/>
              <a:gd name="connsiteY46" fmla="*/ 180213 h 375666"/>
              <a:gd name="connsiteX47" fmla="*/ 54162 w 373158"/>
              <a:gd name="connsiteY47" fmla="*/ 172402 h 375666"/>
              <a:gd name="connsiteX48" fmla="*/ 85085 w 373158"/>
              <a:gd name="connsiteY48" fmla="*/ 172402 h 375666"/>
              <a:gd name="connsiteX49" fmla="*/ 92863 w 373158"/>
              <a:gd name="connsiteY49" fmla="*/ 180213 h 375666"/>
              <a:gd name="connsiteX50" fmla="*/ 92863 w 373158"/>
              <a:gd name="connsiteY50" fmla="*/ 211265 h 375666"/>
              <a:gd name="connsiteX51" fmla="*/ 77307 w 373158"/>
              <a:gd name="connsiteY51" fmla="*/ 188023 h 375666"/>
              <a:gd name="connsiteX52" fmla="*/ 61845 w 373158"/>
              <a:gd name="connsiteY52" fmla="*/ 188023 h 375666"/>
              <a:gd name="connsiteX53" fmla="*/ 61845 w 373158"/>
              <a:gd name="connsiteY53" fmla="*/ 203549 h 375666"/>
              <a:gd name="connsiteX54" fmla="*/ 77307 w 373158"/>
              <a:gd name="connsiteY54" fmla="*/ 203549 h 375666"/>
              <a:gd name="connsiteX55" fmla="*/ 77307 w 373158"/>
              <a:gd name="connsiteY55" fmla="*/ 188023 h 375666"/>
              <a:gd name="connsiteX56" fmla="*/ 108609 w 373158"/>
              <a:gd name="connsiteY56" fmla="*/ 289465 h 375666"/>
              <a:gd name="connsiteX57" fmla="*/ 108609 w 373158"/>
              <a:gd name="connsiteY57" fmla="*/ 257842 h 375666"/>
              <a:gd name="connsiteX58" fmla="*/ 116387 w 373158"/>
              <a:gd name="connsiteY58" fmla="*/ 249936 h 375666"/>
              <a:gd name="connsiteX59" fmla="*/ 147309 w 373158"/>
              <a:gd name="connsiteY59" fmla="*/ 249936 h 375666"/>
              <a:gd name="connsiteX60" fmla="*/ 155088 w 373158"/>
              <a:gd name="connsiteY60" fmla="*/ 257842 h 375666"/>
              <a:gd name="connsiteX61" fmla="*/ 155088 w 373158"/>
              <a:gd name="connsiteY61" fmla="*/ 289465 h 375666"/>
              <a:gd name="connsiteX62" fmla="*/ 147309 w 373158"/>
              <a:gd name="connsiteY62" fmla="*/ 297371 h 375666"/>
              <a:gd name="connsiteX63" fmla="*/ 116387 w 373158"/>
              <a:gd name="connsiteY63" fmla="*/ 297371 h 375666"/>
              <a:gd name="connsiteX64" fmla="*/ 108609 w 373158"/>
              <a:gd name="connsiteY64" fmla="*/ 289465 h 375666"/>
              <a:gd name="connsiteX65" fmla="*/ 124070 w 373158"/>
              <a:gd name="connsiteY65" fmla="*/ 281559 h 375666"/>
              <a:gd name="connsiteX66" fmla="*/ 139531 w 373158"/>
              <a:gd name="connsiteY66" fmla="*/ 281559 h 375666"/>
              <a:gd name="connsiteX67" fmla="*/ 139531 w 373158"/>
              <a:gd name="connsiteY67" fmla="*/ 265748 h 375666"/>
              <a:gd name="connsiteX68" fmla="*/ 124070 w 373158"/>
              <a:gd name="connsiteY68" fmla="*/ 265748 h 375666"/>
              <a:gd name="connsiteX69" fmla="*/ 124070 w 373158"/>
              <a:gd name="connsiteY69" fmla="*/ 281559 h 375666"/>
              <a:gd name="connsiteX70" fmla="*/ 46384 w 373158"/>
              <a:gd name="connsiteY70" fmla="*/ 257746 h 375666"/>
              <a:gd name="connsiteX71" fmla="*/ 46384 w 373158"/>
              <a:gd name="connsiteY71" fmla="*/ 289369 h 375666"/>
              <a:gd name="connsiteX72" fmla="*/ 54257 w 373158"/>
              <a:gd name="connsiteY72" fmla="*/ 297275 h 375666"/>
              <a:gd name="connsiteX73" fmla="*/ 62130 w 373158"/>
              <a:gd name="connsiteY73" fmla="*/ 289369 h 375666"/>
              <a:gd name="connsiteX74" fmla="*/ 62130 w 373158"/>
              <a:gd name="connsiteY74" fmla="*/ 257746 h 375666"/>
              <a:gd name="connsiteX75" fmla="*/ 54257 w 373158"/>
              <a:gd name="connsiteY75" fmla="*/ 249841 h 375666"/>
              <a:gd name="connsiteX76" fmla="*/ 46384 w 373158"/>
              <a:gd name="connsiteY76" fmla="*/ 257746 h 375666"/>
              <a:gd name="connsiteX77" fmla="*/ 77971 w 373158"/>
              <a:gd name="connsiteY77" fmla="*/ 257746 h 375666"/>
              <a:gd name="connsiteX78" fmla="*/ 77971 w 373158"/>
              <a:gd name="connsiteY78" fmla="*/ 289369 h 375666"/>
              <a:gd name="connsiteX79" fmla="*/ 85464 w 373158"/>
              <a:gd name="connsiteY79" fmla="*/ 297275 h 375666"/>
              <a:gd name="connsiteX80" fmla="*/ 92863 w 373158"/>
              <a:gd name="connsiteY80" fmla="*/ 289369 h 375666"/>
              <a:gd name="connsiteX81" fmla="*/ 92863 w 373158"/>
              <a:gd name="connsiteY81" fmla="*/ 257746 h 375666"/>
              <a:gd name="connsiteX82" fmla="*/ 85464 w 373158"/>
              <a:gd name="connsiteY82" fmla="*/ 249841 h 375666"/>
              <a:gd name="connsiteX83" fmla="*/ 77971 w 373158"/>
              <a:gd name="connsiteY83" fmla="*/ 257746 h 375666"/>
              <a:gd name="connsiteX84" fmla="*/ 373159 w 373158"/>
              <a:gd name="connsiteY84" fmla="*/ 274034 h 375666"/>
              <a:gd name="connsiteX85" fmla="*/ 271949 w 373158"/>
              <a:gd name="connsiteY85" fmla="*/ 375666 h 375666"/>
              <a:gd name="connsiteX86" fmla="*/ 170739 w 373158"/>
              <a:gd name="connsiteY86" fmla="*/ 274034 h 375666"/>
              <a:gd name="connsiteX87" fmla="*/ 271949 w 373158"/>
              <a:gd name="connsiteY87" fmla="*/ 172402 h 375666"/>
              <a:gd name="connsiteX88" fmla="*/ 373159 w 373158"/>
              <a:gd name="connsiteY88" fmla="*/ 274034 h 375666"/>
              <a:gd name="connsiteX89" fmla="*/ 357603 w 373158"/>
              <a:gd name="connsiteY89" fmla="*/ 274034 h 375666"/>
              <a:gd name="connsiteX90" fmla="*/ 271949 w 373158"/>
              <a:gd name="connsiteY90" fmla="*/ 188023 h 375666"/>
              <a:gd name="connsiteX91" fmla="*/ 186295 w 373158"/>
              <a:gd name="connsiteY91" fmla="*/ 274034 h 375666"/>
              <a:gd name="connsiteX92" fmla="*/ 271949 w 373158"/>
              <a:gd name="connsiteY92" fmla="*/ 360045 h 375666"/>
              <a:gd name="connsiteX93" fmla="*/ 357603 w 373158"/>
              <a:gd name="connsiteY93" fmla="*/ 274034 h 375666"/>
              <a:gd name="connsiteX94" fmla="*/ 317763 w 373158"/>
              <a:gd name="connsiteY94" fmla="*/ 242792 h 375666"/>
              <a:gd name="connsiteX95" fmla="*/ 264645 w 373158"/>
              <a:gd name="connsiteY95" fmla="*/ 302514 h 375666"/>
              <a:gd name="connsiteX96" fmla="*/ 227082 w 373158"/>
              <a:gd name="connsiteY96" fmla="*/ 266129 h 375666"/>
              <a:gd name="connsiteX97" fmla="*/ 216743 w 373158"/>
              <a:gd name="connsiteY97" fmla="*/ 266129 h 375666"/>
              <a:gd name="connsiteX98" fmla="*/ 216743 w 373158"/>
              <a:gd name="connsiteY98" fmla="*/ 276511 h 375666"/>
              <a:gd name="connsiteX99" fmla="*/ 258195 w 373158"/>
              <a:gd name="connsiteY99" fmla="*/ 319373 h 375666"/>
              <a:gd name="connsiteX100" fmla="*/ 264645 w 373158"/>
              <a:gd name="connsiteY100" fmla="*/ 321945 h 375666"/>
              <a:gd name="connsiteX101" fmla="*/ 269862 w 373158"/>
              <a:gd name="connsiteY101" fmla="*/ 319373 h 375666"/>
              <a:gd name="connsiteX102" fmla="*/ 329431 w 373158"/>
              <a:gd name="connsiteY102" fmla="*/ 253175 h 375666"/>
              <a:gd name="connsiteX103" fmla="*/ 329431 w 373158"/>
              <a:gd name="connsiteY103" fmla="*/ 242792 h 375666"/>
              <a:gd name="connsiteX104" fmla="*/ 317763 w 373158"/>
              <a:gd name="connsiteY104" fmla="*/ 242792 h 375666"/>
              <a:gd name="connsiteX105" fmla="*/ 15556 w 373158"/>
              <a:gd name="connsiteY105" fmla="*/ 328327 h 375666"/>
              <a:gd name="connsiteX106" fmla="*/ 171213 w 373158"/>
              <a:gd name="connsiteY106" fmla="*/ 328327 h 375666"/>
              <a:gd name="connsiteX107" fmla="*/ 171213 w 373158"/>
              <a:gd name="connsiteY107" fmla="*/ 343948 h 375666"/>
              <a:gd name="connsiteX108" fmla="*/ 7778 w 373158"/>
              <a:gd name="connsiteY108" fmla="*/ 343948 h 375666"/>
              <a:gd name="connsiteX109" fmla="*/ 0 w 373158"/>
              <a:gd name="connsiteY109" fmla="*/ 336137 h 375666"/>
              <a:gd name="connsiteX110" fmla="*/ 0 w 373158"/>
              <a:gd name="connsiteY110" fmla="*/ 7810 h 375666"/>
              <a:gd name="connsiteX111" fmla="*/ 7778 w 373158"/>
              <a:gd name="connsiteY111" fmla="*/ 0 h 375666"/>
              <a:gd name="connsiteX112" fmla="*/ 178991 w 373158"/>
              <a:gd name="connsiteY112" fmla="*/ 0 h 375666"/>
              <a:gd name="connsiteX113" fmla="*/ 179940 w 373158"/>
              <a:gd name="connsiteY113" fmla="*/ 286 h 375666"/>
              <a:gd name="connsiteX114" fmla="*/ 185156 w 373158"/>
              <a:gd name="connsiteY114" fmla="*/ 3715 h 375666"/>
              <a:gd name="connsiteX115" fmla="*/ 260661 w 373158"/>
              <a:gd name="connsiteY115" fmla="*/ 79534 h 375666"/>
              <a:gd name="connsiteX116" fmla="*/ 262843 w 373158"/>
              <a:gd name="connsiteY116" fmla="*/ 81439 h 375666"/>
              <a:gd name="connsiteX117" fmla="*/ 264455 w 373158"/>
              <a:gd name="connsiteY117" fmla="*/ 86011 h 375666"/>
              <a:gd name="connsiteX118" fmla="*/ 264455 w 373158"/>
              <a:gd name="connsiteY118" fmla="*/ 156400 h 375666"/>
              <a:gd name="connsiteX119" fmla="*/ 248899 w 373158"/>
              <a:gd name="connsiteY119" fmla="*/ 156400 h 375666"/>
              <a:gd name="connsiteX120" fmla="*/ 248899 w 373158"/>
              <a:gd name="connsiteY120" fmla="*/ 94202 h 375666"/>
              <a:gd name="connsiteX121" fmla="*/ 178517 w 373158"/>
              <a:gd name="connsiteY121" fmla="*/ 94202 h 375666"/>
              <a:gd name="connsiteX122" fmla="*/ 170739 w 373158"/>
              <a:gd name="connsiteY122" fmla="*/ 86392 h 375666"/>
              <a:gd name="connsiteX123" fmla="*/ 170739 w 373158"/>
              <a:gd name="connsiteY123" fmla="*/ 15716 h 375666"/>
              <a:gd name="connsiteX124" fmla="*/ 15461 w 373158"/>
              <a:gd name="connsiteY124" fmla="*/ 15716 h 375666"/>
              <a:gd name="connsiteX125" fmla="*/ 15461 w 373158"/>
              <a:gd name="connsiteY125" fmla="*/ 328422 h 375666"/>
              <a:gd name="connsiteX126" fmla="*/ 186390 w 373158"/>
              <a:gd name="connsiteY126" fmla="*/ 78486 h 375666"/>
              <a:gd name="connsiteX127" fmla="*/ 237706 w 373158"/>
              <a:gd name="connsiteY127" fmla="*/ 78486 h 375666"/>
              <a:gd name="connsiteX128" fmla="*/ 186390 w 373158"/>
              <a:gd name="connsiteY128" fmla="*/ 26003 h 375666"/>
              <a:gd name="connsiteX129" fmla="*/ 186390 w 373158"/>
              <a:gd name="connsiteY129" fmla="*/ 78486 h 375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373158" h="375666">
                <a:moveTo>
                  <a:pt x="46384" y="132969"/>
                </a:moveTo>
                <a:lnTo>
                  <a:pt x="46384" y="101917"/>
                </a:lnTo>
                <a:cubicBezTo>
                  <a:pt x="46384" y="98012"/>
                  <a:pt x="50368" y="94107"/>
                  <a:pt x="54257" y="94107"/>
                </a:cubicBezTo>
                <a:cubicBezTo>
                  <a:pt x="59474" y="94107"/>
                  <a:pt x="62130" y="98012"/>
                  <a:pt x="62130" y="101917"/>
                </a:cubicBezTo>
                <a:lnTo>
                  <a:pt x="62130" y="132969"/>
                </a:lnTo>
                <a:cubicBezTo>
                  <a:pt x="62130" y="136874"/>
                  <a:pt x="59474" y="140779"/>
                  <a:pt x="54257" y="140779"/>
                </a:cubicBezTo>
                <a:cubicBezTo>
                  <a:pt x="50273" y="140779"/>
                  <a:pt x="46384" y="136874"/>
                  <a:pt x="46384" y="132969"/>
                </a:cubicBezTo>
                <a:close/>
                <a:moveTo>
                  <a:pt x="154993" y="101917"/>
                </a:moveTo>
                <a:cubicBezTo>
                  <a:pt x="154993" y="98012"/>
                  <a:pt x="152526" y="94107"/>
                  <a:pt x="147594" y="94107"/>
                </a:cubicBezTo>
                <a:cubicBezTo>
                  <a:pt x="143895" y="94107"/>
                  <a:pt x="140100" y="98012"/>
                  <a:pt x="140100" y="101917"/>
                </a:cubicBezTo>
                <a:lnTo>
                  <a:pt x="140100" y="132969"/>
                </a:lnTo>
                <a:cubicBezTo>
                  <a:pt x="140100" y="136874"/>
                  <a:pt x="143800" y="140779"/>
                  <a:pt x="147594" y="140779"/>
                </a:cubicBezTo>
                <a:cubicBezTo>
                  <a:pt x="152526" y="140779"/>
                  <a:pt x="154993" y="136874"/>
                  <a:pt x="154993" y="132969"/>
                </a:cubicBezTo>
                <a:lnTo>
                  <a:pt x="154993" y="101917"/>
                </a:lnTo>
                <a:close/>
                <a:moveTo>
                  <a:pt x="116482" y="172498"/>
                </a:moveTo>
                <a:cubicBezTo>
                  <a:pt x="112498" y="172498"/>
                  <a:pt x="108609" y="176403"/>
                  <a:pt x="108609" y="180308"/>
                </a:cubicBezTo>
                <a:lnTo>
                  <a:pt x="108609" y="211360"/>
                </a:lnTo>
                <a:cubicBezTo>
                  <a:pt x="108609" y="215265"/>
                  <a:pt x="112593" y="219170"/>
                  <a:pt x="116482" y="219170"/>
                </a:cubicBezTo>
                <a:cubicBezTo>
                  <a:pt x="121699" y="219170"/>
                  <a:pt x="124355" y="215265"/>
                  <a:pt x="124355" y="211360"/>
                </a:cubicBezTo>
                <a:lnTo>
                  <a:pt x="124355" y="180308"/>
                </a:lnTo>
                <a:cubicBezTo>
                  <a:pt x="124355" y="176403"/>
                  <a:pt x="121699" y="172498"/>
                  <a:pt x="116482" y="172498"/>
                </a:cubicBezTo>
                <a:close/>
                <a:moveTo>
                  <a:pt x="154993" y="180213"/>
                </a:moveTo>
                <a:cubicBezTo>
                  <a:pt x="154993" y="176308"/>
                  <a:pt x="152526" y="172402"/>
                  <a:pt x="147594" y="172402"/>
                </a:cubicBezTo>
                <a:cubicBezTo>
                  <a:pt x="143895" y="172402"/>
                  <a:pt x="140100" y="176308"/>
                  <a:pt x="140100" y="180213"/>
                </a:cubicBezTo>
                <a:lnTo>
                  <a:pt x="140100" y="211265"/>
                </a:lnTo>
                <a:cubicBezTo>
                  <a:pt x="140100" y="215170"/>
                  <a:pt x="143800" y="219075"/>
                  <a:pt x="147594" y="219075"/>
                </a:cubicBezTo>
                <a:cubicBezTo>
                  <a:pt x="152526" y="219075"/>
                  <a:pt x="154993" y="215170"/>
                  <a:pt x="154993" y="211265"/>
                </a:cubicBezTo>
                <a:lnTo>
                  <a:pt x="154993" y="180213"/>
                </a:lnTo>
                <a:close/>
                <a:moveTo>
                  <a:pt x="116577" y="140779"/>
                </a:moveTo>
                <a:lnTo>
                  <a:pt x="85654" y="140779"/>
                </a:lnTo>
                <a:cubicBezTo>
                  <a:pt x="81765" y="140779"/>
                  <a:pt x="77876" y="136874"/>
                  <a:pt x="77876" y="132969"/>
                </a:cubicBezTo>
                <a:lnTo>
                  <a:pt x="77876" y="101917"/>
                </a:lnTo>
                <a:cubicBezTo>
                  <a:pt x="77876" y="98012"/>
                  <a:pt x="81765" y="94107"/>
                  <a:pt x="85654" y="94107"/>
                </a:cubicBezTo>
                <a:lnTo>
                  <a:pt x="116577" y="94107"/>
                </a:lnTo>
                <a:cubicBezTo>
                  <a:pt x="121699" y="94107"/>
                  <a:pt x="124355" y="98012"/>
                  <a:pt x="124355" y="101917"/>
                </a:cubicBezTo>
                <a:lnTo>
                  <a:pt x="124355" y="132969"/>
                </a:lnTo>
                <a:cubicBezTo>
                  <a:pt x="124355" y="136874"/>
                  <a:pt x="121793" y="140779"/>
                  <a:pt x="116577" y="140779"/>
                </a:cubicBezTo>
                <a:close/>
                <a:moveTo>
                  <a:pt x="108893" y="109728"/>
                </a:moveTo>
                <a:lnTo>
                  <a:pt x="93432" y="109728"/>
                </a:lnTo>
                <a:lnTo>
                  <a:pt x="93432" y="125254"/>
                </a:lnTo>
                <a:lnTo>
                  <a:pt x="108893" y="125254"/>
                </a:lnTo>
                <a:lnTo>
                  <a:pt x="108893" y="109728"/>
                </a:lnTo>
                <a:close/>
                <a:moveTo>
                  <a:pt x="92863" y="211265"/>
                </a:moveTo>
                <a:cubicBezTo>
                  <a:pt x="92863" y="215170"/>
                  <a:pt x="90302" y="219075"/>
                  <a:pt x="85085" y="219075"/>
                </a:cubicBezTo>
                <a:lnTo>
                  <a:pt x="54162" y="219075"/>
                </a:lnTo>
                <a:cubicBezTo>
                  <a:pt x="50273" y="219075"/>
                  <a:pt x="46384" y="215170"/>
                  <a:pt x="46384" y="211265"/>
                </a:cubicBezTo>
                <a:lnTo>
                  <a:pt x="46384" y="180213"/>
                </a:lnTo>
                <a:cubicBezTo>
                  <a:pt x="46384" y="176308"/>
                  <a:pt x="50273" y="172402"/>
                  <a:pt x="54162" y="172402"/>
                </a:cubicBezTo>
                <a:lnTo>
                  <a:pt x="85085" y="172402"/>
                </a:lnTo>
                <a:cubicBezTo>
                  <a:pt x="90207" y="172402"/>
                  <a:pt x="92863" y="176308"/>
                  <a:pt x="92863" y="180213"/>
                </a:cubicBezTo>
                <a:lnTo>
                  <a:pt x="92863" y="211265"/>
                </a:lnTo>
                <a:close/>
                <a:moveTo>
                  <a:pt x="77307" y="188023"/>
                </a:moveTo>
                <a:lnTo>
                  <a:pt x="61845" y="188023"/>
                </a:lnTo>
                <a:lnTo>
                  <a:pt x="61845" y="203549"/>
                </a:lnTo>
                <a:lnTo>
                  <a:pt x="77307" y="203549"/>
                </a:lnTo>
                <a:lnTo>
                  <a:pt x="77307" y="188023"/>
                </a:lnTo>
                <a:close/>
                <a:moveTo>
                  <a:pt x="108609" y="289465"/>
                </a:moveTo>
                <a:lnTo>
                  <a:pt x="108609" y="257842"/>
                </a:lnTo>
                <a:cubicBezTo>
                  <a:pt x="108609" y="253841"/>
                  <a:pt x="112498" y="249936"/>
                  <a:pt x="116387" y="249936"/>
                </a:cubicBezTo>
                <a:lnTo>
                  <a:pt x="147309" y="249936"/>
                </a:lnTo>
                <a:cubicBezTo>
                  <a:pt x="152432" y="249936"/>
                  <a:pt x="155088" y="253937"/>
                  <a:pt x="155088" y="257842"/>
                </a:cubicBezTo>
                <a:lnTo>
                  <a:pt x="155088" y="289465"/>
                </a:lnTo>
                <a:cubicBezTo>
                  <a:pt x="155088" y="293465"/>
                  <a:pt x="152526" y="297371"/>
                  <a:pt x="147309" y="297371"/>
                </a:cubicBezTo>
                <a:lnTo>
                  <a:pt x="116387" y="297371"/>
                </a:lnTo>
                <a:cubicBezTo>
                  <a:pt x="112498" y="297371"/>
                  <a:pt x="108609" y="293370"/>
                  <a:pt x="108609" y="289465"/>
                </a:cubicBezTo>
                <a:close/>
                <a:moveTo>
                  <a:pt x="124070" y="281559"/>
                </a:moveTo>
                <a:lnTo>
                  <a:pt x="139531" y="281559"/>
                </a:lnTo>
                <a:lnTo>
                  <a:pt x="139531" y="265748"/>
                </a:lnTo>
                <a:lnTo>
                  <a:pt x="124070" y="265748"/>
                </a:lnTo>
                <a:lnTo>
                  <a:pt x="124070" y="281559"/>
                </a:lnTo>
                <a:close/>
                <a:moveTo>
                  <a:pt x="46384" y="257746"/>
                </a:moveTo>
                <a:lnTo>
                  <a:pt x="46384" y="289369"/>
                </a:lnTo>
                <a:cubicBezTo>
                  <a:pt x="46384" y="293370"/>
                  <a:pt x="50368" y="297275"/>
                  <a:pt x="54257" y="297275"/>
                </a:cubicBezTo>
                <a:cubicBezTo>
                  <a:pt x="59474" y="297275"/>
                  <a:pt x="62130" y="293275"/>
                  <a:pt x="62130" y="289369"/>
                </a:cubicBezTo>
                <a:lnTo>
                  <a:pt x="62130" y="257746"/>
                </a:lnTo>
                <a:cubicBezTo>
                  <a:pt x="62130" y="253746"/>
                  <a:pt x="59474" y="249841"/>
                  <a:pt x="54257" y="249841"/>
                </a:cubicBezTo>
                <a:cubicBezTo>
                  <a:pt x="50273" y="249841"/>
                  <a:pt x="46384" y="253841"/>
                  <a:pt x="46384" y="257746"/>
                </a:cubicBezTo>
                <a:close/>
                <a:moveTo>
                  <a:pt x="77971" y="257746"/>
                </a:moveTo>
                <a:lnTo>
                  <a:pt x="77971" y="289369"/>
                </a:lnTo>
                <a:cubicBezTo>
                  <a:pt x="77971" y="293370"/>
                  <a:pt x="81670" y="297275"/>
                  <a:pt x="85464" y="297275"/>
                </a:cubicBezTo>
                <a:cubicBezTo>
                  <a:pt x="90397" y="297275"/>
                  <a:pt x="92863" y="293275"/>
                  <a:pt x="92863" y="289369"/>
                </a:cubicBezTo>
                <a:lnTo>
                  <a:pt x="92863" y="257746"/>
                </a:lnTo>
                <a:cubicBezTo>
                  <a:pt x="92863" y="253746"/>
                  <a:pt x="90397" y="249841"/>
                  <a:pt x="85464" y="249841"/>
                </a:cubicBezTo>
                <a:cubicBezTo>
                  <a:pt x="81765" y="249841"/>
                  <a:pt x="77971" y="253841"/>
                  <a:pt x="77971" y="257746"/>
                </a:cubicBezTo>
                <a:close/>
                <a:moveTo>
                  <a:pt x="373159" y="274034"/>
                </a:moveTo>
                <a:cubicBezTo>
                  <a:pt x="373159" y="330041"/>
                  <a:pt x="327723" y="375666"/>
                  <a:pt x="271949" y="375666"/>
                </a:cubicBezTo>
                <a:cubicBezTo>
                  <a:pt x="216174" y="375666"/>
                  <a:pt x="170739" y="330041"/>
                  <a:pt x="170739" y="274034"/>
                </a:cubicBezTo>
                <a:cubicBezTo>
                  <a:pt x="170739" y="218027"/>
                  <a:pt x="216174" y="172402"/>
                  <a:pt x="271949" y="172402"/>
                </a:cubicBezTo>
                <a:cubicBezTo>
                  <a:pt x="327723" y="172402"/>
                  <a:pt x="373159" y="218027"/>
                  <a:pt x="373159" y="274034"/>
                </a:cubicBezTo>
                <a:close/>
                <a:moveTo>
                  <a:pt x="357603" y="274034"/>
                </a:moveTo>
                <a:cubicBezTo>
                  <a:pt x="357603" y="227171"/>
                  <a:pt x="319945" y="188023"/>
                  <a:pt x="271949" y="188023"/>
                </a:cubicBezTo>
                <a:cubicBezTo>
                  <a:pt x="223952" y="188023"/>
                  <a:pt x="186295" y="227076"/>
                  <a:pt x="186295" y="274034"/>
                </a:cubicBezTo>
                <a:cubicBezTo>
                  <a:pt x="186295" y="320992"/>
                  <a:pt x="225185" y="360045"/>
                  <a:pt x="271949" y="360045"/>
                </a:cubicBezTo>
                <a:cubicBezTo>
                  <a:pt x="318712" y="360045"/>
                  <a:pt x="357603" y="320992"/>
                  <a:pt x="357603" y="274034"/>
                </a:cubicBezTo>
                <a:close/>
                <a:moveTo>
                  <a:pt x="317763" y="242792"/>
                </a:moveTo>
                <a:lnTo>
                  <a:pt x="264645" y="302514"/>
                </a:lnTo>
                <a:lnTo>
                  <a:pt x="227082" y="266129"/>
                </a:lnTo>
                <a:cubicBezTo>
                  <a:pt x="224521" y="262223"/>
                  <a:pt x="219304" y="262223"/>
                  <a:pt x="216743" y="266129"/>
                </a:cubicBezTo>
                <a:cubicBezTo>
                  <a:pt x="212854" y="268700"/>
                  <a:pt x="212854" y="273939"/>
                  <a:pt x="216743" y="276511"/>
                </a:cubicBezTo>
                <a:lnTo>
                  <a:pt x="258195" y="319373"/>
                </a:lnTo>
                <a:cubicBezTo>
                  <a:pt x="260756" y="320707"/>
                  <a:pt x="262084" y="321945"/>
                  <a:pt x="264645" y="321945"/>
                </a:cubicBezTo>
                <a:cubicBezTo>
                  <a:pt x="265973" y="321945"/>
                  <a:pt x="268534" y="320612"/>
                  <a:pt x="269862" y="319373"/>
                </a:cubicBezTo>
                <a:lnTo>
                  <a:pt x="329431" y="253175"/>
                </a:lnTo>
                <a:cubicBezTo>
                  <a:pt x="331992" y="250603"/>
                  <a:pt x="331992" y="245364"/>
                  <a:pt x="329431" y="242792"/>
                </a:cubicBezTo>
                <a:cubicBezTo>
                  <a:pt x="325542" y="240221"/>
                  <a:pt x="320325" y="240221"/>
                  <a:pt x="317763" y="242792"/>
                </a:cubicBezTo>
                <a:close/>
                <a:moveTo>
                  <a:pt x="15556" y="328327"/>
                </a:moveTo>
                <a:lnTo>
                  <a:pt x="171213" y="328327"/>
                </a:lnTo>
                <a:lnTo>
                  <a:pt x="171213" y="343948"/>
                </a:lnTo>
                <a:lnTo>
                  <a:pt x="7778" y="343948"/>
                </a:lnTo>
                <a:cubicBezTo>
                  <a:pt x="3889" y="343948"/>
                  <a:pt x="0" y="340042"/>
                  <a:pt x="0" y="336137"/>
                </a:cubicBezTo>
                <a:lnTo>
                  <a:pt x="0" y="7810"/>
                </a:lnTo>
                <a:cubicBezTo>
                  <a:pt x="0" y="3905"/>
                  <a:pt x="3889" y="0"/>
                  <a:pt x="7778" y="0"/>
                </a:cubicBezTo>
                <a:lnTo>
                  <a:pt x="178991" y="0"/>
                </a:lnTo>
                <a:cubicBezTo>
                  <a:pt x="178991" y="0"/>
                  <a:pt x="179655" y="191"/>
                  <a:pt x="179940" y="286"/>
                </a:cubicBezTo>
                <a:cubicBezTo>
                  <a:pt x="182406" y="667"/>
                  <a:pt x="184113" y="1905"/>
                  <a:pt x="185156" y="3715"/>
                </a:cubicBezTo>
                <a:cubicBezTo>
                  <a:pt x="242354" y="61151"/>
                  <a:pt x="256962" y="75819"/>
                  <a:pt x="260661" y="79534"/>
                </a:cubicBezTo>
                <a:cubicBezTo>
                  <a:pt x="261515" y="80010"/>
                  <a:pt x="262273" y="80677"/>
                  <a:pt x="262843" y="81439"/>
                </a:cubicBezTo>
                <a:cubicBezTo>
                  <a:pt x="264360" y="82582"/>
                  <a:pt x="264455" y="83820"/>
                  <a:pt x="264455" y="86011"/>
                </a:cubicBezTo>
                <a:lnTo>
                  <a:pt x="264455" y="156400"/>
                </a:lnTo>
                <a:lnTo>
                  <a:pt x="248899" y="156400"/>
                </a:lnTo>
                <a:lnTo>
                  <a:pt x="248899" y="94202"/>
                </a:lnTo>
                <a:lnTo>
                  <a:pt x="178517" y="94202"/>
                </a:lnTo>
                <a:cubicBezTo>
                  <a:pt x="174628" y="94202"/>
                  <a:pt x="170739" y="90297"/>
                  <a:pt x="170739" y="86392"/>
                </a:cubicBezTo>
                <a:lnTo>
                  <a:pt x="170739" y="15716"/>
                </a:lnTo>
                <a:lnTo>
                  <a:pt x="15461" y="15716"/>
                </a:lnTo>
                <a:lnTo>
                  <a:pt x="15461" y="328422"/>
                </a:lnTo>
                <a:close/>
                <a:moveTo>
                  <a:pt x="186390" y="78486"/>
                </a:moveTo>
                <a:lnTo>
                  <a:pt x="237706" y="78486"/>
                </a:lnTo>
                <a:cubicBezTo>
                  <a:pt x="209914" y="50006"/>
                  <a:pt x="194642" y="34480"/>
                  <a:pt x="186390" y="26003"/>
                </a:cubicBezTo>
                <a:lnTo>
                  <a:pt x="186390" y="7848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7" name="Graphic 35">
            <a:extLst>
              <a:ext uri="{FF2B5EF4-FFF2-40B4-BE49-F238E27FC236}">
                <a16:creationId xmlns:a16="http://schemas.microsoft.com/office/drawing/2014/main" id="{EE2F8FD1-8800-5DA6-25C6-A05763BC3C19}"/>
              </a:ext>
            </a:extLst>
          </p:cNvPr>
          <p:cNvSpPr/>
          <p:nvPr/>
        </p:nvSpPr>
        <p:spPr>
          <a:xfrm>
            <a:off x="5523212" y="839037"/>
            <a:ext cx="445155" cy="445770"/>
          </a:xfrm>
          <a:custGeom>
            <a:avLst/>
            <a:gdLst>
              <a:gd name="connsiteX0" fmla="*/ 330854 w 333580"/>
              <a:gd name="connsiteY0" fmla="*/ 204026 h 334041"/>
              <a:gd name="connsiteX1" fmla="*/ 296137 w 333580"/>
              <a:gd name="connsiteY1" fmla="*/ 169259 h 334041"/>
              <a:gd name="connsiteX2" fmla="*/ 286841 w 333580"/>
              <a:gd name="connsiteY2" fmla="*/ 169259 h 334041"/>
              <a:gd name="connsiteX3" fmla="*/ 182595 w 333580"/>
              <a:gd name="connsiteY3" fmla="*/ 273653 h 334041"/>
              <a:gd name="connsiteX4" fmla="*/ 180319 w 333580"/>
              <a:gd name="connsiteY4" fmla="*/ 275939 h 334041"/>
              <a:gd name="connsiteX5" fmla="*/ 166470 w 333580"/>
              <a:gd name="connsiteY5" fmla="*/ 324612 h 334041"/>
              <a:gd name="connsiteX6" fmla="*/ 168747 w 333580"/>
              <a:gd name="connsiteY6" fmla="*/ 331565 h 334041"/>
              <a:gd name="connsiteX7" fmla="*/ 173395 w 333580"/>
              <a:gd name="connsiteY7" fmla="*/ 333851 h 334041"/>
              <a:gd name="connsiteX8" fmla="*/ 175671 w 333580"/>
              <a:gd name="connsiteY8" fmla="*/ 333851 h 334041"/>
              <a:gd name="connsiteX9" fmla="*/ 224332 w 333580"/>
              <a:gd name="connsiteY9" fmla="*/ 319945 h 334041"/>
              <a:gd name="connsiteX10" fmla="*/ 226608 w 333580"/>
              <a:gd name="connsiteY10" fmla="*/ 317754 h 334041"/>
              <a:gd name="connsiteX11" fmla="*/ 227082 w 333580"/>
              <a:gd name="connsiteY11" fmla="*/ 317373 h 334041"/>
              <a:gd name="connsiteX12" fmla="*/ 228885 w 333580"/>
              <a:gd name="connsiteY12" fmla="*/ 315468 h 334041"/>
              <a:gd name="connsiteX13" fmla="*/ 330948 w 333580"/>
              <a:gd name="connsiteY13" fmla="*/ 213265 h 334041"/>
              <a:gd name="connsiteX14" fmla="*/ 330948 w 333580"/>
              <a:gd name="connsiteY14" fmla="*/ 204026 h 334041"/>
              <a:gd name="connsiteX15" fmla="*/ 222340 w 333580"/>
              <a:gd name="connsiteY15" fmla="*/ 303466 h 334041"/>
              <a:gd name="connsiteX16" fmla="*/ 197013 w 333580"/>
              <a:gd name="connsiteY16" fmla="*/ 277844 h 334041"/>
              <a:gd name="connsiteX17" fmla="*/ 264360 w 333580"/>
              <a:gd name="connsiteY17" fmla="*/ 211169 h 334041"/>
              <a:gd name="connsiteX18" fmla="*/ 289402 w 333580"/>
              <a:gd name="connsiteY18" fmla="*/ 236315 h 334041"/>
              <a:gd name="connsiteX19" fmla="*/ 222340 w 333580"/>
              <a:gd name="connsiteY19" fmla="*/ 303466 h 334041"/>
              <a:gd name="connsiteX20" fmla="*/ 190753 w 333580"/>
              <a:gd name="connsiteY20" fmla="*/ 290227 h 334041"/>
              <a:gd name="connsiteX21" fmla="*/ 209914 w 333580"/>
              <a:gd name="connsiteY21" fmla="*/ 309562 h 334041"/>
              <a:gd name="connsiteX22" fmla="*/ 183734 w 333580"/>
              <a:gd name="connsiteY22" fmla="*/ 316516 h 334041"/>
              <a:gd name="connsiteX23" fmla="*/ 190753 w 333580"/>
              <a:gd name="connsiteY23" fmla="*/ 290227 h 334041"/>
              <a:gd name="connsiteX24" fmla="*/ 298413 w 333580"/>
              <a:gd name="connsiteY24" fmla="*/ 227171 h 334041"/>
              <a:gd name="connsiteX25" fmla="*/ 273751 w 333580"/>
              <a:gd name="connsiteY25" fmla="*/ 201835 h 334041"/>
              <a:gd name="connsiteX26" fmla="*/ 291489 w 333580"/>
              <a:gd name="connsiteY26" fmla="*/ 184309 h 334041"/>
              <a:gd name="connsiteX27" fmla="*/ 317005 w 333580"/>
              <a:gd name="connsiteY27" fmla="*/ 208693 h 334041"/>
              <a:gd name="connsiteX28" fmla="*/ 298508 w 333580"/>
              <a:gd name="connsiteY28" fmla="*/ 227266 h 334041"/>
              <a:gd name="connsiteX29" fmla="*/ 49135 w 333580"/>
              <a:gd name="connsiteY29" fmla="*/ 222599 h 334041"/>
              <a:gd name="connsiteX30" fmla="*/ 118094 w 333580"/>
              <a:gd name="connsiteY30" fmla="*/ 222599 h 334041"/>
              <a:gd name="connsiteX31" fmla="*/ 125019 w 333580"/>
              <a:gd name="connsiteY31" fmla="*/ 215646 h 334041"/>
              <a:gd name="connsiteX32" fmla="*/ 125019 w 333580"/>
              <a:gd name="connsiteY32" fmla="*/ 173926 h 334041"/>
              <a:gd name="connsiteX33" fmla="*/ 118094 w 333580"/>
              <a:gd name="connsiteY33" fmla="*/ 166973 h 334041"/>
              <a:gd name="connsiteX34" fmla="*/ 49135 w 333580"/>
              <a:gd name="connsiteY34" fmla="*/ 166973 h 334041"/>
              <a:gd name="connsiteX35" fmla="*/ 42210 w 333580"/>
              <a:gd name="connsiteY35" fmla="*/ 173926 h 334041"/>
              <a:gd name="connsiteX36" fmla="*/ 42210 w 333580"/>
              <a:gd name="connsiteY36" fmla="*/ 215646 h 334041"/>
              <a:gd name="connsiteX37" fmla="*/ 49135 w 333580"/>
              <a:gd name="connsiteY37" fmla="*/ 222599 h 334041"/>
              <a:gd name="connsiteX38" fmla="*/ 56059 w 333580"/>
              <a:gd name="connsiteY38" fmla="*/ 180785 h 334041"/>
              <a:gd name="connsiteX39" fmla="*/ 111265 w 333580"/>
              <a:gd name="connsiteY39" fmla="*/ 180785 h 334041"/>
              <a:gd name="connsiteX40" fmla="*/ 111265 w 333580"/>
              <a:gd name="connsiteY40" fmla="*/ 208597 h 334041"/>
              <a:gd name="connsiteX41" fmla="*/ 56059 w 333580"/>
              <a:gd name="connsiteY41" fmla="*/ 208597 h 334041"/>
              <a:gd name="connsiteX42" fmla="*/ 56059 w 333580"/>
              <a:gd name="connsiteY42" fmla="*/ 180785 h 334041"/>
              <a:gd name="connsiteX43" fmla="*/ 138867 w 333580"/>
              <a:gd name="connsiteY43" fmla="*/ 320040 h 334041"/>
              <a:gd name="connsiteX44" fmla="*/ 13944 w 333580"/>
              <a:gd name="connsiteY44" fmla="*/ 320040 h 334041"/>
              <a:gd name="connsiteX45" fmla="*/ 13944 w 333580"/>
              <a:gd name="connsiteY45" fmla="*/ 13811 h 334041"/>
              <a:gd name="connsiteX46" fmla="*/ 153096 w 333580"/>
              <a:gd name="connsiteY46" fmla="*/ 13811 h 334041"/>
              <a:gd name="connsiteX47" fmla="*/ 153096 w 333580"/>
              <a:gd name="connsiteY47" fmla="*/ 90202 h 334041"/>
              <a:gd name="connsiteX48" fmla="*/ 160020 w 333580"/>
              <a:gd name="connsiteY48" fmla="*/ 97155 h 334041"/>
              <a:gd name="connsiteX49" fmla="*/ 236094 w 333580"/>
              <a:gd name="connsiteY49" fmla="*/ 97155 h 334041"/>
              <a:gd name="connsiteX50" fmla="*/ 236094 w 333580"/>
              <a:gd name="connsiteY50" fmla="*/ 180880 h 334041"/>
              <a:gd name="connsiteX51" fmla="*/ 243018 w 333580"/>
              <a:gd name="connsiteY51" fmla="*/ 187833 h 334041"/>
              <a:gd name="connsiteX52" fmla="*/ 249942 w 333580"/>
              <a:gd name="connsiteY52" fmla="*/ 180880 h 334041"/>
              <a:gd name="connsiteX53" fmla="*/ 249942 w 333580"/>
              <a:gd name="connsiteY53" fmla="*/ 90392 h 334041"/>
              <a:gd name="connsiteX54" fmla="*/ 249942 w 333580"/>
              <a:gd name="connsiteY54" fmla="*/ 90392 h 334041"/>
              <a:gd name="connsiteX55" fmla="*/ 249942 w 333580"/>
              <a:gd name="connsiteY55" fmla="*/ 90297 h 334041"/>
              <a:gd name="connsiteX56" fmla="*/ 246148 w 333580"/>
              <a:gd name="connsiteY56" fmla="*/ 84391 h 334041"/>
              <a:gd name="connsiteX57" fmla="*/ 166186 w 333580"/>
              <a:gd name="connsiteY57" fmla="*/ 4191 h 334041"/>
              <a:gd name="connsiteX58" fmla="*/ 160020 w 333580"/>
              <a:gd name="connsiteY58" fmla="*/ 0 h 334041"/>
              <a:gd name="connsiteX59" fmla="*/ 159830 w 333580"/>
              <a:gd name="connsiteY59" fmla="*/ 0 h 334041"/>
              <a:gd name="connsiteX60" fmla="*/ 159641 w 333580"/>
              <a:gd name="connsiteY60" fmla="*/ 0 h 334041"/>
              <a:gd name="connsiteX61" fmla="*/ 6924 w 333580"/>
              <a:gd name="connsiteY61" fmla="*/ 0 h 334041"/>
              <a:gd name="connsiteX62" fmla="*/ 0 w 333580"/>
              <a:gd name="connsiteY62" fmla="*/ 6953 h 334041"/>
              <a:gd name="connsiteX63" fmla="*/ 0 w 333580"/>
              <a:gd name="connsiteY63" fmla="*/ 327089 h 334041"/>
              <a:gd name="connsiteX64" fmla="*/ 6924 w 333580"/>
              <a:gd name="connsiteY64" fmla="*/ 334042 h 334041"/>
              <a:gd name="connsiteX65" fmla="*/ 138773 w 333580"/>
              <a:gd name="connsiteY65" fmla="*/ 334042 h 334041"/>
              <a:gd name="connsiteX66" fmla="*/ 145697 w 333580"/>
              <a:gd name="connsiteY66" fmla="*/ 327089 h 334041"/>
              <a:gd name="connsiteX67" fmla="*/ 138773 w 333580"/>
              <a:gd name="connsiteY67" fmla="*/ 320135 h 334041"/>
              <a:gd name="connsiteX68" fmla="*/ 166944 w 333580"/>
              <a:gd name="connsiteY68" fmla="*/ 23527 h 334041"/>
              <a:gd name="connsiteX69" fmla="*/ 225660 w 333580"/>
              <a:gd name="connsiteY69" fmla="*/ 83249 h 334041"/>
              <a:gd name="connsiteX70" fmla="*/ 166944 w 333580"/>
              <a:gd name="connsiteY70" fmla="*/ 83249 h 334041"/>
              <a:gd name="connsiteX71" fmla="*/ 166944 w 333580"/>
              <a:gd name="connsiteY71" fmla="*/ 23527 h 334041"/>
              <a:gd name="connsiteX72" fmla="*/ 166375 w 333580"/>
              <a:gd name="connsiteY72" fmla="*/ 194310 h 334041"/>
              <a:gd name="connsiteX73" fmla="*/ 194642 w 333580"/>
              <a:gd name="connsiteY73" fmla="*/ 194310 h 334041"/>
              <a:gd name="connsiteX74" fmla="*/ 201566 w 333580"/>
              <a:gd name="connsiteY74" fmla="*/ 187643 h 334041"/>
              <a:gd name="connsiteX75" fmla="*/ 194642 w 333580"/>
              <a:gd name="connsiteY75" fmla="*/ 180975 h 334041"/>
              <a:gd name="connsiteX76" fmla="*/ 166375 w 333580"/>
              <a:gd name="connsiteY76" fmla="*/ 180975 h 334041"/>
              <a:gd name="connsiteX77" fmla="*/ 166375 w 333580"/>
              <a:gd name="connsiteY77" fmla="*/ 118110 h 334041"/>
              <a:gd name="connsiteX78" fmla="*/ 159451 w 333580"/>
              <a:gd name="connsiteY78" fmla="*/ 111157 h 334041"/>
              <a:gd name="connsiteX79" fmla="*/ 125019 w 333580"/>
              <a:gd name="connsiteY79" fmla="*/ 111157 h 334041"/>
              <a:gd name="connsiteX80" fmla="*/ 125019 w 333580"/>
              <a:gd name="connsiteY80" fmla="*/ 104013 h 334041"/>
              <a:gd name="connsiteX81" fmla="*/ 118094 w 333580"/>
              <a:gd name="connsiteY81" fmla="*/ 97060 h 334041"/>
              <a:gd name="connsiteX82" fmla="*/ 49135 w 333580"/>
              <a:gd name="connsiteY82" fmla="*/ 97060 h 334041"/>
              <a:gd name="connsiteX83" fmla="*/ 42210 w 333580"/>
              <a:gd name="connsiteY83" fmla="*/ 104013 h 334041"/>
              <a:gd name="connsiteX84" fmla="*/ 42210 w 333580"/>
              <a:gd name="connsiteY84" fmla="*/ 145733 h 334041"/>
              <a:gd name="connsiteX85" fmla="*/ 49135 w 333580"/>
              <a:gd name="connsiteY85" fmla="*/ 152686 h 334041"/>
              <a:gd name="connsiteX86" fmla="*/ 118094 w 333580"/>
              <a:gd name="connsiteY86" fmla="*/ 152686 h 334041"/>
              <a:gd name="connsiteX87" fmla="*/ 125019 w 333580"/>
              <a:gd name="connsiteY87" fmla="*/ 145733 h 334041"/>
              <a:gd name="connsiteX88" fmla="*/ 125019 w 333580"/>
              <a:gd name="connsiteY88" fmla="*/ 125063 h 334041"/>
              <a:gd name="connsiteX89" fmla="*/ 152526 w 333580"/>
              <a:gd name="connsiteY89" fmla="*/ 125063 h 334041"/>
              <a:gd name="connsiteX90" fmla="*/ 152526 w 333580"/>
              <a:gd name="connsiteY90" fmla="*/ 250126 h 334041"/>
              <a:gd name="connsiteX91" fmla="*/ 125019 w 333580"/>
              <a:gd name="connsiteY91" fmla="*/ 250126 h 334041"/>
              <a:gd name="connsiteX92" fmla="*/ 125019 w 333580"/>
              <a:gd name="connsiteY92" fmla="*/ 243459 h 334041"/>
              <a:gd name="connsiteX93" fmla="*/ 118094 w 333580"/>
              <a:gd name="connsiteY93" fmla="*/ 236601 h 334041"/>
              <a:gd name="connsiteX94" fmla="*/ 49135 w 333580"/>
              <a:gd name="connsiteY94" fmla="*/ 236601 h 334041"/>
              <a:gd name="connsiteX95" fmla="*/ 42210 w 333580"/>
              <a:gd name="connsiteY95" fmla="*/ 243459 h 334041"/>
              <a:gd name="connsiteX96" fmla="*/ 42210 w 333580"/>
              <a:gd name="connsiteY96" fmla="*/ 284607 h 334041"/>
              <a:gd name="connsiteX97" fmla="*/ 49135 w 333580"/>
              <a:gd name="connsiteY97" fmla="*/ 291465 h 334041"/>
              <a:gd name="connsiteX98" fmla="*/ 118094 w 333580"/>
              <a:gd name="connsiteY98" fmla="*/ 291465 h 334041"/>
              <a:gd name="connsiteX99" fmla="*/ 125019 w 333580"/>
              <a:gd name="connsiteY99" fmla="*/ 284607 h 334041"/>
              <a:gd name="connsiteX100" fmla="*/ 125019 w 333580"/>
              <a:gd name="connsiteY100" fmla="*/ 264033 h 334041"/>
              <a:gd name="connsiteX101" fmla="*/ 159451 w 333580"/>
              <a:gd name="connsiteY101" fmla="*/ 264033 h 334041"/>
              <a:gd name="connsiteX102" fmla="*/ 166375 w 333580"/>
              <a:gd name="connsiteY102" fmla="*/ 257080 h 334041"/>
              <a:gd name="connsiteX103" fmla="*/ 166375 w 333580"/>
              <a:gd name="connsiteY103" fmla="*/ 194215 h 334041"/>
              <a:gd name="connsiteX104" fmla="*/ 56059 w 333580"/>
              <a:gd name="connsiteY104" fmla="*/ 138874 h 334041"/>
              <a:gd name="connsiteX105" fmla="*/ 56059 w 333580"/>
              <a:gd name="connsiteY105" fmla="*/ 111062 h 334041"/>
              <a:gd name="connsiteX106" fmla="*/ 111265 w 333580"/>
              <a:gd name="connsiteY106" fmla="*/ 111062 h 334041"/>
              <a:gd name="connsiteX107" fmla="*/ 111265 w 333580"/>
              <a:gd name="connsiteY107" fmla="*/ 117062 h 334041"/>
              <a:gd name="connsiteX108" fmla="*/ 110980 w 333580"/>
              <a:gd name="connsiteY108" fmla="*/ 118205 h 334041"/>
              <a:gd name="connsiteX109" fmla="*/ 111265 w 333580"/>
              <a:gd name="connsiteY109" fmla="*/ 119348 h 334041"/>
              <a:gd name="connsiteX110" fmla="*/ 111265 w 333580"/>
              <a:gd name="connsiteY110" fmla="*/ 138970 h 334041"/>
              <a:gd name="connsiteX111" fmla="*/ 56059 w 333580"/>
              <a:gd name="connsiteY111" fmla="*/ 138970 h 334041"/>
              <a:gd name="connsiteX112" fmla="*/ 56059 w 333580"/>
              <a:gd name="connsiteY112" fmla="*/ 277844 h 334041"/>
              <a:gd name="connsiteX113" fmla="*/ 56059 w 333580"/>
              <a:gd name="connsiteY113" fmla="*/ 250412 h 334041"/>
              <a:gd name="connsiteX114" fmla="*/ 111265 w 333580"/>
              <a:gd name="connsiteY114" fmla="*/ 250412 h 334041"/>
              <a:gd name="connsiteX115" fmla="*/ 111265 w 333580"/>
              <a:gd name="connsiteY115" fmla="*/ 256032 h 334041"/>
              <a:gd name="connsiteX116" fmla="*/ 110980 w 333580"/>
              <a:gd name="connsiteY116" fmla="*/ 257175 h 334041"/>
              <a:gd name="connsiteX117" fmla="*/ 111265 w 333580"/>
              <a:gd name="connsiteY117" fmla="*/ 258318 h 334041"/>
              <a:gd name="connsiteX118" fmla="*/ 111265 w 333580"/>
              <a:gd name="connsiteY118" fmla="*/ 277844 h 334041"/>
              <a:gd name="connsiteX119" fmla="*/ 56059 w 333580"/>
              <a:gd name="connsiteY119" fmla="*/ 277844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333580" h="334041">
                <a:moveTo>
                  <a:pt x="330854" y="204026"/>
                </a:moveTo>
                <a:lnTo>
                  <a:pt x="296137" y="169259"/>
                </a:lnTo>
                <a:cubicBezTo>
                  <a:pt x="293860" y="166973"/>
                  <a:pt x="289212" y="166973"/>
                  <a:pt x="286841" y="169259"/>
                </a:cubicBezTo>
                <a:lnTo>
                  <a:pt x="182595" y="273653"/>
                </a:lnTo>
                <a:cubicBezTo>
                  <a:pt x="181837" y="274415"/>
                  <a:pt x="181078" y="275177"/>
                  <a:pt x="180319" y="275939"/>
                </a:cubicBezTo>
                <a:lnTo>
                  <a:pt x="166470" y="324612"/>
                </a:lnTo>
                <a:cubicBezTo>
                  <a:pt x="166470" y="326898"/>
                  <a:pt x="166470" y="330422"/>
                  <a:pt x="168747" y="331565"/>
                </a:cubicBezTo>
                <a:cubicBezTo>
                  <a:pt x="169885" y="332708"/>
                  <a:pt x="171023" y="333851"/>
                  <a:pt x="173395" y="333851"/>
                </a:cubicBezTo>
                <a:lnTo>
                  <a:pt x="175671" y="333851"/>
                </a:lnTo>
                <a:lnTo>
                  <a:pt x="224332" y="319945"/>
                </a:lnTo>
                <a:cubicBezTo>
                  <a:pt x="225470" y="319945"/>
                  <a:pt x="226418" y="318897"/>
                  <a:pt x="226608" y="317754"/>
                </a:cubicBezTo>
                <a:cubicBezTo>
                  <a:pt x="226703" y="317659"/>
                  <a:pt x="226893" y="317564"/>
                  <a:pt x="227082" y="317373"/>
                </a:cubicBezTo>
                <a:cubicBezTo>
                  <a:pt x="227841" y="316801"/>
                  <a:pt x="228410" y="316135"/>
                  <a:pt x="228885" y="315468"/>
                </a:cubicBezTo>
                <a:cubicBezTo>
                  <a:pt x="234576" y="309753"/>
                  <a:pt x="255254" y="288989"/>
                  <a:pt x="330948" y="213265"/>
                </a:cubicBezTo>
                <a:cubicBezTo>
                  <a:pt x="334458" y="210979"/>
                  <a:pt x="334458" y="206312"/>
                  <a:pt x="330948" y="204026"/>
                </a:cubicBezTo>
                <a:close/>
                <a:moveTo>
                  <a:pt x="222340" y="303466"/>
                </a:moveTo>
                <a:cubicBezTo>
                  <a:pt x="218356" y="299466"/>
                  <a:pt x="210862" y="291846"/>
                  <a:pt x="197013" y="277844"/>
                </a:cubicBezTo>
                <a:lnTo>
                  <a:pt x="264360" y="211169"/>
                </a:lnTo>
                <a:lnTo>
                  <a:pt x="289402" y="236315"/>
                </a:lnTo>
                <a:cubicBezTo>
                  <a:pt x="275363" y="250317"/>
                  <a:pt x="254211" y="271558"/>
                  <a:pt x="222340" y="303466"/>
                </a:cubicBezTo>
                <a:close/>
                <a:moveTo>
                  <a:pt x="190753" y="290227"/>
                </a:moveTo>
                <a:cubicBezTo>
                  <a:pt x="194737" y="294227"/>
                  <a:pt x="200713" y="300323"/>
                  <a:pt x="209914" y="309562"/>
                </a:cubicBezTo>
                <a:cubicBezTo>
                  <a:pt x="204791" y="310896"/>
                  <a:pt x="196729" y="313087"/>
                  <a:pt x="183734" y="316516"/>
                </a:cubicBezTo>
                <a:cubicBezTo>
                  <a:pt x="183734" y="316516"/>
                  <a:pt x="183734" y="316516"/>
                  <a:pt x="190753" y="290227"/>
                </a:cubicBezTo>
                <a:close/>
                <a:moveTo>
                  <a:pt x="298413" y="227171"/>
                </a:moveTo>
                <a:lnTo>
                  <a:pt x="273751" y="201835"/>
                </a:lnTo>
                <a:lnTo>
                  <a:pt x="291489" y="184309"/>
                </a:lnTo>
                <a:lnTo>
                  <a:pt x="317005" y="208693"/>
                </a:lnTo>
                <a:cubicBezTo>
                  <a:pt x="317005" y="208693"/>
                  <a:pt x="317005" y="208693"/>
                  <a:pt x="298508" y="227266"/>
                </a:cubicBezTo>
                <a:close/>
                <a:moveTo>
                  <a:pt x="49135" y="222599"/>
                </a:moveTo>
                <a:lnTo>
                  <a:pt x="118094" y="222599"/>
                </a:lnTo>
                <a:cubicBezTo>
                  <a:pt x="121509" y="222599"/>
                  <a:pt x="125019" y="219075"/>
                  <a:pt x="125019" y="215646"/>
                </a:cubicBezTo>
                <a:lnTo>
                  <a:pt x="125019" y="173926"/>
                </a:lnTo>
                <a:cubicBezTo>
                  <a:pt x="125019" y="170402"/>
                  <a:pt x="121604" y="166973"/>
                  <a:pt x="118094" y="166973"/>
                </a:cubicBezTo>
                <a:lnTo>
                  <a:pt x="49135" y="166973"/>
                </a:lnTo>
                <a:cubicBezTo>
                  <a:pt x="45720" y="166973"/>
                  <a:pt x="42210" y="170497"/>
                  <a:pt x="42210" y="173926"/>
                </a:cubicBezTo>
                <a:lnTo>
                  <a:pt x="42210" y="215646"/>
                </a:lnTo>
                <a:cubicBezTo>
                  <a:pt x="42210" y="219170"/>
                  <a:pt x="45625" y="222599"/>
                  <a:pt x="49135" y="222599"/>
                </a:cubicBezTo>
                <a:close/>
                <a:moveTo>
                  <a:pt x="56059" y="180785"/>
                </a:moveTo>
                <a:lnTo>
                  <a:pt x="111265" y="180785"/>
                </a:lnTo>
                <a:lnTo>
                  <a:pt x="111265" y="208597"/>
                </a:lnTo>
                <a:lnTo>
                  <a:pt x="56059" y="208597"/>
                </a:lnTo>
                <a:lnTo>
                  <a:pt x="56059" y="180785"/>
                </a:lnTo>
                <a:close/>
                <a:moveTo>
                  <a:pt x="138867" y="320040"/>
                </a:moveTo>
                <a:lnTo>
                  <a:pt x="13944" y="320040"/>
                </a:lnTo>
                <a:lnTo>
                  <a:pt x="13944" y="13811"/>
                </a:lnTo>
                <a:lnTo>
                  <a:pt x="153096" y="13811"/>
                </a:lnTo>
                <a:lnTo>
                  <a:pt x="153096" y="90202"/>
                </a:lnTo>
                <a:cubicBezTo>
                  <a:pt x="153096" y="93631"/>
                  <a:pt x="156510" y="97155"/>
                  <a:pt x="160020" y="97155"/>
                </a:cubicBezTo>
                <a:lnTo>
                  <a:pt x="236094" y="97155"/>
                </a:lnTo>
                <a:lnTo>
                  <a:pt x="236094" y="180880"/>
                </a:lnTo>
                <a:cubicBezTo>
                  <a:pt x="236094" y="184404"/>
                  <a:pt x="239603" y="187833"/>
                  <a:pt x="243018" y="187833"/>
                </a:cubicBezTo>
                <a:cubicBezTo>
                  <a:pt x="246433" y="187833"/>
                  <a:pt x="249942" y="184309"/>
                  <a:pt x="249942" y="180880"/>
                </a:cubicBezTo>
                <a:lnTo>
                  <a:pt x="249942" y="90392"/>
                </a:lnTo>
                <a:cubicBezTo>
                  <a:pt x="249942" y="90392"/>
                  <a:pt x="249942" y="90392"/>
                  <a:pt x="249942" y="90392"/>
                </a:cubicBezTo>
                <a:cubicBezTo>
                  <a:pt x="249942" y="90392"/>
                  <a:pt x="249942" y="90392"/>
                  <a:pt x="249942" y="90297"/>
                </a:cubicBezTo>
                <a:cubicBezTo>
                  <a:pt x="249942" y="87916"/>
                  <a:pt x="248330" y="85630"/>
                  <a:pt x="246148" y="84391"/>
                </a:cubicBezTo>
                <a:cubicBezTo>
                  <a:pt x="242069" y="80296"/>
                  <a:pt x="226418" y="64580"/>
                  <a:pt x="166186" y="4191"/>
                </a:cubicBezTo>
                <a:cubicBezTo>
                  <a:pt x="165047" y="1810"/>
                  <a:pt x="162486" y="0"/>
                  <a:pt x="160020" y="0"/>
                </a:cubicBezTo>
                <a:cubicBezTo>
                  <a:pt x="160020" y="0"/>
                  <a:pt x="159925" y="0"/>
                  <a:pt x="159830" y="0"/>
                </a:cubicBezTo>
                <a:cubicBezTo>
                  <a:pt x="159830" y="0"/>
                  <a:pt x="159830" y="0"/>
                  <a:pt x="159641" y="0"/>
                </a:cubicBezTo>
                <a:lnTo>
                  <a:pt x="6924" y="0"/>
                </a:lnTo>
                <a:cubicBezTo>
                  <a:pt x="3415" y="0"/>
                  <a:pt x="0" y="3524"/>
                  <a:pt x="0" y="6953"/>
                </a:cubicBezTo>
                <a:lnTo>
                  <a:pt x="0" y="327089"/>
                </a:lnTo>
                <a:cubicBezTo>
                  <a:pt x="0" y="330613"/>
                  <a:pt x="3510" y="334042"/>
                  <a:pt x="6924" y="334042"/>
                </a:cubicBezTo>
                <a:lnTo>
                  <a:pt x="138773" y="334042"/>
                </a:lnTo>
                <a:cubicBezTo>
                  <a:pt x="142282" y="334042"/>
                  <a:pt x="145697" y="330518"/>
                  <a:pt x="145697" y="327089"/>
                </a:cubicBezTo>
                <a:cubicBezTo>
                  <a:pt x="145697" y="323660"/>
                  <a:pt x="142187" y="320135"/>
                  <a:pt x="138773" y="320135"/>
                </a:cubicBezTo>
                <a:close/>
                <a:moveTo>
                  <a:pt x="166944" y="23527"/>
                </a:moveTo>
                <a:cubicBezTo>
                  <a:pt x="175766" y="32480"/>
                  <a:pt x="192935" y="49911"/>
                  <a:pt x="225660" y="83249"/>
                </a:cubicBezTo>
                <a:lnTo>
                  <a:pt x="166944" y="83249"/>
                </a:lnTo>
                <a:lnTo>
                  <a:pt x="166944" y="23527"/>
                </a:lnTo>
                <a:close/>
                <a:moveTo>
                  <a:pt x="166375" y="194310"/>
                </a:moveTo>
                <a:lnTo>
                  <a:pt x="194642" y="194310"/>
                </a:lnTo>
                <a:cubicBezTo>
                  <a:pt x="198057" y="194310"/>
                  <a:pt x="201566" y="190976"/>
                  <a:pt x="201566" y="187643"/>
                </a:cubicBezTo>
                <a:cubicBezTo>
                  <a:pt x="201566" y="184309"/>
                  <a:pt x="198152" y="180975"/>
                  <a:pt x="194642" y="180975"/>
                </a:cubicBezTo>
                <a:lnTo>
                  <a:pt x="166375" y="180975"/>
                </a:lnTo>
                <a:lnTo>
                  <a:pt x="166375" y="118110"/>
                </a:lnTo>
                <a:cubicBezTo>
                  <a:pt x="166375" y="114681"/>
                  <a:pt x="162866" y="111157"/>
                  <a:pt x="159451" y="111157"/>
                </a:cubicBezTo>
                <a:lnTo>
                  <a:pt x="125019" y="111157"/>
                </a:lnTo>
                <a:lnTo>
                  <a:pt x="125019" y="104013"/>
                </a:lnTo>
                <a:cubicBezTo>
                  <a:pt x="125019" y="100489"/>
                  <a:pt x="121604" y="97060"/>
                  <a:pt x="118094" y="97060"/>
                </a:cubicBezTo>
                <a:lnTo>
                  <a:pt x="49135" y="97060"/>
                </a:lnTo>
                <a:cubicBezTo>
                  <a:pt x="45720" y="97060"/>
                  <a:pt x="42210" y="100584"/>
                  <a:pt x="42210" y="104013"/>
                </a:cubicBezTo>
                <a:lnTo>
                  <a:pt x="42210" y="145733"/>
                </a:lnTo>
                <a:cubicBezTo>
                  <a:pt x="42210" y="149257"/>
                  <a:pt x="45625" y="152686"/>
                  <a:pt x="49135" y="152686"/>
                </a:cubicBezTo>
                <a:lnTo>
                  <a:pt x="118094" y="152686"/>
                </a:lnTo>
                <a:cubicBezTo>
                  <a:pt x="121509" y="152686"/>
                  <a:pt x="125019" y="149162"/>
                  <a:pt x="125019" y="145733"/>
                </a:cubicBezTo>
                <a:lnTo>
                  <a:pt x="125019" y="125063"/>
                </a:lnTo>
                <a:lnTo>
                  <a:pt x="152526" y="125063"/>
                </a:lnTo>
                <a:lnTo>
                  <a:pt x="152526" y="250126"/>
                </a:lnTo>
                <a:lnTo>
                  <a:pt x="125019" y="250126"/>
                </a:lnTo>
                <a:lnTo>
                  <a:pt x="125019" y="243459"/>
                </a:lnTo>
                <a:cubicBezTo>
                  <a:pt x="125019" y="240030"/>
                  <a:pt x="121604" y="236601"/>
                  <a:pt x="118094" y="236601"/>
                </a:cubicBezTo>
                <a:lnTo>
                  <a:pt x="49135" y="236601"/>
                </a:lnTo>
                <a:cubicBezTo>
                  <a:pt x="45720" y="236601"/>
                  <a:pt x="42210" y="240030"/>
                  <a:pt x="42210" y="243459"/>
                </a:cubicBezTo>
                <a:lnTo>
                  <a:pt x="42210" y="284607"/>
                </a:lnTo>
                <a:cubicBezTo>
                  <a:pt x="42210" y="288036"/>
                  <a:pt x="45625" y="291465"/>
                  <a:pt x="49135" y="291465"/>
                </a:cubicBezTo>
                <a:lnTo>
                  <a:pt x="118094" y="291465"/>
                </a:lnTo>
                <a:cubicBezTo>
                  <a:pt x="121509" y="291465"/>
                  <a:pt x="125019" y="288036"/>
                  <a:pt x="125019" y="284607"/>
                </a:cubicBezTo>
                <a:lnTo>
                  <a:pt x="125019" y="264033"/>
                </a:lnTo>
                <a:lnTo>
                  <a:pt x="159451" y="264033"/>
                </a:lnTo>
                <a:cubicBezTo>
                  <a:pt x="162961" y="264033"/>
                  <a:pt x="166375" y="260604"/>
                  <a:pt x="166375" y="257080"/>
                </a:cubicBezTo>
                <a:lnTo>
                  <a:pt x="166375" y="194215"/>
                </a:lnTo>
                <a:close/>
                <a:moveTo>
                  <a:pt x="56059" y="138874"/>
                </a:moveTo>
                <a:lnTo>
                  <a:pt x="56059" y="111062"/>
                </a:lnTo>
                <a:lnTo>
                  <a:pt x="111265" y="111062"/>
                </a:lnTo>
                <a:lnTo>
                  <a:pt x="111265" y="117062"/>
                </a:lnTo>
                <a:cubicBezTo>
                  <a:pt x="111265" y="117062"/>
                  <a:pt x="110980" y="117824"/>
                  <a:pt x="110980" y="118205"/>
                </a:cubicBezTo>
                <a:cubicBezTo>
                  <a:pt x="110980" y="118586"/>
                  <a:pt x="111170" y="118967"/>
                  <a:pt x="111265" y="119348"/>
                </a:cubicBezTo>
                <a:lnTo>
                  <a:pt x="111265" y="138970"/>
                </a:lnTo>
                <a:lnTo>
                  <a:pt x="56059" y="138970"/>
                </a:lnTo>
                <a:close/>
                <a:moveTo>
                  <a:pt x="56059" y="277844"/>
                </a:moveTo>
                <a:lnTo>
                  <a:pt x="56059" y="250412"/>
                </a:lnTo>
                <a:lnTo>
                  <a:pt x="111265" y="250412"/>
                </a:lnTo>
                <a:lnTo>
                  <a:pt x="111265" y="256032"/>
                </a:lnTo>
                <a:cubicBezTo>
                  <a:pt x="111265" y="256032"/>
                  <a:pt x="110980" y="256794"/>
                  <a:pt x="110980" y="257175"/>
                </a:cubicBezTo>
                <a:cubicBezTo>
                  <a:pt x="110980" y="257556"/>
                  <a:pt x="111170" y="257937"/>
                  <a:pt x="111265" y="258318"/>
                </a:cubicBezTo>
                <a:lnTo>
                  <a:pt x="111265" y="277844"/>
                </a:lnTo>
                <a:lnTo>
                  <a:pt x="56059" y="277844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4" name="Graphic 35">
            <a:extLst>
              <a:ext uri="{FF2B5EF4-FFF2-40B4-BE49-F238E27FC236}">
                <a16:creationId xmlns:a16="http://schemas.microsoft.com/office/drawing/2014/main" id="{BBC22996-7B52-83A3-8079-65F401018B20}"/>
              </a:ext>
            </a:extLst>
          </p:cNvPr>
          <p:cNvSpPr/>
          <p:nvPr/>
        </p:nvSpPr>
        <p:spPr>
          <a:xfrm>
            <a:off x="6221712" y="839037"/>
            <a:ext cx="445155" cy="445770"/>
          </a:xfrm>
          <a:custGeom>
            <a:avLst/>
            <a:gdLst>
              <a:gd name="connsiteX0" fmla="*/ 330854 w 333580"/>
              <a:gd name="connsiteY0" fmla="*/ 204026 h 334041"/>
              <a:gd name="connsiteX1" fmla="*/ 296137 w 333580"/>
              <a:gd name="connsiteY1" fmla="*/ 169259 h 334041"/>
              <a:gd name="connsiteX2" fmla="*/ 286841 w 333580"/>
              <a:gd name="connsiteY2" fmla="*/ 169259 h 334041"/>
              <a:gd name="connsiteX3" fmla="*/ 182595 w 333580"/>
              <a:gd name="connsiteY3" fmla="*/ 273653 h 334041"/>
              <a:gd name="connsiteX4" fmla="*/ 180319 w 333580"/>
              <a:gd name="connsiteY4" fmla="*/ 275939 h 334041"/>
              <a:gd name="connsiteX5" fmla="*/ 166470 w 333580"/>
              <a:gd name="connsiteY5" fmla="*/ 324612 h 334041"/>
              <a:gd name="connsiteX6" fmla="*/ 168747 w 333580"/>
              <a:gd name="connsiteY6" fmla="*/ 331565 h 334041"/>
              <a:gd name="connsiteX7" fmla="*/ 173395 w 333580"/>
              <a:gd name="connsiteY7" fmla="*/ 333851 h 334041"/>
              <a:gd name="connsiteX8" fmla="*/ 175671 w 333580"/>
              <a:gd name="connsiteY8" fmla="*/ 333851 h 334041"/>
              <a:gd name="connsiteX9" fmla="*/ 224332 w 333580"/>
              <a:gd name="connsiteY9" fmla="*/ 319945 h 334041"/>
              <a:gd name="connsiteX10" fmla="*/ 226608 w 333580"/>
              <a:gd name="connsiteY10" fmla="*/ 317754 h 334041"/>
              <a:gd name="connsiteX11" fmla="*/ 227082 w 333580"/>
              <a:gd name="connsiteY11" fmla="*/ 317373 h 334041"/>
              <a:gd name="connsiteX12" fmla="*/ 228885 w 333580"/>
              <a:gd name="connsiteY12" fmla="*/ 315468 h 334041"/>
              <a:gd name="connsiteX13" fmla="*/ 330948 w 333580"/>
              <a:gd name="connsiteY13" fmla="*/ 213265 h 334041"/>
              <a:gd name="connsiteX14" fmla="*/ 330948 w 333580"/>
              <a:gd name="connsiteY14" fmla="*/ 204026 h 334041"/>
              <a:gd name="connsiteX15" fmla="*/ 222340 w 333580"/>
              <a:gd name="connsiteY15" fmla="*/ 303466 h 334041"/>
              <a:gd name="connsiteX16" fmla="*/ 197013 w 333580"/>
              <a:gd name="connsiteY16" fmla="*/ 277844 h 334041"/>
              <a:gd name="connsiteX17" fmla="*/ 264360 w 333580"/>
              <a:gd name="connsiteY17" fmla="*/ 211169 h 334041"/>
              <a:gd name="connsiteX18" fmla="*/ 289402 w 333580"/>
              <a:gd name="connsiteY18" fmla="*/ 236315 h 334041"/>
              <a:gd name="connsiteX19" fmla="*/ 222340 w 333580"/>
              <a:gd name="connsiteY19" fmla="*/ 303466 h 334041"/>
              <a:gd name="connsiteX20" fmla="*/ 190753 w 333580"/>
              <a:gd name="connsiteY20" fmla="*/ 290227 h 334041"/>
              <a:gd name="connsiteX21" fmla="*/ 209914 w 333580"/>
              <a:gd name="connsiteY21" fmla="*/ 309562 h 334041"/>
              <a:gd name="connsiteX22" fmla="*/ 183734 w 333580"/>
              <a:gd name="connsiteY22" fmla="*/ 316516 h 334041"/>
              <a:gd name="connsiteX23" fmla="*/ 190753 w 333580"/>
              <a:gd name="connsiteY23" fmla="*/ 290227 h 334041"/>
              <a:gd name="connsiteX24" fmla="*/ 298413 w 333580"/>
              <a:gd name="connsiteY24" fmla="*/ 227171 h 334041"/>
              <a:gd name="connsiteX25" fmla="*/ 273751 w 333580"/>
              <a:gd name="connsiteY25" fmla="*/ 201835 h 334041"/>
              <a:gd name="connsiteX26" fmla="*/ 291489 w 333580"/>
              <a:gd name="connsiteY26" fmla="*/ 184309 h 334041"/>
              <a:gd name="connsiteX27" fmla="*/ 317005 w 333580"/>
              <a:gd name="connsiteY27" fmla="*/ 208693 h 334041"/>
              <a:gd name="connsiteX28" fmla="*/ 298508 w 333580"/>
              <a:gd name="connsiteY28" fmla="*/ 227266 h 334041"/>
              <a:gd name="connsiteX29" fmla="*/ 49135 w 333580"/>
              <a:gd name="connsiteY29" fmla="*/ 222599 h 334041"/>
              <a:gd name="connsiteX30" fmla="*/ 118094 w 333580"/>
              <a:gd name="connsiteY30" fmla="*/ 222599 h 334041"/>
              <a:gd name="connsiteX31" fmla="*/ 125019 w 333580"/>
              <a:gd name="connsiteY31" fmla="*/ 215646 h 334041"/>
              <a:gd name="connsiteX32" fmla="*/ 125019 w 333580"/>
              <a:gd name="connsiteY32" fmla="*/ 173926 h 334041"/>
              <a:gd name="connsiteX33" fmla="*/ 118094 w 333580"/>
              <a:gd name="connsiteY33" fmla="*/ 166973 h 334041"/>
              <a:gd name="connsiteX34" fmla="*/ 49135 w 333580"/>
              <a:gd name="connsiteY34" fmla="*/ 166973 h 334041"/>
              <a:gd name="connsiteX35" fmla="*/ 42210 w 333580"/>
              <a:gd name="connsiteY35" fmla="*/ 173926 h 334041"/>
              <a:gd name="connsiteX36" fmla="*/ 42210 w 333580"/>
              <a:gd name="connsiteY36" fmla="*/ 215646 h 334041"/>
              <a:gd name="connsiteX37" fmla="*/ 49135 w 333580"/>
              <a:gd name="connsiteY37" fmla="*/ 222599 h 334041"/>
              <a:gd name="connsiteX38" fmla="*/ 56059 w 333580"/>
              <a:gd name="connsiteY38" fmla="*/ 180785 h 334041"/>
              <a:gd name="connsiteX39" fmla="*/ 111265 w 333580"/>
              <a:gd name="connsiteY39" fmla="*/ 180785 h 334041"/>
              <a:gd name="connsiteX40" fmla="*/ 111265 w 333580"/>
              <a:gd name="connsiteY40" fmla="*/ 208597 h 334041"/>
              <a:gd name="connsiteX41" fmla="*/ 56059 w 333580"/>
              <a:gd name="connsiteY41" fmla="*/ 208597 h 334041"/>
              <a:gd name="connsiteX42" fmla="*/ 56059 w 333580"/>
              <a:gd name="connsiteY42" fmla="*/ 180785 h 334041"/>
              <a:gd name="connsiteX43" fmla="*/ 138867 w 333580"/>
              <a:gd name="connsiteY43" fmla="*/ 320040 h 334041"/>
              <a:gd name="connsiteX44" fmla="*/ 13944 w 333580"/>
              <a:gd name="connsiteY44" fmla="*/ 320040 h 334041"/>
              <a:gd name="connsiteX45" fmla="*/ 13944 w 333580"/>
              <a:gd name="connsiteY45" fmla="*/ 13811 h 334041"/>
              <a:gd name="connsiteX46" fmla="*/ 153096 w 333580"/>
              <a:gd name="connsiteY46" fmla="*/ 13811 h 334041"/>
              <a:gd name="connsiteX47" fmla="*/ 153096 w 333580"/>
              <a:gd name="connsiteY47" fmla="*/ 90202 h 334041"/>
              <a:gd name="connsiteX48" fmla="*/ 160020 w 333580"/>
              <a:gd name="connsiteY48" fmla="*/ 97155 h 334041"/>
              <a:gd name="connsiteX49" fmla="*/ 236094 w 333580"/>
              <a:gd name="connsiteY49" fmla="*/ 97155 h 334041"/>
              <a:gd name="connsiteX50" fmla="*/ 236094 w 333580"/>
              <a:gd name="connsiteY50" fmla="*/ 180880 h 334041"/>
              <a:gd name="connsiteX51" fmla="*/ 243018 w 333580"/>
              <a:gd name="connsiteY51" fmla="*/ 187833 h 334041"/>
              <a:gd name="connsiteX52" fmla="*/ 249942 w 333580"/>
              <a:gd name="connsiteY52" fmla="*/ 180880 h 334041"/>
              <a:gd name="connsiteX53" fmla="*/ 249942 w 333580"/>
              <a:gd name="connsiteY53" fmla="*/ 90392 h 334041"/>
              <a:gd name="connsiteX54" fmla="*/ 249942 w 333580"/>
              <a:gd name="connsiteY54" fmla="*/ 90392 h 334041"/>
              <a:gd name="connsiteX55" fmla="*/ 249942 w 333580"/>
              <a:gd name="connsiteY55" fmla="*/ 90297 h 334041"/>
              <a:gd name="connsiteX56" fmla="*/ 246148 w 333580"/>
              <a:gd name="connsiteY56" fmla="*/ 84391 h 334041"/>
              <a:gd name="connsiteX57" fmla="*/ 166186 w 333580"/>
              <a:gd name="connsiteY57" fmla="*/ 4191 h 334041"/>
              <a:gd name="connsiteX58" fmla="*/ 160020 w 333580"/>
              <a:gd name="connsiteY58" fmla="*/ 0 h 334041"/>
              <a:gd name="connsiteX59" fmla="*/ 159830 w 333580"/>
              <a:gd name="connsiteY59" fmla="*/ 0 h 334041"/>
              <a:gd name="connsiteX60" fmla="*/ 159641 w 333580"/>
              <a:gd name="connsiteY60" fmla="*/ 0 h 334041"/>
              <a:gd name="connsiteX61" fmla="*/ 6924 w 333580"/>
              <a:gd name="connsiteY61" fmla="*/ 0 h 334041"/>
              <a:gd name="connsiteX62" fmla="*/ 0 w 333580"/>
              <a:gd name="connsiteY62" fmla="*/ 6953 h 334041"/>
              <a:gd name="connsiteX63" fmla="*/ 0 w 333580"/>
              <a:gd name="connsiteY63" fmla="*/ 327089 h 334041"/>
              <a:gd name="connsiteX64" fmla="*/ 6924 w 333580"/>
              <a:gd name="connsiteY64" fmla="*/ 334042 h 334041"/>
              <a:gd name="connsiteX65" fmla="*/ 138773 w 333580"/>
              <a:gd name="connsiteY65" fmla="*/ 334042 h 334041"/>
              <a:gd name="connsiteX66" fmla="*/ 145697 w 333580"/>
              <a:gd name="connsiteY66" fmla="*/ 327089 h 334041"/>
              <a:gd name="connsiteX67" fmla="*/ 138773 w 333580"/>
              <a:gd name="connsiteY67" fmla="*/ 320135 h 334041"/>
              <a:gd name="connsiteX68" fmla="*/ 166944 w 333580"/>
              <a:gd name="connsiteY68" fmla="*/ 23527 h 334041"/>
              <a:gd name="connsiteX69" fmla="*/ 225660 w 333580"/>
              <a:gd name="connsiteY69" fmla="*/ 83249 h 334041"/>
              <a:gd name="connsiteX70" fmla="*/ 166944 w 333580"/>
              <a:gd name="connsiteY70" fmla="*/ 83249 h 334041"/>
              <a:gd name="connsiteX71" fmla="*/ 166944 w 333580"/>
              <a:gd name="connsiteY71" fmla="*/ 23527 h 334041"/>
              <a:gd name="connsiteX72" fmla="*/ 166375 w 333580"/>
              <a:gd name="connsiteY72" fmla="*/ 194310 h 334041"/>
              <a:gd name="connsiteX73" fmla="*/ 194642 w 333580"/>
              <a:gd name="connsiteY73" fmla="*/ 194310 h 334041"/>
              <a:gd name="connsiteX74" fmla="*/ 201566 w 333580"/>
              <a:gd name="connsiteY74" fmla="*/ 187643 h 334041"/>
              <a:gd name="connsiteX75" fmla="*/ 194642 w 333580"/>
              <a:gd name="connsiteY75" fmla="*/ 180975 h 334041"/>
              <a:gd name="connsiteX76" fmla="*/ 166375 w 333580"/>
              <a:gd name="connsiteY76" fmla="*/ 180975 h 334041"/>
              <a:gd name="connsiteX77" fmla="*/ 166375 w 333580"/>
              <a:gd name="connsiteY77" fmla="*/ 118110 h 334041"/>
              <a:gd name="connsiteX78" fmla="*/ 159451 w 333580"/>
              <a:gd name="connsiteY78" fmla="*/ 111157 h 334041"/>
              <a:gd name="connsiteX79" fmla="*/ 125019 w 333580"/>
              <a:gd name="connsiteY79" fmla="*/ 111157 h 334041"/>
              <a:gd name="connsiteX80" fmla="*/ 125019 w 333580"/>
              <a:gd name="connsiteY80" fmla="*/ 104013 h 334041"/>
              <a:gd name="connsiteX81" fmla="*/ 118094 w 333580"/>
              <a:gd name="connsiteY81" fmla="*/ 97060 h 334041"/>
              <a:gd name="connsiteX82" fmla="*/ 49135 w 333580"/>
              <a:gd name="connsiteY82" fmla="*/ 97060 h 334041"/>
              <a:gd name="connsiteX83" fmla="*/ 42210 w 333580"/>
              <a:gd name="connsiteY83" fmla="*/ 104013 h 334041"/>
              <a:gd name="connsiteX84" fmla="*/ 42210 w 333580"/>
              <a:gd name="connsiteY84" fmla="*/ 145733 h 334041"/>
              <a:gd name="connsiteX85" fmla="*/ 49135 w 333580"/>
              <a:gd name="connsiteY85" fmla="*/ 152686 h 334041"/>
              <a:gd name="connsiteX86" fmla="*/ 118094 w 333580"/>
              <a:gd name="connsiteY86" fmla="*/ 152686 h 334041"/>
              <a:gd name="connsiteX87" fmla="*/ 125019 w 333580"/>
              <a:gd name="connsiteY87" fmla="*/ 145733 h 334041"/>
              <a:gd name="connsiteX88" fmla="*/ 125019 w 333580"/>
              <a:gd name="connsiteY88" fmla="*/ 125063 h 334041"/>
              <a:gd name="connsiteX89" fmla="*/ 152526 w 333580"/>
              <a:gd name="connsiteY89" fmla="*/ 125063 h 334041"/>
              <a:gd name="connsiteX90" fmla="*/ 152526 w 333580"/>
              <a:gd name="connsiteY90" fmla="*/ 250126 h 334041"/>
              <a:gd name="connsiteX91" fmla="*/ 125019 w 333580"/>
              <a:gd name="connsiteY91" fmla="*/ 250126 h 334041"/>
              <a:gd name="connsiteX92" fmla="*/ 125019 w 333580"/>
              <a:gd name="connsiteY92" fmla="*/ 243459 h 334041"/>
              <a:gd name="connsiteX93" fmla="*/ 118094 w 333580"/>
              <a:gd name="connsiteY93" fmla="*/ 236601 h 334041"/>
              <a:gd name="connsiteX94" fmla="*/ 49135 w 333580"/>
              <a:gd name="connsiteY94" fmla="*/ 236601 h 334041"/>
              <a:gd name="connsiteX95" fmla="*/ 42210 w 333580"/>
              <a:gd name="connsiteY95" fmla="*/ 243459 h 334041"/>
              <a:gd name="connsiteX96" fmla="*/ 42210 w 333580"/>
              <a:gd name="connsiteY96" fmla="*/ 284607 h 334041"/>
              <a:gd name="connsiteX97" fmla="*/ 49135 w 333580"/>
              <a:gd name="connsiteY97" fmla="*/ 291465 h 334041"/>
              <a:gd name="connsiteX98" fmla="*/ 118094 w 333580"/>
              <a:gd name="connsiteY98" fmla="*/ 291465 h 334041"/>
              <a:gd name="connsiteX99" fmla="*/ 125019 w 333580"/>
              <a:gd name="connsiteY99" fmla="*/ 284607 h 334041"/>
              <a:gd name="connsiteX100" fmla="*/ 125019 w 333580"/>
              <a:gd name="connsiteY100" fmla="*/ 264033 h 334041"/>
              <a:gd name="connsiteX101" fmla="*/ 159451 w 333580"/>
              <a:gd name="connsiteY101" fmla="*/ 264033 h 334041"/>
              <a:gd name="connsiteX102" fmla="*/ 166375 w 333580"/>
              <a:gd name="connsiteY102" fmla="*/ 257080 h 334041"/>
              <a:gd name="connsiteX103" fmla="*/ 166375 w 333580"/>
              <a:gd name="connsiteY103" fmla="*/ 194215 h 334041"/>
              <a:gd name="connsiteX104" fmla="*/ 56059 w 333580"/>
              <a:gd name="connsiteY104" fmla="*/ 138874 h 334041"/>
              <a:gd name="connsiteX105" fmla="*/ 56059 w 333580"/>
              <a:gd name="connsiteY105" fmla="*/ 111062 h 334041"/>
              <a:gd name="connsiteX106" fmla="*/ 111265 w 333580"/>
              <a:gd name="connsiteY106" fmla="*/ 111062 h 334041"/>
              <a:gd name="connsiteX107" fmla="*/ 111265 w 333580"/>
              <a:gd name="connsiteY107" fmla="*/ 117062 h 334041"/>
              <a:gd name="connsiteX108" fmla="*/ 110980 w 333580"/>
              <a:gd name="connsiteY108" fmla="*/ 118205 h 334041"/>
              <a:gd name="connsiteX109" fmla="*/ 111265 w 333580"/>
              <a:gd name="connsiteY109" fmla="*/ 119348 h 334041"/>
              <a:gd name="connsiteX110" fmla="*/ 111265 w 333580"/>
              <a:gd name="connsiteY110" fmla="*/ 138970 h 334041"/>
              <a:gd name="connsiteX111" fmla="*/ 56059 w 333580"/>
              <a:gd name="connsiteY111" fmla="*/ 138970 h 334041"/>
              <a:gd name="connsiteX112" fmla="*/ 56059 w 333580"/>
              <a:gd name="connsiteY112" fmla="*/ 277844 h 334041"/>
              <a:gd name="connsiteX113" fmla="*/ 56059 w 333580"/>
              <a:gd name="connsiteY113" fmla="*/ 250412 h 334041"/>
              <a:gd name="connsiteX114" fmla="*/ 111265 w 333580"/>
              <a:gd name="connsiteY114" fmla="*/ 250412 h 334041"/>
              <a:gd name="connsiteX115" fmla="*/ 111265 w 333580"/>
              <a:gd name="connsiteY115" fmla="*/ 256032 h 334041"/>
              <a:gd name="connsiteX116" fmla="*/ 110980 w 333580"/>
              <a:gd name="connsiteY116" fmla="*/ 257175 h 334041"/>
              <a:gd name="connsiteX117" fmla="*/ 111265 w 333580"/>
              <a:gd name="connsiteY117" fmla="*/ 258318 h 334041"/>
              <a:gd name="connsiteX118" fmla="*/ 111265 w 333580"/>
              <a:gd name="connsiteY118" fmla="*/ 277844 h 334041"/>
              <a:gd name="connsiteX119" fmla="*/ 56059 w 333580"/>
              <a:gd name="connsiteY119" fmla="*/ 277844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333580" h="334041">
                <a:moveTo>
                  <a:pt x="330854" y="204026"/>
                </a:moveTo>
                <a:lnTo>
                  <a:pt x="296137" y="169259"/>
                </a:lnTo>
                <a:cubicBezTo>
                  <a:pt x="293860" y="166973"/>
                  <a:pt x="289212" y="166973"/>
                  <a:pt x="286841" y="169259"/>
                </a:cubicBezTo>
                <a:lnTo>
                  <a:pt x="182595" y="273653"/>
                </a:lnTo>
                <a:cubicBezTo>
                  <a:pt x="181837" y="274415"/>
                  <a:pt x="181078" y="275177"/>
                  <a:pt x="180319" y="275939"/>
                </a:cubicBezTo>
                <a:lnTo>
                  <a:pt x="166470" y="324612"/>
                </a:lnTo>
                <a:cubicBezTo>
                  <a:pt x="166470" y="326898"/>
                  <a:pt x="166470" y="330422"/>
                  <a:pt x="168747" y="331565"/>
                </a:cubicBezTo>
                <a:cubicBezTo>
                  <a:pt x="169885" y="332708"/>
                  <a:pt x="171023" y="333851"/>
                  <a:pt x="173395" y="333851"/>
                </a:cubicBezTo>
                <a:lnTo>
                  <a:pt x="175671" y="333851"/>
                </a:lnTo>
                <a:lnTo>
                  <a:pt x="224332" y="319945"/>
                </a:lnTo>
                <a:cubicBezTo>
                  <a:pt x="225470" y="319945"/>
                  <a:pt x="226418" y="318897"/>
                  <a:pt x="226608" y="317754"/>
                </a:cubicBezTo>
                <a:cubicBezTo>
                  <a:pt x="226703" y="317659"/>
                  <a:pt x="226893" y="317564"/>
                  <a:pt x="227082" y="317373"/>
                </a:cubicBezTo>
                <a:cubicBezTo>
                  <a:pt x="227841" y="316801"/>
                  <a:pt x="228410" y="316135"/>
                  <a:pt x="228885" y="315468"/>
                </a:cubicBezTo>
                <a:cubicBezTo>
                  <a:pt x="234576" y="309753"/>
                  <a:pt x="255254" y="288989"/>
                  <a:pt x="330948" y="213265"/>
                </a:cubicBezTo>
                <a:cubicBezTo>
                  <a:pt x="334458" y="210979"/>
                  <a:pt x="334458" y="206312"/>
                  <a:pt x="330948" y="204026"/>
                </a:cubicBezTo>
                <a:close/>
                <a:moveTo>
                  <a:pt x="222340" y="303466"/>
                </a:moveTo>
                <a:cubicBezTo>
                  <a:pt x="218356" y="299466"/>
                  <a:pt x="210862" y="291846"/>
                  <a:pt x="197013" y="277844"/>
                </a:cubicBezTo>
                <a:lnTo>
                  <a:pt x="264360" y="211169"/>
                </a:lnTo>
                <a:lnTo>
                  <a:pt x="289402" y="236315"/>
                </a:lnTo>
                <a:cubicBezTo>
                  <a:pt x="275363" y="250317"/>
                  <a:pt x="254211" y="271558"/>
                  <a:pt x="222340" y="303466"/>
                </a:cubicBezTo>
                <a:close/>
                <a:moveTo>
                  <a:pt x="190753" y="290227"/>
                </a:moveTo>
                <a:cubicBezTo>
                  <a:pt x="194737" y="294227"/>
                  <a:pt x="200713" y="300323"/>
                  <a:pt x="209914" y="309562"/>
                </a:cubicBezTo>
                <a:cubicBezTo>
                  <a:pt x="204791" y="310896"/>
                  <a:pt x="196729" y="313087"/>
                  <a:pt x="183734" y="316516"/>
                </a:cubicBezTo>
                <a:cubicBezTo>
                  <a:pt x="183734" y="316516"/>
                  <a:pt x="183734" y="316516"/>
                  <a:pt x="190753" y="290227"/>
                </a:cubicBezTo>
                <a:close/>
                <a:moveTo>
                  <a:pt x="298413" y="227171"/>
                </a:moveTo>
                <a:lnTo>
                  <a:pt x="273751" y="201835"/>
                </a:lnTo>
                <a:lnTo>
                  <a:pt x="291489" y="184309"/>
                </a:lnTo>
                <a:lnTo>
                  <a:pt x="317005" y="208693"/>
                </a:lnTo>
                <a:cubicBezTo>
                  <a:pt x="317005" y="208693"/>
                  <a:pt x="317005" y="208693"/>
                  <a:pt x="298508" y="227266"/>
                </a:cubicBezTo>
                <a:close/>
                <a:moveTo>
                  <a:pt x="49135" y="222599"/>
                </a:moveTo>
                <a:lnTo>
                  <a:pt x="118094" y="222599"/>
                </a:lnTo>
                <a:cubicBezTo>
                  <a:pt x="121509" y="222599"/>
                  <a:pt x="125019" y="219075"/>
                  <a:pt x="125019" y="215646"/>
                </a:cubicBezTo>
                <a:lnTo>
                  <a:pt x="125019" y="173926"/>
                </a:lnTo>
                <a:cubicBezTo>
                  <a:pt x="125019" y="170402"/>
                  <a:pt x="121604" y="166973"/>
                  <a:pt x="118094" y="166973"/>
                </a:cubicBezTo>
                <a:lnTo>
                  <a:pt x="49135" y="166973"/>
                </a:lnTo>
                <a:cubicBezTo>
                  <a:pt x="45720" y="166973"/>
                  <a:pt x="42210" y="170497"/>
                  <a:pt x="42210" y="173926"/>
                </a:cubicBezTo>
                <a:lnTo>
                  <a:pt x="42210" y="215646"/>
                </a:lnTo>
                <a:cubicBezTo>
                  <a:pt x="42210" y="219170"/>
                  <a:pt x="45625" y="222599"/>
                  <a:pt x="49135" y="222599"/>
                </a:cubicBezTo>
                <a:close/>
                <a:moveTo>
                  <a:pt x="56059" y="180785"/>
                </a:moveTo>
                <a:lnTo>
                  <a:pt x="111265" y="180785"/>
                </a:lnTo>
                <a:lnTo>
                  <a:pt x="111265" y="208597"/>
                </a:lnTo>
                <a:lnTo>
                  <a:pt x="56059" y="208597"/>
                </a:lnTo>
                <a:lnTo>
                  <a:pt x="56059" y="180785"/>
                </a:lnTo>
                <a:close/>
                <a:moveTo>
                  <a:pt x="138867" y="320040"/>
                </a:moveTo>
                <a:lnTo>
                  <a:pt x="13944" y="320040"/>
                </a:lnTo>
                <a:lnTo>
                  <a:pt x="13944" y="13811"/>
                </a:lnTo>
                <a:lnTo>
                  <a:pt x="153096" y="13811"/>
                </a:lnTo>
                <a:lnTo>
                  <a:pt x="153096" y="90202"/>
                </a:lnTo>
                <a:cubicBezTo>
                  <a:pt x="153096" y="93631"/>
                  <a:pt x="156510" y="97155"/>
                  <a:pt x="160020" y="97155"/>
                </a:cubicBezTo>
                <a:lnTo>
                  <a:pt x="236094" y="97155"/>
                </a:lnTo>
                <a:lnTo>
                  <a:pt x="236094" y="180880"/>
                </a:lnTo>
                <a:cubicBezTo>
                  <a:pt x="236094" y="184404"/>
                  <a:pt x="239603" y="187833"/>
                  <a:pt x="243018" y="187833"/>
                </a:cubicBezTo>
                <a:cubicBezTo>
                  <a:pt x="246433" y="187833"/>
                  <a:pt x="249942" y="184309"/>
                  <a:pt x="249942" y="180880"/>
                </a:cubicBezTo>
                <a:lnTo>
                  <a:pt x="249942" y="90392"/>
                </a:lnTo>
                <a:cubicBezTo>
                  <a:pt x="249942" y="90392"/>
                  <a:pt x="249942" y="90392"/>
                  <a:pt x="249942" y="90392"/>
                </a:cubicBezTo>
                <a:cubicBezTo>
                  <a:pt x="249942" y="90392"/>
                  <a:pt x="249942" y="90392"/>
                  <a:pt x="249942" y="90297"/>
                </a:cubicBezTo>
                <a:cubicBezTo>
                  <a:pt x="249942" y="87916"/>
                  <a:pt x="248330" y="85630"/>
                  <a:pt x="246148" y="84391"/>
                </a:cubicBezTo>
                <a:cubicBezTo>
                  <a:pt x="242069" y="80296"/>
                  <a:pt x="226418" y="64580"/>
                  <a:pt x="166186" y="4191"/>
                </a:cubicBezTo>
                <a:cubicBezTo>
                  <a:pt x="165047" y="1810"/>
                  <a:pt x="162486" y="0"/>
                  <a:pt x="160020" y="0"/>
                </a:cubicBezTo>
                <a:cubicBezTo>
                  <a:pt x="160020" y="0"/>
                  <a:pt x="159925" y="0"/>
                  <a:pt x="159830" y="0"/>
                </a:cubicBezTo>
                <a:cubicBezTo>
                  <a:pt x="159830" y="0"/>
                  <a:pt x="159830" y="0"/>
                  <a:pt x="159641" y="0"/>
                </a:cubicBezTo>
                <a:lnTo>
                  <a:pt x="6924" y="0"/>
                </a:lnTo>
                <a:cubicBezTo>
                  <a:pt x="3415" y="0"/>
                  <a:pt x="0" y="3524"/>
                  <a:pt x="0" y="6953"/>
                </a:cubicBezTo>
                <a:lnTo>
                  <a:pt x="0" y="327089"/>
                </a:lnTo>
                <a:cubicBezTo>
                  <a:pt x="0" y="330613"/>
                  <a:pt x="3510" y="334042"/>
                  <a:pt x="6924" y="334042"/>
                </a:cubicBezTo>
                <a:lnTo>
                  <a:pt x="138773" y="334042"/>
                </a:lnTo>
                <a:cubicBezTo>
                  <a:pt x="142282" y="334042"/>
                  <a:pt x="145697" y="330518"/>
                  <a:pt x="145697" y="327089"/>
                </a:cubicBezTo>
                <a:cubicBezTo>
                  <a:pt x="145697" y="323660"/>
                  <a:pt x="142187" y="320135"/>
                  <a:pt x="138773" y="320135"/>
                </a:cubicBezTo>
                <a:close/>
                <a:moveTo>
                  <a:pt x="166944" y="23527"/>
                </a:moveTo>
                <a:cubicBezTo>
                  <a:pt x="175766" y="32480"/>
                  <a:pt x="192935" y="49911"/>
                  <a:pt x="225660" y="83249"/>
                </a:cubicBezTo>
                <a:lnTo>
                  <a:pt x="166944" y="83249"/>
                </a:lnTo>
                <a:lnTo>
                  <a:pt x="166944" y="23527"/>
                </a:lnTo>
                <a:close/>
                <a:moveTo>
                  <a:pt x="166375" y="194310"/>
                </a:moveTo>
                <a:lnTo>
                  <a:pt x="194642" y="194310"/>
                </a:lnTo>
                <a:cubicBezTo>
                  <a:pt x="198057" y="194310"/>
                  <a:pt x="201566" y="190976"/>
                  <a:pt x="201566" y="187643"/>
                </a:cubicBezTo>
                <a:cubicBezTo>
                  <a:pt x="201566" y="184309"/>
                  <a:pt x="198152" y="180975"/>
                  <a:pt x="194642" y="180975"/>
                </a:cubicBezTo>
                <a:lnTo>
                  <a:pt x="166375" y="180975"/>
                </a:lnTo>
                <a:lnTo>
                  <a:pt x="166375" y="118110"/>
                </a:lnTo>
                <a:cubicBezTo>
                  <a:pt x="166375" y="114681"/>
                  <a:pt x="162866" y="111157"/>
                  <a:pt x="159451" y="111157"/>
                </a:cubicBezTo>
                <a:lnTo>
                  <a:pt x="125019" y="111157"/>
                </a:lnTo>
                <a:lnTo>
                  <a:pt x="125019" y="104013"/>
                </a:lnTo>
                <a:cubicBezTo>
                  <a:pt x="125019" y="100489"/>
                  <a:pt x="121604" y="97060"/>
                  <a:pt x="118094" y="97060"/>
                </a:cubicBezTo>
                <a:lnTo>
                  <a:pt x="49135" y="97060"/>
                </a:lnTo>
                <a:cubicBezTo>
                  <a:pt x="45720" y="97060"/>
                  <a:pt x="42210" y="100584"/>
                  <a:pt x="42210" y="104013"/>
                </a:cubicBezTo>
                <a:lnTo>
                  <a:pt x="42210" y="145733"/>
                </a:lnTo>
                <a:cubicBezTo>
                  <a:pt x="42210" y="149257"/>
                  <a:pt x="45625" y="152686"/>
                  <a:pt x="49135" y="152686"/>
                </a:cubicBezTo>
                <a:lnTo>
                  <a:pt x="118094" y="152686"/>
                </a:lnTo>
                <a:cubicBezTo>
                  <a:pt x="121509" y="152686"/>
                  <a:pt x="125019" y="149162"/>
                  <a:pt x="125019" y="145733"/>
                </a:cubicBezTo>
                <a:lnTo>
                  <a:pt x="125019" y="125063"/>
                </a:lnTo>
                <a:lnTo>
                  <a:pt x="152526" y="125063"/>
                </a:lnTo>
                <a:lnTo>
                  <a:pt x="152526" y="250126"/>
                </a:lnTo>
                <a:lnTo>
                  <a:pt x="125019" y="250126"/>
                </a:lnTo>
                <a:lnTo>
                  <a:pt x="125019" y="243459"/>
                </a:lnTo>
                <a:cubicBezTo>
                  <a:pt x="125019" y="240030"/>
                  <a:pt x="121604" y="236601"/>
                  <a:pt x="118094" y="236601"/>
                </a:cubicBezTo>
                <a:lnTo>
                  <a:pt x="49135" y="236601"/>
                </a:lnTo>
                <a:cubicBezTo>
                  <a:pt x="45720" y="236601"/>
                  <a:pt x="42210" y="240030"/>
                  <a:pt x="42210" y="243459"/>
                </a:cubicBezTo>
                <a:lnTo>
                  <a:pt x="42210" y="284607"/>
                </a:lnTo>
                <a:cubicBezTo>
                  <a:pt x="42210" y="288036"/>
                  <a:pt x="45625" y="291465"/>
                  <a:pt x="49135" y="291465"/>
                </a:cubicBezTo>
                <a:lnTo>
                  <a:pt x="118094" y="291465"/>
                </a:lnTo>
                <a:cubicBezTo>
                  <a:pt x="121509" y="291465"/>
                  <a:pt x="125019" y="288036"/>
                  <a:pt x="125019" y="284607"/>
                </a:cubicBezTo>
                <a:lnTo>
                  <a:pt x="125019" y="264033"/>
                </a:lnTo>
                <a:lnTo>
                  <a:pt x="159451" y="264033"/>
                </a:lnTo>
                <a:cubicBezTo>
                  <a:pt x="162961" y="264033"/>
                  <a:pt x="166375" y="260604"/>
                  <a:pt x="166375" y="257080"/>
                </a:cubicBezTo>
                <a:lnTo>
                  <a:pt x="166375" y="194215"/>
                </a:lnTo>
                <a:close/>
                <a:moveTo>
                  <a:pt x="56059" y="138874"/>
                </a:moveTo>
                <a:lnTo>
                  <a:pt x="56059" y="111062"/>
                </a:lnTo>
                <a:lnTo>
                  <a:pt x="111265" y="111062"/>
                </a:lnTo>
                <a:lnTo>
                  <a:pt x="111265" y="117062"/>
                </a:lnTo>
                <a:cubicBezTo>
                  <a:pt x="111265" y="117062"/>
                  <a:pt x="110980" y="117824"/>
                  <a:pt x="110980" y="118205"/>
                </a:cubicBezTo>
                <a:cubicBezTo>
                  <a:pt x="110980" y="118586"/>
                  <a:pt x="111170" y="118967"/>
                  <a:pt x="111265" y="119348"/>
                </a:cubicBezTo>
                <a:lnTo>
                  <a:pt x="111265" y="138970"/>
                </a:lnTo>
                <a:lnTo>
                  <a:pt x="56059" y="138970"/>
                </a:lnTo>
                <a:close/>
                <a:moveTo>
                  <a:pt x="56059" y="277844"/>
                </a:moveTo>
                <a:lnTo>
                  <a:pt x="56059" y="250412"/>
                </a:lnTo>
                <a:lnTo>
                  <a:pt x="111265" y="250412"/>
                </a:lnTo>
                <a:lnTo>
                  <a:pt x="111265" y="256032"/>
                </a:lnTo>
                <a:cubicBezTo>
                  <a:pt x="111265" y="256032"/>
                  <a:pt x="110980" y="256794"/>
                  <a:pt x="110980" y="257175"/>
                </a:cubicBezTo>
                <a:cubicBezTo>
                  <a:pt x="110980" y="257556"/>
                  <a:pt x="111170" y="257937"/>
                  <a:pt x="111265" y="258318"/>
                </a:cubicBezTo>
                <a:lnTo>
                  <a:pt x="111265" y="277844"/>
                </a:lnTo>
                <a:lnTo>
                  <a:pt x="56059" y="277844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5" name="Graphic 35">
            <a:extLst>
              <a:ext uri="{FF2B5EF4-FFF2-40B4-BE49-F238E27FC236}">
                <a16:creationId xmlns:a16="http://schemas.microsoft.com/office/drawing/2014/main" id="{42911B11-C943-D703-FF28-F848559B3A47}"/>
              </a:ext>
            </a:extLst>
          </p:cNvPr>
          <p:cNvSpPr/>
          <p:nvPr/>
        </p:nvSpPr>
        <p:spPr>
          <a:xfrm>
            <a:off x="5523212" y="1467687"/>
            <a:ext cx="445155" cy="445770"/>
          </a:xfrm>
          <a:custGeom>
            <a:avLst/>
            <a:gdLst>
              <a:gd name="connsiteX0" fmla="*/ 330854 w 333580"/>
              <a:gd name="connsiteY0" fmla="*/ 204026 h 334041"/>
              <a:gd name="connsiteX1" fmla="*/ 296137 w 333580"/>
              <a:gd name="connsiteY1" fmla="*/ 169259 h 334041"/>
              <a:gd name="connsiteX2" fmla="*/ 286841 w 333580"/>
              <a:gd name="connsiteY2" fmla="*/ 169259 h 334041"/>
              <a:gd name="connsiteX3" fmla="*/ 182595 w 333580"/>
              <a:gd name="connsiteY3" fmla="*/ 273653 h 334041"/>
              <a:gd name="connsiteX4" fmla="*/ 180319 w 333580"/>
              <a:gd name="connsiteY4" fmla="*/ 275939 h 334041"/>
              <a:gd name="connsiteX5" fmla="*/ 166470 w 333580"/>
              <a:gd name="connsiteY5" fmla="*/ 324612 h 334041"/>
              <a:gd name="connsiteX6" fmla="*/ 168747 w 333580"/>
              <a:gd name="connsiteY6" fmla="*/ 331565 h 334041"/>
              <a:gd name="connsiteX7" fmla="*/ 173395 w 333580"/>
              <a:gd name="connsiteY7" fmla="*/ 333851 h 334041"/>
              <a:gd name="connsiteX8" fmla="*/ 175671 w 333580"/>
              <a:gd name="connsiteY8" fmla="*/ 333851 h 334041"/>
              <a:gd name="connsiteX9" fmla="*/ 224332 w 333580"/>
              <a:gd name="connsiteY9" fmla="*/ 319945 h 334041"/>
              <a:gd name="connsiteX10" fmla="*/ 226608 w 333580"/>
              <a:gd name="connsiteY10" fmla="*/ 317754 h 334041"/>
              <a:gd name="connsiteX11" fmla="*/ 227082 w 333580"/>
              <a:gd name="connsiteY11" fmla="*/ 317373 h 334041"/>
              <a:gd name="connsiteX12" fmla="*/ 228885 w 333580"/>
              <a:gd name="connsiteY12" fmla="*/ 315468 h 334041"/>
              <a:gd name="connsiteX13" fmla="*/ 330948 w 333580"/>
              <a:gd name="connsiteY13" fmla="*/ 213265 h 334041"/>
              <a:gd name="connsiteX14" fmla="*/ 330948 w 333580"/>
              <a:gd name="connsiteY14" fmla="*/ 204026 h 334041"/>
              <a:gd name="connsiteX15" fmla="*/ 222340 w 333580"/>
              <a:gd name="connsiteY15" fmla="*/ 303466 h 334041"/>
              <a:gd name="connsiteX16" fmla="*/ 197013 w 333580"/>
              <a:gd name="connsiteY16" fmla="*/ 277844 h 334041"/>
              <a:gd name="connsiteX17" fmla="*/ 264360 w 333580"/>
              <a:gd name="connsiteY17" fmla="*/ 211169 h 334041"/>
              <a:gd name="connsiteX18" fmla="*/ 289402 w 333580"/>
              <a:gd name="connsiteY18" fmla="*/ 236315 h 334041"/>
              <a:gd name="connsiteX19" fmla="*/ 222340 w 333580"/>
              <a:gd name="connsiteY19" fmla="*/ 303466 h 334041"/>
              <a:gd name="connsiteX20" fmla="*/ 190753 w 333580"/>
              <a:gd name="connsiteY20" fmla="*/ 290227 h 334041"/>
              <a:gd name="connsiteX21" fmla="*/ 209914 w 333580"/>
              <a:gd name="connsiteY21" fmla="*/ 309562 h 334041"/>
              <a:gd name="connsiteX22" fmla="*/ 183734 w 333580"/>
              <a:gd name="connsiteY22" fmla="*/ 316516 h 334041"/>
              <a:gd name="connsiteX23" fmla="*/ 190753 w 333580"/>
              <a:gd name="connsiteY23" fmla="*/ 290227 h 334041"/>
              <a:gd name="connsiteX24" fmla="*/ 298413 w 333580"/>
              <a:gd name="connsiteY24" fmla="*/ 227171 h 334041"/>
              <a:gd name="connsiteX25" fmla="*/ 273751 w 333580"/>
              <a:gd name="connsiteY25" fmla="*/ 201835 h 334041"/>
              <a:gd name="connsiteX26" fmla="*/ 291489 w 333580"/>
              <a:gd name="connsiteY26" fmla="*/ 184309 h 334041"/>
              <a:gd name="connsiteX27" fmla="*/ 317005 w 333580"/>
              <a:gd name="connsiteY27" fmla="*/ 208693 h 334041"/>
              <a:gd name="connsiteX28" fmla="*/ 298508 w 333580"/>
              <a:gd name="connsiteY28" fmla="*/ 227266 h 334041"/>
              <a:gd name="connsiteX29" fmla="*/ 49135 w 333580"/>
              <a:gd name="connsiteY29" fmla="*/ 222599 h 334041"/>
              <a:gd name="connsiteX30" fmla="*/ 118094 w 333580"/>
              <a:gd name="connsiteY30" fmla="*/ 222599 h 334041"/>
              <a:gd name="connsiteX31" fmla="*/ 125019 w 333580"/>
              <a:gd name="connsiteY31" fmla="*/ 215646 h 334041"/>
              <a:gd name="connsiteX32" fmla="*/ 125019 w 333580"/>
              <a:gd name="connsiteY32" fmla="*/ 173926 h 334041"/>
              <a:gd name="connsiteX33" fmla="*/ 118094 w 333580"/>
              <a:gd name="connsiteY33" fmla="*/ 166973 h 334041"/>
              <a:gd name="connsiteX34" fmla="*/ 49135 w 333580"/>
              <a:gd name="connsiteY34" fmla="*/ 166973 h 334041"/>
              <a:gd name="connsiteX35" fmla="*/ 42210 w 333580"/>
              <a:gd name="connsiteY35" fmla="*/ 173926 h 334041"/>
              <a:gd name="connsiteX36" fmla="*/ 42210 w 333580"/>
              <a:gd name="connsiteY36" fmla="*/ 215646 h 334041"/>
              <a:gd name="connsiteX37" fmla="*/ 49135 w 333580"/>
              <a:gd name="connsiteY37" fmla="*/ 222599 h 334041"/>
              <a:gd name="connsiteX38" fmla="*/ 56059 w 333580"/>
              <a:gd name="connsiteY38" fmla="*/ 180785 h 334041"/>
              <a:gd name="connsiteX39" fmla="*/ 111265 w 333580"/>
              <a:gd name="connsiteY39" fmla="*/ 180785 h 334041"/>
              <a:gd name="connsiteX40" fmla="*/ 111265 w 333580"/>
              <a:gd name="connsiteY40" fmla="*/ 208597 h 334041"/>
              <a:gd name="connsiteX41" fmla="*/ 56059 w 333580"/>
              <a:gd name="connsiteY41" fmla="*/ 208597 h 334041"/>
              <a:gd name="connsiteX42" fmla="*/ 56059 w 333580"/>
              <a:gd name="connsiteY42" fmla="*/ 180785 h 334041"/>
              <a:gd name="connsiteX43" fmla="*/ 138867 w 333580"/>
              <a:gd name="connsiteY43" fmla="*/ 320040 h 334041"/>
              <a:gd name="connsiteX44" fmla="*/ 13944 w 333580"/>
              <a:gd name="connsiteY44" fmla="*/ 320040 h 334041"/>
              <a:gd name="connsiteX45" fmla="*/ 13944 w 333580"/>
              <a:gd name="connsiteY45" fmla="*/ 13811 h 334041"/>
              <a:gd name="connsiteX46" fmla="*/ 153096 w 333580"/>
              <a:gd name="connsiteY46" fmla="*/ 13811 h 334041"/>
              <a:gd name="connsiteX47" fmla="*/ 153096 w 333580"/>
              <a:gd name="connsiteY47" fmla="*/ 90202 h 334041"/>
              <a:gd name="connsiteX48" fmla="*/ 160020 w 333580"/>
              <a:gd name="connsiteY48" fmla="*/ 97155 h 334041"/>
              <a:gd name="connsiteX49" fmla="*/ 236094 w 333580"/>
              <a:gd name="connsiteY49" fmla="*/ 97155 h 334041"/>
              <a:gd name="connsiteX50" fmla="*/ 236094 w 333580"/>
              <a:gd name="connsiteY50" fmla="*/ 180880 h 334041"/>
              <a:gd name="connsiteX51" fmla="*/ 243018 w 333580"/>
              <a:gd name="connsiteY51" fmla="*/ 187833 h 334041"/>
              <a:gd name="connsiteX52" fmla="*/ 249942 w 333580"/>
              <a:gd name="connsiteY52" fmla="*/ 180880 h 334041"/>
              <a:gd name="connsiteX53" fmla="*/ 249942 w 333580"/>
              <a:gd name="connsiteY53" fmla="*/ 90392 h 334041"/>
              <a:gd name="connsiteX54" fmla="*/ 249942 w 333580"/>
              <a:gd name="connsiteY54" fmla="*/ 90392 h 334041"/>
              <a:gd name="connsiteX55" fmla="*/ 249942 w 333580"/>
              <a:gd name="connsiteY55" fmla="*/ 90297 h 334041"/>
              <a:gd name="connsiteX56" fmla="*/ 246148 w 333580"/>
              <a:gd name="connsiteY56" fmla="*/ 84391 h 334041"/>
              <a:gd name="connsiteX57" fmla="*/ 166186 w 333580"/>
              <a:gd name="connsiteY57" fmla="*/ 4191 h 334041"/>
              <a:gd name="connsiteX58" fmla="*/ 160020 w 333580"/>
              <a:gd name="connsiteY58" fmla="*/ 0 h 334041"/>
              <a:gd name="connsiteX59" fmla="*/ 159830 w 333580"/>
              <a:gd name="connsiteY59" fmla="*/ 0 h 334041"/>
              <a:gd name="connsiteX60" fmla="*/ 159641 w 333580"/>
              <a:gd name="connsiteY60" fmla="*/ 0 h 334041"/>
              <a:gd name="connsiteX61" fmla="*/ 6924 w 333580"/>
              <a:gd name="connsiteY61" fmla="*/ 0 h 334041"/>
              <a:gd name="connsiteX62" fmla="*/ 0 w 333580"/>
              <a:gd name="connsiteY62" fmla="*/ 6953 h 334041"/>
              <a:gd name="connsiteX63" fmla="*/ 0 w 333580"/>
              <a:gd name="connsiteY63" fmla="*/ 327089 h 334041"/>
              <a:gd name="connsiteX64" fmla="*/ 6924 w 333580"/>
              <a:gd name="connsiteY64" fmla="*/ 334042 h 334041"/>
              <a:gd name="connsiteX65" fmla="*/ 138773 w 333580"/>
              <a:gd name="connsiteY65" fmla="*/ 334042 h 334041"/>
              <a:gd name="connsiteX66" fmla="*/ 145697 w 333580"/>
              <a:gd name="connsiteY66" fmla="*/ 327089 h 334041"/>
              <a:gd name="connsiteX67" fmla="*/ 138773 w 333580"/>
              <a:gd name="connsiteY67" fmla="*/ 320135 h 334041"/>
              <a:gd name="connsiteX68" fmla="*/ 166944 w 333580"/>
              <a:gd name="connsiteY68" fmla="*/ 23527 h 334041"/>
              <a:gd name="connsiteX69" fmla="*/ 225660 w 333580"/>
              <a:gd name="connsiteY69" fmla="*/ 83249 h 334041"/>
              <a:gd name="connsiteX70" fmla="*/ 166944 w 333580"/>
              <a:gd name="connsiteY70" fmla="*/ 83249 h 334041"/>
              <a:gd name="connsiteX71" fmla="*/ 166944 w 333580"/>
              <a:gd name="connsiteY71" fmla="*/ 23527 h 334041"/>
              <a:gd name="connsiteX72" fmla="*/ 166375 w 333580"/>
              <a:gd name="connsiteY72" fmla="*/ 194310 h 334041"/>
              <a:gd name="connsiteX73" fmla="*/ 194642 w 333580"/>
              <a:gd name="connsiteY73" fmla="*/ 194310 h 334041"/>
              <a:gd name="connsiteX74" fmla="*/ 201566 w 333580"/>
              <a:gd name="connsiteY74" fmla="*/ 187643 h 334041"/>
              <a:gd name="connsiteX75" fmla="*/ 194642 w 333580"/>
              <a:gd name="connsiteY75" fmla="*/ 180975 h 334041"/>
              <a:gd name="connsiteX76" fmla="*/ 166375 w 333580"/>
              <a:gd name="connsiteY76" fmla="*/ 180975 h 334041"/>
              <a:gd name="connsiteX77" fmla="*/ 166375 w 333580"/>
              <a:gd name="connsiteY77" fmla="*/ 118110 h 334041"/>
              <a:gd name="connsiteX78" fmla="*/ 159451 w 333580"/>
              <a:gd name="connsiteY78" fmla="*/ 111157 h 334041"/>
              <a:gd name="connsiteX79" fmla="*/ 125019 w 333580"/>
              <a:gd name="connsiteY79" fmla="*/ 111157 h 334041"/>
              <a:gd name="connsiteX80" fmla="*/ 125019 w 333580"/>
              <a:gd name="connsiteY80" fmla="*/ 104013 h 334041"/>
              <a:gd name="connsiteX81" fmla="*/ 118094 w 333580"/>
              <a:gd name="connsiteY81" fmla="*/ 97060 h 334041"/>
              <a:gd name="connsiteX82" fmla="*/ 49135 w 333580"/>
              <a:gd name="connsiteY82" fmla="*/ 97060 h 334041"/>
              <a:gd name="connsiteX83" fmla="*/ 42210 w 333580"/>
              <a:gd name="connsiteY83" fmla="*/ 104013 h 334041"/>
              <a:gd name="connsiteX84" fmla="*/ 42210 w 333580"/>
              <a:gd name="connsiteY84" fmla="*/ 145733 h 334041"/>
              <a:gd name="connsiteX85" fmla="*/ 49135 w 333580"/>
              <a:gd name="connsiteY85" fmla="*/ 152686 h 334041"/>
              <a:gd name="connsiteX86" fmla="*/ 118094 w 333580"/>
              <a:gd name="connsiteY86" fmla="*/ 152686 h 334041"/>
              <a:gd name="connsiteX87" fmla="*/ 125019 w 333580"/>
              <a:gd name="connsiteY87" fmla="*/ 145733 h 334041"/>
              <a:gd name="connsiteX88" fmla="*/ 125019 w 333580"/>
              <a:gd name="connsiteY88" fmla="*/ 125063 h 334041"/>
              <a:gd name="connsiteX89" fmla="*/ 152526 w 333580"/>
              <a:gd name="connsiteY89" fmla="*/ 125063 h 334041"/>
              <a:gd name="connsiteX90" fmla="*/ 152526 w 333580"/>
              <a:gd name="connsiteY90" fmla="*/ 250126 h 334041"/>
              <a:gd name="connsiteX91" fmla="*/ 125019 w 333580"/>
              <a:gd name="connsiteY91" fmla="*/ 250126 h 334041"/>
              <a:gd name="connsiteX92" fmla="*/ 125019 w 333580"/>
              <a:gd name="connsiteY92" fmla="*/ 243459 h 334041"/>
              <a:gd name="connsiteX93" fmla="*/ 118094 w 333580"/>
              <a:gd name="connsiteY93" fmla="*/ 236601 h 334041"/>
              <a:gd name="connsiteX94" fmla="*/ 49135 w 333580"/>
              <a:gd name="connsiteY94" fmla="*/ 236601 h 334041"/>
              <a:gd name="connsiteX95" fmla="*/ 42210 w 333580"/>
              <a:gd name="connsiteY95" fmla="*/ 243459 h 334041"/>
              <a:gd name="connsiteX96" fmla="*/ 42210 w 333580"/>
              <a:gd name="connsiteY96" fmla="*/ 284607 h 334041"/>
              <a:gd name="connsiteX97" fmla="*/ 49135 w 333580"/>
              <a:gd name="connsiteY97" fmla="*/ 291465 h 334041"/>
              <a:gd name="connsiteX98" fmla="*/ 118094 w 333580"/>
              <a:gd name="connsiteY98" fmla="*/ 291465 h 334041"/>
              <a:gd name="connsiteX99" fmla="*/ 125019 w 333580"/>
              <a:gd name="connsiteY99" fmla="*/ 284607 h 334041"/>
              <a:gd name="connsiteX100" fmla="*/ 125019 w 333580"/>
              <a:gd name="connsiteY100" fmla="*/ 264033 h 334041"/>
              <a:gd name="connsiteX101" fmla="*/ 159451 w 333580"/>
              <a:gd name="connsiteY101" fmla="*/ 264033 h 334041"/>
              <a:gd name="connsiteX102" fmla="*/ 166375 w 333580"/>
              <a:gd name="connsiteY102" fmla="*/ 257080 h 334041"/>
              <a:gd name="connsiteX103" fmla="*/ 166375 w 333580"/>
              <a:gd name="connsiteY103" fmla="*/ 194215 h 334041"/>
              <a:gd name="connsiteX104" fmla="*/ 56059 w 333580"/>
              <a:gd name="connsiteY104" fmla="*/ 138874 h 334041"/>
              <a:gd name="connsiteX105" fmla="*/ 56059 w 333580"/>
              <a:gd name="connsiteY105" fmla="*/ 111062 h 334041"/>
              <a:gd name="connsiteX106" fmla="*/ 111265 w 333580"/>
              <a:gd name="connsiteY106" fmla="*/ 111062 h 334041"/>
              <a:gd name="connsiteX107" fmla="*/ 111265 w 333580"/>
              <a:gd name="connsiteY107" fmla="*/ 117062 h 334041"/>
              <a:gd name="connsiteX108" fmla="*/ 110980 w 333580"/>
              <a:gd name="connsiteY108" fmla="*/ 118205 h 334041"/>
              <a:gd name="connsiteX109" fmla="*/ 111265 w 333580"/>
              <a:gd name="connsiteY109" fmla="*/ 119348 h 334041"/>
              <a:gd name="connsiteX110" fmla="*/ 111265 w 333580"/>
              <a:gd name="connsiteY110" fmla="*/ 138970 h 334041"/>
              <a:gd name="connsiteX111" fmla="*/ 56059 w 333580"/>
              <a:gd name="connsiteY111" fmla="*/ 138970 h 334041"/>
              <a:gd name="connsiteX112" fmla="*/ 56059 w 333580"/>
              <a:gd name="connsiteY112" fmla="*/ 277844 h 334041"/>
              <a:gd name="connsiteX113" fmla="*/ 56059 w 333580"/>
              <a:gd name="connsiteY113" fmla="*/ 250412 h 334041"/>
              <a:gd name="connsiteX114" fmla="*/ 111265 w 333580"/>
              <a:gd name="connsiteY114" fmla="*/ 250412 h 334041"/>
              <a:gd name="connsiteX115" fmla="*/ 111265 w 333580"/>
              <a:gd name="connsiteY115" fmla="*/ 256032 h 334041"/>
              <a:gd name="connsiteX116" fmla="*/ 110980 w 333580"/>
              <a:gd name="connsiteY116" fmla="*/ 257175 h 334041"/>
              <a:gd name="connsiteX117" fmla="*/ 111265 w 333580"/>
              <a:gd name="connsiteY117" fmla="*/ 258318 h 334041"/>
              <a:gd name="connsiteX118" fmla="*/ 111265 w 333580"/>
              <a:gd name="connsiteY118" fmla="*/ 277844 h 334041"/>
              <a:gd name="connsiteX119" fmla="*/ 56059 w 333580"/>
              <a:gd name="connsiteY119" fmla="*/ 277844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333580" h="334041">
                <a:moveTo>
                  <a:pt x="330854" y="204026"/>
                </a:moveTo>
                <a:lnTo>
                  <a:pt x="296137" y="169259"/>
                </a:lnTo>
                <a:cubicBezTo>
                  <a:pt x="293860" y="166973"/>
                  <a:pt x="289212" y="166973"/>
                  <a:pt x="286841" y="169259"/>
                </a:cubicBezTo>
                <a:lnTo>
                  <a:pt x="182595" y="273653"/>
                </a:lnTo>
                <a:cubicBezTo>
                  <a:pt x="181837" y="274415"/>
                  <a:pt x="181078" y="275177"/>
                  <a:pt x="180319" y="275939"/>
                </a:cubicBezTo>
                <a:lnTo>
                  <a:pt x="166470" y="324612"/>
                </a:lnTo>
                <a:cubicBezTo>
                  <a:pt x="166470" y="326898"/>
                  <a:pt x="166470" y="330422"/>
                  <a:pt x="168747" y="331565"/>
                </a:cubicBezTo>
                <a:cubicBezTo>
                  <a:pt x="169885" y="332708"/>
                  <a:pt x="171023" y="333851"/>
                  <a:pt x="173395" y="333851"/>
                </a:cubicBezTo>
                <a:lnTo>
                  <a:pt x="175671" y="333851"/>
                </a:lnTo>
                <a:lnTo>
                  <a:pt x="224332" y="319945"/>
                </a:lnTo>
                <a:cubicBezTo>
                  <a:pt x="225470" y="319945"/>
                  <a:pt x="226418" y="318897"/>
                  <a:pt x="226608" y="317754"/>
                </a:cubicBezTo>
                <a:cubicBezTo>
                  <a:pt x="226703" y="317659"/>
                  <a:pt x="226893" y="317564"/>
                  <a:pt x="227082" y="317373"/>
                </a:cubicBezTo>
                <a:cubicBezTo>
                  <a:pt x="227841" y="316801"/>
                  <a:pt x="228410" y="316135"/>
                  <a:pt x="228885" y="315468"/>
                </a:cubicBezTo>
                <a:cubicBezTo>
                  <a:pt x="234576" y="309753"/>
                  <a:pt x="255254" y="288989"/>
                  <a:pt x="330948" y="213265"/>
                </a:cubicBezTo>
                <a:cubicBezTo>
                  <a:pt x="334458" y="210979"/>
                  <a:pt x="334458" y="206312"/>
                  <a:pt x="330948" y="204026"/>
                </a:cubicBezTo>
                <a:close/>
                <a:moveTo>
                  <a:pt x="222340" y="303466"/>
                </a:moveTo>
                <a:cubicBezTo>
                  <a:pt x="218356" y="299466"/>
                  <a:pt x="210862" y="291846"/>
                  <a:pt x="197013" y="277844"/>
                </a:cubicBezTo>
                <a:lnTo>
                  <a:pt x="264360" y="211169"/>
                </a:lnTo>
                <a:lnTo>
                  <a:pt x="289402" y="236315"/>
                </a:lnTo>
                <a:cubicBezTo>
                  <a:pt x="275363" y="250317"/>
                  <a:pt x="254211" y="271558"/>
                  <a:pt x="222340" y="303466"/>
                </a:cubicBezTo>
                <a:close/>
                <a:moveTo>
                  <a:pt x="190753" y="290227"/>
                </a:moveTo>
                <a:cubicBezTo>
                  <a:pt x="194737" y="294227"/>
                  <a:pt x="200713" y="300323"/>
                  <a:pt x="209914" y="309562"/>
                </a:cubicBezTo>
                <a:cubicBezTo>
                  <a:pt x="204791" y="310896"/>
                  <a:pt x="196729" y="313087"/>
                  <a:pt x="183734" y="316516"/>
                </a:cubicBezTo>
                <a:cubicBezTo>
                  <a:pt x="183734" y="316516"/>
                  <a:pt x="183734" y="316516"/>
                  <a:pt x="190753" y="290227"/>
                </a:cubicBezTo>
                <a:close/>
                <a:moveTo>
                  <a:pt x="298413" y="227171"/>
                </a:moveTo>
                <a:lnTo>
                  <a:pt x="273751" y="201835"/>
                </a:lnTo>
                <a:lnTo>
                  <a:pt x="291489" y="184309"/>
                </a:lnTo>
                <a:lnTo>
                  <a:pt x="317005" y="208693"/>
                </a:lnTo>
                <a:cubicBezTo>
                  <a:pt x="317005" y="208693"/>
                  <a:pt x="317005" y="208693"/>
                  <a:pt x="298508" y="227266"/>
                </a:cubicBezTo>
                <a:close/>
                <a:moveTo>
                  <a:pt x="49135" y="222599"/>
                </a:moveTo>
                <a:lnTo>
                  <a:pt x="118094" y="222599"/>
                </a:lnTo>
                <a:cubicBezTo>
                  <a:pt x="121509" y="222599"/>
                  <a:pt x="125019" y="219075"/>
                  <a:pt x="125019" y="215646"/>
                </a:cubicBezTo>
                <a:lnTo>
                  <a:pt x="125019" y="173926"/>
                </a:lnTo>
                <a:cubicBezTo>
                  <a:pt x="125019" y="170402"/>
                  <a:pt x="121604" y="166973"/>
                  <a:pt x="118094" y="166973"/>
                </a:cubicBezTo>
                <a:lnTo>
                  <a:pt x="49135" y="166973"/>
                </a:lnTo>
                <a:cubicBezTo>
                  <a:pt x="45720" y="166973"/>
                  <a:pt x="42210" y="170497"/>
                  <a:pt x="42210" y="173926"/>
                </a:cubicBezTo>
                <a:lnTo>
                  <a:pt x="42210" y="215646"/>
                </a:lnTo>
                <a:cubicBezTo>
                  <a:pt x="42210" y="219170"/>
                  <a:pt x="45625" y="222599"/>
                  <a:pt x="49135" y="222599"/>
                </a:cubicBezTo>
                <a:close/>
                <a:moveTo>
                  <a:pt x="56059" y="180785"/>
                </a:moveTo>
                <a:lnTo>
                  <a:pt x="111265" y="180785"/>
                </a:lnTo>
                <a:lnTo>
                  <a:pt x="111265" y="208597"/>
                </a:lnTo>
                <a:lnTo>
                  <a:pt x="56059" y="208597"/>
                </a:lnTo>
                <a:lnTo>
                  <a:pt x="56059" y="180785"/>
                </a:lnTo>
                <a:close/>
                <a:moveTo>
                  <a:pt x="138867" y="320040"/>
                </a:moveTo>
                <a:lnTo>
                  <a:pt x="13944" y="320040"/>
                </a:lnTo>
                <a:lnTo>
                  <a:pt x="13944" y="13811"/>
                </a:lnTo>
                <a:lnTo>
                  <a:pt x="153096" y="13811"/>
                </a:lnTo>
                <a:lnTo>
                  <a:pt x="153096" y="90202"/>
                </a:lnTo>
                <a:cubicBezTo>
                  <a:pt x="153096" y="93631"/>
                  <a:pt x="156510" y="97155"/>
                  <a:pt x="160020" y="97155"/>
                </a:cubicBezTo>
                <a:lnTo>
                  <a:pt x="236094" y="97155"/>
                </a:lnTo>
                <a:lnTo>
                  <a:pt x="236094" y="180880"/>
                </a:lnTo>
                <a:cubicBezTo>
                  <a:pt x="236094" y="184404"/>
                  <a:pt x="239603" y="187833"/>
                  <a:pt x="243018" y="187833"/>
                </a:cubicBezTo>
                <a:cubicBezTo>
                  <a:pt x="246433" y="187833"/>
                  <a:pt x="249942" y="184309"/>
                  <a:pt x="249942" y="180880"/>
                </a:cubicBezTo>
                <a:lnTo>
                  <a:pt x="249942" y="90392"/>
                </a:lnTo>
                <a:cubicBezTo>
                  <a:pt x="249942" y="90392"/>
                  <a:pt x="249942" y="90392"/>
                  <a:pt x="249942" y="90392"/>
                </a:cubicBezTo>
                <a:cubicBezTo>
                  <a:pt x="249942" y="90392"/>
                  <a:pt x="249942" y="90392"/>
                  <a:pt x="249942" y="90297"/>
                </a:cubicBezTo>
                <a:cubicBezTo>
                  <a:pt x="249942" y="87916"/>
                  <a:pt x="248330" y="85630"/>
                  <a:pt x="246148" y="84391"/>
                </a:cubicBezTo>
                <a:cubicBezTo>
                  <a:pt x="242069" y="80296"/>
                  <a:pt x="226418" y="64580"/>
                  <a:pt x="166186" y="4191"/>
                </a:cubicBezTo>
                <a:cubicBezTo>
                  <a:pt x="165047" y="1810"/>
                  <a:pt x="162486" y="0"/>
                  <a:pt x="160020" y="0"/>
                </a:cubicBezTo>
                <a:cubicBezTo>
                  <a:pt x="160020" y="0"/>
                  <a:pt x="159925" y="0"/>
                  <a:pt x="159830" y="0"/>
                </a:cubicBezTo>
                <a:cubicBezTo>
                  <a:pt x="159830" y="0"/>
                  <a:pt x="159830" y="0"/>
                  <a:pt x="159641" y="0"/>
                </a:cubicBezTo>
                <a:lnTo>
                  <a:pt x="6924" y="0"/>
                </a:lnTo>
                <a:cubicBezTo>
                  <a:pt x="3415" y="0"/>
                  <a:pt x="0" y="3524"/>
                  <a:pt x="0" y="6953"/>
                </a:cubicBezTo>
                <a:lnTo>
                  <a:pt x="0" y="327089"/>
                </a:lnTo>
                <a:cubicBezTo>
                  <a:pt x="0" y="330613"/>
                  <a:pt x="3510" y="334042"/>
                  <a:pt x="6924" y="334042"/>
                </a:cubicBezTo>
                <a:lnTo>
                  <a:pt x="138773" y="334042"/>
                </a:lnTo>
                <a:cubicBezTo>
                  <a:pt x="142282" y="334042"/>
                  <a:pt x="145697" y="330518"/>
                  <a:pt x="145697" y="327089"/>
                </a:cubicBezTo>
                <a:cubicBezTo>
                  <a:pt x="145697" y="323660"/>
                  <a:pt x="142187" y="320135"/>
                  <a:pt x="138773" y="320135"/>
                </a:cubicBezTo>
                <a:close/>
                <a:moveTo>
                  <a:pt x="166944" y="23527"/>
                </a:moveTo>
                <a:cubicBezTo>
                  <a:pt x="175766" y="32480"/>
                  <a:pt x="192935" y="49911"/>
                  <a:pt x="225660" y="83249"/>
                </a:cubicBezTo>
                <a:lnTo>
                  <a:pt x="166944" y="83249"/>
                </a:lnTo>
                <a:lnTo>
                  <a:pt x="166944" y="23527"/>
                </a:lnTo>
                <a:close/>
                <a:moveTo>
                  <a:pt x="166375" y="194310"/>
                </a:moveTo>
                <a:lnTo>
                  <a:pt x="194642" y="194310"/>
                </a:lnTo>
                <a:cubicBezTo>
                  <a:pt x="198057" y="194310"/>
                  <a:pt x="201566" y="190976"/>
                  <a:pt x="201566" y="187643"/>
                </a:cubicBezTo>
                <a:cubicBezTo>
                  <a:pt x="201566" y="184309"/>
                  <a:pt x="198152" y="180975"/>
                  <a:pt x="194642" y="180975"/>
                </a:cubicBezTo>
                <a:lnTo>
                  <a:pt x="166375" y="180975"/>
                </a:lnTo>
                <a:lnTo>
                  <a:pt x="166375" y="118110"/>
                </a:lnTo>
                <a:cubicBezTo>
                  <a:pt x="166375" y="114681"/>
                  <a:pt x="162866" y="111157"/>
                  <a:pt x="159451" y="111157"/>
                </a:cubicBezTo>
                <a:lnTo>
                  <a:pt x="125019" y="111157"/>
                </a:lnTo>
                <a:lnTo>
                  <a:pt x="125019" y="104013"/>
                </a:lnTo>
                <a:cubicBezTo>
                  <a:pt x="125019" y="100489"/>
                  <a:pt x="121604" y="97060"/>
                  <a:pt x="118094" y="97060"/>
                </a:cubicBezTo>
                <a:lnTo>
                  <a:pt x="49135" y="97060"/>
                </a:lnTo>
                <a:cubicBezTo>
                  <a:pt x="45720" y="97060"/>
                  <a:pt x="42210" y="100584"/>
                  <a:pt x="42210" y="104013"/>
                </a:cubicBezTo>
                <a:lnTo>
                  <a:pt x="42210" y="145733"/>
                </a:lnTo>
                <a:cubicBezTo>
                  <a:pt x="42210" y="149257"/>
                  <a:pt x="45625" y="152686"/>
                  <a:pt x="49135" y="152686"/>
                </a:cubicBezTo>
                <a:lnTo>
                  <a:pt x="118094" y="152686"/>
                </a:lnTo>
                <a:cubicBezTo>
                  <a:pt x="121509" y="152686"/>
                  <a:pt x="125019" y="149162"/>
                  <a:pt x="125019" y="145733"/>
                </a:cubicBezTo>
                <a:lnTo>
                  <a:pt x="125019" y="125063"/>
                </a:lnTo>
                <a:lnTo>
                  <a:pt x="152526" y="125063"/>
                </a:lnTo>
                <a:lnTo>
                  <a:pt x="152526" y="250126"/>
                </a:lnTo>
                <a:lnTo>
                  <a:pt x="125019" y="250126"/>
                </a:lnTo>
                <a:lnTo>
                  <a:pt x="125019" y="243459"/>
                </a:lnTo>
                <a:cubicBezTo>
                  <a:pt x="125019" y="240030"/>
                  <a:pt x="121604" y="236601"/>
                  <a:pt x="118094" y="236601"/>
                </a:cubicBezTo>
                <a:lnTo>
                  <a:pt x="49135" y="236601"/>
                </a:lnTo>
                <a:cubicBezTo>
                  <a:pt x="45720" y="236601"/>
                  <a:pt x="42210" y="240030"/>
                  <a:pt x="42210" y="243459"/>
                </a:cubicBezTo>
                <a:lnTo>
                  <a:pt x="42210" y="284607"/>
                </a:lnTo>
                <a:cubicBezTo>
                  <a:pt x="42210" y="288036"/>
                  <a:pt x="45625" y="291465"/>
                  <a:pt x="49135" y="291465"/>
                </a:cubicBezTo>
                <a:lnTo>
                  <a:pt x="118094" y="291465"/>
                </a:lnTo>
                <a:cubicBezTo>
                  <a:pt x="121509" y="291465"/>
                  <a:pt x="125019" y="288036"/>
                  <a:pt x="125019" y="284607"/>
                </a:cubicBezTo>
                <a:lnTo>
                  <a:pt x="125019" y="264033"/>
                </a:lnTo>
                <a:lnTo>
                  <a:pt x="159451" y="264033"/>
                </a:lnTo>
                <a:cubicBezTo>
                  <a:pt x="162961" y="264033"/>
                  <a:pt x="166375" y="260604"/>
                  <a:pt x="166375" y="257080"/>
                </a:cubicBezTo>
                <a:lnTo>
                  <a:pt x="166375" y="194215"/>
                </a:lnTo>
                <a:close/>
                <a:moveTo>
                  <a:pt x="56059" y="138874"/>
                </a:moveTo>
                <a:lnTo>
                  <a:pt x="56059" y="111062"/>
                </a:lnTo>
                <a:lnTo>
                  <a:pt x="111265" y="111062"/>
                </a:lnTo>
                <a:lnTo>
                  <a:pt x="111265" y="117062"/>
                </a:lnTo>
                <a:cubicBezTo>
                  <a:pt x="111265" y="117062"/>
                  <a:pt x="110980" y="117824"/>
                  <a:pt x="110980" y="118205"/>
                </a:cubicBezTo>
                <a:cubicBezTo>
                  <a:pt x="110980" y="118586"/>
                  <a:pt x="111170" y="118967"/>
                  <a:pt x="111265" y="119348"/>
                </a:cubicBezTo>
                <a:lnTo>
                  <a:pt x="111265" y="138970"/>
                </a:lnTo>
                <a:lnTo>
                  <a:pt x="56059" y="138970"/>
                </a:lnTo>
                <a:close/>
                <a:moveTo>
                  <a:pt x="56059" y="277844"/>
                </a:moveTo>
                <a:lnTo>
                  <a:pt x="56059" y="250412"/>
                </a:lnTo>
                <a:lnTo>
                  <a:pt x="111265" y="250412"/>
                </a:lnTo>
                <a:lnTo>
                  <a:pt x="111265" y="256032"/>
                </a:lnTo>
                <a:cubicBezTo>
                  <a:pt x="111265" y="256032"/>
                  <a:pt x="110980" y="256794"/>
                  <a:pt x="110980" y="257175"/>
                </a:cubicBezTo>
                <a:cubicBezTo>
                  <a:pt x="110980" y="257556"/>
                  <a:pt x="111170" y="257937"/>
                  <a:pt x="111265" y="258318"/>
                </a:cubicBezTo>
                <a:lnTo>
                  <a:pt x="111265" y="277844"/>
                </a:lnTo>
                <a:lnTo>
                  <a:pt x="56059" y="277844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6" name="Graphic 35">
            <a:extLst>
              <a:ext uri="{FF2B5EF4-FFF2-40B4-BE49-F238E27FC236}">
                <a16:creationId xmlns:a16="http://schemas.microsoft.com/office/drawing/2014/main" id="{BB7658A3-9C5B-ADE7-9696-809AE338D953}"/>
              </a:ext>
            </a:extLst>
          </p:cNvPr>
          <p:cNvSpPr/>
          <p:nvPr/>
        </p:nvSpPr>
        <p:spPr>
          <a:xfrm>
            <a:off x="6221712" y="1467687"/>
            <a:ext cx="445155" cy="445770"/>
          </a:xfrm>
          <a:custGeom>
            <a:avLst/>
            <a:gdLst>
              <a:gd name="connsiteX0" fmla="*/ 330854 w 333580"/>
              <a:gd name="connsiteY0" fmla="*/ 204026 h 334041"/>
              <a:gd name="connsiteX1" fmla="*/ 296137 w 333580"/>
              <a:gd name="connsiteY1" fmla="*/ 169259 h 334041"/>
              <a:gd name="connsiteX2" fmla="*/ 286841 w 333580"/>
              <a:gd name="connsiteY2" fmla="*/ 169259 h 334041"/>
              <a:gd name="connsiteX3" fmla="*/ 182595 w 333580"/>
              <a:gd name="connsiteY3" fmla="*/ 273653 h 334041"/>
              <a:gd name="connsiteX4" fmla="*/ 180319 w 333580"/>
              <a:gd name="connsiteY4" fmla="*/ 275939 h 334041"/>
              <a:gd name="connsiteX5" fmla="*/ 166470 w 333580"/>
              <a:gd name="connsiteY5" fmla="*/ 324612 h 334041"/>
              <a:gd name="connsiteX6" fmla="*/ 168747 w 333580"/>
              <a:gd name="connsiteY6" fmla="*/ 331565 h 334041"/>
              <a:gd name="connsiteX7" fmla="*/ 173395 w 333580"/>
              <a:gd name="connsiteY7" fmla="*/ 333851 h 334041"/>
              <a:gd name="connsiteX8" fmla="*/ 175671 w 333580"/>
              <a:gd name="connsiteY8" fmla="*/ 333851 h 334041"/>
              <a:gd name="connsiteX9" fmla="*/ 224332 w 333580"/>
              <a:gd name="connsiteY9" fmla="*/ 319945 h 334041"/>
              <a:gd name="connsiteX10" fmla="*/ 226608 w 333580"/>
              <a:gd name="connsiteY10" fmla="*/ 317754 h 334041"/>
              <a:gd name="connsiteX11" fmla="*/ 227082 w 333580"/>
              <a:gd name="connsiteY11" fmla="*/ 317373 h 334041"/>
              <a:gd name="connsiteX12" fmla="*/ 228885 w 333580"/>
              <a:gd name="connsiteY12" fmla="*/ 315468 h 334041"/>
              <a:gd name="connsiteX13" fmla="*/ 330948 w 333580"/>
              <a:gd name="connsiteY13" fmla="*/ 213265 h 334041"/>
              <a:gd name="connsiteX14" fmla="*/ 330948 w 333580"/>
              <a:gd name="connsiteY14" fmla="*/ 204026 h 334041"/>
              <a:gd name="connsiteX15" fmla="*/ 222340 w 333580"/>
              <a:gd name="connsiteY15" fmla="*/ 303466 h 334041"/>
              <a:gd name="connsiteX16" fmla="*/ 197013 w 333580"/>
              <a:gd name="connsiteY16" fmla="*/ 277844 h 334041"/>
              <a:gd name="connsiteX17" fmla="*/ 264360 w 333580"/>
              <a:gd name="connsiteY17" fmla="*/ 211169 h 334041"/>
              <a:gd name="connsiteX18" fmla="*/ 289402 w 333580"/>
              <a:gd name="connsiteY18" fmla="*/ 236315 h 334041"/>
              <a:gd name="connsiteX19" fmla="*/ 222340 w 333580"/>
              <a:gd name="connsiteY19" fmla="*/ 303466 h 334041"/>
              <a:gd name="connsiteX20" fmla="*/ 190753 w 333580"/>
              <a:gd name="connsiteY20" fmla="*/ 290227 h 334041"/>
              <a:gd name="connsiteX21" fmla="*/ 209914 w 333580"/>
              <a:gd name="connsiteY21" fmla="*/ 309562 h 334041"/>
              <a:gd name="connsiteX22" fmla="*/ 183734 w 333580"/>
              <a:gd name="connsiteY22" fmla="*/ 316516 h 334041"/>
              <a:gd name="connsiteX23" fmla="*/ 190753 w 333580"/>
              <a:gd name="connsiteY23" fmla="*/ 290227 h 334041"/>
              <a:gd name="connsiteX24" fmla="*/ 298413 w 333580"/>
              <a:gd name="connsiteY24" fmla="*/ 227171 h 334041"/>
              <a:gd name="connsiteX25" fmla="*/ 273751 w 333580"/>
              <a:gd name="connsiteY25" fmla="*/ 201835 h 334041"/>
              <a:gd name="connsiteX26" fmla="*/ 291489 w 333580"/>
              <a:gd name="connsiteY26" fmla="*/ 184309 h 334041"/>
              <a:gd name="connsiteX27" fmla="*/ 317005 w 333580"/>
              <a:gd name="connsiteY27" fmla="*/ 208693 h 334041"/>
              <a:gd name="connsiteX28" fmla="*/ 298508 w 333580"/>
              <a:gd name="connsiteY28" fmla="*/ 227266 h 334041"/>
              <a:gd name="connsiteX29" fmla="*/ 49135 w 333580"/>
              <a:gd name="connsiteY29" fmla="*/ 222599 h 334041"/>
              <a:gd name="connsiteX30" fmla="*/ 118094 w 333580"/>
              <a:gd name="connsiteY30" fmla="*/ 222599 h 334041"/>
              <a:gd name="connsiteX31" fmla="*/ 125019 w 333580"/>
              <a:gd name="connsiteY31" fmla="*/ 215646 h 334041"/>
              <a:gd name="connsiteX32" fmla="*/ 125019 w 333580"/>
              <a:gd name="connsiteY32" fmla="*/ 173926 h 334041"/>
              <a:gd name="connsiteX33" fmla="*/ 118094 w 333580"/>
              <a:gd name="connsiteY33" fmla="*/ 166973 h 334041"/>
              <a:gd name="connsiteX34" fmla="*/ 49135 w 333580"/>
              <a:gd name="connsiteY34" fmla="*/ 166973 h 334041"/>
              <a:gd name="connsiteX35" fmla="*/ 42210 w 333580"/>
              <a:gd name="connsiteY35" fmla="*/ 173926 h 334041"/>
              <a:gd name="connsiteX36" fmla="*/ 42210 w 333580"/>
              <a:gd name="connsiteY36" fmla="*/ 215646 h 334041"/>
              <a:gd name="connsiteX37" fmla="*/ 49135 w 333580"/>
              <a:gd name="connsiteY37" fmla="*/ 222599 h 334041"/>
              <a:gd name="connsiteX38" fmla="*/ 56059 w 333580"/>
              <a:gd name="connsiteY38" fmla="*/ 180785 h 334041"/>
              <a:gd name="connsiteX39" fmla="*/ 111265 w 333580"/>
              <a:gd name="connsiteY39" fmla="*/ 180785 h 334041"/>
              <a:gd name="connsiteX40" fmla="*/ 111265 w 333580"/>
              <a:gd name="connsiteY40" fmla="*/ 208597 h 334041"/>
              <a:gd name="connsiteX41" fmla="*/ 56059 w 333580"/>
              <a:gd name="connsiteY41" fmla="*/ 208597 h 334041"/>
              <a:gd name="connsiteX42" fmla="*/ 56059 w 333580"/>
              <a:gd name="connsiteY42" fmla="*/ 180785 h 334041"/>
              <a:gd name="connsiteX43" fmla="*/ 138867 w 333580"/>
              <a:gd name="connsiteY43" fmla="*/ 320040 h 334041"/>
              <a:gd name="connsiteX44" fmla="*/ 13944 w 333580"/>
              <a:gd name="connsiteY44" fmla="*/ 320040 h 334041"/>
              <a:gd name="connsiteX45" fmla="*/ 13944 w 333580"/>
              <a:gd name="connsiteY45" fmla="*/ 13811 h 334041"/>
              <a:gd name="connsiteX46" fmla="*/ 153096 w 333580"/>
              <a:gd name="connsiteY46" fmla="*/ 13811 h 334041"/>
              <a:gd name="connsiteX47" fmla="*/ 153096 w 333580"/>
              <a:gd name="connsiteY47" fmla="*/ 90202 h 334041"/>
              <a:gd name="connsiteX48" fmla="*/ 160020 w 333580"/>
              <a:gd name="connsiteY48" fmla="*/ 97155 h 334041"/>
              <a:gd name="connsiteX49" fmla="*/ 236094 w 333580"/>
              <a:gd name="connsiteY49" fmla="*/ 97155 h 334041"/>
              <a:gd name="connsiteX50" fmla="*/ 236094 w 333580"/>
              <a:gd name="connsiteY50" fmla="*/ 180880 h 334041"/>
              <a:gd name="connsiteX51" fmla="*/ 243018 w 333580"/>
              <a:gd name="connsiteY51" fmla="*/ 187833 h 334041"/>
              <a:gd name="connsiteX52" fmla="*/ 249942 w 333580"/>
              <a:gd name="connsiteY52" fmla="*/ 180880 h 334041"/>
              <a:gd name="connsiteX53" fmla="*/ 249942 w 333580"/>
              <a:gd name="connsiteY53" fmla="*/ 90392 h 334041"/>
              <a:gd name="connsiteX54" fmla="*/ 249942 w 333580"/>
              <a:gd name="connsiteY54" fmla="*/ 90392 h 334041"/>
              <a:gd name="connsiteX55" fmla="*/ 249942 w 333580"/>
              <a:gd name="connsiteY55" fmla="*/ 90297 h 334041"/>
              <a:gd name="connsiteX56" fmla="*/ 246148 w 333580"/>
              <a:gd name="connsiteY56" fmla="*/ 84391 h 334041"/>
              <a:gd name="connsiteX57" fmla="*/ 166186 w 333580"/>
              <a:gd name="connsiteY57" fmla="*/ 4191 h 334041"/>
              <a:gd name="connsiteX58" fmla="*/ 160020 w 333580"/>
              <a:gd name="connsiteY58" fmla="*/ 0 h 334041"/>
              <a:gd name="connsiteX59" fmla="*/ 159830 w 333580"/>
              <a:gd name="connsiteY59" fmla="*/ 0 h 334041"/>
              <a:gd name="connsiteX60" fmla="*/ 159641 w 333580"/>
              <a:gd name="connsiteY60" fmla="*/ 0 h 334041"/>
              <a:gd name="connsiteX61" fmla="*/ 6924 w 333580"/>
              <a:gd name="connsiteY61" fmla="*/ 0 h 334041"/>
              <a:gd name="connsiteX62" fmla="*/ 0 w 333580"/>
              <a:gd name="connsiteY62" fmla="*/ 6953 h 334041"/>
              <a:gd name="connsiteX63" fmla="*/ 0 w 333580"/>
              <a:gd name="connsiteY63" fmla="*/ 327089 h 334041"/>
              <a:gd name="connsiteX64" fmla="*/ 6924 w 333580"/>
              <a:gd name="connsiteY64" fmla="*/ 334042 h 334041"/>
              <a:gd name="connsiteX65" fmla="*/ 138773 w 333580"/>
              <a:gd name="connsiteY65" fmla="*/ 334042 h 334041"/>
              <a:gd name="connsiteX66" fmla="*/ 145697 w 333580"/>
              <a:gd name="connsiteY66" fmla="*/ 327089 h 334041"/>
              <a:gd name="connsiteX67" fmla="*/ 138773 w 333580"/>
              <a:gd name="connsiteY67" fmla="*/ 320135 h 334041"/>
              <a:gd name="connsiteX68" fmla="*/ 166944 w 333580"/>
              <a:gd name="connsiteY68" fmla="*/ 23527 h 334041"/>
              <a:gd name="connsiteX69" fmla="*/ 225660 w 333580"/>
              <a:gd name="connsiteY69" fmla="*/ 83249 h 334041"/>
              <a:gd name="connsiteX70" fmla="*/ 166944 w 333580"/>
              <a:gd name="connsiteY70" fmla="*/ 83249 h 334041"/>
              <a:gd name="connsiteX71" fmla="*/ 166944 w 333580"/>
              <a:gd name="connsiteY71" fmla="*/ 23527 h 334041"/>
              <a:gd name="connsiteX72" fmla="*/ 166375 w 333580"/>
              <a:gd name="connsiteY72" fmla="*/ 194310 h 334041"/>
              <a:gd name="connsiteX73" fmla="*/ 194642 w 333580"/>
              <a:gd name="connsiteY73" fmla="*/ 194310 h 334041"/>
              <a:gd name="connsiteX74" fmla="*/ 201566 w 333580"/>
              <a:gd name="connsiteY74" fmla="*/ 187643 h 334041"/>
              <a:gd name="connsiteX75" fmla="*/ 194642 w 333580"/>
              <a:gd name="connsiteY75" fmla="*/ 180975 h 334041"/>
              <a:gd name="connsiteX76" fmla="*/ 166375 w 333580"/>
              <a:gd name="connsiteY76" fmla="*/ 180975 h 334041"/>
              <a:gd name="connsiteX77" fmla="*/ 166375 w 333580"/>
              <a:gd name="connsiteY77" fmla="*/ 118110 h 334041"/>
              <a:gd name="connsiteX78" fmla="*/ 159451 w 333580"/>
              <a:gd name="connsiteY78" fmla="*/ 111157 h 334041"/>
              <a:gd name="connsiteX79" fmla="*/ 125019 w 333580"/>
              <a:gd name="connsiteY79" fmla="*/ 111157 h 334041"/>
              <a:gd name="connsiteX80" fmla="*/ 125019 w 333580"/>
              <a:gd name="connsiteY80" fmla="*/ 104013 h 334041"/>
              <a:gd name="connsiteX81" fmla="*/ 118094 w 333580"/>
              <a:gd name="connsiteY81" fmla="*/ 97060 h 334041"/>
              <a:gd name="connsiteX82" fmla="*/ 49135 w 333580"/>
              <a:gd name="connsiteY82" fmla="*/ 97060 h 334041"/>
              <a:gd name="connsiteX83" fmla="*/ 42210 w 333580"/>
              <a:gd name="connsiteY83" fmla="*/ 104013 h 334041"/>
              <a:gd name="connsiteX84" fmla="*/ 42210 w 333580"/>
              <a:gd name="connsiteY84" fmla="*/ 145733 h 334041"/>
              <a:gd name="connsiteX85" fmla="*/ 49135 w 333580"/>
              <a:gd name="connsiteY85" fmla="*/ 152686 h 334041"/>
              <a:gd name="connsiteX86" fmla="*/ 118094 w 333580"/>
              <a:gd name="connsiteY86" fmla="*/ 152686 h 334041"/>
              <a:gd name="connsiteX87" fmla="*/ 125019 w 333580"/>
              <a:gd name="connsiteY87" fmla="*/ 145733 h 334041"/>
              <a:gd name="connsiteX88" fmla="*/ 125019 w 333580"/>
              <a:gd name="connsiteY88" fmla="*/ 125063 h 334041"/>
              <a:gd name="connsiteX89" fmla="*/ 152526 w 333580"/>
              <a:gd name="connsiteY89" fmla="*/ 125063 h 334041"/>
              <a:gd name="connsiteX90" fmla="*/ 152526 w 333580"/>
              <a:gd name="connsiteY90" fmla="*/ 250126 h 334041"/>
              <a:gd name="connsiteX91" fmla="*/ 125019 w 333580"/>
              <a:gd name="connsiteY91" fmla="*/ 250126 h 334041"/>
              <a:gd name="connsiteX92" fmla="*/ 125019 w 333580"/>
              <a:gd name="connsiteY92" fmla="*/ 243459 h 334041"/>
              <a:gd name="connsiteX93" fmla="*/ 118094 w 333580"/>
              <a:gd name="connsiteY93" fmla="*/ 236601 h 334041"/>
              <a:gd name="connsiteX94" fmla="*/ 49135 w 333580"/>
              <a:gd name="connsiteY94" fmla="*/ 236601 h 334041"/>
              <a:gd name="connsiteX95" fmla="*/ 42210 w 333580"/>
              <a:gd name="connsiteY95" fmla="*/ 243459 h 334041"/>
              <a:gd name="connsiteX96" fmla="*/ 42210 w 333580"/>
              <a:gd name="connsiteY96" fmla="*/ 284607 h 334041"/>
              <a:gd name="connsiteX97" fmla="*/ 49135 w 333580"/>
              <a:gd name="connsiteY97" fmla="*/ 291465 h 334041"/>
              <a:gd name="connsiteX98" fmla="*/ 118094 w 333580"/>
              <a:gd name="connsiteY98" fmla="*/ 291465 h 334041"/>
              <a:gd name="connsiteX99" fmla="*/ 125019 w 333580"/>
              <a:gd name="connsiteY99" fmla="*/ 284607 h 334041"/>
              <a:gd name="connsiteX100" fmla="*/ 125019 w 333580"/>
              <a:gd name="connsiteY100" fmla="*/ 264033 h 334041"/>
              <a:gd name="connsiteX101" fmla="*/ 159451 w 333580"/>
              <a:gd name="connsiteY101" fmla="*/ 264033 h 334041"/>
              <a:gd name="connsiteX102" fmla="*/ 166375 w 333580"/>
              <a:gd name="connsiteY102" fmla="*/ 257080 h 334041"/>
              <a:gd name="connsiteX103" fmla="*/ 166375 w 333580"/>
              <a:gd name="connsiteY103" fmla="*/ 194215 h 334041"/>
              <a:gd name="connsiteX104" fmla="*/ 56059 w 333580"/>
              <a:gd name="connsiteY104" fmla="*/ 138874 h 334041"/>
              <a:gd name="connsiteX105" fmla="*/ 56059 w 333580"/>
              <a:gd name="connsiteY105" fmla="*/ 111062 h 334041"/>
              <a:gd name="connsiteX106" fmla="*/ 111265 w 333580"/>
              <a:gd name="connsiteY106" fmla="*/ 111062 h 334041"/>
              <a:gd name="connsiteX107" fmla="*/ 111265 w 333580"/>
              <a:gd name="connsiteY107" fmla="*/ 117062 h 334041"/>
              <a:gd name="connsiteX108" fmla="*/ 110980 w 333580"/>
              <a:gd name="connsiteY108" fmla="*/ 118205 h 334041"/>
              <a:gd name="connsiteX109" fmla="*/ 111265 w 333580"/>
              <a:gd name="connsiteY109" fmla="*/ 119348 h 334041"/>
              <a:gd name="connsiteX110" fmla="*/ 111265 w 333580"/>
              <a:gd name="connsiteY110" fmla="*/ 138970 h 334041"/>
              <a:gd name="connsiteX111" fmla="*/ 56059 w 333580"/>
              <a:gd name="connsiteY111" fmla="*/ 138970 h 334041"/>
              <a:gd name="connsiteX112" fmla="*/ 56059 w 333580"/>
              <a:gd name="connsiteY112" fmla="*/ 277844 h 334041"/>
              <a:gd name="connsiteX113" fmla="*/ 56059 w 333580"/>
              <a:gd name="connsiteY113" fmla="*/ 250412 h 334041"/>
              <a:gd name="connsiteX114" fmla="*/ 111265 w 333580"/>
              <a:gd name="connsiteY114" fmla="*/ 250412 h 334041"/>
              <a:gd name="connsiteX115" fmla="*/ 111265 w 333580"/>
              <a:gd name="connsiteY115" fmla="*/ 256032 h 334041"/>
              <a:gd name="connsiteX116" fmla="*/ 110980 w 333580"/>
              <a:gd name="connsiteY116" fmla="*/ 257175 h 334041"/>
              <a:gd name="connsiteX117" fmla="*/ 111265 w 333580"/>
              <a:gd name="connsiteY117" fmla="*/ 258318 h 334041"/>
              <a:gd name="connsiteX118" fmla="*/ 111265 w 333580"/>
              <a:gd name="connsiteY118" fmla="*/ 277844 h 334041"/>
              <a:gd name="connsiteX119" fmla="*/ 56059 w 333580"/>
              <a:gd name="connsiteY119" fmla="*/ 277844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333580" h="334041">
                <a:moveTo>
                  <a:pt x="330854" y="204026"/>
                </a:moveTo>
                <a:lnTo>
                  <a:pt x="296137" y="169259"/>
                </a:lnTo>
                <a:cubicBezTo>
                  <a:pt x="293860" y="166973"/>
                  <a:pt x="289212" y="166973"/>
                  <a:pt x="286841" y="169259"/>
                </a:cubicBezTo>
                <a:lnTo>
                  <a:pt x="182595" y="273653"/>
                </a:lnTo>
                <a:cubicBezTo>
                  <a:pt x="181837" y="274415"/>
                  <a:pt x="181078" y="275177"/>
                  <a:pt x="180319" y="275939"/>
                </a:cubicBezTo>
                <a:lnTo>
                  <a:pt x="166470" y="324612"/>
                </a:lnTo>
                <a:cubicBezTo>
                  <a:pt x="166470" y="326898"/>
                  <a:pt x="166470" y="330422"/>
                  <a:pt x="168747" y="331565"/>
                </a:cubicBezTo>
                <a:cubicBezTo>
                  <a:pt x="169885" y="332708"/>
                  <a:pt x="171023" y="333851"/>
                  <a:pt x="173395" y="333851"/>
                </a:cubicBezTo>
                <a:lnTo>
                  <a:pt x="175671" y="333851"/>
                </a:lnTo>
                <a:lnTo>
                  <a:pt x="224332" y="319945"/>
                </a:lnTo>
                <a:cubicBezTo>
                  <a:pt x="225470" y="319945"/>
                  <a:pt x="226418" y="318897"/>
                  <a:pt x="226608" y="317754"/>
                </a:cubicBezTo>
                <a:cubicBezTo>
                  <a:pt x="226703" y="317659"/>
                  <a:pt x="226893" y="317564"/>
                  <a:pt x="227082" y="317373"/>
                </a:cubicBezTo>
                <a:cubicBezTo>
                  <a:pt x="227841" y="316801"/>
                  <a:pt x="228410" y="316135"/>
                  <a:pt x="228885" y="315468"/>
                </a:cubicBezTo>
                <a:cubicBezTo>
                  <a:pt x="234576" y="309753"/>
                  <a:pt x="255254" y="288989"/>
                  <a:pt x="330948" y="213265"/>
                </a:cubicBezTo>
                <a:cubicBezTo>
                  <a:pt x="334458" y="210979"/>
                  <a:pt x="334458" y="206312"/>
                  <a:pt x="330948" y="204026"/>
                </a:cubicBezTo>
                <a:close/>
                <a:moveTo>
                  <a:pt x="222340" y="303466"/>
                </a:moveTo>
                <a:cubicBezTo>
                  <a:pt x="218356" y="299466"/>
                  <a:pt x="210862" y="291846"/>
                  <a:pt x="197013" y="277844"/>
                </a:cubicBezTo>
                <a:lnTo>
                  <a:pt x="264360" y="211169"/>
                </a:lnTo>
                <a:lnTo>
                  <a:pt x="289402" y="236315"/>
                </a:lnTo>
                <a:cubicBezTo>
                  <a:pt x="275363" y="250317"/>
                  <a:pt x="254211" y="271558"/>
                  <a:pt x="222340" y="303466"/>
                </a:cubicBezTo>
                <a:close/>
                <a:moveTo>
                  <a:pt x="190753" y="290227"/>
                </a:moveTo>
                <a:cubicBezTo>
                  <a:pt x="194737" y="294227"/>
                  <a:pt x="200713" y="300323"/>
                  <a:pt x="209914" y="309562"/>
                </a:cubicBezTo>
                <a:cubicBezTo>
                  <a:pt x="204791" y="310896"/>
                  <a:pt x="196729" y="313087"/>
                  <a:pt x="183734" y="316516"/>
                </a:cubicBezTo>
                <a:cubicBezTo>
                  <a:pt x="183734" y="316516"/>
                  <a:pt x="183734" y="316516"/>
                  <a:pt x="190753" y="290227"/>
                </a:cubicBezTo>
                <a:close/>
                <a:moveTo>
                  <a:pt x="298413" y="227171"/>
                </a:moveTo>
                <a:lnTo>
                  <a:pt x="273751" y="201835"/>
                </a:lnTo>
                <a:lnTo>
                  <a:pt x="291489" y="184309"/>
                </a:lnTo>
                <a:lnTo>
                  <a:pt x="317005" y="208693"/>
                </a:lnTo>
                <a:cubicBezTo>
                  <a:pt x="317005" y="208693"/>
                  <a:pt x="317005" y="208693"/>
                  <a:pt x="298508" y="227266"/>
                </a:cubicBezTo>
                <a:close/>
                <a:moveTo>
                  <a:pt x="49135" y="222599"/>
                </a:moveTo>
                <a:lnTo>
                  <a:pt x="118094" y="222599"/>
                </a:lnTo>
                <a:cubicBezTo>
                  <a:pt x="121509" y="222599"/>
                  <a:pt x="125019" y="219075"/>
                  <a:pt x="125019" y="215646"/>
                </a:cubicBezTo>
                <a:lnTo>
                  <a:pt x="125019" y="173926"/>
                </a:lnTo>
                <a:cubicBezTo>
                  <a:pt x="125019" y="170402"/>
                  <a:pt x="121604" y="166973"/>
                  <a:pt x="118094" y="166973"/>
                </a:cubicBezTo>
                <a:lnTo>
                  <a:pt x="49135" y="166973"/>
                </a:lnTo>
                <a:cubicBezTo>
                  <a:pt x="45720" y="166973"/>
                  <a:pt x="42210" y="170497"/>
                  <a:pt x="42210" y="173926"/>
                </a:cubicBezTo>
                <a:lnTo>
                  <a:pt x="42210" y="215646"/>
                </a:lnTo>
                <a:cubicBezTo>
                  <a:pt x="42210" y="219170"/>
                  <a:pt x="45625" y="222599"/>
                  <a:pt x="49135" y="222599"/>
                </a:cubicBezTo>
                <a:close/>
                <a:moveTo>
                  <a:pt x="56059" y="180785"/>
                </a:moveTo>
                <a:lnTo>
                  <a:pt x="111265" y="180785"/>
                </a:lnTo>
                <a:lnTo>
                  <a:pt x="111265" y="208597"/>
                </a:lnTo>
                <a:lnTo>
                  <a:pt x="56059" y="208597"/>
                </a:lnTo>
                <a:lnTo>
                  <a:pt x="56059" y="180785"/>
                </a:lnTo>
                <a:close/>
                <a:moveTo>
                  <a:pt x="138867" y="320040"/>
                </a:moveTo>
                <a:lnTo>
                  <a:pt x="13944" y="320040"/>
                </a:lnTo>
                <a:lnTo>
                  <a:pt x="13944" y="13811"/>
                </a:lnTo>
                <a:lnTo>
                  <a:pt x="153096" y="13811"/>
                </a:lnTo>
                <a:lnTo>
                  <a:pt x="153096" y="90202"/>
                </a:lnTo>
                <a:cubicBezTo>
                  <a:pt x="153096" y="93631"/>
                  <a:pt x="156510" y="97155"/>
                  <a:pt x="160020" y="97155"/>
                </a:cubicBezTo>
                <a:lnTo>
                  <a:pt x="236094" y="97155"/>
                </a:lnTo>
                <a:lnTo>
                  <a:pt x="236094" y="180880"/>
                </a:lnTo>
                <a:cubicBezTo>
                  <a:pt x="236094" y="184404"/>
                  <a:pt x="239603" y="187833"/>
                  <a:pt x="243018" y="187833"/>
                </a:cubicBezTo>
                <a:cubicBezTo>
                  <a:pt x="246433" y="187833"/>
                  <a:pt x="249942" y="184309"/>
                  <a:pt x="249942" y="180880"/>
                </a:cubicBezTo>
                <a:lnTo>
                  <a:pt x="249942" y="90392"/>
                </a:lnTo>
                <a:cubicBezTo>
                  <a:pt x="249942" y="90392"/>
                  <a:pt x="249942" y="90392"/>
                  <a:pt x="249942" y="90392"/>
                </a:cubicBezTo>
                <a:cubicBezTo>
                  <a:pt x="249942" y="90392"/>
                  <a:pt x="249942" y="90392"/>
                  <a:pt x="249942" y="90297"/>
                </a:cubicBezTo>
                <a:cubicBezTo>
                  <a:pt x="249942" y="87916"/>
                  <a:pt x="248330" y="85630"/>
                  <a:pt x="246148" y="84391"/>
                </a:cubicBezTo>
                <a:cubicBezTo>
                  <a:pt x="242069" y="80296"/>
                  <a:pt x="226418" y="64580"/>
                  <a:pt x="166186" y="4191"/>
                </a:cubicBezTo>
                <a:cubicBezTo>
                  <a:pt x="165047" y="1810"/>
                  <a:pt x="162486" y="0"/>
                  <a:pt x="160020" y="0"/>
                </a:cubicBezTo>
                <a:cubicBezTo>
                  <a:pt x="160020" y="0"/>
                  <a:pt x="159925" y="0"/>
                  <a:pt x="159830" y="0"/>
                </a:cubicBezTo>
                <a:cubicBezTo>
                  <a:pt x="159830" y="0"/>
                  <a:pt x="159830" y="0"/>
                  <a:pt x="159641" y="0"/>
                </a:cubicBezTo>
                <a:lnTo>
                  <a:pt x="6924" y="0"/>
                </a:lnTo>
                <a:cubicBezTo>
                  <a:pt x="3415" y="0"/>
                  <a:pt x="0" y="3524"/>
                  <a:pt x="0" y="6953"/>
                </a:cubicBezTo>
                <a:lnTo>
                  <a:pt x="0" y="327089"/>
                </a:lnTo>
                <a:cubicBezTo>
                  <a:pt x="0" y="330613"/>
                  <a:pt x="3510" y="334042"/>
                  <a:pt x="6924" y="334042"/>
                </a:cubicBezTo>
                <a:lnTo>
                  <a:pt x="138773" y="334042"/>
                </a:lnTo>
                <a:cubicBezTo>
                  <a:pt x="142282" y="334042"/>
                  <a:pt x="145697" y="330518"/>
                  <a:pt x="145697" y="327089"/>
                </a:cubicBezTo>
                <a:cubicBezTo>
                  <a:pt x="145697" y="323660"/>
                  <a:pt x="142187" y="320135"/>
                  <a:pt x="138773" y="320135"/>
                </a:cubicBezTo>
                <a:close/>
                <a:moveTo>
                  <a:pt x="166944" y="23527"/>
                </a:moveTo>
                <a:cubicBezTo>
                  <a:pt x="175766" y="32480"/>
                  <a:pt x="192935" y="49911"/>
                  <a:pt x="225660" y="83249"/>
                </a:cubicBezTo>
                <a:lnTo>
                  <a:pt x="166944" y="83249"/>
                </a:lnTo>
                <a:lnTo>
                  <a:pt x="166944" y="23527"/>
                </a:lnTo>
                <a:close/>
                <a:moveTo>
                  <a:pt x="166375" y="194310"/>
                </a:moveTo>
                <a:lnTo>
                  <a:pt x="194642" y="194310"/>
                </a:lnTo>
                <a:cubicBezTo>
                  <a:pt x="198057" y="194310"/>
                  <a:pt x="201566" y="190976"/>
                  <a:pt x="201566" y="187643"/>
                </a:cubicBezTo>
                <a:cubicBezTo>
                  <a:pt x="201566" y="184309"/>
                  <a:pt x="198152" y="180975"/>
                  <a:pt x="194642" y="180975"/>
                </a:cubicBezTo>
                <a:lnTo>
                  <a:pt x="166375" y="180975"/>
                </a:lnTo>
                <a:lnTo>
                  <a:pt x="166375" y="118110"/>
                </a:lnTo>
                <a:cubicBezTo>
                  <a:pt x="166375" y="114681"/>
                  <a:pt x="162866" y="111157"/>
                  <a:pt x="159451" y="111157"/>
                </a:cubicBezTo>
                <a:lnTo>
                  <a:pt x="125019" y="111157"/>
                </a:lnTo>
                <a:lnTo>
                  <a:pt x="125019" y="104013"/>
                </a:lnTo>
                <a:cubicBezTo>
                  <a:pt x="125019" y="100489"/>
                  <a:pt x="121604" y="97060"/>
                  <a:pt x="118094" y="97060"/>
                </a:cubicBezTo>
                <a:lnTo>
                  <a:pt x="49135" y="97060"/>
                </a:lnTo>
                <a:cubicBezTo>
                  <a:pt x="45720" y="97060"/>
                  <a:pt x="42210" y="100584"/>
                  <a:pt x="42210" y="104013"/>
                </a:cubicBezTo>
                <a:lnTo>
                  <a:pt x="42210" y="145733"/>
                </a:lnTo>
                <a:cubicBezTo>
                  <a:pt x="42210" y="149257"/>
                  <a:pt x="45625" y="152686"/>
                  <a:pt x="49135" y="152686"/>
                </a:cubicBezTo>
                <a:lnTo>
                  <a:pt x="118094" y="152686"/>
                </a:lnTo>
                <a:cubicBezTo>
                  <a:pt x="121509" y="152686"/>
                  <a:pt x="125019" y="149162"/>
                  <a:pt x="125019" y="145733"/>
                </a:cubicBezTo>
                <a:lnTo>
                  <a:pt x="125019" y="125063"/>
                </a:lnTo>
                <a:lnTo>
                  <a:pt x="152526" y="125063"/>
                </a:lnTo>
                <a:lnTo>
                  <a:pt x="152526" y="250126"/>
                </a:lnTo>
                <a:lnTo>
                  <a:pt x="125019" y="250126"/>
                </a:lnTo>
                <a:lnTo>
                  <a:pt x="125019" y="243459"/>
                </a:lnTo>
                <a:cubicBezTo>
                  <a:pt x="125019" y="240030"/>
                  <a:pt x="121604" y="236601"/>
                  <a:pt x="118094" y="236601"/>
                </a:cubicBezTo>
                <a:lnTo>
                  <a:pt x="49135" y="236601"/>
                </a:lnTo>
                <a:cubicBezTo>
                  <a:pt x="45720" y="236601"/>
                  <a:pt x="42210" y="240030"/>
                  <a:pt x="42210" y="243459"/>
                </a:cubicBezTo>
                <a:lnTo>
                  <a:pt x="42210" y="284607"/>
                </a:lnTo>
                <a:cubicBezTo>
                  <a:pt x="42210" y="288036"/>
                  <a:pt x="45625" y="291465"/>
                  <a:pt x="49135" y="291465"/>
                </a:cubicBezTo>
                <a:lnTo>
                  <a:pt x="118094" y="291465"/>
                </a:lnTo>
                <a:cubicBezTo>
                  <a:pt x="121509" y="291465"/>
                  <a:pt x="125019" y="288036"/>
                  <a:pt x="125019" y="284607"/>
                </a:cubicBezTo>
                <a:lnTo>
                  <a:pt x="125019" y="264033"/>
                </a:lnTo>
                <a:lnTo>
                  <a:pt x="159451" y="264033"/>
                </a:lnTo>
                <a:cubicBezTo>
                  <a:pt x="162961" y="264033"/>
                  <a:pt x="166375" y="260604"/>
                  <a:pt x="166375" y="257080"/>
                </a:cubicBezTo>
                <a:lnTo>
                  <a:pt x="166375" y="194215"/>
                </a:lnTo>
                <a:close/>
                <a:moveTo>
                  <a:pt x="56059" y="138874"/>
                </a:moveTo>
                <a:lnTo>
                  <a:pt x="56059" y="111062"/>
                </a:lnTo>
                <a:lnTo>
                  <a:pt x="111265" y="111062"/>
                </a:lnTo>
                <a:lnTo>
                  <a:pt x="111265" y="117062"/>
                </a:lnTo>
                <a:cubicBezTo>
                  <a:pt x="111265" y="117062"/>
                  <a:pt x="110980" y="117824"/>
                  <a:pt x="110980" y="118205"/>
                </a:cubicBezTo>
                <a:cubicBezTo>
                  <a:pt x="110980" y="118586"/>
                  <a:pt x="111170" y="118967"/>
                  <a:pt x="111265" y="119348"/>
                </a:cubicBezTo>
                <a:lnTo>
                  <a:pt x="111265" y="138970"/>
                </a:lnTo>
                <a:lnTo>
                  <a:pt x="56059" y="138970"/>
                </a:lnTo>
                <a:close/>
                <a:moveTo>
                  <a:pt x="56059" y="277844"/>
                </a:moveTo>
                <a:lnTo>
                  <a:pt x="56059" y="250412"/>
                </a:lnTo>
                <a:lnTo>
                  <a:pt x="111265" y="250412"/>
                </a:lnTo>
                <a:lnTo>
                  <a:pt x="111265" y="256032"/>
                </a:lnTo>
                <a:cubicBezTo>
                  <a:pt x="111265" y="256032"/>
                  <a:pt x="110980" y="256794"/>
                  <a:pt x="110980" y="257175"/>
                </a:cubicBezTo>
                <a:cubicBezTo>
                  <a:pt x="110980" y="257556"/>
                  <a:pt x="111170" y="257937"/>
                  <a:pt x="111265" y="258318"/>
                </a:cubicBezTo>
                <a:lnTo>
                  <a:pt x="111265" y="277844"/>
                </a:lnTo>
                <a:lnTo>
                  <a:pt x="56059" y="277844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9" name="Graphic 117">
            <a:extLst>
              <a:ext uri="{FF2B5EF4-FFF2-40B4-BE49-F238E27FC236}">
                <a16:creationId xmlns:a16="http://schemas.microsoft.com/office/drawing/2014/main" id="{53E1C96A-FB3A-E90F-A4A1-3B4C97F75165}"/>
              </a:ext>
            </a:extLst>
          </p:cNvPr>
          <p:cNvSpPr/>
          <p:nvPr/>
        </p:nvSpPr>
        <p:spPr>
          <a:xfrm>
            <a:off x="7094859" y="878360"/>
            <a:ext cx="513080" cy="407732"/>
          </a:xfrm>
          <a:custGeom>
            <a:avLst/>
            <a:gdLst>
              <a:gd name="connsiteX0" fmla="*/ 382834 w 382833"/>
              <a:gd name="connsiteY0" fmla="*/ 8001 h 304228"/>
              <a:gd name="connsiteX1" fmla="*/ 382834 w 382833"/>
              <a:gd name="connsiteY1" fmla="*/ 104108 h 304228"/>
              <a:gd name="connsiteX2" fmla="*/ 374866 w 382833"/>
              <a:gd name="connsiteY2" fmla="*/ 112109 h 304228"/>
              <a:gd name="connsiteX3" fmla="*/ 366898 w 382833"/>
              <a:gd name="connsiteY3" fmla="*/ 104108 h 304228"/>
              <a:gd name="connsiteX4" fmla="*/ 366898 w 382833"/>
              <a:gd name="connsiteY4" fmla="*/ 16002 h 304228"/>
              <a:gd name="connsiteX5" fmla="*/ 15936 w 382833"/>
              <a:gd name="connsiteY5" fmla="*/ 16002 h 304228"/>
              <a:gd name="connsiteX6" fmla="*/ 15936 w 382833"/>
              <a:gd name="connsiteY6" fmla="*/ 144209 h 304228"/>
              <a:gd name="connsiteX7" fmla="*/ 167514 w 382833"/>
              <a:gd name="connsiteY7" fmla="*/ 144209 h 304228"/>
              <a:gd name="connsiteX8" fmla="*/ 175481 w 382833"/>
              <a:gd name="connsiteY8" fmla="*/ 152210 h 304228"/>
              <a:gd name="connsiteX9" fmla="*/ 167514 w 382833"/>
              <a:gd name="connsiteY9" fmla="*/ 160211 h 304228"/>
              <a:gd name="connsiteX10" fmla="*/ 7968 w 382833"/>
              <a:gd name="connsiteY10" fmla="*/ 160211 h 304228"/>
              <a:gd name="connsiteX11" fmla="*/ 0 w 382833"/>
              <a:gd name="connsiteY11" fmla="*/ 152210 h 304228"/>
              <a:gd name="connsiteX12" fmla="*/ 0 w 382833"/>
              <a:gd name="connsiteY12" fmla="*/ 8001 h 304228"/>
              <a:gd name="connsiteX13" fmla="*/ 7968 w 382833"/>
              <a:gd name="connsiteY13" fmla="*/ 0 h 304228"/>
              <a:gd name="connsiteX14" fmla="*/ 374866 w 382833"/>
              <a:gd name="connsiteY14" fmla="*/ 0 h 304228"/>
              <a:gd name="connsiteX15" fmla="*/ 382834 w 382833"/>
              <a:gd name="connsiteY15" fmla="*/ 8001 h 304228"/>
              <a:gd name="connsiteX16" fmla="*/ 104909 w 382833"/>
              <a:gd name="connsiteY16" fmla="*/ 58483 h 304228"/>
              <a:gd name="connsiteX17" fmla="*/ 94286 w 382833"/>
              <a:gd name="connsiteY17" fmla="*/ 55817 h 304228"/>
              <a:gd name="connsiteX18" fmla="*/ 79773 w 382833"/>
              <a:gd name="connsiteY18" fmla="*/ 65342 h 304228"/>
              <a:gd name="connsiteX19" fmla="*/ 79773 w 382833"/>
              <a:gd name="connsiteY19" fmla="*/ 48482 h 304228"/>
              <a:gd name="connsiteX20" fmla="*/ 71710 w 382833"/>
              <a:gd name="connsiteY20" fmla="*/ 40577 h 304228"/>
              <a:gd name="connsiteX21" fmla="*/ 63648 w 382833"/>
              <a:gd name="connsiteY21" fmla="*/ 48482 h 304228"/>
              <a:gd name="connsiteX22" fmla="*/ 63648 w 382833"/>
              <a:gd name="connsiteY22" fmla="*/ 65818 h 304228"/>
              <a:gd name="connsiteX23" fmla="*/ 49135 w 382833"/>
              <a:gd name="connsiteY23" fmla="*/ 55817 h 304228"/>
              <a:gd name="connsiteX24" fmla="*/ 38511 w 382833"/>
              <a:gd name="connsiteY24" fmla="*/ 58483 h 304228"/>
              <a:gd name="connsiteX25" fmla="*/ 41167 w 382833"/>
              <a:gd name="connsiteY25" fmla="*/ 69247 h 304228"/>
              <a:gd name="connsiteX26" fmla="*/ 57008 w 382833"/>
              <a:gd name="connsiteY26" fmla="*/ 80105 h 304228"/>
              <a:gd name="connsiteX27" fmla="*/ 41167 w 382833"/>
              <a:gd name="connsiteY27" fmla="*/ 90488 h 304228"/>
              <a:gd name="connsiteX28" fmla="*/ 38511 w 382833"/>
              <a:gd name="connsiteY28" fmla="*/ 102584 h 304228"/>
              <a:gd name="connsiteX29" fmla="*/ 45151 w 382833"/>
              <a:gd name="connsiteY29" fmla="*/ 105251 h 304228"/>
              <a:gd name="connsiteX30" fmla="*/ 49135 w 382833"/>
              <a:gd name="connsiteY30" fmla="*/ 103918 h 304228"/>
              <a:gd name="connsiteX31" fmla="*/ 63648 w 382833"/>
              <a:gd name="connsiteY31" fmla="*/ 94393 h 304228"/>
              <a:gd name="connsiteX32" fmla="*/ 63648 w 382833"/>
              <a:gd name="connsiteY32" fmla="*/ 111728 h 304228"/>
              <a:gd name="connsiteX33" fmla="*/ 71710 w 382833"/>
              <a:gd name="connsiteY33" fmla="*/ 119634 h 304228"/>
              <a:gd name="connsiteX34" fmla="*/ 79773 w 382833"/>
              <a:gd name="connsiteY34" fmla="*/ 111728 h 304228"/>
              <a:gd name="connsiteX35" fmla="*/ 79773 w 382833"/>
              <a:gd name="connsiteY35" fmla="*/ 95726 h 304228"/>
              <a:gd name="connsiteX36" fmla="*/ 94286 w 382833"/>
              <a:gd name="connsiteY36" fmla="*/ 105727 h 304228"/>
              <a:gd name="connsiteX37" fmla="*/ 98270 w 382833"/>
              <a:gd name="connsiteY37" fmla="*/ 107061 h 304228"/>
              <a:gd name="connsiteX38" fmla="*/ 104909 w 382833"/>
              <a:gd name="connsiteY38" fmla="*/ 102965 h 304228"/>
              <a:gd name="connsiteX39" fmla="*/ 102253 w 382833"/>
              <a:gd name="connsiteY39" fmla="*/ 92202 h 304228"/>
              <a:gd name="connsiteX40" fmla="*/ 84990 w 382833"/>
              <a:gd name="connsiteY40" fmla="*/ 80391 h 304228"/>
              <a:gd name="connsiteX41" fmla="*/ 102253 w 382833"/>
              <a:gd name="connsiteY41" fmla="*/ 69152 h 304228"/>
              <a:gd name="connsiteX42" fmla="*/ 104909 w 382833"/>
              <a:gd name="connsiteY42" fmla="*/ 58483 h 304228"/>
              <a:gd name="connsiteX43" fmla="*/ 200808 w 382833"/>
              <a:gd name="connsiteY43" fmla="*/ 58483 h 304228"/>
              <a:gd name="connsiteX44" fmla="*/ 190184 w 382833"/>
              <a:gd name="connsiteY44" fmla="*/ 55817 h 304228"/>
              <a:gd name="connsiteX45" fmla="*/ 175671 w 382833"/>
              <a:gd name="connsiteY45" fmla="*/ 65342 h 304228"/>
              <a:gd name="connsiteX46" fmla="*/ 175671 w 382833"/>
              <a:gd name="connsiteY46" fmla="*/ 48482 h 304228"/>
              <a:gd name="connsiteX47" fmla="*/ 167608 w 382833"/>
              <a:gd name="connsiteY47" fmla="*/ 40577 h 304228"/>
              <a:gd name="connsiteX48" fmla="*/ 159546 w 382833"/>
              <a:gd name="connsiteY48" fmla="*/ 48482 h 304228"/>
              <a:gd name="connsiteX49" fmla="*/ 159546 w 382833"/>
              <a:gd name="connsiteY49" fmla="*/ 65818 h 304228"/>
              <a:gd name="connsiteX50" fmla="*/ 145033 w 382833"/>
              <a:gd name="connsiteY50" fmla="*/ 55817 h 304228"/>
              <a:gd name="connsiteX51" fmla="*/ 134409 w 382833"/>
              <a:gd name="connsiteY51" fmla="*/ 58483 h 304228"/>
              <a:gd name="connsiteX52" fmla="*/ 137065 w 382833"/>
              <a:gd name="connsiteY52" fmla="*/ 69247 h 304228"/>
              <a:gd name="connsiteX53" fmla="*/ 152906 w 382833"/>
              <a:gd name="connsiteY53" fmla="*/ 80105 h 304228"/>
              <a:gd name="connsiteX54" fmla="*/ 137065 w 382833"/>
              <a:gd name="connsiteY54" fmla="*/ 90488 h 304228"/>
              <a:gd name="connsiteX55" fmla="*/ 134409 w 382833"/>
              <a:gd name="connsiteY55" fmla="*/ 102584 h 304228"/>
              <a:gd name="connsiteX56" fmla="*/ 141049 w 382833"/>
              <a:gd name="connsiteY56" fmla="*/ 105251 h 304228"/>
              <a:gd name="connsiteX57" fmla="*/ 145033 w 382833"/>
              <a:gd name="connsiteY57" fmla="*/ 103918 h 304228"/>
              <a:gd name="connsiteX58" fmla="*/ 159546 w 382833"/>
              <a:gd name="connsiteY58" fmla="*/ 94393 h 304228"/>
              <a:gd name="connsiteX59" fmla="*/ 159546 w 382833"/>
              <a:gd name="connsiteY59" fmla="*/ 111728 h 304228"/>
              <a:gd name="connsiteX60" fmla="*/ 167608 w 382833"/>
              <a:gd name="connsiteY60" fmla="*/ 119634 h 304228"/>
              <a:gd name="connsiteX61" fmla="*/ 175671 w 382833"/>
              <a:gd name="connsiteY61" fmla="*/ 111728 h 304228"/>
              <a:gd name="connsiteX62" fmla="*/ 175671 w 382833"/>
              <a:gd name="connsiteY62" fmla="*/ 95726 h 304228"/>
              <a:gd name="connsiteX63" fmla="*/ 190184 w 382833"/>
              <a:gd name="connsiteY63" fmla="*/ 105727 h 304228"/>
              <a:gd name="connsiteX64" fmla="*/ 194168 w 382833"/>
              <a:gd name="connsiteY64" fmla="*/ 107061 h 304228"/>
              <a:gd name="connsiteX65" fmla="*/ 200808 w 382833"/>
              <a:gd name="connsiteY65" fmla="*/ 102965 h 304228"/>
              <a:gd name="connsiteX66" fmla="*/ 198152 w 382833"/>
              <a:gd name="connsiteY66" fmla="*/ 92202 h 304228"/>
              <a:gd name="connsiteX67" fmla="*/ 180888 w 382833"/>
              <a:gd name="connsiteY67" fmla="*/ 80391 h 304228"/>
              <a:gd name="connsiteX68" fmla="*/ 198152 w 382833"/>
              <a:gd name="connsiteY68" fmla="*/ 69152 h 304228"/>
              <a:gd name="connsiteX69" fmla="*/ 200808 w 382833"/>
              <a:gd name="connsiteY69" fmla="*/ 58483 h 304228"/>
              <a:gd name="connsiteX70" fmla="*/ 382834 w 382833"/>
              <a:gd name="connsiteY70" fmla="*/ 168212 h 304228"/>
              <a:gd name="connsiteX71" fmla="*/ 382834 w 382833"/>
              <a:gd name="connsiteY71" fmla="*/ 296228 h 304228"/>
              <a:gd name="connsiteX72" fmla="*/ 374866 w 382833"/>
              <a:gd name="connsiteY72" fmla="*/ 304229 h 304228"/>
              <a:gd name="connsiteX73" fmla="*/ 215131 w 382833"/>
              <a:gd name="connsiteY73" fmla="*/ 304229 h 304228"/>
              <a:gd name="connsiteX74" fmla="*/ 207163 w 382833"/>
              <a:gd name="connsiteY74" fmla="*/ 296228 h 304228"/>
              <a:gd name="connsiteX75" fmla="*/ 207163 w 382833"/>
              <a:gd name="connsiteY75" fmla="*/ 168212 h 304228"/>
              <a:gd name="connsiteX76" fmla="*/ 215131 w 382833"/>
              <a:gd name="connsiteY76" fmla="*/ 160211 h 304228"/>
              <a:gd name="connsiteX77" fmla="*/ 239414 w 382833"/>
              <a:gd name="connsiteY77" fmla="*/ 160211 h 304228"/>
              <a:gd name="connsiteX78" fmla="*/ 239414 w 382833"/>
              <a:gd name="connsiteY78" fmla="*/ 152400 h 304228"/>
              <a:gd name="connsiteX79" fmla="*/ 294998 w 382833"/>
              <a:gd name="connsiteY79" fmla="*/ 96298 h 304228"/>
              <a:gd name="connsiteX80" fmla="*/ 350583 w 382833"/>
              <a:gd name="connsiteY80" fmla="*/ 152400 h 304228"/>
              <a:gd name="connsiteX81" fmla="*/ 350583 w 382833"/>
              <a:gd name="connsiteY81" fmla="*/ 160211 h 304228"/>
              <a:gd name="connsiteX82" fmla="*/ 374866 w 382833"/>
              <a:gd name="connsiteY82" fmla="*/ 160211 h 304228"/>
              <a:gd name="connsiteX83" fmla="*/ 382834 w 382833"/>
              <a:gd name="connsiteY83" fmla="*/ 168212 h 304228"/>
              <a:gd name="connsiteX84" fmla="*/ 255254 w 382833"/>
              <a:gd name="connsiteY84" fmla="*/ 160211 h 304228"/>
              <a:gd name="connsiteX85" fmla="*/ 334648 w 382833"/>
              <a:gd name="connsiteY85" fmla="*/ 160211 h 304228"/>
              <a:gd name="connsiteX86" fmla="*/ 334648 w 382833"/>
              <a:gd name="connsiteY86" fmla="*/ 152400 h 304228"/>
              <a:gd name="connsiteX87" fmla="*/ 294903 w 382833"/>
              <a:gd name="connsiteY87" fmla="*/ 112300 h 304228"/>
              <a:gd name="connsiteX88" fmla="*/ 255159 w 382833"/>
              <a:gd name="connsiteY88" fmla="*/ 152400 h 304228"/>
              <a:gd name="connsiteX89" fmla="*/ 255159 w 382833"/>
              <a:gd name="connsiteY89" fmla="*/ 160211 h 304228"/>
              <a:gd name="connsiteX90" fmla="*/ 366803 w 382833"/>
              <a:gd name="connsiteY90" fmla="*/ 176213 h 304228"/>
              <a:gd name="connsiteX91" fmla="*/ 343754 w 382833"/>
              <a:gd name="connsiteY91" fmla="*/ 176213 h 304228"/>
              <a:gd name="connsiteX92" fmla="*/ 342615 w 382833"/>
              <a:gd name="connsiteY92" fmla="*/ 176403 h 304228"/>
              <a:gd name="connsiteX93" fmla="*/ 341193 w 382833"/>
              <a:gd name="connsiteY93" fmla="*/ 176213 h 304228"/>
              <a:gd name="connsiteX94" fmla="*/ 248425 w 382833"/>
              <a:gd name="connsiteY94" fmla="*/ 176213 h 304228"/>
              <a:gd name="connsiteX95" fmla="*/ 247286 w 382833"/>
              <a:gd name="connsiteY95" fmla="*/ 176403 h 304228"/>
              <a:gd name="connsiteX96" fmla="*/ 245864 w 382833"/>
              <a:gd name="connsiteY96" fmla="*/ 176213 h 304228"/>
              <a:gd name="connsiteX97" fmla="*/ 223004 w 382833"/>
              <a:gd name="connsiteY97" fmla="*/ 176213 h 304228"/>
              <a:gd name="connsiteX98" fmla="*/ 223004 w 382833"/>
              <a:gd name="connsiteY98" fmla="*/ 288227 h 304228"/>
              <a:gd name="connsiteX99" fmla="*/ 366803 w 382833"/>
              <a:gd name="connsiteY99" fmla="*/ 288227 h 304228"/>
              <a:gd name="connsiteX100" fmla="*/ 366803 w 382833"/>
              <a:gd name="connsiteY100" fmla="*/ 176213 h 304228"/>
              <a:gd name="connsiteX101" fmla="*/ 294903 w 382833"/>
              <a:gd name="connsiteY101" fmla="*/ 197167 h 304228"/>
              <a:gd name="connsiteX102" fmla="*/ 278778 w 382833"/>
              <a:gd name="connsiteY102" fmla="*/ 213360 h 304228"/>
              <a:gd name="connsiteX103" fmla="*/ 286841 w 382833"/>
              <a:gd name="connsiteY103" fmla="*/ 227267 h 304228"/>
              <a:gd name="connsiteX104" fmla="*/ 286841 w 382833"/>
              <a:gd name="connsiteY104" fmla="*/ 253175 h 304228"/>
              <a:gd name="connsiteX105" fmla="*/ 294903 w 382833"/>
              <a:gd name="connsiteY105" fmla="*/ 261080 h 304228"/>
              <a:gd name="connsiteX106" fmla="*/ 302966 w 382833"/>
              <a:gd name="connsiteY106" fmla="*/ 253175 h 304228"/>
              <a:gd name="connsiteX107" fmla="*/ 302966 w 382833"/>
              <a:gd name="connsiteY107" fmla="*/ 226981 h 304228"/>
              <a:gd name="connsiteX108" fmla="*/ 311029 w 382833"/>
              <a:gd name="connsiteY108" fmla="*/ 213455 h 304228"/>
              <a:gd name="connsiteX109" fmla="*/ 294903 w 382833"/>
              <a:gd name="connsiteY109" fmla="*/ 197263 h 30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82833" h="304228">
                <a:moveTo>
                  <a:pt x="382834" y="8001"/>
                </a:moveTo>
                <a:lnTo>
                  <a:pt x="382834" y="104108"/>
                </a:lnTo>
                <a:cubicBezTo>
                  <a:pt x="382834" y="109442"/>
                  <a:pt x="378850" y="112109"/>
                  <a:pt x="374866" y="112109"/>
                </a:cubicBezTo>
                <a:cubicBezTo>
                  <a:pt x="370882" y="112109"/>
                  <a:pt x="366898" y="109442"/>
                  <a:pt x="366898" y="104108"/>
                </a:cubicBezTo>
                <a:lnTo>
                  <a:pt x="366898" y="16002"/>
                </a:lnTo>
                <a:lnTo>
                  <a:pt x="15936" y="16002"/>
                </a:lnTo>
                <a:lnTo>
                  <a:pt x="15936" y="144209"/>
                </a:lnTo>
                <a:lnTo>
                  <a:pt x="167514" y="144209"/>
                </a:lnTo>
                <a:cubicBezTo>
                  <a:pt x="171497" y="144209"/>
                  <a:pt x="175481" y="148209"/>
                  <a:pt x="175481" y="152210"/>
                </a:cubicBezTo>
                <a:cubicBezTo>
                  <a:pt x="175481" y="157544"/>
                  <a:pt x="171497" y="160211"/>
                  <a:pt x="167514" y="160211"/>
                </a:cubicBezTo>
                <a:lnTo>
                  <a:pt x="7968" y="160211"/>
                </a:lnTo>
                <a:cubicBezTo>
                  <a:pt x="3984" y="160211"/>
                  <a:pt x="0" y="157544"/>
                  <a:pt x="0" y="152210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4866" y="0"/>
                </a:lnTo>
                <a:cubicBezTo>
                  <a:pt x="378850" y="0"/>
                  <a:pt x="382834" y="4001"/>
                  <a:pt x="382834" y="8001"/>
                </a:cubicBezTo>
                <a:close/>
                <a:moveTo>
                  <a:pt x="104909" y="58483"/>
                </a:moveTo>
                <a:cubicBezTo>
                  <a:pt x="102253" y="54483"/>
                  <a:pt x="98270" y="53150"/>
                  <a:pt x="94286" y="55817"/>
                </a:cubicBezTo>
                <a:cubicBezTo>
                  <a:pt x="94286" y="55817"/>
                  <a:pt x="94286" y="55817"/>
                  <a:pt x="79773" y="65342"/>
                </a:cubicBezTo>
                <a:lnTo>
                  <a:pt x="79773" y="48482"/>
                </a:lnTo>
                <a:cubicBezTo>
                  <a:pt x="79773" y="44482"/>
                  <a:pt x="75694" y="40577"/>
                  <a:pt x="71710" y="40577"/>
                </a:cubicBezTo>
                <a:cubicBezTo>
                  <a:pt x="67726" y="40577"/>
                  <a:pt x="63648" y="44577"/>
                  <a:pt x="63648" y="48482"/>
                </a:cubicBezTo>
                <a:lnTo>
                  <a:pt x="63648" y="65818"/>
                </a:lnTo>
                <a:cubicBezTo>
                  <a:pt x="59284" y="62865"/>
                  <a:pt x="54541" y="59531"/>
                  <a:pt x="49135" y="55817"/>
                </a:cubicBezTo>
                <a:cubicBezTo>
                  <a:pt x="46479" y="53150"/>
                  <a:pt x="41167" y="54483"/>
                  <a:pt x="38511" y="58483"/>
                </a:cubicBezTo>
                <a:cubicBezTo>
                  <a:pt x="35855" y="61150"/>
                  <a:pt x="37183" y="66580"/>
                  <a:pt x="41167" y="69247"/>
                </a:cubicBezTo>
                <a:cubicBezTo>
                  <a:pt x="41167" y="69247"/>
                  <a:pt x="41167" y="69247"/>
                  <a:pt x="57008" y="80105"/>
                </a:cubicBezTo>
                <a:cubicBezTo>
                  <a:pt x="52265" y="83153"/>
                  <a:pt x="47143" y="86582"/>
                  <a:pt x="41167" y="90488"/>
                </a:cubicBezTo>
                <a:cubicBezTo>
                  <a:pt x="37183" y="93154"/>
                  <a:pt x="35855" y="98489"/>
                  <a:pt x="38511" y="102584"/>
                </a:cubicBezTo>
                <a:cubicBezTo>
                  <a:pt x="39839" y="103918"/>
                  <a:pt x="42495" y="105251"/>
                  <a:pt x="45151" y="105251"/>
                </a:cubicBezTo>
                <a:cubicBezTo>
                  <a:pt x="46479" y="105251"/>
                  <a:pt x="47807" y="105251"/>
                  <a:pt x="49135" y="103918"/>
                </a:cubicBezTo>
                <a:cubicBezTo>
                  <a:pt x="49135" y="103918"/>
                  <a:pt x="49135" y="103918"/>
                  <a:pt x="63648" y="94393"/>
                </a:cubicBezTo>
                <a:lnTo>
                  <a:pt x="63648" y="111728"/>
                </a:lnTo>
                <a:cubicBezTo>
                  <a:pt x="63648" y="116967"/>
                  <a:pt x="67726" y="119634"/>
                  <a:pt x="71710" y="119634"/>
                </a:cubicBezTo>
                <a:cubicBezTo>
                  <a:pt x="75694" y="119634"/>
                  <a:pt x="79773" y="116967"/>
                  <a:pt x="79773" y="111728"/>
                </a:cubicBezTo>
                <a:lnTo>
                  <a:pt x="79773" y="95726"/>
                </a:lnTo>
                <a:cubicBezTo>
                  <a:pt x="84136" y="98679"/>
                  <a:pt x="88879" y="102013"/>
                  <a:pt x="94286" y="105727"/>
                </a:cubicBezTo>
                <a:cubicBezTo>
                  <a:pt x="95614" y="105727"/>
                  <a:pt x="96942" y="107061"/>
                  <a:pt x="98270" y="107061"/>
                </a:cubicBezTo>
                <a:cubicBezTo>
                  <a:pt x="100925" y="107061"/>
                  <a:pt x="103581" y="105727"/>
                  <a:pt x="104909" y="102965"/>
                </a:cubicBezTo>
                <a:cubicBezTo>
                  <a:pt x="107565" y="98869"/>
                  <a:pt x="106237" y="93536"/>
                  <a:pt x="102253" y="92202"/>
                </a:cubicBezTo>
                <a:cubicBezTo>
                  <a:pt x="102253" y="92202"/>
                  <a:pt x="96496" y="88265"/>
                  <a:pt x="84990" y="80391"/>
                </a:cubicBezTo>
                <a:cubicBezTo>
                  <a:pt x="90017" y="77152"/>
                  <a:pt x="95709" y="73342"/>
                  <a:pt x="102253" y="69152"/>
                </a:cubicBezTo>
                <a:cubicBezTo>
                  <a:pt x="106237" y="66485"/>
                  <a:pt x="107565" y="62484"/>
                  <a:pt x="104909" y="58483"/>
                </a:cubicBezTo>
                <a:close/>
                <a:moveTo>
                  <a:pt x="200808" y="58483"/>
                </a:moveTo>
                <a:cubicBezTo>
                  <a:pt x="198152" y="54483"/>
                  <a:pt x="194168" y="53150"/>
                  <a:pt x="190184" y="55817"/>
                </a:cubicBezTo>
                <a:cubicBezTo>
                  <a:pt x="190184" y="55817"/>
                  <a:pt x="190184" y="55817"/>
                  <a:pt x="175671" y="65342"/>
                </a:cubicBezTo>
                <a:lnTo>
                  <a:pt x="175671" y="48482"/>
                </a:lnTo>
                <a:cubicBezTo>
                  <a:pt x="175671" y="44482"/>
                  <a:pt x="171592" y="40577"/>
                  <a:pt x="167608" y="40577"/>
                </a:cubicBezTo>
                <a:cubicBezTo>
                  <a:pt x="163624" y="40577"/>
                  <a:pt x="159546" y="44577"/>
                  <a:pt x="159546" y="48482"/>
                </a:cubicBezTo>
                <a:lnTo>
                  <a:pt x="159546" y="65818"/>
                </a:lnTo>
                <a:cubicBezTo>
                  <a:pt x="155182" y="62865"/>
                  <a:pt x="150440" y="59531"/>
                  <a:pt x="145033" y="55817"/>
                </a:cubicBezTo>
                <a:cubicBezTo>
                  <a:pt x="142377" y="53150"/>
                  <a:pt x="137065" y="54483"/>
                  <a:pt x="134409" y="58483"/>
                </a:cubicBezTo>
                <a:cubicBezTo>
                  <a:pt x="131753" y="61150"/>
                  <a:pt x="133081" y="66580"/>
                  <a:pt x="137065" y="69247"/>
                </a:cubicBezTo>
                <a:cubicBezTo>
                  <a:pt x="137065" y="69247"/>
                  <a:pt x="137065" y="69247"/>
                  <a:pt x="152906" y="80105"/>
                </a:cubicBezTo>
                <a:cubicBezTo>
                  <a:pt x="148163" y="83153"/>
                  <a:pt x="143041" y="86582"/>
                  <a:pt x="137065" y="90488"/>
                </a:cubicBezTo>
                <a:cubicBezTo>
                  <a:pt x="133081" y="93154"/>
                  <a:pt x="131753" y="98489"/>
                  <a:pt x="134409" y="102584"/>
                </a:cubicBezTo>
                <a:cubicBezTo>
                  <a:pt x="135737" y="103918"/>
                  <a:pt x="138393" y="105251"/>
                  <a:pt x="141049" y="105251"/>
                </a:cubicBezTo>
                <a:cubicBezTo>
                  <a:pt x="142377" y="105251"/>
                  <a:pt x="143705" y="105251"/>
                  <a:pt x="145033" y="103918"/>
                </a:cubicBezTo>
                <a:cubicBezTo>
                  <a:pt x="145033" y="103918"/>
                  <a:pt x="145033" y="103918"/>
                  <a:pt x="159546" y="94393"/>
                </a:cubicBezTo>
                <a:lnTo>
                  <a:pt x="159546" y="111728"/>
                </a:lnTo>
                <a:cubicBezTo>
                  <a:pt x="159546" y="116967"/>
                  <a:pt x="163624" y="119634"/>
                  <a:pt x="167608" y="119634"/>
                </a:cubicBezTo>
                <a:cubicBezTo>
                  <a:pt x="171592" y="119634"/>
                  <a:pt x="175671" y="116967"/>
                  <a:pt x="175671" y="111728"/>
                </a:cubicBezTo>
                <a:lnTo>
                  <a:pt x="175671" y="95726"/>
                </a:lnTo>
                <a:cubicBezTo>
                  <a:pt x="180034" y="98679"/>
                  <a:pt x="184777" y="102013"/>
                  <a:pt x="190184" y="105727"/>
                </a:cubicBezTo>
                <a:cubicBezTo>
                  <a:pt x="191512" y="105727"/>
                  <a:pt x="192840" y="107061"/>
                  <a:pt x="194168" y="107061"/>
                </a:cubicBezTo>
                <a:cubicBezTo>
                  <a:pt x="196824" y="107061"/>
                  <a:pt x="199480" y="105727"/>
                  <a:pt x="200808" y="102965"/>
                </a:cubicBezTo>
                <a:cubicBezTo>
                  <a:pt x="203464" y="98869"/>
                  <a:pt x="202136" y="93536"/>
                  <a:pt x="198152" y="92202"/>
                </a:cubicBezTo>
                <a:cubicBezTo>
                  <a:pt x="198152" y="92202"/>
                  <a:pt x="192394" y="88265"/>
                  <a:pt x="180888" y="80391"/>
                </a:cubicBezTo>
                <a:cubicBezTo>
                  <a:pt x="185915" y="77152"/>
                  <a:pt x="191607" y="73342"/>
                  <a:pt x="198152" y="69152"/>
                </a:cubicBezTo>
                <a:cubicBezTo>
                  <a:pt x="202136" y="66485"/>
                  <a:pt x="203464" y="62484"/>
                  <a:pt x="200808" y="58483"/>
                </a:cubicBezTo>
                <a:close/>
                <a:moveTo>
                  <a:pt x="382834" y="168212"/>
                </a:moveTo>
                <a:lnTo>
                  <a:pt x="382834" y="296228"/>
                </a:lnTo>
                <a:cubicBezTo>
                  <a:pt x="382834" y="301562"/>
                  <a:pt x="378850" y="304229"/>
                  <a:pt x="374866" y="304229"/>
                </a:cubicBezTo>
                <a:lnTo>
                  <a:pt x="215131" y="304229"/>
                </a:lnTo>
                <a:cubicBezTo>
                  <a:pt x="211147" y="304229"/>
                  <a:pt x="207163" y="301562"/>
                  <a:pt x="207163" y="296228"/>
                </a:cubicBezTo>
                <a:lnTo>
                  <a:pt x="207163" y="168212"/>
                </a:lnTo>
                <a:cubicBezTo>
                  <a:pt x="207163" y="164211"/>
                  <a:pt x="211147" y="160211"/>
                  <a:pt x="215131" y="160211"/>
                </a:cubicBezTo>
                <a:lnTo>
                  <a:pt x="239414" y="160211"/>
                </a:lnTo>
                <a:lnTo>
                  <a:pt x="239414" y="152400"/>
                </a:lnTo>
                <a:cubicBezTo>
                  <a:pt x="239414" y="121729"/>
                  <a:pt x="264550" y="96298"/>
                  <a:pt x="294998" y="96298"/>
                </a:cubicBezTo>
                <a:cubicBezTo>
                  <a:pt x="325447" y="96298"/>
                  <a:pt x="350583" y="121634"/>
                  <a:pt x="350583" y="152400"/>
                </a:cubicBezTo>
                <a:lnTo>
                  <a:pt x="350583" y="160211"/>
                </a:lnTo>
                <a:lnTo>
                  <a:pt x="374866" y="160211"/>
                </a:lnTo>
                <a:cubicBezTo>
                  <a:pt x="378850" y="160211"/>
                  <a:pt x="382834" y="164211"/>
                  <a:pt x="382834" y="168212"/>
                </a:cubicBezTo>
                <a:close/>
                <a:moveTo>
                  <a:pt x="255254" y="160211"/>
                </a:moveTo>
                <a:lnTo>
                  <a:pt x="334648" y="160211"/>
                </a:lnTo>
                <a:lnTo>
                  <a:pt x="334648" y="152400"/>
                </a:lnTo>
                <a:cubicBezTo>
                  <a:pt x="334648" y="131064"/>
                  <a:pt x="316151" y="112300"/>
                  <a:pt x="294903" y="112300"/>
                </a:cubicBezTo>
                <a:cubicBezTo>
                  <a:pt x="272423" y="112300"/>
                  <a:pt x="255159" y="130969"/>
                  <a:pt x="255159" y="152400"/>
                </a:cubicBezTo>
                <a:lnTo>
                  <a:pt x="255159" y="160211"/>
                </a:lnTo>
                <a:close/>
                <a:moveTo>
                  <a:pt x="366803" y="176213"/>
                </a:moveTo>
                <a:lnTo>
                  <a:pt x="343754" y="176213"/>
                </a:lnTo>
                <a:cubicBezTo>
                  <a:pt x="343754" y="176213"/>
                  <a:pt x="342995" y="176403"/>
                  <a:pt x="342615" y="176403"/>
                </a:cubicBezTo>
                <a:cubicBezTo>
                  <a:pt x="342046" y="176403"/>
                  <a:pt x="341667" y="176213"/>
                  <a:pt x="341193" y="176213"/>
                </a:cubicBezTo>
                <a:lnTo>
                  <a:pt x="248425" y="176213"/>
                </a:lnTo>
                <a:cubicBezTo>
                  <a:pt x="248425" y="176213"/>
                  <a:pt x="247666" y="176403"/>
                  <a:pt x="247286" y="176403"/>
                </a:cubicBezTo>
                <a:cubicBezTo>
                  <a:pt x="246717" y="176403"/>
                  <a:pt x="246338" y="176213"/>
                  <a:pt x="245864" y="176213"/>
                </a:cubicBezTo>
                <a:lnTo>
                  <a:pt x="223004" y="176213"/>
                </a:lnTo>
                <a:lnTo>
                  <a:pt x="223004" y="288227"/>
                </a:lnTo>
                <a:lnTo>
                  <a:pt x="366803" y="288227"/>
                </a:lnTo>
                <a:lnTo>
                  <a:pt x="366803" y="176213"/>
                </a:lnTo>
                <a:close/>
                <a:moveTo>
                  <a:pt x="294903" y="197167"/>
                </a:moveTo>
                <a:cubicBezTo>
                  <a:pt x="285513" y="197167"/>
                  <a:pt x="278778" y="203930"/>
                  <a:pt x="278778" y="213360"/>
                </a:cubicBezTo>
                <a:cubicBezTo>
                  <a:pt x="278778" y="218885"/>
                  <a:pt x="281908" y="224314"/>
                  <a:pt x="286841" y="227267"/>
                </a:cubicBezTo>
                <a:lnTo>
                  <a:pt x="286841" y="253175"/>
                </a:lnTo>
                <a:cubicBezTo>
                  <a:pt x="286841" y="257175"/>
                  <a:pt x="289497" y="261080"/>
                  <a:pt x="294903" y="261080"/>
                </a:cubicBezTo>
                <a:cubicBezTo>
                  <a:pt x="298982" y="261080"/>
                  <a:pt x="302966" y="257080"/>
                  <a:pt x="302966" y="253175"/>
                </a:cubicBezTo>
                <a:lnTo>
                  <a:pt x="302966" y="226981"/>
                </a:lnTo>
                <a:cubicBezTo>
                  <a:pt x="307614" y="223933"/>
                  <a:pt x="311029" y="218694"/>
                  <a:pt x="311029" y="213455"/>
                </a:cubicBezTo>
                <a:cubicBezTo>
                  <a:pt x="311029" y="204025"/>
                  <a:pt x="302966" y="197263"/>
                  <a:pt x="294903" y="19726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0" name="Graphic 117">
            <a:extLst>
              <a:ext uri="{FF2B5EF4-FFF2-40B4-BE49-F238E27FC236}">
                <a16:creationId xmlns:a16="http://schemas.microsoft.com/office/drawing/2014/main" id="{A7530B89-0B95-3325-5111-96FAF3F789F9}"/>
              </a:ext>
            </a:extLst>
          </p:cNvPr>
          <p:cNvSpPr/>
          <p:nvPr/>
        </p:nvSpPr>
        <p:spPr>
          <a:xfrm>
            <a:off x="7853684" y="878360"/>
            <a:ext cx="513080" cy="407732"/>
          </a:xfrm>
          <a:custGeom>
            <a:avLst/>
            <a:gdLst>
              <a:gd name="connsiteX0" fmla="*/ 382834 w 382833"/>
              <a:gd name="connsiteY0" fmla="*/ 8001 h 304228"/>
              <a:gd name="connsiteX1" fmla="*/ 382834 w 382833"/>
              <a:gd name="connsiteY1" fmla="*/ 104108 h 304228"/>
              <a:gd name="connsiteX2" fmla="*/ 374866 w 382833"/>
              <a:gd name="connsiteY2" fmla="*/ 112109 h 304228"/>
              <a:gd name="connsiteX3" fmla="*/ 366898 w 382833"/>
              <a:gd name="connsiteY3" fmla="*/ 104108 h 304228"/>
              <a:gd name="connsiteX4" fmla="*/ 366898 w 382833"/>
              <a:gd name="connsiteY4" fmla="*/ 16002 h 304228"/>
              <a:gd name="connsiteX5" fmla="*/ 15936 w 382833"/>
              <a:gd name="connsiteY5" fmla="*/ 16002 h 304228"/>
              <a:gd name="connsiteX6" fmla="*/ 15936 w 382833"/>
              <a:gd name="connsiteY6" fmla="*/ 144209 h 304228"/>
              <a:gd name="connsiteX7" fmla="*/ 167514 w 382833"/>
              <a:gd name="connsiteY7" fmla="*/ 144209 h 304228"/>
              <a:gd name="connsiteX8" fmla="*/ 175481 w 382833"/>
              <a:gd name="connsiteY8" fmla="*/ 152210 h 304228"/>
              <a:gd name="connsiteX9" fmla="*/ 167514 w 382833"/>
              <a:gd name="connsiteY9" fmla="*/ 160211 h 304228"/>
              <a:gd name="connsiteX10" fmla="*/ 7968 w 382833"/>
              <a:gd name="connsiteY10" fmla="*/ 160211 h 304228"/>
              <a:gd name="connsiteX11" fmla="*/ 0 w 382833"/>
              <a:gd name="connsiteY11" fmla="*/ 152210 h 304228"/>
              <a:gd name="connsiteX12" fmla="*/ 0 w 382833"/>
              <a:gd name="connsiteY12" fmla="*/ 8001 h 304228"/>
              <a:gd name="connsiteX13" fmla="*/ 7968 w 382833"/>
              <a:gd name="connsiteY13" fmla="*/ 0 h 304228"/>
              <a:gd name="connsiteX14" fmla="*/ 374866 w 382833"/>
              <a:gd name="connsiteY14" fmla="*/ 0 h 304228"/>
              <a:gd name="connsiteX15" fmla="*/ 382834 w 382833"/>
              <a:gd name="connsiteY15" fmla="*/ 8001 h 304228"/>
              <a:gd name="connsiteX16" fmla="*/ 104909 w 382833"/>
              <a:gd name="connsiteY16" fmla="*/ 58483 h 304228"/>
              <a:gd name="connsiteX17" fmla="*/ 94286 w 382833"/>
              <a:gd name="connsiteY17" fmla="*/ 55817 h 304228"/>
              <a:gd name="connsiteX18" fmla="*/ 79773 w 382833"/>
              <a:gd name="connsiteY18" fmla="*/ 65342 h 304228"/>
              <a:gd name="connsiteX19" fmla="*/ 79773 w 382833"/>
              <a:gd name="connsiteY19" fmla="*/ 48482 h 304228"/>
              <a:gd name="connsiteX20" fmla="*/ 71710 w 382833"/>
              <a:gd name="connsiteY20" fmla="*/ 40577 h 304228"/>
              <a:gd name="connsiteX21" fmla="*/ 63648 w 382833"/>
              <a:gd name="connsiteY21" fmla="*/ 48482 h 304228"/>
              <a:gd name="connsiteX22" fmla="*/ 63648 w 382833"/>
              <a:gd name="connsiteY22" fmla="*/ 65818 h 304228"/>
              <a:gd name="connsiteX23" fmla="*/ 49135 w 382833"/>
              <a:gd name="connsiteY23" fmla="*/ 55817 h 304228"/>
              <a:gd name="connsiteX24" fmla="*/ 38511 w 382833"/>
              <a:gd name="connsiteY24" fmla="*/ 58483 h 304228"/>
              <a:gd name="connsiteX25" fmla="*/ 41167 w 382833"/>
              <a:gd name="connsiteY25" fmla="*/ 69247 h 304228"/>
              <a:gd name="connsiteX26" fmla="*/ 57008 w 382833"/>
              <a:gd name="connsiteY26" fmla="*/ 80105 h 304228"/>
              <a:gd name="connsiteX27" fmla="*/ 41167 w 382833"/>
              <a:gd name="connsiteY27" fmla="*/ 90488 h 304228"/>
              <a:gd name="connsiteX28" fmla="*/ 38511 w 382833"/>
              <a:gd name="connsiteY28" fmla="*/ 102584 h 304228"/>
              <a:gd name="connsiteX29" fmla="*/ 45151 w 382833"/>
              <a:gd name="connsiteY29" fmla="*/ 105251 h 304228"/>
              <a:gd name="connsiteX30" fmla="*/ 49135 w 382833"/>
              <a:gd name="connsiteY30" fmla="*/ 103918 h 304228"/>
              <a:gd name="connsiteX31" fmla="*/ 63648 w 382833"/>
              <a:gd name="connsiteY31" fmla="*/ 94393 h 304228"/>
              <a:gd name="connsiteX32" fmla="*/ 63648 w 382833"/>
              <a:gd name="connsiteY32" fmla="*/ 111728 h 304228"/>
              <a:gd name="connsiteX33" fmla="*/ 71710 w 382833"/>
              <a:gd name="connsiteY33" fmla="*/ 119634 h 304228"/>
              <a:gd name="connsiteX34" fmla="*/ 79773 w 382833"/>
              <a:gd name="connsiteY34" fmla="*/ 111728 h 304228"/>
              <a:gd name="connsiteX35" fmla="*/ 79773 w 382833"/>
              <a:gd name="connsiteY35" fmla="*/ 95726 h 304228"/>
              <a:gd name="connsiteX36" fmla="*/ 94286 w 382833"/>
              <a:gd name="connsiteY36" fmla="*/ 105727 h 304228"/>
              <a:gd name="connsiteX37" fmla="*/ 98270 w 382833"/>
              <a:gd name="connsiteY37" fmla="*/ 107061 h 304228"/>
              <a:gd name="connsiteX38" fmla="*/ 104909 w 382833"/>
              <a:gd name="connsiteY38" fmla="*/ 102965 h 304228"/>
              <a:gd name="connsiteX39" fmla="*/ 102253 w 382833"/>
              <a:gd name="connsiteY39" fmla="*/ 92202 h 304228"/>
              <a:gd name="connsiteX40" fmla="*/ 84990 w 382833"/>
              <a:gd name="connsiteY40" fmla="*/ 80391 h 304228"/>
              <a:gd name="connsiteX41" fmla="*/ 102253 w 382833"/>
              <a:gd name="connsiteY41" fmla="*/ 69152 h 304228"/>
              <a:gd name="connsiteX42" fmla="*/ 104909 w 382833"/>
              <a:gd name="connsiteY42" fmla="*/ 58483 h 304228"/>
              <a:gd name="connsiteX43" fmla="*/ 200808 w 382833"/>
              <a:gd name="connsiteY43" fmla="*/ 58483 h 304228"/>
              <a:gd name="connsiteX44" fmla="*/ 190184 w 382833"/>
              <a:gd name="connsiteY44" fmla="*/ 55817 h 304228"/>
              <a:gd name="connsiteX45" fmla="*/ 175671 w 382833"/>
              <a:gd name="connsiteY45" fmla="*/ 65342 h 304228"/>
              <a:gd name="connsiteX46" fmla="*/ 175671 w 382833"/>
              <a:gd name="connsiteY46" fmla="*/ 48482 h 304228"/>
              <a:gd name="connsiteX47" fmla="*/ 167608 w 382833"/>
              <a:gd name="connsiteY47" fmla="*/ 40577 h 304228"/>
              <a:gd name="connsiteX48" fmla="*/ 159546 w 382833"/>
              <a:gd name="connsiteY48" fmla="*/ 48482 h 304228"/>
              <a:gd name="connsiteX49" fmla="*/ 159546 w 382833"/>
              <a:gd name="connsiteY49" fmla="*/ 65818 h 304228"/>
              <a:gd name="connsiteX50" fmla="*/ 145033 w 382833"/>
              <a:gd name="connsiteY50" fmla="*/ 55817 h 304228"/>
              <a:gd name="connsiteX51" fmla="*/ 134409 w 382833"/>
              <a:gd name="connsiteY51" fmla="*/ 58483 h 304228"/>
              <a:gd name="connsiteX52" fmla="*/ 137065 w 382833"/>
              <a:gd name="connsiteY52" fmla="*/ 69247 h 304228"/>
              <a:gd name="connsiteX53" fmla="*/ 152906 w 382833"/>
              <a:gd name="connsiteY53" fmla="*/ 80105 h 304228"/>
              <a:gd name="connsiteX54" fmla="*/ 137065 w 382833"/>
              <a:gd name="connsiteY54" fmla="*/ 90488 h 304228"/>
              <a:gd name="connsiteX55" fmla="*/ 134409 w 382833"/>
              <a:gd name="connsiteY55" fmla="*/ 102584 h 304228"/>
              <a:gd name="connsiteX56" fmla="*/ 141049 w 382833"/>
              <a:gd name="connsiteY56" fmla="*/ 105251 h 304228"/>
              <a:gd name="connsiteX57" fmla="*/ 145033 w 382833"/>
              <a:gd name="connsiteY57" fmla="*/ 103918 h 304228"/>
              <a:gd name="connsiteX58" fmla="*/ 159546 w 382833"/>
              <a:gd name="connsiteY58" fmla="*/ 94393 h 304228"/>
              <a:gd name="connsiteX59" fmla="*/ 159546 w 382833"/>
              <a:gd name="connsiteY59" fmla="*/ 111728 h 304228"/>
              <a:gd name="connsiteX60" fmla="*/ 167608 w 382833"/>
              <a:gd name="connsiteY60" fmla="*/ 119634 h 304228"/>
              <a:gd name="connsiteX61" fmla="*/ 175671 w 382833"/>
              <a:gd name="connsiteY61" fmla="*/ 111728 h 304228"/>
              <a:gd name="connsiteX62" fmla="*/ 175671 w 382833"/>
              <a:gd name="connsiteY62" fmla="*/ 95726 h 304228"/>
              <a:gd name="connsiteX63" fmla="*/ 190184 w 382833"/>
              <a:gd name="connsiteY63" fmla="*/ 105727 h 304228"/>
              <a:gd name="connsiteX64" fmla="*/ 194168 w 382833"/>
              <a:gd name="connsiteY64" fmla="*/ 107061 h 304228"/>
              <a:gd name="connsiteX65" fmla="*/ 200808 w 382833"/>
              <a:gd name="connsiteY65" fmla="*/ 102965 h 304228"/>
              <a:gd name="connsiteX66" fmla="*/ 198152 w 382833"/>
              <a:gd name="connsiteY66" fmla="*/ 92202 h 304228"/>
              <a:gd name="connsiteX67" fmla="*/ 180888 w 382833"/>
              <a:gd name="connsiteY67" fmla="*/ 80391 h 304228"/>
              <a:gd name="connsiteX68" fmla="*/ 198152 w 382833"/>
              <a:gd name="connsiteY68" fmla="*/ 69152 h 304228"/>
              <a:gd name="connsiteX69" fmla="*/ 200808 w 382833"/>
              <a:gd name="connsiteY69" fmla="*/ 58483 h 304228"/>
              <a:gd name="connsiteX70" fmla="*/ 382834 w 382833"/>
              <a:gd name="connsiteY70" fmla="*/ 168212 h 304228"/>
              <a:gd name="connsiteX71" fmla="*/ 382834 w 382833"/>
              <a:gd name="connsiteY71" fmla="*/ 296228 h 304228"/>
              <a:gd name="connsiteX72" fmla="*/ 374866 w 382833"/>
              <a:gd name="connsiteY72" fmla="*/ 304229 h 304228"/>
              <a:gd name="connsiteX73" fmla="*/ 215131 w 382833"/>
              <a:gd name="connsiteY73" fmla="*/ 304229 h 304228"/>
              <a:gd name="connsiteX74" fmla="*/ 207163 w 382833"/>
              <a:gd name="connsiteY74" fmla="*/ 296228 h 304228"/>
              <a:gd name="connsiteX75" fmla="*/ 207163 w 382833"/>
              <a:gd name="connsiteY75" fmla="*/ 168212 h 304228"/>
              <a:gd name="connsiteX76" fmla="*/ 215131 w 382833"/>
              <a:gd name="connsiteY76" fmla="*/ 160211 h 304228"/>
              <a:gd name="connsiteX77" fmla="*/ 239414 w 382833"/>
              <a:gd name="connsiteY77" fmla="*/ 160211 h 304228"/>
              <a:gd name="connsiteX78" fmla="*/ 239414 w 382833"/>
              <a:gd name="connsiteY78" fmla="*/ 152400 h 304228"/>
              <a:gd name="connsiteX79" fmla="*/ 294998 w 382833"/>
              <a:gd name="connsiteY79" fmla="*/ 96298 h 304228"/>
              <a:gd name="connsiteX80" fmla="*/ 350583 w 382833"/>
              <a:gd name="connsiteY80" fmla="*/ 152400 h 304228"/>
              <a:gd name="connsiteX81" fmla="*/ 350583 w 382833"/>
              <a:gd name="connsiteY81" fmla="*/ 160211 h 304228"/>
              <a:gd name="connsiteX82" fmla="*/ 374866 w 382833"/>
              <a:gd name="connsiteY82" fmla="*/ 160211 h 304228"/>
              <a:gd name="connsiteX83" fmla="*/ 382834 w 382833"/>
              <a:gd name="connsiteY83" fmla="*/ 168212 h 304228"/>
              <a:gd name="connsiteX84" fmla="*/ 255254 w 382833"/>
              <a:gd name="connsiteY84" fmla="*/ 160211 h 304228"/>
              <a:gd name="connsiteX85" fmla="*/ 334648 w 382833"/>
              <a:gd name="connsiteY85" fmla="*/ 160211 h 304228"/>
              <a:gd name="connsiteX86" fmla="*/ 334648 w 382833"/>
              <a:gd name="connsiteY86" fmla="*/ 152400 h 304228"/>
              <a:gd name="connsiteX87" fmla="*/ 294903 w 382833"/>
              <a:gd name="connsiteY87" fmla="*/ 112300 h 304228"/>
              <a:gd name="connsiteX88" fmla="*/ 255159 w 382833"/>
              <a:gd name="connsiteY88" fmla="*/ 152400 h 304228"/>
              <a:gd name="connsiteX89" fmla="*/ 255159 w 382833"/>
              <a:gd name="connsiteY89" fmla="*/ 160211 h 304228"/>
              <a:gd name="connsiteX90" fmla="*/ 366803 w 382833"/>
              <a:gd name="connsiteY90" fmla="*/ 176213 h 304228"/>
              <a:gd name="connsiteX91" fmla="*/ 343754 w 382833"/>
              <a:gd name="connsiteY91" fmla="*/ 176213 h 304228"/>
              <a:gd name="connsiteX92" fmla="*/ 342615 w 382833"/>
              <a:gd name="connsiteY92" fmla="*/ 176403 h 304228"/>
              <a:gd name="connsiteX93" fmla="*/ 341193 w 382833"/>
              <a:gd name="connsiteY93" fmla="*/ 176213 h 304228"/>
              <a:gd name="connsiteX94" fmla="*/ 248425 w 382833"/>
              <a:gd name="connsiteY94" fmla="*/ 176213 h 304228"/>
              <a:gd name="connsiteX95" fmla="*/ 247286 w 382833"/>
              <a:gd name="connsiteY95" fmla="*/ 176403 h 304228"/>
              <a:gd name="connsiteX96" fmla="*/ 245864 w 382833"/>
              <a:gd name="connsiteY96" fmla="*/ 176213 h 304228"/>
              <a:gd name="connsiteX97" fmla="*/ 223004 w 382833"/>
              <a:gd name="connsiteY97" fmla="*/ 176213 h 304228"/>
              <a:gd name="connsiteX98" fmla="*/ 223004 w 382833"/>
              <a:gd name="connsiteY98" fmla="*/ 288227 h 304228"/>
              <a:gd name="connsiteX99" fmla="*/ 366803 w 382833"/>
              <a:gd name="connsiteY99" fmla="*/ 288227 h 304228"/>
              <a:gd name="connsiteX100" fmla="*/ 366803 w 382833"/>
              <a:gd name="connsiteY100" fmla="*/ 176213 h 304228"/>
              <a:gd name="connsiteX101" fmla="*/ 294903 w 382833"/>
              <a:gd name="connsiteY101" fmla="*/ 197167 h 304228"/>
              <a:gd name="connsiteX102" fmla="*/ 278778 w 382833"/>
              <a:gd name="connsiteY102" fmla="*/ 213360 h 304228"/>
              <a:gd name="connsiteX103" fmla="*/ 286841 w 382833"/>
              <a:gd name="connsiteY103" fmla="*/ 227267 h 304228"/>
              <a:gd name="connsiteX104" fmla="*/ 286841 w 382833"/>
              <a:gd name="connsiteY104" fmla="*/ 253175 h 304228"/>
              <a:gd name="connsiteX105" fmla="*/ 294903 w 382833"/>
              <a:gd name="connsiteY105" fmla="*/ 261080 h 304228"/>
              <a:gd name="connsiteX106" fmla="*/ 302966 w 382833"/>
              <a:gd name="connsiteY106" fmla="*/ 253175 h 304228"/>
              <a:gd name="connsiteX107" fmla="*/ 302966 w 382833"/>
              <a:gd name="connsiteY107" fmla="*/ 226981 h 304228"/>
              <a:gd name="connsiteX108" fmla="*/ 311029 w 382833"/>
              <a:gd name="connsiteY108" fmla="*/ 213455 h 304228"/>
              <a:gd name="connsiteX109" fmla="*/ 294903 w 382833"/>
              <a:gd name="connsiteY109" fmla="*/ 197263 h 30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82833" h="304228">
                <a:moveTo>
                  <a:pt x="382834" y="8001"/>
                </a:moveTo>
                <a:lnTo>
                  <a:pt x="382834" y="104108"/>
                </a:lnTo>
                <a:cubicBezTo>
                  <a:pt x="382834" y="109442"/>
                  <a:pt x="378850" y="112109"/>
                  <a:pt x="374866" y="112109"/>
                </a:cubicBezTo>
                <a:cubicBezTo>
                  <a:pt x="370882" y="112109"/>
                  <a:pt x="366898" y="109442"/>
                  <a:pt x="366898" y="104108"/>
                </a:cubicBezTo>
                <a:lnTo>
                  <a:pt x="366898" y="16002"/>
                </a:lnTo>
                <a:lnTo>
                  <a:pt x="15936" y="16002"/>
                </a:lnTo>
                <a:lnTo>
                  <a:pt x="15936" y="144209"/>
                </a:lnTo>
                <a:lnTo>
                  <a:pt x="167514" y="144209"/>
                </a:lnTo>
                <a:cubicBezTo>
                  <a:pt x="171497" y="144209"/>
                  <a:pt x="175481" y="148209"/>
                  <a:pt x="175481" y="152210"/>
                </a:cubicBezTo>
                <a:cubicBezTo>
                  <a:pt x="175481" y="157544"/>
                  <a:pt x="171497" y="160211"/>
                  <a:pt x="167514" y="160211"/>
                </a:cubicBezTo>
                <a:lnTo>
                  <a:pt x="7968" y="160211"/>
                </a:lnTo>
                <a:cubicBezTo>
                  <a:pt x="3984" y="160211"/>
                  <a:pt x="0" y="157544"/>
                  <a:pt x="0" y="152210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4866" y="0"/>
                </a:lnTo>
                <a:cubicBezTo>
                  <a:pt x="378850" y="0"/>
                  <a:pt x="382834" y="4001"/>
                  <a:pt x="382834" y="8001"/>
                </a:cubicBezTo>
                <a:close/>
                <a:moveTo>
                  <a:pt x="104909" y="58483"/>
                </a:moveTo>
                <a:cubicBezTo>
                  <a:pt x="102253" y="54483"/>
                  <a:pt x="98270" y="53150"/>
                  <a:pt x="94286" y="55817"/>
                </a:cubicBezTo>
                <a:cubicBezTo>
                  <a:pt x="94286" y="55817"/>
                  <a:pt x="94286" y="55817"/>
                  <a:pt x="79773" y="65342"/>
                </a:cubicBezTo>
                <a:lnTo>
                  <a:pt x="79773" y="48482"/>
                </a:lnTo>
                <a:cubicBezTo>
                  <a:pt x="79773" y="44482"/>
                  <a:pt x="75694" y="40577"/>
                  <a:pt x="71710" y="40577"/>
                </a:cubicBezTo>
                <a:cubicBezTo>
                  <a:pt x="67726" y="40577"/>
                  <a:pt x="63648" y="44577"/>
                  <a:pt x="63648" y="48482"/>
                </a:cubicBezTo>
                <a:lnTo>
                  <a:pt x="63648" y="65818"/>
                </a:lnTo>
                <a:cubicBezTo>
                  <a:pt x="59284" y="62865"/>
                  <a:pt x="54541" y="59531"/>
                  <a:pt x="49135" y="55817"/>
                </a:cubicBezTo>
                <a:cubicBezTo>
                  <a:pt x="46479" y="53150"/>
                  <a:pt x="41167" y="54483"/>
                  <a:pt x="38511" y="58483"/>
                </a:cubicBezTo>
                <a:cubicBezTo>
                  <a:pt x="35855" y="61150"/>
                  <a:pt x="37183" y="66580"/>
                  <a:pt x="41167" y="69247"/>
                </a:cubicBezTo>
                <a:cubicBezTo>
                  <a:pt x="41167" y="69247"/>
                  <a:pt x="41167" y="69247"/>
                  <a:pt x="57008" y="80105"/>
                </a:cubicBezTo>
                <a:cubicBezTo>
                  <a:pt x="52265" y="83153"/>
                  <a:pt x="47143" y="86582"/>
                  <a:pt x="41167" y="90488"/>
                </a:cubicBezTo>
                <a:cubicBezTo>
                  <a:pt x="37183" y="93154"/>
                  <a:pt x="35855" y="98489"/>
                  <a:pt x="38511" y="102584"/>
                </a:cubicBezTo>
                <a:cubicBezTo>
                  <a:pt x="39839" y="103918"/>
                  <a:pt x="42495" y="105251"/>
                  <a:pt x="45151" y="105251"/>
                </a:cubicBezTo>
                <a:cubicBezTo>
                  <a:pt x="46479" y="105251"/>
                  <a:pt x="47807" y="105251"/>
                  <a:pt x="49135" y="103918"/>
                </a:cubicBezTo>
                <a:cubicBezTo>
                  <a:pt x="49135" y="103918"/>
                  <a:pt x="49135" y="103918"/>
                  <a:pt x="63648" y="94393"/>
                </a:cubicBezTo>
                <a:lnTo>
                  <a:pt x="63648" y="111728"/>
                </a:lnTo>
                <a:cubicBezTo>
                  <a:pt x="63648" y="116967"/>
                  <a:pt x="67726" y="119634"/>
                  <a:pt x="71710" y="119634"/>
                </a:cubicBezTo>
                <a:cubicBezTo>
                  <a:pt x="75694" y="119634"/>
                  <a:pt x="79773" y="116967"/>
                  <a:pt x="79773" y="111728"/>
                </a:cubicBezTo>
                <a:lnTo>
                  <a:pt x="79773" y="95726"/>
                </a:lnTo>
                <a:cubicBezTo>
                  <a:pt x="84136" y="98679"/>
                  <a:pt x="88879" y="102013"/>
                  <a:pt x="94286" y="105727"/>
                </a:cubicBezTo>
                <a:cubicBezTo>
                  <a:pt x="95614" y="105727"/>
                  <a:pt x="96942" y="107061"/>
                  <a:pt x="98270" y="107061"/>
                </a:cubicBezTo>
                <a:cubicBezTo>
                  <a:pt x="100925" y="107061"/>
                  <a:pt x="103581" y="105727"/>
                  <a:pt x="104909" y="102965"/>
                </a:cubicBezTo>
                <a:cubicBezTo>
                  <a:pt x="107565" y="98869"/>
                  <a:pt x="106237" y="93536"/>
                  <a:pt x="102253" y="92202"/>
                </a:cubicBezTo>
                <a:cubicBezTo>
                  <a:pt x="102253" y="92202"/>
                  <a:pt x="96496" y="88265"/>
                  <a:pt x="84990" y="80391"/>
                </a:cubicBezTo>
                <a:cubicBezTo>
                  <a:pt x="90017" y="77152"/>
                  <a:pt x="95709" y="73342"/>
                  <a:pt x="102253" y="69152"/>
                </a:cubicBezTo>
                <a:cubicBezTo>
                  <a:pt x="106237" y="66485"/>
                  <a:pt x="107565" y="62484"/>
                  <a:pt x="104909" y="58483"/>
                </a:cubicBezTo>
                <a:close/>
                <a:moveTo>
                  <a:pt x="200808" y="58483"/>
                </a:moveTo>
                <a:cubicBezTo>
                  <a:pt x="198152" y="54483"/>
                  <a:pt x="194168" y="53150"/>
                  <a:pt x="190184" y="55817"/>
                </a:cubicBezTo>
                <a:cubicBezTo>
                  <a:pt x="190184" y="55817"/>
                  <a:pt x="190184" y="55817"/>
                  <a:pt x="175671" y="65342"/>
                </a:cubicBezTo>
                <a:lnTo>
                  <a:pt x="175671" y="48482"/>
                </a:lnTo>
                <a:cubicBezTo>
                  <a:pt x="175671" y="44482"/>
                  <a:pt x="171592" y="40577"/>
                  <a:pt x="167608" y="40577"/>
                </a:cubicBezTo>
                <a:cubicBezTo>
                  <a:pt x="163624" y="40577"/>
                  <a:pt x="159546" y="44577"/>
                  <a:pt x="159546" y="48482"/>
                </a:cubicBezTo>
                <a:lnTo>
                  <a:pt x="159546" y="65818"/>
                </a:lnTo>
                <a:cubicBezTo>
                  <a:pt x="155182" y="62865"/>
                  <a:pt x="150440" y="59531"/>
                  <a:pt x="145033" y="55817"/>
                </a:cubicBezTo>
                <a:cubicBezTo>
                  <a:pt x="142377" y="53150"/>
                  <a:pt x="137065" y="54483"/>
                  <a:pt x="134409" y="58483"/>
                </a:cubicBezTo>
                <a:cubicBezTo>
                  <a:pt x="131753" y="61150"/>
                  <a:pt x="133081" y="66580"/>
                  <a:pt x="137065" y="69247"/>
                </a:cubicBezTo>
                <a:cubicBezTo>
                  <a:pt x="137065" y="69247"/>
                  <a:pt x="137065" y="69247"/>
                  <a:pt x="152906" y="80105"/>
                </a:cubicBezTo>
                <a:cubicBezTo>
                  <a:pt x="148163" y="83153"/>
                  <a:pt x="143041" y="86582"/>
                  <a:pt x="137065" y="90488"/>
                </a:cubicBezTo>
                <a:cubicBezTo>
                  <a:pt x="133081" y="93154"/>
                  <a:pt x="131753" y="98489"/>
                  <a:pt x="134409" y="102584"/>
                </a:cubicBezTo>
                <a:cubicBezTo>
                  <a:pt x="135737" y="103918"/>
                  <a:pt x="138393" y="105251"/>
                  <a:pt x="141049" y="105251"/>
                </a:cubicBezTo>
                <a:cubicBezTo>
                  <a:pt x="142377" y="105251"/>
                  <a:pt x="143705" y="105251"/>
                  <a:pt x="145033" y="103918"/>
                </a:cubicBezTo>
                <a:cubicBezTo>
                  <a:pt x="145033" y="103918"/>
                  <a:pt x="145033" y="103918"/>
                  <a:pt x="159546" y="94393"/>
                </a:cubicBezTo>
                <a:lnTo>
                  <a:pt x="159546" y="111728"/>
                </a:lnTo>
                <a:cubicBezTo>
                  <a:pt x="159546" y="116967"/>
                  <a:pt x="163624" y="119634"/>
                  <a:pt x="167608" y="119634"/>
                </a:cubicBezTo>
                <a:cubicBezTo>
                  <a:pt x="171592" y="119634"/>
                  <a:pt x="175671" y="116967"/>
                  <a:pt x="175671" y="111728"/>
                </a:cubicBezTo>
                <a:lnTo>
                  <a:pt x="175671" y="95726"/>
                </a:lnTo>
                <a:cubicBezTo>
                  <a:pt x="180034" y="98679"/>
                  <a:pt x="184777" y="102013"/>
                  <a:pt x="190184" y="105727"/>
                </a:cubicBezTo>
                <a:cubicBezTo>
                  <a:pt x="191512" y="105727"/>
                  <a:pt x="192840" y="107061"/>
                  <a:pt x="194168" y="107061"/>
                </a:cubicBezTo>
                <a:cubicBezTo>
                  <a:pt x="196824" y="107061"/>
                  <a:pt x="199480" y="105727"/>
                  <a:pt x="200808" y="102965"/>
                </a:cubicBezTo>
                <a:cubicBezTo>
                  <a:pt x="203464" y="98869"/>
                  <a:pt x="202136" y="93536"/>
                  <a:pt x="198152" y="92202"/>
                </a:cubicBezTo>
                <a:cubicBezTo>
                  <a:pt x="198152" y="92202"/>
                  <a:pt x="192394" y="88265"/>
                  <a:pt x="180888" y="80391"/>
                </a:cubicBezTo>
                <a:cubicBezTo>
                  <a:pt x="185915" y="77152"/>
                  <a:pt x="191607" y="73342"/>
                  <a:pt x="198152" y="69152"/>
                </a:cubicBezTo>
                <a:cubicBezTo>
                  <a:pt x="202136" y="66485"/>
                  <a:pt x="203464" y="62484"/>
                  <a:pt x="200808" y="58483"/>
                </a:cubicBezTo>
                <a:close/>
                <a:moveTo>
                  <a:pt x="382834" y="168212"/>
                </a:moveTo>
                <a:lnTo>
                  <a:pt x="382834" y="296228"/>
                </a:lnTo>
                <a:cubicBezTo>
                  <a:pt x="382834" y="301562"/>
                  <a:pt x="378850" y="304229"/>
                  <a:pt x="374866" y="304229"/>
                </a:cubicBezTo>
                <a:lnTo>
                  <a:pt x="215131" y="304229"/>
                </a:lnTo>
                <a:cubicBezTo>
                  <a:pt x="211147" y="304229"/>
                  <a:pt x="207163" y="301562"/>
                  <a:pt x="207163" y="296228"/>
                </a:cubicBezTo>
                <a:lnTo>
                  <a:pt x="207163" y="168212"/>
                </a:lnTo>
                <a:cubicBezTo>
                  <a:pt x="207163" y="164211"/>
                  <a:pt x="211147" y="160211"/>
                  <a:pt x="215131" y="160211"/>
                </a:cubicBezTo>
                <a:lnTo>
                  <a:pt x="239414" y="160211"/>
                </a:lnTo>
                <a:lnTo>
                  <a:pt x="239414" y="152400"/>
                </a:lnTo>
                <a:cubicBezTo>
                  <a:pt x="239414" y="121729"/>
                  <a:pt x="264550" y="96298"/>
                  <a:pt x="294998" y="96298"/>
                </a:cubicBezTo>
                <a:cubicBezTo>
                  <a:pt x="325447" y="96298"/>
                  <a:pt x="350583" y="121634"/>
                  <a:pt x="350583" y="152400"/>
                </a:cubicBezTo>
                <a:lnTo>
                  <a:pt x="350583" y="160211"/>
                </a:lnTo>
                <a:lnTo>
                  <a:pt x="374866" y="160211"/>
                </a:lnTo>
                <a:cubicBezTo>
                  <a:pt x="378850" y="160211"/>
                  <a:pt x="382834" y="164211"/>
                  <a:pt x="382834" y="168212"/>
                </a:cubicBezTo>
                <a:close/>
                <a:moveTo>
                  <a:pt x="255254" y="160211"/>
                </a:moveTo>
                <a:lnTo>
                  <a:pt x="334648" y="160211"/>
                </a:lnTo>
                <a:lnTo>
                  <a:pt x="334648" y="152400"/>
                </a:lnTo>
                <a:cubicBezTo>
                  <a:pt x="334648" y="131064"/>
                  <a:pt x="316151" y="112300"/>
                  <a:pt x="294903" y="112300"/>
                </a:cubicBezTo>
                <a:cubicBezTo>
                  <a:pt x="272423" y="112300"/>
                  <a:pt x="255159" y="130969"/>
                  <a:pt x="255159" y="152400"/>
                </a:cubicBezTo>
                <a:lnTo>
                  <a:pt x="255159" y="160211"/>
                </a:lnTo>
                <a:close/>
                <a:moveTo>
                  <a:pt x="366803" y="176213"/>
                </a:moveTo>
                <a:lnTo>
                  <a:pt x="343754" y="176213"/>
                </a:lnTo>
                <a:cubicBezTo>
                  <a:pt x="343754" y="176213"/>
                  <a:pt x="342995" y="176403"/>
                  <a:pt x="342615" y="176403"/>
                </a:cubicBezTo>
                <a:cubicBezTo>
                  <a:pt x="342046" y="176403"/>
                  <a:pt x="341667" y="176213"/>
                  <a:pt x="341193" y="176213"/>
                </a:cubicBezTo>
                <a:lnTo>
                  <a:pt x="248425" y="176213"/>
                </a:lnTo>
                <a:cubicBezTo>
                  <a:pt x="248425" y="176213"/>
                  <a:pt x="247666" y="176403"/>
                  <a:pt x="247286" y="176403"/>
                </a:cubicBezTo>
                <a:cubicBezTo>
                  <a:pt x="246717" y="176403"/>
                  <a:pt x="246338" y="176213"/>
                  <a:pt x="245864" y="176213"/>
                </a:cubicBezTo>
                <a:lnTo>
                  <a:pt x="223004" y="176213"/>
                </a:lnTo>
                <a:lnTo>
                  <a:pt x="223004" y="288227"/>
                </a:lnTo>
                <a:lnTo>
                  <a:pt x="366803" y="288227"/>
                </a:lnTo>
                <a:lnTo>
                  <a:pt x="366803" y="176213"/>
                </a:lnTo>
                <a:close/>
                <a:moveTo>
                  <a:pt x="294903" y="197167"/>
                </a:moveTo>
                <a:cubicBezTo>
                  <a:pt x="285513" y="197167"/>
                  <a:pt x="278778" y="203930"/>
                  <a:pt x="278778" y="213360"/>
                </a:cubicBezTo>
                <a:cubicBezTo>
                  <a:pt x="278778" y="218885"/>
                  <a:pt x="281908" y="224314"/>
                  <a:pt x="286841" y="227267"/>
                </a:cubicBezTo>
                <a:lnTo>
                  <a:pt x="286841" y="253175"/>
                </a:lnTo>
                <a:cubicBezTo>
                  <a:pt x="286841" y="257175"/>
                  <a:pt x="289497" y="261080"/>
                  <a:pt x="294903" y="261080"/>
                </a:cubicBezTo>
                <a:cubicBezTo>
                  <a:pt x="298982" y="261080"/>
                  <a:pt x="302966" y="257080"/>
                  <a:pt x="302966" y="253175"/>
                </a:cubicBezTo>
                <a:lnTo>
                  <a:pt x="302966" y="226981"/>
                </a:lnTo>
                <a:cubicBezTo>
                  <a:pt x="307614" y="223933"/>
                  <a:pt x="311029" y="218694"/>
                  <a:pt x="311029" y="213455"/>
                </a:cubicBezTo>
                <a:cubicBezTo>
                  <a:pt x="311029" y="204025"/>
                  <a:pt x="302966" y="197263"/>
                  <a:pt x="294903" y="19726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1" name="Graphic 117">
            <a:extLst>
              <a:ext uri="{FF2B5EF4-FFF2-40B4-BE49-F238E27FC236}">
                <a16:creationId xmlns:a16="http://schemas.microsoft.com/office/drawing/2014/main" id="{8341B2CB-F4D7-26BC-2E3D-CE9AB6905CCF}"/>
              </a:ext>
            </a:extLst>
          </p:cNvPr>
          <p:cNvSpPr/>
          <p:nvPr/>
        </p:nvSpPr>
        <p:spPr>
          <a:xfrm>
            <a:off x="7094859" y="1497485"/>
            <a:ext cx="513080" cy="407732"/>
          </a:xfrm>
          <a:custGeom>
            <a:avLst/>
            <a:gdLst>
              <a:gd name="connsiteX0" fmla="*/ 382834 w 382833"/>
              <a:gd name="connsiteY0" fmla="*/ 8001 h 304228"/>
              <a:gd name="connsiteX1" fmla="*/ 382834 w 382833"/>
              <a:gd name="connsiteY1" fmla="*/ 104108 h 304228"/>
              <a:gd name="connsiteX2" fmla="*/ 374866 w 382833"/>
              <a:gd name="connsiteY2" fmla="*/ 112109 h 304228"/>
              <a:gd name="connsiteX3" fmla="*/ 366898 w 382833"/>
              <a:gd name="connsiteY3" fmla="*/ 104108 h 304228"/>
              <a:gd name="connsiteX4" fmla="*/ 366898 w 382833"/>
              <a:gd name="connsiteY4" fmla="*/ 16002 h 304228"/>
              <a:gd name="connsiteX5" fmla="*/ 15936 w 382833"/>
              <a:gd name="connsiteY5" fmla="*/ 16002 h 304228"/>
              <a:gd name="connsiteX6" fmla="*/ 15936 w 382833"/>
              <a:gd name="connsiteY6" fmla="*/ 144209 h 304228"/>
              <a:gd name="connsiteX7" fmla="*/ 167514 w 382833"/>
              <a:gd name="connsiteY7" fmla="*/ 144209 h 304228"/>
              <a:gd name="connsiteX8" fmla="*/ 175481 w 382833"/>
              <a:gd name="connsiteY8" fmla="*/ 152210 h 304228"/>
              <a:gd name="connsiteX9" fmla="*/ 167514 w 382833"/>
              <a:gd name="connsiteY9" fmla="*/ 160211 h 304228"/>
              <a:gd name="connsiteX10" fmla="*/ 7968 w 382833"/>
              <a:gd name="connsiteY10" fmla="*/ 160211 h 304228"/>
              <a:gd name="connsiteX11" fmla="*/ 0 w 382833"/>
              <a:gd name="connsiteY11" fmla="*/ 152210 h 304228"/>
              <a:gd name="connsiteX12" fmla="*/ 0 w 382833"/>
              <a:gd name="connsiteY12" fmla="*/ 8001 h 304228"/>
              <a:gd name="connsiteX13" fmla="*/ 7968 w 382833"/>
              <a:gd name="connsiteY13" fmla="*/ 0 h 304228"/>
              <a:gd name="connsiteX14" fmla="*/ 374866 w 382833"/>
              <a:gd name="connsiteY14" fmla="*/ 0 h 304228"/>
              <a:gd name="connsiteX15" fmla="*/ 382834 w 382833"/>
              <a:gd name="connsiteY15" fmla="*/ 8001 h 304228"/>
              <a:gd name="connsiteX16" fmla="*/ 104909 w 382833"/>
              <a:gd name="connsiteY16" fmla="*/ 58483 h 304228"/>
              <a:gd name="connsiteX17" fmla="*/ 94286 w 382833"/>
              <a:gd name="connsiteY17" fmla="*/ 55817 h 304228"/>
              <a:gd name="connsiteX18" fmla="*/ 79773 w 382833"/>
              <a:gd name="connsiteY18" fmla="*/ 65342 h 304228"/>
              <a:gd name="connsiteX19" fmla="*/ 79773 w 382833"/>
              <a:gd name="connsiteY19" fmla="*/ 48482 h 304228"/>
              <a:gd name="connsiteX20" fmla="*/ 71710 w 382833"/>
              <a:gd name="connsiteY20" fmla="*/ 40577 h 304228"/>
              <a:gd name="connsiteX21" fmla="*/ 63648 w 382833"/>
              <a:gd name="connsiteY21" fmla="*/ 48482 h 304228"/>
              <a:gd name="connsiteX22" fmla="*/ 63648 w 382833"/>
              <a:gd name="connsiteY22" fmla="*/ 65818 h 304228"/>
              <a:gd name="connsiteX23" fmla="*/ 49135 w 382833"/>
              <a:gd name="connsiteY23" fmla="*/ 55817 h 304228"/>
              <a:gd name="connsiteX24" fmla="*/ 38511 w 382833"/>
              <a:gd name="connsiteY24" fmla="*/ 58483 h 304228"/>
              <a:gd name="connsiteX25" fmla="*/ 41167 w 382833"/>
              <a:gd name="connsiteY25" fmla="*/ 69247 h 304228"/>
              <a:gd name="connsiteX26" fmla="*/ 57008 w 382833"/>
              <a:gd name="connsiteY26" fmla="*/ 80105 h 304228"/>
              <a:gd name="connsiteX27" fmla="*/ 41167 w 382833"/>
              <a:gd name="connsiteY27" fmla="*/ 90488 h 304228"/>
              <a:gd name="connsiteX28" fmla="*/ 38511 w 382833"/>
              <a:gd name="connsiteY28" fmla="*/ 102584 h 304228"/>
              <a:gd name="connsiteX29" fmla="*/ 45151 w 382833"/>
              <a:gd name="connsiteY29" fmla="*/ 105251 h 304228"/>
              <a:gd name="connsiteX30" fmla="*/ 49135 w 382833"/>
              <a:gd name="connsiteY30" fmla="*/ 103918 h 304228"/>
              <a:gd name="connsiteX31" fmla="*/ 63648 w 382833"/>
              <a:gd name="connsiteY31" fmla="*/ 94393 h 304228"/>
              <a:gd name="connsiteX32" fmla="*/ 63648 w 382833"/>
              <a:gd name="connsiteY32" fmla="*/ 111728 h 304228"/>
              <a:gd name="connsiteX33" fmla="*/ 71710 w 382833"/>
              <a:gd name="connsiteY33" fmla="*/ 119634 h 304228"/>
              <a:gd name="connsiteX34" fmla="*/ 79773 w 382833"/>
              <a:gd name="connsiteY34" fmla="*/ 111728 h 304228"/>
              <a:gd name="connsiteX35" fmla="*/ 79773 w 382833"/>
              <a:gd name="connsiteY35" fmla="*/ 95726 h 304228"/>
              <a:gd name="connsiteX36" fmla="*/ 94286 w 382833"/>
              <a:gd name="connsiteY36" fmla="*/ 105727 h 304228"/>
              <a:gd name="connsiteX37" fmla="*/ 98270 w 382833"/>
              <a:gd name="connsiteY37" fmla="*/ 107061 h 304228"/>
              <a:gd name="connsiteX38" fmla="*/ 104909 w 382833"/>
              <a:gd name="connsiteY38" fmla="*/ 102965 h 304228"/>
              <a:gd name="connsiteX39" fmla="*/ 102253 w 382833"/>
              <a:gd name="connsiteY39" fmla="*/ 92202 h 304228"/>
              <a:gd name="connsiteX40" fmla="*/ 84990 w 382833"/>
              <a:gd name="connsiteY40" fmla="*/ 80391 h 304228"/>
              <a:gd name="connsiteX41" fmla="*/ 102253 w 382833"/>
              <a:gd name="connsiteY41" fmla="*/ 69152 h 304228"/>
              <a:gd name="connsiteX42" fmla="*/ 104909 w 382833"/>
              <a:gd name="connsiteY42" fmla="*/ 58483 h 304228"/>
              <a:gd name="connsiteX43" fmla="*/ 200808 w 382833"/>
              <a:gd name="connsiteY43" fmla="*/ 58483 h 304228"/>
              <a:gd name="connsiteX44" fmla="*/ 190184 w 382833"/>
              <a:gd name="connsiteY44" fmla="*/ 55817 h 304228"/>
              <a:gd name="connsiteX45" fmla="*/ 175671 w 382833"/>
              <a:gd name="connsiteY45" fmla="*/ 65342 h 304228"/>
              <a:gd name="connsiteX46" fmla="*/ 175671 w 382833"/>
              <a:gd name="connsiteY46" fmla="*/ 48482 h 304228"/>
              <a:gd name="connsiteX47" fmla="*/ 167608 w 382833"/>
              <a:gd name="connsiteY47" fmla="*/ 40577 h 304228"/>
              <a:gd name="connsiteX48" fmla="*/ 159546 w 382833"/>
              <a:gd name="connsiteY48" fmla="*/ 48482 h 304228"/>
              <a:gd name="connsiteX49" fmla="*/ 159546 w 382833"/>
              <a:gd name="connsiteY49" fmla="*/ 65818 h 304228"/>
              <a:gd name="connsiteX50" fmla="*/ 145033 w 382833"/>
              <a:gd name="connsiteY50" fmla="*/ 55817 h 304228"/>
              <a:gd name="connsiteX51" fmla="*/ 134409 w 382833"/>
              <a:gd name="connsiteY51" fmla="*/ 58483 h 304228"/>
              <a:gd name="connsiteX52" fmla="*/ 137065 w 382833"/>
              <a:gd name="connsiteY52" fmla="*/ 69247 h 304228"/>
              <a:gd name="connsiteX53" fmla="*/ 152906 w 382833"/>
              <a:gd name="connsiteY53" fmla="*/ 80105 h 304228"/>
              <a:gd name="connsiteX54" fmla="*/ 137065 w 382833"/>
              <a:gd name="connsiteY54" fmla="*/ 90488 h 304228"/>
              <a:gd name="connsiteX55" fmla="*/ 134409 w 382833"/>
              <a:gd name="connsiteY55" fmla="*/ 102584 h 304228"/>
              <a:gd name="connsiteX56" fmla="*/ 141049 w 382833"/>
              <a:gd name="connsiteY56" fmla="*/ 105251 h 304228"/>
              <a:gd name="connsiteX57" fmla="*/ 145033 w 382833"/>
              <a:gd name="connsiteY57" fmla="*/ 103918 h 304228"/>
              <a:gd name="connsiteX58" fmla="*/ 159546 w 382833"/>
              <a:gd name="connsiteY58" fmla="*/ 94393 h 304228"/>
              <a:gd name="connsiteX59" fmla="*/ 159546 w 382833"/>
              <a:gd name="connsiteY59" fmla="*/ 111728 h 304228"/>
              <a:gd name="connsiteX60" fmla="*/ 167608 w 382833"/>
              <a:gd name="connsiteY60" fmla="*/ 119634 h 304228"/>
              <a:gd name="connsiteX61" fmla="*/ 175671 w 382833"/>
              <a:gd name="connsiteY61" fmla="*/ 111728 h 304228"/>
              <a:gd name="connsiteX62" fmla="*/ 175671 w 382833"/>
              <a:gd name="connsiteY62" fmla="*/ 95726 h 304228"/>
              <a:gd name="connsiteX63" fmla="*/ 190184 w 382833"/>
              <a:gd name="connsiteY63" fmla="*/ 105727 h 304228"/>
              <a:gd name="connsiteX64" fmla="*/ 194168 w 382833"/>
              <a:gd name="connsiteY64" fmla="*/ 107061 h 304228"/>
              <a:gd name="connsiteX65" fmla="*/ 200808 w 382833"/>
              <a:gd name="connsiteY65" fmla="*/ 102965 h 304228"/>
              <a:gd name="connsiteX66" fmla="*/ 198152 w 382833"/>
              <a:gd name="connsiteY66" fmla="*/ 92202 h 304228"/>
              <a:gd name="connsiteX67" fmla="*/ 180888 w 382833"/>
              <a:gd name="connsiteY67" fmla="*/ 80391 h 304228"/>
              <a:gd name="connsiteX68" fmla="*/ 198152 w 382833"/>
              <a:gd name="connsiteY68" fmla="*/ 69152 h 304228"/>
              <a:gd name="connsiteX69" fmla="*/ 200808 w 382833"/>
              <a:gd name="connsiteY69" fmla="*/ 58483 h 304228"/>
              <a:gd name="connsiteX70" fmla="*/ 382834 w 382833"/>
              <a:gd name="connsiteY70" fmla="*/ 168212 h 304228"/>
              <a:gd name="connsiteX71" fmla="*/ 382834 w 382833"/>
              <a:gd name="connsiteY71" fmla="*/ 296228 h 304228"/>
              <a:gd name="connsiteX72" fmla="*/ 374866 w 382833"/>
              <a:gd name="connsiteY72" fmla="*/ 304229 h 304228"/>
              <a:gd name="connsiteX73" fmla="*/ 215131 w 382833"/>
              <a:gd name="connsiteY73" fmla="*/ 304229 h 304228"/>
              <a:gd name="connsiteX74" fmla="*/ 207163 w 382833"/>
              <a:gd name="connsiteY74" fmla="*/ 296228 h 304228"/>
              <a:gd name="connsiteX75" fmla="*/ 207163 w 382833"/>
              <a:gd name="connsiteY75" fmla="*/ 168212 h 304228"/>
              <a:gd name="connsiteX76" fmla="*/ 215131 w 382833"/>
              <a:gd name="connsiteY76" fmla="*/ 160211 h 304228"/>
              <a:gd name="connsiteX77" fmla="*/ 239414 w 382833"/>
              <a:gd name="connsiteY77" fmla="*/ 160211 h 304228"/>
              <a:gd name="connsiteX78" fmla="*/ 239414 w 382833"/>
              <a:gd name="connsiteY78" fmla="*/ 152400 h 304228"/>
              <a:gd name="connsiteX79" fmla="*/ 294998 w 382833"/>
              <a:gd name="connsiteY79" fmla="*/ 96298 h 304228"/>
              <a:gd name="connsiteX80" fmla="*/ 350583 w 382833"/>
              <a:gd name="connsiteY80" fmla="*/ 152400 h 304228"/>
              <a:gd name="connsiteX81" fmla="*/ 350583 w 382833"/>
              <a:gd name="connsiteY81" fmla="*/ 160211 h 304228"/>
              <a:gd name="connsiteX82" fmla="*/ 374866 w 382833"/>
              <a:gd name="connsiteY82" fmla="*/ 160211 h 304228"/>
              <a:gd name="connsiteX83" fmla="*/ 382834 w 382833"/>
              <a:gd name="connsiteY83" fmla="*/ 168212 h 304228"/>
              <a:gd name="connsiteX84" fmla="*/ 255254 w 382833"/>
              <a:gd name="connsiteY84" fmla="*/ 160211 h 304228"/>
              <a:gd name="connsiteX85" fmla="*/ 334648 w 382833"/>
              <a:gd name="connsiteY85" fmla="*/ 160211 h 304228"/>
              <a:gd name="connsiteX86" fmla="*/ 334648 w 382833"/>
              <a:gd name="connsiteY86" fmla="*/ 152400 h 304228"/>
              <a:gd name="connsiteX87" fmla="*/ 294903 w 382833"/>
              <a:gd name="connsiteY87" fmla="*/ 112300 h 304228"/>
              <a:gd name="connsiteX88" fmla="*/ 255159 w 382833"/>
              <a:gd name="connsiteY88" fmla="*/ 152400 h 304228"/>
              <a:gd name="connsiteX89" fmla="*/ 255159 w 382833"/>
              <a:gd name="connsiteY89" fmla="*/ 160211 h 304228"/>
              <a:gd name="connsiteX90" fmla="*/ 366803 w 382833"/>
              <a:gd name="connsiteY90" fmla="*/ 176213 h 304228"/>
              <a:gd name="connsiteX91" fmla="*/ 343754 w 382833"/>
              <a:gd name="connsiteY91" fmla="*/ 176213 h 304228"/>
              <a:gd name="connsiteX92" fmla="*/ 342615 w 382833"/>
              <a:gd name="connsiteY92" fmla="*/ 176403 h 304228"/>
              <a:gd name="connsiteX93" fmla="*/ 341193 w 382833"/>
              <a:gd name="connsiteY93" fmla="*/ 176213 h 304228"/>
              <a:gd name="connsiteX94" fmla="*/ 248425 w 382833"/>
              <a:gd name="connsiteY94" fmla="*/ 176213 h 304228"/>
              <a:gd name="connsiteX95" fmla="*/ 247286 w 382833"/>
              <a:gd name="connsiteY95" fmla="*/ 176403 h 304228"/>
              <a:gd name="connsiteX96" fmla="*/ 245864 w 382833"/>
              <a:gd name="connsiteY96" fmla="*/ 176213 h 304228"/>
              <a:gd name="connsiteX97" fmla="*/ 223004 w 382833"/>
              <a:gd name="connsiteY97" fmla="*/ 176213 h 304228"/>
              <a:gd name="connsiteX98" fmla="*/ 223004 w 382833"/>
              <a:gd name="connsiteY98" fmla="*/ 288227 h 304228"/>
              <a:gd name="connsiteX99" fmla="*/ 366803 w 382833"/>
              <a:gd name="connsiteY99" fmla="*/ 288227 h 304228"/>
              <a:gd name="connsiteX100" fmla="*/ 366803 w 382833"/>
              <a:gd name="connsiteY100" fmla="*/ 176213 h 304228"/>
              <a:gd name="connsiteX101" fmla="*/ 294903 w 382833"/>
              <a:gd name="connsiteY101" fmla="*/ 197167 h 304228"/>
              <a:gd name="connsiteX102" fmla="*/ 278778 w 382833"/>
              <a:gd name="connsiteY102" fmla="*/ 213360 h 304228"/>
              <a:gd name="connsiteX103" fmla="*/ 286841 w 382833"/>
              <a:gd name="connsiteY103" fmla="*/ 227267 h 304228"/>
              <a:gd name="connsiteX104" fmla="*/ 286841 w 382833"/>
              <a:gd name="connsiteY104" fmla="*/ 253175 h 304228"/>
              <a:gd name="connsiteX105" fmla="*/ 294903 w 382833"/>
              <a:gd name="connsiteY105" fmla="*/ 261080 h 304228"/>
              <a:gd name="connsiteX106" fmla="*/ 302966 w 382833"/>
              <a:gd name="connsiteY106" fmla="*/ 253175 h 304228"/>
              <a:gd name="connsiteX107" fmla="*/ 302966 w 382833"/>
              <a:gd name="connsiteY107" fmla="*/ 226981 h 304228"/>
              <a:gd name="connsiteX108" fmla="*/ 311029 w 382833"/>
              <a:gd name="connsiteY108" fmla="*/ 213455 h 304228"/>
              <a:gd name="connsiteX109" fmla="*/ 294903 w 382833"/>
              <a:gd name="connsiteY109" fmla="*/ 197263 h 30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82833" h="304228">
                <a:moveTo>
                  <a:pt x="382834" y="8001"/>
                </a:moveTo>
                <a:lnTo>
                  <a:pt x="382834" y="104108"/>
                </a:lnTo>
                <a:cubicBezTo>
                  <a:pt x="382834" y="109442"/>
                  <a:pt x="378850" y="112109"/>
                  <a:pt x="374866" y="112109"/>
                </a:cubicBezTo>
                <a:cubicBezTo>
                  <a:pt x="370882" y="112109"/>
                  <a:pt x="366898" y="109442"/>
                  <a:pt x="366898" y="104108"/>
                </a:cubicBezTo>
                <a:lnTo>
                  <a:pt x="366898" y="16002"/>
                </a:lnTo>
                <a:lnTo>
                  <a:pt x="15936" y="16002"/>
                </a:lnTo>
                <a:lnTo>
                  <a:pt x="15936" y="144209"/>
                </a:lnTo>
                <a:lnTo>
                  <a:pt x="167514" y="144209"/>
                </a:lnTo>
                <a:cubicBezTo>
                  <a:pt x="171497" y="144209"/>
                  <a:pt x="175481" y="148209"/>
                  <a:pt x="175481" y="152210"/>
                </a:cubicBezTo>
                <a:cubicBezTo>
                  <a:pt x="175481" y="157544"/>
                  <a:pt x="171497" y="160211"/>
                  <a:pt x="167514" y="160211"/>
                </a:cubicBezTo>
                <a:lnTo>
                  <a:pt x="7968" y="160211"/>
                </a:lnTo>
                <a:cubicBezTo>
                  <a:pt x="3984" y="160211"/>
                  <a:pt x="0" y="157544"/>
                  <a:pt x="0" y="152210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4866" y="0"/>
                </a:lnTo>
                <a:cubicBezTo>
                  <a:pt x="378850" y="0"/>
                  <a:pt x="382834" y="4001"/>
                  <a:pt x="382834" y="8001"/>
                </a:cubicBezTo>
                <a:close/>
                <a:moveTo>
                  <a:pt x="104909" y="58483"/>
                </a:moveTo>
                <a:cubicBezTo>
                  <a:pt x="102253" y="54483"/>
                  <a:pt x="98270" y="53150"/>
                  <a:pt x="94286" y="55817"/>
                </a:cubicBezTo>
                <a:cubicBezTo>
                  <a:pt x="94286" y="55817"/>
                  <a:pt x="94286" y="55817"/>
                  <a:pt x="79773" y="65342"/>
                </a:cubicBezTo>
                <a:lnTo>
                  <a:pt x="79773" y="48482"/>
                </a:lnTo>
                <a:cubicBezTo>
                  <a:pt x="79773" y="44482"/>
                  <a:pt x="75694" y="40577"/>
                  <a:pt x="71710" y="40577"/>
                </a:cubicBezTo>
                <a:cubicBezTo>
                  <a:pt x="67726" y="40577"/>
                  <a:pt x="63648" y="44577"/>
                  <a:pt x="63648" y="48482"/>
                </a:cubicBezTo>
                <a:lnTo>
                  <a:pt x="63648" y="65818"/>
                </a:lnTo>
                <a:cubicBezTo>
                  <a:pt x="59284" y="62865"/>
                  <a:pt x="54541" y="59531"/>
                  <a:pt x="49135" y="55817"/>
                </a:cubicBezTo>
                <a:cubicBezTo>
                  <a:pt x="46479" y="53150"/>
                  <a:pt x="41167" y="54483"/>
                  <a:pt x="38511" y="58483"/>
                </a:cubicBezTo>
                <a:cubicBezTo>
                  <a:pt x="35855" y="61150"/>
                  <a:pt x="37183" y="66580"/>
                  <a:pt x="41167" y="69247"/>
                </a:cubicBezTo>
                <a:cubicBezTo>
                  <a:pt x="41167" y="69247"/>
                  <a:pt x="41167" y="69247"/>
                  <a:pt x="57008" y="80105"/>
                </a:cubicBezTo>
                <a:cubicBezTo>
                  <a:pt x="52265" y="83153"/>
                  <a:pt x="47143" y="86582"/>
                  <a:pt x="41167" y="90488"/>
                </a:cubicBezTo>
                <a:cubicBezTo>
                  <a:pt x="37183" y="93154"/>
                  <a:pt x="35855" y="98489"/>
                  <a:pt x="38511" y="102584"/>
                </a:cubicBezTo>
                <a:cubicBezTo>
                  <a:pt x="39839" y="103918"/>
                  <a:pt x="42495" y="105251"/>
                  <a:pt x="45151" y="105251"/>
                </a:cubicBezTo>
                <a:cubicBezTo>
                  <a:pt x="46479" y="105251"/>
                  <a:pt x="47807" y="105251"/>
                  <a:pt x="49135" y="103918"/>
                </a:cubicBezTo>
                <a:cubicBezTo>
                  <a:pt x="49135" y="103918"/>
                  <a:pt x="49135" y="103918"/>
                  <a:pt x="63648" y="94393"/>
                </a:cubicBezTo>
                <a:lnTo>
                  <a:pt x="63648" y="111728"/>
                </a:lnTo>
                <a:cubicBezTo>
                  <a:pt x="63648" y="116967"/>
                  <a:pt x="67726" y="119634"/>
                  <a:pt x="71710" y="119634"/>
                </a:cubicBezTo>
                <a:cubicBezTo>
                  <a:pt x="75694" y="119634"/>
                  <a:pt x="79773" y="116967"/>
                  <a:pt x="79773" y="111728"/>
                </a:cubicBezTo>
                <a:lnTo>
                  <a:pt x="79773" y="95726"/>
                </a:lnTo>
                <a:cubicBezTo>
                  <a:pt x="84136" y="98679"/>
                  <a:pt x="88879" y="102013"/>
                  <a:pt x="94286" y="105727"/>
                </a:cubicBezTo>
                <a:cubicBezTo>
                  <a:pt x="95614" y="105727"/>
                  <a:pt x="96942" y="107061"/>
                  <a:pt x="98270" y="107061"/>
                </a:cubicBezTo>
                <a:cubicBezTo>
                  <a:pt x="100925" y="107061"/>
                  <a:pt x="103581" y="105727"/>
                  <a:pt x="104909" y="102965"/>
                </a:cubicBezTo>
                <a:cubicBezTo>
                  <a:pt x="107565" y="98869"/>
                  <a:pt x="106237" y="93536"/>
                  <a:pt x="102253" y="92202"/>
                </a:cubicBezTo>
                <a:cubicBezTo>
                  <a:pt x="102253" y="92202"/>
                  <a:pt x="96496" y="88265"/>
                  <a:pt x="84990" y="80391"/>
                </a:cubicBezTo>
                <a:cubicBezTo>
                  <a:pt x="90017" y="77152"/>
                  <a:pt x="95709" y="73342"/>
                  <a:pt x="102253" y="69152"/>
                </a:cubicBezTo>
                <a:cubicBezTo>
                  <a:pt x="106237" y="66485"/>
                  <a:pt x="107565" y="62484"/>
                  <a:pt x="104909" y="58483"/>
                </a:cubicBezTo>
                <a:close/>
                <a:moveTo>
                  <a:pt x="200808" y="58483"/>
                </a:moveTo>
                <a:cubicBezTo>
                  <a:pt x="198152" y="54483"/>
                  <a:pt x="194168" y="53150"/>
                  <a:pt x="190184" y="55817"/>
                </a:cubicBezTo>
                <a:cubicBezTo>
                  <a:pt x="190184" y="55817"/>
                  <a:pt x="190184" y="55817"/>
                  <a:pt x="175671" y="65342"/>
                </a:cubicBezTo>
                <a:lnTo>
                  <a:pt x="175671" y="48482"/>
                </a:lnTo>
                <a:cubicBezTo>
                  <a:pt x="175671" y="44482"/>
                  <a:pt x="171592" y="40577"/>
                  <a:pt x="167608" y="40577"/>
                </a:cubicBezTo>
                <a:cubicBezTo>
                  <a:pt x="163624" y="40577"/>
                  <a:pt x="159546" y="44577"/>
                  <a:pt x="159546" y="48482"/>
                </a:cubicBezTo>
                <a:lnTo>
                  <a:pt x="159546" y="65818"/>
                </a:lnTo>
                <a:cubicBezTo>
                  <a:pt x="155182" y="62865"/>
                  <a:pt x="150440" y="59531"/>
                  <a:pt x="145033" y="55817"/>
                </a:cubicBezTo>
                <a:cubicBezTo>
                  <a:pt x="142377" y="53150"/>
                  <a:pt x="137065" y="54483"/>
                  <a:pt x="134409" y="58483"/>
                </a:cubicBezTo>
                <a:cubicBezTo>
                  <a:pt x="131753" y="61150"/>
                  <a:pt x="133081" y="66580"/>
                  <a:pt x="137065" y="69247"/>
                </a:cubicBezTo>
                <a:cubicBezTo>
                  <a:pt x="137065" y="69247"/>
                  <a:pt x="137065" y="69247"/>
                  <a:pt x="152906" y="80105"/>
                </a:cubicBezTo>
                <a:cubicBezTo>
                  <a:pt x="148163" y="83153"/>
                  <a:pt x="143041" y="86582"/>
                  <a:pt x="137065" y="90488"/>
                </a:cubicBezTo>
                <a:cubicBezTo>
                  <a:pt x="133081" y="93154"/>
                  <a:pt x="131753" y="98489"/>
                  <a:pt x="134409" y="102584"/>
                </a:cubicBezTo>
                <a:cubicBezTo>
                  <a:pt x="135737" y="103918"/>
                  <a:pt x="138393" y="105251"/>
                  <a:pt x="141049" y="105251"/>
                </a:cubicBezTo>
                <a:cubicBezTo>
                  <a:pt x="142377" y="105251"/>
                  <a:pt x="143705" y="105251"/>
                  <a:pt x="145033" y="103918"/>
                </a:cubicBezTo>
                <a:cubicBezTo>
                  <a:pt x="145033" y="103918"/>
                  <a:pt x="145033" y="103918"/>
                  <a:pt x="159546" y="94393"/>
                </a:cubicBezTo>
                <a:lnTo>
                  <a:pt x="159546" y="111728"/>
                </a:lnTo>
                <a:cubicBezTo>
                  <a:pt x="159546" y="116967"/>
                  <a:pt x="163624" y="119634"/>
                  <a:pt x="167608" y="119634"/>
                </a:cubicBezTo>
                <a:cubicBezTo>
                  <a:pt x="171592" y="119634"/>
                  <a:pt x="175671" y="116967"/>
                  <a:pt x="175671" y="111728"/>
                </a:cubicBezTo>
                <a:lnTo>
                  <a:pt x="175671" y="95726"/>
                </a:lnTo>
                <a:cubicBezTo>
                  <a:pt x="180034" y="98679"/>
                  <a:pt x="184777" y="102013"/>
                  <a:pt x="190184" y="105727"/>
                </a:cubicBezTo>
                <a:cubicBezTo>
                  <a:pt x="191512" y="105727"/>
                  <a:pt x="192840" y="107061"/>
                  <a:pt x="194168" y="107061"/>
                </a:cubicBezTo>
                <a:cubicBezTo>
                  <a:pt x="196824" y="107061"/>
                  <a:pt x="199480" y="105727"/>
                  <a:pt x="200808" y="102965"/>
                </a:cubicBezTo>
                <a:cubicBezTo>
                  <a:pt x="203464" y="98869"/>
                  <a:pt x="202136" y="93536"/>
                  <a:pt x="198152" y="92202"/>
                </a:cubicBezTo>
                <a:cubicBezTo>
                  <a:pt x="198152" y="92202"/>
                  <a:pt x="192394" y="88265"/>
                  <a:pt x="180888" y="80391"/>
                </a:cubicBezTo>
                <a:cubicBezTo>
                  <a:pt x="185915" y="77152"/>
                  <a:pt x="191607" y="73342"/>
                  <a:pt x="198152" y="69152"/>
                </a:cubicBezTo>
                <a:cubicBezTo>
                  <a:pt x="202136" y="66485"/>
                  <a:pt x="203464" y="62484"/>
                  <a:pt x="200808" y="58483"/>
                </a:cubicBezTo>
                <a:close/>
                <a:moveTo>
                  <a:pt x="382834" y="168212"/>
                </a:moveTo>
                <a:lnTo>
                  <a:pt x="382834" y="296228"/>
                </a:lnTo>
                <a:cubicBezTo>
                  <a:pt x="382834" y="301562"/>
                  <a:pt x="378850" y="304229"/>
                  <a:pt x="374866" y="304229"/>
                </a:cubicBezTo>
                <a:lnTo>
                  <a:pt x="215131" y="304229"/>
                </a:lnTo>
                <a:cubicBezTo>
                  <a:pt x="211147" y="304229"/>
                  <a:pt x="207163" y="301562"/>
                  <a:pt x="207163" y="296228"/>
                </a:cubicBezTo>
                <a:lnTo>
                  <a:pt x="207163" y="168212"/>
                </a:lnTo>
                <a:cubicBezTo>
                  <a:pt x="207163" y="164211"/>
                  <a:pt x="211147" y="160211"/>
                  <a:pt x="215131" y="160211"/>
                </a:cubicBezTo>
                <a:lnTo>
                  <a:pt x="239414" y="160211"/>
                </a:lnTo>
                <a:lnTo>
                  <a:pt x="239414" y="152400"/>
                </a:lnTo>
                <a:cubicBezTo>
                  <a:pt x="239414" y="121729"/>
                  <a:pt x="264550" y="96298"/>
                  <a:pt x="294998" y="96298"/>
                </a:cubicBezTo>
                <a:cubicBezTo>
                  <a:pt x="325447" y="96298"/>
                  <a:pt x="350583" y="121634"/>
                  <a:pt x="350583" y="152400"/>
                </a:cubicBezTo>
                <a:lnTo>
                  <a:pt x="350583" y="160211"/>
                </a:lnTo>
                <a:lnTo>
                  <a:pt x="374866" y="160211"/>
                </a:lnTo>
                <a:cubicBezTo>
                  <a:pt x="378850" y="160211"/>
                  <a:pt x="382834" y="164211"/>
                  <a:pt x="382834" y="168212"/>
                </a:cubicBezTo>
                <a:close/>
                <a:moveTo>
                  <a:pt x="255254" y="160211"/>
                </a:moveTo>
                <a:lnTo>
                  <a:pt x="334648" y="160211"/>
                </a:lnTo>
                <a:lnTo>
                  <a:pt x="334648" y="152400"/>
                </a:lnTo>
                <a:cubicBezTo>
                  <a:pt x="334648" y="131064"/>
                  <a:pt x="316151" y="112300"/>
                  <a:pt x="294903" y="112300"/>
                </a:cubicBezTo>
                <a:cubicBezTo>
                  <a:pt x="272423" y="112300"/>
                  <a:pt x="255159" y="130969"/>
                  <a:pt x="255159" y="152400"/>
                </a:cubicBezTo>
                <a:lnTo>
                  <a:pt x="255159" y="160211"/>
                </a:lnTo>
                <a:close/>
                <a:moveTo>
                  <a:pt x="366803" y="176213"/>
                </a:moveTo>
                <a:lnTo>
                  <a:pt x="343754" y="176213"/>
                </a:lnTo>
                <a:cubicBezTo>
                  <a:pt x="343754" y="176213"/>
                  <a:pt x="342995" y="176403"/>
                  <a:pt x="342615" y="176403"/>
                </a:cubicBezTo>
                <a:cubicBezTo>
                  <a:pt x="342046" y="176403"/>
                  <a:pt x="341667" y="176213"/>
                  <a:pt x="341193" y="176213"/>
                </a:cubicBezTo>
                <a:lnTo>
                  <a:pt x="248425" y="176213"/>
                </a:lnTo>
                <a:cubicBezTo>
                  <a:pt x="248425" y="176213"/>
                  <a:pt x="247666" y="176403"/>
                  <a:pt x="247286" y="176403"/>
                </a:cubicBezTo>
                <a:cubicBezTo>
                  <a:pt x="246717" y="176403"/>
                  <a:pt x="246338" y="176213"/>
                  <a:pt x="245864" y="176213"/>
                </a:cubicBezTo>
                <a:lnTo>
                  <a:pt x="223004" y="176213"/>
                </a:lnTo>
                <a:lnTo>
                  <a:pt x="223004" y="288227"/>
                </a:lnTo>
                <a:lnTo>
                  <a:pt x="366803" y="288227"/>
                </a:lnTo>
                <a:lnTo>
                  <a:pt x="366803" y="176213"/>
                </a:lnTo>
                <a:close/>
                <a:moveTo>
                  <a:pt x="294903" y="197167"/>
                </a:moveTo>
                <a:cubicBezTo>
                  <a:pt x="285513" y="197167"/>
                  <a:pt x="278778" y="203930"/>
                  <a:pt x="278778" y="213360"/>
                </a:cubicBezTo>
                <a:cubicBezTo>
                  <a:pt x="278778" y="218885"/>
                  <a:pt x="281908" y="224314"/>
                  <a:pt x="286841" y="227267"/>
                </a:cubicBezTo>
                <a:lnTo>
                  <a:pt x="286841" y="253175"/>
                </a:lnTo>
                <a:cubicBezTo>
                  <a:pt x="286841" y="257175"/>
                  <a:pt x="289497" y="261080"/>
                  <a:pt x="294903" y="261080"/>
                </a:cubicBezTo>
                <a:cubicBezTo>
                  <a:pt x="298982" y="261080"/>
                  <a:pt x="302966" y="257080"/>
                  <a:pt x="302966" y="253175"/>
                </a:cubicBezTo>
                <a:lnTo>
                  <a:pt x="302966" y="226981"/>
                </a:lnTo>
                <a:cubicBezTo>
                  <a:pt x="307614" y="223933"/>
                  <a:pt x="311029" y="218694"/>
                  <a:pt x="311029" y="213455"/>
                </a:cubicBezTo>
                <a:cubicBezTo>
                  <a:pt x="311029" y="204025"/>
                  <a:pt x="302966" y="197263"/>
                  <a:pt x="294903" y="19726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2" name="Graphic 117">
            <a:extLst>
              <a:ext uri="{FF2B5EF4-FFF2-40B4-BE49-F238E27FC236}">
                <a16:creationId xmlns:a16="http://schemas.microsoft.com/office/drawing/2014/main" id="{141788A6-3EE9-2F3C-46B4-E66946E09A74}"/>
              </a:ext>
            </a:extLst>
          </p:cNvPr>
          <p:cNvSpPr/>
          <p:nvPr/>
        </p:nvSpPr>
        <p:spPr>
          <a:xfrm>
            <a:off x="7853684" y="1497485"/>
            <a:ext cx="513080" cy="407732"/>
          </a:xfrm>
          <a:custGeom>
            <a:avLst/>
            <a:gdLst>
              <a:gd name="connsiteX0" fmla="*/ 382834 w 382833"/>
              <a:gd name="connsiteY0" fmla="*/ 8001 h 304228"/>
              <a:gd name="connsiteX1" fmla="*/ 382834 w 382833"/>
              <a:gd name="connsiteY1" fmla="*/ 104108 h 304228"/>
              <a:gd name="connsiteX2" fmla="*/ 374866 w 382833"/>
              <a:gd name="connsiteY2" fmla="*/ 112109 h 304228"/>
              <a:gd name="connsiteX3" fmla="*/ 366898 w 382833"/>
              <a:gd name="connsiteY3" fmla="*/ 104108 h 304228"/>
              <a:gd name="connsiteX4" fmla="*/ 366898 w 382833"/>
              <a:gd name="connsiteY4" fmla="*/ 16002 h 304228"/>
              <a:gd name="connsiteX5" fmla="*/ 15936 w 382833"/>
              <a:gd name="connsiteY5" fmla="*/ 16002 h 304228"/>
              <a:gd name="connsiteX6" fmla="*/ 15936 w 382833"/>
              <a:gd name="connsiteY6" fmla="*/ 144209 h 304228"/>
              <a:gd name="connsiteX7" fmla="*/ 167514 w 382833"/>
              <a:gd name="connsiteY7" fmla="*/ 144209 h 304228"/>
              <a:gd name="connsiteX8" fmla="*/ 175481 w 382833"/>
              <a:gd name="connsiteY8" fmla="*/ 152210 h 304228"/>
              <a:gd name="connsiteX9" fmla="*/ 167514 w 382833"/>
              <a:gd name="connsiteY9" fmla="*/ 160211 h 304228"/>
              <a:gd name="connsiteX10" fmla="*/ 7968 w 382833"/>
              <a:gd name="connsiteY10" fmla="*/ 160211 h 304228"/>
              <a:gd name="connsiteX11" fmla="*/ 0 w 382833"/>
              <a:gd name="connsiteY11" fmla="*/ 152210 h 304228"/>
              <a:gd name="connsiteX12" fmla="*/ 0 w 382833"/>
              <a:gd name="connsiteY12" fmla="*/ 8001 h 304228"/>
              <a:gd name="connsiteX13" fmla="*/ 7968 w 382833"/>
              <a:gd name="connsiteY13" fmla="*/ 0 h 304228"/>
              <a:gd name="connsiteX14" fmla="*/ 374866 w 382833"/>
              <a:gd name="connsiteY14" fmla="*/ 0 h 304228"/>
              <a:gd name="connsiteX15" fmla="*/ 382834 w 382833"/>
              <a:gd name="connsiteY15" fmla="*/ 8001 h 304228"/>
              <a:gd name="connsiteX16" fmla="*/ 104909 w 382833"/>
              <a:gd name="connsiteY16" fmla="*/ 58483 h 304228"/>
              <a:gd name="connsiteX17" fmla="*/ 94286 w 382833"/>
              <a:gd name="connsiteY17" fmla="*/ 55817 h 304228"/>
              <a:gd name="connsiteX18" fmla="*/ 79773 w 382833"/>
              <a:gd name="connsiteY18" fmla="*/ 65342 h 304228"/>
              <a:gd name="connsiteX19" fmla="*/ 79773 w 382833"/>
              <a:gd name="connsiteY19" fmla="*/ 48482 h 304228"/>
              <a:gd name="connsiteX20" fmla="*/ 71710 w 382833"/>
              <a:gd name="connsiteY20" fmla="*/ 40577 h 304228"/>
              <a:gd name="connsiteX21" fmla="*/ 63648 w 382833"/>
              <a:gd name="connsiteY21" fmla="*/ 48482 h 304228"/>
              <a:gd name="connsiteX22" fmla="*/ 63648 w 382833"/>
              <a:gd name="connsiteY22" fmla="*/ 65818 h 304228"/>
              <a:gd name="connsiteX23" fmla="*/ 49135 w 382833"/>
              <a:gd name="connsiteY23" fmla="*/ 55817 h 304228"/>
              <a:gd name="connsiteX24" fmla="*/ 38511 w 382833"/>
              <a:gd name="connsiteY24" fmla="*/ 58483 h 304228"/>
              <a:gd name="connsiteX25" fmla="*/ 41167 w 382833"/>
              <a:gd name="connsiteY25" fmla="*/ 69247 h 304228"/>
              <a:gd name="connsiteX26" fmla="*/ 57008 w 382833"/>
              <a:gd name="connsiteY26" fmla="*/ 80105 h 304228"/>
              <a:gd name="connsiteX27" fmla="*/ 41167 w 382833"/>
              <a:gd name="connsiteY27" fmla="*/ 90488 h 304228"/>
              <a:gd name="connsiteX28" fmla="*/ 38511 w 382833"/>
              <a:gd name="connsiteY28" fmla="*/ 102584 h 304228"/>
              <a:gd name="connsiteX29" fmla="*/ 45151 w 382833"/>
              <a:gd name="connsiteY29" fmla="*/ 105251 h 304228"/>
              <a:gd name="connsiteX30" fmla="*/ 49135 w 382833"/>
              <a:gd name="connsiteY30" fmla="*/ 103918 h 304228"/>
              <a:gd name="connsiteX31" fmla="*/ 63648 w 382833"/>
              <a:gd name="connsiteY31" fmla="*/ 94393 h 304228"/>
              <a:gd name="connsiteX32" fmla="*/ 63648 w 382833"/>
              <a:gd name="connsiteY32" fmla="*/ 111728 h 304228"/>
              <a:gd name="connsiteX33" fmla="*/ 71710 w 382833"/>
              <a:gd name="connsiteY33" fmla="*/ 119634 h 304228"/>
              <a:gd name="connsiteX34" fmla="*/ 79773 w 382833"/>
              <a:gd name="connsiteY34" fmla="*/ 111728 h 304228"/>
              <a:gd name="connsiteX35" fmla="*/ 79773 w 382833"/>
              <a:gd name="connsiteY35" fmla="*/ 95726 h 304228"/>
              <a:gd name="connsiteX36" fmla="*/ 94286 w 382833"/>
              <a:gd name="connsiteY36" fmla="*/ 105727 h 304228"/>
              <a:gd name="connsiteX37" fmla="*/ 98270 w 382833"/>
              <a:gd name="connsiteY37" fmla="*/ 107061 h 304228"/>
              <a:gd name="connsiteX38" fmla="*/ 104909 w 382833"/>
              <a:gd name="connsiteY38" fmla="*/ 102965 h 304228"/>
              <a:gd name="connsiteX39" fmla="*/ 102253 w 382833"/>
              <a:gd name="connsiteY39" fmla="*/ 92202 h 304228"/>
              <a:gd name="connsiteX40" fmla="*/ 84990 w 382833"/>
              <a:gd name="connsiteY40" fmla="*/ 80391 h 304228"/>
              <a:gd name="connsiteX41" fmla="*/ 102253 w 382833"/>
              <a:gd name="connsiteY41" fmla="*/ 69152 h 304228"/>
              <a:gd name="connsiteX42" fmla="*/ 104909 w 382833"/>
              <a:gd name="connsiteY42" fmla="*/ 58483 h 304228"/>
              <a:gd name="connsiteX43" fmla="*/ 200808 w 382833"/>
              <a:gd name="connsiteY43" fmla="*/ 58483 h 304228"/>
              <a:gd name="connsiteX44" fmla="*/ 190184 w 382833"/>
              <a:gd name="connsiteY44" fmla="*/ 55817 h 304228"/>
              <a:gd name="connsiteX45" fmla="*/ 175671 w 382833"/>
              <a:gd name="connsiteY45" fmla="*/ 65342 h 304228"/>
              <a:gd name="connsiteX46" fmla="*/ 175671 w 382833"/>
              <a:gd name="connsiteY46" fmla="*/ 48482 h 304228"/>
              <a:gd name="connsiteX47" fmla="*/ 167608 w 382833"/>
              <a:gd name="connsiteY47" fmla="*/ 40577 h 304228"/>
              <a:gd name="connsiteX48" fmla="*/ 159546 w 382833"/>
              <a:gd name="connsiteY48" fmla="*/ 48482 h 304228"/>
              <a:gd name="connsiteX49" fmla="*/ 159546 w 382833"/>
              <a:gd name="connsiteY49" fmla="*/ 65818 h 304228"/>
              <a:gd name="connsiteX50" fmla="*/ 145033 w 382833"/>
              <a:gd name="connsiteY50" fmla="*/ 55817 h 304228"/>
              <a:gd name="connsiteX51" fmla="*/ 134409 w 382833"/>
              <a:gd name="connsiteY51" fmla="*/ 58483 h 304228"/>
              <a:gd name="connsiteX52" fmla="*/ 137065 w 382833"/>
              <a:gd name="connsiteY52" fmla="*/ 69247 h 304228"/>
              <a:gd name="connsiteX53" fmla="*/ 152906 w 382833"/>
              <a:gd name="connsiteY53" fmla="*/ 80105 h 304228"/>
              <a:gd name="connsiteX54" fmla="*/ 137065 w 382833"/>
              <a:gd name="connsiteY54" fmla="*/ 90488 h 304228"/>
              <a:gd name="connsiteX55" fmla="*/ 134409 w 382833"/>
              <a:gd name="connsiteY55" fmla="*/ 102584 h 304228"/>
              <a:gd name="connsiteX56" fmla="*/ 141049 w 382833"/>
              <a:gd name="connsiteY56" fmla="*/ 105251 h 304228"/>
              <a:gd name="connsiteX57" fmla="*/ 145033 w 382833"/>
              <a:gd name="connsiteY57" fmla="*/ 103918 h 304228"/>
              <a:gd name="connsiteX58" fmla="*/ 159546 w 382833"/>
              <a:gd name="connsiteY58" fmla="*/ 94393 h 304228"/>
              <a:gd name="connsiteX59" fmla="*/ 159546 w 382833"/>
              <a:gd name="connsiteY59" fmla="*/ 111728 h 304228"/>
              <a:gd name="connsiteX60" fmla="*/ 167608 w 382833"/>
              <a:gd name="connsiteY60" fmla="*/ 119634 h 304228"/>
              <a:gd name="connsiteX61" fmla="*/ 175671 w 382833"/>
              <a:gd name="connsiteY61" fmla="*/ 111728 h 304228"/>
              <a:gd name="connsiteX62" fmla="*/ 175671 w 382833"/>
              <a:gd name="connsiteY62" fmla="*/ 95726 h 304228"/>
              <a:gd name="connsiteX63" fmla="*/ 190184 w 382833"/>
              <a:gd name="connsiteY63" fmla="*/ 105727 h 304228"/>
              <a:gd name="connsiteX64" fmla="*/ 194168 w 382833"/>
              <a:gd name="connsiteY64" fmla="*/ 107061 h 304228"/>
              <a:gd name="connsiteX65" fmla="*/ 200808 w 382833"/>
              <a:gd name="connsiteY65" fmla="*/ 102965 h 304228"/>
              <a:gd name="connsiteX66" fmla="*/ 198152 w 382833"/>
              <a:gd name="connsiteY66" fmla="*/ 92202 h 304228"/>
              <a:gd name="connsiteX67" fmla="*/ 180888 w 382833"/>
              <a:gd name="connsiteY67" fmla="*/ 80391 h 304228"/>
              <a:gd name="connsiteX68" fmla="*/ 198152 w 382833"/>
              <a:gd name="connsiteY68" fmla="*/ 69152 h 304228"/>
              <a:gd name="connsiteX69" fmla="*/ 200808 w 382833"/>
              <a:gd name="connsiteY69" fmla="*/ 58483 h 304228"/>
              <a:gd name="connsiteX70" fmla="*/ 382834 w 382833"/>
              <a:gd name="connsiteY70" fmla="*/ 168212 h 304228"/>
              <a:gd name="connsiteX71" fmla="*/ 382834 w 382833"/>
              <a:gd name="connsiteY71" fmla="*/ 296228 h 304228"/>
              <a:gd name="connsiteX72" fmla="*/ 374866 w 382833"/>
              <a:gd name="connsiteY72" fmla="*/ 304229 h 304228"/>
              <a:gd name="connsiteX73" fmla="*/ 215131 w 382833"/>
              <a:gd name="connsiteY73" fmla="*/ 304229 h 304228"/>
              <a:gd name="connsiteX74" fmla="*/ 207163 w 382833"/>
              <a:gd name="connsiteY74" fmla="*/ 296228 h 304228"/>
              <a:gd name="connsiteX75" fmla="*/ 207163 w 382833"/>
              <a:gd name="connsiteY75" fmla="*/ 168212 h 304228"/>
              <a:gd name="connsiteX76" fmla="*/ 215131 w 382833"/>
              <a:gd name="connsiteY76" fmla="*/ 160211 h 304228"/>
              <a:gd name="connsiteX77" fmla="*/ 239414 w 382833"/>
              <a:gd name="connsiteY77" fmla="*/ 160211 h 304228"/>
              <a:gd name="connsiteX78" fmla="*/ 239414 w 382833"/>
              <a:gd name="connsiteY78" fmla="*/ 152400 h 304228"/>
              <a:gd name="connsiteX79" fmla="*/ 294998 w 382833"/>
              <a:gd name="connsiteY79" fmla="*/ 96298 h 304228"/>
              <a:gd name="connsiteX80" fmla="*/ 350583 w 382833"/>
              <a:gd name="connsiteY80" fmla="*/ 152400 h 304228"/>
              <a:gd name="connsiteX81" fmla="*/ 350583 w 382833"/>
              <a:gd name="connsiteY81" fmla="*/ 160211 h 304228"/>
              <a:gd name="connsiteX82" fmla="*/ 374866 w 382833"/>
              <a:gd name="connsiteY82" fmla="*/ 160211 h 304228"/>
              <a:gd name="connsiteX83" fmla="*/ 382834 w 382833"/>
              <a:gd name="connsiteY83" fmla="*/ 168212 h 304228"/>
              <a:gd name="connsiteX84" fmla="*/ 255254 w 382833"/>
              <a:gd name="connsiteY84" fmla="*/ 160211 h 304228"/>
              <a:gd name="connsiteX85" fmla="*/ 334648 w 382833"/>
              <a:gd name="connsiteY85" fmla="*/ 160211 h 304228"/>
              <a:gd name="connsiteX86" fmla="*/ 334648 w 382833"/>
              <a:gd name="connsiteY86" fmla="*/ 152400 h 304228"/>
              <a:gd name="connsiteX87" fmla="*/ 294903 w 382833"/>
              <a:gd name="connsiteY87" fmla="*/ 112300 h 304228"/>
              <a:gd name="connsiteX88" fmla="*/ 255159 w 382833"/>
              <a:gd name="connsiteY88" fmla="*/ 152400 h 304228"/>
              <a:gd name="connsiteX89" fmla="*/ 255159 w 382833"/>
              <a:gd name="connsiteY89" fmla="*/ 160211 h 304228"/>
              <a:gd name="connsiteX90" fmla="*/ 366803 w 382833"/>
              <a:gd name="connsiteY90" fmla="*/ 176213 h 304228"/>
              <a:gd name="connsiteX91" fmla="*/ 343754 w 382833"/>
              <a:gd name="connsiteY91" fmla="*/ 176213 h 304228"/>
              <a:gd name="connsiteX92" fmla="*/ 342615 w 382833"/>
              <a:gd name="connsiteY92" fmla="*/ 176403 h 304228"/>
              <a:gd name="connsiteX93" fmla="*/ 341193 w 382833"/>
              <a:gd name="connsiteY93" fmla="*/ 176213 h 304228"/>
              <a:gd name="connsiteX94" fmla="*/ 248425 w 382833"/>
              <a:gd name="connsiteY94" fmla="*/ 176213 h 304228"/>
              <a:gd name="connsiteX95" fmla="*/ 247286 w 382833"/>
              <a:gd name="connsiteY95" fmla="*/ 176403 h 304228"/>
              <a:gd name="connsiteX96" fmla="*/ 245864 w 382833"/>
              <a:gd name="connsiteY96" fmla="*/ 176213 h 304228"/>
              <a:gd name="connsiteX97" fmla="*/ 223004 w 382833"/>
              <a:gd name="connsiteY97" fmla="*/ 176213 h 304228"/>
              <a:gd name="connsiteX98" fmla="*/ 223004 w 382833"/>
              <a:gd name="connsiteY98" fmla="*/ 288227 h 304228"/>
              <a:gd name="connsiteX99" fmla="*/ 366803 w 382833"/>
              <a:gd name="connsiteY99" fmla="*/ 288227 h 304228"/>
              <a:gd name="connsiteX100" fmla="*/ 366803 w 382833"/>
              <a:gd name="connsiteY100" fmla="*/ 176213 h 304228"/>
              <a:gd name="connsiteX101" fmla="*/ 294903 w 382833"/>
              <a:gd name="connsiteY101" fmla="*/ 197167 h 304228"/>
              <a:gd name="connsiteX102" fmla="*/ 278778 w 382833"/>
              <a:gd name="connsiteY102" fmla="*/ 213360 h 304228"/>
              <a:gd name="connsiteX103" fmla="*/ 286841 w 382833"/>
              <a:gd name="connsiteY103" fmla="*/ 227267 h 304228"/>
              <a:gd name="connsiteX104" fmla="*/ 286841 w 382833"/>
              <a:gd name="connsiteY104" fmla="*/ 253175 h 304228"/>
              <a:gd name="connsiteX105" fmla="*/ 294903 w 382833"/>
              <a:gd name="connsiteY105" fmla="*/ 261080 h 304228"/>
              <a:gd name="connsiteX106" fmla="*/ 302966 w 382833"/>
              <a:gd name="connsiteY106" fmla="*/ 253175 h 304228"/>
              <a:gd name="connsiteX107" fmla="*/ 302966 w 382833"/>
              <a:gd name="connsiteY107" fmla="*/ 226981 h 304228"/>
              <a:gd name="connsiteX108" fmla="*/ 311029 w 382833"/>
              <a:gd name="connsiteY108" fmla="*/ 213455 h 304228"/>
              <a:gd name="connsiteX109" fmla="*/ 294903 w 382833"/>
              <a:gd name="connsiteY109" fmla="*/ 197263 h 30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82833" h="304228">
                <a:moveTo>
                  <a:pt x="382834" y="8001"/>
                </a:moveTo>
                <a:lnTo>
                  <a:pt x="382834" y="104108"/>
                </a:lnTo>
                <a:cubicBezTo>
                  <a:pt x="382834" y="109442"/>
                  <a:pt x="378850" y="112109"/>
                  <a:pt x="374866" y="112109"/>
                </a:cubicBezTo>
                <a:cubicBezTo>
                  <a:pt x="370882" y="112109"/>
                  <a:pt x="366898" y="109442"/>
                  <a:pt x="366898" y="104108"/>
                </a:cubicBezTo>
                <a:lnTo>
                  <a:pt x="366898" y="16002"/>
                </a:lnTo>
                <a:lnTo>
                  <a:pt x="15936" y="16002"/>
                </a:lnTo>
                <a:lnTo>
                  <a:pt x="15936" y="144209"/>
                </a:lnTo>
                <a:lnTo>
                  <a:pt x="167514" y="144209"/>
                </a:lnTo>
                <a:cubicBezTo>
                  <a:pt x="171497" y="144209"/>
                  <a:pt x="175481" y="148209"/>
                  <a:pt x="175481" y="152210"/>
                </a:cubicBezTo>
                <a:cubicBezTo>
                  <a:pt x="175481" y="157544"/>
                  <a:pt x="171497" y="160211"/>
                  <a:pt x="167514" y="160211"/>
                </a:cubicBezTo>
                <a:lnTo>
                  <a:pt x="7968" y="160211"/>
                </a:lnTo>
                <a:cubicBezTo>
                  <a:pt x="3984" y="160211"/>
                  <a:pt x="0" y="157544"/>
                  <a:pt x="0" y="152210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4866" y="0"/>
                </a:lnTo>
                <a:cubicBezTo>
                  <a:pt x="378850" y="0"/>
                  <a:pt x="382834" y="4001"/>
                  <a:pt x="382834" y="8001"/>
                </a:cubicBezTo>
                <a:close/>
                <a:moveTo>
                  <a:pt x="104909" y="58483"/>
                </a:moveTo>
                <a:cubicBezTo>
                  <a:pt x="102253" y="54483"/>
                  <a:pt x="98270" y="53150"/>
                  <a:pt x="94286" y="55817"/>
                </a:cubicBezTo>
                <a:cubicBezTo>
                  <a:pt x="94286" y="55817"/>
                  <a:pt x="94286" y="55817"/>
                  <a:pt x="79773" y="65342"/>
                </a:cubicBezTo>
                <a:lnTo>
                  <a:pt x="79773" y="48482"/>
                </a:lnTo>
                <a:cubicBezTo>
                  <a:pt x="79773" y="44482"/>
                  <a:pt x="75694" y="40577"/>
                  <a:pt x="71710" y="40577"/>
                </a:cubicBezTo>
                <a:cubicBezTo>
                  <a:pt x="67726" y="40577"/>
                  <a:pt x="63648" y="44577"/>
                  <a:pt x="63648" y="48482"/>
                </a:cubicBezTo>
                <a:lnTo>
                  <a:pt x="63648" y="65818"/>
                </a:lnTo>
                <a:cubicBezTo>
                  <a:pt x="59284" y="62865"/>
                  <a:pt x="54541" y="59531"/>
                  <a:pt x="49135" y="55817"/>
                </a:cubicBezTo>
                <a:cubicBezTo>
                  <a:pt x="46479" y="53150"/>
                  <a:pt x="41167" y="54483"/>
                  <a:pt x="38511" y="58483"/>
                </a:cubicBezTo>
                <a:cubicBezTo>
                  <a:pt x="35855" y="61150"/>
                  <a:pt x="37183" y="66580"/>
                  <a:pt x="41167" y="69247"/>
                </a:cubicBezTo>
                <a:cubicBezTo>
                  <a:pt x="41167" y="69247"/>
                  <a:pt x="41167" y="69247"/>
                  <a:pt x="57008" y="80105"/>
                </a:cubicBezTo>
                <a:cubicBezTo>
                  <a:pt x="52265" y="83153"/>
                  <a:pt x="47143" y="86582"/>
                  <a:pt x="41167" y="90488"/>
                </a:cubicBezTo>
                <a:cubicBezTo>
                  <a:pt x="37183" y="93154"/>
                  <a:pt x="35855" y="98489"/>
                  <a:pt x="38511" y="102584"/>
                </a:cubicBezTo>
                <a:cubicBezTo>
                  <a:pt x="39839" y="103918"/>
                  <a:pt x="42495" y="105251"/>
                  <a:pt x="45151" y="105251"/>
                </a:cubicBezTo>
                <a:cubicBezTo>
                  <a:pt x="46479" y="105251"/>
                  <a:pt x="47807" y="105251"/>
                  <a:pt x="49135" y="103918"/>
                </a:cubicBezTo>
                <a:cubicBezTo>
                  <a:pt x="49135" y="103918"/>
                  <a:pt x="49135" y="103918"/>
                  <a:pt x="63648" y="94393"/>
                </a:cubicBezTo>
                <a:lnTo>
                  <a:pt x="63648" y="111728"/>
                </a:lnTo>
                <a:cubicBezTo>
                  <a:pt x="63648" y="116967"/>
                  <a:pt x="67726" y="119634"/>
                  <a:pt x="71710" y="119634"/>
                </a:cubicBezTo>
                <a:cubicBezTo>
                  <a:pt x="75694" y="119634"/>
                  <a:pt x="79773" y="116967"/>
                  <a:pt x="79773" y="111728"/>
                </a:cubicBezTo>
                <a:lnTo>
                  <a:pt x="79773" y="95726"/>
                </a:lnTo>
                <a:cubicBezTo>
                  <a:pt x="84136" y="98679"/>
                  <a:pt x="88879" y="102013"/>
                  <a:pt x="94286" y="105727"/>
                </a:cubicBezTo>
                <a:cubicBezTo>
                  <a:pt x="95614" y="105727"/>
                  <a:pt x="96942" y="107061"/>
                  <a:pt x="98270" y="107061"/>
                </a:cubicBezTo>
                <a:cubicBezTo>
                  <a:pt x="100925" y="107061"/>
                  <a:pt x="103581" y="105727"/>
                  <a:pt x="104909" y="102965"/>
                </a:cubicBezTo>
                <a:cubicBezTo>
                  <a:pt x="107565" y="98869"/>
                  <a:pt x="106237" y="93536"/>
                  <a:pt x="102253" y="92202"/>
                </a:cubicBezTo>
                <a:cubicBezTo>
                  <a:pt x="102253" y="92202"/>
                  <a:pt x="96496" y="88265"/>
                  <a:pt x="84990" y="80391"/>
                </a:cubicBezTo>
                <a:cubicBezTo>
                  <a:pt x="90017" y="77152"/>
                  <a:pt x="95709" y="73342"/>
                  <a:pt x="102253" y="69152"/>
                </a:cubicBezTo>
                <a:cubicBezTo>
                  <a:pt x="106237" y="66485"/>
                  <a:pt x="107565" y="62484"/>
                  <a:pt x="104909" y="58483"/>
                </a:cubicBezTo>
                <a:close/>
                <a:moveTo>
                  <a:pt x="200808" y="58483"/>
                </a:moveTo>
                <a:cubicBezTo>
                  <a:pt x="198152" y="54483"/>
                  <a:pt x="194168" y="53150"/>
                  <a:pt x="190184" y="55817"/>
                </a:cubicBezTo>
                <a:cubicBezTo>
                  <a:pt x="190184" y="55817"/>
                  <a:pt x="190184" y="55817"/>
                  <a:pt x="175671" y="65342"/>
                </a:cubicBezTo>
                <a:lnTo>
                  <a:pt x="175671" y="48482"/>
                </a:lnTo>
                <a:cubicBezTo>
                  <a:pt x="175671" y="44482"/>
                  <a:pt x="171592" y="40577"/>
                  <a:pt x="167608" y="40577"/>
                </a:cubicBezTo>
                <a:cubicBezTo>
                  <a:pt x="163624" y="40577"/>
                  <a:pt x="159546" y="44577"/>
                  <a:pt x="159546" y="48482"/>
                </a:cubicBezTo>
                <a:lnTo>
                  <a:pt x="159546" y="65818"/>
                </a:lnTo>
                <a:cubicBezTo>
                  <a:pt x="155182" y="62865"/>
                  <a:pt x="150440" y="59531"/>
                  <a:pt x="145033" y="55817"/>
                </a:cubicBezTo>
                <a:cubicBezTo>
                  <a:pt x="142377" y="53150"/>
                  <a:pt x="137065" y="54483"/>
                  <a:pt x="134409" y="58483"/>
                </a:cubicBezTo>
                <a:cubicBezTo>
                  <a:pt x="131753" y="61150"/>
                  <a:pt x="133081" y="66580"/>
                  <a:pt x="137065" y="69247"/>
                </a:cubicBezTo>
                <a:cubicBezTo>
                  <a:pt x="137065" y="69247"/>
                  <a:pt x="137065" y="69247"/>
                  <a:pt x="152906" y="80105"/>
                </a:cubicBezTo>
                <a:cubicBezTo>
                  <a:pt x="148163" y="83153"/>
                  <a:pt x="143041" y="86582"/>
                  <a:pt x="137065" y="90488"/>
                </a:cubicBezTo>
                <a:cubicBezTo>
                  <a:pt x="133081" y="93154"/>
                  <a:pt x="131753" y="98489"/>
                  <a:pt x="134409" y="102584"/>
                </a:cubicBezTo>
                <a:cubicBezTo>
                  <a:pt x="135737" y="103918"/>
                  <a:pt x="138393" y="105251"/>
                  <a:pt x="141049" y="105251"/>
                </a:cubicBezTo>
                <a:cubicBezTo>
                  <a:pt x="142377" y="105251"/>
                  <a:pt x="143705" y="105251"/>
                  <a:pt x="145033" y="103918"/>
                </a:cubicBezTo>
                <a:cubicBezTo>
                  <a:pt x="145033" y="103918"/>
                  <a:pt x="145033" y="103918"/>
                  <a:pt x="159546" y="94393"/>
                </a:cubicBezTo>
                <a:lnTo>
                  <a:pt x="159546" y="111728"/>
                </a:lnTo>
                <a:cubicBezTo>
                  <a:pt x="159546" y="116967"/>
                  <a:pt x="163624" y="119634"/>
                  <a:pt x="167608" y="119634"/>
                </a:cubicBezTo>
                <a:cubicBezTo>
                  <a:pt x="171592" y="119634"/>
                  <a:pt x="175671" y="116967"/>
                  <a:pt x="175671" y="111728"/>
                </a:cubicBezTo>
                <a:lnTo>
                  <a:pt x="175671" y="95726"/>
                </a:lnTo>
                <a:cubicBezTo>
                  <a:pt x="180034" y="98679"/>
                  <a:pt x="184777" y="102013"/>
                  <a:pt x="190184" y="105727"/>
                </a:cubicBezTo>
                <a:cubicBezTo>
                  <a:pt x="191512" y="105727"/>
                  <a:pt x="192840" y="107061"/>
                  <a:pt x="194168" y="107061"/>
                </a:cubicBezTo>
                <a:cubicBezTo>
                  <a:pt x="196824" y="107061"/>
                  <a:pt x="199480" y="105727"/>
                  <a:pt x="200808" y="102965"/>
                </a:cubicBezTo>
                <a:cubicBezTo>
                  <a:pt x="203464" y="98869"/>
                  <a:pt x="202136" y="93536"/>
                  <a:pt x="198152" y="92202"/>
                </a:cubicBezTo>
                <a:cubicBezTo>
                  <a:pt x="198152" y="92202"/>
                  <a:pt x="192394" y="88265"/>
                  <a:pt x="180888" y="80391"/>
                </a:cubicBezTo>
                <a:cubicBezTo>
                  <a:pt x="185915" y="77152"/>
                  <a:pt x="191607" y="73342"/>
                  <a:pt x="198152" y="69152"/>
                </a:cubicBezTo>
                <a:cubicBezTo>
                  <a:pt x="202136" y="66485"/>
                  <a:pt x="203464" y="62484"/>
                  <a:pt x="200808" y="58483"/>
                </a:cubicBezTo>
                <a:close/>
                <a:moveTo>
                  <a:pt x="382834" y="168212"/>
                </a:moveTo>
                <a:lnTo>
                  <a:pt x="382834" y="296228"/>
                </a:lnTo>
                <a:cubicBezTo>
                  <a:pt x="382834" y="301562"/>
                  <a:pt x="378850" y="304229"/>
                  <a:pt x="374866" y="304229"/>
                </a:cubicBezTo>
                <a:lnTo>
                  <a:pt x="215131" y="304229"/>
                </a:lnTo>
                <a:cubicBezTo>
                  <a:pt x="211147" y="304229"/>
                  <a:pt x="207163" y="301562"/>
                  <a:pt x="207163" y="296228"/>
                </a:cubicBezTo>
                <a:lnTo>
                  <a:pt x="207163" y="168212"/>
                </a:lnTo>
                <a:cubicBezTo>
                  <a:pt x="207163" y="164211"/>
                  <a:pt x="211147" y="160211"/>
                  <a:pt x="215131" y="160211"/>
                </a:cubicBezTo>
                <a:lnTo>
                  <a:pt x="239414" y="160211"/>
                </a:lnTo>
                <a:lnTo>
                  <a:pt x="239414" y="152400"/>
                </a:lnTo>
                <a:cubicBezTo>
                  <a:pt x="239414" y="121729"/>
                  <a:pt x="264550" y="96298"/>
                  <a:pt x="294998" y="96298"/>
                </a:cubicBezTo>
                <a:cubicBezTo>
                  <a:pt x="325447" y="96298"/>
                  <a:pt x="350583" y="121634"/>
                  <a:pt x="350583" y="152400"/>
                </a:cubicBezTo>
                <a:lnTo>
                  <a:pt x="350583" y="160211"/>
                </a:lnTo>
                <a:lnTo>
                  <a:pt x="374866" y="160211"/>
                </a:lnTo>
                <a:cubicBezTo>
                  <a:pt x="378850" y="160211"/>
                  <a:pt x="382834" y="164211"/>
                  <a:pt x="382834" y="168212"/>
                </a:cubicBezTo>
                <a:close/>
                <a:moveTo>
                  <a:pt x="255254" y="160211"/>
                </a:moveTo>
                <a:lnTo>
                  <a:pt x="334648" y="160211"/>
                </a:lnTo>
                <a:lnTo>
                  <a:pt x="334648" y="152400"/>
                </a:lnTo>
                <a:cubicBezTo>
                  <a:pt x="334648" y="131064"/>
                  <a:pt x="316151" y="112300"/>
                  <a:pt x="294903" y="112300"/>
                </a:cubicBezTo>
                <a:cubicBezTo>
                  <a:pt x="272423" y="112300"/>
                  <a:pt x="255159" y="130969"/>
                  <a:pt x="255159" y="152400"/>
                </a:cubicBezTo>
                <a:lnTo>
                  <a:pt x="255159" y="160211"/>
                </a:lnTo>
                <a:close/>
                <a:moveTo>
                  <a:pt x="366803" y="176213"/>
                </a:moveTo>
                <a:lnTo>
                  <a:pt x="343754" y="176213"/>
                </a:lnTo>
                <a:cubicBezTo>
                  <a:pt x="343754" y="176213"/>
                  <a:pt x="342995" y="176403"/>
                  <a:pt x="342615" y="176403"/>
                </a:cubicBezTo>
                <a:cubicBezTo>
                  <a:pt x="342046" y="176403"/>
                  <a:pt x="341667" y="176213"/>
                  <a:pt x="341193" y="176213"/>
                </a:cubicBezTo>
                <a:lnTo>
                  <a:pt x="248425" y="176213"/>
                </a:lnTo>
                <a:cubicBezTo>
                  <a:pt x="248425" y="176213"/>
                  <a:pt x="247666" y="176403"/>
                  <a:pt x="247286" y="176403"/>
                </a:cubicBezTo>
                <a:cubicBezTo>
                  <a:pt x="246717" y="176403"/>
                  <a:pt x="246338" y="176213"/>
                  <a:pt x="245864" y="176213"/>
                </a:cubicBezTo>
                <a:lnTo>
                  <a:pt x="223004" y="176213"/>
                </a:lnTo>
                <a:lnTo>
                  <a:pt x="223004" y="288227"/>
                </a:lnTo>
                <a:lnTo>
                  <a:pt x="366803" y="288227"/>
                </a:lnTo>
                <a:lnTo>
                  <a:pt x="366803" y="176213"/>
                </a:lnTo>
                <a:close/>
                <a:moveTo>
                  <a:pt x="294903" y="197167"/>
                </a:moveTo>
                <a:cubicBezTo>
                  <a:pt x="285513" y="197167"/>
                  <a:pt x="278778" y="203930"/>
                  <a:pt x="278778" y="213360"/>
                </a:cubicBezTo>
                <a:cubicBezTo>
                  <a:pt x="278778" y="218885"/>
                  <a:pt x="281908" y="224314"/>
                  <a:pt x="286841" y="227267"/>
                </a:cubicBezTo>
                <a:lnTo>
                  <a:pt x="286841" y="253175"/>
                </a:lnTo>
                <a:cubicBezTo>
                  <a:pt x="286841" y="257175"/>
                  <a:pt x="289497" y="261080"/>
                  <a:pt x="294903" y="261080"/>
                </a:cubicBezTo>
                <a:cubicBezTo>
                  <a:pt x="298982" y="261080"/>
                  <a:pt x="302966" y="257080"/>
                  <a:pt x="302966" y="253175"/>
                </a:cubicBezTo>
                <a:lnTo>
                  <a:pt x="302966" y="226981"/>
                </a:lnTo>
                <a:cubicBezTo>
                  <a:pt x="307614" y="223933"/>
                  <a:pt x="311029" y="218694"/>
                  <a:pt x="311029" y="213455"/>
                </a:cubicBezTo>
                <a:cubicBezTo>
                  <a:pt x="311029" y="204025"/>
                  <a:pt x="302966" y="197263"/>
                  <a:pt x="294903" y="19726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5" name="Graphic 123">
            <a:extLst>
              <a:ext uri="{FF2B5EF4-FFF2-40B4-BE49-F238E27FC236}">
                <a16:creationId xmlns:a16="http://schemas.microsoft.com/office/drawing/2014/main" id="{2E89AA49-F5B8-6C04-9ADC-3D480CAE06E5}"/>
              </a:ext>
            </a:extLst>
          </p:cNvPr>
          <p:cNvSpPr/>
          <p:nvPr/>
        </p:nvSpPr>
        <p:spPr>
          <a:xfrm>
            <a:off x="8781670" y="939615"/>
            <a:ext cx="454404" cy="345191"/>
          </a:xfrm>
          <a:custGeom>
            <a:avLst/>
            <a:gdLst>
              <a:gd name="connsiteX0" fmla="*/ 346315 w 346314"/>
              <a:gd name="connsiteY0" fmla="*/ 29242 h 263080"/>
              <a:gd name="connsiteX1" fmla="*/ 346315 w 346314"/>
              <a:gd name="connsiteY1" fmla="*/ 204597 h 263080"/>
              <a:gd name="connsiteX2" fmla="*/ 317384 w 346314"/>
              <a:gd name="connsiteY2" fmla="*/ 233839 h 263080"/>
              <a:gd name="connsiteX3" fmla="*/ 216079 w 346314"/>
              <a:gd name="connsiteY3" fmla="*/ 233839 h 263080"/>
              <a:gd name="connsiteX4" fmla="*/ 216079 w 346314"/>
              <a:gd name="connsiteY4" fmla="*/ 248412 h 263080"/>
              <a:gd name="connsiteX5" fmla="*/ 273941 w 346314"/>
              <a:gd name="connsiteY5" fmla="*/ 248412 h 263080"/>
              <a:gd name="connsiteX6" fmla="*/ 281150 w 346314"/>
              <a:gd name="connsiteY6" fmla="*/ 255746 h 263080"/>
              <a:gd name="connsiteX7" fmla="*/ 273941 w 346314"/>
              <a:gd name="connsiteY7" fmla="*/ 263081 h 263080"/>
              <a:gd name="connsiteX8" fmla="*/ 143705 w 346314"/>
              <a:gd name="connsiteY8" fmla="*/ 263081 h 263080"/>
              <a:gd name="connsiteX9" fmla="*/ 136496 w 346314"/>
              <a:gd name="connsiteY9" fmla="*/ 255746 h 263080"/>
              <a:gd name="connsiteX10" fmla="*/ 143705 w 346314"/>
              <a:gd name="connsiteY10" fmla="*/ 248412 h 263080"/>
              <a:gd name="connsiteX11" fmla="*/ 201566 w 346314"/>
              <a:gd name="connsiteY11" fmla="*/ 248412 h 263080"/>
              <a:gd name="connsiteX12" fmla="*/ 201566 w 346314"/>
              <a:gd name="connsiteY12" fmla="*/ 233839 h 263080"/>
              <a:gd name="connsiteX13" fmla="*/ 121983 w 346314"/>
              <a:gd name="connsiteY13" fmla="*/ 233839 h 263080"/>
              <a:gd name="connsiteX14" fmla="*/ 114774 w 346314"/>
              <a:gd name="connsiteY14" fmla="*/ 226504 h 263080"/>
              <a:gd name="connsiteX15" fmla="*/ 121983 w 346314"/>
              <a:gd name="connsiteY15" fmla="*/ 219170 h 263080"/>
              <a:gd name="connsiteX16" fmla="*/ 317289 w 346314"/>
              <a:gd name="connsiteY16" fmla="*/ 219170 h 263080"/>
              <a:gd name="connsiteX17" fmla="*/ 331802 w 346314"/>
              <a:gd name="connsiteY17" fmla="*/ 204597 h 263080"/>
              <a:gd name="connsiteX18" fmla="*/ 331802 w 346314"/>
              <a:gd name="connsiteY18" fmla="*/ 175355 h 263080"/>
              <a:gd name="connsiteX19" fmla="*/ 194357 w 346314"/>
              <a:gd name="connsiteY19" fmla="*/ 175355 h 263080"/>
              <a:gd name="connsiteX20" fmla="*/ 187149 w 346314"/>
              <a:gd name="connsiteY20" fmla="*/ 168021 h 263080"/>
              <a:gd name="connsiteX21" fmla="*/ 194357 w 346314"/>
              <a:gd name="connsiteY21" fmla="*/ 160687 h 263080"/>
              <a:gd name="connsiteX22" fmla="*/ 331802 w 346314"/>
              <a:gd name="connsiteY22" fmla="*/ 160687 h 263080"/>
              <a:gd name="connsiteX23" fmla="*/ 331802 w 346314"/>
              <a:gd name="connsiteY23" fmla="*/ 29242 h 263080"/>
              <a:gd name="connsiteX24" fmla="*/ 317289 w 346314"/>
              <a:gd name="connsiteY24" fmla="*/ 14668 h 263080"/>
              <a:gd name="connsiteX25" fmla="*/ 100262 w 346314"/>
              <a:gd name="connsiteY25" fmla="*/ 14668 h 263080"/>
              <a:gd name="connsiteX26" fmla="*/ 85749 w 346314"/>
              <a:gd name="connsiteY26" fmla="*/ 25622 h 263080"/>
              <a:gd name="connsiteX27" fmla="*/ 78540 w 346314"/>
              <a:gd name="connsiteY27" fmla="*/ 29242 h 263080"/>
              <a:gd name="connsiteX28" fmla="*/ 71331 w 346314"/>
              <a:gd name="connsiteY28" fmla="*/ 18288 h 263080"/>
              <a:gd name="connsiteX29" fmla="*/ 100262 w 346314"/>
              <a:gd name="connsiteY29" fmla="*/ 0 h 263080"/>
              <a:gd name="connsiteX30" fmla="*/ 317289 w 346314"/>
              <a:gd name="connsiteY30" fmla="*/ 0 h 263080"/>
              <a:gd name="connsiteX31" fmla="*/ 346220 w 346314"/>
              <a:gd name="connsiteY31" fmla="*/ 29242 h 263080"/>
              <a:gd name="connsiteX32" fmla="*/ 86508 w 346314"/>
              <a:gd name="connsiteY32" fmla="*/ 241078 h 263080"/>
              <a:gd name="connsiteX33" fmla="*/ 86508 w 346314"/>
              <a:gd name="connsiteY33" fmla="*/ 233743 h 263080"/>
              <a:gd name="connsiteX34" fmla="*/ 14418 w 346314"/>
              <a:gd name="connsiteY34" fmla="*/ 233743 h 263080"/>
              <a:gd name="connsiteX35" fmla="*/ 14418 w 346314"/>
              <a:gd name="connsiteY35" fmla="*/ 241078 h 263080"/>
              <a:gd name="connsiteX36" fmla="*/ 21627 w 346314"/>
              <a:gd name="connsiteY36" fmla="*/ 248412 h 263080"/>
              <a:gd name="connsiteX37" fmla="*/ 79299 w 346314"/>
              <a:gd name="connsiteY37" fmla="*/ 248412 h 263080"/>
              <a:gd name="connsiteX38" fmla="*/ 86508 w 346314"/>
              <a:gd name="connsiteY38" fmla="*/ 241078 h 263080"/>
              <a:gd name="connsiteX39" fmla="*/ 14418 w 346314"/>
              <a:gd name="connsiteY39" fmla="*/ 138970 h 263080"/>
              <a:gd name="connsiteX40" fmla="*/ 14418 w 346314"/>
              <a:gd name="connsiteY40" fmla="*/ 146304 h 263080"/>
              <a:gd name="connsiteX41" fmla="*/ 86508 w 346314"/>
              <a:gd name="connsiteY41" fmla="*/ 146304 h 263080"/>
              <a:gd name="connsiteX42" fmla="*/ 86508 w 346314"/>
              <a:gd name="connsiteY42" fmla="*/ 138970 h 263080"/>
              <a:gd name="connsiteX43" fmla="*/ 79299 w 346314"/>
              <a:gd name="connsiteY43" fmla="*/ 131635 h 263080"/>
              <a:gd name="connsiteX44" fmla="*/ 21627 w 346314"/>
              <a:gd name="connsiteY44" fmla="*/ 131635 h 263080"/>
              <a:gd name="connsiteX45" fmla="*/ 14418 w 346314"/>
              <a:gd name="connsiteY45" fmla="*/ 138970 h 263080"/>
              <a:gd name="connsiteX46" fmla="*/ 14418 w 346314"/>
              <a:gd name="connsiteY46" fmla="*/ 219170 h 263080"/>
              <a:gd name="connsiteX47" fmla="*/ 86508 w 346314"/>
              <a:gd name="connsiteY47" fmla="*/ 219170 h 263080"/>
              <a:gd name="connsiteX48" fmla="*/ 86508 w 346314"/>
              <a:gd name="connsiteY48" fmla="*/ 160782 h 263080"/>
              <a:gd name="connsiteX49" fmla="*/ 14418 w 346314"/>
              <a:gd name="connsiteY49" fmla="*/ 160782 h 263080"/>
              <a:gd name="connsiteX50" fmla="*/ 14418 w 346314"/>
              <a:gd name="connsiteY50" fmla="*/ 219170 h 263080"/>
              <a:gd name="connsiteX51" fmla="*/ 100926 w 346314"/>
              <a:gd name="connsiteY51" fmla="*/ 241078 h 263080"/>
              <a:gd name="connsiteX52" fmla="*/ 79299 w 346314"/>
              <a:gd name="connsiteY52" fmla="*/ 262985 h 263080"/>
              <a:gd name="connsiteX53" fmla="*/ 21627 w 346314"/>
              <a:gd name="connsiteY53" fmla="*/ 262985 h 263080"/>
              <a:gd name="connsiteX54" fmla="*/ 0 w 346314"/>
              <a:gd name="connsiteY54" fmla="*/ 241078 h 263080"/>
              <a:gd name="connsiteX55" fmla="*/ 0 w 346314"/>
              <a:gd name="connsiteY55" fmla="*/ 138970 h 263080"/>
              <a:gd name="connsiteX56" fmla="*/ 21627 w 346314"/>
              <a:gd name="connsiteY56" fmla="*/ 117062 h 263080"/>
              <a:gd name="connsiteX57" fmla="*/ 79299 w 346314"/>
              <a:gd name="connsiteY57" fmla="*/ 117062 h 263080"/>
              <a:gd name="connsiteX58" fmla="*/ 100926 w 346314"/>
              <a:gd name="connsiteY58" fmla="*/ 138970 h 263080"/>
              <a:gd name="connsiteX59" fmla="*/ 100926 w 346314"/>
              <a:gd name="connsiteY59" fmla="*/ 241078 h 263080"/>
              <a:gd name="connsiteX60" fmla="*/ 57197 w 346314"/>
              <a:gd name="connsiteY60" fmla="*/ 65627 h 263080"/>
              <a:gd name="connsiteX61" fmla="*/ 57197 w 346314"/>
              <a:gd name="connsiteY61" fmla="*/ 72962 h 263080"/>
              <a:gd name="connsiteX62" fmla="*/ 158692 w 346314"/>
              <a:gd name="connsiteY62" fmla="*/ 72962 h 263080"/>
              <a:gd name="connsiteX63" fmla="*/ 158692 w 346314"/>
              <a:gd name="connsiteY63" fmla="*/ 65627 h 263080"/>
              <a:gd name="connsiteX64" fmla="*/ 151483 w 346314"/>
              <a:gd name="connsiteY64" fmla="*/ 58293 h 263080"/>
              <a:gd name="connsiteX65" fmla="*/ 64501 w 346314"/>
              <a:gd name="connsiteY65" fmla="*/ 58293 h 263080"/>
              <a:gd name="connsiteX66" fmla="*/ 57292 w 346314"/>
              <a:gd name="connsiteY66" fmla="*/ 65627 h 263080"/>
              <a:gd name="connsiteX67" fmla="*/ 42685 w 346314"/>
              <a:gd name="connsiteY67" fmla="*/ 65627 h 263080"/>
              <a:gd name="connsiteX68" fmla="*/ 64406 w 346314"/>
              <a:gd name="connsiteY68" fmla="*/ 43720 h 263080"/>
              <a:gd name="connsiteX69" fmla="*/ 151388 w 346314"/>
              <a:gd name="connsiteY69" fmla="*/ 43720 h 263080"/>
              <a:gd name="connsiteX70" fmla="*/ 173110 w 346314"/>
              <a:gd name="connsiteY70" fmla="*/ 65627 h 263080"/>
              <a:gd name="connsiteX71" fmla="*/ 173110 w 346314"/>
              <a:gd name="connsiteY71" fmla="*/ 182499 h 263080"/>
              <a:gd name="connsiteX72" fmla="*/ 151388 w 346314"/>
              <a:gd name="connsiteY72" fmla="*/ 204406 h 263080"/>
              <a:gd name="connsiteX73" fmla="*/ 122363 w 346314"/>
              <a:gd name="connsiteY73" fmla="*/ 204406 h 263080"/>
              <a:gd name="connsiteX74" fmla="*/ 115154 w 346314"/>
              <a:gd name="connsiteY74" fmla="*/ 197072 h 263080"/>
              <a:gd name="connsiteX75" fmla="*/ 122363 w 346314"/>
              <a:gd name="connsiteY75" fmla="*/ 189738 h 263080"/>
              <a:gd name="connsiteX76" fmla="*/ 151388 w 346314"/>
              <a:gd name="connsiteY76" fmla="*/ 189738 h 263080"/>
              <a:gd name="connsiteX77" fmla="*/ 158597 w 346314"/>
              <a:gd name="connsiteY77" fmla="*/ 182404 h 263080"/>
              <a:gd name="connsiteX78" fmla="*/ 158597 w 346314"/>
              <a:gd name="connsiteY78" fmla="*/ 175070 h 263080"/>
              <a:gd name="connsiteX79" fmla="*/ 122363 w 346314"/>
              <a:gd name="connsiteY79" fmla="*/ 175070 h 263080"/>
              <a:gd name="connsiteX80" fmla="*/ 115154 w 346314"/>
              <a:gd name="connsiteY80" fmla="*/ 167735 h 263080"/>
              <a:gd name="connsiteX81" fmla="*/ 122363 w 346314"/>
              <a:gd name="connsiteY81" fmla="*/ 160401 h 263080"/>
              <a:gd name="connsiteX82" fmla="*/ 158597 w 346314"/>
              <a:gd name="connsiteY82" fmla="*/ 160401 h 263080"/>
              <a:gd name="connsiteX83" fmla="*/ 158597 w 346314"/>
              <a:gd name="connsiteY83" fmla="*/ 87344 h 263080"/>
              <a:gd name="connsiteX84" fmla="*/ 57103 w 346314"/>
              <a:gd name="connsiteY84" fmla="*/ 87344 h 263080"/>
              <a:gd name="connsiteX85" fmla="*/ 57103 w 346314"/>
              <a:gd name="connsiteY85" fmla="*/ 94678 h 263080"/>
              <a:gd name="connsiteX86" fmla="*/ 49894 w 346314"/>
              <a:gd name="connsiteY86" fmla="*/ 102013 h 263080"/>
              <a:gd name="connsiteX87" fmla="*/ 42685 w 346314"/>
              <a:gd name="connsiteY87" fmla="*/ 94678 h 263080"/>
              <a:gd name="connsiteX88" fmla="*/ 42685 w 346314"/>
              <a:gd name="connsiteY88" fmla="*/ 65437 h 26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46314" h="263080">
                <a:moveTo>
                  <a:pt x="346315" y="29242"/>
                </a:moveTo>
                <a:lnTo>
                  <a:pt x="346315" y="204597"/>
                </a:lnTo>
                <a:cubicBezTo>
                  <a:pt x="346315" y="219170"/>
                  <a:pt x="331802" y="233839"/>
                  <a:pt x="317384" y="233839"/>
                </a:cubicBezTo>
                <a:lnTo>
                  <a:pt x="216079" y="233839"/>
                </a:lnTo>
                <a:lnTo>
                  <a:pt x="216079" y="248412"/>
                </a:lnTo>
                <a:lnTo>
                  <a:pt x="273941" y="248412"/>
                </a:lnTo>
                <a:cubicBezTo>
                  <a:pt x="277545" y="248412"/>
                  <a:pt x="281150" y="252031"/>
                  <a:pt x="281150" y="255746"/>
                </a:cubicBezTo>
                <a:cubicBezTo>
                  <a:pt x="281150" y="259461"/>
                  <a:pt x="277545" y="263081"/>
                  <a:pt x="273941" y="263081"/>
                </a:cubicBezTo>
                <a:lnTo>
                  <a:pt x="143705" y="263081"/>
                </a:lnTo>
                <a:cubicBezTo>
                  <a:pt x="140101" y="263081"/>
                  <a:pt x="136496" y="259461"/>
                  <a:pt x="136496" y="255746"/>
                </a:cubicBezTo>
                <a:cubicBezTo>
                  <a:pt x="136496" y="252031"/>
                  <a:pt x="140101" y="248412"/>
                  <a:pt x="143705" y="248412"/>
                </a:cubicBezTo>
                <a:lnTo>
                  <a:pt x="201566" y="248412"/>
                </a:lnTo>
                <a:lnTo>
                  <a:pt x="201566" y="233839"/>
                </a:lnTo>
                <a:lnTo>
                  <a:pt x="121983" y="233839"/>
                </a:lnTo>
                <a:cubicBezTo>
                  <a:pt x="118379" y="233839"/>
                  <a:pt x="114774" y="230219"/>
                  <a:pt x="114774" y="226504"/>
                </a:cubicBezTo>
                <a:cubicBezTo>
                  <a:pt x="114774" y="222790"/>
                  <a:pt x="118379" y="219170"/>
                  <a:pt x="121983" y="219170"/>
                </a:cubicBezTo>
                <a:lnTo>
                  <a:pt x="317289" y="219170"/>
                </a:lnTo>
                <a:cubicBezTo>
                  <a:pt x="324498" y="219170"/>
                  <a:pt x="331802" y="211836"/>
                  <a:pt x="331802" y="204597"/>
                </a:cubicBezTo>
                <a:lnTo>
                  <a:pt x="331802" y="175355"/>
                </a:lnTo>
                <a:lnTo>
                  <a:pt x="194357" y="175355"/>
                </a:lnTo>
                <a:cubicBezTo>
                  <a:pt x="190753" y="175355"/>
                  <a:pt x="187149" y="171736"/>
                  <a:pt x="187149" y="168021"/>
                </a:cubicBezTo>
                <a:cubicBezTo>
                  <a:pt x="187149" y="164306"/>
                  <a:pt x="190753" y="160687"/>
                  <a:pt x="194357" y="160687"/>
                </a:cubicBezTo>
                <a:lnTo>
                  <a:pt x="331802" y="160687"/>
                </a:lnTo>
                <a:lnTo>
                  <a:pt x="331802" y="29242"/>
                </a:lnTo>
                <a:cubicBezTo>
                  <a:pt x="331802" y="21907"/>
                  <a:pt x="324593" y="14668"/>
                  <a:pt x="317289" y="14668"/>
                </a:cubicBezTo>
                <a:lnTo>
                  <a:pt x="100262" y="14668"/>
                </a:lnTo>
                <a:cubicBezTo>
                  <a:pt x="93053" y="14668"/>
                  <a:pt x="89448" y="18288"/>
                  <a:pt x="85749" y="25622"/>
                </a:cubicBezTo>
                <a:cubicBezTo>
                  <a:pt x="85749" y="29242"/>
                  <a:pt x="82144" y="29242"/>
                  <a:pt x="78540" y="29242"/>
                </a:cubicBezTo>
                <a:cubicBezTo>
                  <a:pt x="74935" y="29242"/>
                  <a:pt x="71331" y="21907"/>
                  <a:pt x="71331" y="18288"/>
                </a:cubicBezTo>
                <a:cubicBezTo>
                  <a:pt x="74935" y="7334"/>
                  <a:pt x="85844" y="0"/>
                  <a:pt x="100262" y="0"/>
                </a:cubicBezTo>
                <a:lnTo>
                  <a:pt x="317289" y="0"/>
                </a:lnTo>
                <a:cubicBezTo>
                  <a:pt x="331802" y="0"/>
                  <a:pt x="346220" y="14573"/>
                  <a:pt x="346220" y="29242"/>
                </a:cubicBezTo>
                <a:close/>
                <a:moveTo>
                  <a:pt x="86508" y="241078"/>
                </a:moveTo>
                <a:lnTo>
                  <a:pt x="86508" y="233743"/>
                </a:lnTo>
                <a:lnTo>
                  <a:pt x="14418" y="233743"/>
                </a:lnTo>
                <a:lnTo>
                  <a:pt x="14418" y="241078"/>
                </a:lnTo>
                <a:cubicBezTo>
                  <a:pt x="14418" y="244697"/>
                  <a:pt x="18022" y="248412"/>
                  <a:pt x="21627" y="248412"/>
                </a:cubicBezTo>
                <a:lnTo>
                  <a:pt x="79299" y="248412"/>
                </a:lnTo>
                <a:cubicBezTo>
                  <a:pt x="82903" y="248412"/>
                  <a:pt x="86508" y="244793"/>
                  <a:pt x="86508" y="241078"/>
                </a:cubicBezTo>
                <a:close/>
                <a:moveTo>
                  <a:pt x="14418" y="138970"/>
                </a:moveTo>
                <a:lnTo>
                  <a:pt x="14418" y="146304"/>
                </a:lnTo>
                <a:lnTo>
                  <a:pt x="86508" y="146304"/>
                </a:lnTo>
                <a:lnTo>
                  <a:pt x="86508" y="138970"/>
                </a:lnTo>
                <a:cubicBezTo>
                  <a:pt x="86508" y="135350"/>
                  <a:pt x="82903" y="131635"/>
                  <a:pt x="79299" y="131635"/>
                </a:cubicBezTo>
                <a:lnTo>
                  <a:pt x="21627" y="131635"/>
                </a:lnTo>
                <a:cubicBezTo>
                  <a:pt x="18022" y="131635"/>
                  <a:pt x="14418" y="135255"/>
                  <a:pt x="14418" y="138970"/>
                </a:cubicBezTo>
                <a:close/>
                <a:moveTo>
                  <a:pt x="14418" y="219170"/>
                </a:moveTo>
                <a:lnTo>
                  <a:pt x="86508" y="219170"/>
                </a:lnTo>
                <a:lnTo>
                  <a:pt x="86508" y="160782"/>
                </a:lnTo>
                <a:lnTo>
                  <a:pt x="14418" y="160782"/>
                </a:lnTo>
                <a:lnTo>
                  <a:pt x="14418" y="219170"/>
                </a:lnTo>
                <a:close/>
                <a:moveTo>
                  <a:pt x="100926" y="241078"/>
                </a:moveTo>
                <a:cubicBezTo>
                  <a:pt x="100926" y="252031"/>
                  <a:pt x="90112" y="262985"/>
                  <a:pt x="79299" y="262985"/>
                </a:cubicBezTo>
                <a:lnTo>
                  <a:pt x="21627" y="262985"/>
                </a:lnTo>
                <a:cubicBezTo>
                  <a:pt x="10814" y="262985"/>
                  <a:pt x="0" y="252031"/>
                  <a:pt x="0" y="241078"/>
                </a:cubicBezTo>
                <a:lnTo>
                  <a:pt x="0" y="138970"/>
                </a:lnTo>
                <a:cubicBezTo>
                  <a:pt x="0" y="128016"/>
                  <a:pt x="10814" y="117062"/>
                  <a:pt x="21627" y="117062"/>
                </a:cubicBezTo>
                <a:lnTo>
                  <a:pt x="79299" y="117062"/>
                </a:lnTo>
                <a:cubicBezTo>
                  <a:pt x="90112" y="117062"/>
                  <a:pt x="100926" y="128016"/>
                  <a:pt x="100926" y="138970"/>
                </a:cubicBezTo>
                <a:lnTo>
                  <a:pt x="100926" y="241078"/>
                </a:lnTo>
                <a:close/>
                <a:moveTo>
                  <a:pt x="57197" y="65627"/>
                </a:moveTo>
                <a:lnTo>
                  <a:pt x="57197" y="72962"/>
                </a:lnTo>
                <a:lnTo>
                  <a:pt x="158692" y="72962"/>
                </a:lnTo>
                <a:lnTo>
                  <a:pt x="158692" y="65627"/>
                </a:lnTo>
                <a:cubicBezTo>
                  <a:pt x="158692" y="62008"/>
                  <a:pt x="155088" y="58293"/>
                  <a:pt x="151483" y="58293"/>
                </a:cubicBezTo>
                <a:lnTo>
                  <a:pt x="64501" y="58293"/>
                </a:lnTo>
                <a:cubicBezTo>
                  <a:pt x="60897" y="58293"/>
                  <a:pt x="57292" y="61912"/>
                  <a:pt x="57292" y="65627"/>
                </a:cubicBezTo>
                <a:close/>
                <a:moveTo>
                  <a:pt x="42685" y="65627"/>
                </a:moveTo>
                <a:cubicBezTo>
                  <a:pt x="42685" y="54674"/>
                  <a:pt x="53593" y="43720"/>
                  <a:pt x="64406" y="43720"/>
                </a:cubicBezTo>
                <a:lnTo>
                  <a:pt x="151388" y="43720"/>
                </a:lnTo>
                <a:cubicBezTo>
                  <a:pt x="162297" y="43720"/>
                  <a:pt x="173110" y="54674"/>
                  <a:pt x="173110" y="65627"/>
                </a:cubicBezTo>
                <a:lnTo>
                  <a:pt x="173110" y="182499"/>
                </a:lnTo>
                <a:cubicBezTo>
                  <a:pt x="173110" y="193453"/>
                  <a:pt x="162202" y="204406"/>
                  <a:pt x="151388" y="204406"/>
                </a:cubicBezTo>
                <a:lnTo>
                  <a:pt x="122363" y="204406"/>
                </a:lnTo>
                <a:cubicBezTo>
                  <a:pt x="118758" y="204406"/>
                  <a:pt x="115154" y="200787"/>
                  <a:pt x="115154" y="197072"/>
                </a:cubicBezTo>
                <a:cubicBezTo>
                  <a:pt x="115154" y="193358"/>
                  <a:pt x="118758" y="189738"/>
                  <a:pt x="122363" y="189738"/>
                </a:cubicBezTo>
                <a:lnTo>
                  <a:pt x="151388" y="189738"/>
                </a:lnTo>
                <a:cubicBezTo>
                  <a:pt x="154993" y="189738"/>
                  <a:pt x="158597" y="186118"/>
                  <a:pt x="158597" y="182404"/>
                </a:cubicBezTo>
                <a:lnTo>
                  <a:pt x="158597" y="175070"/>
                </a:lnTo>
                <a:lnTo>
                  <a:pt x="122363" y="175070"/>
                </a:lnTo>
                <a:cubicBezTo>
                  <a:pt x="118758" y="175070"/>
                  <a:pt x="115154" y="171450"/>
                  <a:pt x="115154" y="167735"/>
                </a:cubicBezTo>
                <a:cubicBezTo>
                  <a:pt x="115154" y="164020"/>
                  <a:pt x="118758" y="160401"/>
                  <a:pt x="122363" y="160401"/>
                </a:cubicBezTo>
                <a:lnTo>
                  <a:pt x="158597" y="160401"/>
                </a:lnTo>
                <a:lnTo>
                  <a:pt x="158597" y="87344"/>
                </a:lnTo>
                <a:lnTo>
                  <a:pt x="57103" y="87344"/>
                </a:lnTo>
                <a:lnTo>
                  <a:pt x="57103" y="94678"/>
                </a:lnTo>
                <a:cubicBezTo>
                  <a:pt x="57103" y="98298"/>
                  <a:pt x="53498" y="102013"/>
                  <a:pt x="49894" y="102013"/>
                </a:cubicBezTo>
                <a:cubicBezTo>
                  <a:pt x="46289" y="102013"/>
                  <a:pt x="42685" y="98393"/>
                  <a:pt x="42685" y="94678"/>
                </a:cubicBezTo>
                <a:lnTo>
                  <a:pt x="42685" y="6543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6" name="Graphic 123">
            <a:extLst>
              <a:ext uri="{FF2B5EF4-FFF2-40B4-BE49-F238E27FC236}">
                <a16:creationId xmlns:a16="http://schemas.microsoft.com/office/drawing/2014/main" id="{03AB18B1-2878-3F5D-BB1E-0D0C7F976ED1}"/>
              </a:ext>
            </a:extLst>
          </p:cNvPr>
          <p:cNvSpPr/>
          <p:nvPr/>
        </p:nvSpPr>
        <p:spPr>
          <a:xfrm>
            <a:off x="9511920" y="939615"/>
            <a:ext cx="454404" cy="345191"/>
          </a:xfrm>
          <a:custGeom>
            <a:avLst/>
            <a:gdLst>
              <a:gd name="connsiteX0" fmla="*/ 346315 w 346314"/>
              <a:gd name="connsiteY0" fmla="*/ 29242 h 263080"/>
              <a:gd name="connsiteX1" fmla="*/ 346315 w 346314"/>
              <a:gd name="connsiteY1" fmla="*/ 204597 h 263080"/>
              <a:gd name="connsiteX2" fmla="*/ 317384 w 346314"/>
              <a:gd name="connsiteY2" fmla="*/ 233839 h 263080"/>
              <a:gd name="connsiteX3" fmla="*/ 216079 w 346314"/>
              <a:gd name="connsiteY3" fmla="*/ 233839 h 263080"/>
              <a:gd name="connsiteX4" fmla="*/ 216079 w 346314"/>
              <a:gd name="connsiteY4" fmla="*/ 248412 h 263080"/>
              <a:gd name="connsiteX5" fmla="*/ 273941 w 346314"/>
              <a:gd name="connsiteY5" fmla="*/ 248412 h 263080"/>
              <a:gd name="connsiteX6" fmla="*/ 281150 w 346314"/>
              <a:gd name="connsiteY6" fmla="*/ 255746 h 263080"/>
              <a:gd name="connsiteX7" fmla="*/ 273941 w 346314"/>
              <a:gd name="connsiteY7" fmla="*/ 263081 h 263080"/>
              <a:gd name="connsiteX8" fmla="*/ 143705 w 346314"/>
              <a:gd name="connsiteY8" fmla="*/ 263081 h 263080"/>
              <a:gd name="connsiteX9" fmla="*/ 136496 w 346314"/>
              <a:gd name="connsiteY9" fmla="*/ 255746 h 263080"/>
              <a:gd name="connsiteX10" fmla="*/ 143705 w 346314"/>
              <a:gd name="connsiteY10" fmla="*/ 248412 h 263080"/>
              <a:gd name="connsiteX11" fmla="*/ 201566 w 346314"/>
              <a:gd name="connsiteY11" fmla="*/ 248412 h 263080"/>
              <a:gd name="connsiteX12" fmla="*/ 201566 w 346314"/>
              <a:gd name="connsiteY12" fmla="*/ 233839 h 263080"/>
              <a:gd name="connsiteX13" fmla="*/ 121983 w 346314"/>
              <a:gd name="connsiteY13" fmla="*/ 233839 h 263080"/>
              <a:gd name="connsiteX14" fmla="*/ 114774 w 346314"/>
              <a:gd name="connsiteY14" fmla="*/ 226504 h 263080"/>
              <a:gd name="connsiteX15" fmla="*/ 121983 w 346314"/>
              <a:gd name="connsiteY15" fmla="*/ 219170 h 263080"/>
              <a:gd name="connsiteX16" fmla="*/ 317289 w 346314"/>
              <a:gd name="connsiteY16" fmla="*/ 219170 h 263080"/>
              <a:gd name="connsiteX17" fmla="*/ 331802 w 346314"/>
              <a:gd name="connsiteY17" fmla="*/ 204597 h 263080"/>
              <a:gd name="connsiteX18" fmla="*/ 331802 w 346314"/>
              <a:gd name="connsiteY18" fmla="*/ 175355 h 263080"/>
              <a:gd name="connsiteX19" fmla="*/ 194357 w 346314"/>
              <a:gd name="connsiteY19" fmla="*/ 175355 h 263080"/>
              <a:gd name="connsiteX20" fmla="*/ 187149 w 346314"/>
              <a:gd name="connsiteY20" fmla="*/ 168021 h 263080"/>
              <a:gd name="connsiteX21" fmla="*/ 194357 w 346314"/>
              <a:gd name="connsiteY21" fmla="*/ 160687 h 263080"/>
              <a:gd name="connsiteX22" fmla="*/ 331802 w 346314"/>
              <a:gd name="connsiteY22" fmla="*/ 160687 h 263080"/>
              <a:gd name="connsiteX23" fmla="*/ 331802 w 346314"/>
              <a:gd name="connsiteY23" fmla="*/ 29242 h 263080"/>
              <a:gd name="connsiteX24" fmla="*/ 317289 w 346314"/>
              <a:gd name="connsiteY24" fmla="*/ 14668 h 263080"/>
              <a:gd name="connsiteX25" fmla="*/ 100262 w 346314"/>
              <a:gd name="connsiteY25" fmla="*/ 14668 h 263080"/>
              <a:gd name="connsiteX26" fmla="*/ 85749 w 346314"/>
              <a:gd name="connsiteY26" fmla="*/ 25622 h 263080"/>
              <a:gd name="connsiteX27" fmla="*/ 78540 w 346314"/>
              <a:gd name="connsiteY27" fmla="*/ 29242 h 263080"/>
              <a:gd name="connsiteX28" fmla="*/ 71331 w 346314"/>
              <a:gd name="connsiteY28" fmla="*/ 18288 h 263080"/>
              <a:gd name="connsiteX29" fmla="*/ 100262 w 346314"/>
              <a:gd name="connsiteY29" fmla="*/ 0 h 263080"/>
              <a:gd name="connsiteX30" fmla="*/ 317289 w 346314"/>
              <a:gd name="connsiteY30" fmla="*/ 0 h 263080"/>
              <a:gd name="connsiteX31" fmla="*/ 346220 w 346314"/>
              <a:gd name="connsiteY31" fmla="*/ 29242 h 263080"/>
              <a:gd name="connsiteX32" fmla="*/ 86508 w 346314"/>
              <a:gd name="connsiteY32" fmla="*/ 241078 h 263080"/>
              <a:gd name="connsiteX33" fmla="*/ 86508 w 346314"/>
              <a:gd name="connsiteY33" fmla="*/ 233743 h 263080"/>
              <a:gd name="connsiteX34" fmla="*/ 14418 w 346314"/>
              <a:gd name="connsiteY34" fmla="*/ 233743 h 263080"/>
              <a:gd name="connsiteX35" fmla="*/ 14418 w 346314"/>
              <a:gd name="connsiteY35" fmla="*/ 241078 h 263080"/>
              <a:gd name="connsiteX36" fmla="*/ 21627 w 346314"/>
              <a:gd name="connsiteY36" fmla="*/ 248412 h 263080"/>
              <a:gd name="connsiteX37" fmla="*/ 79299 w 346314"/>
              <a:gd name="connsiteY37" fmla="*/ 248412 h 263080"/>
              <a:gd name="connsiteX38" fmla="*/ 86508 w 346314"/>
              <a:gd name="connsiteY38" fmla="*/ 241078 h 263080"/>
              <a:gd name="connsiteX39" fmla="*/ 14418 w 346314"/>
              <a:gd name="connsiteY39" fmla="*/ 138970 h 263080"/>
              <a:gd name="connsiteX40" fmla="*/ 14418 w 346314"/>
              <a:gd name="connsiteY40" fmla="*/ 146304 h 263080"/>
              <a:gd name="connsiteX41" fmla="*/ 86508 w 346314"/>
              <a:gd name="connsiteY41" fmla="*/ 146304 h 263080"/>
              <a:gd name="connsiteX42" fmla="*/ 86508 w 346314"/>
              <a:gd name="connsiteY42" fmla="*/ 138970 h 263080"/>
              <a:gd name="connsiteX43" fmla="*/ 79299 w 346314"/>
              <a:gd name="connsiteY43" fmla="*/ 131635 h 263080"/>
              <a:gd name="connsiteX44" fmla="*/ 21627 w 346314"/>
              <a:gd name="connsiteY44" fmla="*/ 131635 h 263080"/>
              <a:gd name="connsiteX45" fmla="*/ 14418 w 346314"/>
              <a:gd name="connsiteY45" fmla="*/ 138970 h 263080"/>
              <a:gd name="connsiteX46" fmla="*/ 14418 w 346314"/>
              <a:gd name="connsiteY46" fmla="*/ 219170 h 263080"/>
              <a:gd name="connsiteX47" fmla="*/ 86508 w 346314"/>
              <a:gd name="connsiteY47" fmla="*/ 219170 h 263080"/>
              <a:gd name="connsiteX48" fmla="*/ 86508 w 346314"/>
              <a:gd name="connsiteY48" fmla="*/ 160782 h 263080"/>
              <a:gd name="connsiteX49" fmla="*/ 14418 w 346314"/>
              <a:gd name="connsiteY49" fmla="*/ 160782 h 263080"/>
              <a:gd name="connsiteX50" fmla="*/ 14418 w 346314"/>
              <a:gd name="connsiteY50" fmla="*/ 219170 h 263080"/>
              <a:gd name="connsiteX51" fmla="*/ 100926 w 346314"/>
              <a:gd name="connsiteY51" fmla="*/ 241078 h 263080"/>
              <a:gd name="connsiteX52" fmla="*/ 79299 w 346314"/>
              <a:gd name="connsiteY52" fmla="*/ 262985 h 263080"/>
              <a:gd name="connsiteX53" fmla="*/ 21627 w 346314"/>
              <a:gd name="connsiteY53" fmla="*/ 262985 h 263080"/>
              <a:gd name="connsiteX54" fmla="*/ 0 w 346314"/>
              <a:gd name="connsiteY54" fmla="*/ 241078 h 263080"/>
              <a:gd name="connsiteX55" fmla="*/ 0 w 346314"/>
              <a:gd name="connsiteY55" fmla="*/ 138970 h 263080"/>
              <a:gd name="connsiteX56" fmla="*/ 21627 w 346314"/>
              <a:gd name="connsiteY56" fmla="*/ 117062 h 263080"/>
              <a:gd name="connsiteX57" fmla="*/ 79299 w 346314"/>
              <a:gd name="connsiteY57" fmla="*/ 117062 h 263080"/>
              <a:gd name="connsiteX58" fmla="*/ 100926 w 346314"/>
              <a:gd name="connsiteY58" fmla="*/ 138970 h 263080"/>
              <a:gd name="connsiteX59" fmla="*/ 100926 w 346314"/>
              <a:gd name="connsiteY59" fmla="*/ 241078 h 263080"/>
              <a:gd name="connsiteX60" fmla="*/ 57197 w 346314"/>
              <a:gd name="connsiteY60" fmla="*/ 65627 h 263080"/>
              <a:gd name="connsiteX61" fmla="*/ 57197 w 346314"/>
              <a:gd name="connsiteY61" fmla="*/ 72962 h 263080"/>
              <a:gd name="connsiteX62" fmla="*/ 158692 w 346314"/>
              <a:gd name="connsiteY62" fmla="*/ 72962 h 263080"/>
              <a:gd name="connsiteX63" fmla="*/ 158692 w 346314"/>
              <a:gd name="connsiteY63" fmla="*/ 65627 h 263080"/>
              <a:gd name="connsiteX64" fmla="*/ 151483 w 346314"/>
              <a:gd name="connsiteY64" fmla="*/ 58293 h 263080"/>
              <a:gd name="connsiteX65" fmla="*/ 64501 w 346314"/>
              <a:gd name="connsiteY65" fmla="*/ 58293 h 263080"/>
              <a:gd name="connsiteX66" fmla="*/ 57292 w 346314"/>
              <a:gd name="connsiteY66" fmla="*/ 65627 h 263080"/>
              <a:gd name="connsiteX67" fmla="*/ 42685 w 346314"/>
              <a:gd name="connsiteY67" fmla="*/ 65627 h 263080"/>
              <a:gd name="connsiteX68" fmla="*/ 64406 w 346314"/>
              <a:gd name="connsiteY68" fmla="*/ 43720 h 263080"/>
              <a:gd name="connsiteX69" fmla="*/ 151388 w 346314"/>
              <a:gd name="connsiteY69" fmla="*/ 43720 h 263080"/>
              <a:gd name="connsiteX70" fmla="*/ 173110 w 346314"/>
              <a:gd name="connsiteY70" fmla="*/ 65627 h 263080"/>
              <a:gd name="connsiteX71" fmla="*/ 173110 w 346314"/>
              <a:gd name="connsiteY71" fmla="*/ 182499 h 263080"/>
              <a:gd name="connsiteX72" fmla="*/ 151388 w 346314"/>
              <a:gd name="connsiteY72" fmla="*/ 204406 h 263080"/>
              <a:gd name="connsiteX73" fmla="*/ 122363 w 346314"/>
              <a:gd name="connsiteY73" fmla="*/ 204406 h 263080"/>
              <a:gd name="connsiteX74" fmla="*/ 115154 w 346314"/>
              <a:gd name="connsiteY74" fmla="*/ 197072 h 263080"/>
              <a:gd name="connsiteX75" fmla="*/ 122363 w 346314"/>
              <a:gd name="connsiteY75" fmla="*/ 189738 h 263080"/>
              <a:gd name="connsiteX76" fmla="*/ 151388 w 346314"/>
              <a:gd name="connsiteY76" fmla="*/ 189738 h 263080"/>
              <a:gd name="connsiteX77" fmla="*/ 158597 w 346314"/>
              <a:gd name="connsiteY77" fmla="*/ 182404 h 263080"/>
              <a:gd name="connsiteX78" fmla="*/ 158597 w 346314"/>
              <a:gd name="connsiteY78" fmla="*/ 175070 h 263080"/>
              <a:gd name="connsiteX79" fmla="*/ 122363 w 346314"/>
              <a:gd name="connsiteY79" fmla="*/ 175070 h 263080"/>
              <a:gd name="connsiteX80" fmla="*/ 115154 w 346314"/>
              <a:gd name="connsiteY80" fmla="*/ 167735 h 263080"/>
              <a:gd name="connsiteX81" fmla="*/ 122363 w 346314"/>
              <a:gd name="connsiteY81" fmla="*/ 160401 h 263080"/>
              <a:gd name="connsiteX82" fmla="*/ 158597 w 346314"/>
              <a:gd name="connsiteY82" fmla="*/ 160401 h 263080"/>
              <a:gd name="connsiteX83" fmla="*/ 158597 w 346314"/>
              <a:gd name="connsiteY83" fmla="*/ 87344 h 263080"/>
              <a:gd name="connsiteX84" fmla="*/ 57103 w 346314"/>
              <a:gd name="connsiteY84" fmla="*/ 87344 h 263080"/>
              <a:gd name="connsiteX85" fmla="*/ 57103 w 346314"/>
              <a:gd name="connsiteY85" fmla="*/ 94678 h 263080"/>
              <a:gd name="connsiteX86" fmla="*/ 49894 w 346314"/>
              <a:gd name="connsiteY86" fmla="*/ 102013 h 263080"/>
              <a:gd name="connsiteX87" fmla="*/ 42685 w 346314"/>
              <a:gd name="connsiteY87" fmla="*/ 94678 h 263080"/>
              <a:gd name="connsiteX88" fmla="*/ 42685 w 346314"/>
              <a:gd name="connsiteY88" fmla="*/ 65437 h 26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46314" h="263080">
                <a:moveTo>
                  <a:pt x="346315" y="29242"/>
                </a:moveTo>
                <a:lnTo>
                  <a:pt x="346315" y="204597"/>
                </a:lnTo>
                <a:cubicBezTo>
                  <a:pt x="346315" y="219170"/>
                  <a:pt x="331802" y="233839"/>
                  <a:pt x="317384" y="233839"/>
                </a:cubicBezTo>
                <a:lnTo>
                  <a:pt x="216079" y="233839"/>
                </a:lnTo>
                <a:lnTo>
                  <a:pt x="216079" y="248412"/>
                </a:lnTo>
                <a:lnTo>
                  <a:pt x="273941" y="248412"/>
                </a:lnTo>
                <a:cubicBezTo>
                  <a:pt x="277545" y="248412"/>
                  <a:pt x="281150" y="252031"/>
                  <a:pt x="281150" y="255746"/>
                </a:cubicBezTo>
                <a:cubicBezTo>
                  <a:pt x="281150" y="259461"/>
                  <a:pt x="277545" y="263081"/>
                  <a:pt x="273941" y="263081"/>
                </a:cubicBezTo>
                <a:lnTo>
                  <a:pt x="143705" y="263081"/>
                </a:lnTo>
                <a:cubicBezTo>
                  <a:pt x="140101" y="263081"/>
                  <a:pt x="136496" y="259461"/>
                  <a:pt x="136496" y="255746"/>
                </a:cubicBezTo>
                <a:cubicBezTo>
                  <a:pt x="136496" y="252031"/>
                  <a:pt x="140101" y="248412"/>
                  <a:pt x="143705" y="248412"/>
                </a:cubicBezTo>
                <a:lnTo>
                  <a:pt x="201566" y="248412"/>
                </a:lnTo>
                <a:lnTo>
                  <a:pt x="201566" y="233839"/>
                </a:lnTo>
                <a:lnTo>
                  <a:pt x="121983" y="233839"/>
                </a:lnTo>
                <a:cubicBezTo>
                  <a:pt x="118379" y="233839"/>
                  <a:pt x="114774" y="230219"/>
                  <a:pt x="114774" y="226504"/>
                </a:cubicBezTo>
                <a:cubicBezTo>
                  <a:pt x="114774" y="222790"/>
                  <a:pt x="118379" y="219170"/>
                  <a:pt x="121983" y="219170"/>
                </a:cubicBezTo>
                <a:lnTo>
                  <a:pt x="317289" y="219170"/>
                </a:lnTo>
                <a:cubicBezTo>
                  <a:pt x="324498" y="219170"/>
                  <a:pt x="331802" y="211836"/>
                  <a:pt x="331802" y="204597"/>
                </a:cubicBezTo>
                <a:lnTo>
                  <a:pt x="331802" y="175355"/>
                </a:lnTo>
                <a:lnTo>
                  <a:pt x="194357" y="175355"/>
                </a:lnTo>
                <a:cubicBezTo>
                  <a:pt x="190753" y="175355"/>
                  <a:pt x="187149" y="171736"/>
                  <a:pt x="187149" y="168021"/>
                </a:cubicBezTo>
                <a:cubicBezTo>
                  <a:pt x="187149" y="164306"/>
                  <a:pt x="190753" y="160687"/>
                  <a:pt x="194357" y="160687"/>
                </a:cubicBezTo>
                <a:lnTo>
                  <a:pt x="331802" y="160687"/>
                </a:lnTo>
                <a:lnTo>
                  <a:pt x="331802" y="29242"/>
                </a:lnTo>
                <a:cubicBezTo>
                  <a:pt x="331802" y="21907"/>
                  <a:pt x="324593" y="14668"/>
                  <a:pt x="317289" y="14668"/>
                </a:cubicBezTo>
                <a:lnTo>
                  <a:pt x="100262" y="14668"/>
                </a:lnTo>
                <a:cubicBezTo>
                  <a:pt x="93053" y="14668"/>
                  <a:pt x="89448" y="18288"/>
                  <a:pt x="85749" y="25622"/>
                </a:cubicBezTo>
                <a:cubicBezTo>
                  <a:pt x="85749" y="29242"/>
                  <a:pt x="82144" y="29242"/>
                  <a:pt x="78540" y="29242"/>
                </a:cubicBezTo>
                <a:cubicBezTo>
                  <a:pt x="74935" y="29242"/>
                  <a:pt x="71331" y="21907"/>
                  <a:pt x="71331" y="18288"/>
                </a:cubicBezTo>
                <a:cubicBezTo>
                  <a:pt x="74935" y="7334"/>
                  <a:pt x="85844" y="0"/>
                  <a:pt x="100262" y="0"/>
                </a:cubicBezTo>
                <a:lnTo>
                  <a:pt x="317289" y="0"/>
                </a:lnTo>
                <a:cubicBezTo>
                  <a:pt x="331802" y="0"/>
                  <a:pt x="346220" y="14573"/>
                  <a:pt x="346220" y="29242"/>
                </a:cubicBezTo>
                <a:close/>
                <a:moveTo>
                  <a:pt x="86508" y="241078"/>
                </a:moveTo>
                <a:lnTo>
                  <a:pt x="86508" y="233743"/>
                </a:lnTo>
                <a:lnTo>
                  <a:pt x="14418" y="233743"/>
                </a:lnTo>
                <a:lnTo>
                  <a:pt x="14418" y="241078"/>
                </a:lnTo>
                <a:cubicBezTo>
                  <a:pt x="14418" y="244697"/>
                  <a:pt x="18022" y="248412"/>
                  <a:pt x="21627" y="248412"/>
                </a:cubicBezTo>
                <a:lnTo>
                  <a:pt x="79299" y="248412"/>
                </a:lnTo>
                <a:cubicBezTo>
                  <a:pt x="82903" y="248412"/>
                  <a:pt x="86508" y="244793"/>
                  <a:pt x="86508" y="241078"/>
                </a:cubicBezTo>
                <a:close/>
                <a:moveTo>
                  <a:pt x="14418" y="138970"/>
                </a:moveTo>
                <a:lnTo>
                  <a:pt x="14418" y="146304"/>
                </a:lnTo>
                <a:lnTo>
                  <a:pt x="86508" y="146304"/>
                </a:lnTo>
                <a:lnTo>
                  <a:pt x="86508" y="138970"/>
                </a:lnTo>
                <a:cubicBezTo>
                  <a:pt x="86508" y="135350"/>
                  <a:pt x="82903" y="131635"/>
                  <a:pt x="79299" y="131635"/>
                </a:cubicBezTo>
                <a:lnTo>
                  <a:pt x="21627" y="131635"/>
                </a:lnTo>
                <a:cubicBezTo>
                  <a:pt x="18022" y="131635"/>
                  <a:pt x="14418" y="135255"/>
                  <a:pt x="14418" y="138970"/>
                </a:cubicBezTo>
                <a:close/>
                <a:moveTo>
                  <a:pt x="14418" y="219170"/>
                </a:moveTo>
                <a:lnTo>
                  <a:pt x="86508" y="219170"/>
                </a:lnTo>
                <a:lnTo>
                  <a:pt x="86508" y="160782"/>
                </a:lnTo>
                <a:lnTo>
                  <a:pt x="14418" y="160782"/>
                </a:lnTo>
                <a:lnTo>
                  <a:pt x="14418" y="219170"/>
                </a:lnTo>
                <a:close/>
                <a:moveTo>
                  <a:pt x="100926" y="241078"/>
                </a:moveTo>
                <a:cubicBezTo>
                  <a:pt x="100926" y="252031"/>
                  <a:pt x="90112" y="262985"/>
                  <a:pt x="79299" y="262985"/>
                </a:cubicBezTo>
                <a:lnTo>
                  <a:pt x="21627" y="262985"/>
                </a:lnTo>
                <a:cubicBezTo>
                  <a:pt x="10814" y="262985"/>
                  <a:pt x="0" y="252031"/>
                  <a:pt x="0" y="241078"/>
                </a:cubicBezTo>
                <a:lnTo>
                  <a:pt x="0" y="138970"/>
                </a:lnTo>
                <a:cubicBezTo>
                  <a:pt x="0" y="128016"/>
                  <a:pt x="10814" y="117062"/>
                  <a:pt x="21627" y="117062"/>
                </a:cubicBezTo>
                <a:lnTo>
                  <a:pt x="79299" y="117062"/>
                </a:lnTo>
                <a:cubicBezTo>
                  <a:pt x="90112" y="117062"/>
                  <a:pt x="100926" y="128016"/>
                  <a:pt x="100926" y="138970"/>
                </a:cubicBezTo>
                <a:lnTo>
                  <a:pt x="100926" y="241078"/>
                </a:lnTo>
                <a:close/>
                <a:moveTo>
                  <a:pt x="57197" y="65627"/>
                </a:moveTo>
                <a:lnTo>
                  <a:pt x="57197" y="72962"/>
                </a:lnTo>
                <a:lnTo>
                  <a:pt x="158692" y="72962"/>
                </a:lnTo>
                <a:lnTo>
                  <a:pt x="158692" y="65627"/>
                </a:lnTo>
                <a:cubicBezTo>
                  <a:pt x="158692" y="62008"/>
                  <a:pt x="155088" y="58293"/>
                  <a:pt x="151483" y="58293"/>
                </a:cubicBezTo>
                <a:lnTo>
                  <a:pt x="64501" y="58293"/>
                </a:lnTo>
                <a:cubicBezTo>
                  <a:pt x="60897" y="58293"/>
                  <a:pt x="57292" y="61912"/>
                  <a:pt x="57292" y="65627"/>
                </a:cubicBezTo>
                <a:close/>
                <a:moveTo>
                  <a:pt x="42685" y="65627"/>
                </a:moveTo>
                <a:cubicBezTo>
                  <a:pt x="42685" y="54674"/>
                  <a:pt x="53593" y="43720"/>
                  <a:pt x="64406" y="43720"/>
                </a:cubicBezTo>
                <a:lnTo>
                  <a:pt x="151388" y="43720"/>
                </a:lnTo>
                <a:cubicBezTo>
                  <a:pt x="162297" y="43720"/>
                  <a:pt x="173110" y="54674"/>
                  <a:pt x="173110" y="65627"/>
                </a:cubicBezTo>
                <a:lnTo>
                  <a:pt x="173110" y="182499"/>
                </a:lnTo>
                <a:cubicBezTo>
                  <a:pt x="173110" y="193453"/>
                  <a:pt x="162202" y="204406"/>
                  <a:pt x="151388" y="204406"/>
                </a:cubicBezTo>
                <a:lnTo>
                  <a:pt x="122363" y="204406"/>
                </a:lnTo>
                <a:cubicBezTo>
                  <a:pt x="118758" y="204406"/>
                  <a:pt x="115154" y="200787"/>
                  <a:pt x="115154" y="197072"/>
                </a:cubicBezTo>
                <a:cubicBezTo>
                  <a:pt x="115154" y="193358"/>
                  <a:pt x="118758" y="189738"/>
                  <a:pt x="122363" y="189738"/>
                </a:cubicBezTo>
                <a:lnTo>
                  <a:pt x="151388" y="189738"/>
                </a:lnTo>
                <a:cubicBezTo>
                  <a:pt x="154993" y="189738"/>
                  <a:pt x="158597" y="186118"/>
                  <a:pt x="158597" y="182404"/>
                </a:cubicBezTo>
                <a:lnTo>
                  <a:pt x="158597" y="175070"/>
                </a:lnTo>
                <a:lnTo>
                  <a:pt x="122363" y="175070"/>
                </a:lnTo>
                <a:cubicBezTo>
                  <a:pt x="118758" y="175070"/>
                  <a:pt x="115154" y="171450"/>
                  <a:pt x="115154" y="167735"/>
                </a:cubicBezTo>
                <a:cubicBezTo>
                  <a:pt x="115154" y="164020"/>
                  <a:pt x="118758" y="160401"/>
                  <a:pt x="122363" y="160401"/>
                </a:cubicBezTo>
                <a:lnTo>
                  <a:pt x="158597" y="160401"/>
                </a:lnTo>
                <a:lnTo>
                  <a:pt x="158597" y="87344"/>
                </a:lnTo>
                <a:lnTo>
                  <a:pt x="57103" y="87344"/>
                </a:lnTo>
                <a:lnTo>
                  <a:pt x="57103" y="94678"/>
                </a:lnTo>
                <a:cubicBezTo>
                  <a:pt x="57103" y="98298"/>
                  <a:pt x="53498" y="102013"/>
                  <a:pt x="49894" y="102013"/>
                </a:cubicBezTo>
                <a:cubicBezTo>
                  <a:pt x="46289" y="102013"/>
                  <a:pt x="42685" y="98393"/>
                  <a:pt x="42685" y="94678"/>
                </a:cubicBezTo>
                <a:lnTo>
                  <a:pt x="42685" y="6543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7" name="Graphic 123">
            <a:extLst>
              <a:ext uri="{FF2B5EF4-FFF2-40B4-BE49-F238E27FC236}">
                <a16:creationId xmlns:a16="http://schemas.microsoft.com/office/drawing/2014/main" id="{763B1DDD-8295-5731-B3A5-BA4C62F860EB}"/>
              </a:ext>
            </a:extLst>
          </p:cNvPr>
          <p:cNvSpPr/>
          <p:nvPr/>
        </p:nvSpPr>
        <p:spPr>
          <a:xfrm>
            <a:off x="8781670" y="1552390"/>
            <a:ext cx="454404" cy="345191"/>
          </a:xfrm>
          <a:custGeom>
            <a:avLst/>
            <a:gdLst>
              <a:gd name="connsiteX0" fmla="*/ 346315 w 346314"/>
              <a:gd name="connsiteY0" fmla="*/ 29242 h 263080"/>
              <a:gd name="connsiteX1" fmla="*/ 346315 w 346314"/>
              <a:gd name="connsiteY1" fmla="*/ 204597 h 263080"/>
              <a:gd name="connsiteX2" fmla="*/ 317384 w 346314"/>
              <a:gd name="connsiteY2" fmla="*/ 233839 h 263080"/>
              <a:gd name="connsiteX3" fmla="*/ 216079 w 346314"/>
              <a:gd name="connsiteY3" fmla="*/ 233839 h 263080"/>
              <a:gd name="connsiteX4" fmla="*/ 216079 w 346314"/>
              <a:gd name="connsiteY4" fmla="*/ 248412 h 263080"/>
              <a:gd name="connsiteX5" fmla="*/ 273941 w 346314"/>
              <a:gd name="connsiteY5" fmla="*/ 248412 h 263080"/>
              <a:gd name="connsiteX6" fmla="*/ 281150 w 346314"/>
              <a:gd name="connsiteY6" fmla="*/ 255746 h 263080"/>
              <a:gd name="connsiteX7" fmla="*/ 273941 w 346314"/>
              <a:gd name="connsiteY7" fmla="*/ 263081 h 263080"/>
              <a:gd name="connsiteX8" fmla="*/ 143705 w 346314"/>
              <a:gd name="connsiteY8" fmla="*/ 263081 h 263080"/>
              <a:gd name="connsiteX9" fmla="*/ 136496 w 346314"/>
              <a:gd name="connsiteY9" fmla="*/ 255746 h 263080"/>
              <a:gd name="connsiteX10" fmla="*/ 143705 w 346314"/>
              <a:gd name="connsiteY10" fmla="*/ 248412 h 263080"/>
              <a:gd name="connsiteX11" fmla="*/ 201566 w 346314"/>
              <a:gd name="connsiteY11" fmla="*/ 248412 h 263080"/>
              <a:gd name="connsiteX12" fmla="*/ 201566 w 346314"/>
              <a:gd name="connsiteY12" fmla="*/ 233839 h 263080"/>
              <a:gd name="connsiteX13" fmla="*/ 121983 w 346314"/>
              <a:gd name="connsiteY13" fmla="*/ 233839 h 263080"/>
              <a:gd name="connsiteX14" fmla="*/ 114774 w 346314"/>
              <a:gd name="connsiteY14" fmla="*/ 226504 h 263080"/>
              <a:gd name="connsiteX15" fmla="*/ 121983 w 346314"/>
              <a:gd name="connsiteY15" fmla="*/ 219170 h 263080"/>
              <a:gd name="connsiteX16" fmla="*/ 317289 w 346314"/>
              <a:gd name="connsiteY16" fmla="*/ 219170 h 263080"/>
              <a:gd name="connsiteX17" fmla="*/ 331802 w 346314"/>
              <a:gd name="connsiteY17" fmla="*/ 204597 h 263080"/>
              <a:gd name="connsiteX18" fmla="*/ 331802 w 346314"/>
              <a:gd name="connsiteY18" fmla="*/ 175355 h 263080"/>
              <a:gd name="connsiteX19" fmla="*/ 194357 w 346314"/>
              <a:gd name="connsiteY19" fmla="*/ 175355 h 263080"/>
              <a:gd name="connsiteX20" fmla="*/ 187149 w 346314"/>
              <a:gd name="connsiteY20" fmla="*/ 168021 h 263080"/>
              <a:gd name="connsiteX21" fmla="*/ 194357 w 346314"/>
              <a:gd name="connsiteY21" fmla="*/ 160687 h 263080"/>
              <a:gd name="connsiteX22" fmla="*/ 331802 w 346314"/>
              <a:gd name="connsiteY22" fmla="*/ 160687 h 263080"/>
              <a:gd name="connsiteX23" fmla="*/ 331802 w 346314"/>
              <a:gd name="connsiteY23" fmla="*/ 29242 h 263080"/>
              <a:gd name="connsiteX24" fmla="*/ 317289 w 346314"/>
              <a:gd name="connsiteY24" fmla="*/ 14668 h 263080"/>
              <a:gd name="connsiteX25" fmla="*/ 100262 w 346314"/>
              <a:gd name="connsiteY25" fmla="*/ 14668 h 263080"/>
              <a:gd name="connsiteX26" fmla="*/ 85749 w 346314"/>
              <a:gd name="connsiteY26" fmla="*/ 25622 h 263080"/>
              <a:gd name="connsiteX27" fmla="*/ 78540 w 346314"/>
              <a:gd name="connsiteY27" fmla="*/ 29242 h 263080"/>
              <a:gd name="connsiteX28" fmla="*/ 71331 w 346314"/>
              <a:gd name="connsiteY28" fmla="*/ 18288 h 263080"/>
              <a:gd name="connsiteX29" fmla="*/ 100262 w 346314"/>
              <a:gd name="connsiteY29" fmla="*/ 0 h 263080"/>
              <a:gd name="connsiteX30" fmla="*/ 317289 w 346314"/>
              <a:gd name="connsiteY30" fmla="*/ 0 h 263080"/>
              <a:gd name="connsiteX31" fmla="*/ 346220 w 346314"/>
              <a:gd name="connsiteY31" fmla="*/ 29242 h 263080"/>
              <a:gd name="connsiteX32" fmla="*/ 86508 w 346314"/>
              <a:gd name="connsiteY32" fmla="*/ 241078 h 263080"/>
              <a:gd name="connsiteX33" fmla="*/ 86508 w 346314"/>
              <a:gd name="connsiteY33" fmla="*/ 233743 h 263080"/>
              <a:gd name="connsiteX34" fmla="*/ 14418 w 346314"/>
              <a:gd name="connsiteY34" fmla="*/ 233743 h 263080"/>
              <a:gd name="connsiteX35" fmla="*/ 14418 w 346314"/>
              <a:gd name="connsiteY35" fmla="*/ 241078 h 263080"/>
              <a:gd name="connsiteX36" fmla="*/ 21627 w 346314"/>
              <a:gd name="connsiteY36" fmla="*/ 248412 h 263080"/>
              <a:gd name="connsiteX37" fmla="*/ 79299 w 346314"/>
              <a:gd name="connsiteY37" fmla="*/ 248412 h 263080"/>
              <a:gd name="connsiteX38" fmla="*/ 86508 w 346314"/>
              <a:gd name="connsiteY38" fmla="*/ 241078 h 263080"/>
              <a:gd name="connsiteX39" fmla="*/ 14418 w 346314"/>
              <a:gd name="connsiteY39" fmla="*/ 138970 h 263080"/>
              <a:gd name="connsiteX40" fmla="*/ 14418 w 346314"/>
              <a:gd name="connsiteY40" fmla="*/ 146304 h 263080"/>
              <a:gd name="connsiteX41" fmla="*/ 86508 w 346314"/>
              <a:gd name="connsiteY41" fmla="*/ 146304 h 263080"/>
              <a:gd name="connsiteX42" fmla="*/ 86508 w 346314"/>
              <a:gd name="connsiteY42" fmla="*/ 138970 h 263080"/>
              <a:gd name="connsiteX43" fmla="*/ 79299 w 346314"/>
              <a:gd name="connsiteY43" fmla="*/ 131635 h 263080"/>
              <a:gd name="connsiteX44" fmla="*/ 21627 w 346314"/>
              <a:gd name="connsiteY44" fmla="*/ 131635 h 263080"/>
              <a:gd name="connsiteX45" fmla="*/ 14418 w 346314"/>
              <a:gd name="connsiteY45" fmla="*/ 138970 h 263080"/>
              <a:gd name="connsiteX46" fmla="*/ 14418 w 346314"/>
              <a:gd name="connsiteY46" fmla="*/ 219170 h 263080"/>
              <a:gd name="connsiteX47" fmla="*/ 86508 w 346314"/>
              <a:gd name="connsiteY47" fmla="*/ 219170 h 263080"/>
              <a:gd name="connsiteX48" fmla="*/ 86508 w 346314"/>
              <a:gd name="connsiteY48" fmla="*/ 160782 h 263080"/>
              <a:gd name="connsiteX49" fmla="*/ 14418 w 346314"/>
              <a:gd name="connsiteY49" fmla="*/ 160782 h 263080"/>
              <a:gd name="connsiteX50" fmla="*/ 14418 w 346314"/>
              <a:gd name="connsiteY50" fmla="*/ 219170 h 263080"/>
              <a:gd name="connsiteX51" fmla="*/ 100926 w 346314"/>
              <a:gd name="connsiteY51" fmla="*/ 241078 h 263080"/>
              <a:gd name="connsiteX52" fmla="*/ 79299 w 346314"/>
              <a:gd name="connsiteY52" fmla="*/ 262985 h 263080"/>
              <a:gd name="connsiteX53" fmla="*/ 21627 w 346314"/>
              <a:gd name="connsiteY53" fmla="*/ 262985 h 263080"/>
              <a:gd name="connsiteX54" fmla="*/ 0 w 346314"/>
              <a:gd name="connsiteY54" fmla="*/ 241078 h 263080"/>
              <a:gd name="connsiteX55" fmla="*/ 0 w 346314"/>
              <a:gd name="connsiteY55" fmla="*/ 138970 h 263080"/>
              <a:gd name="connsiteX56" fmla="*/ 21627 w 346314"/>
              <a:gd name="connsiteY56" fmla="*/ 117062 h 263080"/>
              <a:gd name="connsiteX57" fmla="*/ 79299 w 346314"/>
              <a:gd name="connsiteY57" fmla="*/ 117062 h 263080"/>
              <a:gd name="connsiteX58" fmla="*/ 100926 w 346314"/>
              <a:gd name="connsiteY58" fmla="*/ 138970 h 263080"/>
              <a:gd name="connsiteX59" fmla="*/ 100926 w 346314"/>
              <a:gd name="connsiteY59" fmla="*/ 241078 h 263080"/>
              <a:gd name="connsiteX60" fmla="*/ 57197 w 346314"/>
              <a:gd name="connsiteY60" fmla="*/ 65627 h 263080"/>
              <a:gd name="connsiteX61" fmla="*/ 57197 w 346314"/>
              <a:gd name="connsiteY61" fmla="*/ 72962 h 263080"/>
              <a:gd name="connsiteX62" fmla="*/ 158692 w 346314"/>
              <a:gd name="connsiteY62" fmla="*/ 72962 h 263080"/>
              <a:gd name="connsiteX63" fmla="*/ 158692 w 346314"/>
              <a:gd name="connsiteY63" fmla="*/ 65627 h 263080"/>
              <a:gd name="connsiteX64" fmla="*/ 151483 w 346314"/>
              <a:gd name="connsiteY64" fmla="*/ 58293 h 263080"/>
              <a:gd name="connsiteX65" fmla="*/ 64501 w 346314"/>
              <a:gd name="connsiteY65" fmla="*/ 58293 h 263080"/>
              <a:gd name="connsiteX66" fmla="*/ 57292 w 346314"/>
              <a:gd name="connsiteY66" fmla="*/ 65627 h 263080"/>
              <a:gd name="connsiteX67" fmla="*/ 42685 w 346314"/>
              <a:gd name="connsiteY67" fmla="*/ 65627 h 263080"/>
              <a:gd name="connsiteX68" fmla="*/ 64406 w 346314"/>
              <a:gd name="connsiteY68" fmla="*/ 43720 h 263080"/>
              <a:gd name="connsiteX69" fmla="*/ 151388 w 346314"/>
              <a:gd name="connsiteY69" fmla="*/ 43720 h 263080"/>
              <a:gd name="connsiteX70" fmla="*/ 173110 w 346314"/>
              <a:gd name="connsiteY70" fmla="*/ 65627 h 263080"/>
              <a:gd name="connsiteX71" fmla="*/ 173110 w 346314"/>
              <a:gd name="connsiteY71" fmla="*/ 182499 h 263080"/>
              <a:gd name="connsiteX72" fmla="*/ 151388 w 346314"/>
              <a:gd name="connsiteY72" fmla="*/ 204406 h 263080"/>
              <a:gd name="connsiteX73" fmla="*/ 122363 w 346314"/>
              <a:gd name="connsiteY73" fmla="*/ 204406 h 263080"/>
              <a:gd name="connsiteX74" fmla="*/ 115154 w 346314"/>
              <a:gd name="connsiteY74" fmla="*/ 197072 h 263080"/>
              <a:gd name="connsiteX75" fmla="*/ 122363 w 346314"/>
              <a:gd name="connsiteY75" fmla="*/ 189738 h 263080"/>
              <a:gd name="connsiteX76" fmla="*/ 151388 w 346314"/>
              <a:gd name="connsiteY76" fmla="*/ 189738 h 263080"/>
              <a:gd name="connsiteX77" fmla="*/ 158597 w 346314"/>
              <a:gd name="connsiteY77" fmla="*/ 182404 h 263080"/>
              <a:gd name="connsiteX78" fmla="*/ 158597 w 346314"/>
              <a:gd name="connsiteY78" fmla="*/ 175070 h 263080"/>
              <a:gd name="connsiteX79" fmla="*/ 122363 w 346314"/>
              <a:gd name="connsiteY79" fmla="*/ 175070 h 263080"/>
              <a:gd name="connsiteX80" fmla="*/ 115154 w 346314"/>
              <a:gd name="connsiteY80" fmla="*/ 167735 h 263080"/>
              <a:gd name="connsiteX81" fmla="*/ 122363 w 346314"/>
              <a:gd name="connsiteY81" fmla="*/ 160401 h 263080"/>
              <a:gd name="connsiteX82" fmla="*/ 158597 w 346314"/>
              <a:gd name="connsiteY82" fmla="*/ 160401 h 263080"/>
              <a:gd name="connsiteX83" fmla="*/ 158597 w 346314"/>
              <a:gd name="connsiteY83" fmla="*/ 87344 h 263080"/>
              <a:gd name="connsiteX84" fmla="*/ 57103 w 346314"/>
              <a:gd name="connsiteY84" fmla="*/ 87344 h 263080"/>
              <a:gd name="connsiteX85" fmla="*/ 57103 w 346314"/>
              <a:gd name="connsiteY85" fmla="*/ 94678 h 263080"/>
              <a:gd name="connsiteX86" fmla="*/ 49894 w 346314"/>
              <a:gd name="connsiteY86" fmla="*/ 102013 h 263080"/>
              <a:gd name="connsiteX87" fmla="*/ 42685 w 346314"/>
              <a:gd name="connsiteY87" fmla="*/ 94678 h 263080"/>
              <a:gd name="connsiteX88" fmla="*/ 42685 w 346314"/>
              <a:gd name="connsiteY88" fmla="*/ 65437 h 26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46314" h="263080">
                <a:moveTo>
                  <a:pt x="346315" y="29242"/>
                </a:moveTo>
                <a:lnTo>
                  <a:pt x="346315" y="204597"/>
                </a:lnTo>
                <a:cubicBezTo>
                  <a:pt x="346315" y="219170"/>
                  <a:pt x="331802" y="233839"/>
                  <a:pt x="317384" y="233839"/>
                </a:cubicBezTo>
                <a:lnTo>
                  <a:pt x="216079" y="233839"/>
                </a:lnTo>
                <a:lnTo>
                  <a:pt x="216079" y="248412"/>
                </a:lnTo>
                <a:lnTo>
                  <a:pt x="273941" y="248412"/>
                </a:lnTo>
                <a:cubicBezTo>
                  <a:pt x="277545" y="248412"/>
                  <a:pt x="281150" y="252031"/>
                  <a:pt x="281150" y="255746"/>
                </a:cubicBezTo>
                <a:cubicBezTo>
                  <a:pt x="281150" y="259461"/>
                  <a:pt x="277545" y="263081"/>
                  <a:pt x="273941" y="263081"/>
                </a:cubicBezTo>
                <a:lnTo>
                  <a:pt x="143705" y="263081"/>
                </a:lnTo>
                <a:cubicBezTo>
                  <a:pt x="140101" y="263081"/>
                  <a:pt x="136496" y="259461"/>
                  <a:pt x="136496" y="255746"/>
                </a:cubicBezTo>
                <a:cubicBezTo>
                  <a:pt x="136496" y="252031"/>
                  <a:pt x="140101" y="248412"/>
                  <a:pt x="143705" y="248412"/>
                </a:cubicBezTo>
                <a:lnTo>
                  <a:pt x="201566" y="248412"/>
                </a:lnTo>
                <a:lnTo>
                  <a:pt x="201566" y="233839"/>
                </a:lnTo>
                <a:lnTo>
                  <a:pt x="121983" y="233839"/>
                </a:lnTo>
                <a:cubicBezTo>
                  <a:pt x="118379" y="233839"/>
                  <a:pt x="114774" y="230219"/>
                  <a:pt x="114774" y="226504"/>
                </a:cubicBezTo>
                <a:cubicBezTo>
                  <a:pt x="114774" y="222790"/>
                  <a:pt x="118379" y="219170"/>
                  <a:pt x="121983" y="219170"/>
                </a:cubicBezTo>
                <a:lnTo>
                  <a:pt x="317289" y="219170"/>
                </a:lnTo>
                <a:cubicBezTo>
                  <a:pt x="324498" y="219170"/>
                  <a:pt x="331802" y="211836"/>
                  <a:pt x="331802" y="204597"/>
                </a:cubicBezTo>
                <a:lnTo>
                  <a:pt x="331802" y="175355"/>
                </a:lnTo>
                <a:lnTo>
                  <a:pt x="194357" y="175355"/>
                </a:lnTo>
                <a:cubicBezTo>
                  <a:pt x="190753" y="175355"/>
                  <a:pt x="187149" y="171736"/>
                  <a:pt x="187149" y="168021"/>
                </a:cubicBezTo>
                <a:cubicBezTo>
                  <a:pt x="187149" y="164306"/>
                  <a:pt x="190753" y="160687"/>
                  <a:pt x="194357" y="160687"/>
                </a:cubicBezTo>
                <a:lnTo>
                  <a:pt x="331802" y="160687"/>
                </a:lnTo>
                <a:lnTo>
                  <a:pt x="331802" y="29242"/>
                </a:lnTo>
                <a:cubicBezTo>
                  <a:pt x="331802" y="21907"/>
                  <a:pt x="324593" y="14668"/>
                  <a:pt x="317289" y="14668"/>
                </a:cubicBezTo>
                <a:lnTo>
                  <a:pt x="100262" y="14668"/>
                </a:lnTo>
                <a:cubicBezTo>
                  <a:pt x="93053" y="14668"/>
                  <a:pt x="89448" y="18288"/>
                  <a:pt x="85749" y="25622"/>
                </a:cubicBezTo>
                <a:cubicBezTo>
                  <a:pt x="85749" y="29242"/>
                  <a:pt x="82144" y="29242"/>
                  <a:pt x="78540" y="29242"/>
                </a:cubicBezTo>
                <a:cubicBezTo>
                  <a:pt x="74935" y="29242"/>
                  <a:pt x="71331" y="21907"/>
                  <a:pt x="71331" y="18288"/>
                </a:cubicBezTo>
                <a:cubicBezTo>
                  <a:pt x="74935" y="7334"/>
                  <a:pt x="85844" y="0"/>
                  <a:pt x="100262" y="0"/>
                </a:cubicBezTo>
                <a:lnTo>
                  <a:pt x="317289" y="0"/>
                </a:lnTo>
                <a:cubicBezTo>
                  <a:pt x="331802" y="0"/>
                  <a:pt x="346220" y="14573"/>
                  <a:pt x="346220" y="29242"/>
                </a:cubicBezTo>
                <a:close/>
                <a:moveTo>
                  <a:pt x="86508" y="241078"/>
                </a:moveTo>
                <a:lnTo>
                  <a:pt x="86508" y="233743"/>
                </a:lnTo>
                <a:lnTo>
                  <a:pt x="14418" y="233743"/>
                </a:lnTo>
                <a:lnTo>
                  <a:pt x="14418" y="241078"/>
                </a:lnTo>
                <a:cubicBezTo>
                  <a:pt x="14418" y="244697"/>
                  <a:pt x="18022" y="248412"/>
                  <a:pt x="21627" y="248412"/>
                </a:cubicBezTo>
                <a:lnTo>
                  <a:pt x="79299" y="248412"/>
                </a:lnTo>
                <a:cubicBezTo>
                  <a:pt x="82903" y="248412"/>
                  <a:pt x="86508" y="244793"/>
                  <a:pt x="86508" y="241078"/>
                </a:cubicBezTo>
                <a:close/>
                <a:moveTo>
                  <a:pt x="14418" y="138970"/>
                </a:moveTo>
                <a:lnTo>
                  <a:pt x="14418" y="146304"/>
                </a:lnTo>
                <a:lnTo>
                  <a:pt x="86508" y="146304"/>
                </a:lnTo>
                <a:lnTo>
                  <a:pt x="86508" y="138970"/>
                </a:lnTo>
                <a:cubicBezTo>
                  <a:pt x="86508" y="135350"/>
                  <a:pt x="82903" y="131635"/>
                  <a:pt x="79299" y="131635"/>
                </a:cubicBezTo>
                <a:lnTo>
                  <a:pt x="21627" y="131635"/>
                </a:lnTo>
                <a:cubicBezTo>
                  <a:pt x="18022" y="131635"/>
                  <a:pt x="14418" y="135255"/>
                  <a:pt x="14418" y="138970"/>
                </a:cubicBezTo>
                <a:close/>
                <a:moveTo>
                  <a:pt x="14418" y="219170"/>
                </a:moveTo>
                <a:lnTo>
                  <a:pt x="86508" y="219170"/>
                </a:lnTo>
                <a:lnTo>
                  <a:pt x="86508" y="160782"/>
                </a:lnTo>
                <a:lnTo>
                  <a:pt x="14418" y="160782"/>
                </a:lnTo>
                <a:lnTo>
                  <a:pt x="14418" y="219170"/>
                </a:lnTo>
                <a:close/>
                <a:moveTo>
                  <a:pt x="100926" y="241078"/>
                </a:moveTo>
                <a:cubicBezTo>
                  <a:pt x="100926" y="252031"/>
                  <a:pt x="90112" y="262985"/>
                  <a:pt x="79299" y="262985"/>
                </a:cubicBezTo>
                <a:lnTo>
                  <a:pt x="21627" y="262985"/>
                </a:lnTo>
                <a:cubicBezTo>
                  <a:pt x="10814" y="262985"/>
                  <a:pt x="0" y="252031"/>
                  <a:pt x="0" y="241078"/>
                </a:cubicBezTo>
                <a:lnTo>
                  <a:pt x="0" y="138970"/>
                </a:lnTo>
                <a:cubicBezTo>
                  <a:pt x="0" y="128016"/>
                  <a:pt x="10814" y="117062"/>
                  <a:pt x="21627" y="117062"/>
                </a:cubicBezTo>
                <a:lnTo>
                  <a:pt x="79299" y="117062"/>
                </a:lnTo>
                <a:cubicBezTo>
                  <a:pt x="90112" y="117062"/>
                  <a:pt x="100926" y="128016"/>
                  <a:pt x="100926" y="138970"/>
                </a:cubicBezTo>
                <a:lnTo>
                  <a:pt x="100926" y="241078"/>
                </a:lnTo>
                <a:close/>
                <a:moveTo>
                  <a:pt x="57197" y="65627"/>
                </a:moveTo>
                <a:lnTo>
                  <a:pt x="57197" y="72962"/>
                </a:lnTo>
                <a:lnTo>
                  <a:pt x="158692" y="72962"/>
                </a:lnTo>
                <a:lnTo>
                  <a:pt x="158692" y="65627"/>
                </a:lnTo>
                <a:cubicBezTo>
                  <a:pt x="158692" y="62008"/>
                  <a:pt x="155088" y="58293"/>
                  <a:pt x="151483" y="58293"/>
                </a:cubicBezTo>
                <a:lnTo>
                  <a:pt x="64501" y="58293"/>
                </a:lnTo>
                <a:cubicBezTo>
                  <a:pt x="60897" y="58293"/>
                  <a:pt x="57292" y="61912"/>
                  <a:pt x="57292" y="65627"/>
                </a:cubicBezTo>
                <a:close/>
                <a:moveTo>
                  <a:pt x="42685" y="65627"/>
                </a:moveTo>
                <a:cubicBezTo>
                  <a:pt x="42685" y="54674"/>
                  <a:pt x="53593" y="43720"/>
                  <a:pt x="64406" y="43720"/>
                </a:cubicBezTo>
                <a:lnTo>
                  <a:pt x="151388" y="43720"/>
                </a:lnTo>
                <a:cubicBezTo>
                  <a:pt x="162297" y="43720"/>
                  <a:pt x="173110" y="54674"/>
                  <a:pt x="173110" y="65627"/>
                </a:cubicBezTo>
                <a:lnTo>
                  <a:pt x="173110" y="182499"/>
                </a:lnTo>
                <a:cubicBezTo>
                  <a:pt x="173110" y="193453"/>
                  <a:pt x="162202" y="204406"/>
                  <a:pt x="151388" y="204406"/>
                </a:cubicBezTo>
                <a:lnTo>
                  <a:pt x="122363" y="204406"/>
                </a:lnTo>
                <a:cubicBezTo>
                  <a:pt x="118758" y="204406"/>
                  <a:pt x="115154" y="200787"/>
                  <a:pt x="115154" y="197072"/>
                </a:cubicBezTo>
                <a:cubicBezTo>
                  <a:pt x="115154" y="193358"/>
                  <a:pt x="118758" y="189738"/>
                  <a:pt x="122363" y="189738"/>
                </a:cubicBezTo>
                <a:lnTo>
                  <a:pt x="151388" y="189738"/>
                </a:lnTo>
                <a:cubicBezTo>
                  <a:pt x="154993" y="189738"/>
                  <a:pt x="158597" y="186118"/>
                  <a:pt x="158597" y="182404"/>
                </a:cubicBezTo>
                <a:lnTo>
                  <a:pt x="158597" y="175070"/>
                </a:lnTo>
                <a:lnTo>
                  <a:pt x="122363" y="175070"/>
                </a:lnTo>
                <a:cubicBezTo>
                  <a:pt x="118758" y="175070"/>
                  <a:pt x="115154" y="171450"/>
                  <a:pt x="115154" y="167735"/>
                </a:cubicBezTo>
                <a:cubicBezTo>
                  <a:pt x="115154" y="164020"/>
                  <a:pt x="118758" y="160401"/>
                  <a:pt x="122363" y="160401"/>
                </a:cubicBezTo>
                <a:lnTo>
                  <a:pt x="158597" y="160401"/>
                </a:lnTo>
                <a:lnTo>
                  <a:pt x="158597" y="87344"/>
                </a:lnTo>
                <a:lnTo>
                  <a:pt x="57103" y="87344"/>
                </a:lnTo>
                <a:lnTo>
                  <a:pt x="57103" y="94678"/>
                </a:lnTo>
                <a:cubicBezTo>
                  <a:pt x="57103" y="98298"/>
                  <a:pt x="53498" y="102013"/>
                  <a:pt x="49894" y="102013"/>
                </a:cubicBezTo>
                <a:cubicBezTo>
                  <a:pt x="46289" y="102013"/>
                  <a:pt x="42685" y="98393"/>
                  <a:pt x="42685" y="94678"/>
                </a:cubicBezTo>
                <a:lnTo>
                  <a:pt x="42685" y="6543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8" name="Graphic 123">
            <a:extLst>
              <a:ext uri="{FF2B5EF4-FFF2-40B4-BE49-F238E27FC236}">
                <a16:creationId xmlns:a16="http://schemas.microsoft.com/office/drawing/2014/main" id="{2198171B-D94A-462D-D397-E88DC92D652E}"/>
              </a:ext>
            </a:extLst>
          </p:cNvPr>
          <p:cNvSpPr/>
          <p:nvPr/>
        </p:nvSpPr>
        <p:spPr>
          <a:xfrm>
            <a:off x="9511920" y="1552390"/>
            <a:ext cx="454404" cy="345191"/>
          </a:xfrm>
          <a:custGeom>
            <a:avLst/>
            <a:gdLst>
              <a:gd name="connsiteX0" fmla="*/ 346315 w 346314"/>
              <a:gd name="connsiteY0" fmla="*/ 29242 h 263080"/>
              <a:gd name="connsiteX1" fmla="*/ 346315 w 346314"/>
              <a:gd name="connsiteY1" fmla="*/ 204597 h 263080"/>
              <a:gd name="connsiteX2" fmla="*/ 317384 w 346314"/>
              <a:gd name="connsiteY2" fmla="*/ 233839 h 263080"/>
              <a:gd name="connsiteX3" fmla="*/ 216079 w 346314"/>
              <a:gd name="connsiteY3" fmla="*/ 233839 h 263080"/>
              <a:gd name="connsiteX4" fmla="*/ 216079 w 346314"/>
              <a:gd name="connsiteY4" fmla="*/ 248412 h 263080"/>
              <a:gd name="connsiteX5" fmla="*/ 273941 w 346314"/>
              <a:gd name="connsiteY5" fmla="*/ 248412 h 263080"/>
              <a:gd name="connsiteX6" fmla="*/ 281150 w 346314"/>
              <a:gd name="connsiteY6" fmla="*/ 255746 h 263080"/>
              <a:gd name="connsiteX7" fmla="*/ 273941 w 346314"/>
              <a:gd name="connsiteY7" fmla="*/ 263081 h 263080"/>
              <a:gd name="connsiteX8" fmla="*/ 143705 w 346314"/>
              <a:gd name="connsiteY8" fmla="*/ 263081 h 263080"/>
              <a:gd name="connsiteX9" fmla="*/ 136496 w 346314"/>
              <a:gd name="connsiteY9" fmla="*/ 255746 h 263080"/>
              <a:gd name="connsiteX10" fmla="*/ 143705 w 346314"/>
              <a:gd name="connsiteY10" fmla="*/ 248412 h 263080"/>
              <a:gd name="connsiteX11" fmla="*/ 201566 w 346314"/>
              <a:gd name="connsiteY11" fmla="*/ 248412 h 263080"/>
              <a:gd name="connsiteX12" fmla="*/ 201566 w 346314"/>
              <a:gd name="connsiteY12" fmla="*/ 233839 h 263080"/>
              <a:gd name="connsiteX13" fmla="*/ 121983 w 346314"/>
              <a:gd name="connsiteY13" fmla="*/ 233839 h 263080"/>
              <a:gd name="connsiteX14" fmla="*/ 114774 w 346314"/>
              <a:gd name="connsiteY14" fmla="*/ 226504 h 263080"/>
              <a:gd name="connsiteX15" fmla="*/ 121983 w 346314"/>
              <a:gd name="connsiteY15" fmla="*/ 219170 h 263080"/>
              <a:gd name="connsiteX16" fmla="*/ 317289 w 346314"/>
              <a:gd name="connsiteY16" fmla="*/ 219170 h 263080"/>
              <a:gd name="connsiteX17" fmla="*/ 331802 w 346314"/>
              <a:gd name="connsiteY17" fmla="*/ 204597 h 263080"/>
              <a:gd name="connsiteX18" fmla="*/ 331802 w 346314"/>
              <a:gd name="connsiteY18" fmla="*/ 175355 h 263080"/>
              <a:gd name="connsiteX19" fmla="*/ 194357 w 346314"/>
              <a:gd name="connsiteY19" fmla="*/ 175355 h 263080"/>
              <a:gd name="connsiteX20" fmla="*/ 187149 w 346314"/>
              <a:gd name="connsiteY20" fmla="*/ 168021 h 263080"/>
              <a:gd name="connsiteX21" fmla="*/ 194357 w 346314"/>
              <a:gd name="connsiteY21" fmla="*/ 160687 h 263080"/>
              <a:gd name="connsiteX22" fmla="*/ 331802 w 346314"/>
              <a:gd name="connsiteY22" fmla="*/ 160687 h 263080"/>
              <a:gd name="connsiteX23" fmla="*/ 331802 w 346314"/>
              <a:gd name="connsiteY23" fmla="*/ 29242 h 263080"/>
              <a:gd name="connsiteX24" fmla="*/ 317289 w 346314"/>
              <a:gd name="connsiteY24" fmla="*/ 14668 h 263080"/>
              <a:gd name="connsiteX25" fmla="*/ 100262 w 346314"/>
              <a:gd name="connsiteY25" fmla="*/ 14668 h 263080"/>
              <a:gd name="connsiteX26" fmla="*/ 85749 w 346314"/>
              <a:gd name="connsiteY26" fmla="*/ 25622 h 263080"/>
              <a:gd name="connsiteX27" fmla="*/ 78540 w 346314"/>
              <a:gd name="connsiteY27" fmla="*/ 29242 h 263080"/>
              <a:gd name="connsiteX28" fmla="*/ 71331 w 346314"/>
              <a:gd name="connsiteY28" fmla="*/ 18288 h 263080"/>
              <a:gd name="connsiteX29" fmla="*/ 100262 w 346314"/>
              <a:gd name="connsiteY29" fmla="*/ 0 h 263080"/>
              <a:gd name="connsiteX30" fmla="*/ 317289 w 346314"/>
              <a:gd name="connsiteY30" fmla="*/ 0 h 263080"/>
              <a:gd name="connsiteX31" fmla="*/ 346220 w 346314"/>
              <a:gd name="connsiteY31" fmla="*/ 29242 h 263080"/>
              <a:gd name="connsiteX32" fmla="*/ 86508 w 346314"/>
              <a:gd name="connsiteY32" fmla="*/ 241078 h 263080"/>
              <a:gd name="connsiteX33" fmla="*/ 86508 w 346314"/>
              <a:gd name="connsiteY33" fmla="*/ 233743 h 263080"/>
              <a:gd name="connsiteX34" fmla="*/ 14418 w 346314"/>
              <a:gd name="connsiteY34" fmla="*/ 233743 h 263080"/>
              <a:gd name="connsiteX35" fmla="*/ 14418 w 346314"/>
              <a:gd name="connsiteY35" fmla="*/ 241078 h 263080"/>
              <a:gd name="connsiteX36" fmla="*/ 21627 w 346314"/>
              <a:gd name="connsiteY36" fmla="*/ 248412 h 263080"/>
              <a:gd name="connsiteX37" fmla="*/ 79299 w 346314"/>
              <a:gd name="connsiteY37" fmla="*/ 248412 h 263080"/>
              <a:gd name="connsiteX38" fmla="*/ 86508 w 346314"/>
              <a:gd name="connsiteY38" fmla="*/ 241078 h 263080"/>
              <a:gd name="connsiteX39" fmla="*/ 14418 w 346314"/>
              <a:gd name="connsiteY39" fmla="*/ 138970 h 263080"/>
              <a:gd name="connsiteX40" fmla="*/ 14418 w 346314"/>
              <a:gd name="connsiteY40" fmla="*/ 146304 h 263080"/>
              <a:gd name="connsiteX41" fmla="*/ 86508 w 346314"/>
              <a:gd name="connsiteY41" fmla="*/ 146304 h 263080"/>
              <a:gd name="connsiteX42" fmla="*/ 86508 w 346314"/>
              <a:gd name="connsiteY42" fmla="*/ 138970 h 263080"/>
              <a:gd name="connsiteX43" fmla="*/ 79299 w 346314"/>
              <a:gd name="connsiteY43" fmla="*/ 131635 h 263080"/>
              <a:gd name="connsiteX44" fmla="*/ 21627 w 346314"/>
              <a:gd name="connsiteY44" fmla="*/ 131635 h 263080"/>
              <a:gd name="connsiteX45" fmla="*/ 14418 w 346314"/>
              <a:gd name="connsiteY45" fmla="*/ 138970 h 263080"/>
              <a:gd name="connsiteX46" fmla="*/ 14418 w 346314"/>
              <a:gd name="connsiteY46" fmla="*/ 219170 h 263080"/>
              <a:gd name="connsiteX47" fmla="*/ 86508 w 346314"/>
              <a:gd name="connsiteY47" fmla="*/ 219170 h 263080"/>
              <a:gd name="connsiteX48" fmla="*/ 86508 w 346314"/>
              <a:gd name="connsiteY48" fmla="*/ 160782 h 263080"/>
              <a:gd name="connsiteX49" fmla="*/ 14418 w 346314"/>
              <a:gd name="connsiteY49" fmla="*/ 160782 h 263080"/>
              <a:gd name="connsiteX50" fmla="*/ 14418 w 346314"/>
              <a:gd name="connsiteY50" fmla="*/ 219170 h 263080"/>
              <a:gd name="connsiteX51" fmla="*/ 100926 w 346314"/>
              <a:gd name="connsiteY51" fmla="*/ 241078 h 263080"/>
              <a:gd name="connsiteX52" fmla="*/ 79299 w 346314"/>
              <a:gd name="connsiteY52" fmla="*/ 262985 h 263080"/>
              <a:gd name="connsiteX53" fmla="*/ 21627 w 346314"/>
              <a:gd name="connsiteY53" fmla="*/ 262985 h 263080"/>
              <a:gd name="connsiteX54" fmla="*/ 0 w 346314"/>
              <a:gd name="connsiteY54" fmla="*/ 241078 h 263080"/>
              <a:gd name="connsiteX55" fmla="*/ 0 w 346314"/>
              <a:gd name="connsiteY55" fmla="*/ 138970 h 263080"/>
              <a:gd name="connsiteX56" fmla="*/ 21627 w 346314"/>
              <a:gd name="connsiteY56" fmla="*/ 117062 h 263080"/>
              <a:gd name="connsiteX57" fmla="*/ 79299 w 346314"/>
              <a:gd name="connsiteY57" fmla="*/ 117062 h 263080"/>
              <a:gd name="connsiteX58" fmla="*/ 100926 w 346314"/>
              <a:gd name="connsiteY58" fmla="*/ 138970 h 263080"/>
              <a:gd name="connsiteX59" fmla="*/ 100926 w 346314"/>
              <a:gd name="connsiteY59" fmla="*/ 241078 h 263080"/>
              <a:gd name="connsiteX60" fmla="*/ 57197 w 346314"/>
              <a:gd name="connsiteY60" fmla="*/ 65627 h 263080"/>
              <a:gd name="connsiteX61" fmla="*/ 57197 w 346314"/>
              <a:gd name="connsiteY61" fmla="*/ 72962 h 263080"/>
              <a:gd name="connsiteX62" fmla="*/ 158692 w 346314"/>
              <a:gd name="connsiteY62" fmla="*/ 72962 h 263080"/>
              <a:gd name="connsiteX63" fmla="*/ 158692 w 346314"/>
              <a:gd name="connsiteY63" fmla="*/ 65627 h 263080"/>
              <a:gd name="connsiteX64" fmla="*/ 151483 w 346314"/>
              <a:gd name="connsiteY64" fmla="*/ 58293 h 263080"/>
              <a:gd name="connsiteX65" fmla="*/ 64501 w 346314"/>
              <a:gd name="connsiteY65" fmla="*/ 58293 h 263080"/>
              <a:gd name="connsiteX66" fmla="*/ 57292 w 346314"/>
              <a:gd name="connsiteY66" fmla="*/ 65627 h 263080"/>
              <a:gd name="connsiteX67" fmla="*/ 42685 w 346314"/>
              <a:gd name="connsiteY67" fmla="*/ 65627 h 263080"/>
              <a:gd name="connsiteX68" fmla="*/ 64406 w 346314"/>
              <a:gd name="connsiteY68" fmla="*/ 43720 h 263080"/>
              <a:gd name="connsiteX69" fmla="*/ 151388 w 346314"/>
              <a:gd name="connsiteY69" fmla="*/ 43720 h 263080"/>
              <a:gd name="connsiteX70" fmla="*/ 173110 w 346314"/>
              <a:gd name="connsiteY70" fmla="*/ 65627 h 263080"/>
              <a:gd name="connsiteX71" fmla="*/ 173110 w 346314"/>
              <a:gd name="connsiteY71" fmla="*/ 182499 h 263080"/>
              <a:gd name="connsiteX72" fmla="*/ 151388 w 346314"/>
              <a:gd name="connsiteY72" fmla="*/ 204406 h 263080"/>
              <a:gd name="connsiteX73" fmla="*/ 122363 w 346314"/>
              <a:gd name="connsiteY73" fmla="*/ 204406 h 263080"/>
              <a:gd name="connsiteX74" fmla="*/ 115154 w 346314"/>
              <a:gd name="connsiteY74" fmla="*/ 197072 h 263080"/>
              <a:gd name="connsiteX75" fmla="*/ 122363 w 346314"/>
              <a:gd name="connsiteY75" fmla="*/ 189738 h 263080"/>
              <a:gd name="connsiteX76" fmla="*/ 151388 w 346314"/>
              <a:gd name="connsiteY76" fmla="*/ 189738 h 263080"/>
              <a:gd name="connsiteX77" fmla="*/ 158597 w 346314"/>
              <a:gd name="connsiteY77" fmla="*/ 182404 h 263080"/>
              <a:gd name="connsiteX78" fmla="*/ 158597 w 346314"/>
              <a:gd name="connsiteY78" fmla="*/ 175070 h 263080"/>
              <a:gd name="connsiteX79" fmla="*/ 122363 w 346314"/>
              <a:gd name="connsiteY79" fmla="*/ 175070 h 263080"/>
              <a:gd name="connsiteX80" fmla="*/ 115154 w 346314"/>
              <a:gd name="connsiteY80" fmla="*/ 167735 h 263080"/>
              <a:gd name="connsiteX81" fmla="*/ 122363 w 346314"/>
              <a:gd name="connsiteY81" fmla="*/ 160401 h 263080"/>
              <a:gd name="connsiteX82" fmla="*/ 158597 w 346314"/>
              <a:gd name="connsiteY82" fmla="*/ 160401 h 263080"/>
              <a:gd name="connsiteX83" fmla="*/ 158597 w 346314"/>
              <a:gd name="connsiteY83" fmla="*/ 87344 h 263080"/>
              <a:gd name="connsiteX84" fmla="*/ 57103 w 346314"/>
              <a:gd name="connsiteY84" fmla="*/ 87344 h 263080"/>
              <a:gd name="connsiteX85" fmla="*/ 57103 w 346314"/>
              <a:gd name="connsiteY85" fmla="*/ 94678 h 263080"/>
              <a:gd name="connsiteX86" fmla="*/ 49894 w 346314"/>
              <a:gd name="connsiteY86" fmla="*/ 102013 h 263080"/>
              <a:gd name="connsiteX87" fmla="*/ 42685 w 346314"/>
              <a:gd name="connsiteY87" fmla="*/ 94678 h 263080"/>
              <a:gd name="connsiteX88" fmla="*/ 42685 w 346314"/>
              <a:gd name="connsiteY88" fmla="*/ 65437 h 26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46314" h="263080">
                <a:moveTo>
                  <a:pt x="346315" y="29242"/>
                </a:moveTo>
                <a:lnTo>
                  <a:pt x="346315" y="204597"/>
                </a:lnTo>
                <a:cubicBezTo>
                  <a:pt x="346315" y="219170"/>
                  <a:pt x="331802" y="233839"/>
                  <a:pt x="317384" y="233839"/>
                </a:cubicBezTo>
                <a:lnTo>
                  <a:pt x="216079" y="233839"/>
                </a:lnTo>
                <a:lnTo>
                  <a:pt x="216079" y="248412"/>
                </a:lnTo>
                <a:lnTo>
                  <a:pt x="273941" y="248412"/>
                </a:lnTo>
                <a:cubicBezTo>
                  <a:pt x="277545" y="248412"/>
                  <a:pt x="281150" y="252031"/>
                  <a:pt x="281150" y="255746"/>
                </a:cubicBezTo>
                <a:cubicBezTo>
                  <a:pt x="281150" y="259461"/>
                  <a:pt x="277545" y="263081"/>
                  <a:pt x="273941" y="263081"/>
                </a:cubicBezTo>
                <a:lnTo>
                  <a:pt x="143705" y="263081"/>
                </a:lnTo>
                <a:cubicBezTo>
                  <a:pt x="140101" y="263081"/>
                  <a:pt x="136496" y="259461"/>
                  <a:pt x="136496" y="255746"/>
                </a:cubicBezTo>
                <a:cubicBezTo>
                  <a:pt x="136496" y="252031"/>
                  <a:pt x="140101" y="248412"/>
                  <a:pt x="143705" y="248412"/>
                </a:cubicBezTo>
                <a:lnTo>
                  <a:pt x="201566" y="248412"/>
                </a:lnTo>
                <a:lnTo>
                  <a:pt x="201566" y="233839"/>
                </a:lnTo>
                <a:lnTo>
                  <a:pt x="121983" y="233839"/>
                </a:lnTo>
                <a:cubicBezTo>
                  <a:pt x="118379" y="233839"/>
                  <a:pt x="114774" y="230219"/>
                  <a:pt x="114774" y="226504"/>
                </a:cubicBezTo>
                <a:cubicBezTo>
                  <a:pt x="114774" y="222790"/>
                  <a:pt x="118379" y="219170"/>
                  <a:pt x="121983" y="219170"/>
                </a:cubicBezTo>
                <a:lnTo>
                  <a:pt x="317289" y="219170"/>
                </a:lnTo>
                <a:cubicBezTo>
                  <a:pt x="324498" y="219170"/>
                  <a:pt x="331802" y="211836"/>
                  <a:pt x="331802" y="204597"/>
                </a:cubicBezTo>
                <a:lnTo>
                  <a:pt x="331802" y="175355"/>
                </a:lnTo>
                <a:lnTo>
                  <a:pt x="194357" y="175355"/>
                </a:lnTo>
                <a:cubicBezTo>
                  <a:pt x="190753" y="175355"/>
                  <a:pt x="187149" y="171736"/>
                  <a:pt x="187149" y="168021"/>
                </a:cubicBezTo>
                <a:cubicBezTo>
                  <a:pt x="187149" y="164306"/>
                  <a:pt x="190753" y="160687"/>
                  <a:pt x="194357" y="160687"/>
                </a:cubicBezTo>
                <a:lnTo>
                  <a:pt x="331802" y="160687"/>
                </a:lnTo>
                <a:lnTo>
                  <a:pt x="331802" y="29242"/>
                </a:lnTo>
                <a:cubicBezTo>
                  <a:pt x="331802" y="21907"/>
                  <a:pt x="324593" y="14668"/>
                  <a:pt x="317289" y="14668"/>
                </a:cubicBezTo>
                <a:lnTo>
                  <a:pt x="100262" y="14668"/>
                </a:lnTo>
                <a:cubicBezTo>
                  <a:pt x="93053" y="14668"/>
                  <a:pt x="89448" y="18288"/>
                  <a:pt x="85749" y="25622"/>
                </a:cubicBezTo>
                <a:cubicBezTo>
                  <a:pt x="85749" y="29242"/>
                  <a:pt x="82144" y="29242"/>
                  <a:pt x="78540" y="29242"/>
                </a:cubicBezTo>
                <a:cubicBezTo>
                  <a:pt x="74935" y="29242"/>
                  <a:pt x="71331" y="21907"/>
                  <a:pt x="71331" y="18288"/>
                </a:cubicBezTo>
                <a:cubicBezTo>
                  <a:pt x="74935" y="7334"/>
                  <a:pt x="85844" y="0"/>
                  <a:pt x="100262" y="0"/>
                </a:cubicBezTo>
                <a:lnTo>
                  <a:pt x="317289" y="0"/>
                </a:lnTo>
                <a:cubicBezTo>
                  <a:pt x="331802" y="0"/>
                  <a:pt x="346220" y="14573"/>
                  <a:pt x="346220" y="29242"/>
                </a:cubicBezTo>
                <a:close/>
                <a:moveTo>
                  <a:pt x="86508" y="241078"/>
                </a:moveTo>
                <a:lnTo>
                  <a:pt x="86508" y="233743"/>
                </a:lnTo>
                <a:lnTo>
                  <a:pt x="14418" y="233743"/>
                </a:lnTo>
                <a:lnTo>
                  <a:pt x="14418" y="241078"/>
                </a:lnTo>
                <a:cubicBezTo>
                  <a:pt x="14418" y="244697"/>
                  <a:pt x="18022" y="248412"/>
                  <a:pt x="21627" y="248412"/>
                </a:cubicBezTo>
                <a:lnTo>
                  <a:pt x="79299" y="248412"/>
                </a:lnTo>
                <a:cubicBezTo>
                  <a:pt x="82903" y="248412"/>
                  <a:pt x="86508" y="244793"/>
                  <a:pt x="86508" y="241078"/>
                </a:cubicBezTo>
                <a:close/>
                <a:moveTo>
                  <a:pt x="14418" y="138970"/>
                </a:moveTo>
                <a:lnTo>
                  <a:pt x="14418" y="146304"/>
                </a:lnTo>
                <a:lnTo>
                  <a:pt x="86508" y="146304"/>
                </a:lnTo>
                <a:lnTo>
                  <a:pt x="86508" y="138970"/>
                </a:lnTo>
                <a:cubicBezTo>
                  <a:pt x="86508" y="135350"/>
                  <a:pt x="82903" y="131635"/>
                  <a:pt x="79299" y="131635"/>
                </a:cubicBezTo>
                <a:lnTo>
                  <a:pt x="21627" y="131635"/>
                </a:lnTo>
                <a:cubicBezTo>
                  <a:pt x="18022" y="131635"/>
                  <a:pt x="14418" y="135255"/>
                  <a:pt x="14418" y="138970"/>
                </a:cubicBezTo>
                <a:close/>
                <a:moveTo>
                  <a:pt x="14418" y="219170"/>
                </a:moveTo>
                <a:lnTo>
                  <a:pt x="86508" y="219170"/>
                </a:lnTo>
                <a:lnTo>
                  <a:pt x="86508" y="160782"/>
                </a:lnTo>
                <a:lnTo>
                  <a:pt x="14418" y="160782"/>
                </a:lnTo>
                <a:lnTo>
                  <a:pt x="14418" y="219170"/>
                </a:lnTo>
                <a:close/>
                <a:moveTo>
                  <a:pt x="100926" y="241078"/>
                </a:moveTo>
                <a:cubicBezTo>
                  <a:pt x="100926" y="252031"/>
                  <a:pt x="90112" y="262985"/>
                  <a:pt x="79299" y="262985"/>
                </a:cubicBezTo>
                <a:lnTo>
                  <a:pt x="21627" y="262985"/>
                </a:lnTo>
                <a:cubicBezTo>
                  <a:pt x="10814" y="262985"/>
                  <a:pt x="0" y="252031"/>
                  <a:pt x="0" y="241078"/>
                </a:cubicBezTo>
                <a:lnTo>
                  <a:pt x="0" y="138970"/>
                </a:lnTo>
                <a:cubicBezTo>
                  <a:pt x="0" y="128016"/>
                  <a:pt x="10814" y="117062"/>
                  <a:pt x="21627" y="117062"/>
                </a:cubicBezTo>
                <a:lnTo>
                  <a:pt x="79299" y="117062"/>
                </a:lnTo>
                <a:cubicBezTo>
                  <a:pt x="90112" y="117062"/>
                  <a:pt x="100926" y="128016"/>
                  <a:pt x="100926" y="138970"/>
                </a:cubicBezTo>
                <a:lnTo>
                  <a:pt x="100926" y="241078"/>
                </a:lnTo>
                <a:close/>
                <a:moveTo>
                  <a:pt x="57197" y="65627"/>
                </a:moveTo>
                <a:lnTo>
                  <a:pt x="57197" y="72962"/>
                </a:lnTo>
                <a:lnTo>
                  <a:pt x="158692" y="72962"/>
                </a:lnTo>
                <a:lnTo>
                  <a:pt x="158692" y="65627"/>
                </a:lnTo>
                <a:cubicBezTo>
                  <a:pt x="158692" y="62008"/>
                  <a:pt x="155088" y="58293"/>
                  <a:pt x="151483" y="58293"/>
                </a:cubicBezTo>
                <a:lnTo>
                  <a:pt x="64501" y="58293"/>
                </a:lnTo>
                <a:cubicBezTo>
                  <a:pt x="60897" y="58293"/>
                  <a:pt x="57292" y="61912"/>
                  <a:pt x="57292" y="65627"/>
                </a:cubicBezTo>
                <a:close/>
                <a:moveTo>
                  <a:pt x="42685" y="65627"/>
                </a:moveTo>
                <a:cubicBezTo>
                  <a:pt x="42685" y="54674"/>
                  <a:pt x="53593" y="43720"/>
                  <a:pt x="64406" y="43720"/>
                </a:cubicBezTo>
                <a:lnTo>
                  <a:pt x="151388" y="43720"/>
                </a:lnTo>
                <a:cubicBezTo>
                  <a:pt x="162297" y="43720"/>
                  <a:pt x="173110" y="54674"/>
                  <a:pt x="173110" y="65627"/>
                </a:cubicBezTo>
                <a:lnTo>
                  <a:pt x="173110" y="182499"/>
                </a:lnTo>
                <a:cubicBezTo>
                  <a:pt x="173110" y="193453"/>
                  <a:pt x="162202" y="204406"/>
                  <a:pt x="151388" y="204406"/>
                </a:cubicBezTo>
                <a:lnTo>
                  <a:pt x="122363" y="204406"/>
                </a:lnTo>
                <a:cubicBezTo>
                  <a:pt x="118758" y="204406"/>
                  <a:pt x="115154" y="200787"/>
                  <a:pt x="115154" y="197072"/>
                </a:cubicBezTo>
                <a:cubicBezTo>
                  <a:pt x="115154" y="193358"/>
                  <a:pt x="118758" y="189738"/>
                  <a:pt x="122363" y="189738"/>
                </a:cubicBezTo>
                <a:lnTo>
                  <a:pt x="151388" y="189738"/>
                </a:lnTo>
                <a:cubicBezTo>
                  <a:pt x="154993" y="189738"/>
                  <a:pt x="158597" y="186118"/>
                  <a:pt x="158597" y="182404"/>
                </a:cubicBezTo>
                <a:lnTo>
                  <a:pt x="158597" y="175070"/>
                </a:lnTo>
                <a:lnTo>
                  <a:pt x="122363" y="175070"/>
                </a:lnTo>
                <a:cubicBezTo>
                  <a:pt x="118758" y="175070"/>
                  <a:pt x="115154" y="171450"/>
                  <a:pt x="115154" y="167735"/>
                </a:cubicBezTo>
                <a:cubicBezTo>
                  <a:pt x="115154" y="164020"/>
                  <a:pt x="118758" y="160401"/>
                  <a:pt x="122363" y="160401"/>
                </a:cubicBezTo>
                <a:lnTo>
                  <a:pt x="158597" y="160401"/>
                </a:lnTo>
                <a:lnTo>
                  <a:pt x="158597" y="87344"/>
                </a:lnTo>
                <a:lnTo>
                  <a:pt x="57103" y="87344"/>
                </a:lnTo>
                <a:lnTo>
                  <a:pt x="57103" y="94678"/>
                </a:lnTo>
                <a:cubicBezTo>
                  <a:pt x="57103" y="98298"/>
                  <a:pt x="53498" y="102013"/>
                  <a:pt x="49894" y="102013"/>
                </a:cubicBezTo>
                <a:cubicBezTo>
                  <a:pt x="46289" y="102013"/>
                  <a:pt x="42685" y="98393"/>
                  <a:pt x="42685" y="94678"/>
                </a:cubicBezTo>
                <a:lnTo>
                  <a:pt x="42685" y="6543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1" name="Graphic 129">
            <a:extLst>
              <a:ext uri="{FF2B5EF4-FFF2-40B4-BE49-F238E27FC236}">
                <a16:creationId xmlns:a16="http://schemas.microsoft.com/office/drawing/2014/main" id="{2A18C691-B0F9-3E71-23BC-C64C7F61D488}"/>
              </a:ext>
            </a:extLst>
          </p:cNvPr>
          <p:cNvSpPr/>
          <p:nvPr/>
        </p:nvSpPr>
        <p:spPr>
          <a:xfrm>
            <a:off x="10396321" y="782563"/>
            <a:ext cx="545464" cy="506771"/>
          </a:xfrm>
          <a:custGeom>
            <a:avLst/>
            <a:gdLst>
              <a:gd name="connsiteX0" fmla="*/ 377617 w 407116"/>
              <a:gd name="connsiteY0" fmla="*/ 156782 h 378237"/>
              <a:gd name="connsiteX1" fmla="*/ 349255 w 407116"/>
              <a:gd name="connsiteY1" fmla="*/ 178784 h 378237"/>
              <a:gd name="connsiteX2" fmla="*/ 250986 w 407116"/>
              <a:gd name="connsiteY2" fmla="*/ 178784 h 378237"/>
              <a:gd name="connsiteX3" fmla="*/ 250986 w 407116"/>
              <a:gd name="connsiteY3" fmla="*/ 137160 h 378237"/>
              <a:gd name="connsiteX4" fmla="*/ 336260 w 407116"/>
              <a:gd name="connsiteY4" fmla="*/ 137160 h 378237"/>
              <a:gd name="connsiteX5" fmla="*/ 343849 w 407116"/>
              <a:gd name="connsiteY5" fmla="*/ 129540 h 378237"/>
              <a:gd name="connsiteX6" fmla="*/ 343849 w 407116"/>
              <a:gd name="connsiteY6" fmla="*/ 59531 h 378237"/>
              <a:gd name="connsiteX7" fmla="*/ 343564 w 407116"/>
              <a:gd name="connsiteY7" fmla="*/ 58198 h 378237"/>
              <a:gd name="connsiteX8" fmla="*/ 365760 w 407116"/>
              <a:gd name="connsiteY8" fmla="*/ 29623 h 378237"/>
              <a:gd name="connsiteX9" fmla="*/ 336260 w 407116"/>
              <a:gd name="connsiteY9" fmla="*/ 0 h 378237"/>
              <a:gd name="connsiteX10" fmla="*/ 306760 w 407116"/>
              <a:gd name="connsiteY10" fmla="*/ 29623 h 378237"/>
              <a:gd name="connsiteX11" fmla="*/ 328956 w 407116"/>
              <a:gd name="connsiteY11" fmla="*/ 58198 h 378237"/>
              <a:gd name="connsiteX12" fmla="*/ 328672 w 407116"/>
              <a:gd name="connsiteY12" fmla="*/ 59531 h 378237"/>
              <a:gd name="connsiteX13" fmla="*/ 328672 w 407116"/>
              <a:gd name="connsiteY13" fmla="*/ 121920 h 378237"/>
              <a:gd name="connsiteX14" fmla="*/ 250986 w 407116"/>
              <a:gd name="connsiteY14" fmla="*/ 121920 h 378237"/>
              <a:gd name="connsiteX15" fmla="*/ 250986 w 407116"/>
              <a:gd name="connsiteY15" fmla="*/ 118015 h 378237"/>
              <a:gd name="connsiteX16" fmla="*/ 250986 w 407116"/>
              <a:gd name="connsiteY16" fmla="*/ 118015 h 378237"/>
              <a:gd name="connsiteX17" fmla="*/ 125493 w 407116"/>
              <a:gd name="connsiteY17" fmla="*/ 58579 h 378237"/>
              <a:gd name="connsiteX18" fmla="*/ 0 w 407116"/>
              <a:gd name="connsiteY18" fmla="*/ 118015 h 378237"/>
              <a:gd name="connsiteX19" fmla="*/ 0 w 407116"/>
              <a:gd name="connsiteY19" fmla="*/ 118015 h 378237"/>
              <a:gd name="connsiteX20" fmla="*/ 0 w 407116"/>
              <a:gd name="connsiteY20" fmla="*/ 281178 h 378237"/>
              <a:gd name="connsiteX21" fmla="*/ 125493 w 407116"/>
              <a:gd name="connsiteY21" fmla="*/ 340614 h 378237"/>
              <a:gd name="connsiteX22" fmla="*/ 250986 w 407116"/>
              <a:gd name="connsiteY22" fmla="*/ 281178 h 378237"/>
              <a:gd name="connsiteX23" fmla="*/ 250986 w 407116"/>
              <a:gd name="connsiteY23" fmla="*/ 256318 h 378237"/>
              <a:gd name="connsiteX24" fmla="*/ 328672 w 407116"/>
              <a:gd name="connsiteY24" fmla="*/ 256318 h 378237"/>
              <a:gd name="connsiteX25" fmla="*/ 328672 w 407116"/>
              <a:gd name="connsiteY25" fmla="*/ 318707 h 378237"/>
              <a:gd name="connsiteX26" fmla="*/ 328956 w 407116"/>
              <a:gd name="connsiteY26" fmla="*/ 320040 h 378237"/>
              <a:gd name="connsiteX27" fmla="*/ 306760 w 407116"/>
              <a:gd name="connsiteY27" fmla="*/ 348615 h 378237"/>
              <a:gd name="connsiteX28" fmla="*/ 336260 w 407116"/>
              <a:gd name="connsiteY28" fmla="*/ 378238 h 378237"/>
              <a:gd name="connsiteX29" fmla="*/ 365760 w 407116"/>
              <a:gd name="connsiteY29" fmla="*/ 348615 h 378237"/>
              <a:gd name="connsiteX30" fmla="*/ 343564 w 407116"/>
              <a:gd name="connsiteY30" fmla="*/ 320040 h 378237"/>
              <a:gd name="connsiteX31" fmla="*/ 343849 w 407116"/>
              <a:gd name="connsiteY31" fmla="*/ 318707 h 378237"/>
              <a:gd name="connsiteX32" fmla="*/ 343849 w 407116"/>
              <a:gd name="connsiteY32" fmla="*/ 248698 h 378237"/>
              <a:gd name="connsiteX33" fmla="*/ 336260 w 407116"/>
              <a:gd name="connsiteY33" fmla="*/ 241078 h 378237"/>
              <a:gd name="connsiteX34" fmla="*/ 250986 w 407116"/>
              <a:gd name="connsiteY34" fmla="*/ 241078 h 378237"/>
              <a:gd name="connsiteX35" fmla="*/ 250986 w 407116"/>
              <a:gd name="connsiteY35" fmla="*/ 194024 h 378237"/>
              <a:gd name="connsiteX36" fmla="*/ 349255 w 407116"/>
              <a:gd name="connsiteY36" fmla="*/ 194024 h 378237"/>
              <a:gd name="connsiteX37" fmla="*/ 377617 w 407116"/>
              <a:gd name="connsiteY37" fmla="*/ 216027 h 378237"/>
              <a:gd name="connsiteX38" fmla="*/ 407117 w 407116"/>
              <a:gd name="connsiteY38" fmla="*/ 186404 h 378237"/>
              <a:gd name="connsiteX39" fmla="*/ 377617 w 407116"/>
              <a:gd name="connsiteY39" fmla="*/ 156782 h 378237"/>
              <a:gd name="connsiteX40" fmla="*/ 321937 w 407116"/>
              <a:gd name="connsiteY40" fmla="*/ 29623 h 378237"/>
              <a:gd name="connsiteX41" fmla="*/ 336260 w 407116"/>
              <a:gd name="connsiteY41" fmla="*/ 15240 h 378237"/>
              <a:gd name="connsiteX42" fmla="*/ 350583 w 407116"/>
              <a:gd name="connsiteY42" fmla="*/ 29623 h 378237"/>
              <a:gd name="connsiteX43" fmla="*/ 336260 w 407116"/>
              <a:gd name="connsiteY43" fmla="*/ 44006 h 378237"/>
              <a:gd name="connsiteX44" fmla="*/ 321937 w 407116"/>
              <a:gd name="connsiteY44" fmla="*/ 29623 h 378237"/>
              <a:gd name="connsiteX45" fmla="*/ 350583 w 407116"/>
              <a:gd name="connsiteY45" fmla="*/ 348615 h 378237"/>
              <a:gd name="connsiteX46" fmla="*/ 336260 w 407116"/>
              <a:gd name="connsiteY46" fmla="*/ 362998 h 378237"/>
              <a:gd name="connsiteX47" fmla="*/ 321937 w 407116"/>
              <a:gd name="connsiteY47" fmla="*/ 348615 h 378237"/>
              <a:gd name="connsiteX48" fmla="*/ 336260 w 407116"/>
              <a:gd name="connsiteY48" fmla="*/ 334232 h 378237"/>
              <a:gd name="connsiteX49" fmla="*/ 350583 w 407116"/>
              <a:gd name="connsiteY49" fmla="*/ 348615 h 378237"/>
              <a:gd name="connsiteX50" fmla="*/ 125493 w 407116"/>
              <a:gd name="connsiteY50" fmla="*/ 72866 h 378237"/>
              <a:gd name="connsiteX51" fmla="*/ 236758 w 407116"/>
              <a:gd name="connsiteY51" fmla="*/ 118015 h 378237"/>
              <a:gd name="connsiteX52" fmla="*/ 125493 w 407116"/>
              <a:gd name="connsiteY52" fmla="*/ 163068 h 378237"/>
              <a:gd name="connsiteX53" fmla="*/ 14228 w 407116"/>
              <a:gd name="connsiteY53" fmla="*/ 118015 h 378237"/>
              <a:gd name="connsiteX54" fmla="*/ 125493 w 407116"/>
              <a:gd name="connsiteY54" fmla="*/ 72866 h 378237"/>
              <a:gd name="connsiteX55" fmla="*/ 14228 w 407116"/>
              <a:gd name="connsiteY55" fmla="*/ 145828 h 378237"/>
              <a:gd name="connsiteX56" fmla="*/ 125493 w 407116"/>
              <a:gd name="connsiteY56" fmla="*/ 177355 h 378237"/>
              <a:gd name="connsiteX57" fmla="*/ 236758 w 407116"/>
              <a:gd name="connsiteY57" fmla="*/ 145828 h 378237"/>
              <a:gd name="connsiteX58" fmla="*/ 236758 w 407116"/>
              <a:gd name="connsiteY58" fmla="*/ 172688 h 378237"/>
              <a:gd name="connsiteX59" fmla="*/ 125493 w 407116"/>
              <a:gd name="connsiteY59" fmla="*/ 217742 h 378237"/>
              <a:gd name="connsiteX60" fmla="*/ 14228 w 407116"/>
              <a:gd name="connsiteY60" fmla="*/ 172688 h 378237"/>
              <a:gd name="connsiteX61" fmla="*/ 14228 w 407116"/>
              <a:gd name="connsiteY61" fmla="*/ 145828 h 378237"/>
              <a:gd name="connsiteX62" fmla="*/ 125493 w 407116"/>
              <a:gd name="connsiteY62" fmla="*/ 326231 h 378237"/>
              <a:gd name="connsiteX63" fmla="*/ 14228 w 407116"/>
              <a:gd name="connsiteY63" fmla="*/ 281083 h 378237"/>
              <a:gd name="connsiteX64" fmla="*/ 14228 w 407116"/>
              <a:gd name="connsiteY64" fmla="*/ 252889 h 378237"/>
              <a:gd name="connsiteX65" fmla="*/ 125493 w 407116"/>
              <a:gd name="connsiteY65" fmla="*/ 284417 h 378237"/>
              <a:gd name="connsiteX66" fmla="*/ 236758 w 407116"/>
              <a:gd name="connsiteY66" fmla="*/ 252889 h 378237"/>
              <a:gd name="connsiteX67" fmla="*/ 236758 w 407116"/>
              <a:gd name="connsiteY67" fmla="*/ 281083 h 378237"/>
              <a:gd name="connsiteX68" fmla="*/ 125493 w 407116"/>
              <a:gd name="connsiteY68" fmla="*/ 326231 h 378237"/>
              <a:gd name="connsiteX69" fmla="*/ 125493 w 407116"/>
              <a:gd name="connsiteY69" fmla="*/ 270224 h 378237"/>
              <a:gd name="connsiteX70" fmla="*/ 14228 w 407116"/>
              <a:gd name="connsiteY70" fmla="*/ 225076 h 378237"/>
              <a:gd name="connsiteX71" fmla="*/ 14228 w 407116"/>
              <a:gd name="connsiteY71" fmla="*/ 200406 h 378237"/>
              <a:gd name="connsiteX72" fmla="*/ 125493 w 407116"/>
              <a:gd name="connsiteY72" fmla="*/ 231934 h 378237"/>
              <a:gd name="connsiteX73" fmla="*/ 236758 w 407116"/>
              <a:gd name="connsiteY73" fmla="*/ 200406 h 378237"/>
              <a:gd name="connsiteX74" fmla="*/ 236758 w 407116"/>
              <a:gd name="connsiteY74" fmla="*/ 225076 h 378237"/>
              <a:gd name="connsiteX75" fmla="*/ 125493 w 407116"/>
              <a:gd name="connsiteY75" fmla="*/ 270224 h 378237"/>
              <a:gd name="connsiteX76" fmla="*/ 377617 w 407116"/>
              <a:gd name="connsiteY76" fmla="*/ 200787 h 378237"/>
              <a:gd name="connsiteX77" fmla="*/ 363294 w 407116"/>
              <a:gd name="connsiteY77" fmla="*/ 186404 h 378237"/>
              <a:gd name="connsiteX78" fmla="*/ 377617 w 407116"/>
              <a:gd name="connsiteY78" fmla="*/ 172022 h 378237"/>
              <a:gd name="connsiteX79" fmla="*/ 391940 w 407116"/>
              <a:gd name="connsiteY79" fmla="*/ 186404 h 378237"/>
              <a:gd name="connsiteX80" fmla="*/ 377617 w 407116"/>
              <a:gd name="connsiteY80" fmla="*/ 200787 h 378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407116" h="378237">
                <a:moveTo>
                  <a:pt x="377617" y="156782"/>
                </a:moveTo>
                <a:cubicBezTo>
                  <a:pt x="363958" y="156782"/>
                  <a:pt x="352670" y="166116"/>
                  <a:pt x="349255" y="178784"/>
                </a:cubicBezTo>
                <a:lnTo>
                  <a:pt x="250986" y="178784"/>
                </a:lnTo>
                <a:lnTo>
                  <a:pt x="250986" y="137160"/>
                </a:lnTo>
                <a:lnTo>
                  <a:pt x="336260" y="137160"/>
                </a:lnTo>
                <a:cubicBezTo>
                  <a:pt x="340434" y="137160"/>
                  <a:pt x="343849" y="133731"/>
                  <a:pt x="343849" y="129540"/>
                </a:cubicBezTo>
                <a:lnTo>
                  <a:pt x="343849" y="59531"/>
                </a:lnTo>
                <a:cubicBezTo>
                  <a:pt x="343849" y="59531"/>
                  <a:pt x="343659" y="58674"/>
                  <a:pt x="343564" y="58198"/>
                </a:cubicBezTo>
                <a:cubicBezTo>
                  <a:pt x="356275" y="54864"/>
                  <a:pt x="365760" y="43434"/>
                  <a:pt x="365760" y="29623"/>
                </a:cubicBezTo>
                <a:cubicBezTo>
                  <a:pt x="365760" y="13335"/>
                  <a:pt x="352575" y="0"/>
                  <a:pt x="336260" y="0"/>
                </a:cubicBezTo>
                <a:cubicBezTo>
                  <a:pt x="319945" y="0"/>
                  <a:pt x="306760" y="13240"/>
                  <a:pt x="306760" y="29623"/>
                </a:cubicBezTo>
                <a:cubicBezTo>
                  <a:pt x="306760" y="43434"/>
                  <a:pt x="316246" y="54864"/>
                  <a:pt x="328956" y="58198"/>
                </a:cubicBezTo>
                <a:cubicBezTo>
                  <a:pt x="328956" y="58674"/>
                  <a:pt x="328672" y="59055"/>
                  <a:pt x="328672" y="59531"/>
                </a:cubicBezTo>
                <a:lnTo>
                  <a:pt x="328672" y="121920"/>
                </a:lnTo>
                <a:lnTo>
                  <a:pt x="250986" y="121920"/>
                </a:lnTo>
                <a:lnTo>
                  <a:pt x="250986" y="118015"/>
                </a:lnTo>
                <a:lnTo>
                  <a:pt x="250986" y="118015"/>
                </a:lnTo>
                <a:cubicBezTo>
                  <a:pt x="250986" y="84677"/>
                  <a:pt x="195875" y="58579"/>
                  <a:pt x="125493" y="58579"/>
                </a:cubicBezTo>
                <a:cubicBezTo>
                  <a:pt x="55111" y="58579"/>
                  <a:pt x="0" y="84677"/>
                  <a:pt x="0" y="118015"/>
                </a:cubicBezTo>
                <a:lnTo>
                  <a:pt x="0" y="118015"/>
                </a:lnTo>
                <a:lnTo>
                  <a:pt x="0" y="281178"/>
                </a:lnTo>
                <a:cubicBezTo>
                  <a:pt x="0" y="314516"/>
                  <a:pt x="55111" y="340614"/>
                  <a:pt x="125493" y="340614"/>
                </a:cubicBezTo>
                <a:cubicBezTo>
                  <a:pt x="195875" y="340614"/>
                  <a:pt x="250986" y="314516"/>
                  <a:pt x="250986" y="281178"/>
                </a:cubicBezTo>
                <a:lnTo>
                  <a:pt x="250986" y="256318"/>
                </a:lnTo>
                <a:lnTo>
                  <a:pt x="328672" y="256318"/>
                </a:lnTo>
                <a:lnTo>
                  <a:pt x="328672" y="318707"/>
                </a:lnTo>
                <a:cubicBezTo>
                  <a:pt x="328672" y="318707"/>
                  <a:pt x="328861" y="319564"/>
                  <a:pt x="328956" y="320040"/>
                </a:cubicBezTo>
                <a:cubicBezTo>
                  <a:pt x="316246" y="323374"/>
                  <a:pt x="306760" y="334804"/>
                  <a:pt x="306760" y="348615"/>
                </a:cubicBezTo>
                <a:cubicBezTo>
                  <a:pt x="306760" y="364903"/>
                  <a:pt x="319945" y="378238"/>
                  <a:pt x="336260" y="378238"/>
                </a:cubicBezTo>
                <a:cubicBezTo>
                  <a:pt x="352575" y="378238"/>
                  <a:pt x="365760" y="364998"/>
                  <a:pt x="365760" y="348615"/>
                </a:cubicBezTo>
                <a:cubicBezTo>
                  <a:pt x="365760" y="334804"/>
                  <a:pt x="356275" y="323374"/>
                  <a:pt x="343564" y="320040"/>
                </a:cubicBezTo>
                <a:cubicBezTo>
                  <a:pt x="343564" y="319564"/>
                  <a:pt x="343849" y="319183"/>
                  <a:pt x="343849" y="318707"/>
                </a:cubicBezTo>
                <a:lnTo>
                  <a:pt x="343849" y="248698"/>
                </a:lnTo>
                <a:cubicBezTo>
                  <a:pt x="343849" y="244507"/>
                  <a:pt x="340434" y="241078"/>
                  <a:pt x="336260" y="241078"/>
                </a:cubicBezTo>
                <a:lnTo>
                  <a:pt x="250986" y="241078"/>
                </a:lnTo>
                <a:lnTo>
                  <a:pt x="250986" y="194024"/>
                </a:lnTo>
                <a:lnTo>
                  <a:pt x="349255" y="194024"/>
                </a:lnTo>
                <a:cubicBezTo>
                  <a:pt x="352670" y="206597"/>
                  <a:pt x="364053" y="216027"/>
                  <a:pt x="377617" y="216027"/>
                </a:cubicBezTo>
                <a:cubicBezTo>
                  <a:pt x="393837" y="216027"/>
                  <a:pt x="407117" y="202787"/>
                  <a:pt x="407117" y="186404"/>
                </a:cubicBezTo>
                <a:cubicBezTo>
                  <a:pt x="407117" y="170021"/>
                  <a:pt x="393932" y="156782"/>
                  <a:pt x="377617" y="156782"/>
                </a:cubicBezTo>
                <a:close/>
                <a:moveTo>
                  <a:pt x="321937" y="29623"/>
                </a:moveTo>
                <a:cubicBezTo>
                  <a:pt x="321937" y="21717"/>
                  <a:pt x="328387" y="15240"/>
                  <a:pt x="336260" y="15240"/>
                </a:cubicBezTo>
                <a:cubicBezTo>
                  <a:pt x="344133" y="15240"/>
                  <a:pt x="350583" y="21717"/>
                  <a:pt x="350583" y="29623"/>
                </a:cubicBezTo>
                <a:cubicBezTo>
                  <a:pt x="350583" y="37529"/>
                  <a:pt x="344133" y="44006"/>
                  <a:pt x="336260" y="44006"/>
                </a:cubicBezTo>
                <a:cubicBezTo>
                  <a:pt x="328387" y="44006"/>
                  <a:pt x="321937" y="37529"/>
                  <a:pt x="321937" y="29623"/>
                </a:cubicBezTo>
                <a:close/>
                <a:moveTo>
                  <a:pt x="350583" y="348615"/>
                </a:moveTo>
                <a:cubicBezTo>
                  <a:pt x="350583" y="356521"/>
                  <a:pt x="344133" y="362998"/>
                  <a:pt x="336260" y="362998"/>
                </a:cubicBezTo>
                <a:cubicBezTo>
                  <a:pt x="328387" y="362998"/>
                  <a:pt x="321937" y="356521"/>
                  <a:pt x="321937" y="348615"/>
                </a:cubicBezTo>
                <a:cubicBezTo>
                  <a:pt x="321937" y="340709"/>
                  <a:pt x="328387" y="334232"/>
                  <a:pt x="336260" y="334232"/>
                </a:cubicBezTo>
                <a:cubicBezTo>
                  <a:pt x="344133" y="334232"/>
                  <a:pt x="350583" y="340709"/>
                  <a:pt x="350583" y="348615"/>
                </a:cubicBezTo>
                <a:close/>
                <a:moveTo>
                  <a:pt x="125493" y="72866"/>
                </a:moveTo>
                <a:cubicBezTo>
                  <a:pt x="191038" y="72866"/>
                  <a:pt x="236758" y="96679"/>
                  <a:pt x="236758" y="118015"/>
                </a:cubicBezTo>
                <a:cubicBezTo>
                  <a:pt x="236758" y="139351"/>
                  <a:pt x="191038" y="163068"/>
                  <a:pt x="125493" y="163068"/>
                </a:cubicBezTo>
                <a:cubicBezTo>
                  <a:pt x="59948" y="163068"/>
                  <a:pt x="14228" y="139255"/>
                  <a:pt x="14228" y="118015"/>
                </a:cubicBezTo>
                <a:cubicBezTo>
                  <a:pt x="14228" y="96774"/>
                  <a:pt x="59948" y="72866"/>
                  <a:pt x="125493" y="72866"/>
                </a:cubicBezTo>
                <a:close/>
                <a:moveTo>
                  <a:pt x="14228" y="145828"/>
                </a:moveTo>
                <a:cubicBezTo>
                  <a:pt x="35001" y="164783"/>
                  <a:pt x="76548" y="177355"/>
                  <a:pt x="125493" y="177355"/>
                </a:cubicBezTo>
                <a:cubicBezTo>
                  <a:pt x="174438" y="177355"/>
                  <a:pt x="215984" y="164687"/>
                  <a:pt x="236758" y="145828"/>
                </a:cubicBezTo>
                <a:lnTo>
                  <a:pt x="236758" y="172688"/>
                </a:lnTo>
                <a:cubicBezTo>
                  <a:pt x="236758" y="194024"/>
                  <a:pt x="191038" y="217742"/>
                  <a:pt x="125493" y="217742"/>
                </a:cubicBezTo>
                <a:cubicBezTo>
                  <a:pt x="59948" y="217742"/>
                  <a:pt x="14228" y="193929"/>
                  <a:pt x="14228" y="172688"/>
                </a:cubicBezTo>
                <a:lnTo>
                  <a:pt x="14228" y="145828"/>
                </a:lnTo>
                <a:close/>
                <a:moveTo>
                  <a:pt x="125493" y="326231"/>
                </a:moveTo>
                <a:cubicBezTo>
                  <a:pt x="59948" y="326231"/>
                  <a:pt x="14228" y="302419"/>
                  <a:pt x="14228" y="281083"/>
                </a:cubicBezTo>
                <a:lnTo>
                  <a:pt x="14228" y="252889"/>
                </a:lnTo>
                <a:cubicBezTo>
                  <a:pt x="35001" y="271748"/>
                  <a:pt x="76548" y="284417"/>
                  <a:pt x="125493" y="284417"/>
                </a:cubicBezTo>
                <a:cubicBezTo>
                  <a:pt x="174438" y="284417"/>
                  <a:pt x="215984" y="271748"/>
                  <a:pt x="236758" y="252889"/>
                </a:cubicBezTo>
                <a:lnTo>
                  <a:pt x="236758" y="281083"/>
                </a:lnTo>
                <a:cubicBezTo>
                  <a:pt x="236758" y="302419"/>
                  <a:pt x="191038" y="326231"/>
                  <a:pt x="125493" y="326231"/>
                </a:cubicBezTo>
                <a:close/>
                <a:moveTo>
                  <a:pt x="125493" y="270224"/>
                </a:moveTo>
                <a:cubicBezTo>
                  <a:pt x="59948" y="270224"/>
                  <a:pt x="14228" y="246412"/>
                  <a:pt x="14228" y="225076"/>
                </a:cubicBezTo>
                <a:lnTo>
                  <a:pt x="14228" y="200406"/>
                </a:lnTo>
                <a:cubicBezTo>
                  <a:pt x="35001" y="219361"/>
                  <a:pt x="76548" y="231934"/>
                  <a:pt x="125493" y="231934"/>
                </a:cubicBezTo>
                <a:cubicBezTo>
                  <a:pt x="174438" y="231934"/>
                  <a:pt x="215984" y="219266"/>
                  <a:pt x="236758" y="200406"/>
                </a:cubicBezTo>
                <a:lnTo>
                  <a:pt x="236758" y="225076"/>
                </a:lnTo>
                <a:cubicBezTo>
                  <a:pt x="236758" y="246412"/>
                  <a:pt x="191038" y="270224"/>
                  <a:pt x="125493" y="270224"/>
                </a:cubicBezTo>
                <a:close/>
                <a:moveTo>
                  <a:pt x="377617" y="200787"/>
                </a:moveTo>
                <a:cubicBezTo>
                  <a:pt x="369744" y="200787"/>
                  <a:pt x="363294" y="194310"/>
                  <a:pt x="363294" y="186404"/>
                </a:cubicBezTo>
                <a:cubicBezTo>
                  <a:pt x="363294" y="178499"/>
                  <a:pt x="369744" y="172022"/>
                  <a:pt x="377617" y="172022"/>
                </a:cubicBezTo>
                <a:cubicBezTo>
                  <a:pt x="385490" y="172022"/>
                  <a:pt x="391940" y="178499"/>
                  <a:pt x="391940" y="186404"/>
                </a:cubicBezTo>
                <a:cubicBezTo>
                  <a:pt x="391940" y="194310"/>
                  <a:pt x="385490" y="200787"/>
                  <a:pt x="377617" y="20078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2" name="Graphic 129">
            <a:extLst>
              <a:ext uri="{FF2B5EF4-FFF2-40B4-BE49-F238E27FC236}">
                <a16:creationId xmlns:a16="http://schemas.microsoft.com/office/drawing/2014/main" id="{220DCA71-2E8A-F72F-3A79-5A9392B16CE3}"/>
              </a:ext>
            </a:extLst>
          </p:cNvPr>
          <p:cNvSpPr/>
          <p:nvPr/>
        </p:nvSpPr>
        <p:spPr>
          <a:xfrm>
            <a:off x="11050371" y="782563"/>
            <a:ext cx="545464" cy="506771"/>
          </a:xfrm>
          <a:custGeom>
            <a:avLst/>
            <a:gdLst>
              <a:gd name="connsiteX0" fmla="*/ 377617 w 407116"/>
              <a:gd name="connsiteY0" fmla="*/ 156782 h 378237"/>
              <a:gd name="connsiteX1" fmla="*/ 349255 w 407116"/>
              <a:gd name="connsiteY1" fmla="*/ 178784 h 378237"/>
              <a:gd name="connsiteX2" fmla="*/ 250986 w 407116"/>
              <a:gd name="connsiteY2" fmla="*/ 178784 h 378237"/>
              <a:gd name="connsiteX3" fmla="*/ 250986 w 407116"/>
              <a:gd name="connsiteY3" fmla="*/ 137160 h 378237"/>
              <a:gd name="connsiteX4" fmla="*/ 336260 w 407116"/>
              <a:gd name="connsiteY4" fmla="*/ 137160 h 378237"/>
              <a:gd name="connsiteX5" fmla="*/ 343849 w 407116"/>
              <a:gd name="connsiteY5" fmla="*/ 129540 h 378237"/>
              <a:gd name="connsiteX6" fmla="*/ 343849 w 407116"/>
              <a:gd name="connsiteY6" fmla="*/ 59531 h 378237"/>
              <a:gd name="connsiteX7" fmla="*/ 343564 w 407116"/>
              <a:gd name="connsiteY7" fmla="*/ 58198 h 378237"/>
              <a:gd name="connsiteX8" fmla="*/ 365760 w 407116"/>
              <a:gd name="connsiteY8" fmla="*/ 29623 h 378237"/>
              <a:gd name="connsiteX9" fmla="*/ 336260 w 407116"/>
              <a:gd name="connsiteY9" fmla="*/ 0 h 378237"/>
              <a:gd name="connsiteX10" fmla="*/ 306760 w 407116"/>
              <a:gd name="connsiteY10" fmla="*/ 29623 h 378237"/>
              <a:gd name="connsiteX11" fmla="*/ 328956 w 407116"/>
              <a:gd name="connsiteY11" fmla="*/ 58198 h 378237"/>
              <a:gd name="connsiteX12" fmla="*/ 328672 w 407116"/>
              <a:gd name="connsiteY12" fmla="*/ 59531 h 378237"/>
              <a:gd name="connsiteX13" fmla="*/ 328672 w 407116"/>
              <a:gd name="connsiteY13" fmla="*/ 121920 h 378237"/>
              <a:gd name="connsiteX14" fmla="*/ 250986 w 407116"/>
              <a:gd name="connsiteY14" fmla="*/ 121920 h 378237"/>
              <a:gd name="connsiteX15" fmla="*/ 250986 w 407116"/>
              <a:gd name="connsiteY15" fmla="*/ 118015 h 378237"/>
              <a:gd name="connsiteX16" fmla="*/ 250986 w 407116"/>
              <a:gd name="connsiteY16" fmla="*/ 118015 h 378237"/>
              <a:gd name="connsiteX17" fmla="*/ 125493 w 407116"/>
              <a:gd name="connsiteY17" fmla="*/ 58579 h 378237"/>
              <a:gd name="connsiteX18" fmla="*/ 0 w 407116"/>
              <a:gd name="connsiteY18" fmla="*/ 118015 h 378237"/>
              <a:gd name="connsiteX19" fmla="*/ 0 w 407116"/>
              <a:gd name="connsiteY19" fmla="*/ 118015 h 378237"/>
              <a:gd name="connsiteX20" fmla="*/ 0 w 407116"/>
              <a:gd name="connsiteY20" fmla="*/ 281178 h 378237"/>
              <a:gd name="connsiteX21" fmla="*/ 125493 w 407116"/>
              <a:gd name="connsiteY21" fmla="*/ 340614 h 378237"/>
              <a:gd name="connsiteX22" fmla="*/ 250986 w 407116"/>
              <a:gd name="connsiteY22" fmla="*/ 281178 h 378237"/>
              <a:gd name="connsiteX23" fmla="*/ 250986 w 407116"/>
              <a:gd name="connsiteY23" fmla="*/ 256318 h 378237"/>
              <a:gd name="connsiteX24" fmla="*/ 328672 w 407116"/>
              <a:gd name="connsiteY24" fmla="*/ 256318 h 378237"/>
              <a:gd name="connsiteX25" fmla="*/ 328672 w 407116"/>
              <a:gd name="connsiteY25" fmla="*/ 318707 h 378237"/>
              <a:gd name="connsiteX26" fmla="*/ 328956 w 407116"/>
              <a:gd name="connsiteY26" fmla="*/ 320040 h 378237"/>
              <a:gd name="connsiteX27" fmla="*/ 306760 w 407116"/>
              <a:gd name="connsiteY27" fmla="*/ 348615 h 378237"/>
              <a:gd name="connsiteX28" fmla="*/ 336260 w 407116"/>
              <a:gd name="connsiteY28" fmla="*/ 378238 h 378237"/>
              <a:gd name="connsiteX29" fmla="*/ 365760 w 407116"/>
              <a:gd name="connsiteY29" fmla="*/ 348615 h 378237"/>
              <a:gd name="connsiteX30" fmla="*/ 343564 w 407116"/>
              <a:gd name="connsiteY30" fmla="*/ 320040 h 378237"/>
              <a:gd name="connsiteX31" fmla="*/ 343849 w 407116"/>
              <a:gd name="connsiteY31" fmla="*/ 318707 h 378237"/>
              <a:gd name="connsiteX32" fmla="*/ 343849 w 407116"/>
              <a:gd name="connsiteY32" fmla="*/ 248698 h 378237"/>
              <a:gd name="connsiteX33" fmla="*/ 336260 w 407116"/>
              <a:gd name="connsiteY33" fmla="*/ 241078 h 378237"/>
              <a:gd name="connsiteX34" fmla="*/ 250986 w 407116"/>
              <a:gd name="connsiteY34" fmla="*/ 241078 h 378237"/>
              <a:gd name="connsiteX35" fmla="*/ 250986 w 407116"/>
              <a:gd name="connsiteY35" fmla="*/ 194024 h 378237"/>
              <a:gd name="connsiteX36" fmla="*/ 349255 w 407116"/>
              <a:gd name="connsiteY36" fmla="*/ 194024 h 378237"/>
              <a:gd name="connsiteX37" fmla="*/ 377617 w 407116"/>
              <a:gd name="connsiteY37" fmla="*/ 216027 h 378237"/>
              <a:gd name="connsiteX38" fmla="*/ 407117 w 407116"/>
              <a:gd name="connsiteY38" fmla="*/ 186404 h 378237"/>
              <a:gd name="connsiteX39" fmla="*/ 377617 w 407116"/>
              <a:gd name="connsiteY39" fmla="*/ 156782 h 378237"/>
              <a:gd name="connsiteX40" fmla="*/ 321937 w 407116"/>
              <a:gd name="connsiteY40" fmla="*/ 29623 h 378237"/>
              <a:gd name="connsiteX41" fmla="*/ 336260 w 407116"/>
              <a:gd name="connsiteY41" fmla="*/ 15240 h 378237"/>
              <a:gd name="connsiteX42" fmla="*/ 350583 w 407116"/>
              <a:gd name="connsiteY42" fmla="*/ 29623 h 378237"/>
              <a:gd name="connsiteX43" fmla="*/ 336260 w 407116"/>
              <a:gd name="connsiteY43" fmla="*/ 44006 h 378237"/>
              <a:gd name="connsiteX44" fmla="*/ 321937 w 407116"/>
              <a:gd name="connsiteY44" fmla="*/ 29623 h 378237"/>
              <a:gd name="connsiteX45" fmla="*/ 350583 w 407116"/>
              <a:gd name="connsiteY45" fmla="*/ 348615 h 378237"/>
              <a:gd name="connsiteX46" fmla="*/ 336260 w 407116"/>
              <a:gd name="connsiteY46" fmla="*/ 362998 h 378237"/>
              <a:gd name="connsiteX47" fmla="*/ 321937 w 407116"/>
              <a:gd name="connsiteY47" fmla="*/ 348615 h 378237"/>
              <a:gd name="connsiteX48" fmla="*/ 336260 w 407116"/>
              <a:gd name="connsiteY48" fmla="*/ 334232 h 378237"/>
              <a:gd name="connsiteX49" fmla="*/ 350583 w 407116"/>
              <a:gd name="connsiteY49" fmla="*/ 348615 h 378237"/>
              <a:gd name="connsiteX50" fmla="*/ 125493 w 407116"/>
              <a:gd name="connsiteY50" fmla="*/ 72866 h 378237"/>
              <a:gd name="connsiteX51" fmla="*/ 236758 w 407116"/>
              <a:gd name="connsiteY51" fmla="*/ 118015 h 378237"/>
              <a:gd name="connsiteX52" fmla="*/ 125493 w 407116"/>
              <a:gd name="connsiteY52" fmla="*/ 163068 h 378237"/>
              <a:gd name="connsiteX53" fmla="*/ 14228 w 407116"/>
              <a:gd name="connsiteY53" fmla="*/ 118015 h 378237"/>
              <a:gd name="connsiteX54" fmla="*/ 125493 w 407116"/>
              <a:gd name="connsiteY54" fmla="*/ 72866 h 378237"/>
              <a:gd name="connsiteX55" fmla="*/ 14228 w 407116"/>
              <a:gd name="connsiteY55" fmla="*/ 145828 h 378237"/>
              <a:gd name="connsiteX56" fmla="*/ 125493 w 407116"/>
              <a:gd name="connsiteY56" fmla="*/ 177355 h 378237"/>
              <a:gd name="connsiteX57" fmla="*/ 236758 w 407116"/>
              <a:gd name="connsiteY57" fmla="*/ 145828 h 378237"/>
              <a:gd name="connsiteX58" fmla="*/ 236758 w 407116"/>
              <a:gd name="connsiteY58" fmla="*/ 172688 h 378237"/>
              <a:gd name="connsiteX59" fmla="*/ 125493 w 407116"/>
              <a:gd name="connsiteY59" fmla="*/ 217742 h 378237"/>
              <a:gd name="connsiteX60" fmla="*/ 14228 w 407116"/>
              <a:gd name="connsiteY60" fmla="*/ 172688 h 378237"/>
              <a:gd name="connsiteX61" fmla="*/ 14228 w 407116"/>
              <a:gd name="connsiteY61" fmla="*/ 145828 h 378237"/>
              <a:gd name="connsiteX62" fmla="*/ 125493 w 407116"/>
              <a:gd name="connsiteY62" fmla="*/ 326231 h 378237"/>
              <a:gd name="connsiteX63" fmla="*/ 14228 w 407116"/>
              <a:gd name="connsiteY63" fmla="*/ 281083 h 378237"/>
              <a:gd name="connsiteX64" fmla="*/ 14228 w 407116"/>
              <a:gd name="connsiteY64" fmla="*/ 252889 h 378237"/>
              <a:gd name="connsiteX65" fmla="*/ 125493 w 407116"/>
              <a:gd name="connsiteY65" fmla="*/ 284417 h 378237"/>
              <a:gd name="connsiteX66" fmla="*/ 236758 w 407116"/>
              <a:gd name="connsiteY66" fmla="*/ 252889 h 378237"/>
              <a:gd name="connsiteX67" fmla="*/ 236758 w 407116"/>
              <a:gd name="connsiteY67" fmla="*/ 281083 h 378237"/>
              <a:gd name="connsiteX68" fmla="*/ 125493 w 407116"/>
              <a:gd name="connsiteY68" fmla="*/ 326231 h 378237"/>
              <a:gd name="connsiteX69" fmla="*/ 125493 w 407116"/>
              <a:gd name="connsiteY69" fmla="*/ 270224 h 378237"/>
              <a:gd name="connsiteX70" fmla="*/ 14228 w 407116"/>
              <a:gd name="connsiteY70" fmla="*/ 225076 h 378237"/>
              <a:gd name="connsiteX71" fmla="*/ 14228 w 407116"/>
              <a:gd name="connsiteY71" fmla="*/ 200406 h 378237"/>
              <a:gd name="connsiteX72" fmla="*/ 125493 w 407116"/>
              <a:gd name="connsiteY72" fmla="*/ 231934 h 378237"/>
              <a:gd name="connsiteX73" fmla="*/ 236758 w 407116"/>
              <a:gd name="connsiteY73" fmla="*/ 200406 h 378237"/>
              <a:gd name="connsiteX74" fmla="*/ 236758 w 407116"/>
              <a:gd name="connsiteY74" fmla="*/ 225076 h 378237"/>
              <a:gd name="connsiteX75" fmla="*/ 125493 w 407116"/>
              <a:gd name="connsiteY75" fmla="*/ 270224 h 378237"/>
              <a:gd name="connsiteX76" fmla="*/ 377617 w 407116"/>
              <a:gd name="connsiteY76" fmla="*/ 200787 h 378237"/>
              <a:gd name="connsiteX77" fmla="*/ 363294 w 407116"/>
              <a:gd name="connsiteY77" fmla="*/ 186404 h 378237"/>
              <a:gd name="connsiteX78" fmla="*/ 377617 w 407116"/>
              <a:gd name="connsiteY78" fmla="*/ 172022 h 378237"/>
              <a:gd name="connsiteX79" fmla="*/ 391940 w 407116"/>
              <a:gd name="connsiteY79" fmla="*/ 186404 h 378237"/>
              <a:gd name="connsiteX80" fmla="*/ 377617 w 407116"/>
              <a:gd name="connsiteY80" fmla="*/ 200787 h 378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407116" h="378237">
                <a:moveTo>
                  <a:pt x="377617" y="156782"/>
                </a:moveTo>
                <a:cubicBezTo>
                  <a:pt x="363958" y="156782"/>
                  <a:pt x="352670" y="166116"/>
                  <a:pt x="349255" y="178784"/>
                </a:cubicBezTo>
                <a:lnTo>
                  <a:pt x="250986" y="178784"/>
                </a:lnTo>
                <a:lnTo>
                  <a:pt x="250986" y="137160"/>
                </a:lnTo>
                <a:lnTo>
                  <a:pt x="336260" y="137160"/>
                </a:lnTo>
                <a:cubicBezTo>
                  <a:pt x="340434" y="137160"/>
                  <a:pt x="343849" y="133731"/>
                  <a:pt x="343849" y="129540"/>
                </a:cubicBezTo>
                <a:lnTo>
                  <a:pt x="343849" y="59531"/>
                </a:lnTo>
                <a:cubicBezTo>
                  <a:pt x="343849" y="59531"/>
                  <a:pt x="343659" y="58674"/>
                  <a:pt x="343564" y="58198"/>
                </a:cubicBezTo>
                <a:cubicBezTo>
                  <a:pt x="356275" y="54864"/>
                  <a:pt x="365760" y="43434"/>
                  <a:pt x="365760" y="29623"/>
                </a:cubicBezTo>
                <a:cubicBezTo>
                  <a:pt x="365760" y="13335"/>
                  <a:pt x="352575" y="0"/>
                  <a:pt x="336260" y="0"/>
                </a:cubicBezTo>
                <a:cubicBezTo>
                  <a:pt x="319945" y="0"/>
                  <a:pt x="306760" y="13240"/>
                  <a:pt x="306760" y="29623"/>
                </a:cubicBezTo>
                <a:cubicBezTo>
                  <a:pt x="306760" y="43434"/>
                  <a:pt x="316246" y="54864"/>
                  <a:pt x="328956" y="58198"/>
                </a:cubicBezTo>
                <a:cubicBezTo>
                  <a:pt x="328956" y="58674"/>
                  <a:pt x="328672" y="59055"/>
                  <a:pt x="328672" y="59531"/>
                </a:cubicBezTo>
                <a:lnTo>
                  <a:pt x="328672" y="121920"/>
                </a:lnTo>
                <a:lnTo>
                  <a:pt x="250986" y="121920"/>
                </a:lnTo>
                <a:lnTo>
                  <a:pt x="250986" y="118015"/>
                </a:lnTo>
                <a:lnTo>
                  <a:pt x="250986" y="118015"/>
                </a:lnTo>
                <a:cubicBezTo>
                  <a:pt x="250986" y="84677"/>
                  <a:pt x="195875" y="58579"/>
                  <a:pt x="125493" y="58579"/>
                </a:cubicBezTo>
                <a:cubicBezTo>
                  <a:pt x="55111" y="58579"/>
                  <a:pt x="0" y="84677"/>
                  <a:pt x="0" y="118015"/>
                </a:cubicBezTo>
                <a:lnTo>
                  <a:pt x="0" y="118015"/>
                </a:lnTo>
                <a:lnTo>
                  <a:pt x="0" y="281178"/>
                </a:lnTo>
                <a:cubicBezTo>
                  <a:pt x="0" y="314516"/>
                  <a:pt x="55111" y="340614"/>
                  <a:pt x="125493" y="340614"/>
                </a:cubicBezTo>
                <a:cubicBezTo>
                  <a:pt x="195875" y="340614"/>
                  <a:pt x="250986" y="314516"/>
                  <a:pt x="250986" y="281178"/>
                </a:cubicBezTo>
                <a:lnTo>
                  <a:pt x="250986" y="256318"/>
                </a:lnTo>
                <a:lnTo>
                  <a:pt x="328672" y="256318"/>
                </a:lnTo>
                <a:lnTo>
                  <a:pt x="328672" y="318707"/>
                </a:lnTo>
                <a:cubicBezTo>
                  <a:pt x="328672" y="318707"/>
                  <a:pt x="328861" y="319564"/>
                  <a:pt x="328956" y="320040"/>
                </a:cubicBezTo>
                <a:cubicBezTo>
                  <a:pt x="316246" y="323374"/>
                  <a:pt x="306760" y="334804"/>
                  <a:pt x="306760" y="348615"/>
                </a:cubicBezTo>
                <a:cubicBezTo>
                  <a:pt x="306760" y="364903"/>
                  <a:pt x="319945" y="378238"/>
                  <a:pt x="336260" y="378238"/>
                </a:cubicBezTo>
                <a:cubicBezTo>
                  <a:pt x="352575" y="378238"/>
                  <a:pt x="365760" y="364998"/>
                  <a:pt x="365760" y="348615"/>
                </a:cubicBezTo>
                <a:cubicBezTo>
                  <a:pt x="365760" y="334804"/>
                  <a:pt x="356275" y="323374"/>
                  <a:pt x="343564" y="320040"/>
                </a:cubicBezTo>
                <a:cubicBezTo>
                  <a:pt x="343564" y="319564"/>
                  <a:pt x="343849" y="319183"/>
                  <a:pt x="343849" y="318707"/>
                </a:cubicBezTo>
                <a:lnTo>
                  <a:pt x="343849" y="248698"/>
                </a:lnTo>
                <a:cubicBezTo>
                  <a:pt x="343849" y="244507"/>
                  <a:pt x="340434" y="241078"/>
                  <a:pt x="336260" y="241078"/>
                </a:cubicBezTo>
                <a:lnTo>
                  <a:pt x="250986" y="241078"/>
                </a:lnTo>
                <a:lnTo>
                  <a:pt x="250986" y="194024"/>
                </a:lnTo>
                <a:lnTo>
                  <a:pt x="349255" y="194024"/>
                </a:lnTo>
                <a:cubicBezTo>
                  <a:pt x="352670" y="206597"/>
                  <a:pt x="364053" y="216027"/>
                  <a:pt x="377617" y="216027"/>
                </a:cubicBezTo>
                <a:cubicBezTo>
                  <a:pt x="393837" y="216027"/>
                  <a:pt x="407117" y="202787"/>
                  <a:pt x="407117" y="186404"/>
                </a:cubicBezTo>
                <a:cubicBezTo>
                  <a:pt x="407117" y="170021"/>
                  <a:pt x="393932" y="156782"/>
                  <a:pt x="377617" y="156782"/>
                </a:cubicBezTo>
                <a:close/>
                <a:moveTo>
                  <a:pt x="321937" y="29623"/>
                </a:moveTo>
                <a:cubicBezTo>
                  <a:pt x="321937" y="21717"/>
                  <a:pt x="328387" y="15240"/>
                  <a:pt x="336260" y="15240"/>
                </a:cubicBezTo>
                <a:cubicBezTo>
                  <a:pt x="344133" y="15240"/>
                  <a:pt x="350583" y="21717"/>
                  <a:pt x="350583" y="29623"/>
                </a:cubicBezTo>
                <a:cubicBezTo>
                  <a:pt x="350583" y="37529"/>
                  <a:pt x="344133" y="44006"/>
                  <a:pt x="336260" y="44006"/>
                </a:cubicBezTo>
                <a:cubicBezTo>
                  <a:pt x="328387" y="44006"/>
                  <a:pt x="321937" y="37529"/>
                  <a:pt x="321937" y="29623"/>
                </a:cubicBezTo>
                <a:close/>
                <a:moveTo>
                  <a:pt x="350583" y="348615"/>
                </a:moveTo>
                <a:cubicBezTo>
                  <a:pt x="350583" y="356521"/>
                  <a:pt x="344133" y="362998"/>
                  <a:pt x="336260" y="362998"/>
                </a:cubicBezTo>
                <a:cubicBezTo>
                  <a:pt x="328387" y="362998"/>
                  <a:pt x="321937" y="356521"/>
                  <a:pt x="321937" y="348615"/>
                </a:cubicBezTo>
                <a:cubicBezTo>
                  <a:pt x="321937" y="340709"/>
                  <a:pt x="328387" y="334232"/>
                  <a:pt x="336260" y="334232"/>
                </a:cubicBezTo>
                <a:cubicBezTo>
                  <a:pt x="344133" y="334232"/>
                  <a:pt x="350583" y="340709"/>
                  <a:pt x="350583" y="348615"/>
                </a:cubicBezTo>
                <a:close/>
                <a:moveTo>
                  <a:pt x="125493" y="72866"/>
                </a:moveTo>
                <a:cubicBezTo>
                  <a:pt x="191038" y="72866"/>
                  <a:pt x="236758" y="96679"/>
                  <a:pt x="236758" y="118015"/>
                </a:cubicBezTo>
                <a:cubicBezTo>
                  <a:pt x="236758" y="139351"/>
                  <a:pt x="191038" y="163068"/>
                  <a:pt x="125493" y="163068"/>
                </a:cubicBezTo>
                <a:cubicBezTo>
                  <a:pt x="59948" y="163068"/>
                  <a:pt x="14228" y="139255"/>
                  <a:pt x="14228" y="118015"/>
                </a:cubicBezTo>
                <a:cubicBezTo>
                  <a:pt x="14228" y="96774"/>
                  <a:pt x="59948" y="72866"/>
                  <a:pt x="125493" y="72866"/>
                </a:cubicBezTo>
                <a:close/>
                <a:moveTo>
                  <a:pt x="14228" y="145828"/>
                </a:moveTo>
                <a:cubicBezTo>
                  <a:pt x="35001" y="164783"/>
                  <a:pt x="76548" y="177355"/>
                  <a:pt x="125493" y="177355"/>
                </a:cubicBezTo>
                <a:cubicBezTo>
                  <a:pt x="174438" y="177355"/>
                  <a:pt x="215984" y="164687"/>
                  <a:pt x="236758" y="145828"/>
                </a:cubicBezTo>
                <a:lnTo>
                  <a:pt x="236758" y="172688"/>
                </a:lnTo>
                <a:cubicBezTo>
                  <a:pt x="236758" y="194024"/>
                  <a:pt x="191038" y="217742"/>
                  <a:pt x="125493" y="217742"/>
                </a:cubicBezTo>
                <a:cubicBezTo>
                  <a:pt x="59948" y="217742"/>
                  <a:pt x="14228" y="193929"/>
                  <a:pt x="14228" y="172688"/>
                </a:cubicBezTo>
                <a:lnTo>
                  <a:pt x="14228" y="145828"/>
                </a:lnTo>
                <a:close/>
                <a:moveTo>
                  <a:pt x="125493" y="326231"/>
                </a:moveTo>
                <a:cubicBezTo>
                  <a:pt x="59948" y="326231"/>
                  <a:pt x="14228" y="302419"/>
                  <a:pt x="14228" y="281083"/>
                </a:cubicBezTo>
                <a:lnTo>
                  <a:pt x="14228" y="252889"/>
                </a:lnTo>
                <a:cubicBezTo>
                  <a:pt x="35001" y="271748"/>
                  <a:pt x="76548" y="284417"/>
                  <a:pt x="125493" y="284417"/>
                </a:cubicBezTo>
                <a:cubicBezTo>
                  <a:pt x="174438" y="284417"/>
                  <a:pt x="215984" y="271748"/>
                  <a:pt x="236758" y="252889"/>
                </a:cubicBezTo>
                <a:lnTo>
                  <a:pt x="236758" y="281083"/>
                </a:lnTo>
                <a:cubicBezTo>
                  <a:pt x="236758" y="302419"/>
                  <a:pt x="191038" y="326231"/>
                  <a:pt x="125493" y="326231"/>
                </a:cubicBezTo>
                <a:close/>
                <a:moveTo>
                  <a:pt x="125493" y="270224"/>
                </a:moveTo>
                <a:cubicBezTo>
                  <a:pt x="59948" y="270224"/>
                  <a:pt x="14228" y="246412"/>
                  <a:pt x="14228" y="225076"/>
                </a:cubicBezTo>
                <a:lnTo>
                  <a:pt x="14228" y="200406"/>
                </a:lnTo>
                <a:cubicBezTo>
                  <a:pt x="35001" y="219361"/>
                  <a:pt x="76548" y="231934"/>
                  <a:pt x="125493" y="231934"/>
                </a:cubicBezTo>
                <a:cubicBezTo>
                  <a:pt x="174438" y="231934"/>
                  <a:pt x="215984" y="219266"/>
                  <a:pt x="236758" y="200406"/>
                </a:cubicBezTo>
                <a:lnTo>
                  <a:pt x="236758" y="225076"/>
                </a:lnTo>
                <a:cubicBezTo>
                  <a:pt x="236758" y="246412"/>
                  <a:pt x="191038" y="270224"/>
                  <a:pt x="125493" y="270224"/>
                </a:cubicBezTo>
                <a:close/>
                <a:moveTo>
                  <a:pt x="377617" y="200787"/>
                </a:moveTo>
                <a:cubicBezTo>
                  <a:pt x="369744" y="200787"/>
                  <a:pt x="363294" y="194310"/>
                  <a:pt x="363294" y="186404"/>
                </a:cubicBezTo>
                <a:cubicBezTo>
                  <a:pt x="363294" y="178499"/>
                  <a:pt x="369744" y="172022"/>
                  <a:pt x="377617" y="172022"/>
                </a:cubicBezTo>
                <a:cubicBezTo>
                  <a:pt x="385490" y="172022"/>
                  <a:pt x="391940" y="178499"/>
                  <a:pt x="391940" y="186404"/>
                </a:cubicBezTo>
                <a:cubicBezTo>
                  <a:pt x="391940" y="194310"/>
                  <a:pt x="385490" y="200787"/>
                  <a:pt x="377617" y="20078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29">
            <a:extLst>
              <a:ext uri="{FF2B5EF4-FFF2-40B4-BE49-F238E27FC236}">
                <a16:creationId xmlns:a16="http://schemas.microsoft.com/office/drawing/2014/main" id="{27020996-FBB9-637D-AEE9-1978A3D42D64}"/>
              </a:ext>
            </a:extLst>
          </p:cNvPr>
          <p:cNvSpPr/>
          <p:nvPr/>
        </p:nvSpPr>
        <p:spPr>
          <a:xfrm>
            <a:off x="10396321" y="1401688"/>
            <a:ext cx="545464" cy="506771"/>
          </a:xfrm>
          <a:custGeom>
            <a:avLst/>
            <a:gdLst>
              <a:gd name="connsiteX0" fmla="*/ 377617 w 407116"/>
              <a:gd name="connsiteY0" fmla="*/ 156782 h 378237"/>
              <a:gd name="connsiteX1" fmla="*/ 349255 w 407116"/>
              <a:gd name="connsiteY1" fmla="*/ 178784 h 378237"/>
              <a:gd name="connsiteX2" fmla="*/ 250986 w 407116"/>
              <a:gd name="connsiteY2" fmla="*/ 178784 h 378237"/>
              <a:gd name="connsiteX3" fmla="*/ 250986 w 407116"/>
              <a:gd name="connsiteY3" fmla="*/ 137160 h 378237"/>
              <a:gd name="connsiteX4" fmla="*/ 336260 w 407116"/>
              <a:gd name="connsiteY4" fmla="*/ 137160 h 378237"/>
              <a:gd name="connsiteX5" fmla="*/ 343849 w 407116"/>
              <a:gd name="connsiteY5" fmla="*/ 129540 h 378237"/>
              <a:gd name="connsiteX6" fmla="*/ 343849 w 407116"/>
              <a:gd name="connsiteY6" fmla="*/ 59531 h 378237"/>
              <a:gd name="connsiteX7" fmla="*/ 343564 w 407116"/>
              <a:gd name="connsiteY7" fmla="*/ 58198 h 378237"/>
              <a:gd name="connsiteX8" fmla="*/ 365760 w 407116"/>
              <a:gd name="connsiteY8" fmla="*/ 29623 h 378237"/>
              <a:gd name="connsiteX9" fmla="*/ 336260 w 407116"/>
              <a:gd name="connsiteY9" fmla="*/ 0 h 378237"/>
              <a:gd name="connsiteX10" fmla="*/ 306760 w 407116"/>
              <a:gd name="connsiteY10" fmla="*/ 29623 h 378237"/>
              <a:gd name="connsiteX11" fmla="*/ 328956 w 407116"/>
              <a:gd name="connsiteY11" fmla="*/ 58198 h 378237"/>
              <a:gd name="connsiteX12" fmla="*/ 328672 w 407116"/>
              <a:gd name="connsiteY12" fmla="*/ 59531 h 378237"/>
              <a:gd name="connsiteX13" fmla="*/ 328672 w 407116"/>
              <a:gd name="connsiteY13" fmla="*/ 121920 h 378237"/>
              <a:gd name="connsiteX14" fmla="*/ 250986 w 407116"/>
              <a:gd name="connsiteY14" fmla="*/ 121920 h 378237"/>
              <a:gd name="connsiteX15" fmla="*/ 250986 w 407116"/>
              <a:gd name="connsiteY15" fmla="*/ 118015 h 378237"/>
              <a:gd name="connsiteX16" fmla="*/ 250986 w 407116"/>
              <a:gd name="connsiteY16" fmla="*/ 118015 h 378237"/>
              <a:gd name="connsiteX17" fmla="*/ 125493 w 407116"/>
              <a:gd name="connsiteY17" fmla="*/ 58579 h 378237"/>
              <a:gd name="connsiteX18" fmla="*/ 0 w 407116"/>
              <a:gd name="connsiteY18" fmla="*/ 118015 h 378237"/>
              <a:gd name="connsiteX19" fmla="*/ 0 w 407116"/>
              <a:gd name="connsiteY19" fmla="*/ 118015 h 378237"/>
              <a:gd name="connsiteX20" fmla="*/ 0 w 407116"/>
              <a:gd name="connsiteY20" fmla="*/ 281178 h 378237"/>
              <a:gd name="connsiteX21" fmla="*/ 125493 w 407116"/>
              <a:gd name="connsiteY21" fmla="*/ 340614 h 378237"/>
              <a:gd name="connsiteX22" fmla="*/ 250986 w 407116"/>
              <a:gd name="connsiteY22" fmla="*/ 281178 h 378237"/>
              <a:gd name="connsiteX23" fmla="*/ 250986 w 407116"/>
              <a:gd name="connsiteY23" fmla="*/ 256318 h 378237"/>
              <a:gd name="connsiteX24" fmla="*/ 328672 w 407116"/>
              <a:gd name="connsiteY24" fmla="*/ 256318 h 378237"/>
              <a:gd name="connsiteX25" fmla="*/ 328672 w 407116"/>
              <a:gd name="connsiteY25" fmla="*/ 318707 h 378237"/>
              <a:gd name="connsiteX26" fmla="*/ 328956 w 407116"/>
              <a:gd name="connsiteY26" fmla="*/ 320040 h 378237"/>
              <a:gd name="connsiteX27" fmla="*/ 306760 w 407116"/>
              <a:gd name="connsiteY27" fmla="*/ 348615 h 378237"/>
              <a:gd name="connsiteX28" fmla="*/ 336260 w 407116"/>
              <a:gd name="connsiteY28" fmla="*/ 378238 h 378237"/>
              <a:gd name="connsiteX29" fmla="*/ 365760 w 407116"/>
              <a:gd name="connsiteY29" fmla="*/ 348615 h 378237"/>
              <a:gd name="connsiteX30" fmla="*/ 343564 w 407116"/>
              <a:gd name="connsiteY30" fmla="*/ 320040 h 378237"/>
              <a:gd name="connsiteX31" fmla="*/ 343849 w 407116"/>
              <a:gd name="connsiteY31" fmla="*/ 318707 h 378237"/>
              <a:gd name="connsiteX32" fmla="*/ 343849 w 407116"/>
              <a:gd name="connsiteY32" fmla="*/ 248698 h 378237"/>
              <a:gd name="connsiteX33" fmla="*/ 336260 w 407116"/>
              <a:gd name="connsiteY33" fmla="*/ 241078 h 378237"/>
              <a:gd name="connsiteX34" fmla="*/ 250986 w 407116"/>
              <a:gd name="connsiteY34" fmla="*/ 241078 h 378237"/>
              <a:gd name="connsiteX35" fmla="*/ 250986 w 407116"/>
              <a:gd name="connsiteY35" fmla="*/ 194024 h 378237"/>
              <a:gd name="connsiteX36" fmla="*/ 349255 w 407116"/>
              <a:gd name="connsiteY36" fmla="*/ 194024 h 378237"/>
              <a:gd name="connsiteX37" fmla="*/ 377617 w 407116"/>
              <a:gd name="connsiteY37" fmla="*/ 216027 h 378237"/>
              <a:gd name="connsiteX38" fmla="*/ 407117 w 407116"/>
              <a:gd name="connsiteY38" fmla="*/ 186404 h 378237"/>
              <a:gd name="connsiteX39" fmla="*/ 377617 w 407116"/>
              <a:gd name="connsiteY39" fmla="*/ 156782 h 378237"/>
              <a:gd name="connsiteX40" fmla="*/ 321937 w 407116"/>
              <a:gd name="connsiteY40" fmla="*/ 29623 h 378237"/>
              <a:gd name="connsiteX41" fmla="*/ 336260 w 407116"/>
              <a:gd name="connsiteY41" fmla="*/ 15240 h 378237"/>
              <a:gd name="connsiteX42" fmla="*/ 350583 w 407116"/>
              <a:gd name="connsiteY42" fmla="*/ 29623 h 378237"/>
              <a:gd name="connsiteX43" fmla="*/ 336260 w 407116"/>
              <a:gd name="connsiteY43" fmla="*/ 44006 h 378237"/>
              <a:gd name="connsiteX44" fmla="*/ 321937 w 407116"/>
              <a:gd name="connsiteY44" fmla="*/ 29623 h 378237"/>
              <a:gd name="connsiteX45" fmla="*/ 350583 w 407116"/>
              <a:gd name="connsiteY45" fmla="*/ 348615 h 378237"/>
              <a:gd name="connsiteX46" fmla="*/ 336260 w 407116"/>
              <a:gd name="connsiteY46" fmla="*/ 362998 h 378237"/>
              <a:gd name="connsiteX47" fmla="*/ 321937 w 407116"/>
              <a:gd name="connsiteY47" fmla="*/ 348615 h 378237"/>
              <a:gd name="connsiteX48" fmla="*/ 336260 w 407116"/>
              <a:gd name="connsiteY48" fmla="*/ 334232 h 378237"/>
              <a:gd name="connsiteX49" fmla="*/ 350583 w 407116"/>
              <a:gd name="connsiteY49" fmla="*/ 348615 h 378237"/>
              <a:gd name="connsiteX50" fmla="*/ 125493 w 407116"/>
              <a:gd name="connsiteY50" fmla="*/ 72866 h 378237"/>
              <a:gd name="connsiteX51" fmla="*/ 236758 w 407116"/>
              <a:gd name="connsiteY51" fmla="*/ 118015 h 378237"/>
              <a:gd name="connsiteX52" fmla="*/ 125493 w 407116"/>
              <a:gd name="connsiteY52" fmla="*/ 163068 h 378237"/>
              <a:gd name="connsiteX53" fmla="*/ 14228 w 407116"/>
              <a:gd name="connsiteY53" fmla="*/ 118015 h 378237"/>
              <a:gd name="connsiteX54" fmla="*/ 125493 w 407116"/>
              <a:gd name="connsiteY54" fmla="*/ 72866 h 378237"/>
              <a:gd name="connsiteX55" fmla="*/ 14228 w 407116"/>
              <a:gd name="connsiteY55" fmla="*/ 145828 h 378237"/>
              <a:gd name="connsiteX56" fmla="*/ 125493 w 407116"/>
              <a:gd name="connsiteY56" fmla="*/ 177355 h 378237"/>
              <a:gd name="connsiteX57" fmla="*/ 236758 w 407116"/>
              <a:gd name="connsiteY57" fmla="*/ 145828 h 378237"/>
              <a:gd name="connsiteX58" fmla="*/ 236758 w 407116"/>
              <a:gd name="connsiteY58" fmla="*/ 172688 h 378237"/>
              <a:gd name="connsiteX59" fmla="*/ 125493 w 407116"/>
              <a:gd name="connsiteY59" fmla="*/ 217742 h 378237"/>
              <a:gd name="connsiteX60" fmla="*/ 14228 w 407116"/>
              <a:gd name="connsiteY60" fmla="*/ 172688 h 378237"/>
              <a:gd name="connsiteX61" fmla="*/ 14228 w 407116"/>
              <a:gd name="connsiteY61" fmla="*/ 145828 h 378237"/>
              <a:gd name="connsiteX62" fmla="*/ 125493 w 407116"/>
              <a:gd name="connsiteY62" fmla="*/ 326231 h 378237"/>
              <a:gd name="connsiteX63" fmla="*/ 14228 w 407116"/>
              <a:gd name="connsiteY63" fmla="*/ 281083 h 378237"/>
              <a:gd name="connsiteX64" fmla="*/ 14228 w 407116"/>
              <a:gd name="connsiteY64" fmla="*/ 252889 h 378237"/>
              <a:gd name="connsiteX65" fmla="*/ 125493 w 407116"/>
              <a:gd name="connsiteY65" fmla="*/ 284417 h 378237"/>
              <a:gd name="connsiteX66" fmla="*/ 236758 w 407116"/>
              <a:gd name="connsiteY66" fmla="*/ 252889 h 378237"/>
              <a:gd name="connsiteX67" fmla="*/ 236758 w 407116"/>
              <a:gd name="connsiteY67" fmla="*/ 281083 h 378237"/>
              <a:gd name="connsiteX68" fmla="*/ 125493 w 407116"/>
              <a:gd name="connsiteY68" fmla="*/ 326231 h 378237"/>
              <a:gd name="connsiteX69" fmla="*/ 125493 w 407116"/>
              <a:gd name="connsiteY69" fmla="*/ 270224 h 378237"/>
              <a:gd name="connsiteX70" fmla="*/ 14228 w 407116"/>
              <a:gd name="connsiteY70" fmla="*/ 225076 h 378237"/>
              <a:gd name="connsiteX71" fmla="*/ 14228 w 407116"/>
              <a:gd name="connsiteY71" fmla="*/ 200406 h 378237"/>
              <a:gd name="connsiteX72" fmla="*/ 125493 w 407116"/>
              <a:gd name="connsiteY72" fmla="*/ 231934 h 378237"/>
              <a:gd name="connsiteX73" fmla="*/ 236758 w 407116"/>
              <a:gd name="connsiteY73" fmla="*/ 200406 h 378237"/>
              <a:gd name="connsiteX74" fmla="*/ 236758 w 407116"/>
              <a:gd name="connsiteY74" fmla="*/ 225076 h 378237"/>
              <a:gd name="connsiteX75" fmla="*/ 125493 w 407116"/>
              <a:gd name="connsiteY75" fmla="*/ 270224 h 378237"/>
              <a:gd name="connsiteX76" fmla="*/ 377617 w 407116"/>
              <a:gd name="connsiteY76" fmla="*/ 200787 h 378237"/>
              <a:gd name="connsiteX77" fmla="*/ 363294 w 407116"/>
              <a:gd name="connsiteY77" fmla="*/ 186404 h 378237"/>
              <a:gd name="connsiteX78" fmla="*/ 377617 w 407116"/>
              <a:gd name="connsiteY78" fmla="*/ 172022 h 378237"/>
              <a:gd name="connsiteX79" fmla="*/ 391940 w 407116"/>
              <a:gd name="connsiteY79" fmla="*/ 186404 h 378237"/>
              <a:gd name="connsiteX80" fmla="*/ 377617 w 407116"/>
              <a:gd name="connsiteY80" fmla="*/ 200787 h 378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407116" h="378237">
                <a:moveTo>
                  <a:pt x="377617" y="156782"/>
                </a:moveTo>
                <a:cubicBezTo>
                  <a:pt x="363958" y="156782"/>
                  <a:pt x="352670" y="166116"/>
                  <a:pt x="349255" y="178784"/>
                </a:cubicBezTo>
                <a:lnTo>
                  <a:pt x="250986" y="178784"/>
                </a:lnTo>
                <a:lnTo>
                  <a:pt x="250986" y="137160"/>
                </a:lnTo>
                <a:lnTo>
                  <a:pt x="336260" y="137160"/>
                </a:lnTo>
                <a:cubicBezTo>
                  <a:pt x="340434" y="137160"/>
                  <a:pt x="343849" y="133731"/>
                  <a:pt x="343849" y="129540"/>
                </a:cubicBezTo>
                <a:lnTo>
                  <a:pt x="343849" y="59531"/>
                </a:lnTo>
                <a:cubicBezTo>
                  <a:pt x="343849" y="59531"/>
                  <a:pt x="343659" y="58674"/>
                  <a:pt x="343564" y="58198"/>
                </a:cubicBezTo>
                <a:cubicBezTo>
                  <a:pt x="356275" y="54864"/>
                  <a:pt x="365760" y="43434"/>
                  <a:pt x="365760" y="29623"/>
                </a:cubicBezTo>
                <a:cubicBezTo>
                  <a:pt x="365760" y="13335"/>
                  <a:pt x="352575" y="0"/>
                  <a:pt x="336260" y="0"/>
                </a:cubicBezTo>
                <a:cubicBezTo>
                  <a:pt x="319945" y="0"/>
                  <a:pt x="306760" y="13240"/>
                  <a:pt x="306760" y="29623"/>
                </a:cubicBezTo>
                <a:cubicBezTo>
                  <a:pt x="306760" y="43434"/>
                  <a:pt x="316246" y="54864"/>
                  <a:pt x="328956" y="58198"/>
                </a:cubicBezTo>
                <a:cubicBezTo>
                  <a:pt x="328956" y="58674"/>
                  <a:pt x="328672" y="59055"/>
                  <a:pt x="328672" y="59531"/>
                </a:cubicBezTo>
                <a:lnTo>
                  <a:pt x="328672" y="121920"/>
                </a:lnTo>
                <a:lnTo>
                  <a:pt x="250986" y="121920"/>
                </a:lnTo>
                <a:lnTo>
                  <a:pt x="250986" y="118015"/>
                </a:lnTo>
                <a:lnTo>
                  <a:pt x="250986" y="118015"/>
                </a:lnTo>
                <a:cubicBezTo>
                  <a:pt x="250986" y="84677"/>
                  <a:pt x="195875" y="58579"/>
                  <a:pt x="125493" y="58579"/>
                </a:cubicBezTo>
                <a:cubicBezTo>
                  <a:pt x="55111" y="58579"/>
                  <a:pt x="0" y="84677"/>
                  <a:pt x="0" y="118015"/>
                </a:cubicBezTo>
                <a:lnTo>
                  <a:pt x="0" y="118015"/>
                </a:lnTo>
                <a:lnTo>
                  <a:pt x="0" y="281178"/>
                </a:lnTo>
                <a:cubicBezTo>
                  <a:pt x="0" y="314516"/>
                  <a:pt x="55111" y="340614"/>
                  <a:pt x="125493" y="340614"/>
                </a:cubicBezTo>
                <a:cubicBezTo>
                  <a:pt x="195875" y="340614"/>
                  <a:pt x="250986" y="314516"/>
                  <a:pt x="250986" y="281178"/>
                </a:cubicBezTo>
                <a:lnTo>
                  <a:pt x="250986" y="256318"/>
                </a:lnTo>
                <a:lnTo>
                  <a:pt x="328672" y="256318"/>
                </a:lnTo>
                <a:lnTo>
                  <a:pt x="328672" y="318707"/>
                </a:lnTo>
                <a:cubicBezTo>
                  <a:pt x="328672" y="318707"/>
                  <a:pt x="328861" y="319564"/>
                  <a:pt x="328956" y="320040"/>
                </a:cubicBezTo>
                <a:cubicBezTo>
                  <a:pt x="316246" y="323374"/>
                  <a:pt x="306760" y="334804"/>
                  <a:pt x="306760" y="348615"/>
                </a:cubicBezTo>
                <a:cubicBezTo>
                  <a:pt x="306760" y="364903"/>
                  <a:pt x="319945" y="378238"/>
                  <a:pt x="336260" y="378238"/>
                </a:cubicBezTo>
                <a:cubicBezTo>
                  <a:pt x="352575" y="378238"/>
                  <a:pt x="365760" y="364998"/>
                  <a:pt x="365760" y="348615"/>
                </a:cubicBezTo>
                <a:cubicBezTo>
                  <a:pt x="365760" y="334804"/>
                  <a:pt x="356275" y="323374"/>
                  <a:pt x="343564" y="320040"/>
                </a:cubicBezTo>
                <a:cubicBezTo>
                  <a:pt x="343564" y="319564"/>
                  <a:pt x="343849" y="319183"/>
                  <a:pt x="343849" y="318707"/>
                </a:cubicBezTo>
                <a:lnTo>
                  <a:pt x="343849" y="248698"/>
                </a:lnTo>
                <a:cubicBezTo>
                  <a:pt x="343849" y="244507"/>
                  <a:pt x="340434" y="241078"/>
                  <a:pt x="336260" y="241078"/>
                </a:cubicBezTo>
                <a:lnTo>
                  <a:pt x="250986" y="241078"/>
                </a:lnTo>
                <a:lnTo>
                  <a:pt x="250986" y="194024"/>
                </a:lnTo>
                <a:lnTo>
                  <a:pt x="349255" y="194024"/>
                </a:lnTo>
                <a:cubicBezTo>
                  <a:pt x="352670" y="206597"/>
                  <a:pt x="364053" y="216027"/>
                  <a:pt x="377617" y="216027"/>
                </a:cubicBezTo>
                <a:cubicBezTo>
                  <a:pt x="393837" y="216027"/>
                  <a:pt x="407117" y="202787"/>
                  <a:pt x="407117" y="186404"/>
                </a:cubicBezTo>
                <a:cubicBezTo>
                  <a:pt x="407117" y="170021"/>
                  <a:pt x="393932" y="156782"/>
                  <a:pt x="377617" y="156782"/>
                </a:cubicBezTo>
                <a:close/>
                <a:moveTo>
                  <a:pt x="321937" y="29623"/>
                </a:moveTo>
                <a:cubicBezTo>
                  <a:pt x="321937" y="21717"/>
                  <a:pt x="328387" y="15240"/>
                  <a:pt x="336260" y="15240"/>
                </a:cubicBezTo>
                <a:cubicBezTo>
                  <a:pt x="344133" y="15240"/>
                  <a:pt x="350583" y="21717"/>
                  <a:pt x="350583" y="29623"/>
                </a:cubicBezTo>
                <a:cubicBezTo>
                  <a:pt x="350583" y="37529"/>
                  <a:pt x="344133" y="44006"/>
                  <a:pt x="336260" y="44006"/>
                </a:cubicBezTo>
                <a:cubicBezTo>
                  <a:pt x="328387" y="44006"/>
                  <a:pt x="321937" y="37529"/>
                  <a:pt x="321937" y="29623"/>
                </a:cubicBezTo>
                <a:close/>
                <a:moveTo>
                  <a:pt x="350583" y="348615"/>
                </a:moveTo>
                <a:cubicBezTo>
                  <a:pt x="350583" y="356521"/>
                  <a:pt x="344133" y="362998"/>
                  <a:pt x="336260" y="362998"/>
                </a:cubicBezTo>
                <a:cubicBezTo>
                  <a:pt x="328387" y="362998"/>
                  <a:pt x="321937" y="356521"/>
                  <a:pt x="321937" y="348615"/>
                </a:cubicBezTo>
                <a:cubicBezTo>
                  <a:pt x="321937" y="340709"/>
                  <a:pt x="328387" y="334232"/>
                  <a:pt x="336260" y="334232"/>
                </a:cubicBezTo>
                <a:cubicBezTo>
                  <a:pt x="344133" y="334232"/>
                  <a:pt x="350583" y="340709"/>
                  <a:pt x="350583" y="348615"/>
                </a:cubicBezTo>
                <a:close/>
                <a:moveTo>
                  <a:pt x="125493" y="72866"/>
                </a:moveTo>
                <a:cubicBezTo>
                  <a:pt x="191038" y="72866"/>
                  <a:pt x="236758" y="96679"/>
                  <a:pt x="236758" y="118015"/>
                </a:cubicBezTo>
                <a:cubicBezTo>
                  <a:pt x="236758" y="139351"/>
                  <a:pt x="191038" y="163068"/>
                  <a:pt x="125493" y="163068"/>
                </a:cubicBezTo>
                <a:cubicBezTo>
                  <a:pt x="59948" y="163068"/>
                  <a:pt x="14228" y="139255"/>
                  <a:pt x="14228" y="118015"/>
                </a:cubicBezTo>
                <a:cubicBezTo>
                  <a:pt x="14228" y="96774"/>
                  <a:pt x="59948" y="72866"/>
                  <a:pt x="125493" y="72866"/>
                </a:cubicBezTo>
                <a:close/>
                <a:moveTo>
                  <a:pt x="14228" y="145828"/>
                </a:moveTo>
                <a:cubicBezTo>
                  <a:pt x="35001" y="164783"/>
                  <a:pt x="76548" y="177355"/>
                  <a:pt x="125493" y="177355"/>
                </a:cubicBezTo>
                <a:cubicBezTo>
                  <a:pt x="174438" y="177355"/>
                  <a:pt x="215984" y="164687"/>
                  <a:pt x="236758" y="145828"/>
                </a:cubicBezTo>
                <a:lnTo>
                  <a:pt x="236758" y="172688"/>
                </a:lnTo>
                <a:cubicBezTo>
                  <a:pt x="236758" y="194024"/>
                  <a:pt x="191038" y="217742"/>
                  <a:pt x="125493" y="217742"/>
                </a:cubicBezTo>
                <a:cubicBezTo>
                  <a:pt x="59948" y="217742"/>
                  <a:pt x="14228" y="193929"/>
                  <a:pt x="14228" y="172688"/>
                </a:cubicBezTo>
                <a:lnTo>
                  <a:pt x="14228" y="145828"/>
                </a:lnTo>
                <a:close/>
                <a:moveTo>
                  <a:pt x="125493" y="326231"/>
                </a:moveTo>
                <a:cubicBezTo>
                  <a:pt x="59948" y="326231"/>
                  <a:pt x="14228" y="302419"/>
                  <a:pt x="14228" y="281083"/>
                </a:cubicBezTo>
                <a:lnTo>
                  <a:pt x="14228" y="252889"/>
                </a:lnTo>
                <a:cubicBezTo>
                  <a:pt x="35001" y="271748"/>
                  <a:pt x="76548" y="284417"/>
                  <a:pt x="125493" y="284417"/>
                </a:cubicBezTo>
                <a:cubicBezTo>
                  <a:pt x="174438" y="284417"/>
                  <a:pt x="215984" y="271748"/>
                  <a:pt x="236758" y="252889"/>
                </a:cubicBezTo>
                <a:lnTo>
                  <a:pt x="236758" y="281083"/>
                </a:lnTo>
                <a:cubicBezTo>
                  <a:pt x="236758" y="302419"/>
                  <a:pt x="191038" y="326231"/>
                  <a:pt x="125493" y="326231"/>
                </a:cubicBezTo>
                <a:close/>
                <a:moveTo>
                  <a:pt x="125493" y="270224"/>
                </a:moveTo>
                <a:cubicBezTo>
                  <a:pt x="59948" y="270224"/>
                  <a:pt x="14228" y="246412"/>
                  <a:pt x="14228" y="225076"/>
                </a:cubicBezTo>
                <a:lnTo>
                  <a:pt x="14228" y="200406"/>
                </a:lnTo>
                <a:cubicBezTo>
                  <a:pt x="35001" y="219361"/>
                  <a:pt x="76548" y="231934"/>
                  <a:pt x="125493" y="231934"/>
                </a:cubicBezTo>
                <a:cubicBezTo>
                  <a:pt x="174438" y="231934"/>
                  <a:pt x="215984" y="219266"/>
                  <a:pt x="236758" y="200406"/>
                </a:cubicBezTo>
                <a:lnTo>
                  <a:pt x="236758" y="225076"/>
                </a:lnTo>
                <a:cubicBezTo>
                  <a:pt x="236758" y="246412"/>
                  <a:pt x="191038" y="270224"/>
                  <a:pt x="125493" y="270224"/>
                </a:cubicBezTo>
                <a:close/>
                <a:moveTo>
                  <a:pt x="377617" y="200787"/>
                </a:moveTo>
                <a:cubicBezTo>
                  <a:pt x="369744" y="200787"/>
                  <a:pt x="363294" y="194310"/>
                  <a:pt x="363294" y="186404"/>
                </a:cubicBezTo>
                <a:cubicBezTo>
                  <a:pt x="363294" y="178499"/>
                  <a:pt x="369744" y="172022"/>
                  <a:pt x="377617" y="172022"/>
                </a:cubicBezTo>
                <a:cubicBezTo>
                  <a:pt x="385490" y="172022"/>
                  <a:pt x="391940" y="178499"/>
                  <a:pt x="391940" y="186404"/>
                </a:cubicBezTo>
                <a:cubicBezTo>
                  <a:pt x="391940" y="194310"/>
                  <a:pt x="385490" y="200787"/>
                  <a:pt x="377617" y="20078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4" name="Graphic 129">
            <a:extLst>
              <a:ext uri="{FF2B5EF4-FFF2-40B4-BE49-F238E27FC236}">
                <a16:creationId xmlns:a16="http://schemas.microsoft.com/office/drawing/2014/main" id="{2A572E51-CF55-6E9E-C857-94A040842785}"/>
              </a:ext>
            </a:extLst>
          </p:cNvPr>
          <p:cNvSpPr/>
          <p:nvPr/>
        </p:nvSpPr>
        <p:spPr>
          <a:xfrm>
            <a:off x="11050371" y="1401688"/>
            <a:ext cx="545464" cy="506771"/>
          </a:xfrm>
          <a:custGeom>
            <a:avLst/>
            <a:gdLst>
              <a:gd name="connsiteX0" fmla="*/ 377617 w 407116"/>
              <a:gd name="connsiteY0" fmla="*/ 156782 h 378237"/>
              <a:gd name="connsiteX1" fmla="*/ 349255 w 407116"/>
              <a:gd name="connsiteY1" fmla="*/ 178784 h 378237"/>
              <a:gd name="connsiteX2" fmla="*/ 250986 w 407116"/>
              <a:gd name="connsiteY2" fmla="*/ 178784 h 378237"/>
              <a:gd name="connsiteX3" fmla="*/ 250986 w 407116"/>
              <a:gd name="connsiteY3" fmla="*/ 137160 h 378237"/>
              <a:gd name="connsiteX4" fmla="*/ 336260 w 407116"/>
              <a:gd name="connsiteY4" fmla="*/ 137160 h 378237"/>
              <a:gd name="connsiteX5" fmla="*/ 343849 w 407116"/>
              <a:gd name="connsiteY5" fmla="*/ 129540 h 378237"/>
              <a:gd name="connsiteX6" fmla="*/ 343849 w 407116"/>
              <a:gd name="connsiteY6" fmla="*/ 59531 h 378237"/>
              <a:gd name="connsiteX7" fmla="*/ 343564 w 407116"/>
              <a:gd name="connsiteY7" fmla="*/ 58198 h 378237"/>
              <a:gd name="connsiteX8" fmla="*/ 365760 w 407116"/>
              <a:gd name="connsiteY8" fmla="*/ 29623 h 378237"/>
              <a:gd name="connsiteX9" fmla="*/ 336260 w 407116"/>
              <a:gd name="connsiteY9" fmla="*/ 0 h 378237"/>
              <a:gd name="connsiteX10" fmla="*/ 306760 w 407116"/>
              <a:gd name="connsiteY10" fmla="*/ 29623 h 378237"/>
              <a:gd name="connsiteX11" fmla="*/ 328956 w 407116"/>
              <a:gd name="connsiteY11" fmla="*/ 58198 h 378237"/>
              <a:gd name="connsiteX12" fmla="*/ 328672 w 407116"/>
              <a:gd name="connsiteY12" fmla="*/ 59531 h 378237"/>
              <a:gd name="connsiteX13" fmla="*/ 328672 w 407116"/>
              <a:gd name="connsiteY13" fmla="*/ 121920 h 378237"/>
              <a:gd name="connsiteX14" fmla="*/ 250986 w 407116"/>
              <a:gd name="connsiteY14" fmla="*/ 121920 h 378237"/>
              <a:gd name="connsiteX15" fmla="*/ 250986 w 407116"/>
              <a:gd name="connsiteY15" fmla="*/ 118015 h 378237"/>
              <a:gd name="connsiteX16" fmla="*/ 250986 w 407116"/>
              <a:gd name="connsiteY16" fmla="*/ 118015 h 378237"/>
              <a:gd name="connsiteX17" fmla="*/ 125493 w 407116"/>
              <a:gd name="connsiteY17" fmla="*/ 58579 h 378237"/>
              <a:gd name="connsiteX18" fmla="*/ 0 w 407116"/>
              <a:gd name="connsiteY18" fmla="*/ 118015 h 378237"/>
              <a:gd name="connsiteX19" fmla="*/ 0 w 407116"/>
              <a:gd name="connsiteY19" fmla="*/ 118015 h 378237"/>
              <a:gd name="connsiteX20" fmla="*/ 0 w 407116"/>
              <a:gd name="connsiteY20" fmla="*/ 281178 h 378237"/>
              <a:gd name="connsiteX21" fmla="*/ 125493 w 407116"/>
              <a:gd name="connsiteY21" fmla="*/ 340614 h 378237"/>
              <a:gd name="connsiteX22" fmla="*/ 250986 w 407116"/>
              <a:gd name="connsiteY22" fmla="*/ 281178 h 378237"/>
              <a:gd name="connsiteX23" fmla="*/ 250986 w 407116"/>
              <a:gd name="connsiteY23" fmla="*/ 256318 h 378237"/>
              <a:gd name="connsiteX24" fmla="*/ 328672 w 407116"/>
              <a:gd name="connsiteY24" fmla="*/ 256318 h 378237"/>
              <a:gd name="connsiteX25" fmla="*/ 328672 w 407116"/>
              <a:gd name="connsiteY25" fmla="*/ 318707 h 378237"/>
              <a:gd name="connsiteX26" fmla="*/ 328956 w 407116"/>
              <a:gd name="connsiteY26" fmla="*/ 320040 h 378237"/>
              <a:gd name="connsiteX27" fmla="*/ 306760 w 407116"/>
              <a:gd name="connsiteY27" fmla="*/ 348615 h 378237"/>
              <a:gd name="connsiteX28" fmla="*/ 336260 w 407116"/>
              <a:gd name="connsiteY28" fmla="*/ 378238 h 378237"/>
              <a:gd name="connsiteX29" fmla="*/ 365760 w 407116"/>
              <a:gd name="connsiteY29" fmla="*/ 348615 h 378237"/>
              <a:gd name="connsiteX30" fmla="*/ 343564 w 407116"/>
              <a:gd name="connsiteY30" fmla="*/ 320040 h 378237"/>
              <a:gd name="connsiteX31" fmla="*/ 343849 w 407116"/>
              <a:gd name="connsiteY31" fmla="*/ 318707 h 378237"/>
              <a:gd name="connsiteX32" fmla="*/ 343849 w 407116"/>
              <a:gd name="connsiteY32" fmla="*/ 248698 h 378237"/>
              <a:gd name="connsiteX33" fmla="*/ 336260 w 407116"/>
              <a:gd name="connsiteY33" fmla="*/ 241078 h 378237"/>
              <a:gd name="connsiteX34" fmla="*/ 250986 w 407116"/>
              <a:gd name="connsiteY34" fmla="*/ 241078 h 378237"/>
              <a:gd name="connsiteX35" fmla="*/ 250986 w 407116"/>
              <a:gd name="connsiteY35" fmla="*/ 194024 h 378237"/>
              <a:gd name="connsiteX36" fmla="*/ 349255 w 407116"/>
              <a:gd name="connsiteY36" fmla="*/ 194024 h 378237"/>
              <a:gd name="connsiteX37" fmla="*/ 377617 w 407116"/>
              <a:gd name="connsiteY37" fmla="*/ 216027 h 378237"/>
              <a:gd name="connsiteX38" fmla="*/ 407117 w 407116"/>
              <a:gd name="connsiteY38" fmla="*/ 186404 h 378237"/>
              <a:gd name="connsiteX39" fmla="*/ 377617 w 407116"/>
              <a:gd name="connsiteY39" fmla="*/ 156782 h 378237"/>
              <a:gd name="connsiteX40" fmla="*/ 321937 w 407116"/>
              <a:gd name="connsiteY40" fmla="*/ 29623 h 378237"/>
              <a:gd name="connsiteX41" fmla="*/ 336260 w 407116"/>
              <a:gd name="connsiteY41" fmla="*/ 15240 h 378237"/>
              <a:gd name="connsiteX42" fmla="*/ 350583 w 407116"/>
              <a:gd name="connsiteY42" fmla="*/ 29623 h 378237"/>
              <a:gd name="connsiteX43" fmla="*/ 336260 w 407116"/>
              <a:gd name="connsiteY43" fmla="*/ 44006 h 378237"/>
              <a:gd name="connsiteX44" fmla="*/ 321937 w 407116"/>
              <a:gd name="connsiteY44" fmla="*/ 29623 h 378237"/>
              <a:gd name="connsiteX45" fmla="*/ 350583 w 407116"/>
              <a:gd name="connsiteY45" fmla="*/ 348615 h 378237"/>
              <a:gd name="connsiteX46" fmla="*/ 336260 w 407116"/>
              <a:gd name="connsiteY46" fmla="*/ 362998 h 378237"/>
              <a:gd name="connsiteX47" fmla="*/ 321937 w 407116"/>
              <a:gd name="connsiteY47" fmla="*/ 348615 h 378237"/>
              <a:gd name="connsiteX48" fmla="*/ 336260 w 407116"/>
              <a:gd name="connsiteY48" fmla="*/ 334232 h 378237"/>
              <a:gd name="connsiteX49" fmla="*/ 350583 w 407116"/>
              <a:gd name="connsiteY49" fmla="*/ 348615 h 378237"/>
              <a:gd name="connsiteX50" fmla="*/ 125493 w 407116"/>
              <a:gd name="connsiteY50" fmla="*/ 72866 h 378237"/>
              <a:gd name="connsiteX51" fmla="*/ 236758 w 407116"/>
              <a:gd name="connsiteY51" fmla="*/ 118015 h 378237"/>
              <a:gd name="connsiteX52" fmla="*/ 125493 w 407116"/>
              <a:gd name="connsiteY52" fmla="*/ 163068 h 378237"/>
              <a:gd name="connsiteX53" fmla="*/ 14228 w 407116"/>
              <a:gd name="connsiteY53" fmla="*/ 118015 h 378237"/>
              <a:gd name="connsiteX54" fmla="*/ 125493 w 407116"/>
              <a:gd name="connsiteY54" fmla="*/ 72866 h 378237"/>
              <a:gd name="connsiteX55" fmla="*/ 14228 w 407116"/>
              <a:gd name="connsiteY55" fmla="*/ 145828 h 378237"/>
              <a:gd name="connsiteX56" fmla="*/ 125493 w 407116"/>
              <a:gd name="connsiteY56" fmla="*/ 177355 h 378237"/>
              <a:gd name="connsiteX57" fmla="*/ 236758 w 407116"/>
              <a:gd name="connsiteY57" fmla="*/ 145828 h 378237"/>
              <a:gd name="connsiteX58" fmla="*/ 236758 w 407116"/>
              <a:gd name="connsiteY58" fmla="*/ 172688 h 378237"/>
              <a:gd name="connsiteX59" fmla="*/ 125493 w 407116"/>
              <a:gd name="connsiteY59" fmla="*/ 217742 h 378237"/>
              <a:gd name="connsiteX60" fmla="*/ 14228 w 407116"/>
              <a:gd name="connsiteY60" fmla="*/ 172688 h 378237"/>
              <a:gd name="connsiteX61" fmla="*/ 14228 w 407116"/>
              <a:gd name="connsiteY61" fmla="*/ 145828 h 378237"/>
              <a:gd name="connsiteX62" fmla="*/ 125493 w 407116"/>
              <a:gd name="connsiteY62" fmla="*/ 326231 h 378237"/>
              <a:gd name="connsiteX63" fmla="*/ 14228 w 407116"/>
              <a:gd name="connsiteY63" fmla="*/ 281083 h 378237"/>
              <a:gd name="connsiteX64" fmla="*/ 14228 w 407116"/>
              <a:gd name="connsiteY64" fmla="*/ 252889 h 378237"/>
              <a:gd name="connsiteX65" fmla="*/ 125493 w 407116"/>
              <a:gd name="connsiteY65" fmla="*/ 284417 h 378237"/>
              <a:gd name="connsiteX66" fmla="*/ 236758 w 407116"/>
              <a:gd name="connsiteY66" fmla="*/ 252889 h 378237"/>
              <a:gd name="connsiteX67" fmla="*/ 236758 w 407116"/>
              <a:gd name="connsiteY67" fmla="*/ 281083 h 378237"/>
              <a:gd name="connsiteX68" fmla="*/ 125493 w 407116"/>
              <a:gd name="connsiteY68" fmla="*/ 326231 h 378237"/>
              <a:gd name="connsiteX69" fmla="*/ 125493 w 407116"/>
              <a:gd name="connsiteY69" fmla="*/ 270224 h 378237"/>
              <a:gd name="connsiteX70" fmla="*/ 14228 w 407116"/>
              <a:gd name="connsiteY70" fmla="*/ 225076 h 378237"/>
              <a:gd name="connsiteX71" fmla="*/ 14228 w 407116"/>
              <a:gd name="connsiteY71" fmla="*/ 200406 h 378237"/>
              <a:gd name="connsiteX72" fmla="*/ 125493 w 407116"/>
              <a:gd name="connsiteY72" fmla="*/ 231934 h 378237"/>
              <a:gd name="connsiteX73" fmla="*/ 236758 w 407116"/>
              <a:gd name="connsiteY73" fmla="*/ 200406 h 378237"/>
              <a:gd name="connsiteX74" fmla="*/ 236758 w 407116"/>
              <a:gd name="connsiteY74" fmla="*/ 225076 h 378237"/>
              <a:gd name="connsiteX75" fmla="*/ 125493 w 407116"/>
              <a:gd name="connsiteY75" fmla="*/ 270224 h 378237"/>
              <a:gd name="connsiteX76" fmla="*/ 377617 w 407116"/>
              <a:gd name="connsiteY76" fmla="*/ 200787 h 378237"/>
              <a:gd name="connsiteX77" fmla="*/ 363294 w 407116"/>
              <a:gd name="connsiteY77" fmla="*/ 186404 h 378237"/>
              <a:gd name="connsiteX78" fmla="*/ 377617 w 407116"/>
              <a:gd name="connsiteY78" fmla="*/ 172022 h 378237"/>
              <a:gd name="connsiteX79" fmla="*/ 391940 w 407116"/>
              <a:gd name="connsiteY79" fmla="*/ 186404 h 378237"/>
              <a:gd name="connsiteX80" fmla="*/ 377617 w 407116"/>
              <a:gd name="connsiteY80" fmla="*/ 200787 h 378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407116" h="378237">
                <a:moveTo>
                  <a:pt x="377617" y="156782"/>
                </a:moveTo>
                <a:cubicBezTo>
                  <a:pt x="363958" y="156782"/>
                  <a:pt x="352670" y="166116"/>
                  <a:pt x="349255" y="178784"/>
                </a:cubicBezTo>
                <a:lnTo>
                  <a:pt x="250986" y="178784"/>
                </a:lnTo>
                <a:lnTo>
                  <a:pt x="250986" y="137160"/>
                </a:lnTo>
                <a:lnTo>
                  <a:pt x="336260" y="137160"/>
                </a:lnTo>
                <a:cubicBezTo>
                  <a:pt x="340434" y="137160"/>
                  <a:pt x="343849" y="133731"/>
                  <a:pt x="343849" y="129540"/>
                </a:cubicBezTo>
                <a:lnTo>
                  <a:pt x="343849" y="59531"/>
                </a:lnTo>
                <a:cubicBezTo>
                  <a:pt x="343849" y="59531"/>
                  <a:pt x="343659" y="58674"/>
                  <a:pt x="343564" y="58198"/>
                </a:cubicBezTo>
                <a:cubicBezTo>
                  <a:pt x="356275" y="54864"/>
                  <a:pt x="365760" y="43434"/>
                  <a:pt x="365760" y="29623"/>
                </a:cubicBezTo>
                <a:cubicBezTo>
                  <a:pt x="365760" y="13335"/>
                  <a:pt x="352575" y="0"/>
                  <a:pt x="336260" y="0"/>
                </a:cubicBezTo>
                <a:cubicBezTo>
                  <a:pt x="319945" y="0"/>
                  <a:pt x="306760" y="13240"/>
                  <a:pt x="306760" y="29623"/>
                </a:cubicBezTo>
                <a:cubicBezTo>
                  <a:pt x="306760" y="43434"/>
                  <a:pt x="316246" y="54864"/>
                  <a:pt x="328956" y="58198"/>
                </a:cubicBezTo>
                <a:cubicBezTo>
                  <a:pt x="328956" y="58674"/>
                  <a:pt x="328672" y="59055"/>
                  <a:pt x="328672" y="59531"/>
                </a:cubicBezTo>
                <a:lnTo>
                  <a:pt x="328672" y="121920"/>
                </a:lnTo>
                <a:lnTo>
                  <a:pt x="250986" y="121920"/>
                </a:lnTo>
                <a:lnTo>
                  <a:pt x="250986" y="118015"/>
                </a:lnTo>
                <a:lnTo>
                  <a:pt x="250986" y="118015"/>
                </a:lnTo>
                <a:cubicBezTo>
                  <a:pt x="250986" y="84677"/>
                  <a:pt x="195875" y="58579"/>
                  <a:pt x="125493" y="58579"/>
                </a:cubicBezTo>
                <a:cubicBezTo>
                  <a:pt x="55111" y="58579"/>
                  <a:pt x="0" y="84677"/>
                  <a:pt x="0" y="118015"/>
                </a:cubicBezTo>
                <a:lnTo>
                  <a:pt x="0" y="118015"/>
                </a:lnTo>
                <a:lnTo>
                  <a:pt x="0" y="281178"/>
                </a:lnTo>
                <a:cubicBezTo>
                  <a:pt x="0" y="314516"/>
                  <a:pt x="55111" y="340614"/>
                  <a:pt x="125493" y="340614"/>
                </a:cubicBezTo>
                <a:cubicBezTo>
                  <a:pt x="195875" y="340614"/>
                  <a:pt x="250986" y="314516"/>
                  <a:pt x="250986" y="281178"/>
                </a:cubicBezTo>
                <a:lnTo>
                  <a:pt x="250986" y="256318"/>
                </a:lnTo>
                <a:lnTo>
                  <a:pt x="328672" y="256318"/>
                </a:lnTo>
                <a:lnTo>
                  <a:pt x="328672" y="318707"/>
                </a:lnTo>
                <a:cubicBezTo>
                  <a:pt x="328672" y="318707"/>
                  <a:pt x="328861" y="319564"/>
                  <a:pt x="328956" y="320040"/>
                </a:cubicBezTo>
                <a:cubicBezTo>
                  <a:pt x="316246" y="323374"/>
                  <a:pt x="306760" y="334804"/>
                  <a:pt x="306760" y="348615"/>
                </a:cubicBezTo>
                <a:cubicBezTo>
                  <a:pt x="306760" y="364903"/>
                  <a:pt x="319945" y="378238"/>
                  <a:pt x="336260" y="378238"/>
                </a:cubicBezTo>
                <a:cubicBezTo>
                  <a:pt x="352575" y="378238"/>
                  <a:pt x="365760" y="364998"/>
                  <a:pt x="365760" y="348615"/>
                </a:cubicBezTo>
                <a:cubicBezTo>
                  <a:pt x="365760" y="334804"/>
                  <a:pt x="356275" y="323374"/>
                  <a:pt x="343564" y="320040"/>
                </a:cubicBezTo>
                <a:cubicBezTo>
                  <a:pt x="343564" y="319564"/>
                  <a:pt x="343849" y="319183"/>
                  <a:pt x="343849" y="318707"/>
                </a:cubicBezTo>
                <a:lnTo>
                  <a:pt x="343849" y="248698"/>
                </a:lnTo>
                <a:cubicBezTo>
                  <a:pt x="343849" y="244507"/>
                  <a:pt x="340434" y="241078"/>
                  <a:pt x="336260" y="241078"/>
                </a:cubicBezTo>
                <a:lnTo>
                  <a:pt x="250986" y="241078"/>
                </a:lnTo>
                <a:lnTo>
                  <a:pt x="250986" y="194024"/>
                </a:lnTo>
                <a:lnTo>
                  <a:pt x="349255" y="194024"/>
                </a:lnTo>
                <a:cubicBezTo>
                  <a:pt x="352670" y="206597"/>
                  <a:pt x="364053" y="216027"/>
                  <a:pt x="377617" y="216027"/>
                </a:cubicBezTo>
                <a:cubicBezTo>
                  <a:pt x="393837" y="216027"/>
                  <a:pt x="407117" y="202787"/>
                  <a:pt x="407117" y="186404"/>
                </a:cubicBezTo>
                <a:cubicBezTo>
                  <a:pt x="407117" y="170021"/>
                  <a:pt x="393932" y="156782"/>
                  <a:pt x="377617" y="156782"/>
                </a:cubicBezTo>
                <a:close/>
                <a:moveTo>
                  <a:pt x="321937" y="29623"/>
                </a:moveTo>
                <a:cubicBezTo>
                  <a:pt x="321937" y="21717"/>
                  <a:pt x="328387" y="15240"/>
                  <a:pt x="336260" y="15240"/>
                </a:cubicBezTo>
                <a:cubicBezTo>
                  <a:pt x="344133" y="15240"/>
                  <a:pt x="350583" y="21717"/>
                  <a:pt x="350583" y="29623"/>
                </a:cubicBezTo>
                <a:cubicBezTo>
                  <a:pt x="350583" y="37529"/>
                  <a:pt x="344133" y="44006"/>
                  <a:pt x="336260" y="44006"/>
                </a:cubicBezTo>
                <a:cubicBezTo>
                  <a:pt x="328387" y="44006"/>
                  <a:pt x="321937" y="37529"/>
                  <a:pt x="321937" y="29623"/>
                </a:cubicBezTo>
                <a:close/>
                <a:moveTo>
                  <a:pt x="350583" y="348615"/>
                </a:moveTo>
                <a:cubicBezTo>
                  <a:pt x="350583" y="356521"/>
                  <a:pt x="344133" y="362998"/>
                  <a:pt x="336260" y="362998"/>
                </a:cubicBezTo>
                <a:cubicBezTo>
                  <a:pt x="328387" y="362998"/>
                  <a:pt x="321937" y="356521"/>
                  <a:pt x="321937" y="348615"/>
                </a:cubicBezTo>
                <a:cubicBezTo>
                  <a:pt x="321937" y="340709"/>
                  <a:pt x="328387" y="334232"/>
                  <a:pt x="336260" y="334232"/>
                </a:cubicBezTo>
                <a:cubicBezTo>
                  <a:pt x="344133" y="334232"/>
                  <a:pt x="350583" y="340709"/>
                  <a:pt x="350583" y="348615"/>
                </a:cubicBezTo>
                <a:close/>
                <a:moveTo>
                  <a:pt x="125493" y="72866"/>
                </a:moveTo>
                <a:cubicBezTo>
                  <a:pt x="191038" y="72866"/>
                  <a:pt x="236758" y="96679"/>
                  <a:pt x="236758" y="118015"/>
                </a:cubicBezTo>
                <a:cubicBezTo>
                  <a:pt x="236758" y="139351"/>
                  <a:pt x="191038" y="163068"/>
                  <a:pt x="125493" y="163068"/>
                </a:cubicBezTo>
                <a:cubicBezTo>
                  <a:pt x="59948" y="163068"/>
                  <a:pt x="14228" y="139255"/>
                  <a:pt x="14228" y="118015"/>
                </a:cubicBezTo>
                <a:cubicBezTo>
                  <a:pt x="14228" y="96774"/>
                  <a:pt x="59948" y="72866"/>
                  <a:pt x="125493" y="72866"/>
                </a:cubicBezTo>
                <a:close/>
                <a:moveTo>
                  <a:pt x="14228" y="145828"/>
                </a:moveTo>
                <a:cubicBezTo>
                  <a:pt x="35001" y="164783"/>
                  <a:pt x="76548" y="177355"/>
                  <a:pt x="125493" y="177355"/>
                </a:cubicBezTo>
                <a:cubicBezTo>
                  <a:pt x="174438" y="177355"/>
                  <a:pt x="215984" y="164687"/>
                  <a:pt x="236758" y="145828"/>
                </a:cubicBezTo>
                <a:lnTo>
                  <a:pt x="236758" y="172688"/>
                </a:lnTo>
                <a:cubicBezTo>
                  <a:pt x="236758" y="194024"/>
                  <a:pt x="191038" y="217742"/>
                  <a:pt x="125493" y="217742"/>
                </a:cubicBezTo>
                <a:cubicBezTo>
                  <a:pt x="59948" y="217742"/>
                  <a:pt x="14228" y="193929"/>
                  <a:pt x="14228" y="172688"/>
                </a:cubicBezTo>
                <a:lnTo>
                  <a:pt x="14228" y="145828"/>
                </a:lnTo>
                <a:close/>
                <a:moveTo>
                  <a:pt x="125493" y="326231"/>
                </a:moveTo>
                <a:cubicBezTo>
                  <a:pt x="59948" y="326231"/>
                  <a:pt x="14228" y="302419"/>
                  <a:pt x="14228" y="281083"/>
                </a:cubicBezTo>
                <a:lnTo>
                  <a:pt x="14228" y="252889"/>
                </a:lnTo>
                <a:cubicBezTo>
                  <a:pt x="35001" y="271748"/>
                  <a:pt x="76548" y="284417"/>
                  <a:pt x="125493" y="284417"/>
                </a:cubicBezTo>
                <a:cubicBezTo>
                  <a:pt x="174438" y="284417"/>
                  <a:pt x="215984" y="271748"/>
                  <a:pt x="236758" y="252889"/>
                </a:cubicBezTo>
                <a:lnTo>
                  <a:pt x="236758" y="281083"/>
                </a:lnTo>
                <a:cubicBezTo>
                  <a:pt x="236758" y="302419"/>
                  <a:pt x="191038" y="326231"/>
                  <a:pt x="125493" y="326231"/>
                </a:cubicBezTo>
                <a:close/>
                <a:moveTo>
                  <a:pt x="125493" y="270224"/>
                </a:moveTo>
                <a:cubicBezTo>
                  <a:pt x="59948" y="270224"/>
                  <a:pt x="14228" y="246412"/>
                  <a:pt x="14228" y="225076"/>
                </a:cubicBezTo>
                <a:lnTo>
                  <a:pt x="14228" y="200406"/>
                </a:lnTo>
                <a:cubicBezTo>
                  <a:pt x="35001" y="219361"/>
                  <a:pt x="76548" y="231934"/>
                  <a:pt x="125493" y="231934"/>
                </a:cubicBezTo>
                <a:cubicBezTo>
                  <a:pt x="174438" y="231934"/>
                  <a:pt x="215984" y="219266"/>
                  <a:pt x="236758" y="200406"/>
                </a:cubicBezTo>
                <a:lnTo>
                  <a:pt x="236758" y="225076"/>
                </a:lnTo>
                <a:cubicBezTo>
                  <a:pt x="236758" y="246412"/>
                  <a:pt x="191038" y="270224"/>
                  <a:pt x="125493" y="270224"/>
                </a:cubicBezTo>
                <a:close/>
                <a:moveTo>
                  <a:pt x="377617" y="200787"/>
                </a:moveTo>
                <a:cubicBezTo>
                  <a:pt x="369744" y="200787"/>
                  <a:pt x="363294" y="194310"/>
                  <a:pt x="363294" y="186404"/>
                </a:cubicBezTo>
                <a:cubicBezTo>
                  <a:pt x="363294" y="178499"/>
                  <a:pt x="369744" y="172022"/>
                  <a:pt x="377617" y="172022"/>
                </a:cubicBezTo>
                <a:cubicBezTo>
                  <a:pt x="385490" y="172022"/>
                  <a:pt x="391940" y="178499"/>
                  <a:pt x="391940" y="186404"/>
                </a:cubicBezTo>
                <a:cubicBezTo>
                  <a:pt x="391940" y="194310"/>
                  <a:pt x="385490" y="200787"/>
                  <a:pt x="377617" y="20078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480FCD08-D7E5-3C24-51ED-782C588D7FF9}"/>
              </a:ext>
            </a:extLst>
          </p:cNvPr>
          <p:cNvGrpSpPr/>
          <p:nvPr/>
        </p:nvGrpSpPr>
        <p:grpSpPr>
          <a:xfrm>
            <a:off x="568858" y="2847620"/>
            <a:ext cx="522212" cy="475646"/>
            <a:chOff x="4416368" y="3323266"/>
            <a:chExt cx="402578" cy="366680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1278B8A1-5048-133D-2116-915FAA17AE30}"/>
                </a:ext>
              </a:extLst>
            </p:cNvPr>
            <p:cNvSpPr/>
            <p:nvPr/>
          </p:nvSpPr>
          <p:spPr>
            <a:xfrm>
              <a:off x="4540438" y="3323266"/>
              <a:ext cx="278508" cy="366680"/>
            </a:xfrm>
            <a:custGeom>
              <a:avLst/>
              <a:gdLst>
                <a:gd name="connsiteX0" fmla="*/ 277545 w 278508"/>
                <a:gd name="connsiteY0" fmla="*/ 211423 h 366680"/>
                <a:gd name="connsiteX1" fmla="*/ 266542 w 278508"/>
                <a:gd name="connsiteY1" fmla="*/ 175228 h 366680"/>
                <a:gd name="connsiteX2" fmla="*/ 244820 w 278508"/>
                <a:gd name="connsiteY2" fmla="*/ 130651 h 366680"/>
                <a:gd name="connsiteX3" fmla="*/ 79109 w 278508"/>
                <a:gd name="connsiteY3" fmla="*/ 634 h 366680"/>
                <a:gd name="connsiteX4" fmla="*/ 5217 w 278508"/>
                <a:gd name="connsiteY4" fmla="*/ 28162 h 366680"/>
                <a:gd name="connsiteX5" fmla="*/ 3510 w 278508"/>
                <a:gd name="connsiteY5" fmla="*/ 38163 h 366680"/>
                <a:gd name="connsiteX6" fmla="*/ 13469 w 278508"/>
                <a:gd name="connsiteY6" fmla="*/ 39877 h 366680"/>
                <a:gd name="connsiteX7" fmla="*/ 80437 w 278508"/>
                <a:gd name="connsiteY7" fmla="*/ 14922 h 366680"/>
                <a:gd name="connsiteX8" fmla="*/ 230971 w 278508"/>
                <a:gd name="connsiteY8" fmla="*/ 134270 h 366680"/>
                <a:gd name="connsiteX9" fmla="*/ 231825 w 278508"/>
                <a:gd name="connsiteY9" fmla="*/ 136747 h 366680"/>
                <a:gd name="connsiteX10" fmla="*/ 253262 w 278508"/>
                <a:gd name="connsiteY10" fmla="*/ 180562 h 366680"/>
                <a:gd name="connsiteX11" fmla="*/ 263601 w 278508"/>
                <a:gd name="connsiteY11" fmla="*/ 214566 h 366680"/>
                <a:gd name="connsiteX12" fmla="*/ 263981 w 278508"/>
                <a:gd name="connsiteY12" fmla="*/ 215995 h 366680"/>
                <a:gd name="connsiteX13" fmla="*/ 263412 w 278508"/>
                <a:gd name="connsiteY13" fmla="*/ 220757 h 366680"/>
                <a:gd name="connsiteX14" fmla="*/ 259238 w 278508"/>
                <a:gd name="connsiteY14" fmla="*/ 222948 h 366680"/>
                <a:gd name="connsiteX15" fmla="*/ 237896 w 278508"/>
                <a:gd name="connsiteY15" fmla="*/ 222948 h 366680"/>
                <a:gd name="connsiteX16" fmla="*/ 230782 w 278508"/>
                <a:gd name="connsiteY16" fmla="*/ 229425 h 366680"/>
                <a:gd name="connsiteX17" fmla="*/ 226229 w 278508"/>
                <a:gd name="connsiteY17" fmla="*/ 276859 h 366680"/>
                <a:gd name="connsiteX18" fmla="*/ 201472 w 278508"/>
                <a:gd name="connsiteY18" fmla="*/ 302291 h 366680"/>
                <a:gd name="connsiteX19" fmla="*/ 161822 w 278508"/>
                <a:gd name="connsiteY19" fmla="*/ 306958 h 366680"/>
                <a:gd name="connsiteX20" fmla="*/ 155562 w 278508"/>
                <a:gd name="connsiteY20" fmla="*/ 314102 h 366680"/>
                <a:gd name="connsiteX21" fmla="*/ 155562 w 278508"/>
                <a:gd name="connsiteY21" fmla="*/ 352393 h 366680"/>
                <a:gd name="connsiteX22" fmla="*/ 14228 w 278508"/>
                <a:gd name="connsiteY22" fmla="*/ 352393 h 366680"/>
                <a:gd name="connsiteX23" fmla="*/ 14228 w 278508"/>
                <a:gd name="connsiteY23" fmla="*/ 272954 h 366680"/>
                <a:gd name="connsiteX24" fmla="*/ 7114 w 278508"/>
                <a:gd name="connsiteY24" fmla="*/ 265810 h 366680"/>
                <a:gd name="connsiteX25" fmla="*/ 0 w 278508"/>
                <a:gd name="connsiteY25" fmla="*/ 272954 h 366680"/>
                <a:gd name="connsiteX26" fmla="*/ 0 w 278508"/>
                <a:gd name="connsiteY26" fmla="*/ 359536 h 366680"/>
                <a:gd name="connsiteX27" fmla="*/ 7114 w 278508"/>
                <a:gd name="connsiteY27" fmla="*/ 366680 h 366680"/>
                <a:gd name="connsiteX28" fmla="*/ 162676 w 278508"/>
                <a:gd name="connsiteY28" fmla="*/ 366680 h 366680"/>
                <a:gd name="connsiteX29" fmla="*/ 169790 w 278508"/>
                <a:gd name="connsiteY29" fmla="*/ 359536 h 366680"/>
                <a:gd name="connsiteX30" fmla="*/ 169790 w 278508"/>
                <a:gd name="connsiteY30" fmla="*/ 320484 h 366680"/>
                <a:gd name="connsiteX31" fmla="*/ 203084 w 278508"/>
                <a:gd name="connsiteY31" fmla="*/ 316579 h 366680"/>
                <a:gd name="connsiteX32" fmla="*/ 240362 w 278508"/>
                <a:gd name="connsiteY32" fmla="*/ 278383 h 366680"/>
                <a:gd name="connsiteX33" fmla="*/ 244346 w 278508"/>
                <a:gd name="connsiteY33" fmla="*/ 237331 h 366680"/>
                <a:gd name="connsiteX34" fmla="*/ 259238 w 278508"/>
                <a:gd name="connsiteY34" fmla="*/ 237331 h 366680"/>
                <a:gd name="connsiteX35" fmla="*/ 275174 w 278508"/>
                <a:gd name="connsiteY35" fmla="*/ 228853 h 366680"/>
                <a:gd name="connsiteX36" fmla="*/ 277450 w 278508"/>
                <a:gd name="connsiteY36" fmla="*/ 211613 h 36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78508" h="366680">
                  <a:moveTo>
                    <a:pt x="277545" y="211423"/>
                  </a:moveTo>
                  <a:cubicBezTo>
                    <a:pt x="276976" y="208184"/>
                    <a:pt x="274130" y="194659"/>
                    <a:pt x="266542" y="175228"/>
                  </a:cubicBezTo>
                  <a:cubicBezTo>
                    <a:pt x="258953" y="155987"/>
                    <a:pt x="247666" y="135699"/>
                    <a:pt x="244820" y="130651"/>
                  </a:cubicBezTo>
                  <a:cubicBezTo>
                    <a:pt x="231161" y="50355"/>
                    <a:pt x="158692" y="-6700"/>
                    <a:pt x="79109" y="634"/>
                  </a:cubicBezTo>
                  <a:cubicBezTo>
                    <a:pt x="52739" y="3016"/>
                    <a:pt x="27128" y="12541"/>
                    <a:pt x="5217" y="28162"/>
                  </a:cubicBezTo>
                  <a:cubicBezTo>
                    <a:pt x="1992" y="30448"/>
                    <a:pt x="1233" y="34924"/>
                    <a:pt x="3510" y="38163"/>
                  </a:cubicBezTo>
                  <a:cubicBezTo>
                    <a:pt x="5786" y="41401"/>
                    <a:pt x="10244" y="42163"/>
                    <a:pt x="13469" y="39877"/>
                  </a:cubicBezTo>
                  <a:cubicBezTo>
                    <a:pt x="33389" y="25685"/>
                    <a:pt x="56533" y="17113"/>
                    <a:pt x="80437" y="14922"/>
                  </a:cubicBezTo>
                  <a:cubicBezTo>
                    <a:pt x="153001" y="8254"/>
                    <a:pt x="219115" y="60737"/>
                    <a:pt x="230971" y="134270"/>
                  </a:cubicBezTo>
                  <a:cubicBezTo>
                    <a:pt x="231066" y="135127"/>
                    <a:pt x="231446" y="135985"/>
                    <a:pt x="231825" y="136747"/>
                  </a:cubicBezTo>
                  <a:cubicBezTo>
                    <a:pt x="231920" y="136937"/>
                    <a:pt x="245105" y="159892"/>
                    <a:pt x="253262" y="180562"/>
                  </a:cubicBezTo>
                  <a:cubicBezTo>
                    <a:pt x="261230" y="200850"/>
                    <a:pt x="263601" y="214471"/>
                    <a:pt x="263601" y="214566"/>
                  </a:cubicBezTo>
                  <a:cubicBezTo>
                    <a:pt x="263601" y="215042"/>
                    <a:pt x="263791" y="215518"/>
                    <a:pt x="263981" y="215995"/>
                  </a:cubicBezTo>
                  <a:cubicBezTo>
                    <a:pt x="264835" y="218281"/>
                    <a:pt x="263981" y="220090"/>
                    <a:pt x="263412" y="220757"/>
                  </a:cubicBezTo>
                  <a:cubicBezTo>
                    <a:pt x="262843" y="221424"/>
                    <a:pt x="261609" y="222948"/>
                    <a:pt x="259238" y="222948"/>
                  </a:cubicBezTo>
                  <a:lnTo>
                    <a:pt x="237896" y="222948"/>
                  </a:lnTo>
                  <a:cubicBezTo>
                    <a:pt x="234196" y="222948"/>
                    <a:pt x="231161" y="225710"/>
                    <a:pt x="230782" y="229425"/>
                  </a:cubicBezTo>
                  <a:lnTo>
                    <a:pt x="226229" y="276859"/>
                  </a:lnTo>
                  <a:cubicBezTo>
                    <a:pt x="224995" y="290004"/>
                    <a:pt x="214562" y="300672"/>
                    <a:pt x="201472" y="302291"/>
                  </a:cubicBezTo>
                  <a:lnTo>
                    <a:pt x="161822" y="306958"/>
                  </a:lnTo>
                  <a:cubicBezTo>
                    <a:pt x="158218" y="307339"/>
                    <a:pt x="155562" y="310387"/>
                    <a:pt x="155562" y="314102"/>
                  </a:cubicBezTo>
                  <a:lnTo>
                    <a:pt x="155562" y="352393"/>
                  </a:lnTo>
                  <a:lnTo>
                    <a:pt x="14228" y="352393"/>
                  </a:lnTo>
                  <a:lnTo>
                    <a:pt x="14228" y="272954"/>
                  </a:lnTo>
                  <a:cubicBezTo>
                    <a:pt x="14228" y="269049"/>
                    <a:pt x="11003" y="265810"/>
                    <a:pt x="7114" y="265810"/>
                  </a:cubicBezTo>
                  <a:cubicBezTo>
                    <a:pt x="3225" y="265810"/>
                    <a:pt x="0" y="269049"/>
                    <a:pt x="0" y="272954"/>
                  </a:cubicBezTo>
                  <a:lnTo>
                    <a:pt x="0" y="359536"/>
                  </a:lnTo>
                  <a:cubicBezTo>
                    <a:pt x="0" y="363442"/>
                    <a:pt x="3225" y="366680"/>
                    <a:pt x="7114" y="366680"/>
                  </a:cubicBezTo>
                  <a:lnTo>
                    <a:pt x="162676" y="366680"/>
                  </a:lnTo>
                  <a:cubicBezTo>
                    <a:pt x="166565" y="366680"/>
                    <a:pt x="169790" y="363442"/>
                    <a:pt x="169790" y="359536"/>
                  </a:cubicBezTo>
                  <a:lnTo>
                    <a:pt x="169790" y="320484"/>
                  </a:lnTo>
                  <a:lnTo>
                    <a:pt x="203084" y="316579"/>
                  </a:lnTo>
                  <a:cubicBezTo>
                    <a:pt x="222814" y="314293"/>
                    <a:pt x="238465" y="298195"/>
                    <a:pt x="240362" y="278383"/>
                  </a:cubicBezTo>
                  <a:lnTo>
                    <a:pt x="244346" y="237331"/>
                  </a:lnTo>
                  <a:lnTo>
                    <a:pt x="259238" y="237331"/>
                  </a:lnTo>
                  <a:cubicBezTo>
                    <a:pt x="265593" y="237331"/>
                    <a:pt x="271569" y="234187"/>
                    <a:pt x="275174" y="228853"/>
                  </a:cubicBezTo>
                  <a:cubicBezTo>
                    <a:pt x="278589" y="223805"/>
                    <a:pt x="279442" y="217328"/>
                    <a:pt x="277450" y="21161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E697330B-8FCE-B6AC-6BEB-2DB891617AC1}"/>
                </a:ext>
              </a:extLst>
            </p:cNvPr>
            <p:cNvSpPr/>
            <p:nvPr/>
          </p:nvSpPr>
          <p:spPr>
            <a:xfrm>
              <a:off x="4416368" y="3461441"/>
              <a:ext cx="242448" cy="44100"/>
            </a:xfrm>
            <a:custGeom>
              <a:avLst/>
              <a:gdLst>
                <a:gd name="connsiteX0" fmla="*/ 201377 w 242448"/>
                <a:gd name="connsiteY0" fmla="*/ 30480 h 44100"/>
                <a:gd name="connsiteX1" fmla="*/ 220917 w 242448"/>
                <a:gd name="connsiteY1" fmla="*/ 43243 h 44100"/>
                <a:gd name="connsiteX2" fmla="*/ 242449 w 242448"/>
                <a:gd name="connsiteY2" fmla="*/ 21622 h 44100"/>
                <a:gd name="connsiteX3" fmla="*/ 220917 w 242448"/>
                <a:gd name="connsiteY3" fmla="*/ 0 h 44100"/>
                <a:gd name="connsiteX4" fmla="*/ 200238 w 242448"/>
                <a:gd name="connsiteY4" fmla="*/ 16097 h 44100"/>
                <a:gd name="connsiteX5" fmla="*/ 42021 w 242448"/>
                <a:gd name="connsiteY5" fmla="*/ 16097 h 44100"/>
                <a:gd name="connsiteX6" fmla="*/ 21532 w 242448"/>
                <a:gd name="connsiteY6" fmla="*/ 857 h 44100"/>
                <a:gd name="connsiteX7" fmla="*/ 0 w 242448"/>
                <a:gd name="connsiteY7" fmla="*/ 22479 h 44100"/>
                <a:gd name="connsiteX8" fmla="*/ 21532 w 242448"/>
                <a:gd name="connsiteY8" fmla="*/ 44101 h 44100"/>
                <a:gd name="connsiteX9" fmla="*/ 41452 w 242448"/>
                <a:gd name="connsiteY9" fmla="*/ 30480 h 44100"/>
                <a:gd name="connsiteX10" fmla="*/ 201377 w 242448"/>
                <a:gd name="connsiteY10" fmla="*/ 30480 h 44100"/>
                <a:gd name="connsiteX11" fmla="*/ 220917 w 242448"/>
                <a:gd name="connsiteY11" fmla="*/ 12478 h 44100"/>
                <a:gd name="connsiteX12" fmla="*/ 230118 w 242448"/>
                <a:gd name="connsiteY12" fmla="*/ 21717 h 44100"/>
                <a:gd name="connsiteX13" fmla="*/ 220917 w 242448"/>
                <a:gd name="connsiteY13" fmla="*/ 30956 h 44100"/>
                <a:gd name="connsiteX14" fmla="*/ 211716 w 242448"/>
                <a:gd name="connsiteY14" fmla="*/ 21717 h 44100"/>
                <a:gd name="connsiteX15" fmla="*/ 220917 w 242448"/>
                <a:gd name="connsiteY15" fmla="*/ 12478 h 44100"/>
                <a:gd name="connsiteX16" fmla="*/ 21532 w 242448"/>
                <a:gd name="connsiteY16" fmla="*/ 31718 h 44100"/>
                <a:gd name="connsiteX17" fmla="*/ 12331 w 242448"/>
                <a:gd name="connsiteY17" fmla="*/ 22479 h 44100"/>
                <a:gd name="connsiteX18" fmla="*/ 21532 w 242448"/>
                <a:gd name="connsiteY18" fmla="*/ 13240 h 44100"/>
                <a:gd name="connsiteX19" fmla="*/ 30353 w 242448"/>
                <a:gd name="connsiteY19" fmla="*/ 20479 h 44100"/>
                <a:gd name="connsiteX20" fmla="*/ 29784 w 242448"/>
                <a:gd name="connsiteY20" fmla="*/ 23241 h 44100"/>
                <a:gd name="connsiteX21" fmla="*/ 30164 w 242448"/>
                <a:gd name="connsiteY21" fmla="*/ 25241 h 44100"/>
                <a:gd name="connsiteX22" fmla="*/ 21532 w 242448"/>
                <a:gd name="connsiteY22" fmla="*/ 31718 h 4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2448" h="44100">
                  <a:moveTo>
                    <a:pt x="201377" y="30480"/>
                  </a:moveTo>
                  <a:cubicBezTo>
                    <a:pt x="204791" y="38005"/>
                    <a:pt x="212190" y="43243"/>
                    <a:pt x="220917" y="43243"/>
                  </a:cubicBezTo>
                  <a:cubicBezTo>
                    <a:pt x="232774" y="43243"/>
                    <a:pt x="242449" y="33528"/>
                    <a:pt x="242449" y="21622"/>
                  </a:cubicBezTo>
                  <a:cubicBezTo>
                    <a:pt x="242449" y="9715"/>
                    <a:pt x="232774" y="0"/>
                    <a:pt x="220917" y="0"/>
                  </a:cubicBezTo>
                  <a:cubicBezTo>
                    <a:pt x="210957" y="0"/>
                    <a:pt x="202610" y="6858"/>
                    <a:pt x="200238" y="16097"/>
                  </a:cubicBezTo>
                  <a:lnTo>
                    <a:pt x="42021" y="16097"/>
                  </a:lnTo>
                  <a:cubicBezTo>
                    <a:pt x="39270" y="7334"/>
                    <a:pt x="31207" y="857"/>
                    <a:pt x="21532" y="857"/>
                  </a:cubicBezTo>
                  <a:cubicBezTo>
                    <a:pt x="9675" y="857"/>
                    <a:pt x="0" y="10573"/>
                    <a:pt x="0" y="22479"/>
                  </a:cubicBezTo>
                  <a:cubicBezTo>
                    <a:pt x="0" y="34385"/>
                    <a:pt x="9675" y="44101"/>
                    <a:pt x="21532" y="44101"/>
                  </a:cubicBezTo>
                  <a:cubicBezTo>
                    <a:pt x="30638" y="44101"/>
                    <a:pt x="38321" y="38481"/>
                    <a:pt x="41452" y="30480"/>
                  </a:cubicBezTo>
                  <a:lnTo>
                    <a:pt x="201377" y="30480"/>
                  </a:lnTo>
                  <a:close/>
                  <a:moveTo>
                    <a:pt x="220917" y="12478"/>
                  </a:moveTo>
                  <a:cubicBezTo>
                    <a:pt x="225944" y="12478"/>
                    <a:pt x="230118" y="16573"/>
                    <a:pt x="230118" y="21717"/>
                  </a:cubicBezTo>
                  <a:cubicBezTo>
                    <a:pt x="230118" y="26860"/>
                    <a:pt x="226039" y="30956"/>
                    <a:pt x="220917" y="30956"/>
                  </a:cubicBezTo>
                  <a:cubicBezTo>
                    <a:pt x="215795" y="30956"/>
                    <a:pt x="211716" y="26860"/>
                    <a:pt x="211716" y="21717"/>
                  </a:cubicBezTo>
                  <a:cubicBezTo>
                    <a:pt x="211716" y="16573"/>
                    <a:pt x="215795" y="12478"/>
                    <a:pt x="220917" y="12478"/>
                  </a:cubicBezTo>
                  <a:close/>
                  <a:moveTo>
                    <a:pt x="21532" y="31718"/>
                  </a:moveTo>
                  <a:cubicBezTo>
                    <a:pt x="16505" y="31718"/>
                    <a:pt x="12331" y="27622"/>
                    <a:pt x="12331" y="22479"/>
                  </a:cubicBezTo>
                  <a:cubicBezTo>
                    <a:pt x="12331" y="17335"/>
                    <a:pt x="16410" y="13240"/>
                    <a:pt x="21532" y="13240"/>
                  </a:cubicBezTo>
                  <a:cubicBezTo>
                    <a:pt x="25895" y="13240"/>
                    <a:pt x="29405" y="16383"/>
                    <a:pt x="30353" y="20479"/>
                  </a:cubicBezTo>
                  <a:cubicBezTo>
                    <a:pt x="29974" y="21336"/>
                    <a:pt x="29784" y="22288"/>
                    <a:pt x="29784" y="23241"/>
                  </a:cubicBezTo>
                  <a:cubicBezTo>
                    <a:pt x="29784" y="23908"/>
                    <a:pt x="29974" y="24574"/>
                    <a:pt x="30164" y="25241"/>
                  </a:cubicBezTo>
                  <a:cubicBezTo>
                    <a:pt x="29026" y="28956"/>
                    <a:pt x="25611" y="31718"/>
                    <a:pt x="21532" y="31718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BD359E1-8530-A633-230C-4BE63BB80A8D}"/>
                </a:ext>
              </a:extLst>
            </p:cNvPr>
            <p:cNvSpPr/>
            <p:nvPr/>
          </p:nvSpPr>
          <p:spPr>
            <a:xfrm>
              <a:off x="4471573" y="3364286"/>
              <a:ext cx="187243" cy="78676"/>
            </a:xfrm>
            <a:custGeom>
              <a:avLst/>
              <a:gdLst>
                <a:gd name="connsiteX0" fmla="*/ 7019 w 187243"/>
                <a:gd name="connsiteY0" fmla="*/ 78677 h 78676"/>
                <a:gd name="connsiteX1" fmla="*/ 88025 w 187243"/>
                <a:gd name="connsiteY1" fmla="*/ 78677 h 78676"/>
                <a:gd name="connsiteX2" fmla="*/ 92104 w 187243"/>
                <a:gd name="connsiteY2" fmla="*/ 77343 h 78676"/>
                <a:gd name="connsiteX3" fmla="*/ 150155 w 187243"/>
                <a:gd name="connsiteY3" fmla="*/ 36481 h 78676"/>
                <a:gd name="connsiteX4" fmla="*/ 165711 w 187243"/>
                <a:gd name="connsiteY4" fmla="*/ 43244 h 78676"/>
                <a:gd name="connsiteX5" fmla="*/ 187243 w 187243"/>
                <a:gd name="connsiteY5" fmla="*/ 21622 h 78676"/>
                <a:gd name="connsiteX6" fmla="*/ 165711 w 187243"/>
                <a:gd name="connsiteY6" fmla="*/ 0 h 78676"/>
                <a:gd name="connsiteX7" fmla="*/ 144179 w 187243"/>
                <a:gd name="connsiteY7" fmla="*/ 21622 h 78676"/>
                <a:gd name="connsiteX8" fmla="*/ 144369 w 187243"/>
                <a:gd name="connsiteY8" fmla="*/ 23050 h 78676"/>
                <a:gd name="connsiteX9" fmla="*/ 85844 w 187243"/>
                <a:gd name="connsiteY9" fmla="*/ 64294 h 78676"/>
                <a:gd name="connsiteX10" fmla="*/ 7114 w 187243"/>
                <a:gd name="connsiteY10" fmla="*/ 64294 h 78676"/>
                <a:gd name="connsiteX11" fmla="*/ 0 w 187243"/>
                <a:gd name="connsiteY11" fmla="*/ 71438 h 78676"/>
                <a:gd name="connsiteX12" fmla="*/ 7114 w 187243"/>
                <a:gd name="connsiteY12" fmla="*/ 78581 h 78676"/>
                <a:gd name="connsiteX13" fmla="*/ 165711 w 187243"/>
                <a:gd name="connsiteY13" fmla="*/ 12573 h 78676"/>
                <a:gd name="connsiteX14" fmla="*/ 174912 w 187243"/>
                <a:gd name="connsiteY14" fmla="*/ 21812 h 78676"/>
                <a:gd name="connsiteX15" fmla="*/ 165711 w 187243"/>
                <a:gd name="connsiteY15" fmla="*/ 31052 h 78676"/>
                <a:gd name="connsiteX16" fmla="*/ 156510 w 187243"/>
                <a:gd name="connsiteY16" fmla="*/ 21812 h 78676"/>
                <a:gd name="connsiteX17" fmla="*/ 165711 w 187243"/>
                <a:gd name="connsiteY17" fmla="*/ 12573 h 7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243" h="78676">
                  <a:moveTo>
                    <a:pt x="7019" y="78677"/>
                  </a:moveTo>
                  <a:lnTo>
                    <a:pt x="88025" y="78677"/>
                  </a:lnTo>
                  <a:cubicBezTo>
                    <a:pt x="89448" y="78677"/>
                    <a:pt x="90871" y="78200"/>
                    <a:pt x="92104" y="77343"/>
                  </a:cubicBezTo>
                  <a:lnTo>
                    <a:pt x="150155" y="36481"/>
                  </a:lnTo>
                  <a:cubicBezTo>
                    <a:pt x="154044" y="40672"/>
                    <a:pt x="159546" y="43244"/>
                    <a:pt x="165711" y="43244"/>
                  </a:cubicBezTo>
                  <a:cubicBezTo>
                    <a:pt x="177568" y="43244"/>
                    <a:pt x="187243" y="33528"/>
                    <a:pt x="187243" y="21622"/>
                  </a:cubicBezTo>
                  <a:cubicBezTo>
                    <a:pt x="187243" y="9716"/>
                    <a:pt x="177568" y="0"/>
                    <a:pt x="165711" y="0"/>
                  </a:cubicBezTo>
                  <a:cubicBezTo>
                    <a:pt x="153854" y="0"/>
                    <a:pt x="144179" y="9716"/>
                    <a:pt x="144179" y="21622"/>
                  </a:cubicBezTo>
                  <a:cubicBezTo>
                    <a:pt x="144179" y="22098"/>
                    <a:pt x="144274" y="22574"/>
                    <a:pt x="144369" y="23050"/>
                  </a:cubicBezTo>
                  <a:lnTo>
                    <a:pt x="85844" y="64294"/>
                  </a:lnTo>
                  <a:lnTo>
                    <a:pt x="7114" y="64294"/>
                  </a:lnTo>
                  <a:cubicBezTo>
                    <a:pt x="3225" y="64294"/>
                    <a:pt x="0" y="67532"/>
                    <a:pt x="0" y="71438"/>
                  </a:cubicBezTo>
                  <a:cubicBezTo>
                    <a:pt x="0" y="75343"/>
                    <a:pt x="3225" y="78581"/>
                    <a:pt x="7114" y="78581"/>
                  </a:cubicBezTo>
                  <a:close/>
                  <a:moveTo>
                    <a:pt x="165711" y="12573"/>
                  </a:moveTo>
                  <a:cubicBezTo>
                    <a:pt x="170739" y="12573"/>
                    <a:pt x="174912" y="16669"/>
                    <a:pt x="174912" y="21812"/>
                  </a:cubicBezTo>
                  <a:cubicBezTo>
                    <a:pt x="174912" y="26956"/>
                    <a:pt x="170833" y="31052"/>
                    <a:pt x="165711" y="31052"/>
                  </a:cubicBezTo>
                  <a:cubicBezTo>
                    <a:pt x="160589" y="31052"/>
                    <a:pt x="156510" y="26956"/>
                    <a:pt x="156510" y="21812"/>
                  </a:cubicBezTo>
                  <a:cubicBezTo>
                    <a:pt x="156510" y="16669"/>
                    <a:pt x="160589" y="12573"/>
                    <a:pt x="165711" y="1257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A1598D94-66DD-00DB-CEFE-DE4A261CBC78}"/>
                </a:ext>
              </a:extLst>
            </p:cNvPr>
            <p:cNvSpPr/>
            <p:nvPr/>
          </p:nvSpPr>
          <p:spPr>
            <a:xfrm>
              <a:off x="4471573" y="3529259"/>
              <a:ext cx="187338" cy="75247"/>
            </a:xfrm>
            <a:custGeom>
              <a:avLst/>
              <a:gdLst>
                <a:gd name="connsiteX0" fmla="*/ 144274 w 187338"/>
                <a:gd name="connsiteY0" fmla="*/ 52864 h 75247"/>
                <a:gd name="connsiteX1" fmla="*/ 144274 w 187338"/>
                <a:gd name="connsiteY1" fmla="*/ 53626 h 75247"/>
                <a:gd name="connsiteX2" fmla="*/ 165806 w 187338"/>
                <a:gd name="connsiteY2" fmla="*/ 75248 h 75247"/>
                <a:gd name="connsiteX3" fmla="*/ 187338 w 187338"/>
                <a:gd name="connsiteY3" fmla="*/ 53626 h 75247"/>
                <a:gd name="connsiteX4" fmla="*/ 165806 w 187338"/>
                <a:gd name="connsiteY4" fmla="*/ 32004 h 75247"/>
                <a:gd name="connsiteX5" fmla="*/ 149776 w 187338"/>
                <a:gd name="connsiteY5" fmla="*/ 39338 h 75247"/>
                <a:gd name="connsiteX6" fmla="*/ 92009 w 187338"/>
                <a:gd name="connsiteY6" fmla="*/ 1143 h 75247"/>
                <a:gd name="connsiteX7" fmla="*/ 88120 w 187338"/>
                <a:gd name="connsiteY7" fmla="*/ 0 h 75247"/>
                <a:gd name="connsiteX8" fmla="*/ 7114 w 187338"/>
                <a:gd name="connsiteY8" fmla="*/ 0 h 75247"/>
                <a:gd name="connsiteX9" fmla="*/ 0 w 187338"/>
                <a:gd name="connsiteY9" fmla="*/ 7144 h 75247"/>
                <a:gd name="connsiteX10" fmla="*/ 7114 w 187338"/>
                <a:gd name="connsiteY10" fmla="*/ 14288 h 75247"/>
                <a:gd name="connsiteX11" fmla="*/ 86033 w 187338"/>
                <a:gd name="connsiteY11" fmla="*/ 14288 h 75247"/>
                <a:gd name="connsiteX12" fmla="*/ 144369 w 187338"/>
                <a:gd name="connsiteY12" fmla="*/ 52864 h 75247"/>
                <a:gd name="connsiteX13" fmla="*/ 165711 w 187338"/>
                <a:gd name="connsiteY13" fmla="*/ 44387 h 75247"/>
                <a:gd name="connsiteX14" fmla="*/ 174912 w 187338"/>
                <a:gd name="connsiteY14" fmla="*/ 53626 h 75247"/>
                <a:gd name="connsiteX15" fmla="*/ 165711 w 187338"/>
                <a:gd name="connsiteY15" fmla="*/ 62865 h 75247"/>
                <a:gd name="connsiteX16" fmla="*/ 156510 w 187338"/>
                <a:gd name="connsiteY16" fmla="*/ 53626 h 75247"/>
                <a:gd name="connsiteX17" fmla="*/ 165711 w 187338"/>
                <a:gd name="connsiteY17" fmla="*/ 44387 h 7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338" h="75247">
                  <a:moveTo>
                    <a:pt x="144274" y="52864"/>
                  </a:moveTo>
                  <a:cubicBezTo>
                    <a:pt x="144274" y="52864"/>
                    <a:pt x="144274" y="53340"/>
                    <a:pt x="144274" y="53626"/>
                  </a:cubicBezTo>
                  <a:cubicBezTo>
                    <a:pt x="144274" y="65532"/>
                    <a:pt x="153949" y="75248"/>
                    <a:pt x="165806" y="75248"/>
                  </a:cubicBezTo>
                  <a:cubicBezTo>
                    <a:pt x="177663" y="75248"/>
                    <a:pt x="187338" y="65532"/>
                    <a:pt x="187338" y="53626"/>
                  </a:cubicBezTo>
                  <a:cubicBezTo>
                    <a:pt x="187338" y="41720"/>
                    <a:pt x="177663" y="32004"/>
                    <a:pt x="165806" y="32004"/>
                  </a:cubicBezTo>
                  <a:cubicBezTo>
                    <a:pt x="159451" y="32004"/>
                    <a:pt x="153760" y="34862"/>
                    <a:pt x="149776" y="39338"/>
                  </a:cubicBezTo>
                  <a:lnTo>
                    <a:pt x="92009" y="1143"/>
                  </a:lnTo>
                  <a:cubicBezTo>
                    <a:pt x="90871" y="381"/>
                    <a:pt x="89448" y="0"/>
                    <a:pt x="88120" y="0"/>
                  </a:cubicBezTo>
                  <a:lnTo>
                    <a:pt x="7114" y="0"/>
                  </a:lnTo>
                  <a:cubicBezTo>
                    <a:pt x="3225" y="0"/>
                    <a:pt x="0" y="3239"/>
                    <a:pt x="0" y="7144"/>
                  </a:cubicBezTo>
                  <a:cubicBezTo>
                    <a:pt x="0" y="11049"/>
                    <a:pt x="3225" y="14288"/>
                    <a:pt x="7114" y="14288"/>
                  </a:cubicBezTo>
                  <a:lnTo>
                    <a:pt x="86033" y="14288"/>
                  </a:lnTo>
                  <a:lnTo>
                    <a:pt x="144369" y="52864"/>
                  </a:lnTo>
                  <a:close/>
                  <a:moveTo>
                    <a:pt x="165711" y="44387"/>
                  </a:moveTo>
                  <a:cubicBezTo>
                    <a:pt x="170739" y="44387"/>
                    <a:pt x="174912" y="48482"/>
                    <a:pt x="174912" y="53626"/>
                  </a:cubicBezTo>
                  <a:cubicBezTo>
                    <a:pt x="174912" y="58769"/>
                    <a:pt x="170833" y="62865"/>
                    <a:pt x="165711" y="62865"/>
                  </a:cubicBezTo>
                  <a:cubicBezTo>
                    <a:pt x="160589" y="62865"/>
                    <a:pt x="156510" y="58769"/>
                    <a:pt x="156510" y="53626"/>
                  </a:cubicBezTo>
                  <a:cubicBezTo>
                    <a:pt x="156510" y="48482"/>
                    <a:pt x="160589" y="44387"/>
                    <a:pt x="165711" y="44387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9C020F2A-4BDF-CE2A-FCF4-C3E3F7A5FDA7}"/>
              </a:ext>
            </a:extLst>
          </p:cNvPr>
          <p:cNvGrpSpPr/>
          <p:nvPr/>
        </p:nvGrpSpPr>
        <p:grpSpPr>
          <a:xfrm>
            <a:off x="1346733" y="2847620"/>
            <a:ext cx="522212" cy="475646"/>
            <a:chOff x="4416368" y="3323266"/>
            <a:chExt cx="402578" cy="366680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2A6F5CED-E85E-C326-7B76-095FAE122899}"/>
                </a:ext>
              </a:extLst>
            </p:cNvPr>
            <p:cNvSpPr/>
            <p:nvPr/>
          </p:nvSpPr>
          <p:spPr>
            <a:xfrm>
              <a:off x="4540438" y="3323266"/>
              <a:ext cx="278508" cy="366680"/>
            </a:xfrm>
            <a:custGeom>
              <a:avLst/>
              <a:gdLst>
                <a:gd name="connsiteX0" fmla="*/ 277545 w 278508"/>
                <a:gd name="connsiteY0" fmla="*/ 211423 h 366680"/>
                <a:gd name="connsiteX1" fmla="*/ 266542 w 278508"/>
                <a:gd name="connsiteY1" fmla="*/ 175228 h 366680"/>
                <a:gd name="connsiteX2" fmla="*/ 244820 w 278508"/>
                <a:gd name="connsiteY2" fmla="*/ 130651 h 366680"/>
                <a:gd name="connsiteX3" fmla="*/ 79109 w 278508"/>
                <a:gd name="connsiteY3" fmla="*/ 634 h 366680"/>
                <a:gd name="connsiteX4" fmla="*/ 5217 w 278508"/>
                <a:gd name="connsiteY4" fmla="*/ 28162 h 366680"/>
                <a:gd name="connsiteX5" fmla="*/ 3510 w 278508"/>
                <a:gd name="connsiteY5" fmla="*/ 38163 h 366680"/>
                <a:gd name="connsiteX6" fmla="*/ 13469 w 278508"/>
                <a:gd name="connsiteY6" fmla="*/ 39877 h 366680"/>
                <a:gd name="connsiteX7" fmla="*/ 80437 w 278508"/>
                <a:gd name="connsiteY7" fmla="*/ 14922 h 366680"/>
                <a:gd name="connsiteX8" fmla="*/ 230971 w 278508"/>
                <a:gd name="connsiteY8" fmla="*/ 134270 h 366680"/>
                <a:gd name="connsiteX9" fmla="*/ 231825 w 278508"/>
                <a:gd name="connsiteY9" fmla="*/ 136747 h 366680"/>
                <a:gd name="connsiteX10" fmla="*/ 253262 w 278508"/>
                <a:gd name="connsiteY10" fmla="*/ 180562 h 366680"/>
                <a:gd name="connsiteX11" fmla="*/ 263601 w 278508"/>
                <a:gd name="connsiteY11" fmla="*/ 214566 h 366680"/>
                <a:gd name="connsiteX12" fmla="*/ 263981 w 278508"/>
                <a:gd name="connsiteY12" fmla="*/ 215995 h 366680"/>
                <a:gd name="connsiteX13" fmla="*/ 263412 w 278508"/>
                <a:gd name="connsiteY13" fmla="*/ 220757 h 366680"/>
                <a:gd name="connsiteX14" fmla="*/ 259238 w 278508"/>
                <a:gd name="connsiteY14" fmla="*/ 222948 h 366680"/>
                <a:gd name="connsiteX15" fmla="*/ 237896 w 278508"/>
                <a:gd name="connsiteY15" fmla="*/ 222948 h 366680"/>
                <a:gd name="connsiteX16" fmla="*/ 230782 w 278508"/>
                <a:gd name="connsiteY16" fmla="*/ 229425 h 366680"/>
                <a:gd name="connsiteX17" fmla="*/ 226229 w 278508"/>
                <a:gd name="connsiteY17" fmla="*/ 276859 h 366680"/>
                <a:gd name="connsiteX18" fmla="*/ 201472 w 278508"/>
                <a:gd name="connsiteY18" fmla="*/ 302291 h 366680"/>
                <a:gd name="connsiteX19" fmla="*/ 161822 w 278508"/>
                <a:gd name="connsiteY19" fmla="*/ 306958 h 366680"/>
                <a:gd name="connsiteX20" fmla="*/ 155562 w 278508"/>
                <a:gd name="connsiteY20" fmla="*/ 314102 h 366680"/>
                <a:gd name="connsiteX21" fmla="*/ 155562 w 278508"/>
                <a:gd name="connsiteY21" fmla="*/ 352393 h 366680"/>
                <a:gd name="connsiteX22" fmla="*/ 14228 w 278508"/>
                <a:gd name="connsiteY22" fmla="*/ 352393 h 366680"/>
                <a:gd name="connsiteX23" fmla="*/ 14228 w 278508"/>
                <a:gd name="connsiteY23" fmla="*/ 272954 h 366680"/>
                <a:gd name="connsiteX24" fmla="*/ 7114 w 278508"/>
                <a:gd name="connsiteY24" fmla="*/ 265810 h 366680"/>
                <a:gd name="connsiteX25" fmla="*/ 0 w 278508"/>
                <a:gd name="connsiteY25" fmla="*/ 272954 h 366680"/>
                <a:gd name="connsiteX26" fmla="*/ 0 w 278508"/>
                <a:gd name="connsiteY26" fmla="*/ 359536 h 366680"/>
                <a:gd name="connsiteX27" fmla="*/ 7114 w 278508"/>
                <a:gd name="connsiteY27" fmla="*/ 366680 h 366680"/>
                <a:gd name="connsiteX28" fmla="*/ 162676 w 278508"/>
                <a:gd name="connsiteY28" fmla="*/ 366680 h 366680"/>
                <a:gd name="connsiteX29" fmla="*/ 169790 w 278508"/>
                <a:gd name="connsiteY29" fmla="*/ 359536 h 366680"/>
                <a:gd name="connsiteX30" fmla="*/ 169790 w 278508"/>
                <a:gd name="connsiteY30" fmla="*/ 320484 h 366680"/>
                <a:gd name="connsiteX31" fmla="*/ 203084 w 278508"/>
                <a:gd name="connsiteY31" fmla="*/ 316579 h 366680"/>
                <a:gd name="connsiteX32" fmla="*/ 240362 w 278508"/>
                <a:gd name="connsiteY32" fmla="*/ 278383 h 366680"/>
                <a:gd name="connsiteX33" fmla="*/ 244346 w 278508"/>
                <a:gd name="connsiteY33" fmla="*/ 237331 h 366680"/>
                <a:gd name="connsiteX34" fmla="*/ 259238 w 278508"/>
                <a:gd name="connsiteY34" fmla="*/ 237331 h 366680"/>
                <a:gd name="connsiteX35" fmla="*/ 275174 w 278508"/>
                <a:gd name="connsiteY35" fmla="*/ 228853 h 366680"/>
                <a:gd name="connsiteX36" fmla="*/ 277450 w 278508"/>
                <a:gd name="connsiteY36" fmla="*/ 211613 h 36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78508" h="366680">
                  <a:moveTo>
                    <a:pt x="277545" y="211423"/>
                  </a:moveTo>
                  <a:cubicBezTo>
                    <a:pt x="276976" y="208184"/>
                    <a:pt x="274130" y="194659"/>
                    <a:pt x="266542" y="175228"/>
                  </a:cubicBezTo>
                  <a:cubicBezTo>
                    <a:pt x="258953" y="155987"/>
                    <a:pt x="247666" y="135699"/>
                    <a:pt x="244820" y="130651"/>
                  </a:cubicBezTo>
                  <a:cubicBezTo>
                    <a:pt x="231161" y="50355"/>
                    <a:pt x="158692" y="-6700"/>
                    <a:pt x="79109" y="634"/>
                  </a:cubicBezTo>
                  <a:cubicBezTo>
                    <a:pt x="52739" y="3016"/>
                    <a:pt x="27128" y="12541"/>
                    <a:pt x="5217" y="28162"/>
                  </a:cubicBezTo>
                  <a:cubicBezTo>
                    <a:pt x="1992" y="30448"/>
                    <a:pt x="1233" y="34924"/>
                    <a:pt x="3510" y="38163"/>
                  </a:cubicBezTo>
                  <a:cubicBezTo>
                    <a:pt x="5786" y="41401"/>
                    <a:pt x="10244" y="42163"/>
                    <a:pt x="13469" y="39877"/>
                  </a:cubicBezTo>
                  <a:cubicBezTo>
                    <a:pt x="33389" y="25685"/>
                    <a:pt x="56533" y="17113"/>
                    <a:pt x="80437" y="14922"/>
                  </a:cubicBezTo>
                  <a:cubicBezTo>
                    <a:pt x="153001" y="8254"/>
                    <a:pt x="219115" y="60737"/>
                    <a:pt x="230971" y="134270"/>
                  </a:cubicBezTo>
                  <a:cubicBezTo>
                    <a:pt x="231066" y="135127"/>
                    <a:pt x="231446" y="135985"/>
                    <a:pt x="231825" y="136747"/>
                  </a:cubicBezTo>
                  <a:cubicBezTo>
                    <a:pt x="231920" y="136937"/>
                    <a:pt x="245105" y="159892"/>
                    <a:pt x="253262" y="180562"/>
                  </a:cubicBezTo>
                  <a:cubicBezTo>
                    <a:pt x="261230" y="200850"/>
                    <a:pt x="263601" y="214471"/>
                    <a:pt x="263601" y="214566"/>
                  </a:cubicBezTo>
                  <a:cubicBezTo>
                    <a:pt x="263601" y="215042"/>
                    <a:pt x="263791" y="215518"/>
                    <a:pt x="263981" y="215995"/>
                  </a:cubicBezTo>
                  <a:cubicBezTo>
                    <a:pt x="264835" y="218281"/>
                    <a:pt x="263981" y="220090"/>
                    <a:pt x="263412" y="220757"/>
                  </a:cubicBezTo>
                  <a:cubicBezTo>
                    <a:pt x="262843" y="221424"/>
                    <a:pt x="261609" y="222948"/>
                    <a:pt x="259238" y="222948"/>
                  </a:cubicBezTo>
                  <a:lnTo>
                    <a:pt x="237896" y="222948"/>
                  </a:lnTo>
                  <a:cubicBezTo>
                    <a:pt x="234196" y="222948"/>
                    <a:pt x="231161" y="225710"/>
                    <a:pt x="230782" y="229425"/>
                  </a:cubicBezTo>
                  <a:lnTo>
                    <a:pt x="226229" y="276859"/>
                  </a:lnTo>
                  <a:cubicBezTo>
                    <a:pt x="224995" y="290004"/>
                    <a:pt x="214562" y="300672"/>
                    <a:pt x="201472" y="302291"/>
                  </a:cubicBezTo>
                  <a:lnTo>
                    <a:pt x="161822" y="306958"/>
                  </a:lnTo>
                  <a:cubicBezTo>
                    <a:pt x="158218" y="307339"/>
                    <a:pt x="155562" y="310387"/>
                    <a:pt x="155562" y="314102"/>
                  </a:cubicBezTo>
                  <a:lnTo>
                    <a:pt x="155562" y="352393"/>
                  </a:lnTo>
                  <a:lnTo>
                    <a:pt x="14228" y="352393"/>
                  </a:lnTo>
                  <a:lnTo>
                    <a:pt x="14228" y="272954"/>
                  </a:lnTo>
                  <a:cubicBezTo>
                    <a:pt x="14228" y="269049"/>
                    <a:pt x="11003" y="265810"/>
                    <a:pt x="7114" y="265810"/>
                  </a:cubicBezTo>
                  <a:cubicBezTo>
                    <a:pt x="3225" y="265810"/>
                    <a:pt x="0" y="269049"/>
                    <a:pt x="0" y="272954"/>
                  </a:cubicBezTo>
                  <a:lnTo>
                    <a:pt x="0" y="359536"/>
                  </a:lnTo>
                  <a:cubicBezTo>
                    <a:pt x="0" y="363442"/>
                    <a:pt x="3225" y="366680"/>
                    <a:pt x="7114" y="366680"/>
                  </a:cubicBezTo>
                  <a:lnTo>
                    <a:pt x="162676" y="366680"/>
                  </a:lnTo>
                  <a:cubicBezTo>
                    <a:pt x="166565" y="366680"/>
                    <a:pt x="169790" y="363442"/>
                    <a:pt x="169790" y="359536"/>
                  </a:cubicBezTo>
                  <a:lnTo>
                    <a:pt x="169790" y="320484"/>
                  </a:lnTo>
                  <a:lnTo>
                    <a:pt x="203084" y="316579"/>
                  </a:lnTo>
                  <a:cubicBezTo>
                    <a:pt x="222814" y="314293"/>
                    <a:pt x="238465" y="298195"/>
                    <a:pt x="240362" y="278383"/>
                  </a:cubicBezTo>
                  <a:lnTo>
                    <a:pt x="244346" y="237331"/>
                  </a:lnTo>
                  <a:lnTo>
                    <a:pt x="259238" y="237331"/>
                  </a:lnTo>
                  <a:cubicBezTo>
                    <a:pt x="265593" y="237331"/>
                    <a:pt x="271569" y="234187"/>
                    <a:pt x="275174" y="228853"/>
                  </a:cubicBezTo>
                  <a:cubicBezTo>
                    <a:pt x="278589" y="223805"/>
                    <a:pt x="279442" y="217328"/>
                    <a:pt x="277450" y="211613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C45B8B-08BC-B75C-E70B-32F722BD2D91}"/>
                </a:ext>
              </a:extLst>
            </p:cNvPr>
            <p:cNvSpPr/>
            <p:nvPr/>
          </p:nvSpPr>
          <p:spPr>
            <a:xfrm>
              <a:off x="4416368" y="3461441"/>
              <a:ext cx="242448" cy="44100"/>
            </a:xfrm>
            <a:custGeom>
              <a:avLst/>
              <a:gdLst>
                <a:gd name="connsiteX0" fmla="*/ 201377 w 242448"/>
                <a:gd name="connsiteY0" fmla="*/ 30480 h 44100"/>
                <a:gd name="connsiteX1" fmla="*/ 220917 w 242448"/>
                <a:gd name="connsiteY1" fmla="*/ 43243 h 44100"/>
                <a:gd name="connsiteX2" fmla="*/ 242449 w 242448"/>
                <a:gd name="connsiteY2" fmla="*/ 21622 h 44100"/>
                <a:gd name="connsiteX3" fmla="*/ 220917 w 242448"/>
                <a:gd name="connsiteY3" fmla="*/ 0 h 44100"/>
                <a:gd name="connsiteX4" fmla="*/ 200238 w 242448"/>
                <a:gd name="connsiteY4" fmla="*/ 16097 h 44100"/>
                <a:gd name="connsiteX5" fmla="*/ 42021 w 242448"/>
                <a:gd name="connsiteY5" fmla="*/ 16097 h 44100"/>
                <a:gd name="connsiteX6" fmla="*/ 21532 w 242448"/>
                <a:gd name="connsiteY6" fmla="*/ 857 h 44100"/>
                <a:gd name="connsiteX7" fmla="*/ 0 w 242448"/>
                <a:gd name="connsiteY7" fmla="*/ 22479 h 44100"/>
                <a:gd name="connsiteX8" fmla="*/ 21532 w 242448"/>
                <a:gd name="connsiteY8" fmla="*/ 44101 h 44100"/>
                <a:gd name="connsiteX9" fmla="*/ 41452 w 242448"/>
                <a:gd name="connsiteY9" fmla="*/ 30480 h 44100"/>
                <a:gd name="connsiteX10" fmla="*/ 201377 w 242448"/>
                <a:gd name="connsiteY10" fmla="*/ 30480 h 44100"/>
                <a:gd name="connsiteX11" fmla="*/ 220917 w 242448"/>
                <a:gd name="connsiteY11" fmla="*/ 12478 h 44100"/>
                <a:gd name="connsiteX12" fmla="*/ 230118 w 242448"/>
                <a:gd name="connsiteY12" fmla="*/ 21717 h 44100"/>
                <a:gd name="connsiteX13" fmla="*/ 220917 w 242448"/>
                <a:gd name="connsiteY13" fmla="*/ 30956 h 44100"/>
                <a:gd name="connsiteX14" fmla="*/ 211716 w 242448"/>
                <a:gd name="connsiteY14" fmla="*/ 21717 h 44100"/>
                <a:gd name="connsiteX15" fmla="*/ 220917 w 242448"/>
                <a:gd name="connsiteY15" fmla="*/ 12478 h 44100"/>
                <a:gd name="connsiteX16" fmla="*/ 21532 w 242448"/>
                <a:gd name="connsiteY16" fmla="*/ 31718 h 44100"/>
                <a:gd name="connsiteX17" fmla="*/ 12331 w 242448"/>
                <a:gd name="connsiteY17" fmla="*/ 22479 h 44100"/>
                <a:gd name="connsiteX18" fmla="*/ 21532 w 242448"/>
                <a:gd name="connsiteY18" fmla="*/ 13240 h 44100"/>
                <a:gd name="connsiteX19" fmla="*/ 30353 w 242448"/>
                <a:gd name="connsiteY19" fmla="*/ 20479 h 44100"/>
                <a:gd name="connsiteX20" fmla="*/ 29784 w 242448"/>
                <a:gd name="connsiteY20" fmla="*/ 23241 h 44100"/>
                <a:gd name="connsiteX21" fmla="*/ 30164 w 242448"/>
                <a:gd name="connsiteY21" fmla="*/ 25241 h 44100"/>
                <a:gd name="connsiteX22" fmla="*/ 21532 w 242448"/>
                <a:gd name="connsiteY22" fmla="*/ 31718 h 4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2448" h="44100">
                  <a:moveTo>
                    <a:pt x="201377" y="30480"/>
                  </a:moveTo>
                  <a:cubicBezTo>
                    <a:pt x="204791" y="38005"/>
                    <a:pt x="212190" y="43243"/>
                    <a:pt x="220917" y="43243"/>
                  </a:cubicBezTo>
                  <a:cubicBezTo>
                    <a:pt x="232774" y="43243"/>
                    <a:pt x="242449" y="33528"/>
                    <a:pt x="242449" y="21622"/>
                  </a:cubicBezTo>
                  <a:cubicBezTo>
                    <a:pt x="242449" y="9715"/>
                    <a:pt x="232774" y="0"/>
                    <a:pt x="220917" y="0"/>
                  </a:cubicBezTo>
                  <a:cubicBezTo>
                    <a:pt x="210957" y="0"/>
                    <a:pt x="202610" y="6858"/>
                    <a:pt x="200238" y="16097"/>
                  </a:cubicBezTo>
                  <a:lnTo>
                    <a:pt x="42021" y="16097"/>
                  </a:lnTo>
                  <a:cubicBezTo>
                    <a:pt x="39270" y="7334"/>
                    <a:pt x="31207" y="857"/>
                    <a:pt x="21532" y="857"/>
                  </a:cubicBezTo>
                  <a:cubicBezTo>
                    <a:pt x="9675" y="857"/>
                    <a:pt x="0" y="10573"/>
                    <a:pt x="0" y="22479"/>
                  </a:cubicBezTo>
                  <a:cubicBezTo>
                    <a:pt x="0" y="34385"/>
                    <a:pt x="9675" y="44101"/>
                    <a:pt x="21532" y="44101"/>
                  </a:cubicBezTo>
                  <a:cubicBezTo>
                    <a:pt x="30638" y="44101"/>
                    <a:pt x="38321" y="38481"/>
                    <a:pt x="41452" y="30480"/>
                  </a:cubicBezTo>
                  <a:lnTo>
                    <a:pt x="201377" y="30480"/>
                  </a:lnTo>
                  <a:close/>
                  <a:moveTo>
                    <a:pt x="220917" y="12478"/>
                  </a:moveTo>
                  <a:cubicBezTo>
                    <a:pt x="225944" y="12478"/>
                    <a:pt x="230118" y="16573"/>
                    <a:pt x="230118" y="21717"/>
                  </a:cubicBezTo>
                  <a:cubicBezTo>
                    <a:pt x="230118" y="26860"/>
                    <a:pt x="226039" y="30956"/>
                    <a:pt x="220917" y="30956"/>
                  </a:cubicBezTo>
                  <a:cubicBezTo>
                    <a:pt x="215795" y="30956"/>
                    <a:pt x="211716" y="26860"/>
                    <a:pt x="211716" y="21717"/>
                  </a:cubicBezTo>
                  <a:cubicBezTo>
                    <a:pt x="211716" y="16573"/>
                    <a:pt x="215795" y="12478"/>
                    <a:pt x="220917" y="12478"/>
                  </a:cubicBezTo>
                  <a:close/>
                  <a:moveTo>
                    <a:pt x="21532" y="31718"/>
                  </a:moveTo>
                  <a:cubicBezTo>
                    <a:pt x="16505" y="31718"/>
                    <a:pt x="12331" y="27622"/>
                    <a:pt x="12331" y="22479"/>
                  </a:cubicBezTo>
                  <a:cubicBezTo>
                    <a:pt x="12331" y="17335"/>
                    <a:pt x="16410" y="13240"/>
                    <a:pt x="21532" y="13240"/>
                  </a:cubicBezTo>
                  <a:cubicBezTo>
                    <a:pt x="25895" y="13240"/>
                    <a:pt x="29405" y="16383"/>
                    <a:pt x="30353" y="20479"/>
                  </a:cubicBezTo>
                  <a:cubicBezTo>
                    <a:pt x="29974" y="21336"/>
                    <a:pt x="29784" y="22288"/>
                    <a:pt x="29784" y="23241"/>
                  </a:cubicBezTo>
                  <a:cubicBezTo>
                    <a:pt x="29784" y="23908"/>
                    <a:pt x="29974" y="24574"/>
                    <a:pt x="30164" y="25241"/>
                  </a:cubicBezTo>
                  <a:cubicBezTo>
                    <a:pt x="29026" y="28956"/>
                    <a:pt x="25611" y="31718"/>
                    <a:pt x="21532" y="31718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E317FEC1-1B74-6295-D904-D3063AA48F31}"/>
                </a:ext>
              </a:extLst>
            </p:cNvPr>
            <p:cNvSpPr/>
            <p:nvPr/>
          </p:nvSpPr>
          <p:spPr>
            <a:xfrm>
              <a:off x="4471573" y="3364286"/>
              <a:ext cx="187243" cy="78676"/>
            </a:xfrm>
            <a:custGeom>
              <a:avLst/>
              <a:gdLst>
                <a:gd name="connsiteX0" fmla="*/ 7019 w 187243"/>
                <a:gd name="connsiteY0" fmla="*/ 78677 h 78676"/>
                <a:gd name="connsiteX1" fmla="*/ 88025 w 187243"/>
                <a:gd name="connsiteY1" fmla="*/ 78677 h 78676"/>
                <a:gd name="connsiteX2" fmla="*/ 92104 w 187243"/>
                <a:gd name="connsiteY2" fmla="*/ 77343 h 78676"/>
                <a:gd name="connsiteX3" fmla="*/ 150155 w 187243"/>
                <a:gd name="connsiteY3" fmla="*/ 36481 h 78676"/>
                <a:gd name="connsiteX4" fmla="*/ 165711 w 187243"/>
                <a:gd name="connsiteY4" fmla="*/ 43244 h 78676"/>
                <a:gd name="connsiteX5" fmla="*/ 187243 w 187243"/>
                <a:gd name="connsiteY5" fmla="*/ 21622 h 78676"/>
                <a:gd name="connsiteX6" fmla="*/ 165711 w 187243"/>
                <a:gd name="connsiteY6" fmla="*/ 0 h 78676"/>
                <a:gd name="connsiteX7" fmla="*/ 144179 w 187243"/>
                <a:gd name="connsiteY7" fmla="*/ 21622 h 78676"/>
                <a:gd name="connsiteX8" fmla="*/ 144369 w 187243"/>
                <a:gd name="connsiteY8" fmla="*/ 23050 h 78676"/>
                <a:gd name="connsiteX9" fmla="*/ 85844 w 187243"/>
                <a:gd name="connsiteY9" fmla="*/ 64294 h 78676"/>
                <a:gd name="connsiteX10" fmla="*/ 7114 w 187243"/>
                <a:gd name="connsiteY10" fmla="*/ 64294 h 78676"/>
                <a:gd name="connsiteX11" fmla="*/ 0 w 187243"/>
                <a:gd name="connsiteY11" fmla="*/ 71438 h 78676"/>
                <a:gd name="connsiteX12" fmla="*/ 7114 w 187243"/>
                <a:gd name="connsiteY12" fmla="*/ 78581 h 78676"/>
                <a:gd name="connsiteX13" fmla="*/ 165711 w 187243"/>
                <a:gd name="connsiteY13" fmla="*/ 12573 h 78676"/>
                <a:gd name="connsiteX14" fmla="*/ 174912 w 187243"/>
                <a:gd name="connsiteY14" fmla="*/ 21812 h 78676"/>
                <a:gd name="connsiteX15" fmla="*/ 165711 w 187243"/>
                <a:gd name="connsiteY15" fmla="*/ 31052 h 78676"/>
                <a:gd name="connsiteX16" fmla="*/ 156510 w 187243"/>
                <a:gd name="connsiteY16" fmla="*/ 21812 h 78676"/>
                <a:gd name="connsiteX17" fmla="*/ 165711 w 187243"/>
                <a:gd name="connsiteY17" fmla="*/ 12573 h 7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243" h="78676">
                  <a:moveTo>
                    <a:pt x="7019" y="78677"/>
                  </a:moveTo>
                  <a:lnTo>
                    <a:pt x="88025" y="78677"/>
                  </a:lnTo>
                  <a:cubicBezTo>
                    <a:pt x="89448" y="78677"/>
                    <a:pt x="90871" y="78200"/>
                    <a:pt x="92104" y="77343"/>
                  </a:cubicBezTo>
                  <a:lnTo>
                    <a:pt x="150155" y="36481"/>
                  </a:lnTo>
                  <a:cubicBezTo>
                    <a:pt x="154044" y="40672"/>
                    <a:pt x="159546" y="43244"/>
                    <a:pt x="165711" y="43244"/>
                  </a:cubicBezTo>
                  <a:cubicBezTo>
                    <a:pt x="177568" y="43244"/>
                    <a:pt x="187243" y="33528"/>
                    <a:pt x="187243" y="21622"/>
                  </a:cubicBezTo>
                  <a:cubicBezTo>
                    <a:pt x="187243" y="9716"/>
                    <a:pt x="177568" y="0"/>
                    <a:pt x="165711" y="0"/>
                  </a:cubicBezTo>
                  <a:cubicBezTo>
                    <a:pt x="153854" y="0"/>
                    <a:pt x="144179" y="9716"/>
                    <a:pt x="144179" y="21622"/>
                  </a:cubicBezTo>
                  <a:cubicBezTo>
                    <a:pt x="144179" y="22098"/>
                    <a:pt x="144274" y="22574"/>
                    <a:pt x="144369" y="23050"/>
                  </a:cubicBezTo>
                  <a:lnTo>
                    <a:pt x="85844" y="64294"/>
                  </a:lnTo>
                  <a:lnTo>
                    <a:pt x="7114" y="64294"/>
                  </a:lnTo>
                  <a:cubicBezTo>
                    <a:pt x="3225" y="64294"/>
                    <a:pt x="0" y="67532"/>
                    <a:pt x="0" y="71438"/>
                  </a:cubicBezTo>
                  <a:cubicBezTo>
                    <a:pt x="0" y="75343"/>
                    <a:pt x="3225" y="78581"/>
                    <a:pt x="7114" y="78581"/>
                  </a:cubicBezTo>
                  <a:close/>
                  <a:moveTo>
                    <a:pt x="165711" y="12573"/>
                  </a:moveTo>
                  <a:cubicBezTo>
                    <a:pt x="170739" y="12573"/>
                    <a:pt x="174912" y="16669"/>
                    <a:pt x="174912" y="21812"/>
                  </a:cubicBezTo>
                  <a:cubicBezTo>
                    <a:pt x="174912" y="26956"/>
                    <a:pt x="170833" y="31052"/>
                    <a:pt x="165711" y="31052"/>
                  </a:cubicBezTo>
                  <a:cubicBezTo>
                    <a:pt x="160589" y="31052"/>
                    <a:pt x="156510" y="26956"/>
                    <a:pt x="156510" y="21812"/>
                  </a:cubicBezTo>
                  <a:cubicBezTo>
                    <a:pt x="156510" y="16669"/>
                    <a:pt x="160589" y="12573"/>
                    <a:pt x="165711" y="12573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7FB2CCFC-926D-4FA1-450B-026EFAC73DC0}"/>
                </a:ext>
              </a:extLst>
            </p:cNvPr>
            <p:cNvSpPr/>
            <p:nvPr/>
          </p:nvSpPr>
          <p:spPr>
            <a:xfrm>
              <a:off x="4471573" y="3529259"/>
              <a:ext cx="187338" cy="75247"/>
            </a:xfrm>
            <a:custGeom>
              <a:avLst/>
              <a:gdLst>
                <a:gd name="connsiteX0" fmla="*/ 144274 w 187338"/>
                <a:gd name="connsiteY0" fmla="*/ 52864 h 75247"/>
                <a:gd name="connsiteX1" fmla="*/ 144274 w 187338"/>
                <a:gd name="connsiteY1" fmla="*/ 53626 h 75247"/>
                <a:gd name="connsiteX2" fmla="*/ 165806 w 187338"/>
                <a:gd name="connsiteY2" fmla="*/ 75248 h 75247"/>
                <a:gd name="connsiteX3" fmla="*/ 187338 w 187338"/>
                <a:gd name="connsiteY3" fmla="*/ 53626 h 75247"/>
                <a:gd name="connsiteX4" fmla="*/ 165806 w 187338"/>
                <a:gd name="connsiteY4" fmla="*/ 32004 h 75247"/>
                <a:gd name="connsiteX5" fmla="*/ 149776 w 187338"/>
                <a:gd name="connsiteY5" fmla="*/ 39338 h 75247"/>
                <a:gd name="connsiteX6" fmla="*/ 92009 w 187338"/>
                <a:gd name="connsiteY6" fmla="*/ 1143 h 75247"/>
                <a:gd name="connsiteX7" fmla="*/ 88120 w 187338"/>
                <a:gd name="connsiteY7" fmla="*/ 0 h 75247"/>
                <a:gd name="connsiteX8" fmla="*/ 7114 w 187338"/>
                <a:gd name="connsiteY8" fmla="*/ 0 h 75247"/>
                <a:gd name="connsiteX9" fmla="*/ 0 w 187338"/>
                <a:gd name="connsiteY9" fmla="*/ 7144 h 75247"/>
                <a:gd name="connsiteX10" fmla="*/ 7114 w 187338"/>
                <a:gd name="connsiteY10" fmla="*/ 14288 h 75247"/>
                <a:gd name="connsiteX11" fmla="*/ 86033 w 187338"/>
                <a:gd name="connsiteY11" fmla="*/ 14288 h 75247"/>
                <a:gd name="connsiteX12" fmla="*/ 144369 w 187338"/>
                <a:gd name="connsiteY12" fmla="*/ 52864 h 75247"/>
                <a:gd name="connsiteX13" fmla="*/ 165711 w 187338"/>
                <a:gd name="connsiteY13" fmla="*/ 44387 h 75247"/>
                <a:gd name="connsiteX14" fmla="*/ 174912 w 187338"/>
                <a:gd name="connsiteY14" fmla="*/ 53626 h 75247"/>
                <a:gd name="connsiteX15" fmla="*/ 165711 w 187338"/>
                <a:gd name="connsiteY15" fmla="*/ 62865 h 75247"/>
                <a:gd name="connsiteX16" fmla="*/ 156510 w 187338"/>
                <a:gd name="connsiteY16" fmla="*/ 53626 h 75247"/>
                <a:gd name="connsiteX17" fmla="*/ 165711 w 187338"/>
                <a:gd name="connsiteY17" fmla="*/ 44387 h 7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338" h="75247">
                  <a:moveTo>
                    <a:pt x="144274" y="52864"/>
                  </a:moveTo>
                  <a:cubicBezTo>
                    <a:pt x="144274" y="52864"/>
                    <a:pt x="144274" y="53340"/>
                    <a:pt x="144274" y="53626"/>
                  </a:cubicBezTo>
                  <a:cubicBezTo>
                    <a:pt x="144274" y="65532"/>
                    <a:pt x="153949" y="75248"/>
                    <a:pt x="165806" y="75248"/>
                  </a:cubicBezTo>
                  <a:cubicBezTo>
                    <a:pt x="177663" y="75248"/>
                    <a:pt x="187338" y="65532"/>
                    <a:pt x="187338" y="53626"/>
                  </a:cubicBezTo>
                  <a:cubicBezTo>
                    <a:pt x="187338" y="41720"/>
                    <a:pt x="177663" y="32004"/>
                    <a:pt x="165806" y="32004"/>
                  </a:cubicBezTo>
                  <a:cubicBezTo>
                    <a:pt x="159451" y="32004"/>
                    <a:pt x="153760" y="34862"/>
                    <a:pt x="149776" y="39338"/>
                  </a:cubicBezTo>
                  <a:lnTo>
                    <a:pt x="92009" y="1143"/>
                  </a:lnTo>
                  <a:cubicBezTo>
                    <a:pt x="90871" y="381"/>
                    <a:pt x="89448" y="0"/>
                    <a:pt x="88120" y="0"/>
                  </a:cubicBezTo>
                  <a:lnTo>
                    <a:pt x="7114" y="0"/>
                  </a:lnTo>
                  <a:cubicBezTo>
                    <a:pt x="3225" y="0"/>
                    <a:pt x="0" y="3239"/>
                    <a:pt x="0" y="7144"/>
                  </a:cubicBezTo>
                  <a:cubicBezTo>
                    <a:pt x="0" y="11049"/>
                    <a:pt x="3225" y="14288"/>
                    <a:pt x="7114" y="14288"/>
                  </a:cubicBezTo>
                  <a:lnTo>
                    <a:pt x="86033" y="14288"/>
                  </a:lnTo>
                  <a:lnTo>
                    <a:pt x="144369" y="52864"/>
                  </a:lnTo>
                  <a:close/>
                  <a:moveTo>
                    <a:pt x="165711" y="44387"/>
                  </a:moveTo>
                  <a:cubicBezTo>
                    <a:pt x="170739" y="44387"/>
                    <a:pt x="174912" y="48482"/>
                    <a:pt x="174912" y="53626"/>
                  </a:cubicBezTo>
                  <a:cubicBezTo>
                    <a:pt x="174912" y="58769"/>
                    <a:pt x="170833" y="62865"/>
                    <a:pt x="165711" y="62865"/>
                  </a:cubicBezTo>
                  <a:cubicBezTo>
                    <a:pt x="160589" y="62865"/>
                    <a:pt x="156510" y="58769"/>
                    <a:pt x="156510" y="53626"/>
                  </a:cubicBezTo>
                  <a:cubicBezTo>
                    <a:pt x="156510" y="48482"/>
                    <a:pt x="160589" y="44387"/>
                    <a:pt x="165711" y="44387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1221BC87-B565-B711-349D-A1DB6A3195BA}"/>
              </a:ext>
            </a:extLst>
          </p:cNvPr>
          <p:cNvGrpSpPr/>
          <p:nvPr/>
        </p:nvGrpSpPr>
        <p:grpSpPr>
          <a:xfrm>
            <a:off x="568858" y="3466745"/>
            <a:ext cx="522212" cy="475646"/>
            <a:chOff x="4416368" y="3323266"/>
            <a:chExt cx="402578" cy="366680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8394A624-F613-8B93-A7AA-632C137FB347}"/>
                </a:ext>
              </a:extLst>
            </p:cNvPr>
            <p:cNvSpPr/>
            <p:nvPr/>
          </p:nvSpPr>
          <p:spPr>
            <a:xfrm>
              <a:off x="4540438" y="3323266"/>
              <a:ext cx="278508" cy="366680"/>
            </a:xfrm>
            <a:custGeom>
              <a:avLst/>
              <a:gdLst>
                <a:gd name="connsiteX0" fmla="*/ 277545 w 278508"/>
                <a:gd name="connsiteY0" fmla="*/ 211423 h 366680"/>
                <a:gd name="connsiteX1" fmla="*/ 266542 w 278508"/>
                <a:gd name="connsiteY1" fmla="*/ 175228 h 366680"/>
                <a:gd name="connsiteX2" fmla="*/ 244820 w 278508"/>
                <a:gd name="connsiteY2" fmla="*/ 130651 h 366680"/>
                <a:gd name="connsiteX3" fmla="*/ 79109 w 278508"/>
                <a:gd name="connsiteY3" fmla="*/ 634 h 366680"/>
                <a:gd name="connsiteX4" fmla="*/ 5217 w 278508"/>
                <a:gd name="connsiteY4" fmla="*/ 28162 h 366680"/>
                <a:gd name="connsiteX5" fmla="*/ 3510 w 278508"/>
                <a:gd name="connsiteY5" fmla="*/ 38163 h 366680"/>
                <a:gd name="connsiteX6" fmla="*/ 13469 w 278508"/>
                <a:gd name="connsiteY6" fmla="*/ 39877 h 366680"/>
                <a:gd name="connsiteX7" fmla="*/ 80437 w 278508"/>
                <a:gd name="connsiteY7" fmla="*/ 14922 h 366680"/>
                <a:gd name="connsiteX8" fmla="*/ 230971 w 278508"/>
                <a:gd name="connsiteY8" fmla="*/ 134270 h 366680"/>
                <a:gd name="connsiteX9" fmla="*/ 231825 w 278508"/>
                <a:gd name="connsiteY9" fmla="*/ 136747 h 366680"/>
                <a:gd name="connsiteX10" fmla="*/ 253262 w 278508"/>
                <a:gd name="connsiteY10" fmla="*/ 180562 h 366680"/>
                <a:gd name="connsiteX11" fmla="*/ 263601 w 278508"/>
                <a:gd name="connsiteY11" fmla="*/ 214566 h 366680"/>
                <a:gd name="connsiteX12" fmla="*/ 263981 w 278508"/>
                <a:gd name="connsiteY12" fmla="*/ 215995 h 366680"/>
                <a:gd name="connsiteX13" fmla="*/ 263412 w 278508"/>
                <a:gd name="connsiteY13" fmla="*/ 220757 h 366680"/>
                <a:gd name="connsiteX14" fmla="*/ 259238 w 278508"/>
                <a:gd name="connsiteY14" fmla="*/ 222948 h 366680"/>
                <a:gd name="connsiteX15" fmla="*/ 237896 w 278508"/>
                <a:gd name="connsiteY15" fmla="*/ 222948 h 366680"/>
                <a:gd name="connsiteX16" fmla="*/ 230782 w 278508"/>
                <a:gd name="connsiteY16" fmla="*/ 229425 h 366680"/>
                <a:gd name="connsiteX17" fmla="*/ 226229 w 278508"/>
                <a:gd name="connsiteY17" fmla="*/ 276859 h 366680"/>
                <a:gd name="connsiteX18" fmla="*/ 201472 w 278508"/>
                <a:gd name="connsiteY18" fmla="*/ 302291 h 366680"/>
                <a:gd name="connsiteX19" fmla="*/ 161822 w 278508"/>
                <a:gd name="connsiteY19" fmla="*/ 306958 h 366680"/>
                <a:gd name="connsiteX20" fmla="*/ 155562 w 278508"/>
                <a:gd name="connsiteY20" fmla="*/ 314102 h 366680"/>
                <a:gd name="connsiteX21" fmla="*/ 155562 w 278508"/>
                <a:gd name="connsiteY21" fmla="*/ 352393 h 366680"/>
                <a:gd name="connsiteX22" fmla="*/ 14228 w 278508"/>
                <a:gd name="connsiteY22" fmla="*/ 352393 h 366680"/>
                <a:gd name="connsiteX23" fmla="*/ 14228 w 278508"/>
                <a:gd name="connsiteY23" fmla="*/ 272954 h 366680"/>
                <a:gd name="connsiteX24" fmla="*/ 7114 w 278508"/>
                <a:gd name="connsiteY24" fmla="*/ 265810 h 366680"/>
                <a:gd name="connsiteX25" fmla="*/ 0 w 278508"/>
                <a:gd name="connsiteY25" fmla="*/ 272954 h 366680"/>
                <a:gd name="connsiteX26" fmla="*/ 0 w 278508"/>
                <a:gd name="connsiteY26" fmla="*/ 359536 h 366680"/>
                <a:gd name="connsiteX27" fmla="*/ 7114 w 278508"/>
                <a:gd name="connsiteY27" fmla="*/ 366680 h 366680"/>
                <a:gd name="connsiteX28" fmla="*/ 162676 w 278508"/>
                <a:gd name="connsiteY28" fmla="*/ 366680 h 366680"/>
                <a:gd name="connsiteX29" fmla="*/ 169790 w 278508"/>
                <a:gd name="connsiteY29" fmla="*/ 359536 h 366680"/>
                <a:gd name="connsiteX30" fmla="*/ 169790 w 278508"/>
                <a:gd name="connsiteY30" fmla="*/ 320484 h 366680"/>
                <a:gd name="connsiteX31" fmla="*/ 203084 w 278508"/>
                <a:gd name="connsiteY31" fmla="*/ 316579 h 366680"/>
                <a:gd name="connsiteX32" fmla="*/ 240362 w 278508"/>
                <a:gd name="connsiteY32" fmla="*/ 278383 h 366680"/>
                <a:gd name="connsiteX33" fmla="*/ 244346 w 278508"/>
                <a:gd name="connsiteY33" fmla="*/ 237331 h 366680"/>
                <a:gd name="connsiteX34" fmla="*/ 259238 w 278508"/>
                <a:gd name="connsiteY34" fmla="*/ 237331 h 366680"/>
                <a:gd name="connsiteX35" fmla="*/ 275174 w 278508"/>
                <a:gd name="connsiteY35" fmla="*/ 228853 h 366680"/>
                <a:gd name="connsiteX36" fmla="*/ 277450 w 278508"/>
                <a:gd name="connsiteY36" fmla="*/ 211613 h 36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78508" h="366680">
                  <a:moveTo>
                    <a:pt x="277545" y="211423"/>
                  </a:moveTo>
                  <a:cubicBezTo>
                    <a:pt x="276976" y="208184"/>
                    <a:pt x="274130" y="194659"/>
                    <a:pt x="266542" y="175228"/>
                  </a:cubicBezTo>
                  <a:cubicBezTo>
                    <a:pt x="258953" y="155987"/>
                    <a:pt x="247666" y="135699"/>
                    <a:pt x="244820" y="130651"/>
                  </a:cubicBezTo>
                  <a:cubicBezTo>
                    <a:pt x="231161" y="50355"/>
                    <a:pt x="158692" y="-6700"/>
                    <a:pt x="79109" y="634"/>
                  </a:cubicBezTo>
                  <a:cubicBezTo>
                    <a:pt x="52739" y="3016"/>
                    <a:pt x="27128" y="12541"/>
                    <a:pt x="5217" y="28162"/>
                  </a:cubicBezTo>
                  <a:cubicBezTo>
                    <a:pt x="1992" y="30448"/>
                    <a:pt x="1233" y="34924"/>
                    <a:pt x="3510" y="38163"/>
                  </a:cubicBezTo>
                  <a:cubicBezTo>
                    <a:pt x="5786" y="41401"/>
                    <a:pt x="10244" y="42163"/>
                    <a:pt x="13469" y="39877"/>
                  </a:cubicBezTo>
                  <a:cubicBezTo>
                    <a:pt x="33389" y="25685"/>
                    <a:pt x="56533" y="17113"/>
                    <a:pt x="80437" y="14922"/>
                  </a:cubicBezTo>
                  <a:cubicBezTo>
                    <a:pt x="153001" y="8254"/>
                    <a:pt x="219115" y="60737"/>
                    <a:pt x="230971" y="134270"/>
                  </a:cubicBezTo>
                  <a:cubicBezTo>
                    <a:pt x="231066" y="135127"/>
                    <a:pt x="231446" y="135985"/>
                    <a:pt x="231825" y="136747"/>
                  </a:cubicBezTo>
                  <a:cubicBezTo>
                    <a:pt x="231920" y="136937"/>
                    <a:pt x="245105" y="159892"/>
                    <a:pt x="253262" y="180562"/>
                  </a:cubicBezTo>
                  <a:cubicBezTo>
                    <a:pt x="261230" y="200850"/>
                    <a:pt x="263601" y="214471"/>
                    <a:pt x="263601" y="214566"/>
                  </a:cubicBezTo>
                  <a:cubicBezTo>
                    <a:pt x="263601" y="215042"/>
                    <a:pt x="263791" y="215518"/>
                    <a:pt x="263981" y="215995"/>
                  </a:cubicBezTo>
                  <a:cubicBezTo>
                    <a:pt x="264835" y="218281"/>
                    <a:pt x="263981" y="220090"/>
                    <a:pt x="263412" y="220757"/>
                  </a:cubicBezTo>
                  <a:cubicBezTo>
                    <a:pt x="262843" y="221424"/>
                    <a:pt x="261609" y="222948"/>
                    <a:pt x="259238" y="222948"/>
                  </a:cubicBezTo>
                  <a:lnTo>
                    <a:pt x="237896" y="222948"/>
                  </a:lnTo>
                  <a:cubicBezTo>
                    <a:pt x="234196" y="222948"/>
                    <a:pt x="231161" y="225710"/>
                    <a:pt x="230782" y="229425"/>
                  </a:cubicBezTo>
                  <a:lnTo>
                    <a:pt x="226229" y="276859"/>
                  </a:lnTo>
                  <a:cubicBezTo>
                    <a:pt x="224995" y="290004"/>
                    <a:pt x="214562" y="300672"/>
                    <a:pt x="201472" y="302291"/>
                  </a:cubicBezTo>
                  <a:lnTo>
                    <a:pt x="161822" y="306958"/>
                  </a:lnTo>
                  <a:cubicBezTo>
                    <a:pt x="158218" y="307339"/>
                    <a:pt x="155562" y="310387"/>
                    <a:pt x="155562" y="314102"/>
                  </a:cubicBezTo>
                  <a:lnTo>
                    <a:pt x="155562" y="352393"/>
                  </a:lnTo>
                  <a:lnTo>
                    <a:pt x="14228" y="352393"/>
                  </a:lnTo>
                  <a:lnTo>
                    <a:pt x="14228" y="272954"/>
                  </a:lnTo>
                  <a:cubicBezTo>
                    <a:pt x="14228" y="269049"/>
                    <a:pt x="11003" y="265810"/>
                    <a:pt x="7114" y="265810"/>
                  </a:cubicBezTo>
                  <a:cubicBezTo>
                    <a:pt x="3225" y="265810"/>
                    <a:pt x="0" y="269049"/>
                    <a:pt x="0" y="272954"/>
                  </a:cubicBezTo>
                  <a:lnTo>
                    <a:pt x="0" y="359536"/>
                  </a:lnTo>
                  <a:cubicBezTo>
                    <a:pt x="0" y="363442"/>
                    <a:pt x="3225" y="366680"/>
                    <a:pt x="7114" y="366680"/>
                  </a:cubicBezTo>
                  <a:lnTo>
                    <a:pt x="162676" y="366680"/>
                  </a:lnTo>
                  <a:cubicBezTo>
                    <a:pt x="166565" y="366680"/>
                    <a:pt x="169790" y="363442"/>
                    <a:pt x="169790" y="359536"/>
                  </a:cubicBezTo>
                  <a:lnTo>
                    <a:pt x="169790" y="320484"/>
                  </a:lnTo>
                  <a:lnTo>
                    <a:pt x="203084" y="316579"/>
                  </a:lnTo>
                  <a:cubicBezTo>
                    <a:pt x="222814" y="314293"/>
                    <a:pt x="238465" y="298195"/>
                    <a:pt x="240362" y="278383"/>
                  </a:cubicBezTo>
                  <a:lnTo>
                    <a:pt x="244346" y="237331"/>
                  </a:lnTo>
                  <a:lnTo>
                    <a:pt x="259238" y="237331"/>
                  </a:lnTo>
                  <a:cubicBezTo>
                    <a:pt x="265593" y="237331"/>
                    <a:pt x="271569" y="234187"/>
                    <a:pt x="275174" y="228853"/>
                  </a:cubicBezTo>
                  <a:cubicBezTo>
                    <a:pt x="278589" y="223805"/>
                    <a:pt x="279442" y="217328"/>
                    <a:pt x="277450" y="211613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12925A1A-6B80-D46C-3380-281AD2BAF01C}"/>
                </a:ext>
              </a:extLst>
            </p:cNvPr>
            <p:cNvSpPr/>
            <p:nvPr/>
          </p:nvSpPr>
          <p:spPr>
            <a:xfrm>
              <a:off x="4416368" y="3461441"/>
              <a:ext cx="242448" cy="44100"/>
            </a:xfrm>
            <a:custGeom>
              <a:avLst/>
              <a:gdLst>
                <a:gd name="connsiteX0" fmla="*/ 201377 w 242448"/>
                <a:gd name="connsiteY0" fmla="*/ 30480 h 44100"/>
                <a:gd name="connsiteX1" fmla="*/ 220917 w 242448"/>
                <a:gd name="connsiteY1" fmla="*/ 43243 h 44100"/>
                <a:gd name="connsiteX2" fmla="*/ 242449 w 242448"/>
                <a:gd name="connsiteY2" fmla="*/ 21622 h 44100"/>
                <a:gd name="connsiteX3" fmla="*/ 220917 w 242448"/>
                <a:gd name="connsiteY3" fmla="*/ 0 h 44100"/>
                <a:gd name="connsiteX4" fmla="*/ 200238 w 242448"/>
                <a:gd name="connsiteY4" fmla="*/ 16097 h 44100"/>
                <a:gd name="connsiteX5" fmla="*/ 42021 w 242448"/>
                <a:gd name="connsiteY5" fmla="*/ 16097 h 44100"/>
                <a:gd name="connsiteX6" fmla="*/ 21532 w 242448"/>
                <a:gd name="connsiteY6" fmla="*/ 857 h 44100"/>
                <a:gd name="connsiteX7" fmla="*/ 0 w 242448"/>
                <a:gd name="connsiteY7" fmla="*/ 22479 h 44100"/>
                <a:gd name="connsiteX8" fmla="*/ 21532 w 242448"/>
                <a:gd name="connsiteY8" fmla="*/ 44101 h 44100"/>
                <a:gd name="connsiteX9" fmla="*/ 41452 w 242448"/>
                <a:gd name="connsiteY9" fmla="*/ 30480 h 44100"/>
                <a:gd name="connsiteX10" fmla="*/ 201377 w 242448"/>
                <a:gd name="connsiteY10" fmla="*/ 30480 h 44100"/>
                <a:gd name="connsiteX11" fmla="*/ 220917 w 242448"/>
                <a:gd name="connsiteY11" fmla="*/ 12478 h 44100"/>
                <a:gd name="connsiteX12" fmla="*/ 230118 w 242448"/>
                <a:gd name="connsiteY12" fmla="*/ 21717 h 44100"/>
                <a:gd name="connsiteX13" fmla="*/ 220917 w 242448"/>
                <a:gd name="connsiteY13" fmla="*/ 30956 h 44100"/>
                <a:gd name="connsiteX14" fmla="*/ 211716 w 242448"/>
                <a:gd name="connsiteY14" fmla="*/ 21717 h 44100"/>
                <a:gd name="connsiteX15" fmla="*/ 220917 w 242448"/>
                <a:gd name="connsiteY15" fmla="*/ 12478 h 44100"/>
                <a:gd name="connsiteX16" fmla="*/ 21532 w 242448"/>
                <a:gd name="connsiteY16" fmla="*/ 31718 h 44100"/>
                <a:gd name="connsiteX17" fmla="*/ 12331 w 242448"/>
                <a:gd name="connsiteY17" fmla="*/ 22479 h 44100"/>
                <a:gd name="connsiteX18" fmla="*/ 21532 w 242448"/>
                <a:gd name="connsiteY18" fmla="*/ 13240 h 44100"/>
                <a:gd name="connsiteX19" fmla="*/ 30353 w 242448"/>
                <a:gd name="connsiteY19" fmla="*/ 20479 h 44100"/>
                <a:gd name="connsiteX20" fmla="*/ 29784 w 242448"/>
                <a:gd name="connsiteY20" fmla="*/ 23241 h 44100"/>
                <a:gd name="connsiteX21" fmla="*/ 30164 w 242448"/>
                <a:gd name="connsiteY21" fmla="*/ 25241 h 44100"/>
                <a:gd name="connsiteX22" fmla="*/ 21532 w 242448"/>
                <a:gd name="connsiteY22" fmla="*/ 31718 h 4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2448" h="44100">
                  <a:moveTo>
                    <a:pt x="201377" y="30480"/>
                  </a:moveTo>
                  <a:cubicBezTo>
                    <a:pt x="204791" y="38005"/>
                    <a:pt x="212190" y="43243"/>
                    <a:pt x="220917" y="43243"/>
                  </a:cubicBezTo>
                  <a:cubicBezTo>
                    <a:pt x="232774" y="43243"/>
                    <a:pt x="242449" y="33528"/>
                    <a:pt x="242449" y="21622"/>
                  </a:cubicBezTo>
                  <a:cubicBezTo>
                    <a:pt x="242449" y="9715"/>
                    <a:pt x="232774" y="0"/>
                    <a:pt x="220917" y="0"/>
                  </a:cubicBezTo>
                  <a:cubicBezTo>
                    <a:pt x="210957" y="0"/>
                    <a:pt x="202610" y="6858"/>
                    <a:pt x="200238" y="16097"/>
                  </a:cubicBezTo>
                  <a:lnTo>
                    <a:pt x="42021" y="16097"/>
                  </a:lnTo>
                  <a:cubicBezTo>
                    <a:pt x="39270" y="7334"/>
                    <a:pt x="31207" y="857"/>
                    <a:pt x="21532" y="857"/>
                  </a:cubicBezTo>
                  <a:cubicBezTo>
                    <a:pt x="9675" y="857"/>
                    <a:pt x="0" y="10573"/>
                    <a:pt x="0" y="22479"/>
                  </a:cubicBezTo>
                  <a:cubicBezTo>
                    <a:pt x="0" y="34385"/>
                    <a:pt x="9675" y="44101"/>
                    <a:pt x="21532" y="44101"/>
                  </a:cubicBezTo>
                  <a:cubicBezTo>
                    <a:pt x="30638" y="44101"/>
                    <a:pt x="38321" y="38481"/>
                    <a:pt x="41452" y="30480"/>
                  </a:cubicBezTo>
                  <a:lnTo>
                    <a:pt x="201377" y="30480"/>
                  </a:lnTo>
                  <a:close/>
                  <a:moveTo>
                    <a:pt x="220917" y="12478"/>
                  </a:moveTo>
                  <a:cubicBezTo>
                    <a:pt x="225944" y="12478"/>
                    <a:pt x="230118" y="16573"/>
                    <a:pt x="230118" y="21717"/>
                  </a:cubicBezTo>
                  <a:cubicBezTo>
                    <a:pt x="230118" y="26860"/>
                    <a:pt x="226039" y="30956"/>
                    <a:pt x="220917" y="30956"/>
                  </a:cubicBezTo>
                  <a:cubicBezTo>
                    <a:pt x="215795" y="30956"/>
                    <a:pt x="211716" y="26860"/>
                    <a:pt x="211716" y="21717"/>
                  </a:cubicBezTo>
                  <a:cubicBezTo>
                    <a:pt x="211716" y="16573"/>
                    <a:pt x="215795" y="12478"/>
                    <a:pt x="220917" y="12478"/>
                  </a:cubicBezTo>
                  <a:close/>
                  <a:moveTo>
                    <a:pt x="21532" y="31718"/>
                  </a:moveTo>
                  <a:cubicBezTo>
                    <a:pt x="16505" y="31718"/>
                    <a:pt x="12331" y="27622"/>
                    <a:pt x="12331" y="22479"/>
                  </a:cubicBezTo>
                  <a:cubicBezTo>
                    <a:pt x="12331" y="17335"/>
                    <a:pt x="16410" y="13240"/>
                    <a:pt x="21532" y="13240"/>
                  </a:cubicBezTo>
                  <a:cubicBezTo>
                    <a:pt x="25895" y="13240"/>
                    <a:pt x="29405" y="16383"/>
                    <a:pt x="30353" y="20479"/>
                  </a:cubicBezTo>
                  <a:cubicBezTo>
                    <a:pt x="29974" y="21336"/>
                    <a:pt x="29784" y="22288"/>
                    <a:pt x="29784" y="23241"/>
                  </a:cubicBezTo>
                  <a:cubicBezTo>
                    <a:pt x="29784" y="23908"/>
                    <a:pt x="29974" y="24574"/>
                    <a:pt x="30164" y="25241"/>
                  </a:cubicBezTo>
                  <a:cubicBezTo>
                    <a:pt x="29026" y="28956"/>
                    <a:pt x="25611" y="31718"/>
                    <a:pt x="21532" y="31718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5801F242-0494-99BE-F37A-DE5784F5976D}"/>
                </a:ext>
              </a:extLst>
            </p:cNvPr>
            <p:cNvSpPr/>
            <p:nvPr/>
          </p:nvSpPr>
          <p:spPr>
            <a:xfrm>
              <a:off x="4471573" y="3364286"/>
              <a:ext cx="187243" cy="78676"/>
            </a:xfrm>
            <a:custGeom>
              <a:avLst/>
              <a:gdLst>
                <a:gd name="connsiteX0" fmla="*/ 7019 w 187243"/>
                <a:gd name="connsiteY0" fmla="*/ 78677 h 78676"/>
                <a:gd name="connsiteX1" fmla="*/ 88025 w 187243"/>
                <a:gd name="connsiteY1" fmla="*/ 78677 h 78676"/>
                <a:gd name="connsiteX2" fmla="*/ 92104 w 187243"/>
                <a:gd name="connsiteY2" fmla="*/ 77343 h 78676"/>
                <a:gd name="connsiteX3" fmla="*/ 150155 w 187243"/>
                <a:gd name="connsiteY3" fmla="*/ 36481 h 78676"/>
                <a:gd name="connsiteX4" fmla="*/ 165711 w 187243"/>
                <a:gd name="connsiteY4" fmla="*/ 43244 h 78676"/>
                <a:gd name="connsiteX5" fmla="*/ 187243 w 187243"/>
                <a:gd name="connsiteY5" fmla="*/ 21622 h 78676"/>
                <a:gd name="connsiteX6" fmla="*/ 165711 w 187243"/>
                <a:gd name="connsiteY6" fmla="*/ 0 h 78676"/>
                <a:gd name="connsiteX7" fmla="*/ 144179 w 187243"/>
                <a:gd name="connsiteY7" fmla="*/ 21622 h 78676"/>
                <a:gd name="connsiteX8" fmla="*/ 144369 w 187243"/>
                <a:gd name="connsiteY8" fmla="*/ 23050 h 78676"/>
                <a:gd name="connsiteX9" fmla="*/ 85844 w 187243"/>
                <a:gd name="connsiteY9" fmla="*/ 64294 h 78676"/>
                <a:gd name="connsiteX10" fmla="*/ 7114 w 187243"/>
                <a:gd name="connsiteY10" fmla="*/ 64294 h 78676"/>
                <a:gd name="connsiteX11" fmla="*/ 0 w 187243"/>
                <a:gd name="connsiteY11" fmla="*/ 71438 h 78676"/>
                <a:gd name="connsiteX12" fmla="*/ 7114 w 187243"/>
                <a:gd name="connsiteY12" fmla="*/ 78581 h 78676"/>
                <a:gd name="connsiteX13" fmla="*/ 165711 w 187243"/>
                <a:gd name="connsiteY13" fmla="*/ 12573 h 78676"/>
                <a:gd name="connsiteX14" fmla="*/ 174912 w 187243"/>
                <a:gd name="connsiteY14" fmla="*/ 21812 h 78676"/>
                <a:gd name="connsiteX15" fmla="*/ 165711 w 187243"/>
                <a:gd name="connsiteY15" fmla="*/ 31052 h 78676"/>
                <a:gd name="connsiteX16" fmla="*/ 156510 w 187243"/>
                <a:gd name="connsiteY16" fmla="*/ 21812 h 78676"/>
                <a:gd name="connsiteX17" fmla="*/ 165711 w 187243"/>
                <a:gd name="connsiteY17" fmla="*/ 12573 h 7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243" h="78676">
                  <a:moveTo>
                    <a:pt x="7019" y="78677"/>
                  </a:moveTo>
                  <a:lnTo>
                    <a:pt x="88025" y="78677"/>
                  </a:lnTo>
                  <a:cubicBezTo>
                    <a:pt x="89448" y="78677"/>
                    <a:pt x="90871" y="78200"/>
                    <a:pt x="92104" y="77343"/>
                  </a:cubicBezTo>
                  <a:lnTo>
                    <a:pt x="150155" y="36481"/>
                  </a:lnTo>
                  <a:cubicBezTo>
                    <a:pt x="154044" y="40672"/>
                    <a:pt x="159546" y="43244"/>
                    <a:pt x="165711" y="43244"/>
                  </a:cubicBezTo>
                  <a:cubicBezTo>
                    <a:pt x="177568" y="43244"/>
                    <a:pt x="187243" y="33528"/>
                    <a:pt x="187243" y="21622"/>
                  </a:cubicBezTo>
                  <a:cubicBezTo>
                    <a:pt x="187243" y="9716"/>
                    <a:pt x="177568" y="0"/>
                    <a:pt x="165711" y="0"/>
                  </a:cubicBezTo>
                  <a:cubicBezTo>
                    <a:pt x="153854" y="0"/>
                    <a:pt x="144179" y="9716"/>
                    <a:pt x="144179" y="21622"/>
                  </a:cubicBezTo>
                  <a:cubicBezTo>
                    <a:pt x="144179" y="22098"/>
                    <a:pt x="144274" y="22574"/>
                    <a:pt x="144369" y="23050"/>
                  </a:cubicBezTo>
                  <a:lnTo>
                    <a:pt x="85844" y="64294"/>
                  </a:lnTo>
                  <a:lnTo>
                    <a:pt x="7114" y="64294"/>
                  </a:lnTo>
                  <a:cubicBezTo>
                    <a:pt x="3225" y="64294"/>
                    <a:pt x="0" y="67532"/>
                    <a:pt x="0" y="71438"/>
                  </a:cubicBezTo>
                  <a:cubicBezTo>
                    <a:pt x="0" y="75343"/>
                    <a:pt x="3225" y="78581"/>
                    <a:pt x="7114" y="78581"/>
                  </a:cubicBezTo>
                  <a:close/>
                  <a:moveTo>
                    <a:pt x="165711" y="12573"/>
                  </a:moveTo>
                  <a:cubicBezTo>
                    <a:pt x="170739" y="12573"/>
                    <a:pt x="174912" y="16669"/>
                    <a:pt x="174912" y="21812"/>
                  </a:cubicBezTo>
                  <a:cubicBezTo>
                    <a:pt x="174912" y="26956"/>
                    <a:pt x="170833" y="31052"/>
                    <a:pt x="165711" y="31052"/>
                  </a:cubicBezTo>
                  <a:cubicBezTo>
                    <a:pt x="160589" y="31052"/>
                    <a:pt x="156510" y="26956"/>
                    <a:pt x="156510" y="21812"/>
                  </a:cubicBezTo>
                  <a:cubicBezTo>
                    <a:pt x="156510" y="16669"/>
                    <a:pt x="160589" y="12573"/>
                    <a:pt x="165711" y="12573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EC1E6C6-8F12-B3EC-E729-37E501A1A977}"/>
                </a:ext>
              </a:extLst>
            </p:cNvPr>
            <p:cNvSpPr/>
            <p:nvPr/>
          </p:nvSpPr>
          <p:spPr>
            <a:xfrm>
              <a:off x="4471573" y="3529259"/>
              <a:ext cx="187338" cy="75247"/>
            </a:xfrm>
            <a:custGeom>
              <a:avLst/>
              <a:gdLst>
                <a:gd name="connsiteX0" fmla="*/ 144274 w 187338"/>
                <a:gd name="connsiteY0" fmla="*/ 52864 h 75247"/>
                <a:gd name="connsiteX1" fmla="*/ 144274 w 187338"/>
                <a:gd name="connsiteY1" fmla="*/ 53626 h 75247"/>
                <a:gd name="connsiteX2" fmla="*/ 165806 w 187338"/>
                <a:gd name="connsiteY2" fmla="*/ 75248 h 75247"/>
                <a:gd name="connsiteX3" fmla="*/ 187338 w 187338"/>
                <a:gd name="connsiteY3" fmla="*/ 53626 h 75247"/>
                <a:gd name="connsiteX4" fmla="*/ 165806 w 187338"/>
                <a:gd name="connsiteY4" fmla="*/ 32004 h 75247"/>
                <a:gd name="connsiteX5" fmla="*/ 149776 w 187338"/>
                <a:gd name="connsiteY5" fmla="*/ 39338 h 75247"/>
                <a:gd name="connsiteX6" fmla="*/ 92009 w 187338"/>
                <a:gd name="connsiteY6" fmla="*/ 1143 h 75247"/>
                <a:gd name="connsiteX7" fmla="*/ 88120 w 187338"/>
                <a:gd name="connsiteY7" fmla="*/ 0 h 75247"/>
                <a:gd name="connsiteX8" fmla="*/ 7114 w 187338"/>
                <a:gd name="connsiteY8" fmla="*/ 0 h 75247"/>
                <a:gd name="connsiteX9" fmla="*/ 0 w 187338"/>
                <a:gd name="connsiteY9" fmla="*/ 7144 h 75247"/>
                <a:gd name="connsiteX10" fmla="*/ 7114 w 187338"/>
                <a:gd name="connsiteY10" fmla="*/ 14288 h 75247"/>
                <a:gd name="connsiteX11" fmla="*/ 86033 w 187338"/>
                <a:gd name="connsiteY11" fmla="*/ 14288 h 75247"/>
                <a:gd name="connsiteX12" fmla="*/ 144369 w 187338"/>
                <a:gd name="connsiteY12" fmla="*/ 52864 h 75247"/>
                <a:gd name="connsiteX13" fmla="*/ 165711 w 187338"/>
                <a:gd name="connsiteY13" fmla="*/ 44387 h 75247"/>
                <a:gd name="connsiteX14" fmla="*/ 174912 w 187338"/>
                <a:gd name="connsiteY14" fmla="*/ 53626 h 75247"/>
                <a:gd name="connsiteX15" fmla="*/ 165711 w 187338"/>
                <a:gd name="connsiteY15" fmla="*/ 62865 h 75247"/>
                <a:gd name="connsiteX16" fmla="*/ 156510 w 187338"/>
                <a:gd name="connsiteY16" fmla="*/ 53626 h 75247"/>
                <a:gd name="connsiteX17" fmla="*/ 165711 w 187338"/>
                <a:gd name="connsiteY17" fmla="*/ 44387 h 7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338" h="75247">
                  <a:moveTo>
                    <a:pt x="144274" y="52864"/>
                  </a:moveTo>
                  <a:cubicBezTo>
                    <a:pt x="144274" y="52864"/>
                    <a:pt x="144274" y="53340"/>
                    <a:pt x="144274" y="53626"/>
                  </a:cubicBezTo>
                  <a:cubicBezTo>
                    <a:pt x="144274" y="65532"/>
                    <a:pt x="153949" y="75248"/>
                    <a:pt x="165806" y="75248"/>
                  </a:cubicBezTo>
                  <a:cubicBezTo>
                    <a:pt x="177663" y="75248"/>
                    <a:pt x="187338" y="65532"/>
                    <a:pt x="187338" y="53626"/>
                  </a:cubicBezTo>
                  <a:cubicBezTo>
                    <a:pt x="187338" y="41720"/>
                    <a:pt x="177663" y="32004"/>
                    <a:pt x="165806" y="32004"/>
                  </a:cubicBezTo>
                  <a:cubicBezTo>
                    <a:pt x="159451" y="32004"/>
                    <a:pt x="153760" y="34862"/>
                    <a:pt x="149776" y="39338"/>
                  </a:cubicBezTo>
                  <a:lnTo>
                    <a:pt x="92009" y="1143"/>
                  </a:lnTo>
                  <a:cubicBezTo>
                    <a:pt x="90871" y="381"/>
                    <a:pt x="89448" y="0"/>
                    <a:pt x="88120" y="0"/>
                  </a:cubicBezTo>
                  <a:lnTo>
                    <a:pt x="7114" y="0"/>
                  </a:lnTo>
                  <a:cubicBezTo>
                    <a:pt x="3225" y="0"/>
                    <a:pt x="0" y="3239"/>
                    <a:pt x="0" y="7144"/>
                  </a:cubicBezTo>
                  <a:cubicBezTo>
                    <a:pt x="0" y="11049"/>
                    <a:pt x="3225" y="14288"/>
                    <a:pt x="7114" y="14288"/>
                  </a:cubicBezTo>
                  <a:lnTo>
                    <a:pt x="86033" y="14288"/>
                  </a:lnTo>
                  <a:lnTo>
                    <a:pt x="144369" y="52864"/>
                  </a:lnTo>
                  <a:close/>
                  <a:moveTo>
                    <a:pt x="165711" y="44387"/>
                  </a:moveTo>
                  <a:cubicBezTo>
                    <a:pt x="170739" y="44387"/>
                    <a:pt x="174912" y="48482"/>
                    <a:pt x="174912" y="53626"/>
                  </a:cubicBezTo>
                  <a:cubicBezTo>
                    <a:pt x="174912" y="58769"/>
                    <a:pt x="170833" y="62865"/>
                    <a:pt x="165711" y="62865"/>
                  </a:cubicBezTo>
                  <a:cubicBezTo>
                    <a:pt x="160589" y="62865"/>
                    <a:pt x="156510" y="58769"/>
                    <a:pt x="156510" y="53626"/>
                  </a:cubicBezTo>
                  <a:cubicBezTo>
                    <a:pt x="156510" y="48482"/>
                    <a:pt x="160589" y="44387"/>
                    <a:pt x="165711" y="44387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A669F1C4-4794-85B5-D77B-72ABD3CCA2DD}"/>
              </a:ext>
            </a:extLst>
          </p:cNvPr>
          <p:cNvGrpSpPr/>
          <p:nvPr/>
        </p:nvGrpSpPr>
        <p:grpSpPr>
          <a:xfrm>
            <a:off x="1346733" y="3466745"/>
            <a:ext cx="522212" cy="475646"/>
            <a:chOff x="4416368" y="3323266"/>
            <a:chExt cx="402578" cy="366680"/>
          </a:xfrm>
        </p:grpSpPr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52389A9F-9855-B4E2-0D31-3A7A2F7C797E}"/>
                </a:ext>
              </a:extLst>
            </p:cNvPr>
            <p:cNvSpPr/>
            <p:nvPr/>
          </p:nvSpPr>
          <p:spPr>
            <a:xfrm>
              <a:off x="4540438" y="3323266"/>
              <a:ext cx="278508" cy="366680"/>
            </a:xfrm>
            <a:custGeom>
              <a:avLst/>
              <a:gdLst>
                <a:gd name="connsiteX0" fmla="*/ 277545 w 278508"/>
                <a:gd name="connsiteY0" fmla="*/ 211423 h 366680"/>
                <a:gd name="connsiteX1" fmla="*/ 266542 w 278508"/>
                <a:gd name="connsiteY1" fmla="*/ 175228 h 366680"/>
                <a:gd name="connsiteX2" fmla="*/ 244820 w 278508"/>
                <a:gd name="connsiteY2" fmla="*/ 130651 h 366680"/>
                <a:gd name="connsiteX3" fmla="*/ 79109 w 278508"/>
                <a:gd name="connsiteY3" fmla="*/ 634 h 366680"/>
                <a:gd name="connsiteX4" fmla="*/ 5217 w 278508"/>
                <a:gd name="connsiteY4" fmla="*/ 28162 h 366680"/>
                <a:gd name="connsiteX5" fmla="*/ 3510 w 278508"/>
                <a:gd name="connsiteY5" fmla="*/ 38163 h 366680"/>
                <a:gd name="connsiteX6" fmla="*/ 13469 w 278508"/>
                <a:gd name="connsiteY6" fmla="*/ 39877 h 366680"/>
                <a:gd name="connsiteX7" fmla="*/ 80437 w 278508"/>
                <a:gd name="connsiteY7" fmla="*/ 14922 h 366680"/>
                <a:gd name="connsiteX8" fmla="*/ 230971 w 278508"/>
                <a:gd name="connsiteY8" fmla="*/ 134270 h 366680"/>
                <a:gd name="connsiteX9" fmla="*/ 231825 w 278508"/>
                <a:gd name="connsiteY9" fmla="*/ 136747 h 366680"/>
                <a:gd name="connsiteX10" fmla="*/ 253262 w 278508"/>
                <a:gd name="connsiteY10" fmla="*/ 180562 h 366680"/>
                <a:gd name="connsiteX11" fmla="*/ 263601 w 278508"/>
                <a:gd name="connsiteY11" fmla="*/ 214566 h 366680"/>
                <a:gd name="connsiteX12" fmla="*/ 263981 w 278508"/>
                <a:gd name="connsiteY12" fmla="*/ 215995 h 366680"/>
                <a:gd name="connsiteX13" fmla="*/ 263412 w 278508"/>
                <a:gd name="connsiteY13" fmla="*/ 220757 h 366680"/>
                <a:gd name="connsiteX14" fmla="*/ 259238 w 278508"/>
                <a:gd name="connsiteY14" fmla="*/ 222948 h 366680"/>
                <a:gd name="connsiteX15" fmla="*/ 237896 w 278508"/>
                <a:gd name="connsiteY15" fmla="*/ 222948 h 366680"/>
                <a:gd name="connsiteX16" fmla="*/ 230782 w 278508"/>
                <a:gd name="connsiteY16" fmla="*/ 229425 h 366680"/>
                <a:gd name="connsiteX17" fmla="*/ 226229 w 278508"/>
                <a:gd name="connsiteY17" fmla="*/ 276859 h 366680"/>
                <a:gd name="connsiteX18" fmla="*/ 201472 w 278508"/>
                <a:gd name="connsiteY18" fmla="*/ 302291 h 366680"/>
                <a:gd name="connsiteX19" fmla="*/ 161822 w 278508"/>
                <a:gd name="connsiteY19" fmla="*/ 306958 h 366680"/>
                <a:gd name="connsiteX20" fmla="*/ 155562 w 278508"/>
                <a:gd name="connsiteY20" fmla="*/ 314102 h 366680"/>
                <a:gd name="connsiteX21" fmla="*/ 155562 w 278508"/>
                <a:gd name="connsiteY21" fmla="*/ 352393 h 366680"/>
                <a:gd name="connsiteX22" fmla="*/ 14228 w 278508"/>
                <a:gd name="connsiteY22" fmla="*/ 352393 h 366680"/>
                <a:gd name="connsiteX23" fmla="*/ 14228 w 278508"/>
                <a:gd name="connsiteY23" fmla="*/ 272954 h 366680"/>
                <a:gd name="connsiteX24" fmla="*/ 7114 w 278508"/>
                <a:gd name="connsiteY24" fmla="*/ 265810 h 366680"/>
                <a:gd name="connsiteX25" fmla="*/ 0 w 278508"/>
                <a:gd name="connsiteY25" fmla="*/ 272954 h 366680"/>
                <a:gd name="connsiteX26" fmla="*/ 0 w 278508"/>
                <a:gd name="connsiteY26" fmla="*/ 359536 h 366680"/>
                <a:gd name="connsiteX27" fmla="*/ 7114 w 278508"/>
                <a:gd name="connsiteY27" fmla="*/ 366680 h 366680"/>
                <a:gd name="connsiteX28" fmla="*/ 162676 w 278508"/>
                <a:gd name="connsiteY28" fmla="*/ 366680 h 366680"/>
                <a:gd name="connsiteX29" fmla="*/ 169790 w 278508"/>
                <a:gd name="connsiteY29" fmla="*/ 359536 h 366680"/>
                <a:gd name="connsiteX30" fmla="*/ 169790 w 278508"/>
                <a:gd name="connsiteY30" fmla="*/ 320484 h 366680"/>
                <a:gd name="connsiteX31" fmla="*/ 203084 w 278508"/>
                <a:gd name="connsiteY31" fmla="*/ 316579 h 366680"/>
                <a:gd name="connsiteX32" fmla="*/ 240362 w 278508"/>
                <a:gd name="connsiteY32" fmla="*/ 278383 h 366680"/>
                <a:gd name="connsiteX33" fmla="*/ 244346 w 278508"/>
                <a:gd name="connsiteY33" fmla="*/ 237331 h 366680"/>
                <a:gd name="connsiteX34" fmla="*/ 259238 w 278508"/>
                <a:gd name="connsiteY34" fmla="*/ 237331 h 366680"/>
                <a:gd name="connsiteX35" fmla="*/ 275174 w 278508"/>
                <a:gd name="connsiteY35" fmla="*/ 228853 h 366680"/>
                <a:gd name="connsiteX36" fmla="*/ 277450 w 278508"/>
                <a:gd name="connsiteY36" fmla="*/ 211613 h 36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78508" h="366680">
                  <a:moveTo>
                    <a:pt x="277545" y="211423"/>
                  </a:moveTo>
                  <a:cubicBezTo>
                    <a:pt x="276976" y="208184"/>
                    <a:pt x="274130" y="194659"/>
                    <a:pt x="266542" y="175228"/>
                  </a:cubicBezTo>
                  <a:cubicBezTo>
                    <a:pt x="258953" y="155987"/>
                    <a:pt x="247666" y="135699"/>
                    <a:pt x="244820" y="130651"/>
                  </a:cubicBezTo>
                  <a:cubicBezTo>
                    <a:pt x="231161" y="50355"/>
                    <a:pt x="158692" y="-6700"/>
                    <a:pt x="79109" y="634"/>
                  </a:cubicBezTo>
                  <a:cubicBezTo>
                    <a:pt x="52739" y="3016"/>
                    <a:pt x="27128" y="12541"/>
                    <a:pt x="5217" y="28162"/>
                  </a:cubicBezTo>
                  <a:cubicBezTo>
                    <a:pt x="1992" y="30448"/>
                    <a:pt x="1233" y="34924"/>
                    <a:pt x="3510" y="38163"/>
                  </a:cubicBezTo>
                  <a:cubicBezTo>
                    <a:pt x="5786" y="41401"/>
                    <a:pt x="10244" y="42163"/>
                    <a:pt x="13469" y="39877"/>
                  </a:cubicBezTo>
                  <a:cubicBezTo>
                    <a:pt x="33389" y="25685"/>
                    <a:pt x="56533" y="17113"/>
                    <a:pt x="80437" y="14922"/>
                  </a:cubicBezTo>
                  <a:cubicBezTo>
                    <a:pt x="153001" y="8254"/>
                    <a:pt x="219115" y="60737"/>
                    <a:pt x="230971" y="134270"/>
                  </a:cubicBezTo>
                  <a:cubicBezTo>
                    <a:pt x="231066" y="135127"/>
                    <a:pt x="231446" y="135985"/>
                    <a:pt x="231825" y="136747"/>
                  </a:cubicBezTo>
                  <a:cubicBezTo>
                    <a:pt x="231920" y="136937"/>
                    <a:pt x="245105" y="159892"/>
                    <a:pt x="253262" y="180562"/>
                  </a:cubicBezTo>
                  <a:cubicBezTo>
                    <a:pt x="261230" y="200850"/>
                    <a:pt x="263601" y="214471"/>
                    <a:pt x="263601" y="214566"/>
                  </a:cubicBezTo>
                  <a:cubicBezTo>
                    <a:pt x="263601" y="215042"/>
                    <a:pt x="263791" y="215518"/>
                    <a:pt x="263981" y="215995"/>
                  </a:cubicBezTo>
                  <a:cubicBezTo>
                    <a:pt x="264835" y="218281"/>
                    <a:pt x="263981" y="220090"/>
                    <a:pt x="263412" y="220757"/>
                  </a:cubicBezTo>
                  <a:cubicBezTo>
                    <a:pt x="262843" y="221424"/>
                    <a:pt x="261609" y="222948"/>
                    <a:pt x="259238" y="222948"/>
                  </a:cubicBezTo>
                  <a:lnTo>
                    <a:pt x="237896" y="222948"/>
                  </a:lnTo>
                  <a:cubicBezTo>
                    <a:pt x="234196" y="222948"/>
                    <a:pt x="231161" y="225710"/>
                    <a:pt x="230782" y="229425"/>
                  </a:cubicBezTo>
                  <a:lnTo>
                    <a:pt x="226229" y="276859"/>
                  </a:lnTo>
                  <a:cubicBezTo>
                    <a:pt x="224995" y="290004"/>
                    <a:pt x="214562" y="300672"/>
                    <a:pt x="201472" y="302291"/>
                  </a:cubicBezTo>
                  <a:lnTo>
                    <a:pt x="161822" y="306958"/>
                  </a:lnTo>
                  <a:cubicBezTo>
                    <a:pt x="158218" y="307339"/>
                    <a:pt x="155562" y="310387"/>
                    <a:pt x="155562" y="314102"/>
                  </a:cubicBezTo>
                  <a:lnTo>
                    <a:pt x="155562" y="352393"/>
                  </a:lnTo>
                  <a:lnTo>
                    <a:pt x="14228" y="352393"/>
                  </a:lnTo>
                  <a:lnTo>
                    <a:pt x="14228" y="272954"/>
                  </a:lnTo>
                  <a:cubicBezTo>
                    <a:pt x="14228" y="269049"/>
                    <a:pt x="11003" y="265810"/>
                    <a:pt x="7114" y="265810"/>
                  </a:cubicBezTo>
                  <a:cubicBezTo>
                    <a:pt x="3225" y="265810"/>
                    <a:pt x="0" y="269049"/>
                    <a:pt x="0" y="272954"/>
                  </a:cubicBezTo>
                  <a:lnTo>
                    <a:pt x="0" y="359536"/>
                  </a:lnTo>
                  <a:cubicBezTo>
                    <a:pt x="0" y="363442"/>
                    <a:pt x="3225" y="366680"/>
                    <a:pt x="7114" y="366680"/>
                  </a:cubicBezTo>
                  <a:lnTo>
                    <a:pt x="162676" y="366680"/>
                  </a:lnTo>
                  <a:cubicBezTo>
                    <a:pt x="166565" y="366680"/>
                    <a:pt x="169790" y="363442"/>
                    <a:pt x="169790" y="359536"/>
                  </a:cubicBezTo>
                  <a:lnTo>
                    <a:pt x="169790" y="320484"/>
                  </a:lnTo>
                  <a:lnTo>
                    <a:pt x="203084" y="316579"/>
                  </a:lnTo>
                  <a:cubicBezTo>
                    <a:pt x="222814" y="314293"/>
                    <a:pt x="238465" y="298195"/>
                    <a:pt x="240362" y="278383"/>
                  </a:cubicBezTo>
                  <a:lnTo>
                    <a:pt x="244346" y="237331"/>
                  </a:lnTo>
                  <a:lnTo>
                    <a:pt x="259238" y="237331"/>
                  </a:lnTo>
                  <a:cubicBezTo>
                    <a:pt x="265593" y="237331"/>
                    <a:pt x="271569" y="234187"/>
                    <a:pt x="275174" y="228853"/>
                  </a:cubicBezTo>
                  <a:cubicBezTo>
                    <a:pt x="278589" y="223805"/>
                    <a:pt x="279442" y="217328"/>
                    <a:pt x="277450" y="211613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47AB8BDE-37E2-DE0F-3C36-E2A66A4659E2}"/>
                </a:ext>
              </a:extLst>
            </p:cNvPr>
            <p:cNvSpPr/>
            <p:nvPr/>
          </p:nvSpPr>
          <p:spPr>
            <a:xfrm>
              <a:off x="4416368" y="3461441"/>
              <a:ext cx="242448" cy="44100"/>
            </a:xfrm>
            <a:custGeom>
              <a:avLst/>
              <a:gdLst>
                <a:gd name="connsiteX0" fmla="*/ 201377 w 242448"/>
                <a:gd name="connsiteY0" fmla="*/ 30480 h 44100"/>
                <a:gd name="connsiteX1" fmla="*/ 220917 w 242448"/>
                <a:gd name="connsiteY1" fmla="*/ 43243 h 44100"/>
                <a:gd name="connsiteX2" fmla="*/ 242449 w 242448"/>
                <a:gd name="connsiteY2" fmla="*/ 21622 h 44100"/>
                <a:gd name="connsiteX3" fmla="*/ 220917 w 242448"/>
                <a:gd name="connsiteY3" fmla="*/ 0 h 44100"/>
                <a:gd name="connsiteX4" fmla="*/ 200238 w 242448"/>
                <a:gd name="connsiteY4" fmla="*/ 16097 h 44100"/>
                <a:gd name="connsiteX5" fmla="*/ 42021 w 242448"/>
                <a:gd name="connsiteY5" fmla="*/ 16097 h 44100"/>
                <a:gd name="connsiteX6" fmla="*/ 21532 w 242448"/>
                <a:gd name="connsiteY6" fmla="*/ 857 h 44100"/>
                <a:gd name="connsiteX7" fmla="*/ 0 w 242448"/>
                <a:gd name="connsiteY7" fmla="*/ 22479 h 44100"/>
                <a:gd name="connsiteX8" fmla="*/ 21532 w 242448"/>
                <a:gd name="connsiteY8" fmla="*/ 44101 h 44100"/>
                <a:gd name="connsiteX9" fmla="*/ 41452 w 242448"/>
                <a:gd name="connsiteY9" fmla="*/ 30480 h 44100"/>
                <a:gd name="connsiteX10" fmla="*/ 201377 w 242448"/>
                <a:gd name="connsiteY10" fmla="*/ 30480 h 44100"/>
                <a:gd name="connsiteX11" fmla="*/ 220917 w 242448"/>
                <a:gd name="connsiteY11" fmla="*/ 12478 h 44100"/>
                <a:gd name="connsiteX12" fmla="*/ 230118 w 242448"/>
                <a:gd name="connsiteY12" fmla="*/ 21717 h 44100"/>
                <a:gd name="connsiteX13" fmla="*/ 220917 w 242448"/>
                <a:gd name="connsiteY13" fmla="*/ 30956 h 44100"/>
                <a:gd name="connsiteX14" fmla="*/ 211716 w 242448"/>
                <a:gd name="connsiteY14" fmla="*/ 21717 h 44100"/>
                <a:gd name="connsiteX15" fmla="*/ 220917 w 242448"/>
                <a:gd name="connsiteY15" fmla="*/ 12478 h 44100"/>
                <a:gd name="connsiteX16" fmla="*/ 21532 w 242448"/>
                <a:gd name="connsiteY16" fmla="*/ 31718 h 44100"/>
                <a:gd name="connsiteX17" fmla="*/ 12331 w 242448"/>
                <a:gd name="connsiteY17" fmla="*/ 22479 h 44100"/>
                <a:gd name="connsiteX18" fmla="*/ 21532 w 242448"/>
                <a:gd name="connsiteY18" fmla="*/ 13240 h 44100"/>
                <a:gd name="connsiteX19" fmla="*/ 30353 w 242448"/>
                <a:gd name="connsiteY19" fmla="*/ 20479 h 44100"/>
                <a:gd name="connsiteX20" fmla="*/ 29784 w 242448"/>
                <a:gd name="connsiteY20" fmla="*/ 23241 h 44100"/>
                <a:gd name="connsiteX21" fmla="*/ 30164 w 242448"/>
                <a:gd name="connsiteY21" fmla="*/ 25241 h 44100"/>
                <a:gd name="connsiteX22" fmla="*/ 21532 w 242448"/>
                <a:gd name="connsiteY22" fmla="*/ 31718 h 4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2448" h="44100">
                  <a:moveTo>
                    <a:pt x="201377" y="30480"/>
                  </a:moveTo>
                  <a:cubicBezTo>
                    <a:pt x="204791" y="38005"/>
                    <a:pt x="212190" y="43243"/>
                    <a:pt x="220917" y="43243"/>
                  </a:cubicBezTo>
                  <a:cubicBezTo>
                    <a:pt x="232774" y="43243"/>
                    <a:pt x="242449" y="33528"/>
                    <a:pt x="242449" y="21622"/>
                  </a:cubicBezTo>
                  <a:cubicBezTo>
                    <a:pt x="242449" y="9715"/>
                    <a:pt x="232774" y="0"/>
                    <a:pt x="220917" y="0"/>
                  </a:cubicBezTo>
                  <a:cubicBezTo>
                    <a:pt x="210957" y="0"/>
                    <a:pt x="202610" y="6858"/>
                    <a:pt x="200238" y="16097"/>
                  </a:cubicBezTo>
                  <a:lnTo>
                    <a:pt x="42021" y="16097"/>
                  </a:lnTo>
                  <a:cubicBezTo>
                    <a:pt x="39270" y="7334"/>
                    <a:pt x="31207" y="857"/>
                    <a:pt x="21532" y="857"/>
                  </a:cubicBezTo>
                  <a:cubicBezTo>
                    <a:pt x="9675" y="857"/>
                    <a:pt x="0" y="10573"/>
                    <a:pt x="0" y="22479"/>
                  </a:cubicBezTo>
                  <a:cubicBezTo>
                    <a:pt x="0" y="34385"/>
                    <a:pt x="9675" y="44101"/>
                    <a:pt x="21532" y="44101"/>
                  </a:cubicBezTo>
                  <a:cubicBezTo>
                    <a:pt x="30638" y="44101"/>
                    <a:pt x="38321" y="38481"/>
                    <a:pt x="41452" y="30480"/>
                  </a:cubicBezTo>
                  <a:lnTo>
                    <a:pt x="201377" y="30480"/>
                  </a:lnTo>
                  <a:close/>
                  <a:moveTo>
                    <a:pt x="220917" y="12478"/>
                  </a:moveTo>
                  <a:cubicBezTo>
                    <a:pt x="225944" y="12478"/>
                    <a:pt x="230118" y="16573"/>
                    <a:pt x="230118" y="21717"/>
                  </a:cubicBezTo>
                  <a:cubicBezTo>
                    <a:pt x="230118" y="26860"/>
                    <a:pt x="226039" y="30956"/>
                    <a:pt x="220917" y="30956"/>
                  </a:cubicBezTo>
                  <a:cubicBezTo>
                    <a:pt x="215795" y="30956"/>
                    <a:pt x="211716" y="26860"/>
                    <a:pt x="211716" y="21717"/>
                  </a:cubicBezTo>
                  <a:cubicBezTo>
                    <a:pt x="211716" y="16573"/>
                    <a:pt x="215795" y="12478"/>
                    <a:pt x="220917" y="12478"/>
                  </a:cubicBezTo>
                  <a:close/>
                  <a:moveTo>
                    <a:pt x="21532" y="31718"/>
                  </a:moveTo>
                  <a:cubicBezTo>
                    <a:pt x="16505" y="31718"/>
                    <a:pt x="12331" y="27622"/>
                    <a:pt x="12331" y="22479"/>
                  </a:cubicBezTo>
                  <a:cubicBezTo>
                    <a:pt x="12331" y="17335"/>
                    <a:pt x="16410" y="13240"/>
                    <a:pt x="21532" y="13240"/>
                  </a:cubicBezTo>
                  <a:cubicBezTo>
                    <a:pt x="25895" y="13240"/>
                    <a:pt x="29405" y="16383"/>
                    <a:pt x="30353" y="20479"/>
                  </a:cubicBezTo>
                  <a:cubicBezTo>
                    <a:pt x="29974" y="21336"/>
                    <a:pt x="29784" y="22288"/>
                    <a:pt x="29784" y="23241"/>
                  </a:cubicBezTo>
                  <a:cubicBezTo>
                    <a:pt x="29784" y="23908"/>
                    <a:pt x="29974" y="24574"/>
                    <a:pt x="30164" y="25241"/>
                  </a:cubicBezTo>
                  <a:cubicBezTo>
                    <a:pt x="29026" y="28956"/>
                    <a:pt x="25611" y="31718"/>
                    <a:pt x="21532" y="31718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E7665934-CFB8-B539-DBE7-7EE224BE8613}"/>
                </a:ext>
              </a:extLst>
            </p:cNvPr>
            <p:cNvSpPr/>
            <p:nvPr/>
          </p:nvSpPr>
          <p:spPr>
            <a:xfrm>
              <a:off x="4471573" y="3364286"/>
              <a:ext cx="187243" cy="78676"/>
            </a:xfrm>
            <a:custGeom>
              <a:avLst/>
              <a:gdLst>
                <a:gd name="connsiteX0" fmla="*/ 7019 w 187243"/>
                <a:gd name="connsiteY0" fmla="*/ 78677 h 78676"/>
                <a:gd name="connsiteX1" fmla="*/ 88025 w 187243"/>
                <a:gd name="connsiteY1" fmla="*/ 78677 h 78676"/>
                <a:gd name="connsiteX2" fmla="*/ 92104 w 187243"/>
                <a:gd name="connsiteY2" fmla="*/ 77343 h 78676"/>
                <a:gd name="connsiteX3" fmla="*/ 150155 w 187243"/>
                <a:gd name="connsiteY3" fmla="*/ 36481 h 78676"/>
                <a:gd name="connsiteX4" fmla="*/ 165711 w 187243"/>
                <a:gd name="connsiteY4" fmla="*/ 43244 h 78676"/>
                <a:gd name="connsiteX5" fmla="*/ 187243 w 187243"/>
                <a:gd name="connsiteY5" fmla="*/ 21622 h 78676"/>
                <a:gd name="connsiteX6" fmla="*/ 165711 w 187243"/>
                <a:gd name="connsiteY6" fmla="*/ 0 h 78676"/>
                <a:gd name="connsiteX7" fmla="*/ 144179 w 187243"/>
                <a:gd name="connsiteY7" fmla="*/ 21622 h 78676"/>
                <a:gd name="connsiteX8" fmla="*/ 144369 w 187243"/>
                <a:gd name="connsiteY8" fmla="*/ 23050 h 78676"/>
                <a:gd name="connsiteX9" fmla="*/ 85844 w 187243"/>
                <a:gd name="connsiteY9" fmla="*/ 64294 h 78676"/>
                <a:gd name="connsiteX10" fmla="*/ 7114 w 187243"/>
                <a:gd name="connsiteY10" fmla="*/ 64294 h 78676"/>
                <a:gd name="connsiteX11" fmla="*/ 0 w 187243"/>
                <a:gd name="connsiteY11" fmla="*/ 71438 h 78676"/>
                <a:gd name="connsiteX12" fmla="*/ 7114 w 187243"/>
                <a:gd name="connsiteY12" fmla="*/ 78581 h 78676"/>
                <a:gd name="connsiteX13" fmla="*/ 165711 w 187243"/>
                <a:gd name="connsiteY13" fmla="*/ 12573 h 78676"/>
                <a:gd name="connsiteX14" fmla="*/ 174912 w 187243"/>
                <a:gd name="connsiteY14" fmla="*/ 21812 h 78676"/>
                <a:gd name="connsiteX15" fmla="*/ 165711 w 187243"/>
                <a:gd name="connsiteY15" fmla="*/ 31052 h 78676"/>
                <a:gd name="connsiteX16" fmla="*/ 156510 w 187243"/>
                <a:gd name="connsiteY16" fmla="*/ 21812 h 78676"/>
                <a:gd name="connsiteX17" fmla="*/ 165711 w 187243"/>
                <a:gd name="connsiteY17" fmla="*/ 12573 h 7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243" h="78676">
                  <a:moveTo>
                    <a:pt x="7019" y="78677"/>
                  </a:moveTo>
                  <a:lnTo>
                    <a:pt x="88025" y="78677"/>
                  </a:lnTo>
                  <a:cubicBezTo>
                    <a:pt x="89448" y="78677"/>
                    <a:pt x="90871" y="78200"/>
                    <a:pt x="92104" y="77343"/>
                  </a:cubicBezTo>
                  <a:lnTo>
                    <a:pt x="150155" y="36481"/>
                  </a:lnTo>
                  <a:cubicBezTo>
                    <a:pt x="154044" y="40672"/>
                    <a:pt x="159546" y="43244"/>
                    <a:pt x="165711" y="43244"/>
                  </a:cubicBezTo>
                  <a:cubicBezTo>
                    <a:pt x="177568" y="43244"/>
                    <a:pt x="187243" y="33528"/>
                    <a:pt x="187243" y="21622"/>
                  </a:cubicBezTo>
                  <a:cubicBezTo>
                    <a:pt x="187243" y="9716"/>
                    <a:pt x="177568" y="0"/>
                    <a:pt x="165711" y="0"/>
                  </a:cubicBezTo>
                  <a:cubicBezTo>
                    <a:pt x="153854" y="0"/>
                    <a:pt x="144179" y="9716"/>
                    <a:pt x="144179" y="21622"/>
                  </a:cubicBezTo>
                  <a:cubicBezTo>
                    <a:pt x="144179" y="22098"/>
                    <a:pt x="144274" y="22574"/>
                    <a:pt x="144369" y="23050"/>
                  </a:cubicBezTo>
                  <a:lnTo>
                    <a:pt x="85844" y="64294"/>
                  </a:lnTo>
                  <a:lnTo>
                    <a:pt x="7114" y="64294"/>
                  </a:lnTo>
                  <a:cubicBezTo>
                    <a:pt x="3225" y="64294"/>
                    <a:pt x="0" y="67532"/>
                    <a:pt x="0" y="71438"/>
                  </a:cubicBezTo>
                  <a:cubicBezTo>
                    <a:pt x="0" y="75343"/>
                    <a:pt x="3225" y="78581"/>
                    <a:pt x="7114" y="78581"/>
                  </a:cubicBezTo>
                  <a:close/>
                  <a:moveTo>
                    <a:pt x="165711" y="12573"/>
                  </a:moveTo>
                  <a:cubicBezTo>
                    <a:pt x="170739" y="12573"/>
                    <a:pt x="174912" y="16669"/>
                    <a:pt x="174912" y="21812"/>
                  </a:cubicBezTo>
                  <a:cubicBezTo>
                    <a:pt x="174912" y="26956"/>
                    <a:pt x="170833" y="31052"/>
                    <a:pt x="165711" y="31052"/>
                  </a:cubicBezTo>
                  <a:cubicBezTo>
                    <a:pt x="160589" y="31052"/>
                    <a:pt x="156510" y="26956"/>
                    <a:pt x="156510" y="21812"/>
                  </a:cubicBezTo>
                  <a:cubicBezTo>
                    <a:pt x="156510" y="16669"/>
                    <a:pt x="160589" y="12573"/>
                    <a:pt x="165711" y="12573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E3FEEC9C-6B96-63DA-FD66-E09F200FC882}"/>
                </a:ext>
              </a:extLst>
            </p:cNvPr>
            <p:cNvSpPr/>
            <p:nvPr/>
          </p:nvSpPr>
          <p:spPr>
            <a:xfrm>
              <a:off x="4471573" y="3529259"/>
              <a:ext cx="187338" cy="75247"/>
            </a:xfrm>
            <a:custGeom>
              <a:avLst/>
              <a:gdLst>
                <a:gd name="connsiteX0" fmla="*/ 144274 w 187338"/>
                <a:gd name="connsiteY0" fmla="*/ 52864 h 75247"/>
                <a:gd name="connsiteX1" fmla="*/ 144274 w 187338"/>
                <a:gd name="connsiteY1" fmla="*/ 53626 h 75247"/>
                <a:gd name="connsiteX2" fmla="*/ 165806 w 187338"/>
                <a:gd name="connsiteY2" fmla="*/ 75248 h 75247"/>
                <a:gd name="connsiteX3" fmla="*/ 187338 w 187338"/>
                <a:gd name="connsiteY3" fmla="*/ 53626 h 75247"/>
                <a:gd name="connsiteX4" fmla="*/ 165806 w 187338"/>
                <a:gd name="connsiteY4" fmla="*/ 32004 h 75247"/>
                <a:gd name="connsiteX5" fmla="*/ 149776 w 187338"/>
                <a:gd name="connsiteY5" fmla="*/ 39338 h 75247"/>
                <a:gd name="connsiteX6" fmla="*/ 92009 w 187338"/>
                <a:gd name="connsiteY6" fmla="*/ 1143 h 75247"/>
                <a:gd name="connsiteX7" fmla="*/ 88120 w 187338"/>
                <a:gd name="connsiteY7" fmla="*/ 0 h 75247"/>
                <a:gd name="connsiteX8" fmla="*/ 7114 w 187338"/>
                <a:gd name="connsiteY8" fmla="*/ 0 h 75247"/>
                <a:gd name="connsiteX9" fmla="*/ 0 w 187338"/>
                <a:gd name="connsiteY9" fmla="*/ 7144 h 75247"/>
                <a:gd name="connsiteX10" fmla="*/ 7114 w 187338"/>
                <a:gd name="connsiteY10" fmla="*/ 14288 h 75247"/>
                <a:gd name="connsiteX11" fmla="*/ 86033 w 187338"/>
                <a:gd name="connsiteY11" fmla="*/ 14288 h 75247"/>
                <a:gd name="connsiteX12" fmla="*/ 144369 w 187338"/>
                <a:gd name="connsiteY12" fmla="*/ 52864 h 75247"/>
                <a:gd name="connsiteX13" fmla="*/ 165711 w 187338"/>
                <a:gd name="connsiteY13" fmla="*/ 44387 h 75247"/>
                <a:gd name="connsiteX14" fmla="*/ 174912 w 187338"/>
                <a:gd name="connsiteY14" fmla="*/ 53626 h 75247"/>
                <a:gd name="connsiteX15" fmla="*/ 165711 w 187338"/>
                <a:gd name="connsiteY15" fmla="*/ 62865 h 75247"/>
                <a:gd name="connsiteX16" fmla="*/ 156510 w 187338"/>
                <a:gd name="connsiteY16" fmla="*/ 53626 h 75247"/>
                <a:gd name="connsiteX17" fmla="*/ 165711 w 187338"/>
                <a:gd name="connsiteY17" fmla="*/ 44387 h 7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7338" h="75247">
                  <a:moveTo>
                    <a:pt x="144274" y="52864"/>
                  </a:moveTo>
                  <a:cubicBezTo>
                    <a:pt x="144274" y="52864"/>
                    <a:pt x="144274" y="53340"/>
                    <a:pt x="144274" y="53626"/>
                  </a:cubicBezTo>
                  <a:cubicBezTo>
                    <a:pt x="144274" y="65532"/>
                    <a:pt x="153949" y="75248"/>
                    <a:pt x="165806" y="75248"/>
                  </a:cubicBezTo>
                  <a:cubicBezTo>
                    <a:pt x="177663" y="75248"/>
                    <a:pt x="187338" y="65532"/>
                    <a:pt x="187338" y="53626"/>
                  </a:cubicBezTo>
                  <a:cubicBezTo>
                    <a:pt x="187338" y="41720"/>
                    <a:pt x="177663" y="32004"/>
                    <a:pt x="165806" y="32004"/>
                  </a:cubicBezTo>
                  <a:cubicBezTo>
                    <a:pt x="159451" y="32004"/>
                    <a:pt x="153760" y="34862"/>
                    <a:pt x="149776" y="39338"/>
                  </a:cubicBezTo>
                  <a:lnTo>
                    <a:pt x="92009" y="1143"/>
                  </a:lnTo>
                  <a:cubicBezTo>
                    <a:pt x="90871" y="381"/>
                    <a:pt x="89448" y="0"/>
                    <a:pt x="88120" y="0"/>
                  </a:cubicBezTo>
                  <a:lnTo>
                    <a:pt x="7114" y="0"/>
                  </a:lnTo>
                  <a:cubicBezTo>
                    <a:pt x="3225" y="0"/>
                    <a:pt x="0" y="3239"/>
                    <a:pt x="0" y="7144"/>
                  </a:cubicBezTo>
                  <a:cubicBezTo>
                    <a:pt x="0" y="11049"/>
                    <a:pt x="3225" y="14288"/>
                    <a:pt x="7114" y="14288"/>
                  </a:cubicBezTo>
                  <a:lnTo>
                    <a:pt x="86033" y="14288"/>
                  </a:lnTo>
                  <a:lnTo>
                    <a:pt x="144369" y="52864"/>
                  </a:lnTo>
                  <a:close/>
                  <a:moveTo>
                    <a:pt x="165711" y="44387"/>
                  </a:moveTo>
                  <a:cubicBezTo>
                    <a:pt x="170739" y="44387"/>
                    <a:pt x="174912" y="48482"/>
                    <a:pt x="174912" y="53626"/>
                  </a:cubicBezTo>
                  <a:cubicBezTo>
                    <a:pt x="174912" y="58769"/>
                    <a:pt x="170833" y="62865"/>
                    <a:pt x="165711" y="62865"/>
                  </a:cubicBezTo>
                  <a:cubicBezTo>
                    <a:pt x="160589" y="62865"/>
                    <a:pt x="156510" y="58769"/>
                    <a:pt x="156510" y="53626"/>
                  </a:cubicBezTo>
                  <a:cubicBezTo>
                    <a:pt x="156510" y="48482"/>
                    <a:pt x="160589" y="44387"/>
                    <a:pt x="165711" y="44387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56DC1455-A2BB-7652-7DB3-FA1ABA674ED6}"/>
              </a:ext>
            </a:extLst>
          </p:cNvPr>
          <p:cNvGrpSpPr/>
          <p:nvPr/>
        </p:nvGrpSpPr>
        <p:grpSpPr>
          <a:xfrm>
            <a:off x="2173175" y="2793998"/>
            <a:ext cx="560906" cy="529268"/>
            <a:chOff x="3501287" y="2694813"/>
            <a:chExt cx="424569" cy="400621"/>
          </a:xfrm>
        </p:grpSpPr>
        <p:grpSp>
          <p:nvGrpSpPr>
            <p:cNvPr id="166" name="Graphic 163">
              <a:extLst>
                <a:ext uri="{FF2B5EF4-FFF2-40B4-BE49-F238E27FC236}">
                  <a16:creationId xmlns:a16="http://schemas.microsoft.com/office/drawing/2014/main" id="{A5D22D46-73D1-1D00-E9A1-939EE34798CC}"/>
                </a:ext>
              </a:extLst>
            </p:cNvPr>
            <p:cNvGrpSpPr/>
            <p:nvPr/>
          </p:nvGrpSpPr>
          <p:grpSpPr>
            <a:xfrm>
              <a:off x="3664057" y="2845404"/>
              <a:ext cx="96182" cy="77628"/>
              <a:chOff x="3512068" y="2953512"/>
              <a:chExt cx="96182" cy="77628"/>
            </a:xfrm>
            <a:solidFill>
              <a:srgbClr val="969696"/>
            </a:solidFill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0EBADF72-3DDB-893C-099B-8A13479ABB12}"/>
                  </a:ext>
                </a:extLst>
              </p:cNvPr>
              <p:cNvSpPr/>
              <p:nvPr/>
            </p:nvSpPr>
            <p:spPr>
              <a:xfrm>
                <a:off x="3512068" y="2953607"/>
                <a:ext cx="69338" cy="77533"/>
              </a:xfrm>
              <a:custGeom>
                <a:avLst/>
                <a:gdLst>
                  <a:gd name="connsiteX0" fmla="*/ 53213 w 69338"/>
                  <a:gd name="connsiteY0" fmla="*/ 67723 h 77533"/>
                  <a:gd name="connsiteX1" fmla="*/ 49609 w 69338"/>
                  <a:gd name="connsiteY1" fmla="*/ 58293 h 77533"/>
                  <a:gd name="connsiteX2" fmla="*/ 19256 w 69338"/>
                  <a:gd name="connsiteY2" fmla="*/ 58293 h 77533"/>
                  <a:gd name="connsiteX3" fmla="*/ 15651 w 69338"/>
                  <a:gd name="connsiteY3" fmla="*/ 67913 h 77533"/>
                  <a:gd name="connsiteX4" fmla="*/ 12047 w 69338"/>
                  <a:gd name="connsiteY4" fmla="*/ 75533 h 77533"/>
                  <a:gd name="connsiteX5" fmla="*/ 7209 w 69338"/>
                  <a:gd name="connsiteY5" fmla="*/ 77534 h 77533"/>
                  <a:gd name="connsiteX6" fmla="*/ 2182 w 69338"/>
                  <a:gd name="connsiteY6" fmla="*/ 75438 h 77533"/>
                  <a:gd name="connsiteX7" fmla="*/ 0 w 69338"/>
                  <a:gd name="connsiteY7" fmla="*/ 70676 h 77533"/>
                  <a:gd name="connsiteX8" fmla="*/ 474 w 69338"/>
                  <a:gd name="connsiteY8" fmla="*/ 67532 h 77533"/>
                  <a:gd name="connsiteX9" fmla="*/ 2182 w 69338"/>
                  <a:gd name="connsiteY9" fmla="*/ 62960 h 77533"/>
                  <a:gd name="connsiteX10" fmla="*/ 21247 w 69338"/>
                  <a:gd name="connsiteY10" fmla="*/ 14288 h 77533"/>
                  <a:gd name="connsiteX11" fmla="*/ 23239 w 69338"/>
                  <a:gd name="connsiteY11" fmla="*/ 9239 h 77533"/>
                  <a:gd name="connsiteX12" fmla="*/ 25706 w 69338"/>
                  <a:gd name="connsiteY12" fmla="*/ 4382 h 77533"/>
                  <a:gd name="connsiteX13" fmla="*/ 29120 w 69338"/>
                  <a:gd name="connsiteY13" fmla="*/ 1238 h 77533"/>
                  <a:gd name="connsiteX14" fmla="*/ 34337 w 69338"/>
                  <a:gd name="connsiteY14" fmla="*/ 0 h 77533"/>
                  <a:gd name="connsiteX15" fmla="*/ 39649 w 69338"/>
                  <a:gd name="connsiteY15" fmla="*/ 1238 h 77533"/>
                  <a:gd name="connsiteX16" fmla="*/ 43064 w 69338"/>
                  <a:gd name="connsiteY16" fmla="*/ 4286 h 77533"/>
                  <a:gd name="connsiteX17" fmla="*/ 45246 w 69338"/>
                  <a:gd name="connsiteY17" fmla="*/ 8382 h 77533"/>
                  <a:gd name="connsiteX18" fmla="*/ 47522 w 69338"/>
                  <a:gd name="connsiteY18" fmla="*/ 14192 h 77533"/>
                  <a:gd name="connsiteX19" fmla="*/ 67062 w 69338"/>
                  <a:gd name="connsiteY19" fmla="*/ 62579 h 77533"/>
                  <a:gd name="connsiteX20" fmla="*/ 69339 w 69338"/>
                  <a:gd name="connsiteY20" fmla="*/ 70580 h 77533"/>
                  <a:gd name="connsiteX21" fmla="*/ 67157 w 69338"/>
                  <a:gd name="connsiteY21" fmla="*/ 75343 h 77533"/>
                  <a:gd name="connsiteX22" fmla="*/ 61940 w 69338"/>
                  <a:gd name="connsiteY22" fmla="*/ 77534 h 77533"/>
                  <a:gd name="connsiteX23" fmla="*/ 58905 w 69338"/>
                  <a:gd name="connsiteY23" fmla="*/ 76867 h 77533"/>
                  <a:gd name="connsiteX24" fmla="*/ 56723 w 69338"/>
                  <a:gd name="connsiteY24" fmla="*/ 75152 h 77533"/>
                  <a:gd name="connsiteX25" fmla="*/ 54826 w 69338"/>
                  <a:gd name="connsiteY25" fmla="*/ 71819 h 77533"/>
                  <a:gd name="connsiteX26" fmla="*/ 53119 w 69338"/>
                  <a:gd name="connsiteY26" fmla="*/ 67818 h 77533"/>
                  <a:gd name="connsiteX27" fmla="*/ 23239 w 69338"/>
                  <a:gd name="connsiteY27" fmla="*/ 46863 h 77533"/>
                  <a:gd name="connsiteX28" fmla="*/ 45530 w 69338"/>
                  <a:gd name="connsiteY28" fmla="*/ 46863 h 77533"/>
                  <a:gd name="connsiteX29" fmla="*/ 34243 w 69338"/>
                  <a:gd name="connsiteY29" fmla="*/ 15907 h 77533"/>
                  <a:gd name="connsiteX30" fmla="*/ 23145 w 69338"/>
                  <a:gd name="connsiteY30" fmla="*/ 46863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338" h="77533">
                    <a:moveTo>
                      <a:pt x="53213" y="67723"/>
                    </a:moveTo>
                    <a:lnTo>
                      <a:pt x="49609" y="58293"/>
                    </a:lnTo>
                    <a:lnTo>
                      <a:pt x="19256" y="58293"/>
                    </a:lnTo>
                    <a:lnTo>
                      <a:pt x="15651" y="67913"/>
                    </a:lnTo>
                    <a:cubicBezTo>
                      <a:pt x="14228" y="71628"/>
                      <a:pt x="13090" y="74200"/>
                      <a:pt x="12047" y="75533"/>
                    </a:cubicBezTo>
                    <a:cubicBezTo>
                      <a:pt x="11098" y="76867"/>
                      <a:pt x="9485" y="77534"/>
                      <a:pt x="7209" y="77534"/>
                    </a:cubicBezTo>
                    <a:cubicBezTo>
                      <a:pt x="5312" y="77534"/>
                      <a:pt x="3604" y="76867"/>
                      <a:pt x="2182" y="75438"/>
                    </a:cubicBezTo>
                    <a:cubicBezTo>
                      <a:pt x="759" y="74009"/>
                      <a:pt x="0" y="72485"/>
                      <a:pt x="0" y="70676"/>
                    </a:cubicBezTo>
                    <a:cubicBezTo>
                      <a:pt x="0" y="69628"/>
                      <a:pt x="190" y="68580"/>
                      <a:pt x="474" y="67532"/>
                    </a:cubicBezTo>
                    <a:cubicBezTo>
                      <a:pt x="854" y="66485"/>
                      <a:pt x="1328" y="64961"/>
                      <a:pt x="2182" y="62960"/>
                    </a:cubicBezTo>
                    <a:lnTo>
                      <a:pt x="21247" y="14288"/>
                    </a:lnTo>
                    <a:cubicBezTo>
                      <a:pt x="21817" y="12859"/>
                      <a:pt x="22481" y="11240"/>
                      <a:pt x="23239" y="9239"/>
                    </a:cubicBezTo>
                    <a:cubicBezTo>
                      <a:pt x="23998" y="7239"/>
                      <a:pt x="24852" y="5620"/>
                      <a:pt x="25706" y="4382"/>
                    </a:cubicBezTo>
                    <a:cubicBezTo>
                      <a:pt x="26559" y="3048"/>
                      <a:pt x="27698" y="2000"/>
                      <a:pt x="29120" y="1238"/>
                    </a:cubicBezTo>
                    <a:cubicBezTo>
                      <a:pt x="30543" y="476"/>
                      <a:pt x="32251" y="0"/>
                      <a:pt x="34337" y="0"/>
                    </a:cubicBezTo>
                    <a:cubicBezTo>
                      <a:pt x="36424" y="0"/>
                      <a:pt x="38226" y="381"/>
                      <a:pt x="39649" y="1238"/>
                    </a:cubicBezTo>
                    <a:cubicBezTo>
                      <a:pt x="41072" y="2000"/>
                      <a:pt x="42210" y="3048"/>
                      <a:pt x="43064" y="4286"/>
                    </a:cubicBezTo>
                    <a:cubicBezTo>
                      <a:pt x="43918" y="5525"/>
                      <a:pt x="44677" y="6858"/>
                      <a:pt x="45246" y="8382"/>
                    </a:cubicBezTo>
                    <a:cubicBezTo>
                      <a:pt x="45815" y="9811"/>
                      <a:pt x="46574" y="11811"/>
                      <a:pt x="47522" y="14192"/>
                    </a:cubicBezTo>
                    <a:lnTo>
                      <a:pt x="67062" y="62579"/>
                    </a:lnTo>
                    <a:cubicBezTo>
                      <a:pt x="68580" y="66294"/>
                      <a:pt x="69339" y="68961"/>
                      <a:pt x="69339" y="70580"/>
                    </a:cubicBezTo>
                    <a:cubicBezTo>
                      <a:pt x="69339" y="72200"/>
                      <a:pt x="68580" y="73914"/>
                      <a:pt x="67157" y="75343"/>
                    </a:cubicBezTo>
                    <a:cubicBezTo>
                      <a:pt x="65734" y="76772"/>
                      <a:pt x="63932" y="77534"/>
                      <a:pt x="61940" y="77534"/>
                    </a:cubicBezTo>
                    <a:cubicBezTo>
                      <a:pt x="60707" y="77534"/>
                      <a:pt x="59758" y="77343"/>
                      <a:pt x="58905" y="76867"/>
                    </a:cubicBezTo>
                    <a:cubicBezTo>
                      <a:pt x="58051" y="76391"/>
                      <a:pt x="57387" y="75819"/>
                      <a:pt x="56723" y="75152"/>
                    </a:cubicBezTo>
                    <a:cubicBezTo>
                      <a:pt x="56154" y="74390"/>
                      <a:pt x="55490" y="73247"/>
                      <a:pt x="54826" y="71819"/>
                    </a:cubicBezTo>
                    <a:cubicBezTo>
                      <a:pt x="54162" y="70295"/>
                      <a:pt x="53593" y="68961"/>
                      <a:pt x="53119" y="67818"/>
                    </a:cubicBezTo>
                    <a:close/>
                    <a:moveTo>
                      <a:pt x="23239" y="46863"/>
                    </a:moveTo>
                    <a:lnTo>
                      <a:pt x="45530" y="46863"/>
                    </a:lnTo>
                    <a:lnTo>
                      <a:pt x="34243" y="15907"/>
                    </a:lnTo>
                    <a:lnTo>
                      <a:pt x="23145" y="46863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272140F6-CC65-248E-D59A-DBE8E319ACF8}"/>
                  </a:ext>
                </a:extLst>
              </p:cNvPr>
              <p:cNvSpPr/>
              <p:nvPr/>
            </p:nvSpPr>
            <p:spPr>
              <a:xfrm>
                <a:off x="3593169" y="2953512"/>
                <a:ext cx="15081" cy="77533"/>
              </a:xfrm>
              <a:custGeom>
                <a:avLst/>
                <a:gdLst>
                  <a:gd name="connsiteX0" fmla="*/ 0 w 15081"/>
                  <a:gd name="connsiteY0" fmla="*/ 68294 h 77533"/>
                  <a:gd name="connsiteX1" fmla="*/ 0 w 15081"/>
                  <a:gd name="connsiteY1" fmla="*/ 9239 h 77533"/>
                  <a:gd name="connsiteX2" fmla="*/ 2087 w 15081"/>
                  <a:gd name="connsiteY2" fmla="*/ 2286 h 77533"/>
                  <a:gd name="connsiteX3" fmla="*/ 7494 w 15081"/>
                  <a:gd name="connsiteY3" fmla="*/ 0 h 77533"/>
                  <a:gd name="connsiteX4" fmla="*/ 12995 w 15081"/>
                  <a:gd name="connsiteY4" fmla="*/ 2286 h 77533"/>
                  <a:gd name="connsiteX5" fmla="*/ 15082 w 15081"/>
                  <a:gd name="connsiteY5" fmla="*/ 9239 h 77533"/>
                  <a:gd name="connsiteX6" fmla="*/ 15082 w 15081"/>
                  <a:gd name="connsiteY6" fmla="*/ 68294 h 77533"/>
                  <a:gd name="connsiteX7" fmla="*/ 12995 w 15081"/>
                  <a:gd name="connsiteY7" fmla="*/ 75248 h 77533"/>
                  <a:gd name="connsiteX8" fmla="*/ 7494 w 15081"/>
                  <a:gd name="connsiteY8" fmla="*/ 77533 h 77533"/>
                  <a:gd name="connsiteX9" fmla="*/ 2087 w 15081"/>
                  <a:gd name="connsiteY9" fmla="*/ 75248 h 77533"/>
                  <a:gd name="connsiteX10" fmla="*/ 0 w 15081"/>
                  <a:gd name="connsiteY10" fmla="*/ 68294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81" h="77533">
                    <a:moveTo>
                      <a:pt x="0" y="68294"/>
                    </a:moveTo>
                    <a:lnTo>
                      <a:pt x="0" y="9239"/>
                    </a:lnTo>
                    <a:cubicBezTo>
                      <a:pt x="0" y="6191"/>
                      <a:pt x="664" y="3905"/>
                      <a:pt x="2087" y="2286"/>
                    </a:cubicBezTo>
                    <a:cubicBezTo>
                      <a:pt x="3510" y="762"/>
                      <a:pt x="5312" y="0"/>
                      <a:pt x="7494" y="0"/>
                    </a:cubicBezTo>
                    <a:cubicBezTo>
                      <a:pt x="9675" y="0"/>
                      <a:pt x="11572" y="762"/>
                      <a:pt x="12995" y="2286"/>
                    </a:cubicBezTo>
                    <a:cubicBezTo>
                      <a:pt x="14418" y="3810"/>
                      <a:pt x="15082" y="6096"/>
                      <a:pt x="15082" y="9239"/>
                    </a:cubicBezTo>
                    <a:lnTo>
                      <a:pt x="15082" y="68294"/>
                    </a:lnTo>
                    <a:cubicBezTo>
                      <a:pt x="15082" y="71438"/>
                      <a:pt x="14418" y="73723"/>
                      <a:pt x="12995" y="75248"/>
                    </a:cubicBezTo>
                    <a:cubicBezTo>
                      <a:pt x="11572" y="76771"/>
                      <a:pt x="9770" y="77533"/>
                      <a:pt x="7494" y="77533"/>
                    </a:cubicBezTo>
                    <a:cubicBezTo>
                      <a:pt x="5217" y="77533"/>
                      <a:pt x="3510" y="76771"/>
                      <a:pt x="2087" y="75248"/>
                    </a:cubicBezTo>
                    <a:cubicBezTo>
                      <a:pt x="664" y="73723"/>
                      <a:pt x="0" y="71342"/>
                      <a:pt x="0" y="68294"/>
                    </a:cubicBez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69" name="Graphic 163">
              <a:extLst>
                <a:ext uri="{FF2B5EF4-FFF2-40B4-BE49-F238E27FC236}">
                  <a16:creationId xmlns:a16="http://schemas.microsoft.com/office/drawing/2014/main" id="{4E5A4EF6-4706-2733-E883-AA61AE0F1D55}"/>
                </a:ext>
              </a:extLst>
            </p:cNvPr>
            <p:cNvGrpSpPr/>
            <p:nvPr/>
          </p:nvGrpSpPr>
          <p:grpSpPr>
            <a:xfrm>
              <a:off x="3501287" y="2694813"/>
              <a:ext cx="424569" cy="400621"/>
              <a:chOff x="3349298" y="2802921"/>
              <a:chExt cx="424569" cy="400621"/>
            </a:xfrm>
            <a:solidFill>
              <a:srgbClr val="969696"/>
            </a:solidFill>
          </p:grpSpPr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A5C4D251-C1D5-7D45-F3B8-88D35BE90DB8}"/>
                  </a:ext>
                </a:extLst>
              </p:cNvPr>
              <p:cNvSpPr/>
              <p:nvPr/>
            </p:nvSpPr>
            <p:spPr>
              <a:xfrm>
                <a:off x="3476308" y="2906934"/>
                <a:ext cx="176809" cy="177545"/>
              </a:xfrm>
              <a:custGeom>
                <a:avLst/>
                <a:gdLst>
                  <a:gd name="connsiteX0" fmla="*/ 144464 w 176809"/>
                  <a:gd name="connsiteY0" fmla="*/ 0 h 177545"/>
                  <a:gd name="connsiteX1" fmla="*/ 32346 w 176809"/>
                  <a:gd name="connsiteY1" fmla="*/ 0 h 177545"/>
                  <a:gd name="connsiteX2" fmla="*/ 0 w 176809"/>
                  <a:gd name="connsiteY2" fmla="*/ 32480 h 177545"/>
                  <a:gd name="connsiteX3" fmla="*/ 0 w 176809"/>
                  <a:gd name="connsiteY3" fmla="*/ 145066 h 177545"/>
                  <a:gd name="connsiteX4" fmla="*/ 32346 w 176809"/>
                  <a:gd name="connsiteY4" fmla="*/ 177546 h 177545"/>
                  <a:gd name="connsiteX5" fmla="*/ 144464 w 176809"/>
                  <a:gd name="connsiteY5" fmla="*/ 177546 h 177545"/>
                  <a:gd name="connsiteX6" fmla="*/ 176809 w 176809"/>
                  <a:gd name="connsiteY6" fmla="*/ 145066 h 177545"/>
                  <a:gd name="connsiteX7" fmla="*/ 176809 w 176809"/>
                  <a:gd name="connsiteY7" fmla="*/ 32480 h 177545"/>
                  <a:gd name="connsiteX8" fmla="*/ 144464 w 176809"/>
                  <a:gd name="connsiteY8" fmla="*/ 0 h 177545"/>
                  <a:gd name="connsiteX9" fmla="*/ 162581 w 176809"/>
                  <a:gd name="connsiteY9" fmla="*/ 145161 h 177545"/>
                  <a:gd name="connsiteX10" fmla="*/ 144464 w 176809"/>
                  <a:gd name="connsiteY10" fmla="*/ 163354 h 177545"/>
                  <a:gd name="connsiteX11" fmla="*/ 32346 w 176809"/>
                  <a:gd name="connsiteY11" fmla="*/ 163354 h 177545"/>
                  <a:gd name="connsiteX12" fmla="*/ 14228 w 176809"/>
                  <a:gd name="connsiteY12" fmla="*/ 145161 h 177545"/>
                  <a:gd name="connsiteX13" fmla="*/ 14228 w 176809"/>
                  <a:gd name="connsiteY13" fmla="*/ 32575 h 177545"/>
                  <a:gd name="connsiteX14" fmla="*/ 32346 w 176809"/>
                  <a:gd name="connsiteY14" fmla="*/ 14383 h 177545"/>
                  <a:gd name="connsiteX15" fmla="*/ 144464 w 176809"/>
                  <a:gd name="connsiteY15" fmla="*/ 14383 h 177545"/>
                  <a:gd name="connsiteX16" fmla="*/ 162581 w 176809"/>
                  <a:gd name="connsiteY16" fmla="*/ 32575 h 177545"/>
                  <a:gd name="connsiteX17" fmla="*/ 162581 w 176809"/>
                  <a:gd name="connsiteY17" fmla="*/ 145161 h 177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809" h="177545">
                    <a:moveTo>
                      <a:pt x="144464" y="0"/>
                    </a:moveTo>
                    <a:lnTo>
                      <a:pt x="32346" y="0"/>
                    </a:lnTo>
                    <a:cubicBezTo>
                      <a:pt x="14513" y="0"/>
                      <a:pt x="0" y="14573"/>
                      <a:pt x="0" y="32480"/>
                    </a:cubicBezTo>
                    <a:lnTo>
                      <a:pt x="0" y="145066"/>
                    </a:lnTo>
                    <a:cubicBezTo>
                      <a:pt x="0" y="162973"/>
                      <a:pt x="14513" y="177546"/>
                      <a:pt x="32346" y="177546"/>
                    </a:cubicBezTo>
                    <a:lnTo>
                      <a:pt x="144464" y="177546"/>
                    </a:lnTo>
                    <a:cubicBezTo>
                      <a:pt x="162297" y="177546"/>
                      <a:pt x="176809" y="162973"/>
                      <a:pt x="176809" y="145066"/>
                    </a:cubicBezTo>
                    <a:lnTo>
                      <a:pt x="176809" y="32480"/>
                    </a:lnTo>
                    <a:cubicBezTo>
                      <a:pt x="176809" y="14573"/>
                      <a:pt x="162297" y="0"/>
                      <a:pt x="144464" y="0"/>
                    </a:cubicBezTo>
                    <a:close/>
                    <a:moveTo>
                      <a:pt x="162581" y="145161"/>
                    </a:moveTo>
                    <a:cubicBezTo>
                      <a:pt x="162581" y="155162"/>
                      <a:pt x="154424" y="163354"/>
                      <a:pt x="144464" y="163354"/>
                    </a:cubicBezTo>
                    <a:lnTo>
                      <a:pt x="32346" y="163354"/>
                    </a:lnTo>
                    <a:cubicBezTo>
                      <a:pt x="22386" y="163354"/>
                      <a:pt x="14228" y="155162"/>
                      <a:pt x="14228" y="145161"/>
                    </a:cubicBezTo>
                    <a:lnTo>
                      <a:pt x="14228" y="32575"/>
                    </a:lnTo>
                    <a:cubicBezTo>
                      <a:pt x="14228" y="22574"/>
                      <a:pt x="22386" y="14383"/>
                      <a:pt x="32346" y="14383"/>
                    </a:cubicBezTo>
                    <a:lnTo>
                      <a:pt x="144464" y="14383"/>
                    </a:lnTo>
                    <a:cubicBezTo>
                      <a:pt x="154424" y="14383"/>
                      <a:pt x="162581" y="22574"/>
                      <a:pt x="162581" y="32575"/>
                    </a:cubicBezTo>
                    <a:lnTo>
                      <a:pt x="162581" y="145161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5EAB6598-0F13-DF2E-0B49-40D1CCED95BF}"/>
                  </a:ext>
                </a:extLst>
              </p:cNvPr>
              <p:cNvSpPr/>
              <p:nvPr/>
            </p:nvSpPr>
            <p:spPr>
              <a:xfrm>
                <a:off x="3349298" y="2802921"/>
                <a:ext cx="424569" cy="400621"/>
              </a:xfrm>
              <a:custGeom>
                <a:avLst/>
                <a:gdLst>
                  <a:gd name="connsiteX0" fmla="*/ 402564 w 424569"/>
                  <a:gd name="connsiteY0" fmla="*/ 228410 h 400621"/>
                  <a:gd name="connsiteX1" fmla="*/ 382644 w 424569"/>
                  <a:gd name="connsiteY1" fmla="*/ 242030 h 400621"/>
                  <a:gd name="connsiteX2" fmla="*/ 334268 w 424569"/>
                  <a:gd name="connsiteY2" fmla="*/ 242030 h 400621"/>
                  <a:gd name="connsiteX3" fmla="*/ 334268 w 424569"/>
                  <a:gd name="connsiteY3" fmla="*/ 200787 h 400621"/>
                  <a:gd name="connsiteX4" fmla="*/ 402658 w 424569"/>
                  <a:gd name="connsiteY4" fmla="*/ 200787 h 400621"/>
                  <a:gd name="connsiteX5" fmla="*/ 409773 w 424569"/>
                  <a:gd name="connsiteY5" fmla="*/ 193643 h 400621"/>
                  <a:gd name="connsiteX6" fmla="*/ 402658 w 424569"/>
                  <a:gd name="connsiteY6" fmla="*/ 186499 h 400621"/>
                  <a:gd name="connsiteX7" fmla="*/ 334268 w 424569"/>
                  <a:gd name="connsiteY7" fmla="*/ 186499 h 400621"/>
                  <a:gd name="connsiteX8" fmla="*/ 334268 w 424569"/>
                  <a:gd name="connsiteY8" fmla="*/ 145256 h 400621"/>
                  <a:gd name="connsiteX9" fmla="*/ 382455 w 424569"/>
                  <a:gd name="connsiteY9" fmla="*/ 145256 h 400621"/>
                  <a:gd name="connsiteX10" fmla="*/ 402658 w 424569"/>
                  <a:gd name="connsiteY10" fmla="*/ 159734 h 400621"/>
                  <a:gd name="connsiteX11" fmla="*/ 424191 w 424569"/>
                  <a:gd name="connsiteY11" fmla="*/ 138112 h 400621"/>
                  <a:gd name="connsiteX12" fmla="*/ 402658 w 424569"/>
                  <a:gd name="connsiteY12" fmla="*/ 116491 h 400621"/>
                  <a:gd name="connsiteX13" fmla="*/ 382455 w 424569"/>
                  <a:gd name="connsiteY13" fmla="*/ 130969 h 400621"/>
                  <a:gd name="connsiteX14" fmla="*/ 334268 w 424569"/>
                  <a:gd name="connsiteY14" fmla="*/ 130969 h 400621"/>
                  <a:gd name="connsiteX15" fmla="*/ 334268 w 424569"/>
                  <a:gd name="connsiteY15" fmla="*/ 106966 h 400621"/>
                  <a:gd name="connsiteX16" fmla="*/ 301069 w 424569"/>
                  <a:gd name="connsiteY16" fmla="*/ 73628 h 400621"/>
                  <a:gd name="connsiteX17" fmla="*/ 279063 w 424569"/>
                  <a:gd name="connsiteY17" fmla="*/ 73628 h 400621"/>
                  <a:gd name="connsiteX18" fmla="*/ 279063 w 424569"/>
                  <a:gd name="connsiteY18" fmla="*/ 10573 h 400621"/>
                  <a:gd name="connsiteX19" fmla="*/ 271949 w 424569"/>
                  <a:gd name="connsiteY19" fmla="*/ 3429 h 400621"/>
                  <a:gd name="connsiteX20" fmla="*/ 264835 w 424569"/>
                  <a:gd name="connsiteY20" fmla="*/ 10573 h 400621"/>
                  <a:gd name="connsiteX21" fmla="*/ 264835 w 424569"/>
                  <a:gd name="connsiteY21" fmla="*/ 73628 h 400621"/>
                  <a:gd name="connsiteX22" fmla="*/ 223762 w 424569"/>
                  <a:gd name="connsiteY22" fmla="*/ 73628 h 400621"/>
                  <a:gd name="connsiteX23" fmla="*/ 223762 w 424569"/>
                  <a:gd name="connsiteY23" fmla="*/ 41910 h 400621"/>
                  <a:gd name="connsiteX24" fmla="*/ 238180 w 424569"/>
                  <a:gd name="connsiteY24" fmla="*/ 21622 h 400621"/>
                  <a:gd name="connsiteX25" fmla="*/ 216648 w 424569"/>
                  <a:gd name="connsiteY25" fmla="*/ 0 h 400621"/>
                  <a:gd name="connsiteX26" fmla="*/ 195116 w 424569"/>
                  <a:gd name="connsiteY26" fmla="*/ 21622 h 400621"/>
                  <a:gd name="connsiteX27" fmla="*/ 209534 w 424569"/>
                  <a:gd name="connsiteY27" fmla="*/ 41910 h 400621"/>
                  <a:gd name="connsiteX28" fmla="*/ 209534 w 424569"/>
                  <a:gd name="connsiteY28" fmla="*/ 73628 h 400621"/>
                  <a:gd name="connsiteX29" fmla="*/ 168462 w 424569"/>
                  <a:gd name="connsiteY29" fmla="*/ 73628 h 400621"/>
                  <a:gd name="connsiteX30" fmla="*/ 168462 w 424569"/>
                  <a:gd name="connsiteY30" fmla="*/ 10573 h 400621"/>
                  <a:gd name="connsiteX31" fmla="*/ 161348 w 424569"/>
                  <a:gd name="connsiteY31" fmla="*/ 3429 h 400621"/>
                  <a:gd name="connsiteX32" fmla="*/ 154234 w 424569"/>
                  <a:gd name="connsiteY32" fmla="*/ 10573 h 400621"/>
                  <a:gd name="connsiteX33" fmla="*/ 154234 w 424569"/>
                  <a:gd name="connsiteY33" fmla="*/ 73628 h 400621"/>
                  <a:gd name="connsiteX34" fmla="*/ 128433 w 424569"/>
                  <a:gd name="connsiteY34" fmla="*/ 73628 h 400621"/>
                  <a:gd name="connsiteX35" fmla="*/ 95234 w 424569"/>
                  <a:gd name="connsiteY35" fmla="*/ 106966 h 400621"/>
                  <a:gd name="connsiteX36" fmla="*/ 95234 w 424569"/>
                  <a:gd name="connsiteY36" fmla="*/ 130969 h 400621"/>
                  <a:gd name="connsiteX37" fmla="*/ 41736 w 424569"/>
                  <a:gd name="connsiteY37" fmla="*/ 130969 h 400621"/>
                  <a:gd name="connsiteX38" fmla="*/ 21532 w 424569"/>
                  <a:gd name="connsiteY38" fmla="*/ 116491 h 400621"/>
                  <a:gd name="connsiteX39" fmla="*/ 0 w 424569"/>
                  <a:gd name="connsiteY39" fmla="*/ 138112 h 400621"/>
                  <a:gd name="connsiteX40" fmla="*/ 21532 w 424569"/>
                  <a:gd name="connsiteY40" fmla="*/ 159734 h 400621"/>
                  <a:gd name="connsiteX41" fmla="*/ 41736 w 424569"/>
                  <a:gd name="connsiteY41" fmla="*/ 145256 h 400621"/>
                  <a:gd name="connsiteX42" fmla="*/ 95234 w 424569"/>
                  <a:gd name="connsiteY42" fmla="*/ 145256 h 400621"/>
                  <a:gd name="connsiteX43" fmla="*/ 95234 w 424569"/>
                  <a:gd name="connsiteY43" fmla="*/ 186499 h 400621"/>
                  <a:gd name="connsiteX44" fmla="*/ 26844 w 424569"/>
                  <a:gd name="connsiteY44" fmla="*/ 186499 h 400621"/>
                  <a:gd name="connsiteX45" fmla="*/ 19730 w 424569"/>
                  <a:gd name="connsiteY45" fmla="*/ 193643 h 400621"/>
                  <a:gd name="connsiteX46" fmla="*/ 26844 w 424569"/>
                  <a:gd name="connsiteY46" fmla="*/ 200787 h 400621"/>
                  <a:gd name="connsiteX47" fmla="*/ 95234 w 424569"/>
                  <a:gd name="connsiteY47" fmla="*/ 200787 h 400621"/>
                  <a:gd name="connsiteX48" fmla="*/ 95234 w 424569"/>
                  <a:gd name="connsiteY48" fmla="*/ 242030 h 400621"/>
                  <a:gd name="connsiteX49" fmla="*/ 41452 w 424569"/>
                  <a:gd name="connsiteY49" fmla="*/ 242030 h 400621"/>
                  <a:gd name="connsiteX50" fmla="*/ 21532 w 424569"/>
                  <a:gd name="connsiteY50" fmla="*/ 228410 h 400621"/>
                  <a:gd name="connsiteX51" fmla="*/ 0 w 424569"/>
                  <a:gd name="connsiteY51" fmla="*/ 250031 h 400621"/>
                  <a:gd name="connsiteX52" fmla="*/ 21532 w 424569"/>
                  <a:gd name="connsiteY52" fmla="*/ 271653 h 400621"/>
                  <a:gd name="connsiteX53" fmla="*/ 42021 w 424569"/>
                  <a:gd name="connsiteY53" fmla="*/ 256318 h 400621"/>
                  <a:gd name="connsiteX54" fmla="*/ 95329 w 424569"/>
                  <a:gd name="connsiteY54" fmla="*/ 256318 h 400621"/>
                  <a:gd name="connsiteX55" fmla="*/ 95329 w 424569"/>
                  <a:gd name="connsiteY55" fmla="*/ 280321 h 400621"/>
                  <a:gd name="connsiteX56" fmla="*/ 128528 w 424569"/>
                  <a:gd name="connsiteY56" fmla="*/ 313658 h 400621"/>
                  <a:gd name="connsiteX57" fmla="*/ 155752 w 424569"/>
                  <a:gd name="connsiteY57" fmla="*/ 313658 h 400621"/>
                  <a:gd name="connsiteX58" fmla="*/ 154424 w 424569"/>
                  <a:gd name="connsiteY58" fmla="*/ 317659 h 400621"/>
                  <a:gd name="connsiteX59" fmla="*/ 154424 w 424569"/>
                  <a:gd name="connsiteY59" fmla="*/ 387858 h 400621"/>
                  <a:gd name="connsiteX60" fmla="*/ 161538 w 424569"/>
                  <a:gd name="connsiteY60" fmla="*/ 395002 h 400621"/>
                  <a:gd name="connsiteX61" fmla="*/ 168652 w 424569"/>
                  <a:gd name="connsiteY61" fmla="*/ 387858 h 400621"/>
                  <a:gd name="connsiteX62" fmla="*/ 168652 w 424569"/>
                  <a:gd name="connsiteY62" fmla="*/ 317659 h 400621"/>
                  <a:gd name="connsiteX63" fmla="*/ 167324 w 424569"/>
                  <a:gd name="connsiteY63" fmla="*/ 313658 h 400621"/>
                  <a:gd name="connsiteX64" fmla="*/ 211147 w 424569"/>
                  <a:gd name="connsiteY64" fmla="*/ 313658 h 400621"/>
                  <a:gd name="connsiteX65" fmla="*/ 209819 w 424569"/>
                  <a:gd name="connsiteY65" fmla="*/ 317659 h 400621"/>
                  <a:gd name="connsiteX66" fmla="*/ 209819 w 424569"/>
                  <a:gd name="connsiteY66" fmla="*/ 358712 h 400621"/>
                  <a:gd name="connsiteX67" fmla="*/ 195401 w 424569"/>
                  <a:gd name="connsiteY67" fmla="*/ 379000 h 400621"/>
                  <a:gd name="connsiteX68" fmla="*/ 216933 w 424569"/>
                  <a:gd name="connsiteY68" fmla="*/ 400622 h 400621"/>
                  <a:gd name="connsiteX69" fmla="*/ 238465 w 424569"/>
                  <a:gd name="connsiteY69" fmla="*/ 379000 h 400621"/>
                  <a:gd name="connsiteX70" fmla="*/ 224047 w 424569"/>
                  <a:gd name="connsiteY70" fmla="*/ 358712 h 400621"/>
                  <a:gd name="connsiteX71" fmla="*/ 224047 w 424569"/>
                  <a:gd name="connsiteY71" fmla="*/ 317659 h 400621"/>
                  <a:gd name="connsiteX72" fmla="*/ 222719 w 424569"/>
                  <a:gd name="connsiteY72" fmla="*/ 313658 h 400621"/>
                  <a:gd name="connsiteX73" fmla="*/ 266542 w 424569"/>
                  <a:gd name="connsiteY73" fmla="*/ 313658 h 400621"/>
                  <a:gd name="connsiteX74" fmla="*/ 265214 w 424569"/>
                  <a:gd name="connsiteY74" fmla="*/ 317659 h 400621"/>
                  <a:gd name="connsiteX75" fmla="*/ 265214 w 424569"/>
                  <a:gd name="connsiteY75" fmla="*/ 387858 h 400621"/>
                  <a:gd name="connsiteX76" fmla="*/ 272328 w 424569"/>
                  <a:gd name="connsiteY76" fmla="*/ 395002 h 400621"/>
                  <a:gd name="connsiteX77" fmla="*/ 279442 w 424569"/>
                  <a:gd name="connsiteY77" fmla="*/ 387858 h 400621"/>
                  <a:gd name="connsiteX78" fmla="*/ 279442 w 424569"/>
                  <a:gd name="connsiteY78" fmla="*/ 317659 h 400621"/>
                  <a:gd name="connsiteX79" fmla="*/ 278114 w 424569"/>
                  <a:gd name="connsiteY79" fmla="*/ 313658 h 400621"/>
                  <a:gd name="connsiteX80" fmla="*/ 301448 w 424569"/>
                  <a:gd name="connsiteY80" fmla="*/ 313658 h 400621"/>
                  <a:gd name="connsiteX81" fmla="*/ 334648 w 424569"/>
                  <a:gd name="connsiteY81" fmla="*/ 280321 h 400621"/>
                  <a:gd name="connsiteX82" fmla="*/ 334648 w 424569"/>
                  <a:gd name="connsiteY82" fmla="*/ 256318 h 400621"/>
                  <a:gd name="connsiteX83" fmla="*/ 382549 w 424569"/>
                  <a:gd name="connsiteY83" fmla="*/ 256318 h 400621"/>
                  <a:gd name="connsiteX84" fmla="*/ 403038 w 424569"/>
                  <a:gd name="connsiteY84" fmla="*/ 271653 h 400621"/>
                  <a:gd name="connsiteX85" fmla="*/ 424570 w 424569"/>
                  <a:gd name="connsiteY85" fmla="*/ 250031 h 400621"/>
                  <a:gd name="connsiteX86" fmla="*/ 403038 w 424569"/>
                  <a:gd name="connsiteY86" fmla="*/ 228410 h 400621"/>
                  <a:gd name="connsiteX87" fmla="*/ 402564 w 424569"/>
                  <a:gd name="connsiteY87" fmla="*/ 128778 h 400621"/>
                  <a:gd name="connsiteX88" fmla="*/ 411765 w 424569"/>
                  <a:gd name="connsiteY88" fmla="*/ 138017 h 400621"/>
                  <a:gd name="connsiteX89" fmla="*/ 402564 w 424569"/>
                  <a:gd name="connsiteY89" fmla="*/ 147257 h 400621"/>
                  <a:gd name="connsiteX90" fmla="*/ 393837 w 424569"/>
                  <a:gd name="connsiteY90" fmla="*/ 140399 h 400621"/>
                  <a:gd name="connsiteX91" fmla="*/ 394311 w 424569"/>
                  <a:gd name="connsiteY91" fmla="*/ 138017 h 400621"/>
                  <a:gd name="connsiteX92" fmla="*/ 393837 w 424569"/>
                  <a:gd name="connsiteY92" fmla="*/ 135636 h 400621"/>
                  <a:gd name="connsiteX93" fmla="*/ 402564 w 424569"/>
                  <a:gd name="connsiteY93" fmla="*/ 128778 h 400621"/>
                  <a:gd name="connsiteX94" fmla="*/ 216553 w 424569"/>
                  <a:gd name="connsiteY94" fmla="*/ 12382 h 400621"/>
                  <a:gd name="connsiteX95" fmla="*/ 225754 w 424569"/>
                  <a:gd name="connsiteY95" fmla="*/ 21622 h 400621"/>
                  <a:gd name="connsiteX96" fmla="*/ 218925 w 424569"/>
                  <a:gd name="connsiteY96" fmla="*/ 30385 h 400621"/>
                  <a:gd name="connsiteX97" fmla="*/ 216553 w 424569"/>
                  <a:gd name="connsiteY97" fmla="*/ 29908 h 400621"/>
                  <a:gd name="connsiteX98" fmla="*/ 214182 w 424569"/>
                  <a:gd name="connsiteY98" fmla="*/ 30385 h 400621"/>
                  <a:gd name="connsiteX99" fmla="*/ 207353 w 424569"/>
                  <a:gd name="connsiteY99" fmla="*/ 21622 h 400621"/>
                  <a:gd name="connsiteX100" fmla="*/ 216553 w 424569"/>
                  <a:gd name="connsiteY100" fmla="*/ 12382 h 400621"/>
                  <a:gd name="connsiteX101" fmla="*/ 21342 w 424569"/>
                  <a:gd name="connsiteY101" fmla="*/ 147161 h 400621"/>
                  <a:gd name="connsiteX102" fmla="*/ 12141 w 424569"/>
                  <a:gd name="connsiteY102" fmla="*/ 137922 h 400621"/>
                  <a:gd name="connsiteX103" fmla="*/ 21342 w 424569"/>
                  <a:gd name="connsiteY103" fmla="*/ 128683 h 400621"/>
                  <a:gd name="connsiteX104" fmla="*/ 30069 w 424569"/>
                  <a:gd name="connsiteY104" fmla="*/ 135541 h 400621"/>
                  <a:gd name="connsiteX105" fmla="*/ 29595 w 424569"/>
                  <a:gd name="connsiteY105" fmla="*/ 137922 h 400621"/>
                  <a:gd name="connsiteX106" fmla="*/ 30069 w 424569"/>
                  <a:gd name="connsiteY106" fmla="*/ 140303 h 400621"/>
                  <a:gd name="connsiteX107" fmla="*/ 21342 w 424569"/>
                  <a:gd name="connsiteY107" fmla="*/ 147161 h 400621"/>
                  <a:gd name="connsiteX108" fmla="*/ 21342 w 424569"/>
                  <a:gd name="connsiteY108" fmla="*/ 259175 h 400621"/>
                  <a:gd name="connsiteX109" fmla="*/ 12141 w 424569"/>
                  <a:gd name="connsiteY109" fmla="*/ 249936 h 400621"/>
                  <a:gd name="connsiteX110" fmla="*/ 21342 w 424569"/>
                  <a:gd name="connsiteY110" fmla="*/ 240697 h 400621"/>
                  <a:gd name="connsiteX111" fmla="*/ 29974 w 424569"/>
                  <a:gd name="connsiteY111" fmla="*/ 247078 h 400621"/>
                  <a:gd name="connsiteX112" fmla="*/ 29595 w 424569"/>
                  <a:gd name="connsiteY112" fmla="*/ 248984 h 400621"/>
                  <a:gd name="connsiteX113" fmla="*/ 30164 w 424569"/>
                  <a:gd name="connsiteY113" fmla="*/ 251746 h 400621"/>
                  <a:gd name="connsiteX114" fmla="*/ 21342 w 424569"/>
                  <a:gd name="connsiteY114" fmla="*/ 258985 h 400621"/>
                  <a:gd name="connsiteX115" fmla="*/ 216553 w 424569"/>
                  <a:gd name="connsiteY115" fmla="*/ 388144 h 400621"/>
                  <a:gd name="connsiteX116" fmla="*/ 207353 w 424569"/>
                  <a:gd name="connsiteY116" fmla="*/ 378905 h 400621"/>
                  <a:gd name="connsiteX117" fmla="*/ 214182 w 424569"/>
                  <a:gd name="connsiteY117" fmla="*/ 370141 h 400621"/>
                  <a:gd name="connsiteX118" fmla="*/ 216553 w 424569"/>
                  <a:gd name="connsiteY118" fmla="*/ 370618 h 400621"/>
                  <a:gd name="connsiteX119" fmla="*/ 218925 w 424569"/>
                  <a:gd name="connsiteY119" fmla="*/ 370141 h 400621"/>
                  <a:gd name="connsiteX120" fmla="*/ 225754 w 424569"/>
                  <a:gd name="connsiteY120" fmla="*/ 378905 h 400621"/>
                  <a:gd name="connsiteX121" fmla="*/ 216553 w 424569"/>
                  <a:gd name="connsiteY121" fmla="*/ 388144 h 400621"/>
                  <a:gd name="connsiteX122" fmla="*/ 320040 w 424569"/>
                  <a:gd name="connsiteY122" fmla="*/ 280226 h 400621"/>
                  <a:gd name="connsiteX123" fmla="*/ 301069 w 424569"/>
                  <a:gd name="connsiteY123" fmla="*/ 299276 h 400621"/>
                  <a:gd name="connsiteX124" fmla="*/ 128338 w 424569"/>
                  <a:gd name="connsiteY124" fmla="*/ 299276 h 400621"/>
                  <a:gd name="connsiteX125" fmla="*/ 109368 w 424569"/>
                  <a:gd name="connsiteY125" fmla="*/ 280226 h 400621"/>
                  <a:gd name="connsiteX126" fmla="*/ 109368 w 424569"/>
                  <a:gd name="connsiteY126" fmla="*/ 106775 h 400621"/>
                  <a:gd name="connsiteX127" fmla="*/ 128338 w 424569"/>
                  <a:gd name="connsiteY127" fmla="*/ 87725 h 400621"/>
                  <a:gd name="connsiteX128" fmla="*/ 301069 w 424569"/>
                  <a:gd name="connsiteY128" fmla="*/ 87725 h 400621"/>
                  <a:gd name="connsiteX129" fmla="*/ 320040 w 424569"/>
                  <a:gd name="connsiteY129" fmla="*/ 106775 h 400621"/>
                  <a:gd name="connsiteX130" fmla="*/ 320040 w 424569"/>
                  <a:gd name="connsiteY130" fmla="*/ 280226 h 400621"/>
                  <a:gd name="connsiteX131" fmla="*/ 402564 w 424569"/>
                  <a:gd name="connsiteY131" fmla="*/ 259175 h 400621"/>
                  <a:gd name="connsiteX132" fmla="*/ 393742 w 424569"/>
                  <a:gd name="connsiteY132" fmla="*/ 251936 h 400621"/>
                  <a:gd name="connsiteX133" fmla="*/ 394311 w 424569"/>
                  <a:gd name="connsiteY133" fmla="*/ 249174 h 400621"/>
                  <a:gd name="connsiteX134" fmla="*/ 393932 w 424569"/>
                  <a:gd name="connsiteY134" fmla="*/ 247269 h 400621"/>
                  <a:gd name="connsiteX135" fmla="*/ 402564 w 424569"/>
                  <a:gd name="connsiteY135" fmla="*/ 240887 h 400621"/>
                  <a:gd name="connsiteX136" fmla="*/ 411765 w 424569"/>
                  <a:gd name="connsiteY136" fmla="*/ 250126 h 400621"/>
                  <a:gd name="connsiteX137" fmla="*/ 402564 w 424569"/>
                  <a:gd name="connsiteY137" fmla="*/ 259366 h 40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424569" h="400621">
                    <a:moveTo>
                      <a:pt x="402564" y="228410"/>
                    </a:moveTo>
                    <a:cubicBezTo>
                      <a:pt x="393553" y="228410"/>
                      <a:pt x="385774" y="234029"/>
                      <a:pt x="382644" y="242030"/>
                    </a:cubicBezTo>
                    <a:lnTo>
                      <a:pt x="334268" y="242030"/>
                    </a:lnTo>
                    <a:lnTo>
                      <a:pt x="334268" y="200787"/>
                    </a:lnTo>
                    <a:lnTo>
                      <a:pt x="402658" y="200787"/>
                    </a:lnTo>
                    <a:cubicBezTo>
                      <a:pt x="406548" y="200787"/>
                      <a:pt x="409773" y="197549"/>
                      <a:pt x="409773" y="193643"/>
                    </a:cubicBezTo>
                    <a:cubicBezTo>
                      <a:pt x="409773" y="189738"/>
                      <a:pt x="406548" y="186499"/>
                      <a:pt x="402658" y="186499"/>
                    </a:cubicBezTo>
                    <a:lnTo>
                      <a:pt x="334268" y="186499"/>
                    </a:lnTo>
                    <a:lnTo>
                      <a:pt x="334268" y="145256"/>
                    </a:lnTo>
                    <a:lnTo>
                      <a:pt x="382455" y="145256"/>
                    </a:lnTo>
                    <a:cubicBezTo>
                      <a:pt x="385395" y="153638"/>
                      <a:pt x="393268" y="159734"/>
                      <a:pt x="402658" y="159734"/>
                    </a:cubicBezTo>
                    <a:cubicBezTo>
                      <a:pt x="414515" y="159734"/>
                      <a:pt x="424191" y="150019"/>
                      <a:pt x="424191" y="138112"/>
                    </a:cubicBezTo>
                    <a:cubicBezTo>
                      <a:pt x="424191" y="126206"/>
                      <a:pt x="414515" y="116491"/>
                      <a:pt x="402658" y="116491"/>
                    </a:cubicBezTo>
                    <a:cubicBezTo>
                      <a:pt x="393268" y="116491"/>
                      <a:pt x="385395" y="122587"/>
                      <a:pt x="382455" y="130969"/>
                    </a:cubicBezTo>
                    <a:lnTo>
                      <a:pt x="334268" y="130969"/>
                    </a:lnTo>
                    <a:lnTo>
                      <a:pt x="334268" y="106966"/>
                    </a:lnTo>
                    <a:cubicBezTo>
                      <a:pt x="334268" y="88582"/>
                      <a:pt x="319376" y="73628"/>
                      <a:pt x="301069" y="73628"/>
                    </a:cubicBezTo>
                    <a:lnTo>
                      <a:pt x="279063" y="73628"/>
                    </a:lnTo>
                    <a:lnTo>
                      <a:pt x="279063" y="10573"/>
                    </a:lnTo>
                    <a:cubicBezTo>
                      <a:pt x="279063" y="6668"/>
                      <a:pt x="275838" y="3429"/>
                      <a:pt x="271949" y="3429"/>
                    </a:cubicBezTo>
                    <a:cubicBezTo>
                      <a:pt x="268060" y="3429"/>
                      <a:pt x="264835" y="6668"/>
                      <a:pt x="264835" y="10573"/>
                    </a:cubicBezTo>
                    <a:lnTo>
                      <a:pt x="264835" y="73628"/>
                    </a:lnTo>
                    <a:lnTo>
                      <a:pt x="223762" y="73628"/>
                    </a:lnTo>
                    <a:lnTo>
                      <a:pt x="223762" y="41910"/>
                    </a:lnTo>
                    <a:cubicBezTo>
                      <a:pt x="232110" y="38957"/>
                      <a:pt x="238180" y="31051"/>
                      <a:pt x="238180" y="21622"/>
                    </a:cubicBezTo>
                    <a:cubicBezTo>
                      <a:pt x="238180" y="9716"/>
                      <a:pt x="228505" y="0"/>
                      <a:pt x="216648" y="0"/>
                    </a:cubicBezTo>
                    <a:cubicBezTo>
                      <a:pt x="204791" y="0"/>
                      <a:pt x="195116" y="9716"/>
                      <a:pt x="195116" y="21622"/>
                    </a:cubicBezTo>
                    <a:cubicBezTo>
                      <a:pt x="195116" y="31051"/>
                      <a:pt x="201187" y="38957"/>
                      <a:pt x="209534" y="41910"/>
                    </a:cubicBezTo>
                    <a:lnTo>
                      <a:pt x="209534" y="73628"/>
                    </a:lnTo>
                    <a:lnTo>
                      <a:pt x="168462" y="73628"/>
                    </a:lnTo>
                    <a:lnTo>
                      <a:pt x="168462" y="10573"/>
                    </a:lnTo>
                    <a:cubicBezTo>
                      <a:pt x="168462" y="6668"/>
                      <a:pt x="165237" y="3429"/>
                      <a:pt x="161348" y="3429"/>
                    </a:cubicBezTo>
                    <a:cubicBezTo>
                      <a:pt x="157459" y="3429"/>
                      <a:pt x="154234" y="6668"/>
                      <a:pt x="154234" y="10573"/>
                    </a:cubicBezTo>
                    <a:lnTo>
                      <a:pt x="154234" y="73628"/>
                    </a:lnTo>
                    <a:lnTo>
                      <a:pt x="128433" y="73628"/>
                    </a:lnTo>
                    <a:cubicBezTo>
                      <a:pt x="110126" y="73628"/>
                      <a:pt x="95234" y="88582"/>
                      <a:pt x="95234" y="106966"/>
                    </a:cubicBezTo>
                    <a:lnTo>
                      <a:pt x="95234" y="130969"/>
                    </a:lnTo>
                    <a:lnTo>
                      <a:pt x="41736" y="130969"/>
                    </a:lnTo>
                    <a:cubicBezTo>
                      <a:pt x="38796" y="122587"/>
                      <a:pt x="30923" y="116491"/>
                      <a:pt x="21532" y="116491"/>
                    </a:cubicBezTo>
                    <a:cubicBezTo>
                      <a:pt x="9675" y="116491"/>
                      <a:pt x="0" y="126206"/>
                      <a:pt x="0" y="138112"/>
                    </a:cubicBezTo>
                    <a:cubicBezTo>
                      <a:pt x="0" y="150019"/>
                      <a:pt x="9675" y="159734"/>
                      <a:pt x="21532" y="159734"/>
                    </a:cubicBezTo>
                    <a:cubicBezTo>
                      <a:pt x="30923" y="159734"/>
                      <a:pt x="38796" y="153638"/>
                      <a:pt x="41736" y="145256"/>
                    </a:cubicBezTo>
                    <a:lnTo>
                      <a:pt x="95234" y="145256"/>
                    </a:lnTo>
                    <a:lnTo>
                      <a:pt x="95234" y="186499"/>
                    </a:lnTo>
                    <a:lnTo>
                      <a:pt x="26844" y="186499"/>
                    </a:lnTo>
                    <a:cubicBezTo>
                      <a:pt x="22955" y="186499"/>
                      <a:pt x="19730" y="189738"/>
                      <a:pt x="19730" y="193643"/>
                    </a:cubicBezTo>
                    <a:cubicBezTo>
                      <a:pt x="19730" y="197549"/>
                      <a:pt x="22955" y="200787"/>
                      <a:pt x="26844" y="200787"/>
                    </a:cubicBezTo>
                    <a:lnTo>
                      <a:pt x="95234" y="200787"/>
                    </a:lnTo>
                    <a:lnTo>
                      <a:pt x="95234" y="242030"/>
                    </a:lnTo>
                    <a:lnTo>
                      <a:pt x="41452" y="242030"/>
                    </a:lnTo>
                    <a:cubicBezTo>
                      <a:pt x="38321" y="234124"/>
                      <a:pt x="30543" y="228410"/>
                      <a:pt x="21532" y="228410"/>
                    </a:cubicBezTo>
                    <a:cubicBezTo>
                      <a:pt x="9675" y="228410"/>
                      <a:pt x="0" y="238125"/>
                      <a:pt x="0" y="250031"/>
                    </a:cubicBezTo>
                    <a:cubicBezTo>
                      <a:pt x="0" y="261937"/>
                      <a:pt x="9675" y="271653"/>
                      <a:pt x="21532" y="271653"/>
                    </a:cubicBezTo>
                    <a:cubicBezTo>
                      <a:pt x="31207" y="271653"/>
                      <a:pt x="39270" y="265176"/>
                      <a:pt x="42021" y="256318"/>
                    </a:cubicBezTo>
                    <a:lnTo>
                      <a:pt x="95329" y="256318"/>
                    </a:lnTo>
                    <a:lnTo>
                      <a:pt x="95329" y="280321"/>
                    </a:lnTo>
                    <a:cubicBezTo>
                      <a:pt x="95329" y="298704"/>
                      <a:pt x="110221" y="313658"/>
                      <a:pt x="128528" y="313658"/>
                    </a:cubicBezTo>
                    <a:lnTo>
                      <a:pt x="155752" y="313658"/>
                    </a:lnTo>
                    <a:cubicBezTo>
                      <a:pt x="154993" y="314801"/>
                      <a:pt x="154424" y="316135"/>
                      <a:pt x="154424" y="317659"/>
                    </a:cubicBezTo>
                    <a:lnTo>
                      <a:pt x="154424" y="387858"/>
                    </a:lnTo>
                    <a:cubicBezTo>
                      <a:pt x="154424" y="391763"/>
                      <a:pt x="157649" y="395002"/>
                      <a:pt x="161538" y="395002"/>
                    </a:cubicBezTo>
                    <a:cubicBezTo>
                      <a:pt x="165427" y="395002"/>
                      <a:pt x="168652" y="391763"/>
                      <a:pt x="168652" y="387858"/>
                    </a:cubicBezTo>
                    <a:lnTo>
                      <a:pt x="168652" y="317659"/>
                    </a:lnTo>
                    <a:cubicBezTo>
                      <a:pt x="168652" y="316135"/>
                      <a:pt x="168083" y="314801"/>
                      <a:pt x="167324" y="313658"/>
                    </a:cubicBezTo>
                    <a:lnTo>
                      <a:pt x="211147" y="313658"/>
                    </a:lnTo>
                    <a:cubicBezTo>
                      <a:pt x="210388" y="314801"/>
                      <a:pt x="209819" y="316135"/>
                      <a:pt x="209819" y="317659"/>
                    </a:cubicBezTo>
                    <a:lnTo>
                      <a:pt x="209819" y="358712"/>
                    </a:lnTo>
                    <a:cubicBezTo>
                      <a:pt x="201472" y="361664"/>
                      <a:pt x="195401" y="369570"/>
                      <a:pt x="195401" y="379000"/>
                    </a:cubicBezTo>
                    <a:cubicBezTo>
                      <a:pt x="195401" y="390906"/>
                      <a:pt x="205076" y="400622"/>
                      <a:pt x="216933" y="400622"/>
                    </a:cubicBezTo>
                    <a:cubicBezTo>
                      <a:pt x="228790" y="400622"/>
                      <a:pt x="238465" y="390906"/>
                      <a:pt x="238465" y="379000"/>
                    </a:cubicBezTo>
                    <a:cubicBezTo>
                      <a:pt x="238465" y="369570"/>
                      <a:pt x="232394" y="361664"/>
                      <a:pt x="224047" y="358712"/>
                    </a:cubicBezTo>
                    <a:lnTo>
                      <a:pt x="224047" y="317659"/>
                    </a:lnTo>
                    <a:cubicBezTo>
                      <a:pt x="224047" y="316135"/>
                      <a:pt x="223478" y="314801"/>
                      <a:pt x="222719" y="313658"/>
                    </a:cubicBezTo>
                    <a:lnTo>
                      <a:pt x="266542" y="313658"/>
                    </a:lnTo>
                    <a:cubicBezTo>
                      <a:pt x="265783" y="314801"/>
                      <a:pt x="265214" y="316135"/>
                      <a:pt x="265214" y="317659"/>
                    </a:cubicBezTo>
                    <a:lnTo>
                      <a:pt x="265214" y="387858"/>
                    </a:lnTo>
                    <a:cubicBezTo>
                      <a:pt x="265214" y="391763"/>
                      <a:pt x="268439" y="395002"/>
                      <a:pt x="272328" y="395002"/>
                    </a:cubicBezTo>
                    <a:cubicBezTo>
                      <a:pt x="276217" y="395002"/>
                      <a:pt x="279442" y="391763"/>
                      <a:pt x="279442" y="387858"/>
                    </a:cubicBezTo>
                    <a:lnTo>
                      <a:pt x="279442" y="317659"/>
                    </a:lnTo>
                    <a:cubicBezTo>
                      <a:pt x="279442" y="316135"/>
                      <a:pt x="278873" y="314801"/>
                      <a:pt x="278114" y="313658"/>
                    </a:cubicBezTo>
                    <a:lnTo>
                      <a:pt x="301448" y="313658"/>
                    </a:lnTo>
                    <a:cubicBezTo>
                      <a:pt x="319756" y="313658"/>
                      <a:pt x="334648" y="298704"/>
                      <a:pt x="334648" y="280321"/>
                    </a:cubicBezTo>
                    <a:lnTo>
                      <a:pt x="334648" y="256318"/>
                    </a:lnTo>
                    <a:lnTo>
                      <a:pt x="382549" y="256318"/>
                    </a:lnTo>
                    <a:cubicBezTo>
                      <a:pt x="385205" y="265176"/>
                      <a:pt x="393363" y="271653"/>
                      <a:pt x="403038" y="271653"/>
                    </a:cubicBezTo>
                    <a:cubicBezTo>
                      <a:pt x="414895" y="271653"/>
                      <a:pt x="424570" y="261937"/>
                      <a:pt x="424570" y="250031"/>
                    </a:cubicBezTo>
                    <a:cubicBezTo>
                      <a:pt x="424570" y="238125"/>
                      <a:pt x="414895" y="228410"/>
                      <a:pt x="403038" y="228410"/>
                    </a:cubicBezTo>
                    <a:close/>
                    <a:moveTo>
                      <a:pt x="402564" y="128778"/>
                    </a:moveTo>
                    <a:cubicBezTo>
                      <a:pt x="407591" y="128778"/>
                      <a:pt x="411765" y="132874"/>
                      <a:pt x="411765" y="138017"/>
                    </a:cubicBezTo>
                    <a:cubicBezTo>
                      <a:pt x="411765" y="143161"/>
                      <a:pt x="407686" y="147257"/>
                      <a:pt x="402564" y="147257"/>
                    </a:cubicBezTo>
                    <a:cubicBezTo>
                      <a:pt x="398295" y="147257"/>
                      <a:pt x="394975" y="144304"/>
                      <a:pt x="393837" y="140399"/>
                    </a:cubicBezTo>
                    <a:cubicBezTo>
                      <a:pt x="394122" y="139637"/>
                      <a:pt x="394311" y="138874"/>
                      <a:pt x="394311" y="138017"/>
                    </a:cubicBezTo>
                    <a:cubicBezTo>
                      <a:pt x="394311" y="137160"/>
                      <a:pt x="394122" y="136398"/>
                      <a:pt x="393837" y="135636"/>
                    </a:cubicBezTo>
                    <a:cubicBezTo>
                      <a:pt x="394880" y="131731"/>
                      <a:pt x="398295" y="128778"/>
                      <a:pt x="402564" y="128778"/>
                    </a:cubicBezTo>
                    <a:close/>
                    <a:moveTo>
                      <a:pt x="216553" y="12382"/>
                    </a:moveTo>
                    <a:cubicBezTo>
                      <a:pt x="221581" y="12382"/>
                      <a:pt x="225754" y="16478"/>
                      <a:pt x="225754" y="21622"/>
                    </a:cubicBezTo>
                    <a:cubicBezTo>
                      <a:pt x="225754" y="25908"/>
                      <a:pt x="222814" y="29242"/>
                      <a:pt x="218925" y="30385"/>
                    </a:cubicBezTo>
                    <a:cubicBezTo>
                      <a:pt x="218166" y="30099"/>
                      <a:pt x="217407" y="29908"/>
                      <a:pt x="216553" y="29908"/>
                    </a:cubicBezTo>
                    <a:cubicBezTo>
                      <a:pt x="215700" y="29908"/>
                      <a:pt x="214941" y="30099"/>
                      <a:pt x="214182" y="30385"/>
                    </a:cubicBezTo>
                    <a:cubicBezTo>
                      <a:pt x="210293" y="29337"/>
                      <a:pt x="207353" y="25908"/>
                      <a:pt x="207353" y="21622"/>
                    </a:cubicBezTo>
                    <a:cubicBezTo>
                      <a:pt x="207353" y="16573"/>
                      <a:pt x="211431" y="12382"/>
                      <a:pt x="216553" y="12382"/>
                    </a:cubicBezTo>
                    <a:close/>
                    <a:moveTo>
                      <a:pt x="21342" y="147161"/>
                    </a:moveTo>
                    <a:cubicBezTo>
                      <a:pt x="16315" y="147161"/>
                      <a:pt x="12141" y="143066"/>
                      <a:pt x="12141" y="137922"/>
                    </a:cubicBezTo>
                    <a:cubicBezTo>
                      <a:pt x="12141" y="132778"/>
                      <a:pt x="16220" y="128683"/>
                      <a:pt x="21342" y="128683"/>
                    </a:cubicBezTo>
                    <a:cubicBezTo>
                      <a:pt x="25611" y="128683"/>
                      <a:pt x="28931" y="131635"/>
                      <a:pt x="30069" y="135541"/>
                    </a:cubicBezTo>
                    <a:cubicBezTo>
                      <a:pt x="29784" y="136303"/>
                      <a:pt x="29595" y="137065"/>
                      <a:pt x="29595" y="137922"/>
                    </a:cubicBezTo>
                    <a:cubicBezTo>
                      <a:pt x="29595" y="138779"/>
                      <a:pt x="29784" y="139541"/>
                      <a:pt x="30069" y="140303"/>
                    </a:cubicBezTo>
                    <a:cubicBezTo>
                      <a:pt x="29026" y="144209"/>
                      <a:pt x="25611" y="147161"/>
                      <a:pt x="21342" y="147161"/>
                    </a:cubicBezTo>
                    <a:close/>
                    <a:moveTo>
                      <a:pt x="21342" y="259175"/>
                    </a:moveTo>
                    <a:cubicBezTo>
                      <a:pt x="16315" y="259175"/>
                      <a:pt x="12141" y="255080"/>
                      <a:pt x="12141" y="249936"/>
                    </a:cubicBezTo>
                    <a:cubicBezTo>
                      <a:pt x="12141" y="244793"/>
                      <a:pt x="16220" y="240697"/>
                      <a:pt x="21342" y="240697"/>
                    </a:cubicBezTo>
                    <a:cubicBezTo>
                      <a:pt x="25421" y="240697"/>
                      <a:pt x="28741" y="243459"/>
                      <a:pt x="29974" y="247078"/>
                    </a:cubicBezTo>
                    <a:cubicBezTo>
                      <a:pt x="29784" y="247745"/>
                      <a:pt x="29595" y="248317"/>
                      <a:pt x="29595" y="248984"/>
                    </a:cubicBezTo>
                    <a:cubicBezTo>
                      <a:pt x="29595" y="249936"/>
                      <a:pt x="29784" y="250889"/>
                      <a:pt x="30164" y="251746"/>
                    </a:cubicBezTo>
                    <a:cubicBezTo>
                      <a:pt x="29215" y="255841"/>
                      <a:pt x="25801" y="258985"/>
                      <a:pt x="21342" y="258985"/>
                    </a:cubicBezTo>
                    <a:close/>
                    <a:moveTo>
                      <a:pt x="216553" y="388144"/>
                    </a:moveTo>
                    <a:cubicBezTo>
                      <a:pt x="211526" y="388144"/>
                      <a:pt x="207353" y="384048"/>
                      <a:pt x="207353" y="378905"/>
                    </a:cubicBezTo>
                    <a:cubicBezTo>
                      <a:pt x="207353" y="374618"/>
                      <a:pt x="210293" y="371285"/>
                      <a:pt x="214182" y="370141"/>
                    </a:cubicBezTo>
                    <a:cubicBezTo>
                      <a:pt x="214941" y="370427"/>
                      <a:pt x="215700" y="370618"/>
                      <a:pt x="216553" y="370618"/>
                    </a:cubicBezTo>
                    <a:cubicBezTo>
                      <a:pt x="217407" y="370618"/>
                      <a:pt x="218166" y="370427"/>
                      <a:pt x="218925" y="370141"/>
                    </a:cubicBezTo>
                    <a:cubicBezTo>
                      <a:pt x="222814" y="371189"/>
                      <a:pt x="225754" y="374618"/>
                      <a:pt x="225754" y="378905"/>
                    </a:cubicBezTo>
                    <a:cubicBezTo>
                      <a:pt x="225754" y="383953"/>
                      <a:pt x="221676" y="388144"/>
                      <a:pt x="216553" y="388144"/>
                    </a:cubicBezTo>
                    <a:close/>
                    <a:moveTo>
                      <a:pt x="320040" y="280226"/>
                    </a:moveTo>
                    <a:cubicBezTo>
                      <a:pt x="320040" y="290703"/>
                      <a:pt x="311503" y="299276"/>
                      <a:pt x="301069" y="299276"/>
                    </a:cubicBezTo>
                    <a:lnTo>
                      <a:pt x="128338" y="299276"/>
                    </a:lnTo>
                    <a:cubicBezTo>
                      <a:pt x="117904" y="299276"/>
                      <a:pt x="109368" y="290703"/>
                      <a:pt x="109368" y="280226"/>
                    </a:cubicBezTo>
                    <a:lnTo>
                      <a:pt x="109368" y="106775"/>
                    </a:lnTo>
                    <a:cubicBezTo>
                      <a:pt x="109368" y="96298"/>
                      <a:pt x="117904" y="87725"/>
                      <a:pt x="128338" y="87725"/>
                    </a:cubicBezTo>
                    <a:lnTo>
                      <a:pt x="301069" y="87725"/>
                    </a:lnTo>
                    <a:cubicBezTo>
                      <a:pt x="311503" y="87725"/>
                      <a:pt x="320040" y="96298"/>
                      <a:pt x="320040" y="106775"/>
                    </a:cubicBezTo>
                    <a:lnTo>
                      <a:pt x="320040" y="280226"/>
                    </a:lnTo>
                    <a:close/>
                    <a:moveTo>
                      <a:pt x="402564" y="259175"/>
                    </a:moveTo>
                    <a:cubicBezTo>
                      <a:pt x="398200" y="259175"/>
                      <a:pt x="394691" y="256032"/>
                      <a:pt x="393742" y="251936"/>
                    </a:cubicBezTo>
                    <a:cubicBezTo>
                      <a:pt x="394122" y="251079"/>
                      <a:pt x="394311" y="250126"/>
                      <a:pt x="394311" y="249174"/>
                    </a:cubicBezTo>
                    <a:cubicBezTo>
                      <a:pt x="394311" y="248507"/>
                      <a:pt x="394122" y="247841"/>
                      <a:pt x="393932" y="247269"/>
                    </a:cubicBezTo>
                    <a:cubicBezTo>
                      <a:pt x="395165" y="243554"/>
                      <a:pt x="398485" y="240887"/>
                      <a:pt x="402564" y="240887"/>
                    </a:cubicBezTo>
                    <a:cubicBezTo>
                      <a:pt x="407591" y="240887"/>
                      <a:pt x="411765" y="244983"/>
                      <a:pt x="411765" y="250126"/>
                    </a:cubicBezTo>
                    <a:cubicBezTo>
                      <a:pt x="411765" y="255270"/>
                      <a:pt x="407686" y="259366"/>
                      <a:pt x="402564" y="259366"/>
                    </a:cubicBez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BE08915A-BF41-91C1-BAD5-5EB5D31F743B}"/>
              </a:ext>
            </a:extLst>
          </p:cNvPr>
          <p:cNvGrpSpPr/>
          <p:nvPr/>
        </p:nvGrpSpPr>
        <p:grpSpPr>
          <a:xfrm>
            <a:off x="2916125" y="2793998"/>
            <a:ext cx="560906" cy="529268"/>
            <a:chOff x="3501287" y="2694813"/>
            <a:chExt cx="424569" cy="400621"/>
          </a:xfrm>
        </p:grpSpPr>
        <p:grpSp>
          <p:nvGrpSpPr>
            <p:cNvPr id="174" name="Graphic 163">
              <a:extLst>
                <a:ext uri="{FF2B5EF4-FFF2-40B4-BE49-F238E27FC236}">
                  <a16:creationId xmlns:a16="http://schemas.microsoft.com/office/drawing/2014/main" id="{B3C560A2-E96F-7647-AB30-29EBAB7EB1C5}"/>
                </a:ext>
              </a:extLst>
            </p:cNvPr>
            <p:cNvGrpSpPr/>
            <p:nvPr/>
          </p:nvGrpSpPr>
          <p:grpSpPr>
            <a:xfrm>
              <a:off x="3664057" y="2845404"/>
              <a:ext cx="96182" cy="77628"/>
              <a:chOff x="3512068" y="2953512"/>
              <a:chExt cx="96182" cy="77628"/>
            </a:xfrm>
            <a:solidFill>
              <a:srgbClr val="969696"/>
            </a:solidFill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FAD19AF0-62B2-56E5-130D-5046697D2BFE}"/>
                  </a:ext>
                </a:extLst>
              </p:cNvPr>
              <p:cNvSpPr/>
              <p:nvPr/>
            </p:nvSpPr>
            <p:spPr>
              <a:xfrm>
                <a:off x="3512068" y="2953607"/>
                <a:ext cx="69338" cy="77533"/>
              </a:xfrm>
              <a:custGeom>
                <a:avLst/>
                <a:gdLst>
                  <a:gd name="connsiteX0" fmla="*/ 53213 w 69338"/>
                  <a:gd name="connsiteY0" fmla="*/ 67723 h 77533"/>
                  <a:gd name="connsiteX1" fmla="*/ 49609 w 69338"/>
                  <a:gd name="connsiteY1" fmla="*/ 58293 h 77533"/>
                  <a:gd name="connsiteX2" fmla="*/ 19256 w 69338"/>
                  <a:gd name="connsiteY2" fmla="*/ 58293 h 77533"/>
                  <a:gd name="connsiteX3" fmla="*/ 15651 w 69338"/>
                  <a:gd name="connsiteY3" fmla="*/ 67913 h 77533"/>
                  <a:gd name="connsiteX4" fmla="*/ 12047 w 69338"/>
                  <a:gd name="connsiteY4" fmla="*/ 75533 h 77533"/>
                  <a:gd name="connsiteX5" fmla="*/ 7209 w 69338"/>
                  <a:gd name="connsiteY5" fmla="*/ 77534 h 77533"/>
                  <a:gd name="connsiteX6" fmla="*/ 2182 w 69338"/>
                  <a:gd name="connsiteY6" fmla="*/ 75438 h 77533"/>
                  <a:gd name="connsiteX7" fmla="*/ 0 w 69338"/>
                  <a:gd name="connsiteY7" fmla="*/ 70676 h 77533"/>
                  <a:gd name="connsiteX8" fmla="*/ 474 w 69338"/>
                  <a:gd name="connsiteY8" fmla="*/ 67532 h 77533"/>
                  <a:gd name="connsiteX9" fmla="*/ 2182 w 69338"/>
                  <a:gd name="connsiteY9" fmla="*/ 62960 h 77533"/>
                  <a:gd name="connsiteX10" fmla="*/ 21247 w 69338"/>
                  <a:gd name="connsiteY10" fmla="*/ 14288 h 77533"/>
                  <a:gd name="connsiteX11" fmla="*/ 23239 w 69338"/>
                  <a:gd name="connsiteY11" fmla="*/ 9239 h 77533"/>
                  <a:gd name="connsiteX12" fmla="*/ 25706 w 69338"/>
                  <a:gd name="connsiteY12" fmla="*/ 4382 h 77533"/>
                  <a:gd name="connsiteX13" fmla="*/ 29120 w 69338"/>
                  <a:gd name="connsiteY13" fmla="*/ 1238 h 77533"/>
                  <a:gd name="connsiteX14" fmla="*/ 34337 w 69338"/>
                  <a:gd name="connsiteY14" fmla="*/ 0 h 77533"/>
                  <a:gd name="connsiteX15" fmla="*/ 39649 w 69338"/>
                  <a:gd name="connsiteY15" fmla="*/ 1238 h 77533"/>
                  <a:gd name="connsiteX16" fmla="*/ 43064 w 69338"/>
                  <a:gd name="connsiteY16" fmla="*/ 4286 h 77533"/>
                  <a:gd name="connsiteX17" fmla="*/ 45246 w 69338"/>
                  <a:gd name="connsiteY17" fmla="*/ 8382 h 77533"/>
                  <a:gd name="connsiteX18" fmla="*/ 47522 w 69338"/>
                  <a:gd name="connsiteY18" fmla="*/ 14192 h 77533"/>
                  <a:gd name="connsiteX19" fmla="*/ 67062 w 69338"/>
                  <a:gd name="connsiteY19" fmla="*/ 62579 h 77533"/>
                  <a:gd name="connsiteX20" fmla="*/ 69339 w 69338"/>
                  <a:gd name="connsiteY20" fmla="*/ 70580 h 77533"/>
                  <a:gd name="connsiteX21" fmla="*/ 67157 w 69338"/>
                  <a:gd name="connsiteY21" fmla="*/ 75343 h 77533"/>
                  <a:gd name="connsiteX22" fmla="*/ 61940 w 69338"/>
                  <a:gd name="connsiteY22" fmla="*/ 77534 h 77533"/>
                  <a:gd name="connsiteX23" fmla="*/ 58905 w 69338"/>
                  <a:gd name="connsiteY23" fmla="*/ 76867 h 77533"/>
                  <a:gd name="connsiteX24" fmla="*/ 56723 w 69338"/>
                  <a:gd name="connsiteY24" fmla="*/ 75152 h 77533"/>
                  <a:gd name="connsiteX25" fmla="*/ 54826 w 69338"/>
                  <a:gd name="connsiteY25" fmla="*/ 71819 h 77533"/>
                  <a:gd name="connsiteX26" fmla="*/ 53119 w 69338"/>
                  <a:gd name="connsiteY26" fmla="*/ 67818 h 77533"/>
                  <a:gd name="connsiteX27" fmla="*/ 23239 w 69338"/>
                  <a:gd name="connsiteY27" fmla="*/ 46863 h 77533"/>
                  <a:gd name="connsiteX28" fmla="*/ 45530 w 69338"/>
                  <a:gd name="connsiteY28" fmla="*/ 46863 h 77533"/>
                  <a:gd name="connsiteX29" fmla="*/ 34243 w 69338"/>
                  <a:gd name="connsiteY29" fmla="*/ 15907 h 77533"/>
                  <a:gd name="connsiteX30" fmla="*/ 23145 w 69338"/>
                  <a:gd name="connsiteY30" fmla="*/ 46863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338" h="77533">
                    <a:moveTo>
                      <a:pt x="53213" y="67723"/>
                    </a:moveTo>
                    <a:lnTo>
                      <a:pt x="49609" y="58293"/>
                    </a:lnTo>
                    <a:lnTo>
                      <a:pt x="19256" y="58293"/>
                    </a:lnTo>
                    <a:lnTo>
                      <a:pt x="15651" y="67913"/>
                    </a:lnTo>
                    <a:cubicBezTo>
                      <a:pt x="14228" y="71628"/>
                      <a:pt x="13090" y="74200"/>
                      <a:pt x="12047" y="75533"/>
                    </a:cubicBezTo>
                    <a:cubicBezTo>
                      <a:pt x="11098" y="76867"/>
                      <a:pt x="9485" y="77534"/>
                      <a:pt x="7209" y="77534"/>
                    </a:cubicBezTo>
                    <a:cubicBezTo>
                      <a:pt x="5312" y="77534"/>
                      <a:pt x="3604" y="76867"/>
                      <a:pt x="2182" y="75438"/>
                    </a:cubicBezTo>
                    <a:cubicBezTo>
                      <a:pt x="759" y="74009"/>
                      <a:pt x="0" y="72485"/>
                      <a:pt x="0" y="70676"/>
                    </a:cubicBezTo>
                    <a:cubicBezTo>
                      <a:pt x="0" y="69628"/>
                      <a:pt x="190" y="68580"/>
                      <a:pt x="474" y="67532"/>
                    </a:cubicBezTo>
                    <a:cubicBezTo>
                      <a:pt x="854" y="66485"/>
                      <a:pt x="1328" y="64961"/>
                      <a:pt x="2182" y="62960"/>
                    </a:cubicBezTo>
                    <a:lnTo>
                      <a:pt x="21247" y="14288"/>
                    </a:lnTo>
                    <a:cubicBezTo>
                      <a:pt x="21817" y="12859"/>
                      <a:pt x="22481" y="11240"/>
                      <a:pt x="23239" y="9239"/>
                    </a:cubicBezTo>
                    <a:cubicBezTo>
                      <a:pt x="23998" y="7239"/>
                      <a:pt x="24852" y="5620"/>
                      <a:pt x="25706" y="4382"/>
                    </a:cubicBezTo>
                    <a:cubicBezTo>
                      <a:pt x="26559" y="3048"/>
                      <a:pt x="27698" y="2000"/>
                      <a:pt x="29120" y="1238"/>
                    </a:cubicBezTo>
                    <a:cubicBezTo>
                      <a:pt x="30543" y="476"/>
                      <a:pt x="32251" y="0"/>
                      <a:pt x="34337" y="0"/>
                    </a:cubicBezTo>
                    <a:cubicBezTo>
                      <a:pt x="36424" y="0"/>
                      <a:pt x="38226" y="381"/>
                      <a:pt x="39649" y="1238"/>
                    </a:cubicBezTo>
                    <a:cubicBezTo>
                      <a:pt x="41072" y="2000"/>
                      <a:pt x="42210" y="3048"/>
                      <a:pt x="43064" y="4286"/>
                    </a:cubicBezTo>
                    <a:cubicBezTo>
                      <a:pt x="43918" y="5525"/>
                      <a:pt x="44677" y="6858"/>
                      <a:pt x="45246" y="8382"/>
                    </a:cubicBezTo>
                    <a:cubicBezTo>
                      <a:pt x="45815" y="9811"/>
                      <a:pt x="46574" y="11811"/>
                      <a:pt x="47522" y="14192"/>
                    </a:cubicBezTo>
                    <a:lnTo>
                      <a:pt x="67062" y="62579"/>
                    </a:lnTo>
                    <a:cubicBezTo>
                      <a:pt x="68580" y="66294"/>
                      <a:pt x="69339" y="68961"/>
                      <a:pt x="69339" y="70580"/>
                    </a:cubicBezTo>
                    <a:cubicBezTo>
                      <a:pt x="69339" y="72200"/>
                      <a:pt x="68580" y="73914"/>
                      <a:pt x="67157" y="75343"/>
                    </a:cubicBezTo>
                    <a:cubicBezTo>
                      <a:pt x="65734" y="76772"/>
                      <a:pt x="63932" y="77534"/>
                      <a:pt x="61940" y="77534"/>
                    </a:cubicBezTo>
                    <a:cubicBezTo>
                      <a:pt x="60707" y="77534"/>
                      <a:pt x="59758" y="77343"/>
                      <a:pt x="58905" y="76867"/>
                    </a:cubicBezTo>
                    <a:cubicBezTo>
                      <a:pt x="58051" y="76391"/>
                      <a:pt x="57387" y="75819"/>
                      <a:pt x="56723" y="75152"/>
                    </a:cubicBezTo>
                    <a:cubicBezTo>
                      <a:pt x="56154" y="74390"/>
                      <a:pt x="55490" y="73247"/>
                      <a:pt x="54826" y="71819"/>
                    </a:cubicBezTo>
                    <a:cubicBezTo>
                      <a:pt x="54162" y="70295"/>
                      <a:pt x="53593" y="68961"/>
                      <a:pt x="53119" y="67818"/>
                    </a:cubicBezTo>
                    <a:close/>
                    <a:moveTo>
                      <a:pt x="23239" y="46863"/>
                    </a:moveTo>
                    <a:lnTo>
                      <a:pt x="45530" y="46863"/>
                    </a:lnTo>
                    <a:lnTo>
                      <a:pt x="34243" y="15907"/>
                    </a:lnTo>
                    <a:lnTo>
                      <a:pt x="23145" y="46863"/>
                    </a:lnTo>
                    <a:close/>
                  </a:path>
                </a:pathLst>
              </a:custGeom>
              <a:solidFill>
                <a:schemeClr val="accent4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F44F66BE-9BDE-1EB7-7DD4-017B4D6743E7}"/>
                  </a:ext>
                </a:extLst>
              </p:cNvPr>
              <p:cNvSpPr/>
              <p:nvPr/>
            </p:nvSpPr>
            <p:spPr>
              <a:xfrm>
                <a:off x="3593169" y="2953512"/>
                <a:ext cx="15081" cy="77533"/>
              </a:xfrm>
              <a:custGeom>
                <a:avLst/>
                <a:gdLst>
                  <a:gd name="connsiteX0" fmla="*/ 0 w 15081"/>
                  <a:gd name="connsiteY0" fmla="*/ 68294 h 77533"/>
                  <a:gd name="connsiteX1" fmla="*/ 0 w 15081"/>
                  <a:gd name="connsiteY1" fmla="*/ 9239 h 77533"/>
                  <a:gd name="connsiteX2" fmla="*/ 2087 w 15081"/>
                  <a:gd name="connsiteY2" fmla="*/ 2286 h 77533"/>
                  <a:gd name="connsiteX3" fmla="*/ 7494 w 15081"/>
                  <a:gd name="connsiteY3" fmla="*/ 0 h 77533"/>
                  <a:gd name="connsiteX4" fmla="*/ 12995 w 15081"/>
                  <a:gd name="connsiteY4" fmla="*/ 2286 h 77533"/>
                  <a:gd name="connsiteX5" fmla="*/ 15082 w 15081"/>
                  <a:gd name="connsiteY5" fmla="*/ 9239 h 77533"/>
                  <a:gd name="connsiteX6" fmla="*/ 15082 w 15081"/>
                  <a:gd name="connsiteY6" fmla="*/ 68294 h 77533"/>
                  <a:gd name="connsiteX7" fmla="*/ 12995 w 15081"/>
                  <a:gd name="connsiteY7" fmla="*/ 75248 h 77533"/>
                  <a:gd name="connsiteX8" fmla="*/ 7494 w 15081"/>
                  <a:gd name="connsiteY8" fmla="*/ 77533 h 77533"/>
                  <a:gd name="connsiteX9" fmla="*/ 2087 w 15081"/>
                  <a:gd name="connsiteY9" fmla="*/ 75248 h 77533"/>
                  <a:gd name="connsiteX10" fmla="*/ 0 w 15081"/>
                  <a:gd name="connsiteY10" fmla="*/ 68294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81" h="77533">
                    <a:moveTo>
                      <a:pt x="0" y="68294"/>
                    </a:moveTo>
                    <a:lnTo>
                      <a:pt x="0" y="9239"/>
                    </a:lnTo>
                    <a:cubicBezTo>
                      <a:pt x="0" y="6191"/>
                      <a:pt x="664" y="3905"/>
                      <a:pt x="2087" y="2286"/>
                    </a:cubicBezTo>
                    <a:cubicBezTo>
                      <a:pt x="3510" y="762"/>
                      <a:pt x="5312" y="0"/>
                      <a:pt x="7494" y="0"/>
                    </a:cubicBezTo>
                    <a:cubicBezTo>
                      <a:pt x="9675" y="0"/>
                      <a:pt x="11572" y="762"/>
                      <a:pt x="12995" y="2286"/>
                    </a:cubicBezTo>
                    <a:cubicBezTo>
                      <a:pt x="14418" y="3810"/>
                      <a:pt x="15082" y="6096"/>
                      <a:pt x="15082" y="9239"/>
                    </a:cubicBezTo>
                    <a:lnTo>
                      <a:pt x="15082" y="68294"/>
                    </a:lnTo>
                    <a:cubicBezTo>
                      <a:pt x="15082" y="71438"/>
                      <a:pt x="14418" y="73723"/>
                      <a:pt x="12995" y="75248"/>
                    </a:cubicBezTo>
                    <a:cubicBezTo>
                      <a:pt x="11572" y="76771"/>
                      <a:pt x="9770" y="77533"/>
                      <a:pt x="7494" y="77533"/>
                    </a:cubicBezTo>
                    <a:cubicBezTo>
                      <a:pt x="5217" y="77533"/>
                      <a:pt x="3510" y="76771"/>
                      <a:pt x="2087" y="75248"/>
                    </a:cubicBezTo>
                    <a:cubicBezTo>
                      <a:pt x="664" y="73723"/>
                      <a:pt x="0" y="71342"/>
                      <a:pt x="0" y="6829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75" name="Graphic 163">
              <a:extLst>
                <a:ext uri="{FF2B5EF4-FFF2-40B4-BE49-F238E27FC236}">
                  <a16:creationId xmlns:a16="http://schemas.microsoft.com/office/drawing/2014/main" id="{766EA019-9BD6-F189-1DF4-9A11BDDF7493}"/>
                </a:ext>
              </a:extLst>
            </p:cNvPr>
            <p:cNvGrpSpPr/>
            <p:nvPr/>
          </p:nvGrpSpPr>
          <p:grpSpPr>
            <a:xfrm>
              <a:off x="3501287" y="2694813"/>
              <a:ext cx="424569" cy="400621"/>
              <a:chOff x="3349298" y="2802921"/>
              <a:chExt cx="424569" cy="400621"/>
            </a:xfrm>
            <a:solidFill>
              <a:srgbClr val="969696"/>
            </a:solidFill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D248F33A-03F5-27D0-0FD0-52270A8B434A}"/>
                  </a:ext>
                </a:extLst>
              </p:cNvPr>
              <p:cNvSpPr/>
              <p:nvPr/>
            </p:nvSpPr>
            <p:spPr>
              <a:xfrm>
                <a:off x="3476308" y="2906934"/>
                <a:ext cx="176809" cy="177545"/>
              </a:xfrm>
              <a:custGeom>
                <a:avLst/>
                <a:gdLst>
                  <a:gd name="connsiteX0" fmla="*/ 144464 w 176809"/>
                  <a:gd name="connsiteY0" fmla="*/ 0 h 177545"/>
                  <a:gd name="connsiteX1" fmla="*/ 32346 w 176809"/>
                  <a:gd name="connsiteY1" fmla="*/ 0 h 177545"/>
                  <a:gd name="connsiteX2" fmla="*/ 0 w 176809"/>
                  <a:gd name="connsiteY2" fmla="*/ 32480 h 177545"/>
                  <a:gd name="connsiteX3" fmla="*/ 0 w 176809"/>
                  <a:gd name="connsiteY3" fmla="*/ 145066 h 177545"/>
                  <a:gd name="connsiteX4" fmla="*/ 32346 w 176809"/>
                  <a:gd name="connsiteY4" fmla="*/ 177546 h 177545"/>
                  <a:gd name="connsiteX5" fmla="*/ 144464 w 176809"/>
                  <a:gd name="connsiteY5" fmla="*/ 177546 h 177545"/>
                  <a:gd name="connsiteX6" fmla="*/ 176809 w 176809"/>
                  <a:gd name="connsiteY6" fmla="*/ 145066 h 177545"/>
                  <a:gd name="connsiteX7" fmla="*/ 176809 w 176809"/>
                  <a:gd name="connsiteY7" fmla="*/ 32480 h 177545"/>
                  <a:gd name="connsiteX8" fmla="*/ 144464 w 176809"/>
                  <a:gd name="connsiteY8" fmla="*/ 0 h 177545"/>
                  <a:gd name="connsiteX9" fmla="*/ 162581 w 176809"/>
                  <a:gd name="connsiteY9" fmla="*/ 145161 h 177545"/>
                  <a:gd name="connsiteX10" fmla="*/ 144464 w 176809"/>
                  <a:gd name="connsiteY10" fmla="*/ 163354 h 177545"/>
                  <a:gd name="connsiteX11" fmla="*/ 32346 w 176809"/>
                  <a:gd name="connsiteY11" fmla="*/ 163354 h 177545"/>
                  <a:gd name="connsiteX12" fmla="*/ 14228 w 176809"/>
                  <a:gd name="connsiteY12" fmla="*/ 145161 h 177545"/>
                  <a:gd name="connsiteX13" fmla="*/ 14228 w 176809"/>
                  <a:gd name="connsiteY13" fmla="*/ 32575 h 177545"/>
                  <a:gd name="connsiteX14" fmla="*/ 32346 w 176809"/>
                  <a:gd name="connsiteY14" fmla="*/ 14383 h 177545"/>
                  <a:gd name="connsiteX15" fmla="*/ 144464 w 176809"/>
                  <a:gd name="connsiteY15" fmla="*/ 14383 h 177545"/>
                  <a:gd name="connsiteX16" fmla="*/ 162581 w 176809"/>
                  <a:gd name="connsiteY16" fmla="*/ 32575 h 177545"/>
                  <a:gd name="connsiteX17" fmla="*/ 162581 w 176809"/>
                  <a:gd name="connsiteY17" fmla="*/ 145161 h 177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809" h="177545">
                    <a:moveTo>
                      <a:pt x="144464" y="0"/>
                    </a:moveTo>
                    <a:lnTo>
                      <a:pt x="32346" y="0"/>
                    </a:lnTo>
                    <a:cubicBezTo>
                      <a:pt x="14513" y="0"/>
                      <a:pt x="0" y="14573"/>
                      <a:pt x="0" y="32480"/>
                    </a:cubicBezTo>
                    <a:lnTo>
                      <a:pt x="0" y="145066"/>
                    </a:lnTo>
                    <a:cubicBezTo>
                      <a:pt x="0" y="162973"/>
                      <a:pt x="14513" y="177546"/>
                      <a:pt x="32346" y="177546"/>
                    </a:cubicBezTo>
                    <a:lnTo>
                      <a:pt x="144464" y="177546"/>
                    </a:lnTo>
                    <a:cubicBezTo>
                      <a:pt x="162297" y="177546"/>
                      <a:pt x="176809" y="162973"/>
                      <a:pt x="176809" y="145066"/>
                    </a:cubicBezTo>
                    <a:lnTo>
                      <a:pt x="176809" y="32480"/>
                    </a:lnTo>
                    <a:cubicBezTo>
                      <a:pt x="176809" y="14573"/>
                      <a:pt x="162297" y="0"/>
                      <a:pt x="144464" y="0"/>
                    </a:cubicBezTo>
                    <a:close/>
                    <a:moveTo>
                      <a:pt x="162581" y="145161"/>
                    </a:moveTo>
                    <a:cubicBezTo>
                      <a:pt x="162581" y="155162"/>
                      <a:pt x="154424" y="163354"/>
                      <a:pt x="144464" y="163354"/>
                    </a:cubicBezTo>
                    <a:lnTo>
                      <a:pt x="32346" y="163354"/>
                    </a:lnTo>
                    <a:cubicBezTo>
                      <a:pt x="22386" y="163354"/>
                      <a:pt x="14228" y="155162"/>
                      <a:pt x="14228" y="145161"/>
                    </a:cubicBezTo>
                    <a:lnTo>
                      <a:pt x="14228" y="32575"/>
                    </a:lnTo>
                    <a:cubicBezTo>
                      <a:pt x="14228" y="22574"/>
                      <a:pt x="22386" y="14383"/>
                      <a:pt x="32346" y="14383"/>
                    </a:cubicBezTo>
                    <a:lnTo>
                      <a:pt x="144464" y="14383"/>
                    </a:lnTo>
                    <a:cubicBezTo>
                      <a:pt x="154424" y="14383"/>
                      <a:pt x="162581" y="22574"/>
                      <a:pt x="162581" y="32575"/>
                    </a:cubicBezTo>
                    <a:lnTo>
                      <a:pt x="162581" y="145161"/>
                    </a:lnTo>
                    <a:close/>
                  </a:path>
                </a:pathLst>
              </a:custGeom>
              <a:solidFill>
                <a:schemeClr val="accent4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3E9B420C-D278-8B68-C495-6BFD6F90F6DC}"/>
                  </a:ext>
                </a:extLst>
              </p:cNvPr>
              <p:cNvSpPr/>
              <p:nvPr/>
            </p:nvSpPr>
            <p:spPr>
              <a:xfrm>
                <a:off x="3349298" y="2802921"/>
                <a:ext cx="424569" cy="400621"/>
              </a:xfrm>
              <a:custGeom>
                <a:avLst/>
                <a:gdLst>
                  <a:gd name="connsiteX0" fmla="*/ 402564 w 424569"/>
                  <a:gd name="connsiteY0" fmla="*/ 228410 h 400621"/>
                  <a:gd name="connsiteX1" fmla="*/ 382644 w 424569"/>
                  <a:gd name="connsiteY1" fmla="*/ 242030 h 400621"/>
                  <a:gd name="connsiteX2" fmla="*/ 334268 w 424569"/>
                  <a:gd name="connsiteY2" fmla="*/ 242030 h 400621"/>
                  <a:gd name="connsiteX3" fmla="*/ 334268 w 424569"/>
                  <a:gd name="connsiteY3" fmla="*/ 200787 h 400621"/>
                  <a:gd name="connsiteX4" fmla="*/ 402658 w 424569"/>
                  <a:gd name="connsiteY4" fmla="*/ 200787 h 400621"/>
                  <a:gd name="connsiteX5" fmla="*/ 409773 w 424569"/>
                  <a:gd name="connsiteY5" fmla="*/ 193643 h 400621"/>
                  <a:gd name="connsiteX6" fmla="*/ 402658 w 424569"/>
                  <a:gd name="connsiteY6" fmla="*/ 186499 h 400621"/>
                  <a:gd name="connsiteX7" fmla="*/ 334268 w 424569"/>
                  <a:gd name="connsiteY7" fmla="*/ 186499 h 400621"/>
                  <a:gd name="connsiteX8" fmla="*/ 334268 w 424569"/>
                  <a:gd name="connsiteY8" fmla="*/ 145256 h 400621"/>
                  <a:gd name="connsiteX9" fmla="*/ 382455 w 424569"/>
                  <a:gd name="connsiteY9" fmla="*/ 145256 h 400621"/>
                  <a:gd name="connsiteX10" fmla="*/ 402658 w 424569"/>
                  <a:gd name="connsiteY10" fmla="*/ 159734 h 400621"/>
                  <a:gd name="connsiteX11" fmla="*/ 424191 w 424569"/>
                  <a:gd name="connsiteY11" fmla="*/ 138112 h 400621"/>
                  <a:gd name="connsiteX12" fmla="*/ 402658 w 424569"/>
                  <a:gd name="connsiteY12" fmla="*/ 116491 h 400621"/>
                  <a:gd name="connsiteX13" fmla="*/ 382455 w 424569"/>
                  <a:gd name="connsiteY13" fmla="*/ 130969 h 400621"/>
                  <a:gd name="connsiteX14" fmla="*/ 334268 w 424569"/>
                  <a:gd name="connsiteY14" fmla="*/ 130969 h 400621"/>
                  <a:gd name="connsiteX15" fmla="*/ 334268 w 424569"/>
                  <a:gd name="connsiteY15" fmla="*/ 106966 h 400621"/>
                  <a:gd name="connsiteX16" fmla="*/ 301069 w 424569"/>
                  <a:gd name="connsiteY16" fmla="*/ 73628 h 400621"/>
                  <a:gd name="connsiteX17" fmla="*/ 279063 w 424569"/>
                  <a:gd name="connsiteY17" fmla="*/ 73628 h 400621"/>
                  <a:gd name="connsiteX18" fmla="*/ 279063 w 424569"/>
                  <a:gd name="connsiteY18" fmla="*/ 10573 h 400621"/>
                  <a:gd name="connsiteX19" fmla="*/ 271949 w 424569"/>
                  <a:gd name="connsiteY19" fmla="*/ 3429 h 400621"/>
                  <a:gd name="connsiteX20" fmla="*/ 264835 w 424569"/>
                  <a:gd name="connsiteY20" fmla="*/ 10573 h 400621"/>
                  <a:gd name="connsiteX21" fmla="*/ 264835 w 424569"/>
                  <a:gd name="connsiteY21" fmla="*/ 73628 h 400621"/>
                  <a:gd name="connsiteX22" fmla="*/ 223762 w 424569"/>
                  <a:gd name="connsiteY22" fmla="*/ 73628 h 400621"/>
                  <a:gd name="connsiteX23" fmla="*/ 223762 w 424569"/>
                  <a:gd name="connsiteY23" fmla="*/ 41910 h 400621"/>
                  <a:gd name="connsiteX24" fmla="*/ 238180 w 424569"/>
                  <a:gd name="connsiteY24" fmla="*/ 21622 h 400621"/>
                  <a:gd name="connsiteX25" fmla="*/ 216648 w 424569"/>
                  <a:gd name="connsiteY25" fmla="*/ 0 h 400621"/>
                  <a:gd name="connsiteX26" fmla="*/ 195116 w 424569"/>
                  <a:gd name="connsiteY26" fmla="*/ 21622 h 400621"/>
                  <a:gd name="connsiteX27" fmla="*/ 209534 w 424569"/>
                  <a:gd name="connsiteY27" fmla="*/ 41910 h 400621"/>
                  <a:gd name="connsiteX28" fmla="*/ 209534 w 424569"/>
                  <a:gd name="connsiteY28" fmla="*/ 73628 h 400621"/>
                  <a:gd name="connsiteX29" fmla="*/ 168462 w 424569"/>
                  <a:gd name="connsiteY29" fmla="*/ 73628 h 400621"/>
                  <a:gd name="connsiteX30" fmla="*/ 168462 w 424569"/>
                  <a:gd name="connsiteY30" fmla="*/ 10573 h 400621"/>
                  <a:gd name="connsiteX31" fmla="*/ 161348 w 424569"/>
                  <a:gd name="connsiteY31" fmla="*/ 3429 h 400621"/>
                  <a:gd name="connsiteX32" fmla="*/ 154234 w 424569"/>
                  <a:gd name="connsiteY32" fmla="*/ 10573 h 400621"/>
                  <a:gd name="connsiteX33" fmla="*/ 154234 w 424569"/>
                  <a:gd name="connsiteY33" fmla="*/ 73628 h 400621"/>
                  <a:gd name="connsiteX34" fmla="*/ 128433 w 424569"/>
                  <a:gd name="connsiteY34" fmla="*/ 73628 h 400621"/>
                  <a:gd name="connsiteX35" fmla="*/ 95234 w 424569"/>
                  <a:gd name="connsiteY35" fmla="*/ 106966 h 400621"/>
                  <a:gd name="connsiteX36" fmla="*/ 95234 w 424569"/>
                  <a:gd name="connsiteY36" fmla="*/ 130969 h 400621"/>
                  <a:gd name="connsiteX37" fmla="*/ 41736 w 424569"/>
                  <a:gd name="connsiteY37" fmla="*/ 130969 h 400621"/>
                  <a:gd name="connsiteX38" fmla="*/ 21532 w 424569"/>
                  <a:gd name="connsiteY38" fmla="*/ 116491 h 400621"/>
                  <a:gd name="connsiteX39" fmla="*/ 0 w 424569"/>
                  <a:gd name="connsiteY39" fmla="*/ 138112 h 400621"/>
                  <a:gd name="connsiteX40" fmla="*/ 21532 w 424569"/>
                  <a:gd name="connsiteY40" fmla="*/ 159734 h 400621"/>
                  <a:gd name="connsiteX41" fmla="*/ 41736 w 424569"/>
                  <a:gd name="connsiteY41" fmla="*/ 145256 h 400621"/>
                  <a:gd name="connsiteX42" fmla="*/ 95234 w 424569"/>
                  <a:gd name="connsiteY42" fmla="*/ 145256 h 400621"/>
                  <a:gd name="connsiteX43" fmla="*/ 95234 w 424569"/>
                  <a:gd name="connsiteY43" fmla="*/ 186499 h 400621"/>
                  <a:gd name="connsiteX44" fmla="*/ 26844 w 424569"/>
                  <a:gd name="connsiteY44" fmla="*/ 186499 h 400621"/>
                  <a:gd name="connsiteX45" fmla="*/ 19730 w 424569"/>
                  <a:gd name="connsiteY45" fmla="*/ 193643 h 400621"/>
                  <a:gd name="connsiteX46" fmla="*/ 26844 w 424569"/>
                  <a:gd name="connsiteY46" fmla="*/ 200787 h 400621"/>
                  <a:gd name="connsiteX47" fmla="*/ 95234 w 424569"/>
                  <a:gd name="connsiteY47" fmla="*/ 200787 h 400621"/>
                  <a:gd name="connsiteX48" fmla="*/ 95234 w 424569"/>
                  <a:gd name="connsiteY48" fmla="*/ 242030 h 400621"/>
                  <a:gd name="connsiteX49" fmla="*/ 41452 w 424569"/>
                  <a:gd name="connsiteY49" fmla="*/ 242030 h 400621"/>
                  <a:gd name="connsiteX50" fmla="*/ 21532 w 424569"/>
                  <a:gd name="connsiteY50" fmla="*/ 228410 h 400621"/>
                  <a:gd name="connsiteX51" fmla="*/ 0 w 424569"/>
                  <a:gd name="connsiteY51" fmla="*/ 250031 h 400621"/>
                  <a:gd name="connsiteX52" fmla="*/ 21532 w 424569"/>
                  <a:gd name="connsiteY52" fmla="*/ 271653 h 400621"/>
                  <a:gd name="connsiteX53" fmla="*/ 42021 w 424569"/>
                  <a:gd name="connsiteY53" fmla="*/ 256318 h 400621"/>
                  <a:gd name="connsiteX54" fmla="*/ 95329 w 424569"/>
                  <a:gd name="connsiteY54" fmla="*/ 256318 h 400621"/>
                  <a:gd name="connsiteX55" fmla="*/ 95329 w 424569"/>
                  <a:gd name="connsiteY55" fmla="*/ 280321 h 400621"/>
                  <a:gd name="connsiteX56" fmla="*/ 128528 w 424569"/>
                  <a:gd name="connsiteY56" fmla="*/ 313658 h 400621"/>
                  <a:gd name="connsiteX57" fmla="*/ 155752 w 424569"/>
                  <a:gd name="connsiteY57" fmla="*/ 313658 h 400621"/>
                  <a:gd name="connsiteX58" fmla="*/ 154424 w 424569"/>
                  <a:gd name="connsiteY58" fmla="*/ 317659 h 400621"/>
                  <a:gd name="connsiteX59" fmla="*/ 154424 w 424569"/>
                  <a:gd name="connsiteY59" fmla="*/ 387858 h 400621"/>
                  <a:gd name="connsiteX60" fmla="*/ 161538 w 424569"/>
                  <a:gd name="connsiteY60" fmla="*/ 395002 h 400621"/>
                  <a:gd name="connsiteX61" fmla="*/ 168652 w 424569"/>
                  <a:gd name="connsiteY61" fmla="*/ 387858 h 400621"/>
                  <a:gd name="connsiteX62" fmla="*/ 168652 w 424569"/>
                  <a:gd name="connsiteY62" fmla="*/ 317659 h 400621"/>
                  <a:gd name="connsiteX63" fmla="*/ 167324 w 424569"/>
                  <a:gd name="connsiteY63" fmla="*/ 313658 h 400621"/>
                  <a:gd name="connsiteX64" fmla="*/ 211147 w 424569"/>
                  <a:gd name="connsiteY64" fmla="*/ 313658 h 400621"/>
                  <a:gd name="connsiteX65" fmla="*/ 209819 w 424569"/>
                  <a:gd name="connsiteY65" fmla="*/ 317659 h 400621"/>
                  <a:gd name="connsiteX66" fmla="*/ 209819 w 424569"/>
                  <a:gd name="connsiteY66" fmla="*/ 358712 h 400621"/>
                  <a:gd name="connsiteX67" fmla="*/ 195401 w 424569"/>
                  <a:gd name="connsiteY67" fmla="*/ 379000 h 400621"/>
                  <a:gd name="connsiteX68" fmla="*/ 216933 w 424569"/>
                  <a:gd name="connsiteY68" fmla="*/ 400622 h 400621"/>
                  <a:gd name="connsiteX69" fmla="*/ 238465 w 424569"/>
                  <a:gd name="connsiteY69" fmla="*/ 379000 h 400621"/>
                  <a:gd name="connsiteX70" fmla="*/ 224047 w 424569"/>
                  <a:gd name="connsiteY70" fmla="*/ 358712 h 400621"/>
                  <a:gd name="connsiteX71" fmla="*/ 224047 w 424569"/>
                  <a:gd name="connsiteY71" fmla="*/ 317659 h 400621"/>
                  <a:gd name="connsiteX72" fmla="*/ 222719 w 424569"/>
                  <a:gd name="connsiteY72" fmla="*/ 313658 h 400621"/>
                  <a:gd name="connsiteX73" fmla="*/ 266542 w 424569"/>
                  <a:gd name="connsiteY73" fmla="*/ 313658 h 400621"/>
                  <a:gd name="connsiteX74" fmla="*/ 265214 w 424569"/>
                  <a:gd name="connsiteY74" fmla="*/ 317659 h 400621"/>
                  <a:gd name="connsiteX75" fmla="*/ 265214 w 424569"/>
                  <a:gd name="connsiteY75" fmla="*/ 387858 h 400621"/>
                  <a:gd name="connsiteX76" fmla="*/ 272328 w 424569"/>
                  <a:gd name="connsiteY76" fmla="*/ 395002 h 400621"/>
                  <a:gd name="connsiteX77" fmla="*/ 279442 w 424569"/>
                  <a:gd name="connsiteY77" fmla="*/ 387858 h 400621"/>
                  <a:gd name="connsiteX78" fmla="*/ 279442 w 424569"/>
                  <a:gd name="connsiteY78" fmla="*/ 317659 h 400621"/>
                  <a:gd name="connsiteX79" fmla="*/ 278114 w 424569"/>
                  <a:gd name="connsiteY79" fmla="*/ 313658 h 400621"/>
                  <a:gd name="connsiteX80" fmla="*/ 301448 w 424569"/>
                  <a:gd name="connsiteY80" fmla="*/ 313658 h 400621"/>
                  <a:gd name="connsiteX81" fmla="*/ 334648 w 424569"/>
                  <a:gd name="connsiteY81" fmla="*/ 280321 h 400621"/>
                  <a:gd name="connsiteX82" fmla="*/ 334648 w 424569"/>
                  <a:gd name="connsiteY82" fmla="*/ 256318 h 400621"/>
                  <a:gd name="connsiteX83" fmla="*/ 382549 w 424569"/>
                  <a:gd name="connsiteY83" fmla="*/ 256318 h 400621"/>
                  <a:gd name="connsiteX84" fmla="*/ 403038 w 424569"/>
                  <a:gd name="connsiteY84" fmla="*/ 271653 h 400621"/>
                  <a:gd name="connsiteX85" fmla="*/ 424570 w 424569"/>
                  <a:gd name="connsiteY85" fmla="*/ 250031 h 400621"/>
                  <a:gd name="connsiteX86" fmla="*/ 403038 w 424569"/>
                  <a:gd name="connsiteY86" fmla="*/ 228410 h 400621"/>
                  <a:gd name="connsiteX87" fmla="*/ 402564 w 424569"/>
                  <a:gd name="connsiteY87" fmla="*/ 128778 h 400621"/>
                  <a:gd name="connsiteX88" fmla="*/ 411765 w 424569"/>
                  <a:gd name="connsiteY88" fmla="*/ 138017 h 400621"/>
                  <a:gd name="connsiteX89" fmla="*/ 402564 w 424569"/>
                  <a:gd name="connsiteY89" fmla="*/ 147257 h 400621"/>
                  <a:gd name="connsiteX90" fmla="*/ 393837 w 424569"/>
                  <a:gd name="connsiteY90" fmla="*/ 140399 h 400621"/>
                  <a:gd name="connsiteX91" fmla="*/ 394311 w 424569"/>
                  <a:gd name="connsiteY91" fmla="*/ 138017 h 400621"/>
                  <a:gd name="connsiteX92" fmla="*/ 393837 w 424569"/>
                  <a:gd name="connsiteY92" fmla="*/ 135636 h 400621"/>
                  <a:gd name="connsiteX93" fmla="*/ 402564 w 424569"/>
                  <a:gd name="connsiteY93" fmla="*/ 128778 h 400621"/>
                  <a:gd name="connsiteX94" fmla="*/ 216553 w 424569"/>
                  <a:gd name="connsiteY94" fmla="*/ 12382 h 400621"/>
                  <a:gd name="connsiteX95" fmla="*/ 225754 w 424569"/>
                  <a:gd name="connsiteY95" fmla="*/ 21622 h 400621"/>
                  <a:gd name="connsiteX96" fmla="*/ 218925 w 424569"/>
                  <a:gd name="connsiteY96" fmla="*/ 30385 h 400621"/>
                  <a:gd name="connsiteX97" fmla="*/ 216553 w 424569"/>
                  <a:gd name="connsiteY97" fmla="*/ 29908 h 400621"/>
                  <a:gd name="connsiteX98" fmla="*/ 214182 w 424569"/>
                  <a:gd name="connsiteY98" fmla="*/ 30385 h 400621"/>
                  <a:gd name="connsiteX99" fmla="*/ 207353 w 424569"/>
                  <a:gd name="connsiteY99" fmla="*/ 21622 h 400621"/>
                  <a:gd name="connsiteX100" fmla="*/ 216553 w 424569"/>
                  <a:gd name="connsiteY100" fmla="*/ 12382 h 400621"/>
                  <a:gd name="connsiteX101" fmla="*/ 21342 w 424569"/>
                  <a:gd name="connsiteY101" fmla="*/ 147161 h 400621"/>
                  <a:gd name="connsiteX102" fmla="*/ 12141 w 424569"/>
                  <a:gd name="connsiteY102" fmla="*/ 137922 h 400621"/>
                  <a:gd name="connsiteX103" fmla="*/ 21342 w 424569"/>
                  <a:gd name="connsiteY103" fmla="*/ 128683 h 400621"/>
                  <a:gd name="connsiteX104" fmla="*/ 30069 w 424569"/>
                  <a:gd name="connsiteY104" fmla="*/ 135541 h 400621"/>
                  <a:gd name="connsiteX105" fmla="*/ 29595 w 424569"/>
                  <a:gd name="connsiteY105" fmla="*/ 137922 h 400621"/>
                  <a:gd name="connsiteX106" fmla="*/ 30069 w 424569"/>
                  <a:gd name="connsiteY106" fmla="*/ 140303 h 400621"/>
                  <a:gd name="connsiteX107" fmla="*/ 21342 w 424569"/>
                  <a:gd name="connsiteY107" fmla="*/ 147161 h 400621"/>
                  <a:gd name="connsiteX108" fmla="*/ 21342 w 424569"/>
                  <a:gd name="connsiteY108" fmla="*/ 259175 h 400621"/>
                  <a:gd name="connsiteX109" fmla="*/ 12141 w 424569"/>
                  <a:gd name="connsiteY109" fmla="*/ 249936 h 400621"/>
                  <a:gd name="connsiteX110" fmla="*/ 21342 w 424569"/>
                  <a:gd name="connsiteY110" fmla="*/ 240697 h 400621"/>
                  <a:gd name="connsiteX111" fmla="*/ 29974 w 424569"/>
                  <a:gd name="connsiteY111" fmla="*/ 247078 h 400621"/>
                  <a:gd name="connsiteX112" fmla="*/ 29595 w 424569"/>
                  <a:gd name="connsiteY112" fmla="*/ 248984 h 400621"/>
                  <a:gd name="connsiteX113" fmla="*/ 30164 w 424569"/>
                  <a:gd name="connsiteY113" fmla="*/ 251746 h 400621"/>
                  <a:gd name="connsiteX114" fmla="*/ 21342 w 424569"/>
                  <a:gd name="connsiteY114" fmla="*/ 258985 h 400621"/>
                  <a:gd name="connsiteX115" fmla="*/ 216553 w 424569"/>
                  <a:gd name="connsiteY115" fmla="*/ 388144 h 400621"/>
                  <a:gd name="connsiteX116" fmla="*/ 207353 w 424569"/>
                  <a:gd name="connsiteY116" fmla="*/ 378905 h 400621"/>
                  <a:gd name="connsiteX117" fmla="*/ 214182 w 424569"/>
                  <a:gd name="connsiteY117" fmla="*/ 370141 h 400621"/>
                  <a:gd name="connsiteX118" fmla="*/ 216553 w 424569"/>
                  <a:gd name="connsiteY118" fmla="*/ 370618 h 400621"/>
                  <a:gd name="connsiteX119" fmla="*/ 218925 w 424569"/>
                  <a:gd name="connsiteY119" fmla="*/ 370141 h 400621"/>
                  <a:gd name="connsiteX120" fmla="*/ 225754 w 424569"/>
                  <a:gd name="connsiteY120" fmla="*/ 378905 h 400621"/>
                  <a:gd name="connsiteX121" fmla="*/ 216553 w 424569"/>
                  <a:gd name="connsiteY121" fmla="*/ 388144 h 400621"/>
                  <a:gd name="connsiteX122" fmla="*/ 320040 w 424569"/>
                  <a:gd name="connsiteY122" fmla="*/ 280226 h 400621"/>
                  <a:gd name="connsiteX123" fmla="*/ 301069 w 424569"/>
                  <a:gd name="connsiteY123" fmla="*/ 299276 h 400621"/>
                  <a:gd name="connsiteX124" fmla="*/ 128338 w 424569"/>
                  <a:gd name="connsiteY124" fmla="*/ 299276 h 400621"/>
                  <a:gd name="connsiteX125" fmla="*/ 109368 w 424569"/>
                  <a:gd name="connsiteY125" fmla="*/ 280226 h 400621"/>
                  <a:gd name="connsiteX126" fmla="*/ 109368 w 424569"/>
                  <a:gd name="connsiteY126" fmla="*/ 106775 h 400621"/>
                  <a:gd name="connsiteX127" fmla="*/ 128338 w 424569"/>
                  <a:gd name="connsiteY127" fmla="*/ 87725 h 400621"/>
                  <a:gd name="connsiteX128" fmla="*/ 301069 w 424569"/>
                  <a:gd name="connsiteY128" fmla="*/ 87725 h 400621"/>
                  <a:gd name="connsiteX129" fmla="*/ 320040 w 424569"/>
                  <a:gd name="connsiteY129" fmla="*/ 106775 h 400621"/>
                  <a:gd name="connsiteX130" fmla="*/ 320040 w 424569"/>
                  <a:gd name="connsiteY130" fmla="*/ 280226 h 400621"/>
                  <a:gd name="connsiteX131" fmla="*/ 402564 w 424569"/>
                  <a:gd name="connsiteY131" fmla="*/ 259175 h 400621"/>
                  <a:gd name="connsiteX132" fmla="*/ 393742 w 424569"/>
                  <a:gd name="connsiteY132" fmla="*/ 251936 h 400621"/>
                  <a:gd name="connsiteX133" fmla="*/ 394311 w 424569"/>
                  <a:gd name="connsiteY133" fmla="*/ 249174 h 400621"/>
                  <a:gd name="connsiteX134" fmla="*/ 393932 w 424569"/>
                  <a:gd name="connsiteY134" fmla="*/ 247269 h 400621"/>
                  <a:gd name="connsiteX135" fmla="*/ 402564 w 424569"/>
                  <a:gd name="connsiteY135" fmla="*/ 240887 h 400621"/>
                  <a:gd name="connsiteX136" fmla="*/ 411765 w 424569"/>
                  <a:gd name="connsiteY136" fmla="*/ 250126 h 400621"/>
                  <a:gd name="connsiteX137" fmla="*/ 402564 w 424569"/>
                  <a:gd name="connsiteY137" fmla="*/ 259366 h 40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424569" h="400621">
                    <a:moveTo>
                      <a:pt x="402564" y="228410"/>
                    </a:moveTo>
                    <a:cubicBezTo>
                      <a:pt x="393553" y="228410"/>
                      <a:pt x="385774" y="234029"/>
                      <a:pt x="382644" y="242030"/>
                    </a:cubicBezTo>
                    <a:lnTo>
                      <a:pt x="334268" y="242030"/>
                    </a:lnTo>
                    <a:lnTo>
                      <a:pt x="334268" y="200787"/>
                    </a:lnTo>
                    <a:lnTo>
                      <a:pt x="402658" y="200787"/>
                    </a:lnTo>
                    <a:cubicBezTo>
                      <a:pt x="406548" y="200787"/>
                      <a:pt x="409773" y="197549"/>
                      <a:pt x="409773" y="193643"/>
                    </a:cubicBezTo>
                    <a:cubicBezTo>
                      <a:pt x="409773" y="189738"/>
                      <a:pt x="406548" y="186499"/>
                      <a:pt x="402658" y="186499"/>
                    </a:cubicBezTo>
                    <a:lnTo>
                      <a:pt x="334268" y="186499"/>
                    </a:lnTo>
                    <a:lnTo>
                      <a:pt x="334268" y="145256"/>
                    </a:lnTo>
                    <a:lnTo>
                      <a:pt x="382455" y="145256"/>
                    </a:lnTo>
                    <a:cubicBezTo>
                      <a:pt x="385395" y="153638"/>
                      <a:pt x="393268" y="159734"/>
                      <a:pt x="402658" y="159734"/>
                    </a:cubicBezTo>
                    <a:cubicBezTo>
                      <a:pt x="414515" y="159734"/>
                      <a:pt x="424191" y="150019"/>
                      <a:pt x="424191" y="138112"/>
                    </a:cubicBezTo>
                    <a:cubicBezTo>
                      <a:pt x="424191" y="126206"/>
                      <a:pt x="414515" y="116491"/>
                      <a:pt x="402658" y="116491"/>
                    </a:cubicBezTo>
                    <a:cubicBezTo>
                      <a:pt x="393268" y="116491"/>
                      <a:pt x="385395" y="122587"/>
                      <a:pt x="382455" y="130969"/>
                    </a:cubicBezTo>
                    <a:lnTo>
                      <a:pt x="334268" y="130969"/>
                    </a:lnTo>
                    <a:lnTo>
                      <a:pt x="334268" y="106966"/>
                    </a:lnTo>
                    <a:cubicBezTo>
                      <a:pt x="334268" y="88582"/>
                      <a:pt x="319376" y="73628"/>
                      <a:pt x="301069" y="73628"/>
                    </a:cubicBezTo>
                    <a:lnTo>
                      <a:pt x="279063" y="73628"/>
                    </a:lnTo>
                    <a:lnTo>
                      <a:pt x="279063" y="10573"/>
                    </a:lnTo>
                    <a:cubicBezTo>
                      <a:pt x="279063" y="6668"/>
                      <a:pt x="275838" y="3429"/>
                      <a:pt x="271949" y="3429"/>
                    </a:cubicBezTo>
                    <a:cubicBezTo>
                      <a:pt x="268060" y="3429"/>
                      <a:pt x="264835" y="6668"/>
                      <a:pt x="264835" y="10573"/>
                    </a:cubicBezTo>
                    <a:lnTo>
                      <a:pt x="264835" y="73628"/>
                    </a:lnTo>
                    <a:lnTo>
                      <a:pt x="223762" y="73628"/>
                    </a:lnTo>
                    <a:lnTo>
                      <a:pt x="223762" y="41910"/>
                    </a:lnTo>
                    <a:cubicBezTo>
                      <a:pt x="232110" y="38957"/>
                      <a:pt x="238180" y="31051"/>
                      <a:pt x="238180" y="21622"/>
                    </a:cubicBezTo>
                    <a:cubicBezTo>
                      <a:pt x="238180" y="9716"/>
                      <a:pt x="228505" y="0"/>
                      <a:pt x="216648" y="0"/>
                    </a:cubicBezTo>
                    <a:cubicBezTo>
                      <a:pt x="204791" y="0"/>
                      <a:pt x="195116" y="9716"/>
                      <a:pt x="195116" y="21622"/>
                    </a:cubicBezTo>
                    <a:cubicBezTo>
                      <a:pt x="195116" y="31051"/>
                      <a:pt x="201187" y="38957"/>
                      <a:pt x="209534" y="41910"/>
                    </a:cubicBezTo>
                    <a:lnTo>
                      <a:pt x="209534" y="73628"/>
                    </a:lnTo>
                    <a:lnTo>
                      <a:pt x="168462" y="73628"/>
                    </a:lnTo>
                    <a:lnTo>
                      <a:pt x="168462" y="10573"/>
                    </a:lnTo>
                    <a:cubicBezTo>
                      <a:pt x="168462" y="6668"/>
                      <a:pt x="165237" y="3429"/>
                      <a:pt x="161348" y="3429"/>
                    </a:cubicBezTo>
                    <a:cubicBezTo>
                      <a:pt x="157459" y="3429"/>
                      <a:pt x="154234" y="6668"/>
                      <a:pt x="154234" y="10573"/>
                    </a:cubicBezTo>
                    <a:lnTo>
                      <a:pt x="154234" y="73628"/>
                    </a:lnTo>
                    <a:lnTo>
                      <a:pt x="128433" y="73628"/>
                    </a:lnTo>
                    <a:cubicBezTo>
                      <a:pt x="110126" y="73628"/>
                      <a:pt x="95234" y="88582"/>
                      <a:pt x="95234" y="106966"/>
                    </a:cubicBezTo>
                    <a:lnTo>
                      <a:pt x="95234" y="130969"/>
                    </a:lnTo>
                    <a:lnTo>
                      <a:pt x="41736" y="130969"/>
                    </a:lnTo>
                    <a:cubicBezTo>
                      <a:pt x="38796" y="122587"/>
                      <a:pt x="30923" y="116491"/>
                      <a:pt x="21532" y="116491"/>
                    </a:cubicBezTo>
                    <a:cubicBezTo>
                      <a:pt x="9675" y="116491"/>
                      <a:pt x="0" y="126206"/>
                      <a:pt x="0" y="138112"/>
                    </a:cubicBezTo>
                    <a:cubicBezTo>
                      <a:pt x="0" y="150019"/>
                      <a:pt x="9675" y="159734"/>
                      <a:pt x="21532" y="159734"/>
                    </a:cubicBezTo>
                    <a:cubicBezTo>
                      <a:pt x="30923" y="159734"/>
                      <a:pt x="38796" y="153638"/>
                      <a:pt x="41736" y="145256"/>
                    </a:cubicBezTo>
                    <a:lnTo>
                      <a:pt x="95234" y="145256"/>
                    </a:lnTo>
                    <a:lnTo>
                      <a:pt x="95234" y="186499"/>
                    </a:lnTo>
                    <a:lnTo>
                      <a:pt x="26844" y="186499"/>
                    </a:lnTo>
                    <a:cubicBezTo>
                      <a:pt x="22955" y="186499"/>
                      <a:pt x="19730" y="189738"/>
                      <a:pt x="19730" y="193643"/>
                    </a:cubicBezTo>
                    <a:cubicBezTo>
                      <a:pt x="19730" y="197549"/>
                      <a:pt x="22955" y="200787"/>
                      <a:pt x="26844" y="200787"/>
                    </a:cubicBezTo>
                    <a:lnTo>
                      <a:pt x="95234" y="200787"/>
                    </a:lnTo>
                    <a:lnTo>
                      <a:pt x="95234" y="242030"/>
                    </a:lnTo>
                    <a:lnTo>
                      <a:pt x="41452" y="242030"/>
                    </a:lnTo>
                    <a:cubicBezTo>
                      <a:pt x="38321" y="234124"/>
                      <a:pt x="30543" y="228410"/>
                      <a:pt x="21532" y="228410"/>
                    </a:cubicBezTo>
                    <a:cubicBezTo>
                      <a:pt x="9675" y="228410"/>
                      <a:pt x="0" y="238125"/>
                      <a:pt x="0" y="250031"/>
                    </a:cubicBezTo>
                    <a:cubicBezTo>
                      <a:pt x="0" y="261937"/>
                      <a:pt x="9675" y="271653"/>
                      <a:pt x="21532" y="271653"/>
                    </a:cubicBezTo>
                    <a:cubicBezTo>
                      <a:pt x="31207" y="271653"/>
                      <a:pt x="39270" y="265176"/>
                      <a:pt x="42021" y="256318"/>
                    </a:cubicBezTo>
                    <a:lnTo>
                      <a:pt x="95329" y="256318"/>
                    </a:lnTo>
                    <a:lnTo>
                      <a:pt x="95329" y="280321"/>
                    </a:lnTo>
                    <a:cubicBezTo>
                      <a:pt x="95329" y="298704"/>
                      <a:pt x="110221" y="313658"/>
                      <a:pt x="128528" y="313658"/>
                    </a:cubicBezTo>
                    <a:lnTo>
                      <a:pt x="155752" y="313658"/>
                    </a:lnTo>
                    <a:cubicBezTo>
                      <a:pt x="154993" y="314801"/>
                      <a:pt x="154424" y="316135"/>
                      <a:pt x="154424" y="317659"/>
                    </a:cubicBezTo>
                    <a:lnTo>
                      <a:pt x="154424" y="387858"/>
                    </a:lnTo>
                    <a:cubicBezTo>
                      <a:pt x="154424" y="391763"/>
                      <a:pt x="157649" y="395002"/>
                      <a:pt x="161538" y="395002"/>
                    </a:cubicBezTo>
                    <a:cubicBezTo>
                      <a:pt x="165427" y="395002"/>
                      <a:pt x="168652" y="391763"/>
                      <a:pt x="168652" y="387858"/>
                    </a:cubicBezTo>
                    <a:lnTo>
                      <a:pt x="168652" y="317659"/>
                    </a:lnTo>
                    <a:cubicBezTo>
                      <a:pt x="168652" y="316135"/>
                      <a:pt x="168083" y="314801"/>
                      <a:pt x="167324" y="313658"/>
                    </a:cubicBezTo>
                    <a:lnTo>
                      <a:pt x="211147" y="313658"/>
                    </a:lnTo>
                    <a:cubicBezTo>
                      <a:pt x="210388" y="314801"/>
                      <a:pt x="209819" y="316135"/>
                      <a:pt x="209819" y="317659"/>
                    </a:cubicBezTo>
                    <a:lnTo>
                      <a:pt x="209819" y="358712"/>
                    </a:lnTo>
                    <a:cubicBezTo>
                      <a:pt x="201472" y="361664"/>
                      <a:pt x="195401" y="369570"/>
                      <a:pt x="195401" y="379000"/>
                    </a:cubicBezTo>
                    <a:cubicBezTo>
                      <a:pt x="195401" y="390906"/>
                      <a:pt x="205076" y="400622"/>
                      <a:pt x="216933" y="400622"/>
                    </a:cubicBezTo>
                    <a:cubicBezTo>
                      <a:pt x="228790" y="400622"/>
                      <a:pt x="238465" y="390906"/>
                      <a:pt x="238465" y="379000"/>
                    </a:cubicBezTo>
                    <a:cubicBezTo>
                      <a:pt x="238465" y="369570"/>
                      <a:pt x="232394" y="361664"/>
                      <a:pt x="224047" y="358712"/>
                    </a:cubicBezTo>
                    <a:lnTo>
                      <a:pt x="224047" y="317659"/>
                    </a:lnTo>
                    <a:cubicBezTo>
                      <a:pt x="224047" y="316135"/>
                      <a:pt x="223478" y="314801"/>
                      <a:pt x="222719" y="313658"/>
                    </a:cubicBezTo>
                    <a:lnTo>
                      <a:pt x="266542" y="313658"/>
                    </a:lnTo>
                    <a:cubicBezTo>
                      <a:pt x="265783" y="314801"/>
                      <a:pt x="265214" y="316135"/>
                      <a:pt x="265214" y="317659"/>
                    </a:cubicBezTo>
                    <a:lnTo>
                      <a:pt x="265214" y="387858"/>
                    </a:lnTo>
                    <a:cubicBezTo>
                      <a:pt x="265214" y="391763"/>
                      <a:pt x="268439" y="395002"/>
                      <a:pt x="272328" y="395002"/>
                    </a:cubicBezTo>
                    <a:cubicBezTo>
                      <a:pt x="276217" y="395002"/>
                      <a:pt x="279442" y="391763"/>
                      <a:pt x="279442" y="387858"/>
                    </a:cubicBezTo>
                    <a:lnTo>
                      <a:pt x="279442" y="317659"/>
                    </a:lnTo>
                    <a:cubicBezTo>
                      <a:pt x="279442" y="316135"/>
                      <a:pt x="278873" y="314801"/>
                      <a:pt x="278114" y="313658"/>
                    </a:cubicBezTo>
                    <a:lnTo>
                      <a:pt x="301448" y="313658"/>
                    </a:lnTo>
                    <a:cubicBezTo>
                      <a:pt x="319756" y="313658"/>
                      <a:pt x="334648" y="298704"/>
                      <a:pt x="334648" y="280321"/>
                    </a:cubicBezTo>
                    <a:lnTo>
                      <a:pt x="334648" y="256318"/>
                    </a:lnTo>
                    <a:lnTo>
                      <a:pt x="382549" y="256318"/>
                    </a:lnTo>
                    <a:cubicBezTo>
                      <a:pt x="385205" y="265176"/>
                      <a:pt x="393363" y="271653"/>
                      <a:pt x="403038" y="271653"/>
                    </a:cubicBezTo>
                    <a:cubicBezTo>
                      <a:pt x="414895" y="271653"/>
                      <a:pt x="424570" y="261937"/>
                      <a:pt x="424570" y="250031"/>
                    </a:cubicBezTo>
                    <a:cubicBezTo>
                      <a:pt x="424570" y="238125"/>
                      <a:pt x="414895" y="228410"/>
                      <a:pt x="403038" y="228410"/>
                    </a:cubicBezTo>
                    <a:close/>
                    <a:moveTo>
                      <a:pt x="402564" y="128778"/>
                    </a:moveTo>
                    <a:cubicBezTo>
                      <a:pt x="407591" y="128778"/>
                      <a:pt x="411765" y="132874"/>
                      <a:pt x="411765" y="138017"/>
                    </a:cubicBezTo>
                    <a:cubicBezTo>
                      <a:pt x="411765" y="143161"/>
                      <a:pt x="407686" y="147257"/>
                      <a:pt x="402564" y="147257"/>
                    </a:cubicBezTo>
                    <a:cubicBezTo>
                      <a:pt x="398295" y="147257"/>
                      <a:pt x="394975" y="144304"/>
                      <a:pt x="393837" y="140399"/>
                    </a:cubicBezTo>
                    <a:cubicBezTo>
                      <a:pt x="394122" y="139637"/>
                      <a:pt x="394311" y="138874"/>
                      <a:pt x="394311" y="138017"/>
                    </a:cubicBezTo>
                    <a:cubicBezTo>
                      <a:pt x="394311" y="137160"/>
                      <a:pt x="394122" y="136398"/>
                      <a:pt x="393837" y="135636"/>
                    </a:cubicBezTo>
                    <a:cubicBezTo>
                      <a:pt x="394880" y="131731"/>
                      <a:pt x="398295" y="128778"/>
                      <a:pt x="402564" y="128778"/>
                    </a:cubicBezTo>
                    <a:close/>
                    <a:moveTo>
                      <a:pt x="216553" y="12382"/>
                    </a:moveTo>
                    <a:cubicBezTo>
                      <a:pt x="221581" y="12382"/>
                      <a:pt x="225754" y="16478"/>
                      <a:pt x="225754" y="21622"/>
                    </a:cubicBezTo>
                    <a:cubicBezTo>
                      <a:pt x="225754" y="25908"/>
                      <a:pt x="222814" y="29242"/>
                      <a:pt x="218925" y="30385"/>
                    </a:cubicBezTo>
                    <a:cubicBezTo>
                      <a:pt x="218166" y="30099"/>
                      <a:pt x="217407" y="29908"/>
                      <a:pt x="216553" y="29908"/>
                    </a:cubicBezTo>
                    <a:cubicBezTo>
                      <a:pt x="215700" y="29908"/>
                      <a:pt x="214941" y="30099"/>
                      <a:pt x="214182" y="30385"/>
                    </a:cubicBezTo>
                    <a:cubicBezTo>
                      <a:pt x="210293" y="29337"/>
                      <a:pt x="207353" y="25908"/>
                      <a:pt x="207353" y="21622"/>
                    </a:cubicBezTo>
                    <a:cubicBezTo>
                      <a:pt x="207353" y="16573"/>
                      <a:pt x="211431" y="12382"/>
                      <a:pt x="216553" y="12382"/>
                    </a:cubicBezTo>
                    <a:close/>
                    <a:moveTo>
                      <a:pt x="21342" y="147161"/>
                    </a:moveTo>
                    <a:cubicBezTo>
                      <a:pt x="16315" y="147161"/>
                      <a:pt x="12141" y="143066"/>
                      <a:pt x="12141" y="137922"/>
                    </a:cubicBezTo>
                    <a:cubicBezTo>
                      <a:pt x="12141" y="132778"/>
                      <a:pt x="16220" y="128683"/>
                      <a:pt x="21342" y="128683"/>
                    </a:cubicBezTo>
                    <a:cubicBezTo>
                      <a:pt x="25611" y="128683"/>
                      <a:pt x="28931" y="131635"/>
                      <a:pt x="30069" y="135541"/>
                    </a:cubicBezTo>
                    <a:cubicBezTo>
                      <a:pt x="29784" y="136303"/>
                      <a:pt x="29595" y="137065"/>
                      <a:pt x="29595" y="137922"/>
                    </a:cubicBezTo>
                    <a:cubicBezTo>
                      <a:pt x="29595" y="138779"/>
                      <a:pt x="29784" y="139541"/>
                      <a:pt x="30069" y="140303"/>
                    </a:cubicBezTo>
                    <a:cubicBezTo>
                      <a:pt x="29026" y="144209"/>
                      <a:pt x="25611" y="147161"/>
                      <a:pt x="21342" y="147161"/>
                    </a:cubicBezTo>
                    <a:close/>
                    <a:moveTo>
                      <a:pt x="21342" y="259175"/>
                    </a:moveTo>
                    <a:cubicBezTo>
                      <a:pt x="16315" y="259175"/>
                      <a:pt x="12141" y="255080"/>
                      <a:pt x="12141" y="249936"/>
                    </a:cubicBezTo>
                    <a:cubicBezTo>
                      <a:pt x="12141" y="244793"/>
                      <a:pt x="16220" y="240697"/>
                      <a:pt x="21342" y="240697"/>
                    </a:cubicBezTo>
                    <a:cubicBezTo>
                      <a:pt x="25421" y="240697"/>
                      <a:pt x="28741" y="243459"/>
                      <a:pt x="29974" y="247078"/>
                    </a:cubicBezTo>
                    <a:cubicBezTo>
                      <a:pt x="29784" y="247745"/>
                      <a:pt x="29595" y="248317"/>
                      <a:pt x="29595" y="248984"/>
                    </a:cubicBezTo>
                    <a:cubicBezTo>
                      <a:pt x="29595" y="249936"/>
                      <a:pt x="29784" y="250889"/>
                      <a:pt x="30164" y="251746"/>
                    </a:cubicBezTo>
                    <a:cubicBezTo>
                      <a:pt x="29215" y="255841"/>
                      <a:pt x="25801" y="258985"/>
                      <a:pt x="21342" y="258985"/>
                    </a:cubicBezTo>
                    <a:close/>
                    <a:moveTo>
                      <a:pt x="216553" y="388144"/>
                    </a:moveTo>
                    <a:cubicBezTo>
                      <a:pt x="211526" y="388144"/>
                      <a:pt x="207353" y="384048"/>
                      <a:pt x="207353" y="378905"/>
                    </a:cubicBezTo>
                    <a:cubicBezTo>
                      <a:pt x="207353" y="374618"/>
                      <a:pt x="210293" y="371285"/>
                      <a:pt x="214182" y="370141"/>
                    </a:cubicBezTo>
                    <a:cubicBezTo>
                      <a:pt x="214941" y="370427"/>
                      <a:pt x="215700" y="370618"/>
                      <a:pt x="216553" y="370618"/>
                    </a:cubicBezTo>
                    <a:cubicBezTo>
                      <a:pt x="217407" y="370618"/>
                      <a:pt x="218166" y="370427"/>
                      <a:pt x="218925" y="370141"/>
                    </a:cubicBezTo>
                    <a:cubicBezTo>
                      <a:pt x="222814" y="371189"/>
                      <a:pt x="225754" y="374618"/>
                      <a:pt x="225754" y="378905"/>
                    </a:cubicBezTo>
                    <a:cubicBezTo>
                      <a:pt x="225754" y="383953"/>
                      <a:pt x="221676" y="388144"/>
                      <a:pt x="216553" y="388144"/>
                    </a:cubicBezTo>
                    <a:close/>
                    <a:moveTo>
                      <a:pt x="320040" y="280226"/>
                    </a:moveTo>
                    <a:cubicBezTo>
                      <a:pt x="320040" y="290703"/>
                      <a:pt x="311503" y="299276"/>
                      <a:pt x="301069" y="299276"/>
                    </a:cubicBezTo>
                    <a:lnTo>
                      <a:pt x="128338" y="299276"/>
                    </a:lnTo>
                    <a:cubicBezTo>
                      <a:pt x="117904" y="299276"/>
                      <a:pt x="109368" y="290703"/>
                      <a:pt x="109368" y="280226"/>
                    </a:cubicBezTo>
                    <a:lnTo>
                      <a:pt x="109368" y="106775"/>
                    </a:lnTo>
                    <a:cubicBezTo>
                      <a:pt x="109368" y="96298"/>
                      <a:pt x="117904" y="87725"/>
                      <a:pt x="128338" y="87725"/>
                    </a:cubicBezTo>
                    <a:lnTo>
                      <a:pt x="301069" y="87725"/>
                    </a:lnTo>
                    <a:cubicBezTo>
                      <a:pt x="311503" y="87725"/>
                      <a:pt x="320040" y="96298"/>
                      <a:pt x="320040" y="106775"/>
                    </a:cubicBezTo>
                    <a:lnTo>
                      <a:pt x="320040" y="280226"/>
                    </a:lnTo>
                    <a:close/>
                    <a:moveTo>
                      <a:pt x="402564" y="259175"/>
                    </a:moveTo>
                    <a:cubicBezTo>
                      <a:pt x="398200" y="259175"/>
                      <a:pt x="394691" y="256032"/>
                      <a:pt x="393742" y="251936"/>
                    </a:cubicBezTo>
                    <a:cubicBezTo>
                      <a:pt x="394122" y="251079"/>
                      <a:pt x="394311" y="250126"/>
                      <a:pt x="394311" y="249174"/>
                    </a:cubicBezTo>
                    <a:cubicBezTo>
                      <a:pt x="394311" y="248507"/>
                      <a:pt x="394122" y="247841"/>
                      <a:pt x="393932" y="247269"/>
                    </a:cubicBezTo>
                    <a:cubicBezTo>
                      <a:pt x="395165" y="243554"/>
                      <a:pt x="398485" y="240887"/>
                      <a:pt x="402564" y="240887"/>
                    </a:cubicBezTo>
                    <a:cubicBezTo>
                      <a:pt x="407591" y="240887"/>
                      <a:pt x="411765" y="244983"/>
                      <a:pt x="411765" y="250126"/>
                    </a:cubicBezTo>
                    <a:cubicBezTo>
                      <a:pt x="411765" y="255270"/>
                      <a:pt x="407686" y="259366"/>
                      <a:pt x="402564" y="25936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1BD8AAA4-F3F9-2682-4027-50AE9A5774C7}"/>
              </a:ext>
            </a:extLst>
          </p:cNvPr>
          <p:cNvGrpSpPr/>
          <p:nvPr/>
        </p:nvGrpSpPr>
        <p:grpSpPr>
          <a:xfrm>
            <a:off x="2173175" y="3419473"/>
            <a:ext cx="560906" cy="529268"/>
            <a:chOff x="3501287" y="2694813"/>
            <a:chExt cx="424569" cy="400621"/>
          </a:xfrm>
        </p:grpSpPr>
        <p:grpSp>
          <p:nvGrpSpPr>
            <p:cNvPr id="181" name="Graphic 163" hidden="1">
              <a:extLst>
                <a:ext uri="{FF2B5EF4-FFF2-40B4-BE49-F238E27FC236}">
                  <a16:creationId xmlns:a16="http://schemas.microsoft.com/office/drawing/2014/main" id="{13D7713F-F01F-590C-37A8-849A64C94BF0}"/>
                </a:ext>
              </a:extLst>
            </p:cNvPr>
            <p:cNvGrpSpPr/>
            <p:nvPr/>
          </p:nvGrpSpPr>
          <p:grpSpPr>
            <a:xfrm>
              <a:off x="3664057" y="2845404"/>
              <a:ext cx="96182" cy="77628"/>
              <a:chOff x="3512068" y="2953512"/>
              <a:chExt cx="96182" cy="77628"/>
            </a:xfrm>
            <a:solidFill>
              <a:srgbClr val="969696"/>
            </a:solidFill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63867BDD-0716-FABA-82D2-B864D96E3F09}"/>
                  </a:ext>
                </a:extLst>
              </p:cNvPr>
              <p:cNvSpPr/>
              <p:nvPr/>
            </p:nvSpPr>
            <p:spPr>
              <a:xfrm>
                <a:off x="3512068" y="2953607"/>
                <a:ext cx="69338" cy="77533"/>
              </a:xfrm>
              <a:custGeom>
                <a:avLst/>
                <a:gdLst>
                  <a:gd name="connsiteX0" fmla="*/ 53213 w 69338"/>
                  <a:gd name="connsiteY0" fmla="*/ 67723 h 77533"/>
                  <a:gd name="connsiteX1" fmla="*/ 49609 w 69338"/>
                  <a:gd name="connsiteY1" fmla="*/ 58293 h 77533"/>
                  <a:gd name="connsiteX2" fmla="*/ 19256 w 69338"/>
                  <a:gd name="connsiteY2" fmla="*/ 58293 h 77533"/>
                  <a:gd name="connsiteX3" fmla="*/ 15651 w 69338"/>
                  <a:gd name="connsiteY3" fmla="*/ 67913 h 77533"/>
                  <a:gd name="connsiteX4" fmla="*/ 12047 w 69338"/>
                  <a:gd name="connsiteY4" fmla="*/ 75533 h 77533"/>
                  <a:gd name="connsiteX5" fmla="*/ 7209 w 69338"/>
                  <a:gd name="connsiteY5" fmla="*/ 77534 h 77533"/>
                  <a:gd name="connsiteX6" fmla="*/ 2182 w 69338"/>
                  <a:gd name="connsiteY6" fmla="*/ 75438 h 77533"/>
                  <a:gd name="connsiteX7" fmla="*/ 0 w 69338"/>
                  <a:gd name="connsiteY7" fmla="*/ 70676 h 77533"/>
                  <a:gd name="connsiteX8" fmla="*/ 474 w 69338"/>
                  <a:gd name="connsiteY8" fmla="*/ 67532 h 77533"/>
                  <a:gd name="connsiteX9" fmla="*/ 2182 w 69338"/>
                  <a:gd name="connsiteY9" fmla="*/ 62960 h 77533"/>
                  <a:gd name="connsiteX10" fmla="*/ 21247 w 69338"/>
                  <a:gd name="connsiteY10" fmla="*/ 14288 h 77533"/>
                  <a:gd name="connsiteX11" fmla="*/ 23239 w 69338"/>
                  <a:gd name="connsiteY11" fmla="*/ 9239 h 77533"/>
                  <a:gd name="connsiteX12" fmla="*/ 25706 w 69338"/>
                  <a:gd name="connsiteY12" fmla="*/ 4382 h 77533"/>
                  <a:gd name="connsiteX13" fmla="*/ 29120 w 69338"/>
                  <a:gd name="connsiteY13" fmla="*/ 1238 h 77533"/>
                  <a:gd name="connsiteX14" fmla="*/ 34337 w 69338"/>
                  <a:gd name="connsiteY14" fmla="*/ 0 h 77533"/>
                  <a:gd name="connsiteX15" fmla="*/ 39649 w 69338"/>
                  <a:gd name="connsiteY15" fmla="*/ 1238 h 77533"/>
                  <a:gd name="connsiteX16" fmla="*/ 43064 w 69338"/>
                  <a:gd name="connsiteY16" fmla="*/ 4286 h 77533"/>
                  <a:gd name="connsiteX17" fmla="*/ 45246 w 69338"/>
                  <a:gd name="connsiteY17" fmla="*/ 8382 h 77533"/>
                  <a:gd name="connsiteX18" fmla="*/ 47522 w 69338"/>
                  <a:gd name="connsiteY18" fmla="*/ 14192 h 77533"/>
                  <a:gd name="connsiteX19" fmla="*/ 67062 w 69338"/>
                  <a:gd name="connsiteY19" fmla="*/ 62579 h 77533"/>
                  <a:gd name="connsiteX20" fmla="*/ 69339 w 69338"/>
                  <a:gd name="connsiteY20" fmla="*/ 70580 h 77533"/>
                  <a:gd name="connsiteX21" fmla="*/ 67157 w 69338"/>
                  <a:gd name="connsiteY21" fmla="*/ 75343 h 77533"/>
                  <a:gd name="connsiteX22" fmla="*/ 61940 w 69338"/>
                  <a:gd name="connsiteY22" fmla="*/ 77534 h 77533"/>
                  <a:gd name="connsiteX23" fmla="*/ 58905 w 69338"/>
                  <a:gd name="connsiteY23" fmla="*/ 76867 h 77533"/>
                  <a:gd name="connsiteX24" fmla="*/ 56723 w 69338"/>
                  <a:gd name="connsiteY24" fmla="*/ 75152 h 77533"/>
                  <a:gd name="connsiteX25" fmla="*/ 54826 w 69338"/>
                  <a:gd name="connsiteY25" fmla="*/ 71819 h 77533"/>
                  <a:gd name="connsiteX26" fmla="*/ 53119 w 69338"/>
                  <a:gd name="connsiteY26" fmla="*/ 67818 h 77533"/>
                  <a:gd name="connsiteX27" fmla="*/ 23239 w 69338"/>
                  <a:gd name="connsiteY27" fmla="*/ 46863 h 77533"/>
                  <a:gd name="connsiteX28" fmla="*/ 45530 w 69338"/>
                  <a:gd name="connsiteY28" fmla="*/ 46863 h 77533"/>
                  <a:gd name="connsiteX29" fmla="*/ 34243 w 69338"/>
                  <a:gd name="connsiteY29" fmla="*/ 15907 h 77533"/>
                  <a:gd name="connsiteX30" fmla="*/ 23145 w 69338"/>
                  <a:gd name="connsiteY30" fmla="*/ 46863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338" h="77533">
                    <a:moveTo>
                      <a:pt x="53213" y="67723"/>
                    </a:moveTo>
                    <a:lnTo>
                      <a:pt x="49609" y="58293"/>
                    </a:lnTo>
                    <a:lnTo>
                      <a:pt x="19256" y="58293"/>
                    </a:lnTo>
                    <a:lnTo>
                      <a:pt x="15651" y="67913"/>
                    </a:lnTo>
                    <a:cubicBezTo>
                      <a:pt x="14228" y="71628"/>
                      <a:pt x="13090" y="74200"/>
                      <a:pt x="12047" y="75533"/>
                    </a:cubicBezTo>
                    <a:cubicBezTo>
                      <a:pt x="11098" y="76867"/>
                      <a:pt x="9485" y="77534"/>
                      <a:pt x="7209" y="77534"/>
                    </a:cubicBezTo>
                    <a:cubicBezTo>
                      <a:pt x="5312" y="77534"/>
                      <a:pt x="3604" y="76867"/>
                      <a:pt x="2182" y="75438"/>
                    </a:cubicBezTo>
                    <a:cubicBezTo>
                      <a:pt x="759" y="74009"/>
                      <a:pt x="0" y="72485"/>
                      <a:pt x="0" y="70676"/>
                    </a:cubicBezTo>
                    <a:cubicBezTo>
                      <a:pt x="0" y="69628"/>
                      <a:pt x="190" y="68580"/>
                      <a:pt x="474" y="67532"/>
                    </a:cubicBezTo>
                    <a:cubicBezTo>
                      <a:pt x="854" y="66485"/>
                      <a:pt x="1328" y="64961"/>
                      <a:pt x="2182" y="62960"/>
                    </a:cubicBezTo>
                    <a:lnTo>
                      <a:pt x="21247" y="14288"/>
                    </a:lnTo>
                    <a:cubicBezTo>
                      <a:pt x="21817" y="12859"/>
                      <a:pt x="22481" y="11240"/>
                      <a:pt x="23239" y="9239"/>
                    </a:cubicBezTo>
                    <a:cubicBezTo>
                      <a:pt x="23998" y="7239"/>
                      <a:pt x="24852" y="5620"/>
                      <a:pt x="25706" y="4382"/>
                    </a:cubicBezTo>
                    <a:cubicBezTo>
                      <a:pt x="26559" y="3048"/>
                      <a:pt x="27698" y="2000"/>
                      <a:pt x="29120" y="1238"/>
                    </a:cubicBezTo>
                    <a:cubicBezTo>
                      <a:pt x="30543" y="476"/>
                      <a:pt x="32251" y="0"/>
                      <a:pt x="34337" y="0"/>
                    </a:cubicBezTo>
                    <a:cubicBezTo>
                      <a:pt x="36424" y="0"/>
                      <a:pt x="38226" y="381"/>
                      <a:pt x="39649" y="1238"/>
                    </a:cubicBezTo>
                    <a:cubicBezTo>
                      <a:pt x="41072" y="2000"/>
                      <a:pt x="42210" y="3048"/>
                      <a:pt x="43064" y="4286"/>
                    </a:cubicBezTo>
                    <a:cubicBezTo>
                      <a:pt x="43918" y="5525"/>
                      <a:pt x="44677" y="6858"/>
                      <a:pt x="45246" y="8382"/>
                    </a:cubicBezTo>
                    <a:cubicBezTo>
                      <a:pt x="45815" y="9811"/>
                      <a:pt x="46574" y="11811"/>
                      <a:pt x="47522" y="14192"/>
                    </a:cubicBezTo>
                    <a:lnTo>
                      <a:pt x="67062" y="62579"/>
                    </a:lnTo>
                    <a:cubicBezTo>
                      <a:pt x="68580" y="66294"/>
                      <a:pt x="69339" y="68961"/>
                      <a:pt x="69339" y="70580"/>
                    </a:cubicBezTo>
                    <a:cubicBezTo>
                      <a:pt x="69339" y="72200"/>
                      <a:pt x="68580" y="73914"/>
                      <a:pt x="67157" y="75343"/>
                    </a:cubicBezTo>
                    <a:cubicBezTo>
                      <a:pt x="65734" y="76772"/>
                      <a:pt x="63932" y="77534"/>
                      <a:pt x="61940" y="77534"/>
                    </a:cubicBezTo>
                    <a:cubicBezTo>
                      <a:pt x="60707" y="77534"/>
                      <a:pt x="59758" y="77343"/>
                      <a:pt x="58905" y="76867"/>
                    </a:cubicBezTo>
                    <a:cubicBezTo>
                      <a:pt x="58051" y="76391"/>
                      <a:pt x="57387" y="75819"/>
                      <a:pt x="56723" y="75152"/>
                    </a:cubicBezTo>
                    <a:cubicBezTo>
                      <a:pt x="56154" y="74390"/>
                      <a:pt x="55490" y="73247"/>
                      <a:pt x="54826" y="71819"/>
                    </a:cubicBezTo>
                    <a:cubicBezTo>
                      <a:pt x="54162" y="70295"/>
                      <a:pt x="53593" y="68961"/>
                      <a:pt x="53119" y="67818"/>
                    </a:cubicBezTo>
                    <a:close/>
                    <a:moveTo>
                      <a:pt x="23239" y="46863"/>
                    </a:moveTo>
                    <a:lnTo>
                      <a:pt x="45530" y="46863"/>
                    </a:lnTo>
                    <a:lnTo>
                      <a:pt x="34243" y="15907"/>
                    </a:lnTo>
                    <a:lnTo>
                      <a:pt x="23145" y="46863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43F8518D-E772-A153-06AB-C3002920BD84}"/>
                  </a:ext>
                </a:extLst>
              </p:cNvPr>
              <p:cNvSpPr/>
              <p:nvPr/>
            </p:nvSpPr>
            <p:spPr>
              <a:xfrm>
                <a:off x="3593169" y="2953512"/>
                <a:ext cx="15081" cy="77533"/>
              </a:xfrm>
              <a:custGeom>
                <a:avLst/>
                <a:gdLst>
                  <a:gd name="connsiteX0" fmla="*/ 0 w 15081"/>
                  <a:gd name="connsiteY0" fmla="*/ 68294 h 77533"/>
                  <a:gd name="connsiteX1" fmla="*/ 0 w 15081"/>
                  <a:gd name="connsiteY1" fmla="*/ 9239 h 77533"/>
                  <a:gd name="connsiteX2" fmla="*/ 2087 w 15081"/>
                  <a:gd name="connsiteY2" fmla="*/ 2286 h 77533"/>
                  <a:gd name="connsiteX3" fmla="*/ 7494 w 15081"/>
                  <a:gd name="connsiteY3" fmla="*/ 0 h 77533"/>
                  <a:gd name="connsiteX4" fmla="*/ 12995 w 15081"/>
                  <a:gd name="connsiteY4" fmla="*/ 2286 h 77533"/>
                  <a:gd name="connsiteX5" fmla="*/ 15082 w 15081"/>
                  <a:gd name="connsiteY5" fmla="*/ 9239 h 77533"/>
                  <a:gd name="connsiteX6" fmla="*/ 15082 w 15081"/>
                  <a:gd name="connsiteY6" fmla="*/ 68294 h 77533"/>
                  <a:gd name="connsiteX7" fmla="*/ 12995 w 15081"/>
                  <a:gd name="connsiteY7" fmla="*/ 75248 h 77533"/>
                  <a:gd name="connsiteX8" fmla="*/ 7494 w 15081"/>
                  <a:gd name="connsiteY8" fmla="*/ 77533 h 77533"/>
                  <a:gd name="connsiteX9" fmla="*/ 2087 w 15081"/>
                  <a:gd name="connsiteY9" fmla="*/ 75248 h 77533"/>
                  <a:gd name="connsiteX10" fmla="*/ 0 w 15081"/>
                  <a:gd name="connsiteY10" fmla="*/ 68294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81" h="77533">
                    <a:moveTo>
                      <a:pt x="0" y="68294"/>
                    </a:moveTo>
                    <a:lnTo>
                      <a:pt x="0" y="9239"/>
                    </a:lnTo>
                    <a:cubicBezTo>
                      <a:pt x="0" y="6191"/>
                      <a:pt x="664" y="3905"/>
                      <a:pt x="2087" y="2286"/>
                    </a:cubicBezTo>
                    <a:cubicBezTo>
                      <a:pt x="3510" y="762"/>
                      <a:pt x="5312" y="0"/>
                      <a:pt x="7494" y="0"/>
                    </a:cubicBezTo>
                    <a:cubicBezTo>
                      <a:pt x="9675" y="0"/>
                      <a:pt x="11572" y="762"/>
                      <a:pt x="12995" y="2286"/>
                    </a:cubicBezTo>
                    <a:cubicBezTo>
                      <a:pt x="14418" y="3810"/>
                      <a:pt x="15082" y="6096"/>
                      <a:pt x="15082" y="9239"/>
                    </a:cubicBezTo>
                    <a:lnTo>
                      <a:pt x="15082" y="68294"/>
                    </a:lnTo>
                    <a:cubicBezTo>
                      <a:pt x="15082" y="71438"/>
                      <a:pt x="14418" y="73723"/>
                      <a:pt x="12995" y="75248"/>
                    </a:cubicBezTo>
                    <a:cubicBezTo>
                      <a:pt x="11572" y="76771"/>
                      <a:pt x="9770" y="77533"/>
                      <a:pt x="7494" y="77533"/>
                    </a:cubicBezTo>
                    <a:cubicBezTo>
                      <a:pt x="5217" y="77533"/>
                      <a:pt x="3510" y="76771"/>
                      <a:pt x="2087" y="75248"/>
                    </a:cubicBezTo>
                    <a:cubicBezTo>
                      <a:pt x="664" y="73723"/>
                      <a:pt x="0" y="71342"/>
                      <a:pt x="0" y="68294"/>
                    </a:cubicBez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82" name="Graphic 163" hidden="1">
              <a:extLst>
                <a:ext uri="{FF2B5EF4-FFF2-40B4-BE49-F238E27FC236}">
                  <a16:creationId xmlns:a16="http://schemas.microsoft.com/office/drawing/2014/main" id="{FD201008-A5EA-D11B-6856-EFB5731E773A}"/>
                </a:ext>
              </a:extLst>
            </p:cNvPr>
            <p:cNvGrpSpPr/>
            <p:nvPr/>
          </p:nvGrpSpPr>
          <p:grpSpPr>
            <a:xfrm>
              <a:off x="3501287" y="2694813"/>
              <a:ext cx="424569" cy="400621"/>
              <a:chOff x="3349298" y="2802921"/>
              <a:chExt cx="424569" cy="400621"/>
            </a:xfrm>
            <a:solidFill>
              <a:srgbClr val="969696"/>
            </a:solidFill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1B28C894-127F-4B81-0F66-065D8C3FC75B}"/>
                  </a:ext>
                </a:extLst>
              </p:cNvPr>
              <p:cNvSpPr/>
              <p:nvPr/>
            </p:nvSpPr>
            <p:spPr>
              <a:xfrm>
                <a:off x="3476308" y="2906934"/>
                <a:ext cx="176809" cy="177545"/>
              </a:xfrm>
              <a:custGeom>
                <a:avLst/>
                <a:gdLst>
                  <a:gd name="connsiteX0" fmla="*/ 144464 w 176809"/>
                  <a:gd name="connsiteY0" fmla="*/ 0 h 177545"/>
                  <a:gd name="connsiteX1" fmla="*/ 32346 w 176809"/>
                  <a:gd name="connsiteY1" fmla="*/ 0 h 177545"/>
                  <a:gd name="connsiteX2" fmla="*/ 0 w 176809"/>
                  <a:gd name="connsiteY2" fmla="*/ 32480 h 177545"/>
                  <a:gd name="connsiteX3" fmla="*/ 0 w 176809"/>
                  <a:gd name="connsiteY3" fmla="*/ 145066 h 177545"/>
                  <a:gd name="connsiteX4" fmla="*/ 32346 w 176809"/>
                  <a:gd name="connsiteY4" fmla="*/ 177546 h 177545"/>
                  <a:gd name="connsiteX5" fmla="*/ 144464 w 176809"/>
                  <a:gd name="connsiteY5" fmla="*/ 177546 h 177545"/>
                  <a:gd name="connsiteX6" fmla="*/ 176809 w 176809"/>
                  <a:gd name="connsiteY6" fmla="*/ 145066 h 177545"/>
                  <a:gd name="connsiteX7" fmla="*/ 176809 w 176809"/>
                  <a:gd name="connsiteY7" fmla="*/ 32480 h 177545"/>
                  <a:gd name="connsiteX8" fmla="*/ 144464 w 176809"/>
                  <a:gd name="connsiteY8" fmla="*/ 0 h 177545"/>
                  <a:gd name="connsiteX9" fmla="*/ 162581 w 176809"/>
                  <a:gd name="connsiteY9" fmla="*/ 145161 h 177545"/>
                  <a:gd name="connsiteX10" fmla="*/ 144464 w 176809"/>
                  <a:gd name="connsiteY10" fmla="*/ 163354 h 177545"/>
                  <a:gd name="connsiteX11" fmla="*/ 32346 w 176809"/>
                  <a:gd name="connsiteY11" fmla="*/ 163354 h 177545"/>
                  <a:gd name="connsiteX12" fmla="*/ 14228 w 176809"/>
                  <a:gd name="connsiteY12" fmla="*/ 145161 h 177545"/>
                  <a:gd name="connsiteX13" fmla="*/ 14228 w 176809"/>
                  <a:gd name="connsiteY13" fmla="*/ 32575 h 177545"/>
                  <a:gd name="connsiteX14" fmla="*/ 32346 w 176809"/>
                  <a:gd name="connsiteY14" fmla="*/ 14383 h 177545"/>
                  <a:gd name="connsiteX15" fmla="*/ 144464 w 176809"/>
                  <a:gd name="connsiteY15" fmla="*/ 14383 h 177545"/>
                  <a:gd name="connsiteX16" fmla="*/ 162581 w 176809"/>
                  <a:gd name="connsiteY16" fmla="*/ 32575 h 177545"/>
                  <a:gd name="connsiteX17" fmla="*/ 162581 w 176809"/>
                  <a:gd name="connsiteY17" fmla="*/ 145161 h 177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809" h="177545">
                    <a:moveTo>
                      <a:pt x="144464" y="0"/>
                    </a:moveTo>
                    <a:lnTo>
                      <a:pt x="32346" y="0"/>
                    </a:lnTo>
                    <a:cubicBezTo>
                      <a:pt x="14513" y="0"/>
                      <a:pt x="0" y="14573"/>
                      <a:pt x="0" y="32480"/>
                    </a:cubicBezTo>
                    <a:lnTo>
                      <a:pt x="0" y="145066"/>
                    </a:lnTo>
                    <a:cubicBezTo>
                      <a:pt x="0" y="162973"/>
                      <a:pt x="14513" y="177546"/>
                      <a:pt x="32346" y="177546"/>
                    </a:cubicBezTo>
                    <a:lnTo>
                      <a:pt x="144464" y="177546"/>
                    </a:lnTo>
                    <a:cubicBezTo>
                      <a:pt x="162297" y="177546"/>
                      <a:pt x="176809" y="162973"/>
                      <a:pt x="176809" y="145066"/>
                    </a:cubicBezTo>
                    <a:lnTo>
                      <a:pt x="176809" y="32480"/>
                    </a:lnTo>
                    <a:cubicBezTo>
                      <a:pt x="176809" y="14573"/>
                      <a:pt x="162297" y="0"/>
                      <a:pt x="144464" y="0"/>
                    </a:cubicBezTo>
                    <a:close/>
                    <a:moveTo>
                      <a:pt x="162581" y="145161"/>
                    </a:moveTo>
                    <a:cubicBezTo>
                      <a:pt x="162581" y="155162"/>
                      <a:pt x="154424" y="163354"/>
                      <a:pt x="144464" y="163354"/>
                    </a:cubicBezTo>
                    <a:lnTo>
                      <a:pt x="32346" y="163354"/>
                    </a:lnTo>
                    <a:cubicBezTo>
                      <a:pt x="22386" y="163354"/>
                      <a:pt x="14228" y="155162"/>
                      <a:pt x="14228" y="145161"/>
                    </a:cubicBezTo>
                    <a:lnTo>
                      <a:pt x="14228" y="32575"/>
                    </a:lnTo>
                    <a:cubicBezTo>
                      <a:pt x="14228" y="22574"/>
                      <a:pt x="22386" y="14383"/>
                      <a:pt x="32346" y="14383"/>
                    </a:cubicBezTo>
                    <a:lnTo>
                      <a:pt x="144464" y="14383"/>
                    </a:lnTo>
                    <a:cubicBezTo>
                      <a:pt x="154424" y="14383"/>
                      <a:pt x="162581" y="22574"/>
                      <a:pt x="162581" y="32575"/>
                    </a:cubicBezTo>
                    <a:lnTo>
                      <a:pt x="162581" y="145161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C1DA42C3-0413-4B11-EF3D-81477829EE6A}"/>
                  </a:ext>
                </a:extLst>
              </p:cNvPr>
              <p:cNvSpPr/>
              <p:nvPr/>
            </p:nvSpPr>
            <p:spPr>
              <a:xfrm>
                <a:off x="3349298" y="2802921"/>
                <a:ext cx="424569" cy="400621"/>
              </a:xfrm>
              <a:custGeom>
                <a:avLst/>
                <a:gdLst>
                  <a:gd name="connsiteX0" fmla="*/ 402564 w 424569"/>
                  <a:gd name="connsiteY0" fmla="*/ 228410 h 400621"/>
                  <a:gd name="connsiteX1" fmla="*/ 382644 w 424569"/>
                  <a:gd name="connsiteY1" fmla="*/ 242030 h 400621"/>
                  <a:gd name="connsiteX2" fmla="*/ 334268 w 424569"/>
                  <a:gd name="connsiteY2" fmla="*/ 242030 h 400621"/>
                  <a:gd name="connsiteX3" fmla="*/ 334268 w 424569"/>
                  <a:gd name="connsiteY3" fmla="*/ 200787 h 400621"/>
                  <a:gd name="connsiteX4" fmla="*/ 402658 w 424569"/>
                  <a:gd name="connsiteY4" fmla="*/ 200787 h 400621"/>
                  <a:gd name="connsiteX5" fmla="*/ 409773 w 424569"/>
                  <a:gd name="connsiteY5" fmla="*/ 193643 h 400621"/>
                  <a:gd name="connsiteX6" fmla="*/ 402658 w 424569"/>
                  <a:gd name="connsiteY6" fmla="*/ 186499 h 400621"/>
                  <a:gd name="connsiteX7" fmla="*/ 334268 w 424569"/>
                  <a:gd name="connsiteY7" fmla="*/ 186499 h 400621"/>
                  <a:gd name="connsiteX8" fmla="*/ 334268 w 424569"/>
                  <a:gd name="connsiteY8" fmla="*/ 145256 h 400621"/>
                  <a:gd name="connsiteX9" fmla="*/ 382455 w 424569"/>
                  <a:gd name="connsiteY9" fmla="*/ 145256 h 400621"/>
                  <a:gd name="connsiteX10" fmla="*/ 402658 w 424569"/>
                  <a:gd name="connsiteY10" fmla="*/ 159734 h 400621"/>
                  <a:gd name="connsiteX11" fmla="*/ 424191 w 424569"/>
                  <a:gd name="connsiteY11" fmla="*/ 138112 h 400621"/>
                  <a:gd name="connsiteX12" fmla="*/ 402658 w 424569"/>
                  <a:gd name="connsiteY12" fmla="*/ 116491 h 400621"/>
                  <a:gd name="connsiteX13" fmla="*/ 382455 w 424569"/>
                  <a:gd name="connsiteY13" fmla="*/ 130969 h 400621"/>
                  <a:gd name="connsiteX14" fmla="*/ 334268 w 424569"/>
                  <a:gd name="connsiteY14" fmla="*/ 130969 h 400621"/>
                  <a:gd name="connsiteX15" fmla="*/ 334268 w 424569"/>
                  <a:gd name="connsiteY15" fmla="*/ 106966 h 400621"/>
                  <a:gd name="connsiteX16" fmla="*/ 301069 w 424569"/>
                  <a:gd name="connsiteY16" fmla="*/ 73628 h 400621"/>
                  <a:gd name="connsiteX17" fmla="*/ 279063 w 424569"/>
                  <a:gd name="connsiteY17" fmla="*/ 73628 h 400621"/>
                  <a:gd name="connsiteX18" fmla="*/ 279063 w 424569"/>
                  <a:gd name="connsiteY18" fmla="*/ 10573 h 400621"/>
                  <a:gd name="connsiteX19" fmla="*/ 271949 w 424569"/>
                  <a:gd name="connsiteY19" fmla="*/ 3429 h 400621"/>
                  <a:gd name="connsiteX20" fmla="*/ 264835 w 424569"/>
                  <a:gd name="connsiteY20" fmla="*/ 10573 h 400621"/>
                  <a:gd name="connsiteX21" fmla="*/ 264835 w 424569"/>
                  <a:gd name="connsiteY21" fmla="*/ 73628 h 400621"/>
                  <a:gd name="connsiteX22" fmla="*/ 223762 w 424569"/>
                  <a:gd name="connsiteY22" fmla="*/ 73628 h 400621"/>
                  <a:gd name="connsiteX23" fmla="*/ 223762 w 424569"/>
                  <a:gd name="connsiteY23" fmla="*/ 41910 h 400621"/>
                  <a:gd name="connsiteX24" fmla="*/ 238180 w 424569"/>
                  <a:gd name="connsiteY24" fmla="*/ 21622 h 400621"/>
                  <a:gd name="connsiteX25" fmla="*/ 216648 w 424569"/>
                  <a:gd name="connsiteY25" fmla="*/ 0 h 400621"/>
                  <a:gd name="connsiteX26" fmla="*/ 195116 w 424569"/>
                  <a:gd name="connsiteY26" fmla="*/ 21622 h 400621"/>
                  <a:gd name="connsiteX27" fmla="*/ 209534 w 424569"/>
                  <a:gd name="connsiteY27" fmla="*/ 41910 h 400621"/>
                  <a:gd name="connsiteX28" fmla="*/ 209534 w 424569"/>
                  <a:gd name="connsiteY28" fmla="*/ 73628 h 400621"/>
                  <a:gd name="connsiteX29" fmla="*/ 168462 w 424569"/>
                  <a:gd name="connsiteY29" fmla="*/ 73628 h 400621"/>
                  <a:gd name="connsiteX30" fmla="*/ 168462 w 424569"/>
                  <a:gd name="connsiteY30" fmla="*/ 10573 h 400621"/>
                  <a:gd name="connsiteX31" fmla="*/ 161348 w 424569"/>
                  <a:gd name="connsiteY31" fmla="*/ 3429 h 400621"/>
                  <a:gd name="connsiteX32" fmla="*/ 154234 w 424569"/>
                  <a:gd name="connsiteY32" fmla="*/ 10573 h 400621"/>
                  <a:gd name="connsiteX33" fmla="*/ 154234 w 424569"/>
                  <a:gd name="connsiteY33" fmla="*/ 73628 h 400621"/>
                  <a:gd name="connsiteX34" fmla="*/ 128433 w 424569"/>
                  <a:gd name="connsiteY34" fmla="*/ 73628 h 400621"/>
                  <a:gd name="connsiteX35" fmla="*/ 95234 w 424569"/>
                  <a:gd name="connsiteY35" fmla="*/ 106966 h 400621"/>
                  <a:gd name="connsiteX36" fmla="*/ 95234 w 424569"/>
                  <a:gd name="connsiteY36" fmla="*/ 130969 h 400621"/>
                  <a:gd name="connsiteX37" fmla="*/ 41736 w 424569"/>
                  <a:gd name="connsiteY37" fmla="*/ 130969 h 400621"/>
                  <a:gd name="connsiteX38" fmla="*/ 21532 w 424569"/>
                  <a:gd name="connsiteY38" fmla="*/ 116491 h 400621"/>
                  <a:gd name="connsiteX39" fmla="*/ 0 w 424569"/>
                  <a:gd name="connsiteY39" fmla="*/ 138112 h 400621"/>
                  <a:gd name="connsiteX40" fmla="*/ 21532 w 424569"/>
                  <a:gd name="connsiteY40" fmla="*/ 159734 h 400621"/>
                  <a:gd name="connsiteX41" fmla="*/ 41736 w 424569"/>
                  <a:gd name="connsiteY41" fmla="*/ 145256 h 400621"/>
                  <a:gd name="connsiteX42" fmla="*/ 95234 w 424569"/>
                  <a:gd name="connsiteY42" fmla="*/ 145256 h 400621"/>
                  <a:gd name="connsiteX43" fmla="*/ 95234 w 424569"/>
                  <a:gd name="connsiteY43" fmla="*/ 186499 h 400621"/>
                  <a:gd name="connsiteX44" fmla="*/ 26844 w 424569"/>
                  <a:gd name="connsiteY44" fmla="*/ 186499 h 400621"/>
                  <a:gd name="connsiteX45" fmla="*/ 19730 w 424569"/>
                  <a:gd name="connsiteY45" fmla="*/ 193643 h 400621"/>
                  <a:gd name="connsiteX46" fmla="*/ 26844 w 424569"/>
                  <a:gd name="connsiteY46" fmla="*/ 200787 h 400621"/>
                  <a:gd name="connsiteX47" fmla="*/ 95234 w 424569"/>
                  <a:gd name="connsiteY47" fmla="*/ 200787 h 400621"/>
                  <a:gd name="connsiteX48" fmla="*/ 95234 w 424569"/>
                  <a:gd name="connsiteY48" fmla="*/ 242030 h 400621"/>
                  <a:gd name="connsiteX49" fmla="*/ 41452 w 424569"/>
                  <a:gd name="connsiteY49" fmla="*/ 242030 h 400621"/>
                  <a:gd name="connsiteX50" fmla="*/ 21532 w 424569"/>
                  <a:gd name="connsiteY50" fmla="*/ 228410 h 400621"/>
                  <a:gd name="connsiteX51" fmla="*/ 0 w 424569"/>
                  <a:gd name="connsiteY51" fmla="*/ 250031 h 400621"/>
                  <a:gd name="connsiteX52" fmla="*/ 21532 w 424569"/>
                  <a:gd name="connsiteY52" fmla="*/ 271653 h 400621"/>
                  <a:gd name="connsiteX53" fmla="*/ 42021 w 424569"/>
                  <a:gd name="connsiteY53" fmla="*/ 256318 h 400621"/>
                  <a:gd name="connsiteX54" fmla="*/ 95329 w 424569"/>
                  <a:gd name="connsiteY54" fmla="*/ 256318 h 400621"/>
                  <a:gd name="connsiteX55" fmla="*/ 95329 w 424569"/>
                  <a:gd name="connsiteY55" fmla="*/ 280321 h 400621"/>
                  <a:gd name="connsiteX56" fmla="*/ 128528 w 424569"/>
                  <a:gd name="connsiteY56" fmla="*/ 313658 h 400621"/>
                  <a:gd name="connsiteX57" fmla="*/ 155752 w 424569"/>
                  <a:gd name="connsiteY57" fmla="*/ 313658 h 400621"/>
                  <a:gd name="connsiteX58" fmla="*/ 154424 w 424569"/>
                  <a:gd name="connsiteY58" fmla="*/ 317659 h 400621"/>
                  <a:gd name="connsiteX59" fmla="*/ 154424 w 424569"/>
                  <a:gd name="connsiteY59" fmla="*/ 387858 h 400621"/>
                  <a:gd name="connsiteX60" fmla="*/ 161538 w 424569"/>
                  <a:gd name="connsiteY60" fmla="*/ 395002 h 400621"/>
                  <a:gd name="connsiteX61" fmla="*/ 168652 w 424569"/>
                  <a:gd name="connsiteY61" fmla="*/ 387858 h 400621"/>
                  <a:gd name="connsiteX62" fmla="*/ 168652 w 424569"/>
                  <a:gd name="connsiteY62" fmla="*/ 317659 h 400621"/>
                  <a:gd name="connsiteX63" fmla="*/ 167324 w 424569"/>
                  <a:gd name="connsiteY63" fmla="*/ 313658 h 400621"/>
                  <a:gd name="connsiteX64" fmla="*/ 211147 w 424569"/>
                  <a:gd name="connsiteY64" fmla="*/ 313658 h 400621"/>
                  <a:gd name="connsiteX65" fmla="*/ 209819 w 424569"/>
                  <a:gd name="connsiteY65" fmla="*/ 317659 h 400621"/>
                  <a:gd name="connsiteX66" fmla="*/ 209819 w 424569"/>
                  <a:gd name="connsiteY66" fmla="*/ 358712 h 400621"/>
                  <a:gd name="connsiteX67" fmla="*/ 195401 w 424569"/>
                  <a:gd name="connsiteY67" fmla="*/ 379000 h 400621"/>
                  <a:gd name="connsiteX68" fmla="*/ 216933 w 424569"/>
                  <a:gd name="connsiteY68" fmla="*/ 400622 h 400621"/>
                  <a:gd name="connsiteX69" fmla="*/ 238465 w 424569"/>
                  <a:gd name="connsiteY69" fmla="*/ 379000 h 400621"/>
                  <a:gd name="connsiteX70" fmla="*/ 224047 w 424569"/>
                  <a:gd name="connsiteY70" fmla="*/ 358712 h 400621"/>
                  <a:gd name="connsiteX71" fmla="*/ 224047 w 424569"/>
                  <a:gd name="connsiteY71" fmla="*/ 317659 h 400621"/>
                  <a:gd name="connsiteX72" fmla="*/ 222719 w 424569"/>
                  <a:gd name="connsiteY72" fmla="*/ 313658 h 400621"/>
                  <a:gd name="connsiteX73" fmla="*/ 266542 w 424569"/>
                  <a:gd name="connsiteY73" fmla="*/ 313658 h 400621"/>
                  <a:gd name="connsiteX74" fmla="*/ 265214 w 424569"/>
                  <a:gd name="connsiteY74" fmla="*/ 317659 h 400621"/>
                  <a:gd name="connsiteX75" fmla="*/ 265214 w 424569"/>
                  <a:gd name="connsiteY75" fmla="*/ 387858 h 400621"/>
                  <a:gd name="connsiteX76" fmla="*/ 272328 w 424569"/>
                  <a:gd name="connsiteY76" fmla="*/ 395002 h 400621"/>
                  <a:gd name="connsiteX77" fmla="*/ 279442 w 424569"/>
                  <a:gd name="connsiteY77" fmla="*/ 387858 h 400621"/>
                  <a:gd name="connsiteX78" fmla="*/ 279442 w 424569"/>
                  <a:gd name="connsiteY78" fmla="*/ 317659 h 400621"/>
                  <a:gd name="connsiteX79" fmla="*/ 278114 w 424569"/>
                  <a:gd name="connsiteY79" fmla="*/ 313658 h 400621"/>
                  <a:gd name="connsiteX80" fmla="*/ 301448 w 424569"/>
                  <a:gd name="connsiteY80" fmla="*/ 313658 h 400621"/>
                  <a:gd name="connsiteX81" fmla="*/ 334648 w 424569"/>
                  <a:gd name="connsiteY81" fmla="*/ 280321 h 400621"/>
                  <a:gd name="connsiteX82" fmla="*/ 334648 w 424569"/>
                  <a:gd name="connsiteY82" fmla="*/ 256318 h 400621"/>
                  <a:gd name="connsiteX83" fmla="*/ 382549 w 424569"/>
                  <a:gd name="connsiteY83" fmla="*/ 256318 h 400621"/>
                  <a:gd name="connsiteX84" fmla="*/ 403038 w 424569"/>
                  <a:gd name="connsiteY84" fmla="*/ 271653 h 400621"/>
                  <a:gd name="connsiteX85" fmla="*/ 424570 w 424569"/>
                  <a:gd name="connsiteY85" fmla="*/ 250031 h 400621"/>
                  <a:gd name="connsiteX86" fmla="*/ 403038 w 424569"/>
                  <a:gd name="connsiteY86" fmla="*/ 228410 h 400621"/>
                  <a:gd name="connsiteX87" fmla="*/ 402564 w 424569"/>
                  <a:gd name="connsiteY87" fmla="*/ 128778 h 400621"/>
                  <a:gd name="connsiteX88" fmla="*/ 411765 w 424569"/>
                  <a:gd name="connsiteY88" fmla="*/ 138017 h 400621"/>
                  <a:gd name="connsiteX89" fmla="*/ 402564 w 424569"/>
                  <a:gd name="connsiteY89" fmla="*/ 147257 h 400621"/>
                  <a:gd name="connsiteX90" fmla="*/ 393837 w 424569"/>
                  <a:gd name="connsiteY90" fmla="*/ 140399 h 400621"/>
                  <a:gd name="connsiteX91" fmla="*/ 394311 w 424569"/>
                  <a:gd name="connsiteY91" fmla="*/ 138017 h 400621"/>
                  <a:gd name="connsiteX92" fmla="*/ 393837 w 424569"/>
                  <a:gd name="connsiteY92" fmla="*/ 135636 h 400621"/>
                  <a:gd name="connsiteX93" fmla="*/ 402564 w 424569"/>
                  <a:gd name="connsiteY93" fmla="*/ 128778 h 400621"/>
                  <a:gd name="connsiteX94" fmla="*/ 216553 w 424569"/>
                  <a:gd name="connsiteY94" fmla="*/ 12382 h 400621"/>
                  <a:gd name="connsiteX95" fmla="*/ 225754 w 424569"/>
                  <a:gd name="connsiteY95" fmla="*/ 21622 h 400621"/>
                  <a:gd name="connsiteX96" fmla="*/ 218925 w 424569"/>
                  <a:gd name="connsiteY96" fmla="*/ 30385 h 400621"/>
                  <a:gd name="connsiteX97" fmla="*/ 216553 w 424569"/>
                  <a:gd name="connsiteY97" fmla="*/ 29908 h 400621"/>
                  <a:gd name="connsiteX98" fmla="*/ 214182 w 424569"/>
                  <a:gd name="connsiteY98" fmla="*/ 30385 h 400621"/>
                  <a:gd name="connsiteX99" fmla="*/ 207353 w 424569"/>
                  <a:gd name="connsiteY99" fmla="*/ 21622 h 400621"/>
                  <a:gd name="connsiteX100" fmla="*/ 216553 w 424569"/>
                  <a:gd name="connsiteY100" fmla="*/ 12382 h 400621"/>
                  <a:gd name="connsiteX101" fmla="*/ 21342 w 424569"/>
                  <a:gd name="connsiteY101" fmla="*/ 147161 h 400621"/>
                  <a:gd name="connsiteX102" fmla="*/ 12141 w 424569"/>
                  <a:gd name="connsiteY102" fmla="*/ 137922 h 400621"/>
                  <a:gd name="connsiteX103" fmla="*/ 21342 w 424569"/>
                  <a:gd name="connsiteY103" fmla="*/ 128683 h 400621"/>
                  <a:gd name="connsiteX104" fmla="*/ 30069 w 424569"/>
                  <a:gd name="connsiteY104" fmla="*/ 135541 h 400621"/>
                  <a:gd name="connsiteX105" fmla="*/ 29595 w 424569"/>
                  <a:gd name="connsiteY105" fmla="*/ 137922 h 400621"/>
                  <a:gd name="connsiteX106" fmla="*/ 30069 w 424569"/>
                  <a:gd name="connsiteY106" fmla="*/ 140303 h 400621"/>
                  <a:gd name="connsiteX107" fmla="*/ 21342 w 424569"/>
                  <a:gd name="connsiteY107" fmla="*/ 147161 h 400621"/>
                  <a:gd name="connsiteX108" fmla="*/ 21342 w 424569"/>
                  <a:gd name="connsiteY108" fmla="*/ 259175 h 400621"/>
                  <a:gd name="connsiteX109" fmla="*/ 12141 w 424569"/>
                  <a:gd name="connsiteY109" fmla="*/ 249936 h 400621"/>
                  <a:gd name="connsiteX110" fmla="*/ 21342 w 424569"/>
                  <a:gd name="connsiteY110" fmla="*/ 240697 h 400621"/>
                  <a:gd name="connsiteX111" fmla="*/ 29974 w 424569"/>
                  <a:gd name="connsiteY111" fmla="*/ 247078 h 400621"/>
                  <a:gd name="connsiteX112" fmla="*/ 29595 w 424569"/>
                  <a:gd name="connsiteY112" fmla="*/ 248984 h 400621"/>
                  <a:gd name="connsiteX113" fmla="*/ 30164 w 424569"/>
                  <a:gd name="connsiteY113" fmla="*/ 251746 h 400621"/>
                  <a:gd name="connsiteX114" fmla="*/ 21342 w 424569"/>
                  <a:gd name="connsiteY114" fmla="*/ 258985 h 400621"/>
                  <a:gd name="connsiteX115" fmla="*/ 216553 w 424569"/>
                  <a:gd name="connsiteY115" fmla="*/ 388144 h 400621"/>
                  <a:gd name="connsiteX116" fmla="*/ 207353 w 424569"/>
                  <a:gd name="connsiteY116" fmla="*/ 378905 h 400621"/>
                  <a:gd name="connsiteX117" fmla="*/ 214182 w 424569"/>
                  <a:gd name="connsiteY117" fmla="*/ 370141 h 400621"/>
                  <a:gd name="connsiteX118" fmla="*/ 216553 w 424569"/>
                  <a:gd name="connsiteY118" fmla="*/ 370618 h 400621"/>
                  <a:gd name="connsiteX119" fmla="*/ 218925 w 424569"/>
                  <a:gd name="connsiteY119" fmla="*/ 370141 h 400621"/>
                  <a:gd name="connsiteX120" fmla="*/ 225754 w 424569"/>
                  <a:gd name="connsiteY120" fmla="*/ 378905 h 400621"/>
                  <a:gd name="connsiteX121" fmla="*/ 216553 w 424569"/>
                  <a:gd name="connsiteY121" fmla="*/ 388144 h 400621"/>
                  <a:gd name="connsiteX122" fmla="*/ 320040 w 424569"/>
                  <a:gd name="connsiteY122" fmla="*/ 280226 h 400621"/>
                  <a:gd name="connsiteX123" fmla="*/ 301069 w 424569"/>
                  <a:gd name="connsiteY123" fmla="*/ 299276 h 400621"/>
                  <a:gd name="connsiteX124" fmla="*/ 128338 w 424569"/>
                  <a:gd name="connsiteY124" fmla="*/ 299276 h 400621"/>
                  <a:gd name="connsiteX125" fmla="*/ 109368 w 424569"/>
                  <a:gd name="connsiteY125" fmla="*/ 280226 h 400621"/>
                  <a:gd name="connsiteX126" fmla="*/ 109368 w 424569"/>
                  <a:gd name="connsiteY126" fmla="*/ 106775 h 400621"/>
                  <a:gd name="connsiteX127" fmla="*/ 128338 w 424569"/>
                  <a:gd name="connsiteY127" fmla="*/ 87725 h 400621"/>
                  <a:gd name="connsiteX128" fmla="*/ 301069 w 424569"/>
                  <a:gd name="connsiteY128" fmla="*/ 87725 h 400621"/>
                  <a:gd name="connsiteX129" fmla="*/ 320040 w 424569"/>
                  <a:gd name="connsiteY129" fmla="*/ 106775 h 400621"/>
                  <a:gd name="connsiteX130" fmla="*/ 320040 w 424569"/>
                  <a:gd name="connsiteY130" fmla="*/ 280226 h 400621"/>
                  <a:gd name="connsiteX131" fmla="*/ 402564 w 424569"/>
                  <a:gd name="connsiteY131" fmla="*/ 259175 h 400621"/>
                  <a:gd name="connsiteX132" fmla="*/ 393742 w 424569"/>
                  <a:gd name="connsiteY132" fmla="*/ 251936 h 400621"/>
                  <a:gd name="connsiteX133" fmla="*/ 394311 w 424569"/>
                  <a:gd name="connsiteY133" fmla="*/ 249174 h 400621"/>
                  <a:gd name="connsiteX134" fmla="*/ 393932 w 424569"/>
                  <a:gd name="connsiteY134" fmla="*/ 247269 h 400621"/>
                  <a:gd name="connsiteX135" fmla="*/ 402564 w 424569"/>
                  <a:gd name="connsiteY135" fmla="*/ 240887 h 400621"/>
                  <a:gd name="connsiteX136" fmla="*/ 411765 w 424569"/>
                  <a:gd name="connsiteY136" fmla="*/ 250126 h 400621"/>
                  <a:gd name="connsiteX137" fmla="*/ 402564 w 424569"/>
                  <a:gd name="connsiteY137" fmla="*/ 259366 h 40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424569" h="400621">
                    <a:moveTo>
                      <a:pt x="402564" y="228410"/>
                    </a:moveTo>
                    <a:cubicBezTo>
                      <a:pt x="393553" y="228410"/>
                      <a:pt x="385774" y="234029"/>
                      <a:pt x="382644" y="242030"/>
                    </a:cubicBezTo>
                    <a:lnTo>
                      <a:pt x="334268" y="242030"/>
                    </a:lnTo>
                    <a:lnTo>
                      <a:pt x="334268" y="200787"/>
                    </a:lnTo>
                    <a:lnTo>
                      <a:pt x="402658" y="200787"/>
                    </a:lnTo>
                    <a:cubicBezTo>
                      <a:pt x="406548" y="200787"/>
                      <a:pt x="409773" y="197549"/>
                      <a:pt x="409773" y="193643"/>
                    </a:cubicBezTo>
                    <a:cubicBezTo>
                      <a:pt x="409773" y="189738"/>
                      <a:pt x="406548" y="186499"/>
                      <a:pt x="402658" y="186499"/>
                    </a:cubicBezTo>
                    <a:lnTo>
                      <a:pt x="334268" y="186499"/>
                    </a:lnTo>
                    <a:lnTo>
                      <a:pt x="334268" y="145256"/>
                    </a:lnTo>
                    <a:lnTo>
                      <a:pt x="382455" y="145256"/>
                    </a:lnTo>
                    <a:cubicBezTo>
                      <a:pt x="385395" y="153638"/>
                      <a:pt x="393268" y="159734"/>
                      <a:pt x="402658" y="159734"/>
                    </a:cubicBezTo>
                    <a:cubicBezTo>
                      <a:pt x="414515" y="159734"/>
                      <a:pt x="424191" y="150019"/>
                      <a:pt x="424191" y="138112"/>
                    </a:cubicBezTo>
                    <a:cubicBezTo>
                      <a:pt x="424191" y="126206"/>
                      <a:pt x="414515" y="116491"/>
                      <a:pt x="402658" y="116491"/>
                    </a:cubicBezTo>
                    <a:cubicBezTo>
                      <a:pt x="393268" y="116491"/>
                      <a:pt x="385395" y="122587"/>
                      <a:pt x="382455" y="130969"/>
                    </a:cubicBezTo>
                    <a:lnTo>
                      <a:pt x="334268" y="130969"/>
                    </a:lnTo>
                    <a:lnTo>
                      <a:pt x="334268" y="106966"/>
                    </a:lnTo>
                    <a:cubicBezTo>
                      <a:pt x="334268" y="88582"/>
                      <a:pt x="319376" y="73628"/>
                      <a:pt x="301069" y="73628"/>
                    </a:cubicBezTo>
                    <a:lnTo>
                      <a:pt x="279063" y="73628"/>
                    </a:lnTo>
                    <a:lnTo>
                      <a:pt x="279063" y="10573"/>
                    </a:lnTo>
                    <a:cubicBezTo>
                      <a:pt x="279063" y="6668"/>
                      <a:pt x="275838" y="3429"/>
                      <a:pt x="271949" y="3429"/>
                    </a:cubicBezTo>
                    <a:cubicBezTo>
                      <a:pt x="268060" y="3429"/>
                      <a:pt x="264835" y="6668"/>
                      <a:pt x="264835" y="10573"/>
                    </a:cubicBezTo>
                    <a:lnTo>
                      <a:pt x="264835" y="73628"/>
                    </a:lnTo>
                    <a:lnTo>
                      <a:pt x="223762" y="73628"/>
                    </a:lnTo>
                    <a:lnTo>
                      <a:pt x="223762" y="41910"/>
                    </a:lnTo>
                    <a:cubicBezTo>
                      <a:pt x="232110" y="38957"/>
                      <a:pt x="238180" y="31051"/>
                      <a:pt x="238180" y="21622"/>
                    </a:cubicBezTo>
                    <a:cubicBezTo>
                      <a:pt x="238180" y="9716"/>
                      <a:pt x="228505" y="0"/>
                      <a:pt x="216648" y="0"/>
                    </a:cubicBezTo>
                    <a:cubicBezTo>
                      <a:pt x="204791" y="0"/>
                      <a:pt x="195116" y="9716"/>
                      <a:pt x="195116" y="21622"/>
                    </a:cubicBezTo>
                    <a:cubicBezTo>
                      <a:pt x="195116" y="31051"/>
                      <a:pt x="201187" y="38957"/>
                      <a:pt x="209534" y="41910"/>
                    </a:cubicBezTo>
                    <a:lnTo>
                      <a:pt x="209534" y="73628"/>
                    </a:lnTo>
                    <a:lnTo>
                      <a:pt x="168462" y="73628"/>
                    </a:lnTo>
                    <a:lnTo>
                      <a:pt x="168462" y="10573"/>
                    </a:lnTo>
                    <a:cubicBezTo>
                      <a:pt x="168462" y="6668"/>
                      <a:pt x="165237" y="3429"/>
                      <a:pt x="161348" y="3429"/>
                    </a:cubicBezTo>
                    <a:cubicBezTo>
                      <a:pt x="157459" y="3429"/>
                      <a:pt x="154234" y="6668"/>
                      <a:pt x="154234" y="10573"/>
                    </a:cubicBezTo>
                    <a:lnTo>
                      <a:pt x="154234" y="73628"/>
                    </a:lnTo>
                    <a:lnTo>
                      <a:pt x="128433" y="73628"/>
                    </a:lnTo>
                    <a:cubicBezTo>
                      <a:pt x="110126" y="73628"/>
                      <a:pt x="95234" y="88582"/>
                      <a:pt x="95234" y="106966"/>
                    </a:cubicBezTo>
                    <a:lnTo>
                      <a:pt x="95234" y="130969"/>
                    </a:lnTo>
                    <a:lnTo>
                      <a:pt x="41736" y="130969"/>
                    </a:lnTo>
                    <a:cubicBezTo>
                      <a:pt x="38796" y="122587"/>
                      <a:pt x="30923" y="116491"/>
                      <a:pt x="21532" y="116491"/>
                    </a:cubicBezTo>
                    <a:cubicBezTo>
                      <a:pt x="9675" y="116491"/>
                      <a:pt x="0" y="126206"/>
                      <a:pt x="0" y="138112"/>
                    </a:cubicBezTo>
                    <a:cubicBezTo>
                      <a:pt x="0" y="150019"/>
                      <a:pt x="9675" y="159734"/>
                      <a:pt x="21532" y="159734"/>
                    </a:cubicBezTo>
                    <a:cubicBezTo>
                      <a:pt x="30923" y="159734"/>
                      <a:pt x="38796" y="153638"/>
                      <a:pt x="41736" y="145256"/>
                    </a:cubicBezTo>
                    <a:lnTo>
                      <a:pt x="95234" y="145256"/>
                    </a:lnTo>
                    <a:lnTo>
                      <a:pt x="95234" y="186499"/>
                    </a:lnTo>
                    <a:lnTo>
                      <a:pt x="26844" y="186499"/>
                    </a:lnTo>
                    <a:cubicBezTo>
                      <a:pt x="22955" y="186499"/>
                      <a:pt x="19730" y="189738"/>
                      <a:pt x="19730" y="193643"/>
                    </a:cubicBezTo>
                    <a:cubicBezTo>
                      <a:pt x="19730" y="197549"/>
                      <a:pt x="22955" y="200787"/>
                      <a:pt x="26844" y="200787"/>
                    </a:cubicBezTo>
                    <a:lnTo>
                      <a:pt x="95234" y="200787"/>
                    </a:lnTo>
                    <a:lnTo>
                      <a:pt x="95234" y="242030"/>
                    </a:lnTo>
                    <a:lnTo>
                      <a:pt x="41452" y="242030"/>
                    </a:lnTo>
                    <a:cubicBezTo>
                      <a:pt x="38321" y="234124"/>
                      <a:pt x="30543" y="228410"/>
                      <a:pt x="21532" y="228410"/>
                    </a:cubicBezTo>
                    <a:cubicBezTo>
                      <a:pt x="9675" y="228410"/>
                      <a:pt x="0" y="238125"/>
                      <a:pt x="0" y="250031"/>
                    </a:cubicBezTo>
                    <a:cubicBezTo>
                      <a:pt x="0" y="261937"/>
                      <a:pt x="9675" y="271653"/>
                      <a:pt x="21532" y="271653"/>
                    </a:cubicBezTo>
                    <a:cubicBezTo>
                      <a:pt x="31207" y="271653"/>
                      <a:pt x="39270" y="265176"/>
                      <a:pt x="42021" y="256318"/>
                    </a:cubicBezTo>
                    <a:lnTo>
                      <a:pt x="95329" y="256318"/>
                    </a:lnTo>
                    <a:lnTo>
                      <a:pt x="95329" y="280321"/>
                    </a:lnTo>
                    <a:cubicBezTo>
                      <a:pt x="95329" y="298704"/>
                      <a:pt x="110221" y="313658"/>
                      <a:pt x="128528" y="313658"/>
                    </a:cubicBezTo>
                    <a:lnTo>
                      <a:pt x="155752" y="313658"/>
                    </a:lnTo>
                    <a:cubicBezTo>
                      <a:pt x="154993" y="314801"/>
                      <a:pt x="154424" y="316135"/>
                      <a:pt x="154424" y="317659"/>
                    </a:cubicBezTo>
                    <a:lnTo>
                      <a:pt x="154424" y="387858"/>
                    </a:lnTo>
                    <a:cubicBezTo>
                      <a:pt x="154424" y="391763"/>
                      <a:pt x="157649" y="395002"/>
                      <a:pt x="161538" y="395002"/>
                    </a:cubicBezTo>
                    <a:cubicBezTo>
                      <a:pt x="165427" y="395002"/>
                      <a:pt x="168652" y="391763"/>
                      <a:pt x="168652" y="387858"/>
                    </a:cubicBezTo>
                    <a:lnTo>
                      <a:pt x="168652" y="317659"/>
                    </a:lnTo>
                    <a:cubicBezTo>
                      <a:pt x="168652" y="316135"/>
                      <a:pt x="168083" y="314801"/>
                      <a:pt x="167324" y="313658"/>
                    </a:cubicBezTo>
                    <a:lnTo>
                      <a:pt x="211147" y="313658"/>
                    </a:lnTo>
                    <a:cubicBezTo>
                      <a:pt x="210388" y="314801"/>
                      <a:pt x="209819" y="316135"/>
                      <a:pt x="209819" y="317659"/>
                    </a:cubicBezTo>
                    <a:lnTo>
                      <a:pt x="209819" y="358712"/>
                    </a:lnTo>
                    <a:cubicBezTo>
                      <a:pt x="201472" y="361664"/>
                      <a:pt x="195401" y="369570"/>
                      <a:pt x="195401" y="379000"/>
                    </a:cubicBezTo>
                    <a:cubicBezTo>
                      <a:pt x="195401" y="390906"/>
                      <a:pt x="205076" y="400622"/>
                      <a:pt x="216933" y="400622"/>
                    </a:cubicBezTo>
                    <a:cubicBezTo>
                      <a:pt x="228790" y="400622"/>
                      <a:pt x="238465" y="390906"/>
                      <a:pt x="238465" y="379000"/>
                    </a:cubicBezTo>
                    <a:cubicBezTo>
                      <a:pt x="238465" y="369570"/>
                      <a:pt x="232394" y="361664"/>
                      <a:pt x="224047" y="358712"/>
                    </a:cubicBezTo>
                    <a:lnTo>
                      <a:pt x="224047" y="317659"/>
                    </a:lnTo>
                    <a:cubicBezTo>
                      <a:pt x="224047" y="316135"/>
                      <a:pt x="223478" y="314801"/>
                      <a:pt x="222719" y="313658"/>
                    </a:cubicBezTo>
                    <a:lnTo>
                      <a:pt x="266542" y="313658"/>
                    </a:lnTo>
                    <a:cubicBezTo>
                      <a:pt x="265783" y="314801"/>
                      <a:pt x="265214" y="316135"/>
                      <a:pt x="265214" y="317659"/>
                    </a:cubicBezTo>
                    <a:lnTo>
                      <a:pt x="265214" y="387858"/>
                    </a:lnTo>
                    <a:cubicBezTo>
                      <a:pt x="265214" y="391763"/>
                      <a:pt x="268439" y="395002"/>
                      <a:pt x="272328" y="395002"/>
                    </a:cubicBezTo>
                    <a:cubicBezTo>
                      <a:pt x="276217" y="395002"/>
                      <a:pt x="279442" y="391763"/>
                      <a:pt x="279442" y="387858"/>
                    </a:cubicBezTo>
                    <a:lnTo>
                      <a:pt x="279442" y="317659"/>
                    </a:lnTo>
                    <a:cubicBezTo>
                      <a:pt x="279442" y="316135"/>
                      <a:pt x="278873" y="314801"/>
                      <a:pt x="278114" y="313658"/>
                    </a:cubicBezTo>
                    <a:lnTo>
                      <a:pt x="301448" y="313658"/>
                    </a:lnTo>
                    <a:cubicBezTo>
                      <a:pt x="319756" y="313658"/>
                      <a:pt x="334648" y="298704"/>
                      <a:pt x="334648" y="280321"/>
                    </a:cubicBezTo>
                    <a:lnTo>
                      <a:pt x="334648" y="256318"/>
                    </a:lnTo>
                    <a:lnTo>
                      <a:pt x="382549" y="256318"/>
                    </a:lnTo>
                    <a:cubicBezTo>
                      <a:pt x="385205" y="265176"/>
                      <a:pt x="393363" y="271653"/>
                      <a:pt x="403038" y="271653"/>
                    </a:cubicBezTo>
                    <a:cubicBezTo>
                      <a:pt x="414895" y="271653"/>
                      <a:pt x="424570" y="261937"/>
                      <a:pt x="424570" y="250031"/>
                    </a:cubicBezTo>
                    <a:cubicBezTo>
                      <a:pt x="424570" y="238125"/>
                      <a:pt x="414895" y="228410"/>
                      <a:pt x="403038" y="228410"/>
                    </a:cubicBezTo>
                    <a:close/>
                    <a:moveTo>
                      <a:pt x="402564" y="128778"/>
                    </a:moveTo>
                    <a:cubicBezTo>
                      <a:pt x="407591" y="128778"/>
                      <a:pt x="411765" y="132874"/>
                      <a:pt x="411765" y="138017"/>
                    </a:cubicBezTo>
                    <a:cubicBezTo>
                      <a:pt x="411765" y="143161"/>
                      <a:pt x="407686" y="147257"/>
                      <a:pt x="402564" y="147257"/>
                    </a:cubicBezTo>
                    <a:cubicBezTo>
                      <a:pt x="398295" y="147257"/>
                      <a:pt x="394975" y="144304"/>
                      <a:pt x="393837" y="140399"/>
                    </a:cubicBezTo>
                    <a:cubicBezTo>
                      <a:pt x="394122" y="139637"/>
                      <a:pt x="394311" y="138874"/>
                      <a:pt x="394311" y="138017"/>
                    </a:cubicBezTo>
                    <a:cubicBezTo>
                      <a:pt x="394311" y="137160"/>
                      <a:pt x="394122" y="136398"/>
                      <a:pt x="393837" y="135636"/>
                    </a:cubicBezTo>
                    <a:cubicBezTo>
                      <a:pt x="394880" y="131731"/>
                      <a:pt x="398295" y="128778"/>
                      <a:pt x="402564" y="128778"/>
                    </a:cubicBezTo>
                    <a:close/>
                    <a:moveTo>
                      <a:pt x="216553" y="12382"/>
                    </a:moveTo>
                    <a:cubicBezTo>
                      <a:pt x="221581" y="12382"/>
                      <a:pt x="225754" y="16478"/>
                      <a:pt x="225754" y="21622"/>
                    </a:cubicBezTo>
                    <a:cubicBezTo>
                      <a:pt x="225754" y="25908"/>
                      <a:pt x="222814" y="29242"/>
                      <a:pt x="218925" y="30385"/>
                    </a:cubicBezTo>
                    <a:cubicBezTo>
                      <a:pt x="218166" y="30099"/>
                      <a:pt x="217407" y="29908"/>
                      <a:pt x="216553" y="29908"/>
                    </a:cubicBezTo>
                    <a:cubicBezTo>
                      <a:pt x="215700" y="29908"/>
                      <a:pt x="214941" y="30099"/>
                      <a:pt x="214182" y="30385"/>
                    </a:cubicBezTo>
                    <a:cubicBezTo>
                      <a:pt x="210293" y="29337"/>
                      <a:pt x="207353" y="25908"/>
                      <a:pt x="207353" y="21622"/>
                    </a:cubicBezTo>
                    <a:cubicBezTo>
                      <a:pt x="207353" y="16573"/>
                      <a:pt x="211431" y="12382"/>
                      <a:pt x="216553" y="12382"/>
                    </a:cubicBezTo>
                    <a:close/>
                    <a:moveTo>
                      <a:pt x="21342" y="147161"/>
                    </a:moveTo>
                    <a:cubicBezTo>
                      <a:pt x="16315" y="147161"/>
                      <a:pt x="12141" y="143066"/>
                      <a:pt x="12141" y="137922"/>
                    </a:cubicBezTo>
                    <a:cubicBezTo>
                      <a:pt x="12141" y="132778"/>
                      <a:pt x="16220" y="128683"/>
                      <a:pt x="21342" y="128683"/>
                    </a:cubicBezTo>
                    <a:cubicBezTo>
                      <a:pt x="25611" y="128683"/>
                      <a:pt x="28931" y="131635"/>
                      <a:pt x="30069" y="135541"/>
                    </a:cubicBezTo>
                    <a:cubicBezTo>
                      <a:pt x="29784" y="136303"/>
                      <a:pt x="29595" y="137065"/>
                      <a:pt x="29595" y="137922"/>
                    </a:cubicBezTo>
                    <a:cubicBezTo>
                      <a:pt x="29595" y="138779"/>
                      <a:pt x="29784" y="139541"/>
                      <a:pt x="30069" y="140303"/>
                    </a:cubicBezTo>
                    <a:cubicBezTo>
                      <a:pt x="29026" y="144209"/>
                      <a:pt x="25611" y="147161"/>
                      <a:pt x="21342" y="147161"/>
                    </a:cubicBezTo>
                    <a:close/>
                    <a:moveTo>
                      <a:pt x="21342" y="259175"/>
                    </a:moveTo>
                    <a:cubicBezTo>
                      <a:pt x="16315" y="259175"/>
                      <a:pt x="12141" y="255080"/>
                      <a:pt x="12141" y="249936"/>
                    </a:cubicBezTo>
                    <a:cubicBezTo>
                      <a:pt x="12141" y="244793"/>
                      <a:pt x="16220" y="240697"/>
                      <a:pt x="21342" y="240697"/>
                    </a:cubicBezTo>
                    <a:cubicBezTo>
                      <a:pt x="25421" y="240697"/>
                      <a:pt x="28741" y="243459"/>
                      <a:pt x="29974" y="247078"/>
                    </a:cubicBezTo>
                    <a:cubicBezTo>
                      <a:pt x="29784" y="247745"/>
                      <a:pt x="29595" y="248317"/>
                      <a:pt x="29595" y="248984"/>
                    </a:cubicBezTo>
                    <a:cubicBezTo>
                      <a:pt x="29595" y="249936"/>
                      <a:pt x="29784" y="250889"/>
                      <a:pt x="30164" y="251746"/>
                    </a:cubicBezTo>
                    <a:cubicBezTo>
                      <a:pt x="29215" y="255841"/>
                      <a:pt x="25801" y="258985"/>
                      <a:pt x="21342" y="258985"/>
                    </a:cubicBezTo>
                    <a:close/>
                    <a:moveTo>
                      <a:pt x="216553" y="388144"/>
                    </a:moveTo>
                    <a:cubicBezTo>
                      <a:pt x="211526" y="388144"/>
                      <a:pt x="207353" y="384048"/>
                      <a:pt x="207353" y="378905"/>
                    </a:cubicBezTo>
                    <a:cubicBezTo>
                      <a:pt x="207353" y="374618"/>
                      <a:pt x="210293" y="371285"/>
                      <a:pt x="214182" y="370141"/>
                    </a:cubicBezTo>
                    <a:cubicBezTo>
                      <a:pt x="214941" y="370427"/>
                      <a:pt x="215700" y="370618"/>
                      <a:pt x="216553" y="370618"/>
                    </a:cubicBezTo>
                    <a:cubicBezTo>
                      <a:pt x="217407" y="370618"/>
                      <a:pt x="218166" y="370427"/>
                      <a:pt x="218925" y="370141"/>
                    </a:cubicBezTo>
                    <a:cubicBezTo>
                      <a:pt x="222814" y="371189"/>
                      <a:pt x="225754" y="374618"/>
                      <a:pt x="225754" y="378905"/>
                    </a:cubicBezTo>
                    <a:cubicBezTo>
                      <a:pt x="225754" y="383953"/>
                      <a:pt x="221676" y="388144"/>
                      <a:pt x="216553" y="388144"/>
                    </a:cubicBezTo>
                    <a:close/>
                    <a:moveTo>
                      <a:pt x="320040" y="280226"/>
                    </a:moveTo>
                    <a:cubicBezTo>
                      <a:pt x="320040" y="290703"/>
                      <a:pt x="311503" y="299276"/>
                      <a:pt x="301069" y="299276"/>
                    </a:cubicBezTo>
                    <a:lnTo>
                      <a:pt x="128338" y="299276"/>
                    </a:lnTo>
                    <a:cubicBezTo>
                      <a:pt x="117904" y="299276"/>
                      <a:pt x="109368" y="290703"/>
                      <a:pt x="109368" y="280226"/>
                    </a:cubicBezTo>
                    <a:lnTo>
                      <a:pt x="109368" y="106775"/>
                    </a:lnTo>
                    <a:cubicBezTo>
                      <a:pt x="109368" y="96298"/>
                      <a:pt x="117904" y="87725"/>
                      <a:pt x="128338" y="87725"/>
                    </a:cubicBezTo>
                    <a:lnTo>
                      <a:pt x="301069" y="87725"/>
                    </a:lnTo>
                    <a:cubicBezTo>
                      <a:pt x="311503" y="87725"/>
                      <a:pt x="320040" y="96298"/>
                      <a:pt x="320040" y="106775"/>
                    </a:cubicBezTo>
                    <a:lnTo>
                      <a:pt x="320040" y="280226"/>
                    </a:lnTo>
                    <a:close/>
                    <a:moveTo>
                      <a:pt x="402564" y="259175"/>
                    </a:moveTo>
                    <a:cubicBezTo>
                      <a:pt x="398200" y="259175"/>
                      <a:pt x="394691" y="256032"/>
                      <a:pt x="393742" y="251936"/>
                    </a:cubicBezTo>
                    <a:cubicBezTo>
                      <a:pt x="394122" y="251079"/>
                      <a:pt x="394311" y="250126"/>
                      <a:pt x="394311" y="249174"/>
                    </a:cubicBezTo>
                    <a:cubicBezTo>
                      <a:pt x="394311" y="248507"/>
                      <a:pt x="394122" y="247841"/>
                      <a:pt x="393932" y="247269"/>
                    </a:cubicBezTo>
                    <a:cubicBezTo>
                      <a:pt x="395165" y="243554"/>
                      <a:pt x="398485" y="240887"/>
                      <a:pt x="402564" y="240887"/>
                    </a:cubicBezTo>
                    <a:cubicBezTo>
                      <a:pt x="407591" y="240887"/>
                      <a:pt x="411765" y="244983"/>
                      <a:pt x="411765" y="250126"/>
                    </a:cubicBezTo>
                    <a:cubicBezTo>
                      <a:pt x="411765" y="255270"/>
                      <a:pt x="407686" y="259366"/>
                      <a:pt x="402564" y="259366"/>
                    </a:cubicBez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F03B979-19E6-4A4B-B069-F3E30787AABD}"/>
              </a:ext>
            </a:extLst>
          </p:cNvPr>
          <p:cNvGrpSpPr/>
          <p:nvPr/>
        </p:nvGrpSpPr>
        <p:grpSpPr>
          <a:xfrm>
            <a:off x="2916125" y="3419473"/>
            <a:ext cx="560906" cy="529268"/>
            <a:chOff x="3501287" y="2694813"/>
            <a:chExt cx="424569" cy="400621"/>
          </a:xfrm>
        </p:grpSpPr>
        <p:grpSp>
          <p:nvGrpSpPr>
            <p:cNvPr id="188" name="Graphic 163">
              <a:extLst>
                <a:ext uri="{FF2B5EF4-FFF2-40B4-BE49-F238E27FC236}">
                  <a16:creationId xmlns:a16="http://schemas.microsoft.com/office/drawing/2014/main" id="{CAE546FD-7FFA-AC03-657C-7DA15EAECBE8}"/>
                </a:ext>
              </a:extLst>
            </p:cNvPr>
            <p:cNvGrpSpPr/>
            <p:nvPr/>
          </p:nvGrpSpPr>
          <p:grpSpPr>
            <a:xfrm>
              <a:off x="3664057" y="2845404"/>
              <a:ext cx="96182" cy="77628"/>
              <a:chOff x="3512068" y="2953512"/>
              <a:chExt cx="96182" cy="77628"/>
            </a:xfrm>
            <a:solidFill>
              <a:srgbClr val="969696"/>
            </a:solidFill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3A23566A-FEA3-0BE8-2461-B28A99C12FFD}"/>
                  </a:ext>
                </a:extLst>
              </p:cNvPr>
              <p:cNvSpPr/>
              <p:nvPr/>
            </p:nvSpPr>
            <p:spPr>
              <a:xfrm>
                <a:off x="3512068" y="2953607"/>
                <a:ext cx="69338" cy="77533"/>
              </a:xfrm>
              <a:custGeom>
                <a:avLst/>
                <a:gdLst>
                  <a:gd name="connsiteX0" fmla="*/ 53213 w 69338"/>
                  <a:gd name="connsiteY0" fmla="*/ 67723 h 77533"/>
                  <a:gd name="connsiteX1" fmla="*/ 49609 w 69338"/>
                  <a:gd name="connsiteY1" fmla="*/ 58293 h 77533"/>
                  <a:gd name="connsiteX2" fmla="*/ 19256 w 69338"/>
                  <a:gd name="connsiteY2" fmla="*/ 58293 h 77533"/>
                  <a:gd name="connsiteX3" fmla="*/ 15651 w 69338"/>
                  <a:gd name="connsiteY3" fmla="*/ 67913 h 77533"/>
                  <a:gd name="connsiteX4" fmla="*/ 12047 w 69338"/>
                  <a:gd name="connsiteY4" fmla="*/ 75533 h 77533"/>
                  <a:gd name="connsiteX5" fmla="*/ 7209 w 69338"/>
                  <a:gd name="connsiteY5" fmla="*/ 77534 h 77533"/>
                  <a:gd name="connsiteX6" fmla="*/ 2182 w 69338"/>
                  <a:gd name="connsiteY6" fmla="*/ 75438 h 77533"/>
                  <a:gd name="connsiteX7" fmla="*/ 0 w 69338"/>
                  <a:gd name="connsiteY7" fmla="*/ 70676 h 77533"/>
                  <a:gd name="connsiteX8" fmla="*/ 474 w 69338"/>
                  <a:gd name="connsiteY8" fmla="*/ 67532 h 77533"/>
                  <a:gd name="connsiteX9" fmla="*/ 2182 w 69338"/>
                  <a:gd name="connsiteY9" fmla="*/ 62960 h 77533"/>
                  <a:gd name="connsiteX10" fmla="*/ 21247 w 69338"/>
                  <a:gd name="connsiteY10" fmla="*/ 14288 h 77533"/>
                  <a:gd name="connsiteX11" fmla="*/ 23239 w 69338"/>
                  <a:gd name="connsiteY11" fmla="*/ 9239 h 77533"/>
                  <a:gd name="connsiteX12" fmla="*/ 25706 w 69338"/>
                  <a:gd name="connsiteY12" fmla="*/ 4382 h 77533"/>
                  <a:gd name="connsiteX13" fmla="*/ 29120 w 69338"/>
                  <a:gd name="connsiteY13" fmla="*/ 1238 h 77533"/>
                  <a:gd name="connsiteX14" fmla="*/ 34337 w 69338"/>
                  <a:gd name="connsiteY14" fmla="*/ 0 h 77533"/>
                  <a:gd name="connsiteX15" fmla="*/ 39649 w 69338"/>
                  <a:gd name="connsiteY15" fmla="*/ 1238 h 77533"/>
                  <a:gd name="connsiteX16" fmla="*/ 43064 w 69338"/>
                  <a:gd name="connsiteY16" fmla="*/ 4286 h 77533"/>
                  <a:gd name="connsiteX17" fmla="*/ 45246 w 69338"/>
                  <a:gd name="connsiteY17" fmla="*/ 8382 h 77533"/>
                  <a:gd name="connsiteX18" fmla="*/ 47522 w 69338"/>
                  <a:gd name="connsiteY18" fmla="*/ 14192 h 77533"/>
                  <a:gd name="connsiteX19" fmla="*/ 67062 w 69338"/>
                  <a:gd name="connsiteY19" fmla="*/ 62579 h 77533"/>
                  <a:gd name="connsiteX20" fmla="*/ 69339 w 69338"/>
                  <a:gd name="connsiteY20" fmla="*/ 70580 h 77533"/>
                  <a:gd name="connsiteX21" fmla="*/ 67157 w 69338"/>
                  <a:gd name="connsiteY21" fmla="*/ 75343 h 77533"/>
                  <a:gd name="connsiteX22" fmla="*/ 61940 w 69338"/>
                  <a:gd name="connsiteY22" fmla="*/ 77534 h 77533"/>
                  <a:gd name="connsiteX23" fmla="*/ 58905 w 69338"/>
                  <a:gd name="connsiteY23" fmla="*/ 76867 h 77533"/>
                  <a:gd name="connsiteX24" fmla="*/ 56723 w 69338"/>
                  <a:gd name="connsiteY24" fmla="*/ 75152 h 77533"/>
                  <a:gd name="connsiteX25" fmla="*/ 54826 w 69338"/>
                  <a:gd name="connsiteY25" fmla="*/ 71819 h 77533"/>
                  <a:gd name="connsiteX26" fmla="*/ 53119 w 69338"/>
                  <a:gd name="connsiteY26" fmla="*/ 67818 h 77533"/>
                  <a:gd name="connsiteX27" fmla="*/ 23239 w 69338"/>
                  <a:gd name="connsiteY27" fmla="*/ 46863 h 77533"/>
                  <a:gd name="connsiteX28" fmla="*/ 45530 w 69338"/>
                  <a:gd name="connsiteY28" fmla="*/ 46863 h 77533"/>
                  <a:gd name="connsiteX29" fmla="*/ 34243 w 69338"/>
                  <a:gd name="connsiteY29" fmla="*/ 15907 h 77533"/>
                  <a:gd name="connsiteX30" fmla="*/ 23145 w 69338"/>
                  <a:gd name="connsiteY30" fmla="*/ 46863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338" h="77533">
                    <a:moveTo>
                      <a:pt x="53213" y="67723"/>
                    </a:moveTo>
                    <a:lnTo>
                      <a:pt x="49609" y="58293"/>
                    </a:lnTo>
                    <a:lnTo>
                      <a:pt x="19256" y="58293"/>
                    </a:lnTo>
                    <a:lnTo>
                      <a:pt x="15651" y="67913"/>
                    </a:lnTo>
                    <a:cubicBezTo>
                      <a:pt x="14228" y="71628"/>
                      <a:pt x="13090" y="74200"/>
                      <a:pt x="12047" y="75533"/>
                    </a:cubicBezTo>
                    <a:cubicBezTo>
                      <a:pt x="11098" y="76867"/>
                      <a:pt x="9485" y="77534"/>
                      <a:pt x="7209" y="77534"/>
                    </a:cubicBezTo>
                    <a:cubicBezTo>
                      <a:pt x="5312" y="77534"/>
                      <a:pt x="3604" y="76867"/>
                      <a:pt x="2182" y="75438"/>
                    </a:cubicBezTo>
                    <a:cubicBezTo>
                      <a:pt x="759" y="74009"/>
                      <a:pt x="0" y="72485"/>
                      <a:pt x="0" y="70676"/>
                    </a:cubicBezTo>
                    <a:cubicBezTo>
                      <a:pt x="0" y="69628"/>
                      <a:pt x="190" y="68580"/>
                      <a:pt x="474" y="67532"/>
                    </a:cubicBezTo>
                    <a:cubicBezTo>
                      <a:pt x="854" y="66485"/>
                      <a:pt x="1328" y="64961"/>
                      <a:pt x="2182" y="62960"/>
                    </a:cubicBezTo>
                    <a:lnTo>
                      <a:pt x="21247" y="14288"/>
                    </a:lnTo>
                    <a:cubicBezTo>
                      <a:pt x="21817" y="12859"/>
                      <a:pt x="22481" y="11240"/>
                      <a:pt x="23239" y="9239"/>
                    </a:cubicBezTo>
                    <a:cubicBezTo>
                      <a:pt x="23998" y="7239"/>
                      <a:pt x="24852" y="5620"/>
                      <a:pt x="25706" y="4382"/>
                    </a:cubicBezTo>
                    <a:cubicBezTo>
                      <a:pt x="26559" y="3048"/>
                      <a:pt x="27698" y="2000"/>
                      <a:pt x="29120" y="1238"/>
                    </a:cubicBezTo>
                    <a:cubicBezTo>
                      <a:pt x="30543" y="476"/>
                      <a:pt x="32251" y="0"/>
                      <a:pt x="34337" y="0"/>
                    </a:cubicBezTo>
                    <a:cubicBezTo>
                      <a:pt x="36424" y="0"/>
                      <a:pt x="38226" y="381"/>
                      <a:pt x="39649" y="1238"/>
                    </a:cubicBezTo>
                    <a:cubicBezTo>
                      <a:pt x="41072" y="2000"/>
                      <a:pt x="42210" y="3048"/>
                      <a:pt x="43064" y="4286"/>
                    </a:cubicBezTo>
                    <a:cubicBezTo>
                      <a:pt x="43918" y="5525"/>
                      <a:pt x="44677" y="6858"/>
                      <a:pt x="45246" y="8382"/>
                    </a:cubicBezTo>
                    <a:cubicBezTo>
                      <a:pt x="45815" y="9811"/>
                      <a:pt x="46574" y="11811"/>
                      <a:pt x="47522" y="14192"/>
                    </a:cubicBezTo>
                    <a:lnTo>
                      <a:pt x="67062" y="62579"/>
                    </a:lnTo>
                    <a:cubicBezTo>
                      <a:pt x="68580" y="66294"/>
                      <a:pt x="69339" y="68961"/>
                      <a:pt x="69339" y="70580"/>
                    </a:cubicBezTo>
                    <a:cubicBezTo>
                      <a:pt x="69339" y="72200"/>
                      <a:pt x="68580" y="73914"/>
                      <a:pt x="67157" y="75343"/>
                    </a:cubicBezTo>
                    <a:cubicBezTo>
                      <a:pt x="65734" y="76772"/>
                      <a:pt x="63932" y="77534"/>
                      <a:pt x="61940" y="77534"/>
                    </a:cubicBezTo>
                    <a:cubicBezTo>
                      <a:pt x="60707" y="77534"/>
                      <a:pt x="59758" y="77343"/>
                      <a:pt x="58905" y="76867"/>
                    </a:cubicBezTo>
                    <a:cubicBezTo>
                      <a:pt x="58051" y="76391"/>
                      <a:pt x="57387" y="75819"/>
                      <a:pt x="56723" y="75152"/>
                    </a:cubicBezTo>
                    <a:cubicBezTo>
                      <a:pt x="56154" y="74390"/>
                      <a:pt x="55490" y="73247"/>
                      <a:pt x="54826" y="71819"/>
                    </a:cubicBezTo>
                    <a:cubicBezTo>
                      <a:pt x="54162" y="70295"/>
                      <a:pt x="53593" y="68961"/>
                      <a:pt x="53119" y="67818"/>
                    </a:cubicBezTo>
                    <a:close/>
                    <a:moveTo>
                      <a:pt x="23239" y="46863"/>
                    </a:moveTo>
                    <a:lnTo>
                      <a:pt x="45530" y="46863"/>
                    </a:lnTo>
                    <a:lnTo>
                      <a:pt x="34243" y="15907"/>
                    </a:lnTo>
                    <a:lnTo>
                      <a:pt x="23145" y="46863"/>
                    </a:lnTo>
                    <a:close/>
                  </a:path>
                </a:pathLst>
              </a:custGeom>
              <a:solidFill>
                <a:schemeClr val="tx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A1D8C242-B84F-0232-0C99-65F16140AED0}"/>
                  </a:ext>
                </a:extLst>
              </p:cNvPr>
              <p:cNvSpPr/>
              <p:nvPr/>
            </p:nvSpPr>
            <p:spPr>
              <a:xfrm>
                <a:off x="3593169" y="2953512"/>
                <a:ext cx="15081" cy="77533"/>
              </a:xfrm>
              <a:custGeom>
                <a:avLst/>
                <a:gdLst>
                  <a:gd name="connsiteX0" fmla="*/ 0 w 15081"/>
                  <a:gd name="connsiteY0" fmla="*/ 68294 h 77533"/>
                  <a:gd name="connsiteX1" fmla="*/ 0 w 15081"/>
                  <a:gd name="connsiteY1" fmla="*/ 9239 h 77533"/>
                  <a:gd name="connsiteX2" fmla="*/ 2087 w 15081"/>
                  <a:gd name="connsiteY2" fmla="*/ 2286 h 77533"/>
                  <a:gd name="connsiteX3" fmla="*/ 7494 w 15081"/>
                  <a:gd name="connsiteY3" fmla="*/ 0 h 77533"/>
                  <a:gd name="connsiteX4" fmla="*/ 12995 w 15081"/>
                  <a:gd name="connsiteY4" fmla="*/ 2286 h 77533"/>
                  <a:gd name="connsiteX5" fmla="*/ 15082 w 15081"/>
                  <a:gd name="connsiteY5" fmla="*/ 9239 h 77533"/>
                  <a:gd name="connsiteX6" fmla="*/ 15082 w 15081"/>
                  <a:gd name="connsiteY6" fmla="*/ 68294 h 77533"/>
                  <a:gd name="connsiteX7" fmla="*/ 12995 w 15081"/>
                  <a:gd name="connsiteY7" fmla="*/ 75248 h 77533"/>
                  <a:gd name="connsiteX8" fmla="*/ 7494 w 15081"/>
                  <a:gd name="connsiteY8" fmla="*/ 77533 h 77533"/>
                  <a:gd name="connsiteX9" fmla="*/ 2087 w 15081"/>
                  <a:gd name="connsiteY9" fmla="*/ 75248 h 77533"/>
                  <a:gd name="connsiteX10" fmla="*/ 0 w 15081"/>
                  <a:gd name="connsiteY10" fmla="*/ 68294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81" h="77533">
                    <a:moveTo>
                      <a:pt x="0" y="68294"/>
                    </a:moveTo>
                    <a:lnTo>
                      <a:pt x="0" y="9239"/>
                    </a:lnTo>
                    <a:cubicBezTo>
                      <a:pt x="0" y="6191"/>
                      <a:pt x="664" y="3905"/>
                      <a:pt x="2087" y="2286"/>
                    </a:cubicBezTo>
                    <a:cubicBezTo>
                      <a:pt x="3510" y="762"/>
                      <a:pt x="5312" y="0"/>
                      <a:pt x="7494" y="0"/>
                    </a:cubicBezTo>
                    <a:cubicBezTo>
                      <a:pt x="9675" y="0"/>
                      <a:pt x="11572" y="762"/>
                      <a:pt x="12995" y="2286"/>
                    </a:cubicBezTo>
                    <a:cubicBezTo>
                      <a:pt x="14418" y="3810"/>
                      <a:pt x="15082" y="6096"/>
                      <a:pt x="15082" y="9239"/>
                    </a:cubicBezTo>
                    <a:lnTo>
                      <a:pt x="15082" y="68294"/>
                    </a:lnTo>
                    <a:cubicBezTo>
                      <a:pt x="15082" y="71438"/>
                      <a:pt x="14418" y="73723"/>
                      <a:pt x="12995" y="75248"/>
                    </a:cubicBezTo>
                    <a:cubicBezTo>
                      <a:pt x="11572" y="76771"/>
                      <a:pt x="9770" y="77533"/>
                      <a:pt x="7494" y="77533"/>
                    </a:cubicBezTo>
                    <a:cubicBezTo>
                      <a:pt x="5217" y="77533"/>
                      <a:pt x="3510" y="76771"/>
                      <a:pt x="2087" y="75248"/>
                    </a:cubicBezTo>
                    <a:cubicBezTo>
                      <a:pt x="664" y="73723"/>
                      <a:pt x="0" y="71342"/>
                      <a:pt x="0" y="68294"/>
                    </a:cubicBezTo>
                    <a:close/>
                  </a:path>
                </a:pathLst>
              </a:custGeom>
              <a:solidFill>
                <a:schemeClr val="tx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89" name="Graphic 163">
              <a:extLst>
                <a:ext uri="{FF2B5EF4-FFF2-40B4-BE49-F238E27FC236}">
                  <a16:creationId xmlns:a16="http://schemas.microsoft.com/office/drawing/2014/main" id="{5DC15CBB-7B70-3336-2E34-9DD38CE9DECA}"/>
                </a:ext>
              </a:extLst>
            </p:cNvPr>
            <p:cNvGrpSpPr/>
            <p:nvPr/>
          </p:nvGrpSpPr>
          <p:grpSpPr>
            <a:xfrm>
              <a:off x="3501287" y="2694813"/>
              <a:ext cx="424569" cy="400621"/>
              <a:chOff x="3349298" y="2802921"/>
              <a:chExt cx="424569" cy="400621"/>
            </a:xfrm>
            <a:solidFill>
              <a:srgbClr val="969696"/>
            </a:solidFill>
          </p:grpSpPr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C11DFBC9-8CEA-19D1-FE56-3A67603F9DAE}"/>
                  </a:ext>
                </a:extLst>
              </p:cNvPr>
              <p:cNvSpPr/>
              <p:nvPr/>
            </p:nvSpPr>
            <p:spPr>
              <a:xfrm>
                <a:off x="3476308" y="2906934"/>
                <a:ext cx="176809" cy="177545"/>
              </a:xfrm>
              <a:custGeom>
                <a:avLst/>
                <a:gdLst>
                  <a:gd name="connsiteX0" fmla="*/ 144464 w 176809"/>
                  <a:gd name="connsiteY0" fmla="*/ 0 h 177545"/>
                  <a:gd name="connsiteX1" fmla="*/ 32346 w 176809"/>
                  <a:gd name="connsiteY1" fmla="*/ 0 h 177545"/>
                  <a:gd name="connsiteX2" fmla="*/ 0 w 176809"/>
                  <a:gd name="connsiteY2" fmla="*/ 32480 h 177545"/>
                  <a:gd name="connsiteX3" fmla="*/ 0 w 176809"/>
                  <a:gd name="connsiteY3" fmla="*/ 145066 h 177545"/>
                  <a:gd name="connsiteX4" fmla="*/ 32346 w 176809"/>
                  <a:gd name="connsiteY4" fmla="*/ 177546 h 177545"/>
                  <a:gd name="connsiteX5" fmla="*/ 144464 w 176809"/>
                  <a:gd name="connsiteY5" fmla="*/ 177546 h 177545"/>
                  <a:gd name="connsiteX6" fmla="*/ 176809 w 176809"/>
                  <a:gd name="connsiteY6" fmla="*/ 145066 h 177545"/>
                  <a:gd name="connsiteX7" fmla="*/ 176809 w 176809"/>
                  <a:gd name="connsiteY7" fmla="*/ 32480 h 177545"/>
                  <a:gd name="connsiteX8" fmla="*/ 144464 w 176809"/>
                  <a:gd name="connsiteY8" fmla="*/ 0 h 177545"/>
                  <a:gd name="connsiteX9" fmla="*/ 162581 w 176809"/>
                  <a:gd name="connsiteY9" fmla="*/ 145161 h 177545"/>
                  <a:gd name="connsiteX10" fmla="*/ 144464 w 176809"/>
                  <a:gd name="connsiteY10" fmla="*/ 163354 h 177545"/>
                  <a:gd name="connsiteX11" fmla="*/ 32346 w 176809"/>
                  <a:gd name="connsiteY11" fmla="*/ 163354 h 177545"/>
                  <a:gd name="connsiteX12" fmla="*/ 14228 w 176809"/>
                  <a:gd name="connsiteY12" fmla="*/ 145161 h 177545"/>
                  <a:gd name="connsiteX13" fmla="*/ 14228 w 176809"/>
                  <a:gd name="connsiteY13" fmla="*/ 32575 h 177545"/>
                  <a:gd name="connsiteX14" fmla="*/ 32346 w 176809"/>
                  <a:gd name="connsiteY14" fmla="*/ 14383 h 177545"/>
                  <a:gd name="connsiteX15" fmla="*/ 144464 w 176809"/>
                  <a:gd name="connsiteY15" fmla="*/ 14383 h 177545"/>
                  <a:gd name="connsiteX16" fmla="*/ 162581 w 176809"/>
                  <a:gd name="connsiteY16" fmla="*/ 32575 h 177545"/>
                  <a:gd name="connsiteX17" fmla="*/ 162581 w 176809"/>
                  <a:gd name="connsiteY17" fmla="*/ 145161 h 177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809" h="177545">
                    <a:moveTo>
                      <a:pt x="144464" y="0"/>
                    </a:moveTo>
                    <a:lnTo>
                      <a:pt x="32346" y="0"/>
                    </a:lnTo>
                    <a:cubicBezTo>
                      <a:pt x="14513" y="0"/>
                      <a:pt x="0" y="14573"/>
                      <a:pt x="0" y="32480"/>
                    </a:cubicBezTo>
                    <a:lnTo>
                      <a:pt x="0" y="145066"/>
                    </a:lnTo>
                    <a:cubicBezTo>
                      <a:pt x="0" y="162973"/>
                      <a:pt x="14513" y="177546"/>
                      <a:pt x="32346" y="177546"/>
                    </a:cubicBezTo>
                    <a:lnTo>
                      <a:pt x="144464" y="177546"/>
                    </a:lnTo>
                    <a:cubicBezTo>
                      <a:pt x="162297" y="177546"/>
                      <a:pt x="176809" y="162973"/>
                      <a:pt x="176809" y="145066"/>
                    </a:cubicBezTo>
                    <a:lnTo>
                      <a:pt x="176809" y="32480"/>
                    </a:lnTo>
                    <a:cubicBezTo>
                      <a:pt x="176809" y="14573"/>
                      <a:pt x="162297" y="0"/>
                      <a:pt x="144464" y="0"/>
                    </a:cubicBezTo>
                    <a:close/>
                    <a:moveTo>
                      <a:pt x="162581" y="145161"/>
                    </a:moveTo>
                    <a:cubicBezTo>
                      <a:pt x="162581" y="155162"/>
                      <a:pt x="154424" y="163354"/>
                      <a:pt x="144464" y="163354"/>
                    </a:cubicBezTo>
                    <a:lnTo>
                      <a:pt x="32346" y="163354"/>
                    </a:lnTo>
                    <a:cubicBezTo>
                      <a:pt x="22386" y="163354"/>
                      <a:pt x="14228" y="155162"/>
                      <a:pt x="14228" y="145161"/>
                    </a:cubicBezTo>
                    <a:lnTo>
                      <a:pt x="14228" y="32575"/>
                    </a:lnTo>
                    <a:cubicBezTo>
                      <a:pt x="14228" y="22574"/>
                      <a:pt x="22386" y="14383"/>
                      <a:pt x="32346" y="14383"/>
                    </a:cubicBezTo>
                    <a:lnTo>
                      <a:pt x="144464" y="14383"/>
                    </a:lnTo>
                    <a:cubicBezTo>
                      <a:pt x="154424" y="14383"/>
                      <a:pt x="162581" y="22574"/>
                      <a:pt x="162581" y="32575"/>
                    </a:cubicBezTo>
                    <a:lnTo>
                      <a:pt x="162581" y="145161"/>
                    </a:lnTo>
                    <a:close/>
                  </a:path>
                </a:pathLst>
              </a:custGeom>
              <a:solidFill>
                <a:schemeClr val="tx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543C4A9-27DD-3338-6971-268E5FA999D7}"/>
                  </a:ext>
                </a:extLst>
              </p:cNvPr>
              <p:cNvSpPr/>
              <p:nvPr/>
            </p:nvSpPr>
            <p:spPr>
              <a:xfrm>
                <a:off x="3349298" y="2802921"/>
                <a:ext cx="424569" cy="400621"/>
              </a:xfrm>
              <a:custGeom>
                <a:avLst/>
                <a:gdLst>
                  <a:gd name="connsiteX0" fmla="*/ 402564 w 424569"/>
                  <a:gd name="connsiteY0" fmla="*/ 228410 h 400621"/>
                  <a:gd name="connsiteX1" fmla="*/ 382644 w 424569"/>
                  <a:gd name="connsiteY1" fmla="*/ 242030 h 400621"/>
                  <a:gd name="connsiteX2" fmla="*/ 334268 w 424569"/>
                  <a:gd name="connsiteY2" fmla="*/ 242030 h 400621"/>
                  <a:gd name="connsiteX3" fmla="*/ 334268 w 424569"/>
                  <a:gd name="connsiteY3" fmla="*/ 200787 h 400621"/>
                  <a:gd name="connsiteX4" fmla="*/ 402658 w 424569"/>
                  <a:gd name="connsiteY4" fmla="*/ 200787 h 400621"/>
                  <a:gd name="connsiteX5" fmla="*/ 409773 w 424569"/>
                  <a:gd name="connsiteY5" fmla="*/ 193643 h 400621"/>
                  <a:gd name="connsiteX6" fmla="*/ 402658 w 424569"/>
                  <a:gd name="connsiteY6" fmla="*/ 186499 h 400621"/>
                  <a:gd name="connsiteX7" fmla="*/ 334268 w 424569"/>
                  <a:gd name="connsiteY7" fmla="*/ 186499 h 400621"/>
                  <a:gd name="connsiteX8" fmla="*/ 334268 w 424569"/>
                  <a:gd name="connsiteY8" fmla="*/ 145256 h 400621"/>
                  <a:gd name="connsiteX9" fmla="*/ 382455 w 424569"/>
                  <a:gd name="connsiteY9" fmla="*/ 145256 h 400621"/>
                  <a:gd name="connsiteX10" fmla="*/ 402658 w 424569"/>
                  <a:gd name="connsiteY10" fmla="*/ 159734 h 400621"/>
                  <a:gd name="connsiteX11" fmla="*/ 424191 w 424569"/>
                  <a:gd name="connsiteY11" fmla="*/ 138112 h 400621"/>
                  <a:gd name="connsiteX12" fmla="*/ 402658 w 424569"/>
                  <a:gd name="connsiteY12" fmla="*/ 116491 h 400621"/>
                  <a:gd name="connsiteX13" fmla="*/ 382455 w 424569"/>
                  <a:gd name="connsiteY13" fmla="*/ 130969 h 400621"/>
                  <a:gd name="connsiteX14" fmla="*/ 334268 w 424569"/>
                  <a:gd name="connsiteY14" fmla="*/ 130969 h 400621"/>
                  <a:gd name="connsiteX15" fmla="*/ 334268 w 424569"/>
                  <a:gd name="connsiteY15" fmla="*/ 106966 h 400621"/>
                  <a:gd name="connsiteX16" fmla="*/ 301069 w 424569"/>
                  <a:gd name="connsiteY16" fmla="*/ 73628 h 400621"/>
                  <a:gd name="connsiteX17" fmla="*/ 279063 w 424569"/>
                  <a:gd name="connsiteY17" fmla="*/ 73628 h 400621"/>
                  <a:gd name="connsiteX18" fmla="*/ 279063 w 424569"/>
                  <a:gd name="connsiteY18" fmla="*/ 10573 h 400621"/>
                  <a:gd name="connsiteX19" fmla="*/ 271949 w 424569"/>
                  <a:gd name="connsiteY19" fmla="*/ 3429 h 400621"/>
                  <a:gd name="connsiteX20" fmla="*/ 264835 w 424569"/>
                  <a:gd name="connsiteY20" fmla="*/ 10573 h 400621"/>
                  <a:gd name="connsiteX21" fmla="*/ 264835 w 424569"/>
                  <a:gd name="connsiteY21" fmla="*/ 73628 h 400621"/>
                  <a:gd name="connsiteX22" fmla="*/ 223762 w 424569"/>
                  <a:gd name="connsiteY22" fmla="*/ 73628 h 400621"/>
                  <a:gd name="connsiteX23" fmla="*/ 223762 w 424569"/>
                  <a:gd name="connsiteY23" fmla="*/ 41910 h 400621"/>
                  <a:gd name="connsiteX24" fmla="*/ 238180 w 424569"/>
                  <a:gd name="connsiteY24" fmla="*/ 21622 h 400621"/>
                  <a:gd name="connsiteX25" fmla="*/ 216648 w 424569"/>
                  <a:gd name="connsiteY25" fmla="*/ 0 h 400621"/>
                  <a:gd name="connsiteX26" fmla="*/ 195116 w 424569"/>
                  <a:gd name="connsiteY26" fmla="*/ 21622 h 400621"/>
                  <a:gd name="connsiteX27" fmla="*/ 209534 w 424569"/>
                  <a:gd name="connsiteY27" fmla="*/ 41910 h 400621"/>
                  <a:gd name="connsiteX28" fmla="*/ 209534 w 424569"/>
                  <a:gd name="connsiteY28" fmla="*/ 73628 h 400621"/>
                  <a:gd name="connsiteX29" fmla="*/ 168462 w 424569"/>
                  <a:gd name="connsiteY29" fmla="*/ 73628 h 400621"/>
                  <a:gd name="connsiteX30" fmla="*/ 168462 w 424569"/>
                  <a:gd name="connsiteY30" fmla="*/ 10573 h 400621"/>
                  <a:gd name="connsiteX31" fmla="*/ 161348 w 424569"/>
                  <a:gd name="connsiteY31" fmla="*/ 3429 h 400621"/>
                  <a:gd name="connsiteX32" fmla="*/ 154234 w 424569"/>
                  <a:gd name="connsiteY32" fmla="*/ 10573 h 400621"/>
                  <a:gd name="connsiteX33" fmla="*/ 154234 w 424569"/>
                  <a:gd name="connsiteY33" fmla="*/ 73628 h 400621"/>
                  <a:gd name="connsiteX34" fmla="*/ 128433 w 424569"/>
                  <a:gd name="connsiteY34" fmla="*/ 73628 h 400621"/>
                  <a:gd name="connsiteX35" fmla="*/ 95234 w 424569"/>
                  <a:gd name="connsiteY35" fmla="*/ 106966 h 400621"/>
                  <a:gd name="connsiteX36" fmla="*/ 95234 w 424569"/>
                  <a:gd name="connsiteY36" fmla="*/ 130969 h 400621"/>
                  <a:gd name="connsiteX37" fmla="*/ 41736 w 424569"/>
                  <a:gd name="connsiteY37" fmla="*/ 130969 h 400621"/>
                  <a:gd name="connsiteX38" fmla="*/ 21532 w 424569"/>
                  <a:gd name="connsiteY38" fmla="*/ 116491 h 400621"/>
                  <a:gd name="connsiteX39" fmla="*/ 0 w 424569"/>
                  <a:gd name="connsiteY39" fmla="*/ 138112 h 400621"/>
                  <a:gd name="connsiteX40" fmla="*/ 21532 w 424569"/>
                  <a:gd name="connsiteY40" fmla="*/ 159734 h 400621"/>
                  <a:gd name="connsiteX41" fmla="*/ 41736 w 424569"/>
                  <a:gd name="connsiteY41" fmla="*/ 145256 h 400621"/>
                  <a:gd name="connsiteX42" fmla="*/ 95234 w 424569"/>
                  <a:gd name="connsiteY42" fmla="*/ 145256 h 400621"/>
                  <a:gd name="connsiteX43" fmla="*/ 95234 w 424569"/>
                  <a:gd name="connsiteY43" fmla="*/ 186499 h 400621"/>
                  <a:gd name="connsiteX44" fmla="*/ 26844 w 424569"/>
                  <a:gd name="connsiteY44" fmla="*/ 186499 h 400621"/>
                  <a:gd name="connsiteX45" fmla="*/ 19730 w 424569"/>
                  <a:gd name="connsiteY45" fmla="*/ 193643 h 400621"/>
                  <a:gd name="connsiteX46" fmla="*/ 26844 w 424569"/>
                  <a:gd name="connsiteY46" fmla="*/ 200787 h 400621"/>
                  <a:gd name="connsiteX47" fmla="*/ 95234 w 424569"/>
                  <a:gd name="connsiteY47" fmla="*/ 200787 h 400621"/>
                  <a:gd name="connsiteX48" fmla="*/ 95234 w 424569"/>
                  <a:gd name="connsiteY48" fmla="*/ 242030 h 400621"/>
                  <a:gd name="connsiteX49" fmla="*/ 41452 w 424569"/>
                  <a:gd name="connsiteY49" fmla="*/ 242030 h 400621"/>
                  <a:gd name="connsiteX50" fmla="*/ 21532 w 424569"/>
                  <a:gd name="connsiteY50" fmla="*/ 228410 h 400621"/>
                  <a:gd name="connsiteX51" fmla="*/ 0 w 424569"/>
                  <a:gd name="connsiteY51" fmla="*/ 250031 h 400621"/>
                  <a:gd name="connsiteX52" fmla="*/ 21532 w 424569"/>
                  <a:gd name="connsiteY52" fmla="*/ 271653 h 400621"/>
                  <a:gd name="connsiteX53" fmla="*/ 42021 w 424569"/>
                  <a:gd name="connsiteY53" fmla="*/ 256318 h 400621"/>
                  <a:gd name="connsiteX54" fmla="*/ 95329 w 424569"/>
                  <a:gd name="connsiteY54" fmla="*/ 256318 h 400621"/>
                  <a:gd name="connsiteX55" fmla="*/ 95329 w 424569"/>
                  <a:gd name="connsiteY55" fmla="*/ 280321 h 400621"/>
                  <a:gd name="connsiteX56" fmla="*/ 128528 w 424569"/>
                  <a:gd name="connsiteY56" fmla="*/ 313658 h 400621"/>
                  <a:gd name="connsiteX57" fmla="*/ 155752 w 424569"/>
                  <a:gd name="connsiteY57" fmla="*/ 313658 h 400621"/>
                  <a:gd name="connsiteX58" fmla="*/ 154424 w 424569"/>
                  <a:gd name="connsiteY58" fmla="*/ 317659 h 400621"/>
                  <a:gd name="connsiteX59" fmla="*/ 154424 w 424569"/>
                  <a:gd name="connsiteY59" fmla="*/ 387858 h 400621"/>
                  <a:gd name="connsiteX60" fmla="*/ 161538 w 424569"/>
                  <a:gd name="connsiteY60" fmla="*/ 395002 h 400621"/>
                  <a:gd name="connsiteX61" fmla="*/ 168652 w 424569"/>
                  <a:gd name="connsiteY61" fmla="*/ 387858 h 400621"/>
                  <a:gd name="connsiteX62" fmla="*/ 168652 w 424569"/>
                  <a:gd name="connsiteY62" fmla="*/ 317659 h 400621"/>
                  <a:gd name="connsiteX63" fmla="*/ 167324 w 424569"/>
                  <a:gd name="connsiteY63" fmla="*/ 313658 h 400621"/>
                  <a:gd name="connsiteX64" fmla="*/ 211147 w 424569"/>
                  <a:gd name="connsiteY64" fmla="*/ 313658 h 400621"/>
                  <a:gd name="connsiteX65" fmla="*/ 209819 w 424569"/>
                  <a:gd name="connsiteY65" fmla="*/ 317659 h 400621"/>
                  <a:gd name="connsiteX66" fmla="*/ 209819 w 424569"/>
                  <a:gd name="connsiteY66" fmla="*/ 358712 h 400621"/>
                  <a:gd name="connsiteX67" fmla="*/ 195401 w 424569"/>
                  <a:gd name="connsiteY67" fmla="*/ 379000 h 400621"/>
                  <a:gd name="connsiteX68" fmla="*/ 216933 w 424569"/>
                  <a:gd name="connsiteY68" fmla="*/ 400622 h 400621"/>
                  <a:gd name="connsiteX69" fmla="*/ 238465 w 424569"/>
                  <a:gd name="connsiteY69" fmla="*/ 379000 h 400621"/>
                  <a:gd name="connsiteX70" fmla="*/ 224047 w 424569"/>
                  <a:gd name="connsiteY70" fmla="*/ 358712 h 400621"/>
                  <a:gd name="connsiteX71" fmla="*/ 224047 w 424569"/>
                  <a:gd name="connsiteY71" fmla="*/ 317659 h 400621"/>
                  <a:gd name="connsiteX72" fmla="*/ 222719 w 424569"/>
                  <a:gd name="connsiteY72" fmla="*/ 313658 h 400621"/>
                  <a:gd name="connsiteX73" fmla="*/ 266542 w 424569"/>
                  <a:gd name="connsiteY73" fmla="*/ 313658 h 400621"/>
                  <a:gd name="connsiteX74" fmla="*/ 265214 w 424569"/>
                  <a:gd name="connsiteY74" fmla="*/ 317659 h 400621"/>
                  <a:gd name="connsiteX75" fmla="*/ 265214 w 424569"/>
                  <a:gd name="connsiteY75" fmla="*/ 387858 h 400621"/>
                  <a:gd name="connsiteX76" fmla="*/ 272328 w 424569"/>
                  <a:gd name="connsiteY76" fmla="*/ 395002 h 400621"/>
                  <a:gd name="connsiteX77" fmla="*/ 279442 w 424569"/>
                  <a:gd name="connsiteY77" fmla="*/ 387858 h 400621"/>
                  <a:gd name="connsiteX78" fmla="*/ 279442 w 424569"/>
                  <a:gd name="connsiteY78" fmla="*/ 317659 h 400621"/>
                  <a:gd name="connsiteX79" fmla="*/ 278114 w 424569"/>
                  <a:gd name="connsiteY79" fmla="*/ 313658 h 400621"/>
                  <a:gd name="connsiteX80" fmla="*/ 301448 w 424569"/>
                  <a:gd name="connsiteY80" fmla="*/ 313658 h 400621"/>
                  <a:gd name="connsiteX81" fmla="*/ 334648 w 424569"/>
                  <a:gd name="connsiteY81" fmla="*/ 280321 h 400621"/>
                  <a:gd name="connsiteX82" fmla="*/ 334648 w 424569"/>
                  <a:gd name="connsiteY82" fmla="*/ 256318 h 400621"/>
                  <a:gd name="connsiteX83" fmla="*/ 382549 w 424569"/>
                  <a:gd name="connsiteY83" fmla="*/ 256318 h 400621"/>
                  <a:gd name="connsiteX84" fmla="*/ 403038 w 424569"/>
                  <a:gd name="connsiteY84" fmla="*/ 271653 h 400621"/>
                  <a:gd name="connsiteX85" fmla="*/ 424570 w 424569"/>
                  <a:gd name="connsiteY85" fmla="*/ 250031 h 400621"/>
                  <a:gd name="connsiteX86" fmla="*/ 403038 w 424569"/>
                  <a:gd name="connsiteY86" fmla="*/ 228410 h 400621"/>
                  <a:gd name="connsiteX87" fmla="*/ 402564 w 424569"/>
                  <a:gd name="connsiteY87" fmla="*/ 128778 h 400621"/>
                  <a:gd name="connsiteX88" fmla="*/ 411765 w 424569"/>
                  <a:gd name="connsiteY88" fmla="*/ 138017 h 400621"/>
                  <a:gd name="connsiteX89" fmla="*/ 402564 w 424569"/>
                  <a:gd name="connsiteY89" fmla="*/ 147257 h 400621"/>
                  <a:gd name="connsiteX90" fmla="*/ 393837 w 424569"/>
                  <a:gd name="connsiteY90" fmla="*/ 140399 h 400621"/>
                  <a:gd name="connsiteX91" fmla="*/ 394311 w 424569"/>
                  <a:gd name="connsiteY91" fmla="*/ 138017 h 400621"/>
                  <a:gd name="connsiteX92" fmla="*/ 393837 w 424569"/>
                  <a:gd name="connsiteY92" fmla="*/ 135636 h 400621"/>
                  <a:gd name="connsiteX93" fmla="*/ 402564 w 424569"/>
                  <a:gd name="connsiteY93" fmla="*/ 128778 h 400621"/>
                  <a:gd name="connsiteX94" fmla="*/ 216553 w 424569"/>
                  <a:gd name="connsiteY94" fmla="*/ 12382 h 400621"/>
                  <a:gd name="connsiteX95" fmla="*/ 225754 w 424569"/>
                  <a:gd name="connsiteY95" fmla="*/ 21622 h 400621"/>
                  <a:gd name="connsiteX96" fmla="*/ 218925 w 424569"/>
                  <a:gd name="connsiteY96" fmla="*/ 30385 h 400621"/>
                  <a:gd name="connsiteX97" fmla="*/ 216553 w 424569"/>
                  <a:gd name="connsiteY97" fmla="*/ 29908 h 400621"/>
                  <a:gd name="connsiteX98" fmla="*/ 214182 w 424569"/>
                  <a:gd name="connsiteY98" fmla="*/ 30385 h 400621"/>
                  <a:gd name="connsiteX99" fmla="*/ 207353 w 424569"/>
                  <a:gd name="connsiteY99" fmla="*/ 21622 h 400621"/>
                  <a:gd name="connsiteX100" fmla="*/ 216553 w 424569"/>
                  <a:gd name="connsiteY100" fmla="*/ 12382 h 400621"/>
                  <a:gd name="connsiteX101" fmla="*/ 21342 w 424569"/>
                  <a:gd name="connsiteY101" fmla="*/ 147161 h 400621"/>
                  <a:gd name="connsiteX102" fmla="*/ 12141 w 424569"/>
                  <a:gd name="connsiteY102" fmla="*/ 137922 h 400621"/>
                  <a:gd name="connsiteX103" fmla="*/ 21342 w 424569"/>
                  <a:gd name="connsiteY103" fmla="*/ 128683 h 400621"/>
                  <a:gd name="connsiteX104" fmla="*/ 30069 w 424569"/>
                  <a:gd name="connsiteY104" fmla="*/ 135541 h 400621"/>
                  <a:gd name="connsiteX105" fmla="*/ 29595 w 424569"/>
                  <a:gd name="connsiteY105" fmla="*/ 137922 h 400621"/>
                  <a:gd name="connsiteX106" fmla="*/ 30069 w 424569"/>
                  <a:gd name="connsiteY106" fmla="*/ 140303 h 400621"/>
                  <a:gd name="connsiteX107" fmla="*/ 21342 w 424569"/>
                  <a:gd name="connsiteY107" fmla="*/ 147161 h 400621"/>
                  <a:gd name="connsiteX108" fmla="*/ 21342 w 424569"/>
                  <a:gd name="connsiteY108" fmla="*/ 259175 h 400621"/>
                  <a:gd name="connsiteX109" fmla="*/ 12141 w 424569"/>
                  <a:gd name="connsiteY109" fmla="*/ 249936 h 400621"/>
                  <a:gd name="connsiteX110" fmla="*/ 21342 w 424569"/>
                  <a:gd name="connsiteY110" fmla="*/ 240697 h 400621"/>
                  <a:gd name="connsiteX111" fmla="*/ 29974 w 424569"/>
                  <a:gd name="connsiteY111" fmla="*/ 247078 h 400621"/>
                  <a:gd name="connsiteX112" fmla="*/ 29595 w 424569"/>
                  <a:gd name="connsiteY112" fmla="*/ 248984 h 400621"/>
                  <a:gd name="connsiteX113" fmla="*/ 30164 w 424569"/>
                  <a:gd name="connsiteY113" fmla="*/ 251746 h 400621"/>
                  <a:gd name="connsiteX114" fmla="*/ 21342 w 424569"/>
                  <a:gd name="connsiteY114" fmla="*/ 258985 h 400621"/>
                  <a:gd name="connsiteX115" fmla="*/ 216553 w 424569"/>
                  <a:gd name="connsiteY115" fmla="*/ 388144 h 400621"/>
                  <a:gd name="connsiteX116" fmla="*/ 207353 w 424569"/>
                  <a:gd name="connsiteY116" fmla="*/ 378905 h 400621"/>
                  <a:gd name="connsiteX117" fmla="*/ 214182 w 424569"/>
                  <a:gd name="connsiteY117" fmla="*/ 370141 h 400621"/>
                  <a:gd name="connsiteX118" fmla="*/ 216553 w 424569"/>
                  <a:gd name="connsiteY118" fmla="*/ 370618 h 400621"/>
                  <a:gd name="connsiteX119" fmla="*/ 218925 w 424569"/>
                  <a:gd name="connsiteY119" fmla="*/ 370141 h 400621"/>
                  <a:gd name="connsiteX120" fmla="*/ 225754 w 424569"/>
                  <a:gd name="connsiteY120" fmla="*/ 378905 h 400621"/>
                  <a:gd name="connsiteX121" fmla="*/ 216553 w 424569"/>
                  <a:gd name="connsiteY121" fmla="*/ 388144 h 400621"/>
                  <a:gd name="connsiteX122" fmla="*/ 320040 w 424569"/>
                  <a:gd name="connsiteY122" fmla="*/ 280226 h 400621"/>
                  <a:gd name="connsiteX123" fmla="*/ 301069 w 424569"/>
                  <a:gd name="connsiteY123" fmla="*/ 299276 h 400621"/>
                  <a:gd name="connsiteX124" fmla="*/ 128338 w 424569"/>
                  <a:gd name="connsiteY124" fmla="*/ 299276 h 400621"/>
                  <a:gd name="connsiteX125" fmla="*/ 109368 w 424569"/>
                  <a:gd name="connsiteY125" fmla="*/ 280226 h 400621"/>
                  <a:gd name="connsiteX126" fmla="*/ 109368 w 424569"/>
                  <a:gd name="connsiteY126" fmla="*/ 106775 h 400621"/>
                  <a:gd name="connsiteX127" fmla="*/ 128338 w 424569"/>
                  <a:gd name="connsiteY127" fmla="*/ 87725 h 400621"/>
                  <a:gd name="connsiteX128" fmla="*/ 301069 w 424569"/>
                  <a:gd name="connsiteY128" fmla="*/ 87725 h 400621"/>
                  <a:gd name="connsiteX129" fmla="*/ 320040 w 424569"/>
                  <a:gd name="connsiteY129" fmla="*/ 106775 h 400621"/>
                  <a:gd name="connsiteX130" fmla="*/ 320040 w 424569"/>
                  <a:gd name="connsiteY130" fmla="*/ 280226 h 400621"/>
                  <a:gd name="connsiteX131" fmla="*/ 402564 w 424569"/>
                  <a:gd name="connsiteY131" fmla="*/ 259175 h 400621"/>
                  <a:gd name="connsiteX132" fmla="*/ 393742 w 424569"/>
                  <a:gd name="connsiteY132" fmla="*/ 251936 h 400621"/>
                  <a:gd name="connsiteX133" fmla="*/ 394311 w 424569"/>
                  <a:gd name="connsiteY133" fmla="*/ 249174 h 400621"/>
                  <a:gd name="connsiteX134" fmla="*/ 393932 w 424569"/>
                  <a:gd name="connsiteY134" fmla="*/ 247269 h 400621"/>
                  <a:gd name="connsiteX135" fmla="*/ 402564 w 424569"/>
                  <a:gd name="connsiteY135" fmla="*/ 240887 h 400621"/>
                  <a:gd name="connsiteX136" fmla="*/ 411765 w 424569"/>
                  <a:gd name="connsiteY136" fmla="*/ 250126 h 400621"/>
                  <a:gd name="connsiteX137" fmla="*/ 402564 w 424569"/>
                  <a:gd name="connsiteY137" fmla="*/ 259366 h 40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424569" h="400621">
                    <a:moveTo>
                      <a:pt x="402564" y="228410"/>
                    </a:moveTo>
                    <a:cubicBezTo>
                      <a:pt x="393553" y="228410"/>
                      <a:pt x="385774" y="234029"/>
                      <a:pt x="382644" y="242030"/>
                    </a:cubicBezTo>
                    <a:lnTo>
                      <a:pt x="334268" y="242030"/>
                    </a:lnTo>
                    <a:lnTo>
                      <a:pt x="334268" y="200787"/>
                    </a:lnTo>
                    <a:lnTo>
                      <a:pt x="402658" y="200787"/>
                    </a:lnTo>
                    <a:cubicBezTo>
                      <a:pt x="406548" y="200787"/>
                      <a:pt x="409773" y="197549"/>
                      <a:pt x="409773" y="193643"/>
                    </a:cubicBezTo>
                    <a:cubicBezTo>
                      <a:pt x="409773" y="189738"/>
                      <a:pt x="406548" y="186499"/>
                      <a:pt x="402658" y="186499"/>
                    </a:cubicBezTo>
                    <a:lnTo>
                      <a:pt x="334268" y="186499"/>
                    </a:lnTo>
                    <a:lnTo>
                      <a:pt x="334268" y="145256"/>
                    </a:lnTo>
                    <a:lnTo>
                      <a:pt x="382455" y="145256"/>
                    </a:lnTo>
                    <a:cubicBezTo>
                      <a:pt x="385395" y="153638"/>
                      <a:pt x="393268" y="159734"/>
                      <a:pt x="402658" y="159734"/>
                    </a:cubicBezTo>
                    <a:cubicBezTo>
                      <a:pt x="414515" y="159734"/>
                      <a:pt x="424191" y="150019"/>
                      <a:pt x="424191" y="138112"/>
                    </a:cubicBezTo>
                    <a:cubicBezTo>
                      <a:pt x="424191" y="126206"/>
                      <a:pt x="414515" y="116491"/>
                      <a:pt x="402658" y="116491"/>
                    </a:cubicBezTo>
                    <a:cubicBezTo>
                      <a:pt x="393268" y="116491"/>
                      <a:pt x="385395" y="122587"/>
                      <a:pt x="382455" y="130969"/>
                    </a:cubicBezTo>
                    <a:lnTo>
                      <a:pt x="334268" y="130969"/>
                    </a:lnTo>
                    <a:lnTo>
                      <a:pt x="334268" y="106966"/>
                    </a:lnTo>
                    <a:cubicBezTo>
                      <a:pt x="334268" y="88582"/>
                      <a:pt x="319376" y="73628"/>
                      <a:pt x="301069" y="73628"/>
                    </a:cubicBezTo>
                    <a:lnTo>
                      <a:pt x="279063" y="73628"/>
                    </a:lnTo>
                    <a:lnTo>
                      <a:pt x="279063" y="10573"/>
                    </a:lnTo>
                    <a:cubicBezTo>
                      <a:pt x="279063" y="6668"/>
                      <a:pt x="275838" y="3429"/>
                      <a:pt x="271949" y="3429"/>
                    </a:cubicBezTo>
                    <a:cubicBezTo>
                      <a:pt x="268060" y="3429"/>
                      <a:pt x="264835" y="6668"/>
                      <a:pt x="264835" y="10573"/>
                    </a:cubicBezTo>
                    <a:lnTo>
                      <a:pt x="264835" y="73628"/>
                    </a:lnTo>
                    <a:lnTo>
                      <a:pt x="223762" y="73628"/>
                    </a:lnTo>
                    <a:lnTo>
                      <a:pt x="223762" y="41910"/>
                    </a:lnTo>
                    <a:cubicBezTo>
                      <a:pt x="232110" y="38957"/>
                      <a:pt x="238180" y="31051"/>
                      <a:pt x="238180" y="21622"/>
                    </a:cubicBezTo>
                    <a:cubicBezTo>
                      <a:pt x="238180" y="9716"/>
                      <a:pt x="228505" y="0"/>
                      <a:pt x="216648" y="0"/>
                    </a:cubicBezTo>
                    <a:cubicBezTo>
                      <a:pt x="204791" y="0"/>
                      <a:pt x="195116" y="9716"/>
                      <a:pt x="195116" y="21622"/>
                    </a:cubicBezTo>
                    <a:cubicBezTo>
                      <a:pt x="195116" y="31051"/>
                      <a:pt x="201187" y="38957"/>
                      <a:pt x="209534" y="41910"/>
                    </a:cubicBezTo>
                    <a:lnTo>
                      <a:pt x="209534" y="73628"/>
                    </a:lnTo>
                    <a:lnTo>
                      <a:pt x="168462" y="73628"/>
                    </a:lnTo>
                    <a:lnTo>
                      <a:pt x="168462" y="10573"/>
                    </a:lnTo>
                    <a:cubicBezTo>
                      <a:pt x="168462" y="6668"/>
                      <a:pt x="165237" y="3429"/>
                      <a:pt x="161348" y="3429"/>
                    </a:cubicBezTo>
                    <a:cubicBezTo>
                      <a:pt x="157459" y="3429"/>
                      <a:pt x="154234" y="6668"/>
                      <a:pt x="154234" y="10573"/>
                    </a:cubicBezTo>
                    <a:lnTo>
                      <a:pt x="154234" y="73628"/>
                    </a:lnTo>
                    <a:lnTo>
                      <a:pt x="128433" y="73628"/>
                    </a:lnTo>
                    <a:cubicBezTo>
                      <a:pt x="110126" y="73628"/>
                      <a:pt x="95234" y="88582"/>
                      <a:pt x="95234" y="106966"/>
                    </a:cubicBezTo>
                    <a:lnTo>
                      <a:pt x="95234" y="130969"/>
                    </a:lnTo>
                    <a:lnTo>
                      <a:pt x="41736" y="130969"/>
                    </a:lnTo>
                    <a:cubicBezTo>
                      <a:pt x="38796" y="122587"/>
                      <a:pt x="30923" y="116491"/>
                      <a:pt x="21532" y="116491"/>
                    </a:cubicBezTo>
                    <a:cubicBezTo>
                      <a:pt x="9675" y="116491"/>
                      <a:pt x="0" y="126206"/>
                      <a:pt x="0" y="138112"/>
                    </a:cubicBezTo>
                    <a:cubicBezTo>
                      <a:pt x="0" y="150019"/>
                      <a:pt x="9675" y="159734"/>
                      <a:pt x="21532" y="159734"/>
                    </a:cubicBezTo>
                    <a:cubicBezTo>
                      <a:pt x="30923" y="159734"/>
                      <a:pt x="38796" y="153638"/>
                      <a:pt x="41736" y="145256"/>
                    </a:cubicBezTo>
                    <a:lnTo>
                      <a:pt x="95234" y="145256"/>
                    </a:lnTo>
                    <a:lnTo>
                      <a:pt x="95234" y="186499"/>
                    </a:lnTo>
                    <a:lnTo>
                      <a:pt x="26844" y="186499"/>
                    </a:lnTo>
                    <a:cubicBezTo>
                      <a:pt x="22955" y="186499"/>
                      <a:pt x="19730" y="189738"/>
                      <a:pt x="19730" y="193643"/>
                    </a:cubicBezTo>
                    <a:cubicBezTo>
                      <a:pt x="19730" y="197549"/>
                      <a:pt x="22955" y="200787"/>
                      <a:pt x="26844" y="200787"/>
                    </a:cubicBezTo>
                    <a:lnTo>
                      <a:pt x="95234" y="200787"/>
                    </a:lnTo>
                    <a:lnTo>
                      <a:pt x="95234" y="242030"/>
                    </a:lnTo>
                    <a:lnTo>
                      <a:pt x="41452" y="242030"/>
                    </a:lnTo>
                    <a:cubicBezTo>
                      <a:pt x="38321" y="234124"/>
                      <a:pt x="30543" y="228410"/>
                      <a:pt x="21532" y="228410"/>
                    </a:cubicBezTo>
                    <a:cubicBezTo>
                      <a:pt x="9675" y="228410"/>
                      <a:pt x="0" y="238125"/>
                      <a:pt x="0" y="250031"/>
                    </a:cubicBezTo>
                    <a:cubicBezTo>
                      <a:pt x="0" y="261937"/>
                      <a:pt x="9675" y="271653"/>
                      <a:pt x="21532" y="271653"/>
                    </a:cubicBezTo>
                    <a:cubicBezTo>
                      <a:pt x="31207" y="271653"/>
                      <a:pt x="39270" y="265176"/>
                      <a:pt x="42021" y="256318"/>
                    </a:cubicBezTo>
                    <a:lnTo>
                      <a:pt x="95329" y="256318"/>
                    </a:lnTo>
                    <a:lnTo>
                      <a:pt x="95329" y="280321"/>
                    </a:lnTo>
                    <a:cubicBezTo>
                      <a:pt x="95329" y="298704"/>
                      <a:pt x="110221" y="313658"/>
                      <a:pt x="128528" y="313658"/>
                    </a:cubicBezTo>
                    <a:lnTo>
                      <a:pt x="155752" y="313658"/>
                    </a:lnTo>
                    <a:cubicBezTo>
                      <a:pt x="154993" y="314801"/>
                      <a:pt x="154424" y="316135"/>
                      <a:pt x="154424" y="317659"/>
                    </a:cubicBezTo>
                    <a:lnTo>
                      <a:pt x="154424" y="387858"/>
                    </a:lnTo>
                    <a:cubicBezTo>
                      <a:pt x="154424" y="391763"/>
                      <a:pt x="157649" y="395002"/>
                      <a:pt x="161538" y="395002"/>
                    </a:cubicBezTo>
                    <a:cubicBezTo>
                      <a:pt x="165427" y="395002"/>
                      <a:pt x="168652" y="391763"/>
                      <a:pt x="168652" y="387858"/>
                    </a:cubicBezTo>
                    <a:lnTo>
                      <a:pt x="168652" y="317659"/>
                    </a:lnTo>
                    <a:cubicBezTo>
                      <a:pt x="168652" y="316135"/>
                      <a:pt x="168083" y="314801"/>
                      <a:pt x="167324" y="313658"/>
                    </a:cubicBezTo>
                    <a:lnTo>
                      <a:pt x="211147" y="313658"/>
                    </a:lnTo>
                    <a:cubicBezTo>
                      <a:pt x="210388" y="314801"/>
                      <a:pt x="209819" y="316135"/>
                      <a:pt x="209819" y="317659"/>
                    </a:cubicBezTo>
                    <a:lnTo>
                      <a:pt x="209819" y="358712"/>
                    </a:lnTo>
                    <a:cubicBezTo>
                      <a:pt x="201472" y="361664"/>
                      <a:pt x="195401" y="369570"/>
                      <a:pt x="195401" y="379000"/>
                    </a:cubicBezTo>
                    <a:cubicBezTo>
                      <a:pt x="195401" y="390906"/>
                      <a:pt x="205076" y="400622"/>
                      <a:pt x="216933" y="400622"/>
                    </a:cubicBezTo>
                    <a:cubicBezTo>
                      <a:pt x="228790" y="400622"/>
                      <a:pt x="238465" y="390906"/>
                      <a:pt x="238465" y="379000"/>
                    </a:cubicBezTo>
                    <a:cubicBezTo>
                      <a:pt x="238465" y="369570"/>
                      <a:pt x="232394" y="361664"/>
                      <a:pt x="224047" y="358712"/>
                    </a:cubicBezTo>
                    <a:lnTo>
                      <a:pt x="224047" y="317659"/>
                    </a:lnTo>
                    <a:cubicBezTo>
                      <a:pt x="224047" y="316135"/>
                      <a:pt x="223478" y="314801"/>
                      <a:pt x="222719" y="313658"/>
                    </a:cubicBezTo>
                    <a:lnTo>
                      <a:pt x="266542" y="313658"/>
                    </a:lnTo>
                    <a:cubicBezTo>
                      <a:pt x="265783" y="314801"/>
                      <a:pt x="265214" y="316135"/>
                      <a:pt x="265214" y="317659"/>
                    </a:cubicBezTo>
                    <a:lnTo>
                      <a:pt x="265214" y="387858"/>
                    </a:lnTo>
                    <a:cubicBezTo>
                      <a:pt x="265214" y="391763"/>
                      <a:pt x="268439" y="395002"/>
                      <a:pt x="272328" y="395002"/>
                    </a:cubicBezTo>
                    <a:cubicBezTo>
                      <a:pt x="276217" y="395002"/>
                      <a:pt x="279442" y="391763"/>
                      <a:pt x="279442" y="387858"/>
                    </a:cubicBezTo>
                    <a:lnTo>
                      <a:pt x="279442" y="317659"/>
                    </a:lnTo>
                    <a:cubicBezTo>
                      <a:pt x="279442" y="316135"/>
                      <a:pt x="278873" y="314801"/>
                      <a:pt x="278114" y="313658"/>
                    </a:cubicBezTo>
                    <a:lnTo>
                      <a:pt x="301448" y="313658"/>
                    </a:lnTo>
                    <a:cubicBezTo>
                      <a:pt x="319756" y="313658"/>
                      <a:pt x="334648" y="298704"/>
                      <a:pt x="334648" y="280321"/>
                    </a:cubicBezTo>
                    <a:lnTo>
                      <a:pt x="334648" y="256318"/>
                    </a:lnTo>
                    <a:lnTo>
                      <a:pt x="382549" y="256318"/>
                    </a:lnTo>
                    <a:cubicBezTo>
                      <a:pt x="385205" y="265176"/>
                      <a:pt x="393363" y="271653"/>
                      <a:pt x="403038" y="271653"/>
                    </a:cubicBezTo>
                    <a:cubicBezTo>
                      <a:pt x="414895" y="271653"/>
                      <a:pt x="424570" y="261937"/>
                      <a:pt x="424570" y="250031"/>
                    </a:cubicBezTo>
                    <a:cubicBezTo>
                      <a:pt x="424570" y="238125"/>
                      <a:pt x="414895" y="228410"/>
                      <a:pt x="403038" y="228410"/>
                    </a:cubicBezTo>
                    <a:close/>
                    <a:moveTo>
                      <a:pt x="402564" y="128778"/>
                    </a:moveTo>
                    <a:cubicBezTo>
                      <a:pt x="407591" y="128778"/>
                      <a:pt x="411765" y="132874"/>
                      <a:pt x="411765" y="138017"/>
                    </a:cubicBezTo>
                    <a:cubicBezTo>
                      <a:pt x="411765" y="143161"/>
                      <a:pt x="407686" y="147257"/>
                      <a:pt x="402564" y="147257"/>
                    </a:cubicBezTo>
                    <a:cubicBezTo>
                      <a:pt x="398295" y="147257"/>
                      <a:pt x="394975" y="144304"/>
                      <a:pt x="393837" y="140399"/>
                    </a:cubicBezTo>
                    <a:cubicBezTo>
                      <a:pt x="394122" y="139637"/>
                      <a:pt x="394311" y="138874"/>
                      <a:pt x="394311" y="138017"/>
                    </a:cubicBezTo>
                    <a:cubicBezTo>
                      <a:pt x="394311" y="137160"/>
                      <a:pt x="394122" y="136398"/>
                      <a:pt x="393837" y="135636"/>
                    </a:cubicBezTo>
                    <a:cubicBezTo>
                      <a:pt x="394880" y="131731"/>
                      <a:pt x="398295" y="128778"/>
                      <a:pt x="402564" y="128778"/>
                    </a:cubicBezTo>
                    <a:close/>
                    <a:moveTo>
                      <a:pt x="216553" y="12382"/>
                    </a:moveTo>
                    <a:cubicBezTo>
                      <a:pt x="221581" y="12382"/>
                      <a:pt x="225754" y="16478"/>
                      <a:pt x="225754" y="21622"/>
                    </a:cubicBezTo>
                    <a:cubicBezTo>
                      <a:pt x="225754" y="25908"/>
                      <a:pt x="222814" y="29242"/>
                      <a:pt x="218925" y="30385"/>
                    </a:cubicBezTo>
                    <a:cubicBezTo>
                      <a:pt x="218166" y="30099"/>
                      <a:pt x="217407" y="29908"/>
                      <a:pt x="216553" y="29908"/>
                    </a:cubicBezTo>
                    <a:cubicBezTo>
                      <a:pt x="215700" y="29908"/>
                      <a:pt x="214941" y="30099"/>
                      <a:pt x="214182" y="30385"/>
                    </a:cubicBezTo>
                    <a:cubicBezTo>
                      <a:pt x="210293" y="29337"/>
                      <a:pt x="207353" y="25908"/>
                      <a:pt x="207353" y="21622"/>
                    </a:cubicBezTo>
                    <a:cubicBezTo>
                      <a:pt x="207353" y="16573"/>
                      <a:pt x="211431" y="12382"/>
                      <a:pt x="216553" y="12382"/>
                    </a:cubicBezTo>
                    <a:close/>
                    <a:moveTo>
                      <a:pt x="21342" y="147161"/>
                    </a:moveTo>
                    <a:cubicBezTo>
                      <a:pt x="16315" y="147161"/>
                      <a:pt x="12141" y="143066"/>
                      <a:pt x="12141" y="137922"/>
                    </a:cubicBezTo>
                    <a:cubicBezTo>
                      <a:pt x="12141" y="132778"/>
                      <a:pt x="16220" y="128683"/>
                      <a:pt x="21342" y="128683"/>
                    </a:cubicBezTo>
                    <a:cubicBezTo>
                      <a:pt x="25611" y="128683"/>
                      <a:pt x="28931" y="131635"/>
                      <a:pt x="30069" y="135541"/>
                    </a:cubicBezTo>
                    <a:cubicBezTo>
                      <a:pt x="29784" y="136303"/>
                      <a:pt x="29595" y="137065"/>
                      <a:pt x="29595" y="137922"/>
                    </a:cubicBezTo>
                    <a:cubicBezTo>
                      <a:pt x="29595" y="138779"/>
                      <a:pt x="29784" y="139541"/>
                      <a:pt x="30069" y="140303"/>
                    </a:cubicBezTo>
                    <a:cubicBezTo>
                      <a:pt x="29026" y="144209"/>
                      <a:pt x="25611" y="147161"/>
                      <a:pt x="21342" y="147161"/>
                    </a:cubicBezTo>
                    <a:close/>
                    <a:moveTo>
                      <a:pt x="21342" y="259175"/>
                    </a:moveTo>
                    <a:cubicBezTo>
                      <a:pt x="16315" y="259175"/>
                      <a:pt x="12141" y="255080"/>
                      <a:pt x="12141" y="249936"/>
                    </a:cubicBezTo>
                    <a:cubicBezTo>
                      <a:pt x="12141" y="244793"/>
                      <a:pt x="16220" y="240697"/>
                      <a:pt x="21342" y="240697"/>
                    </a:cubicBezTo>
                    <a:cubicBezTo>
                      <a:pt x="25421" y="240697"/>
                      <a:pt x="28741" y="243459"/>
                      <a:pt x="29974" y="247078"/>
                    </a:cubicBezTo>
                    <a:cubicBezTo>
                      <a:pt x="29784" y="247745"/>
                      <a:pt x="29595" y="248317"/>
                      <a:pt x="29595" y="248984"/>
                    </a:cubicBezTo>
                    <a:cubicBezTo>
                      <a:pt x="29595" y="249936"/>
                      <a:pt x="29784" y="250889"/>
                      <a:pt x="30164" y="251746"/>
                    </a:cubicBezTo>
                    <a:cubicBezTo>
                      <a:pt x="29215" y="255841"/>
                      <a:pt x="25801" y="258985"/>
                      <a:pt x="21342" y="258985"/>
                    </a:cubicBezTo>
                    <a:close/>
                    <a:moveTo>
                      <a:pt x="216553" y="388144"/>
                    </a:moveTo>
                    <a:cubicBezTo>
                      <a:pt x="211526" y="388144"/>
                      <a:pt x="207353" y="384048"/>
                      <a:pt x="207353" y="378905"/>
                    </a:cubicBezTo>
                    <a:cubicBezTo>
                      <a:pt x="207353" y="374618"/>
                      <a:pt x="210293" y="371285"/>
                      <a:pt x="214182" y="370141"/>
                    </a:cubicBezTo>
                    <a:cubicBezTo>
                      <a:pt x="214941" y="370427"/>
                      <a:pt x="215700" y="370618"/>
                      <a:pt x="216553" y="370618"/>
                    </a:cubicBezTo>
                    <a:cubicBezTo>
                      <a:pt x="217407" y="370618"/>
                      <a:pt x="218166" y="370427"/>
                      <a:pt x="218925" y="370141"/>
                    </a:cubicBezTo>
                    <a:cubicBezTo>
                      <a:pt x="222814" y="371189"/>
                      <a:pt x="225754" y="374618"/>
                      <a:pt x="225754" y="378905"/>
                    </a:cubicBezTo>
                    <a:cubicBezTo>
                      <a:pt x="225754" y="383953"/>
                      <a:pt x="221676" y="388144"/>
                      <a:pt x="216553" y="388144"/>
                    </a:cubicBezTo>
                    <a:close/>
                    <a:moveTo>
                      <a:pt x="320040" y="280226"/>
                    </a:moveTo>
                    <a:cubicBezTo>
                      <a:pt x="320040" y="290703"/>
                      <a:pt x="311503" y="299276"/>
                      <a:pt x="301069" y="299276"/>
                    </a:cubicBezTo>
                    <a:lnTo>
                      <a:pt x="128338" y="299276"/>
                    </a:lnTo>
                    <a:cubicBezTo>
                      <a:pt x="117904" y="299276"/>
                      <a:pt x="109368" y="290703"/>
                      <a:pt x="109368" y="280226"/>
                    </a:cubicBezTo>
                    <a:lnTo>
                      <a:pt x="109368" y="106775"/>
                    </a:lnTo>
                    <a:cubicBezTo>
                      <a:pt x="109368" y="96298"/>
                      <a:pt x="117904" y="87725"/>
                      <a:pt x="128338" y="87725"/>
                    </a:cubicBezTo>
                    <a:lnTo>
                      <a:pt x="301069" y="87725"/>
                    </a:lnTo>
                    <a:cubicBezTo>
                      <a:pt x="311503" y="87725"/>
                      <a:pt x="320040" y="96298"/>
                      <a:pt x="320040" y="106775"/>
                    </a:cubicBezTo>
                    <a:lnTo>
                      <a:pt x="320040" y="280226"/>
                    </a:lnTo>
                    <a:close/>
                    <a:moveTo>
                      <a:pt x="402564" y="259175"/>
                    </a:moveTo>
                    <a:cubicBezTo>
                      <a:pt x="398200" y="259175"/>
                      <a:pt x="394691" y="256032"/>
                      <a:pt x="393742" y="251936"/>
                    </a:cubicBezTo>
                    <a:cubicBezTo>
                      <a:pt x="394122" y="251079"/>
                      <a:pt x="394311" y="250126"/>
                      <a:pt x="394311" y="249174"/>
                    </a:cubicBezTo>
                    <a:cubicBezTo>
                      <a:pt x="394311" y="248507"/>
                      <a:pt x="394122" y="247841"/>
                      <a:pt x="393932" y="247269"/>
                    </a:cubicBezTo>
                    <a:cubicBezTo>
                      <a:pt x="395165" y="243554"/>
                      <a:pt x="398485" y="240887"/>
                      <a:pt x="402564" y="240887"/>
                    </a:cubicBezTo>
                    <a:cubicBezTo>
                      <a:pt x="407591" y="240887"/>
                      <a:pt x="411765" y="244983"/>
                      <a:pt x="411765" y="250126"/>
                    </a:cubicBezTo>
                    <a:cubicBezTo>
                      <a:pt x="411765" y="255270"/>
                      <a:pt x="407686" y="259366"/>
                      <a:pt x="402564" y="259366"/>
                    </a:cubicBezTo>
                    <a:close/>
                  </a:path>
                </a:pathLst>
              </a:custGeom>
              <a:solidFill>
                <a:schemeClr val="tx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E49A8C6F-01D3-7182-8D72-D6860FC819D0}"/>
              </a:ext>
            </a:extLst>
          </p:cNvPr>
          <p:cNvGrpSpPr/>
          <p:nvPr/>
        </p:nvGrpSpPr>
        <p:grpSpPr>
          <a:xfrm>
            <a:off x="2173175" y="3422648"/>
            <a:ext cx="560906" cy="529268"/>
            <a:chOff x="3501287" y="2694813"/>
            <a:chExt cx="424569" cy="400621"/>
          </a:xfrm>
        </p:grpSpPr>
        <p:grpSp>
          <p:nvGrpSpPr>
            <p:cNvPr id="195" name="Graphic 163">
              <a:extLst>
                <a:ext uri="{FF2B5EF4-FFF2-40B4-BE49-F238E27FC236}">
                  <a16:creationId xmlns:a16="http://schemas.microsoft.com/office/drawing/2014/main" id="{617F7655-14B2-710F-CC5C-CDF714B63E6C}"/>
                </a:ext>
              </a:extLst>
            </p:cNvPr>
            <p:cNvGrpSpPr/>
            <p:nvPr/>
          </p:nvGrpSpPr>
          <p:grpSpPr>
            <a:xfrm>
              <a:off x="3664057" y="2845404"/>
              <a:ext cx="96182" cy="77628"/>
              <a:chOff x="3512068" y="2953512"/>
              <a:chExt cx="96182" cy="77628"/>
            </a:xfrm>
            <a:solidFill>
              <a:srgbClr val="969696"/>
            </a:solidFill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2A881867-C6DC-4333-1DD2-3393A06686B8}"/>
                  </a:ext>
                </a:extLst>
              </p:cNvPr>
              <p:cNvSpPr/>
              <p:nvPr/>
            </p:nvSpPr>
            <p:spPr>
              <a:xfrm>
                <a:off x="3512068" y="2953607"/>
                <a:ext cx="69338" cy="77533"/>
              </a:xfrm>
              <a:custGeom>
                <a:avLst/>
                <a:gdLst>
                  <a:gd name="connsiteX0" fmla="*/ 53213 w 69338"/>
                  <a:gd name="connsiteY0" fmla="*/ 67723 h 77533"/>
                  <a:gd name="connsiteX1" fmla="*/ 49609 w 69338"/>
                  <a:gd name="connsiteY1" fmla="*/ 58293 h 77533"/>
                  <a:gd name="connsiteX2" fmla="*/ 19256 w 69338"/>
                  <a:gd name="connsiteY2" fmla="*/ 58293 h 77533"/>
                  <a:gd name="connsiteX3" fmla="*/ 15651 w 69338"/>
                  <a:gd name="connsiteY3" fmla="*/ 67913 h 77533"/>
                  <a:gd name="connsiteX4" fmla="*/ 12047 w 69338"/>
                  <a:gd name="connsiteY4" fmla="*/ 75533 h 77533"/>
                  <a:gd name="connsiteX5" fmla="*/ 7209 w 69338"/>
                  <a:gd name="connsiteY5" fmla="*/ 77534 h 77533"/>
                  <a:gd name="connsiteX6" fmla="*/ 2182 w 69338"/>
                  <a:gd name="connsiteY6" fmla="*/ 75438 h 77533"/>
                  <a:gd name="connsiteX7" fmla="*/ 0 w 69338"/>
                  <a:gd name="connsiteY7" fmla="*/ 70676 h 77533"/>
                  <a:gd name="connsiteX8" fmla="*/ 474 w 69338"/>
                  <a:gd name="connsiteY8" fmla="*/ 67532 h 77533"/>
                  <a:gd name="connsiteX9" fmla="*/ 2182 w 69338"/>
                  <a:gd name="connsiteY9" fmla="*/ 62960 h 77533"/>
                  <a:gd name="connsiteX10" fmla="*/ 21247 w 69338"/>
                  <a:gd name="connsiteY10" fmla="*/ 14288 h 77533"/>
                  <a:gd name="connsiteX11" fmla="*/ 23239 w 69338"/>
                  <a:gd name="connsiteY11" fmla="*/ 9239 h 77533"/>
                  <a:gd name="connsiteX12" fmla="*/ 25706 w 69338"/>
                  <a:gd name="connsiteY12" fmla="*/ 4382 h 77533"/>
                  <a:gd name="connsiteX13" fmla="*/ 29120 w 69338"/>
                  <a:gd name="connsiteY13" fmla="*/ 1238 h 77533"/>
                  <a:gd name="connsiteX14" fmla="*/ 34337 w 69338"/>
                  <a:gd name="connsiteY14" fmla="*/ 0 h 77533"/>
                  <a:gd name="connsiteX15" fmla="*/ 39649 w 69338"/>
                  <a:gd name="connsiteY15" fmla="*/ 1238 h 77533"/>
                  <a:gd name="connsiteX16" fmla="*/ 43064 w 69338"/>
                  <a:gd name="connsiteY16" fmla="*/ 4286 h 77533"/>
                  <a:gd name="connsiteX17" fmla="*/ 45246 w 69338"/>
                  <a:gd name="connsiteY17" fmla="*/ 8382 h 77533"/>
                  <a:gd name="connsiteX18" fmla="*/ 47522 w 69338"/>
                  <a:gd name="connsiteY18" fmla="*/ 14192 h 77533"/>
                  <a:gd name="connsiteX19" fmla="*/ 67062 w 69338"/>
                  <a:gd name="connsiteY19" fmla="*/ 62579 h 77533"/>
                  <a:gd name="connsiteX20" fmla="*/ 69339 w 69338"/>
                  <a:gd name="connsiteY20" fmla="*/ 70580 h 77533"/>
                  <a:gd name="connsiteX21" fmla="*/ 67157 w 69338"/>
                  <a:gd name="connsiteY21" fmla="*/ 75343 h 77533"/>
                  <a:gd name="connsiteX22" fmla="*/ 61940 w 69338"/>
                  <a:gd name="connsiteY22" fmla="*/ 77534 h 77533"/>
                  <a:gd name="connsiteX23" fmla="*/ 58905 w 69338"/>
                  <a:gd name="connsiteY23" fmla="*/ 76867 h 77533"/>
                  <a:gd name="connsiteX24" fmla="*/ 56723 w 69338"/>
                  <a:gd name="connsiteY24" fmla="*/ 75152 h 77533"/>
                  <a:gd name="connsiteX25" fmla="*/ 54826 w 69338"/>
                  <a:gd name="connsiteY25" fmla="*/ 71819 h 77533"/>
                  <a:gd name="connsiteX26" fmla="*/ 53119 w 69338"/>
                  <a:gd name="connsiteY26" fmla="*/ 67818 h 77533"/>
                  <a:gd name="connsiteX27" fmla="*/ 23239 w 69338"/>
                  <a:gd name="connsiteY27" fmla="*/ 46863 h 77533"/>
                  <a:gd name="connsiteX28" fmla="*/ 45530 w 69338"/>
                  <a:gd name="connsiteY28" fmla="*/ 46863 h 77533"/>
                  <a:gd name="connsiteX29" fmla="*/ 34243 w 69338"/>
                  <a:gd name="connsiteY29" fmla="*/ 15907 h 77533"/>
                  <a:gd name="connsiteX30" fmla="*/ 23145 w 69338"/>
                  <a:gd name="connsiteY30" fmla="*/ 46863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338" h="77533">
                    <a:moveTo>
                      <a:pt x="53213" y="67723"/>
                    </a:moveTo>
                    <a:lnTo>
                      <a:pt x="49609" y="58293"/>
                    </a:lnTo>
                    <a:lnTo>
                      <a:pt x="19256" y="58293"/>
                    </a:lnTo>
                    <a:lnTo>
                      <a:pt x="15651" y="67913"/>
                    </a:lnTo>
                    <a:cubicBezTo>
                      <a:pt x="14228" y="71628"/>
                      <a:pt x="13090" y="74200"/>
                      <a:pt x="12047" y="75533"/>
                    </a:cubicBezTo>
                    <a:cubicBezTo>
                      <a:pt x="11098" y="76867"/>
                      <a:pt x="9485" y="77534"/>
                      <a:pt x="7209" y="77534"/>
                    </a:cubicBezTo>
                    <a:cubicBezTo>
                      <a:pt x="5312" y="77534"/>
                      <a:pt x="3604" y="76867"/>
                      <a:pt x="2182" y="75438"/>
                    </a:cubicBezTo>
                    <a:cubicBezTo>
                      <a:pt x="759" y="74009"/>
                      <a:pt x="0" y="72485"/>
                      <a:pt x="0" y="70676"/>
                    </a:cubicBezTo>
                    <a:cubicBezTo>
                      <a:pt x="0" y="69628"/>
                      <a:pt x="190" y="68580"/>
                      <a:pt x="474" y="67532"/>
                    </a:cubicBezTo>
                    <a:cubicBezTo>
                      <a:pt x="854" y="66485"/>
                      <a:pt x="1328" y="64961"/>
                      <a:pt x="2182" y="62960"/>
                    </a:cubicBezTo>
                    <a:lnTo>
                      <a:pt x="21247" y="14288"/>
                    </a:lnTo>
                    <a:cubicBezTo>
                      <a:pt x="21817" y="12859"/>
                      <a:pt x="22481" y="11240"/>
                      <a:pt x="23239" y="9239"/>
                    </a:cubicBezTo>
                    <a:cubicBezTo>
                      <a:pt x="23998" y="7239"/>
                      <a:pt x="24852" y="5620"/>
                      <a:pt x="25706" y="4382"/>
                    </a:cubicBezTo>
                    <a:cubicBezTo>
                      <a:pt x="26559" y="3048"/>
                      <a:pt x="27698" y="2000"/>
                      <a:pt x="29120" y="1238"/>
                    </a:cubicBezTo>
                    <a:cubicBezTo>
                      <a:pt x="30543" y="476"/>
                      <a:pt x="32251" y="0"/>
                      <a:pt x="34337" y="0"/>
                    </a:cubicBezTo>
                    <a:cubicBezTo>
                      <a:pt x="36424" y="0"/>
                      <a:pt x="38226" y="381"/>
                      <a:pt x="39649" y="1238"/>
                    </a:cubicBezTo>
                    <a:cubicBezTo>
                      <a:pt x="41072" y="2000"/>
                      <a:pt x="42210" y="3048"/>
                      <a:pt x="43064" y="4286"/>
                    </a:cubicBezTo>
                    <a:cubicBezTo>
                      <a:pt x="43918" y="5525"/>
                      <a:pt x="44677" y="6858"/>
                      <a:pt x="45246" y="8382"/>
                    </a:cubicBezTo>
                    <a:cubicBezTo>
                      <a:pt x="45815" y="9811"/>
                      <a:pt x="46574" y="11811"/>
                      <a:pt x="47522" y="14192"/>
                    </a:cubicBezTo>
                    <a:lnTo>
                      <a:pt x="67062" y="62579"/>
                    </a:lnTo>
                    <a:cubicBezTo>
                      <a:pt x="68580" y="66294"/>
                      <a:pt x="69339" y="68961"/>
                      <a:pt x="69339" y="70580"/>
                    </a:cubicBezTo>
                    <a:cubicBezTo>
                      <a:pt x="69339" y="72200"/>
                      <a:pt x="68580" y="73914"/>
                      <a:pt x="67157" y="75343"/>
                    </a:cubicBezTo>
                    <a:cubicBezTo>
                      <a:pt x="65734" y="76772"/>
                      <a:pt x="63932" y="77534"/>
                      <a:pt x="61940" y="77534"/>
                    </a:cubicBezTo>
                    <a:cubicBezTo>
                      <a:pt x="60707" y="77534"/>
                      <a:pt x="59758" y="77343"/>
                      <a:pt x="58905" y="76867"/>
                    </a:cubicBezTo>
                    <a:cubicBezTo>
                      <a:pt x="58051" y="76391"/>
                      <a:pt x="57387" y="75819"/>
                      <a:pt x="56723" y="75152"/>
                    </a:cubicBezTo>
                    <a:cubicBezTo>
                      <a:pt x="56154" y="74390"/>
                      <a:pt x="55490" y="73247"/>
                      <a:pt x="54826" y="71819"/>
                    </a:cubicBezTo>
                    <a:cubicBezTo>
                      <a:pt x="54162" y="70295"/>
                      <a:pt x="53593" y="68961"/>
                      <a:pt x="53119" y="67818"/>
                    </a:cubicBezTo>
                    <a:close/>
                    <a:moveTo>
                      <a:pt x="23239" y="46863"/>
                    </a:moveTo>
                    <a:lnTo>
                      <a:pt x="45530" y="46863"/>
                    </a:lnTo>
                    <a:lnTo>
                      <a:pt x="34243" y="15907"/>
                    </a:lnTo>
                    <a:lnTo>
                      <a:pt x="23145" y="46863"/>
                    </a:lnTo>
                    <a:close/>
                  </a:path>
                </a:pathLst>
              </a:custGeom>
              <a:solidFill>
                <a:schemeClr val="bg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77FEC49-F0B7-EF3B-7834-71A064A37E0F}"/>
                  </a:ext>
                </a:extLst>
              </p:cNvPr>
              <p:cNvSpPr/>
              <p:nvPr/>
            </p:nvSpPr>
            <p:spPr>
              <a:xfrm>
                <a:off x="3593169" y="2953512"/>
                <a:ext cx="15081" cy="77533"/>
              </a:xfrm>
              <a:custGeom>
                <a:avLst/>
                <a:gdLst>
                  <a:gd name="connsiteX0" fmla="*/ 0 w 15081"/>
                  <a:gd name="connsiteY0" fmla="*/ 68294 h 77533"/>
                  <a:gd name="connsiteX1" fmla="*/ 0 w 15081"/>
                  <a:gd name="connsiteY1" fmla="*/ 9239 h 77533"/>
                  <a:gd name="connsiteX2" fmla="*/ 2087 w 15081"/>
                  <a:gd name="connsiteY2" fmla="*/ 2286 h 77533"/>
                  <a:gd name="connsiteX3" fmla="*/ 7494 w 15081"/>
                  <a:gd name="connsiteY3" fmla="*/ 0 h 77533"/>
                  <a:gd name="connsiteX4" fmla="*/ 12995 w 15081"/>
                  <a:gd name="connsiteY4" fmla="*/ 2286 h 77533"/>
                  <a:gd name="connsiteX5" fmla="*/ 15082 w 15081"/>
                  <a:gd name="connsiteY5" fmla="*/ 9239 h 77533"/>
                  <a:gd name="connsiteX6" fmla="*/ 15082 w 15081"/>
                  <a:gd name="connsiteY6" fmla="*/ 68294 h 77533"/>
                  <a:gd name="connsiteX7" fmla="*/ 12995 w 15081"/>
                  <a:gd name="connsiteY7" fmla="*/ 75248 h 77533"/>
                  <a:gd name="connsiteX8" fmla="*/ 7494 w 15081"/>
                  <a:gd name="connsiteY8" fmla="*/ 77533 h 77533"/>
                  <a:gd name="connsiteX9" fmla="*/ 2087 w 15081"/>
                  <a:gd name="connsiteY9" fmla="*/ 75248 h 77533"/>
                  <a:gd name="connsiteX10" fmla="*/ 0 w 15081"/>
                  <a:gd name="connsiteY10" fmla="*/ 68294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81" h="77533">
                    <a:moveTo>
                      <a:pt x="0" y="68294"/>
                    </a:moveTo>
                    <a:lnTo>
                      <a:pt x="0" y="9239"/>
                    </a:lnTo>
                    <a:cubicBezTo>
                      <a:pt x="0" y="6191"/>
                      <a:pt x="664" y="3905"/>
                      <a:pt x="2087" y="2286"/>
                    </a:cubicBezTo>
                    <a:cubicBezTo>
                      <a:pt x="3510" y="762"/>
                      <a:pt x="5312" y="0"/>
                      <a:pt x="7494" y="0"/>
                    </a:cubicBezTo>
                    <a:cubicBezTo>
                      <a:pt x="9675" y="0"/>
                      <a:pt x="11572" y="762"/>
                      <a:pt x="12995" y="2286"/>
                    </a:cubicBezTo>
                    <a:cubicBezTo>
                      <a:pt x="14418" y="3810"/>
                      <a:pt x="15082" y="6096"/>
                      <a:pt x="15082" y="9239"/>
                    </a:cubicBezTo>
                    <a:lnTo>
                      <a:pt x="15082" y="68294"/>
                    </a:lnTo>
                    <a:cubicBezTo>
                      <a:pt x="15082" y="71438"/>
                      <a:pt x="14418" y="73723"/>
                      <a:pt x="12995" y="75248"/>
                    </a:cubicBezTo>
                    <a:cubicBezTo>
                      <a:pt x="11572" y="76771"/>
                      <a:pt x="9770" y="77533"/>
                      <a:pt x="7494" y="77533"/>
                    </a:cubicBezTo>
                    <a:cubicBezTo>
                      <a:pt x="5217" y="77533"/>
                      <a:pt x="3510" y="76771"/>
                      <a:pt x="2087" y="75248"/>
                    </a:cubicBezTo>
                    <a:cubicBezTo>
                      <a:pt x="664" y="73723"/>
                      <a:pt x="0" y="71342"/>
                      <a:pt x="0" y="68294"/>
                    </a:cubicBezTo>
                    <a:close/>
                  </a:path>
                </a:pathLst>
              </a:custGeom>
              <a:solidFill>
                <a:schemeClr val="bg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96" name="Graphic 163">
              <a:extLst>
                <a:ext uri="{FF2B5EF4-FFF2-40B4-BE49-F238E27FC236}">
                  <a16:creationId xmlns:a16="http://schemas.microsoft.com/office/drawing/2014/main" id="{FE1C9098-F855-981E-8C79-89F93E17EE15}"/>
                </a:ext>
              </a:extLst>
            </p:cNvPr>
            <p:cNvGrpSpPr/>
            <p:nvPr/>
          </p:nvGrpSpPr>
          <p:grpSpPr>
            <a:xfrm>
              <a:off x="3501287" y="2694813"/>
              <a:ext cx="424569" cy="400621"/>
              <a:chOff x="3349298" y="2802921"/>
              <a:chExt cx="424569" cy="400621"/>
            </a:xfrm>
            <a:solidFill>
              <a:srgbClr val="969696"/>
            </a:solidFill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EC36855E-6FF8-CB98-A206-FC0FA8BECCB2}"/>
                  </a:ext>
                </a:extLst>
              </p:cNvPr>
              <p:cNvSpPr/>
              <p:nvPr/>
            </p:nvSpPr>
            <p:spPr>
              <a:xfrm>
                <a:off x="3476308" y="2906934"/>
                <a:ext cx="176809" cy="177545"/>
              </a:xfrm>
              <a:custGeom>
                <a:avLst/>
                <a:gdLst>
                  <a:gd name="connsiteX0" fmla="*/ 144464 w 176809"/>
                  <a:gd name="connsiteY0" fmla="*/ 0 h 177545"/>
                  <a:gd name="connsiteX1" fmla="*/ 32346 w 176809"/>
                  <a:gd name="connsiteY1" fmla="*/ 0 h 177545"/>
                  <a:gd name="connsiteX2" fmla="*/ 0 w 176809"/>
                  <a:gd name="connsiteY2" fmla="*/ 32480 h 177545"/>
                  <a:gd name="connsiteX3" fmla="*/ 0 w 176809"/>
                  <a:gd name="connsiteY3" fmla="*/ 145066 h 177545"/>
                  <a:gd name="connsiteX4" fmla="*/ 32346 w 176809"/>
                  <a:gd name="connsiteY4" fmla="*/ 177546 h 177545"/>
                  <a:gd name="connsiteX5" fmla="*/ 144464 w 176809"/>
                  <a:gd name="connsiteY5" fmla="*/ 177546 h 177545"/>
                  <a:gd name="connsiteX6" fmla="*/ 176809 w 176809"/>
                  <a:gd name="connsiteY6" fmla="*/ 145066 h 177545"/>
                  <a:gd name="connsiteX7" fmla="*/ 176809 w 176809"/>
                  <a:gd name="connsiteY7" fmla="*/ 32480 h 177545"/>
                  <a:gd name="connsiteX8" fmla="*/ 144464 w 176809"/>
                  <a:gd name="connsiteY8" fmla="*/ 0 h 177545"/>
                  <a:gd name="connsiteX9" fmla="*/ 162581 w 176809"/>
                  <a:gd name="connsiteY9" fmla="*/ 145161 h 177545"/>
                  <a:gd name="connsiteX10" fmla="*/ 144464 w 176809"/>
                  <a:gd name="connsiteY10" fmla="*/ 163354 h 177545"/>
                  <a:gd name="connsiteX11" fmla="*/ 32346 w 176809"/>
                  <a:gd name="connsiteY11" fmla="*/ 163354 h 177545"/>
                  <a:gd name="connsiteX12" fmla="*/ 14228 w 176809"/>
                  <a:gd name="connsiteY12" fmla="*/ 145161 h 177545"/>
                  <a:gd name="connsiteX13" fmla="*/ 14228 w 176809"/>
                  <a:gd name="connsiteY13" fmla="*/ 32575 h 177545"/>
                  <a:gd name="connsiteX14" fmla="*/ 32346 w 176809"/>
                  <a:gd name="connsiteY14" fmla="*/ 14383 h 177545"/>
                  <a:gd name="connsiteX15" fmla="*/ 144464 w 176809"/>
                  <a:gd name="connsiteY15" fmla="*/ 14383 h 177545"/>
                  <a:gd name="connsiteX16" fmla="*/ 162581 w 176809"/>
                  <a:gd name="connsiteY16" fmla="*/ 32575 h 177545"/>
                  <a:gd name="connsiteX17" fmla="*/ 162581 w 176809"/>
                  <a:gd name="connsiteY17" fmla="*/ 145161 h 177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809" h="177545">
                    <a:moveTo>
                      <a:pt x="144464" y="0"/>
                    </a:moveTo>
                    <a:lnTo>
                      <a:pt x="32346" y="0"/>
                    </a:lnTo>
                    <a:cubicBezTo>
                      <a:pt x="14513" y="0"/>
                      <a:pt x="0" y="14573"/>
                      <a:pt x="0" y="32480"/>
                    </a:cubicBezTo>
                    <a:lnTo>
                      <a:pt x="0" y="145066"/>
                    </a:lnTo>
                    <a:cubicBezTo>
                      <a:pt x="0" y="162973"/>
                      <a:pt x="14513" y="177546"/>
                      <a:pt x="32346" y="177546"/>
                    </a:cubicBezTo>
                    <a:lnTo>
                      <a:pt x="144464" y="177546"/>
                    </a:lnTo>
                    <a:cubicBezTo>
                      <a:pt x="162297" y="177546"/>
                      <a:pt x="176809" y="162973"/>
                      <a:pt x="176809" y="145066"/>
                    </a:cubicBezTo>
                    <a:lnTo>
                      <a:pt x="176809" y="32480"/>
                    </a:lnTo>
                    <a:cubicBezTo>
                      <a:pt x="176809" y="14573"/>
                      <a:pt x="162297" y="0"/>
                      <a:pt x="144464" y="0"/>
                    </a:cubicBezTo>
                    <a:close/>
                    <a:moveTo>
                      <a:pt x="162581" y="145161"/>
                    </a:moveTo>
                    <a:cubicBezTo>
                      <a:pt x="162581" y="155162"/>
                      <a:pt x="154424" y="163354"/>
                      <a:pt x="144464" y="163354"/>
                    </a:cubicBezTo>
                    <a:lnTo>
                      <a:pt x="32346" y="163354"/>
                    </a:lnTo>
                    <a:cubicBezTo>
                      <a:pt x="22386" y="163354"/>
                      <a:pt x="14228" y="155162"/>
                      <a:pt x="14228" y="145161"/>
                    </a:cubicBezTo>
                    <a:lnTo>
                      <a:pt x="14228" y="32575"/>
                    </a:lnTo>
                    <a:cubicBezTo>
                      <a:pt x="14228" y="22574"/>
                      <a:pt x="22386" y="14383"/>
                      <a:pt x="32346" y="14383"/>
                    </a:cubicBezTo>
                    <a:lnTo>
                      <a:pt x="144464" y="14383"/>
                    </a:lnTo>
                    <a:cubicBezTo>
                      <a:pt x="154424" y="14383"/>
                      <a:pt x="162581" y="22574"/>
                      <a:pt x="162581" y="32575"/>
                    </a:cubicBezTo>
                    <a:lnTo>
                      <a:pt x="162581" y="145161"/>
                    </a:lnTo>
                    <a:close/>
                  </a:path>
                </a:pathLst>
              </a:custGeom>
              <a:solidFill>
                <a:schemeClr val="bg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563B242E-9B3C-9581-CD00-73647F563D45}"/>
                  </a:ext>
                </a:extLst>
              </p:cNvPr>
              <p:cNvSpPr/>
              <p:nvPr/>
            </p:nvSpPr>
            <p:spPr>
              <a:xfrm>
                <a:off x="3349298" y="2802921"/>
                <a:ext cx="424569" cy="400621"/>
              </a:xfrm>
              <a:custGeom>
                <a:avLst/>
                <a:gdLst>
                  <a:gd name="connsiteX0" fmla="*/ 402564 w 424569"/>
                  <a:gd name="connsiteY0" fmla="*/ 228410 h 400621"/>
                  <a:gd name="connsiteX1" fmla="*/ 382644 w 424569"/>
                  <a:gd name="connsiteY1" fmla="*/ 242030 h 400621"/>
                  <a:gd name="connsiteX2" fmla="*/ 334268 w 424569"/>
                  <a:gd name="connsiteY2" fmla="*/ 242030 h 400621"/>
                  <a:gd name="connsiteX3" fmla="*/ 334268 w 424569"/>
                  <a:gd name="connsiteY3" fmla="*/ 200787 h 400621"/>
                  <a:gd name="connsiteX4" fmla="*/ 402658 w 424569"/>
                  <a:gd name="connsiteY4" fmla="*/ 200787 h 400621"/>
                  <a:gd name="connsiteX5" fmla="*/ 409773 w 424569"/>
                  <a:gd name="connsiteY5" fmla="*/ 193643 h 400621"/>
                  <a:gd name="connsiteX6" fmla="*/ 402658 w 424569"/>
                  <a:gd name="connsiteY6" fmla="*/ 186499 h 400621"/>
                  <a:gd name="connsiteX7" fmla="*/ 334268 w 424569"/>
                  <a:gd name="connsiteY7" fmla="*/ 186499 h 400621"/>
                  <a:gd name="connsiteX8" fmla="*/ 334268 w 424569"/>
                  <a:gd name="connsiteY8" fmla="*/ 145256 h 400621"/>
                  <a:gd name="connsiteX9" fmla="*/ 382455 w 424569"/>
                  <a:gd name="connsiteY9" fmla="*/ 145256 h 400621"/>
                  <a:gd name="connsiteX10" fmla="*/ 402658 w 424569"/>
                  <a:gd name="connsiteY10" fmla="*/ 159734 h 400621"/>
                  <a:gd name="connsiteX11" fmla="*/ 424191 w 424569"/>
                  <a:gd name="connsiteY11" fmla="*/ 138112 h 400621"/>
                  <a:gd name="connsiteX12" fmla="*/ 402658 w 424569"/>
                  <a:gd name="connsiteY12" fmla="*/ 116491 h 400621"/>
                  <a:gd name="connsiteX13" fmla="*/ 382455 w 424569"/>
                  <a:gd name="connsiteY13" fmla="*/ 130969 h 400621"/>
                  <a:gd name="connsiteX14" fmla="*/ 334268 w 424569"/>
                  <a:gd name="connsiteY14" fmla="*/ 130969 h 400621"/>
                  <a:gd name="connsiteX15" fmla="*/ 334268 w 424569"/>
                  <a:gd name="connsiteY15" fmla="*/ 106966 h 400621"/>
                  <a:gd name="connsiteX16" fmla="*/ 301069 w 424569"/>
                  <a:gd name="connsiteY16" fmla="*/ 73628 h 400621"/>
                  <a:gd name="connsiteX17" fmla="*/ 279063 w 424569"/>
                  <a:gd name="connsiteY17" fmla="*/ 73628 h 400621"/>
                  <a:gd name="connsiteX18" fmla="*/ 279063 w 424569"/>
                  <a:gd name="connsiteY18" fmla="*/ 10573 h 400621"/>
                  <a:gd name="connsiteX19" fmla="*/ 271949 w 424569"/>
                  <a:gd name="connsiteY19" fmla="*/ 3429 h 400621"/>
                  <a:gd name="connsiteX20" fmla="*/ 264835 w 424569"/>
                  <a:gd name="connsiteY20" fmla="*/ 10573 h 400621"/>
                  <a:gd name="connsiteX21" fmla="*/ 264835 w 424569"/>
                  <a:gd name="connsiteY21" fmla="*/ 73628 h 400621"/>
                  <a:gd name="connsiteX22" fmla="*/ 223762 w 424569"/>
                  <a:gd name="connsiteY22" fmla="*/ 73628 h 400621"/>
                  <a:gd name="connsiteX23" fmla="*/ 223762 w 424569"/>
                  <a:gd name="connsiteY23" fmla="*/ 41910 h 400621"/>
                  <a:gd name="connsiteX24" fmla="*/ 238180 w 424569"/>
                  <a:gd name="connsiteY24" fmla="*/ 21622 h 400621"/>
                  <a:gd name="connsiteX25" fmla="*/ 216648 w 424569"/>
                  <a:gd name="connsiteY25" fmla="*/ 0 h 400621"/>
                  <a:gd name="connsiteX26" fmla="*/ 195116 w 424569"/>
                  <a:gd name="connsiteY26" fmla="*/ 21622 h 400621"/>
                  <a:gd name="connsiteX27" fmla="*/ 209534 w 424569"/>
                  <a:gd name="connsiteY27" fmla="*/ 41910 h 400621"/>
                  <a:gd name="connsiteX28" fmla="*/ 209534 w 424569"/>
                  <a:gd name="connsiteY28" fmla="*/ 73628 h 400621"/>
                  <a:gd name="connsiteX29" fmla="*/ 168462 w 424569"/>
                  <a:gd name="connsiteY29" fmla="*/ 73628 h 400621"/>
                  <a:gd name="connsiteX30" fmla="*/ 168462 w 424569"/>
                  <a:gd name="connsiteY30" fmla="*/ 10573 h 400621"/>
                  <a:gd name="connsiteX31" fmla="*/ 161348 w 424569"/>
                  <a:gd name="connsiteY31" fmla="*/ 3429 h 400621"/>
                  <a:gd name="connsiteX32" fmla="*/ 154234 w 424569"/>
                  <a:gd name="connsiteY32" fmla="*/ 10573 h 400621"/>
                  <a:gd name="connsiteX33" fmla="*/ 154234 w 424569"/>
                  <a:gd name="connsiteY33" fmla="*/ 73628 h 400621"/>
                  <a:gd name="connsiteX34" fmla="*/ 128433 w 424569"/>
                  <a:gd name="connsiteY34" fmla="*/ 73628 h 400621"/>
                  <a:gd name="connsiteX35" fmla="*/ 95234 w 424569"/>
                  <a:gd name="connsiteY35" fmla="*/ 106966 h 400621"/>
                  <a:gd name="connsiteX36" fmla="*/ 95234 w 424569"/>
                  <a:gd name="connsiteY36" fmla="*/ 130969 h 400621"/>
                  <a:gd name="connsiteX37" fmla="*/ 41736 w 424569"/>
                  <a:gd name="connsiteY37" fmla="*/ 130969 h 400621"/>
                  <a:gd name="connsiteX38" fmla="*/ 21532 w 424569"/>
                  <a:gd name="connsiteY38" fmla="*/ 116491 h 400621"/>
                  <a:gd name="connsiteX39" fmla="*/ 0 w 424569"/>
                  <a:gd name="connsiteY39" fmla="*/ 138112 h 400621"/>
                  <a:gd name="connsiteX40" fmla="*/ 21532 w 424569"/>
                  <a:gd name="connsiteY40" fmla="*/ 159734 h 400621"/>
                  <a:gd name="connsiteX41" fmla="*/ 41736 w 424569"/>
                  <a:gd name="connsiteY41" fmla="*/ 145256 h 400621"/>
                  <a:gd name="connsiteX42" fmla="*/ 95234 w 424569"/>
                  <a:gd name="connsiteY42" fmla="*/ 145256 h 400621"/>
                  <a:gd name="connsiteX43" fmla="*/ 95234 w 424569"/>
                  <a:gd name="connsiteY43" fmla="*/ 186499 h 400621"/>
                  <a:gd name="connsiteX44" fmla="*/ 26844 w 424569"/>
                  <a:gd name="connsiteY44" fmla="*/ 186499 h 400621"/>
                  <a:gd name="connsiteX45" fmla="*/ 19730 w 424569"/>
                  <a:gd name="connsiteY45" fmla="*/ 193643 h 400621"/>
                  <a:gd name="connsiteX46" fmla="*/ 26844 w 424569"/>
                  <a:gd name="connsiteY46" fmla="*/ 200787 h 400621"/>
                  <a:gd name="connsiteX47" fmla="*/ 95234 w 424569"/>
                  <a:gd name="connsiteY47" fmla="*/ 200787 h 400621"/>
                  <a:gd name="connsiteX48" fmla="*/ 95234 w 424569"/>
                  <a:gd name="connsiteY48" fmla="*/ 242030 h 400621"/>
                  <a:gd name="connsiteX49" fmla="*/ 41452 w 424569"/>
                  <a:gd name="connsiteY49" fmla="*/ 242030 h 400621"/>
                  <a:gd name="connsiteX50" fmla="*/ 21532 w 424569"/>
                  <a:gd name="connsiteY50" fmla="*/ 228410 h 400621"/>
                  <a:gd name="connsiteX51" fmla="*/ 0 w 424569"/>
                  <a:gd name="connsiteY51" fmla="*/ 250031 h 400621"/>
                  <a:gd name="connsiteX52" fmla="*/ 21532 w 424569"/>
                  <a:gd name="connsiteY52" fmla="*/ 271653 h 400621"/>
                  <a:gd name="connsiteX53" fmla="*/ 42021 w 424569"/>
                  <a:gd name="connsiteY53" fmla="*/ 256318 h 400621"/>
                  <a:gd name="connsiteX54" fmla="*/ 95329 w 424569"/>
                  <a:gd name="connsiteY54" fmla="*/ 256318 h 400621"/>
                  <a:gd name="connsiteX55" fmla="*/ 95329 w 424569"/>
                  <a:gd name="connsiteY55" fmla="*/ 280321 h 400621"/>
                  <a:gd name="connsiteX56" fmla="*/ 128528 w 424569"/>
                  <a:gd name="connsiteY56" fmla="*/ 313658 h 400621"/>
                  <a:gd name="connsiteX57" fmla="*/ 155752 w 424569"/>
                  <a:gd name="connsiteY57" fmla="*/ 313658 h 400621"/>
                  <a:gd name="connsiteX58" fmla="*/ 154424 w 424569"/>
                  <a:gd name="connsiteY58" fmla="*/ 317659 h 400621"/>
                  <a:gd name="connsiteX59" fmla="*/ 154424 w 424569"/>
                  <a:gd name="connsiteY59" fmla="*/ 387858 h 400621"/>
                  <a:gd name="connsiteX60" fmla="*/ 161538 w 424569"/>
                  <a:gd name="connsiteY60" fmla="*/ 395002 h 400621"/>
                  <a:gd name="connsiteX61" fmla="*/ 168652 w 424569"/>
                  <a:gd name="connsiteY61" fmla="*/ 387858 h 400621"/>
                  <a:gd name="connsiteX62" fmla="*/ 168652 w 424569"/>
                  <a:gd name="connsiteY62" fmla="*/ 317659 h 400621"/>
                  <a:gd name="connsiteX63" fmla="*/ 167324 w 424569"/>
                  <a:gd name="connsiteY63" fmla="*/ 313658 h 400621"/>
                  <a:gd name="connsiteX64" fmla="*/ 211147 w 424569"/>
                  <a:gd name="connsiteY64" fmla="*/ 313658 h 400621"/>
                  <a:gd name="connsiteX65" fmla="*/ 209819 w 424569"/>
                  <a:gd name="connsiteY65" fmla="*/ 317659 h 400621"/>
                  <a:gd name="connsiteX66" fmla="*/ 209819 w 424569"/>
                  <a:gd name="connsiteY66" fmla="*/ 358712 h 400621"/>
                  <a:gd name="connsiteX67" fmla="*/ 195401 w 424569"/>
                  <a:gd name="connsiteY67" fmla="*/ 379000 h 400621"/>
                  <a:gd name="connsiteX68" fmla="*/ 216933 w 424569"/>
                  <a:gd name="connsiteY68" fmla="*/ 400622 h 400621"/>
                  <a:gd name="connsiteX69" fmla="*/ 238465 w 424569"/>
                  <a:gd name="connsiteY69" fmla="*/ 379000 h 400621"/>
                  <a:gd name="connsiteX70" fmla="*/ 224047 w 424569"/>
                  <a:gd name="connsiteY70" fmla="*/ 358712 h 400621"/>
                  <a:gd name="connsiteX71" fmla="*/ 224047 w 424569"/>
                  <a:gd name="connsiteY71" fmla="*/ 317659 h 400621"/>
                  <a:gd name="connsiteX72" fmla="*/ 222719 w 424569"/>
                  <a:gd name="connsiteY72" fmla="*/ 313658 h 400621"/>
                  <a:gd name="connsiteX73" fmla="*/ 266542 w 424569"/>
                  <a:gd name="connsiteY73" fmla="*/ 313658 h 400621"/>
                  <a:gd name="connsiteX74" fmla="*/ 265214 w 424569"/>
                  <a:gd name="connsiteY74" fmla="*/ 317659 h 400621"/>
                  <a:gd name="connsiteX75" fmla="*/ 265214 w 424569"/>
                  <a:gd name="connsiteY75" fmla="*/ 387858 h 400621"/>
                  <a:gd name="connsiteX76" fmla="*/ 272328 w 424569"/>
                  <a:gd name="connsiteY76" fmla="*/ 395002 h 400621"/>
                  <a:gd name="connsiteX77" fmla="*/ 279442 w 424569"/>
                  <a:gd name="connsiteY77" fmla="*/ 387858 h 400621"/>
                  <a:gd name="connsiteX78" fmla="*/ 279442 w 424569"/>
                  <a:gd name="connsiteY78" fmla="*/ 317659 h 400621"/>
                  <a:gd name="connsiteX79" fmla="*/ 278114 w 424569"/>
                  <a:gd name="connsiteY79" fmla="*/ 313658 h 400621"/>
                  <a:gd name="connsiteX80" fmla="*/ 301448 w 424569"/>
                  <a:gd name="connsiteY80" fmla="*/ 313658 h 400621"/>
                  <a:gd name="connsiteX81" fmla="*/ 334648 w 424569"/>
                  <a:gd name="connsiteY81" fmla="*/ 280321 h 400621"/>
                  <a:gd name="connsiteX82" fmla="*/ 334648 w 424569"/>
                  <a:gd name="connsiteY82" fmla="*/ 256318 h 400621"/>
                  <a:gd name="connsiteX83" fmla="*/ 382549 w 424569"/>
                  <a:gd name="connsiteY83" fmla="*/ 256318 h 400621"/>
                  <a:gd name="connsiteX84" fmla="*/ 403038 w 424569"/>
                  <a:gd name="connsiteY84" fmla="*/ 271653 h 400621"/>
                  <a:gd name="connsiteX85" fmla="*/ 424570 w 424569"/>
                  <a:gd name="connsiteY85" fmla="*/ 250031 h 400621"/>
                  <a:gd name="connsiteX86" fmla="*/ 403038 w 424569"/>
                  <a:gd name="connsiteY86" fmla="*/ 228410 h 400621"/>
                  <a:gd name="connsiteX87" fmla="*/ 402564 w 424569"/>
                  <a:gd name="connsiteY87" fmla="*/ 128778 h 400621"/>
                  <a:gd name="connsiteX88" fmla="*/ 411765 w 424569"/>
                  <a:gd name="connsiteY88" fmla="*/ 138017 h 400621"/>
                  <a:gd name="connsiteX89" fmla="*/ 402564 w 424569"/>
                  <a:gd name="connsiteY89" fmla="*/ 147257 h 400621"/>
                  <a:gd name="connsiteX90" fmla="*/ 393837 w 424569"/>
                  <a:gd name="connsiteY90" fmla="*/ 140399 h 400621"/>
                  <a:gd name="connsiteX91" fmla="*/ 394311 w 424569"/>
                  <a:gd name="connsiteY91" fmla="*/ 138017 h 400621"/>
                  <a:gd name="connsiteX92" fmla="*/ 393837 w 424569"/>
                  <a:gd name="connsiteY92" fmla="*/ 135636 h 400621"/>
                  <a:gd name="connsiteX93" fmla="*/ 402564 w 424569"/>
                  <a:gd name="connsiteY93" fmla="*/ 128778 h 400621"/>
                  <a:gd name="connsiteX94" fmla="*/ 216553 w 424569"/>
                  <a:gd name="connsiteY94" fmla="*/ 12382 h 400621"/>
                  <a:gd name="connsiteX95" fmla="*/ 225754 w 424569"/>
                  <a:gd name="connsiteY95" fmla="*/ 21622 h 400621"/>
                  <a:gd name="connsiteX96" fmla="*/ 218925 w 424569"/>
                  <a:gd name="connsiteY96" fmla="*/ 30385 h 400621"/>
                  <a:gd name="connsiteX97" fmla="*/ 216553 w 424569"/>
                  <a:gd name="connsiteY97" fmla="*/ 29908 h 400621"/>
                  <a:gd name="connsiteX98" fmla="*/ 214182 w 424569"/>
                  <a:gd name="connsiteY98" fmla="*/ 30385 h 400621"/>
                  <a:gd name="connsiteX99" fmla="*/ 207353 w 424569"/>
                  <a:gd name="connsiteY99" fmla="*/ 21622 h 400621"/>
                  <a:gd name="connsiteX100" fmla="*/ 216553 w 424569"/>
                  <a:gd name="connsiteY100" fmla="*/ 12382 h 400621"/>
                  <a:gd name="connsiteX101" fmla="*/ 21342 w 424569"/>
                  <a:gd name="connsiteY101" fmla="*/ 147161 h 400621"/>
                  <a:gd name="connsiteX102" fmla="*/ 12141 w 424569"/>
                  <a:gd name="connsiteY102" fmla="*/ 137922 h 400621"/>
                  <a:gd name="connsiteX103" fmla="*/ 21342 w 424569"/>
                  <a:gd name="connsiteY103" fmla="*/ 128683 h 400621"/>
                  <a:gd name="connsiteX104" fmla="*/ 30069 w 424569"/>
                  <a:gd name="connsiteY104" fmla="*/ 135541 h 400621"/>
                  <a:gd name="connsiteX105" fmla="*/ 29595 w 424569"/>
                  <a:gd name="connsiteY105" fmla="*/ 137922 h 400621"/>
                  <a:gd name="connsiteX106" fmla="*/ 30069 w 424569"/>
                  <a:gd name="connsiteY106" fmla="*/ 140303 h 400621"/>
                  <a:gd name="connsiteX107" fmla="*/ 21342 w 424569"/>
                  <a:gd name="connsiteY107" fmla="*/ 147161 h 400621"/>
                  <a:gd name="connsiteX108" fmla="*/ 21342 w 424569"/>
                  <a:gd name="connsiteY108" fmla="*/ 259175 h 400621"/>
                  <a:gd name="connsiteX109" fmla="*/ 12141 w 424569"/>
                  <a:gd name="connsiteY109" fmla="*/ 249936 h 400621"/>
                  <a:gd name="connsiteX110" fmla="*/ 21342 w 424569"/>
                  <a:gd name="connsiteY110" fmla="*/ 240697 h 400621"/>
                  <a:gd name="connsiteX111" fmla="*/ 29974 w 424569"/>
                  <a:gd name="connsiteY111" fmla="*/ 247078 h 400621"/>
                  <a:gd name="connsiteX112" fmla="*/ 29595 w 424569"/>
                  <a:gd name="connsiteY112" fmla="*/ 248984 h 400621"/>
                  <a:gd name="connsiteX113" fmla="*/ 30164 w 424569"/>
                  <a:gd name="connsiteY113" fmla="*/ 251746 h 400621"/>
                  <a:gd name="connsiteX114" fmla="*/ 21342 w 424569"/>
                  <a:gd name="connsiteY114" fmla="*/ 258985 h 400621"/>
                  <a:gd name="connsiteX115" fmla="*/ 216553 w 424569"/>
                  <a:gd name="connsiteY115" fmla="*/ 388144 h 400621"/>
                  <a:gd name="connsiteX116" fmla="*/ 207353 w 424569"/>
                  <a:gd name="connsiteY116" fmla="*/ 378905 h 400621"/>
                  <a:gd name="connsiteX117" fmla="*/ 214182 w 424569"/>
                  <a:gd name="connsiteY117" fmla="*/ 370141 h 400621"/>
                  <a:gd name="connsiteX118" fmla="*/ 216553 w 424569"/>
                  <a:gd name="connsiteY118" fmla="*/ 370618 h 400621"/>
                  <a:gd name="connsiteX119" fmla="*/ 218925 w 424569"/>
                  <a:gd name="connsiteY119" fmla="*/ 370141 h 400621"/>
                  <a:gd name="connsiteX120" fmla="*/ 225754 w 424569"/>
                  <a:gd name="connsiteY120" fmla="*/ 378905 h 400621"/>
                  <a:gd name="connsiteX121" fmla="*/ 216553 w 424569"/>
                  <a:gd name="connsiteY121" fmla="*/ 388144 h 400621"/>
                  <a:gd name="connsiteX122" fmla="*/ 320040 w 424569"/>
                  <a:gd name="connsiteY122" fmla="*/ 280226 h 400621"/>
                  <a:gd name="connsiteX123" fmla="*/ 301069 w 424569"/>
                  <a:gd name="connsiteY123" fmla="*/ 299276 h 400621"/>
                  <a:gd name="connsiteX124" fmla="*/ 128338 w 424569"/>
                  <a:gd name="connsiteY124" fmla="*/ 299276 h 400621"/>
                  <a:gd name="connsiteX125" fmla="*/ 109368 w 424569"/>
                  <a:gd name="connsiteY125" fmla="*/ 280226 h 400621"/>
                  <a:gd name="connsiteX126" fmla="*/ 109368 w 424569"/>
                  <a:gd name="connsiteY126" fmla="*/ 106775 h 400621"/>
                  <a:gd name="connsiteX127" fmla="*/ 128338 w 424569"/>
                  <a:gd name="connsiteY127" fmla="*/ 87725 h 400621"/>
                  <a:gd name="connsiteX128" fmla="*/ 301069 w 424569"/>
                  <a:gd name="connsiteY128" fmla="*/ 87725 h 400621"/>
                  <a:gd name="connsiteX129" fmla="*/ 320040 w 424569"/>
                  <a:gd name="connsiteY129" fmla="*/ 106775 h 400621"/>
                  <a:gd name="connsiteX130" fmla="*/ 320040 w 424569"/>
                  <a:gd name="connsiteY130" fmla="*/ 280226 h 400621"/>
                  <a:gd name="connsiteX131" fmla="*/ 402564 w 424569"/>
                  <a:gd name="connsiteY131" fmla="*/ 259175 h 400621"/>
                  <a:gd name="connsiteX132" fmla="*/ 393742 w 424569"/>
                  <a:gd name="connsiteY132" fmla="*/ 251936 h 400621"/>
                  <a:gd name="connsiteX133" fmla="*/ 394311 w 424569"/>
                  <a:gd name="connsiteY133" fmla="*/ 249174 h 400621"/>
                  <a:gd name="connsiteX134" fmla="*/ 393932 w 424569"/>
                  <a:gd name="connsiteY134" fmla="*/ 247269 h 400621"/>
                  <a:gd name="connsiteX135" fmla="*/ 402564 w 424569"/>
                  <a:gd name="connsiteY135" fmla="*/ 240887 h 400621"/>
                  <a:gd name="connsiteX136" fmla="*/ 411765 w 424569"/>
                  <a:gd name="connsiteY136" fmla="*/ 250126 h 400621"/>
                  <a:gd name="connsiteX137" fmla="*/ 402564 w 424569"/>
                  <a:gd name="connsiteY137" fmla="*/ 259366 h 40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424569" h="400621">
                    <a:moveTo>
                      <a:pt x="402564" y="228410"/>
                    </a:moveTo>
                    <a:cubicBezTo>
                      <a:pt x="393553" y="228410"/>
                      <a:pt x="385774" y="234029"/>
                      <a:pt x="382644" y="242030"/>
                    </a:cubicBezTo>
                    <a:lnTo>
                      <a:pt x="334268" y="242030"/>
                    </a:lnTo>
                    <a:lnTo>
                      <a:pt x="334268" y="200787"/>
                    </a:lnTo>
                    <a:lnTo>
                      <a:pt x="402658" y="200787"/>
                    </a:lnTo>
                    <a:cubicBezTo>
                      <a:pt x="406548" y="200787"/>
                      <a:pt x="409773" y="197549"/>
                      <a:pt x="409773" y="193643"/>
                    </a:cubicBezTo>
                    <a:cubicBezTo>
                      <a:pt x="409773" y="189738"/>
                      <a:pt x="406548" y="186499"/>
                      <a:pt x="402658" y="186499"/>
                    </a:cubicBezTo>
                    <a:lnTo>
                      <a:pt x="334268" y="186499"/>
                    </a:lnTo>
                    <a:lnTo>
                      <a:pt x="334268" y="145256"/>
                    </a:lnTo>
                    <a:lnTo>
                      <a:pt x="382455" y="145256"/>
                    </a:lnTo>
                    <a:cubicBezTo>
                      <a:pt x="385395" y="153638"/>
                      <a:pt x="393268" y="159734"/>
                      <a:pt x="402658" y="159734"/>
                    </a:cubicBezTo>
                    <a:cubicBezTo>
                      <a:pt x="414515" y="159734"/>
                      <a:pt x="424191" y="150019"/>
                      <a:pt x="424191" y="138112"/>
                    </a:cubicBezTo>
                    <a:cubicBezTo>
                      <a:pt x="424191" y="126206"/>
                      <a:pt x="414515" y="116491"/>
                      <a:pt x="402658" y="116491"/>
                    </a:cubicBezTo>
                    <a:cubicBezTo>
                      <a:pt x="393268" y="116491"/>
                      <a:pt x="385395" y="122587"/>
                      <a:pt x="382455" y="130969"/>
                    </a:cubicBezTo>
                    <a:lnTo>
                      <a:pt x="334268" y="130969"/>
                    </a:lnTo>
                    <a:lnTo>
                      <a:pt x="334268" y="106966"/>
                    </a:lnTo>
                    <a:cubicBezTo>
                      <a:pt x="334268" y="88582"/>
                      <a:pt x="319376" y="73628"/>
                      <a:pt x="301069" y="73628"/>
                    </a:cubicBezTo>
                    <a:lnTo>
                      <a:pt x="279063" y="73628"/>
                    </a:lnTo>
                    <a:lnTo>
                      <a:pt x="279063" y="10573"/>
                    </a:lnTo>
                    <a:cubicBezTo>
                      <a:pt x="279063" y="6668"/>
                      <a:pt x="275838" y="3429"/>
                      <a:pt x="271949" y="3429"/>
                    </a:cubicBezTo>
                    <a:cubicBezTo>
                      <a:pt x="268060" y="3429"/>
                      <a:pt x="264835" y="6668"/>
                      <a:pt x="264835" y="10573"/>
                    </a:cubicBezTo>
                    <a:lnTo>
                      <a:pt x="264835" y="73628"/>
                    </a:lnTo>
                    <a:lnTo>
                      <a:pt x="223762" y="73628"/>
                    </a:lnTo>
                    <a:lnTo>
                      <a:pt x="223762" y="41910"/>
                    </a:lnTo>
                    <a:cubicBezTo>
                      <a:pt x="232110" y="38957"/>
                      <a:pt x="238180" y="31051"/>
                      <a:pt x="238180" y="21622"/>
                    </a:cubicBezTo>
                    <a:cubicBezTo>
                      <a:pt x="238180" y="9716"/>
                      <a:pt x="228505" y="0"/>
                      <a:pt x="216648" y="0"/>
                    </a:cubicBezTo>
                    <a:cubicBezTo>
                      <a:pt x="204791" y="0"/>
                      <a:pt x="195116" y="9716"/>
                      <a:pt x="195116" y="21622"/>
                    </a:cubicBezTo>
                    <a:cubicBezTo>
                      <a:pt x="195116" y="31051"/>
                      <a:pt x="201187" y="38957"/>
                      <a:pt x="209534" y="41910"/>
                    </a:cubicBezTo>
                    <a:lnTo>
                      <a:pt x="209534" y="73628"/>
                    </a:lnTo>
                    <a:lnTo>
                      <a:pt x="168462" y="73628"/>
                    </a:lnTo>
                    <a:lnTo>
                      <a:pt x="168462" y="10573"/>
                    </a:lnTo>
                    <a:cubicBezTo>
                      <a:pt x="168462" y="6668"/>
                      <a:pt x="165237" y="3429"/>
                      <a:pt x="161348" y="3429"/>
                    </a:cubicBezTo>
                    <a:cubicBezTo>
                      <a:pt x="157459" y="3429"/>
                      <a:pt x="154234" y="6668"/>
                      <a:pt x="154234" y="10573"/>
                    </a:cubicBezTo>
                    <a:lnTo>
                      <a:pt x="154234" y="73628"/>
                    </a:lnTo>
                    <a:lnTo>
                      <a:pt x="128433" y="73628"/>
                    </a:lnTo>
                    <a:cubicBezTo>
                      <a:pt x="110126" y="73628"/>
                      <a:pt x="95234" y="88582"/>
                      <a:pt x="95234" y="106966"/>
                    </a:cubicBezTo>
                    <a:lnTo>
                      <a:pt x="95234" y="130969"/>
                    </a:lnTo>
                    <a:lnTo>
                      <a:pt x="41736" y="130969"/>
                    </a:lnTo>
                    <a:cubicBezTo>
                      <a:pt x="38796" y="122587"/>
                      <a:pt x="30923" y="116491"/>
                      <a:pt x="21532" y="116491"/>
                    </a:cubicBezTo>
                    <a:cubicBezTo>
                      <a:pt x="9675" y="116491"/>
                      <a:pt x="0" y="126206"/>
                      <a:pt x="0" y="138112"/>
                    </a:cubicBezTo>
                    <a:cubicBezTo>
                      <a:pt x="0" y="150019"/>
                      <a:pt x="9675" y="159734"/>
                      <a:pt x="21532" y="159734"/>
                    </a:cubicBezTo>
                    <a:cubicBezTo>
                      <a:pt x="30923" y="159734"/>
                      <a:pt x="38796" y="153638"/>
                      <a:pt x="41736" y="145256"/>
                    </a:cubicBezTo>
                    <a:lnTo>
                      <a:pt x="95234" y="145256"/>
                    </a:lnTo>
                    <a:lnTo>
                      <a:pt x="95234" y="186499"/>
                    </a:lnTo>
                    <a:lnTo>
                      <a:pt x="26844" y="186499"/>
                    </a:lnTo>
                    <a:cubicBezTo>
                      <a:pt x="22955" y="186499"/>
                      <a:pt x="19730" y="189738"/>
                      <a:pt x="19730" y="193643"/>
                    </a:cubicBezTo>
                    <a:cubicBezTo>
                      <a:pt x="19730" y="197549"/>
                      <a:pt x="22955" y="200787"/>
                      <a:pt x="26844" y="200787"/>
                    </a:cubicBezTo>
                    <a:lnTo>
                      <a:pt x="95234" y="200787"/>
                    </a:lnTo>
                    <a:lnTo>
                      <a:pt x="95234" y="242030"/>
                    </a:lnTo>
                    <a:lnTo>
                      <a:pt x="41452" y="242030"/>
                    </a:lnTo>
                    <a:cubicBezTo>
                      <a:pt x="38321" y="234124"/>
                      <a:pt x="30543" y="228410"/>
                      <a:pt x="21532" y="228410"/>
                    </a:cubicBezTo>
                    <a:cubicBezTo>
                      <a:pt x="9675" y="228410"/>
                      <a:pt x="0" y="238125"/>
                      <a:pt x="0" y="250031"/>
                    </a:cubicBezTo>
                    <a:cubicBezTo>
                      <a:pt x="0" y="261937"/>
                      <a:pt x="9675" y="271653"/>
                      <a:pt x="21532" y="271653"/>
                    </a:cubicBezTo>
                    <a:cubicBezTo>
                      <a:pt x="31207" y="271653"/>
                      <a:pt x="39270" y="265176"/>
                      <a:pt x="42021" y="256318"/>
                    </a:cubicBezTo>
                    <a:lnTo>
                      <a:pt x="95329" y="256318"/>
                    </a:lnTo>
                    <a:lnTo>
                      <a:pt x="95329" y="280321"/>
                    </a:lnTo>
                    <a:cubicBezTo>
                      <a:pt x="95329" y="298704"/>
                      <a:pt x="110221" y="313658"/>
                      <a:pt x="128528" y="313658"/>
                    </a:cubicBezTo>
                    <a:lnTo>
                      <a:pt x="155752" y="313658"/>
                    </a:lnTo>
                    <a:cubicBezTo>
                      <a:pt x="154993" y="314801"/>
                      <a:pt x="154424" y="316135"/>
                      <a:pt x="154424" y="317659"/>
                    </a:cubicBezTo>
                    <a:lnTo>
                      <a:pt x="154424" y="387858"/>
                    </a:lnTo>
                    <a:cubicBezTo>
                      <a:pt x="154424" y="391763"/>
                      <a:pt x="157649" y="395002"/>
                      <a:pt x="161538" y="395002"/>
                    </a:cubicBezTo>
                    <a:cubicBezTo>
                      <a:pt x="165427" y="395002"/>
                      <a:pt x="168652" y="391763"/>
                      <a:pt x="168652" y="387858"/>
                    </a:cubicBezTo>
                    <a:lnTo>
                      <a:pt x="168652" y="317659"/>
                    </a:lnTo>
                    <a:cubicBezTo>
                      <a:pt x="168652" y="316135"/>
                      <a:pt x="168083" y="314801"/>
                      <a:pt x="167324" y="313658"/>
                    </a:cubicBezTo>
                    <a:lnTo>
                      <a:pt x="211147" y="313658"/>
                    </a:lnTo>
                    <a:cubicBezTo>
                      <a:pt x="210388" y="314801"/>
                      <a:pt x="209819" y="316135"/>
                      <a:pt x="209819" y="317659"/>
                    </a:cubicBezTo>
                    <a:lnTo>
                      <a:pt x="209819" y="358712"/>
                    </a:lnTo>
                    <a:cubicBezTo>
                      <a:pt x="201472" y="361664"/>
                      <a:pt x="195401" y="369570"/>
                      <a:pt x="195401" y="379000"/>
                    </a:cubicBezTo>
                    <a:cubicBezTo>
                      <a:pt x="195401" y="390906"/>
                      <a:pt x="205076" y="400622"/>
                      <a:pt x="216933" y="400622"/>
                    </a:cubicBezTo>
                    <a:cubicBezTo>
                      <a:pt x="228790" y="400622"/>
                      <a:pt x="238465" y="390906"/>
                      <a:pt x="238465" y="379000"/>
                    </a:cubicBezTo>
                    <a:cubicBezTo>
                      <a:pt x="238465" y="369570"/>
                      <a:pt x="232394" y="361664"/>
                      <a:pt x="224047" y="358712"/>
                    </a:cubicBezTo>
                    <a:lnTo>
                      <a:pt x="224047" y="317659"/>
                    </a:lnTo>
                    <a:cubicBezTo>
                      <a:pt x="224047" y="316135"/>
                      <a:pt x="223478" y="314801"/>
                      <a:pt x="222719" y="313658"/>
                    </a:cubicBezTo>
                    <a:lnTo>
                      <a:pt x="266542" y="313658"/>
                    </a:lnTo>
                    <a:cubicBezTo>
                      <a:pt x="265783" y="314801"/>
                      <a:pt x="265214" y="316135"/>
                      <a:pt x="265214" y="317659"/>
                    </a:cubicBezTo>
                    <a:lnTo>
                      <a:pt x="265214" y="387858"/>
                    </a:lnTo>
                    <a:cubicBezTo>
                      <a:pt x="265214" y="391763"/>
                      <a:pt x="268439" y="395002"/>
                      <a:pt x="272328" y="395002"/>
                    </a:cubicBezTo>
                    <a:cubicBezTo>
                      <a:pt x="276217" y="395002"/>
                      <a:pt x="279442" y="391763"/>
                      <a:pt x="279442" y="387858"/>
                    </a:cubicBezTo>
                    <a:lnTo>
                      <a:pt x="279442" y="317659"/>
                    </a:lnTo>
                    <a:cubicBezTo>
                      <a:pt x="279442" y="316135"/>
                      <a:pt x="278873" y="314801"/>
                      <a:pt x="278114" y="313658"/>
                    </a:cubicBezTo>
                    <a:lnTo>
                      <a:pt x="301448" y="313658"/>
                    </a:lnTo>
                    <a:cubicBezTo>
                      <a:pt x="319756" y="313658"/>
                      <a:pt x="334648" y="298704"/>
                      <a:pt x="334648" y="280321"/>
                    </a:cubicBezTo>
                    <a:lnTo>
                      <a:pt x="334648" y="256318"/>
                    </a:lnTo>
                    <a:lnTo>
                      <a:pt x="382549" y="256318"/>
                    </a:lnTo>
                    <a:cubicBezTo>
                      <a:pt x="385205" y="265176"/>
                      <a:pt x="393363" y="271653"/>
                      <a:pt x="403038" y="271653"/>
                    </a:cubicBezTo>
                    <a:cubicBezTo>
                      <a:pt x="414895" y="271653"/>
                      <a:pt x="424570" y="261937"/>
                      <a:pt x="424570" y="250031"/>
                    </a:cubicBezTo>
                    <a:cubicBezTo>
                      <a:pt x="424570" y="238125"/>
                      <a:pt x="414895" y="228410"/>
                      <a:pt x="403038" y="228410"/>
                    </a:cubicBezTo>
                    <a:close/>
                    <a:moveTo>
                      <a:pt x="402564" y="128778"/>
                    </a:moveTo>
                    <a:cubicBezTo>
                      <a:pt x="407591" y="128778"/>
                      <a:pt x="411765" y="132874"/>
                      <a:pt x="411765" y="138017"/>
                    </a:cubicBezTo>
                    <a:cubicBezTo>
                      <a:pt x="411765" y="143161"/>
                      <a:pt x="407686" y="147257"/>
                      <a:pt x="402564" y="147257"/>
                    </a:cubicBezTo>
                    <a:cubicBezTo>
                      <a:pt x="398295" y="147257"/>
                      <a:pt x="394975" y="144304"/>
                      <a:pt x="393837" y="140399"/>
                    </a:cubicBezTo>
                    <a:cubicBezTo>
                      <a:pt x="394122" y="139637"/>
                      <a:pt x="394311" y="138874"/>
                      <a:pt x="394311" y="138017"/>
                    </a:cubicBezTo>
                    <a:cubicBezTo>
                      <a:pt x="394311" y="137160"/>
                      <a:pt x="394122" y="136398"/>
                      <a:pt x="393837" y="135636"/>
                    </a:cubicBezTo>
                    <a:cubicBezTo>
                      <a:pt x="394880" y="131731"/>
                      <a:pt x="398295" y="128778"/>
                      <a:pt x="402564" y="128778"/>
                    </a:cubicBezTo>
                    <a:close/>
                    <a:moveTo>
                      <a:pt x="216553" y="12382"/>
                    </a:moveTo>
                    <a:cubicBezTo>
                      <a:pt x="221581" y="12382"/>
                      <a:pt x="225754" y="16478"/>
                      <a:pt x="225754" y="21622"/>
                    </a:cubicBezTo>
                    <a:cubicBezTo>
                      <a:pt x="225754" y="25908"/>
                      <a:pt x="222814" y="29242"/>
                      <a:pt x="218925" y="30385"/>
                    </a:cubicBezTo>
                    <a:cubicBezTo>
                      <a:pt x="218166" y="30099"/>
                      <a:pt x="217407" y="29908"/>
                      <a:pt x="216553" y="29908"/>
                    </a:cubicBezTo>
                    <a:cubicBezTo>
                      <a:pt x="215700" y="29908"/>
                      <a:pt x="214941" y="30099"/>
                      <a:pt x="214182" y="30385"/>
                    </a:cubicBezTo>
                    <a:cubicBezTo>
                      <a:pt x="210293" y="29337"/>
                      <a:pt x="207353" y="25908"/>
                      <a:pt x="207353" y="21622"/>
                    </a:cubicBezTo>
                    <a:cubicBezTo>
                      <a:pt x="207353" y="16573"/>
                      <a:pt x="211431" y="12382"/>
                      <a:pt x="216553" y="12382"/>
                    </a:cubicBezTo>
                    <a:close/>
                    <a:moveTo>
                      <a:pt x="21342" y="147161"/>
                    </a:moveTo>
                    <a:cubicBezTo>
                      <a:pt x="16315" y="147161"/>
                      <a:pt x="12141" y="143066"/>
                      <a:pt x="12141" y="137922"/>
                    </a:cubicBezTo>
                    <a:cubicBezTo>
                      <a:pt x="12141" y="132778"/>
                      <a:pt x="16220" y="128683"/>
                      <a:pt x="21342" y="128683"/>
                    </a:cubicBezTo>
                    <a:cubicBezTo>
                      <a:pt x="25611" y="128683"/>
                      <a:pt x="28931" y="131635"/>
                      <a:pt x="30069" y="135541"/>
                    </a:cubicBezTo>
                    <a:cubicBezTo>
                      <a:pt x="29784" y="136303"/>
                      <a:pt x="29595" y="137065"/>
                      <a:pt x="29595" y="137922"/>
                    </a:cubicBezTo>
                    <a:cubicBezTo>
                      <a:pt x="29595" y="138779"/>
                      <a:pt x="29784" y="139541"/>
                      <a:pt x="30069" y="140303"/>
                    </a:cubicBezTo>
                    <a:cubicBezTo>
                      <a:pt x="29026" y="144209"/>
                      <a:pt x="25611" y="147161"/>
                      <a:pt x="21342" y="147161"/>
                    </a:cubicBezTo>
                    <a:close/>
                    <a:moveTo>
                      <a:pt x="21342" y="259175"/>
                    </a:moveTo>
                    <a:cubicBezTo>
                      <a:pt x="16315" y="259175"/>
                      <a:pt x="12141" y="255080"/>
                      <a:pt x="12141" y="249936"/>
                    </a:cubicBezTo>
                    <a:cubicBezTo>
                      <a:pt x="12141" y="244793"/>
                      <a:pt x="16220" y="240697"/>
                      <a:pt x="21342" y="240697"/>
                    </a:cubicBezTo>
                    <a:cubicBezTo>
                      <a:pt x="25421" y="240697"/>
                      <a:pt x="28741" y="243459"/>
                      <a:pt x="29974" y="247078"/>
                    </a:cubicBezTo>
                    <a:cubicBezTo>
                      <a:pt x="29784" y="247745"/>
                      <a:pt x="29595" y="248317"/>
                      <a:pt x="29595" y="248984"/>
                    </a:cubicBezTo>
                    <a:cubicBezTo>
                      <a:pt x="29595" y="249936"/>
                      <a:pt x="29784" y="250889"/>
                      <a:pt x="30164" y="251746"/>
                    </a:cubicBezTo>
                    <a:cubicBezTo>
                      <a:pt x="29215" y="255841"/>
                      <a:pt x="25801" y="258985"/>
                      <a:pt x="21342" y="258985"/>
                    </a:cubicBezTo>
                    <a:close/>
                    <a:moveTo>
                      <a:pt x="216553" y="388144"/>
                    </a:moveTo>
                    <a:cubicBezTo>
                      <a:pt x="211526" y="388144"/>
                      <a:pt x="207353" y="384048"/>
                      <a:pt x="207353" y="378905"/>
                    </a:cubicBezTo>
                    <a:cubicBezTo>
                      <a:pt x="207353" y="374618"/>
                      <a:pt x="210293" y="371285"/>
                      <a:pt x="214182" y="370141"/>
                    </a:cubicBezTo>
                    <a:cubicBezTo>
                      <a:pt x="214941" y="370427"/>
                      <a:pt x="215700" y="370618"/>
                      <a:pt x="216553" y="370618"/>
                    </a:cubicBezTo>
                    <a:cubicBezTo>
                      <a:pt x="217407" y="370618"/>
                      <a:pt x="218166" y="370427"/>
                      <a:pt x="218925" y="370141"/>
                    </a:cubicBezTo>
                    <a:cubicBezTo>
                      <a:pt x="222814" y="371189"/>
                      <a:pt x="225754" y="374618"/>
                      <a:pt x="225754" y="378905"/>
                    </a:cubicBezTo>
                    <a:cubicBezTo>
                      <a:pt x="225754" y="383953"/>
                      <a:pt x="221676" y="388144"/>
                      <a:pt x="216553" y="388144"/>
                    </a:cubicBezTo>
                    <a:close/>
                    <a:moveTo>
                      <a:pt x="320040" y="280226"/>
                    </a:moveTo>
                    <a:cubicBezTo>
                      <a:pt x="320040" y="290703"/>
                      <a:pt x="311503" y="299276"/>
                      <a:pt x="301069" y="299276"/>
                    </a:cubicBezTo>
                    <a:lnTo>
                      <a:pt x="128338" y="299276"/>
                    </a:lnTo>
                    <a:cubicBezTo>
                      <a:pt x="117904" y="299276"/>
                      <a:pt x="109368" y="290703"/>
                      <a:pt x="109368" y="280226"/>
                    </a:cubicBezTo>
                    <a:lnTo>
                      <a:pt x="109368" y="106775"/>
                    </a:lnTo>
                    <a:cubicBezTo>
                      <a:pt x="109368" y="96298"/>
                      <a:pt x="117904" y="87725"/>
                      <a:pt x="128338" y="87725"/>
                    </a:cubicBezTo>
                    <a:lnTo>
                      <a:pt x="301069" y="87725"/>
                    </a:lnTo>
                    <a:cubicBezTo>
                      <a:pt x="311503" y="87725"/>
                      <a:pt x="320040" y="96298"/>
                      <a:pt x="320040" y="106775"/>
                    </a:cubicBezTo>
                    <a:lnTo>
                      <a:pt x="320040" y="280226"/>
                    </a:lnTo>
                    <a:close/>
                    <a:moveTo>
                      <a:pt x="402564" y="259175"/>
                    </a:moveTo>
                    <a:cubicBezTo>
                      <a:pt x="398200" y="259175"/>
                      <a:pt x="394691" y="256032"/>
                      <a:pt x="393742" y="251936"/>
                    </a:cubicBezTo>
                    <a:cubicBezTo>
                      <a:pt x="394122" y="251079"/>
                      <a:pt x="394311" y="250126"/>
                      <a:pt x="394311" y="249174"/>
                    </a:cubicBezTo>
                    <a:cubicBezTo>
                      <a:pt x="394311" y="248507"/>
                      <a:pt x="394122" y="247841"/>
                      <a:pt x="393932" y="247269"/>
                    </a:cubicBezTo>
                    <a:cubicBezTo>
                      <a:pt x="395165" y="243554"/>
                      <a:pt x="398485" y="240887"/>
                      <a:pt x="402564" y="240887"/>
                    </a:cubicBezTo>
                    <a:cubicBezTo>
                      <a:pt x="407591" y="240887"/>
                      <a:pt x="411765" y="244983"/>
                      <a:pt x="411765" y="250126"/>
                    </a:cubicBezTo>
                    <a:cubicBezTo>
                      <a:pt x="411765" y="255270"/>
                      <a:pt x="407686" y="259366"/>
                      <a:pt x="402564" y="259366"/>
                    </a:cubicBezTo>
                    <a:close/>
                  </a:path>
                </a:pathLst>
              </a:custGeom>
              <a:solidFill>
                <a:schemeClr val="bg1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</p:grpSp>
      <p:sp>
        <p:nvSpPr>
          <p:cNvPr id="203" name="Graphic 201">
            <a:extLst>
              <a:ext uri="{FF2B5EF4-FFF2-40B4-BE49-F238E27FC236}">
                <a16:creationId xmlns:a16="http://schemas.microsoft.com/office/drawing/2014/main" id="{3E892463-49BE-981F-A521-17ECF02B6DDD}"/>
              </a:ext>
            </a:extLst>
          </p:cNvPr>
          <p:cNvSpPr/>
          <p:nvPr/>
        </p:nvSpPr>
        <p:spPr>
          <a:xfrm>
            <a:off x="3850327" y="2871494"/>
            <a:ext cx="450850" cy="452728"/>
          </a:xfrm>
          <a:custGeom>
            <a:avLst/>
            <a:gdLst>
              <a:gd name="connsiteX0" fmla="*/ 329810 w 336829"/>
              <a:gd name="connsiteY0" fmla="*/ 169164 h 338232"/>
              <a:gd name="connsiteX1" fmla="*/ 336829 w 336829"/>
              <a:gd name="connsiteY1" fmla="*/ 162020 h 338232"/>
              <a:gd name="connsiteX2" fmla="*/ 329810 w 336829"/>
              <a:gd name="connsiteY2" fmla="*/ 154877 h 338232"/>
              <a:gd name="connsiteX3" fmla="*/ 280770 w 336829"/>
              <a:gd name="connsiteY3" fmla="*/ 154877 h 338232"/>
              <a:gd name="connsiteX4" fmla="*/ 280770 w 336829"/>
              <a:gd name="connsiteY4" fmla="*/ 112776 h 338232"/>
              <a:gd name="connsiteX5" fmla="*/ 329810 w 336829"/>
              <a:gd name="connsiteY5" fmla="*/ 112776 h 338232"/>
              <a:gd name="connsiteX6" fmla="*/ 336829 w 336829"/>
              <a:gd name="connsiteY6" fmla="*/ 105632 h 338232"/>
              <a:gd name="connsiteX7" fmla="*/ 329810 w 336829"/>
              <a:gd name="connsiteY7" fmla="*/ 98489 h 338232"/>
              <a:gd name="connsiteX8" fmla="*/ 280770 w 336829"/>
              <a:gd name="connsiteY8" fmla="*/ 98489 h 338232"/>
              <a:gd name="connsiteX9" fmla="*/ 280770 w 336829"/>
              <a:gd name="connsiteY9" fmla="*/ 77533 h 338232"/>
              <a:gd name="connsiteX10" fmla="*/ 259712 w 336829"/>
              <a:gd name="connsiteY10" fmla="*/ 56388 h 338232"/>
              <a:gd name="connsiteX11" fmla="*/ 238844 w 336829"/>
              <a:gd name="connsiteY11" fmla="*/ 56388 h 338232"/>
              <a:gd name="connsiteX12" fmla="*/ 238844 w 336829"/>
              <a:gd name="connsiteY12" fmla="*/ 7049 h 338232"/>
              <a:gd name="connsiteX13" fmla="*/ 231730 w 336829"/>
              <a:gd name="connsiteY13" fmla="*/ 0 h 338232"/>
              <a:gd name="connsiteX14" fmla="*/ 224616 w 336829"/>
              <a:gd name="connsiteY14" fmla="*/ 7049 h 338232"/>
              <a:gd name="connsiteX15" fmla="*/ 224616 w 336829"/>
              <a:gd name="connsiteY15" fmla="*/ 56388 h 338232"/>
              <a:gd name="connsiteX16" fmla="*/ 168462 w 336829"/>
              <a:gd name="connsiteY16" fmla="*/ 56388 h 338232"/>
              <a:gd name="connsiteX17" fmla="*/ 168462 w 336829"/>
              <a:gd name="connsiteY17" fmla="*/ 7049 h 338232"/>
              <a:gd name="connsiteX18" fmla="*/ 161348 w 336829"/>
              <a:gd name="connsiteY18" fmla="*/ 0 h 338232"/>
              <a:gd name="connsiteX19" fmla="*/ 154234 w 336829"/>
              <a:gd name="connsiteY19" fmla="*/ 7049 h 338232"/>
              <a:gd name="connsiteX20" fmla="*/ 154234 w 336829"/>
              <a:gd name="connsiteY20" fmla="*/ 56388 h 338232"/>
              <a:gd name="connsiteX21" fmla="*/ 112308 w 336829"/>
              <a:gd name="connsiteY21" fmla="*/ 56388 h 338232"/>
              <a:gd name="connsiteX22" fmla="*/ 112308 w 336829"/>
              <a:gd name="connsiteY22" fmla="*/ 7049 h 338232"/>
              <a:gd name="connsiteX23" fmla="*/ 105194 w 336829"/>
              <a:gd name="connsiteY23" fmla="*/ 0 h 338232"/>
              <a:gd name="connsiteX24" fmla="*/ 98080 w 336829"/>
              <a:gd name="connsiteY24" fmla="*/ 7049 h 338232"/>
              <a:gd name="connsiteX25" fmla="*/ 98080 w 336829"/>
              <a:gd name="connsiteY25" fmla="*/ 56388 h 338232"/>
              <a:gd name="connsiteX26" fmla="*/ 77212 w 336829"/>
              <a:gd name="connsiteY26" fmla="*/ 56388 h 338232"/>
              <a:gd name="connsiteX27" fmla="*/ 56154 w 336829"/>
              <a:gd name="connsiteY27" fmla="*/ 77533 h 338232"/>
              <a:gd name="connsiteX28" fmla="*/ 56154 w 336829"/>
              <a:gd name="connsiteY28" fmla="*/ 98489 h 338232"/>
              <a:gd name="connsiteX29" fmla="*/ 7019 w 336829"/>
              <a:gd name="connsiteY29" fmla="*/ 98489 h 338232"/>
              <a:gd name="connsiteX30" fmla="*/ 0 w 336829"/>
              <a:gd name="connsiteY30" fmla="*/ 105632 h 338232"/>
              <a:gd name="connsiteX31" fmla="*/ 7019 w 336829"/>
              <a:gd name="connsiteY31" fmla="*/ 112776 h 338232"/>
              <a:gd name="connsiteX32" fmla="*/ 56154 w 336829"/>
              <a:gd name="connsiteY32" fmla="*/ 112776 h 338232"/>
              <a:gd name="connsiteX33" fmla="*/ 56154 w 336829"/>
              <a:gd name="connsiteY33" fmla="*/ 169164 h 338232"/>
              <a:gd name="connsiteX34" fmla="*/ 7019 w 336829"/>
              <a:gd name="connsiteY34" fmla="*/ 169164 h 338232"/>
              <a:gd name="connsiteX35" fmla="*/ 0 w 336829"/>
              <a:gd name="connsiteY35" fmla="*/ 176308 h 338232"/>
              <a:gd name="connsiteX36" fmla="*/ 7019 w 336829"/>
              <a:gd name="connsiteY36" fmla="*/ 183452 h 338232"/>
              <a:gd name="connsiteX37" fmla="*/ 56154 w 336829"/>
              <a:gd name="connsiteY37" fmla="*/ 183452 h 338232"/>
              <a:gd name="connsiteX38" fmla="*/ 56154 w 336829"/>
              <a:gd name="connsiteY38" fmla="*/ 225552 h 338232"/>
              <a:gd name="connsiteX39" fmla="*/ 7019 w 336829"/>
              <a:gd name="connsiteY39" fmla="*/ 225552 h 338232"/>
              <a:gd name="connsiteX40" fmla="*/ 0 w 336829"/>
              <a:gd name="connsiteY40" fmla="*/ 232696 h 338232"/>
              <a:gd name="connsiteX41" fmla="*/ 7019 w 336829"/>
              <a:gd name="connsiteY41" fmla="*/ 239840 h 338232"/>
              <a:gd name="connsiteX42" fmla="*/ 56154 w 336829"/>
              <a:gd name="connsiteY42" fmla="*/ 239840 h 338232"/>
              <a:gd name="connsiteX43" fmla="*/ 56154 w 336829"/>
              <a:gd name="connsiteY43" fmla="*/ 260795 h 338232"/>
              <a:gd name="connsiteX44" fmla="*/ 77212 w 336829"/>
              <a:gd name="connsiteY44" fmla="*/ 281940 h 338232"/>
              <a:gd name="connsiteX45" fmla="*/ 98080 w 336829"/>
              <a:gd name="connsiteY45" fmla="*/ 281940 h 338232"/>
              <a:gd name="connsiteX46" fmla="*/ 98080 w 336829"/>
              <a:gd name="connsiteY46" fmla="*/ 331184 h 338232"/>
              <a:gd name="connsiteX47" fmla="*/ 105194 w 336829"/>
              <a:gd name="connsiteY47" fmla="*/ 338233 h 338232"/>
              <a:gd name="connsiteX48" fmla="*/ 112308 w 336829"/>
              <a:gd name="connsiteY48" fmla="*/ 331184 h 338232"/>
              <a:gd name="connsiteX49" fmla="*/ 112308 w 336829"/>
              <a:gd name="connsiteY49" fmla="*/ 281940 h 338232"/>
              <a:gd name="connsiteX50" fmla="*/ 168462 w 336829"/>
              <a:gd name="connsiteY50" fmla="*/ 281940 h 338232"/>
              <a:gd name="connsiteX51" fmla="*/ 168462 w 336829"/>
              <a:gd name="connsiteY51" fmla="*/ 331184 h 338232"/>
              <a:gd name="connsiteX52" fmla="*/ 175576 w 336829"/>
              <a:gd name="connsiteY52" fmla="*/ 338233 h 338232"/>
              <a:gd name="connsiteX53" fmla="*/ 182690 w 336829"/>
              <a:gd name="connsiteY53" fmla="*/ 331184 h 338232"/>
              <a:gd name="connsiteX54" fmla="*/ 182690 w 336829"/>
              <a:gd name="connsiteY54" fmla="*/ 281940 h 338232"/>
              <a:gd name="connsiteX55" fmla="*/ 224616 w 336829"/>
              <a:gd name="connsiteY55" fmla="*/ 281940 h 338232"/>
              <a:gd name="connsiteX56" fmla="*/ 224616 w 336829"/>
              <a:gd name="connsiteY56" fmla="*/ 331184 h 338232"/>
              <a:gd name="connsiteX57" fmla="*/ 231730 w 336829"/>
              <a:gd name="connsiteY57" fmla="*/ 338233 h 338232"/>
              <a:gd name="connsiteX58" fmla="*/ 238844 w 336829"/>
              <a:gd name="connsiteY58" fmla="*/ 331184 h 338232"/>
              <a:gd name="connsiteX59" fmla="*/ 238844 w 336829"/>
              <a:gd name="connsiteY59" fmla="*/ 281940 h 338232"/>
              <a:gd name="connsiteX60" fmla="*/ 259712 w 336829"/>
              <a:gd name="connsiteY60" fmla="*/ 281940 h 338232"/>
              <a:gd name="connsiteX61" fmla="*/ 280770 w 336829"/>
              <a:gd name="connsiteY61" fmla="*/ 260795 h 338232"/>
              <a:gd name="connsiteX62" fmla="*/ 280770 w 336829"/>
              <a:gd name="connsiteY62" fmla="*/ 239840 h 338232"/>
              <a:gd name="connsiteX63" fmla="*/ 329810 w 336829"/>
              <a:gd name="connsiteY63" fmla="*/ 239840 h 338232"/>
              <a:gd name="connsiteX64" fmla="*/ 336829 w 336829"/>
              <a:gd name="connsiteY64" fmla="*/ 232696 h 338232"/>
              <a:gd name="connsiteX65" fmla="*/ 329810 w 336829"/>
              <a:gd name="connsiteY65" fmla="*/ 225552 h 338232"/>
              <a:gd name="connsiteX66" fmla="*/ 280770 w 336829"/>
              <a:gd name="connsiteY66" fmla="*/ 225552 h 338232"/>
              <a:gd name="connsiteX67" fmla="*/ 280770 w 336829"/>
              <a:gd name="connsiteY67" fmla="*/ 169164 h 338232"/>
              <a:gd name="connsiteX68" fmla="*/ 329810 w 336829"/>
              <a:gd name="connsiteY68" fmla="*/ 169164 h 338232"/>
              <a:gd name="connsiteX69" fmla="*/ 259618 w 336829"/>
              <a:gd name="connsiteY69" fmla="*/ 267843 h 338232"/>
              <a:gd name="connsiteX70" fmla="*/ 232679 w 336829"/>
              <a:gd name="connsiteY70" fmla="*/ 267843 h 338232"/>
              <a:gd name="connsiteX71" fmla="*/ 231635 w 336829"/>
              <a:gd name="connsiteY71" fmla="*/ 267653 h 338232"/>
              <a:gd name="connsiteX72" fmla="*/ 230782 w 336829"/>
              <a:gd name="connsiteY72" fmla="*/ 267843 h 338232"/>
              <a:gd name="connsiteX73" fmla="*/ 176525 w 336829"/>
              <a:gd name="connsiteY73" fmla="*/ 267843 h 338232"/>
              <a:gd name="connsiteX74" fmla="*/ 175481 w 336829"/>
              <a:gd name="connsiteY74" fmla="*/ 267653 h 338232"/>
              <a:gd name="connsiteX75" fmla="*/ 174628 w 336829"/>
              <a:gd name="connsiteY75" fmla="*/ 267843 h 338232"/>
              <a:gd name="connsiteX76" fmla="*/ 106143 w 336829"/>
              <a:gd name="connsiteY76" fmla="*/ 267843 h 338232"/>
              <a:gd name="connsiteX77" fmla="*/ 105099 w 336829"/>
              <a:gd name="connsiteY77" fmla="*/ 267653 h 338232"/>
              <a:gd name="connsiteX78" fmla="*/ 104245 w 336829"/>
              <a:gd name="connsiteY78" fmla="*/ 267843 h 338232"/>
              <a:gd name="connsiteX79" fmla="*/ 77117 w 336829"/>
              <a:gd name="connsiteY79" fmla="*/ 267843 h 338232"/>
              <a:gd name="connsiteX80" fmla="*/ 70098 w 336829"/>
              <a:gd name="connsiteY80" fmla="*/ 260795 h 338232"/>
              <a:gd name="connsiteX81" fmla="*/ 70098 w 336829"/>
              <a:gd name="connsiteY81" fmla="*/ 234125 h 338232"/>
              <a:gd name="connsiteX82" fmla="*/ 70287 w 336829"/>
              <a:gd name="connsiteY82" fmla="*/ 232696 h 338232"/>
              <a:gd name="connsiteX83" fmla="*/ 70098 w 336829"/>
              <a:gd name="connsiteY83" fmla="*/ 231553 h 338232"/>
              <a:gd name="connsiteX84" fmla="*/ 70098 w 336829"/>
              <a:gd name="connsiteY84" fmla="*/ 177737 h 338232"/>
              <a:gd name="connsiteX85" fmla="*/ 70287 w 336829"/>
              <a:gd name="connsiteY85" fmla="*/ 176308 h 338232"/>
              <a:gd name="connsiteX86" fmla="*/ 70098 w 336829"/>
              <a:gd name="connsiteY86" fmla="*/ 175165 h 338232"/>
              <a:gd name="connsiteX87" fmla="*/ 70098 w 336829"/>
              <a:gd name="connsiteY87" fmla="*/ 107061 h 338232"/>
              <a:gd name="connsiteX88" fmla="*/ 70287 w 336829"/>
              <a:gd name="connsiteY88" fmla="*/ 105632 h 338232"/>
              <a:gd name="connsiteX89" fmla="*/ 70098 w 336829"/>
              <a:gd name="connsiteY89" fmla="*/ 104489 h 338232"/>
              <a:gd name="connsiteX90" fmla="*/ 70098 w 336829"/>
              <a:gd name="connsiteY90" fmla="*/ 77629 h 338232"/>
              <a:gd name="connsiteX91" fmla="*/ 77117 w 336829"/>
              <a:gd name="connsiteY91" fmla="*/ 70580 h 338232"/>
              <a:gd name="connsiteX92" fmla="*/ 103866 w 336829"/>
              <a:gd name="connsiteY92" fmla="*/ 70580 h 338232"/>
              <a:gd name="connsiteX93" fmla="*/ 105004 w 336829"/>
              <a:gd name="connsiteY93" fmla="*/ 70771 h 338232"/>
              <a:gd name="connsiteX94" fmla="*/ 106427 w 336829"/>
              <a:gd name="connsiteY94" fmla="*/ 70580 h 338232"/>
              <a:gd name="connsiteX95" fmla="*/ 160020 w 336829"/>
              <a:gd name="connsiteY95" fmla="*/ 70580 h 338232"/>
              <a:gd name="connsiteX96" fmla="*/ 161158 w 336829"/>
              <a:gd name="connsiteY96" fmla="*/ 70771 h 338232"/>
              <a:gd name="connsiteX97" fmla="*/ 162581 w 336829"/>
              <a:gd name="connsiteY97" fmla="*/ 70580 h 338232"/>
              <a:gd name="connsiteX98" fmla="*/ 230402 w 336829"/>
              <a:gd name="connsiteY98" fmla="*/ 70580 h 338232"/>
              <a:gd name="connsiteX99" fmla="*/ 231541 w 336829"/>
              <a:gd name="connsiteY99" fmla="*/ 70771 h 338232"/>
              <a:gd name="connsiteX100" fmla="*/ 232963 w 336829"/>
              <a:gd name="connsiteY100" fmla="*/ 70580 h 338232"/>
              <a:gd name="connsiteX101" fmla="*/ 259523 w 336829"/>
              <a:gd name="connsiteY101" fmla="*/ 70580 h 338232"/>
              <a:gd name="connsiteX102" fmla="*/ 266542 w 336829"/>
              <a:gd name="connsiteY102" fmla="*/ 77629 h 338232"/>
              <a:gd name="connsiteX103" fmla="*/ 266542 w 336829"/>
              <a:gd name="connsiteY103" fmla="*/ 104870 h 338232"/>
              <a:gd name="connsiteX104" fmla="*/ 266352 w 336829"/>
              <a:gd name="connsiteY104" fmla="*/ 105727 h 338232"/>
              <a:gd name="connsiteX105" fmla="*/ 266542 w 336829"/>
              <a:gd name="connsiteY105" fmla="*/ 106775 h 338232"/>
              <a:gd name="connsiteX106" fmla="*/ 266542 w 336829"/>
              <a:gd name="connsiteY106" fmla="*/ 161258 h 338232"/>
              <a:gd name="connsiteX107" fmla="*/ 266352 w 336829"/>
              <a:gd name="connsiteY107" fmla="*/ 162116 h 338232"/>
              <a:gd name="connsiteX108" fmla="*/ 266542 w 336829"/>
              <a:gd name="connsiteY108" fmla="*/ 163163 h 338232"/>
              <a:gd name="connsiteX109" fmla="*/ 266542 w 336829"/>
              <a:gd name="connsiteY109" fmla="*/ 231934 h 338232"/>
              <a:gd name="connsiteX110" fmla="*/ 266352 w 336829"/>
              <a:gd name="connsiteY110" fmla="*/ 232791 h 338232"/>
              <a:gd name="connsiteX111" fmla="*/ 266542 w 336829"/>
              <a:gd name="connsiteY111" fmla="*/ 233839 h 338232"/>
              <a:gd name="connsiteX112" fmla="*/ 266542 w 336829"/>
              <a:gd name="connsiteY112" fmla="*/ 260890 h 338232"/>
              <a:gd name="connsiteX113" fmla="*/ 259523 w 336829"/>
              <a:gd name="connsiteY113" fmla="*/ 267938 h 338232"/>
              <a:gd name="connsiteX114" fmla="*/ 217787 w 336829"/>
              <a:gd name="connsiteY114" fmla="*/ 85058 h 338232"/>
              <a:gd name="connsiteX115" fmla="*/ 119138 w 336829"/>
              <a:gd name="connsiteY115" fmla="*/ 85058 h 338232"/>
              <a:gd name="connsiteX116" fmla="*/ 83852 w 336829"/>
              <a:gd name="connsiteY116" fmla="*/ 120301 h 338232"/>
              <a:gd name="connsiteX117" fmla="*/ 83852 w 336829"/>
              <a:gd name="connsiteY117" fmla="*/ 218885 h 338232"/>
              <a:gd name="connsiteX118" fmla="*/ 119138 w 336829"/>
              <a:gd name="connsiteY118" fmla="*/ 254127 h 338232"/>
              <a:gd name="connsiteX119" fmla="*/ 217787 w 336829"/>
              <a:gd name="connsiteY119" fmla="*/ 254127 h 338232"/>
              <a:gd name="connsiteX120" fmla="*/ 253073 w 336829"/>
              <a:gd name="connsiteY120" fmla="*/ 218885 h 338232"/>
              <a:gd name="connsiteX121" fmla="*/ 253073 w 336829"/>
              <a:gd name="connsiteY121" fmla="*/ 120301 h 338232"/>
              <a:gd name="connsiteX122" fmla="*/ 217787 w 336829"/>
              <a:gd name="connsiteY122" fmla="*/ 85058 h 338232"/>
              <a:gd name="connsiteX123" fmla="*/ 238939 w 336829"/>
              <a:gd name="connsiteY123" fmla="*/ 218885 h 338232"/>
              <a:gd name="connsiteX124" fmla="*/ 217787 w 336829"/>
              <a:gd name="connsiteY124" fmla="*/ 240030 h 338232"/>
              <a:gd name="connsiteX125" fmla="*/ 119138 w 336829"/>
              <a:gd name="connsiteY125" fmla="*/ 240030 h 338232"/>
              <a:gd name="connsiteX126" fmla="*/ 97985 w 336829"/>
              <a:gd name="connsiteY126" fmla="*/ 218885 h 338232"/>
              <a:gd name="connsiteX127" fmla="*/ 97985 w 336829"/>
              <a:gd name="connsiteY127" fmla="*/ 120301 h 338232"/>
              <a:gd name="connsiteX128" fmla="*/ 119138 w 336829"/>
              <a:gd name="connsiteY128" fmla="*/ 99155 h 338232"/>
              <a:gd name="connsiteX129" fmla="*/ 217787 w 336829"/>
              <a:gd name="connsiteY129" fmla="*/ 99155 h 338232"/>
              <a:gd name="connsiteX130" fmla="*/ 238939 w 336829"/>
              <a:gd name="connsiteY130" fmla="*/ 120301 h 338232"/>
              <a:gd name="connsiteX131" fmla="*/ 238939 w 336829"/>
              <a:gd name="connsiteY131" fmla="*/ 218885 h 338232"/>
              <a:gd name="connsiteX132" fmla="*/ 126536 w 336829"/>
              <a:gd name="connsiteY132" fmla="*/ 134207 h 338232"/>
              <a:gd name="connsiteX133" fmla="*/ 133556 w 336829"/>
              <a:gd name="connsiteY133" fmla="*/ 127064 h 338232"/>
              <a:gd name="connsiteX134" fmla="*/ 189804 w 336829"/>
              <a:gd name="connsiteY134" fmla="*/ 127064 h 338232"/>
              <a:gd name="connsiteX135" fmla="*/ 196824 w 336829"/>
              <a:gd name="connsiteY135" fmla="*/ 134207 h 338232"/>
              <a:gd name="connsiteX136" fmla="*/ 189804 w 336829"/>
              <a:gd name="connsiteY136" fmla="*/ 141351 h 338232"/>
              <a:gd name="connsiteX137" fmla="*/ 133556 w 336829"/>
              <a:gd name="connsiteY137" fmla="*/ 141351 h 338232"/>
              <a:gd name="connsiteX138" fmla="*/ 126536 w 336829"/>
              <a:gd name="connsiteY138" fmla="*/ 134207 h 338232"/>
              <a:gd name="connsiteX139" fmla="*/ 168462 w 336829"/>
              <a:gd name="connsiteY139" fmla="*/ 162020 h 338232"/>
              <a:gd name="connsiteX140" fmla="*/ 161443 w 336829"/>
              <a:gd name="connsiteY140" fmla="*/ 169164 h 338232"/>
              <a:gd name="connsiteX141" fmla="*/ 133556 w 336829"/>
              <a:gd name="connsiteY141" fmla="*/ 169164 h 338232"/>
              <a:gd name="connsiteX142" fmla="*/ 126536 w 336829"/>
              <a:gd name="connsiteY142" fmla="*/ 162020 h 338232"/>
              <a:gd name="connsiteX143" fmla="*/ 133556 w 336829"/>
              <a:gd name="connsiteY143" fmla="*/ 154877 h 338232"/>
              <a:gd name="connsiteX144" fmla="*/ 161443 w 336829"/>
              <a:gd name="connsiteY144" fmla="*/ 154877 h 338232"/>
              <a:gd name="connsiteX145" fmla="*/ 168462 w 336829"/>
              <a:gd name="connsiteY145" fmla="*/ 162020 h 338232"/>
              <a:gd name="connsiteX146" fmla="*/ 210293 w 336829"/>
              <a:gd name="connsiteY146" fmla="*/ 204502 h 338232"/>
              <a:gd name="connsiteX147" fmla="*/ 203274 w 336829"/>
              <a:gd name="connsiteY147" fmla="*/ 211265 h 338232"/>
              <a:gd name="connsiteX148" fmla="*/ 175387 w 336829"/>
              <a:gd name="connsiteY148" fmla="*/ 211265 h 338232"/>
              <a:gd name="connsiteX149" fmla="*/ 168367 w 336829"/>
              <a:gd name="connsiteY149" fmla="*/ 204502 h 338232"/>
              <a:gd name="connsiteX150" fmla="*/ 175387 w 336829"/>
              <a:gd name="connsiteY150" fmla="*/ 197739 h 338232"/>
              <a:gd name="connsiteX151" fmla="*/ 203274 w 336829"/>
              <a:gd name="connsiteY151" fmla="*/ 197739 h 338232"/>
              <a:gd name="connsiteX152" fmla="*/ 210293 w 336829"/>
              <a:gd name="connsiteY152" fmla="*/ 204502 h 33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336829" h="338232">
                <a:moveTo>
                  <a:pt x="329810" y="169164"/>
                </a:moveTo>
                <a:cubicBezTo>
                  <a:pt x="334458" y="169164"/>
                  <a:pt x="336829" y="166783"/>
                  <a:pt x="336829" y="162020"/>
                </a:cubicBezTo>
                <a:cubicBezTo>
                  <a:pt x="336829" y="158401"/>
                  <a:pt x="334458" y="154877"/>
                  <a:pt x="329810" y="154877"/>
                </a:cubicBezTo>
                <a:lnTo>
                  <a:pt x="280770" y="154877"/>
                </a:lnTo>
                <a:lnTo>
                  <a:pt x="280770" y="112776"/>
                </a:lnTo>
                <a:lnTo>
                  <a:pt x="329810" y="112776"/>
                </a:lnTo>
                <a:cubicBezTo>
                  <a:pt x="334458" y="112776"/>
                  <a:pt x="336829" y="110395"/>
                  <a:pt x="336829" y="105632"/>
                </a:cubicBezTo>
                <a:cubicBezTo>
                  <a:pt x="336829" y="102013"/>
                  <a:pt x="334458" y="98489"/>
                  <a:pt x="329810" y="98489"/>
                </a:cubicBezTo>
                <a:lnTo>
                  <a:pt x="280770" y="98489"/>
                </a:lnTo>
                <a:lnTo>
                  <a:pt x="280770" y="77533"/>
                </a:lnTo>
                <a:cubicBezTo>
                  <a:pt x="280770" y="66961"/>
                  <a:pt x="271380" y="56388"/>
                  <a:pt x="259712" y="56388"/>
                </a:cubicBezTo>
                <a:lnTo>
                  <a:pt x="238844" y="56388"/>
                </a:lnTo>
                <a:lnTo>
                  <a:pt x="238844" y="7049"/>
                </a:lnTo>
                <a:cubicBezTo>
                  <a:pt x="238844" y="3524"/>
                  <a:pt x="236473" y="0"/>
                  <a:pt x="231730" y="0"/>
                </a:cubicBezTo>
                <a:cubicBezTo>
                  <a:pt x="228126" y="0"/>
                  <a:pt x="224616" y="3524"/>
                  <a:pt x="224616" y="7049"/>
                </a:cubicBezTo>
                <a:lnTo>
                  <a:pt x="224616" y="56388"/>
                </a:lnTo>
                <a:lnTo>
                  <a:pt x="168462" y="56388"/>
                </a:lnTo>
                <a:lnTo>
                  <a:pt x="168462" y="7049"/>
                </a:lnTo>
                <a:cubicBezTo>
                  <a:pt x="168462" y="3524"/>
                  <a:pt x="166091" y="0"/>
                  <a:pt x="161348" y="0"/>
                </a:cubicBezTo>
                <a:cubicBezTo>
                  <a:pt x="157744" y="0"/>
                  <a:pt x="154234" y="3524"/>
                  <a:pt x="154234" y="7049"/>
                </a:cubicBezTo>
                <a:lnTo>
                  <a:pt x="154234" y="56388"/>
                </a:lnTo>
                <a:lnTo>
                  <a:pt x="112308" y="56388"/>
                </a:lnTo>
                <a:lnTo>
                  <a:pt x="112308" y="7049"/>
                </a:lnTo>
                <a:cubicBezTo>
                  <a:pt x="112308" y="3524"/>
                  <a:pt x="109937" y="0"/>
                  <a:pt x="105194" y="0"/>
                </a:cubicBezTo>
                <a:cubicBezTo>
                  <a:pt x="101590" y="0"/>
                  <a:pt x="98080" y="3524"/>
                  <a:pt x="98080" y="7049"/>
                </a:cubicBezTo>
                <a:lnTo>
                  <a:pt x="98080" y="56388"/>
                </a:lnTo>
                <a:lnTo>
                  <a:pt x="77212" y="56388"/>
                </a:lnTo>
                <a:cubicBezTo>
                  <a:pt x="65545" y="56388"/>
                  <a:pt x="56154" y="66961"/>
                  <a:pt x="56154" y="77533"/>
                </a:cubicBezTo>
                <a:lnTo>
                  <a:pt x="56154" y="98489"/>
                </a:lnTo>
                <a:lnTo>
                  <a:pt x="7019" y="98489"/>
                </a:lnTo>
                <a:cubicBezTo>
                  <a:pt x="3510" y="98489"/>
                  <a:pt x="0" y="102108"/>
                  <a:pt x="0" y="105632"/>
                </a:cubicBezTo>
                <a:cubicBezTo>
                  <a:pt x="0" y="110395"/>
                  <a:pt x="3510" y="112776"/>
                  <a:pt x="7019" y="112776"/>
                </a:cubicBezTo>
                <a:lnTo>
                  <a:pt x="56154" y="112776"/>
                </a:lnTo>
                <a:lnTo>
                  <a:pt x="56154" y="169164"/>
                </a:lnTo>
                <a:lnTo>
                  <a:pt x="7019" y="169164"/>
                </a:lnTo>
                <a:cubicBezTo>
                  <a:pt x="3510" y="169164"/>
                  <a:pt x="0" y="172784"/>
                  <a:pt x="0" y="176308"/>
                </a:cubicBezTo>
                <a:cubicBezTo>
                  <a:pt x="0" y="181070"/>
                  <a:pt x="3510" y="183452"/>
                  <a:pt x="7019" y="183452"/>
                </a:cubicBezTo>
                <a:lnTo>
                  <a:pt x="56154" y="183452"/>
                </a:lnTo>
                <a:lnTo>
                  <a:pt x="56154" y="225552"/>
                </a:lnTo>
                <a:lnTo>
                  <a:pt x="7019" y="225552"/>
                </a:lnTo>
                <a:cubicBezTo>
                  <a:pt x="3510" y="225552"/>
                  <a:pt x="0" y="229171"/>
                  <a:pt x="0" y="232696"/>
                </a:cubicBezTo>
                <a:cubicBezTo>
                  <a:pt x="0" y="237458"/>
                  <a:pt x="3510" y="239840"/>
                  <a:pt x="7019" y="239840"/>
                </a:cubicBezTo>
                <a:lnTo>
                  <a:pt x="56154" y="239840"/>
                </a:lnTo>
                <a:lnTo>
                  <a:pt x="56154" y="260795"/>
                </a:lnTo>
                <a:cubicBezTo>
                  <a:pt x="56154" y="272510"/>
                  <a:pt x="65545" y="281940"/>
                  <a:pt x="77212" y="281940"/>
                </a:cubicBezTo>
                <a:lnTo>
                  <a:pt x="98080" y="281940"/>
                </a:lnTo>
                <a:lnTo>
                  <a:pt x="98080" y="331184"/>
                </a:lnTo>
                <a:cubicBezTo>
                  <a:pt x="98080" y="335852"/>
                  <a:pt x="101684" y="338233"/>
                  <a:pt x="105194" y="338233"/>
                </a:cubicBezTo>
                <a:cubicBezTo>
                  <a:pt x="109937" y="338233"/>
                  <a:pt x="112308" y="335852"/>
                  <a:pt x="112308" y="331184"/>
                </a:cubicBezTo>
                <a:lnTo>
                  <a:pt x="112308" y="281940"/>
                </a:lnTo>
                <a:lnTo>
                  <a:pt x="168462" y="281940"/>
                </a:lnTo>
                <a:lnTo>
                  <a:pt x="168462" y="331184"/>
                </a:lnTo>
                <a:cubicBezTo>
                  <a:pt x="168462" y="335852"/>
                  <a:pt x="172067" y="338233"/>
                  <a:pt x="175576" y="338233"/>
                </a:cubicBezTo>
                <a:cubicBezTo>
                  <a:pt x="180319" y="338233"/>
                  <a:pt x="182690" y="335852"/>
                  <a:pt x="182690" y="331184"/>
                </a:cubicBezTo>
                <a:lnTo>
                  <a:pt x="182690" y="281940"/>
                </a:lnTo>
                <a:lnTo>
                  <a:pt x="224616" y="281940"/>
                </a:lnTo>
                <a:lnTo>
                  <a:pt x="224616" y="331184"/>
                </a:lnTo>
                <a:cubicBezTo>
                  <a:pt x="224616" y="335852"/>
                  <a:pt x="228221" y="338233"/>
                  <a:pt x="231730" y="338233"/>
                </a:cubicBezTo>
                <a:cubicBezTo>
                  <a:pt x="236473" y="338233"/>
                  <a:pt x="238844" y="335852"/>
                  <a:pt x="238844" y="331184"/>
                </a:cubicBezTo>
                <a:lnTo>
                  <a:pt x="238844" y="281940"/>
                </a:lnTo>
                <a:lnTo>
                  <a:pt x="259712" y="281940"/>
                </a:lnTo>
                <a:cubicBezTo>
                  <a:pt x="271380" y="281940"/>
                  <a:pt x="280770" y="272510"/>
                  <a:pt x="280770" y="260795"/>
                </a:cubicBezTo>
                <a:lnTo>
                  <a:pt x="280770" y="239840"/>
                </a:lnTo>
                <a:lnTo>
                  <a:pt x="329810" y="239840"/>
                </a:lnTo>
                <a:cubicBezTo>
                  <a:pt x="334458" y="239840"/>
                  <a:pt x="336829" y="237458"/>
                  <a:pt x="336829" y="232696"/>
                </a:cubicBezTo>
                <a:cubicBezTo>
                  <a:pt x="336829" y="229076"/>
                  <a:pt x="334458" y="225552"/>
                  <a:pt x="329810" y="225552"/>
                </a:cubicBezTo>
                <a:lnTo>
                  <a:pt x="280770" y="225552"/>
                </a:lnTo>
                <a:lnTo>
                  <a:pt x="280770" y="169164"/>
                </a:lnTo>
                <a:lnTo>
                  <a:pt x="329810" y="169164"/>
                </a:lnTo>
                <a:close/>
                <a:moveTo>
                  <a:pt x="259618" y="267843"/>
                </a:moveTo>
                <a:lnTo>
                  <a:pt x="232679" y="267843"/>
                </a:lnTo>
                <a:cubicBezTo>
                  <a:pt x="232679" y="267843"/>
                  <a:pt x="232015" y="267653"/>
                  <a:pt x="231635" y="267653"/>
                </a:cubicBezTo>
                <a:cubicBezTo>
                  <a:pt x="231351" y="267653"/>
                  <a:pt x="231066" y="267843"/>
                  <a:pt x="230782" y="267843"/>
                </a:cubicBezTo>
                <a:lnTo>
                  <a:pt x="176525" y="267843"/>
                </a:lnTo>
                <a:cubicBezTo>
                  <a:pt x="176525" y="267843"/>
                  <a:pt x="175861" y="267653"/>
                  <a:pt x="175481" y="267653"/>
                </a:cubicBezTo>
                <a:cubicBezTo>
                  <a:pt x="175197" y="267653"/>
                  <a:pt x="174912" y="267843"/>
                  <a:pt x="174628" y="267843"/>
                </a:cubicBezTo>
                <a:lnTo>
                  <a:pt x="106143" y="267843"/>
                </a:lnTo>
                <a:cubicBezTo>
                  <a:pt x="106143" y="267843"/>
                  <a:pt x="105479" y="267653"/>
                  <a:pt x="105099" y="267653"/>
                </a:cubicBezTo>
                <a:cubicBezTo>
                  <a:pt x="104815" y="267653"/>
                  <a:pt x="104530" y="267843"/>
                  <a:pt x="104245" y="267843"/>
                </a:cubicBezTo>
                <a:lnTo>
                  <a:pt x="77117" y="267843"/>
                </a:lnTo>
                <a:cubicBezTo>
                  <a:pt x="73607" y="267843"/>
                  <a:pt x="70098" y="265462"/>
                  <a:pt x="70098" y="260795"/>
                </a:cubicBezTo>
                <a:lnTo>
                  <a:pt x="70098" y="234125"/>
                </a:lnTo>
                <a:cubicBezTo>
                  <a:pt x="70098" y="234125"/>
                  <a:pt x="70287" y="233267"/>
                  <a:pt x="70287" y="232696"/>
                </a:cubicBezTo>
                <a:cubicBezTo>
                  <a:pt x="70287" y="232315"/>
                  <a:pt x="70193" y="231934"/>
                  <a:pt x="70098" y="231553"/>
                </a:cubicBezTo>
                <a:lnTo>
                  <a:pt x="70098" y="177737"/>
                </a:lnTo>
                <a:cubicBezTo>
                  <a:pt x="70098" y="177737"/>
                  <a:pt x="70287" y="176879"/>
                  <a:pt x="70287" y="176308"/>
                </a:cubicBezTo>
                <a:cubicBezTo>
                  <a:pt x="70287" y="175927"/>
                  <a:pt x="70193" y="175546"/>
                  <a:pt x="70098" y="175165"/>
                </a:cubicBezTo>
                <a:lnTo>
                  <a:pt x="70098" y="107061"/>
                </a:lnTo>
                <a:cubicBezTo>
                  <a:pt x="70098" y="107061"/>
                  <a:pt x="70287" y="106204"/>
                  <a:pt x="70287" y="105632"/>
                </a:cubicBezTo>
                <a:cubicBezTo>
                  <a:pt x="70287" y="105251"/>
                  <a:pt x="70193" y="104870"/>
                  <a:pt x="70098" y="104489"/>
                </a:cubicBezTo>
                <a:lnTo>
                  <a:pt x="70098" y="77629"/>
                </a:lnTo>
                <a:cubicBezTo>
                  <a:pt x="70098" y="74104"/>
                  <a:pt x="73607" y="70580"/>
                  <a:pt x="77117" y="70580"/>
                </a:cubicBezTo>
                <a:lnTo>
                  <a:pt x="103866" y="70580"/>
                </a:lnTo>
                <a:cubicBezTo>
                  <a:pt x="103866" y="70580"/>
                  <a:pt x="104625" y="70771"/>
                  <a:pt x="105004" y="70771"/>
                </a:cubicBezTo>
                <a:cubicBezTo>
                  <a:pt x="105573" y="70771"/>
                  <a:pt x="105953" y="70675"/>
                  <a:pt x="106427" y="70580"/>
                </a:cubicBezTo>
                <a:lnTo>
                  <a:pt x="160020" y="70580"/>
                </a:lnTo>
                <a:cubicBezTo>
                  <a:pt x="160020" y="70580"/>
                  <a:pt x="160779" y="70771"/>
                  <a:pt x="161158" y="70771"/>
                </a:cubicBezTo>
                <a:cubicBezTo>
                  <a:pt x="161727" y="70771"/>
                  <a:pt x="162107" y="70675"/>
                  <a:pt x="162581" y="70580"/>
                </a:cubicBezTo>
                <a:lnTo>
                  <a:pt x="230402" y="70580"/>
                </a:lnTo>
                <a:cubicBezTo>
                  <a:pt x="230402" y="70580"/>
                  <a:pt x="231161" y="70771"/>
                  <a:pt x="231541" y="70771"/>
                </a:cubicBezTo>
                <a:cubicBezTo>
                  <a:pt x="232110" y="70771"/>
                  <a:pt x="232489" y="70675"/>
                  <a:pt x="232963" y="70580"/>
                </a:cubicBezTo>
                <a:lnTo>
                  <a:pt x="259523" y="70580"/>
                </a:lnTo>
                <a:cubicBezTo>
                  <a:pt x="264171" y="70580"/>
                  <a:pt x="266542" y="74104"/>
                  <a:pt x="266542" y="77629"/>
                </a:cubicBezTo>
                <a:lnTo>
                  <a:pt x="266542" y="104870"/>
                </a:lnTo>
                <a:cubicBezTo>
                  <a:pt x="266542" y="104870"/>
                  <a:pt x="266352" y="105442"/>
                  <a:pt x="266352" y="105727"/>
                </a:cubicBezTo>
                <a:cubicBezTo>
                  <a:pt x="266352" y="106108"/>
                  <a:pt x="266542" y="106394"/>
                  <a:pt x="266542" y="106775"/>
                </a:cubicBezTo>
                <a:lnTo>
                  <a:pt x="266542" y="161258"/>
                </a:lnTo>
                <a:cubicBezTo>
                  <a:pt x="266542" y="161258"/>
                  <a:pt x="266352" y="161830"/>
                  <a:pt x="266352" y="162116"/>
                </a:cubicBezTo>
                <a:cubicBezTo>
                  <a:pt x="266352" y="162496"/>
                  <a:pt x="266542" y="162782"/>
                  <a:pt x="266542" y="163163"/>
                </a:cubicBezTo>
                <a:lnTo>
                  <a:pt x="266542" y="231934"/>
                </a:lnTo>
                <a:cubicBezTo>
                  <a:pt x="266542" y="231934"/>
                  <a:pt x="266352" y="232505"/>
                  <a:pt x="266352" y="232791"/>
                </a:cubicBezTo>
                <a:cubicBezTo>
                  <a:pt x="266352" y="233172"/>
                  <a:pt x="266542" y="233458"/>
                  <a:pt x="266542" y="233839"/>
                </a:cubicBezTo>
                <a:lnTo>
                  <a:pt x="266542" y="260890"/>
                </a:lnTo>
                <a:cubicBezTo>
                  <a:pt x="266542" y="265557"/>
                  <a:pt x="264171" y="267938"/>
                  <a:pt x="259523" y="267938"/>
                </a:cubicBezTo>
                <a:close/>
                <a:moveTo>
                  <a:pt x="217787" y="85058"/>
                </a:moveTo>
                <a:lnTo>
                  <a:pt x="119138" y="85058"/>
                </a:lnTo>
                <a:cubicBezTo>
                  <a:pt x="100356" y="85058"/>
                  <a:pt x="83852" y="101537"/>
                  <a:pt x="83852" y="120301"/>
                </a:cubicBezTo>
                <a:lnTo>
                  <a:pt x="83852" y="218885"/>
                </a:lnTo>
                <a:cubicBezTo>
                  <a:pt x="83852" y="238887"/>
                  <a:pt x="100262" y="254127"/>
                  <a:pt x="119138" y="254127"/>
                </a:cubicBezTo>
                <a:lnTo>
                  <a:pt x="217787" y="254127"/>
                </a:lnTo>
                <a:cubicBezTo>
                  <a:pt x="237801" y="254127"/>
                  <a:pt x="253073" y="238887"/>
                  <a:pt x="253073" y="218885"/>
                </a:cubicBezTo>
                <a:lnTo>
                  <a:pt x="253073" y="120301"/>
                </a:lnTo>
                <a:cubicBezTo>
                  <a:pt x="253073" y="101537"/>
                  <a:pt x="237801" y="85058"/>
                  <a:pt x="217787" y="85058"/>
                </a:cubicBezTo>
                <a:close/>
                <a:moveTo>
                  <a:pt x="238939" y="218885"/>
                </a:moveTo>
                <a:cubicBezTo>
                  <a:pt x="238939" y="230600"/>
                  <a:pt x="229549" y="240030"/>
                  <a:pt x="217787" y="240030"/>
                </a:cubicBezTo>
                <a:lnTo>
                  <a:pt x="119138" y="240030"/>
                </a:lnTo>
                <a:cubicBezTo>
                  <a:pt x="107376" y="240030"/>
                  <a:pt x="97985" y="230600"/>
                  <a:pt x="97985" y="218885"/>
                </a:cubicBezTo>
                <a:lnTo>
                  <a:pt x="97985" y="120301"/>
                </a:lnTo>
                <a:cubicBezTo>
                  <a:pt x="97985" y="109728"/>
                  <a:pt x="107376" y="99155"/>
                  <a:pt x="119138" y="99155"/>
                </a:cubicBezTo>
                <a:lnTo>
                  <a:pt x="217787" y="99155"/>
                </a:lnTo>
                <a:cubicBezTo>
                  <a:pt x="229549" y="99155"/>
                  <a:pt x="238939" y="109728"/>
                  <a:pt x="238939" y="120301"/>
                </a:cubicBezTo>
                <a:lnTo>
                  <a:pt x="238939" y="218885"/>
                </a:lnTo>
                <a:close/>
                <a:moveTo>
                  <a:pt x="126536" y="134207"/>
                </a:moveTo>
                <a:cubicBezTo>
                  <a:pt x="126536" y="130588"/>
                  <a:pt x="130046" y="127064"/>
                  <a:pt x="133556" y="127064"/>
                </a:cubicBezTo>
                <a:lnTo>
                  <a:pt x="189804" y="127064"/>
                </a:lnTo>
                <a:cubicBezTo>
                  <a:pt x="194452" y="127064"/>
                  <a:pt x="196824" y="130683"/>
                  <a:pt x="196824" y="134207"/>
                </a:cubicBezTo>
                <a:cubicBezTo>
                  <a:pt x="196824" y="138970"/>
                  <a:pt x="194452" y="141351"/>
                  <a:pt x="189804" y="141351"/>
                </a:cubicBezTo>
                <a:lnTo>
                  <a:pt x="133556" y="141351"/>
                </a:lnTo>
                <a:cubicBezTo>
                  <a:pt x="130046" y="141351"/>
                  <a:pt x="126536" y="138970"/>
                  <a:pt x="126536" y="134207"/>
                </a:cubicBezTo>
                <a:close/>
                <a:moveTo>
                  <a:pt x="168462" y="162020"/>
                </a:moveTo>
                <a:cubicBezTo>
                  <a:pt x="168462" y="166783"/>
                  <a:pt x="166091" y="169164"/>
                  <a:pt x="161443" y="169164"/>
                </a:cubicBezTo>
                <a:lnTo>
                  <a:pt x="133556" y="169164"/>
                </a:lnTo>
                <a:cubicBezTo>
                  <a:pt x="130046" y="169164"/>
                  <a:pt x="126536" y="166783"/>
                  <a:pt x="126536" y="162020"/>
                </a:cubicBezTo>
                <a:cubicBezTo>
                  <a:pt x="126536" y="158401"/>
                  <a:pt x="130046" y="154877"/>
                  <a:pt x="133556" y="154877"/>
                </a:cubicBezTo>
                <a:lnTo>
                  <a:pt x="161443" y="154877"/>
                </a:lnTo>
                <a:cubicBezTo>
                  <a:pt x="166091" y="154877"/>
                  <a:pt x="168462" y="158496"/>
                  <a:pt x="168462" y="162020"/>
                </a:cubicBezTo>
                <a:close/>
                <a:moveTo>
                  <a:pt x="210293" y="204502"/>
                </a:moveTo>
                <a:cubicBezTo>
                  <a:pt x="210293" y="208979"/>
                  <a:pt x="207922" y="211265"/>
                  <a:pt x="203274" y="211265"/>
                </a:cubicBezTo>
                <a:lnTo>
                  <a:pt x="175387" y="211265"/>
                </a:lnTo>
                <a:cubicBezTo>
                  <a:pt x="171877" y="211265"/>
                  <a:pt x="168367" y="208979"/>
                  <a:pt x="168367" y="204502"/>
                </a:cubicBezTo>
                <a:cubicBezTo>
                  <a:pt x="168367" y="201168"/>
                  <a:pt x="171877" y="197739"/>
                  <a:pt x="175387" y="197739"/>
                </a:cubicBezTo>
                <a:lnTo>
                  <a:pt x="203274" y="197739"/>
                </a:lnTo>
                <a:cubicBezTo>
                  <a:pt x="207922" y="197739"/>
                  <a:pt x="210293" y="201073"/>
                  <a:pt x="210293" y="20450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4" name="Graphic 201">
            <a:extLst>
              <a:ext uri="{FF2B5EF4-FFF2-40B4-BE49-F238E27FC236}">
                <a16:creationId xmlns:a16="http://schemas.microsoft.com/office/drawing/2014/main" id="{84B0B954-2688-D9AF-08EB-6EACC6E5FDAF}"/>
              </a:ext>
            </a:extLst>
          </p:cNvPr>
          <p:cNvSpPr/>
          <p:nvPr/>
        </p:nvSpPr>
        <p:spPr>
          <a:xfrm>
            <a:off x="4621852" y="2871494"/>
            <a:ext cx="450850" cy="452728"/>
          </a:xfrm>
          <a:custGeom>
            <a:avLst/>
            <a:gdLst>
              <a:gd name="connsiteX0" fmla="*/ 329810 w 336829"/>
              <a:gd name="connsiteY0" fmla="*/ 169164 h 338232"/>
              <a:gd name="connsiteX1" fmla="*/ 336829 w 336829"/>
              <a:gd name="connsiteY1" fmla="*/ 162020 h 338232"/>
              <a:gd name="connsiteX2" fmla="*/ 329810 w 336829"/>
              <a:gd name="connsiteY2" fmla="*/ 154877 h 338232"/>
              <a:gd name="connsiteX3" fmla="*/ 280770 w 336829"/>
              <a:gd name="connsiteY3" fmla="*/ 154877 h 338232"/>
              <a:gd name="connsiteX4" fmla="*/ 280770 w 336829"/>
              <a:gd name="connsiteY4" fmla="*/ 112776 h 338232"/>
              <a:gd name="connsiteX5" fmla="*/ 329810 w 336829"/>
              <a:gd name="connsiteY5" fmla="*/ 112776 h 338232"/>
              <a:gd name="connsiteX6" fmla="*/ 336829 w 336829"/>
              <a:gd name="connsiteY6" fmla="*/ 105632 h 338232"/>
              <a:gd name="connsiteX7" fmla="*/ 329810 w 336829"/>
              <a:gd name="connsiteY7" fmla="*/ 98489 h 338232"/>
              <a:gd name="connsiteX8" fmla="*/ 280770 w 336829"/>
              <a:gd name="connsiteY8" fmla="*/ 98489 h 338232"/>
              <a:gd name="connsiteX9" fmla="*/ 280770 w 336829"/>
              <a:gd name="connsiteY9" fmla="*/ 77533 h 338232"/>
              <a:gd name="connsiteX10" fmla="*/ 259712 w 336829"/>
              <a:gd name="connsiteY10" fmla="*/ 56388 h 338232"/>
              <a:gd name="connsiteX11" fmla="*/ 238844 w 336829"/>
              <a:gd name="connsiteY11" fmla="*/ 56388 h 338232"/>
              <a:gd name="connsiteX12" fmla="*/ 238844 w 336829"/>
              <a:gd name="connsiteY12" fmla="*/ 7049 h 338232"/>
              <a:gd name="connsiteX13" fmla="*/ 231730 w 336829"/>
              <a:gd name="connsiteY13" fmla="*/ 0 h 338232"/>
              <a:gd name="connsiteX14" fmla="*/ 224616 w 336829"/>
              <a:gd name="connsiteY14" fmla="*/ 7049 h 338232"/>
              <a:gd name="connsiteX15" fmla="*/ 224616 w 336829"/>
              <a:gd name="connsiteY15" fmla="*/ 56388 h 338232"/>
              <a:gd name="connsiteX16" fmla="*/ 168462 w 336829"/>
              <a:gd name="connsiteY16" fmla="*/ 56388 h 338232"/>
              <a:gd name="connsiteX17" fmla="*/ 168462 w 336829"/>
              <a:gd name="connsiteY17" fmla="*/ 7049 h 338232"/>
              <a:gd name="connsiteX18" fmla="*/ 161348 w 336829"/>
              <a:gd name="connsiteY18" fmla="*/ 0 h 338232"/>
              <a:gd name="connsiteX19" fmla="*/ 154234 w 336829"/>
              <a:gd name="connsiteY19" fmla="*/ 7049 h 338232"/>
              <a:gd name="connsiteX20" fmla="*/ 154234 w 336829"/>
              <a:gd name="connsiteY20" fmla="*/ 56388 h 338232"/>
              <a:gd name="connsiteX21" fmla="*/ 112308 w 336829"/>
              <a:gd name="connsiteY21" fmla="*/ 56388 h 338232"/>
              <a:gd name="connsiteX22" fmla="*/ 112308 w 336829"/>
              <a:gd name="connsiteY22" fmla="*/ 7049 h 338232"/>
              <a:gd name="connsiteX23" fmla="*/ 105194 w 336829"/>
              <a:gd name="connsiteY23" fmla="*/ 0 h 338232"/>
              <a:gd name="connsiteX24" fmla="*/ 98080 w 336829"/>
              <a:gd name="connsiteY24" fmla="*/ 7049 h 338232"/>
              <a:gd name="connsiteX25" fmla="*/ 98080 w 336829"/>
              <a:gd name="connsiteY25" fmla="*/ 56388 h 338232"/>
              <a:gd name="connsiteX26" fmla="*/ 77212 w 336829"/>
              <a:gd name="connsiteY26" fmla="*/ 56388 h 338232"/>
              <a:gd name="connsiteX27" fmla="*/ 56154 w 336829"/>
              <a:gd name="connsiteY27" fmla="*/ 77533 h 338232"/>
              <a:gd name="connsiteX28" fmla="*/ 56154 w 336829"/>
              <a:gd name="connsiteY28" fmla="*/ 98489 h 338232"/>
              <a:gd name="connsiteX29" fmla="*/ 7019 w 336829"/>
              <a:gd name="connsiteY29" fmla="*/ 98489 h 338232"/>
              <a:gd name="connsiteX30" fmla="*/ 0 w 336829"/>
              <a:gd name="connsiteY30" fmla="*/ 105632 h 338232"/>
              <a:gd name="connsiteX31" fmla="*/ 7019 w 336829"/>
              <a:gd name="connsiteY31" fmla="*/ 112776 h 338232"/>
              <a:gd name="connsiteX32" fmla="*/ 56154 w 336829"/>
              <a:gd name="connsiteY32" fmla="*/ 112776 h 338232"/>
              <a:gd name="connsiteX33" fmla="*/ 56154 w 336829"/>
              <a:gd name="connsiteY33" fmla="*/ 169164 h 338232"/>
              <a:gd name="connsiteX34" fmla="*/ 7019 w 336829"/>
              <a:gd name="connsiteY34" fmla="*/ 169164 h 338232"/>
              <a:gd name="connsiteX35" fmla="*/ 0 w 336829"/>
              <a:gd name="connsiteY35" fmla="*/ 176308 h 338232"/>
              <a:gd name="connsiteX36" fmla="*/ 7019 w 336829"/>
              <a:gd name="connsiteY36" fmla="*/ 183452 h 338232"/>
              <a:gd name="connsiteX37" fmla="*/ 56154 w 336829"/>
              <a:gd name="connsiteY37" fmla="*/ 183452 h 338232"/>
              <a:gd name="connsiteX38" fmla="*/ 56154 w 336829"/>
              <a:gd name="connsiteY38" fmla="*/ 225552 h 338232"/>
              <a:gd name="connsiteX39" fmla="*/ 7019 w 336829"/>
              <a:gd name="connsiteY39" fmla="*/ 225552 h 338232"/>
              <a:gd name="connsiteX40" fmla="*/ 0 w 336829"/>
              <a:gd name="connsiteY40" fmla="*/ 232696 h 338232"/>
              <a:gd name="connsiteX41" fmla="*/ 7019 w 336829"/>
              <a:gd name="connsiteY41" fmla="*/ 239840 h 338232"/>
              <a:gd name="connsiteX42" fmla="*/ 56154 w 336829"/>
              <a:gd name="connsiteY42" fmla="*/ 239840 h 338232"/>
              <a:gd name="connsiteX43" fmla="*/ 56154 w 336829"/>
              <a:gd name="connsiteY43" fmla="*/ 260795 h 338232"/>
              <a:gd name="connsiteX44" fmla="*/ 77212 w 336829"/>
              <a:gd name="connsiteY44" fmla="*/ 281940 h 338232"/>
              <a:gd name="connsiteX45" fmla="*/ 98080 w 336829"/>
              <a:gd name="connsiteY45" fmla="*/ 281940 h 338232"/>
              <a:gd name="connsiteX46" fmla="*/ 98080 w 336829"/>
              <a:gd name="connsiteY46" fmla="*/ 331184 h 338232"/>
              <a:gd name="connsiteX47" fmla="*/ 105194 w 336829"/>
              <a:gd name="connsiteY47" fmla="*/ 338233 h 338232"/>
              <a:gd name="connsiteX48" fmla="*/ 112308 w 336829"/>
              <a:gd name="connsiteY48" fmla="*/ 331184 h 338232"/>
              <a:gd name="connsiteX49" fmla="*/ 112308 w 336829"/>
              <a:gd name="connsiteY49" fmla="*/ 281940 h 338232"/>
              <a:gd name="connsiteX50" fmla="*/ 168462 w 336829"/>
              <a:gd name="connsiteY50" fmla="*/ 281940 h 338232"/>
              <a:gd name="connsiteX51" fmla="*/ 168462 w 336829"/>
              <a:gd name="connsiteY51" fmla="*/ 331184 h 338232"/>
              <a:gd name="connsiteX52" fmla="*/ 175576 w 336829"/>
              <a:gd name="connsiteY52" fmla="*/ 338233 h 338232"/>
              <a:gd name="connsiteX53" fmla="*/ 182690 w 336829"/>
              <a:gd name="connsiteY53" fmla="*/ 331184 h 338232"/>
              <a:gd name="connsiteX54" fmla="*/ 182690 w 336829"/>
              <a:gd name="connsiteY54" fmla="*/ 281940 h 338232"/>
              <a:gd name="connsiteX55" fmla="*/ 224616 w 336829"/>
              <a:gd name="connsiteY55" fmla="*/ 281940 h 338232"/>
              <a:gd name="connsiteX56" fmla="*/ 224616 w 336829"/>
              <a:gd name="connsiteY56" fmla="*/ 331184 h 338232"/>
              <a:gd name="connsiteX57" fmla="*/ 231730 w 336829"/>
              <a:gd name="connsiteY57" fmla="*/ 338233 h 338232"/>
              <a:gd name="connsiteX58" fmla="*/ 238844 w 336829"/>
              <a:gd name="connsiteY58" fmla="*/ 331184 h 338232"/>
              <a:gd name="connsiteX59" fmla="*/ 238844 w 336829"/>
              <a:gd name="connsiteY59" fmla="*/ 281940 h 338232"/>
              <a:gd name="connsiteX60" fmla="*/ 259712 w 336829"/>
              <a:gd name="connsiteY60" fmla="*/ 281940 h 338232"/>
              <a:gd name="connsiteX61" fmla="*/ 280770 w 336829"/>
              <a:gd name="connsiteY61" fmla="*/ 260795 h 338232"/>
              <a:gd name="connsiteX62" fmla="*/ 280770 w 336829"/>
              <a:gd name="connsiteY62" fmla="*/ 239840 h 338232"/>
              <a:gd name="connsiteX63" fmla="*/ 329810 w 336829"/>
              <a:gd name="connsiteY63" fmla="*/ 239840 h 338232"/>
              <a:gd name="connsiteX64" fmla="*/ 336829 w 336829"/>
              <a:gd name="connsiteY64" fmla="*/ 232696 h 338232"/>
              <a:gd name="connsiteX65" fmla="*/ 329810 w 336829"/>
              <a:gd name="connsiteY65" fmla="*/ 225552 h 338232"/>
              <a:gd name="connsiteX66" fmla="*/ 280770 w 336829"/>
              <a:gd name="connsiteY66" fmla="*/ 225552 h 338232"/>
              <a:gd name="connsiteX67" fmla="*/ 280770 w 336829"/>
              <a:gd name="connsiteY67" fmla="*/ 169164 h 338232"/>
              <a:gd name="connsiteX68" fmla="*/ 329810 w 336829"/>
              <a:gd name="connsiteY68" fmla="*/ 169164 h 338232"/>
              <a:gd name="connsiteX69" fmla="*/ 259618 w 336829"/>
              <a:gd name="connsiteY69" fmla="*/ 267843 h 338232"/>
              <a:gd name="connsiteX70" fmla="*/ 232679 w 336829"/>
              <a:gd name="connsiteY70" fmla="*/ 267843 h 338232"/>
              <a:gd name="connsiteX71" fmla="*/ 231635 w 336829"/>
              <a:gd name="connsiteY71" fmla="*/ 267653 h 338232"/>
              <a:gd name="connsiteX72" fmla="*/ 230782 w 336829"/>
              <a:gd name="connsiteY72" fmla="*/ 267843 h 338232"/>
              <a:gd name="connsiteX73" fmla="*/ 176525 w 336829"/>
              <a:gd name="connsiteY73" fmla="*/ 267843 h 338232"/>
              <a:gd name="connsiteX74" fmla="*/ 175481 w 336829"/>
              <a:gd name="connsiteY74" fmla="*/ 267653 h 338232"/>
              <a:gd name="connsiteX75" fmla="*/ 174628 w 336829"/>
              <a:gd name="connsiteY75" fmla="*/ 267843 h 338232"/>
              <a:gd name="connsiteX76" fmla="*/ 106143 w 336829"/>
              <a:gd name="connsiteY76" fmla="*/ 267843 h 338232"/>
              <a:gd name="connsiteX77" fmla="*/ 105099 w 336829"/>
              <a:gd name="connsiteY77" fmla="*/ 267653 h 338232"/>
              <a:gd name="connsiteX78" fmla="*/ 104245 w 336829"/>
              <a:gd name="connsiteY78" fmla="*/ 267843 h 338232"/>
              <a:gd name="connsiteX79" fmla="*/ 77117 w 336829"/>
              <a:gd name="connsiteY79" fmla="*/ 267843 h 338232"/>
              <a:gd name="connsiteX80" fmla="*/ 70098 w 336829"/>
              <a:gd name="connsiteY80" fmla="*/ 260795 h 338232"/>
              <a:gd name="connsiteX81" fmla="*/ 70098 w 336829"/>
              <a:gd name="connsiteY81" fmla="*/ 234125 h 338232"/>
              <a:gd name="connsiteX82" fmla="*/ 70287 w 336829"/>
              <a:gd name="connsiteY82" fmla="*/ 232696 h 338232"/>
              <a:gd name="connsiteX83" fmla="*/ 70098 w 336829"/>
              <a:gd name="connsiteY83" fmla="*/ 231553 h 338232"/>
              <a:gd name="connsiteX84" fmla="*/ 70098 w 336829"/>
              <a:gd name="connsiteY84" fmla="*/ 177737 h 338232"/>
              <a:gd name="connsiteX85" fmla="*/ 70287 w 336829"/>
              <a:gd name="connsiteY85" fmla="*/ 176308 h 338232"/>
              <a:gd name="connsiteX86" fmla="*/ 70098 w 336829"/>
              <a:gd name="connsiteY86" fmla="*/ 175165 h 338232"/>
              <a:gd name="connsiteX87" fmla="*/ 70098 w 336829"/>
              <a:gd name="connsiteY87" fmla="*/ 107061 h 338232"/>
              <a:gd name="connsiteX88" fmla="*/ 70287 w 336829"/>
              <a:gd name="connsiteY88" fmla="*/ 105632 h 338232"/>
              <a:gd name="connsiteX89" fmla="*/ 70098 w 336829"/>
              <a:gd name="connsiteY89" fmla="*/ 104489 h 338232"/>
              <a:gd name="connsiteX90" fmla="*/ 70098 w 336829"/>
              <a:gd name="connsiteY90" fmla="*/ 77629 h 338232"/>
              <a:gd name="connsiteX91" fmla="*/ 77117 w 336829"/>
              <a:gd name="connsiteY91" fmla="*/ 70580 h 338232"/>
              <a:gd name="connsiteX92" fmla="*/ 103866 w 336829"/>
              <a:gd name="connsiteY92" fmla="*/ 70580 h 338232"/>
              <a:gd name="connsiteX93" fmla="*/ 105004 w 336829"/>
              <a:gd name="connsiteY93" fmla="*/ 70771 h 338232"/>
              <a:gd name="connsiteX94" fmla="*/ 106427 w 336829"/>
              <a:gd name="connsiteY94" fmla="*/ 70580 h 338232"/>
              <a:gd name="connsiteX95" fmla="*/ 160020 w 336829"/>
              <a:gd name="connsiteY95" fmla="*/ 70580 h 338232"/>
              <a:gd name="connsiteX96" fmla="*/ 161158 w 336829"/>
              <a:gd name="connsiteY96" fmla="*/ 70771 h 338232"/>
              <a:gd name="connsiteX97" fmla="*/ 162581 w 336829"/>
              <a:gd name="connsiteY97" fmla="*/ 70580 h 338232"/>
              <a:gd name="connsiteX98" fmla="*/ 230402 w 336829"/>
              <a:gd name="connsiteY98" fmla="*/ 70580 h 338232"/>
              <a:gd name="connsiteX99" fmla="*/ 231541 w 336829"/>
              <a:gd name="connsiteY99" fmla="*/ 70771 h 338232"/>
              <a:gd name="connsiteX100" fmla="*/ 232963 w 336829"/>
              <a:gd name="connsiteY100" fmla="*/ 70580 h 338232"/>
              <a:gd name="connsiteX101" fmla="*/ 259523 w 336829"/>
              <a:gd name="connsiteY101" fmla="*/ 70580 h 338232"/>
              <a:gd name="connsiteX102" fmla="*/ 266542 w 336829"/>
              <a:gd name="connsiteY102" fmla="*/ 77629 h 338232"/>
              <a:gd name="connsiteX103" fmla="*/ 266542 w 336829"/>
              <a:gd name="connsiteY103" fmla="*/ 104870 h 338232"/>
              <a:gd name="connsiteX104" fmla="*/ 266352 w 336829"/>
              <a:gd name="connsiteY104" fmla="*/ 105727 h 338232"/>
              <a:gd name="connsiteX105" fmla="*/ 266542 w 336829"/>
              <a:gd name="connsiteY105" fmla="*/ 106775 h 338232"/>
              <a:gd name="connsiteX106" fmla="*/ 266542 w 336829"/>
              <a:gd name="connsiteY106" fmla="*/ 161258 h 338232"/>
              <a:gd name="connsiteX107" fmla="*/ 266352 w 336829"/>
              <a:gd name="connsiteY107" fmla="*/ 162116 h 338232"/>
              <a:gd name="connsiteX108" fmla="*/ 266542 w 336829"/>
              <a:gd name="connsiteY108" fmla="*/ 163163 h 338232"/>
              <a:gd name="connsiteX109" fmla="*/ 266542 w 336829"/>
              <a:gd name="connsiteY109" fmla="*/ 231934 h 338232"/>
              <a:gd name="connsiteX110" fmla="*/ 266352 w 336829"/>
              <a:gd name="connsiteY110" fmla="*/ 232791 h 338232"/>
              <a:gd name="connsiteX111" fmla="*/ 266542 w 336829"/>
              <a:gd name="connsiteY111" fmla="*/ 233839 h 338232"/>
              <a:gd name="connsiteX112" fmla="*/ 266542 w 336829"/>
              <a:gd name="connsiteY112" fmla="*/ 260890 h 338232"/>
              <a:gd name="connsiteX113" fmla="*/ 259523 w 336829"/>
              <a:gd name="connsiteY113" fmla="*/ 267938 h 338232"/>
              <a:gd name="connsiteX114" fmla="*/ 217787 w 336829"/>
              <a:gd name="connsiteY114" fmla="*/ 85058 h 338232"/>
              <a:gd name="connsiteX115" fmla="*/ 119138 w 336829"/>
              <a:gd name="connsiteY115" fmla="*/ 85058 h 338232"/>
              <a:gd name="connsiteX116" fmla="*/ 83852 w 336829"/>
              <a:gd name="connsiteY116" fmla="*/ 120301 h 338232"/>
              <a:gd name="connsiteX117" fmla="*/ 83852 w 336829"/>
              <a:gd name="connsiteY117" fmla="*/ 218885 h 338232"/>
              <a:gd name="connsiteX118" fmla="*/ 119138 w 336829"/>
              <a:gd name="connsiteY118" fmla="*/ 254127 h 338232"/>
              <a:gd name="connsiteX119" fmla="*/ 217787 w 336829"/>
              <a:gd name="connsiteY119" fmla="*/ 254127 h 338232"/>
              <a:gd name="connsiteX120" fmla="*/ 253073 w 336829"/>
              <a:gd name="connsiteY120" fmla="*/ 218885 h 338232"/>
              <a:gd name="connsiteX121" fmla="*/ 253073 w 336829"/>
              <a:gd name="connsiteY121" fmla="*/ 120301 h 338232"/>
              <a:gd name="connsiteX122" fmla="*/ 217787 w 336829"/>
              <a:gd name="connsiteY122" fmla="*/ 85058 h 338232"/>
              <a:gd name="connsiteX123" fmla="*/ 238939 w 336829"/>
              <a:gd name="connsiteY123" fmla="*/ 218885 h 338232"/>
              <a:gd name="connsiteX124" fmla="*/ 217787 w 336829"/>
              <a:gd name="connsiteY124" fmla="*/ 240030 h 338232"/>
              <a:gd name="connsiteX125" fmla="*/ 119138 w 336829"/>
              <a:gd name="connsiteY125" fmla="*/ 240030 h 338232"/>
              <a:gd name="connsiteX126" fmla="*/ 97985 w 336829"/>
              <a:gd name="connsiteY126" fmla="*/ 218885 h 338232"/>
              <a:gd name="connsiteX127" fmla="*/ 97985 w 336829"/>
              <a:gd name="connsiteY127" fmla="*/ 120301 h 338232"/>
              <a:gd name="connsiteX128" fmla="*/ 119138 w 336829"/>
              <a:gd name="connsiteY128" fmla="*/ 99155 h 338232"/>
              <a:gd name="connsiteX129" fmla="*/ 217787 w 336829"/>
              <a:gd name="connsiteY129" fmla="*/ 99155 h 338232"/>
              <a:gd name="connsiteX130" fmla="*/ 238939 w 336829"/>
              <a:gd name="connsiteY130" fmla="*/ 120301 h 338232"/>
              <a:gd name="connsiteX131" fmla="*/ 238939 w 336829"/>
              <a:gd name="connsiteY131" fmla="*/ 218885 h 338232"/>
              <a:gd name="connsiteX132" fmla="*/ 126536 w 336829"/>
              <a:gd name="connsiteY132" fmla="*/ 134207 h 338232"/>
              <a:gd name="connsiteX133" fmla="*/ 133556 w 336829"/>
              <a:gd name="connsiteY133" fmla="*/ 127064 h 338232"/>
              <a:gd name="connsiteX134" fmla="*/ 189804 w 336829"/>
              <a:gd name="connsiteY134" fmla="*/ 127064 h 338232"/>
              <a:gd name="connsiteX135" fmla="*/ 196824 w 336829"/>
              <a:gd name="connsiteY135" fmla="*/ 134207 h 338232"/>
              <a:gd name="connsiteX136" fmla="*/ 189804 w 336829"/>
              <a:gd name="connsiteY136" fmla="*/ 141351 h 338232"/>
              <a:gd name="connsiteX137" fmla="*/ 133556 w 336829"/>
              <a:gd name="connsiteY137" fmla="*/ 141351 h 338232"/>
              <a:gd name="connsiteX138" fmla="*/ 126536 w 336829"/>
              <a:gd name="connsiteY138" fmla="*/ 134207 h 338232"/>
              <a:gd name="connsiteX139" fmla="*/ 168462 w 336829"/>
              <a:gd name="connsiteY139" fmla="*/ 162020 h 338232"/>
              <a:gd name="connsiteX140" fmla="*/ 161443 w 336829"/>
              <a:gd name="connsiteY140" fmla="*/ 169164 h 338232"/>
              <a:gd name="connsiteX141" fmla="*/ 133556 w 336829"/>
              <a:gd name="connsiteY141" fmla="*/ 169164 h 338232"/>
              <a:gd name="connsiteX142" fmla="*/ 126536 w 336829"/>
              <a:gd name="connsiteY142" fmla="*/ 162020 h 338232"/>
              <a:gd name="connsiteX143" fmla="*/ 133556 w 336829"/>
              <a:gd name="connsiteY143" fmla="*/ 154877 h 338232"/>
              <a:gd name="connsiteX144" fmla="*/ 161443 w 336829"/>
              <a:gd name="connsiteY144" fmla="*/ 154877 h 338232"/>
              <a:gd name="connsiteX145" fmla="*/ 168462 w 336829"/>
              <a:gd name="connsiteY145" fmla="*/ 162020 h 338232"/>
              <a:gd name="connsiteX146" fmla="*/ 210293 w 336829"/>
              <a:gd name="connsiteY146" fmla="*/ 204502 h 338232"/>
              <a:gd name="connsiteX147" fmla="*/ 203274 w 336829"/>
              <a:gd name="connsiteY147" fmla="*/ 211265 h 338232"/>
              <a:gd name="connsiteX148" fmla="*/ 175387 w 336829"/>
              <a:gd name="connsiteY148" fmla="*/ 211265 h 338232"/>
              <a:gd name="connsiteX149" fmla="*/ 168367 w 336829"/>
              <a:gd name="connsiteY149" fmla="*/ 204502 h 338232"/>
              <a:gd name="connsiteX150" fmla="*/ 175387 w 336829"/>
              <a:gd name="connsiteY150" fmla="*/ 197739 h 338232"/>
              <a:gd name="connsiteX151" fmla="*/ 203274 w 336829"/>
              <a:gd name="connsiteY151" fmla="*/ 197739 h 338232"/>
              <a:gd name="connsiteX152" fmla="*/ 210293 w 336829"/>
              <a:gd name="connsiteY152" fmla="*/ 204502 h 33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336829" h="338232">
                <a:moveTo>
                  <a:pt x="329810" y="169164"/>
                </a:moveTo>
                <a:cubicBezTo>
                  <a:pt x="334458" y="169164"/>
                  <a:pt x="336829" y="166783"/>
                  <a:pt x="336829" y="162020"/>
                </a:cubicBezTo>
                <a:cubicBezTo>
                  <a:pt x="336829" y="158401"/>
                  <a:pt x="334458" y="154877"/>
                  <a:pt x="329810" y="154877"/>
                </a:cubicBezTo>
                <a:lnTo>
                  <a:pt x="280770" y="154877"/>
                </a:lnTo>
                <a:lnTo>
                  <a:pt x="280770" y="112776"/>
                </a:lnTo>
                <a:lnTo>
                  <a:pt x="329810" y="112776"/>
                </a:lnTo>
                <a:cubicBezTo>
                  <a:pt x="334458" y="112776"/>
                  <a:pt x="336829" y="110395"/>
                  <a:pt x="336829" y="105632"/>
                </a:cubicBezTo>
                <a:cubicBezTo>
                  <a:pt x="336829" y="102013"/>
                  <a:pt x="334458" y="98489"/>
                  <a:pt x="329810" y="98489"/>
                </a:cubicBezTo>
                <a:lnTo>
                  <a:pt x="280770" y="98489"/>
                </a:lnTo>
                <a:lnTo>
                  <a:pt x="280770" y="77533"/>
                </a:lnTo>
                <a:cubicBezTo>
                  <a:pt x="280770" y="66961"/>
                  <a:pt x="271380" y="56388"/>
                  <a:pt x="259712" y="56388"/>
                </a:cubicBezTo>
                <a:lnTo>
                  <a:pt x="238844" y="56388"/>
                </a:lnTo>
                <a:lnTo>
                  <a:pt x="238844" y="7049"/>
                </a:lnTo>
                <a:cubicBezTo>
                  <a:pt x="238844" y="3524"/>
                  <a:pt x="236473" y="0"/>
                  <a:pt x="231730" y="0"/>
                </a:cubicBezTo>
                <a:cubicBezTo>
                  <a:pt x="228126" y="0"/>
                  <a:pt x="224616" y="3524"/>
                  <a:pt x="224616" y="7049"/>
                </a:cubicBezTo>
                <a:lnTo>
                  <a:pt x="224616" y="56388"/>
                </a:lnTo>
                <a:lnTo>
                  <a:pt x="168462" y="56388"/>
                </a:lnTo>
                <a:lnTo>
                  <a:pt x="168462" y="7049"/>
                </a:lnTo>
                <a:cubicBezTo>
                  <a:pt x="168462" y="3524"/>
                  <a:pt x="166091" y="0"/>
                  <a:pt x="161348" y="0"/>
                </a:cubicBezTo>
                <a:cubicBezTo>
                  <a:pt x="157744" y="0"/>
                  <a:pt x="154234" y="3524"/>
                  <a:pt x="154234" y="7049"/>
                </a:cubicBezTo>
                <a:lnTo>
                  <a:pt x="154234" y="56388"/>
                </a:lnTo>
                <a:lnTo>
                  <a:pt x="112308" y="56388"/>
                </a:lnTo>
                <a:lnTo>
                  <a:pt x="112308" y="7049"/>
                </a:lnTo>
                <a:cubicBezTo>
                  <a:pt x="112308" y="3524"/>
                  <a:pt x="109937" y="0"/>
                  <a:pt x="105194" y="0"/>
                </a:cubicBezTo>
                <a:cubicBezTo>
                  <a:pt x="101590" y="0"/>
                  <a:pt x="98080" y="3524"/>
                  <a:pt x="98080" y="7049"/>
                </a:cubicBezTo>
                <a:lnTo>
                  <a:pt x="98080" y="56388"/>
                </a:lnTo>
                <a:lnTo>
                  <a:pt x="77212" y="56388"/>
                </a:lnTo>
                <a:cubicBezTo>
                  <a:pt x="65545" y="56388"/>
                  <a:pt x="56154" y="66961"/>
                  <a:pt x="56154" y="77533"/>
                </a:cubicBezTo>
                <a:lnTo>
                  <a:pt x="56154" y="98489"/>
                </a:lnTo>
                <a:lnTo>
                  <a:pt x="7019" y="98489"/>
                </a:lnTo>
                <a:cubicBezTo>
                  <a:pt x="3510" y="98489"/>
                  <a:pt x="0" y="102108"/>
                  <a:pt x="0" y="105632"/>
                </a:cubicBezTo>
                <a:cubicBezTo>
                  <a:pt x="0" y="110395"/>
                  <a:pt x="3510" y="112776"/>
                  <a:pt x="7019" y="112776"/>
                </a:cubicBezTo>
                <a:lnTo>
                  <a:pt x="56154" y="112776"/>
                </a:lnTo>
                <a:lnTo>
                  <a:pt x="56154" y="169164"/>
                </a:lnTo>
                <a:lnTo>
                  <a:pt x="7019" y="169164"/>
                </a:lnTo>
                <a:cubicBezTo>
                  <a:pt x="3510" y="169164"/>
                  <a:pt x="0" y="172784"/>
                  <a:pt x="0" y="176308"/>
                </a:cubicBezTo>
                <a:cubicBezTo>
                  <a:pt x="0" y="181070"/>
                  <a:pt x="3510" y="183452"/>
                  <a:pt x="7019" y="183452"/>
                </a:cubicBezTo>
                <a:lnTo>
                  <a:pt x="56154" y="183452"/>
                </a:lnTo>
                <a:lnTo>
                  <a:pt x="56154" y="225552"/>
                </a:lnTo>
                <a:lnTo>
                  <a:pt x="7019" y="225552"/>
                </a:lnTo>
                <a:cubicBezTo>
                  <a:pt x="3510" y="225552"/>
                  <a:pt x="0" y="229171"/>
                  <a:pt x="0" y="232696"/>
                </a:cubicBezTo>
                <a:cubicBezTo>
                  <a:pt x="0" y="237458"/>
                  <a:pt x="3510" y="239840"/>
                  <a:pt x="7019" y="239840"/>
                </a:cubicBezTo>
                <a:lnTo>
                  <a:pt x="56154" y="239840"/>
                </a:lnTo>
                <a:lnTo>
                  <a:pt x="56154" y="260795"/>
                </a:lnTo>
                <a:cubicBezTo>
                  <a:pt x="56154" y="272510"/>
                  <a:pt x="65545" y="281940"/>
                  <a:pt x="77212" y="281940"/>
                </a:cubicBezTo>
                <a:lnTo>
                  <a:pt x="98080" y="281940"/>
                </a:lnTo>
                <a:lnTo>
                  <a:pt x="98080" y="331184"/>
                </a:lnTo>
                <a:cubicBezTo>
                  <a:pt x="98080" y="335852"/>
                  <a:pt x="101684" y="338233"/>
                  <a:pt x="105194" y="338233"/>
                </a:cubicBezTo>
                <a:cubicBezTo>
                  <a:pt x="109937" y="338233"/>
                  <a:pt x="112308" y="335852"/>
                  <a:pt x="112308" y="331184"/>
                </a:cubicBezTo>
                <a:lnTo>
                  <a:pt x="112308" y="281940"/>
                </a:lnTo>
                <a:lnTo>
                  <a:pt x="168462" y="281940"/>
                </a:lnTo>
                <a:lnTo>
                  <a:pt x="168462" y="331184"/>
                </a:lnTo>
                <a:cubicBezTo>
                  <a:pt x="168462" y="335852"/>
                  <a:pt x="172067" y="338233"/>
                  <a:pt x="175576" y="338233"/>
                </a:cubicBezTo>
                <a:cubicBezTo>
                  <a:pt x="180319" y="338233"/>
                  <a:pt x="182690" y="335852"/>
                  <a:pt x="182690" y="331184"/>
                </a:cubicBezTo>
                <a:lnTo>
                  <a:pt x="182690" y="281940"/>
                </a:lnTo>
                <a:lnTo>
                  <a:pt x="224616" y="281940"/>
                </a:lnTo>
                <a:lnTo>
                  <a:pt x="224616" y="331184"/>
                </a:lnTo>
                <a:cubicBezTo>
                  <a:pt x="224616" y="335852"/>
                  <a:pt x="228221" y="338233"/>
                  <a:pt x="231730" y="338233"/>
                </a:cubicBezTo>
                <a:cubicBezTo>
                  <a:pt x="236473" y="338233"/>
                  <a:pt x="238844" y="335852"/>
                  <a:pt x="238844" y="331184"/>
                </a:cubicBezTo>
                <a:lnTo>
                  <a:pt x="238844" y="281940"/>
                </a:lnTo>
                <a:lnTo>
                  <a:pt x="259712" y="281940"/>
                </a:lnTo>
                <a:cubicBezTo>
                  <a:pt x="271380" y="281940"/>
                  <a:pt x="280770" y="272510"/>
                  <a:pt x="280770" y="260795"/>
                </a:cubicBezTo>
                <a:lnTo>
                  <a:pt x="280770" y="239840"/>
                </a:lnTo>
                <a:lnTo>
                  <a:pt x="329810" y="239840"/>
                </a:lnTo>
                <a:cubicBezTo>
                  <a:pt x="334458" y="239840"/>
                  <a:pt x="336829" y="237458"/>
                  <a:pt x="336829" y="232696"/>
                </a:cubicBezTo>
                <a:cubicBezTo>
                  <a:pt x="336829" y="229076"/>
                  <a:pt x="334458" y="225552"/>
                  <a:pt x="329810" y="225552"/>
                </a:cubicBezTo>
                <a:lnTo>
                  <a:pt x="280770" y="225552"/>
                </a:lnTo>
                <a:lnTo>
                  <a:pt x="280770" y="169164"/>
                </a:lnTo>
                <a:lnTo>
                  <a:pt x="329810" y="169164"/>
                </a:lnTo>
                <a:close/>
                <a:moveTo>
                  <a:pt x="259618" y="267843"/>
                </a:moveTo>
                <a:lnTo>
                  <a:pt x="232679" y="267843"/>
                </a:lnTo>
                <a:cubicBezTo>
                  <a:pt x="232679" y="267843"/>
                  <a:pt x="232015" y="267653"/>
                  <a:pt x="231635" y="267653"/>
                </a:cubicBezTo>
                <a:cubicBezTo>
                  <a:pt x="231351" y="267653"/>
                  <a:pt x="231066" y="267843"/>
                  <a:pt x="230782" y="267843"/>
                </a:cubicBezTo>
                <a:lnTo>
                  <a:pt x="176525" y="267843"/>
                </a:lnTo>
                <a:cubicBezTo>
                  <a:pt x="176525" y="267843"/>
                  <a:pt x="175861" y="267653"/>
                  <a:pt x="175481" y="267653"/>
                </a:cubicBezTo>
                <a:cubicBezTo>
                  <a:pt x="175197" y="267653"/>
                  <a:pt x="174912" y="267843"/>
                  <a:pt x="174628" y="267843"/>
                </a:cubicBezTo>
                <a:lnTo>
                  <a:pt x="106143" y="267843"/>
                </a:lnTo>
                <a:cubicBezTo>
                  <a:pt x="106143" y="267843"/>
                  <a:pt x="105479" y="267653"/>
                  <a:pt x="105099" y="267653"/>
                </a:cubicBezTo>
                <a:cubicBezTo>
                  <a:pt x="104815" y="267653"/>
                  <a:pt x="104530" y="267843"/>
                  <a:pt x="104245" y="267843"/>
                </a:cubicBezTo>
                <a:lnTo>
                  <a:pt x="77117" y="267843"/>
                </a:lnTo>
                <a:cubicBezTo>
                  <a:pt x="73607" y="267843"/>
                  <a:pt x="70098" y="265462"/>
                  <a:pt x="70098" y="260795"/>
                </a:cubicBezTo>
                <a:lnTo>
                  <a:pt x="70098" y="234125"/>
                </a:lnTo>
                <a:cubicBezTo>
                  <a:pt x="70098" y="234125"/>
                  <a:pt x="70287" y="233267"/>
                  <a:pt x="70287" y="232696"/>
                </a:cubicBezTo>
                <a:cubicBezTo>
                  <a:pt x="70287" y="232315"/>
                  <a:pt x="70193" y="231934"/>
                  <a:pt x="70098" y="231553"/>
                </a:cubicBezTo>
                <a:lnTo>
                  <a:pt x="70098" y="177737"/>
                </a:lnTo>
                <a:cubicBezTo>
                  <a:pt x="70098" y="177737"/>
                  <a:pt x="70287" y="176879"/>
                  <a:pt x="70287" y="176308"/>
                </a:cubicBezTo>
                <a:cubicBezTo>
                  <a:pt x="70287" y="175927"/>
                  <a:pt x="70193" y="175546"/>
                  <a:pt x="70098" y="175165"/>
                </a:cubicBezTo>
                <a:lnTo>
                  <a:pt x="70098" y="107061"/>
                </a:lnTo>
                <a:cubicBezTo>
                  <a:pt x="70098" y="107061"/>
                  <a:pt x="70287" y="106204"/>
                  <a:pt x="70287" y="105632"/>
                </a:cubicBezTo>
                <a:cubicBezTo>
                  <a:pt x="70287" y="105251"/>
                  <a:pt x="70193" y="104870"/>
                  <a:pt x="70098" y="104489"/>
                </a:cubicBezTo>
                <a:lnTo>
                  <a:pt x="70098" y="77629"/>
                </a:lnTo>
                <a:cubicBezTo>
                  <a:pt x="70098" y="74104"/>
                  <a:pt x="73607" y="70580"/>
                  <a:pt x="77117" y="70580"/>
                </a:cubicBezTo>
                <a:lnTo>
                  <a:pt x="103866" y="70580"/>
                </a:lnTo>
                <a:cubicBezTo>
                  <a:pt x="103866" y="70580"/>
                  <a:pt x="104625" y="70771"/>
                  <a:pt x="105004" y="70771"/>
                </a:cubicBezTo>
                <a:cubicBezTo>
                  <a:pt x="105573" y="70771"/>
                  <a:pt x="105953" y="70675"/>
                  <a:pt x="106427" y="70580"/>
                </a:cubicBezTo>
                <a:lnTo>
                  <a:pt x="160020" y="70580"/>
                </a:lnTo>
                <a:cubicBezTo>
                  <a:pt x="160020" y="70580"/>
                  <a:pt x="160779" y="70771"/>
                  <a:pt x="161158" y="70771"/>
                </a:cubicBezTo>
                <a:cubicBezTo>
                  <a:pt x="161727" y="70771"/>
                  <a:pt x="162107" y="70675"/>
                  <a:pt x="162581" y="70580"/>
                </a:cubicBezTo>
                <a:lnTo>
                  <a:pt x="230402" y="70580"/>
                </a:lnTo>
                <a:cubicBezTo>
                  <a:pt x="230402" y="70580"/>
                  <a:pt x="231161" y="70771"/>
                  <a:pt x="231541" y="70771"/>
                </a:cubicBezTo>
                <a:cubicBezTo>
                  <a:pt x="232110" y="70771"/>
                  <a:pt x="232489" y="70675"/>
                  <a:pt x="232963" y="70580"/>
                </a:cubicBezTo>
                <a:lnTo>
                  <a:pt x="259523" y="70580"/>
                </a:lnTo>
                <a:cubicBezTo>
                  <a:pt x="264171" y="70580"/>
                  <a:pt x="266542" y="74104"/>
                  <a:pt x="266542" y="77629"/>
                </a:cubicBezTo>
                <a:lnTo>
                  <a:pt x="266542" y="104870"/>
                </a:lnTo>
                <a:cubicBezTo>
                  <a:pt x="266542" y="104870"/>
                  <a:pt x="266352" y="105442"/>
                  <a:pt x="266352" y="105727"/>
                </a:cubicBezTo>
                <a:cubicBezTo>
                  <a:pt x="266352" y="106108"/>
                  <a:pt x="266542" y="106394"/>
                  <a:pt x="266542" y="106775"/>
                </a:cubicBezTo>
                <a:lnTo>
                  <a:pt x="266542" y="161258"/>
                </a:lnTo>
                <a:cubicBezTo>
                  <a:pt x="266542" y="161258"/>
                  <a:pt x="266352" y="161830"/>
                  <a:pt x="266352" y="162116"/>
                </a:cubicBezTo>
                <a:cubicBezTo>
                  <a:pt x="266352" y="162496"/>
                  <a:pt x="266542" y="162782"/>
                  <a:pt x="266542" y="163163"/>
                </a:cubicBezTo>
                <a:lnTo>
                  <a:pt x="266542" y="231934"/>
                </a:lnTo>
                <a:cubicBezTo>
                  <a:pt x="266542" y="231934"/>
                  <a:pt x="266352" y="232505"/>
                  <a:pt x="266352" y="232791"/>
                </a:cubicBezTo>
                <a:cubicBezTo>
                  <a:pt x="266352" y="233172"/>
                  <a:pt x="266542" y="233458"/>
                  <a:pt x="266542" y="233839"/>
                </a:cubicBezTo>
                <a:lnTo>
                  <a:pt x="266542" y="260890"/>
                </a:lnTo>
                <a:cubicBezTo>
                  <a:pt x="266542" y="265557"/>
                  <a:pt x="264171" y="267938"/>
                  <a:pt x="259523" y="267938"/>
                </a:cubicBezTo>
                <a:close/>
                <a:moveTo>
                  <a:pt x="217787" y="85058"/>
                </a:moveTo>
                <a:lnTo>
                  <a:pt x="119138" y="85058"/>
                </a:lnTo>
                <a:cubicBezTo>
                  <a:pt x="100356" y="85058"/>
                  <a:pt x="83852" y="101537"/>
                  <a:pt x="83852" y="120301"/>
                </a:cubicBezTo>
                <a:lnTo>
                  <a:pt x="83852" y="218885"/>
                </a:lnTo>
                <a:cubicBezTo>
                  <a:pt x="83852" y="238887"/>
                  <a:pt x="100262" y="254127"/>
                  <a:pt x="119138" y="254127"/>
                </a:cubicBezTo>
                <a:lnTo>
                  <a:pt x="217787" y="254127"/>
                </a:lnTo>
                <a:cubicBezTo>
                  <a:pt x="237801" y="254127"/>
                  <a:pt x="253073" y="238887"/>
                  <a:pt x="253073" y="218885"/>
                </a:cubicBezTo>
                <a:lnTo>
                  <a:pt x="253073" y="120301"/>
                </a:lnTo>
                <a:cubicBezTo>
                  <a:pt x="253073" y="101537"/>
                  <a:pt x="237801" y="85058"/>
                  <a:pt x="217787" y="85058"/>
                </a:cubicBezTo>
                <a:close/>
                <a:moveTo>
                  <a:pt x="238939" y="218885"/>
                </a:moveTo>
                <a:cubicBezTo>
                  <a:pt x="238939" y="230600"/>
                  <a:pt x="229549" y="240030"/>
                  <a:pt x="217787" y="240030"/>
                </a:cubicBezTo>
                <a:lnTo>
                  <a:pt x="119138" y="240030"/>
                </a:lnTo>
                <a:cubicBezTo>
                  <a:pt x="107376" y="240030"/>
                  <a:pt x="97985" y="230600"/>
                  <a:pt x="97985" y="218885"/>
                </a:cubicBezTo>
                <a:lnTo>
                  <a:pt x="97985" y="120301"/>
                </a:lnTo>
                <a:cubicBezTo>
                  <a:pt x="97985" y="109728"/>
                  <a:pt x="107376" y="99155"/>
                  <a:pt x="119138" y="99155"/>
                </a:cubicBezTo>
                <a:lnTo>
                  <a:pt x="217787" y="99155"/>
                </a:lnTo>
                <a:cubicBezTo>
                  <a:pt x="229549" y="99155"/>
                  <a:pt x="238939" y="109728"/>
                  <a:pt x="238939" y="120301"/>
                </a:cubicBezTo>
                <a:lnTo>
                  <a:pt x="238939" y="218885"/>
                </a:lnTo>
                <a:close/>
                <a:moveTo>
                  <a:pt x="126536" y="134207"/>
                </a:moveTo>
                <a:cubicBezTo>
                  <a:pt x="126536" y="130588"/>
                  <a:pt x="130046" y="127064"/>
                  <a:pt x="133556" y="127064"/>
                </a:cubicBezTo>
                <a:lnTo>
                  <a:pt x="189804" y="127064"/>
                </a:lnTo>
                <a:cubicBezTo>
                  <a:pt x="194452" y="127064"/>
                  <a:pt x="196824" y="130683"/>
                  <a:pt x="196824" y="134207"/>
                </a:cubicBezTo>
                <a:cubicBezTo>
                  <a:pt x="196824" y="138970"/>
                  <a:pt x="194452" y="141351"/>
                  <a:pt x="189804" y="141351"/>
                </a:cubicBezTo>
                <a:lnTo>
                  <a:pt x="133556" y="141351"/>
                </a:lnTo>
                <a:cubicBezTo>
                  <a:pt x="130046" y="141351"/>
                  <a:pt x="126536" y="138970"/>
                  <a:pt x="126536" y="134207"/>
                </a:cubicBezTo>
                <a:close/>
                <a:moveTo>
                  <a:pt x="168462" y="162020"/>
                </a:moveTo>
                <a:cubicBezTo>
                  <a:pt x="168462" y="166783"/>
                  <a:pt x="166091" y="169164"/>
                  <a:pt x="161443" y="169164"/>
                </a:cubicBezTo>
                <a:lnTo>
                  <a:pt x="133556" y="169164"/>
                </a:lnTo>
                <a:cubicBezTo>
                  <a:pt x="130046" y="169164"/>
                  <a:pt x="126536" y="166783"/>
                  <a:pt x="126536" y="162020"/>
                </a:cubicBezTo>
                <a:cubicBezTo>
                  <a:pt x="126536" y="158401"/>
                  <a:pt x="130046" y="154877"/>
                  <a:pt x="133556" y="154877"/>
                </a:cubicBezTo>
                <a:lnTo>
                  <a:pt x="161443" y="154877"/>
                </a:lnTo>
                <a:cubicBezTo>
                  <a:pt x="166091" y="154877"/>
                  <a:pt x="168462" y="158496"/>
                  <a:pt x="168462" y="162020"/>
                </a:cubicBezTo>
                <a:close/>
                <a:moveTo>
                  <a:pt x="210293" y="204502"/>
                </a:moveTo>
                <a:cubicBezTo>
                  <a:pt x="210293" y="208979"/>
                  <a:pt x="207922" y="211265"/>
                  <a:pt x="203274" y="211265"/>
                </a:cubicBezTo>
                <a:lnTo>
                  <a:pt x="175387" y="211265"/>
                </a:lnTo>
                <a:cubicBezTo>
                  <a:pt x="171877" y="211265"/>
                  <a:pt x="168367" y="208979"/>
                  <a:pt x="168367" y="204502"/>
                </a:cubicBezTo>
                <a:cubicBezTo>
                  <a:pt x="168367" y="201168"/>
                  <a:pt x="171877" y="197739"/>
                  <a:pt x="175387" y="197739"/>
                </a:cubicBezTo>
                <a:lnTo>
                  <a:pt x="203274" y="197739"/>
                </a:lnTo>
                <a:cubicBezTo>
                  <a:pt x="207922" y="197739"/>
                  <a:pt x="210293" y="201073"/>
                  <a:pt x="210293" y="20450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5" name="Graphic 201">
            <a:extLst>
              <a:ext uri="{FF2B5EF4-FFF2-40B4-BE49-F238E27FC236}">
                <a16:creationId xmlns:a16="http://schemas.microsoft.com/office/drawing/2014/main" id="{15C71D16-C21D-00A1-F0B2-C56741470C49}"/>
              </a:ext>
            </a:extLst>
          </p:cNvPr>
          <p:cNvSpPr/>
          <p:nvPr/>
        </p:nvSpPr>
        <p:spPr>
          <a:xfrm>
            <a:off x="3850327" y="3500144"/>
            <a:ext cx="450850" cy="452728"/>
          </a:xfrm>
          <a:custGeom>
            <a:avLst/>
            <a:gdLst>
              <a:gd name="connsiteX0" fmla="*/ 329810 w 336829"/>
              <a:gd name="connsiteY0" fmla="*/ 169164 h 338232"/>
              <a:gd name="connsiteX1" fmla="*/ 336829 w 336829"/>
              <a:gd name="connsiteY1" fmla="*/ 162020 h 338232"/>
              <a:gd name="connsiteX2" fmla="*/ 329810 w 336829"/>
              <a:gd name="connsiteY2" fmla="*/ 154877 h 338232"/>
              <a:gd name="connsiteX3" fmla="*/ 280770 w 336829"/>
              <a:gd name="connsiteY3" fmla="*/ 154877 h 338232"/>
              <a:gd name="connsiteX4" fmla="*/ 280770 w 336829"/>
              <a:gd name="connsiteY4" fmla="*/ 112776 h 338232"/>
              <a:gd name="connsiteX5" fmla="*/ 329810 w 336829"/>
              <a:gd name="connsiteY5" fmla="*/ 112776 h 338232"/>
              <a:gd name="connsiteX6" fmla="*/ 336829 w 336829"/>
              <a:gd name="connsiteY6" fmla="*/ 105632 h 338232"/>
              <a:gd name="connsiteX7" fmla="*/ 329810 w 336829"/>
              <a:gd name="connsiteY7" fmla="*/ 98489 h 338232"/>
              <a:gd name="connsiteX8" fmla="*/ 280770 w 336829"/>
              <a:gd name="connsiteY8" fmla="*/ 98489 h 338232"/>
              <a:gd name="connsiteX9" fmla="*/ 280770 w 336829"/>
              <a:gd name="connsiteY9" fmla="*/ 77533 h 338232"/>
              <a:gd name="connsiteX10" fmla="*/ 259712 w 336829"/>
              <a:gd name="connsiteY10" fmla="*/ 56388 h 338232"/>
              <a:gd name="connsiteX11" fmla="*/ 238844 w 336829"/>
              <a:gd name="connsiteY11" fmla="*/ 56388 h 338232"/>
              <a:gd name="connsiteX12" fmla="*/ 238844 w 336829"/>
              <a:gd name="connsiteY12" fmla="*/ 7049 h 338232"/>
              <a:gd name="connsiteX13" fmla="*/ 231730 w 336829"/>
              <a:gd name="connsiteY13" fmla="*/ 0 h 338232"/>
              <a:gd name="connsiteX14" fmla="*/ 224616 w 336829"/>
              <a:gd name="connsiteY14" fmla="*/ 7049 h 338232"/>
              <a:gd name="connsiteX15" fmla="*/ 224616 w 336829"/>
              <a:gd name="connsiteY15" fmla="*/ 56388 h 338232"/>
              <a:gd name="connsiteX16" fmla="*/ 168462 w 336829"/>
              <a:gd name="connsiteY16" fmla="*/ 56388 h 338232"/>
              <a:gd name="connsiteX17" fmla="*/ 168462 w 336829"/>
              <a:gd name="connsiteY17" fmla="*/ 7049 h 338232"/>
              <a:gd name="connsiteX18" fmla="*/ 161348 w 336829"/>
              <a:gd name="connsiteY18" fmla="*/ 0 h 338232"/>
              <a:gd name="connsiteX19" fmla="*/ 154234 w 336829"/>
              <a:gd name="connsiteY19" fmla="*/ 7049 h 338232"/>
              <a:gd name="connsiteX20" fmla="*/ 154234 w 336829"/>
              <a:gd name="connsiteY20" fmla="*/ 56388 h 338232"/>
              <a:gd name="connsiteX21" fmla="*/ 112308 w 336829"/>
              <a:gd name="connsiteY21" fmla="*/ 56388 h 338232"/>
              <a:gd name="connsiteX22" fmla="*/ 112308 w 336829"/>
              <a:gd name="connsiteY22" fmla="*/ 7049 h 338232"/>
              <a:gd name="connsiteX23" fmla="*/ 105194 w 336829"/>
              <a:gd name="connsiteY23" fmla="*/ 0 h 338232"/>
              <a:gd name="connsiteX24" fmla="*/ 98080 w 336829"/>
              <a:gd name="connsiteY24" fmla="*/ 7049 h 338232"/>
              <a:gd name="connsiteX25" fmla="*/ 98080 w 336829"/>
              <a:gd name="connsiteY25" fmla="*/ 56388 h 338232"/>
              <a:gd name="connsiteX26" fmla="*/ 77212 w 336829"/>
              <a:gd name="connsiteY26" fmla="*/ 56388 h 338232"/>
              <a:gd name="connsiteX27" fmla="*/ 56154 w 336829"/>
              <a:gd name="connsiteY27" fmla="*/ 77533 h 338232"/>
              <a:gd name="connsiteX28" fmla="*/ 56154 w 336829"/>
              <a:gd name="connsiteY28" fmla="*/ 98489 h 338232"/>
              <a:gd name="connsiteX29" fmla="*/ 7019 w 336829"/>
              <a:gd name="connsiteY29" fmla="*/ 98489 h 338232"/>
              <a:gd name="connsiteX30" fmla="*/ 0 w 336829"/>
              <a:gd name="connsiteY30" fmla="*/ 105632 h 338232"/>
              <a:gd name="connsiteX31" fmla="*/ 7019 w 336829"/>
              <a:gd name="connsiteY31" fmla="*/ 112776 h 338232"/>
              <a:gd name="connsiteX32" fmla="*/ 56154 w 336829"/>
              <a:gd name="connsiteY32" fmla="*/ 112776 h 338232"/>
              <a:gd name="connsiteX33" fmla="*/ 56154 w 336829"/>
              <a:gd name="connsiteY33" fmla="*/ 169164 h 338232"/>
              <a:gd name="connsiteX34" fmla="*/ 7019 w 336829"/>
              <a:gd name="connsiteY34" fmla="*/ 169164 h 338232"/>
              <a:gd name="connsiteX35" fmla="*/ 0 w 336829"/>
              <a:gd name="connsiteY35" fmla="*/ 176308 h 338232"/>
              <a:gd name="connsiteX36" fmla="*/ 7019 w 336829"/>
              <a:gd name="connsiteY36" fmla="*/ 183452 h 338232"/>
              <a:gd name="connsiteX37" fmla="*/ 56154 w 336829"/>
              <a:gd name="connsiteY37" fmla="*/ 183452 h 338232"/>
              <a:gd name="connsiteX38" fmla="*/ 56154 w 336829"/>
              <a:gd name="connsiteY38" fmla="*/ 225552 h 338232"/>
              <a:gd name="connsiteX39" fmla="*/ 7019 w 336829"/>
              <a:gd name="connsiteY39" fmla="*/ 225552 h 338232"/>
              <a:gd name="connsiteX40" fmla="*/ 0 w 336829"/>
              <a:gd name="connsiteY40" fmla="*/ 232696 h 338232"/>
              <a:gd name="connsiteX41" fmla="*/ 7019 w 336829"/>
              <a:gd name="connsiteY41" fmla="*/ 239840 h 338232"/>
              <a:gd name="connsiteX42" fmla="*/ 56154 w 336829"/>
              <a:gd name="connsiteY42" fmla="*/ 239840 h 338232"/>
              <a:gd name="connsiteX43" fmla="*/ 56154 w 336829"/>
              <a:gd name="connsiteY43" fmla="*/ 260795 h 338232"/>
              <a:gd name="connsiteX44" fmla="*/ 77212 w 336829"/>
              <a:gd name="connsiteY44" fmla="*/ 281940 h 338232"/>
              <a:gd name="connsiteX45" fmla="*/ 98080 w 336829"/>
              <a:gd name="connsiteY45" fmla="*/ 281940 h 338232"/>
              <a:gd name="connsiteX46" fmla="*/ 98080 w 336829"/>
              <a:gd name="connsiteY46" fmla="*/ 331184 h 338232"/>
              <a:gd name="connsiteX47" fmla="*/ 105194 w 336829"/>
              <a:gd name="connsiteY47" fmla="*/ 338233 h 338232"/>
              <a:gd name="connsiteX48" fmla="*/ 112308 w 336829"/>
              <a:gd name="connsiteY48" fmla="*/ 331184 h 338232"/>
              <a:gd name="connsiteX49" fmla="*/ 112308 w 336829"/>
              <a:gd name="connsiteY49" fmla="*/ 281940 h 338232"/>
              <a:gd name="connsiteX50" fmla="*/ 168462 w 336829"/>
              <a:gd name="connsiteY50" fmla="*/ 281940 h 338232"/>
              <a:gd name="connsiteX51" fmla="*/ 168462 w 336829"/>
              <a:gd name="connsiteY51" fmla="*/ 331184 h 338232"/>
              <a:gd name="connsiteX52" fmla="*/ 175576 w 336829"/>
              <a:gd name="connsiteY52" fmla="*/ 338233 h 338232"/>
              <a:gd name="connsiteX53" fmla="*/ 182690 w 336829"/>
              <a:gd name="connsiteY53" fmla="*/ 331184 h 338232"/>
              <a:gd name="connsiteX54" fmla="*/ 182690 w 336829"/>
              <a:gd name="connsiteY54" fmla="*/ 281940 h 338232"/>
              <a:gd name="connsiteX55" fmla="*/ 224616 w 336829"/>
              <a:gd name="connsiteY55" fmla="*/ 281940 h 338232"/>
              <a:gd name="connsiteX56" fmla="*/ 224616 w 336829"/>
              <a:gd name="connsiteY56" fmla="*/ 331184 h 338232"/>
              <a:gd name="connsiteX57" fmla="*/ 231730 w 336829"/>
              <a:gd name="connsiteY57" fmla="*/ 338233 h 338232"/>
              <a:gd name="connsiteX58" fmla="*/ 238844 w 336829"/>
              <a:gd name="connsiteY58" fmla="*/ 331184 h 338232"/>
              <a:gd name="connsiteX59" fmla="*/ 238844 w 336829"/>
              <a:gd name="connsiteY59" fmla="*/ 281940 h 338232"/>
              <a:gd name="connsiteX60" fmla="*/ 259712 w 336829"/>
              <a:gd name="connsiteY60" fmla="*/ 281940 h 338232"/>
              <a:gd name="connsiteX61" fmla="*/ 280770 w 336829"/>
              <a:gd name="connsiteY61" fmla="*/ 260795 h 338232"/>
              <a:gd name="connsiteX62" fmla="*/ 280770 w 336829"/>
              <a:gd name="connsiteY62" fmla="*/ 239840 h 338232"/>
              <a:gd name="connsiteX63" fmla="*/ 329810 w 336829"/>
              <a:gd name="connsiteY63" fmla="*/ 239840 h 338232"/>
              <a:gd name="connsiteX64" fmla="*/ 336829 w 336829"/>
              <a:gd name="connsiteY64" fmla="*/ 232696 h 338232"/>
              <a:gd name="connsiteX65" fmla="*/ 329810 w 336829"/>
              <a:gd name="connsiteY65" fmla="*/ 225552 h 338232"/>
              <a:gd name="connsiteX66" fmla="*/ 280770 w 336829"/>
              <a:gd name="connsiteY66" fmla="*/ 225552 h 338232"/>
              <a:gd name="connsiteX67" fmla="*/ 280770 w 336829"/>
              <a:gd name="connsiteY67" fmla="*/ 169164 h 338232"/>
              <a:gd name="connsiteX68" fmla="*/ 329810 w 336829"/>
              <a:gd name="connsiteY68" fmla="*/ 169164 h 338232"/>
              <a:gd name="connsiteX69" fmla="*/ 259618 w 336829"/>
              <a:gd name="connsiteY69" fmla="*/ 267843 h 338232"/>
              <a:gd name="connsiteX70" fmla="*/ 232679 w 336829"/>
              <a:gd name="connsiteY70" fmla="*/ 267843 h 338232"/>
              <a:gd name="connsiteX71" fmla="*/ 231635 w 336829"/>
              <a:gd name="connsiteY71" fmla="*/ 267653 h 338232"/>
              <a:gd name="connsiteX72" fmla="*/ 230782 w 336829"/>
              <a:gd name="connsiteY72" fmla="*/ 267843 h 338232"/>
              <a:gd name="connsiteX73" fmla="*/ 176525 w 336829"/>
              <a:gd name="connsiteY73" fmla="*/ 267843 h 338232"/>
              <a:gd name="connsiteX74" fmla="*/ 175481 w 336829"/>
              <a:gd name="connsiteY74" fmla="*/ 267653 h 338232"/>
              <a:gd name="connsiteX75" fmla="*/ 174628 w 336829"/>
              <a:gd name="connsiteY75" fmla="*/ 267843 h 338232"/>
              <a:gd name="connsiteX76" fmla="*/ 106143 w 336829"/>
              <a:gd name="connsiteY76" fmla="*/ 267843 h 338232"/>
              <a:gd name="connsiteX77" fmla="*/ 105099 w 336829"/>
              <a:gd name="connsiteY77" fmla="*/ 267653 h 338232"/>
              <a:gd name="connsiteX78" fmla="*/ 104245 w 336829"/>
              <a:gd name="connsiteY78" fmla="*/ 267843 h 338232"/>
              <a:gd name="connsiteX79" fmla="*/ 77117 w 336829"/>
              <a:gd name="connsiteY79" fmla="*/ 267843 h 338232"/>
              <a:gd name="connsiteX80" fmla="*/ 70098 w 336829"/>
              <a:gd name="connsiteY80" fmla="*/ 260795 h 338232"/>
              <a:gd name="connsiteX81" fmla="*/ 70098 w 336829"/>
              <a:gd name="connsiteY81" fmla="*/ 234125 h 338232"/>
              <a:gd name="connsiteX82" fmla="*/ 70287 w 336829"/>
              <a:gd name="connsiteY82" fmla="*/ 232696 h 338232"/>
              <a:gd name="connsiteX83" fmla="*/ 70098 w 336829"/>
              <a:gd name="connsiteY83" fmla="*/ 231553 h 338232"/>
              <a:gd name="connsiteX84" fmla="*/ 70098 w 336829"/>
              <a:gd name="connsiteY84" fmla="*/ 177737 h 338232"/>
              <a:gd name="connsiteX85" fmla="*/ 70287 w 336829"/>
              <a:gd name="connsiteY85" fmla="*/ 176308 h 338232"/>
              <a:gd name="connsiteX86" fmla="*/ 70098 w 336829"/>
              <a:gd name="connsiteY86" fmla="*/ 175165 h 338232"/>
              <a:gd name="connsiteX87" fmla="*/ 70098 w 336829"/>
              <a:gd name="connsiteY87" fmla="*/ 107061 h 338232"/>
              <a:gd name="connsiteX88" fmla="*/ 70287 w 336829"/>
              <a:gd name="connsiteY88" fmla="*/ 105632 h 338232"/>
              <a:gd name="connsiteX89" fmla="*/ 70098 w 336829"/>
              <a:gd name="connsiteY89" fmla="*/ 104489 h 338232"/>
              <a:gd name="connsiteX90" fmla="*/ 70098 w 336829"/>
              <a:gd name="connsiteY90" fmla="*/ 77629 h 338232"/>
              <a:gd name="connsiteX91" fmla="*/ 77117 w 336829"/>
              <a:gd name="connsiteY91" fmla="*/ 70580 h 338232"/>
              <a:gd name="connsiteX92" fmla="*/ 103866 w 336829"/>
              <a:gd name="connsiteY92" fmla="*/ 70580 h 338232"/>
              <a:gd name="connsiteX93" fmla="*/ 105004 w 336829"/>
              <a:gd name="connsiteY93" fmla="*/ 70771 h 338232"/>
              <a:gd name="connsiteX94" fmla="*/ 106427 w 336829"/>
              <a:gd name="connsiteY94" fmla="*/ 70580 h 338232"/>
              <a:gd name="connsiteX95" fmla="*/ 160020 w 336829"/>
              <a:gd name="connsiteY95" fmla="*/ 70580 h 338232"/>
              <a:gd name="connsiteX96" fmla="*/ 161158 w 336829"/>
              <a:gd name="connsiteY96" fmla="*/ 70771 h 338232"/>
              <a:gd name="connsiteX97" fmla="*/ 162581 w 336829"/>
              <a:gd name="connsiteY97" fmla="*/ 70580 h 338232"/>
              <a:gd name="connsiteX98" fmla="*/ 230402 w 336829"/>
              <a:gd name="connsiteY98" fmla="*/ 70580 h 338232"/>
              <a:gd name="connsiteX99" fmla="*/ 231541 w 336829"/>
              <a:gd name="connsiteY99" fmla="*/ 70771 h 338232"/>
              <a:gd name="connsiteX100" fmla="*/ 232963 w 336829"/>
              <a:gd name="connsiteY100" fmla="*/ 70580 h 338232"/>
              <a:gd name="connsiteX101" fmla="*/ 259523 w 336829"/>
              <a:gd name="connsiteY101" fmla="*/ 70580 h 338232"/>
              <a:gd name="connsiteX102" fmla="*/ 266542 w 336829"/>
              <a:gd name="connsiteY102" fmla="*/ 77629 h 338232"/>
              <a:gd name="connsiteX103" fmla="*/ 266542 w 336829"/>
              <a:gd name="connsiteY103" fmla="*/ 104870 h 338232"/>
              <a:gd name="connsiteX104" fmla="*/ 266352 w 336829"/>
              <a:gd name="connsiteY104" fmla="*/ 105727 h 338232"/>
              <a:gd name="connsiteX105" fmla="*/ 266542 w 336829"/>
              <a:gd name="connsiteY105" fmla="*/ 106775 h 338232"/>
              <a:gd name="connsiteX106" fmla="*/ 266542 w 336829"/>
              <a:gd name="connsiteY106" fmla="*/ 161258 h 338232"/>
              <a:gd name="connsiteX107" fmla="*/ 266352 w 336829"/>
              <a:gd name="connsiteY107" fmla="*/ 162116 h 338232"/>
              <a:gd name="connsiteX108" fmla="*/ 266542 w 336829"/>
              <a:gd name="connsiteY108" fmla="*/ 163163 h 338232"/>
              <a:gd name="connsiteX109" fmla="*/ 266542 w 336829"/>
              <a:gd name="connsiteY109" fmla="*/ 231934 h 338232"/>
              <a:gd name="connsiteX110" fmla="*/ 266352 w 336829"/>
              <a:gd name="connsiteY110" fmla="*/ 232791 h 338232"/>
              <a:gd name="connsiteX111" fmla="*/ 266542 w 336829"/>
              <a:gd name="connsiteY111" fmla="*/ 233839 h 338232"/>
              <a:gd name="connsiteX112" fmla="*/ 266542 w 336829"/>
              <a:gd name="connsiteY112" fmla="*/ 260890 h 338232"/>
              <a:gd name="connsiteX113" fmla="*/ 259523 w 336829"/>
              <a:gd name="connsiteY113" fmla="*/ 267938 h 338232"/>
              <a:gd name="connsiteX114" fmla="*/ 217787 w 336829"/>
              <a:gd name="connsiteY114" fmla="*/ 85058 h 338232"/>
              <a:gd name="connsiteX115" fmla="*/ 119138 w 336829"/>
              <a:gd name="connsiteY115" fmla="*/ 85058 h 338232"/>
              <a:gd name="connsiteX116" fmla="*/ 83852 w 336829"/>
              <a:gd name="connsiteY116" fmla="*/ 120301 h 338232"/>
              <a:gd name="connsiteX117" fmla="*/ 83852 w 336829"/>
              <a:gd name="connsiteY117" fmla="*/ 218885 h 338232"/>
              <a:gd name="connsiteX118" fmla="*/ 119138 w 336829"/>
              <a:gd name="connsiteY118" fmla="*/ 254127 h 338232"/>
              <a:gd name="connsiteX119" fmla="*/ 217787 w 336829"/>
              <a:gd name="connsiteY119" fmla="*/ 254127 h 338232"/>
              <a:gd name="connsiteX120" fmla="*/ 253073 w 336829"/>
              <a:gd name="connsiteY120" fmla="*/ 218885 h 338232"/>
              <a:gd name="connsiteX121" fmla="*/ 253073 w 336829"/>
              <a:gd name="connsiteY121" fmla="*/ 120301 h 338232"/>
              <a:gd name="connsiteX122" fmla="*/ 217787 w 336829"/>
              <a:gd name="connsiteY122" fmla="*/ 85058 h 338232"/>
              <a:gd name="connsiteX123" fmla="*/ 238939 w 336829"/>
              <a:gd name="connsiteY123" fmla="*/ 218885 h 338232"/>
              <a:gd name="connsiteX124" fmla="*/ 217787 w 336829"/>
              <a:gd name="connsiteY124" fmla="*/ 240030 h 338232"/>
              <a:gd name="connsiteX125" fmla="*/ 119138 w 336829"/>
              <a:gd name="connsiteY125" fmla="*/ 240030 h 338232"/>
              <a:gd name="connsiteX126" fmla="*/ 97985 w 336829"/>
              <a:gd name="connsiteY126" fmla="*/ 218885 h 338232"/>
              <a:gd name="connsiteX127" fmla="*/ 97985 w 336829"/>
              <a:gd name="connsiteY127" fmla="*/ 120301 h 338232"/>
              <a:gd name="connsiteX128" fmla="*/ 119138 w 336829"/>
              <a:gd name="connsiteY128" fmla="*/ 99155 h 338232"/>
              <a:gd name="connsiteX129" fmla="*/ 217787 w 336829"/>
              <a:gd name="connsiteY129" fmla="*/ 99155 h 338232"/>
              <a:gd name="connsiteX130" fmla="*/ 238939 w 336829"/>
              <a:gd name="connsiteY130" fmla="*/ 120301 h 338232"/>
              <a:gd name="connsiteX131" fmla="*/ 238939 w 336829"/>
              <a:gd name="connsiteY131" fmla="*/ 218885 h 338232"/>
              <a:gd name="connsiteX132" fmla="*/ 126536 w 336829"/>
              <a:gd name="connsiteY132" fmla="*/ 134207 h 338232"/>
              <a:gd name="connsiteX133" fmla="*/ 133556 w 336829"/>
              <a:gd name="connsiteY133" fmla="*/ 127064 h 338232"/>
              <a:gd name="connsiteX134" fmla="*/ 189804 w 336829"/>
              <a:gd name="connsiteY134" fmla="*/ 127064 h 338232"/>
              <a:gd name="connsiteX135" fmla="*/ 196824 w 336829"/>
              <a:gd name="connsiteY135" fmla="*/ 134207 h 338232"/>
              <a:gd name="connsiteX136" fmla="*/ 189804 w 336829"/>
              <a:gd name="connsiteY136" fmla="*/ 141351 h 338232"/>
              <a:gd name="connsiteX137" fmla="*/ 133556 w 336829"/>
              <a:gd name="connsiteY137" fmla="*/ 141351 h 338232"/>
              <a:gd name="connsiteX138" fmla="*/ 126536 w 336829"/>
              <a:gd name="connsiteY138" fmla="*/ 134207 h 338232"/>
              <a:gd name="connsiteX139" fmla="*/ 168462 w 336829"/>
              <a:gd name="connsiteY139" fmla="*/ 162020 h 338232"/>
              <a:gd name="connsiteX140" fmla="*/ 161443 w 336829"/>
              <a:gd name="connsiteY140" fmla="*/ 169164 h 338232"/>
              <a:gd name="connsiteX141" fmla="*/ 133556 w 336829"/>
              <a:gd name="connsiteY141" fmla="*/ 169164 h 338232"/>
              <a:gd name="connsiteX142" fmla="*/ 126536 w 336829"/>
              <a:gd name="connsiteY142" fmla="*/ 162020 h 338232"/>
              <a:gd name="connsiteX143" fmla="*/ 133556 w 336829"/>
              <a:gd name="connsiteY143" fmla="*/ 154877 h 338232"/>
              <a:gd name="connsiteX144" fmla="*/ 161443 w 336829"/>
              <a:gd name="connsiteY144" fmla="*/ 154877 h 338232"/>
              <a:gd name="connsiteX145" fmla="*/ 168462 w 336829"/>
              <a:gd name="connsiteY145" fmla="*/ 162020 h 338232"/>
              <a:gd name="connsiteX146" fmla="*/ 210293 w 336829"/>
              <a:gd name="connsiteY146" fmla="*/ 204502 h 338232"/>
              <a:gd name="connsiteX147" fmla="*/ 203274 w 336829"/>
              <a:gd name="connsiteY147" fmla="*/ 211265 h 338232"/>
              <a:gd name="connsiteX148" fmla="*/ 175387 w 336829"/>
              <a:gd name="connsiteY148" fmla="*/ 211265 h 338232"/>
              <a:gd name="connsiteX149" fmla="*/ 168367 w 336829"/>
              <a:gd name="connsiteY149" fmla="*/ 204502 h 338232"/>
              <a:gd name="connsiteX150" fmla="*/ 175387 w 336829"/>
              <a:gd name="connsiteY150" fmla="*/ 197739 h 338232"/>
              <a:gd name="connsiteX151" fmla="*/ 203274 w 336829"/>
              <a:gd name="connsiteY151" fmla="*/ 197739 h 338232"/>
              <a:gd name="connsiteX152" fmla="*/ 210293 w 336829"/>
              <a:gd name="connsiteY152" fmla="*/ 204502 h 33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336829" h="338232">
                <a:moveTo>
                  <a:pt x="329810" y="169164"/>
                </a:moveTo>
                <a:cubicBezTo>
                  <a:pt x="334458" y="169164"/>
                  <a:pt x="336829" y="166783"/>
                  <a:pt x="336829" y="162020"/>
                </a:cubicBezTo>
                <a:cubicBezTo>
                  <a:pt x="336829" y="158401"/>
                  <a:pt x="334458" y="154877"/>
                  <a:pt x="329810" y="154877"/>
                </a:cubicBezTo>
                <a:lnTo>
                  <a:pt x="280770" y="154877"/>
                </a:lnTo>
                <a:lnTo>
                  <a:pt x="280770" y="112776"/>
                </a:lnTo>
                <a:lnTo>
                  <a:pt x="329810" y="112776"/>
                </a:lnTo>
                <a:cubicBezTo>
                  <a:pt x="334458" y="112776"/>
                  <a:pt x="336829" y="110395"/>
                  <a:pt x="336829" y="105632"/>
                </a:cubicBezTo>
                <a:cubicBezTo>
                  <a:pt x="336829" y="102013"/>
                  <a:pt x="334458" y="98489"/>
                  <a:pt x="329810" y="98489"/>
                </a:cubicBezTo>
                <a:lnTo>
                  <a:pt x="280770" y="98489"/>
                </a:lnTo>
                <a:lnTo>
                  <a:pt x="280770" y="77533"/>
                </a:lnTo>
                <a:cubicBezTo>
                  <a:pt x="280770" y="66961"/>
                  <a:pt x="271380" y="56388"/>
                  <a:pt x="259712" y="56388"/>
                </a:cubicBezTo>
                <a:lnTo>
                  <a:pt x="238844" y="56388"/>
                </a:lnTo>
                <a:lnTo>
                  <a:pt x="238844" y="7049"/>
                </a:lnTo>
                <a:cubicBezTo>
                  <a:pt x="238844" y="3524"/>
                  <a:pt x="236473" y="0"/>
                  <a:pt x="231730" y="0"/>
                </a:cubicBezTo>
                <a:cubicBezTo>
                  <a:pt x="228126" y="0"/>
                  <a:pt x="224616" y="3524"/>
                  <a:pt x="224616" y="7049"/>
                </a:cubicBezTo>
                <a:lnTo>
                  <a:pt x="224616" y="56388"/>
                </a:lnTo>
                <a:lnTo>
                  <a:pt x="168462" y="56388"/>
                </a:lnTo>
                <a:lnTo>
                  <a:pt x="168462" y="7049"/>
                </a:lnTo>
                <a:cubicBezTo>
                  <a:pt x="168462" y="3524"/>
                  <a:pt x="166091" y="0"/>
                  <a:pt x="161348" y="0"/>
                </a:cubicBezTo>
                <a:cubicBezTo>
                  <a:pt x="157744" y="0"/>
                  <a:pt x="154234" y="3524"/>
                  <a:pt x="154234" y="7049"/>
                </a:cubicBezTo>
                <a:lnTo>
                  <a:pt x="154234" y="56388"/>
                </a:lnTo>
                <a:lnTo>
                  <a:pt x="112308" y="56388"/>
                </a:lnTo>
                <a:lnTo>
                  <a:pt x="112308" y="7049"/>
                </a:lnTo>
                <a:cubicBezTo>
                  <a:pt x="112308" y="3524"/>
                  <a:pt x="109937" y="0"/>
                  <a:pt x="105194" y="0"/>
                </a:cubicBezTo>
                <a:cubicBezTo>
                  <a:pt x="101590" y="0"/>
                  <a:pt x="98080" y="3524"/>
                  <a:pt x="98080" y="7049"/>
                </a:cubicBezTo>
                <a:lnTo>
                  <a:pt x="98080" y="56388"/>
                </a:lnTo>
                <a:lnTo>
                  <a:pt x="77212" y="56388"/>
                </a:lnTo>
                <a:cubicBezTo>
                  <a:pt x="65545" y="56388"/>
                  <a:pt x="56154" y="66961"/>
                  <a:pt x="56154" y="77533"/>
                </a:cubicBezTo>
                <a:lnTo>
                  <a:pt x="56154" y="98489"/>
                </a:lnTo>
                <a:lnTo>
                  <a:pt x="7019" y="98489"/>
                </a:lnTo>
                <a:cubicBezTo>
                  <a:pt x="3510" y="98489"/>
                  <a:pt x="0" y="102108"/>
                  <a:pt x="0" y="105632"/>
                </a:cubicBezTo>
                <a:cubicBezTo>
                  <a:pt x="0" y="110395"/>
                  <a:pt x="3510" y="112776"/>
                  <a:pt x="7019" y="112776"/>
                </a:cubicBezTo>
                <a:lnTo>
                  <a:pt x="56154" y="112776"/>
                </a:lnTo>
                <a:lnTo>
                  <a:pt x="56154" y="169164"/>
                </a:lnTo>
                <a:lnTo>
                  <a:pt x="7019" y="169164"/>
                </a:lnTo>
                <a:cubicBezTo>
                  <a:pt x="3510" y="169164"/>
                  <a:pt x="0" y="172784"/>
                  <a:pt x="0" y="176308"/>
                </a:cubicBezTo>
                <a:cubicBezTo>
                  <a:pt x="0" y="181070"/>
                  <a:pt x="3510" y="183452"/>
                  <a:pt x="7019" y="183452"/>
                </a:cubicBezTo>
                <a:lnTo>
                  <a:pt x="56154" y="183452"/>
                </a:lnTo>
                <a:lnTo>
                  <a:pt x="56154" y="225552"/>
                </a:lnTo>
                <a:lnTo>
                  <a:pt x="7019" y="225552"/>
                </a:lnTo>
                <a:cubicBezTo>
                  <a:pt x="3510" y="225552"/>
                  <a:pt x="0" y="229171"/>
                  <a:pt x="0" y="232696"/>
                </a:cubicBezTo>
                <a:cubicBezTo>
                  <a:pt x="0" y="237458"/>
                  <a:pt x="3510" y="239840"/>
                  <a:pt x="7019" y="239840"/>
                </a:cubicBezTo>
                <a:lnTo>
                  <a:pt x="56154" y="239840"/>
                </a:lnTo>
                <a:lnTo>
                  <a:pt x="56154" y="260795"/>
                </a:lnTo>
                <a:cubicBezTo>
                  <a:pt x="56154" y="272510"/>
                  <a:pt x="65545" y="281940"/>
                  <a:pt x="77212" y="281940"/>
                </a:cubicBezTo>
                <a:lnTo>
                  <a:pt x="98080" y="281940"/>
                </a:lnTo>
                <a:lnTo>
                  <a:pt x="98080" y="331184"/>
                </a:lnTo>
                <a:cubicBezTo>
                  <a:pt x="98080" y="335852"/>
                  <a:pt x="101684" y="338233"/>
                  <a:pt x="105194" y="338233"/>
                </a:cubicBezTo>
                <a:cubicBezTo>
                  <a:pt x="109937" y="338233"/>
                  <a:pt x="112308" y="335852"/>
                  <a:pt x="112308" y="331184"/>
                </a:cubicBezTo>
                <a:lnTo>
                  <a:pt x="112308" y="281940"/>
                </a:lnTo>
                <a:lnTo>
                  <a:pt x="168462" y="281940"/>
                </a:lnTo>
                <a:lnTo>
                  <a:pt x="168462" y="331184"/>
                </a:lnTo>
                <a:cubicBezTo>
                  <a:pt x="168462" y="335852"/>
                  <a:pt x="172067" y="338233"/>
                  <a:pt x="175576" y="338233"/>
                </a:cubicBezTo>
                <a:cubicBezTo>
                  <a:pt x="180319" y="338233"/>
                  <a:pt x="182690" y="335852"/>
                  <a:pt x="182690" y="331184"/>
                </a:cubicBezTo>
                <a:lnTo>
                  <a:pt x="182690" y="281940"/>
                </a:lnTo>
                <a:lnTo>
                  <a:pt x="224616" y="281940"/>
                </a:lnTo>
                <a:lnTo>
                  <a:pt x="224616" y="331184"/>
                </a:lnTo>
                <a:cubicBezTo>
                  <a:pt x="224616" y="335852"/>
                  <a:pt x="228221" y="338233"/>
                  <a:pt x="231730" y="338233"/>
                </a:cubicBezTo>
                <a:cubicBezTo>
                  <a:pt x="236473" y="338233"/>
                  <a:pt x="238844" y="335852"/>
                  <a:pt x="238844" y="331184"/>
                </a:cubicBezTo>
                <a:lnTo>
                  <a:pt x="238844" y="281940"/>
                </a:lnTo>
                <a:lnTo>
                  <a:pt x="259712" y="281940"/>
                </a:lnTo>
                <a:cubicBezTo>
                  <a:pt x="271380" y="281940"/>
                  <a:pt x="280770" y="272510"/>
                  <a:pt x="280770" y="260795"/>
                </a:cubicBezTo>
                <a:lnTo>
                  <a:pt x="280770" y="239840"/>
                </a:lnTo>
                <a:lnTo>
                  <a:pt x="329810" y="239840"/>
                </a:lnTo>
                <a:cubicBezTo>
                  <a:pt x="334458" y="239840"/>
                  <a:pt x="336829" y="237458"/>
                  <a:pt x="336829" y="232696"/>
                </a:cubicBezTo>
                <a:cubicBezTo>
                  <a:pt x="336829" y="229076"/>
                  <a:pt x="334458" y="225552"/>
                  <a:pt x="329810" y="225552"/>
                </a:cubicBezTo>
                <a:lnTo>
                  <a:pt x="280770" y="225552"/>
                </a:lnTo>
                <a:lnTo>
                  <a:pt x="280770" y="169164"/>
                </a:lnTo>
                <a:lnTo>
                  <a:pt x="329810" y="169164"/>
                </a:lnTo>
                <a:close/>
                <a:moveTo>
                  <a:pt x="259618" y="267843"/>
                </a:moveTo>
                <a:lnTo>
                  <a:pt x="232679" y="267843"/>
                </a:lnTo>
                <a:cubicBezTo>
                  <a:pt x="232679" y="267843"/>
                  <a:pt x="232015" y="267653"/>
                  <a:pt x="231635" y="267653"/>
                </a:cubicBezTo>
                <a:cubicBezTo>
                  <a:pt x="231351" y="267653"/>
                  <a:pt x="231066" y="267843"/>
                  <a:pt x="230782" y="267843"/>
                </a:cubicBezTo>
                <a:lnTo>
                  <a:pt x="176525" y="267843"/>
                </a:lnTo>
                <a:cubicBezTo>
                  <a:pt x="176525" y="267843"/>
                  <a:pt x="175861" y="267653"/>
                  <a:pt x="175481" y="267653"/>
                </a:cubicBezTo>
                <a:cubicBezTo>
                  <a:pt x="175197" y="267653"/>
                  <a:pt x="174912" y="267843"/>
                  <a:pt x="174628" y="267843"/>
                </a:cubicBezTo>
                <a:lnTo>
                  <a:pt x="106143" y="267843"/>
                </a:lnTo>
                <a:cubicBezTo>
                  <a:pt x="106143" y="267843"/>
                  <a:pt x="105479" y="267653"/>
                  <a:pt x="105099" y="267653"/>
                </a:cubicBezTo>
                <a:cubicBezTo>
                  <a:pt x="104815" y="267653"/>
                  <a:pt x="104530" y="267843"/>
                  <a:pt x="104245" y="267843"/>
                </a:cubicBezTo>
                <a:lnTo>
                  <a:pt x="77117" y="267843"/>
                </a:lnTo>
                <a:cubicBezTo>
                  <a:pt x="73607" y="267843"/>
                  <a:pt x="70098" y="265462"/>
                  <a:pt x="70098" y="260795"/>
                </a:cubicBezTo>
                <a:lnTo>
                  <a:pt x="70098" y="234125"/>
                </a:lnTo>
                <a:cubicBezTo>
                  <a:pt x="70098" y="234125"/>
                  <a:pt x="70287" y="233267"/>
                  <a:pt x="70287" y="232696"/>
                </a:cubicBezTo>
                <a:cubicBezTo>
                  <a:pt x="70287" y="232315"/>
                  <a:pt x="70193" y="231934"/>
                  <a:pt x="70098" y="231553"/>
                </a:cubicBezTo>
                <a:lnTo>
                  <a:pt x="70098" y="177737"/>
                </a:lnTo>
                <a:cubicBezTo>
                  <a:pt x="70098" y="177737"/>
                  <a:pt x="70287" y="176879"/>
                  <a:pt x="70287" y="176308"/>
                </a:cubicBezTo>
                <a:cubicBezTo>
                  <a:pt x="70287" y="175927"/>
                  <a:pt x="70193" y="175546"/>
                  <a:pt x="70098" y="175165"/>
                </a:cubicBezTo>
                <a:lnTo>
                  <a:pt x="70098" y="107061"/>
                </a:lnTo>
                <a:cubicBezTo>
                  <a:pt x="70098" y="107061"/>
                  <a:pt x="70287" y="106204"/>
                  <a:pt x="70287" y="105632"/>
                </a:cubicBezTo>
                <a:cubicBezTo>
                  <a:pt x="70287" y="105251"/>
                  <a:pt x="70193" y="104870"/>
                  <a:pt x="70098" y="104489"/>
                </a:cubicBezTo>
                <a:lnTo>
                  <a:pt x="70098" y="77629"/>
                </a:lnTo>
                <a:cubicBezTo>
                  <a:pt x="70098" y="74104"/>
                  <a:pt x="73607" y="70580"/>
                  <a:pt x="77117" y="70580"/>
                </a:cubicBezTo>
                <a:lnTo>
                  <a:pt x="103866" y="70580"/>
                </a:lnTo>
                <a:cubicBezTo>
                  <a:pt x="103866" y="70580"/>
                  <a:pt x="104625" y="70771"/>
                  <a:pt x="105004" y="70771"/>
                </a:cubicBezTo>
                <a:cubicBezTo>
                  <a:pt x="105573" y="70771"/>
                  <a:pt x="105953" y="70675"/>
                  <a:pt x="106427" y="70580"/>
                </a:cubicBezTo>
                <a:lnTo>
                  <a:pt x="160020" y="70580"/>
                </a:lnTo>
                <a:cubicBezTo>
                  <a:pt x="160020" y="70580"/>
                  <a:pt x="160779" y="70771"/>
                  <a:pt x="161158" y="70771"/>
                </a:cubicBezTo>
                <a:cubicBezTo>
                  <a:pt x="161727" y="70771"/>
                  <a:pt x="162107" y="70675"/>
                  <a:pt x="162581" y="70580"/>
                </a:cubicBezTo>
                <a:lnTo>
                  <a:pt x="230402" y="70580"/>
                </a:lnTo>
                <a:cubicBezTo>
                  <a:pt x="230402" y="70580"/>
                  <a:pt x="231161" y="70771"/>
                  <a:pt x="231541" y="70771"/>
                </a:cubicBezTo>
                <a:cubicBezTo>
                  <a:pt x="232110" y="70771"/>
                  <a:pt x="232489" y="70675"/>
                  <a:pt x="232963" y="70580"/>
                </a:cubicBezTo>
                <a:lnTo>
                  <a:pt x="259523" y="70580"/>
                </a:lnTo>
                <a:cubicBezTo>
                  <a:pt x="264171" y="70580"/>
                  <a:pt x="266542" y="74104"/>
                  <a:pt x="266542" y="77629"/>
                </a:cubicBezTo>
                <a:lnTo>
                  <a:pt x="266542" y="104870"/>
                </a:lnTo>
                <a:cubicBezTo>
                  <a:pt x="266542" y="104870"/>
                  <a:pt x="266352" y="105442"/>
                  <a:pt x="266352" y="105727"/>
                </a:cubicBezTo>
                <a:cubicBezTo>
                  <a:pt x="266352" y="106108"/>
                  <a:pt x="266542" y="106394"/>
                  <a:pt x="266542" y="106775"/>
                </a:cubicBezTo>
                <a:lnTo>
                  <a:pt x="266542" y="161258"/>
                </a:lnTo>
                <a:cubicBezTo>
                  <a:pt x="266542" y="161258"/>
                  <a:pt x="266352" y="161830"/>
                  <a:pt x="266352" y="162116"/>
                </a:cubicBezTo>
                <a:cubicBezTo>
                  <a:pt x="266352" y="162496"/>
                  <a:pt x="266542" y="162782"/>
                  <a:pt x="266542" y="163163"/>
                </a:cubicBezTo>
                <a:lnTo>
                  <a:pt x="266542" y="231934"/>
                </a:lnTo>
                <a:cubicBezTo>
                  <a:pt x="266542" y="231934"/>
                  <a:pt x="266352" y="232505"/>
                  <a:pt x="266352" y="232791"/>
                </a:cubicBezTo>
                <a:cubicBezTo>
                  <a:pt x="266352" y="233172"/>
                  <a:pt x="266542" y="233458"/>
                  <a:pt x="266542" y="233839"/>
                </a:cubicBezTo>
                <a:lnTo>
                  <a:pt x="266542" y="260890"/>
                </a:lnTo>
                <a:cubicBezTo>
                  <a:pt x="266542" y="265557"/>
                  <a:pt x="264171" y="267938"/>
                  <a:pt x="259523" y="267938"/>
                </a:cubicBezTo>
                <a:close/>
                <a:moveTo>
                  <a:pt x="217787" y="85058"/>
                </a:moveTo>
                <a:lnTo>
                  <a:pt x="119138" y="85058"/>
                </a:lnTo>
                <a:cubicBezTo>
                  <a:pt x="100356" y="85058"/>
                  <a:pt x="83852" y="101537"/>
                  <a:pt x="83852" y="120301"/>
                </a:cubicBezTo>
                <a:lnTo>
                  <a:pt x="83852" y="218885"/>
                </a:lnTo>
                <a:cubicBezTo>
                  <a:pt x="83852" y="238887"/>
                  <a:pt x="100262" y="254127"/>
                  <a:pt x="119138" y="254127"/>
                </a:cubicBezTo>
                <a:lnTo>
                  <a:pt x="217787" y="254127"/>
                </a:lnTo>
                <a:cubicBezTo>
                  <a:pt x="237801" y="254127"/>
                  <a:pt x="253073" y="238887"/>
                  <a:pt x="253073" y="218885"/>
                </a:cubicBezTo>
                <a:lnTo>
                  <a:pt x="253073" y="120301"/>
                </a:lnTo>
                <a:cubicBezTo>
                  <a:pt x="253073" y="101537"/>
                  <a:pt x="237801" y="85058"/>
                  <a:pt x="217787" y="85058"/>
                </a:cubicBezTo>
                <a:close/>
                <a:moveTo>
                  <a:pt x="238939" y="218885"/>
                </a:moveTo>
                <a:cubicBezTo>
                  <a:pt x="238939" y="230600"/>
                  <a:pt x="229549" y="240030"/>
                  <a:pt x="217787" y="240030"/>
                </a:cubicBezTo>
                <a:lnTo>
                  <a:pt x="119138" y="240030"/>
                </a:lnTo>
                <a:cubicBezTo>
                  <a:pt x="107376" y="240030"/>
                  <a:pt x="97985" y="230600"/>
                  <a:pt x="97985" y="218885"/>
                </a:cubicBezTo>
                <a:lnTo>
                  <a:pt x="97985" y="120301"/>
                </a:lnTo>
                <a:cubicBezTo>
                  <a:pt x="97985" y="109728"/>
                  <a:pt x="107376" y="99155"/>
                  <a:pt x="119138" y="99155"/>
                </a:cubicBezTo>
                <a:lnTo>
                  <a:pt x="217787" y="99155"/>
                </a:lnTo>
                <a:cubicBezTo>
                  <a:pt x="229549" y="99155"/>
                  <a:pt x="238939" y="109728"/>
                  <a:pt x="238939" y="120301"/>
                </a:cubicBezTo>
                <a:lnTo>
                  <a:pt x="238939" y="218885"/>
                </a:lnTo>
                <a:close/>
                <a:moveTo>
                  <a:pt x="126536" y="134207"/>
                </a:moveTo>
                <a:cubicBezTo>
                  <a:pt x="126536" y="130588"/>
                  <a:pt x="130046" y="127064"/>
                  <a:pt x="133556" y="127064"/>
                </a:cubicBezTo>
                <a:lnTo>
                  <a:pt x="189804" y="127064"/>
                </a:lnTo>
                <a:cubicBezTo>
                  <a:pt x="194452" y="127064"/>
                  <a:pt x="196824" y="130683"/>
                  <a:pt x="196824" y="134207"/>
                </a:cubicBezTo>
                <a:cubicBezTo>
                  <a:pt x="196824" y="138970"/>
                  <a:pt x="194452" y="141351"/>
                  <a:pt x="189804" y="141351"/>
                </a:cubicBezTo>
                <a:lnTo>
                  <a:pt x="133556" y="141351"/>
                </a:lnTo>
                <a:cubicBezTo>
                  <a:pt x="130046" y="141351"/>
                  <a:pt x="126536" y="138970"/>
                  <a:pt x="126536" y="134207"/>
                </a:cubicBezTo>
                <a:close/>
                <a:moveTo>
                  <a:pt x="168462" y="162020"/>
                </a:moveTo>
                <a:cubicBezTo>
                  <a:pt x="168462" y="166783"/>
                  <a:pt x="166091" y="169164"/>
                  <a:pt x="161443" y="169164"/>
                </a:cubicBezTo>
                <a:lnTo>
                  <a:pt x="133556" y="169164"/>
                </a:lnTo>
                <a:cubicBezTo>
                  <a:pt x="130046" y="169164"/>
                  <a:pt x="126536" y="166783"/>
                  <a:pt x="126536" y="162020"/>
                </a:cubicBezTo>
                <a:cubicBezTo>
                  <a:pt x="126536" y="158401"/>
                  <a:pt x="130046" y="154877"/>
                  <a:pt x="133556" y="154877"/>
                </a:cubicBezTo>
                <a:lnTo>
                  <a:pt x="161443" y="154877"/>
                </a:lnTo>
                <a:cubicBezTo>
                  <a:pt x="166091" y="154877"/>
                  <a:pt x="168462" y="158496"/>
                  <a:pt x="168462" y="162020"/>
                </a:cubicBezTo>
                <a:close/>
                <a:moveTo>
                  <a:pt x="210293" y="204502"/>
                </a:moveTo>
                <a:cubicBezTo>
                  <a:pt x="210293" y="208979"/>
                  <a:pt x="207922" y="211265"/>
                  <a:pt x="203274" y="211265"/>
                </a:cubicBezTo>
                <a:lnTo>
                  <a:pt x="175387" y="211265"/>
                </a:lnTo>
                <a:cubicBezTo>
                  <a:pt x="171877" y="211265"/>
                  <a:pt x="168367" y="208979"/>
                  <a:pt x="168367" y="204502"/>
                </a:cubicBezTo>
                <a:cubicBezTo>
                  <a:pt x="168367" y="201168"/>
                  <a:pt x="171877" y="197739"/>
                  <a:pt x="175387" y="197739"/>
                </a:cubicBezTo>
                <a:lnTo>
                  <a:pt x="203274" y="197739"/>
                </a:lnTo>
                <a:cubicBezTo>
                  <a:pt x="207922" y="197739"/>
                  <a:pt x="210293" y="201073"/>
                  <a:pt x="210293" y="20450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6" name="Graphic 201">
            <a:extLst>
              <a:ext uri="{FF2B5EF4-FFF2-40B4-BE49-F238E27FC236}">
                <a16:creationId xmlns:a16="http://schemas.microsoft.com/office/drawing/2014/main" id="{2DDD66F0-659D-84FE-9291-D329838E313B}"/>
              </a:ext>
            </a:extLst>
          </p:cNvPr>
          <p:cNvSpPr/>
          <p:nvPr/>
        </p:nvSpPr>
        <p:spPr>
          <a:xfrm>
            <a:off x="4621852" y="3500144"/>
            <a:ext cx="450850" cy="452728"/>
          </a:xfrm>
          <a:custGeom>
            <a:avLst/>
            <a:gdLst>
              <a:gd name="connsiteX0" fmla="*/ 329810 w 336829"/>
              <a:gd name="connsiteY0" fmla="*/ 169164 h 338232"/>
              <a:gd name="connsiteX1" fmla="*/ 336829 w 336829"/>
              <a:gd name="connsiteY1" fmla="*/ 162020 h 338232"/>
              <a:gd name="connsiteX2" fmla="*/ 329810 w 336829"/>
              <a:gd name="connsiteY2" fmla="*/ 154877 h 338232"/>
              <a:gd name="connsiteX3" fmla="*/ 280770 w 336829"/>
              <a:gd name="connsiteY3" fmla="*/ 154877 h 338232"/>
              <a:gd name="connsiteX4" fmla="*/ 280770 w 336829"/>
              <a:gd name="connsiteY4" fmla="*/ 112776 h 338232"/>
              <a:gd name="connsiteX5" fmla="*/ 329810 w 336829"/>
              <a:gd name="connsiteY5" fmla="*/ 112776 h 338232"/>
              <a:gd name="connsiteX6" fmla="*/ 336829 w 336829"/>
              <a:gd name="connsiteY6" fmla="*/ 105632 h 338232"/>
              <a:gd name="connsiteX7" fmla="*/ 329810 w 336829"/>
              <a:gd name="connsiteY7" fmla="*/ 98489 h 338232"/>
              <a:gd name="connsiteX8" fmla="*/ 280770 w 336829"/>
              <a:gd name="connsiteY8" fmla="*/ 98489 h 338232"/>
              <a:gd name="connsiteX9" fmla="*/ 280770 w 336829"/>
              <a:gd name="connsiteY9" fmla="*/ 77533 h 338232"/>
              <a:gd name="connsiteX10" fmla="*/ 259712 w 336829"/>
              <a:gd name="connsiteY10" fmla="*/ 56388 h 338232"/>
              <a:gd name="connsiteX11" fmla="*/ 238844 w 336829"/>
              <a:gd name="connsiteY11" fmla="*/ 56388 h 338232"/>
              <a:gd name="connsiteX12" fmla="*/ 238844 w 336829"/>
              <a:gd name="connsiteY12" fmla="*/ 7049 h 338232"/>
              <a:gd name="connsiteX13" fmla="*/ 231730 w 336829"/>
              <a:gd name="connsiteY13" fmla="*/ 0 h 338232"/>
              <a:gd name="connsiteX14" fmla="*/ 224616 w 336829"/>
              <a:gd name="connsiteY14" fmla="*/ 7049 h 338232"/>
              <a:gd name="connsiteX15" fmla="*/ 224616 w 336829"/>
              <a:gd name="connsiteY15" fmla="*/ 56388 h 338232"/>
              <a:gd name="connsiteX16" fmla="*/ 168462 w 336829"/>
              <a:gd name="connsiteY16" fmla="*/ 56388 h 338232"/>
              <a:gd name="connsiteX17" fmla="*/ 168462 w 336829"/>
              <a:gd name="connsiteY17" fmla="*/ 7049 h 338232"/>
              <a:gd name="connsiteX18" fmla="*/ 161348 w 336829"/>
              <a:gd name="connsiteY18" fmla="*/ 0 h 338232"/>
              <a:gd name="connsiteX19" fmla="*/ 154234 w 336829"/>
              <a:gd name="connsiteY19" fmla="*/ 7049 h 338232"/>
              <a:gd name="connsiteX20" fmla="*/ 154234 w 336829"/>
              <a:gd name="connsiteY20" fmla="*/ 56388 h 338232"/>
              <a:gd name="connsiteX21" fmla="*/ 112308 w 336829"/>
              <a:gd name="connsiteY21" fmla="*/ 56388 h 338232"/>
              <a:gd name="connsiteX22" fmla="*/ 112308 w 336829"/>
              <a:gd name="connsiteY22" fmla="*/ 7049 h 338232"/>
              <a:gd name="connsiteX23" fmla="*/ 105194 w 336829"/>
              <a:gd name="connsiteY23" fmla="*/ 0 h 338232"/>
              <a:gd name="connsiteX24" fmla="*/ 98080 w 336829"/>
              <a:gd name="connsiteY24" fmla="*/ 7049 h 338232"/>
              <a:gd name="connsiteX25" fmla="*/ 98080 w 336829"/>
              <a:gd name="connsiteY25" fmla="*/ 56388 h 338232"/>
              <a:gd name="connsiteX26" fmla="*/ 77212 w 336829"/>
              <a:gd name="connsiteY26" fmla="*/ 56388 h 338232"/>
              <a:gd name="connsiteX27" fmla="*/ 56154 w 336829"/>
              <a:gd name="connsiteY27" fmla="*/ 77533 h 338232"/>
              <a:gd name="connsiteX28" fmla="*/ 56154 w 336829"/>
              <a:gd name="connsiteY28" fmla="*/ 98489 h 338232"/>
              <a:gd name="connsiteX29" fmla="*/ 7019 w 336829"/>
              <a:gd name="connsiteY29" fmla="*/ 98489 h 338232"/>
              <a:gd name="connsiteX30" fmla="*/ 0 w 336829"/>
              <a:gd name="connsiteY30" fmla="*/ 105632 h 338232"/>
              <a:gd name="connsiteX31" fmla="*/ 7019 w 336829"/>
              <a:gd name="connsiteY31" fmla="*/ 112776 h 338232"/>
              <a:gd name="connsiteX32" fmla="*/ 56154 w 336829"/>
              <a:gd name="connsiteY32" fmla="*/ 112776 h 338232"/>
              <a:gd name="connsiteX33" fmla="*/ 56154 w 336829"/>
              <a:gd name="connsiteY33" fmla="*/ 169164 h 338232"/>
              <a:gd name="connsiteX34" fmla="*/ 7019 w 336829"/>
              <a:gd name="connsiteY34" fmla="*/ 169164 h 338232"/>
              <a:gd name="connsiteX35" fmla="*/ 0 w 336829"/>
              <a:gd name="connsiteY35" fmla="*/ 176308 h 338232"/>
              <a:gd name="connsiteX36" fmla="*/ 7019 w 336829"/>
              <a:gd name="connsiteY36" fmla="*/ 183452 h 338232"/>
              <a:gd name="connsiteX37" fmla="*/ 56154 w 336829"/>
              <a:gd name="connsiteY37" fmla="*/ 183452 h 338232"/>
              <a:gd name="connsiteX38" fmla="*/ 56154 w 336829"/>
              <a:gd name="connsiteY38" fmla="*/ 225552 h 338232"/>
              <a:gd name="connsiteX39" fmla="*/ 7019 w 336829"/>
              <a:gd name="connsiteY39" fmla="*/ 225552 h 338232"/>
              <a:gd name="connsiteX40" fmla="*/ 0 w 336829"/>
              <a:gd name="connsiteY40" fmla="*/ 232696 h 338232"/>
              <a:gd name="connsiteX41" fmla="*/ 7019 w 336829"/>
              <a:gd name="connsiteY41" fmla="*/ 239840 h 338232"/>
              <a:gd name="connsiteX42" fmla="*/ 56154 w 336829"/>
              <a:gd name="connsiteY42" fmla="*/ 239840 h 338232"/>
              <a:gd name="connsiteX43" fmla="*/ 56154 w 336829"/>
              <a:gd name="connsiteY43" fmla="*/ 260795 h 338232"/>
              <a:gd name="connsiteX44" fmla="*/ 77212 w 336829"/>
              <a:gd name="connsiteY44" fmla="*/ 281940 h 338232"/>
              <a:gd name="connsiteX45" fmla="*/ 98080 w 336829"/>
              <a:gd name="connsiteY45" fmla="*/ 281940 h 338232"/>
              <a:gd name="connsiteX46" fmla="*/ 98080 w 336829"/>
              <a:gd name="connsiteY46" fmla="*/ 331184 h 338232"/>
              <a:gd name="connsiteX47" fmla="*/ 105194 w 336829"/>
              <a:gd name="connsiteY47" fmla="*/ 338233 h 338232"/>
              <a:gd name="connsiteX48" fmla="*/ 112308 w 336829"/>
              <a:gd name="connsiteY48" fmla="*/ 331184 h 338232"/>
              <a:gd name="connsiteX49" fmla="*/ 112308 w 336829"/>
              <a:gd name="connsiteY49" fmla="*/ 281940 h 338232"/>
              <a:gd name="connsiteX50" fmla="*/ 168462 w 336829"/>
              <a:gd name="connsiteY50" fmla="*/ 281940 h 338232"/>
              <a:gd name="connsiteX51" fmla="*/ 168462 w 336829"/>
              <a:gd name="connsiteY51" fmla="*/ 331184 h 338232"/>
              <a:gd name="connsiteX52" fmla="*/ 175576 w 336829"/>
              <a:gd name="connsiteY52" fmla="*/ 338233 h 338232"/>
              <a:gd name="connsiteX53" fmla="*/ 182690 w 336829"/>
              <a:gd name="connsiteY53" fmla="*/ 331184 h 338232"/>
              <a:gd name="connsiteX54" fmla="*/ 182690 w 336829"/>
              <a:gd name="connsiteY54" fmla="*/ 281940 h 338232"/>
              <a:gd name="connsiteX55" fmla="*/ 224616 w 336829"/>
              <a:gd name="connsiteY55" fmla="*/ 281940 h 338232"/>
              <a:gd name="connsiteX56" fmla="*/ 224616 w 336829"/>
              <a:gd name="connsiteY56" fmla="*/ 331184 h 338232"/>
              <a:gd name="connsiteX57" fmla="*/ 231730 w 336829"/>
              <a:gd name="connsiteY57" fmla="*/ 338233 h 338232"/>
              <a:gd name="connsiteX58" fmla="*/ 238844 w 336829"/>
              <a:gd name="connsiteY58" fmla="*/ 331184 h 338232"/>
              <a:gd name="connsiteX59" fmla="*/ 238844 w 336829"/>
              <a:gd name="connsiteY59" fmla="*/ 281940 h 338232"/>
              <a:gd name="connsiteX60" fmla="*/ 259712 w 336829"/>
              <a:gd name="connsiteY60" fmla="*/ 281940 h 338232"/>
              <a:gd name="connsiteX61" fmla="*/ 280770 w 336829"/>
              <a:gd name="connsiteY61" fmla="*/ 260795 h 338232"/>
              <a:gd name="connsiteX62" fmla="*/ 280770 w 336829"/>
              <a:gd name="connsiteY62" fmla="*/ 239840 h 338232"/>
              <a:gd name="connsiteX63" fmla="*/ 329810 w 336829"/>
              <a:gd name="connsiteY63" fmla="*/ 239840 h 338232"/>
              <a:gd name="connsiteX64" fmla="*/ 336829 w 336829"/>
              <a:gd name="connsiteY64" fmla="*/ 232696 h 338232"/>
              <a:gd name="connsiteX65" fmla="*/ 329810 w 336829"/>
              <a:gd name="connsiteY65" fmla="*/ 225552 h 338232"/>
              <a:gd name="connsiteX66" fmla="*/ 280770 w 336829"/>
              <a:gd name="connsiteY66" fmla="*/ 225552 h 338232"/>
              <a:gd name="connsiteX67" fmla="*/ 280770 w 336829"/>
              <a:gd name="connsiteY67" fmla="*/ 169164 h 338232"/>
              <a:gd name="connsiteX68" fmla="*/ 329810 w 336829"/>
              <a:gd name="connsiteY68" fmla="*/ 169164 h 338232"/>
              <a:gd name="connsiteX69" fmla="*/ 259618 w 336829"/>
              <a:gd name="connsiteY69" fmla="*/ 267843 h 338232"/>
              <a:gd name="connsiteX70" fmla="*/ 232679 w 336829"/>
              <a:gd name="connsiteY70" fmla="*/ 267843 h 338232"/>
              <a:gd name="connsiteX71" fmla="*/ 231635 w 336829"/>
              <a:gd name="connsiteY71" fmla="*/ 267653 h 338232"/>
              <a:gd name="connsiteX72" fmla="*/ 230782 w 336829"/>
              <a:gd name="connsiteY72" fmla="*/ 267843 h 338232"/>
              <a:gd name="connsiteX73" fmla="*/ 176525 w 336829"/>
              <a:gd name="connsiteY73" fmla="*/ 267843 h 338232"/>
              <a:gd name="connsiteX74" fmla="*/ 175481 w 336829"/>
              <a:gd name="connsiteY74" fmla="*/ 267653 h 338232"/>
              <a:gd name="connsiteX75" fmla="*/ 174628 w 336829"/>
              <a:gd name="connsiteY75" fmla="*/ 267843 h 338232"/>
              <a:gd name="connsiteX76" fmla="*/ 106143 w 336829"/>
              <a:gd name="connsiteY76" fmla="*/ 267843 h 338232"/>
              <a:gd name="connsiteX77" fmla="*/ 105099 w 336829"/>
              <a:gd name="connsiteY77" fmla="*/ 267653 h 338232"/>
              <a:gd name="connsiteX78" fmla="*/ 104245 w 336829"/>
              <a:gd name="connsiteY78" fmla="*/ 267843 h 338232"/>
              <a:gd name="connsiteX79" fmla="*/ 77117 w 336829"/>
              <a:gd name="connsiteY79" fmla="*/ 267843 h 338232"/>
              <a:gd name="connsiteX80" fmla="*/ 70098 w 336829"/>
              <a:gd name="connsiteY80" fmla="*/ 260795 h 338232"/>
              <a:gd name="connsiteX81" fmla="*/ 70098 w 336829"/>
              <a:gd name="connsiteY81" fmla="*/ 234125 h 338232"/>
              <a:gd name="connsiteX82" fmla="*/ 70287 w 336829"/>
              <a:gd name="connsiteY82" fmla="*/ 232696 h 338232"/>
              <a:gd name="connsiteX83" fmla="*/ 70098 w 336829"/>
              <a:gd name="connsiteY83" fmla="*/ 231553 h 338232"/>
              <a:gd name="connsiteX84" fmla="*/ 70098 w 336829"/>
              <a:gd name="connsiteY84" fmla="*/ 177737 h 338232"/>
              <a:gd name="connsiteX85" fmla="*/ 70287 w 336829"/>
              <a:gd name="connsiteY85" fmla="*/ 176308 h 338232"/>
              <a:gd name="connsiteX86" fmla="*/ 70098 w 336829"/>
              <a:gd name="connsiteY86" fmla="*/ 175165 h 338232"/>
              <a:gd name="connsiteX87" fmla="*/ 70098 w 336829"/>
              <a:gd name="connsiteY87" fmla="*/ 107061 h 338232"/>
              <a:gd name="connsiteX88" fmla="*/ 70287 w 336829"/>
              <a:gd name="connsiteY88" fmla="*/ 105632 h 338232"/>
              <a:gd name="connsiteX89" fmla="*/ 70098 w 336829"/>
              <a:gd name="connsiteY89" fmla="*/ 104489 h 338232"/>
              <a:gd name="connsiteX90" fmla="*/ 70098 w 336829"/>
              <a:gd name="connsiteY90" fmla="*/ 77629 h 338232"/>
              <a:gd name="connsiteX91" fmla="*/ 77117 w 336829"/>
              <a:gd name="connsiteY91" fmla="*/ 70580 h 338232"/>
              <a:gd name="connsiteX92" fmla="*/ 103866 w 336829"/>
              <a:gd name="connsiteY92" fmla="*/ 70580 h 338232"/>
              <a:gd name="connsiteX93" fmla="*/ 105004 w 336829"/>
              <a:gd name="connsiteY93" fmla="*/ 70771 h 338232"/>
              <a:gd name="connsiteX94" fmla="*/ 106427 w 336829"/>
              <a:gd name="connsiteY94" fmla="*/ 70580 h 338232"/>
              <a:gd name="connsiteX95" fmla="*/ 160020 w 336829"/>
              <a:gd name="connsiteY95" fmla="*/ 70580 h 338232"/>
              <a:gd name="connsiteX96" fmla="*/ 161158 w 336829"/>
              <a:gd name="connsiteY96" fmla="*/ 70771 h 338232"/>
              <a:gd name="connsiteX97" fmla="*/ 162581 w 336829"/>
              <a:gd name="connsiteY97" fmla="*/ 70580 h 338232"/>
              <a:gd name="connsiteX98" fmla="*/ 230402 w 336829"/>
              <a:gd name="connsiteY98" fmla="*/ 70580 h 338232"/>
              <a:gd name="connsiteX99" fmla="*/ 231541 w 336829"/>
              <a:gd name="connsiteY99" fmla="*/ 70771 h 338232"/>
              <a:gd name="connsiteX100" fmla="*/ 232963 w 336829"/>
              <a:gd name="connsiteY100" fmla="*/ 70580 h 338232"/>
              <a:gd name="connsiteX101" fmla="*/ 259523 w 336829"/>
              <a:gd name="connsiteY101" fmla="*/ 70580 h 338232"/>
              <a:gd name="connsiteX102" fmla="*/ 266542 w 336829"/>
              <a:gd name="connsiteY102" fmla="*/ 77629 h 338232"/>
              <a:gd name="connsiteX103" fmla="*/ 266542 w 336829"/>
              <a:gd name="connsiteY103" fmla="*/ 104870 h 338232"/>
              <a:gd name="connsiteX104" fmla="*/ 266352 w 336829"/>
              <a:gd name="connsiteY104" fmla="*/ 105727 h 338232"/>
              <a:gd name="connsiteX105" fmla="*/ 266542 w 336829"/>
              <a:gd name="connsiteY105" fmla="*/ 106775 h 338232"/>
              <a:gd name="connsiteX106" fmla="*/ 266542 w 336829"/>
              <a:gd name="connsiteY106" fmla="*/ 161258 h 338232"/>
              <a:gd name="connsiteX107" fmla="*/ 266352 w 336829"/>
              <a:gd name="connsiteY107" fmla="*/ 162116 h 338232"/>
              <a:gd name="connsiteX108" fmla="*/ 266542 w 336829"/>
              <a:gd name="connsiteY108" fmla="*/ 163163 h 338232"/>
              <a:gd name="connsiteX109" fmla="*/ 266542 w 336829"/>
              <a:gd name="connsiteY109" fmla="*/ 231934 h 338232"/>
              <a:gd name="connsiteX110" fmla="*/ 266352 w 336829"/>
              <a:gd name="connsiteY110" fmla="*/ 232791 h 338232"/>
              <a:gd name="connsiteX111" fmla="*/ 266542 w 336829"/>
              <a:gd name="connsiteY111" fmla="*/ 233839 h 338232"/>
              <a:gd name="connsiteX112" fmla="*/ 266542 w 336829"/>
              <a:gd name="connsiteY112" fmla="*/ 260890 h 338232"/>
              <a:gd name="connsiteX113" fmla="*/ 259523 w 336829"/>
              <a:gd name="connsiteY113" fmla="*/ 267938 h 338232"/>
              <a:gd name="connsiteX114" fmla="*/ 217787 w 336829"/>
              <a:gd name="connsiteY114" fmla="*/ 85058 h 338232"/>
              <a:gd name="connsiteX115" fmla="*/ 119138 w 336829"/>
              <a:gd name="connsiteY115" fmla="*/ 85058 h 338232"/>
              <a:gd name="connsiteX116" fmla="*/ 83852 w 336829"/>
              <a:gd name="connsiteY116" fmla="*/ 120301 h 338232"/>
              <a:gd name="connsiteX117" fmla="*/ 83852 w 336829"/>
              <a:gd name="connsiteY117" fmla="*/ 218885 h 338232"/>
              <a:gd name="connsiteX118" fmla="*/ 119138 w 336829"/>
              <a:gd name="connsiteY118" fmla="*/ 254127 h 338232"/>
              <a:gd name="connsiteX119" fmla="*/ 217787 w 336829"/>
              <a:gd name="connsiteY119" fmla="*/ 254127 h 338232"/>
              <a:gd name="connsiteX120" fmla="*/ 253073 w 336829"/>
              <a:gd name="connsiteY120" fmla="*/ 218885 h 338232"/>
              <a:gd name="connsiteX121" fmla="*/ 253073 w 336829"/>
              <a:gd name="connsiteY121" fmla="*/ 120301 h 338232"/>
              <a:gd name="connsiteX122" fmla="*/ 217787 w 336829"/>
              <a:gd name="connsiteY122" fmla="*/ 85058 h 338232"/>
              <a:gd name="connsiteX123" fmla="*/ 238939 w 336829"/>
              <a:gd name="connsiteY123" fmla="*/ 218885 h 338232"/>
              <a:gd name="connsiteX124" fmla="*/ 217787 w 336829"/>
              <a:gd name="connsiteY124" fmla="*/ 240030 h 338232"/>
              <a:gd name="connsiteX125" fmla="*/ 119138 w 336829"/>
              <a:gd name="connsiteY125" fmla="*/ 240030 h 338232"/>
              <a:gd name="connsiteX126" fmla="*/ 97985 w 336829"/>
              <a:gd name="connsiteY126" fmla="*/ 218885 h 338232"/>
              <a:gd name="connsiteX127" fmla="*/ 97985 w 336829"/>
              <a:gd name="connsiteY127" fmla="*/ 120301 h 338232"/>
              <a:gd name="connsiteX128" fmla="*/ 119138 w 336829"/>
              <a:gd name="connsiteY128" fmla="*/ 99155 h 338232"/>
              <a:gd name="connsiteX129" fmla="*/ 217787 w 336829"/>
              <a:gd name="connsiteY129" fmla="*/ 99155 h 338232"/>
              <a:gd name="connsiteX130" fmla="*/ 238939 w 336829"/>
              <a:gd name="connsiteY130" fmla="*/ 120301 h 338232"/>
              <a:gd name="connsiteX131" fmla="*/ 238939 w 336829"/>
              <a:gd name="connsiteY131" fmla="*/ 218885 h 338232"/>
              <a:gd name="connsiteX132" fmla="*/ 126536 w 336829"/>
              <a:gd name="connsiteY132" fmla="*/ 134207 h 338232"/>
              <a:gd name="connsiteX133" fmla="*/ 133556 w 336829"/>
              <a:gd name="connsiteY133" fmla="*/ 127064 h 338232"/>
              <a:gd name="connsiteX134" fmla="*/ 189804 w 336829"/>
              <a:gd name="connsiteY134" fmla="*/ 127064 h 338232"/>
              <a:gd name="connsiteX135" fmla="*/ 196824 w 336829"/>
              <a:gd name="connsiteY135" fmla="*/ 134207 h 338232"/>
              <a:gd name="connsiteX136" fmla="*/ 189804 w 336829"/>
              <a:gd name="connsiteY136" fmla="*/ 141351 h 338232"/>
              <a:gd name="connsiteX137" fmla="*/ 133556 w 336829"/>
              <a:gd name="connsiteY137" fmla="*/ 141351 h 338232"/>
              <a:gd name="connsiteX138" fmla="*/ 126536 w 336829"/>
              <a:gd name="connsiteY138" fmla="*/ 134207 h 338232"/>
              <a:gd name="connsiteX139" fmla="*/ 168462 w 336829"/>
              <a:gd name="connsiteY139" fmla="*/ 162020 h 338232"/>
              <a:gd name="connsiteX140" fmla="*/ 161443 w 336829"/>
              <a:gd name="connsiteY140" fmla="*/ 169164 h 338232"/>
              <a:gd name="connsiteX141" fmla="*/ 133556 w 336829"/>
              <a:gd name="connsiteY141" fmla="*/ 169164 h 338232"/>
              <a:gd name="connsiteX142" fmla="*/ 126536 w 336829"/>
              <a:gd name="connsiteY142" fmla="*/ 162020 h 338232"/>
              <a:gd name="connsiteX143" fmla="*/ 133556 w 336829"/>
              <a:gd name="connsiteY143" fmla="*/ 154877 h 338232"/>
              <a:gd name="connsiteX144" fmla="*/ 161443 w 336829"/>
              <a:gd name="connsiteY144" fmla="*/ 154877 h 338232"/>
              <a:gd name="connsiteX145" fmla="*/ 168462 w 336829"/>
              <a:gd name="connsiteY145" fmla="*/ 162020 h 338232"/>
              <a:gd name="connsiteX146" fmla="*/ 210293 w 336829"/>
              <a:gd name="connsiteY146" fmla="*/ 204502 h 338232"/>
              <a:gd name="connsiteX147" fmla="*/ 203274 w 336829"/>
              <a:gd name="connsiteY147" fmla="*/ 211265 h 338232"/>
              <a:gd name="connsiteX148" fmla="*/ 175387 w 336829"/>
              <a:gd name="connsiteY148" fmla="*/ 211265 h 338232"/>
              <a:gd name="connsiteX149" fmla="*/ 168367 w 336829"/>
              <a:gd name="connsiteY149" fmla="*/ 204502 h 338232"/>
              <a:gd name="connsiteX150" fmla="*/ 175387 w 336829"/>
              <a:gd name="connsiteY150" fmla="*/ 197739 h 338232"/>
              <a:gd name="connsiteX151" fmla="*/ 203274 w 336829"/>
              <a:gd name="connsiteY151" fmla="*/ 197739 h 338232"/>
              <a:gd name="connsiteX152" fmla="*/ 210293 w 336829"/>
              <a:gd name="connsiteY152" fmla="*/ 204502 h 33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336829" h="338232">
                <a:moveTo>
                  <a:pt x="329810" y="169164"/>
                </a:moveTo>
                <a:cubicBezTo>
                  <a:pt x="334458" y="169164"/>
                  <a:pt x="336829" y="166783"/>
                  <a:pt x="336829" y="162020"/>
                </a:cubicBezTo>
                <a:cubicBezTo>
                  <a:pt x="336829" y="158401"/>
                  <a:pt x="334458" y="154877"/>
                  <a:pt x="329810" y="154877"/>
                </a:cubicBezTo>
                <a:lnTo>
                  <a:pt x="280770" y="154877"/>
                </a:lnTo>
                <a:lnTo>
                  <a:pt x="280770" y="112776"/>
                </a:lnTo>
                <a:lnTo>
                  <a:pt x="329810" y="112776"/>
                </a:lnTo>
                <a:cubicBezTo>
                  <a:pt x="334458" y="112776"/>
                  <a:pt x="336829" y="110395"/>
                  <a:pt x="336829" y="105632"/>
                </a:cubicBezTo>
                <a:cubicBezTo>
                  <a:pt x="336829" y="102013"/>
                  <a:pt x="334458" y="98489"/>
                  <a:pt x="329810" y="98489"/>
                </a:cubicBezTo>
                <a:lnTo>
                  <a:pt x="280770" y="98489"/>
                </a:lnTo>
                <a:lnTo>
                  <a:pt x="280770" y="77533"/>
                </a:lnTo>
                <a:cubicBezTo>
                  <a:pt x="280770" y="66961"/>
                  <a:pt x="271380" y="56388"/>
                  <a:pt x="259712" y="56388"/>
                </a:cubicBezTo>
                <a:lnTo>
                  <a:pt x="238844" y="56388"/>
                </a:lnTo>
                <a:lnTo>
                  <a:pt x="238844" y="7049"/>
                </a:lnTo>
                <a:cubicBezTo>
                  <a:pt x="238844" y="3524"/>
                  <a:pt x="236473" y="0"/>
                  <a:pt x="231730" y="0"/>
                </a:cubicBezTo>
                <a:cubicBezTo>
                  <a:pt x="228126" y="0"/>
                  <a:pt x="224616" y="3524"/>
                  <a:pt x="224616" y="7049"/>
                </a:cubicBezTo>
                <a:lnTo>
                  <a:pt x="224616" y="56388"/>
                </a:lnTo>
                <a:lnTo>
                  <a:pt x="168462" y="56388"/>
                </a:lnTo>
                <a:lnTo>
                  <a:pt x="168462" y="7049"/>
                </a:lnTo>
                <a:cubicBezTo>
                  <a:pt x="168462" y="3524"/>
                  <a:pt x="166091" y="0"/>
                  <a:pt x="161348" y="0"/>
                </a:cubicBezTo>
                <a:cubicBezTo>
                  <a:pt x="157744" y="0"/>
                  <a:pt x="154234" y="3524"/>
                  <a:pt x="154234" y="7049"/>
                </a:cubicBezTo>
                <a:lnTo>
                  <a:pt x="154234" y="56388"/>
                </a:lnTo>
                <a:lnTo>
                  <a:pt x="112308" y="56388"/>
                </a:lnTo>
                <a:lnTo>
                  <a:pt x="112308" y="7049"/>
                </a:lnTo>
                <a:cubicBezTo>
                  <a:pt x="112308" y="3524"/>
                  <a:pt x="109937" y="0"/>
                  <a:pt x="105194" y="0"/>
                </a:cubicBezTo>
                <a:cubicBezTo>
                  <a:pt x="101590" y="0"/>
                  <a:pt x="98080" y="3524"/>
                  <a:pt x="98080" y="7049"/>
                </a:cubicBezTo>
                <a:lnTo>
                  <a:pt x="98080" y="56388"/>
                </a:lnTo>
                <a:lnTo>
                  <a:pt x="77212" y="56388"/>
                </a:lnTo>
                <a:cubicBezTo>
                  <a:pt x="65545" y="56388"/>
                  <a:pt x="56154" y="66961"/>
                  <a:pt x="56154" y="77533"/>
                </a:cubicBezTo>
                <a:lnTo>
                  <a:pt x="56154" y="98489"/>
                </a:lnTo>
                <a:lnTo>
                  <a:pt x="7019" y="98489"/>
                </a:lnTo>
                <a:cubicBezTo>
                  <a:pt x="3510" y="98489"/>
                  <a:pt x="0" y="102108"/>
                  <a:pt x="0" y="105632"/>
                </a:cubicBezTo>
                <a:cubicBezTo>
                  <a:pt x="0" y="110395"/>
                  <a:pt x="3510" y="112776"/>
                  <a:pt x="7019" y="112776"/>
                </a:cubicBezTo>
                <a:lnTo>
                  <a:pt x="56154" y="112776"/>
                </a:lnTo>
                <a:lnTo>
                  <a:pt x="56154" y="169164"/>
                </a:lnTo>
                <a:lnTo>
                  <a:pt x="7019" y="169164"/>
                </a:lnTo>
                <a:cubicBezTo>
                  <a:pt x="3510" y="169164"/>
                  <a:pt x="0" y="172784"/>
                  <a:pt x="0" y="176308"/>
                </a:cubicBezTo>
                <a:cubicBezTo>
                  <a:pt x="0" y="181070"/>
                  <a:pt x="3510" y="183452"/>
                  <a:pt x="7019" y="183452"/>
                </a:cubicBezTo>
                <a:lnTo>
                  <a:pt x="56154" y="183452"/>
                </a:lnTo>
                <a:lnTo>
                  <a:pt x="56154" y="225552"/>
                </a:lnTo>
                <a:lnTo>
                  <a:pt x="7019" y="225552"/>
                </a:lnTo>
                <a:cubicBezTo>
                  <a:pt x="3510" y="225552"/>
                  <a:pt x="0" y="229171"/>
                  <a:pt x="0" y="232696"/>
                </a:cubicBezTo>
                <a:cubicBezTo>
                  <a:pt x="0" y="237458"/>
                  <a:pt x="3510" y="239840"/>
                  <a:pt x="7019" y="239840"/>
                </a:cubicBezTo>
                <a:lnTo>
                  <a:pt x="56154" y="239840"/>
                </a:lnTo>
                <a:lnTo>
                  <a:pt x="56154" y="260795"/>
                </a:lnTo>
                <a:cubicBezTo>
                  <a:pt x="56154" y="272510"/>
                  <a:pt x="65545" y="281940"/>
                  <a:pt x="77212" y="281940"/>
                </a:cubicBezTo>
                <a:lnTo>
                  <a:pt x="98080" y="281940"/>
                </a:lnTo>
                <a:lnTo>
                  <a:pt x="98080" y="331184"/>
                </a:lnTo>
                <a:cubicBezTo>
                  <a:pt x="98080" y="335852"/>
                  <a:pt x="101684" y="338233"/>
                  <a:pt x="105194" y="338233"/>
                </a:cubicBezTo>
                <a:cubicBezTo>
                  <a:pt x="109937" y="338233"/>
                  <a:pt x="112308" y="335852"/>
                  <a:pt x="112308" y="331184"/>
                </a:cubicBezTo>
                <a:lnTo>
                  <a:pt x="112308" y="281940"/>
                </a:lnTo>
                <a:lnTo>
                  <a:pt x="168462" y="281940"/>
                </a:lnTo>
                <a:lnTo>
                  <a:pt x="168462" y="331184"/>
                </a:lnTo>
                <a:cubicBezTo>
                  <a:pt x="168462" y="335852"/>
                  <a:pt x="172067" y="338233"/>
                  <a:pt x="175576" y="338233"/>
                </a:cubicBezTo>
                <a:cubicBezTo>
                  <a:pt x="180319" y="338233"/>
                  <a:pt x="182690" y="335852"/>
                  <a:pt x="182690" y="331184"/>
                </a:cubicBezTo>
                <a:lnTo>
                  <a:pt x="182690" y="281940"/>
                </a:lnTo>
                <a:lnTo>
                  <a:pt x="224616" y="281940"/>
                </a:lnTo>
                <a:lnTo>
                  <a:pt x="224616" y="331184"/>
                </a:lnTo>
                <a:cubicBezTo>
                  <a:pt x="224616" y="335852"/>
                  <a:pt x="228221" y="338233"/>
                  <a:pt x="231730" y="338233"/>
                </a:cubicBezTo>
                <a:cubicBezTo>
                  <a:pt x="236473" y="338233"/>
                  <a:pt x="238844" y="335852"/>
                  <a:pt x="238844" y="331184"/>
                </a:cubicBezTo>
                <a:lnTo>
                  <a:pt x="238844" y="281940"/>
                </a:lnTo>
                <a:lnTo>
                  <a:pt x="259712" y="281940"/>
                </a:lnTo>
                <a:cubicBezTo>
                  <a:pt x="271380" y="281940"/>
                  <a:pt x="280770" y="272510"/>
                  <a:pt x="280770" y="260795"/>
                </a:cubicBezTo>
                <a:lnTo>
                  <a:pt x="280770" y="239840"/>
                </a:lnTo>
                <a:lnTo>
                  <a:pt x="329810" y="239840"/>
                </a:lnTo>
                <a:cubicBezTo>
                  <a:pt x="334458" y="239840"/>
                  <a:pt x="336829" y="237458"/>
                  <a:pt x="336829" y="232696"/>
                </a:cubicBezTo>
                <a:cubicBezTo>
                  <a:pt x="336829" y="229076"/>
                  <a:pt x="334458" y="225552"/>
                  <a:pt x="329810" y="225552"/>
                </a:cubicBezTo>
                <a:lnTo>
                  <a:pt x="280770" y="225552"/>
                </a:lnTo>
                <a:lnTo>
                  <a:pt x="280770" y="169164"/>
                </a:lnTo>
                <a:lnTo>
                  <a:pt x="329810" y="169164"/>
                </a:lnTo>
                <a:close/>
                <a:moveTo>
                  <a:pt x="259618" y="267843"/>
                </a:moveTo>
                <a:lnTo>
                  <a:pt x="232679" y="267843"/>
                </a:lnTo>
                <a:cubicBezTo>
                  <a:pt x="232679" y="267843"/>
                  <a:pt x="232015" y="267653"/>
                  <a:pt x="231635" y="267653"/>
                </a:cubicBezTo>
                <a:cubicBezTo>
                  <a:pt x="231351" y="267653"/>
                  <a:pt x="231066" y="267843"/>
                  <a:pt x="230782" y="267843"/>
                </a:cubicBezTo>
                <a:lnTo>
                  <a:pt x="176525" y="267843"/>
                </a:lnTo>
                <a:cubicBezTo>
                  <a:pt x="176525" y="267843"/>
                  <a:pt x="175861" y="267653"/>
                  <a:pt x="175481" y="267653"/>
                </a:cubicBezTo>
                <a:cubicBezTo>
                  <a:pt x="175197" y="267653"/>
                  <a:pt x="174912" y="267843"/>
                  <a:pt x="174628" y="267843"/>
                </a:cubicBezTo>
                <a:lnTo>
                  <a:pt x="106143" y="267843"/>
                </a:lnTo>
                <a:cubicBezTo>
                  <a:pt x="106143" y="267843"/>
                  <a:pt x="105479" y="267653"/>
                  <a:pt x="105099" y="267653"/>
                </a:cubicBezTo>
                <a:cubicBezTo>
                  <a:pt x="104815" y="267653"/>
                  <a:pt x="104530" y="267843"/>
                  <a:pt x="104245" y="267843"/>
                </a:cubicBezTo>
                <a:lnTo>
                  <a:pt x="77117" y="267843"/>
                </a:lnTo>
                <a:cubicBezTo>
                  <a:pt x="73607" y="267843"/>
                  <a:pt x="70098" y="265462"/>
                  <a:pt x="70098" y="260795"/>
                </a:cubicBezTo>
                <a:lnTo>
                  <a:pt x="70098" y="234125"/>
                </a:lnTo>
                <a:cubicBezTo>
                  <a:pt x="70098" y="234125"/>
                  <a:pt x="70287" y="233267"/>
                  <a:pt x="70287" y="232696"/>
                </a:cubicBezTo>
                <a:cubicBezTo>
                  <a:pt x="70287" y="232315"/>
                  <a:pt x="70193" y="231934"/>
                  <a:pt x="70098" y="231553"/>
                </a:cubicBezTo>
                <a:lnTo>
                  <a:pt x="70098" y="177737"/>
                </a:lnTo>
                <a:cubicBezTo>
                  <a:pt x="70098" y="177737"/>
                  <a:pt x="70287" y="176879"/>
                  <a:pt x="70287" y="176308"/>
                </a:cubicBezTo>
                <a:cubicBezTo>
                  <a:pt x="70287" y="175927"/>
                  <a:pt x="70193" y="175546"/>
                  <a:pt x="70098" y="175165"/>
                </a:cubicBezTo>
                <a:lnTo>
                  <a:pt x="70098" y="107061"/>
                </a:lnTo>
                <a:cubicBezTo>
                  <a:pt x="70098" y="107061"/>
                  <a:pt x="70287" y="106204"/>
                  <a:pt x="70287" y="105632"/>
                </a:cubicBezTo>
                <a:cubicBezTo>
                  <a:pt x="70287" y="105251"/>
                  <a:pt x="70193" y="104870"/>
                  <a:pt x="70098" y="104489"/>
                </a:cubicBezTo>
                <a:lnTo>
                  <a:pt x="70098" y="77629"/>
                </a:lnTo>
                <a:cubicBezTo>
                  <a:pt x="70098" y="74104"/>
                  <a:pt x="73607" y="70580"/>
                  <a:pt x="77117" y="70580"/>
                </a:cubicBezTo>
                <a:lnTo>
                  <a:pt x="103866" y="70580"/>
                </a:lnTo>
                <a:cubicBezTo>
                  <a:pt x="103866" y="70580"/>
                  <a:pt x="104625" y="70771"/>
                  <a:pt x="105004" y="70771"/>
                </a:cubicBezTo>
                <a:cubicBezTo>
                  <a:pt x="105573" y="70771"/>
                  <a:pt x="105953" y="70675"/>
                  <a:pt x="106427" y="70580"/>
                </a:cubicBezTo>
                <a:lnTo>
                  <a:pt x="160020" y="70580"/>
                </a:lnTo>
                <a:cubicBezTo>
                  <a:pt x="160020" y="70580"/>
                  <a:pt x="160779" y="70771"/>
                  <a:pt x="161158" y="70771"/>
                </a:cubicBezTo>
                <a:cubicBezTo>
                  <a:pt x="161727" y="70771"/>
                  <a:pt x="162107" y="70675"/>
                  <a:pt x="162581" y="70580"/>
                </a:cubicBezTo>
                <a:lnTo>
                  <a:pt x="230402" y="70580"/>
                </a:lnTo>
                <a:cubicBezTo>
                  <a:pt x="230402" y="70580"/>
                  <a:pt x="231161" y="70771"/>
                  <a:pt x="231541" y="70771"/>
                </a:cubicBezTo>
                <a:cubicBezTo>
                  <a:pt x="232110" y="70771"/>
                  <a:pt x="232489" y="70675"/>
                  <a:pt x="232963" y="70580"/>
                </a:cubicBezTo>
                <a:lnTo>
                  <a:pt x="259523" y="70580"/>
                </a:lnTo>
                <a:cubicBezTo>
                  <a:pt x="264171" y="70580"/>
                  <a:pt x="266542" y="74104"/>
                  <a:pt x="266542" y="77629"/>
                </a:cubicBezTo>
                <a:lnTo>
                  <a:pt x="266542" y="104870"/>
                </a:lnTo>
                <a:cubicBezTo>
                  <a:pt x="266542" y="104870"/>
                  <a:pt x="266352" y="105442"/>
                  <a:pt x="266352" y="105727"/>
                </a:cubicBezTo>
                <a:cubicBezTo>
                  <a:pt x="266352" y="106108"/>
                  <a:pt x="266542" y="106394"/>
                  <a:pt x="266542" y="106775"/>
                </a:cubicBezTo>
                <a:lnTo>
                  <a:pt x="266542" y="161258"/>
                </a:lnTo>
                <a:cubicBezTo>
                  <a:pt x="266542" y="161258"/>
                  <a:pt x="266352" y="161830"/>
                  <a:pt x="266352" y="162116"/>
                </a:cubicBezTo>
                <a:cubicBezTo>
                  <a:pt x="266352" y="162496"/>
                  <a:pt x="266542" y="162782"/>
                  <a:pt x="266542" y="163163"/>
                </a:cubicBezTo>
                <a:lnTo>
                  <a:pt x="266542" y="231934"/>
                </a:lnTo>
                <a:cubicBezTo>
                  <a:pt x="266542" y="231934"/>
                  <a:pt x="266352" y="232505"/>
                  <a:pt x="266352" y="232791"/>
                </a:cubicBezTo>
                <a:cubicBezTo>
                  <a:pt x="266352" y="233172"/>
                  <a:pt x="266542" y="233458"/>
                  <a:pt x="266542" y="233839"/>
                </a:cubicBezTo>
                <a:lnTo>
                  <a:pt x="266542" y="260890"/>
                </a:lnTo>
                <a:cubicBezTo>
                  <a:pt x="266542" y="265557"/>
                  <a:pt x="264171" y="267938"/>
                  <a:pt x="259523" y="267938"/>
                </a:cubicBezTo>
                <a:close/>
                <a:moveTo>
                  <a:pt x="217787" y="85058"/>
                </a:moveTo>
                <a:lnTo>
                  <a:pt x="119138" y="85058"/>
                </a:lnTo>
                <a:cubicBezTo>
                  <a:pt x="100356" y="85058"/>
                  <a:pt x="83852" y="101537"/>
                  <a:pt x="83852" y="120301"/>
                </a:cubicBezTo>
                <a:lnTo>
                  <a:pt x="83852" y="218885"/>
                </a:lnTo>
                <a:cubicBezTo>
                  <a:pt x="83852" y="238887"/>
                  <a:pt x="100262" y="254127"/>
                  <a:pt x="119138" y="254127"/>
                </a:cubicBezTo>
                <a:lnTo>
                  <a:pt x="217787" y="254127"/>
                </a:lnTo>
                <a:cubicBezTo>
                  <a:pt x="237801" y="254127"/>
                  <a:pt x="253073" y="238887"/>
                  <a:pt x="253073" y="218885"/>
                </a:cubicBezTo>
                <a:lnTo>
                  <a:pt x="253073" y="120301"/>
                </a:lnTo>
                <a:cubicBezTo>
                  <a:pt x="253073" y="101537"/>
                  <a:pt x="237801" y="85058"/>
                  <a:pt x="217787" y="85058"/>
                </a:cubicBezTo>
                <a:close/>
                <a:moveTo>
                  <a:pt x="238939" y="218885"/>
                </a:moveTo>
                <a:cubicBezTo>
                  <a:pt x="238939" y="230600"/>
                  <a:pt x="229549" y="240030"/>
                  <a:pt x="217787" y="240030"/>
                </a:cubicBezTo>
                <a:lnTo>
                  <a:pt x="119138" y="240030"/>
                </a:lnTo>
                <a:cubicBezTo>
                  <a:pt x="107376" y="240030"/>
                  <a:pt x="97985" y="230600"/>
                  <a:pt x="97985" y="218885"/>
                </a:cubicBezTo>
                <a:lnTo>
                  <a:pt x="97985" y="120301"/>
                </a:lnTo>
                <a:cubicBezTo>
                  <a:pt x="97985" y="109728"/>
                  <a:pt x="107376" y="99155"/>
                  <a:pt x="119138" y="99155"/>
                </a:cubicBezTo>
                <a:lnTo>
                  <a:pt x="217787" y="99155"/>
                </a:lnTo>
                <a:cubicBezTo>
                  <a:pt x="229549" y="99155"/>
                  <a:pt x="238939" y="109728"/>
                  <a:pt x="238939" y="120301"/>
                </a:cubicBezTo>
                <a:lnTo>
                  <a:pt x="238939" y="218885"/>
                </a:lnTo>
                <a:close/>
                <a:moveTo>
                  <a:pt x="126536" y="134207"/>
                </a:moveTo>
                <a:cubicBezTo>
                  <a:pt x="126536" y="130588"/>
                  <a:pt x="130046" y="127064"/>
                  <a:pt x="133556" y="127064"/>
                </a:cubicBezTo>
                <a:lnTo>
                  <a:pt x="189804" y="127064"/>
                </a:lnTo>
                <a:cubicBezTo>
                  <a:pt x="194452" y="127064"/>
                  <a:pt x="196824" y="130683"/>
                  <a:pt x="196824" y="134207"/>
                </a:cubicBezTo>
                <a:cubicBezTo>
                  <a:pt x="196824" y="138970"/>
                  <a:pt x="194452" y="141351"/>
                  <a:pt x="189804" y="141351"/>
                </a:cubicBezTo>
                <a:lnTo>
                  <a:pt x="133556" y="141351"/>
                </a:lnTo>
                <a:cubicBezTo>
                  <a:pt x="130046" y="141351"/>
                  <a:pt x="126536" y="138970"/>
                  <a:pt x="126536" y="134207"/>
                </a:cubicBezTo>
                <a:close/>
                <a:moveTo>
                  <a:pt x="168462" y="162020"/>
                </a:moveTo>
                <a:cubicBezTo>
                  <a:pt x="168462" y="166783"/>
                  <a:pt x="166091" y="169164"/>
                  <a:pt x="161443" y="169164"/>
                </a:cubicBezTo>
                <a:lnTo>
                  <a:pt x="133556" y="169164"/>
                </a:lnTo>
                <a:cubicBezTo>
                  <a:pt x="130046" y="169164"/>
                  <a:pt x="126536" y="166783"/>
                  <a:pt x="126536" y="162020"/>
                </a:cubicBezTo>
                <a:cubicBezTo>
                  <a:pt x="126536" y="158401"/>
                  <a:pt x="130046" y="154877"/>
                  <a:pt x="133556" y="154877"/>
                </a:cubicBezTo>
                <a:lnTo>
                  <a:pt x="161443" y="154877"/>
                </a:lnTo>
                <a:cubicBezTo>
                  <a:pt x="166091" y="154877"/>
                  <a:pt x="168462" y="158496"/>
                  <a:pt x="168462" y="162020"/>
                </a:cubicBezTo>
                <a:close/>
                <a:moveTo>
                  <a:pt x="210293" y="204502"/>
                </a:moveTo>
                <a:cubicBezTo>
                  <a:pt x="210293" y="208979"/>
                  <a:pt x="207922" y="211265"/>
                  <a:pt x="203274" y="211265"/>
                </a:cubicBezTo>
                <a:lnTo>
                  <a:pt x="175387" y="211265"/>
                </a:lnTo>
                <a:cubicBezTo>
                  <a:pt x="171877" y="211265"/>
                  <a:pt x="168367" y="208979"/>
                  <a:pt x="168367" y="204502"/>
                </a:cubicBezTo>
                <a:cubicBezTo>
                  <a:pt x="168367" y="201168"/>
                  <a:pt x="171877" y="197739"/>
                  <a:pt x="175387" y="197739"/>
                </a:cubicBezTo>
                <a:lnTo>
                  <a:pt x="203274" y="197739"/>
                </a:lnTo>
                <a:cubicBezTo>
                  <a:pt x="207922" y="197739"/>
                  <a:pt x="210293" y="201073"/>
                  <a:pt x="210293" y="20450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9" name="Graphic 207">
            <a:extLst>
              <a:ext uri="{FF2B5EF4-FFF2-40B4-BE49-F238E27FC236}">
                <a16:creationId xmlns:a16="http://schemas.microsoft.com/office/drawing/2014/main" id="{D44D8B64-6FFF-E8EF-EB74-662F969B9129}"/>
              </a:ext>
            </a:extLst>
          </p:cNvPr>
          <p:cNvSpPr/>
          <p:nvPr/>
        </p:nvSpPr>
        <p:spPr>
          <a:xfrm>
            <a:off x="5545779" y="2803490"/>
            <a:ext cx="410243" cy="526548"/>
          </a:xfrm>
          <a:custGeom>
            <a:avLst/>
            <a:gdLst>
              <a:gd name="connsiteX0" fmla="*/ 299648 w 310082"/>
              <a:gd name="connsiteY0" fmla="*/ 59949 h 397991"/>
              <a:gd name="connsiteX1" fmla="*/ 276219 w 310082"/>
              <a:gd name="connsiteY1" fmla="*/ 54520 h 397991"/>
              <a:gd name="connsiteX2" fmla="*/ 255541 w 310082"/>
              <a:gd name="connsiteY2" fmla="*/ 81761 h 397991"/>
              <a:gd name="connsiteX3" fmla="*/ 255541 w 310082"/>
              <a:gd name="connsiteY3" fmla="*/ 203491 h 397991"/>
              <a:gd name="connsiteX4" fmla="*/ 252031 w 310082"/>
              <a:gd name="connsiteY4" fmla="*/ 203491 h 397991"/>
              <a:gd name="connsiteX5" fmla="*/ 252031 w 310082"/>
              <a:gd name="connsiteY5" fmla="*/ 44042 h 397991"/>
              <a:gd name="connsiteX6" fmla="*/ 230499 w 310082"/>
              <a:gd name="connsiteY6" fmla="*/ 16896 h 397991"/>
              <a:gd name="connsiteX7" fmla="*/ 208208 w 310082"/>
              <a:gd name="connsiteY7" fmla="*/ 22516 h 397991"/>
              <a:gd name="connsiteX8" fmla="*/ 198438 w 310082"/>
              <a:gd name="connsiteY8" fmla="*/ 43280 h 397991"/>
              <a:gd name="connsiteX9" fmla="*/ 198438 w 310082"/>
              <a:gd name="connsiteY9" fmla="*/ 203491 h 397991"/>
              <a:gd name="connsiteX10" fmla="*/ 194929 w 310082"/>
              <a:gd name="connsiteY10" fmla="*/ 203491 h 397991"/>
              <a:gd name="connsiteX11" fmla="*/ 194929 w 310082"/>
              <a:gd name="connsiteY11" fmla="*/ 28040 h 397991"/>
              <a:gd name="connsiteX12" fmla="*/ 169603 w 310082"/>
              <a:gd name="connsiteY12" fmla="*/ 37 h 397991"/>
              <a:gd name="connsiteX13" fmla="*/ 149778 w 310082"/>
              <a:gd name="connsiteY13" fmla="*/ 7371 h 397991"/>
              <a:gd name="connsiteX14" fmla="*/ 141431 w 310082"/>
              <a:gd name="connsiteY14" fmla="*/ 26898 h 397991"/>
              <a:gd name="connsiteX15" fmla="*/ 141431 w 310082"/>
              <a:gd name="connsiteY15" fmla="*/ 203491 h 397991"/>
              <a:gd name="connsiteX16" fmla="*/ 137921 w 310082"/>
              <a:gd name="connsiteY16" fmla="*/ 203491 h 397991"/>
              <a:gd name="connsiteX17" fmla="*/ 137921 w 310082"/>
              <a:gd name="connsiteY17" fmla="*/ 58330 h 397991"/>
              <a:gd name="connsiteX18" fmla="*/ 112595 w 310082"/>
              <a:gd name="connsiteY18" fmla="*/ 30326 h 397991"/>
              <a:gd name="connsiteX19" fmla="*/ 92770 w 310082"/>
              <a:gd name="connsiteY19" fmla="*/ 37661 h 397991"/>
              <a:gd name="connsiteX20" fmla="*/ 84423 w 310082"/>
              <a:gd name="connsiteY20" fmla="*/ 57187 h 397991"/>
              <a:gd name="connsiteX21" fmla="*/ 84707 w 310082"/>
              <a:gd name="connsiteY21" fmla="*/ 230828 h 397991"/>
              <a:gd name="connsiteX22" fmla="*/ 51603 w 310082"/>
              <a:gd name="connsiteY22" fmla="*/ 196633 h 397991"/>
              <a:gd name="connsiteX23" fmla="*/ 30451 w 310082"/>
              <a:gd name="connsiteY23" fmla="*/ 187489 h 397991"/>
              <a:gd name="connsiteX24" fmla="*/ 9108 w 310082"/>
              <a:gd name="connsiteY24" fmla="*/ 196061 h 397991"/>
              <a:gd name="connsiteX25" fmla="*/ 2 w 310082"/>
              <a:gd name="connsiteY25" fmla="*/ 217302 h 397991"/>
              <a:gd name="connsiteX26" fmla="*/ 8539 w 310082"/>
              <a:gd name="connsiteY26" fmla="*/ 238734 h 397991"/>
              <a:gd name="connsiteX27" fmla="*/ 87838 w 310082"/>
              <a:gd name="connsiteY27" fmla="*/ 320649 h 397991"/>
              <a:gd name="connsiteX28" fmla="*/ 185918 w 310082"/>
              <a:gd name="connsiteY28" fmla="*/ 397991 h 397991"/>
              <a:gd name="connsiteX29" fmla="*/ 208967 w 310082"/>
              <a:gd name="connsiteY29" fmla="*/ 397991 h 397991"/>
              <a:gd name="connsiteX30" fmla="*/ 310082 w 310082"/>
              <a:gd name="connsiteY30" fmla="*/ 296455 h 397991"/>
              <a:gd name="connsiteX31" fmla="*/ 310082 w 310082"/>
              <a:gd name="connsiteY31" fmla="*/ 80619 h 397991"/>
              <a:gd name="connsiteX32" fmla="*/ 299933 w 310082"/>
              <a:gd name="connsiteY32" fmla="*/ 59854 h 397991"/>
              <a:gd name="connsiteX33" fmla="*/ 279065 w 310082"/>
              <a:gd name="connsiteY33" fmla="*/ 66902 h 397991"/>
              <a:gd name="connsiteX34" fmla="*/ 291775 w 310082"/>
              <a:gd name="connsiteY34" fmla="*/ 69855 h 397991"/>
              <a:gd name="connsiteX35" fmla="*/ 297182 w 310082"/>
              <a:gd name="connsiteY35" fmla="*/ 80714 h 397991"/>
              <a:gd name="connsiteX36" fmla="*/ 297182 w 310082"/>
              <a:gd name="connsiteY36" fmla="*/ 115766 h 397991"/>
              <a:gd name="connsiteX37" fmla="*/ 268157 w 310082"/>
              <a:gd name="connsiteY37" fmla="*/ 115766 h 397991"/>
              <a:gd name="connsiteX38" fmla="*/ 268157 w 310082"/>
              <a:gd name="connsiteY38" fmla="*/ 81761 h 397991"/>
              <a:gd name="connsiteX39" fmla="*/ 278970 w 310082"/>
              <a:gd name="connsiteY39" fmla="*/ 66902 h 397991"/>
              <a:gd name="connsiteX40" fmla="*/ 297182 w 310082"/>
              <a:gd name="connsiteY40" fmla="*/ 126720 h 397991"/>
              <a:gd name="connsiteX41" fmla="*/ 297182 w 310082"/>
              <a:gd name="connsiteY41" fmla="*/ 169582 h 397991"/>
              <a:gd name="connsiteX42" fmla="*/ 268157 w 310082"/>
              <a:gd name="connsiteY42" fmla="*/ 169582 h 397991"/>
              <a:gd name="connsiteX43" fmla="*/ 268157 w 310082"/>
              <a:gd name="connsiteY43" fmla="*/ 126720 h 397991"/>
              <a:gd name="connsiteX44" fmla="*/ 297182 w 310082"/>
              <a:gd name="connsiteY44" fmla="*/ 126720 h 397991"/>
              <a:gd name="connsiteX45" fmla="*/ 239321 w 310082"/>
              <a:gd name="connsiteY45" fmla="*/ 144436 h 397991"/>
              <a:gd name="connsiteX46" fmla="*/ 211054 w 310082"/>
              <a:gd name="connsiteY46" fmla="*/ 144436 h 397991"/>
              <a:gd name="connsiteX47" fmla="*/ 211054 w 310082"/>
              <a:gd name="connsiteY47" fmla="*/ 101574 h 397991"/>
              <a:gd name="connsiteX48" fmla="*/ 239321 w 310082"/>
              <a:gd name="connsiteY48" fmla="*/ 101574 h 397991"/>
              <a:gd name="connsiteX49" fmla="*/ 239321 w 310082"/>
              <a:gd name="connsiteY49" fmla="*/ 144436 h 397991"/>
              <a:gd name="connsiteX50" fmla="*/ 216176 w 310082"/>
              <a:gd name="connsiteY50" fmla="*/ 32327 h 397991"/>
              <a:gd name="connsiteX51" fmla="*/ 228033 w 310082"/>
              <a:gd name="connsiteY51" fmla="*/ 29374 h 397991"/>
              <a:gd name="connsiteX52" fmla="*/ 239321 w 310082"/>
              <a:gd name="connsiteY52" fmla="*/ 44042 h 397991"/>
              <a:gd name="connsiteX53" fmla="*/ 239321 w 310082"/>
              <a:gd name="connsiteY53" fmla="*/ 90524 h 397991"/>
              <a:gd name="connsiteX54" fmla="*/ 211054 w 310082"/>
              <a:gd name="connsiteY54" fmla="*/ 90524 h 397991"/>
              <a:gd name="connsiteX55" fmla="*/ 211054 w 310082"/>
              <a:gd name="connsiteY55" fmla="*/ 43280 h 397991"/>
              <a:gd name="connsiteX56" fmla="*/ 216176 w 310082"/>
              <a:gd name="connsiteY56" fmla="*/ 32327 h 397991"/>
              <a:gd name="connsiteX57" fmla="*/ 182218 w 310082"/>
              <a:gd name="connsiteY57" fmla="*/ 120624 h 397991"/>
              <a:gd name="connsiteX58" fmla="*/ 153951 w 310082"/>
              <a:gd name="connsiteY58" fmla="*/ 120624 h 397991"/>
              <a:gd name="connsiteX59" fmla="*/ 153951 w 310082"/>
              <a:gd name="connsiteY59" fmla="*/ 77761 h 397991"/>
              <a:gd name="connsiteX60" fmla="*/ 182218 w 310082"/>
              <a:gd name="connsiteY60" fmla="*/ 77761 h 397991"/>
              <a:gd name="connsiteX61" fmla="*/ 182218 w 310082"/>
              <a:gd name="connsiteY61" fmla="*/ 120624 h 397991"/>
              <a:gd name="connsiteX62" fmla="*/ 158410 w 310082"/>
              <a:gd name="connsiteY62" fmla="*/ 16610 h 397991"/>
              <a:gd name="connsiteX63" fmla="*/ 168938 w 310082"/>
              <a:gd name="connsiteY63" fmla="*/ 12705 h 397991"/>
              <a:gd name="connsiteX64" fmla="*/ 182313 w 310082"/>
              <a:gd name="connsiteY64" fmla="*/ 28040 h 397991"/>
              <a:gd name="connsiteX65" fmla="*/ 182313 w 310082"/>
              <a:gd name="connsiteY65" fmla="*/ 66712 h 397991"/>
              <a:gd name="connsiteX66" fmla="*/ 154046 w 310082"/>
              <a:gd name="connsiteY66" fmla="*/ 66712 h 397991"/>
              <a:gd name="connsiteX67" fmla="*/ 154046 w 310082"/>
              <a:gd name="connsiteY67" fmla="*/ 26898 h 397991"/>
              <a:gd name="connsiteX68" fmla="*/ 158410 w 310082"/>
              <a:gd name="connsiteY68" fmla="*/ 16610 h 397991"/>
              <a:gd name="connsiteX69" fmla="*/ 125116 w 310082"/>
              <a:gd name="connsiteY69" fmla="*/ 169677 h 397991"/>
              <a:gd name="connsiteX70" fmla="*/ 97039 w 310082"/>
              <a:gd name="connsiteY70" fmla="*/ 169677 h 397991"/>
              <a:gd name="connsiteX71" fmla="*/ 97039 w 310082"/>
              <a:gd name="connsiteY71" fmla="*/ 126815 h 397991"/>
              <a:gd name="connsiteX72" fmla="*/ 125116 w 310082"/>
              <a:gd name="connsiteY72" fmla="*/ 126815 h 397991"/>
              <a:gd name="connsiteX73" fmla="*/ 125116 w 310082"/>
              <a:gd name="connsiteY73" fmla="*/ 169677 h 397991"/>
              <a:gd name="connsiteX74" fmla="*/ 101212 w 310082"/>
              <a:gd name="connsiteY74" fmla="*/ 46900 h 397991"/>
              <a:gd name="connsiteX75" fmla="*/ 110982 w 310082"/>
              <a:gd name="connsiteY75" fmla="*/ 42995 h 397991"/>
              <a:gd name="connsiteX76" fmla="*/ 111741 w 310082"/>
              <a:gd name="connsiteY76" fmla="*/ 42995 h 397991"/>
              <a:gd name="connsiteX77" fmla="*/ 125116 w 310082"/>
              <a:gd name="connsiteY77" fmla="*/ 58330 h 397991"/>
              <a:gd name="connsiteX78" fmla="*/ 125116 w 310082"/>
              <a:gd name="connsiteY78" fmla="*/ 115766 h 397991"/>
              <a:gd name="connsiteX79" fmla="*/ 96944 w 310082"/>
              <a:gd name="connsiteY79" fmla="*/ 115766 h 397991"/>
              <a:gd name="connsiteX80" fmla="*/ 96944 w 310082"/>
              <a:gd name="connsiteY80" fmla="*/ 57187 h 397991"/>
              <a:gd name="connsiteX81" fmla="*/ 101212 w 310082"/>
              <a:gd name="connsiteY81" fmla="*/ 46900 h 397991"/>
              <a:gd name="connsiteX82" fmla="*/ 10721 w 310082"/>
              <a:gd name="connsiteY82" fmla="*/ 217397 h 397991"/>
              <a:gd name="connsiteX83" fmla="*/ 16507 w 310082"/>
              <a:gd name="connsiteY83" fmla="*/ 203967 h 397991"/>
              <a:gd name="connsiteX84" fmla="*/ 30071 w 310082"/>
              <a:gd name="connsiteY84" fmla="*/ 198538 h 397991"/>
              <a:gd name="connsiteX85" fmla="*/ 43446 w 310082"/>
              <a:gd name="connsiteY85" fmla="*/ 204348 h 397991"/>
              <a:gd name="connsiteX86" fmla="*/ 78826 w 310082"/>
              <a:gd name="connsiteY86" fmla="*/ 240829 h 397991"/>
              <a:gd name="connsiteX87" fmla="*/ 53690 w 310082"/>
              <a:gd name="connsiteY87" fmla="*/ 269880 h 397991"/>
              <a:gd name="connsiteX88" fmla="*/ 16128 w 310082"/>
              <a:gd name="connsiteY88" fmla="*/ 231018 h 397991"/>
              <a:gd name="connsiteX89" fmla="*/ 10721 w 310082"/>
              <a:gd name="connsiteY89" fmla="*/ 217397 h 397991"/>
              <a:gd name="connsiteX90" fmla="*/ 61468 w 310082"/>
              <a:gd name="connsiteY90" fmla="*/ 277786 h 397991"/>
              <a:gd name="connsiteX91" fmla="*/ 84613 w 310082"/>
              <a:gd name="connsiteY91" fmla="*/ 251021 h 397991"/>
              <a:gd name="connsiteX92" fmla="*/ 84613 w 310082"/>
              <a:gd name="connsiteY92" fmla="*/ 296645 h 397991"/>
              <a:gd name="connsiteX93" fmla="*/ 84992 w 310082"/>
              <a:gd name="connsiteY93" fmla="*/ 301980 h 397991"/>
              <a:gd name="connsiteX94" fmla="*/ 61563 w 310082"/>
              <a:gd name="connsiteY94" fmla="*/ 277786 h 397991"/>
              <a:gd name="connsiteX95" fmla="*/ 208778 w 310082"/>
              <a:gd name="connsiteY95" fmla="*/ 385323 h 397991"/>
              <a:gd name="connsiteX96" fmla="*/ 185728 w 310082"/>
              <a:gd name="connsiteY96" fmla="*/ 385323 h 397991"/>
              <a:gd name="connsiteX97" fmla="*/ 100928 w 310082"/>
              <a:gd name="connsiteY97" fmla="*/ 321315 h 397991"/>
              <a:gd name="connsiteX98" fmla="*/ 134032 w 310082"/>
              <a:gd name="connsiteY98" fmla="*/ 321315 h 397991"/>
              <a:gd name="connsiteX99" fmla="*/ 159738 w 310082"/>
              <a:gd name="connsiteY99" fmla="*/ 291502 h 397991"/>
              <a:gd name="connsiteX100" fmla="*/ 159738 w 310082"/>
              <a:gd name="connsiteY100" fmla="*/ 291502 h 397991"/>
              <a:gd name="connsiteX101" fmla="*/ 178424 w 310082"/>
              <a:gd name="connsiteY101" fmla="*/ 272738 h 397991"/>
              <a:gd name="connsiteX102" fmla="*/ 159738 w 310082"/>
              <a:gd name="connsiteY102" fmla="*/ 253974 h 397991"/>
              <a:gd name="connsiteX103" fmla="*/ 141051 w 310082"/>
              <a:gd name="connsiteY103" fmla="*/ 272738 h 397991"/>
              <a:gd name="connsiteX104" fmla="*/ 147217 w 310082"/>
              <a:gd name="connsiteY104" fmla="*/ 286549 h 397991"/>
              <a:gd name="connsiteX105" fmla="*/ 128246 w 310082"/>
              <a:gd name="connsiteY105" fmla="*/ 308552 h 397991"/>
              <a:gd name="connsiteX106" fmla="*/ 98177 w 310082"/>
              <a:gd name="connsiteY106" fmla="*/ 308552 h 397991"/>
              <a:gd name="connsiteX107" fmla="*/ 97228 w 310082"/>
              <a:gd name="connsiteY107" fmla="*/ 296645 h 397991"/>
              <a:gd name="connsiteX108" fmla="*/ 97039 w 310082"/>
              <a:gd name="connsiteY108" fmla="*/ 180631 h 397991"/>
              <a:gd name="connsiteX109" fmla="*/ 125116 w 310082"/>
              <a:gd name="connsiteY109" fmla="*/ 180631 h 397991"/>
              <a:gd name="connsiteX110" fmla="*/ 125116 w 310082"/>
              <a:gd name="connsiteY110" fmla="*/ 216159 h 397991"/>
              <a:gd name="connsiteX111" fmla="*/ 153951 w 310082"/>
              <a:gd name="connsiteY111" fmla="*/ 216159 h 397991"/>
              <a:gd name="connsiteX112" fmla="*/ 153951 w 310082"/>
              <a:gd name="connsiteY112" fmla="*/ 131577 h 397991"/>
              <a:gd name="connsiteX113" fmla="*/ 182218 w 310082"/>
              <a:gd name="connsiteY113" fmla="*/ 131577 h 397991"/>
              <a:gd name="connsiteX114" fmla="*/ 182218 w 310082"/>
              <a:gd name="connsiteY114" fmla="*/ 216159 h 397991"/>
              <a:gd name="connsiteX115" fmla="*/ 198438 w 310082"/>
              <a:gd name="connsiteY115" fmla="*/ 216159 h 397991"/>
              <a:gd name="connsiteX116" fmla="*/ 198438 w 310082"/>
              <a:gd name="connsiteY116" fmla="*/ 283691 h 397991"/>
              <a:gd name="connsiteX117" fmla="*/ 174345 w 310082"/>
              <a:gd name="connsiteY117" fmla="*/ 312457 h 397991"/>
              <a:gd name="connsiteX118" fmla="*/ 172828 w 310082"/>
              <a:gd name="connsiteY118" fmla="*/ 312266 h 397991"/>
              <a:gd name="connsiteX119" fmla="*/ 154141 w 310082"/>
              <a:gd name="connsiteY119" fmla="*/ 331031 h 397991"/>
              <a:gd name="connsiteX120" fmla="*/ 172828 w 310082"/>
              <a:gd name="connsiteY120" fmla="*/ 349795 h 397991"/>
              <a:gd name="connsiteX121" fmla="*/ 191514 w 310082"/>
              <a:gd name="connsiteY121" fmla="*/ 331031 h 397991"/>
              <a:gd name="connsiteX122" fmla="*/ 186202 w 310082"/>
              <a:gd name="connsiteY122" fmla="*/ 317982 h 397991"/>
              <a:gd name="connsiteX123" fmla="*/ 211054 w 310082"/>
              <a:gd name="connsiteY123" fmla="*/ 288264 h 397991"/>
              <a:gd name="connsiteX124" fmla="*/ 211054 w 310082"/>
              <a:gd name="connsiteY124" fmla="*/ 209778 h 397991"/>
              <a:gd name="connsiteX125" fmla="*/ 211054 w 310082"/>
              <a:gd name="connsiteY125" fmla="*/ 209778 h 397991"/>
              <a:gd name="connsiteX126" fmla="*/ 211054 w 310082"/>
              <a:gd name="connsiteY126" fmla="*/ 155390 h 397991"/>
              <a:gd name="connsiteX127" fmla="*/ 239321 w 310082"/>
              <a:gd name="connsiteY127" fmla="*/ 155390 h 397991"/>
              <a:gd name="connsiteX128" fmla="*/ 239321 w 310082"/>
              <a:gd name="connsiteY128" fmla="*/ 216159 h 397991"/>
              <a:gd name="connsiteX129" fmla="*/ 268157 w 310082"/>
              <a:gd name="connsiteY129" fmla="*/ 216159 h 397991"/>
              <a:gd name="connsiteX130" fmla="*/ 268157 w 310082"/>
              <a:gd name="connsiteY130" fmla="*/ 180631 h 397991"/>
              <a:gd name="connsiteX131" fmla="*/ 297182 w 310082"/>
              <a:gd name="connsiteY131" fmla="*/ 180631 h 397991"/>
              <a:gd name="connsiteX132" fmla="*/ 297182 w 310082"/>
              <a:gd name="connsiteY132" fmla="*/ 265784 h 397991"/>
              <a:gd name="connsiteX133" fmla="*/ 258671 w 310082"/>
              <a:gd name="connsiteY133" fmla="*/ 265784 h 397991"/>
              <a:gd name="connsiteX134" fmla="*/ 241313 w 310082"/>
              <a:gd name="connsiteY134" fmla="*/ 253974 h 397991"/>
              <a:gd name="connsiteX135" fmla="*/ 222626 w 310082"/>
              <a:gd name="connsiteY135" fmla="*/ 272738 h 397991"/>
              <a:gd name="connsiteX136" fmla="*/ 241313 w 310082"/>
              <a:gd name="connsiteY136" fmla="*/ 291502 h 397991"/>
              <a:gd name="connsiteX137" fmla="*/ 259051 w 310082"/>
              <a:gd name="connsiteY137" fmla="*/ 278453 h 397991"/>
              <a:gd name="connsiteX138" fmla="*/ 297182 w 310082"/>
              <a:gd name="connsiteY138" fmla="*/ 278453 h 397991"/>
              <a:gd name="connsiteX139" fmla="*/ 297182 w 310082"/>
              <a:gd name="connsiteY139" fmla="*/ 296455 h 397991"/>
              <a:gd name="connsiteX140" fmla="*/ 208778 w 310082"/>
              <a:gd name="connsiteY140" fmla="*/ 385228 h 397991"/>
              <a:gd name="connsiteX141" fmla="*/ 159738 w 310082"/>
              <a:gd name="connsiteY141" fmla="*/ 280548 h 397991"/>
              <a:gd name="connsiteX142" fmla="*/ 151960 w 310082"/>
              <a:gd name="connsiteY142" fmla="*/ 272738 h 397991"/>
              <a:gd name="connsiteX143" fmla="*/ 159738 w 310082"/>
              <a:gd name="connsiteY143" fmla="*/ 264927 h 397991"/>
              <a:gd name="connsiteX144" fmla="*/ 167516 w 310082"/>
              <a:gd name="connsiteY144" fmla="*/ 272738 h 397991"/>
              <a:gd name="connsiteX145" fmla="*/ 159738 w 310082"/>
              <a:gd name="connsiteY145" fmla="*/ 280548 h 397991"/>
              <a:gd name="connsiteX146" fmla="*/ 180511 w 310082"/>
              <a:gd name="connsiteY146" fmla="*/ 331031 h 397991"/>
              <a:gd name="connsiteX147" fmla="*/ 172733 w 310082"/>
              <a:gd name="connsiteY147" fmla="*/ 338841 h 397991"/>
              <a:gd name="connsiteX148" fmla="*/ 164955 w 310082"/>
              <a:gd name="connsiteY148" fmla="*/ 331031 h 397991"/>
              <a:gd name="connsiteX149" fmla="*/ 172733 w 310082"/>
              <a:gd name="connsiteY149" fmla="*/ 323220 h 397991"/>
              <a:gd name="connsiteX150" fmla="*/ 180511 w 310082"/>
              <a:gd name="connsiteY150" fmla="*/ 331031 h 397991"/>
              <a:gd name="connsiteX151" fmla="*/ 249091 w 310082"/>
              <a:gd name="connsiteY151" fmla="*/ 272738 h 397991"/>
              <a:gd name="connsiteX152" fmla="*/ 241313 w 310082"/>
              <a:gd name="connsiteY152" fmla="*/ 280548 h 397991"/>
              <a:gd name="connsiteX153" fmla="*/ 233535 w 310082"/>
              <a:gd name="connsiteY153" fmla="*/ 272738 h 397991"/>
              <a:gd name="connsiteX154" fmla="*/ 241313 w 310082"/>
              <a:gd name="connsiteY154" fmla="*/ 264927 h 397991"/>
              <a:gd name="connsiteX155" fmla="*/ 249091 w 310082"/>
              <a:gd name="connsiteY155" fmla="*/ 272738 h 397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310082" h="397991">
                <a:moveTo>
                  <a:pt x="299648" y="59949"/>
                </a:moveTo>
                <a:cubicBezTo>
                  <a:pt x="293009" y="54615"/>
                  <a:pt x="284377" y="52615"/>
                  <a:pt x="276219" y="54520"/>
                </a:cubicBezTo>
                <a:cubicBezTo>
                  <a:pt x="264268" y="57282"/>
                  <a:pt x="255541" y="68712"/>
                  <a:pt x="255541" y="81761"/>
                </a:cubicBezTo>
                <a:lnTo>
                  <a:pt x="255541" y="203491"/>
                </a:lnTo>
                <a:lnTo>
                  <a:pt x="252031" y="203491"/>
                </a:lnTo>
                <a:lnTo>
                  <a:pt x="252031" y="44042"/>
                </a:lnTo>
                <a:cubicBezTo>
                  <a:pt x="252031" y="30707"/>
                  <a:pt x="242925" y="19277"/>
                  <a:pt x="230499" y="16896"/>
                </a:cubicBezTo>
                <a:cubicBezTo>
                  <a:pt x="222531" y="15372"/>
                  <a:pt x="214374" y="17373"/>
                  <a:pt x="208208" y="22516"/>
                </a:cubicBezTo>
                <a:cubicBezTo>
                  <a:pt x="202043" y="27659"/>
                  <a:pt x="198438" y="35184"/>
                  <a:pt x="198438" y="43280"/>
                </a:cubicBezTo>
                <a:lnTo>
                  <a:pt x="198438" y="203491"/>
                </a:lnTo>
                <a:lnTo>
                  <a:pt x="194929" y="203491"/>
                </a:lnTo>
                <a:lnTo>
                  <a:pt x="194929" y="28040"/>
                </a:lnTo>
                <a:cubicBezTo>
                  <a:pt x="194929" y="13086"/>
                  <a:pt x="183831" y="799"/>
                  <a:pt x="169603" y="37"/>
                </a:cubicBezTo>
                <a:cubicBezTo>
                  <a:pt x="162204" y="-344"/>
                  <a:pt x="155090" y="2228"/>
                  <a:pt x="149778" y="7371"/>
                </a:cubicBezTo>
                <a:cubicBezTo>
                  <a:pt x="144466" y="12419"/>
                  <a:pt x="141431" y="19563"/>
                  <a:pt x="141431" y="26898"/>
                </a:cubicBezTo>
                <a:lnTo>
                  <a:pt x="141431" y="203491"/>
                </a:lnTo>
                <a:lnTo>
                  <a:pt x="137921" y="203491"/>
                </a:lnTo>
                <a:lnTo>
                  <a:pt x="137921" y="58330"/>
                </a:lnTo>
                <a:cubicBezTo>
                  <a:pt x="137921" y="43376"/>
                  <a:pt x="126823" y="31088"/>
                  <a:pt x="112595" y="30326"/>
                </a:cubicBezTo>
                <a:cubicBezTo>
                  <a:pt x="105196" y="29946"/>
                  <a:pt x="98082" y="32517"/>
                  <a:pt x="92770" y="37661"/>
                </a:cubicBezTo>
                <a:cubicBezTo>
                  <a:pt x="87458" y="42709"/>
                  <a:pt x="84423" y="49853"/>
                  <a:pt x="84423" y="57187"/>
                </a:cubicBezTo>
                <a:lnTo>
                  <a:pt x="84707" y="230828"/>
                </a:lnTo>
                <a:lnTo>
                  <a:pt x="51603" y="196633"/>
                </a:lnTo>
                <a:cubicBezTo>
                  <a:pt x="46007" y="190823"/>
                  <a:pt x="38513" y="187584"/>
                  <a:pt x="30451" y="187489"/>
                </a:cubicBezTo>
                <a:cubicBezTo>
                  <a:pt x="22388" y="187489"/>
                  <a:pt x="14799" y="190442"/>
                  <a:pt x="9108" y="196061"/>
                </a:cubicBezTo>
                <a:cubicBezTo>
                  <a:pt x="3322" y="201681"/>
                  <a:pt x="97" y="209206"/>
                  <a:pt x="2" y="217302"/>
                </a:cubicBezTo>
                <a:cubicBezTo>
                  <a:pt x="-93" y="225399"/>
                  <a:pt x="2943" y="233018"/>
                  <a:pt x="8539" y="238734"/>
                </a:cubicBezTo>
                <a:lnTo>
                  <a:pt x="87838" y="320649"/>
                </a:lnTo>
                <a:cubicBezTo>
                  <a:pt x="98651" y="365035"/>
                  <a:pt x="138490" y="397991"/>
                  <a:pt x="185918" y="397991"/>
                </a:cubicBezTo>
                <a:lnTo>
                  <a:pt x="208967" y="397991"/>
                </a:lnTo>
                <a:cubicBezTo>
                  <a:pt x="264742" y="397991"/>
                  <a:pt x="310082" y="352462"/>
                  <a:pt x="310082" y="296455"/>
                </a:cubicBezTo>
                <a:lnTo>
                  <a:pt x="310082" y="80619"/>
                </a:lnTo>
                <a:cubicBezTo>
                  <a:pt x="310082" y="72617"/>
                  <a:pt x="306383" y="64998"/>
                  <a:pt x="299933" y="59854"/>
                </a:cubicBezTo>
                <a:close/>
                <a:moveTo>
                  <a:pt x="279065" y="66902"/>
                </a:moveTo>
                <a:cubicBezTo>
                  <a:pt x="283523" y="65855"/>
                  <a:pt x="288171" y="66902"/>
                  <a:pt x="291775" y="69855"/>
                </a:cubicBezTo>
                <a:cubicBezTo>
                  <a:pt x="295190" y="72617"/>
                  <a:pt x="297182" y="76523"/>
                  <a:pt x="297182" y="80714"/>
                </a:cubicBezTo>
                <a:lnTo>
                  <a:pt x="297182" y="115766"/>
                </a:lnTo>
                <a:lnTo>
                  <a:pt x="268157" y="115766"/>
                </a:lnTo>
                <a:lnTo>
                  <a:pt x="268157" y="81761"/>
                </a:lnTo>
                <a:cubicBezTo>
                  <a:pt x="268157" y="74618"/>
                  <a:pt x="272710" y="68331"/>
                  <a:pt x="278970" y="66902"/>
                </a:cubicBezTo>
                <a:close/>
                <a:moveTo>
                  <a:pt x="297182" y="126720"/>
                </a:moveTo>
                <a:lnTo>
                  <a:pt x="297182" y="169582"/>
                </a:lnTo>
                <a:lnTo>
                  <a:pt x="268157" y="169582"/>
                </a:lnTo>
                <a:lnTo>
                  <a:pt x="268157" y="126720"/>
                </a:lnTo>
                <a:lnTo>
                  <a:pt x="297182" y="126720"/>
                </a:lnTo>
                <a:close/>
                <a:moveTo>
                  <a:pt x="239321" y="144436"/>
                </a:moveTo>
                <a:lnTo>
                  <a:pt x="211054" y="144436"/>
                </a:lnTo>
                <a:lnTo>
                  <a:pt x="211054" y="101574"/>
                </a:lnTo>
                <a:lnTo>
                  <a:pt x="239321" y="101574"/>
                </a:lnTo>
                <a:lnTo>
                  <a:pt x="239321" y="144436"/>
                </a:lnTo>
                <a:close/>
                <a:moveTo>
                  <a:pt x="216176" y="32327"/>
                </a:moveTo>
                <a:cubicBezTo>
                  <a:pt x="219496" y="29564"/>
                  <a:pt x="223670" y="28517"/>
                  <a:pt x="228033" y="29374"/>
                </a:cubicBezTo>
                <a:cubicBezTo>
                  <a:pt x="234483" y="30612"/>
                  <a:pt x="239321" y="36899"/>
                  <a:pt x="239321" y="44042"/>
                </a:cubicBezTo>
                <a:lnTo>
                  <a:pt x="239321" y="90524"/>
                </a:lnTo>
                <a:lnTo>
                  <a:pt x="211054" y="90524"/>
                </a:lnTo>
                <a:lnTo>
                  <a:pt x="211054" y="43280"/>
                </a:lnTo>
                <a:cubicBezTo>
                  <a:pt x="211054" y="38994"/>
                  <a:pt x="212951" y="35089"/>
                  <a:pt x="216176" y="32327"/>
                </a:cubicBezTo>
                <a:close/>
                <a:moveTo>
                  <a:pt x="182218" y="120624"/>
                </a:moveTo>
                <a:lnTo>
                  <a:pt x="153951" y="120624"/>
                </a:lnTo>
                <a:lnTo>
                  <a:pt x="153951" y="77761"/>
                </a:lnTo>
                <a:lnTo>
                  <a:pt x="182218" y="77761"/>
                </a:lnTo>
                <a:lnTo>
                  <a:pt x="182218" y="120624"/>
                </a:lnTo>
                <a:close/>
                <a:moveTo>
                  <a:pt x="158410" y="16610"/>
                </a:moveTo>
                <a:cubicBezTo>
                  <a:pt x="161255" y="13943"/>
                  <a:pt x="164955" y="12515"/>
                  <a:pt x="168938" y="12705"/>
                </a:cubicBezTo>
                <a:cubicBezTo>
                  <a:pt x="176337" y="13086"/>
                  <a:pt x="182313" y="19944"/>
                  <a:pt x="182313" y="28040"/>
                </a:cubicBezTo>
                <a:lnTo>
                  <a:pt x="182313" y="66712"/>
                </a:lnTo>
                <a:lnTo>
                  <a:pt x="154046" y="66712"/>
                </a:lnTo>
                <a:lnTo>
                  <a:pt x="154046" y="26898"/>
                </a:lnTo>
                <a:cubicBezTo>
                  <a:pt x="154046" y="22992"/>
                  <a:pt x="155659" y="19277"/>
                  <a:pt x="158410" y="16610"/>
                </a:cubicBezTo>
                <a:close/>
                <a:moveTo>
                  <a:pt x="125116" y="169677"/>
                </a:moveTo>
                <a:lnTo>
                  <a:pt x="97039" y="169677"/>
                </a:lnTo>
                <a:lnTo>
                  <a:pt x="97039" y="126815"/>
                </a:lnTo>
                <a:cubicBezTo>
                  <a:pt x="97039" y="126815"/>
                  <a:pt x="125116" y="126815"/>
                  <a:pt x="125116" y="126815"/>
                </a:cubicBezTo>
                <a:lnTo>
                  <a:pt x="125116" y="169677"/>
                </a:lnTo>
                <a:close/>
                <a:moveTo>
                  <a:pt x="101212" y="46900"/>
                </a:moveTo>
                <a:cubicBezTo>
                  <a:pt x="103868" y="44328"/>
                  <a:pt x="107283" y="42995"/>
                  <a:pt x="110982" y="42995"/>
                </a:cubicBezTo>
                <a:cubicBezTo>
                  <a:pt x="111267" y="42995"/>
                  <a:pt x="111457" y="42995"/>
                  <a:pt x="111741" y="42995"/>
                </a:cubicBezTo>
                <a:cubicBezTo>
                  <a:pt x="119140" y="43376"/>
                  <a:pt x="125116" y="50234"/>
                  <a:pt x="125116" y="58330"/>
                </a:cubicBezTo>
                <a:lnTo>
                  <a:pt x="125116" y="115766"/>
                </a:lnTo>
                <a:lnTo>
                  <a:pt x="96944" y="115766"/>
                </a:lnTo>
                <a:lnTo>
                  <a:pt x="96944" y="57187"/>
                </a:lnTo>
                <a:cubicBezTo>
                  <a:pt x="96849" y="53282"/>
                  <a:pt x="98367" y="49567"/>
                  <a:pt x="101212" y="46900"/>
                </a:cubicBezTo>
                <a:close/>
                <a:moveTo>
                  <a:pt x="10721" y="217397"/>
                </a:moveTo>
                <a:cubicBezTo>
                  <a:pt x="10721" y="212254"/>
                  <a:pt x="12808" y="207491"/>
                  <a:pt x="16507" y="203967"/>
                </a:cubicBezTo>
                <a:cubicBezTo>
                  <a:pt x="20206" y="200443"/>
                  <a:pt x="24949" y="198443"/>
                  <a:pt x="30071" y="198538"/>
                </a:cubicBezTo>
                <a:cubicBezTo>
                  <a:pt x="35193" y="198538"/>
                  <a:pt x="39936" y="200634"/>
                  <a:pt x="43446" y="204348"/>
                </a:cubicBezTo>
                <a:lnTo>
                  <a:pt x="78826" y="240829"/>
                </a:lnTo>
                <a:lnTo>
                  <a:pt x="53690" y="269880"/>
                </a:lnTo>
                <a:lnTo>
                  <a:pt x="16128" y="231018"/>
                </a:lnTo>
                <a:cubicBezTo>
                  <a:pt x="12618" y="227303"/>
                  <a:pt x="10626" y="222541"/>
                  <a:pt x="10721" y="217397"/>
                </a:cubicBezTo>
                <a:close/>
                <a:moveTo>
                  <a:pt x="61468" y="277786"/>
                </a:moveTo>
                <a:lnTo>
                  <a:pt x="84613" y="251021"/>
                </a:lnTo>
                <a:lnTo>
                  <a:pt x="84613" y="296645"/>
                </a:lnTo>
                <a:cubicBezTo>
                  <a:pt x="84613" y="298455"/>
                  <a:pt x="84897" y="300170"/>
                  <a:pt x="84992" y="301980"/>
                </a:cubicBezTo>
                <a:lnTo>
                  <a:pt x="61563" y="277786"/>
                </a:lnTo>
                <a:close/>
                <a:moveTo>
                  <a:pt x="208778" y="385323"/>
                </a:moveTo>
                <a:lnTo>
                  <a:pt x="185728" y="385323"/>
                </a:lnTo>
                <a:cubicBezTo>
                  <a:pt x="145604" y="385323"/>
                  <a:pt x="111646" y="358272"/>
                  <a:pt x="100928" y="321315"/>
                </a:cubicBezTo>
                <a:lnTo>
                  <a:pt x="134032" y="321315"/>
                </a:lnTo>
                <a:lnTo>
                  <a:pt x="159738" y="291502"/>
                </a:lnTo>
                <a:cubicBezTo>
                  <a:pt x="159738" y="291502"/>
                  <a:pt x="159738" y="291502"/>
                  <a:pt x="159738" y="291502"/>
                </a:cubicBezTo>
                <a:cubicBezTo>
                  <a:pt x="170077" y="291502"/>
                  <a:pt x="178424" y="283025"/>
                  <a:pt x="178424" y="272738"/>
                </a:cubicBezTo>
                <a:cubicBezTo>
                  <a:pt x="178424" y="262451"/>
                  <a:pt x="169982" y="253974"/>
                  <a:pt x="159738" y="253974"/>
                </a:cubicBezTo>
                <a:cubicBezTo>
                  <a:pt x="149493" y="253974"/>
                  <a:pt x="141051" y="262355"/>
                  <a:pt x="141051" y="272738"/>
                </a:cubicBezTo>
                <a:cubicBezTo>
                  <a:pt x="141051" y="278262"/>
                  <a:pt x="143423" y="283120"/>
                  <a:pt x="147217" y="286549"/>
                </a:cubicBezTo>
                <a:lnTo>
                  <a:pt x="128246" y="308552"/>
                </a:lnTo>
                <a:lnTo>
                  <a:pt x="98177" y="308552"/>
                </a:lnTo>
                <a:cubicBezTo>
                  <a:pt x="97608" y="304647"/>
                  <a:pt x="97228" y="300646"/>
                  <a:pt x="97228" y="296645"/>
                </a:cubicBezTo>
                <a:lnTo>
                  <a:pt x="97039" y="180631"/>
                </a:lnTo>
                <a:lnTo>
                  <a:pt x="125116" y="180631"/>
                </a:lnTo>
                <a:lnTo>
                  <a:pt x="125116" y="216159"/>
                </a:lnTo>
                <a:lnTo>
                  <a:pt x="153951" y="216159"/>
                </a:lnTo>
                <a:lnTo>
                  <a:pt x="153951" y="131577"/>
                </a:lnTo>
                <a:lnTo>
                  <a:pt x="182218" y="131577"/>
                </a:lnTo>
                <a:lnTo>
                  <a:pt x="182218" y="216159"/>
                </a:lnTo>
                <a:lnTo>
                  <a:pt x="198438" y="216159"/>
                </a:lnTo>
                <a:lnTo>
                  <a:pt x="198438" y="283691"/>
                </a:lnTo>
                <a:lnTo>
                  <a:pt x="174345" y="312457"/>
                </a:lnTo>
                <a:cubicBezTo>
                  <a:pt x="173776" y="312457"/>
                  <a:pt x="173302" y="312266"/>
                  <a:pt x="172828" y="312266"/>
                </a:cubicBezTo>
                <a:cubicBezTo>
                  <a:pt x="162488" y="312266"/>
                  <a:pt x="154141" y="320649"/>
                  <a:pt x="154141" y="331031"/>
                </a:cubicBezTo>
                <a:cubicBezTo>
                  <a:pt x="154141" y="341413"/>
                  <a:pt x="162488" y="349795"/>
                  <a:pt x="172828" y="349795"/>
                </a:cubicBezTo>
                <a:cubicBezTo>
                  <a:pt x="183167" y="349795"/>
                  <a:pt x="191514" y="341318"/>
                  <a:pt x="191514" y="331031"/>
                </a:cubicBezTo>
                <a:cubicBezTo>
                  <a:pt x="191514" y="325982"/>
                  <a:pt x="189522" y="321411"/>
                  <a:pt x="186202" y="317982"/>
                </a:cubicBezTo>
                <a:lnTo>
                  <a:pt x="211054" y="288264"/>
                </a:lnTo>
                <a:lnTo>
                  <a:pt x="211054" y="209778"/>
                </a:lnTo>
                <a:lnTo>
                  <a:pt x="211054" y="209778"/>
                </a:lnTo>
                <a:lnTo>
                  <a:pt x="211054" y="155390"/>
                </a:lnTo>
                <a:lnTo>
                  <a:pt x="239321" y="155390"/>
                </a:lnTo>
                <a:lnTo>
                  <a:pt x="239321" y="216159"/>
                </a:lnTo>
                <a:lnTo>
                  <a:pt x="268157" y="216159"/>
                </a:lnTo>
                <a:lnTo>
                  <a:pt x="268157" y="180631"/>
                </a:lnTo>
                <a:lnTo>
                  <a:pt x="297182" y="180631"/>
                </a:lnTo>
                <a:lnTo>
                  <a:pt x="297182" y="265784"/>
                </a:lnTo>
                <a:lnTo>
                  <a:pt x="258671" y="265784"/>
                </a:lnTo>
                <a:cubicBezTo>
                  <a:pt x="255920" y="258831"/>
                  <a:pt x="249186" y="253974"/>
                  <a:pt x="241313" y="253974"/>
                </a:cubicBezTo>
                <a:cubicBezTo>
                  <a:pt x="230974" y="253974"/>
                  <a:pt x="222626" y="262355"/>
                  <a:pt x="222626" y="272738"/>
                </a:cubicBezTo>
                <a:cubicBezTo>
                  <a:pt x="222626" y="283120"/>
                  <a:pt x="230974" y="291502"/>
                  <a:pt x="241313" y="291502"/>
                </a:cubicBezTo>
                <a:cubicBezTo>
                  <a:pt x="249660" y="291502"/>
                  <a:pt x="256584" y="285978"/>
                  <a:pt x="259051" y="278453"/>
                </a:cubicBezTo>
                <a:lnTo>
                  <a:pt x="297182" y="278453"/>
                </a:lnTo>
                <a:lnTo>
                  <a:pt x="297182" y="296455"/>
                </a:lnTo>
                <a:cubicBezTo>
                  <a:pt x="297182" y="345414"/>
                  <a:pt x="257533" y="385228"/>
                  <a:pt x="208778" y="385228"/>
                </a:cubicBezTo>
                <a:close/>
                <a:moveTo>
                  <a:pt x="159738" y="280548"/>
                </a:moveTo>
                <a:cubicBezTo>
                  <a:pt x="155469" y="280548"/>
                  <a:pt x="151960" y="277024"/>
                  <a:pt x="151960" y="272738"/>
                </a:cubicBezTo>
                <a:cubicBezTo>
                  <a:pt x="151960" y="268451"/>
                  <a:pt x="155469" y="264927"/>
                  <a:pt x="159738" y="264927"/>
                </a:cubicBezTo>
                <a:cubicBezTo>
                  <a:pt x="164006" y="264927"/>
                  <a:pt x="167516" y="268451"/>
                  <a:pt x="167516" y="272738"/>
                </a:cubicBezTo>
                <a:cubicBezTo>
                  <a:pt x="167516" y="277024"/>
                  <a:pt x="164006" y="280548"/>
                  <a:pt x="159738" y="280548"/>
                </a:cubicBezTo>
                <a:close/>
                <a:moveTo>
                  <a:pt x="180511" y="331031"/>
                </a:moveTo>
                <a:cubicBezTo>
                  <a:pt x="180511" y="335317"/>
                  <a:pt x="177001" y="338841"/>
                  <a:pt x="172733" y="338841"/>
                </a:cubicBezTo>
                <a:cubicBezTo>
                  <a:pt x="168464" y="338841"/>
                  <a:pt x="164955" y="335317"/>
                  <a:pt x="164955" y="331031"/>
                </a:cubicBezTo>
                <a:cubicBezTo>
                  <a:pt x="164955" y="326745"/>
                  <a:pt x="168464" y="323220"/>
                  <a:pt x="172733" y="323220"/>
                </a:cubicBezTo>
                <a:cubicBezTo>
                  <a:pt x="177001" y="323220"/>
                  <a:pt x="180511" y="326745"/>
                  <a:pt x="180511" y="331031"/>
                </a:cubicBezTo>
                <a:close/>
                <a:moveTo>
                  <a:pt x="249091" y="272738"/>
                </a:moveTo>
                <a:cubicBezTo>
                  <a:pt x="249091" y="277024"/>
                  <a:pt x="245581" y="280548"/>
                  <a:pt x="241313" y="280548"/>
                </a:cubicBezTo>
                <a:cubicBezTo>
                  <a:pt x="237044" y="280548"/>
                  <a:pt x="233535" y="277024"/>
                  <a:pt x="233535" y="272738"/>
                </a:cubicBezTo>
                <a:cubicBezTo>
                  <a:pt x="233535" y="268451"/>
                  <a:pt x="237044" y="264927"/>
                  <a:pt x="241313" y="264927"/>
                </a:cubicBezTo>
                <a:cubicBezTo>
                  <a:pt x="245581" y="264927"/>
                  <a:pt x="249091" y="268451"/>
                  <a:pt x="249091" y="27273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0" name="Graphic 207">
            <a:extLst>
              <a:ext uri="{FF2B5EF4-FFF2-40B4-BE49-F238E27FC236}">
                <a16:creationId xmlns:a16="http://schemas.microsoft.com/office/drawing/2014/main" id="{B2A1140A-A3CE-3597-7068-39C60E038420}"/>
              </a:ext>
            </a:extLst>
          </p:cNvPr>
          <p:cNvSpPr/>
          <p:nvPr/>
        </p:nvSpPr>
        <p:spPr>
          <a:xfrm>
            <a:off x="6266504" y="2803490"/>
            <a:ext cx="410243" cy="526548"/>
          </a:xfrm>
          <a:custGeom>
            <a:avLst/>
            <a:gdLst>
              <a:gd name="connsiteX0" fmla="*/ 299648 w 310082"/>
              <a:gd name="connsiteY0" fmla="*/ 59949 h 397991"/>
              <a:gd name="connsiteX1" fmla="*/ 276219 w 310082"/>
              <a:gd name="connsiteY1" fmla="*/ 54520 h 397991"/>
              <a:gd name="connsiteX2" fmla="*/ 255541 w 310082"/>
              <a:gd name="connsiteY2" fmla="*/ 81761 h 397991"/>
              <a:gd name="connsiteX3" fmla="*/ 255541 w 310082"/>
              <a:gd name="connsiteY3" fmla="*/ 203491 h 397991"/>
              <a:gd name="connsiteX4" fmla="*/ 252031 w 310082"/>
              <a:gd name="connsiteY4" fmla="*/ 203491 h 397991"/>
              <a:gd name="connsiteX5" fmla="*/ 252031 w 310082"/>
              <a:gd name="connsiteY5" fmla="*/ 44042 h 397991"/>
              <a:gd name="connsiteX6" fmla="*/ 230499 w 310082"/>
              <a:gd name="connsiteY6" fmla="*/ 16896 h 397991"/>
              <a:gd name="connsiteX7" fmla="*/ 208208 w 310082"/>
              <a:gd name="connsiteY7" fmla="*/ 22516 h 397991"/>
              <a:gd name="connsiteX8" fmla="*/ 198438 w 310082"/>
              <a:gd name="connsiteY8" fmla="*/ 43280 h 397991"/>
              <a:gd name="connsiteX9" fmla="*/ 198438 w 310082"/>
              <a:gd name="connsiteY9" fmla="*/ 203491 h 397991"/>
              <a:gd name="connsiteX10" fmla="*/ 194929 w 310082"/>
              <a:gd name="connsiteY10" fmla="*/ 203491 h 397991"/>
              <a:gd name="connsiteX11" fmla="*/ 194929 w 310082"/>
              <a:gd name="connsiteY11" fmla="*/ 28040 h 397991"/>
              <a:gd name="connsiteX12" fmla="*/ 169603 w 310082"/>
              <a:gd name="connsiteY12" fmla="*/ 37 h 397991"/>
              <a:gd name="connsiteX13" fmla="*/ 149778 w 310082"/>
              <a:gd name="connsiteY13" fmla="*/ 7371 h 397991"/>
              <a:gd name="connsiteX14" fmla="*/ 141431 w 310082"/>
              <a:gd name="connsiteY14" fmla="*/ 26898 h 397991"/>
              <a:gd name="connsiteX15" fmla="*/ 141431 w 310082"/>
              <a:gd name="connsiteY15" fmla="*/ 203491 h 397991"/>
              <a:gd name="connsiteX16" fmla="*/ 137921 w 310082"/>
              <a:gd name="connsiteY16" fmla="*/ 203491 h 397991"/>
              <a:gd name="connsiteX17" fmla="*/ 137921 w 310082"/>
              <a:gd name="connsiteY17" fmla="*/ 58330 h 397991"/>
              <a:gd name="connsiteX18" fmla="*/ 112595 w 310082"/>
              <a:gd name="connsiteY18" fmla="*/ 30326 h 397991"/>
              <a:gd name="connsiteX19" fmla="*/ 92770 w 310082"/>
              <a:gd name="connsiteY19" fmla="*/ 37661 h 397991"/>
              <a:gd name="connsiteX20" fmla="*/ 84423 w 310082"/>
              <a:gd name="connsiteY20" fmla="*/ 57187 h 397991"/>
              <a:gd name="connsiteX21" fmla="*/ 84707 w 310082"/>
              <a:gd name="connsiteY21" fmla="*/ 230828 h 397991"/>
              <a:gd name="connsiteX22" fmla="*/ 51603 w 310082"/>
              <a:gd name="connsiteY22" fmla="*/ 196633 h 397991"/>
              <a:gd name="connsiteX23" fmla="*/ 30451 w 310082"/>
              <a:gd name="connsiteY23" fmla="*/ 187489 h 397991"/>
              <a:gd name="connsiteX24" fmla="*/ 9108 w 310082"/>
              <a:gd name="connsiteY24" fmla="*/ 196061 h 397991"/>
              <a:gd name="connsiteX25" fmla="*/ 2 w 310082"/>
              <a:gd name="connsiteY25" fmla="*/ 217302 h 397991"/>
              <a:gd name="connsiteX26" fmla="*/ 8539 w 310082"/>
              <a:gd name="connsiteY26" fmla="*/ 238734 h 397991"/>
              <a:gd name="connsiteX27" fmla="*/ 87838 w 310082"/>
              <a:gd name="connsiteY27" fmla="*/ 320649 h 397991"/>
              <a:gd name="connsiteX28" fmla="*/ 185918 w 310082"/>
              <a:gd name="connsiteY28" fmla="*/ 397991 h 397991"/>
              <a:gd name="connsiteX29" fmla="*/ 208967 w 310082"/>
              <a:gd name="connsiteY29" fmla="*/ 397991 h 397991"/>
              <a:gd name="connsiteX30" fmla="*/ 310082 w 310082"/>
              <a:gd name="connsiteY30" fmla="*/ 296455 h 397991"/>
              <a:gd name="connsiteX31" fmla="*/ 310082 w 310082"/>
              <a:gd name="connsiteY31" fmla="*/ 80619 h 397991"/>
              <a:gd name="connsiteX32" fmla="*/ 299933 w 310082"/>
              <a:gd name="connsiteY32" fmla="*/ 59854 h 397991"/>
              <a:gd name="connsiteX33" fmla="*/ 279065 w 310082"/>
              <a:gd name="connsiteY33" fmla="*/ 66902 h 397991"/>
              <a:gd name="connsiteX34" fmla="*/ 291775 w 310082"/>
              <a:gd name="connsiteY34" fmla="*/ 69855 h 397991"/>
              <a:gd name="connsiteX35" fmla="*/ 297182 w 310082"/>
              <a:gd name="connsiteY35" fmla="*/ 80714 h 397991"/>
              <a:gd name="connsiteX36" fmla="*/ 297182 w 310082"/>
              <a:gd name="connsiteY36" fmla="*/ 115766 h 397991"/>
              <a:gd name="connsiteX37" fmla="*/ 268157 w 310082"/>
              <a:gd name="connsiteY37" fmla="*/ 115766 h 397991"/>
              <a:gd name="connsiteX38" fmla="*/ 268157 w 310082"/>
              <a:gd name="connsiteY38" fmla="*/ 81761 h 397991"/>
              <a:gd name="connsiteX39" fmla="*/ 278970 w 310082"/>
              <a:gd name="connsiteY39" fmla="*/ 66902 h 397991"/>
              <a:gd name="connsiteX40" fmla="*/ 297182 w 310082"/>
              <a:gd name="connsiteY40" fmla="*/ 126720 h 397991"/>
              <a:gd name="connsiteX41" fmla="*/ 297182 w 310082"/>
              <a:gd name="connsiteY41" fmla="*/ 169582 h 397991"/>
              <a:gd name="connsiteX42" fmla="*/ 268157 w 310082"/>
              <a:gd name="connsiteY42" fmla="*/ 169582 h 397991"/>
              <a:gd name="connsiteX43" fmla="*/ 268157 w 310082"/>
              <a:gd name="connsiteY43" fmla="*/ 126720 h 397991"/>
              <a:gd name="connsiteX44" fmla="*/ 297182 w 310082"/>
              <a:gd name="connsiteY44" fmla="*/ 126720 h 397991"/>
              <a:gd name="connsiteX45" fmla="*/ 239321 w 310082"/>
              <a:gd name="connsiteY45" fmla="*/ 144436 h 397991"/>
              <a:gd name="connsiteX46" fmla="*/ 211054 w 310082"/>
              <a:gd name="connsiteY46" fmla="*/ 144436 h 397991"/>
              <a:gd name="connsiteX47" fmla="*/ 211054 w 310082"/>
              <a:gd name="connsiteY47" fmla="*/ 101574 h 397991"/>
              <a:gd name="connsiteX48" fmla="*/ 239321 w 310082"/>
              <a:gd name="connsiteY48" fmla="*/ 101574 h 397991"/>
              <a:gd name="connsiteX49" fmla="*/ 239321 w 310082"/>
              <a:gd name="connsiteY49" fmla="*/ 144436 h 397991"/>
              <a:gd name="connsiteX50" fmla="*/ 216176 w 310082"/>
              <a:gd name="connsiteY50" fmla="*/ 32327 h 397991"/>
              <a:gd name="connsiteX51" fmla="*/ 228033 w 310082"/>
              <a:gd name="connsiteY51" fmla="*/ 29374 h 397991"/>
              <a:gd name="connsiteX52" fmla="*/ 239321 w 310082"/>
              <a:gd name="connsiteY52" fmla="*/ 44042 h 397991"/>
              <a:gd name="connsiteX53" fmla="*/ 239321 w 310082"/>
              <a:gd name="connsiteY53" fmla="*/ 90524 h 397991"/>
              <a:gd name="connsiteX54" fmla="*/ 211054 w 310082"/>
              <a:gd name="connsiteY54" fmla="*/ 90524 h 397991"/>
              <a:gd name="connsiteX55" fmla="*/ 211054 w 310082"/>
              <a:gd name="connsiteY55" fmla="*/ 43280 h 397991"/>
              <a:gd name="connsiteX56" fmla="*/ 216176 w 310082"/>
              <a:gd name="connsiteY56" fmla="*/ 32327 h 397991"/>
              <a:gd name="connsiteX57" fmla="*/ 182218 w 310082"/>
              <a:gd name="connsiteY57" fmla="*/ 120624 h 397991"/>
              <a:gd name="connsiteX58" fmla="*/ 153951 w 310082"/>
              <a:gd name="connsiteY58" fmla="*/ 120624 h 397991"/>
              <a:gd name="connsiteX59" fmla="*/ 153951 w 310082"/>
              <a:gd name="connsiteY59" fmla="*/ 77761 h 397991"/>
              <a:gd name="connsiteX60" fmla="*/ 182218 w 310082"/>
              <a:gd name="connsiteY60" fmla="*/ 77761 h 397991"/>
              <a:gd name="connsiteX61" fmla="*/ 182218 w 310082"/>
              <a:gd name="connsiteY61" fmla="*/ 120624 h 397991"/>
              <a:gd name="connsiteX62" fmla="*/ 158410 w 310082"/>
              <a:gd name="connsiteY62" fmla="*/ 16610 h 397991"/>
              <a:gd name="connsiteX63" fmla="*/ 168938 w 310082"/>
              <a:gd name="connsiteY63" fmla="*/ 12705 h 397991"/>
              <a:gd name="connsiteX64" fmla="*/ 182313 w 310082"/>
              <a:gd name="connsiteY64" fmla="*/ 28040 h 397991"/>
              <a:gd name="connsiteX65" fmla="*/ 182313 w 310082"/>
              <a:gd name="connsiteY65" fmla="*/ 66712 h 397991"/>
              <a:gd name="connsiteX66" fmla="*/ 154046 w 310082"/>
              <a:gd name="connsiteY66" fmla="*/ 66712 h 397991"/>
              <a:gd name="connsiteX67" fmla="*/ 154046 w 310082"/>
              <a:gd name="connsiteY67" fmla="*/ 26898 h 397991"/>
              <a:gd name="connsiteX68" fmla="*/ 158410 w 310082"/>
              <a:gd name="connsiteY68" fmla="*/ 16610 h 397991"/>
              <a:gd name="connsiteX69" fmla="*/ 125116 w 310082"/>
              <a:gd name="connsiteY69" fmla="*/ 169677 h 397991"/>
              <a:gd name="connsiteX70" fmla="*/ 97039 w 310082"/>
              <a:gd name="connsiteY70" fmla="*/ 169677 h 397991"/>
              <a:gd name="connsiteX71" fmla="*/ 97039 w 310082"/>
              <a:gd name="connsiteY71" fmla="*/ 126815 h 397991"/>
              <a:gd name="connsiteX72" fmla="*/ 125116 w 310082"/>
              <a:gd name="connsiteY72" fmla="*/ 126815 h 397991"/>
              <a:gd name="connsiteX73" fmla="*/ 125116 w 310082"/>
              <a:gd name="connsiteY73" fmla="*/ 169677 h 397991"/>
              <a:gd name="connsiteX74" fmla="*/ 101212 w 310082"/>
              <a:gd name="connsiteY74" fmla="*/ 46900 h 397991"/>
              <a:gd name="connsiteX75" fmla="*/ 110982 w 310082"/>
              <a:gd name="connsiteY75" fmla="*/ 42995 h 397991"/>
              <a:gd name="connsiteX76" fmla="*/ 111741 w 310082"/>
              <a:gd name="connsiteY76" fmla="*/ 42995 h 397991"/>
              <a:gd name="connsiteX77" fmla="*/ 125116 w 310082"/>
              <a:gd name="connsiteY77" fmla="*/ 58330 h 397991"/>
              <a:gd name="connsiteX78" fmla="*/ 125116 w 310082"/>
              <a:gd name="connsiteY78" fmla="*/ 115766 h 397991"/>
              <a:gd name="connsiteX79" fmla="*/ 96944 w 310082"/>
              <a:gd name="connsiteY79" fmla="*/ 115766 h 397991"/>
              <a:gd name="connsiteX80" fmla="*/ 96944 w 310082"/>
              <a:gd name="connsiteY80" fmla="*/ 57187 h 397991"/>
              <a:gd name="connsiteX81" fmla="*/ 101212 w 310082"/>
              <a:gd name="connsiteY81" fmla="*/ 46900 h 397991"/>
              <a:gd name="connsiteX82" fmla="*/ 10721 w 310082"/>
              <a:gd name="connsiteY82" fmla="*/ 217397 h 397991"/>
              <a:gd name="connsiteX83" fmla="*/ 16507 w 310082"/>
              <a:gd name="connsiteY83" fmla="*/ 203967 h 397991"/>
              <a:gd name="connsiteX84" fmla="*/ 30071 w 310082"/>
              <a:gd name="connsiteY84" fmla="*/ 198538 h 397991"/>
              <a:gd name="connsiteX85" fmla="*/ 43446 w 310082"/>
              <a:gd name="connsiteY85" fmla="*/ 204348 h 397991"/>
              <a:gd name="connsiteX86" fmla="*/ 78826 w 310082"/>
              <a:gd name="connsiteY86" fmla="*/ 240829 h 397991"/>
              <a:gd name="connsiteX87" fmla="*/ 53690 w 310082"/>
              <a:gd name="connsiteY87" fmla="*/ 269880 h 397991"/>
              <a:gd name="connsiteX88" fmla="*/ 16128 w 310082"/>
              <a:gd name="connsiteY88" fmla="*/ 231018 h 397991"/>
              <a:gd name="connsiteX89" fmla="*/ 10721 w 310082"/>
              <a:gd name="connsiteY89" fmla="*/ 217397 h 397991"/>
              <a:gd name="connsiteX90" fmla="*/ 61468 w 310082"/>
              <a:gd name="connsiteY90" fmla="*/ 277786 h 397991"/>
              <a:gd name="connsiteX91" fmla="*/ 84613 w 310082"/>
              <a:gd name="connsiteY91" fmla="*/ 251021 h 397991"/>
              <a:gd name="connsiteX92" fmla="*/ 84613 w 310082"/>
              <a:gd name="connsiteY92" fmla="*/ 296645 h 397991"/>
              <a:gd name="connsiteX93" fmla="*/ 84992 w 310082"/>
              <a:gd name="connsiteY93" fmla="*/ 301980 h 397991"/>
              <a:gd name="connsiteX94" fmla="*/ 61563 w 310082"/>
              <a:gd name="connsiteY94" fmla="*/ 277786 h 397991"/>
              <a:gd name="connsiteX95" fmla="*/ 208778 w 310082"/>
              <a:gd name="connsiteY95" fmla="*/ 385323 h 397991"/>
              <a:gd name="connsiteX96" fmla="*/ 185728 w 310082"/>
              <a:gd name="connsiteY96" fmla="*/ 385323 h 397991"/>
              <a:gd name="connsiteX97" fmla="*/ 100928 w 310082"/>
              <a:gd name="connsiteY97" fmla="*/ 321315 h 397991"/>
              <a:gd name="connsiteX98" fmla="*/ 134032 w 310082"/>
              <a:gd name="connsiteY98" fmla="*/ 321315 h 397991"/>
              <a:gd name="connsiteX99" fmla="*/ 159738 w 310082"/>
              <a:gd name="connsiteY99" fmla="*/ 291502 h 397991"/>
              <a:gd name="connsiteX100" fmla="*/ 159738 w 310082"/>
              <a:gd name="connsiteY100" fmla="*/ 291502 h 397991"/>
              <a:gd name="connsiteX101" fmla="*/ 178424 w 310082"/>
              <a:gd name="connsiteY101" fmla="*/ 272738 h 397991"/>
              <a:gd name="connsiteX102" fmla="*/ 159738 w 310082"/>
              <a:gd name="connsiteY102" fmla="*/ 253974 h 397991"/>
              <a:gd name="connsiteX103" fmla="*/ 141051 w 310082"/>
              <a:gd name="connsiteY103" fmla="*/ 272738 h 397991"/>
              <a:gd name="connsiteX104" fmla="*/ 147217 w 310082"/>
              <a:gd name="connsiteY104" fmla="*/ 286549 h 397991"/>
              <a:gd name="connsiteX105" fmla="*/ 128246 w 310082"/>
              <a:gd name="connsiteY105" fmla="*/ 308552 h 397991"/>
              <a:gd name="connsiteX106" fmla="*/ 98177 w 310082"/>
              <a:gd name="connsiteY106" fmla="*/ 308552 h 397991"/>
              <a:gd name="connsiteX107" fmla="*/ 97228 w 310082"/>
              <a:gd name="connsiteY107" fmla="*/ 296645 h 397991"/>
              <a:gd name="connsiteX108" fmla="*/ 97039 w 310082"/>
              <a:gd name="connsiteY108" fmla="*/ 180631 h 397991"/>
              <a:gd name="connsiteX109" fmla="*/ 125116 w 310082"/>
              <a:gd name="connsiteY109" fmla="*/ 180631 h 397991"/>
              <a:gd name="connsiteX110" fmla="*/ 125116 w 310082"/>
              <a:gd name="connsiteY110" fmla="*/ 216159 h 397991"/>
              <a:gd name="connsiteX111" fmla="*/ 153951 w 310082"/>
              <a:gd name="connsiteY111" fmla="*/ 216159 h 397991"/>
              <a:gd name="connsiteX112" fmla="*/ 153951 w 310082"/>
              <a:gd name="connsiteY112" fmla="*/ 131577 h 397991"/>
              <a:gd name="connsiteX113" fmla="*/ 182218 w 310082"/>
              <a:gd name="connsiteY113" fmla="*/ 131577 h 397991"/>
              <a:gd name="connsiteX114" fmla="*/ 182218 w 310082"/>
              <a:gd name="connsiteY114" fmla="*/ 216159 h 397991"/>
              <a:gd name="connsiteX115" fmla="*/ 198438 w 310082"/>
              <a:gd name="connsiteY115" fmla="*/ 216159 h 397991"/>
              <a:gd name="connsiteX116" fmla="*/ 198438 w 310082"/>
              <a:gd name="connsiteY116" fmla="*/ 283691 h 397991"/>
              <a:gd name="connsiteX117" fmla="*/ 174345 w 310082"/>
              <a:gd name="connsiteY117" fmla="*/ 312457 h 397991"/>
              <a:gd name="connsiteX118" fmla="*/ 172828 w 310082"/>
              <a:gd name="connsiteY118" fmla="*/ 312266 h 397991"/>
              <a:gd name="connsiteX119" fmla="*/ 154141 w 310082"/>
              <a:gd name="connsiteY119" fmla="*/ 331031 h 397991"/>
              <a:gd name="connsiteX120" fmla="*/ 172828 w 310082"/>
              <a:gd name="connsiteY120" fmla="*/ 349795 h 397991"/>
              <a:gd name="connsiteX121" fmla="*/ 191514 w 310082"/>
              <a:gd name="connsiteY121" fmla="*/ 331031 h 397991"/>
              <a:gd name="connsiteX122" fmla="*/ 186202 w 310082"/>
              <a:gd name="connsiteY122" fmla="*/ 317982 h 397991"/>
              <a:gd name="connsiteX123" fmla="*/ 211054 w 310082"/>
              <a:gd name="connsiteY123" fmla="*/ 288264 h 397991"/>
              <a:gd name="connsiteX124" fmla="*/ 211054 w 310082"/>
              <a:gd name="connsiteY124" fmla="*/ 209778 h 397991"/>
              <a:gd name="connsiteX125" fmla="*/ 211054 w 310082"/>
              <a:gd name="connsiteY125" fmla="*/ 209778 h 397991"/>
              <a:gd name="connsiteX126" fmla="*/ 211054 w 310082"/>
              <a:gd name="connsiteY126" fmla="*/ 155390 h 397991"/>
              <a:gd name="connsiteX127" fmla="*/ 239321 w 310082"/>
              <a:gd name="connsiteY127" fmla="*/ 155390 h 397991"/>
              <a:gd name="connsiteX128" fmla="*/ 239321 w 310082"/>
              <a:gd name="connsiteY128" fmla="*/ 216159 h 397991"/>
              <a:gd name="connsiteX129" fmla="*/ 268157 w 310082"/>
              <a:gd name="connsiteY129" fmla="*/ 216159 h 397991"/>
              <a:gd name="connsiteX130" fmla="*/ 268157 w 310082"/>
              <a:gd name="connsiteY130" fmla="*/ 180631 h 397991"/>
              <a:gd name="connsiteX131" fmla="*/ 297182 w 310082"/>
              <a:gd name="connsiteY131" fmla="*/ 180631 h 397991"/>
              <a:gd name="connsiteX132" fmla="*/ 297182 w 310082"/>
              <a:gd name="connsiteY132" fmla="*/ 265784 h 397991"/>
              <a:gd name="connsiteX133" fmla="*/ 258671 w 310082"/>
              <a:gd name="connsiteY133" fmla="*/ 265784 h 397991"/>
              <a:gd name="connsiteX134" fmla="*/ 241313 w 310082"/>
              <a:gd name="connsiteY134" fmla="*/ 253974 h 397991"/>
              <a:gd name="connsiteX135" fmla="*/ 222626 w 310082"/>
              <a:gd name="connsiteY135" fmla="*/ 272738 h 397991"/>
              <a:gd name="connsiteX136" fmla="*/ 241313 w 310082"/>
              <a:gd name="connsiteY136" fmla="*/ 291502 h 397991"/>
              <a:gd name="connsiteX137" fmla="*/ 259051 w 310082"/>
              <a:gd name="connsiteY137" fmla="*/ 278453 h 397991"/>
              <a:gd name="connsiteX138" fmla="*/ 297182 w 310082"/>
              <a:gd name="connsiteY138" fmla="*/ 278453 h 397991"/>
              <a:gd name="connsiteX139" fmla="*/ 297182 w 310082"/>
              <a:gd name="connsiteY139" fmla="*/ 296455 h 397991"/>
              <a:gd name="connsiteX140" fmla="*/ 208778 w 310082"/>
              <a:gd name="connsiteY140" fmla="*/ 385228 h 397991"/>
              <a:gd name="connsiteX141" fmla="*/ 159738 w 310082"/>
              <a:gd name="connsiteY141" fmla="*/ 280548 h 397991"/>
              <a:gd name="connsiteX142" fmla="*/ 151960 w 310082"/>
              <a:gd name="connsiteY142" fmla="*/ 272738 h 397991"/>
              <a:gd name="connsiteX143" fmla="*/ 159738 w 310082"/>
              <a:gd name="connsiteY143" fmla="*/ 264927 h 397991"/>
              <a:gd name="connsiteX144" fmla="*/ 167516 w 310082"/>
              <a:gd name="connsiteY144" fmla="*/ 272738 h 397991"/>
              <a:gd name="connsiteX145" fmla="*/ 159738 w 310082"/>
              <a:gd name="connsiteY145" fmla="*/ 280548 h 397991"/>
              <a:gd name="connsiteX146" fmla="*/ 180511 w 310082"/>
              <a:gd name="connsiteY146" fmla="*/ 331031 h 397991"/>
              <a:gd name="connsiteX147" fmla="*/ 172733 w 310082"/>
              <a:gd name="connsiteY147" fmla="*/ 338841 h 397991"/>
              <a:gd name="connsiteX148" fmla="*/ 164955 w 310082"/>
              <a:gd name="connsiteY148" fmla="*/ 331031 h 397991"/>
              <a:gd name="connsiteX149" fmla="*/ 172733 w 310082"/>
              <a:gd name="connsiteY149" fmla="*/ 323220 h 397991"/>
              <a:gd name="connsiteX150" fmla="*/ 180511 w 310082"/>
              <a:gd name="connsiteY150" fmla="*/ 331031 h 397991"/>
              <a:gd name="connsiteX151" fmla="*/ 249091 w 310082"/>
              <a:gd name="connsiteY151" fmla="*/ 272738 h 397991"/>
              <a:gd name="connsiteX152" fmla="*/ 241313 w 310082"/>
              <a:gd name="connsiteY152" fmla="*/ 280548 h 397991"/>
              <a:gd name="connsiteX153" fmla="*/ 233535 w 310082"/>
              <a:gd name="connsiteY153" fmla="*/ 272738 h 397991"/>
              <a:gd name="connsiteX154" fmla="*/ 241313 w 310082"/>
              <a:gd name="connsiteY154" fmla="*/ 264927 h 397991"/>
              <a:gd name="connsiteX155" fmla="*/ 249091 w 310082"/>
              <a:gd name="connsiteY155" fmla="*/ 272738 h 397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310082" h="397991">
                <a:moveTo>
                  <a:pt x="299648" y="59949"/>
                </a:moveTo>
                <a:cubicBezTo>
                  <a:pt x="293009" y="54615"/>
                  <a:pt x="284377" y="52615"/>
                  <a:pt x="276219" y="54520"/>
                </a:cubicBezTo>
                <a:cubicBezTo>
                  <a:pt x="264268" y="57282"/>
                  <a:pt x="255541" y="68712"/>
                  <a:pt x="255541" y="81761"/>
                </a:cubicBezTo>
                <a:lnTo>
                  <a:pt x="255541" y="203491"/>
                </a:lnTo>
                <a:lnTo>
                  <a:pt x="252031" y="203491"/>
                </a:lnTo>
                <a:lnTo>
                  <a:pt x="252031" y="44042"/>
                </a:lnTo>
                <a:cubicBezTo>
                  <a:pt x="252031" y="30707"/>
                  <a:pt x="242925" y="19277"/>
                  <a:pt x="230499" y="16896"/>
                </a:cubicBezTo>
                <a:cubicBezTo>
                  <a:pt x="222531" y="15372"/>
                  <a:pt x="214374" y="17373"/>
                  <a:pt x="208208" y="22516"/>
                </a:cubicBezTo>
                <a:cubicBezTo>
                  <a:pt x="202043" y="27659"/>
                  <a:pt x="198438" y="35184"/>
                  <a:pt x="198438" y="43280"/>
                </a:cubicBezTo>
                <a:lnTo>
                  <a:pt x="198438" y="203491"/>
                </a:lnTo>
                <a:lnTo>
                  <a:pt x="194929" y="203491"/>
                </a:lnTo>
                <a:lnTo>
                  <a:pt x="194929" y="28040"/>
                </a:lnTo>
                <a:cubicBezTo>
                  <a:pt x="194929" y="13086"/>
                  <a:pt x="183831" y="799"/>
                  <a:pt x="169603" y="37"/>
                </a:cubicBezTo>
                <a:cubicBezTo>
                  <a:pt x="162204" y="-344"/>
                  <a:pt x="155090" y="2228"/>
                  <a:pt x="149778" y="7371"/>
                </a:cubicBezTo>
                <a:cubicBezTo>
                  <a:pt x="144466" y="12419"/>
                  <a:pt x="141431" y="19563"/>
                  <a:pt x="141431" y="26898"/>
                </a:cubicBezTo>
                <a:lnTo>
                  <a:pt x="141431" y="203491"/>
                </a:lnTo>
                <a:lnTo>
                  <a:pt x="137921" y="203491"/>
                </a:lnTo>
                <a:lnTo>
                  <a:pt x="137921" y="58330"/>
                </a:lnTo>
                <a:cubicBezTo>
                  <a:pt x="137921" y="43376"/>
                  <a:pt x="126823" y="31088"/>
                  <a:pt x="112595" y="30326"/>
                </a:cubicBezTo>
                <a:cubicBezTo>
                  <a:pt x="105196" y="29946"/>
                  <a:pt x="98082" y="32517"/>
                  <a:pt x="92770" y="37661"/>
                </a:cubicBezTo>
                <a:cubicBezTo>
                  <a:pt x="87458" y="42709"/>
                  <a:pt x="84423" y="49853"/>
                  <a:pt x="84423" y="57187"/>
                </a:cubicBezTo>
                <a:lnTo>
                  <a:pt x="84707" y="230828"/>
                </a:lnTo>
                <a:lnTo>
                  <a:pt x="51603" y="196633"/>
                </a:lnTo>
                <a:cubicBezTo>
                  <a:pt x="46007" y="190823"/>
                  <a:pt x="38513" y="187584"/>
                  <a:pt x="30451" y="187489"/>
                </a:cubicBezTo>
                <a:cubicBezTo>
                  <a:pt x="22388" y="187489"/>
                  <a:pt x="14799" y="190442"/>
                  <a:pt x="9108" y="196061"/>
                </a:cubicBezTo>
                <a:cubicBezTo>
                  <a:pt x="3322" y="201681"/>
                  <a:pt x="97" y="209206"/>
                  <a:pt x="2" y="217302"/>
                </a:cubicBezTo>
                <a:cubicBezTo>
                  <a:pt x="-93" y="225399"/>
                  <a:pt x="2943" y="233018"/>
                  <a:pt x="8539" y="238734"/>
                </a:cubicBezTo>
                <a:lnTo>
                  <a:pt x="87838" y="320649"/>
                </a:lnTo>
                <a:cubicBezTo>
                  <a:pt x="98651" y="365035"/>
                  <a:pt x="138490" y="397991"/>
                  <a:pt x="185918" y="397991"/>
                </a:cubicBezTo>
                <a:lnTo>
                  <a:pt x="208967" y="397991"/>
                </a:lnTo>
                <a:cubicBezTo>
                  <a:pt x="264742" y="397991"/>
                  <a:pt x="310082" y="352462"/>
                  <a:pt x="310082" y="296455"/>
                </a:cubicBezTo>
                <a:lnTo>
                  <a:pt x="310082" y="80619"/>
                </a:lnTo>
                <a:cubicBezTo>
                  <a:pt x="310082" y="72617"/>
                  <a:pt x="306383" y="64998"/>
                  <a:pt x="299933" y="59854"/>
                </a:cubicBezTo>
                <a:close/>
                <a:moveTo>
                  <a:pt x="279065" y="66902"/>
                </a:moveTo>
                <a:cubicBezTo>
                  <a:pt x="283523" y="65855"/>
                  <a:pt x="288171" y="66902"/>
                  <a:pt x="291775" y="69855"/>
                </a:cubicBezTo>
                <a:cubicBezTo>
                  <a:pt x="295190" y="72617"/>
                  <a:pt x="297182" y="76523"/>
                  <a:pt x="297182" y="80714"/>
                </a:cubicBezTo>
                <a:lnTo>
                  <a:pt x="297182" y="115766"/>
                </a:lnTo>
                <a:lnTo>
                  <a:pt x="268157" y="115766"/>
                </a:lnTo>
                <a:lnTo>
                  <a:pt x="268157" y="81761"/>
                </a:lnTo>
                <a:cubicBezTo>
                  <a:pt x="268157" y="74618"/>
                  <a:pt x="272710" y="68331"/>
                  <a:pt x="278970" y="66902"/>
                </a:cubicBezTo>
                <a:close/>
                <a:moveTo>
                  <a:pt x="297182" y="126720"/>
                </a:moveTo>
                <a:lnTo>
                  <a:pt x="297182" y="169582"/>
                </a:lnTo>
                <a:lnTo>
                  <a:pt x="268157" y="169582"/>
                </a:lnTo>
                <a:lnTo>
                  <a:pt x="268157" y="126720"/>
                </a:lnTo>
                <a:lnTo>
                  <a:pt x="297182" y="126720"/>
                </a:lnTo>
                <a:close/>
                <a:moveTo>
                  <a:pt x="239321" y="144436"/>
                </a:moveTo>
                <a:lnTo>
                  <a:pt x="211054" y="144436"/>
                </a:lnTo>
                <a:lnTo>
                  <a:pt x="211054" y="101574"/>
                </a:lnTo>
                <a:lnTo>
                  <a:pt x="239321" y="101574"/>
                </a:lnTo>
                <a:lnTo>
                  <a:pt x="239321" y="144436"/>
                </a:lnTo>
                <a:close/>
                <a:moveTo>
                  <a:pt x="216176" y="32327"/>
                </a:moveTo>
                <a:cubicBezTo>
                  <a:pt x="219496" y="29564"/>
                  <a:pt x="223670" y="28517"/>
                  <a:pt x="228033" y="29374"/>
                </a:cubicBezTo>
                <a:cubicBezTo>
                  <a:pt x="234483" y="30612"/>
                  <a:pt x="239321" y="36899"/>
                  <a:pt x="239321" y="44042"/>
                </a:cubicBezTo>
                <a:lnTo>
                  <a:pt x="239321" y="90524"/>
                </a:lnTo>
                <a:lnTo>
                  <a:pt x="211054" y="90524"/>
                </a:lnTo>
                <a:lnTo>
                  <a:pt x="211054" y="43280"/>
                </a:lnTo>
                <a:cubicBezTo>
                  <a:pt x="211054" y="38994"/>
                  <a:pt x="212951" y="35089"/>
                  <a:pt x="216176" y="32327"/>
                </a:cubicBezTo>
                <a:close/>
                <a:moveTo>
                  <a:pt x="182218" y="120624"/>
                </a:moveTo>
                <a:lnTo>
                  <a:pt x="153951" y="120624"/>
                </a:lnTo>
                <a:lnTo>
                  <a:pt x="153951" y="77761"/>
                </a:lnTo>
                <a:lnTo>
                  <a:pt x="182218" y="77761"/>
                </a:lnTo>
                <a:lnTo>
                  <a:pt x="182218" y="120624"/>
                </a:lnTo>
                <a:close/>
                <a:moveTo>
                  <a:pt x="158410" y="16610"/>
                </a:moveTo>
                <a:cubicBezTo>
                  <a:pt x="161255" y="13943"/>
                  <a:pt x="164955" y="12515"/>
                  <a:pt x="168938" y="12705"/>
                </a:cubicBezTo>
                <a:cubicBezTo>
                  <a:pt x="176337" y="13086"/>
                  <a:pt x="182313" y="19944"/>
                  <a:pt x="182313" y="28040"/>
                </a:cubicBezTo>
                <a:lnTo>
                  <a:pt x="182313" y="66712"/>
                </a:lnTo>
                <a:lnTo>
                  <a:pt x="154046" y="66712"/>
                </a:lnTo>
                <a:lnTo>
                  <a:pt x="154046" y="26898"/>
                </a:lnTo>
                <a:cubicBezTo>
                  <a:pt x="154046" y="22992"/>
                  <a:pt x="155659" y="19277"/>
                  <a:pt x="158410" y="16610"/>
                </a:cubicBezTo>
                <a:close/>
                <a:moveTo>
                  <a:pt x="125116" y="169677"/>
                </a:moveTo>
                <a:lnTo>
                  <a:pt x="97039" y="169677"/>
                </a:lnTo>
                <a:lnTo>
                  <a:pt x="97039" y="126815"/>
                </a:lnTo>
                <a:cubicBezTo>
                  <a:pt x="97039" y="126815"/>
                  <a:pt x="125116" y="126815"/>
                  <a:pt x="125116" y="126815"/>
                </a:cubicBezTo>
                <a:lnTo>
                  <a:pt x="125116" y="169677"/>
                </a:lnTo>
                <a:close/>
                <a:moveTo>
                  <a:pt x="101212" y="46900"/>
                </a:moveTo>
                <a:cubicBezTo>
                  <a:pt x="103868" y="44328"/>
                  <a:pt x="107283" y="42995"/>
                  <a:pt x="110982" y="42995"/>
                </a:cubicBezTo>
                <a:cubicBezTo>
                  <a:pt x="111267" y="42995"/>
                  <a:pt x="111457" y="42995"/>
                  <a:pt x="111741" y="42995"/>
                </a:cubicBezTo>
                <a:cubicBezTo>
                  <a:pt x="119140" y="43376"/>
                  <a:pt x="125116" y="50234"/>
                  <a:pt x="125116" y="58330"/>
                </a:cubicBezTo>
                <a:lnTo>
                  <a:pt x="125116" y="115766"/>
                </a:lnTo>
                <a:lnTo>
                  <a:pt x="96944" y="115766"/>
                </a:lnTo>
                <a:lnTo>
                  <a:pt x="96944" y="57187"/>
                </a:lnTo>
                <a:cubicBezTo>
                  <a:pt x="96849" y="53282"/>
                  <a:pt x="98367" y="49567"/>
                  <a:pt x="101212" y="46900"/>
                </a:cubicBezTo>
                <a:close/>
                <a:moveTo>
                  <a:pt x="10721" y="217397"/>
                </a:moveTo>
                <a:cubicBezTo>
                  <a:pt x="10721" y="212254"/>
                  <a:pt x="12808" y="207491"/>
                  <a:pt x="16507" y="203967"/>
                </a:cubicBezTo>
                <a:cubicBezTo>
                  <a:pt x="20206" y="200443"/>
                  <a:pt x="24949" y="198443"/>
                  <a:pt x="30071" y="198538"/>
                </a:cubicBezTo>
                <a:cubicBezTo>
                  <a:pt x="35193" y="198538"/>
                  <a:pt x="39936" y="200634"/>
                  <a:pt x="43446" y="204348"/>
                </a:cubicBezTo>
                <a:lnTo>
                  <a:pt x="78826" y="240829"/>
                </a:lnTo>
                <a:lnTo>
                  <a:pt x="53690" y="269880"/>
                </a:lnTo>
                <a:lnTo>
                  <a:pt x="16128" y="231018"/>
                </a:lnTo>
                <a:cubicBezTo>
                  <a:pt x="12618" y="227303"/>
                  <a:pt x="10626" y="222541"/>
                  <a:pt x="10721" y="217397"/>
                </a:cubicBezTo>
                <a:close/>
                <a:moveTo>
                  <a:pt x="61468" y="277786"/>
                </a:moveTo>
                <a:lnTo>
                  <a:pt x="84613" y="251021"/>
                </a:lnTo>
                <a:lnTo>
                  <a:pt x="84613" y="296645"/>
                </a:lnTo>
                <a:cubicBezTo>
                  <a:pt x="84613" y="298455"/>
                  <a:pt x="84897" y="300170"/>
                  <a:pt x="84992" y="301980"/>
                </a:cubicBezTo>
                <a:lnTo>
                  <a:pt x="61563" y="277786"/>
                </a:lnTo>
                <a:close/>
                <a:moveTo>
                  <a:pt x="208778" y="385323"/>
                </a:moveTo>
                <a:lnTo>
                  <a:pt x="185728" y="385323"/>
                </a:lnTo>
                <a:cubicBezTo>
                  <a:pt x="145604" y="385323"/>
                  <a:pt x="111646" y="358272"/>
                  <a:pt x="100928" y="321315"/>
                </a:cubicBezTo>
                <a:lnTo>
                  <a:pt x="134032" y="321315"/>
                </a:lnTo>
                <a:lnTo>
                  <a:pt x="159738" y="291502"/>
                </a:lnTo>
                <a:cubicBezTo>
                  <a:pt x="159738" y="291502"/>
                  <a:pt x="159738" y="291502"/>
                  <a:pt x="159738" y="291502"/>
                </a:cubicBezTo>
                <a:cubicBezTo>
                  <a:pt x="170077" y="291502"/>
                  <a:pt x="178424" y="283025"/>
                  <a:pt x="178424" y="272738"/>
                </a:cubicBezTo>
                <a:cubicBezTo>
                  <a:pt x="178424" y="262451"/>
                  <a:pt x="169982" y="253974"/>
                  <a:pt x="159738" y="253974"/>
                </a:cubicBezTo>
                <a:cubicBezTo>
                  <a:pt x="149493" y="253974"/>
                  <a:pt x="141051" y="262355"/>
                  <a:pt x="141051" y="272738"/>
                </a:cubicBezTo>
                <a:cubicBezTo>
                  <a:pt x="141051" y="278262"/>
                  <a:pt x="143423" y="283120"/>
                  <a:pt x="147217" y="286549"/>
                </a:cubicBezTo>
                <a:lnTo>
                  <a:pt x="128246" y="308552"/>
                </a:lnTo>
                <a:lnTo>
                  <a:pt x="98177" y="308552"/>
                </a:lnTo>
                <a:cubicBezTo>
                  <a:pt x="97608" y="304647"/>
                  <a:pt x="97228" y="300646"/>
                  <a:pt x="97228" y="296645"/>
                </a:cubicBezTo>
                <a:lnTo>
                  <a:pt x="97039" y="180631"/>
                </a:lnTo>
                <a:lnTo>
                  <a:pt x="125116" y="180631"/>
                </a:lnTo>
                <a:lnTo>
                  <a:pt x="125116" y="216159"/>
                </a:lnTo>
                <a:lnTo>
                  <a:pt x="153951" y="216159"/>
                </a:lnTo>
                <a:lnTo>
                  <a:pt x="153951" y="131577"/>
                </a:lnTo>
                <a:lnTo>
                  <a:pt x="182218" y="131577"/>
                </a:lnTo>
                <a:lnTo>
                  <a:pt x="182218" y="216159"/>
                </a:lnTo>
                <a:lnTo>
                  <a:pt x="198438" y="216159"/>
                </a:lnTo>
                <a:lnTo>
                  <a:pt x="198438" y="283691"/>
                </a:lnTo>
                <a:lnTo>
                  <a:pt x="174345" y="312457"/>
                </a:lnTo>
                <a:cubicBezTo>
                  <a:pt x="173776" y="312457"/>
                  <a:pt x="173302" y="312266"/>
                  <a:pt x="172828" y="312266"/>
                </a:cubicBezTo>
                <a:cubicBezTo>
                  <a:pt x="162488" y="312266"/>
                  <a:pt x="154141" y="320649"/>
                  <a:pt x="154141" y="331031"/>
                </a:cubicBezTo>
                <a:cubicBezTo>
                  <a:pt x="154141" y="341413"/>
                  <a:pt x="162488" y="349795"/>
                  <a:pt x="172828" y="349795"/>
                </a:cubicBezTo>
                <a:cubicBezTo>
                  <a:pt x="183167" y="349795"/>
                  <a:pt x="191514" y="341318"/>
                  <a:pt x="191514" y="331031"/>
                </a:cubicBezTo>
                <a:cubicBezTo>
                  <a:pt x="191514" y="325982"/>
                  <a:pt x="189522" y="321411"/>
                  <a:pt x="186202" y="317982"/>
                </a:cubicBezTo>
                <a:lnTo>
                  <a:pt x="211054" y="288264"/>
                </a:lnTo>
                <a:lnTo>
                  <a:pt x="211054" y="209778"/>
                </a:lnTo>
                <a:lnTo>
                  <a:pt x="211054" y="209778"/>
                </a:lnTo>
                <a:lnTo>
                  <a:pt x="211054" y="155390"/>
                </a:lnTo>
                <a:lnTo>
                  <a:pt x="239321" y="155390"/>
                </a:lnTo>
                <a:lnTo>
                  <a:pt x="239321" y="216159"/>
                </a:lnTo>
                <a:lnTo>
                  <a:pt x="268157" y="216159"/>
                </a:lnTo>
                <a:lnTo>
                  <a:pt x="268157" y="180631"/>
                </a:lnTo>
                <a:lnTo>
                  <a:pt x="297182" y="180631"/>
                </a:lnTo>
                <a:lnTo>
                  <a:pt x="297182" y="265784"/>
                </a:lnTo>
                <a:lnTo>
                  <a:pt x="258671" y="265784"/>
                </a:lnTo>
                <a:cubicBezTo>
                  <a:pt x="255920" y="258831"/>
                  <a:pt x="249186" y="253974"/>
                  <a:pt x="241313" y="253974"/>
                </a:cubicBezTo>
                <a:cubicBezTo>
                  <a:pt x="230974" y="253974"/>
                  <a:pt x="222626" y="262355"/>
                  <a:pt x="222626" y="272738"/>
                </a:cubicBezTo>
                <a:cubicBezTo>
                  <a:pt x="222626" y="283120"/>
                  <a:pt x="230974" y="291502"/>
                  <a:pt x="241313" y="291502"/>
                </a:cubicBezTo>
                <a:cubicBezTo>
                  <a:pt x="249660" y="291502"/>
                  <a:pt x="256584" y="285978"/>
                  <a:pt x="259051" y="278453"/>
                </a:cubicBezTo>
                <a:lnTo>
                  <a:pt x="297182" y="278453"/>
                </a:lnTo>
                <a:lnTo>
                  <a:pt x="297182" y="296455"/>
                </a:lnTo>
                <a:cubicBezTo>
                  <a:pt x="297182" y="345414"/>
                  <a:pt x="257533" y="385228"/>
                  <a:pt x="208778" y="385228"/>
                </a:cubicBezTo>
                <a:close/>
                <a:moveTo>
                  <a:pt x="159738" y="280548"/>
                </a:moveTo>
                <a:cubicBezTo>
                  <a:pt x="155469" y="280548"/>
                  <a:pt x="151960" y="277024"/>
                  <a:pt x="151960" y="272738"/>
                </a:cubicBezTo>
                <a:cubicBezTo>
                  <a:pt x="151960" y="268451"/>
                  <a:pt x="155469" y="264927"/>
                  <a:pt x="159738" y="264927"/>
                </a:cubicBezTo>
                <a:cubicBezTo>
                  <a:pt x="164006" y="264927"/>
                  <a:pt x="167516" y="268451"/>
                  <a:pt x="167516" y="272738"/>
                </a:cubicBezTo>
                <a:cubicBezTo>
                  <a:pt x="167516" y="277024"/>
                  <a:pt x="164006" y="280548"/>
                  <a:pt x="159738" y="280548"/>
                </a:cubicBezTo>
                <a:close/>
                <a:moveTo>
                  <a:pt x="180511" y="331031"/>
                </a:moveTo>
                <a:cubicBezTo>
                  <a:pt x="180511" y="335317"/>
                  <a:pt x="177001" y="338841"/>
                  <a:pt x="172733" y="338841"/>
                </a:cubicBezTo>
                <a:cubicBezTo>
                  <a:pt x="168464" y="338841"/>
                  <a:pt x="164955" y="335317"/>
                  <a:pt x="164955" y="331031"/>
                </a:cubicBezTo>
                <a:cubicBezTo>
                  <a:pt x="164955" y="326745"/>
                  <a:pt x="168464" y="323220"/>
                  <a:pt x="172733" y="323220"/>
                </a:cubicBezTo>
                <a:cubicBezTo>
                  <a:pt x="177001" y="323220"/>
                  <a:pt x="180511" y="326745"/>
                  <a:pt x="180511" y="331031"/>
                </a:cubicBezTo>
                <a:close/>
                <a:moveTo>
                  <a:pt x="249091" y="272738"/>
                </a:moveTo>
                <a:cubicBezTo>
                  <a:pt x="249091" y="277024"/>
                  <a:pt x="245581" y="280548"/>
                  <a:pt x="241313" y="280548"/>
                </a:cubicBezTo>
                <a:cubicBezTo>
                  <a:pt x="237044" y="280548"/>
                  <a:pt x="233535" y="277024"/>
                  <a:pt x="233535" y="272738"/>
                </a:cubicBezTo>
                <a:cubicBezTo>
                  <a:pt x="233535" y="268451"/>
                  <a:pt x="237044" y="264927"/>
                  <a:pt x="241313" y="264927"/>
                </a:cubicBezTo>
                <a:cubicBezTo>
                  <a:pt x="245581" y="264927"/>
                  <a:pt x="249091" y="268451"/>
                  <a:pt x="249091" y="27273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1" name="Graphic 207">
            <a:extLst>
              <a:ext uri="{FF2B5EF4-FFF2-40B4-BE49-F238E27FC236}">
                <a16:creationId xmlns:a16="http://schemas.microsoft.com/office/drawing/2014/main" id="{BC35B1D4-2DFD-DA14-8CC2-6C0F4C6EA899}"/>
              </a:ext>
            </a:extLst>
          </p:cNvPr>
          <p:cNvSpPr/>
          <p:nvPr/>
        </p:nvSpPr>
        <p:spPr>
          <a:xfrm>
            <a:off x="5545779" y="3362290"/>
            <a:ext cx="410243" cy="526548"/>
          </a:xfrm>
          <a:custGeom>
            <a:avLst/>
            <a:gdLst>
              <a:gd name="connsiteX0" fmla="*/ 299648 w 310082"/>
              <a:gd name="connsiteY0" fmla="*/ 59949 h 397991"/>
              <a:gd name="connsiteX1" fmla="*/ 276219 w 310082"/>
              <a:gd name="connsiteY1" fmla="*/ 54520 h 397991"/>
              <a:gd name="connsiteX2" fmla="*/ 255541 w 310082"/>
              <a:gd name="connsiteY2" fmla="*/ 81761 h 397991"/>
              <a:gd name="connsiteX3" fmla="*/ 255541 w 310082"/>
              <a:gd name="connsiteY3" fmla="*/ 203491 h 397991"/>
              <a:gd name="connsiteX4" fmla="*/ 252031 w 310082"/>
              <a:gd name="connsiteY4" fmla="*/ 203491 h 397991"/>
              <a:gd name="connsiteX5" fmla="*/ 252031 w 310082"/>
              <a:gd name="connsiteY5" fmla="*/ 44042 h 397991"/>
              <a:gd name="connsiteX6" fmla="*/ 230499 w 310082"/>
              <a:gd name="connsiteY6" fmla="*/ 16896 h 397991"/>
              <a:gd name="connsiteX7" fmla="*/ 208208 w 310082"/>
              <a:gd name="connsiteY7" fmla="*/ 22516 h 397991"/>
              <a:gd name="connsiteX8" fmla="*/ 198438 w 310082"/>
              <a:gd name="connsiteY8" fmla="*/ 43280 h 397991"/>
              <a:gd name="connsiteX9" fmla="*/ 198438 w 310082"/>
              <a:gd name="connsiteY9" fmla="*/ 203491 h 397991"/>
              <a:gd name="connsiteX10" fmla="*/ 194929 w 310082"/>
              <a:gd name="connsiteY10" fmla="*/ 203491 h 397991"/>
              <a:gd name="connsiteX11" fmla="*/ 194929 w 310082"/>
              <a:gd name="connsiteY11" fmla="*/ 28040 h 397991"/>
              <a:gd name="connsiteX12" fmla="*/ 169603 w 310082"/>
              <a:gd name="connsiteY12" fmla="*/ 37 h 397991"/>
              <a:gd name="connsiteX13" fmla="*/ 149778 w 310082"/>
              <a:gd name="connsiteY13" fmla="*/ 7371 h 397991"/>
              <a:gd name="connsiteX14" fmla="*/ 141431 w 310082"/>
              <a:gd name="connsiteY14" fmla="*/ 26898 h 397991"/>
              <a:gd name="connsiteX15" fmla="*/ 141431 w 310082"/>
              <a:gd name="connsiteY15" fmla="*/ 203491 h 397991"/>
              <a:gd name="connsiteX16" fmla="*/ 137921 w 310082"/>
              <a:gd name="connsiteY16" fmla="*/ 203491 h 397991"/>
              <a:gd name="connsiteX17" fmla="*/ 137921 w 310082"/>
              <a:gd name="connsiteY17" fmla="*/ 58330 h 397991"/>
              <a:gd name="connsiteX18" fmla="*/ 112595 w 310082"/>
              <a:gd name="connsiteY18" fmla="*/ 30326 h 397991"/>
              <a:gd name="connsiteX19" fmla="*/ 92770 w 310082"/>
              <a:gd name="connsiteY19" fmla="*/ 37661 h 397991"/>
              <a:gd name="connsiteX20" fmla="*/ 84423 w 310082"/>
              <a:gd name="connsiteY20" fmla="*/ 57187 h 397991"/>
              <a:gd name="connsiteX21" fmla="*/ 84707 w 310082"/>
              <a:gd name="connsiteY21" fmla="*/ 230828 h 397991"/>
              <a:gd name="connsiteX22" fmla="*/ 51603 w 310082"/>
              <a:gd name="connsiteY22" fmla="*/ 196633 h 397991"/>
              <a:gd name="connsiteX23" fmla="*/ 30451 w 310082"/>
              <a:gd name="connsiteY23" fmla="*/ 187489 h 397991"/>
              <a:gd name="connsiteX24" fmla="*/ 9108 w 310082"/>
              <a:gd name="connsiteY24" fmla="*/ 196061 h 397991"/>
              <a:gd name="connsiteX25" fmla="*/ 2 w 310082"/>
              <a:gd name="connsiteY25" fmla="*/ 217302 h 397991"/>
              <a:gd name="connsiteX26" fmla="*/ 8539 w 310082"/>
              <a:gd name="connsiteY26" fmla="*/ 238734 h 397991"/>
              <a:gd name="connsiteX27" fmla="*/ 87838 w 310082"/>
              <a:gd name="connsiteY27" fmla="*/ 320649 h 397991"/>
              <a:gd name="connsiteX28" fmla="*/ 185918 w 310082"/>
              <a:gd name="connsiteY28" fmla="*/ 397991 h 397991"/>
              <a:gd name="connsiteX29" fmla="*/ 208967 w 310082"/>
              <a:gd name="connsiteY29" fmla="*/ 397991 h 397991"/>
              <a:gd name="connsiteX30" fmla="*/ 310082 w 310082"/>
              <a:gd name="connsiteY30" fmla="*/ 296455 h 397991"/>
              <a:gd name="connsiteX31" fmla="*/ 310082 w 310082"/>
              <a:gd name="connsiteY31" fmla="*/ 80619 h 397991"/>
              <a:gd name="connsiteX32" fmla="*/ 299933 w 310082"/>
              <a:gd name="connsiteY32" fmla="*/ 59854 h 397991"/>
              <a:gd name="connsiteX33" fmla="*/ 279065 w 310082"/>
              <a:gd name="connsiteY33" fmla="*/ 66902 h 397991"/>
              <a:gd name="connsiteX34" fmla="*/ 291775 w 310082"/>
              <a:gd name="connsiteY34" fmla="*/ 69855 h 397991"/>
              <a:gd name="connsiteX35" fmla="*/ 297182 w 310082"/>
              <a:gd name="connsiteY35" fmla="*/ 80714 h 397991"/>
              <a:gd name="connsiteX36" fmla="*/ 297182 w 310082"/>
              <a:gd name="connsiteY36" fmla="*/ 115766 h 397991"/>
              <a:gd name="connsiteX37" fmla="*/ 268157 w 310082"/>
              <a:gd name="connsiteY37" fmla="*/ 115766 h 397991"/>
              <a:gd name="connsiteX38" fmla="*/ 268157 w 310082"/>
              <a:gd name="connsiteY38" fmla="*/ 81761 h 397991"/>
              <a:gd name="connsiteX39" fmla="*/ 278970 w 310082"/>
              <a:gd name="connsiteY39" fmla="*/ 66902 h 397991"/>
              <a:gd name="connsiteX40" fmla="*/ 297182 w 310082"/>
              <a:gd name="connsiteY40" fmla="*/ 126720 h 397991"/>
              <a:gd name="connsiteX41" fmla="*/ 297182 w 310082"/>
              <a:gd name="connsiteY41" fmla="*/ 169582 h 397991"/>
              <a:gd name="connsiteX42" fmla="*/ 268157 w 310082"/>
              <a:gd name="connsiteY42" fmla="*/ 169582 h 397991"/>
              <a:gd name="connsiteX43" fmla="*/ 268157 w 310082"/>
              <a:gd name="connsiteY43" fmla="*/ 126720 h 397991"/>
              <a:gd name="connsiteX44" fmla="*/ 297182 w 310082"/>
              <a:gd name="connsiteY44" fmla="*/ 126720 h 397991"/>
              <a:gd name="connsiteX45" fmla="*/ 239321 w 310082"/>
              <a:gd name="connsiteY45" fmla="*/ 144436 h 397991"/>
              <a:gd name="connsiteX46" fmla="*/ 211054 w 310082"/>
              <a:gd name="connsiteY46" fmla="*/ 144436 h 397991"/>
              <a:gd name="connsiteX47" fmla="*/ 211054 w 310082"/>
              <a:gd name="connsiteY47" fmla="*/ 101574 h 397991"/>
              <a:gd name="connsiteX48" fmla="*/ 239321 w 310082"/>
              <a:gd name="connsiteY48" fmla="*/ 101574 h 397991"/>
              <a:gd name="connsiteX49" fmla="*/ 239321 w 310082"/>
              <a:gd name="connsiteY49" fmla="*/ 144436 h 397991"/>
              <a:gd name="connsiteX50" fmla="*/ 216176 w 310082"/>
              <a:gd name="connsiteY50" fmla="*/ 32327 h 397991"/>
              <a:gd name="connsiteX51" fmla="*/ 228033 w 310082"/>
              <a:gd name="connsiteY51" fmla="*/ 29374 h 397991"/>
              <a:gd name="connsiteX52" fmla="*/ 239321 w 310082"/>
              <a:gd name="connsiteY52" fmla="*/ 44042 h 397991"/>
              <a:gd name="connsiteX53" fmla="*/ 239321 w 310082"/>
              <a:gd name="connsiteY53" fmla="*/ 90524 h 397991"/>
              <a:gd name="connsiteX54" fmla="*/ 211054 w 310082"/>
              <a:gd name="connsiteY54" fmla="*/ 90524 h 397991"/>
              <a:gd name="connsiteX55" fmla="*/ 211054 w 310082"/>
              <a:gd name="connsiteY55" fmla="*/ 43280 h 397991"/>
              <a:gd name="connsiteX56" fmla="*/ 216176 w 310082"/>
              <a:gd name="connsiteY56" fmla="*/ 32327 h 397991"/>
              <a:gd name="connsiteX57" fmla="*/ 182218 w 310082"/>
              <a:gd name="connsiteY57" fmla="*/ 120624 h 397991"/>
              <a:gd name="connsiteX58" fmla="*/ 153951 w 310082"/>
              <a:gd name="connsiteY58" fmla="*/ 120624 h 397991"/>
              <a:gd name="connsiteX59" fmla="*/ 153951 w 310082"/>
              <a:gd name="connsiteY59" fmla="*/ 77761 h 397991"/>
              <a:gd name="connsiteX60" fmla="*/ 182218 w 310082"/>
              <a:gd name="connsiteY60" fmla="*/ 77761 h 397991"/>
              <a:gd name="connsiteX61" fmla="*/ 182218 w 310082"/>
              <a:gd name="connsiteY61" fmla="*/ 120624 h 397991"/>
              <a:gd name="connsiteX62" fmla="*/ 158410 w 310082"/>
              <a:gd name="connsiteY62" fmla="*/ 16610 h 397991"/>
              <a:gd name="connsiteX63" fmla="*/ 168938 w 310082"/>
              <a:gd name="connsiteY63" fmla="*/ 12705 h 397991"/>
              <a:gd name="connsiteX64" fmla="*/ 182313 w 310082"/>
              <a:gd name="connsiteY64" fmla="*/ 28040 h 397991"/>
              <a:gd name="connsiteX65" fmla="*/ 182313 w 310082"/>
              <a:gd name="connsiteY65" fmla="*/ 66712 h 397991"/>
              <a:gd name="connsiteX66" fmla="*/ 154046 w 310082"/>
              <a:gd name="connsiteY66" fmla="*/ 66712 h 397991"/>
              <a:gd name="connsiteX67" fmla="*/ 154046 w 310082"/>
              <a:gd name="connsiteY67" fmla="*/ 26898 h 397991"/>
              <a:gd name="connsiteX68" fmla="*/ 158410 w 310082"/>
              <a:gd name="connsiteY68" fmla="*/ 16610 h 397991"/>
              <a:gd name="connsiteX69" fmla="*/ 125116 w 310082"/>
              <a:gd name="connsiteY69" fmla="*/ 169677 h 397991"/>
              <a:gd name="connsiteX70" fmla="*/ 97039 w 310082"/>
              <a:gd name="connsiteY70" fmla="*/ 169677 h 397991"/>
              <a:gd name="connsiteX71" fmla="*/ 97039 w 310082"/>
              <a:gd name="connsiteY71" fmla="*/ 126815 h 397991"/>
              <a:gd name="connsiteX72" fmla="*/ 125116 w 310082"/>
              <a:gd name="connsiteY72" fmla="*/ 126815 h 397991"/>
              <a:gd name="connsiteX73" fmla="*/ 125116 w 310082"/>
              <a:gd name="connsiteY73" fmla="*/ 169677 h 397991"/>
              <a:gd name="connsiteX74" fmla="*/ 101212 w 310082"/>
              <a:gd name="connsiteY74" fmla="*/ 46900 h 397991"/>
              <a:gd name="connsiteX75" fmla="*/ 110982 w 310082"/>
              <a:gd name="connsiteY75" fmla="*/ 42995 h 397991"/>
              <a:gd name="connsiteX76" fmla="*/ 111741 w 310082"/>
              <a:gd name="connsiteY76" fmla="*/ 42995 h 397991"/>
              <a:gd name="connsiteX77" fmla="*/ 125116 w 310082"/>
              <a:gd name="connsiteY77" fmla="*/ 58330 h 397991"/>
              <a:gd name="connsiteX78" fmla="*/ 125116 w 310082"/>
              <a:gd name="connsiteY78" fmla="*/ 115766 h 397991"/>
              <a:gd name="connsiteX79" fmla="*/ 96944 w 310082"/>
              <a:gd name="connsiteY79" fmla="*/ 115766 h 397991"/>
              <a:gd name="connsiteX80" fmla="*/ 96944 w 310082"/>
              <a:gd name="connsiteY80" fmla="*/ 57187 h 397991"/>
              <a:gd name="connsiteX81" fmla="*/ 101212 w 310082"/>
              <a:gd name="connsiteY81" fmla="*/ 46900 h 397991"/>
              <a:gd name="connsiteX82" fmla="*/ 10721 w 310082"/>
              <a:gd name="connsiteY82" fmla="*/ 217397 h 397991"/>
              <a:gd name="connsiteX83" fmla="*/ 16507 w 310082"/>
              <a:gd name="connsiteY83" fmla="*/ 203967 h 397991"/>
              <a:gd name="connsiteX84" fmla="*/ 30071 w 310082"/>
              <a:gd name="connsiteY84" fmla="*/ 198538 h 397991"/>
              <a:gd name="connsiteX85" fmla="*/ 43446 w 310082"/>
              <a:gd name="connsiteY85" fmla="*/ 204348 h 397991"/>
              <a:gd name="connsiteX86" fmla="*/ 78826 w 310082"/>
              <a:gd name="connsiteY86" fmla="*/ 240829 h 397991"/>
              <a:gd name="connsiteX87" fmla="*/ 53690 w 310082"/>
              <a:gd name="connsiteY87" fmla="*/ 269880 h 397991"/>
              <a:gd name="connsiteX88" fmla="*/ 16128 w 310082"/>
              <a:gd name="connsiteY88" fmla="*/ 231018 h 397991"/>
              <a:gd name="connsiteX89" fmla="*/ 10721 w 310082"/>
              <a:gd name="connsiteY89" fmla="*/ 217397 h 397991"/>
              <a:gd name="connsiteX90" fmla="*/ 61468 w 310082"/>
              <a:gd name="connsiteY90" fmla="*/ 277786 h 397991"/>
              <a:gd name="connsiteX91" fmla="*/ 84613 w 310082"/>
              <a:gd name="connsiteY91" fmla="*/ 251021 h 397991"/>
              <a:gd name="connsiteX92" fmla="*/ 84613 w 310082"/>
              <a:gd name="connsiteY92" fmla="*/ 296645 h 397991"/>
              <a:gd name="connsiteX93" fmla="*/ 84992 w 310082"/>
              <a:gd name="connsiteY93" fmla="*/ 301980 h 397991"/>
              <a:gd name="connsiteX94" fmla="*/ 61563 w 310082"/>
              <a:gd name="connsiteY94" fmla="*/ 277786 h 397991"/>
              <a:gd name="connsiteX95" fmla="*/ 208778 w 310082"/>
              <a:gd name="connsiteY95" fmla="*/ 385323 h 397991"/>
              <a:gd name="connsiteX96" fmla="*/ 185728 w 310082"/>
              <a:gd name="connsiteY96" fmla="*/ 385323 h 397991"/>
              <a:gd name="connsiteX97" fmla="*/ 100928 w 310082"/>
              <a:gd name="connsiteY97" fmla="*/ 321315 h 397991"/>
              <a:gd name="connsiteX98" fmla="*/ 134032 w 310082"/>
              <a:gd name="connsiteY98" fmla="*/ 321315 h 397991"/>
              <a:gd name="connsiteX99" fmla="*/ 159738 w 310082"/>
              <a:gd name="connsiteY99" fmla="*/ 291502 h 397991"/>
              <a:gd name="connsiteX100" fmla="*/ 159738 w 310082"/>
              <a:gd name="connsiteY100" fmla="*/ 291502 h 397991"/>
              <a:gd name="connsiteX101" fmla="*/ 178424 w 310082"/>
              <a:gd name="connsiteY101" fmla="*/ 272738 h 397991"/>
              <a:gd name="connsiteX102" fmla="*/ 159738 w 310082"/>
              <a:gd name="connsiteY102" fmla="*/ 253974 h 397991"/>
              <a:gd name="connsiteX103" fmla="*/ 141051 w 310082"/>
              <a:gd name="connsiteY103" fmla="*/ 272738 h 397991"/>
              <a:gd name="connsiteX104" fmla="*/ 147217 w 310082"/>
              <a:gd name="connsiteY104" fmla="*/ 286549 h 397991"/>
              <a:gd name="connsiteX105" fmla="*/ 128246 w 310082"/>
              <a:gd name="connsiteY105" fmla="*/ 308552 h 397991"/>
              <a:gd name="connsiteX106" fmla="*/ 98177 w 310082"/>
              <a:gd name="connsiteY106" fmla="*/ 308552 h 397991"/>
              <a:gd name="connsiteX107" fmla="*/ 97228 w 310082"/>
              <a:gd name="connsiteY107" fmla="*/ 296645 h 397991"/>
              <a:gd name="connsiteX108" fmla="*/ 97039 w 310082"/>
              <a:gd name="connsiteY108" fmla="*/ 180631 h 397991"/>
              <a:gd name="connsiteX109" fmla="*/ 125116 w 310082"/>
              <a:gd name="connsiteY109" fmla="*/ 180631 h 397991"/>
              <a:gd name="connsiteX110" fmla="*/ 125116 w 310082"/>
              <a:gd name="connsiteY110" fmla="*/ 216159 h 397991"/>
              <a:gd name="connsiteX111" fmla="*/ 153951 w 310082"/>
              <a:gd name="connsiteY111" fmla="*/ 216159 h 397991"/>
              <a:gd name="connsiteX112" fmla="*/ 153951 w 310082"/>
              <a:gd name="connsiteY112" fmla="*/ 131577 h 397991"/>
              <a:gd name="connsiteX113" fmla="*/ 182218 w 310082"/>
              <a:gd name="connsiteY113" fmla="*/ 131577 h 397991"/>
              <a:gd name="connsiteX114" fmla="*/ 182218 w 310082"/>
              <a:gd name="connsiteY114" fmla="*/ 216159 h 397991"/>
              <a:gd name="connsiteX115" fmla="*/ 198438 w 310082"/>
              <a:gd name="connsiteY115" fmla="*/ 216159 h 397991"/>
              <a:gd name="connsiteX116" fmla="*/ 198438 w 310082"/>
              <a:gd name="connsiteY116" fmla="*/ 283691 h 397991"/>
              <a:gd name="connsiteX117" fmla="*/ 174345 w 310082"/>
              <a:gd name="connsiteY117" fmla="*/ 312457 h 397991"/>
              <a:gd name="connsiteX118" fmla="*/ 172828 w 310082"/>
              <a:gd name="connsiteY118" fmla="*/ 312266 h 397991"/>
              <a:gd name="connsiteX119" fmla="*/ 154141 w 310082"/>
              <a:gd name="connsiteY119" fmla="*/ 331031 h 397991"/>
              <a:gd name="connsiteX120" fmla="*/ 172828 w 310082"/>
              <a:gd name="connsiteY120" fmla="*/ 349795 h 397991"/>
              <a:gd name="connsiteX121" fmla="*/ 191514 w 310082"/>
              <a:gd name="connsiteY121" fmla="*/ 331031 h 397991"/>
              <a:gd name="connsiteX122" fmla="*/ 186202 w 310082"/>
              <a:gd name="connsiteY122" fmla="*/ 317982 h 397991"/>
              <a:gd name="connsiteX123" fmla="*/ 211054 w 310082"/>
              <a:gd name="connsiteY123" fmla="*/ 288264 h 397991"/>
              <a:gd name="connsiteX124" fmla="*/ 211054 w 310082"/>
              <a:gd name="connsiteY124" fmla="*/ 209778 h 397991"/>
              <a:gd name="connsiteX125" fmla="*/ 211054 w 310082"/>
              <a:gd name="connsiteY125" fmla="*/ 209778 h 397991"/>
              <a:gd name="connsiteX126" fmla="*/ 211054 w 310082"/>
              <a:gd name="connsiteY126" fmla="*/ 155390 h 397991"/>
              <a:gd name="connsiteX127" fmla="*/ 239321 w 310082"/>
              <a:gd name="connsiteY127" fmla="*/ 155390 h 397991"/>
              <a:gd name="connsiteX128" fmla="*/ 239321 w 310082"/>
              <a:gd name="connsiteY128" fmla="*/ 216159 h 397991"/>
              <a:gd name="connsiteX129" fmla="*/ 268157 w 310082"/>
              <a:gd name="connsiteY129" fmla="*/ 216159 h 397991"/>
              <a:gd name="connsiteX130" fmla="*/ 268157 w 310082"/>
              <a:gd name="connsiteY130" fmla="*/ 180631 h 397991"/>
              <a:gd name="connsiteX131" fmla="*/ 297182 w 310082"/>
              <a:gd name="connsiteY131" fmla="*/ 180631 h 397991"/>
              <a:gd name="connsiteX132" fmla="*/ 297182 w 310082"/>
              <a:gd name="connsiteY132" fmla="*/ 265784 h 397991"/>
              <a:gd name="connsiteX133" fmla="*/ 258671 w 310082"/>
              <a:gd name="connsiteY133" fmla="*/ 265784 h 397991"/>
              <a:gd name="connsiteX134" fmla="*/ 241313 w 310082"/>
              <a:gd name="connsiteY134" fmla="*/ 253974 h 397991"/>
              <a:gd name="connsiteX135" fmla="*/ 222626 w 310082"/>
              <a:gd name="connsiteY135" fmla="*/ 272738 h 397991"/>
              <a:gd name="connsiteX136" fmla="*/ 241313 w 310082"/>
              <a:gd name="connsiteY136" fmla="*/ 291502 h 397991"/>
              <a:gd name="connsiteX137" fmla="*/ 259051 w 310082"/>
              <a:gd name="connsiteY137" fmla="*/ 278453 h 397991"/>
              <a:gd name="connsiteX138" fmla="*/ 297182 w 310082"/>
              <a:gd name="connsiteY138" fmla="*/ 278453 h 397991"/>
              <a:gd name="connsiteX139" fmla="*/ 297182 w 310082"/>
              <a:gd name="connsiteY139" fmla="*/ 296455 h 397991"/>
              <a:gd name="connsiteX140" fmla="*/ 208778 w 310082"/>
              <a:gd name="connsiteY140" fmla="*/ 385228 h 397991"/>
              <a:gd name="connsiteX141" fmla="*/ 159738 w 310082"/>
              <a:gd name="connsiteY141" fmla="*/ 280548 h 397991"/>
              <a:gd name="connsiteX142" fmla="*/ 151960 w 310082"/>
              <a:gd name="connsiteY142" fmla="*/ 272738 h 397991"/>
              <a:gd name="connsiteX143" fmla="*/ 159738 w 310082"/>
              <a:gd name="connsiteY143" fmla="*/ 264927 h 397991"/>
              <a:gd name="connsiteX144" fmla="*/ 167516 w 310082"/>
              <a:gd name="connsiteY144" fmla="*/ 272738 h 397991"/>
              <a:gd name="connsiteX145" fmla="*/ 159738 w 310082"/>
              <a:gd name="connsiteY145" fmla="*/ 280548 h 397991"/>
              <a:gd name="connsiteX146" fmla="*/ 180511 w 310082"/>
              <a:gd name="connsiteY146" fmla="*/ 331031 h 397991"/>
              <a:gd name="connsiteX147" fmla="*/ 172733 w 310082"/>
              <a:gd name="connsiteY147" fmla="*/ 338841 h 397991"/>
              <a:gd name="connsiteX148" fmla="*/ 164955 w 310082"/>
              <a:gd name="connsiteY148" fmla="*/ 331031 h 397991"/>
              <a:gd name="connsiteX149" fmla="*/ 172733 w 310082"/>
              <a:gd name="connsiteY149" fmla="*/ 323220 h 397991"/>
              <a:gd name="connsiteX150" fmla="*/ 180511 w 310082"/>
              <a:gd name="connsiteY150" fmla="*/ 331031 h 397991"/>
              <a:gd name="connsiteX151" fmla="*/ 249091 w 310082"/>
              <a:gd name="connsiteY151" fmla="*/ 272738 h 397991"/>
              <a:gd name="connsiteX152" fmla="*/ 241313 w 310082"/>
              <a:gd name="connsiteY152" fmla="*/ 280548 h 397991"/>
              <a:gd name="connsiteX153" fmla="*/ 233535 w 310082"/>
              <a:gd name="connsiteY153" fmla="*/ 272738 h 397991"/>
              <a:gd name="connsiteX154" fmla="*/ 241313 w 310082"/>
              <a:gd name="connsiteY154" fmla="*/ 264927 h 397991"/>
              <a:gd name="connsiteX155" fmla="*/ 249091 w 310082"/>
              <a:gd name="connsiteY155" fmla="*/ 272738 h 397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310082" h="397991">
                <a:moveTo>
                  <a:pt x="299648" y="59949"/>
                </a:moveTo>
                <a:cubicBezTo>
                  <a:pt x="293009" y="54615"/>
                  <a:pt x="284377" y="52615"/>
                  <a:pt x="276219" y="54520"/>
                </a:cubicBezTo>
                <a:cubicBezTo>
                  <a:pt x="264268" y="57282"/>
                  <a:pt x="255541" y="68712"/>
                  <a:pt x="255541" y="81761"/>
                </a:cubicBezTo>
                <a:lnTo>
                  <a:pt x="255541" y="203491"/>
                </a:lnTo>
                <a:lnTo>
                  <a:pt x="252031" y="203491"/>
                </a:lnTo>
                <a:lnTo>
                  <a:pt x="252031" y="44042"/>
                </a:lnTo>
                <a:cubicBezTo>
                  <a:pt x="252031" y="30707"/>
                  <a:pt x="242925" y="19277"/>
                  <a:pt x="230499" y="16896"/>
                </a:cubicBezTo>
                <a:cubicBezTo>
                  <a:pt x="222531" y="15372"/>
                  <a:pt x="214374" y="17373"/>
                  <a:pt x="208208" y="22516"/>
                </a:cubicBezTo>
                <a:cubicBezTo>
                  <a:pt x="202043" y="27659"/>
                  <a:pt x="198438" y="35184"/>
                  <a:pt x="198438" y="43280"/>
                </a:cubicBezTo>
                <a:lnTo>
                  <a:pt x="198438" y="203491"/>
                </a:lnTo>
                <a:lnTo>
                  <a:pt x="194929" y="203491"/>
                </a:lnTo>
                <a:lnTo>
                  <a:pt x="194929" y="28040"/>
                </a:lnTo>
                <a:cubicBezTo>
                  <a:pt x="194929" y="13086"/>
                  <a:pt x="183831" y="799"/>
                  <a:pt x="169603" y="37"/>
                </a:cubicBezTo>
                <a:cubicBezTo>
                  <a:pt x="162204" y="-344"/>
                  <a:pt x="155090" y="2228"/>
                  <a:pt x="149778" y="7371"/>
                </a:cubicBezTo>
                <a:cubicBezTo>
                  <a:pt x="144466" y="12419"/>
                  <a:pt x="141431" y="19563"/>
                  <a:pt x="141431" y="26898"/>
                </a:cubicBezTo>
                <a:lnTo>
                  <a:pt x="141431" y="203491"/>
                </a:lnTo>
                <a:lnTo>
                  <a:pt x="137921" y="203491"/>
                </a:lnTo>
                <a:lnTo>
                  <a:pt x="137921" y="58330"/>
                </a:lnTo>
                <a:cubicBezTo>
                  <a:pt x="137921" y="43376"/>
                  <a:pt x="126823" y="31088"/>
                  <a:pt x="112595" y="30326"/>
                </a:cubicBezTo>
                <a:cubicBezTo>
                  <a:pt x="105196" y="29946"/>
                  <a:pt x="98082" y="32517"/>
                  <a:pt x="92770" y="37661"/>
                </a:cubicBezTo>
                <a:cubicBezTo>
                  <a:pt x="87458" y="42709"/>
                  <a:pt x="84423" y="49853"/>
                  <a:pt x="84423" y="57187"/>
                </a:cubicBezTo>
                <a:lnTo>
                  <a:pt x="84707" y="230828"/>
                </a:lnTo>
                <a:lnTo>
                  <a:pt x="51603" y="196633"/>
                </a:lnTo>
                <a:cubicBezTo>
                  <a:pt x="46007" y="190823"/>
                  <a:pt x="38513" y="187584"/>
                  <a:pt x="30451" y="187489"/>
                </a:cubicBezTo>
                <a:cubicBezTo>
                  <a:pt x="22388" y="187489"/>
                  <a:pt x="14799" y="190442"/>
                  <a:pt x="9108" y="196061"/>
                </a:cubicBezTo>
                <a:cubicBezTo>
                  <a:pt x="3322" y="201681"/>
                  <a:pt x="97" y="209206"/>
                  <a:pt x="2" y="217302"/>
                </a:cubicBezTo>
                <a:cubicBezTo>
                  <a:pt x="-93" y="225399"/>
                  <a:pt x="2943" y="233018"/>
                  <a:pt x="8539" y="238734"/>
                </a:cubicBezTo>
                <a:lnTo>
                  <a:pt x="87838" y="320649"/>
                </a:lnTo>
                <a:cubicBezTo>
                  <a:pt x="98651" y="365035"/>
                  <a:pt x="138490" y="397991"/>
                  <a:pt x="185918" y="397991"/>
                </a:cubicBezTo>
                <a:lnTo>
                  <a:pt x="208967" y="397991"/>
                </a:lnTo>
                <a:cubicBezTo>
                  <a:pt x="264742" y="397991"/>
                  <a:pt x="310082" y="352462"/>
                  <a:pt x="310082" y="296455"/>
                </a:cubicBezTo>
                <a:lnTo>
                  <a:pt x="310082" y="80619"/>
                </a:lnTo>
                <a:cubicBezTo>
                  <a:pt x="310082" y="72617"/>
                  <a:pt x="306383" y="64998"/>
                  <a:pt x="299933" y="59854"/>
                </a:cubicBezTo>
                <a:close/>
                <a:moveTo>
                  <a:pt x="279065" y="66902"/>
                </a:moveTo>
                <a:cubicBezTo>
                  <a:pt x="283523" y="65855"/>
                  <a:pt x="288171" y="66902"/>
                  <a:pt x="291775" y="69855"/>
                </a:cubicBezTo>
                <a:cubicBezTo>
                  <a:pt x="295190" y="72617"/>
                  <a:pt x="297182" y="76523"/>
                  <a:pt x="297182" y="80714"/>
                </a:cubicBezTo>
                <a:lnTo>
                  <a:pt x="297182" y="115766"/>
                </a:lnTo>
                <a:lnTo>
                  <a:pt x="268157" y="115766"/>
                </a:lnTo>
                <a:lnTo>
                  <a:pt x="268157" y="81761"/>
                </a:lnTo>
                <a:cubicBezTo>
                  <a:pt x="268157" y="74618"/>
                  <a:pt x="272710" y="68331"/>
                  <a:pt x="278970" y="66902"/>
                </a:cubicBezTo>
                <a:close/>
                <a:moveTo>
                  <a:pt x="297182" y="126720"/>
                </a:moveTo>
                <a:lnTo>
                  <a:pt x="297182" y="169582"/>
                </a:lnTo>
                <a:lnTo>
                  <a:pt x="268157" y="169582"/>
                </a:lnTo>
                <a:lnTo>
                  <a:pt x="268157" y="126720"/>
                </a:lnTo>
                <a:lnTo>
                  <a:pt x="297182" y="126720"/>
                </a:lnTo>
                <a:close/>
                <a:moveTo>
                  <a:pt x="239321" y="144436"/>
                </a:moveTo>
                <a:lnTo>
                  <a:pt x="211054" y="144436"/>
                </a:lnTo>
                <a:lnTo>
                  <a:pt x="211054" y="101574"/>
                </a:lnTo>
                <a:lnTo>
                  <a:pt x="239321" y="101574"/>
                </a:lnTo>
                <a:lnTo>
                  <a:pt x="239321" y="144436"/>
                </a:lnTo>
                <a:close/>
                <a:moveTo>
                  <a:pt x="216176" y="32327"/>
                </a:moveTo>
                <a:cubicBezTo>
                  <a:pt x="219496" y="29564"/>
                  <a:pt x="223670" y="28517"/>
                  <a:pt x="228033" y="29374"/>
                </a:cubicBezTo>
                <a:cubicBezTo>
                  <a:pt x="234483" y="30612"/>
                  <a:pt x="239321" y="36899"/>
                  <a:pt x="239321" y="44042"/>
                </a:cubicBezTo>
                <a:lnTo>
                  <a:pt x="239321" y="90524"/>
                </a:lnTo>
                <a:lnTo>
                  <a:pt x="211054" y="90524"/>
                </a:lnTo>
                <a:lnTo>
                  <a:pt x="211054" y="43280"/>
                </a:lnTo>
                <a:cubicBezTo>
                  <a:pt x="211054" y="38994"/>
                  <a:pt x="212951" y="35089"/>
                  <a:pt x="216176" y="32327"/>
                </a:cubicBezTo>
                <a:close/>
                <a:moveTo>
                  <a:pt x="182218" y="120624"/>
                </a:moveTo>
                <a:lnTo>
                  <a:pt x="153951" y="120624"/>
                </a:lnTo>
                <a:lnTo>
                  <a:pt x="153951" y="77761"/>
                </a:lnTo>
                <a:lnTo>
                  <a:pt x="182218" y="77761"/>
                </a:lnTo>
                <a:lnTo>
                  <a:pt x="182218" y="120624"/>
                </a:lnTo>
                <a:close/>
                <a:moveTo>
                  <a:pt x="158410" y="16610"/>
                </a:moveTo>
                <a:cubicBezTo>
                  <a:pt x="161255" y="13943"/>
                  <a:pt x="164955" y="12515"/>
                  <a:pt x="168938" y="12705"/>
                </a:cubicBezTo>
                <a:cubicBezTo>
                  <a:pt x="176337" y="13086"/>
                  <a:pt x="182313" y="19944"/>
                  <a:pt x="182313" y="28040"/>
                </a:cubicBezTo>
                <a:lnTo>
                  <a:pt x="182313" y="66712"/>
                </a:lnTo>
                <a:lnTo>
                  <a:pt x="154046" y="66712"/>
                </a:lnTo>
                <a:lnTo>
                  <a:pt x="154046" y="26898"/>
                </a:lnTo>
                <a:cubicBezTo>
                  <a:pt x="154046" y="22992"/>
                  <a:pt x="155659" y="19277"/>
                  <a:pt x="158410" y="16610"/>
                </a:cubicBezTo>
                <a:close/>
                <a:moveTo>
                  <a:pt x="125116" y="169677"/>
                </a:moveTo>
                <a:lnTo>
                  <a:pt x="97039" y="169677"/>
                </a:lnTo>
                <a:lnTo>
                  <a:pt x="97039" y="126815"/>
                </a:lnTo>
                <a:cubicBezTo>
                  <a:pt x="97039" y="126815"/>
                  <a:pt x="125116" y="126815"/>
                  <a:pt x="125116" y="126815"/>
                </a:cubicBezTo>
                <a:lnTo>
                  <a:pt x="125116" y="169677"/>
                </a:lnTo>
                <a:close/>
                <a:moveTo>
                  <a:pt x="101212" y="46900"/>
                </a:moveTo>
                <a:cubicBezTo>
                  <a:pt x="103868" y="44328"/>
                  <a:pt x="107283" y="42995"/>
                  <a:pt x="110982" y="42995"/>
                </a:cubicBezTo>
                <a:cubicBezTo>
                  <a:pt x="111267" y="42995"/>
                  <a:pt x="111457" y="42995"/>
                  <a:pt x="111741" y="42995"/>
                </a:cubicBezTo>
                <a:cubicBezTo>
                  <a:pt x="119140" y="43376"/>
                  <a:pt x="125116" y="50234"/>
                  <a:pt x="125116" y="58330"/>
                </a:cubicBezTo>
                <a:lnTo>
                  <a:pt x="125116" y="115766"/>
                </a:lnTo>
                <a:lnTo>
                  <a:pt x="96944" y="115766"/>
                </a:lnTo>
                <a:lnTo>
                  <a:pt x="96944" y="57187"/>
                </a:lnTo>
                <a:cubicBezTo>
                  <a:pt x="96849" y="53282"/>
                  <a:pt x="98367" y="49567"/>
                  <a:pt x="101212" y="46900"/>
                </a:cubicBezTo>
                <a:close/>
                <a:moveTo>
                  <a:pt x="10721" y="217397"/>
                </a:moveTo>
                <a:cubicBezTo>
                  <a:pt x="10721" y="212254"/>
                  <a:pt x="12808" y="207491"/>
                  <a:pt x="16507" y="203967"/>
                </a:cubicBezTo>
                <a:cubicBezTo>
                  <a:pt x="20206" y="200443"/>
                  <a:pt x="24949" y="198443"/>
                  <a:pt x="30071" y="198538"/>
                </a:cubicBezTo>
                <a:cubicBezTo>
                  <a:pt x="35193" y="198538"/>
                  <a:pt x="39936" y="200634"/>
                  <a:pt x="43446" y="204348"/>
                </a:cubicBezTo>
                <a:lnTo>
                  <a:pt x="78826" y="240829"/>
                </a:lnTo>
                <a:lnTo>
                  <a:pt x="53690" y="269880"/>
                </a:lnTo>
                <a:lnTo>
                  <a:pt x="16128" y="231018"/>
                </a:lnTo>
                <a:cubicBezTo>
                  <a:pt x="12618" y="227303"/>
                  <a:pt x="10626" y="222541"/>
                  <a:pt x="10721" y="217397"/>
                </a:cubicBezTo>
                <a:close/>
                <a:moveTo>
                  <a:pt x="61468" y="277786"/>
                </a:moveTo>
                <a:lnTo>
                  <a:pt x="84613" y="251021"/>
                </a:lnTo>
                <a:lnTo>
                  <a:pt x="84613" y="296645"/>
                </a:lnTo>
                <a:cubicBezTo>
                  <a:pt x="84613" y="298455"/>
                  <a:pt x="84897" y="300170"/>
                  <a:pt x="84992" y="301980"/>
                </a:cubicBezTo>
                <a:lnTo>
                  <a:pt x="61563" y="277786"/>
                </a:lnTo>
                <a:close/>
                <a:moveTo>
                  <a:pt x="208778" y="385323"/>
                </a:moveTo>
                <a:lnTo>
                  <a:pt x="185728" y="385323"/>
                </a:lnTo>
                <a:cubicBezTo>
                  <a:pt x="145604" y="385323"/>
                  <a:pt x="111646" y="358272"/>
                  <a:pt x="100928" y="321315"/>
                </a:cubicBezTo>
                <a:lnTo>
                  <a:pt x="134032" y="321315"/>
                </a:lnTo>
                <a:lnTo>
                  <a:pt x="159738" y="291502"/>
                </a:lnTo>
                <a:cubicBezTo>
                  <a:pt x="159738" y="291502"/>
                  <a:pt x="159738" y="291502"/>
                  <a:pt x="159738" y="291502"/>
                </a:cubicBezTo>
                <a:cubicBezTo>
                  <a:pt x="170077" y="291502"/>
                  <a:pt x="178424" y="283025"/>
                  <a:pt x="178424" y="272738"/>
                </a:cubicBezTo>
                <a:cubicBezTo>
                  <a:pt x="178424" y="262451"/>
                  <a:pt x="169982" y="253974"/>
                  <a:pt x="159738" y="253974"/>
                </a:cubicBezTo>
                <a:cubicBezTo>
                  <a:pt x="149493" y="253974"/>
                  <a:pt x="141051" y="262355"/>
                  <a:pt x="141051" y="272738"/>
                </a:cubicBezTo>
                <a:cubicBezTo>
                  <a:pt x="141051" y="278262"/>
                  <a:pt x="143423" y="283120"/>
                  <a:pt x="147217" y="286549"/>
                </a:cubicBezTo>
                <a:lnTo>
                  <a:pt x="128246" y="308552"/>
                </a:lnTo>
                <a:lnTo>
                  <a:pt x="98177" y="308552"/>
                </a:lnTo>
                <a:cubicBezTo>
                  <a:pt x="97608" y="304647"/>
                  <a:pt x="97228" y="300646"/>
                  <a:pt x="97228" y="296645"/>
                </a:cubicBezTo>
                <a:lnTo>
                  <a:pt x="97039" y="180631"/>
                </a:lnTo>
                <a:lnTo>
                  <a:pt x="125116" y="180631"/>
                </a:lnTo>
                <a:lnTo>
                  <a:pt x="125116" y="216159"/>
                </a:lnTo>
                <a:lnTo>
                  <a:pt x="153951" y="216159"/>
                </a:lnTo>
                <a:lnTo>
                  <a:pt x="153951" y="131577"/>
                </a:lnTo>
                <a:lnTo>
                  <a:pt x="182218" y="131577"/>
                </a:lnTo>
                <a:lnTo>
                  <a:pt x="182218" y="216159"/>
                </a:lnTo>
                <a:lnTo>
                  <a:pt x="198438" y="216159"/>
                </a:lnTo>
                <a:lnTo>
                  <a:pt x="198438" y="283691"/>
                </a:lnTo>
                <a:lnTo>
                  <a:pt x="174345" y="312457"/>
                </a:lnTo>
                <a:cubicBezTo>
                  <a:pt x="173776" y="312457"/>
                  <a:pt x="173302" y="312266"/>
                  <a:pt x="172828" y="312266"/>
                </a:cubicBezTo>
                <a:cubicBezTo>
                  <a:pt x="162488" y="312266"/>
                  <a:pt x="154141" y="320649"/>
                  <a:pt x="154141" y="331031"/>
                </a:cubicBezTo>
                <a:cubicBezTo>
                  <a:pt x="154141" y="341413"/>
                  <a:pt x="162488" y="349795"/>
                  <a:pt x="172828" y="349795"/>
                </a:cubicBezTo>
                <a:cubicBezTo>
                  <a:pt x="183167" y="349795"/>
                  <a:pt x="191514" y="341318"/>
                  <a:pt x="191514" y="331031"/>
                </a:cubicBezTo>
                <a:cubicBezTo>
                  <a:pt x="191514" y="325982"/>
                  <a:pt x="189522" y="321411"/>
                  <a:pt x="186202" y="317982"/>
                </a:cubicBezTo>
                <a:lnTo>
                  <a:pt x="211054" y="288264"/>
                </a:lnTo>
                <a:lnTo>
                  <a:pt x="211054" y="209778"/>
                </a:lnTo>
                <a:lnTo>
                  <a:pt x="211054" y="209778"/>
                </a:lnTo>
                <a:lnTo>
                  <a:pt x="211054" y="155390"/>
                </a:lnTo>
                <a:lnTo>
                  <a:pt x="239321" y="155390"/>
                </a:lnTo>
                <a:lnTo>
                  <a:pt x="239321" y="216159"/>
                </a:lnTo>
                <a:lnTo>
                  <a:pt x="268157" y="216159"/>
                </a:lnTo>
                <a:lnTo>
                  <a:pt x="268157" y="180631"/>
                </a:lnTo>
                <a:lnTo>
                  <a:pt x="297182" y="180631"/>
                </a:lnTo>
                <a:lnTo>
                  <a:pt x="297182" y="265784"/>
                </a:lnTo>
                <a:lnTo>
                  <a:pt x="258671" y="265784"/>
                </a:lnTo>
                <a:cubicBezTo>
                  <a:pt x="255920" y="258831"/>
                  <a:pt x="249186" y="253974"/>
                  <a:pt x="241313" y="253974"/>
                </a:cubicBezTo>
                <a:cubicBezTo>
                  <a:pt x="230974" y="253974"/>
                  <a:pt x="222626" y="262355"/>
                  <a:pt x="222626" y="272738"/>
                </a:cubicBezTo>
                <a:cubicBezTo>
                  <a:pt x="222626" y="283120"/>
                  <a:pt x="230974" y="291502"/>
                  <a:pt x="241313" y="291502"/>
                </a:cubicBezTo>
                <a:cubicBezTo>
                  <a:pt x="249660" y="291502"/>
                  <a:pt x="256584" y="285978"/>
                  <a:pt x="259051" y="278453"/>
                </a:cubicBezTo>
                <a:lnTo>
                  <a:pt x="297182" y="278453"/>
                </a:lnTo>
                <a:lnTo>
                  <a:pt x="297182" y="296455"/>
                </a:lnTo>
                <a:cubicBezTo>
                  <a:pt x="297182" y="345414"/>
                  <a:pt x="257533" y="385228"/>
                  <a:pt x="208778" y="385228"/>
                </a:cubicBezTo>
                <a:close/>
                <a:moveTo>
                  <a:pt x="159738" y="280548"/>
                </a:moveTo>
                <a:cubicBezTo>
                  <a:pt x="155469" y="280548"/>
                  <a:pt x="151960" y="277024"/>
                  <a:pt x="151960" y="272738"/>
                </a:cubicBezTo>
                <a:cubicBezTo>
                  <a:pt x="151960" y="268451"/>
                  <a:pt x="155469" y="264927"/>
                  <a:pt x="159738" y="264927"/>
                </a:cubicBezTo>
                <a:cubicBezTo>
                  <a:pt x="164006" y="264927"/>
                  <a:pt x="167516" y="268451"/>
                  <a:pt x="167516" y="272738"/>
                </a:cubicBezTo>
                <a:cubicBezTo>
                  <a:pt x="167516" y="277024"/>
                  <a:pt x="164006" y="280548"/>
                  <a:pt x="159738" y="280548"/>
                </a:cubicBezTo>
                <a:close/>
                <a:moveTo>
                  <a:pt x="180511" y="331031"/>
                </a:moveTo>
                <a:cubicBezTo>
                  <a:pt x="180511" y="335317"/>
                  <a:pt x="177001" y="338841"/>
                  <a:pt x="172733" y="338841"/>
                </a:cubicBezTo>
                <a:cubicBezTo>
                  <a:pt x="168464" y="338841"/>
                  <a:pt x="164955" y="335317"/>
                  <a:pt x="164955" y="331031"/>
                </a:cubicBezTo>
                <a:cubicBezTo>
                  <a:pt x="164955" y="326745"/>
                  <a:pt x="168464" y="323220"/>
                  <a:pt x="172733" y="323220"/>
                </a:cubicBezTo>
                <a:cubicBezTo>
                  <a:pt x="177001" y="323220"/>
                  <a:pt x="180511" y="326745"/>
                  <a:pt x="180511" y="331031"/>
                </a:cubicBezTo>
                <a:close/>
                <a:moveTo>
                  <a:pt x="249091" y="272738"/>
                </a:moveTo>
                <a:cubicBezTo>
                  <a:pt x="249091" y="277024"/>
                  <a:pt x="245581" y="280548"/>
                  <a:pt x="241313" y="280548"/>
                </a:cubicBezTo>
                <a:cubicBezTo>
                  <a:pt x="237044" y="280548"/>
                  <a:pt x="233535" y="277024"/>
                  <a:pt x="233535" y="272738"/>
                </a:cubicBezTo>
                <a:cubicBezTo>
                  <a:pt x="233535" y="268451"/>
                  <a:pt x="237044" y="264927"/>
                  <a:pt x="241313" y="264927"/>
                </a:cubicBezTo>
                <a:cubicBezTo>
                  <a:pt x="245581" y="264927"/>
                  <a:pt x="249091" y="268451"/>
                  <a:pt x="249091" y="27273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2" name="Graphic 207">
            <a:extLst>
              <a:ext uri="{FF2B5EF4-FFF2-40B4-BE49-F238E27FC236}">
                <a16:creationId xmlns:a16="http://schemas.microsoft.com/office/drawing/2014/main" id="{0AB77A47-505F-610E-726B-D0C116F98626}"/>
              </a:ext>
            </a:extLst>
          </p:cNvPr>
          <p:cNvSpPr/>
          <p:nvPr/>
        </p:nvSpPr>
        <p:spPr>
          <a:xfrm>
            <a:off x="6266504" y="3362290"/>
            <a:ext cx="410243" cy="526548"/>
          </a:xfrm>
          <a:custGeom>
            <a:avLst/>
            <a:gdLst>
              <a:gd name="connsiteX0" fmla="*/ 299648 w 310082"/>
              <a:gd name="connsiteY0" fmla="*/ 59949 h 397991"/>
              <a:gd name="connsiteX1" fmla="*/ 276219 w 310082"/>
              <a:gd name="connsiteY1" fmla="*/ 54520 h 397991"/>
              <a:gd name="connsiteX2" fmla="*/ 255541 w 310082"/>
              <a:gd name="connsiteY2" fmla="*/ 81761 h 397991"/>
              <a:gd name="connsiteX3" fmla="*/ 255541 w 310082"/>
              <a:gd name="connsiteY3" fmla="*/ 203491 h 397991"/>
              <a:gd name="connsiteX4" fmla="*/ 252031 w 310082"/>
              <a:gd name="connsiteY4" fmla="*/ 203491 h 397991"/>
              <a:gd name="connsiteX5" fmla="*/ 252031 w 310082"/>
              <a:gd name="connsiteY5" fmla="*/ 44042 h 397991"/>
              <a:gd name="connsiteX6" fmla="*/ 230499 w 310082"/>
              <a:gd name="connsiteY6" fmla="*/ 16896 h 397991"/>
              <a:gd name="connsiteX7" fmla="*/ 208208 w 310082"/>
              <a:gd name="connsiteY7" fmla="*/ 22516 h 397991"/>
              <a:gd name="connsiteX8" fmla="*/ 198438 w 310082"/>
              <a:gd name="connsiteY8" fmla="*/ 43280 h 397991"/>
              <a:gd name="connsiteX9" fmla="*/ 198438 w 310082"/>
              <a:gd name="connsiteY9" fmla="*/ 203491 h 397991"/>
              <a:gd name="connsiteX10" fmla="*/ 194929 w 310082"/>
              <a:gd name="connsiteY10" fmla="*/ 203491 h 397991"/>
              <a:gd name="connsiteX11" fmla="*/ 194929 w 310082"/>
              <a:gd name="connsiteY11" fmla="*/ 28040 h 397991"/>
              <a:gd name="connsiteX12" fmla="*/ 169603 w 310082"/>
              <a:gd name="connsiteY12" fmla="*/ 37 h 397991"/>
              <a:gd name="connsiteX13" fmla="*/ 149778 w 310082"/>
              <a:gd name="connsiteY13" fmla="*/ 7371 h 397991"/>
              <a:gd name="connsiteX14" fmla="*/ 141431 w 310082"/>
              <a:gd name="connsiteY14" fmla="*/ 26898 h 397991"/>
              <a:gd name="connsiteX15" fmla="*/ 141431 w 310082"/>
              <a:gd name="connsiteY15" fmla="*/ 203491 h 397991"/>
              <a:gd name="connsiteX16" fmla="*/ 137921 w 310082"/>
              <a:gd name="connsiteY16" fmla="*/ 203491 h 397991"/>
              <a:gd name="connsiteX17" fmla="*/ 137921 w 310082"/>
              <a:gd name="connsiteY17" fmla="*/ 58330 h 397991"/>
              <a:gd name="connsiteX18" fmla="*/ 112595 w 310082"/>
              <a:gd name="connsiteY18" fmla="*/ 30326 h 397991"/>
              <a:gd name="connsiteX19" fmla="*/ 92770 w 310082"/>
              <a:gd name="connsiteY19" fmla="*/ 37661 h 397991"/>
              <a:gd name="connsiteX20" fmla="*/ 84423 w 310082"/>
              <a:gd name="connsiteY20" fmla="*/ 57187 h 397991"/>
              <a:gd name="connsiteX21" fmla="*/ 84707 w 310082"/>
              <a:gd name="connsiteY21" fmla="*/ 230828 h 397991"/>
              <a:gd name="connsiteX22" fmla="*/ 51603 w 310082"/>
              <a:gd name="connsiteY22" fmla="*/ 196633 h 397991"/>
              <a:gd name="connsiteX23" fmla="*/ 30451 w 310082"/>
              <a:gd name="connsiteY23" fmla="*/ 187489 h 397991"/>
              <a:gd name="connsiteX24" fmla="*/ 9108 w 310082"/>
              <a:gd name="connsiteY24" fmla="*/ 196061 h 397991"/>
              <a:gd name="connsiteX25" fmla="*/ 2 w 310082"/>
              <a:gd name="connsiteY25" fmla="*/ 217302 h 397991"/>
              <a:gd name="connsiteX26" fmla="*/ 8539 w 310082"/>
              <a:gd name="connsiteY26" fmla="*/ 238734 h 397991"/>
              <a:gd name="connsiteX27" fmla="*/ 87838 w 310082"/>
              <a:gd name="connsiteY27" fmla="*/ 320649 h 397991"/>
              <a:gd name="connsiteX28" fmla="*/ 185918 w 310082"/>
              <a:gd name="connsiteY28" fmla="*/ 397991 h 397991"/>
              <a:gd name="connsiteX29" fmla="*/ 208967 w 310082"/>
              <a:gd name="connsiteY29" fmla="*/ 397991 h 397991"/>
              <a:gd name="connsiteX30" fmla="*/ 310082 w 310082"/>
              <a:gd name="connsiteY30" fmla="*/ 296455 h 397991"/>
              <a:gd name="connsiteX31" fmla="*/ 310082 w 310082"/>
              <a:gd name="connsiteY31" fmla="*/ 80619 h 397991"/>
              <a:gd name="connsiteX32" fmla="*/ 299933 w 310082"/>
              <a:gd name="connsiteY32" fmla="*/ 59854 h 397991"/>
              <a:gd name="connsiteX33" fmla="*/ 279065 w 310082"/>
              <a:gd name="connsiteY33" fmla="*/ 66902 h 397991"/>
              <a:gd name="connsiteX34" fmla="*/ 291775 w 310082"/>
              <a:gd name="connsiteY34" fmla="*/ 69855 h 397991"/>
              <a:gd name="connsiteX35" fmla="*/ 297182 w 310082"/>
              <a:gd name="connsiteY35" fmla="*/ 80714 h 397991"/>
              <a:gd name="connsiteX36" fmla="*/ 297182 w 310082"/>
              <a:gd name="connsiteY36" fmla="*/ 115766 h 397991"/>
              <a:gd name="connsiteX37" fmla="*/ 268157 w 310082"/>
              <a:gd name="connsiteY37" fmla="*/ 115766 h 397991"/>
              <a:gd name="connsiteX38" fmla="*/ 268157 w 310082"/>
              <a:gd name="connsiteY38" fmla="*/ 81761 h 397991"/>
              <a:gd name="connsiteX39" fmla="*/ 278970 w 310082"/>
              <a:gd name="connsiteY39" fmla="*/ 66902 h 397991"/>
              <a:gd name="connsiteX40" fmla="*/ 297182 w 310082"/>
              <a:gd name="connsiteY40" fmla="*/ 126720 h 397991"/>
              <a:gd name="connsiteX41" fmla="*/ 297182 w 310082"/>
              <a:gd name="connsiteY41" fmla="*/ 169582 h 397991"/>
              <a:gd name="connsiteX42" fmla="*/ 268157 w 310082"/>
              <a:gd name="connsiteY42" fmla="*/ 169582 h 397991"/>
              <a:gd name="connsiteX43" fmla="*/ 268157 w 310082"/>
              <a:gd name="connsiteY43" fmla="*/ 126720 h 397991"/>
              <a:gd name="connsiteX44" fmla="*/ 297182 w 310082"/>
              <a:gd name="connsiteY44" fmla="*/ 126720 h 397991"/>
              <a:gd name="connsiteX45" fmla="*/ 239321 w 310082"/>
              <a:gd name="connsiteY45" fmla="*/ 144436 h 397991"/>
              <a:gd name="connsiteX46" fmla="*/ 211054 w 310082"/>
              <a:gd name="connsiteY46" fmla="*/ 144436 h 397991"/>
              <a:gd name="connsiteX47" fmla="*/ 211054 w 310082"/>
              <a:gd name="connsiteY47" fmla="*/ 101574 h 397991"/>
              <a:gd name="connsiteX48" fmla="*/ 239321 w 310082"/>
              <a:gd name="connsiteY48" fmla="*/ 101574 h 397991"/>
              <a:gd name="connsiteX49" fmla="*/ 239321 w 310082"/>
              <a:gd name="connsiteY49" fmla="*/ 144436 h 397991"/>
              <a:gd name="connsiteX50" fmla="*/ 216176 w 310082"/>
              <a:gd name="connsiteY50" fmla="*/ 32327 h 397991"/>
              <a:gd name="connsiteX51" fmla="*/ 228033 w 310082"/>
              <a:gd name="connsiteY51" fmla="*/ 29374 h 397991"/>
              <a:gd name="connsiteX52" fmla="*/ 239321 w 310082"/>
              <a:gd name="connsiteY52" fmla="*/ 44042 h 397991"/>
              <a:gd name="connsiteX53" fmla="*/ 239321 w 310082"/>
              <a:gd name="connsiteY53" fmla="*/ 90524 h 397991"/>
              <a:gd name="connsiteX54" fmla="*/ 211054 w 310082"/>
              <a:gd name="connsiteY54" fmla="*/ 90524 h 397991"/>
              <a:gd name="connsiteX55" fmla="*/ 211054 w 310082"/>
              <a:gd name="connsiteY55" fmla="*/ 43280 h 397991"/>
              <a:gd name="connsiteX56" fmla="*/ 216176 w 310082"/>
              <a:gd name="connsiteY56" fmla="*/ 32327 h 397991"/>
              <a:gd name="connsiteX57" fmla="*/ 182218 w 310082"/>
              <a:gd name="connsiteY57" fmla="*/ 120624 h 397991"/>
              <a:gd name="connsiteX58" fmla="*/ 153951 w 310082"/>
              <a:gd name="connsiteY58" fmla="*/ 120624 h 397991"/>
              <a:gd name="connsiteX59" fmla="*/ 153951 w 310082"/>
              <a:gd name="connsiteY59" fmla="*/ 77761 h 397991"/>
              <a:gd name="connsiteX60" fmla="*/ 182218 w 310082"/>
              <a:gd name="connsiteY60" fmla="*/ 77761 h 397991"/>
              <a:gd name="connsiteX61" fmla="*/ 182218 w 310082"/>
              <a:gd name="connsiteY61" fmla="*/ 120624 h 397991"/>
              <a:gd name="connsiteX62" fmla="*/ 158410 w 310082"/>
              <a:gd name="connsiteY62" fmla="*/ 16610 h 397991"/>
              <a:gd name="connsiteX63" fmla="*/ 168938 w 310082"/>
              <a:gd name="connsiteY63" fmla="*/ 12705 h 397991"/>
              <a:gd name="connsiteX64" fmla="*/ 182313 w 310082"/>
              <a:gd name="connsiteY64" fmla="*/ 28040 h 397991"/>
              <a:gd name="connsiteX65" fmla="*/ 182313 w 310082"/>
              <a:gd name="connsiteY65" fmla="*/ 66712 h 397991"/>
              <a:gd name="connsiteX66" fmla="*/ 154046 w 310082"/>
              <a:gd name="connsiteY66" fmla="*/ 66712 h 397991"/>
              <a:gd name="connsiteX67" fmla="*/ 154046 w 310082"/>
              <a:gd name="connsiteY67" fmla="*/ 26898 h 397991"/>
              <a:gd name="connsiteX68" fmla="*/ 158410 w 310082"/>
              <a:gd name="connsiteY68" fmla="*/ 16610 h 397991"/>
              <a:gd name="connsiteX69" fmla="*/ 125116 w 310082"/>
              <a:gd name="connsiteY69" fmla="*/ 169677 h 397991"/>
              <a:gd name="connsiteX70" fmla="*/ 97039 w 310082"/>
              <a:gd name="connsiteY70" fmla="*/ 169677 h 397991"/>
              <a:gd name="connsiteX71" fmla="*/ 97039 w 310082"/>
              <a:gd name="connsiteY71" fmla="*/ 126815 h 397991"/>
              <a:gd name="connsiteX72" fmla="*/ 125116 w 310082"/>
              <a:gd name="connsiteY72" fmla="*/ 126815 h 397991"/>
              <a:gd name="connsiteX73" fmla="*/ 125116 w 310082"/>
              <a:gd name="connsiteY73" fmla="*/ 169677 h 397991"/>
              <a:gd name="connsiteX74" fmla="*/ 101212 w 310082"/>
              <a:gd name="connsiteY74" fmla="*/ 46900 h 397991"/>
              <a:gd name="connsiteX75" fmla="*/ 110982 w 310082"/>
              <a:gd name="connsiteY75" fmla="*/ 42995 h 397991"/>
              <a:gd name="connsiteX76" fmla="*/ 111741 w 310082"/>
              <a:gd name="connsiteY76" fmla="*/ 42995 h 397991"/>
              <a:gd name="connsiteX77" fmla="*/ 125116 w 310082"/>
              <a:gd name="connsiteY77" fmla="*/ 58330 h 397991"/>
              <a:gd name="connsiteX78" fmla="*/ 125116 w 310082"/>
              <a:gd name="connsiteY78" fmla="*/ 115766 h 397991"/>
              <a:gd name="connsiteX79" fmla="*/ 96944 w 310082"/>
              <a:gd name="connsiteY79" fmla="*/ 115766 h 397991"/>
              <a:gd name="connsiteX80" fmla="*/ 96944 w 310082"/>
              <a:gd name="connsiteY80" fmla="*/ 57187 h 397991"/>
              <a:gd name="connsiteX81" fmla="*/ 101212 w 310082"/>
              <a:gd name="connsiteY81" fmla="*/ 46900 h 397991"/>
              <a:gd name="connsiteX82" fmla="*/ 10721 w 310082"/>
              <a:gd name="connsiteY82" fmla="*/ 217397 h 397991"/>
              <a:gd name="connsiteX83" fmla="*/ 16507 w 310082"/>
              <a:gd name="connsiteY83" fmla="*/ 203967 h 397991"/>
              <a:gd name="connsiteX84" fmla="*/ 30071 w 310082"/>
              <a:gd name="connsiteY84" fmla="*/ 198538 h 397991"/>
              <a:gd name="connsiteX85" fmla="*/ 43446 w 310082"/>
              <a:gd name="connsiteY85" fmla="*/ 204348 h 397991"/>
              <a:gd name="connsiteX86" fmla="*/ 78826 w 310082"/>
              <a:gd name="connsiteY86" fmla="*/ 240829 h 397991"/>
              <a:gd name="connsiteX87" fmla="*/ 53690 w 310082"/>
              <a:gd name="connsiteY87" fmla="*/ 269880 h 397991"/>
              <a:gd name="connsiteX88" fmla="*/ 16128 w 310082"/>
              <a:gd name="connsiteY88" fmla="*/ 231018 h 397991"/>
              <a:gd name="connsiteX89" fmla="*/ 10721 w 310082"/>
              <a:gd name="connsiteY89" fmla="*/ 217397 h 397991"/>
              <a:gd name="connsiteX90" fmla="*/ 61468 w 310082"/>
              <a:gd name="connsiteY90" fmla="*/ 277786 h 397991"/>
              <a:gd name="connsiteX91" fmla="*/ 84613 w 310082"/>
              <a:gd name="connsiteY91" fmla="*/ 251021 h 397991"/>
              <a:gd name="connsiteX92" fmla="*/ 84613 w 310082"/>
              <a:gd name="connsiteY92" fmla="*/ 296645 h 397991"/>
              <a:gd name="connsiteX93" fmla="*/ 84992 w 310082"/>
              <a:gd name="connsiteY93" fmla="*/ 301980 h 397991"/>
              <a:gd name="connsiteX94" fmla="*/ 61563 w 310082"/>
              <a:gd name="connsiteY94" fmla="*/ 277786 h 397991"/>
              <a:gd name="connsiteX95" fmla="*/ 208778 w 310082"/>
              <a:gd name="connsiteY95" fmla="*/ 385323 h 397991"/>
              <a:gd name="connsiteX96" fmla="*/ 185728 w 310082"/>
              <a:gd name="connsiteY96" fmla="*/ 385323 h 397991"/>
              <a:gd name="connsiteX97" fmla="*/ 100928 w 310082"/>
              <a:gd name="connsiteY97" fmla="*/ 321315 h 397991"/>
              <a:gd name="connsiteX98" fmla="*/ 134032 w 310082"/>
              <a:gd name="connsiteY98" fmla="*/ 321315 h 397991"/>
              <a:gd name="connsiteX99" fmla="*/ 159738 w 310082"/>
              <a:gd name="connsiteY99" fmla="*/ 291502 h 397991"/>
              <a:gd name="connsiteX100" fmla="*/ 159738 w 310082"/>
              <a:gd name="connsiteY100" fmla="*/ 291502 h 397991"/>
              <a:gd name="connsiteX101" fmla="*/ 178424 w 310082"/>
              <a:gd name="connsiteY101" fmla="*/ 272738 h 397991"/>
              <a:gd name="connsiteX102" fmla="*/ 159738 w 310082"/>
              <a:gd name="connsiteY102" fmla="*/ 253974 h 397991"/>
              <a:gd name="connsiteX103" fmla="*/ 141051 w 310082"/>
              <a:gd name="connsiteY103" fmla="*/ 272738 h 397991"/>
              <a:gd name="connsiteX104" fmla="*/ 147217 w 310082"/>
              <a:gd name="connsiteY104" fmla="*/ 286549 h 397991"/>
              <a:gd name="connsiteX105" fmla="*/ 128246 w 310082"/>
              <a:gd name="connsiteY105" fmla="*/ 308552 h 397991"/>
              <a:gd name="connsiteX106" fmla="*/ 98177 w 310082"/>
              <a:gd name="connsiteY106" fmla="*/ 308552 h 397991"/>
              <a:gd name="connsiteX107" fmla="*/ 97228 w 310082"/>
              <a:gd name="connsiteY107" fmla="*/ 296645 h 397991"/>
              <a:gd name="connsiteX108" fmla="*/ 97039 w 310082"/>
              <a:gd name="connsiteY108" fmla="*/ 180631 h 397991"/>
              <a:gd name="connsiteX109" fmla="*/ 125116 w 310082"/>
              <a:gd name="connsiteY109" fmla="*/ 180631 h 397991"/>
              <a:gd name="connsiteX110" fmla="*/ 125116 w 310082"/>
              <a:gd name="connsiteY110" fmla="*/ 216159 h 397991"/>
              <a:gd name="connsiteX111" fmla="*/ 153951 w 310082"/>
              <a:gd name="connsiteY111" fmla="*/ 216159 h 397991"/>
              <a:gd name="connsiteX112" fmla="*/ 153951 w 310082"/>
              <a:gd name="connsiteY112" fmla="*/ 131577 h 397991"/>
              <a:gd name="connsiteX113" fmla="*/ 182218 w 310082"/>
              <a:gd name="connsiteY113" fmla="*/ 131577 h 397991"/>
              <a:gd name="connsiteX114" fmla="*/ 182218 w 310082"/>
              <a:gd name="connsiteY114" fmla="*/ 216159 h 397991"/>
              <a:gd name="connsiteX115" fmla="*/ 198438 w 310082"/>
              <a:gd name="connsiteY115" fmla="*/ 216159 h 397991"/>
              <a:gd name="connsiteX116" fmla="*/ 198438 w 310082"/>
              <a:gd name="connsiteY116" fmla="*/ 283691 h 397991"/>
              <a:gd name="connsiteX117" fmla="*/ 174345 w 310082"/>
              <a:gd name="connsiteY117" fmla="*/ 312457 h 397991"/>
              <a:gd name="connsiteX118" fmla="*/ 172828 w 310082"/>
              <a:gd name="connsiteY118" fmla="*/ 312266 h 397991"/>
              <a:gd name="connsiteX119" fmla="*/ 154141 w 310082"/>
              <a:gd name="connsiteY119" fmla="*/ 331031 h 397991"/>
              <a:gd name="connsiteX120" fmla="*/ 172828 w 310082"/>
              <a:gd name="connsiteY120" fmla="*/ 349795 h 397991"/>
              <a:gd name="connsiteX121" fmla="*/ 191514 w 310082"/>
              <a:gd name="connsiteY121" fmla="*/ 331031 h 397991"/>
              <a:gd name="connsiteX122" fmla="*/ 186202 w 310082"/>
              <a:gd name="connsiteY122" fmla="*/ 317982 h 397991"/>
              <a:gd name="connsiteX123" fmla="*/ 211054 w 310082"/>
              <a:gd name="connsiteY123" fmla="*/ 288264 h 397991"/>
              <a:gd name="connsiteX124" fmla="*/ 211054 w 310082"/>
              <a:gd name="connsiteY124" fmla="*/ 209778 h 397991"/>
              <a:gd name="connsiteX125" fmla="*/ 211054 w 310082"/>
              <a:gd name="connsiteY125" fmla="*/ 209778 h 397991"/>
              <a:gd name="connsiteX126" fmla="*/ 211054 w 310082"/>
              <a:gd name="connsiteY126" fmla="*/ 155390 h 397991"/>
              <a:gd name="connsiteX127" fmla="*/ 239321 w 310082"/>
              <a:gd name="connsiteY127" fmla="*/ 155390 h 397991"/>
              <a:gd name="connsiteX128" fmla="*/ 239321 w 310082"/>
              <a:gd name="connsiteY128" fmla="*/ 216159 h 397991"/>
              <a:gd name="connsiteX129" fmla="*/ 268157 w 310082"/>
              <a:gd name="connsiteY129" fmla="*/ 216159 h 397991"/>
              <a:gd name="connsiteX130" fmla="*/ 268157 w 310082"/>
              <a:gd name="connsiteY130" fmla="*/ 180631 h 397991"/>
              <a:gd name="connsiteX131" fmla="*/ 297182 w 310082"/>
              <a:gd name="connsiteY131" fmla="*/ 180631 h 397991"/>
              <a:gd name="connsiteX132" fmla="*/ 297182 w 310082"/>
              <a:gd name="connsiteY132" fmla="*/ 265784 h 397991"/>
              <a:gd name="connsiteX133" fmla="*/ 258671 w 310082"/>
              <a:gd name="connsiteY133" fmla="*/ 265784 h 397991"/>
              <a:gd name="connsiteX134" fmla="*/ 241313 w 310082"/>
              <a:gd name="connsiteY134" fmla="*/ 253974 h 397991"/>
              <a:gd name="connsiteX135" fmla="*/ 222626 w 310082"/>
              <a:gd name="connsiteY135" fmla="*/ 272738 h 397991"/>
              <a:gd name="connsiteX136" fmla="*/ 241313 w 310082"/>
              <a:gd name="connsiteY136" fmla="*/ 291502 h 397991"/>
              <a:gd name="connsiteX137" fmla="*/ 259051 w 310082"/>
              <a:gd name="connsiteY137" fmla="*/ 278453 h 397991"/>
              <a:gd name="connsiteX138" fmla="*/ 297182 w 310082"/>
              <a:gd name="connsiteY138" fmla="*/ 278453 h 397991"/>
              <a:gd name="connsiteX139" fmla="*/ 297182 w 310082"/>
              <a:gd name="connsiteY139" fmla="*/ 296455 h 397991"/>
              <a:gd name="connsiteX140" fmla="*/ 208778 w 310082"/>
              <a:gd name="connsiteY140" fmla="*/ 385228 h 397991"/>
              <a:gd name="connsiteX141" fmla="*/ 159738 w 310082"/>
              <a:gd name="connsiteY141" fmla="*/ 280548 h 397991"/>
              <a:gd name="connsiteX142" fmla="*/ 151960 w 310082"/>
              <a:gd name="connsiteY142" fmla="*/ 272738 h 397991"/>
              <a:gd name="connsiteX143" fmla="*/ 159738 w 310082"/>
              <a:gd name="connsiteY143" fmla="*/ 264927 h 397991"/>
              <a:gd name="connsiteX144" fmla="*/ 167516 w 310082"/>
              <a:gd name="connsiteY144" fmla="*/ 272738 h 397991"/>
              <a:gd name="connsiteX145" fmla="*/ 159738 w 310082"/>
              <a:gd name="connsiteY145" fmla="*/ 280548 h 397991"/>
              <a:gd name="connsiteX146" fmla="*/ 180511 w 310082"/>
              <a:gd name="connsiteY146" fmla="*/ 331031 h 397991"/>
              <a:gd name="connsiteX147" fmla="*/ 172733 w 310082"/>
              <a:gd name="connsiteY147" fmla="*/ 338841 h 397991"/>
              <a:gd name="connsiteX148" fmla="*/ 164955 w 310082"/>
              <a:gd name="connsiteY148" fmla="*/ 331031 h 397991"/>
              <a:gd name="connsiteX149" fmla="*/ 172733 w 310082"/>
              <a:gd name="connsiteY149" fmla="*/ 323220 h 397991"/>
              <a:gd name="connsiteX150" fmla="*/ 180511 w 310082"/>
              <a:gd name="connsiteY150" fmla="*/ 331031 h 397991"/>
              <a:gd name="connsiteX151" fmla="*/ 249091 w 310082"/>
              <a:gd name="connsiteY151" fmla="*/ 272738 h 397991"/>
              <a:gd name="connsiteX152" fmla="*/ 241313 w 310082"/>
              <a:gd name="connsiteY152" fmla="*/ 280548 h 397991"/>
              <a:gd name="connsiteX153" fmla="*/ 233535 w 310082"/>
              <a:gd name="connsiteY153" fmla="*/ 272738 h 397991"/>
              <a:gd name="connsiteX154" fmla="*/ 241313 w 310082"/>
              <a:gd name="connsiteY154" fmla="*/ 264927 h 397991"/>
              <a:gd name="connsiteX155" fmla="*/ 249091 w 310082"/>
              <a:gd name="connsiteY155" fmla="*/ 272738 h 397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310082" h="397991">
                <a:moveTo>
                  <a:pt x="299648" y="59949"/>
                </a:moveTo>
                <a:cubicBezTo>
                  <a:pt x="293009" y="54615"/>
                  <a:pt x="284377" y="52615"/>
                  <a:pt x="276219" y="54520"/>
                </a:cubicBezTo>
                <a:cubicBezTo>
                  <a:pt x="264268" y="57282"/>
                  <a:pt x="255541" y="68712"/>
                  <a:pt x="255541" y="81761"/>
                </a:cubicBezTo>
                <a:lnTo>
                  <a:pt x="255541" y="203491"/>
                </a:lnTo>
                <a:lnTo>
                  <a:pt x="252031" y="203491"/>
                </a:lnTo>
                <a:lnTo>
                  <a:pt x="252031" y="44042"/>
                </a:lnTo>
                <a:cubicBezTo>
                  <a:pt x="252031" y="30707"/>
                  <a:pt x="242925" y="19277"/>
                  <a:pt x="230499" y="16896"/>
                </a:cubicBezTo>
                <a:cubicBezTo>
                  <a:pt x="222531" y="15372"/>
                  <a:pt x="214374" y="17373"/>
                  <a:pt x="208208" y="22516"/>
                </a:cubicBezTo>
                <a:cubicBezTo>
                  <a:pt x="202043" y="27659"/>
                  <a:pt x="198438" y="35184"/>
                  <a:pt x="198438" y="43280"/>
                </a:cubicBezTo>
                <a:lnTo>
                  <a:pt x="198438" y="203491"/>
                </a:lnTo>
                <a:lnTo>
                  <a:pt x="194929" y="203491"/>
                </a:lnTo>
                <a:lnTo>
                  <a:pt x="194929" y="28040"/>
                </a:lnTo>
                <a:cubicBezTo>
                  <a:pt x="194929" y="13086"/>
                  <a:pt x="183831" y="799"/>
                  <a:pt x="169603" y="37"/>
                </a:cubicBezTo>
                <a:cubicBezTo>
                  <a:pt x="162204" y="-344"/>
                  <a:pt x="155090" y="2228"/>
                  <a:pt x="149778" y="7371"/>
                </a:cubicBezTo>
                <a:cubicBezTo>
                  <a:pt x="144466" y="12419"/>
                  <a:pt x="141431" y="19563"/>
                  <a:pt x="141431" y="26898"/>
                </a:cubicBezTo>
                <a:lnTo>
                  <a:pt x="141431" y="203491"/>
                </a:lnTo>
                <a:lnTo>
                  <a:pt x="137921" y="203491"/>
                </a:lnTo>
                <a:lnTo>
                  <a:pt x="137921" y="58330"/>
                </a:lnTo>
                <a:cubicBezTo>
                  <a:pt x="137921" y="43376"/>
                  <a:pt x="126823" y="31088"/>
                  <a:pt x="112595" y="30326"/>
                </a:cubicBezTo>
                <a:cubicBezTo>
                  <a:pt x="105196" y="29946"/>
                  <a:pt x="98082" y="32517"/>
                  <a:pt x="92770" y="37661"/>
                </a:cubicBezTo>
                <a:cubicBezTo>
                  <a:pt x="87458" y="42709"/>
                  <a:pt x="84423" y="49853"/>
                  <a:pt x="84423" y="57187"/>
                </a:cubicBezTo>
                <a:lnTo>
                  <a:pt x="84707" y="230828"/>
                </a:lnTo>
                <a:lnTo>
                  <a:pt x="51603" y="196633"/>
                </a:lnTo>
                <a:cubicBezTo>
                  <a:pt x="46007" y="190823"/>
                  <a:pt x="38513" y="187584"/>
                  <a:pt x="30451" y="187489"/>
                </a:cubicBezTo>
                <a:cubicBezTo>
                  <a:pt x="22388" y="187489"/>
                  <a:pt x="14799" y="190442"/>
                  <a:pt x="9108" y="196061"/>
                </a:cubicBezTo>
                <a:cubicBezTo>
                  <a:pt x="3322" y="201681"/>
                  <a:pt x="97" y="209206"/>
                  <a:pt x="2" y="217302"/>
                </a:cubicBezTo>
                <a:cubicBezTo>
                  <a:pt x="-93" y="225399"/>
                  <a:pt x="2943" y="233018"/>
                  <a:pt x="8539" y="238734"/>
                </a:cubicBezTo>
                <a:lnTo>
                  <a:pt x="87838" y="320649"/>
                </a:lnTo>
                <a:cubicBezTo>
                  <a:pt x="98651" y="365035"/>
                  <a:pt x="138490" y="397991"/>
                  <a:pt x="185918" y="397991"/>
                </a:cubicBezTo>
                <a:lnTo>
                  <a:pt x="208967" y="397991"/>
                </a:lnTo>
                <a:cubicBezTo>
                  <a:pt x="264742" y="397991"/>
                  <a:pt x="310082" y="352462"/>
                  <a:pt x="310082" y="296455"/>
                </a:cubicBezTo>
                <a:lnTo>
                  <a:pt x="310082" y="80619"/>
                </a:lnTo>
                <a:cubicBezTo>
                  <a:pt x="310082" y="72617"/>
                  <a:pt x="306383" y="64998"/>
                  <a:pt x="299933" y="59854"/>
                </a:cubicBezTo>
                <a:close/>
                <a:moveTo>
                  <a:pt x="279065" y="66902"/>
                </a:moveTo>
                <a:cubicBezTo>
                  <a:pt x="283523" y="65855"/>
                  <a:pt x="288171" y="66902"/>
                  <a:pt x="291775" y="69855"/>
                </a:cubicBezTo>
                <a:cubicBezTo>
                  <a:pt x="295190" y="72617"/>
                  <a:pt x="297182" y="76523"/>
                  <a:pt x="297182" y="80714"/>
                </a:cubicBezTo>
                <a:lnTo>
                  <a:pt x="297182" y="115766"/>
                </a:lnTo>
                <a:lnTo>
                  <a:pt x="268157" y="115766"/>
                </a:lnTo>
                <a:lnTo>
                  <a:pt x="268157" y="81761"/>
                </a:lnTo>
                <a:cubicBezTo>
                  <a:pt x="268157" y="74618"/>
                  <a:pt x="272710" y="68331"/>
                  <a:pt x="278970" y="66902"/>
                </a:cubicBezTo>
                <a:close/>
                <a:moveTo>
                  <a:pt x="297182" y="126720"/>
                </a:moveTo>
                <a:lnTo>
                  <a:pt x="297182" y="169582"/>
                </a:lnTo>
                <a:lnTo>
                  <a:pt x="268157" y="169582"/>
                </a:lnTo>
                <a:lnTo>
                  <a:pt x="268157" y="126720"/>
                </a:lnTo>
                <a:lnTo>
                  <a:pt x="297182" y="126720"/>
                </a:lnTo>
                <a:close/>
                <a:moveTo>
                  <a:pt x="239321" y="144436"/>
                </a:moveTo>
                <a:lnTo>
                  <a:pt x="211054" y="144436"/>
                </a:lnTo>
                <a:lnTo>
                  <a:pt x="211054" y="101574"/>
                </a:lnTo>
                <a:lnTo>
                  <a:pt x="239321" y="101574"/>
                </a:lnTo>
                <a:lnTo>
                  <a:pt x="239321" y="144436"/>
                </a:lnTo>
                <a:close/>
                <a:moveTo>
                  <a:pt x="216176" y="32327"/>
                </a:moveTo>
                <a:cubicBezTo>
                  <a:pt x="219496" y="29564"/>
                  <a:pt x="223670" y="28517"/>
                  <a:pt x="228033" y="29374"/>
                </a:cubicBezTo>
                <a:cubicBezTo>
                  <a:pt x="234483" y="30612"/>
                  <a:pt x="239321" y="36899"/>
                  <a:pt x="239321" y="44042"/>
                </a:cubicBezTo>
                <a:lnTo>
                  <a:pt x="239321" y="90524"/>
                </a:lnTo>
                <a:lnTo>
                  <a:pt x="211054" y="90524"/>
                </a:lnTo>
                <a:lnTo>
                  <a:pt x="211054" y="43280"/>
                </a:lnTo>
                <a:cubicBezTo>
                  <a:pt x="211054" y="38994"/>
                  <a:pt x="212951" y="35089"/>
                  <a:pt x="216176" y="32327"/>
                </a:cubicBezTo>
                <a:close/>
                <a:moveTo>
                  <a:pt x="182218" y="120624"/>
                </a:moveTo>
                <a:lnTo>
                  <a:pt x="153951" y="120624"/>
                </a:lnTo>
                <a:lnTo>
                  <a:pt x="153951" y="77761"/>
                </a:lnTo>
                <a:lnTo>
                  <a:pt x="182218" y="77761"/>
                </a:lnTo>
                <a:lnTo>
                  <a:pt x="182218" y="120624"/>
                </a:lnTo>
                <a:close/>
                <a:moveTo>
                  <a:pt x="158410" y="16610"/>
                </a:moveTo>
                <a:cubicBezTo>
                  <a:pt x="161255" y="13943"/>
                  <a:pt x="164955" y="12515"/>
                  <a:pt x="168938" y="12705"/>
                </a:cubicBezTo>
                <a:cubicBezTo>
                  <a:pt x="176337" y="13086"/>
                  <a:pt x="182313" y="19944"/>
                  <a:pt x="182313" y="28040"/>
                </a:cubicBezTo>
                <a:lnTo>
                  <a:pt x="182313" y="66712"/>
                </a:lnTo>
                <a:lnTo>
                  <a:pt x="154046" y="66712"/>
                </a:lnTo>
                <a:lnTo>
                  <a:pt x="154046" y="26898"/>
                </a:lnTo>
                <a:cubicBezTo>
                  <a:pt x="154046" y="22992"/>
                  <a:pt x="155659" y="19277"/>
                  <a:pt x="158410" y="16610"/>
                </a:cubicBezTo>
                <a:close/>
                <a:moveTo>
                  <a:pt x="125116" y="169677"/>
                </a:moveTo>
                <a:lnTo>
                  <a:pt x="97039" y="169677"/>
                </a:lnTo>
                <a:lnTo>
                  <a:pt x="97039" y="126815"/>
                </a:lnTo>
                <a:cubicBezTo>
                  <a:pt x="97039" y="126815"/>
                  <a:pt x="125116" y="126815"/>
                  <a:pt x="125116" y="126815"/>
                </a:cubicBezTo>
                <a:lnTo>
                  <a:pt x="125116" y="169677"/>
                </a:lnTo>
                <a:close/>
                <a:moveTo>
                  <a:pt x="101212" y="46900"/>
                </a:moveTo>
                <a:cubicBezTo>
                  <a:pt x="103868" y="44328"/>
                  <a:pt x="107283" y="42995"/>
                  <a:pt x="110982" y="42995"/>
                </a:cubicBezTo>
                <a:cubicBezTo>
                  <a:pt x="111267" y="42995"/>
                  <a:pt x="111457" y="42995"/>
                  <a:pt x="111741" y="42995"/>
                </a:cubicBezTo>
                <a:cubicBezTo>
                  <a:pt x="119140" y="43376"/>
                  <a:pt x="125116" y="50234"/>
                  <a:pt x="125116" y="58330"/>
                </a:cubicBezTo>
                <a:lnTo>
                  <a:pt x="125116" y="115766"/>
                </a:lnTo>
                <a:lnTo>
                  <a:pt x="96944" y="115766"/>
                </a:lnTo>
                <a:lnTo>
                  <a:pt x="96944" y="57187"/>
                </a:lnTo>
                <a:cubicBezTo>
                  <a:pt x="96849" y="53282"/>
                  <a:pt x="98367" y="49567"/>
                  <a:pt x="101212" y="46900"/>
                </a:cubicBezTo>
                <a:close/>
                <a:moveTo>
                  <a:pt x="10721" y="217397"/>
                </a:moveTo>
                <a:cubicBezTo>
                  <a:pt x="10721" y="212254"/>
                  <a:pt x="12808" y="207491"/>
                  <a:pt x="16507" y="203967"/>
                </a:cubicBezTo>
                <a:cubicBezTo>
                  <a:pt x="20206" y="200443"/>
                  <a:pt x="24949" y="198443"/>
                  <a:pt x="30071" y="198538"/>
                </a:cubicBezTo>
                <a:cubicBezTo>
                  <a:pt x="35193" y="198538"/>
                  <a:pt x="39936" y="200634"/>
                  <a:pt x="43446" y="204348"/>
                </a:cubicBezTo>
                <a:lnTo>
                  <a:pt x="78826" y="240829"/>
                </a:lnTo>
                <a:lnTo>
                  <a:pt x="53690" y="269880"/>
                </a:lnTo>
                <a:lnTo>
                  <a:pt x="16128" y="231018"/>
                </a:lnTo>
                <a:cubicBezTo>
                  <a:pt x="12618" y="227303"/>
                  <a:pt x="10626" y="222541"/>
                  <a:pt x="10721" y="217397"/>
                </a:cubicBezTo>
                <a:close/>
                <a:moveTo>
                  <a:pt x="61468" y="277786"/>
                </a:moveTo>
                <a:lnTo>
                  <a:pt x="84613" y="251021"/>
                </a:lnTo>
                <a:lnTo>
                  <a:pt x="84613" y="296645"/>
                </a:lnTo>
                <a:cubicBezTo>
                  <a:pt x="84613" y="298455"/>
                  <a:pt x="84897" y="300170"/>
                  <a:pt x="84992" y="301980"/>
                </a:cubicBezTo>
                <a:lnTo>
                  <a:pt x="61563" y="277786"/>
                </a:lnTo>
                <a:close/>
                <a:moveTo>
                  <a:pt x="208778" y="385323"/>
                </a:moveTo>
                <a:lnTo>
                  <a:pt x="185728" y="385323"/>
                </a:lnTo>
                <a:cubicBezTo>
                  <a:pt x="145604" y="385323"/>
                  <a:pt x="111646" y="358272"/>
                  <a:pt x="100928" y="321315"/>
                </a:cubicBezTo>
                <a:lnTo>
                  <a:pt x="134032" y="321315"/>
                </a:lnTo>
                <a:lnTo>
                  <a:pt x="159738" y="291502"/>
                </a:lnTo>
                <a:cubicBezTo>
                  <a:pt x="159738" y="291502"/>
                  <a:pt x="159738" y="291502"/>
                  <a:pt x="159738" y="291502"/>
                </a:cubicBezTo>
                <a:cubicBezTo>
                  <a:pt x="170077" y="291502"/>
                  <a:pt x="178424" y="283025"/>
                  <a:pt x="178424" y="272738"/>
                </a:cubicBezTo>
                <a:cubicBezTo>
                  <a:pt x="178424" y="262451"/>
                  <a:pt x="169982" y="253974"/>
                  <a:pt x="159738" y="253974"/>
                </a:cubicBezTo>
                <a:cubicBezTo>
                  <a:pt x="149493" y="253974"/>
                  <a:pt x="141051" y="262355"/>
                  <a:pt x="141051" y="272738"/>
                </a:cubicBezTo>
                <a:cubicBezTo>
                  <a:pt x="141051" y="278262"/>
                  <a:pt x="143423" y="283120"/>
                  <a:pt x="147217" y="286549"/>
                </a:cubicBezTo>
                <a:lnTo>
                  <a:pt x="128246" y="308552"/>
                </a:lnTo>
                <a:lnTo>
                  <a:pt x="98177" y="308552"/>
                </a:lnTo>
                <a:cubicBezTo>
                  <a:pt x="97608" y="304647"/>
                  <a:pt x="97228" y="300646"/>
                  <a:pt x="97228" y="296645"/>
                </a:cubicBezTo>
                <a:lnTo>
                  <a:pt x="97039" y="180631"/>
                </a:lnTo>
                <a:lnTo>
                  <a:pt x="125116" y="180631"/>
                </a:lnTo>
                <a:lnTo>
                  <a:pt x="125116" y="216159"/>
                </a:lnTo>
                <a:lnTo>
                  <a:pt x="153951" y="216159"/>
                </a:lnTo>
                <a:lnTo>
                  <a:pt x="153951" y="131577"/>
                </a:lnTo>
                <a:lnTo>
                  <a:pt x="182218" y="131577"/>
                </a:lnTo>
                <a:lnTo>
                  <a:pt x="182218" y="216159"/>
                </a:lnTo>
                <a:lnTo>
                  <a:pt x="198438" y="216159"/>
                </a:lnTo>
                <a:lnTo>
                  <a:pt x="198438" y="283691"/>
                </a:lnTo>
                <a:lnTo>
                  <a:pt x="174345" y="312457"/>
                </a:lnTo>
                <a:cubicBezTo>
                  <a:pt x="173776" y="312457"/>
                  <a:pt x="173302" y="312266"/>
                  <a:pt x="172828" y="312266"/>
                </a:cubicBezTo>
                <a:cubicBezTo>
                  <a:pt x="162488" y="312266"/>
                  <a:pt x="154141" y="320649"/>
                  <a:pt x="154141" y="331031"/>
                </a:cubicBezTo>
                <a:cubicBezTo>
                  <a:pt x="154141" y="341413"/>
                  <a:pt x="162488" y="349795"/>
                  <a:pt x="172828" y="349795"/>
                </a:cubicBezTo>
                <a:cubicBezTo>
                  <a:pt x="183167" y="349795"/>
                  <a:pt x="191514" y="341318"/>
                  <a:pt x="191514" y="331031"/>
                </a:cubicBezTo>
                <a:cubicBezTo>
                  <a:pt x="191514" y="325982"/>
                  <a:pt x="189522" y="321411"/>
                  <a:pt x="186202" y="317982"/>
                </a:cubicBezTo>
                <a:lnTo>
                  <a:pt x="211054" y="288264"/>
                </a:lnTo>
                <a:lnTo>
                  <a:pt x="211054" y="209778"/>
                </a:lnTo>
                <a:lnTo>
                  <a:pt x="211054" y="209778"/>
                </a:lnTo>
                <a:lnTo>
                  <a:pt x="211054" y="155390"/>
                </a:lnTo>
                <a:lnTo>
                  <a:pt x="239321" y="155390"/>
                </a:lnTo>
                <a:lnTo>
                  <a:pt x="239321" y="216159"/>
                </a:lnTo>
                <a:lnTo>
                  <a:pt x="268157" y="216159"/>
                </a:lnTo>
                <a:lnTo>
                  <a:pt x="268157" y="180631"/>
                </a:lnTo>
                <a:lnTo>
                  <a:pt x="297182" y="180631"/>
                </a:lnTo>
                <a:lnTo>
                  <a:pt x="297182" y="265784"/>
                </a:lnTo>
                <a:lnTo>
                  <a:pt x="258671" y="265784"/>
                </a:lnTo>
                <a:cubicBezTo>
                  <a:pt x="255920" y="258831"/>
                  <a:pt x="249186" y="253974"/>
                  <a:pt x="241313" y="253974"/>
                </a:cubicBezTo>
                <a:cubicBezTo>
                  <a:pt x="230974" y="253974"/>
                  <a:pt x="222626" y="262355"/>
                  <a:pt x="222626" y="272738"/>
                </a:cubicBezTo>
                <a:cubicBezTo>
                  <a:pt x="222626" y="283120"/>
                  <a:pt x="230974" y="291502"/>
                  <a:pt x="241313" y="291502"/>
                </a:cubicBezTo>
                <a:cubicBezTo>
                  <a:pt x="249660" y="291502"/>
                  <a:pt x="256584" y="285978"/>
                  <a:pt x="259051" y="278453"/>
                </a:cubicBezTo>
                <a:lnTo>
                  <a:pt x="297182" y="278453"/>
                </a:lnTo>
                <a:lnTo>
                  <a:pt x="297182" y="296455"/>
                </a:lnTo>
                <a:cubicBezTo>
                  <a:pt x="297182" y="345414"/>
                  <a:pt x="257533" y="385228"/>
                  <a:pt x="208778" y="385228"/>
                </a:cubicBezTo>
                <a:close/>
                <a:moveTo>
                  <a:pt x="159738" y="280548"/>
                </a:moveTo>
                <a:cubicBezTo>
                  <a:pt x="155469" y="280548"/>
                  <a:pt x="151960" y="277024"/>
                  <a:pt x="151960" y="272738"/>
                </a:cubicBezTo>
                <a:cubicBezTo>
                  <a:pt x="151960" y="268451"/>
                  <a:pt x="155469" y="264927"/>
                  <a:pt x="159738" y="264927"/>
                </a:cubicBezTo>
                <a:cubicBezTo>
                  <a:pt x="164006" y="264927"/>
                  <a:pt x="167516" y="268451"/>
                  <a:pt x="167516" y="272738"/>
                </a:cubicBezTo>
                <a:cubicBezTo>
                  <a:pt x="167516" y="277024"/>
                  <a:pt x="164006" y="280548"/>
                  <a:pt x="159738" y="280548"/>
                </a:cubicBezTo>
                <a:close/>
                <a:moveTo>
                  <a:pt x="180511" y="331031"/>
                </a:moveTo>
                <a:cubicBezTo>
                  <a:pt x="180511" y="335317"/>
                  <a:pt x="177001" y="338841"/>
                  <a:pt x="172733" y="338841"/>
                </a:cubicBezTo>
                <a:cubicBezTo>
                  <a:pt x="168464" y="338841"/>
                  <a:pt x="164955" y="335317"/>
                  <a:pt x="164955" y="331031"/>
                </a:cubicBezTo>
                <a:cubicBezTo>
                  <a:pt x="164955" y="326745"/>
                  <a:pt x="168464" y="323220"/>
                  <a:pt x="172733" y="323220"/>
                </a:cubicBezTo>
                <a:cubicBezTo>
                  <a:pt x="177001" y="323220"/>
                  <a:pt x="180511" y="326745"/>
                  <a:pt x="180511" y="331031"/>
                </a:cubicBezTo>
                <a:close/>
                <a:moveTo>
                  <a:pt x="249091" y="272738"/>
                </a:moveTo>
                <a:cubicBezTo>
                  <a:pt x="249091" y="277024"/>
                  <a:pt x="245581" y="280548"/>
                  <a:pt x="241313" y="280548"/>
                </a:cubicBezTo>
                <a:cubicBezTo>
                  <a:pt x="237044" y="280548"/>
                  <a:pt x="233535" y="277024"/>
                  <a:pt x="233535" y="272738"/>
                </a:cubicBezTo>
                <a:cubicBezTo>
                  <a:pt x="233535" y="268451"/>
                  <a:pt x="237044" y="264927"/>
                  <a:pt x="241313" y="264927"/>
                </a:cubicBezTo>
                <a:cubicBezTo>
                  <a:pt x="245581" y="264927"/>
                  <a:pt x="249091" y="268451"/>
                  <a:pt x="249091" y="27273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77727F6B-67B6-AC99-4F07-E8D0AF0E8FB8}"/>
              </a:ext>
            </a:extLst>
          </p:cNvPr>
          <p:cNvGrpSpPr/>
          <p:nvPr/>
        </p:nvGrpSpPr>
        <p:grpSpPr>
          <a:xfrm>
            <a:off x="7101844" y="2798652"/>
            <a:ext cx="496800" cy="532532"/>
            <a:chOff x="8013097" y="2385101"/>
            <a:chExt cx="371429" cy="398144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75E66959-C5F2-93A6-7F03-A088A9416D46}"/>
                </a:ext>
              </a:extLst>
            </p:cNvPr>
            <p:cNvSpPr/>
            <p:nvPr/>
          </p:nvSpPr>
          <p:spPr>
            <a:xfrm>
              <a:off x="8129146" y="2504830"/>
              <a:ext cx="139626" cy="152971"/>
            </a:xfrm>
            <a:custGeom>
              <a:avLst/>
              <a:gdLst>
                <a:gd name="connsiteX0" fmla="*/ 139626 w 139626"/>
                <a:gd name="connsiteY0" fmla="*/ 31337 h 152971"/>
                <a:gd name="connsiteX1" fmla="*/ 139626 w 139626"/>
                <a:gd name="connsiteY1" fmla="*/ 31337 h 152971"/>
                <a:gd name="connsiteX2" fmla="*/ 69813 w 139626"/>
                <a:gd name="connsiteY2" fmla="*/ 0 h 152971"/>
                <a:gd name="connsiteX3" fmla="*/ 0 w 139626"/>
                <a:gd name="connsiteY3" fmla="*/ 31337 h 152971"/>
                <a:gd name="connsiteX4" fmla="*/ 0 w 139626"/>
                <a:gd name="connsiteY4" fmla="*/ 121634 h 152971"/>
                <a:gd name="connsiteX5" fmla="*/ 69813 w 139626"/>
                <a:gd name="connsiteY5" fmla="*/ 152972 h 152971"/>
                <a:gd name="connsiteX6" fmla="*/ 139626 w 139626"/>
                <a:gd name="connsiteY6" fmla="*/ 121634 h 152971"/>
                <a:gd name="connsiteX7" fmla="*/ 139626 w 139626"/>
                <a:gd name="connsiteY7" fmla="*/ 31337 h 152971"/>
                <a:gd name="connsiteX8" fmla="*/ 69813 w 139626"/>
                <a:gd name="connsiteY8" fmla="*/ 12668 h 152971"/>
                <a:gd name="connsiteX9" fmla="*/ 127011 w 139626"/>
                <a:gd name="connsiteY9" fmla="*/ 31337 h 152971"/>
                <a:gd name="connsiteX10" fmla="*/ 69813 w 139626"/>
                <a:gd name="connsiteY10" fmla="*/ 50006 h 152971"/>
                <a:gd name="connsiteX11" fmla="*/ 12616 w 139626"/>
                <a:gd name="connsiteY11" fmla="*/ 31337 h 152971"/>
                <a:gd name="connsiteX12" fmla="*/ 69813 w 139626"/>
                <a:gd name="connsiteY12" fmla="*/ 12668 h 152971"/>
                <a:gd name="connsiteX13" fmla="*/ 12616 w 139626"/>
                <a:gd name="connsiteY13" fmla="*/ 50102 h 152971"/>
                <a:gd name="connsiteX14" fmla="*/ 69813 w 139626"/>
                <a:gd name="connsiteY14" fmla="*/ 62675 h 152971"/>
                <a:gd name="connsiteX15" fmla="*/ 127011 w 139626"/>
                <a:gd name="connsiteY15" fmla="*/ 50102 h 152971"/>
                <a:gd name="connsiteX16" fmla="*/ 127011 w 139626"/>
                <a:gd name="connsiteY16" fmla="*/ 76295 h 152971"/>
                <a:gd name="connsiteX17" fmla="*/ 127011 w 139626"/>
                <a:gd name="connsiteY17" fmla="*/ 76295 h 152971"/>
                <a:gd name="connsiteX18" fmla="*/ 69813 w 139626"/>
                <a:gd name="connsiteY18" fmla="*/ 94964 h 152971"/>
                <a:gd name="connsiteX19" fmla="*/ 12616 w 139626"/>
                <a:gd name="connsiteY19" fmla="*/ 76295 h 152971"/>
                <a:gd name="connsiteX20" fmla="*/ 12616 w 139626"/>
                <a:gd name="connsiteY20" fmla="*/ 50102 h 152971"/>
                <a:gd name="connsiteX21" fmla="*/ 69813 w 139626"/>
                <a:gd name="connsiteY21" fmla="*/ 140303 h 152971"/>
                <a:gd name="connsiteX22" fmla="*/ 12616 w 139626"/>
                <a:gd name="connsiteY22" fmla="*/ 121634 h 152971"/>
                <a:gd name="connsiteX23" fmla="*/ 12616 w 139626"/>
                <a:gd name="connsiteY23" fmla="*/ 95155 h 152971"/>
                <a:gd name="connsiteX24" fmla="*/ 69813 w 139626"/>
                <a:gd name="connsiteY24" fmla="*/ 107728 h 152971"/>
                <a:gd name="connsiteX25" fmla="*/ 127011 w 139626"/>
                <a:gd name="connsiteY25" fmla="*/ 95155 h 152971"/>
                <a:gd name="connsiteX26" fmla="*/ 127011 w 139626"/>
                <a:gd name="connsiteY26" fmla="*/ 121634 h 152971"/>
                <a:gd name="connsiteX27" fmla="*/ 69813 w 139626"/>
                <a:gd name="connsiteY27" fmla="*/ 140303 h 15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9626" h="152971">
                  <a:moveTo>
                    <a:pt x="139626" y="31337"/>
                  </a:moveTo>
                  <a:lnTo>
                    <a:pt x="139626" y="31337"/>
                  </a:lnTo>
                  <a:cubicBezTo>
                    <a:pt x="139626" y="10763"/>
                    <a:pt x="104530" y="0"/>
                    <a:pt x="69813" y="0"/>
                  </a:cubicBezTo>
                  <a:cubicBezTo>
                    <a:pt x="35096" y="0"/>
                    <a:pt x="0" y="10763"/>
                    <a:pt x="0" y="31337"/>
                  </a:cubicBezTo>
                  <a:lnTo>
                    <a:pt x="0" y="121634"/>
                  </a:lnTo>
                  <a:cubicBezTo>
                    <a:pt x="0" y="142208"/>
                    <a:pt x="35096" y="152972"/>
                    <a:pt x="69813" y="152972"/>
                  </a:cubicBezTo>
                  <a:cubicBezTo>
                    <a:pt x="104530" y="152972"/>
                    <a:pt x="139626" y="142208"/>
                    <a:pt x="139626" y="121634"/>
                  </a:cubicBezTo>
                  <a:lnTo>
                    <a:pt x="139626" y="31337"/>
                  </a:lnTo>
                  <a:close/>
                  <a:moveTo>
                    <a:pt x="69813" y="12668"/>
                  </a:moveTo>
                  <a:cubicBezTo>
                    <a:pt x="104720" y="12668"/>
                    <a:pt x="127011" y="23717"/>
                    <a:pt x="127011" y="31337"/>
                  </a:cubicBezTo>
                  <a:cubicBezTo>
                    <a:pt x="127011" y="38957"/>
                    <a:pt x="104720" y="50006"/>
                    <a:pt x="69813" y="50006"/>
                  </a:cubicBezTo>
                  <a:cubicBezTo>
                    <a:pt x="34907" y="50006"/>
                    <a:pt x="12616" y="38957"/>
                    <a:pt x="12616" y="31337"/>
                  </a:cubicBezTo>
                  <a:cubicBezTo>
                    <a:pt x="12616" y="23717"/>
                    <a:pt x="34907" y="12668"/>
                    <a:pt x="69813" y="12668"/>
                  </a:cubicBezTo>
                  <a:close/>
                  <a:moveTo>
                    <a:pt x="12616" y="50102"/>
                  </a:moveTo>
                  <a:cubicBezTo>
                    <a:pt x="25895" y="58388"/>
                    <a:pt x="47902" y="62675"/>
                    <a:pt x="69813" y="62675"/>
                  </a:cubicBezTo>
                  <a:cubicBezTo>
                    <a:pt x="91725" y="62675"/>
                    <a:pt x="113731" y="58388"/>
                    <a:pt x="127011" y="50102"/>
                  </a:cubicBezTo>
                  <a:lnTo>
                    <a:pt x="127011" y="76295"/>
                  </a:lnTo>
                  <a:lnTo>
                    <a:pt x="127011" y="76295"/>
                  </a:lnTo>
                  <a:cubicBezTo>
                    <a:pt x="127011" y="83915"/>
                    <a:pt x="104720" y="94964"/>
                    <a:pt x="69813" y="94964"/>
                  </a:cubicBezTo>
                  <a:cubicBezTo>
                    <a:pt x="34907" y="94964"/>
                    <a:pt x="12616" y="83915"/>
                    <a:pt x="12616" y="76295"/>
                  </a:cubicBezTo>
                  <a:lnTo>
                    <a:pt x="12616" y="50102"/>
                  </a:lnTo>
                  <a:close/>
                  <a:moveTo>
                    <a:pt x="69813" y="140303"/>
                  </a:moveTo>
                  <a:cubicBezTo>
                    <a:pt x="34907" y="140303"/>
                    <a:pt x="12616" y="129254"/>
                    <a:pt x="12616" y="121634"/>
                  </a:cubicBezTo>
                  <a:lnTo>
                    <a:pt x="12616" y="95155"/>
                  </a:lnTo>
                  <a:cubicBezTo>
                    <a:pt x="25895" y="103442"/>
                    <a:pt x="47902" y="107728"/>
                    <a:pt x="69813" y="107728"/>
                  </a:cubicBezTo>
                  <a:cubicBezTo>
                    <a:pt x="91725" y="107728"/>
                    <a:pt x="113731" y="103442"/>
                    <a:pt x="127011" y="95155"/>
                  </a:cubicBezTo>
                  <a:lnTo>
                    <a:pt x="127011" y="121634"/>
                  </a:lnTo>
                  <a:cubicBezTo>
                    <a:pt x="127011" y="129254"/>
                    <a:pt x="104720" y="140303"/>
                    <a:pt x="69813" y="14030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E9A01B0F-61F3-35B9-297D-646EFDCD2F2F}"/>
                </a:ext>
              </a:extLst>
            </p:cNvPr>
            <p:cNvSpPr/>
            <p:nvPr/>
          </p:nvSpPr>
          <p:spPr>
            <a:xfrm>
              <a:off x="8013097" y="2385101"/>
              <a:ext cx="371429" cy="398144"/>
            </a:xfrm>
            <a:custGeom>
              <a:avLst/>
              <a:gdLst>
                <a:gd name="connsiteX0" fmla="*/ 325678 w 371429"/>
                <a:gd name="connsiteY0" fmla="*/ 197930 h 398144"/>
                <a:gd name="connsiteX1" fmla="*/ 359352 w 371429"/>
                <a:gd name="connsiteY1" fmla="*/ 132588 h 398144"/>
                <a:gd name="connsiteX2" fmla="*/ 353471 w 371429"/>
                <a:gd name="connsiteY2" fmla="*/ 25336 h 398144"/>
                <a:gd name="connsiteX3" fmla="*/ 185767 w 371429"/>
                <a:gd name="connsiteY3" fmla="*/ 54959 h 398144"/>
                <a:gd name="connsiteX4" fmla="*/ 130182 w 371429"/>
                <a:gd name="connsiteY4" fmla="*/ 24194 h 398144"/>
                <a:gd name="connsiteX5" fmla="*/ 130182 w 371429"/>
                <a:gd name="connsiteY5" fmla="*/ 23622 h 398144"/>
                <a:gd name="connsiteX6" fmla="*/ 106658 w 371429"/>
                <a:gd name="connsiteY6" fmla="*/ 0 h 398144"/>
                <a:gd name="connsiteX7" fmla="*/ 87024 w 371429"/>
                <a:gd name="connsiteY7" fmla="*/ 10668 h 398144"/>
                <a:gd name="connsiteX8" fmla="*/ 17969 w 371429"/>
                <a:gd name="connsiteY8" fmla="*/ 25336 h 398144"/>
                <a:gd name="connsiteX9" fmla="*/ 45572 w 371429"/>
                <a:gd name="connsiteY9" fmla="*/ 197930 h 398144"/>
                <a:gd name="connsiteX10" fmla="*/ 17969 w 371429"/>
                <a:gd name="connsiteY10" fmla="*/ 370522 h 398144"/>
                <a:gd name="connsiteX11" fmla="*/ 65017 w 371429"/>
                <a:gd name="connsiteY11" fmla="*/ 387382 h 398144"/>
                <a:gd name="connsiteX12" fmla="*/ 185673 w 371429"/>
                <a:gd name="connsiteY12" fmla="*/ 340900 h 398144"/>
                <a:gd name="connsiteX13" fmla="*/ 249225 w 371429"/>
                <a:gd name="connsiteY13" fmla="*/ 374999 h 398144"/>
                <a:gd name="connsiteX14" fmla="*/ 272749 w 371429"/>
                <a:gd name="connsiteY14" fmla="*/ 398145 h 398144"/>
                <a:gd name="connsiteX15" fmla="*/ 292953 w 371429"/>
                <a:gd name="connsiteY15" fmla="*/ 386524 h 398144"/>
                <a:gd name="connsiteX16" fmla="*/ 306328 w 371429"/>
                <a:gd name="connsiteY16" fmla="*/ 387382 h 398144"/>
                <a:gd name="connsiteX17" fmla="*/ 353376 w 371429"/>
                <a:gd name="connsiteY17" fmla="*/ 370522 h 398144"/>
                <a:gd name="connsiteX18" fmla="*/ 359257 w 371429"/>
                <a:gd name="connsiteY18" fmla="*/ 263271 h 398144"/>
                <a:gd name="connsiteX19" fmla="*/ 325583 w 371429"/>
                <a:gd name="connsiteY19" fmla="*/ 197930 h 398144"/>
                <a:gd name="connsiteX20" fmla="*/ 306992 w 371429"/>
                <a:gd name="connsiteY20" fmla="*/ 22193 h 398144"/>
                <a:gd name="connsiteX21" fmla="*/ 344175 w 371429"/>
                <a:gd name="connsiteY21" fmla="*/ 35052 h 398144"/>
                <a:gd name="connsiteX22" fmla="*/ 346831 w 371429"/>
                <a:gd name="connsiteY22" fmla="*/ 127921 h 398144"/>
                <a:gd name="connsiteX23" fmla="*/ 317521 w 371429"/>
                <a:gd name="connsiteY23" fmla="*/ 185737 h 398144"/>
                <a:gd name="connsiteX24" fmla="*/ 264212 w 371429"/>
                <a:gd name="connsiteY24" fmla="*/ 121253 h 398144"/>
                <a:gd name="connsiteX25" fmla="*/ 198098 w 371429"/>
                <a:gd name="connsiteY25" fmla="*/ 63627 h 398144"/>
                <a:gd name="connsiteX26" fmla="*/ 306992 w 371429"/>
                <a:gd name="connsiteY26" fmla="*/ 22289 h 398144"/>
                <a:gd name="connsiteX27" fmla="*/ 27550 w 371429"/>
                <a:gd name="connsiteY27" fmla="*/ 35052 h 398144"/>
                <a:gd name="connsiteX28" fmla="*/ 64733 w 371429"/>
                <a:gd name="connsiteY28" fmla="*/ 22193 h 398144"/>
                <a:gd name="connsiteX29" fmla="*/ 83324 w 371429"/>
                <a:gd name="connsiteY29" fmla="*/ 24098 h 398144"/>
                <a:gd name="connsiteX30" fmla="*/ 106848 w 371429"/>
                <a:gd name="connsiteY30" fmla="*/ 47339 h 398144"/>
                <a:gd name="connsiteX31" fmla="*/ 125819 w 371429"/>
                <a:gd name="connsiteY31" fmla="*/ 37528 h 398144"/>
                <a:gd name="connsiteX32" fmla="*/ 173626 w 371429"/>
                <a:gd name="connsiteY32" fmla="*/ 63627 h 398144"/>
                <a:gd name="connsiteX33" fmla="*/ 107512 w 371429"/>
                <a:gd name="connsiteY33" fmla="*/ 121253 h 398144"/>
                <a:gd name="connsiteX34" fmla="*/ 54204 w 371429"/>
                <a:gd name="connsiteY34" fmla="*/ 185452 h 398144"/>
                <a:gd name="connsiteX35" fmla="*/ 27550 w 371429"/>
                <a:gd name="connsiteY35" fmla="*/ 35147 h 398144"/>
                <a:gd name="connsiteX36" fmla="*/ 27550 w 371429"/>
                <a:gd name="connsiteY36" fmla="*/ 360807 h 398144"/>
                <a:gd name="connsiteX37" fmla="*/ 54204 w 371429"/>
                <a:gd name="connsiteY37" fmla="*/ 210503 h 398144"/>
                <a:gd name="connsiteX38" fmla="*/ 107512 w 371429"/>
                <a:gd name="connsiteY38" fmla="*/ 274701 h 398144"/>
                <a:gd name="connsiteX39" fmla="*/ 173626 w 371429"/>
                <a:gd name="connsiteY39" fmla="*/ 332327 h 398144"/>
                <a:gd name="connsiteX40" fmla="*/ 27550 w 371429"/>
                <a:gd name="connsiteY40" fmla="*/ 360807 h 398144"/>
                <a:gd name="connsiteX41" fmla="*/ 117187 w 371429"/>
                <a:gd name="connsiteY41" fmla="*/ 265271 h 398144"/>
                <a:gd name="connsiteX42" fmla="*/ 62266 w 371429"/>
                <a:gd name="connsiteY42" fmla="*/ 197930 h 398144"/>
                <a:gd name="connsiteX43" fmla="*/ 117187 w 371429"/>
                <a:gd name="connsiteY43" fmla="*/ 130588 h 398144"/>
                <a:gd name="connsiteX44" fmla="*/ 185862 w 371429"/>
                <a:gd name="connsiteY44" fmla="*/ 71723 h 398144"/>
                <a:gd name="connsiteX45" fmla="*/ 254537 w 371429"/>
                <a:gd name="connsiteY45" fmla="*/ 130588 h 398144"/>
                <a:gd name="connsiteX46" fmla="*/ 309648 w 371429"/>
                <a:gd name="connsiteY46" fmla="*/ 197930 h 398144"/>
                <a:gd name="connsiteX47" fmla="*/ 254537 w 371429"/>
                <a:gd name="connsiteY47" fmla="*/ 265271 h 398144"/>
                <a:gd name="connsiteX48" fmla="*/ 185862 w 371429"/>
                <a:gd name="connsiteY48" fmla="*/ 324136 h 398144"/>
                <a:gd name="connsiteX49" fmla="*/ 117187 w 371429"/>
                <a:gd name="connsiteY49" fmla="*/ 265271 h 398144"/>
                <a:gd name="connsiteX50" fmla="*/ 344175 w 371429"/>
                <a:gd name="connsiteY50" fmla="*/ 360807 h 398144"/>
                <a:gd name="connsiteX51" fmla="*/ 296368 w 371429"/>
                <a:gd name="connsiteY51" fmla="*/ 372999 h 398144"/>
                <a:gd name="connsiteX52" fmla="*/ 272939 w 371429"/>
                <a:gd name="connsiteY52" fmla="*/ 350901 h 398144"/>
                <a:gd name="connsiteX53" fmla="*/ 253304 w 371429"/>
                <a:gd name="connsiteY53" fmla="*/ 361569 h 398144"/>
                <a:gd name="connsiteX54" fmla="*/ 198098 w 371429"/>
                <a:gd name="connsiteY54" fmla="*/ 332422 h 398144"/>
                <a:gd name="connsiteX55" fmla="*/ 264212 w 371429"/>
                <a:gd name="connsiteY55" fmla="*/ 274796 h 398144"/>
                <a:gd name="connsiteX56" fmla="*/ 317521 w 371429"/>
                <a:gd name="connsiteY56" fmla="*/ 210312 h 398144"/>
                <a:gd name="connsiteX57" fmla="*/ 346831 w 371429"/>
                <a:gd name="connsiteY57" fmla="*/ 268129 h 398144"/>
                <a:gd name="connsiteX58" fmla="*/ 344175 w 371429"/>
                <a:gd name="connsiteY58" fmla="*/ 360997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71429" h="398144">
                  <a:moveTo>
                    <a:pt x="325678" y="197930"/>
                  </a:moveTo>
                  <a:cubicBezTo>
                    <a:pt x="339906" y="175832"/>
                    <a:pt x="351479" y="153829"/>
                    <a:pt x="359352" y="132588"/>
                  </a:cubicBezTo>
                  <a:cubicBezTo>
                    <a:pt x="377279" y="84582"/>
                    <a:pt x="375192" y="46482"/>
                    <a:pt x="353471" y="25336"/>
                  </a:cubicBezTo>
                  <a:cubicBezTo>
                    <a:pt x="321505" y="-6001"/>
                    <a:pt x="255581" y="7810"/>
                    <a:pt x="185767" y="54959"/>
                  </a:cubicBezTo>
                  <a:cubicBezTo>
                    <a:pt x="166796" y="42100"/>
                    <a:pt x="148015" y="31814"/>
                    <a:pt x="130182" y="24194"/>
                  </a:cubicBezTo>
                  <a:cubicBezTo>
                    <a:pt x="130182" y="24003"/>
                    <a:pt x="130182" y="23813"/>
                    <a:pt x="130182" y="23622"/>
                  </a:cubicBezTo>
                  <a:cubicBezTo>
                    <a:pt x="130182" y="10573"/>
                    <a:pt x="119654" y="0"/>
                    <a:pt x="106658" y="0"/>
                  </a:cubicBezTo>
                  <a:cubicBezTo>
                    <a:pt x="98406" y="0"/>
                    <a:pt x="91197" y="4286"/>
                    <a:pt x="87024" y="10668"/>
                  </a:cubicBezTo>
                  <a:cubicBezTo>
                    <a:pt x="58093" y="5429"/>
                    <a:pt x="33905" y="9811"/>
                    <a:pt x="17969" y="25336"/>
                  </a:cubicBezTo>
                  <a:cubicBezTo>
                    <a:pt x="-14566" y="57150"/>
                    <a:pt x="-1476" y="125444"/>
                    <a:pt x="45572" y="197930"/>
                  </a:cubicBezTo>
                  <a:cubicBezTo>
                    <a:pt x="-1476" y="270415"/>
                    <a:pt x="-14566" y="338709"/>
                    <a:pt x="17969" y="370522"/>
                  </a:cubicBezTo>
                  <a:cubicBezTo>
                    <a:pt x="29636" y="381953"/>
                    <a:pt x="45762" y="387382"/>
                    <a:pt x="65017" y="387382"/>
                  </a:cubicBezTo>
                  <a:cubicBezTo>
                    <a:pt x="98501" y="387382"/>
                    <a:pt x="141280" y="370904"/>
                    <a:pt x="185673" y="340900"/>
                  </a:cubicBezTo>
                  <a:cubicBezTo>
                    <a:pt x="207584" y="355664"/>
                    <a:pt x="229021" y="367189"/>
                    <a:pt x="249225" y="374999"/>
                  </a:cubicBezTo>
                  <a:cubicBezTo>
                    <a:pt x="249510" y="387858"/>
                    <a:pt x="259849" y="398145"/>
                    <a:pt x="272749" y="398145"/>
                  </a:cubicBezTo>
                  <a:cubicBezTo>
                    <a:pt x="281381" y="398145"/>
                    <a:pt x="288875" y="393478"/>
                    <a:pt x="292953" y="386524"/>
                  </a:cubicBezTo>
                  <a:cubicBezTo>
                    <a:pt x="297506" y="387096"/>
                    <a:pt x="302059" y="387382"/>
                    <a:pt x="306328" y="387382"/>
                  </a:cubicBezTo>
                  <a:cubicBezTo>
                    <a:pt x="325583" y="387382"/>
                    <a:pt x="341709" y="381953"/>
                    <a:pt x="353376" y="370522"/>
                  </a:cubicBezTo>
                  <a:cubicBezTo>
                    <a:pt x="375003" y="349282"/>
                    <a:pt x="377089" y="311182"/>
                    <a:pt x="359257" y="263271"/>
                  </a:cubicBezTo>
                  <a:cubicBezTo>
                    <a:pt x="351384" y="242126"/>
                    <a:pt x="339811" y="220028"/>
                    <a:pt x="325583" y="197930"/>
                  </a:cubicBezTo>
                  <a:close/>
                  <a:moveTo>
                    <a:pt x="306992" y="22193"/>
                  </a:moveTo>
                  <a:cubicBezTo>
                    <a:pt x="322453" y="22193"/>
                    <a:pt x="335258" y="26289"/>
                    <a:pt x="344175" y="35052"/>
                  </a:cubicBezTo>
                  <a:cubicBezTo>
                    <a:pt x="361533" y="52006"/>
                    <a:pt x="362482" y="85916"/>
                    <a:pt x="346831" y="127921"/>
                  </a:cubicBezTo>
                  <a:cubicBezTo>
                    <a:pt x="339811" y="146685"/>
                    <a:pt x="329852" y="166116"/>
                    <a:pt x="317521" y="185737"/>
                  </a:cubicBezTo>
                  <a:cubicBezTo>
                    <a:pt x="302249" y="163830"/>
                    <a:pt x="284416" y="141922"/>
                    <a:pt x="264212" y="121253"/>
                  </a:cubicBezTo>
                  <a:cubicBezTo>
                    <a:pt x="242585" y="98965"/>
                    <a:pt x="220295" y="79724"/>
                    <a:pt x="198098" y="63627"/>
                  </a:cubicBezTo>
                  <a:cubicBezTo>
                    <a:pt x="238696" y="37243"/>
                    <a:pt x="277682" y="22289"/>
                    <a:pt x="306992" y="22289"/>
                  </a:cubicBezTo>
                  <a:close/>
                  <a:moveTo>
                    <a:pt x="27550" y="35052"/>
                  </a:moveTo>
                  <a:cubicBezTo>
                    <a:pt x="36466" y="26289"/>
                    <a:pt x="49271" y="22193"/>
                    <a:pt x="64733" y="22193"/>
                  </a:cubicBezTo>
                  <a:cubicBezTo>
                    <a:pt x="70519" y="22193"/>
                    <a:pt x="76779" y="22955"/>
                    <a:pt x="83324" y="24098"/>
                  </a:cubicBezTo>
                  <a:cubicBezTo>
                    <a:pt x="83609" y="36957"/>
                    <a:pt x="93948" y="47339"/>
                    <a:pt x="106848" y="47339"/>
                  </a:cubicBezTo>
                  <a:cubicBezTo>
                    <a:pt x="114721" y="47339"/>
                    <a:pt x="121551" y="43434"/>
                    <a:pt x="125819" y="37528"/>
                  </a:cubicBezTo>
                  <a:cubicBezTo>
                    <a:pt x="141186" y="44196"/>
                    <a:pt x="157216" y="52959"/>
                    <a:pt x="173626" y="63627"/>
                  </a:cubicBezTo>
                  <a:cubicBezTo>
                    <a:pt x="151525" y="79724"/>
                    <a:pt x="129139" y="99060"/>
                    <a:pt x="107512" y="121253"/>
                  </a:cubicBezTo>
                  <a:cubicBezTo>
                    <a:pt x="87024" y="142303"/>
                    <a:pt x="69191" y="163925"/>
                    <a:pt x="54204" y="185452"/>
                  </a:cubicBezTo>
                  <a:cubicBezTo>
                    <a:pt x="14175" y="121158"/>
                    <a:pt x="1275" y="60960"/>
                    <a:pt x="27550" y="35147"/>
                  </a:cubicBezTo>
                  <a:close/>
                  <a:moveTo>
                    <a:pt x="27550" y="360807"/>
                  </a:moveTo>
                  <a:cubicBezTo>
                    <a:pt x="1275" y="334994"/>
                    <a:pt x="14175" y="274796"/>
                    <a:pt x="54204" y="210503"/>
                  </a:cubicBezTo>
                  <a:cubicBezTo>
                    <a:pt x="69191" y="231934"/>
                    <a:pt x="87024" y="253651"/>
                    <a:pt x="107512" y="274701"/>
                  </a:cubicBezTo>
                  <a:cubicBezTo>
                    <a:pt x="129139" y="296894"/>
                    <a:pt x="151430" y="316325"/>
                    <a:pt x="173626" y="332327"/>
                  </a:cubicBezTo>
                  <a:cubicBezTo>
                    <a:pt x="111686" y="372618"/>
                    <a:pt x="53445" y="386143"/>
                    <a:pt x="27550" y="360807"/>
                  </a:cubicBezTo>
                  <a:close/>
                  <a:moveTo>
                    <a:pt x="117187" y="265271"/>
                  </a:moveTo>
                  <a:cubicBezTo>
                    <a:pt x="95940" y="243459"/>
                    <a:pt x="77538" y="220599"/>
                    <a:pt x="62266" y="197930"/>
                  </a:cubicBezTo>
                  <a:cubicBezTo>
                    <a:pt x="77538" y="175355"/>
                    <a:pt x="95940" y="152495"/>
                    <a:pt x="117187" y="130588"/>
                  </a:cubicBezTo>
                  <a:cubicBezTo>
                    <a:pt x="139383" y="107728"/>
                    <a:pt x="162718" y="88011"/>
                    <a:pt x="185862" y="71723"/>
                  </a:cubicBezTo>
                  <a:cubicBezTo>
                    <a:pt x="209007" y="88011"/>
                    <a:pt x="232341" y="107728"/>
                    <a:pt x="254537" y="130588"/>
                  </a:cubicBezTo>
                  <a:cubicBezTo>
                    <a:pt x="275595" y="152305"/>
                    <a:pt x="294186" y="175070"/>
                    <a:pt x="309648" y="197930"/>
                  </a:cubicBezTo>
                  <a:cubicBezTo>
                    <a:pt x="294186" y="220789"/>
                    <a:pt x="275595" y="243554"/>
                    <a:pt x="254537" y="265271"/>
                  </a:cubicBezTo>
                  <a:cubicBezTo>
                    <a:pt x="232341" y="288131"/>
                    <a:pt x="209007" y="307848"/>
                    <a:pt x="185862" y="324136"/>
                  </a:cubicBezTo>
                  <a:cubicBezTo>
                    <a:pt x="162718" y="307848"/>
                    <a:pt x="139383" y="288131"/>
                    <a:pt x="117187" y="265271"/>
                  </a:cubicBezTo>
                  <a:close/>
                  <a:moveTo>
                    <a:pt x="344175" y="360807"/>
                  </a:moveTo>
                  <a:cubicBezTo>
                    <a:pt x="333267" y="371475"/>
                    <a:pt x="316572" y="375190"/>
                    <a:pt x="296368" y="372999"/>
                  </a:cubicBezTo>
                  <a:cubicBezTo>
                    <a:pt x="295609" y="360712"/>
                    <a:pt x="285460" y="350901"/>
                    <a:pt x="272939" y="350901"/>
                  </a:cubicBezTo>
                  <a:cubicBezTo>
                    <a:pt x="264687" y="350901"/>
                    <a:pt x="257478" y="355187"/>
                    <a:pt x="253304" y="361569"/>
                  </a:cubicBezTo>
                  <a:cubicBezTo>
                    <a:pt x="235851" y="354616"/>
                    <a:pt x="217164" y="344805"/>
                    <a:pt x="198098" y="332422"/>
                  </a:cubicBezTo>
                  <a:cubicBezTo>
                    <a:pt x="220200" y="316325"/>
                    <a:pt x="242585" y="296989"/>
                    <a:pt x="264212" y="274796"/>
                  </a:cubicBezTo>
                  <a:cubicBezTo>
                    <a:pt x="284416" y="254032"/>
                    <a:pt x="302249" y="232220"/>
                    <a:pt x="317521" y="210312"/>
                  </a:cubicBezTo>
                  <a:cubicBezTo>
                    <a:pt x="329852" y="229933"/>
                    <a:pt x="339811" y="249364"/>
                    <a:pt x="346831" y="268129"/>
                  </a:cubicBezTo>
                  <a:cubicBezTo>
                    <a:pt x="362482" y="310134"/>
                    <a:pt x="361533" y="343948"/>
                    <a:pt x="344175" y="360997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AAB33135-6C2C-EAC2-041E-79168F5CA474}"/>
              </a:ext>
            </a:extLst>
          </p:cNvPr>
          <p:cNvGrpSpPr/>
          <p:nvPr/>
        </p:nvGrpSpPr>
        <p:grpSpPr>
          <a:xfrm>
            <a:off x="7863844" y="2798652"/>
            <a:ext cx="496800" cy="532532"/>
            <a:chOff x="8013097" y="2385101"/>
            <a:chExt cx="371429" cy="398144"/>
          </a:xfrm>
        </p:grpSpPr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9DBCBEB1-C553-7D5D-65B0-089FE96384ED}"/>
                </a:ext>
              </a:extLst>
            </p:cNvPr>
            <p:cNvSpPr/>
            <p:nvPr/>
          </p:nvSpPr>
          <p:spPr>
            <a:xfrm>
              <a:off x="8129146" y="2504830"/>
              <a:ext cx="139626" cy="152971"/>
            </a:xfrm>
            <a:custGeom>
              <a:avLst/>
              <a:gdLst>
                <a:gd name="connsiteX0" fmla="*/ 139626 w 139626"/>
                <a:gd name="connsiteY0" fmla="*/ 31337 h 152971"/>
                <a:gd name="connsiteX1" fmla="*/ 139626 w 139626"/>
                <a:gd name="connsiteY1" fmla="*/ 31337 h 152971"/>
                <a:gd name="connsiteX2" fmla="*/ 69813 w 139626"/>
                <a:gd name="connsiteY2" fmla="*/ 0 h 152971"/>
                <a:gd name="connsiteX3" fmla="*/ 0 w 139626"/>
                <a:gd name="connsiteY3" fmla="*/ 31337 h 152971"/>
                <a:gd name="connsiteX4" fmla="*/ 0 w 139626"/>
                <a:gd name="connsiteY4" fmla="*/ 121634 h 152971"/>
                <a:gd name="connsiteX5" fmla="*/ 69813 w 139626"/>
                <a:gd name="connsiteY5" fmla="*/ 152972 h 152971"/>
                <a:gd name="connsiteX6" fmla="*/ 139626 w 139626"/>
                <a:gd name="connsiteY6" fmla="*/ 121634 h 152971"/>
                <a:gd name="connsiteX7" fmla="*/ 139626 w 139626"/>
                <a:gd name="connsiteY7" fmla="*/ 31337 h 152971"/>
                <a:gd name="connsiteX8" fmla="*/ 69813 w 139626"/>
                <a:gd name="connsiteY8" fmla="*/ 12668 h 152971"/>
                <a:gd name="connsiteX9" fmla="*/ 127011 w 139626"/>
                <a:gd name="connsiteY9" fmla="*/ 31337 h 152971"/>
                <a:gd name="connsiteX10" fmla="*/ 69813 w 139626"/>
                <a:gd name="connsiteY10" fmla="*/ 50006 h 152971"/>
                <a:gd name="connsiteX11" fmla="*/ 12616 w 139626"/>
                <a:gd name="connsiteY11" fmla="*/ 31337 h 152971"/>
                <a:gd name="connsiteX12" fmla="*/ 69813 w 139626"/>
                <a:gd name="connsiteY12" fmla="*/ 12668 h 152971"/>
                <a:gd name="connsiteX13" fmla="*/ 12616 w 139626"/>
                <a:gd name="connsiteY13" fmla="*/ 50102 h 152971"/>
                <a:gd name="connsiteX14" fmla="*/ 69813 w 139626"/>
                <a:gd name="connsiteY14" fmla="*/ 62675 h 152971"/>
                <a:gd name="connsiteX15" fmla="*/ 127011 w 139626"/>
                <a:gd name="connsiteY15" fmla="*/ 50102 h 152971"/>
                <a:gd name="connsiteX16" fmla="*/ 127011 w 139626"/>
                <a:gd name="connsiteY16" fmla="*/ 76295 h 152971"/>
                <a:gd name="connsiteX17" fmla="*/ 127011 w 139626"/>
                <a:gd name="connsiteY17" fmla="*/ 76295 h 152971"/>
                <a:gd name="connsiteX18" fmla="*/ 69813 w 139626"/>
                <a:gd name="connsiteY18" fmla="*/ 94964 h 152971"/>
                <a:gd name="connsiteX19" fmla="*/ 12616 w 139626"/>
                <a:gd name="connsiteY19" fmla="*/ 76295 h 152971"/>
                <a:gd name="connsiteX20" fmla="*/ 12616 w 139626"/>
                <a:gd name="connsiteY20" fmla="*/ 50102 h 152971"/>
                <a:gd name="connsiteX21" fmla="*/ 69813 w 139626"/>
                <a:gd name="connsiteY21" fmla="*/ 140303 h 152971"/>
                <a:gd name="connsiteX22" fmla="*/ 12616 w 139626"/>
                <a:gd name="connsiteY22" fmla="*/ 121634 h 152971"/>
                <a:gd name="connsiteX23" fmla="*/ 12616 w 139626"/>
                <a:gd name="connsiteY23" fmla="*/ 95155 h 152971"/>
                <a:gd name="connsiteX24" fmla="*/ 69813 w 139626"/>
                <a:gd name="connsiteY24" fmla="*/ 107728 h 152971"/>
                <a:gd name="connsiteX25" fmla="*/ 127011 w 139626"/>
                <a:gd name="connsiteY25" fmla="*/ 95155 h 152971"/>
                <a:gd name="connsiteX26" fmla="*/ 127011 w 139626"/>
                <a:gd name="connsiteY26" fmla="*/ 121634 h 152971"/>
                <a:gd name="connsiteX27" fmla="*/ 69813 w 139626"/>
                <a:gd name="connsiteY27" fmla="*/ 140303 h 15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9626" h="152971">
                  <a:moveTo>
                    <a:pt x="139626" y="31337"/>
                  </a:moveTo>
                  <a:lnTo>
                    <a:pt x="139626" y="31337"/>
                  </a:lnTo>
                  <a:cubicBezTo>
                    <a:pt x="139626" y="10763"/>
                    <a:pt x="104530" y="0"/>
                    <a:pt x="69813" y="0"/>
                  </a:cubicBezTo>
                  <a:cubicBezTo>
                    <a:pt x="35096" y="0"/>
                    <a:pt x="0" y="10763"/>
                    <a:pt x="0" y="31337"/>
                  </a:cubicBezTo>
                  <a:lnTo>
                    <a:pt x="0" y="121634"/>
                  </a:lnTo>
                  <a:cubicBezTo>
                    <a:pt x="0" y="142208"/>
                    <a:pt x="35096" y="152972"/>
                    <a:pt x="69813" y="152972"/>
                  </a:cubicBezTo>
                  <a:cubicBezTo>
                    <a:pt x="104530" y="152972"/>
                    <a:pt x="139626" y="142208"/>
                    <a:pt x="139626" y="121634"/>
                  </a:cubicBezTo>
                  <a:lnTo>
                    <a:pt x="139626" y="31337"/>
                  </a:lnTo>
                  <a:close/>
                  <a:moveTo>
                    <a:pt x="69813" y="12668"/>
                  </a:moveTo>
                  <a:cubicBezTo>
                    <a:pt x="104720" y="12668"/>
                    <a:pt x="127011" y="23717"/>
                    <a:pt x="127011" y="31337"/>
                  </a:cubicBezTo>
                  <a:cubicBezTo>
                    <a:pt x="127011" y="38957"/>
                    <a:pt x="104720" y="50006"/>
                    <a:pt x="69813" y="50006"/>
                  </a:cubicBezTo>
                  <a:cubicBezTo>
                    <a:pt x="34907" y="50006"/>
                    <a:pt x="12616" y="38957"/>
                    <a:pt x="12616" y="31337"/>
                  </a:cubicBezTo>
                  <a:cubicBezTo>
                    <a:pt x="12616" y="23717"/>
                    <a:pt x="34907" y="12668"/>
                    <a:pt x="69813" y="12668"/>
                  </a:cubicBezTo>
                  <a:close/>
                  <a:moveTo>
                    <a:pt x="12616" y="50102"/>
                  </a:moveTo>
                  <a:cubicBezTo>
                    <a:pt x="25895" y="58388"/>
                    <a:pt x="47902" y="62675"/>
                    <a:pt x="69813" y="62675"/>
                  </a:cubicBezTo>
                  <a:cubicBezTo>
                    <a:pt x="91725" y="62675"/>
                    <a:pt x="113731" y="58388"/>
                    <a:pt x="127011" y="50102"/>
                  </a:cubicBezTo>
                  <a:lnTo>
                    <a:pt x="127011" y="76295"/>
                  </a:lnTo>
                  <a:lnTo>
                    <a:pt x="127011" y="76295"/>
                  </a:lnTo>
                  <a:cubicBezTo>
                    <a:pt x="127011" y="83915"/>
                    <a:pt x="104720" y="94964"/>
                    <a:pt x="69813" y="94964"/>
                  </a:cubicBezTo>
                  <a:cubicBezTo>
                    <a:pt x="34907" y="94964"/>
                    <a:pt x="12616" y="83915"/>
                    <a:pt x="12616" y="76295"/>
                  </a:cubicBezTo>
                  <a:lnTo>
                    <a:pt x="12616" y="50102"/>
                  </a:lnTo>
                  <a:close/>
                  <a:moveTo>
                    <a:pt x="69813" y="140303"/>
                  </a:moveTo>
                  <a:cubicBezTo>
                    <a:pt x="34907" y="140303"/>
                    <a:pt x="12616" y="129254"/>
                    <a:pt x="12616" y="121634"/>
                  </a:cubicBezTo>
                  <a:lnTo>
                    <a:pt x="12616" y="95155"/>
                  </a:lnTo>
                  <a:cubicBezTo>
                    <a:pt x="25895" y="103442"/>
                    <a:pt x="47902" y="107728"/>
                    <a:pt x="69813" y="107728"/>
                  </a:cubicBezTo>
                  <a:cubicBezTo>
                    <a:pt x="91725" y="107728"/>
                    <a:pt x="113731" y="103442"/>
                    <a:pt x="127011" y="95155"/>
                  </a:cubicBezTo>
                  <a:lnTo>
                    <a:pt x="127011" y="121634"/>
                  </a:lnTo>
                  <a:cubicBezTo>
                    <a:pt x="127011" y="129254"/>
                    <a:pt x="104720" y="140303"/>
                    <a:pt x="69813" y="140303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B1BFF02E-6CB3-4B12-771C-1A96B7CE0037}"/>
                </a:ext>
              </a:extLst>
            </p:cNvPr>
            <p:cNvSpPr/>
            <p:nvPr/>
          </p:nvSpPr>
          <p:spPr>
            <a:xfrm>
              <a:off x="8013097" y="2385101"/>
              <a:ext cx="371429" cy="398144"/>
            </a:xfrm>
            <a:custGeom>
              <a:avLst/>
              <a:gdLst>
                <a:gd name="connsiteX0" fmla="*/ 325678 w 371429"/>
                <a:gd name="connsiteY0" fmla="*/ 197930 h 398144"/>
                <a:gd name="connsiteX1" fmla="*/ 359352 w 371429"/>
                <a:gd name="connsiteY1" fmla="*/ 132588 h 398144"/>
                <a:gd name="connsiteX2" fmla="*/ 353471 w 371429"/>
                <a:gd name="connsiteY2" fmla="*/ 25336 h 398144"/>
                <a:gd name="connsiteX3" fmla="*/ 185767 w 371429"/>
                <a:gd name="connsiteY3" fmla="*/ 54959 h 398144"/>
                <a:gd name="connsiteX4" fmla="*/ 130182 w 371429"/>
                <a:gd name="connsiteY4" fmla="*/ 24194 h 398144"/>
                <a:gd name="connsiteX5" fmla="*/ 130182 w 371429"/>
                <a:gd name="connsiteY5" fmla="*/ 23622 h 398144"/>
                <a:gd name="connsiteX6" fmla="*/ 106658 w 371429"/>
                <a:gd name="connsiteY6" fmla="*/ 0 h 398144"/>
                <a:gd name="connsiteX7" fmla="*/ 87024 w 371429"/>
                <a:gd name="connsiteY7" fmla="*/ 10668 h 398144"/>
                <a:gd name="connsiteX8" fmla="*/ 17969 w 371429"/>
                <a:gd name="connsiteY8" fmla="*/ 25336 h 398144"/>
                <a:gd name="connsiteX9" fmla="*/ 45572 w 371429"/>
                <a:gd name="connsiteY9" fmla="*/ 197930 h 398144"/>
                <a:gd name="connsiteX10" fmla="*/ 17969 w 371429"/>
                <a:gd name="connsiteY10" fmla="*/ 370522 h 398144"/>
                <a:gd name="connsiteX11" fmla="*/ 65017 w 371429"/>
                <a:gd name="connsiteY11" fmla="*/ 387382 h 398144"/>
                <a:gd name="connsiteX12" fmla="*/ 185673 w 371429"/>
                <a:gd name="connsiteY12" fmla="*/ 340900 h 398144"/>
                <a:gd name="connsiteX13" fmla="*/ 249225 w 371429"/>
                <a:gd name="connsiteY13" fmla="*/ 374999 h 398144"/>
                <a:gd name="connsiteX14" fmla="*/ 272749 w 371429"/>
                <a:gd name="connsiteY14" fmla="*/ 398145 h 398144"/>
                <a:gd name="connsiteX15" fmla="*/ 292953 w 371429"/>
                <a:gd name="connsiteY15" fmla="*/ 386524 h 398144"/>
                <a:gd name="connsiteX16" fmla="*/ 306328 w 371429"/>
                <a:gd name="connsiteY16" fmla="*/ 387382 h 398144"/>
                <a:gd name="connsiteX17" fmla="*/ 353376 w 371429"/>
                <a:gd name="connsiteY17" fmla="*/ 370522 h 398144"/>
                <a:gd name="connsiteX18" fmla="*/ 359257 w 371429"/>
                <a:gd name="connsiteY18" fmla="*/ 263271 h 398144"/>
                <a:gd name="connsiteX19" fmla="*/ 325583 w 371429"/>
                <a:gd name="connsiteY19" fmla="*/ 197930 h 398144"/>
                <a:gd name="connsiteX20" fmla="*/ 306992 w 371429"/>
                <a:gd name="connsiteY20" fmla="*/ 22193 h 398144"/>
                <a:gd name="connsiteX21" fmla="*/ 344175 w 371429"/>
                <a:gd name="connsiteY21" fmla="*/ 35052 h 398144"/>
                <a:gd name="connsiteX22" fmla="*/ 346831 w 371429"/>
                <a:gd name="connsiteY22" fmla="*/ 127921 h 398144"/>
                <a:gd name="connsiteX23" fmla="*/ 317521 w 371429"/>
                <a:gd name="connsiteY23" fmla="*/ 185737 h 398144"/>
                <a:gd name="connsiteX24" fmla="*/ 264212 w 371429"/>
                <a:gd name="connsiteY24" fmla="*/ 121253 h 398144"/>
                <a:gd name="connsiteX25" fmla="*/ 198098 w 371429"/>
                <a:gd name="connsiteY25" fmla="*/ 63627 h 398144"/>
                <a:gd name="connsiteX26" fmla="*/ 306992 w 371429"/>
                <a:gd name="connsiteY26" fmla="*/ 22289 h 398144"/>
                <a:gd name="connsiteX27" fmla="*/ 27550 w 371429"/>
                <a:gd name="connsiteY27" fmla="*/ 35052 h 398144"/>
                <a:gd name="connsiteX28" fmla="*/ 64733 w 371429"/>
                <a:gd name="connsiteY28" fmla="*/ 22193 h 398144"/>
                <a:gd name="connsiteX29" fmla="*/ 83324 w 371429"/>
                <a:gd name="connsiteY29" fmla="*/ 24098 h 398144"/>
                <a:gd name="connsiteX30" fmla="*/ 106848 w 371429"/>
                <a:gd name="connsiteY30" fmla="*/ 47339 h 398144"/>
                <a:gd name="connsiteX31" fmla="*/ 125819 w 371429"/>
                <a:gd name="connsiteY31" fmla="*/ 37528 h 398144"/>
                <a:gd name="connsiteX32" fmla="*/ 173626 w 371429"/>
                <a:gd name="connsiteY32" fmla="*/ 63627 h 398144"/>
                <a:gd name="connsiteX33" fmla="*/ 107512 w 371429"/>
                <a:gd name="connsiteY33" fmla="*/ 121253 h 398144"/>
                <a:gd name="connsiteX34" fmla="*/ 54204 w 371429"/>
                <a:gd name="connsiteY34" fmla="*/ 185452 h 398144"/>
                <a:gd name="connsiteX35" fmla="*/ 27550 w 371429"/>
                <a:gd name="connsiteY35" fmla="*/ 35147 h 398144"/>
                <a:gd name="connsiteX36" fmla="*/ 27550 w 371429"/>
                <a:gd name="connsiteY36" fmla="*/ 360807 h 398144"/>
                <a:gd name="connsiteX37" fmla="*/ 54204 w 371429"/>
                <a:gd name="connsiteY37" fmla="*/ 210503 h 398144"/>
                <a:gd name="connsiteX38" fmla="*/ 107512 w 371429"/>
                <a:gd name="connsiteY38" fmla="*/ 274701 h 398144"/>
                <a:gd name="connsiteX39" fmla="*/ 173626 w 371429"/>
                <a:gd name="connsiteY39" fmla="*/ 332327 h 398144"/>
                <a:gd name="connsiteX40" fmla="*/ 27550 w 371429"/>
                <a:gd name="connsiteY40" fmla="*/ 360807 h 398144"/>
                <a:gd name="connsiteX41" fmla="*/ 117187 w 371429"/>
                <a:gd name="connsiteY41" fmla="*/ 265271 h 398144"/>
                <a:gd name="connsiteX42" fmla="*/ 62266 w 371429"/>
                <a:gd name="connsiteY42" fmla="*/ 197930 h 398144"/>
                <a:gd name="connsiteX43" fmla="*/ 117187 w 371429"/>
                <a:gd name="connsiteY43" fmla="*/ 130588 h 398144"/>
                <a:gd name="connsiteX44" fmla="*/ 185862 w 371429"/>
                <a:gd name="connsiteY44" fmla="*/ 71723 h 398144"/>
                <a:gd name="connsiteX45" fmla="*/ 254537 w 371429"/>
                <a:gd name="connsiteY45" fmla="*/ 130588 h 398144"/>
                <a:gd name="connsiteX46" fmla="*/ 309648 w 371429"/>
                <a:gd name="connsiteY46" fmla="*/ 197930 h 398144"/>
                <a:gd name="connsiteX47" fmla="*/ 254537 w 371429"/>
                <a:gd name="connsiteY47" fmla="*/ 265271 h 398144"/>
                <a:gd name="connsiteX48" fmla="*/ 185862 w 371429"/>
                <a:gd name="connsiteY48" fmla="*/ 324136 h 398144"/>
                <a:gd name="connsiteX49" fmla="*/ 117187 w 371429"/>
                <a:gd name="connsiteY49" fmla="*/ 265271 h 398144"/>
                <a:gd name="connsiteX50" fmla="*/ 344175 w 371429"/>
                <a:gd name="connsiteY50" fmla="*/ 360807 h 398144"/>
                <a:gd name="connsiteX51" fmla="*/ 296368 w 371429"/>
                <a:gd name="connsiteY51" fmla="*/ 372999 h 398144"/>
                <a:gd name="connsiteX52" fmla="*/ 272939 w 371429"/>
                <a:gd name="connsiteY52" fmla="*/ 350901 h 398144"/>
                <a:gd name="connsiteX53" fmla="*/ 253304 w 371429"/>
                <a:gd name="connsiteY53" fmla="*/ 361569 h 398144"/>
                <a:gd name="connsiteX54" fmla="*/ 198098 w 371429"/>
                <a:gd name="connsiteY54" fmla="*/ 332422 h 398144"/>
                <a:gd name="connsiteX55" fmla="*/ 264212 w 371429"/>
                <a:gd name="connsiteY55" fmla="*/ 274796 h 398144"/>
                <a:gd name="connsiteX56" fmla="*/ 317521 w 371429"/>
                <a:gd name="connsiteY56" fmla="*/ 210312 h 398144"/>
                <a:gd name="connsiteX57" fmla="*/ 346831 w 371429"/>
                <a:gd name="connsiteY57" fmla="*/ 268129 h 398144"/>
                <a:gd name="connsiteX58" fmla="*/ 344175 w 371429"/>
                <a:gd name="connsiteY58" fmla="*/ 360997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71429" h="398144">
                  <a:moveTo>
                    <a:pt x="325678" y="197930"/>
                  </a:moveTo>
                  <a:cubicBezTo>
                    <a:pt x="339906" y="175832"/>
                    <a:pt x="351479" y="153829"/>
                    <a:pt x="359352" y="132588"/>
                  </a:cubicBezTo>
                  <a:cubicBezTo>
                    <a:pt x="377279" y="84582"/>
                    <a:pt x="375192" y="46482"/>
                    <a:pt x="353471" y="25336"/>
                  </a:cubicBezTo>
                  <a:cubicBezTo>
                    <a:pt x="321505" y="-6001"/>
                    <a:pt x="255581" y="7810"/>
                    <a:pt x="185767" y="54959"/>
                  </a:cubicBezTo>
                  <a:cubicBezTo>
                    <a:pt x="166796" y="42100"/>
                    <a:pt x="148015" y="31814"/>
                    <a:pt x="130182" y="24194"/>
                  </a:cubicBezTo>
                  <a:cubicBezTo>
                    <a:pt x="130182" y="24003"/>
                    <a:pt x="130182" y="23813"/>
                    <a:pt x="130182" y="23622"/>
                  </a:cubicBezTo>
                  <a:cubicBezTo>
                    <a:pt x="130182" y="10573"/>
                    <a:pt x="119654" y="0"/>
                    <a:pt x="106658" y="0"/>
                  </a:cubicBezTo>
                  <a:cubicBezTo>
                    <a:pt x="98406" y="0"/>
                    <a:pt x="91197" y="4286"/>
                    <a:pt x="87024" y="10668"/>
                  </a:cubicBezTo>
                  <a:cubicBezTo>
                    <a:pt x="58093" y="5429"/>
                    <a:pt x="33905" y="9811"/>
                    <a:pt x="17969" y="25336"/>
                  </a:cubicBezTo>
                  <a:cubicBezTo>
                    <a:pt x="-14566" y="57150"/>
                    <a:pt x="-1476" y="125444"/>
                    <a:pt x="45572" y="197930"/>
                  </a:cubicBezTo>
                  <a:cubicBezTo>
                    <a:pt x="-1476" y="270415"/>
                    <a:pt x="-14566" y="338709"/>
                    <a:pt x="17969" y="370522"/>
                  </a:cubicBezTo>
                  <a:cubicBezTo>
                    <a:pt x="29636" y="381953"/>
                    <a:pt x="45762" y="387382"/>
                    <a:pt x="65017" y="387382"/>
                  </a:cubicBezTo>
                  <a:cubicBezTo>
                    <a:pt x="98501" y="387382"/>
                    <a:pt x="141280" y="370904"/>
                    <a:pt x="185673" y="340900"/>
                  </a:cubicBezTo>
                  <a:cubicBezTo>
                    <a:pt x="207584" y="355664"/>
                    <a:pt x="229021" y="367189"/>
                    <a:pt x="249225" y="374999"/>
                  </a:cubicBezTo>
                  <a:cubicBezTo>
                    <a:pt x="249510" y="387858"/>
                    <a:pt x="259849" y="398145"/>
                    <a:pt x="272749" y="398145"/>
                  </a:cubicBezTo>
                  <a:cubicBezTo>
                    <a:pt x="281381" y="398145"/>
                    <a:pt x="288875" y="393478"/>
                    <a:pt x="292953" y="386524"/>
                  </a:cubicBezTo>
                  <a:cubicBezTo>
                    <a:pt x="297506" y="387096"/>
                    <a:pt x="302059" y="387382"/>
                    <a:pt x="306328" y="387382"/>
                  </a:cubicBezTo>
                  <a:cubicBezTo>
                    <a:pt x="325583" y="387382"/>
                    <a:pt x="341709" y="381953"/>
                    <a:pt x="353376" y="370522"/>
                  </a:cubicBezTo>
                  <a:cubicBezTo>
                    <a:pt x="375003" y="349282"/>
                    <a:pt x="377089" y="311182"/>
                    <a:pt x="359257" y="263271"/>
                  </a:cubicBezTo>
                  <a:cubicBezTo>
                    <a:pt x="351384" y="242126"/>
                    <a:pt x="339811" y="220028"/>
                    <a:pt x="325583" y="197930"/>
                  </a:cubicBezTo>
                  <a:close/>
                  <a:moveTo>
                    <a:pt x="306992" y="22193"/>
                  </a:moveTo>
                  <a:cubicBezTo>
                    <a:pt x="322453" y="22193"/>
                    <a:pt x="335258" y="26289"/>
                    <a:pt x="344175" y="35052"/>
                  </a:cubicBezTo>
                  <a:cubicBezTo>
                    <a:pt x="361533" y="52006"/>
                    <a:pt x="362482" y="85916"/>
                    <a:pt x="346831" y="127921"/>
                  </a:cubicBezTo>
                  <a:cubicBezTo>
                    <a:pt x="339811" y="146685"/>
                    <a:pt x="329852" y="166116"/>
                    <a:pt x="317521" y="185737"/>
                  </a:cubicBezTo>
                  <a:cubicBezTo>
                    <a:pt x="302249" y="163830"/>
                    <a:pt x="284416" y="141922"/>
                    <a:pt x="264212" y="121253"/>
                  </a:cubicBezTo>
                  <a:cubicBezTo>
                    <a:pt x="242585" y="98965"/>
                    <a:pt x="220295" y="79724"/>
                    <a:pt x="198098" y="63627"/>
                  </a:cubicBezTo>
                  <a:cubicBezTo>
                    <a:pt x="238696" y="37243"/>
                    <a:pt x="277682" y="22289"/>
                    <a:pt x="306992" y="22289"/>
                  </a:cubicBezTo>
                  <a:close/>
                  <a:moveTo>
                    <a:pt x="27550" y="35052"/>
                  </a:moveTo>
                  <a:cubicBezTo>
                    <a:pt x="36466" y="26289"/>
                    <a:pt x="49271" y="22193"/>
                    <a:pt x="64733" y="22193"/>
                  </a:cubicBezTo>
                  <a:cubicBezTo>
                    <a:pt x="70519" y="22193"/>
                    <a:pt x="76779" y="22955"/>
                    <a:pt x="83324" y="24098"/>
                  </a:cubicBezTo>
                  <a:cubicBezTo>
                    <a:pt x="83609" y="36957"/>
                    <a:pt x="93948" y="47339"/>
                    <a:pt x="106848" y="47339"/>
                  </a:cubicBezTo>
                  <a:cubicBezTo>
                    <a:pt x="114721" y="47339"/>
                    <a:pt x="121551" y="43434"/>
                    <a:pt x="125819" y="37528"/>
                  </a:cubicBezTo>
                  <a:cubicBezTo>
                    <a:pt x="141186" y="44196"/>
                    <a:pt x="157216" y="52959"/>
                    <a:pt x="173626" y="63627"/>
                  </a:cubicBezTo>
                  <a:cubicBezTo>
                    <a:pt x="151525" y="79724"/>
                    <a:pt x="129139" y="99060"/>
                    <a:pt x="107512" y="121253"/>
                  </a:cubicBezTo>
                  <a:cubicBezTo>
                    <a:pt x="87024" y="142303"/>
                    <a:pt x="69191" y="163925"/>
                    <a:pt x="54204" y="185452"/>
                  </a:cubicBezTo>
                  <a:cubicBezTo>
                    <a:pt x="14175" y="121158"/>
                    <a:pt x="1275" y="60960"/>
                    <a:pt x="27550" y="35147"/>
                  </a:cubicBezTo>
                  <a:close/>
                  <a:moveTo>
                    <a:pt x="27550" y="360807"/>
                  </a:moveTo>
                  <a:cubicBezTo>
                    <a:pt x="1275" y="334994"/>
                    <a:pt x="14175" y="274796"/>
                    <a:pt x="54204" y="210503"/>
                  </a:cubicBezTo>
                  <a:cubicBezTo>
                    <a:pt x="69191" y="231934"/>
                    <a:pt x="87024" y="253651"/>
                    <a:pt x="107512" y="274701"/>
                  </a:cubicBezTo>
                  <a:cubicBezTo>
                    <a:pt x="129139" y="296894"/>
                    <a:pt x="151430" y="316325"/>
                    <a:pt x="173626" y="332327"/>
                  </a:cubicBezTo>
                  <a:cubicBezTo>
                    <a:pt x="111686" y="372618"/>
                    <a:pt x="53445" y="386143"/>
                    <a:pt x="27550" y="360807"/>
                  </a:cubicBezTo>
                  <a:close/>
                  <a:moveTo>
                    <a:pt x="117187" y="265271"/>
                  </a:moveTo>
                  <a:cubicBezTo>
                    <a:pt x="95940" y="243459"/>
                    <a:pt x="77538" y="220599"/>
                    <a:pt x="62266" y="197930"/>
                  </a:cubicBezTo>
                  <a:cubicBezTo>
                    <a:pt x="77538" y="175355"/>
                    <a:pt x="95940" y="152495"/>
                    <a:pt x="117187" y="130588"/>
                  </a:cubicBezTo>
                  <a:cubicBezTo>
                    <a:pt x="139383" y="107728"/>
                    <a:pt x="162718" y="88011"/>
                    <a:pt x="185862" y="71723"/>
                  </a:cubicBezTo>
                  <a:cubicBezTo>
                    <a:pt x="209007" y="88011"/>
                    <a:pt x="232341" y="107728"/>
                    <a:pt x="254537" y="130588"/>
                  </a:cubicBezTo>
                  <a:cubicBezTo>
                    <a:pt x="275595" y="152305"/>
                    <a:pt x="294186" y="175070"/>
                    <a:pt x="309648" y="197930"/>
                  </a:cubicBezTo>
                  <a:cubicBezTo>
                    <a:pt x="294186" y="220789"/>
                    <a:pt x="275595" y="243554"/>
                    <a:pt x="254537" y="265271"/>
                  </a:cubicBezTo>
                  <a:cubicBezTo>
                    <a:pt x="232341" y="288131"/>
                    <a:pt x="209007" y="307848"/>
                    <a:pt x="185862" y="324136"/>
                  </a:cubicBezTo>
                  <a:cubicBezTo>
                    <a:pt x="162718" y="307848"/>
                    <a:pt x="139383" y="288131"/>
                    <a:pt x="117187" y="265271"/>
                  </a:cubicBezTo>
                  <a:close/>
                  <a:moveTo>
                    <a:pt x="344175" y="360807"/>
                  </a:moveTo>
                  <a:cubicBezTo>
                    <a:pt x="333267" y="371475"/>
                    <a:pt x="316572" y="375190"/>
                    <a:pt x="296368" y="372999"/>
                  </a:cubicBezTo>
                  <a:cubicBezTo>
                    <a:pt x="295609" y="360712"/>
                    <a:pt x="285460" y="350901"/>
                    <a:pt x="272939" y="350901"/>
                  </a:cubicBezTo>
                  <a:cubicBezTo>
                    <a:pt x="264687" y="350901"/>
                    <a:pt x="257478" y="355187"/>
                    <a:pt x="253304" y="361569"/>
                  </a:cubicBezTo>
                  <a:cubicBezTo>
                    <a:pt x="235851" y="354616"/>
                    <a:pt x="217164" y="344805"/>
                    <a:pt x="198098" y="332422"/>
                  </a:cubicBezTo>
                  <a:cubicBezTo>
                    <a:pt x="220200" y="316325"/>
                    <a:pt x="242585" y="296989"/>
                    <a:pt x="264212" y="274796"/>
                  </a:cubicBezTo>
                  <a:cubicBezTo>
                    <a:pt x="284416" y="254032"/>
                    <a:pt x="302249" y="232220"/>
                    <a:pt x="317521" y="210312"/>
                  </a:cubicBezTo>
                  <a:cubicBezTo>
                    <a:pt x="329852" y="229933"/>
                    <a:pt x="339811" y="249364"/>
                    <a:pt x="346831" y="268129"/>
                  </a:cubicBezTo>
                  <a:cubicBezTo>
                    <a:pt x="362482" y="310134"/>
                    <a:pt x="361533" y="343948"/>
                    <a:pt x="344175" y="360997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238A2D03-A9E5-ACCE-B735-306AA871DA1D}"/>
              </a:ext>
            </a:extLst>
          </p:cNvPr>
          <p:cNvGrpSpPr/>
          <p:nvPr/>
        </p:nvGrpSpPr>
        <p:grpSpPr>
          <a:xfrm>
            <a:off x="7101844" y="3354277"/>
            <a:ext cx="496800" cy="532532"/>
            <a:chOff x="8013097" y="2385101"/>
            <a:chExt cx="371429" cy="398144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ECB1FCAD-9721-332A-1A04-CB46AB3CB764}"/>
                </a:ext>
              </a:extLst>
            </p:cNvPr>
            <p:cNvSpPr/>
            <p:nvPr/>
          </p:nvSpPr>
          <p:spPr>
            <a:xfrm>
              <a:off x="8129146" y="2504830"/>
              <a:ext cx="139626" cy="152971"/>
            </a:xfrm>
            <a:custGeom>
              <a:avLst/>
              <a:gdLst>
                <a:gd name="connsiteX0" fmla="*/ 139626 w 139626"/>
                <a:gd name="connsiteY0" fmla="*/ 31337 h 152971"/>
                <a:gd name="connsiteX1" fmla="*/ 139626 w 139626"/>
                <a:gd name="connsiteY1" fmla="*/ 31337 h 152971"/>
                <a:gd name="connsiteX2" fmla="*/ 69813 w 139626"/>
                <a:gd name="connsiteY2" fmla="*/ 0 h 152971"/>
                <a:gd name="connsiteX3" fmla="*/ 0 w 139626"/>
                <a:gd name="connsiteY3" fmla="*/ 31337 h 152971"/>
                <a:gd name="connsiteX4" fmla="*/ 0 w 139626"/>
                <a:gd name="connsiteY4" fmla="*/ 121634 h 152971"/>
                <a:gd name="connsiteX5" fmla="*/ 69813 w 139626"/>
                <a:gd name="connsiteY5" fmla="*/ 152972 h 152971"/>
                <a:gd name="connsiteX6" fmla="*/ 139626 w 139626"/>
                <a:gd name="connsiteY6" fmla="*/ 121634 h 152971"/>
                <a:gd name="connsiteX7" fmla="*/ 139626 w 139626"/>
                <a:gd name="connsiteY7" fmla="*/ 31337 h 152971"/>
                <a:gd name="connsiteX8" fmla="*/ 69813 w 139626"/>
                <a:gd name="connsiteY8" fmla="*/ 12668 h 152971"/>
                <a:gd name="connsiteX9" fmla="*/ 127011 w 139626"/>
                <a:gd name="connsiteY9" fmla="*/ 31337 h 152971"/>
                <a:gd name="connsiteX10" fmla="*/ 69813 w 139626"/>
                <a:gd name="connsiteY10" fmla="*/ 50006 h 152971"/>
                <a:gd name="connsiteX11" fmla="*/ 12616 w 139626"/>
                <a:gd name="connsiteY11" fmla="*/ 31337 h 152971"/>
                <a:gd name="connsiteX12" fmla="*/ 69813 w 139626"/>
                <a:gd name="connsiteY12" fmla="*/ 12668 h 152971"/>
                <a:gd name="connsiteX13" fmla="*/ 12616 w 139626"/>
                <a:gd name="connsiteY13" fmla="*/ 50102 h 152971"/>
                <a:gd name="connsiteX14" fmla="*/ 69813 w 139626"/>
                <a:gd name="connsiteY14" fmla="*/ 62675 h 152971"/>
                <a:gd name="connsiteX15" fmla="*/ 127011 w 139626"/>
                <a:gd name="connsiteY15" fmla="*/ 50102 h 152971"/>
                <a:gd name="connsiteX16" fmla="*/ 127011 w 139626"/>
                <a:gd name="connsiteY16" fmla="*/ 76295 h 152971"/>
                <a:gd name="connsiteX17" fmla="*/ 127011 w 139626"/>
                <a:gd name="connsiteY17" fmla="*/ 76295 h 152971"/>
                <a:gd name="connsiteX18" fmla="*/ 69813 w 139626"/>
                <a:gd name="connsiteY18" fmla="*/ 94964 h 152971"/>
                <a:gd name="connsiteX19" fmla="*/ 12616 w 139626"/>
                <a:gd name="connsiteY19" fmla="*/ 76295 h 152971"/>
                <a:gd name="connsiteX20" fmla="*/ 12616 w 139626"/>
                <a:gd name="connsiteY20" fmla="*/ 50102 h 152971"/>
                <a:gd name="connsiteX21" fmla="*/ 69813 w 139626"/>
                <a:gd name="connsiteY21" fmla="*/ 140303 h 152971"/>
                <a:gd name="connsiteX22" fmla="*/ 12616 w 139626"/>
                <a:gd name="connsiteY22" fmla="*/ 121634 h 152971"/>
                <a:gd name="connsiteX23" fmla="*/ 12616 w 139626"/>
                <a:gd name="connsiteY23" fmla="*/ 95155 h 152971"/>
                <a:gd name="connsiteX24" fmla="*/ 69813 w 139626"/>
                <a:gd name="connsiteY24" fmla="*/ 107728 h 152971"/>
                <a:gd name="connsiteX25" fmla="*/ 127011 w 139626"/>
                <a:gd name="connsiteY25" fmla="*/ 95155 h 152971"/>
                <a:gd name="connsiteX26" fmla="*/ 127011 w 139626"/>
                <a:gd name="connsiteY26" fmla="*/ 121634 h 152971"/>
                <a:gd name="connsiteX27" fmla="*/ 69813 w 139626"/>
                <a:gd name="connsiteY27" fmla="*/ 140303 h 15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9626" h="152971">
                  <a:moveTo>
                    <a:pt x="139626" y="31337"/>
                  </a:moveTo>
                  <a:lnTo>
                    <a:pt x="139626" y="31337"/>
                  </a:lnTo>
                  <a:cubicBezTo>
                    <a:pt x="139626" y="10763"/>
                    <a:pt x="104530" y="0"/>
                    <a:pt x="69813" y="0"/>
                  </a:cubicBezTo>
                  <a:cubicBezTo>
                    <a:pt x="35096" y="0"/>
                    <a:pt x="0" y="10763"/>
                    <a:pt x="0" y="31337"/>
                  </a:cubicBezTo>
                  <a:lnTo>
                    <a:pt x="0" y="121634"/>
                  </a:lnTo>
                  <a:cubicBezTo>
                    <a:pt x="0" y="142208"/>
                    <a:pt x="35096" y="152972"/>
                    <a:pt x="69813" y="152972"/>
                  </a:cubicBezTo>
                  <a:cubicBezTo>
                    <a:pt x="104530" y="152972"/>
                    <a:pt x="139626" y="142208"/>
                    <a:pt x="139626" y="121634"/>
                  </a:cubicBezTo>
                  <a:lnTo>
                    <a:pt x="139626" y="31337"/>
                  </a:lnTo>
                  <a:close/>
                  <a:moveTo>
                    <a:pt x="69813" y="12668"/>
                  </a:moveTo>
                  <a:cubicBezTo>
                    <a:pt x="104720" y="12668"/>
                    <a:pt x="127011" y="23717"/>
                    <a:pt x="127011" y="31337"/>
                  </a:cubicBezTo>
                  <a:cubicBezTo>
                    <a:pt x="127011" y="38957"/>
                    <a:pt x="104720" y="50006"/>
                    <a:pt x="69813" y="50006"/>
                  </a:cubicBezTo>
                  <a:cubicBezTo>
                    <a:pt x="34907" y="50006"/>
                    <a:pt x="12616" y="38957"/>
                    <a:pt x="12616" y="31337"/>
                  </a:cubicBezTo>
                  <a:cubicBezTo>
                    <a:pt x="12616" y="23717"/>
                    <a:pt x="34907" y="12668"/>
                    <a:pt x="69813" y="12668"/>
                  </a:cubicBezTo>
                  <a:close/>
                  <a:moveTo>
                    <a:pt x="12616" y="50102"/>
                  </a:moveTo>
                  <a:cubicBezTo>
                    <a:pt x="25895" y="58388"/>
                    <a:pt x="47902" y="62675"/>
                    <a:pt x="69813" y="62675"/>
                  </a:cubicBezTo>
                  <a:cubicBezTo>
                    <a:pt x="91725" y="62675"/>
                    <a:pt x="113731" y="58388"/>
                    <a:pt x="127011" y="50102"/>
                  </a:cubicBezTo>
                  <a:lnTo>
                    <a:pt x="127011" y="76295"/>
                  </a:lnTo>
                  <a:lnTo>
                    <a:pt x="127011" y="76295"/>
                  </a:lnTo>
                  <a:cubicBezTo>
                    <a:pt x="127011" y="83915"/>
                    <a:pt x="104720" y="94964"/>
                    <a:pt x="69813" y="94964"/>
                  </a:cubicBezTo>
                  <a:cubicBezTo>
                    <a:pt x="34907" y="94964"/>
                    <a:pt x="12616" y="83915"/>
                    <a:pt x="12616" y="76295"/>
                  </a:cubicBezTo>
                  <a:lnTo>
                    <a:pt x="12616" y="50102"/>
                  </a:lnTo>
                  <a:close/>
                  <a:moveTo>
                    <a:pt x="69813" y="140303"/>
                  </a:moveTo>
                  <a:cubicBezTo>
                    <a:pt x="34907" y="140303"/>
                    <a:pt x="12616" y="129254"/>
                    <a:pt x="12616" y="121634"/>
                  </a:cubicBezTo>
                  <a:lnTo>
                    <a:pt x="12616" y="95155"/>
                  </a:lnTo>
                  <a:cubicBezTo>
                    <a:pt x="25895" y="103442"/>
                    <a:pt x="47902" y="107728"/>
                    <a:pt x="69813" y="107728"/>
                  </a:cubicBezTo>
                  <a:cubicBezTo>
                    <a:pt x="91725" y="107728"/>
                    <a:pt x="113731" y="103442"/>
                    <a:pt x="127011" y="95155"/>
                  </a:cubicBezTo>
                  <a:lnTo>
                    <a:pt x="127011" y="121634"/>
                  </a:lnTo>
                  <a:cubicBezTo>
                    <a:pt x="127011" y="129254"/>
                    <a:pt x="104720" y="140303"/>
                    <a:pt x="69813" y="140303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D36A33EA-C30D-C6DE-D6C9-DE4D6ECF7919}"/>
                </a:ext>
              </a:extLst>
            </p:cNvPr>
            <p:cNvSpPr/>
            <p:nvPr/>
          </p:nvSpPr>
          <p:spPr>
            <a:xfrm>
              <a:off x="8013097" y="2385101"/>
              <a:ext cx="371429" cy="398144"/>
            </a:xfrm>
            <a:custGeom>
              <a:avLst/>
              <a:gdLst>
                <a:gd name="connsiteX0" fmla="*/ 325678 w 371429"/>
                <a:gd name="connsiteY0" fmla="*/ 197930 h 398144"/>
                <a:gd name="connsiteX1" fmla="*/ 359352 w 371429"/>
                <a:gd name="connsiteY1" fmla="*/ 132588 h 398144"/>
                <a:gd name="connsiteX2" fmla="*/ 353471 w 371429"/>
                <a:gd name="connsiteY2" fmla="*/ 25336 h 398144"/>
                <a:gd name="connsiteX3" fmla="*/ 185767 w 371429"/>
                <a:gd name="connsiteY3" fmla="*/ 54959 h 398144"/>
                <a:gd name="connsiteX4" fmla="*/ 130182 w 371429"/>
                <a:gd name="connsiteY4" fmla="*/ 24194 h 398144"/>
                <a:gd name="connsiteX5" fmla="*/ 130182 w 371429"/>
                <a:gd name="connsiteY5" fmla="*/ 23622 h 398144"/>
                <a:gd name="connsiteX6" fmla="*/ 106658 w 371429"/>
                <a:gd name="connsiteY6" fmla="*/ 0 h 398144"/>
                <a:gd name="connsiteX7" fmla="*/ 87024 w 371429"/>
                <a:gd name="connsiteY7" fmla="*/ 10668 h 398144"/>
                <a:gd name="connsiteX8" fmla="*/ 17969 w 371429"/>
                <a:gd name="connsiteY8" fmla="*/ 25336 h 398144"/>
                <a:gd name="connsiteX9" fmla="*/ 45572 w 371429"/>
                <a:gd name="connsiteY9" fmla="*/ 197930 h 398144"/>
                <a:gd name="connsiteX10" fmla="*/ 17969 w 371429"/>
                <a:gd name="connsiteY10" fmla="*/ 370522 h 398144"/>
                <a:gd name="connsiteX11" fmla="*/ 65017 w 371429"/>
                <a:gd name="connsiteY11" fmla="*/ 387382 h 398144"/>
                <a:gd name="connsiteX12" fmla="*/ 185673 w 371429"/>
                <a:gd name="connsiteY12" fmla="*/ 340900 h 398144"/>
                <a:gd name="connsiteX13" fmla="*/ 249225 w 371429"/>
                <a:gd name="connsiteY13" fmla="*/ 374999 h 398144"/>
                <a:gd name="connsiteX14" fmla="*/ 272749 w 371429"/>
                <a:gd name="connsiteY14" fmla="*/ 398145 h 398144"/>
                <a:gd name="connsiteX15" fmla="*/ 292953 w 371429"/>
                <a:gd name="connsiteY15" fmla="*/ 386524 h 398144"/>
                <a:gd name="connsiteX16" fmla="*/ 306328 w 371429"/>
                <a:gd name="connsiteY16" fmla="*/ 387382 h 398144"/>
                <a:gd name="connsiteX17" fmla="*/ 353376 w 371429"/>
                <a:gd name="connsiteY17" fmla="*/ 370522 h 398144"/>
                <a:gd name="connsiteX18" fmla="*/ 359257 w 371429"/>
                <a:gd name="connsiteY18" fmla="*/ 263271 h 398144"/>
                <a:gd name="connsiteX19" fmla="*/ 325583 w 371429"/>
                <a:gd name="connsiteY19" fmla="*/ 197930 h 398144"/>
                <a:gd name="connsiteX20" fmla="*/ 306992 w 371429"/>
                <a:gd name="connsiteY20" fmla="*/ 22193 h 398144"/>
                <a:gd name="connsiteX21" fmla="*/ 344175 w 371429"/>
                <a:gd name="connsiteY21" fmla="*/ 35052 h 398144"/>
                <a:gd name="connsiteX22" fmla="*/ 346831 w 371429"/>
                <a:gd name="connsiteY22" fmla="*/ 127921 h 398144"/>
                <a:gd name="connsiteX23" fmla="*/ 317521 w 371429"/>
                <a:gd name="connsiteY23" fmla="*/ 185737 h 398144"/>
                <a:gd name="connsiteX24" fmla="*/ 264212 w 371429"/>
                <a:gd name="connsiteY24" fmla="*/ 121253 h 398144"/>
                <a:gd name="connsiteX25" fmla="*/ 198098 w 371429"/>
                <a:gd name="connsiteY25" fmla="*/ 63627 h 398144"/>
                <a:gd name="connsiteX26" fmla="*/ 306992 w 371429"/>
                <a:gd name="connsiteY26" fmla="*/ 22289 h 398144"/>
                <a:gd name="connsiteX27" fmla="*/ 27550 w 371429"/>
                <a:gd name="connsiteY27" fmla="*/ 35052 h 398144"/>
                <a:gd name="connsiteX28" fmla="*/ 64733 w 371429"/>
                <a:gd name="connsiteY28" fmla="*/ 22193 h 398144"/>
                <a:gd name="connsiteX29" fmla="*/ 83324 w 371429"/>
                <a:gd name="connsiteY29" fmla="*/ 24098 h 398144"/>
                <a:gd name="connsiteX30" fmla="*/ 106848 w 371429"/>
                <a:gd name="connsiteY30" fmla="*/ 47339 h 398144"/>
                <a:gd name="connsiteX31" fmla="*/ 125819 w 371429"/>
                <a:gd name="connsiteY31" fmla="*/ 37528 h 398144"/>
                <a:gd name="connsiteX32" fmla="*/ 173626 w 371429"/>
                <a:gd name="connsiteY32" fmla="*/ 63627 h 398144"/>
                <a:gd name="connsiteX33" fmla="*/ 107512 w 371429"/>
                <a:gd name="connsiteY33" fmla="*/ 121253 h 398144"/>
                <a:gd name="connsiteX34" fmla="*/ 54204 w 371429"/>
                <a:gd name="connsiteY34" fmla="*/ 185452 h 398144"/>
                <a:gd name="connsiteX35" fmla="*/ 27550 w 371429"/>
                <a:gd name="connsiteY35" fmla="*/ 35147 h 398144"/>
                <a:gd name="connsiteX36" fmla="*/ 27550 w 371429"/>
                <a:gd name="connsiteY36" fmla="*/ 360807 h 398144"/>
                <a:gd name="connsiteX37" fmla="*/ 54204 w 371429"/>
                <a:gd name="connsiteY37" fmla="*/ 210503 h 398144"/>
                <a:gd name="connsiteX38" fmla="*/ 107512 w 371429"/>
                <a:gd name="connsiteY38" fmla="*/ 274701 h 398144"/>
                <a:gd name="connsiteX39" fmla="*/ 173626 w 371429"/>
                <a:gd name="connsiteY39" fmla="*/ 332327 h 398144"/>
                <a:gd name="connsiteX40" fmla="*/ 27550 w 371429"/>
                <a:gd name="connsiteY40" fmla="*/ 360807 h 398144"/>
                <a:gd name="connsiteX41" fmla="*/ 117187 w 371429"/>
                <a:gd name="connsiteY41" fmla="*/ 265271 h 398144"/>
                <a:gd name="connsiteX42" fmla="*/ 62266 w 371429"/>
                <a:gd name="connsiteY42" fmla="*/ 197930 h 398144"/>
                <a:gd name="connsiteX43" fmla="*/ 117187 w 371429"/>
                <a:gd name="connsiteY43" fmla="*/ 130588 h 398144"/>
                <a:gd name="connsiteX44" fmla="*/ 185862 w 371429"/>
                <a:gd name="connsiteY44" fmla="*/ 71723 h 398144"/>
                <a:gd name="connsiteX45" fmla="*/ 254537 w 371429"/>
                <a:gd name="connsiteY45" fmla="*/ 130588 h 398144"/>
                <a:gd name="connsiteX46" fmla="*/ 309648 w 371429"/>
                <a:gd name="connsiteY46" fmla="*/ 197930 h 398144"/>
                <a:gd name="connsiteX47" fmla="*/ 254537 w 371429"/>
                <a:gd name="connsiteY47" fmla="*/ 265271 h 398144"/>
                <a:gd name="connsiteX48" fmla="*/ 185862 w 371429"/>
                <a:gd name="connsiteY48" fmla="*/ 324136 h 398144"/>
                <a:gd name="connsiteX49" fmla="*/ 117187 w 371429"/>
                <a:gd name="connsiteY49" fmla="*/ 265271 h 398144"/>
                <a:gd name="connsiteX50" fmla="*/ 344175 w 371429"/>
                <a:gd name="connsiteY50" fmla="*/ 360807 h 398144"/>
                <a:gd name="connsiteX51" fmla="*/ 296368 w 371429"/>
                <a:gd name="connsiteY51" fmla="*/ 372999 h 398144"/>
                <a:gd name="connsiteX52" fmla="*/ 272939 w 371429"/>
                <a:gd name="connsiteY52" fmla="*/ 350901 h 398144"/>
                <a:gd name="connsiteX53" fmla="*/ 253304 w 371429"/>
                <a:gd name="connsiteY53" fmla="*/ 361569 h 398144"/>
                <a:gd name="connsiteX54" fmla="*/ 198098 w 371429"/>
                <a:gd name="connsiteY54" fmla="*/ 332422 h 398144"/>
                <a:gd name="connsiteX55" fmla="*/ 264212 w 371429"/>
                <a:gd name="connsiteY55" fmla="*/ 274796 h 398144"/>
                <a:gd name="connsiteX56" fmla="*/ 317521 w 371429"/>
                <a:gd name="connsiteY56" fmla="*/ 210312 h 398144"/>
                <a:gd name="connsiteX57" fmla="*/ 346831 w 371429"/>
                <a:gd name="connsiteY57" fmla="*/ 268129 h 398144"/>
                <a:gd name="connsiteX58" fmla="*/ 344175 w 371429"/>
                <a:gd name="connsiteY58" fmla="*/ 360997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71429" h="398144">
                  <a:moveTo>
                    <a:pt x="325678" y="197930"/>
                  </a:moveTo>
                  <a:cubicBezTo>
                    <a:pt x="339906" y="175832"/>
                    <a:pt x="351479" y="153829"/>
                    <a:pt x="359352" y="132588"/>
                  </a:cubicBezTo>
                  <a:cubicBezTo>
                    <a:pt x="377279" y="84582"/>
                    <a:pt x="375192" y="46482"/>
                    <a:pt x="353471" y="25336"/>
                  </a:cubicBezTo>
                  <a:cubicBezTo>
                    <a:pt x="321505" y="-6001"/>
                    <a:pt x="255581" y="7810"/>
                    <a:pt x="185767" y="54959"/>
                  </a:cubicBezTo>
                  <a:cubicBezTo>
                    <a:pt x="166796" y="42100"/>
                    <a:pt x="148015" y="31814"/>
                    <a:pt x="130182" y="24194"/>
                  </a:cubicBezTo>
                  <a:cubicBezTo>
                    <a:pt x="130182" y="24003"/>
                    <a:pt x="130182" y="23813"/>
                    <a:pt x="130182" y="23622"/>
                  </a:cubicBezTo>
                  <a:cubicBezTo>
                    <a:pt x="130182" y="10573"/>
                    <a:pt x="119654" y="0"/>
                    <a:pt x="106658" y="0"/>
                  </a:cubicBezTo>
                  <a:cubicBezTo>
                    <a:pt x="98406" y="0"/>
                    <a:pt x="91197" y="4286"/>
                    <a:pt x="87024" y="10668"/>
                  </a:cubicBezTo>
                  <a:cubicBezTo>
                    <a:pt x="58093" y="5429"/>
                    <a:pt x="33905" y="9811"/>
                    <a:pt x="17969" y="25336"/>
                  </a:cubicBezTo>
                  <a:cubicBezTo>
                    <a:pt x="-14566" y="57150"/>
                    <a:pt x="-1476" y="125444"/>
                    <a:pt x="45572" y="197930"/>
                  </a:cubicBezTo>
                  <a:cubicBezTo>
                    <a:pt x="-1476" y="270415"/>
                    <a:pt x="-14566" y="338709"/>
                    <a:pt x="17969" y="370522"/>
                  </a:cubicBezTo>
                  <a:cubicBezTo>
                    <a:pt x="29636" y="381953"/>
                    <a:pt x="45762" y="387382"/>
                    <a:pt x="65017" y="387382"/>
                  </a:cubicBezTo>
                  <a:cubicBezTo>
                    <a:pt x="98501" y="387382"/>
                    <a:pt x="141280" y="370904"/>
                    <a:pt x="185673" y="340900"/>
                  </a:cubicBezTo>
                  <a:cubicBezTo>
                    <a:pt x="207584" y="355664"/>
                    <a:pt x="229021" y="367189"/>
                    <a:pt x="249225" y="374999"/>
                  </a:cubicBezTo>
                  <a:cubicBezTo>
                    <a:pt x="249510" y="387858"/>
                    <a:pt x="259849" y="398145"/>
                    <a:pt x="272749" y="398145"/>
                  </a:cubicBezTo>
                  <a:cubicBezTo>
                    <a:pt x="281381" y="398145"/>
                    <a:pt x="288875" y="393478"/>
                    <a:pt x="292953" y="386524"/>
                  </a:cubicBezTo>
                  <a:cubicBezTo>
                    <a:pt x="297506" y="387096"/>
                    <a:pt x="302059" y="387382"/>
                    <a:pt x="306328" y="387382"/>
                  </a:cubicBezTo>
                  <a:cubicBezTo>
                    <a:pt x="325583" y="387382"/>
                    <a:pt x="341709" y="381953"/>
                    <a:pt x="353376" y="370522"/>
                  </a:cubicBezTo>
                  <a:cubicBezTo>
                    <a:pt x="375003" y="349282"/>
                    <a:pt x="377089" y="311182"/>
                    <a:pt x="359257" y="263271"/>
                  </a:cubicBezTo>
                  <a:cubicBezTo>
                    <a:pt x="351384" y="242126"/>
                    <a:pt x="339811" y="220028"/>
                    <a:pt x="325583" y="197930"/>
                  </a:cubicBezTo>
                  <a:close/>
                  <a:moveTo>
                    <a:pt x="306992" y="22193"/>
                  </a:moveTo>
                  <a:cubicBezTo>
                    <a:pt x="322453" y="22193"/>
                    <a:pt x="335258" y="26289"/>
                    <a:pt x="344175" y="35052"/>
                  </a:cubicBezTo>
                  <a:cubicBezTo>
                    <a:pt x="361533" y="52006"/>
                    <a:pt x="362482" y="85916"/>
                    <a:pt x="346831" y="127921"/>
                  </a:cubicBezTo>
                  <a:cubicBezTo>
                    <a:pt x="339811" y="146685"/>
                    <a:pt x="329852" y="166116"/>
                    <a:pt x="317521" y="185737"/>
                  </a:cubicBezTo>
                  <a:cubicBezTo>
                    <a:pt x="302249" y="163830"/>
                    <a:pt x="284416" y="141922"/>
                    <a:pt x="264212" y="121253"/>
                  </a:cubicBezTo>
                  <a:cubicBezTo>
                    <a:pt x="242585" y="98965"/>
                    <a:pt x="220295" y="79724"/>
                    <a:pt x="198098" y="63627"/>
                  </a:cubicBezTo>
                  <a:cubicBezTo>
                    <a:pt x="238696" y="37243"/>
                    <a:pt x="277682" y="22289"/>
                    <a:pt x="306992" y="22289"/>
                  </a:cubicBezTo>
                  <a:close/>
                  <a:moveTo>
                    <a:pt x="27550" y="35052"/>
                  </a:moveTo>
                  <a:cubicBezTo>
                    <a:pt x="36466" y="26289"/>
                    <a:pt x="49271" y="22193"/>
                    <a:pt x="64733" y="22193"/>
                  </a:cubicBezTo>
                  <a:cubicBezTo>
                    <a:pt x="70519" y="22193"/>
                    <a:pt x="76779" y="22955"/>
                    <a:pt x="83324" y="24098"/>
                  </a:cubicBezTo>
                  <a:cubicBezTo>
                    <a:pt x="83609" y="36957"/>
                    <a:pt x="93948" y="47339"/>
                    <a:pt x="106848" y="47339"/>
                  </a:cubicBezTo>
                  <a:cubicBezTo>
                    <a:pt x="114721" y="47339"/>
                    <a:pt x="121551" y="43434"/>
                    <a:pt x="125819" y="37528"/>
                  </a:cubicBezTo>
                  <a:cubicBezTo>
                    <a:pt x="141186" y="44196"/>
                    <a:pt x="157216" y="52959"/>
                    <a:pt x="173626" y="63627"/>
                  </a:cubicBezTo>
                  <a:cubicBezTo>
                    <a:pt x="151525" y="79724"/>
                    <a:pt x="129139" y="99060"/>
                    <a:pt x="107512" y="121253"/>
                  </a:cubicBezTo>
                  <a:cubicBezTo>
                    <a:pt x="87024" y="142303"/>
                    <a:pt x="69191" y="163925"/>
                    <a:pt x="54204" y="185452"/>
                  </a:cubicBezTo>
                  <a:cubicBezTo>
                    <a:pt x="14175" y="121158"/>
                    <a:pt x="1275" y="60960"/>
                    <a:pt x="27550" y="35147"/>
                  </a:cubicBezTo>
                  <a:close/>
                  <a:moveTo>
                    <a:pt x="27550" y="360807"/>
                  </a:moveTo>
                  <a:cubicBezTo>
                    <a:pt x="1275" y="334994"/>
                    <a:pt x="14175" y="274796"/>
                    <a:pt x="54204" y="210503"/>
                  </a:cubicBezTo>
                  <a:cubicBezTo>
                    <a:pt x="69191" y="231934"/>
                    <a:pt x="87024" y="253651"/>
                    <a:pt x="107512" y="274701"/>
                  </a:cubicBezTo>
                  <a:cubicBezTo>
                    <a:pt x="129139" y="296894"/>
                    <a:pt x="151430" y="316325"/>
                    <a:pt x="173626" y="332327"/>
                  </a:cubicBezTo>
                  <a:cubicBezTo>
                    <a:pt x="111686" y="372618"/>
                    <a:pt x="53445" y="386143"/>
                    <a:pt x="27550" y="360807"/>
                  </a:cubicBezTo>
                  <a:close/>
                  <a:moveTo>
                    <a:pt x="117187" y="265271"/>
                  </a:moveTo>
                  <a:cubicBezTo>
                    <a:pt x="95940" y="243459"/>
                    <a:pt x="77538" y="220599"/>
                    <a:pt x="62266" y="197930"/>
                  </a:cubicBezTo>
                  <a:cubicBezTo>
                    <a:pt x="77538" y="175355"/>
                    <a:pt x="95940" y="152495"/>
                    <a:pt x="117187" y="130588"/>
                  </a:cubicBezTo>
                  <a:cubicBezTo>
                    <a:pt x="139383" y="107728"/>
                    <a:pt x="162718" y="88011"/>
                    <a:pt x="185862" y="71723"/>
                  </a:cubicBezTo>
                  <a:cubicBezTo>
                    <a:pt x="209007" y="88011"/>
                    <a:pt x="232341" y="107728"/>
                    <a:pt x="254537" y="130588"/>
                  </a:cubicBezTo>
                  <a:cubicBezTo>
                    <a:pt x="275595" y="152305"/>
                    <a:pt x="294186" y="175070"/>
                    <a:pt x="309648" y="197930"/>
                  </a:cubicBezTo>
                  <a:cubicBezTo>
                    <a:pt x="294186" y="220789"/>
                    <a:pt x="275595" y="243554"/>
                    <a:pt x="254537" y="265271"/>
                  </a:cubicBezTo>
                  <a:cubicBezTo>
                    <a:pt x="232341" y="288131"/>
                    <a:pt x="209007" y="307848"/>
                    <a:pt x="185862" y="324136"/>
                  </a:cubicBezTo>
                  <a:cubicBezTo>
                    <a:pt x="162718" y="307848"/>
                    <a:pt x="139383" y="288131"/>
                    <a:pt x="117187" y="265271"/>
                  </a:cubicBezTo>
                  <a:close/>
                  <a:moveTo>
                    <a:pt x="344175" y="360807"/>
                  </a:moveTo>
                  <a:cubicBezTo>
                    <a:pt x="333267" y="371475"/>
                    <a:pt x="316572" y="375190"/>
                    <a:pt x="296368" y="372999"/>
                  </a:cubicBezTo>
                  <a:cubicBezTo>
                    <a:pt x="295609" y="360712"/>
                    <a:pt x="285460" y="350901"/>
                    <a:pt x="272939" y="350901"/>
                  </a:cubicBezTo>
                  <a:cubicBezTo>
                    <a:pt x="264687" y="350901"/>
                    <a:pt x="257478" y="355187"/>
                    <a:pt x="253304" y="361569"/>
                  </a:cubicBezTo>
                  <a:cubicBezTo>
                    <a:pt x="235851" y="354616"/>
                    <a:pt x="217164" y="344805"/>
                    <a:pt x="198098" y="332422"/>
                  </a:cubicBezTo>
                  <a:cubicBezTo>
                    <a:pt x="220200" y="316325"/>
                    <a:pt x="242585" y="296989"/>
                    <a:pt x="264212" y="274796"/>
                  </a:cubicBezTo>
                  <a:cubicBezTo>
                    <a:pt x="284416" y="254032"/>
                    <a:pt x="302249" y="232220"/>
                    <a:pt x="317521" y="210312"/>
                  </a:cubicBezTo>
                  <a:cubicBezTo>
                    <a:pt x="329852" y="229933"/>
                    <a:pt x="339811" y="249364"/>
                    <a:pt x="346831" y="268129"/>
                  </a:cubicBezTo>
                  <a:cubicBezTo>
                    <a:pt x="362482" y="310134"/>
                    <a:pt x="361533" y="343948"/>
                    <a:pt x="344175" y="360997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78037523-34AC-C38E-A99A-A8C51E42058A}"/>
              </a:ext>
            </a:extLst>
          </p:cNvPr>
          <p:cNvGrpSpPr/>
          <p:nvPr/>
        </p:nvGrpSpPr>
        <p:grpSpPr>
          <a:xfrm>
            <a:off x="7863844" y="3354277"/>
            <a:ext cx="496800" cy="532532"/>
            <a:chOff x="8013097" y="2385101"/>
            <a:chExt cx="371429" cy="398144"/>
          </a:xfrm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02C53FED-C592-6922-BF02-BFB881C2FB5D}"/>
                </a:ext>
              </a:extLst>
            </p:cNvPr>
            <p:cNvSpPr/>
            <p:nvPr/>
          </p:nvSpPr>
          <p:spPr>
            <a:xfrm>
              <a:off x="8129146" y="2504830"/>
              <a:ext cx="139626" cy="152971"/>
            </a:xfrm>
            <a:custGeom>
              <a:avLst/>
              <a:gdLst>
                <a:gd name="connsiteX0" fmla="*/ 139626 w 139626"/>
                <a:gd name="connsiteY0" fmla="*/ 31337 h 152971"/>
                <a:gd name="connsiteX1" fmla="*/ 139626 w 139626"/>
                <a:gd name="connsiteY1" fmla="*/ 31337 h 152971"/>
                <a:gd name="connsiteX2" fmla="*/ 69813 w 139626"/>
                <a:gd name="connsiteY2" fmla="*/ 0 h 152971"/>
                <a:gd name="connsiteX3" fmla="*/ 0 w 139626"/>
                <a:gd name="connsiteY3" fmla="*/ 31337 h 152971"/>
                <a:gd name="connsiteX4" fmla="*/ 0 w 139626"/>
                <a:gd name="connsiteY4" fmla="*/ 121634 h 152971"/>
                <a:gd name="connsiteX5" fmla="*/ 69813 w 139626"/>
                <a:gd name="connsiteY5" fmla="*/ 152972 h 152971"/>
                <a:gd name="connsiteX6" fmla="*/ 139626 w 139626"/>
                <a:gd name="connsiteY6" fmla="*/ 121634 h 152971"/>
                <a:gd name="connsiteX7" fmla="*/ 139626 w 139626"/>
                <a:gd name="connsiteY7" fmla="*/ 31337 h 152971"/>
                <a:gd name="connsiteX8" fmla="*/ 69813 w 139626"/>
                <a:gd name="connsiteY8" fmla="*/ 12668 h 152971"/>
                <a:gd name="connsiteX9" fmla="*/ 127011 w 139626"/>
                <a:gd name="connsiteY9" fmla="*/ 31337 h 152971"/>
                <a:gd name="connsiteX10" fmla="*/ 69813 w 139626"/>
                <a:gd name="connsiteY10" fmla="*/ 50006 h 152971"/>
                <a:gd name="connsiteX11" fmla="*/ 12616 w 139626"/>
                <a:gd name="connsiteY11" fmla="*/ 31337 h 152971"/>
                <a:gd name="connsiteX12" fmla="*/ 69813 w 139626"/>
                <a:gd name="connsiteY12" fmla="*/ 12668 h 152971"/>
                <a:gd name="connsiteX13" fmla="*/ 12616 w 139626"/>
                <a:gd name="connsiteY13" fmla="*/ 50102 h 152971"/>
                <a:gd name="connsiteX14" fmla="*/ 69813 w 139626"/>
                <a:gd name="connsiteY14" fmla="*/ 62675 h 152971"/>
                <a:gd name="connsiteX15" fmla="*/ 127011 w 139626"/>
                <a:gd name="connsiteY15" fmla="*/ 50102 h 152971"/>
                <a:gd name="connsiteX16" fmla="*/ 127011 w 139626"/>
                <a:gd name="connsiteY16" fmla="*/ 76295 h 152971"/>
                <a:gd name="connsiteX17" fmla="*/ 127011 w 139626"/>
                <a:gd name="connsiteY17" fmla="*/ 76295 h 152971"/>
                <a:gd name="connsiteX18" fmla="*/ 69813 w 139626"/>
                <a:gd name="connsiteY18" fmla="*/ 94964 h 152971"/>
                <a:gd name="connsiteX19" fmla="*/ 12616 w 139626"/>
                <a:gd name="connsiteY19" fmla="*/ 76295 h 152971"/>
                <a:gd name="connsiteX20" fmla="*/ 12616 w 139626"/>
                <a:gd name="connsiteY20" fmla="*/ 50102 h 152971"/>
                <a:gd name="connsiteX21" fmla="*/ 69813 w 139626"/>
                <a:gd name="connsiteY21" fmla="*/ 140303 h 152971"/>
                <a:gd name="connsiteX22" fmla="*/ 12616 w 139626"/>
                <a:gd name="connsiteY22" fmla="*/ 121634 h 152971"/>
                <a:gd name="connsiteX23" fmla="*/ 12616 w 139626"/>
                <a:gd name="connsiteY23" fmla="*/ 95155 h 152971"/>
                <a:gd name="connsiteX24" fmla="*/ 69813 w 139626"/>
                <a:gd name="connsiteY24" fmla="*/ 107728 h 152971"/>
                <a:gd name="connsiteX25" fmla="*/ 127011 w 139626"/>
                <a:gd name="connsiteY25" fmla="*/ 95155 h 152971"/>
                <a:gd name="connsiteX26" fmla="*/ 127011 w 139626"/>
                <a:gd name="connsiteY26" fmla="*/ 121634 h 152971"/>
                <a:gd name="connsiteX27" fmla="*/ 69813 w 139626"/>
                <a:gd name="connsiteY27" fmla="*/ 140303 h 15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9626" h="152971">
                  <a:moveTo>
                    <a:pt x="139626" y="31337"/>
                  </a:moveTo>
                  <a:lnTo>
                    <a:pt x="139626" y="31337"/>
                  </a:lnTo>
                  <a:cubicBezTo>
                    <a:pt x="139626" y="10763"/>
                    <a:pt x="104530" y="0"/>
                    <a:pt x="69813" y="0"/>
                  </a:cubicBezTo>
                  <a:cubicBezTo>
                    <a:pt x="35096" y="0"/>
                    <a:pt x="0" y="10763"/>
                    <a:pt x="0" y="31337"/>
                  </a:cubicBezTo>
                  <a:lnTo>
                    <a:pt x="0" y="121634"/>
                  </a:lnTo>
                  <a:cubicBezTo>
                    <a:pt x="0" y="142208"/>
                    <a:pt x="35096" y="152972"/>
                    <a:pt x="69813" y="152972"/>
                  </a:cubicBezTo>
                  <a:cubicBezTo>
                    <a:pt x="104530" y="152972"/>
                    <a:pt x="139626" y="142208"/>
                    <a:pt x="139626" y="121634"/>
                  </a:cubicBezTo>
                  <a:lnTo>
                    <a:pt x="139626" y="31337"/>
                  </a:lnTo>
                  <a:close/>
                  <a:moveTo>
                    <a:pt x="69813" y="12668"/>
                  </a:moveTo>
                  <a:cubicBezTo>
                    <a:pt x="104720" y="12668"/>
                    <a:pt x="127011" y="23717"/>
                    <a:pt x="127011" y="31337"/>
                  </a:cubicBezTo>
                  <a:cubicBezTo>
                    <a:pt x="127011" y="38957"/>
                    <a:pt x="104720" y="50006"/>
                    <a:pt x="69813" y="50006"/>
                  </a:cubicBezTo>
                  <a:cubicBezTo>
                    <a:pt x="34907" y="50006"/>
                    <a:pt x="12616" y="38957"/>
                    <a:pt x="12616" y="31337"/>
                  </a:cubicBezTo>
                  <a:cubicBezTo>
                    <a:pt x="12616" y="23717"/>
                    <a:pt x="34907" y="12668"/>
                    <a:pt x="69813" y="12668"/>
                  </a:cubicBezTo>
                  <a:close/>
                  <a:moveTo>
                    <a:pt x="12616" y="50102"/>
                  </a:moveTo>
                  <a:cubicBezTo>
                    <a:pt x="25895" y="58388"/>
                    <a:pt x="47902" y="62675"/>
                    <a:pt x="69813" y="62675"/>
                  </a:cubicBezTo>
                  <a:cubicBezTo>
                    <a:pt x="91725" y="62675"/>
                    <a:pt x="113731" y="58388"/>
                    <a:pt x="127011" y="50102"/>
                  </a:cubicBezTo>
                  <a:lnTo>
                    <a:pt x="127011" y="76295"/>
                  </a:lnTo>
                  <a:lnTo>
                    <a:pt x="127011" y="76295"/>
                  </a:lnTo>
                  <a:cubicBezTo>
                    <a:pt x="127011" y="83915"/>
                    <a:pt x="104720" y="94964"/>
                    <a:pt x="69813" y="94964"/>
                  </a:cubicBezTo>
                  <a:cubicBezTo>
                    <a:pt x="34907" y="94964"/>
                    <a:pt x="12616" y="83915"/>
                    <a:pt x="12616" y="76295"/>
                  </a:cubicBezTo>
                  <a:lnTo>
                    <a:pt x="12616" y="50102"/>
                  </a:lnTo>
                  <a:close/>
                  <a:moveTo>
                    <a:pt x="69813" y="140303"/>
                  </a:moveTo>
                  <a:cubicBezTo>
                    <a:pt x="34907" y="140303"/>
                    <a:pt x="12616" y="129254"/>
                    <a:pt x="12616" y="121634"/>
                  </a:cubicBezTo>
                  <a:lnTo>
                    <a:pt x="12616" y="95155"/>
                  </a:lnTo>
                  <a:cubicBezTo>
                    <a:pt x="25895" y="103442"/>
                    <a:pt x="47902" y="107728"/>
                    <a:pt x="69813" y="107728"/>
                  </a:cubicBezTo>
                  <a:cubicBezTo>
                    <a:pt x="91725" y="107728"/>
                    <a:pt x="113731" y="103442"/>
                    <a:pt x="127011" y="95155"/>
                  </a:cubicBezTo>
                  <a:lnTo>
                    <a:pt x="127011" y="121634"/>
                  </a:lnTo>
                  <a:cubicBezTo>
                    <a:pt x="127011" y="129254"/>
                    <a:pt x="104720" y="140303"/>
                    <a:pt x="69813" y="140303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FD457B43-4242-57B8-8432-55970AEF02A1}"/>
                </a:ext>
              </a:extLst>
            </p:cNvPr>
            <p:cNvSpPr/>
            <p:nvPr/>
          </p:nvSpPr>
          <p:spPr>
            <a:xfrm>
              <a:off x="8013097" y="2385101"/>
              <a:ext cx="371429" cy="398144"/>
            </a:xfrm>
            <a:custGeom>
              <a:avLst/>
              <a:gdLst>
                <a:gd name="connsiteX0" fmla="*/ 325678 w 371429"/>
                <a:gd name="connsiteY0" fmla="*/ 197930 h 398144"/>
                <a:gd name="connsiteX1" fmla="*/ 359352 w 371429"/>
                <a:gd name="connsiteY1" fmla="*/ 132588 h 398144"/>
                <a:gd name="connsiteX2" fmla="*/ 353471 w 371429"/>
                <a:gd name="connsiteY2" fmla="*/ 25336 h 398144"/>
                <a:gd name="connsiteX3" fmla="*/ 185767 w 371429"/>
                <a:gd name="connsiteY3" fmla="*/ 54959 h 398144"/>
                <a:gd name="connsiteX4" fmla="*/ 130182 w 371429"/>
                <a:gd name="connsiteY4" fmla="*/ 24194 h 398144"/>
                <a:gd name="connsiteX5" fmla="*/ 130182 w 371429"/>
                <a:gd name="connsiteY5" fmla="*/ 23622 h 398144"/>
                <a:gd name="connsiteX6" fmla="*/ 106658 w 371429"/>
                <a:gd name="connsiteY6" fmla="*/ 0 h 398144"/>
                <a:gd name="connsiteX7" fmla="*/ 87024 w 371429"/>
                <a:gd name="connsiteY7" fmla="*/ 10668 h 398144"/>
                <a:gd name="connsiteX8" fmla="*/ 17969 w 371429"/>
                <a:gd name="connsiteY8" fmla="*/ 25336 h 398144"/>
                <a:gd name="connsiteX9" fmla="*/ 45572 w 371429"/>
                <a:gd name="connsiteY9" fmla="*/ 197930 h 398144"/>
                <a:gd name="connsiteX10" fmla="*/ 17969 w 371429"/>
                <a:gd name="connsiteY10" fmla="*/ 370522 h 398144"/>
                <a:gd name="connsiteX11" fmla="*/ 65017 w 371429"/>
                <a:gd name="connsiteY11" fmla="*/ 387382 h 398144"/>
                <a:gd name="connsiteX12" fmla="*/ 185673 w 371429"/>
                <a:gd name="connsiteY12" fmla="*/ 340900 h 398144"/>
                <a:gd name="connsiteX13" fmla="*/ 249225 w 371429"/>
                <a:gd name="connsiteY13" fmla="*/ 374999 h 398144"/>
                <a:gd name="connsiteX14" fmla="*/ 272749 w 371429"/>
                <a:gd name="connsiteY14" fmla="*/ 398145 h 398144"/>
                <a:gd name="connsiteX15" fmla="*/ 292953 w 371429"/>
                <a:gd name="connsiteY15" fmla="*/ 386524 h 398144"/>
                <a:gd name="connsiteX16" fmla="*/ 306328 w 371429"/>
                <a:gd name="connsiteY16" fmla="*/ 387382 h 398144"/>
                <a:gd name="connsiteX17" fmla="*/ 353376 w 371429"/>
                <a:gd name="connsiteY17" fmla="*/ 370522 h 398144"/>
                <a:gd name="connsiteX18" fmla="*/ 359257 w 371429"/>
                <a:gd name="connsiteY18" fmla="*/ 263271 h 398144"/>
                <a:gd name="connsiteX19" fmla="*/ 325583 w 371429"/>
                <a:gd name="connsiteY19" fmla="*/ 197930 h 398144"/>
                <a:gd name="connsiteX20" fmla="*/ 306992 w 371429"/>
                <a:gd name="connsiteY20" fmla="*/ 22193 h 398144"/>
                <a:gd name="connsiteX21" fmla="*/ 344175 w 371429"/>
                <a:gd name="connsiteY21" fmla="*/ 35052 h 398144"/>
                <a:gd name="connsiteX22" fmla="*/ 346831 w 371429"/>
                <a:gd name="connsiteY22" fmla="*/ 127921 h 398144"/>
                <a:gd name="connsiteX23" fmla="*/ 317521 w 371429"/>
                <a:gd name="connsiteY23" fmla="*/ 185737 h 398144"/>
                <a:gd name="connsiteX24" fmla="*/ 264212 w 371429"/>
                <a:gd name="connsiteY24" fmla="*/ 121253 h 398144"/>
                <a:gd name="connsiteX25" fmla="*/ 198098 w 371429"/>
                <a:gd name="connsiteY25" fmla="*/ 63627 h 398144"/>
                <a:gd name="connsiteX26" fmla="*/ 306992 w 371429"/>
                <a:gd name="connsiteY26" fmla="*/ 22289 h 398144"/>
                <a:gd name="connsiteX27" fmla="*/ 27550 w 371429"/>
                <a:gd name="connsiteY27" fmla="*/ 35052 h 398144"/>
                <a:gd name="connsiteX28" fmla="*/ 64733 w 371429"/>
                <a:gd name="connsiteY28" fmla="*/ 22193 h 398144"/>
                <a:gd name="connsiteX29" fmla="*/ 83324 w 371429"/>
                <a:gd name="connsiteY29" fmla="*/ 24098 h 398144"/>
                <a:gd name="connsiteX30" fmla="*/ 106848 w 371429"/>
                <a:gd name="connsiteY30" fmla="*/ 47339 h 398144"/>
                <a:gd name="connsiteX31" fmla="*/ 125819 w 371429"/>
                <a:gd name="connsiteY31" fmla="*/ 37528 h 398144"/>
                <a:gd name="connsiteX32" fmla="*/ 173626 w 371429"/>
                <a:gd name="connsiteY32" fmla="*/ 63627 h 398144"/>
                <a:gd name="connsiteX33" fmla="*/ 107512 w 371429"/>
                <a:gd name="connsiteY33" fmla="*/ 121253 h 398144"/>
                <a:gd name="connsiteX34" fmla="*/ 54204 w 371429"/>
                <a:gd name="connsiteY34" fmla="*/ 185452 h 398144"/>
                <a:gd name="connsiteX35" fmla="*/ 27550 w 371429"/>
                <a:gd name="connsiteY35" fmla="*/ 35147 h 398144"/>
                <a:gd name="connsiteX36" fmla="*/ 27550 w 371429"/>
                <a:gd name="connsiteY36" fmla="*/ 360807 h 398144"/>
                <a:gd name="connsiteX37" fmla="*/ 54204 w 371429"/>
                <a:gd name="connsiteY37" fmla="*/ 210503 h 398144"/>
                <a:gd name="connsiteX38" fmla="*/ 107512 w 371429"/>
                <a:gd name="connsiteY38" fmla="*/ 274701 h 398144"/>
                <a:gd name="connsiteX39" fmla="*/ 173626 w 371429"/>
                <a:gd name="connsiteY39" fmla="*/ 332327 h 398144"/>
                <a:gd name="connsiteX40" fmla="*/ 27550 w 371429"/>
                <a:gd name="connsiteY40" fmla="*/ 360807 h 398144"/>
                <a:gd name="connsiteX41" fmla="*/ 117187 w 371429"/>
                <a:gd name="connsiteY41" fmla="*/ 265271 h 398144"/>
                <a:gd name="connsiteX42" fmla="*/ 62266 w 371429"/>
                <a:gd name="connsiteY42" fmla="*/ 197930 h 398144"/>
                <a:gd name="connsiteX43" fmla="*/ 117187 w 371429"/>
                <a:gd name="connsiteY43" fmla="*/ 130588 h 398144"/>
                <a:gd name="connsiteX44" fmla="*/ 185862 w 371429"/>
                <a:gd name="connsiteY44" fmla="*/ 71723 h 398144"/>
                <a:gd name="connsiteX45" fmla="*/ 254537 w 371429"/>
                <a:gd name="connsiteY45" fmla="*/ 130588 h 398144"/>
                <a:gd name="connsiteX46" fmla="*/ 309648 w 371429"/>
                <a:gd name="connsiteY46" fmla="*/ 197930 h 398144"/>
                <a:gd name="connsiteX47" fmla="*/ 254537 w 371429"/>
                <a:gd name="connsiteY47" fmla="*/ 265271 h 398144"/>
                <a:gd name="connsiteX48" fmla="*/ 185862 w 371429"/>
                <a:gd name="connsiteY48" fmla="*/ 324136 h 398144"/>
                <a:gd name="connsiteX49" fmla="*/ 117187 w 371429"/>
                <a:gd name="connsiteY49" fmla="*/ 265271 h 398144"/>
                <a:gd name="connsiteX50" fmla="*/ 344175 w 371429"/>
                <a:gd name="connsiteY50" fmla="*/ 360807 h 398144"/>
                <a:gd name="connsiteX51" fmla="*/ 296368 w 371429"/>
                <a:gd name="connsiteY51" fmla="*/ 372999 h 398144"/>
                <a:gd name="connsiteX52" fmla="*/ 272939 w 371429"/>
                <a:gd name="connsiteY52" fmla="*/ 350901 h 398144"/>
                <a:gd name="connsiteX53" fmla="*/ 253304 w 371429"/>
                <a:gd name="connsiteY53" fmla="*/ 361569 h 398144"/>
                <a:gd name="connsiteX54" fmla="*/ 198098 w 371429"/>
                <a:gd name="connsiteY54" fmla="*/ 332422 h 398144"/>
                <a:gd name="connsiteX55" fmla="*/ 264212 w 371429"/>
                <a:gd name="connsiteY55" fmla="*/ 274796 h 398144"/>
                <a:gd name="connsiteX56" fmla="*/ 317521 w 371429"/>
                <a:gd name="connsiteY56" fmla="*/ 210312 h 398144"/>
                <a:gd name="connsiteX57" fmla="*/ 346831 w 371429"/>
                <a:gd name="connsiteY57" fmla="*/ 268129 h 398144"/>
                <a:gd name="connsiteX58" fmla="*/ 344175 w 371429"/>
                <a:gd name="connsiteY58" fmla="*/ 360997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71429" h="398144">
                  <a:moveTo>
                    <a:pt x="325678" y="197930"/>
                  </a:moveTo>
                  <a:cubicBezTo>
                    <a:pt x="339906" y="175832"/>
                    <a:pt x="351479" y="153829"/>
                    <a:pt x="359352" y="132588"/>
                  </a:cubicBezTo>
                  <a:cubicBezTo>
                    <a:pt x="377279" y="84582"/>
                    <a:pt x="375192" y="46482"/>
                    <a:pt x="353471" y="25336"/>
                  </a:cubicBezTo>
                  <a:cubicBezTo>
                    <a:pt x="321505" y="-6001"/>
                    <a:pt x="255581" y="7810"/>
                    <a:pt x="185767" y="54959"/>
                  </a:cubicBezTo>
                  <a:cubicBezTo>
                    <a:pt x="166796" y="42100"/>
                    <a:pt x="148015" y="31814"/>
                    <a:pt x="130182" y="24194"/>
                  </a:cubicBezTo>
                  <a:cubicBezTo>
                    <a:pt x="130182" y="24003"/>
                    <a:pt x="130182" y="23813"/>
                    <a:pt x="130182" y="23622"/>
                  </a:cubicBezTo>
                  <a:cubicBezTo>
                    <a:pt x="130182" y="10573"/>
                    <a:pt x="119654" y="0"/>
                    <a:pt x="106658" y="0"/>
                  </a:cubicBezTo>
                  <a:cubicBezTo>
                    <a:pt x="98406" y="0"/>
                    <a:pt x="91197" y="4286"/>
                    <a:pt x="87024" y="10668"/>
                  </a:cubicBezTo>
                  <a:cubicBezTo>
                    <a:pt x="58093" y="5429"/>
                    <a:pt x="33905" y="9811"/>
                    <a:pt x="17969" y="25336"/>
                  </a:cubicBezTo>
                  <a:cubicBezTo>
                    <a:pt x="-14566" y="57150"/>
                    <a:pt x="-1476" y="125444"/>
                    <a:pt x="45572" y="197930"/>
                  </a:cubicBezTo>
                  <a:cubicBezTo>
                    <a:pt x="-1476" y="270415"/>
                    <a:pt x="-14566" y="338709"/>
                    <a:pt x="17969" y="370522"/>
                  </a:cubicBezTo>
                  <a:cubicBezTo>
                    <a:pt x="29636" y="381953"/>
                    <a:pt x="45762" y="387382"/>
                    <a:pt x="65017" y="387382"/>
                  </a:cubicBezTo>
                  <a:cubicBezTo>
                    <a:pt x="98501" y="387382"/>
                    <a:pt x="141280" y="370904"/>
                    <a:pt x="185673" y="340900"/>
                  </a:cubicBezTo>
                  <a:cubicBezTo>
                    <a:pt x="207584" y="355664"/>
                    <a:pt x="229021" y="367189"/>
                    <a:pt x="249225" y="374999"/>
                  </a:cubicBezTo>
                  <a:cubicBezTo>
                    <a:pt x="249510" y="387858"/>
                    <a:pt x="259849" y="398145"/>
                    <a:pt x="272749" y="398145"/>
                  </a:cubicBezTo>
                  <a:cubicBezTo>
                    <a:pt x="281381" y="398145"/>
                    <a:pt x="288875" y="393478"/>
                    <a:pt x="292953" y="386524"/>
                  </a:cubicBezTo>
                  <a:cubicBezTo>
                    <a:pt x="297506" y="387096"/>
                    <a:pt x="302059" y="387382"/>
                    <a:pt x="306328" y="387382"/>
                  </a:cubicBezTo>
                  <a:cubicBezTo>
                    <a:pt x="325583" y="387382"/>
                    <a:pt x="341709" y="381953"/>
                    <a:pt x="353376" y="370522"/>
                  </a:cubicBezTo>
                  <a:cubicBezTo>
                    <a:pt x="375003" y="349282"/>
                    <a:pt x="377089" y="311182"/>
                    <a:pt x="359257" y="263271"/>
                  </a:cubicBezTo>
                  <a:cubicBezTo>
                    <a:pt x="351384" y="242126"/>
                    <a:pt x="339811" y="220028"/>
                    <a:pt x="325583" y="197930"/>
                  </a:cubicBezTo>
                  <a:close/>
                  <a:moveTo>
                    <a:pt x="306992" y="22193"/>
                  </a:moveTo>
                  <a:cubicBezTo>
                    <a:pt x="322453" y="22193"/>
                    <a:pt x="335258" y="26289"/>
                    <a:pt x="344175" y="35052"/>
                  </a:cubicBezTo>
                  <a:cubicBezTo>
                    <a:pt x="361533" y="52006"/>
                    <a:pt x="362482" y="85916"/>
                    <a:pt x="346831" y="127921"/>
                  </a:cubicBezTo>
                  <a:cubicBezTo>
                    <a:pt x="339811" y="146685"/>
                    <a:pt x="329852" y="166116"/>
                    <a:pt x="317521" y="185737"/>
                  </a:cubicBezTo>
                  <a:cubicBezTo>
                    <a:pt x="302249" y="163830"/>
                    <a:pt x="284416" y="141922"/>
                    <a:pt x="264212" y="121253"/>
                  </a:cubicBezTo>
                  <a:cubicBezTo>
                    <a:pt x="242585" y="98965"/>
                    <a:pt x="220295" y="79724"/>
                    <a:pt x="198098" y="63627"/>
                  </a:cubicBezTo>
                  <a:cubicBezTo>
                    <a:pt x="238696" y="37243"/>
                    <a:pt x="277682" y="22289"/>
                    <a:pt x="306992" y="22289"/>
                  </a:cubicBezTo>
                  <a:close/>
                  <a:moveTo>
                    <a:pt x="27550" y="35052"/>
                  </a:moveTo>
                  <a:cubicBezTo>
                    <a:pt x="36466" y="26289"/>
                    <a:pt x="49271" y="22193"/>
                    <a:pt x="64733" y="22193"/>
                  </a:cubicBezTo>
                  <a:cubicBezTo>
                    <a:pt x="70519" y="22193"/>
                    <a:pt x="76779" y="22955"/>
                    <a:pt x="83324" y="24098"/>
                  </a:cubicBezTo>
                  <a:cubicBezTo>
                    <a:pt x="83609" y="36957"/>
                    <a:pt x="93948" y="47339"/>
                    <a:pt x="106848" y="47339"/>
                  </a:cubicBezTo>
                  <a:cubicBezTo>
                    <a:pt x="114721" y="47339"/>
                    <a:pt x="121551" y="43434"/>
                    <a:pt x="125819" y="37528"/>
                  </a:cubicBezTo>
                  <a:cubicBezTo>
                    <a:pt x="141186" y="44196"/>
                    <a:pt x="157216" y="52959"/>
                    <a:pt x="173626" y="63627"/>
                  </a:cubicBezTo>
                  <a:cubicBezTo>
                    <a:pt x="151525" y="79724"/>
                    <a:pt x="129139" y="99060"/>
                    <a:pt x="107512" y="121253"/>
                  </a:cubicBezTo>
                  <a:cubicBezTo>
                    <a:pt x="87024" y="142303"/>
                    <a:pt x="69191" y="163925"/>
                    <a:pt x="54204" y="185452"/>
                  </a:cubicBezTo>
                  <a:cubicBezTo>
                    <a:pt x="14175" y="121158"/>
                    <a:pt x="1275" y="60960"/>
                    <a:pt x="27550" y="35147"/>
                  </a:cubicBezTo>
                  <a:close/>
                  <a:moveTo>
                    <a:pt x="27550" y="360807"/>
                  </a:moveTo>
                  <a:cubicBezTo>
                    <a:pt x="1275" y="334994"/>
                    <a:pt x="14175" y="274796"/>
                    <a:pt x="54204" y="210503"/>
                  </a:cubicBezTo>
                  <a:cubicBezTo>
                    <a:pt x="69191" y="231934"/>
                    <a:pt x="87024" y="253651"/>
                    <a:pt x="107512" y="274701"/>
                  </a:cubicBezTo>
                  <a:cubicBezTo>
                    <a:pt x="129139" y="296894"/>
                    <a:pt x="151430" y="316325"/>
                    <a:pt x="173626" y="332327"/>
                  </a:cubicBezTo>
                  <a:cubicBezTo>
                    <a:pt x="111686" y="372618"/>
                    <a:pt x="53445" y="386143"/>
                    <a:pt x="27550" y="360807"/>
                  </a:cubicBezTo>
                  <a:close/>
                  <a:moveTo>
                    <a:pt x="117187" y="265271"/>
                  </a:moveTo>
                  <a:cubicBezTo>
                    <a:pt x="95940" y="243459"/>
                    <a:pt x="77538" y="220599"/>
                    <a:pt x="62266" y="197930"/>
                  </a:cubicBezTo>
                  <a:cubicBezTo>
                    <a:pt x="77538" y="175355"/>
                    <a:pt x="95940" y="152495"/>
                    <a:pt x="117187" y="130588"/>
                  </a:cubicBezTo>
                  <a:cubicBezTo>
                    <a:pt x="139383" y="107728"/>
                    <a:pt x="162718" y="88011"/>
                    <a:pt x="185862" y="71723"/>
                  </a:cubicBezTo>
                  <a:cubicBezTo>
                    <a:pt x="209007" y="88011"/>
                    <a:pt x="232341" y="107728"/>
                    <a:pt x="254537" y="130588"/>
                  </a:cubicBezTo>
                  <a:cubicBezTo>
                    <a:pt x="275595" y="152305"/>
                    <a:pt x="294186" y="175070"/>
                    <a:pt x="309648" y="197930"/>
                  </a:cubicBezTo>
                  <a:cubicBezTo>
                    <a:pt x="294186" y="220789"/>
                    <a:pt x="275595" y="243554"/>
                    <a:pt x="254537" y="265271"/>
                  </a:cubicBezTo>
                  <a:cubicBezTo>
                    <a:pt x="232341" y="288131"/>
                    <a:pt x="209007" y="307848"/>
                    <a:pt x="185862" y="324136"/>
                  </a:cubicBezTo>
                  <a:cubicBezTo>
                    <a:pt x="162718" y="307848"/>
                    <a:pt x="139383" y="288131"/>
                    <a:pt x="117187" y="265271"/>
                  </a:cubicBezTo>
                  <a:close/>
                  <a:moveTo>
                    <a:pt x="344175" y="360807"/>
                  </a:moveTo>
                  <a:cubicBezTo>
                    <a:pt x="333267" y="371475"/>
                    <a:pt x="316572" y="375190"/>
                    <a:pt x="296368" y="372999"/>
                  </a:cubicBezTo>
                  <a:cubicBezTo>
                    <a:pt x="295609" y="360712"/>
                    <a:pt x="285460" y="350901"/>
                    <a:pt x="272939" y="350901"/>
                  </a:cubicBezTo>
                  <a:cubicBezTo>
                    <a:pt x="264687" y="350901"/>
                    <a:pt x="257478" y="355187"/>
                    <a:pt x="253304" y="361569"/>
                  </a:cubicBezTo>
                  <a:cubicBezTo>
                    <a:pt x="235851" y="354616"/>
                    <a:pt x="217164" y="344805"/>
                    <a:pt x="198098" y="332422"/>
                  </a:cubicBezTo>
                  <a:cubicBezTo>
                    <a:pt x="220200" y="316325"/>
                    <a:pt x="242585" y="296989"/>
                    <a:pt x="264212" y="274796"/>
                  </a:cubicBezTo>
                  <a:cubicBezTo>
                    <a:pt x="284416" y="254032"/>
                    <a:pt x="302249" y="232220"/>
                    <a:pt x="317521" y="210312"/>
                  </a:cubicBezTo>
                  <a:cubicBezTo>
                    <a:pt x="329852" y="229933"/>
                    <a:pt x="339811" y="249364"/>
                    <a:pt x="346831" y="268129"/>
                  </a:cubicBezTo>
                  <a:cubicBezTo>
                    <a:pt x="362482" y="310134"/>
                    <a:pt x="361533" y="343948"/>
                    <a:pt x="344175" y="360997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241" name="Graphic 239">
            <a:extLst>
              <a:ext uri="{FF2B5EF4-FFF2-40B4-BE49-F238E27FC236}">
                <a16:creationId xmlns:a16="http://schemas.microsoft.com/office/drawing/2014/main" id="{A7E7FD87-C0D8-5C3B-A01F-3C04C0B8C47C}"/>
              </a:ext>
            </a:extLst>
          </p:cNvPr>
          <p:cNvSpPr/>
          <p:nvPr/>
        </p:nvSpPr>
        <p:spPr>
          <a:xfrm>
            <a:off x="8696134" y="2855655"/>
            <a:ext cx="625475" cy="468567"/>
          </a:xfrm>
          <a:custGeom>
            <a:avLst/>
            <a:gdLst>
              <a:gd name="connsiteX0" fmla="*/ 439707 w 466076"/>
              <a:gd name="connsiteY0" fmla="*/ 185802 h 349155"/>
              <a:gd name="connsiteX1" fmla="*/ 414476 w 466076"/>
              <a:gd name="connsiteY1" fmla="*/ 205328 h 349155"/>
              <a:gd name="connsiteX2" fmla="*/ 354338 w 466076"/>
              <a:gd name="connsiteY2" fmla="*/ 205328 h 349155"/>
              <a:gd name="connsiteX3" fmla="*/ 354338 w 466076"/>
              <a:gd name="connsiteY3" fmla="*/ 172277 h 349155"/>
              <a:gd name="connsiteX4" fmla="*/ 354338 w 466076"/>
              <a:gd name="connsiteY4" fmla="*/ 172277 h 349155"/>
              <a:gd name="connsiteX5" fmla="*/ 317344 w 466076"/>
              <a:gd name="connsiteY5" fmla="*/ 135986 h 349155"/>
              <a:gd name="connsiteX6" fmla="*/ 350828 w 466076"/>
              <a:gd name="connsiteY6" fmla="*/ 94267 h 349155"/>
              <a:gd name="connsiteX7" fmla="*/ 414286 w 466076"/>
              <a:gd name="connsiteY7" fmla="*/ 94267 h 349155"/>
              <a:gd name="connsiteX8" fmla="*/ 439707 w 466076"/>
              <a:gd name="connsiteY8" fmla="*/ 114555 h 349155"/>
              <a:gd name="connsiteX9" fmla="*/ 465887 w 466076"/>
              <a:gd name="connsiteY9" fmla="*/ 88266 h 349155"/>
              <a:gd name="connsiteX10" fmla="*/ 439707 w 466076"/>
              <a:gd name="connsiteY10" fmla="*/ 61977 h 349155"/>
              <a:gd name="connsiteX11" fmla="*/ 414760 w 466076"/>
              <a:gd name="connsiteY11" fmla="*/ 80837 h 349155"/>
              <a:gd name="connsiteX12" fmla="*/ 347603 w 466076"/>
              <a:gd name="connsiteY12" fmla="*/ 80837 h 349155"/>
              <a:gd name="connsiteX13" fmla="*/ 342386 w 466076"/>
              <a:gd name="connsiteY13" fmla="*/ 83408 h 349155"/>
              <a:gd name="connsiteX14" fmla="*/ 305203 w 466076"/>
              <a:gd name="connsiteY14" fmla="*/ 129700 h 349155"/>
              <a:gd name="connsiteX15" fmla="*/ 304065 w 466076"/>
              <a:gd name="connsiteY15" fmla="*/ 131891 h 349155"/>
              <a:gd name="connsiteX16" fmla="*/ 247341 w 466076"/>
              <a:gd name="connsiteY16" fmla="*/ 124366 h 349155"/>
              <a:gd name="connsiteX17" fmla="*/ 202285 w 466076"/>
              <a:gd name="connsiteY17" fmla="*/ 51976 h 349155"/>
              <a:gd name="connsiteX18" fmla="*/ 214711 w 466076"/>
              <a:gd name="connsiteY18" fmla="*/ 32069 h 349155"/>
              <a:gd name="connsiteX19" fmla="*/ 208261 w 466076"/>
              <a:gd name="connsiteY19" fmla="*/ 3779 h 349155"/>
              <a:gd name="connsiteX20" fmla="*/ 207123 w 466076"/>
              <a:gd name="connsiteY20" fmla="*/ 3113 h 349155"/>
              <a:gd name="connsiteX21" fmla="*/ 178951 w 466076"/>
              <a:gd name="connsiteY21" fmla="*/ 9590 h 349155"/>
              <a:gd name="connsiteX22" fmla="*/ 167284 w 466076"/>
              <a:gd name="connsiteY22" fmla="*/ 28354 h 349155"/>
              <a:gd name="connsiteX23" fmla="*/ 18077 w 466076"/>
              <a:gd name="connsiteY23" fmla="*/ 37022 h 349155"/>
              <a:gd name="connsiteX24" fmla="*/ 15516 w 466076"/>
              <a:gd name="connsiteY24" fmla="*/ 44261 h 349155"/>
              <a:gd name="connsiteX25" fmla="*/ 21872 w 466076"/>
              <a:gd name="connsiteY25" fmla="*/ 48642 h 349155"/>
              <a:gd name="connsiteX26" fmla="*/ 137500 w 466076"/>
              <a:gd name="connsiteY26" fmla="*/ 74741 h 349155"/>
              <a:gd name="connsiteX27" fmla="*/ 137500 w 466076"/>
              <a:gd name="connsiteY27" fmla="*/ 74741 h 349155"/>
              <a:gd name="connsiteX28" fmla="*/ 138069 w 466076"/>
              <a:gd name="connsiteY28" fmla="*/ 75026 h 349155"/>
              <a:gd name="connsiteX29" fmla="*/ 3090 w 466076"/>
              <a:gd name="connsiteY29" fmla="*/ 291434 h 349155"/>
              <a:gd name="connsiteX30" fmla="*/ 529 w 466076"/>
              <a:gd name="connsiteY30" fmla="*/ 306960 h 349155"/>
              <a:gd name="connsiteX31" fmla="*/ 9635 w 466076"/>
              <a:gd name="connsiteY31" fmla="*/ 319819 h 349155"/>
              <a:gd name="connsiteX32" fmla="*/ 10774 w 466076"/>
              <a:gd name="connsiteY32" fmla="*/ 320486 h 349155"/>
              <a:gd name="connsiteX33" fmla="*/ 21587 w 466076"/>
              <a:gd name="connsiteY33" fmla="*/ 323629 h 349155"/>
              <a:gd name="connsiteX34" fmla="*/ 38946 w 466076"/>
              <a:gd name="connsiteY34" fmla="*/ 314009 h 349155"/>
              <a:gd name="connsiteX35" fmla="*/ 173355 w 466076"/>
              <a:gd name="connsiteY35" fmla="*/ 98553 h 349155"/>
              <a:gd name="connsiteX36" fmla="*/ 203234 w 466076"/>
              <a:gd name="connsiteY36" fmla="*/ 127414 h 349155"/>
              <a:gd name="connsiteX37" fmla="*/ 131619 w 466076"/>
              <a:gd name="connsiteY37" fmla="*/ 172372 h 349155"/>
              <a:gd name="connsiteX38" fmla="*/ 131619 w 466076"/>
              <a:gd name="connsiteY38" fmla="*/ 172372 h 349155"/>
              <a:gd name="connsiteX39" fmla="*/ 131619 w 466076"/>
              <a:gd name="connsiteY39" fmla="*/ 301150 h 349155"/>
              <a:gd name="connsiteX40" fmla="*/ 243073 w 466076"/>
              <a:gd name="connsiteY40" fmla="*/ 349156 h 349155"/>
              <a:gd name="connsiteX41" fmla="*/ 354527 w 466076"/>
              <a:gd name="connsiteY41" fmla="*/ 301150 h 349155"/>
              <a:gd name="connsiteX42" fmla="*/ 354527 w 466076"/>
              <a:gd name="connsiteY42" fmla="*/ 218949 h 349155"/>
              <a:gd name="connsiteX43" fmla="*/ 414665 w 466076"/>
              <a:gd name="connsiteY43" fmla="*/ 218949 h 349155"/>
              <a:gd name="connsiteX44" fmla="*/ 439897 w 466076"/>
              <a:gd name="connsiteY44" fmla="*/ 238475 h 349155"/>
              <a:gd name="connsiteX45" fmla="*/ 466077 w 466076"/>
              <a:gd name="connsiteY45" fmla="*/ 212186 h 349155"/>
              <a:gd name="connsiteX46" fmla="*/ 439897 w 466076"/>
              <a:gd name="connsiteY46" fmla="*/ 185897 h 349155"/>
              <a:gd name="connsiteX47" fmla="*/ 439707 w 466076"/>
              <a:gd name="connsiteY47" fmla="*/ 75407 h 349155"/>
              <a:gd name="connsiteX48" fmla="*/ 452417 w 466076"/>
              <a:gd name="connsiteY48" fmla="*/ 88171 h 349155"/>
              <a:gd name="connsiteX49" fmla="*/ 439707 w 466076"/>
              <a:gd name="connsiteY49" fmla="*/ 100934 h 349155"/>
              <a:gd name="connsiteX50" fmla="*/ 426996 w 466076"/>
              <a:gd name="connsiteY50" fmla="*/ 88171 h 349155"/>
              <a:gd name="connsiteX51" fmla="*/ 439707 w 466076"/>
              <a:gd name="connsiteY51" fmla="*/ 75407 h 349155"/>
              <a:gd name="connsiteX52" fmla="*/ 340868 w 466076"/>
              <a:gd name="connsiteY52" fmla="*/ 215425 h 349155"/>
              <a:gd name="connsiteX53" fmla="*/ 242883 w 466076"/>
              <a:gd name="connsiteY53" fmla="*/ 249905 h 349155"/>
              <a:gd name="connsiteX54" fmla="*/ 144898 w 466076"/>
              <a:gd name="connsiteY54" fmla="*/ 215425 h 349155"/>
              <a:gd name="connsiteX55" fmla="*/ 144898 w 466076"/>
              <a:gd name="connsiteY55" fmla="*/ 215425 h 349155"/>
              <a:gd name="connsiteX56" fmla="*/ 144898 w 466076"/>
              <a:gd name="connsiteY56" fmla="*/ 195994 h 349155"/>
              <a:gd name="connsiteX57" fmla="*/ 242883 w 466076"/>
              <a:gd name="connsiteY57" fmla="*/ 220283 h 349155"/>
              <a:gd name="connsiteX58" fmla="*/ 340868 w 466076"/>
              <a:gd name="connsiteY58" fmla="*/ 195994 h 349155"/>
              <a:gd name="connsiteX59" fmla="*/ 340868 w 466076"/>
              <a:gd name="connsiteY59" fmla="*/ 215425 h 349155"/>
              <a:gd name="connsiteX60" fmla="*/ 189480 w 466076"/>
              <a:gd name="connsiteY60" fmla="*/ 16257 h 349155"/>
              <a:gd name="connsiteX61" fmla="*/ 200293 w 466076"/>
              <a:gd name="connsiteY61" fmla="*/ 13781 h 349155"/>
              <a:gd name="connsiteX62" fmla="*/ 201432 w 466076"/>
              <a:gd name="connsiteY62" fmla="*/ 14447 h 349155"/>
              <a:gd name="connsiteX63" fmla="*/ 203898 w 466076"/>
              <a:gd name="connsiteY63" fmla="*/ 25306 h 349155"/>
              <a:gd name="connsiteX64" fmla="*/ 192421 w 466076"/>
              <a:gd name="connsiteY64" fmla="*/ 43784 h 349155"/>
              <a:gd name="connsiteX65" fmla="*/ 181417 w 466076"/>
              <a:gd name="connsiteY65" fmla="*/ 36069 h 349155"/>
              <a:gd name="connsiteX66" fmla="*/ 178287 w 466076"/>
              <a:gd name="connsiteY66" fmla="*/ 34259 h 349155"/>
              <a:gd name="connsiteX67" fmla="*/ 189480 w 466076"/>
              <a:gd name="connsiteY67" fmla="*/ 16257 h 349155"/>
              <a:gd name="connsiteX68" fmla="*/ 28037 w 466076"/>
              <a:gd name="connsiteY68" fmla="*/ 307246 h 349155"/>
              <a:gd name="connsiteX69" fmla="*/ 23200 w 466076"/>
              <a:gd name="connsiteY69" fmla="*/ 310675 h 349155"/>
              <a:gd name="connsiteX70" fmla="*/ 17319 w 466076"/>
              <a:gd name="connsiteY70" fmla="*/ 309722 h 349155"/>
              <a:gd name="connsiteX71" fmla="*/ 16180 w 466076"/>
              <a:gd name="connsiteY71" fmla="*/ 309056 h 349155"/>
              <a:gd name="connsiteX72" fmla="*/ 12766 w 466076"/>
              <a:gd name="connsiteY72" fmla="*/ 304198 h 349155"/>
              <a:gd name="connsiteX73" fmla="*/ 13714 w 466076"/>
              <a:gd name="connsiteY73" fmla="*/ 298292 h 349155"/>
              <a:gd name="connsiteX74" fmla="*/ 148882 w 466076"/>
              <a:gd name="connsiteY74" fmla="*/ 81503 h 349155"/>
              <a:gd name="connsiteX75" fmla="*/ 152012 w 466076"/>
              <a:gd name="connsiteY75" fmla="*/ 83313 h 349155"/>
              <a:gd name="connsiteX76" fmla="*/ 163016 w 466076"/>
              <a:gd name="connsiteY76" fmla="*/ 90933 h 349155"/>
              <a:gd name="connsiteX77" fmla="*/ 28037 w 466076"/>
              <a:gd name="connsiteY77" fmla="*/ 307341 h 349155"/>
              <a:gd name="connsiteX78" fmla="*/ 158652 w 466076"/>
              <a:gd name="connsiteY78" fmla="*/ 72455 h 349155"/>
              <a:gd name="connsiteX79" fmla="*/ 150779 w 466076"/>
              <a:gd name="connsiteY79" fmla="*/ 67883 h 349155"/>
              <a:gd name="connsiteX80" fmla="*/ 150210 w 466076"/>
              <a:gd name="connsiteY80" fmla="*/ 67311 h 349155"/>
              <a:gd name="connsiteX81" fmla="*/ 149167 w 466076"/>
              <a:gd name="connsiteY81" fmla="*/ 66930 h 349155"/>
              <a:gd name="connsiteX82" fmla="*/ 143286 w 466076"/>
              <a:gd name="connsiteY82" fmla="*/ 63501 h 349155"/>
              <a:gd name="connsiteX83" fmla="*/ 143286 w 466076"/>
              <a:gd name="connsiteY83" fmla="*/ 63501 h 349155"/>
              <a:gd name="connsiteX84" fmla="*/ 46344 w 466076"/>
              <a:gd name="connsiteY84" fmla="*/ 36164 h 349155"/>
              <a:gd name="connsiteX85" fmla="*/ 174683 w 466076"/>
              <a:gd name="connsiteY85" fmla="*/ 46928 h 349155"/>
              <a:gd name="connsiteX86" fmla="*/ 236623 w 466076"/>
              <a:gd name="connsiteY86" fmla="*/ 132653 h 349155"/>
              <a:gd name="connsiteX87" fmla="*/ 240417 w 466076"/>
              <a:gd name="connsiteY87" fmla="*/ 158180 h 349155"/>
              <a:gd name="connsiteX88" fmla="*/ 221920 w 466076"/>
              <a:gd name="connsiteY88" fmla="*/ 130081 h 349155"/>
              <a:gd name="connsiteX89" fmla="*/ 158747 w 466076"/>
              <a:gd name="connsiteY89" fmla="*/ 72550 h 349155"/>
              <a:gd name="connsiteX90" fmla="*/ 213099 w 466076"/>
              <a:gd name="connsiteY90" fmla="*/ 139511 h 349155"/>
              <a:gd name="connsiteX91" fmla="*/ 239848 w 466076"/>
              <a:gd name="connsiteY91" fmla="*/ 185707 h 349155"/>
              <a:gd name="connsiteX92" fmla="*/ 245634 w 466076"/>
              <a:gd name="connsiteY92" fmla="*/ 189517 h 349155"/>
              <a:gd name="connsiteX93" fmla="*/ 246488 w 466076"/>
              <a:gd name="connsiteY93" fmla="*/ 189517 h 349155"/>
              <a:gd name="connsiteX94" fmla="*/ 251894 w 466076"/>
              <a:gd name="connsiteY94" fmla="*/ 183992 h 349155"/>
              <a:gd name="connsiteX95" fmla="*/ 250472 w 466076"/>
              <a:gd name="connsiteY95" fmla="*/ 137796 h 349155"/>
              <a:gd name="connsiteX96" fmla="*/ 340868 w 466076"/>
              <a:gd name="connsiteY96" fmla="*/ 172086 h 349155"/>
              <a:gd name="connsiteX97" fmla="*/ 242883 w 466076"/>
              <a:gd name="connsiteY97" fmla="*/ 206567 h 349155"/>
              <a:gd name="connsiteX98" fmla="*/ 144898 w 466076"/>
              <a:gd name="connsiteY98" fmla="*/ 172086 h 349155"/>
              <a:gd name="connsiteX99" fmla="*/ 213099 w 466076"/>
              <a:gd name="connsiteY99" fmla="*/ 139415 h 349155"/>
              <a:gd name="connsiteX100" fmla="*/ 242883 w 466076"/>
              <a:gd name="connsiteY100" fmla="*/ 335535 h 349155"/>
              <a:gd name="connsiteX101" fmla="*/ 144898 w 466076"/>
              <a:gd name="connsiteY101" fmla="*/ 301055 h 349155"/>
              <a:gd name="connsiteX102" fmla="*/ 144898 w 466076"/>
              <a:gd name="connsiteY102" fmla="*/ 280576 h 349155"/>
              <a:gd name="connsiteX103" fmla="*/ 242883 w 466076"/>
              <a:gd name="connsiteY103" fmla="*/ 304865 h 349155"/>
              <a:gd name="connsiteX104" fmla="*/ 340868 w 466076"/>
              <a:gd name="connsiteY104" fmla="*/ 280576 h 349155"/>
              <a:gd name="connsiteX105" fmla="*/ 340868 w 466076"/>
              <a:gd name="connsiteY105" fmla="*/ 301055 h 349155"/>
              <a:gd name="connsiteX106" fmla="*/ 242883 w 466076"/>
              <a:gd name="connsiteY106" fmla="*/ 335535 h 349155"/>
              <a:gd name="connsiteX107" fmla="*/ 242883 w 466076"/>
              <a:gd name="connsiteY107" fmla="*/ 291339 h 349155"/>
              <a:gd name="connsiteX108" fmla="*/ 144898 w 466076"/>
              <a:gd name="connsiteY108" fmla="*/ 256858 h 349155"/>
              <a:gd name="connsiteX109" fmla="*/ 144898 w 466076"/>
              <a:gd name="connsiteY109" fmla="*/ 256858 h 349155"/>
              <a:gd name="connsiteX110" fmla="*/ 144898 w 466076"/>
              <a:gd name="connsiteY110" fmla="*/ 239142 h 349155"/>
              <a:gd name="connsiteX111" fmla="*/ 242883 w 466076"/>
              <a:gd name="connsiteY111" fmla="*/ 263431 h 349155"/>
              <a:gd name="connsiteX112" fmla="*/ 340868 w 466076"/>
              <a:gd name="connsiteY112" fmla="*/ 239142 h 349155"/>
              <a:gd name="connsiteX113" fmla="*/ 340868 w 466076"/>
              <a:gd name="connsiteY113" fmla="*/ 256858 h 349155"/>
              <a:gd name="connsiteX114" fmla="*/ 242883 w 466076"/>
              <a:gd name="connsiteY114" fmla="*/ 291339 h 349155"/>
              <a:gd name="connsiteX115" fmla="*/ 439707 w 466076"/>
              <a:gd name="connsiteY115" fmla="*/ 224855 h 349155"/>
              <a:gd name="connsiteX116" fmla="*/ 426996 w 466076"/>
              <a:gd name="connsiteY116" fmla="*/ 212091 h 349155"/>
              <a:gd name="connsiteX117" fmla="*/ 439707 w 466076"/>
              <a:gd name="connsiteY117" fmla="*/ 199328 h 349155"/>
              <a:gd name="connsiteX118" fmla="*/ 452417 w 466076"/>
              <a:gd name="connsiteY118" fmla="*/ 212091 h 349155"/>
              <a:gd name="connsiteX119" fmla="*/ 439707 w 466076"/>
              <a:gd name="connsiteY119" fmla="*/ 224855 h 349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466076" h="349155">
                <a:moveTo>
                  <a:pt x="439707" y="185802"/>
                </a:moveTo>
                <a:cubicBezTo>
                  <a:pt x="427566" y="185802"/>
                  <a:pt x="417511" y="194089"/>
                  <a:pt x="414476" y="205328"/>
                </a:cubicBezTo>
                <a:lnTo>
                  <a:pt x="354338" y="205328"/>
                </a:lnTo>
                <a:lnTo>
                  <a:pt x="354338" y="172277"/>
                </a:lnTo>
                <a:lnTo>
                  <a:pt x="354338" y="172277"/>
                </a:lnTo>
                <a:cubicBezTo>
                  <a:pt x="354338" y="156275"/>
                  <a:pt x="339256" y="144178"/>
                  <a:pt x="317344" y="135986"/>
                </a:cubicBezTo>
                <a:lnTo>
                  <a:pt x="350828" y="94267"/>
                </a:lnTo>
                <a:lnTo>
                  <a:pt x="414286" y="94267"/>
                </a:lnTo>
                <a:cubicBezTo>
                  <a:pt x="417037" y="105887"/>
                  <a:pt x="427376" y="114555"/>
                  <a:pt x="439707" y="114555"/>
                </a:cubicBezTo>
                <a:cubicBezTo>
                  <a:pt x="454125" y="114555"/>
                  <a:pt x="465887" y="102744"/>
                  <a:pt x="465887" y="88266"/>
                </a:cubicBezTo>
                <a:cubicBezTo>
                  <a:pt x="465887" y="73788"/>
                  <a:pt x="454125" y="61977"/>
                  <a:pt x="439707" y="61977"/>
                </a:cubicBezTo>
                <a:cubicBezTo>
                  <a:pt x="427850" y="61977"/>
                  <a:pt x="417985" y="69978"/>
                  <a:pt x="414760" y="80837"/>
                </a:cubicBezTo>
                <a:lnTo>
                  <a:pt x="347603" y="80837"/>
                </a:lnTo>
                <a:cubicBezTo>
                  <a:pt x="345516" y="80837"/>
                  <a:pt x="343619" y="81789"/>
                  <a:pt x="342386" y="83408"/>
                </a:cubicBezTo>
                <a:lnTo>
                  <a:pt x="305203" y="129700"/>
                </a:lnTo>
                <a:cubicBezTo>
                  <a:pt x="304634" y="130367"/>
                  <a:pt x="304254" y="131129"/>
                  <a:pt x="304065" y="131891"/>
                </a:cubicBezTo>
                <a:cubicBezTo>
                  <a:pt x="286801" y="127223"/>
                  <a:pt x="266976" y="124747"/>
                  <a:pt x="247341" y="124366"/>
                </a:cubicBezTo>
                <a:cubicBezTo>
                  <a:pt x="239374" y="96172"/>
                  <a:pt x="223817" y="71312"/>
                  <a:pt x="202285" y="51976"/>
                </a:cubicBezTo>
                <a:lnTo>
                  <a:pt x="214711" y="32069"/>
                </a:lnTo>
                <a:cubicBezTo>
                  <a:pt x="220687" y="22448"/>
                  <a:pt x="217747" y="9780"/>
                  <a:pt x="208261" y="3779"/>
                </a:cubicBezTo>
                <a:lnTo>
                  <a:pt x="207123" y="3113"/>
                </a:lnTo>
                <a:cubicBezTo>
                  <a:pt x="197543" y="-2888"/>
                  <a:pt x="184927" y="65"/>
                  <a:pt x="178951" y="9590"/>
                </a:cubicBezTo>
                <a:lnTo>
                  <a:pt x="167284" y="28354"/>
                </a:lnTo>
                <a:cubicBezTo>
                  <a:pt x="119477" y="4922"/>
                  <a:pt x="62564" y="7875"/>
                  <a:pt x="18077" y="37022"/>
                </a:cubicBezTo>
                <a:cubicBezTo>
                  <a:pt x="15706" y="38546"/>
                  <a:pt x="14663" y="41594"/>
                  <a:pt x="15516" y="44261"/>
                </a:cubicBezTo>
                <a:cubicBezTo>
                  <a:pt x="16370" y="47023"/>
                  <a:pt x="18931" y="48737"/>
                  <a:pt x="21872" y="48642"/>
                </a:cubicBezTo>
                <a:cubicBezTo>
                  <a:pt x="61900" y="46737"/>
                  <a:pt x="101834" y="55786"/>
                  <a:pt x="137500" y="74741"/>
                </a:cubicBezTo>
                <a:cubicBezTo>
                  <a:pt x="137500" y="74741"/>
                  <a:pt x="137500" y="74741"/>
                  <a:pt x="137500" y="74741"/>
                </a:cubicBezTo>
                <a:cubicBezTo>
                  <a:pt x="137689" y="74836"/>
                  <a:pt x="137879" y="74931"/>
                  <a:pt x="138069" y="75026"/>
                </a:cubicBezTo>
                <a:lnTo>
                  <a:pt x="3090" y="291434"/>
                </a:lnTo>
                <a:cubicBezTo>
                  <a:pt x="245" y="296102"/>
                  <a:pt x="-704" y="301531"/>
                  <a:pt x="529" y="306960"/>
                </a:cubicBezTo>
                <a:cubicBezTo>
                  <a:pt x="1762" y="312294"/>
                  <a:pt x="4988" y="316866"/>
                  <a:pt x="9635" y="319819"/>
                </a:cubicBezTo>
                <a:lnTo>
                  <a:pt x="10774" y="320486"/>
                </a:lnTo>
                <a:cubicBezTo>
                  <a:pt x="14188" y="322581"/>
                  <a:pt x="17888" y="323629"/>
                  <a:pt x="21587" y="323629"/>
                </a:cubicBezTo>
                <a:cubicBezTo>
                  <a:pt x="28417" y="323629"/>
                  <a:pt x="35056" y="320200"/>
                  <a:pt x="38946" y="314009"/>
                </a:cubicBezTo>
                <a:lnTo>
                  <a:pt x="173355" y="98553"/>
                </a:lnTo>
                <a:cubicBezTo>
                  <a:pt x="184263" y="107221"/>
                  <a:pt x="194223" y="116841"/>
                  <a:pt x="203234" y="127414"/>
                </a:cubicBezTo>
                <a:cubicBezTo>
                  <a:pt x="159885" y="134177"/>
                  <a:pt x="131619" y="151607"/>
                  <a:pt x="131619" y="172372"/>
                </a:cubicBezTo>
                <a:lnTo>
                  <a:pt x="131619" y="172372"/>
                </a:lnTo>
                <a:lnTo>
                  <a:pt x="131619" y="301150"/>
                </a:lnTo>
                <a:cubicBezTo>
                  <a:pt x="131619" y="332392"/>
                  <a:pt x="189006" y="349156"/>
                  <a:pt x="243073" y="349156"/>
                </a:cubicBezTo>
                <a:cubicBezTo>
                  <a:pt x="297140" y="349156"/>
                  <a:pt x="354527" y="332297"/>
                  <a:pt x="354527" y="301150"/>
                </a:cubicBezTo>
                <a:lnTo>
                  <a:pt x="354527" y="218949"/>
                </a:lnTo>
                <a:lnTo>
                  <a:pt x="414665" y="218949"/>
                </a:lnTo>
                <a:cubicBezTo>
                  <a:pt x="417701" y="230189"/>
                  <a:pt x="427755" y="238475"/>
                  <a:pt x="439897" y="238475"/>
                </a:cubicBezTo>
                <a:cubicBezTo>
                  <a:pt x="454315" y="238475"/>
                  <a:pt x="466077" y="226664"/>
                  <a:pt x="466077" y="212186"/>
                </a:cubicBezTo>
                <a:cubicBezTo>
                  <a:pt x="466077" y="197708"/>
                  <a:pt x="454315" y="185897"/>
                  <a:pt x="439897" y="185897"/>
                </a:cubicBezTo>
                <a:close/>
                <a:moveTo>
                  <a:pt x="439707" y="75407"/>
                </a:moveTo>
                <a:cubicBezTo>
                  <a:pt x="446726" y="75407"/>
                  <a:pt x="452417" y="81122"/>
                  <a:pt x="452417" y="88171"/>
                </a:cubicBezTo>
                <a:cubicBezTo>
                  <a:pt x="452417" y="95219"/>
                  <a:pt x="446726" y="100934"/>
                  <a:pt x="439707" y="100934"/>
                </a:cubicBezTo>
                <a:cubicBezTo>
                  <a:pt x="432688" y="100934"/>
                  <a:pt x="426996" y="95219"/>
                  <a:pt x="426996" y="88171"/>
                </a:cubicBezTo>
                <a:cubicBezTo>
                  <a:pt x="426996" y="81122"/>
                  <a:pt x="432688" y="75407"/>
                  <a:pt x="439707" y="75407"/>
                </a:cubicBezTo>
                <a:close/>
                <a:moveTo>
                  <a:pt x="340868" y="215425"/>
                </a:moveTo>
                <a:cubicBezTo>
                  <a:pt x="340868" y="231713"/>
                  <a:pt x="300650" y="249905"/>
                  <a:pt x="242883" y="249905"/>
                </a:cubicBezTo>
                <a:cubicBezTo>
                  <a:pt x="185117" y="249905"/>
                  <a:pt x="144898" y="231713"/>
                  <a:pt x="144898" y="215425"/>
                </a:cubicBezTo>
                <a:lnTo>
                  <a:pt x="144898" y="215425"/>
                </a:lnTo>
                <a:lnTo>
                  <a:pt x="144898" y="195994"/>
                </a:lnTo>
                <a:cubicBezTo>
                  <a:pt x="165008" y="211901"/>
                  <a:pt x="204752" y="220283"/>
                  <a:pt x="242883" y="220283"/>
                </a:cubicBezTo>
                <a:cubicBezTo>
                  <a:pt x="281015" y="220283"/>
                  <a:pt x="320664" y="211901"/>
                  <a:pt x="340868" y="195994"/>
                </a:cubicBezTo>
                <a:lnTo>
                  <a:pt x="340868" y="215425"/>
                </a:lnTo>
                <a:close/>
                <a:moveTo>
                  <a:pt x="189480" y="16257"/>
                </a:moveTo>
                <a:cubicBezTo>
                  <a:pt x="191757" y="12542"/>
                  <a:pt x="196594" y="11495"/>
                  <a:pt x="200293" y="13781"/>
                </a:cubicBezTo>
                <a:lnTo>
                  <a:pt x="201432" y="14447"/>
                </a:lnTo>
                <a:cubicBezTo>
                  <a:pt x="205131" y="16733"/>
                  <a:pt x="206174" y="21591"/>
                  <a:pt x="203898" y="25306"/>
                </a:cubicBezTo>
                <a:lnTo>
                  <a:pt x="192421" y="43784"/>
                </a:lnTo>
                <a:cubicBezTo>
                  <a:pt x="188911" y="41117"/>
                  <a:pt x="185212" y="38546"/>
                  <a:pt x="181417" y="36069"/>
                </a:cubicBezTo>
                <a:cubicBezTo>
                  <a:pt x="180374" y="35402"/>
                  <a:pt x="179331" y="34926"/>
                  <a:pt x="178287" y="34259"/>
                </a:cubicBezTo>
                <a:lnTo>
                  <a:pt x="189480" y="16257"/>
                </a:lnTo>
                <a:close/>
                <a:moveTo>
                  <a:pt x="28037" y="307246"/>
                </a:moveTo>
                <a:cubicBezTo>
                  <a:pt x="26899" y="308960"/>
                  <a:pt x="25192" y="310199"/>
                  <a:pt x="23200" y="310675"/>
                </a:cubicBezTo>
                <a:cubicBezTo>
                  <a:pt x="21113" y="311151"/>
                  <a:pt x="19026" y="310770"/>
                  <a:pt x="17319" y="309722"/>
                </a:cubicBezTo>
                <a:lnTo>
                  <a:pt x="16180" y="309056"/>
                </a:lnTo>
                <a:cubicBezTo>
                  <a:pt x="14473" y="307913"/>
                  <a:pt x="13240" y="306198"/>
                  <a:pt x="12766" y="304198"/>
                </a:cubicBezTo>
                <a:cubicBezTo>
                  <a:pt x="12291" y="302102"/>
                  <a:pt x="12671" y="300007"/>
                  <a:pt x="13714" y="298292"/>
                </a:cubicBezTo>
                <a:lnTo>
                  <a:pt x="148882" y="81503"/>
                </a:lnTo>
                <a:cubicBezTo>
                  <a:pt x="149926" y="82170"/>
                  <a:pt x="150969" y="82646"/>
                  <a:pt x="152012" y="83313"/>
                </a:cubicBezTo>
                <a:cubicBezTo>
                  <a:pt x="155807" y="85694"/>
                  <a:pt x="159411" y="88361"/>
                  <a:pt x="163016" y="90933"/>
                </a:cubicBezTo>
                <a:lnTo>
                  <a:pt x="28037" y="307341"/>
                </a:lnTo>
                <a:close/>
                <a:moveTo>
                  <a:pt x="158652" y="72455"/>
                </a:moveTo>
                <a:cubicBezTo>
                  <a:pt x="156091" y="70835"/>
                  <a:pt x="153435" y="69407"/>
                  <a:pt x="150779" y="67883"/>
                </a:cubicBezTo>
                <a:cubicBezTo>
                  <a:pt x="150590" y="67692"/>
                  <a:pt x="150400" y="67502"/>
                  <a:pt x="150210" y="67311"/>
                </a:cubicBezTo>
                <a:cubicBezTo>
                  <a:pt x="149831" y="67121"/>
                  <a:pt x="149451" y="67025"/>
                  <a:pt x="149167" y="66930"/>
                </a:cubicBezTo>
                <a:cubicBezTo>
                  <a:pt x="147175" y="65787"/>
                  <a:pt x="145278" y="64549"/>
                  <a:pt x="143286" y="63501"/>
                </a:cubicBezTo>
                <a:cubicBezTo>
                  <a:pt x="143286" y="63501"/>
                  <a:pt x="143286" y="63501"/>
                  <a:pt x="143286" y="63501"/>
                </a:cubicBezTo>
                <a:cubicBezTo>
                  <a:pt x="113122" y="47499"/>
                  <a:pt x="80018" y="38165"/>
                  <a:pt x="46344" y="36164"/>
                </a:cubicBezTo>
                <a:cubicBezTo>
                  <a:pt x="87416" y="18734"/>
                  <a:pt x="135508" y="22353"/>
                  <a:pt x="174683" y="46928"/>
                </a:cubicBezTo>
                <a:cubicBezTo>
                  <a:pt x="205890" y="66549"/>
                  <a:pt x="227896" y="97029"/>
                  <a:pt x="236623" y="132653"/>
                </a:cubicBezTo>
                <a:cubicBezTo>
                  <a:pt x="238710" y="141130"/>
                  <a:pt x="239943" y="149607"/>
                  <a:pt x="240417" y="158180"/>
                </a:cubicBezTo>
                <a:cubicBezTo>
                  <a:pt x="234915" y="148369"/>
                  <a:pt x="228750" y="139034"/>
                  <a:pt x="221920" y="130081"/>
                </a:cubicBezTo>
                <a:cubicBezTo>
                  <a:pt x="204562" y="107316"/>
                  <a:pt x="183315" y="87980"/>
                  <a:pt x="158747" y="72550"/>
                </a:cubicBezTo>
                <a:close/>
                <a:moveTo>
                  <a:pt x="213099" y="139511"/>
                </a:moveTo>
                <a:cubicBezTo>
                  <a:pt x="223817" y="153798"/>
                  <a:pt x="232829" y="169324"/>
                  <a:pt x="239848" y="185707"/>
                </a:cubicBezTo>
                <a:cubicBezTo>
                  <a:pt x="240891" y="188088"/>
                  <a:pt x="243168" y="189517"/>
                  <a:pt x="245634" y="189517"/>
                </a:cubicBezTo>
                <a:cubicBezTo>
                  <a:pt x="245919" y="189517"/>
                  <a:pt x="246203" y="189517"/>
                  <a:pt x="246488" y="189517"/>
                </a:cubicBezTo>
                <a:cubicBezTo>
                  <a:pt x="249333" y="189136"/>
                  <a:pt x="251515" y="186850"/>
                  <a:pt x="251894" y="183992"/>
                </a:cubicBezTo>
                <a:cubicBezTo>
                  <a:pt x="253886" y="168657"/>
                  <a:pt x="253222" y="153131"/>
                  <a:pt x="250472" y="137796"/>
                </a:cubicBezTo>
                <a:cubicBezTo>
                  <a:pt x="304065" y="139320"/>
                  <a:pt x="340868" y="156560"/>
                  <a:pt x="340868" y="172086"/>
                </a:cubicBezTo>
                <a:cubicBezTo>
                  <a:pt x="340868" y="187612"/>
                  <a:pt x="300650" y="206567"/>
                  <a:pt x="242883" y="206567"/>
                </a:cubicBezTo>
                <a:cubicBezTo>
                  <a:pt x="185117" y="206567"/>
                  <a:pt x="144898" y="188374"/>
                  <a:pt x="144898" y="172086"/>
                </a:cubicBezTo>
                <a:cubicBezTo>
                  <a:pt x="144898" y="159799"/>
                  <a:pt x="170319" y="144559"/>
                  <a:pt x="213099" y="139415"/>
                </a:cubicBezTo>
                <a:close/>
                <a:moveTo>
                  <a:pt x="242883" y="335535"/>
                </a:moveTo>
                <a:cubicBezTo>
                  <a:pt x="185117" y="335535"/>
                  <a:pt x="144898" y="317342"/>
                  <a:pt x="144898" y="301055"/>
                </a:cubicBezTo>
                <a:lnTo>
                  <a:pt x="144898" y="280576"/>
                </a:lnTo>
                <a:cubicBezTo>
                  <a:pt x="165008" y="296483"/>
                  <a:pt x="204752" y="304865"/>
                  <a:pt x="242883" y="304865"/>
                </a:cubicBezTo>
                <a:cubicBezTo>
                  <a:pt x="281015" y="304865"/>
                  <a:pt x="320664" y="296483"/>
                  <a:pt x="340868" y="280576"/>
                </a:cubicBezTo>
                <a:lnTo>
                  <a:pt x="340868" y="301055"/>
                </a:lnTo>
                <a:cubicBezTo>
                  <a:pt x="340868" y="317342"/>
                  <a:pt x="300650" y="335535"/>
                  <a:pt x="242883" y="335535"/>
                </a:cubicBezTo>
                <a:close/>
                <a:moveTo>
                  <a:pt x="242883" y="291339"/>
                </a:moveTo>
                <a:cubicBezTo>
                  <a:pt x="185117" y="291339"/>
                  <a:pt x="144898" y="273146"/>
                  <a:pt x="144898" y="256858"/>
                </a:cubicBezTo>
                <a:lnTo>
                  <a:pt x="144898" y="256858"/>
                </a:lnTo>
                <a:lnTo>
                  <a:pt x="144898" y="239142"/>
                </a:lnTo>
                <a:cubicBezTo>
                  <a:pt x="165008" y="255049"/>
                  <a:pt x="204752" y="263431"/>
                  <a:pt x="242883" y="263431"/>
                </a:cubicBezTo>
                <a:cubicBezTo>
                  <a:pt x="281015" y="263431"/>
                  <a:pt x="320664" y="255049"/>
                  <a:pt x="340868" y="239142"/>
                </a:cubicBezTo>
                <a:lnTo>
                  <a:pt x="340868" y="256858"/>
                </a:lnTo>
                <a:cubicBezTo>
                  <a:pt x="340868" y="273146"/>
                  <a:pt x="300650" y="291339"/>
                  <a:pt x="242883" y="291339"/>
                </a:cubicBezTo>
                <a:close/>
                <a:moveTo>
                  <a:pt x="439707" y="224855"/>
                </a:moveTo>
                <a:cubicBezTo>
                  <a:pt x="432688" y="224855"/>
                  <a:pt x="426996" y="219140"/>
                  <a:pt x="426996" y="212091"/>
                </a:cubicBezTo>
                <a:cubicBezTo>
                  <a:pt x="426996" y="205043"/>
                  <a:pt x="432688" y="199328"/>
                  <a:pt x="439707" y="199328"/>
                </a:cubicBezTo>
                <a:cubicBezTo>
                  <a:pt x="446726" y="199328"/>
                  <a:pt x="452417" y="205043"/>
                  <a:pt x="452417" y="212091"/>
                </a:cubicBezTo>
                <a:cubicBezTo>
                  <a:pt x="452417" y="219140"/>
                  <a:pt x="446726" y="224855"/>
                  <a:pt x="439707" y="22485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2" name="Graphic 239">
            <a:extLst>
              <a:ext uri="{FF2B5EF4-FFF2-40B4-BE49-F238E27FC236}">
                <a16:creationId xmlns:a16="http://schemas.microsoft.com/office/drawing/2014/main" id="{1F18B834-EFCA-746D-783A-3D80494DB121}"/>
              </a:ext>
            </a:extLst>
          </p:cNvPr>
          <p:cNvSpPr/>
          <p:nvPr/>
        </p:nvSpPr>
        <p:spPr>
          <a:xfrm>
            <a:off x="9426384" y="2855655"/>
            <a:ext cx="625475" cy="468567"/>
          </a:xfrm>
          <a:custGeom>
            <a:avLst/>
            <a:gdLst>
              <a:gd name="connsiteX0" fmla="*/ 439707 w 466076"/>
              <a:gd name="connsiteY0" fmla="*/ 185802 h 349155"/>
              <a:gd name="connsiteX1" fmla="*/ 414476 w 466076"/>
              <a:gd name="connsiteY1" fmla="*/ 205328 h 349155"/>
              <a:gd name="connsiteX2" fmla="*/ 354338 w 466076"/>
              <a:gd name="connsiteY2" fmla="*/ 205328 h 349155"/>
              <a:gd name="connsiteX3" fmla="*/ 354338 w 466076"/>
              <a:gd name="connsiteY3" fmla="*/ 172277 h 349155"/>
              <a:gd name="connsiteX4" fmla="*/ 354338 w 466076"/>
              <a:gd name="connsiteY4" fmla="*/ 172277 h 349155"/>
              <a:gd name="connsiteX5" fmla="*/ 317344 w 466076"/>
              <a:gd name="connsiteY5" fmla="*/ 135986 h 349155"/>
              <a:gd name="connsiteX6" fmla="*/ 350828 w 466076"/>
              <a:gd name="connsiteY6" fmla="*/ 94267 h 349155"/>
              <a:gd name="connsiteX7" fmla="*/ 414286 w 466076"/>
              <a:gd name="connsiteY7" fmla="*/ 94267 h 349155"/>
              <a:gd name="connsiteX8" fmla="*/ 439707 w 466076"/>
              <a:gd name="connsiteY8" fmla="*/ 114555 h 349155"/>
              <a:gd name="connsiteX9" fmla="*/ 465887 w 466076"/>
              <a:gd name="connsiteY9" fmla="*/ 88266 h 349155"/>
              <a:gd name="connsiteX10" fmla="*/ 439707 w 466076"/>
              <a:gd name="connsiteY10" fmla="*/ 61977 h 349155"/>
              <a:gd name="connsiteX11" fmla="*/ 414760 w 466076"/>
              <a:gd name="connsiteY11" fmla="*/ 80837 h 349155"/>
              <a:gd name="connsiteX12" fmla="*/ 347603 w 466076"/>
              <a:gd name="connsiteY12" fmla="*/ 80837 h 349155"/>
              <a:gd name="connsiteX13" fmla="*/ 342386 w 466076"/>
              <a:gd name="connsiteY13" fmla="*/ 83408 h 349155"/>
              <a:gd name="connsiteX14" fmla="*/ 305203 w 466076"/>
              <a:gd name="connsiteY14" fmla="*/ 129700 h 349155"/>
              <a:gd name="connsiteX15" fmla="*/ 304065 w 466076"/>
              <a:gd name="connsiteY15" fmla="*/ 131891 h 349155"/>
              <a:gd name="connsiteX16" fmla="*/ 247341 w 466076"/>
              <a:gd name="connsiteY16" fmla="*/ 124366 h 349155"/>
              <a:gd name="connsiteX17" fmla="*/ 202285 w 466076"/>
              <a:gd name="connsiteY17" fmla="*/ 51976 h 349155"/>
              <a:gd name="connsiteX18" fmla="*/ 214711 w 466076"/>
              <a:gd name="connsiteY18" fmla="*/ 32069 h 349155"/>
              <a:gd name="connsiteX19" fmla="*/ 208261 w 466076"/>
              <a:gd name="connsiteY19" fmla="*/ 3779 h 349155"/>
              <a:gd name="connsiteX20" fmla="*/ 207123 w 466076"/>
              <a:gd name="connsiteY20" fmla="*/ 3113 h 349155"/>
              <a:gd name="connsiteX21" fmla="*/ 178951 w 466076"/>
              <a:gd name="connsiteY21" fmla="*/ 9590 h 349155"/>
              <a:gd name="connsiteX22" fmla="*/ 167284 w 466076"/>
              <a:gd name="connsiteY22" fmla="*/ 28354 h 349155"/>
              <a:gd name="connsiteX23" fmla="*/ 18077 w 466076"/>
              <a:gd name="connsiteY23" fmla="*/ 37022 h 349155"/>
              <a:gd name="connsiteX24" fmla="*/ 15516 w 466076"/>
              <a:gd name="connsiteY24" fmla="*/ 44261 h 349155"/>
              <a:gd name="connsiteX25" fmla="*/ 21872 w 466076"/>
              <a:gd name="connsiteY25" fmla="*/ 48642 h 349155"/>
              <a:gd name="connsiteX26" fmla="*/ 137500 w 466076"/>
              <a:gd name="connsiteY26" fmla="*/ 74741 h 349155"/>
              <a:gd name="connsiteX27" fmla="*/ 137500 w 466076"/>
              <a:gd name="connsiteY27" fmla="*/ 74741 h 349155"/>
              <a:gd name="connsiteX28" fmla="*/ 138069 w 466076"/>
              <a:gd name="connsiteY28" fmla="*/ 75026 h 349155"/>
              <a:gd name="connsiteX29" fmla="*/ 3090 w 466076"/>
              <a:gd name="connsiteY29" fmla="*/ 291434 h 349155"/>
              <a:gd name="connsiteX30" fmla="*/ 529 w 466076"/>
              <a:gd name="connsiteY30" fmla="*/ 306960 h 349155"/>
              <a:gd name="connsiteX31" fmla="*/ 9635 w 466076"/>
              <a:gd name="connsiteY31" fmla="*/ 319819 h 349155"/>
              <a:gd name="connsiteX32" fmla="*/ 10774 w 466076"/>
              <a:gd name="connsiteY32" fmla="*/ 320486 h 349155"/>
              <a:gd name="connsiteX33" fmla="*/ 21587 w 466076"/>
              <a:gd name="connsiteY33" fmla="*/ 323629 h 349155"/>
              <a:gd name="connsiteX34" fmla="*/ 38946 w 466076"/>
              <a:gd name="connsiteY34" fmla="*/ 314009 h 349155"/>
              <a:gd name="connsiteX35" fmla="*/ 173355 w 466076"/>
              <a:gd name="connsiteY35" fmla="*/ 98553 h 349155"/>
              <a:gd name="connsiteX36" fmla="*/ 203234 w 466076"/>
              <a:gd name="connsiteY36" fmla="*/ 127414 h 349155"/>
              <a:gd name="connsiteX37" fmla="*/ 131619 w 466076"/>
              <a:gd name="connsiteY37" fmla="*/ 172372 h 349155"/>
              <a:gd name="connsiteX38" fmla="*/ 131619 w 466076"/>
              <a:gd name="connsiteY38" fmla="*/ 172372 h 349155"/>
              <a:gd name="connsiteX39" fmla="*/ 131619 w 466076"/>
              <a:gd name="connsiteY39" fmla="*/ 301150 h 349155"/>
              <a:gd name="connsiteX40" fmla="*/ 243073 w 466076"/>
              <a:gd name="connsiteY40" fmla="*/ 349156 h 349155"/>
              <a:gd name="connsiteX41" fmla="*/ 354527 w 466076"/>
              <a:gd name="connsiteY41" fmla="*/ 301150 h 349155"/>
              <a:gd name="connsiteX42" fmla="*/ 354527 w 466076"/>
              <a:gd name="connsiteY42" fmla="*/ 218949 h 349155"/>
              <a:gd name="connsiteX43" fmla="*/ 414665 w 466076"/>
              <a:gd name="connsiteY43" fmla="*/ 218949 h 349155"/>
              <a:gd name="connsiteX44" fmla="*/ 439897 w 466076"/>
              <a:gd name="connsiteY44" fmla="*/ 238475 h 349155"/>
              <a:gd name="connsiteX45" fmla="*/ 466077 w 466076"/>
              <a:gd name="connsiteY45" fmla="*/ 212186 h 349155"/>
              <a:gd name="connsiteX46" fmla="*/ 439897 w 466076"/>
              <a:gd name="connsiteY46" fmla="*/ 185897 h 349155"/>
              <a:gd name="connsiteX47" fmla="*/ 439707 w 466076"/>
              <a:gd name="connsiteY47" fmla="*/ 75407 h 349155"/>
              <a:gd name="connsiteX48" fmla="*/ 452417 w 466076"/>
              <a:gd name="connsiteY48" fmla="*/ 88171 h 349155"/>
              <a:gd name="connsiteX49" fmla="*/ 439707 w 466076"/>
              <a:gd name="connsiteY49" fmla="*/ 100934 h 349155"/>
              <a:gd name="connsiteX50" fmla="*/ 426996 w 466076"/>
              <a:gd name="connsiteY50" fmla="*/ 88171 h 349155"/>
              <a:gd name="connsiteX51" fmla="*/ 439707 w 466076"/>
              <a:gd name="connsiteY51" fmla="*/ 75407 h 349155"/>
              <a:gd name="connsiteX52" fmla="*/ 340868 w 466076"/>
              <a:gd name="connsiteY52" fmla="*/ 215425 h 349155"/>
              <a:gd name="connsiteX53" fmla="*/ 242883 w 466076"/>
              <a:gd name="connsiteY53" fmla="*/ 249905 h 349155"/>
              <a:gd name="connsiteX54" fmla="*/ 144898 w 466076"/>
              <a:gd name="connsiteY54" fmla="*/ 215425 h 349155"/>
              <a:gd name="connsiteX55" fmla="*/ 144898 w 466076"/>
              <a:gd name="connsiteY55" fmla="*/ 215425 h 349155"/>
              <a:gd name="connsiteX56" fmla="*/ 144898 w 466076"/>
              <a:gd name="connsiteY56" fmla="*/ 195994 h 349155"/>
              <a:gd name="connsiteX57" fmla="*/ 242883 w 466076"/>
              <a:gd name="connsiteY57" fmla="*/ 220283 h 349155"/>
              <a:gd name="connsiteX58" fmla="*/ 340868 w 466076"/>
              <a:gd name="connsiteY58" fmla="*/ 195994 h 349155"/>
              <a:gd name="connsiteX59" fmla="*/ 340868 w 466076"/>
              <a:gd name="connsiteY59" fmla="*/ 215425 h 349155"/>
              <a:gd name="connsiteX60" fmla="*/ 189480 w 466076"/>
              <a:gd name="connsiteY60" fmla="*/ 16257 h 349155"/>
              <a:gd name="connsiteX61" fmla="*/ 200293 w 466076"/>
              <a:gd name="connsiteY61" fmla="*/ 13781 h 349155"/>
              <a:gd name="connsiteX62" fmla="*/ 201432 w 466076"/>
              <a:gd name="connsiteY62" fmla="*/ 14447 h 349155"/>
              <a:gd name="connsiteX63" fmla="*/ 203898 w 466076"/>
              <a:gd name="connsiteY63" fmla="*/ 25306 h 349155"/>
              <a:gd name="connsiteX64" fmla="*/ 192421 w 466076"/>
              <a:gd name="connsiteY64" fmla="*/ 43784 h 349155"/>
              <a:gd name="connsiteX65" fmla="*/ 181417 w 466076"/>
              <a:gd name="connsiteY65" fmla="*/ 36069 h 349155"/>
              <a:gd name="connsiteX66" fmla="*/ 178287 w 466076"/>
              <a:gd name="connsiteY66" fmla="*/ 34259 h 349155"/>
              <a:gd name="connsiteX67" fmla="*/ 189480 w 466076"/>
              <a:gd name="connsiteY67" fmla="*/ 16257 h 349155"/>
              <a:gd name="connsiteX68" fmla="*/ 28037 w 466076"/>
              <a:gd name="connsiteY68" fmla="*/ 307246 h 349155"/>
              <a:gd name="connsiteX69" fmla="*/ 23200 w 466076"/>
              <a:gd name="connsiteY69" fmla="*/ 310675 h 349155"/>
              <a:gd name="connsiteX70" fmla="*/ 17319 w 466076"/>
              <a:gd name="connsiteY70" fmla="*/ 309722 h 349155"/>
              <a:gd name="connsiteX71" fmla="*/ 16180 w 466076"/>
              <a:gd name="connsiteY71" fmla="*/ 309056 h 349155"/>
              <a:gd name="connsiteX72" fmla="*/ 12766 w 466076"/>
              <a:gd name="connsiteY72" fmla="*/ 304198 h 349155"/>
              <a:gd name="connsiteX73" fmla="*/ 13714 w 466076"/>
              <a:gd name="connsiteY73" fmla="*/ 298292 h 349155"/>
              <a:gd name="connsiteX74" fmla="*/ 148882 w 466076"/>
              <a:gd name="connsiteY74" fmla="*/ 81503 h 349155"/>
              <a:gd name="connsiteX75" fmla="*/ 152012 w 466076"/>
              <a:gd name="connsiteY75" fmla="*/ 83313 h 349155"/>
              <a:gd name="connsiteX76" fmla="*/ 163016 w 466076"/>
              <a:gd name="connsiteY76" fmla="*/ 90933 h 349155"/>
              <a:gd name="connsiteX77" fmla="*/ 28037 w 466076"/>
              <a:gd name="connsiteY77" fmla="*/ 307341 h 349155"/>
              <a:gd name="connsiteX78" fmla="*/ 158652 w 466076"/>
              <a:gd name="connsiteY78" fmla="*/ 72455 h 349155"/>
              <a:gd name="connsiteX79" fmla="*/ 150779 w 466076"/>
              <a:gd name="connsiteY79" fmla="*/ 67883 h 349155"/>
              <a:gd name="connsiteX80" fmla="*/ 150210 w 466076"/>
              <a:gd name="connsiteY80" fmla="*/ 67311 h 349155"/>
              <a:gd name="connsiteX81" fmla="*/ 149167 w 466076"/>
              <a:gd name="connsiteY81" fmla="*/ 66930 h 349155"/>
              <a:gd name="connsiteX82" fmla="*/ 143286 w 466076"/>
              <a:gd name="connsiteY82" fmla="*/ 63501 h 349155"/>
              <a:gd name="connsiteX83" fmla="*/ 143286 w 466076"/>
              <a:gd name="connsiteY83" fmla="*/ 63501 h 349155"/>
              <a:gd name="connsiteX84" fmla="*/ 46344 w 466076"/>
              <a:gd name="connsiteY84" fmla="*/ 36164 h 349155"/>
              <a:gd name="connsiteX85" fmla="*/ 174683 w 466076"/>
              <a:gd name="connsiteY85" fmla="*/ 46928 h 349155"/>
              <a:gd name="connsiteX86" fmla="*/ 236623 w 466076"/>
              <a:gd name="connsiteY86" fmla="*/ 132653 h 349155"/>
              <a:gd name="connsiteX87" fmla="*/ 240417 w 466076"/>
              <a:gd name="connsiteY87" fmla="*/ 158180 h 349155"/>
              <a:gd name="connsiteX88" fmla="*/ 221920 w 466076"/>
              <a:gd name="connsiteY88" fmla="*/ 130081 h 349155"/>
              <a:gd name="connsiteX89" fmla="*/ 158747 w 466076"/>
              <a:gd name="connsiteY89" fmla="*/ 72550 h 349155"/>
              <a:gd name="connsiteX90" fmla="*/ 213099 w 466076"/>
              <a:gd name="connsiteY90" fmla="*/ 139511 h 349155"/>
              <a:gd name="connsiteX91" fmla="*/ 239848 w 466076"/>
              <a:gd name="connsiteY91" fmla="*/ 185707 h 349155"/>
              <a:gd name="connsiteX92" fmla="*/ 245634 w 466076"/>
              <a:gd name="connsiteY92" fmla="*/ 189517 h 349155"/>
              <a:gd name="connsiteX93" fmla="*/ 246488 w 466076"/>
              <a:gd name="connsiteY93" fmla="*/ 189517 h 349155"/>
              <a:gd name="connsiteX94" fmla="*/ 251894 w 466076"/>
              <a:gd name="connsiteY94" fmla="*/ 183992 h 349155"/>
              <a:gd name="connsiteX95" fmla="*/ 250472 w 466076"/>
              <a:gd name="connsiteY95" fmla="*/ 137796 h 349155"/>
              <a:gd name="connsiteX96" fmla="*/ 340868 w 466076"/>
              <a:gd name="connsiteY96" fmla="*/ 172086 h 349155"/>
              <a:gd name="connsiteX97" fmla="*/ 242883 w 466076"/>
              <a:gd name="connsiteY97" fmla="*/ 206567 h 349155"/>
              <a:gd name="connsiteX98" fmla="*/ 144898 w 466076"/>
              <a:gd name="connsiteY98" fmla="*/ 172086 h 349155"/>
              <a:gd name="connsiteX99" fmla="*/ 213099 w 466076"/>
              <a:gd name="connsiteY99" fmla="*/ 139415 h 349155"/>
              <a:gd name="connsiteX100" fmla="*/ 242883 w 466076"/>
              <a:gd name="connsiteY100" fmla="*/ 335535 h 349155"/>
              <a:gd name="connsiteX101" fmla="*/ 144898 w 466076"/>
              <a:gd name="connsiteY101" fmla="*/ 301055 h 349155"/>
              <a:gd name="connsiteX102" fmla="*/ 144898 w 466076"/>
              <a:gd name="connsiteY102" fmla="*/ 280576 h 349155"/>
              <a:gd name="connsiteX103" fmla="*/ 242883 w 466076"/>
              <a:gd name="connsiteY103" fmla="*/ 304865 h 349155"/>
              <a:gd name="connsiteX104" fmla="*/ 340868 w 466076"/>
              <a:gd name="connsiteY104" fmla="*/ 280576 h 349155"/>
              <a:gd name="connsiteX105" fmla="*/ 340868 w 466076"/>
              <a:gd name="connsiteY105" fmla="*/ 301055 h 349155"/>
              <a:gd name="connsiteX106" fmla="*/ 242883 w 466076"/>
              <a:gd name="connsiteY106" fmla="*/ 335535 h 349155"/>
              <a:gd name="connsiteX107" fmla="*/ 242883 w 466076"/>
              <a:gd name="connsiteY107" fmla="*/ 291339 h 349155"/>
              <a:gd name="connsiteX108" fmla="*/ 144898 w 466076"/>
              <a:gd name="connsiteY108" fmla="*/ 256858 h 349155"/>
              <a:gd name="connsiteX109" fmla="*/ 144898 w 466076"/>
              <a:gd name="connsiteY109" fmla="*/ 256858 h 349155"/>
              <a:gd name="connsiteX110" fmla="*/ 144898 w 466076"/>
              <a:gd name="connsiteY110" fmla="*/ 239142 h 349155"/>
              <a:gd name="connsiteX111" fmla="*/ 242883 w 466076"/>
              <a:gd name="connsiteY111" fmla="*/ 263431 h 349155"/>
              <a:gd name="connsiteX112" fmla="*/ 340868 w 466076"/>
              <a:gd name="connsiteY112" fmla="*/ 239142 h 349155"/>
              <a:gd name="connsiteX113" fmla="*/ 340868 w 466076"/>
              <a:gd name="connsiteY113" fmla="*/ 256858 h 349155"/>
              <a:gd name="connsiteX114" fmla="*/ 242883 w 466076"/>
              <a:gd name="connsiteY114" fmla="*/ 291339 h 349155"/>
              <a:gd name="connsiteX115" fmla="*/ 439707 w 466076"/>
              <a:gd name="connsiteY115" fmla="*/ 224855 h 349155"/>
              <a:gd name="connsiteX116" fmla="*/ 426996 w 466076"/>
              <a:gd name="connsiteY116" fmla="*/ 212091 h 349155"/>
              <a:gd name="connsiteX117" fmla="*/ 439707 w 466076"/>
              <a:gd name="connsiteY117" fmla="*/ 199328 h 349155"/>
              <a:gd name="connsiteX118" fmla="*/ 452417 w 466076"/>
              <a:gd name="connsiteY118" fmla="*/ 212091 h 349155"/>
              <a:gd name="connsiteX119" fmla="*/ 439707 w 466076"/>
              <a:gd name="connsiteY119" fmla="*/ 224855 h 349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466076" h="349155">
                <a:moveTo>
                  <a:pt x="439707" y="185802"/>
                </a:moveTo>
                <a:cubicBezTo>
                  <a:pt x="427566" y="185802"/>
                  <a:pt x="417511" y="194089"/>
                  <a:pt x="414476" y="205328"/>
                </a:cubicBezTo>
                <a:lnTo>
                  <a:pt x="354338" y="205328"/>
                </a:lnTo>
                <a:lnTo>
                  <a:pt x="354338" y="172277"/>
                </a:lnTo>
                <a:lnTo>
                  <a:pt x="354338" y="172277"/>
                </a:lnTo>
                <a:cubicBezTo>
                  <a:pt x="354338" y="156275"/>
                  <a:pt x="339256" y="144178"/>
                  <a:pt x="317344" y="135986"/>
                </a:cubicBezTo>
                <a:lnTo>
                  <a:pt x="350828" y="94267"/>
                </a:lnTo>
                <a:lnTo>
                  <a:pt x="414286" y="94267"/>
                </a:lnTo>
                <a:cubicBezTo>
                  <a:pt x="417037" y="105887"/>
                  <a:pt x="427376" y="114555"/>
                  <a:pt x="439707" y="114555"/>
                </a:cubicBezTo>
                <a:cubicBezTo>
                  <a:pt x="454125" y="114555"/>
                  <a:pt x="465887" y="102744"/>
                  <a:pt x="465887" y="88266"/>
                </a:cubicBezTo>
                <a:cubicBezTo>
                  <a:pt x="465887" y="73788"/>
                  <a:pt x="454125" y="61977"/>
                  <a:pt x="439707" y="61977"/>
                </a:cubicBezTo>
                <a:cubicBezTo>
                  <a:pt x="427850" y="61977"/>
                  <a:pt x="417985" y="69978"/>
                  <a:pt x="414760" y="80837"/>
                </a:cubicBezTo>
                <a:lnTo>
                  <a:pt x="347603" y="80837"/>
                </a:lnTo>
                <a:cubicBezTo>
                  <a:pt x="345516" y="80837"/>
                  <a:pt x="343619" y="81789"/>
                  <a:pt x="342386" y="83408"/>
                </a:cubicBezTo>
                <a:lnTo>
                  <a:pt x="305203" y="129700"/>
                </a:lnTo>
                <a:cubicBezTo>
                  <a:pt x="304634" y="130367"/>
                  <a:pt x="304254" y="131129"/>
                  <a:pt x="304065" y="131891"/>
                </a:cubicBezTo>
                <a:cubicBezTo>
                  <a:pt x="286801" y="127223"/>
                  <a:pt x="266976" y="124747"/>
                  <a:pt x="247341" y="124366"/>
                </a:cubicBezTo>
                <a:cubicBezTo>
                  <a:pt x="239374" y="96172"/>
                  <a:pt x="223817" y="71312"/>
                  <a:pt x="202285" y="51976"/>
                </a:cubicBezTo>
                <a:lnTo>
                  <a:pt x="214711" y="32069"/>
                </a:lnTo>
                <a:cubicBezTo>
                  <a:pt x="220687" y="22448"/>
                  <a:pt x="217747" y="9780"/>
                  <a:pt x="208261" y="3779"/>
                </a:cubicBezTo>
                <a:lnTo>
                  <a:pt x="207123" y="3113"/>
                </a:lnTo>
                <a:cubicBezTo>
                  <a:pt x="197543" y="-2888"/>
                  <a:pt x="184927" y="65"/>
                  <a:pt x="178951" y="9590"/>
                </a:cubicBezTo>
                <a:lnTo>
                  <a:pt x="167284" y="28354"/>
                </a:lnTo>
                <a:cubicBezTo>
                  <a:pt x="119477" y="4922"/>
                  <a:pt x="62564" y="7875"/>
                  <a:pt x="18077" y="37022"/>
                </a:cubicBezTo>
                <a:cubicBezTo>
                  <a:pt x="15706" y="38546"/>
                  <a:pt x="14663" y="41594"/>
                  <a:pt x="15516" y="44261"/>
                </a:cubicBezTo>
                <a:cubicBezTo>
                  <a:pt x="16370" y="47023"/>
                  <a:pt x="18931" y="48737"/>
                  <a:pt x="21872" y="48642"/>
                </a:cubicBezTo>
                <a:cubicBezTo>
                  <a:pt x="61900" y="46737"/>
                  <a:pt x="101834" y="55786"/>
                  <a:pt x="137500" y="74741"/>
                </a:cubicBezTo>
                <a:cubicBezTo>
                  <a:pt x="137500" y="74741"/>
                  <a:pt x="137500" y="74741"/>
                  <a:pt x="137500" y="74741"/>
                </a:cubicBezTo>
                <a:cubicBezTo>
                  <a:pt x="137689" y="74836"/>
                  <a:pt x="137879" y="74931"/>
                  <a:pt x="138069" y="75026"/>
                </a:cubicBezTo>
                <a:lnTo>
                  <a:pt x="3090" y="291434"/>
                </a:lnTo>
                <a:cubicBezTo>
                  <a:pt x="245" y="296102"/>
                  <a:pt x="-704" y="301531"/>
                  <a:pt x="529" y="306960"/>
                </a:cubicBezTo>
                <a:cubicBezTo>
                  <a:pt x="1762" y="312294"/>
                  <a:pt x="4988" y="316866"/>
                  <a:pt x="9635" y="319819"/>
                </a:cubicBezTo>
                <a:lnTo>
                  <a:pt x="10774" y="320486"/>
                </a:lnTo>
                <a:cubicBezTo>
                  <a:pt x="14188" y="322581"/>
                  <a:pt x="17888" y="323629"/>
                  <a:pt x="21587" y="323629"/>
                </a:cubicBezTo>
                <a:cubicBezTo>
                  <a:pt x="28417" y="323629"/>
                  <a:pt x="35056" y="320200"/>
                  <a:pt x="38946" y="314009"/>
                </a:cubicBezTo>
                <a:lnTo>
                  <a:pt x="173355" y="98553"/>
                </a:lnTo>
                <a:cubicBezTo>
                  <a:pt x="184263" y="107221"/>
                  <a:pt x="194223" y="116841"/>
                  <a:pt x="203234" y="127414"/>
                </a:cubicBezTo>
                <a:cubicBezTo>
                  <a:pt x="159885" y="134177"/>
                  <a:pt x="131619" y="151607"/>
                  <a:pt x="131619" y="172372"/>
                </a:cubicBezTo>
                <a:lnTo>
                  <a:pt x="131619" y="172372"/>
                </a:lnTo>
                <a:lnTo>
                  <a:pt x="131619" y="301150"/>
                </a:lnTo>
                <a:cubicBezTo>
                  <a:pt x="131619" y="332392"/>
                  <a:pt x="189006" y="349156"/>
                  <a:pt x="243073" y="349156"/>
                </a:cubicBezTo>
                <a:cubicBezTo>
                  <a:pt x="297140" y="349156"/>
                  <a:pt x="354527" y="332297"/>
                  <a:pt x="354527" y="301150"/>
                </a:cubicBezTo>
                <a:lnTo>
                  <a:pt x="354527" y="218949"/>
                </a:lnTo>
                <a:lnTo>
                  <a:pt x="414665" y="218949"/>
                </a:lnTo>
                <a:cubicBezTo>
                  <a:pt x="417701" y="230189"/>
                  <a:pt x="427755" y="238475"/>
                  <a:pt x="439897" y="238475"/>
                </a:cubicBezTo>
                <a:cubicBezTo>
                  <a:pt x="454315" y="238475"/>
                  <a:pt x="466077" y="226664"/>
                  <a:pt x="466077" y="212186"/>
                </a:cubicBezTo>
                <a:cubicBezTo>
                  <a:pt x="466077" y="197708"/>
                  <a:pt x="454315" y="185897"/>
                  <a:pt x="439897" y="185897"/>
                </a:cubicBezTo>
                <a:close/>
                <a:moveTo>
                  <a:pt x="439707" y="75407"/>
                </a:moveTo>
                <a:cubicBezTo>
                  <a:pt x="446726" y="75407"/>
                  <a:pt x="452417" y="81122"/>
                  <a:pt x="452417" y="88171"/>
                </a:cubicBezTo>
                <a:cubicBezTo>
                  <a:pt x="452417" y="95219"/>
                  <a:pt x="446726" y="100934"/>
                  <a:pt x="439707" y="100934"/>
                </a:cubicBezTo>
                <a:cubicBezTo>
                  <a:pt x="432688" y="100934"/>
                  <a:pt x="426996" y="95219"/>
                  <a:pt x="426996" y="88171"/>
                </a:cubicBezTo>
                <a:cubicBezTo>
                  <a:pt x="426996" y="81122"/>
                  <a:pt x="432688" y="75407"/>
                  <a:pt x="439707" y="75407"/>
                </a:cubicBezTo>
                <a:close/>
                <a:moveTo>
                  <a:pt x="340868" y="215425"/>
                </a:moveTo>
                <a:cubicBezTo>
                  <a:pt x="340868" y="231713"/>
                  <a:pt x="300650" y="249905"/>
                  <a:pt x="242883" y="249905"/>
                </a:cubicBezTo>
                <a:cubicBezTo>
                  <a:pt x="185117" y="249905"/>
                  <a:pt x="144898" y="231713"/>
                  <a:pt x="144898" y="215425"/>
                </a:cubicBezTo>
                <a:lnTo>
                  <a:pt x="144898" y="215425"/>
                </a:lnTo>
                <a:lnTo>
                  <a:pt x="144898" y="195994"/>
                </a:lnTo>
                <a:cubicBezTo>
                  <a:pt x="165008" y="211901"/>
                  <a:pt x="204752" y="220283"/>
                  <a:pt x="242883" y="220283"/>
                </a:cubicBezTo>
                <a:cubicBezTo>
                  <a:pt x="281015" y="220283"/>
                  <a:pt x="320664" y="211901"/>
                  <a:pt x="340868" y="195994"/>
                </a:cubicBezTo>
                <a:lnTo>
                  <a:pt x="340868" y="215425"/>
                </a:lnTo>
                <a:close/>
                <a:moveTo>
                  <a:pt x="189480" y="16257"/>
                </a:moveTo>
                <a:cubicBezTo>
                  <a:pt x="191757" y="12542"/>
                  <a:pt x="196594" y="11495"/>
                  <a:pt x="200293" y="13781"/>
                </a:cubicBezTo>
                <a:lnTo>
                  <a:pt x="201432" y="14447"/>
                </a:lnTo>
                <a:cubicBezTo>
                  <a:pt x="205131" y="16733"/>
                  <a:pt x="206174" y="21591"/>
                  <a:pt x="203898" y="25306"/>
                </a:cubicBezTo>
                <a:lnTo>
                  <a:pt x="192421" y="43784"/>
                </a:lnTo>
                <a:cubicBezTo>
                  <a:pt x="188911" y="41117"/>
                  <a:pt x="185212" y="38546"/>
                  <a:pt x="181417" y="36069"/>
                </a:cubicBezTo>
                <a:cubicBezTo>
                  <a:pt x="180374" y="35402"/>
                  <a:pt x="179331" y="34926"/>
                  <a:pt x="178287" y="34259"/>
                </a:cubicBezTo>
                <a:lnTo>
                  <a:pt x="189480" y="16257"/>
                </a:lnTo>
                <a:close/>
                <a:moveTo>
                  <a:pt x="28037" y="307246"/>
                </a:moveTo>
                <a:cubicBezTo>
                  <a:pt x="26899" y="308960"/>
                  <a:pt x="25192" y="310199"/>
                  <a:pt x="23200" y="310675"/>
                </a:cubicBezTo>
                <a:cubicBezTo>
                  <a:pt x="21113" y="311151"/>
                  <a:pt x="19026" y="310770"/>
                  <a:pt x="17319" y="309722"/>
                </a:cubicBezTo>
                <a:lnTo>
                  <a:pt x="16180" y="309056"/>
                </a:lnTo>
                <a:cubicBezTo>
                  <a:pt x="14473" y="307913"/>
                  <a:pt x="13240" y="306198"/>
                  <a:pt x="12766" y="304198"/>
                </a:cubicBezTo>
                <a:cubicBezTo>
                  <a:pt x="12291" y="302102"/>
                  <a:pt x="12671" y="300007"/>
                  <a:pt x="13714" y="298292"/>
                </a:cubicBezTo>
                <a:lnTo>
                  <a:pt x="148882" y="81503"/>
                </a:lnTo>
                <a:cubicBezTo>
                  <a:pt x="149926" y="82170"/>
                  <a:pt x="150969" y="82646"/>
                  <a:pt x="152012" y="83313"/>
                </a:cubicBezTo>
                <a:cubicBezTo>
                  <a:pt x="155807" y="85694"/>
                  <a:pt x="159411" y="88361"/>
                  <a:pt x="163016" y="90933"/>
                </a:cubicBezTo>
                <a:lnTo>
                  <a:pt x="28037" y="307341"/>
                </a:lnTo>
                <a:close/>
                <a:moveTo>
                  <a:pt x="158652" y="72455"/>
                </a:moveTo>
                <a:cubicBezTo>
                  <a:pt x="156091" y="70835"/>
                  <a:pt x="153435" y="69407"/>
                  <a:pt x="150779" y="67883"/>
                </a:cubicBezTo>
                <a:cubicBezTo>
                  <a:pt x="150590" y="67692"/>
                  <a:pt x="150400" y="67502"/>
                  <a:pt x="150210" y="67311"/>
                </a:cubicBezTo>
                <a:cubicBezTo>
                  <a:pt x="149831" y="67121"/>
                  <a:pt x="149451" y="67025"/>
                  <a:pt x="149167" y="66930"/>
                </a:cubicBezTo>
                <a:cubicBezTo>
                  <a:pt x="147175" y="65787"/>
                  <a:pt x="145278" y="64549"/>
                  <a:pt x="143286" y="63501"/>
                </a:cubicBezTo>
                <a:cubicBezTo>
                  <a:pt x="143286" y="63501"/>
                  <a:pt x="143286" y="63501"/>
                  <a:pt x="143286" y="63501"/>
                </a:cubicBezTo>
                <a:cubicBezTo>
                  <a:pt x="113122" y="47499"/>
                  <a:pt x="80018" y="38165"/>
                  <a:pt x="46344" y="36164"/>
                </a:cubicBezTo>
                <a:cubicBezTo>
                  <a:pt x="87416" y="18734"/>
                  <a:pt x="135508" y="22353"/>
                  <a:pt x="174683" y="46928"/>
                </a:cubicBezTo>
                <a:cubicBezTo>
                  <a:pt x="205890" y="66549"/>
                  <a:pt x="227896" y="97029"/>
                  <a:pt x="236623" y="132653"/>
                </a:cubicBezTo>
                <a:cubicBezTo>
                  <a:pt x="238710" y="141130"/>
                  <a:pt x="239943" y="149607"/>
                  <a:pt x="240417" y="158180"/>
                </a:cubicBezTo>
                <a:cubicBezTo>
                  <a:pt x="234915" y="148369"/>
                  <a:pt x="228750" y="139034"/>
                  <a:pt x="221920" y="130081"/>
                </a:cubicBezTo>
                <a:cubicBezTo>
                  <a:pt x="204562" y="107316"/>
                  <a:pt x="183315" y="87980"/>
                  <a:pt x="158747" y="72550"/>
                </a:cubicBezTo>
                <a:close/>
                <a:moveTo>
                  <a:pt x="213099" y="139511"/>
                </a:moveTo>
                <a:cubicBezTo>
                  <a:pt x="223817" y="153798"/>
                  <a:pt x="232829" y="169324"/>
                  <a:pt x="239848" y="185707"/>
                </a:cubicBezTo>
                <a:cubicBezTo>
                  <a:pt x="240891" y="188088"/>
                  <a:pt x="243168" y="189517"/>
                  <a:pt x="245634" y="189517"/>
                </a:cubicBezTo>
                <a:cubicBezTo>
                  <a:pt x="245919" y="189517"/>
                  <a:pt x="246203" y="189517"/>
                  <a:pt x="246488" y="189517"/>
                </a:cubicBezTo>
                <a:cubicBezTo>
                  <a:pt x="249333" y="189136"/>
                  <a:pt x="251515" y="186850"/>
                  <a:pt x="251894" y="183992"/>
                </a:cubicBezTo>
                <a:cubicBezTo>
                  <a:pt x="253886" y="168657"/>
                  <a:pt x="253222" y="153131"/>
                  <a:pt x="250472" y="137796"/>
                </a:cubicBezTo>
                <a:cubicBezTo>
                  <a:pt x="304065" y="139320"/>
                  <a:pt x="340868" y="156560"/>
                  <a:pt x="340868" y="172086"/>
                </a:cubicBezTo>
                <a:cubicBezTo>
                  <a:pt x="340868" y="187612"/>
                  <a:pt x="300650" y="206567"/>
                  <a:pt x="242883" y="206567"/>
                </a:cubicBezTo>
                <a:cubicBezTo>
                  <a:pt x="185117" y="206567"/>
                  <a:pt x="144898" y="188374"/>
                  <a:pt x="144898" y="172086"/>
                </a:cubicBezTo>
                <a:cubicBezTo>
                  <a:pt x="144898" y="159799"/>
                  <a:pt x="170319" y="144559"/>
                  <a:pt x="213099" y="139415"/>
                </a:cubicBezTo>
                <a:close/>
                <a:moveTo>
                  <a:pt x="242883" y="335535"/>
                </a:moveTo>
                <a:cubicBezTo>
                  <a:pt x="185117" y="335535"/>
                  <a:pt x="144898" y="317342"/>
                  <a:pt x="144898" y="301055"/>
                </a:cubicBezTo>
                <a:lnTo>
                  <a:pt x="144898" y="280576"/>
                </a:lnTo>
                <a:cubicBezTo>
                  <a:pt x="165008" y="296483"/>
                  <a:pt x="204752" y="304865"/>
                  <a:pt x="242883" y="304865"/>
                </a:cubicBezTo>
                <a:cubicBezTo>
                  <a:pt x="281015" y="304865"/>
                  <a:pt x="320664" y="296483"/>
                  <a:pt x="340868" y="280576"/>
                </a:cubicBezTo>
                <a:lnTo>
                  <a:pt x="340868" y="301055"/>
                </a:lnTo>
                <a:cubicBezTo>
                  <a:pt x="340868" y="317342"/>
                  <a:pt x="300650" y="335535"/>
                  <a:pt x="242883" y="335535"/>
                </a:cubicBezTo>
                <a:close/>
                <a:moveTo>
                  <a:pt x="242883" y="291339"/>
                </a:moveTo>
                <a:cubicBezTo>
                  <a:pt x="185117" y="291339"/>
                  <a:pt x="144898" y="273146"/>
                  <a:pt x="144898" y="256858"/>
                </a:cubicBezTo>
                <a:lnTo>
                  <a:pt x="144898" y="256858"/>
                </a:lnTo>
                <a:lnTo>
                  <a:pt x="144898" y="239142"/>
                </a:lnTo>
                <a:cubicBezTo>
                  <a:pt x="165008" y="255049"/>
                  <a:pt x="204752" y="263431"/>
                  <a:pt x="242883" y="263431"/>
                </a:cubicBezTo>
                <a:cubicBezTo>
                  <a:pt x="281015" y="263431"/>
                  <a:pt x="320664" y="255049"/>
                  <a:pt x="340868" y="239142"/>
                </a:cubicBezTo>
                <a:lnTo>
                  <a:pt x="340868" y="256858"/>
                </a:lnTo>
                <a:cubicBezTo>
                  <a:pt x="340868" y="273146"/>
                  <a:pt x="300650" y="291339"/>
                  <a:pt x="242883" y="291339"/>
                </a:cubicBezTo>
                <a:close/>
                <a:moveTo>
                  <a:pt x="439707" y="224855"/>
                </a:moveTo>
                <a:cubicBezTo>
                  <a:pt x="432688" y="224855"/>
                  <a:pt x="426996" y="219140"/>
                  <a:pt x="426996" y="212091"/>
                </a:cubicBezTo>
                <a:cubicBezTo>
                  <a:pt x="426996" y="205043"/>
                  <a:pt x="432688" y="199328"/>
                  <a:pt x="439707" y="199328"/>
                </a:cubicBezTo>
                <a:cubicBezTo>
                  <a:pt x="446726" y="199328"/>
                  <a:pt x="452417" y="205043"/>
                  <a:pt x="452417" y="212091"/>
                </a:cubicBezTo>
                <a:cubicBezTo>
                  <a:pt x="452417" y="219140"/>
                  <a:pt x="446726" y="224855"/>
                  <a:pt x="439707" y="22485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3" name="Graphic 239">
            <a:extLst>
              <a:ext uri="{FF2B5EF4-FFF2-40B4-BE49-F238E27FC236}">
                <a16:creationId xmlns:a16="http://schemas.microsoft.com/office/drawing/2014/main" id="{908BF19B-0A7C-3B94-3823-73B40151FDB7}"/>
              </a:ext>
            </a:extLst>
          </p:cNvPr>
          <p:cNvSpPr/>
          <p:nvPr/>
        </p:nvSpPr>
        <p:spPr>
          <a:xfrm>
            <a:off x="8696134" y="3427155"/>
            <a:ext cx="625475" cy="468567"/>
          </a:xfrm>
          <a:custGeom>
            <a:avLst/>
            <a:gdLst>
              <a:gd name="connsiteX0" fmla="*/ 439707 w 466076"/>
              <a:gd name="connsiteY0" fmla="*/ 185802 h 349155"/>
              <a:gd name="connsiteX1" fmla="*/ 414476 w 466076"/>
              <a:gd name="connsiteY1" fmla="*/ 205328 h 349155"/>
              <a:gd name="connsiteX2" fmla="*/ 354338 w 466076"/>
              <a:gd name="connsiteY2" fmla="*/ 205328 h 349155"/>
              <a:gd name="connsiteX3" fmla="*/ 354338 w 466076"/>
              <a:gd name="connsiteY3" fmla="*/ 172277 h 349155"/>
              <a:gd name="connsiteX4" fmla="*/ 354338 w 466076"/>
              <a:gd name="connsiteY4" fmla="*/ 172277 h 349155"/>
              <a:gd name="connsiteX5" fmla="*/ 317344 w 466076"/>
              <a:gd name="connsiteY5" fmla="*/ 135986 h 349155"/>
              <a:gd name="connsiteX6" fmla="*/ 350828 w 466076"/>
              <a:gd name="connsiteY6" fmla="*/ 94267 h 349155"/>
              <a:gd name="connsiteX7" fmla="*/ 414286 w 466076"/>
              <a:gd name="connsiteY7" fmla="*/ 94267 h 349155"/>
              <a:gd name="connsiteX8" fmla="*/ 439707 w 466076"/>
              <a:gd name="connsiteY8" fmla="*/ 114555 h 349155"/>
              <a:gd name="connsiteX9" fmla="*/ 465887 w 466076"/>
              <a:gd name="connsiteY9" fmla="*/ 88266 h 349155"/>
              <a:gd name="connsiteX10" fmla="*/ 439707 w 466076"/>
              <a:gd name="connsiteY10" fmla="*/ 61977 h 349155"/>
              <a:gd name="connsiteX11" fmla="*/ 414760 w 466076"/>
              <a:gd name="connsiteY11" fmla="*/ 80837 h 349155"/>
              <a:gd name="connsiteX12" fmla="*/ 347603 w 466076"/>
              <a:gd name="connsiteY12" fmla="*/ 80837 h 349155"/>
              <a:gd name="connsiteX13" fmla="*/ 342386 w 466076"/>
              <a:gd name="connsiteY13" fmla="*/ 83408 h 349155"/>
              <a:gd name="connsiteX14" fmla="*/ 305203 w 466076"/>
              <a:gd name="connsiteY14" fmla="*/ 129700 h 349155"/>
              <a:gd name="connsiteX15" fmla="*/ 304065 w 466076"/>
              <a:gd name="connsiteY15" fmla="*/ 131891 h 349155"/>
              <a:gd name="connsiteX16" fmla="*/ 247341 w 466076"/>
              <a:gd name="connsiteY16" fmla="*/ 124366 h 349155"/>
              <a:gd name="connsiteX17" fmla="*/ 202285 w 466076"/>
              <a:gd name="connsiteY17" fmla="*/ 51976 h 349155"/>
              <a:gd name="connsiteX18" fmla="*/ 214711 w 466076"/>
              <a:gd name="connsiteY18" fmla="*/ 32069 h 349155"/>
              <a:gd name="connsiteX19" fmla="*/ 208261 w 466076"/>
              <a:gd name="connsiteY19" fmla="*/ 3779 h 349155"/>
              <a:gd name="connsiteX20" fmla="*/ 207123 w 466076"/>
              <a:gd name="connsiteY20" fmla="*/ 3113 h 349155"/>
              <a:gd name="connsiteX21" fmla="*/ 178951 w 466076"/>
              <a:gd name="connsiteY21" fmla="*/ 9590 h 349155"/>
              <a:gd name="connsiteX22" fmla="*/ 167284 w 466076"/>
              <a:gd name="connsiteY22" fmla="*/ 28354 h 349155"/>
              <a:gd name="connsiteX23" fmla="*/ 18077 w 466076"/>
              <a:gd name="connsiteY23" fmla="*/ 37022 h 349155"/>
              <a:gd name="connsiteX24" fmla="*/ 15516 w 466076"/>
              <a:gd name="connsiteY24" fmla="*/ 44261 h 349155"/>
              <a:gd name="connsiteX25" fmla="*/ 21872 w 466076"/>
              <a:gd name="connsiteY25" fmla="*/ 48642 h 349155"/>
              <a:gd name="connsiteX26" fmla="*/ 137500 w 466076"/>
              <a:gd name="connsiteY26" fmla="*/ 74741 h 349155"/>
              <a:gd name="connsiteX27" fmla="*/ 137500 w 466076"/>
              <a:gd name="connsiteY27" fmla="*/ 74741 h 349155"/>
              <a:gd name="connsiteX28" fmla="*/ 138069 w 466076"/>
              <a:gd name="connsiteY28" fmla="*/ 75026 h 349155"/>
              <a:gd name="connsiteX29" fmla="*/ 3090 w 466076"/>
              <a:gd name="connsiteY29" fmla="*/ 291434 h 349155"/>
              <a:gd name="connsiteX30" fmla="*/ 529 w 466076"/>
              <a:gd name="connsiteY30" fmla="*/ 306960 h 349155"/>
              <a:gd name="connsiteX31" fmla="*/ 9635 w 466076"/>
              <a:gd name="connsiteY31" fmla="*/ 319819 h 349155"/>
              <a:gd name="connsiteX32" fmla="*/ 10774 w 466076"/>
              <a:gd name="connsiteY32" fmla="*/ 320486 h 349155"/>
              <a:gd name="connsiteX33" fmla="*/ 21587 w 466076"/>
              <a:gd name="connsiteY33" fmla="*/ 323629 h 349155"/>
              <a:gd name="connsiteX34" fmla="*/ 38946 w 466076"/>
              <a:gd name="connsiteY34" fmla="*/ 314009 h 349155"/>
              <a:gd name="connsiteX35" fmla="*/ 173355 w 466076"/>
              <a:gd name="connsiteY35" fmla="*/ 98553 h 349155"/>
              <a:gd name="connsiteX36" fmla="*/ 203234 w 466076"/>
              <a:gd name="connsiteY36" fmla="*/ 127414 h 349155"/>
              <a:gd name="connsiteX37" fmla="*/ 131619 w 466076"/>
              <a:gd name="connsiteY37" fmla="*/ 172372 h 349155"/>
              <a:gd name="connsiteX38" fmla="*/ 131619 w 466076"/>
              <a:gd name="connsiteY38" fmla="*/ 172372 h 349155"/>
              <a:gd name="connsiteX39" fmla="*/ 131619 w 466076"/>
              <a:gd name="connsiteY39" fmla="*/ 301150 h 349155"/>
              <a:gd name="connsiteX40" fmla="*/ 243073 w 466076"/>
              <a:gd name="connsiteY40" fmla="*/ 349156 h 349155"/>
              <a:gd name="connsiteX41" fmla="*/ 354527 w 466076"/>
              <a:gd name="connsiteY41" fmla="*/ 301150 h 349155"/>
              <a:gd name="connsiteX42" fmla="*/ 354527 w 466076"/>
              <a:gd name="connsiteY42" fmla="*/ 218949 h 349155"/>
              <a:gd name="connsiteX43" fmla="*/ 414665 w 466076"/>
              <a:gd name="connsiteY43" fmla="*/ 218949 h 349155"/>
              <a:gd name="connsiteX44" fmla="*/ 439897 w 466076"/>
              <a:gd name="connsiteY44" fmla="*/ 238475 h 349155"/>
              <a:gd name="connsiteX45" fmla="*/ 466077 w 466076"/>
              <a:gd name="connsiteY45" fmla="*/ 212186 h 349155"/>
              <a:gd name="connsiteX46" fmla="*/ 439897 w 466076"/>
              <a:gd name="connsiteY46" fmla="*/ 185897 h 349155"/>
              <a:gd name="connsiteX47" fmla="*/ 439707 w 466076"/>
              <a:gd name="connsiteY47" fmla="*/ 75407 h 349155"/>
              <a:gd name="connsiteX48" fmla="*/ 452417 w 466076"/>
              <a:gd name="connsiteY48" fmla="*/ 88171 h 349155"/>
              <a:gd name="connsiteX49" fmla="*/ 439707 w 466076"/>
              <a:gd name="connsiteY49" fmla="*/ 100934 h 349155"/>
              <a:gd name="connsiteX50" fmla="*/ 426996 w 466076"/>
              <a:gd name="connsiteY50" fmla="*/ 88171 h 349155"/>
              <a:gd name="connsiteX51" fmla="*/ 439707 w 466076"/>
              <a:gd name="connsiteY51" fmla="*/ 75407 h 349155"/>
              <a:gd name="connsiteX52" fmla="*/ 340868 w 466076"/>
              <a:gd name="connsiteY52" fmla="*/ 215425 h 349155"/>
              <a:gd name="connsiteX53" fmla="*/ 242883 w 466076"/>
              <a:gd name="connsiteY53" fmla="*/ 249905 h 349155"/>
              <a:gd name="connsiteX54" fmla="*/ 144898 w 466076"/>
              <a:gd name="connsiteY54" fmla="*/ 215425 h 349155"/>
              <a:gd name="connsiteX55" fmla="*/ 144898 w 466076"/>
              <a:gd name="connsiteY55" fmla="*/ 215425 h 349155"/>
              <a:gd name="connsiteX56" fmla="*/ 144898 w 466076"/>
              <a:gd name="connsiteY56" fmla="*/ 195994 h 349155"/>
              <a:gd name="connsiteX57" fmla="*/ 242883 w 466076"/>
              <a:gd name="connsiteY57" fmla="*/ 220283 h 349155"/>
              <a:gd name="connsiteX58" fmla="*/ 340868 w 466076"/>
              <a:gd name="connsiteY58" fmla="*/ 195994 h 349155"/>
              <a:gd name="connsiteX59" fmla="*/ 340868 w 466076"/>
              <a:gd name="connsiteY59" fmla="*/ 215425 h 349155"/>
              <a:gd name="connsiteX60" fmla="*/ 189480 w 466076"/>
              <a:gd name="connsiteY60" fmla="*/ 16257 h 349155"/>
              <a:gd name="connsiteX61" fmla="*/ 200293 w 466076"/>
              <a:gd name="connsiteY61" fmla="*/ 13781 h 349155"/>
              <a:gd name="connsiteX62" fmla="*/ 201432 w 466076"/>
              <a:gd name="connsiteY62" fmla="*/ 14447 h 349155"/>
              <a:gd name="connsiteX63" fmla="*/ 203898 w 466076"/>
              <a:gd name="connsiteY63" fmla="*/ 25306 h 349155"/>
              <a:gd name="connsiteX64" fmla="*/ 192421 w 466076"/>
              <a:gd name="connsiteY64" fmla="*/ 43784 h 349155"/>
              <a:gd name="connsiteX65" fmla="*/ 181417 w 466076"/>
              <a:gd name="connsiteY65" fmla="*/ 36069 h 349155"/>
              <a:gd name="connsiteX66" fmla="*/ 178287 w 466076"/>
              <a:gd name="connsiteY66" fmla="*/ 34259 h 349155"/>
              <a:gd name="connsiteX67" fmla="*/ 189480 w 466076"/>
              <a:gd name="connsiteY67" fmla="*/ 16257 h 349155"/>
              <a:gd name="connsiteX68" fmla="*/ 28037 w 466076"/>
              <a:gd name="connsiteY68" fmla="*/ 307246 h 349155"/>
              <a:gd name="connsiteX69" fmla="*/ 23200 w 466076"/>
              <a:gd name="connsiteY69" fmla="*/ 310675 h 349155"/>
              <a:gd name="connsiteX70" fmla="*/ 17319 w 466076"/>
              <a:gd name="connsiteY70" fmla="*/ 309722 h 349155"/>
              <a:gd name="connsiteX71" fmla="*/ 16180 w 466076"/>
              <a:gd name="connsiteY71" fmla="*/ 309056 h 349155"/>
              <a:gd name="connsiteX72" fmla="*/ 12766 w 466076"/>
              <a:gd name="connsiteY72" fmla="*/ 304198 h 349155"/>
              <a:gd name="connsiteX73" fmla="*/ 13714 w 466076"/>
              <a:gd name="connsiteY73" fmla="*/ 298292 h 349155"/>
              <a:gd name="connsiteX74" fmla="*/ 148882 w 466076"/>
              <a:gd name="connsiteY74" fmla="*/ 81503 h 349155"/>
              <a:gd name="connsiteX75" fmla="*/ 152012 w 466076"/>
              <a:gd name="connsiteY75" fmla="*/ 83313 h 349155"/>
              <a:gd name="connsiteX76" fmla="*/ 163016 w 466076"/>
              <a:gd name="connsiteY76" fmla="*/ 90933 h 349155"/>
              <a:gd name="connsiteX77" fmla="*/ 28037 w 466076"/>
              <a:gd name="connsiteY77" fmla="*/ 307341 h 349155"/>
              <a:gd name="connsiteX78" fmla="*/ 158652 w 466076"/>
              <a:gd name="connsiteY78" fmla="*/ 72455 h 349155"/>
              <a:gd name="connsiteX79" fmla="*/ 150779 w 466076"/>
              <a:gd name="connsiteY79" fmla="*/ 67883 h 349155"/>
              <a:gd name="connsiteX80" fmla="*/ 150210 w 466076"/>
              <a:gd name="connsiteY80" fmla="*/ 67311 h 349155"/>
              <a:gd name="connsiteX81" fmla="*/ 149167 w 466076"/>
              <a:gd name="connsiteY81" fmla="*/ 66930 h 349155"/>
              <a:gd name="connsiteX82" fmla="*/ 143286 w 466076"/>
              <a:gd name="connsiteY82" fmla="*/ 63501 h 349155"/>
              <a:gd name="connsiteX83" fmla="*/ 143286 w 466076"/>
              <a:gd name="connsiteY83" fmla="*/ 63501 h 349155"/>
              <a:gd name="connsiteX84" fmla="*/ 46344 w 466076"/>
              <a:gd name="connsiteY84" fmla="*/ 36164 h 349155"/>
              <a:gd name="connsiteX85" fmla="*/ 174683 w 466076"/>
              <a:gd name="connsiteY85" fmla="*/ 46928 h 349155"/>
              <a:gd name="connsiteX86" fmla="*/ 236623 w 466076"/>
              <a:gd name="connsiteY86" fmla="*/ 132653 h 349155"/>
              <a:gd name="connsiteX87" fmla="*/ 240417 w 466076"/>
              <a:gd name="connsiteY87" fmla="*/ 158180 h 349155"/>
              <a:gd name="connsiteX88" fmla="*/ 221920 w 466076"/>
              <a:gd name="connsiteY88" fmla="*/ 130081 h 349155"/>
              <a:gd name="connsiteX89" fmla="*/ 158747 w 466076"/>
              <a:gd name="connsiteY89" fmla="*/ 72550 h 349155"/>
              <a:gd name="connsiteX90" fmla="*/ 213099 w 466076"/>
              <a:gd name="connsiteY90" fmla="*/ 139511 h 349155"/>
              <a:gd name="connsiteX91" fmla="*/ 239848 w 466076"/>
              <a:gd name="connsiteY91" fmla="*/ 185707 h 349155"/>
              <a:gd name="connsiteX92" fmla="*/ 245634 w 466076"/>
              <a:gd name="connsiteY92" fmla="*/ 189517 h 349155"/>
              <a:gd name="connsiteX93" fmla="*/ 246488 w 466076"/>
              <a:gd name="connsiteY93" fmla="*/ 189517 h 349155"/>
              <a:gd name="connsiteX94" fmla="*/ 251894 w 466076"/>
              <a:gd name="connsiteY94" fmla="*/ 183992 h 349155"/>
              <a:gd name="connsiteX95" fmla="*/ 250472 w 466076"/>
              <a:gd name="connsiteY95" fmla="*/ 137796 h 349155"/>
              <a:gd name="connsiteX96" fmla="*/ 340868 w 466076"/>
              <a:gd name="connsiteY96" fmla="*/ 172086 h 349155"/>
              <a:gd name="connsiteX97" fmla="*/ 242883 w 466076"/>
              <a:gd name="connsiteY97" fmla="*/ 206567 h 349155"/>
              <a:gd name="connsiteX98" fmla="*/ 144898 w 466076"/>
              <a:gd name="connsiteY98" fmla="*/ 172086 h 349155"/>
              <a:gd name="connsiteX99" fmla="*/ 213099 w 466076"/>
              <a:gd name="connsiteY99" fmla="*/ 139415 h 349155"/>
              <a:gd name="connsiteX100" fmla="*/ 242883 w 466076"/>
              <a:gd name="connsiteY100" fmla="*/ 335535 h 349155"/>
              <a:gd name="connsiteX101" fmla="*/ 144898 w 466076"/>
              <a:gd name="connsiteY101" fmla="*/ 301055 h 349155"/>
              <a:gd name="connsiteX102" fmla="*/ 144898 w 466076"/>
              <a:gd name="connsiteY102" fmla="*/ 280576 h 349155"/>
              <a:gd name="connsiteX103" fmla="*/ 242883 w 466076"/>
              <a:gd name="connsiteY103" fmla="*/ 304865 h 349155"/>
              <a:gd name="connsiteX104" fmla="*/ 340868 w 466076"/>
              <a:gd name="connsiteY104" fmla="*/ 280576 h 349155"/>
              <a:gd name="connsiteX105" fmla="*/ 340868 w 466076"/>
              <a:gd name="connsiteY105" fmla="*/ 301055 h 349155"/>
              <a:gd name="connsiteX106" fmla="*/ 242883 w 466076"/>
              <a:gd name="connsiteY106" fmla="*/ 335535 h 349155"/>
              <a:gd name="connsiteX107" fmla="*/ 242883 w 466076"/>
              <a:gd name="connsiteY107" fmla="*/ 291339 h 349155"/>
              <a:gd name="connsiteX108" fmla="*/ 144898 w 466076"/>
              <a:gd name="connsiteY108" fmla="*/ 256858 h 349155"/>
              <a:gd name="connsiteX109" fmla="*/ 144898 w 466076"/>
              <a:gd name="connsiteY109" fmla="*/ 256858 h 349155"/>
              <a:gd name="connsiteX110" fmla="*/ 144898 w 466076"/>
              <a:gd name="connsiteY110" fmla="*/ 239142 h 349155"/>
              <a:gd name="connsiteX111" fmla="*/ 242883 w 466076"/>
              <a:gd name="connsiteY111" fmla="*/ 263431 h 349155"/>
              <a:gd name="connsiteX112" fmla="*/ 340868 w 466076"/>
              <a:gd name="connsiteY112" fmla="*/ 239142 h 349155"/>
              <a:gd name="connsiteX113" fmla="*/ 340868 w 466076"/>
              <a:gd name="connsiteY113" fmla="*/ 256858 h 349155"/>
              <a:gd name="connsiteX114" fmla="*/ 242883 w 466076"/>
              <a:gd name="connsiteY114" fmla="*/ 291339 h 349155"/>
              <a:gd name="connsiteX115" fmla="*/ 439707 w 466076"/>
              <a:gd name="connsiteY115" fmla="*/ 224855 h 349155"/>
              <a:gd name="connsiteX116" fmla="*/ 426996 w 466076"/>
              <a:gd name="connsiteY116" fmla="*/ 212091 h 349155"/>
              <a:gd name="connsiteX117" fmla="*/ 439707 w 466076"/>
              <a:gd name="connsiteY117" fmla="*/ 199328 h 349155"/>
              <a:gd name="connsiteX118" fmla="*/ 452417 w 466076"/>
              <a:gd name="connsiteY118" fmla="*/ 212091 h 349155"/>
              <a:gd name="connsiteX119" fmla="*/ 439707 w 466076"/>
              <a:gd name="connsiteY119" fmla="*/ 224855 h 349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466076" h="349155">
                <a:moveTo>
                  <a:pt x="439707" y="185802"/>
                </a:moveTo>
                <a:cubicBezTo>
                  <a:pt x="427566" y="185802"/>
                  <a:pt x="417511" y="194089"/>
                  <a:pt x="414476" y="205328"/>
                </a:cubicBezTo>
                <a:lnTo>
                  <a:pt x="354338" y="205328"/>
                </a:lnTo>
                <a:lnTo>
                  <a:pt x="354338" y="172277"/>
                </a:lnTo>
                <a:lnTo>
                  <a:pt x="354338" y="172277"/>
                </a:lnTo>
                <a:cubicBezTo>
                  <a:pt x="354338" y="156275"/>
                  <a:pt x="339256" y="144178"/>
                  <a:pt x="317344" y="135986"/>
                </a:cubicBezTo>
                <a:lnTo>
                  <a:pt x="350828" y="94267"/>
                </a:lnTo>
                <a:lnTo>
                  <a:pt x="414286" y="94267"/>
                </a:lnTo>
                <a:cubicBezTo>
                  <a:pt x="417037" y="105887"/>
                  <a:pt x="427376" y="114555"/>
                  <a:pt x="439707" y="114555"/>
                </a:cubicBezTo>
                <a:cubicBezTo>
                  <a:pt x="454125" y="114555"/>
                  <a:pt x="465887" y="102744"/>
                  <a:pt x="465887" y="88266"/>
                </a:cubicBezTo>
                <a:cubicBezTo>
                  <a:pt x="465887" y="73788"/>
                  <a:pt x="454125" y="61977"/>
                  <a:pt x="439707" y="61977"/>
                </a:cubicBezTo>
                <a:cubicBezTo>
                  <a:pt x="427850" y="61977"/>
                  <a:pt x="417985" y="69978"/>
                  <a:pt x="414760" y="80837"/>
                </a:cubicBezTo>
                <a:lnTo>
                  <a:pt x="347603" y="80837"/>
                </a:lnTo>
                <a:cubicBezTo>
                  <a:pt x="345516" y="80837"/>
                  <a:pt x="343619" y="81789"/>
                  <a:pt x="342386" y="83408"/>
                </a:cubicBezTo>
                <a:lnTo>
                  <a:pt x="305203" y="129700"/>
                </a:lnTo>
                <a:cubicBezTo>
                  <a:pt x="304634" y="130367"/>
                  <a:pt x="304254" y="131129"/>
                  <a:pt x="304065" y="131891"/>
                </a:cubicBezTo>
                <a:cubicBezTo>
                  <a:pt x="286801" y="127223"/>
                  <a:pt x="266976" y="124747"/>
                  <a:pt x="247341" y="124366"/>
                </a:cubicBezTo>
                <a:cubicBezTo>
                  <a:pt x="239374" y="96172"/>
                  <a:pt x="223817" y="71312"/>
                  <a:pt x="202285" y="51976"/>
                </a:cubicBezTo>
                <a:lnTo>
                  <a:pt x="214711" y="32069"/>
                </a:lnTo>
                <a:cubicBezTo>
                  <a:pt x="220687" y="22448"/>
                  <a:pt x="217747" y="9780"/>
                  <a:pt x="208261" y="3779"/>
                </a:cubicBezTo>
                <a:lnTo>
                  <a:pt x="207123" y="3113"/>
                </a:lnTo>
                <a:cubicBezTo>
                  <a:pt x="197543" y="-2888"/>
                  <a:pt x="184927" y="65"/>
                  <a:pt x="178951" y="9590"/>
                </a:cubicBezTo>
                <a:lnTo>
                  <a:pt x="167284" y="28354"/>
                </a:lnTo>
                <a:cubicBezTo>
                  <a:pt x="119477" y="4922"/>
                  <a:pt x="62564" y="7875"/>
                  <a:pt x="18077" y="37022"/>
                </a:cubicBezTo>
                <a:cubicBezTo>
                  <a:pt x="15706" y="38546"/>
                  <a:pt x="14663" y="41594"/>
                  <a:pt x="15516" y="44261"/>
                </a:cubicBezTo>
                <a:cubicBezTo>
                  <a:pt x="16370" y="47023"/>
                  <a:pt x="18931" y="48737"/>
                  <a:pt x="21872" y="48642"/>
                </a:cubicBezTo>
                <a:cubicBezTo>
                  <a:pt x="61900" y="46737"/>
                  <a:pt x="101834" y="55786"/>
                  <a:pt x="137500" y="74741"/>
                </a:cubicBezTo>
                <a:cubicBezTo>
                  <a:pt x="137500" y="74741"/>
                  <a:pt x="137500" y="74741"/>
                  <a:pt x="137500" y="74741"/>
                </a:cubicBezTo>
                <a:cubicBezTo>
                  <a:pt x="137689" y="74836"/>
                  <a:pt x="137879" y="74931"/>
                  <a:pt x="138069" y="75026"/>
                </a:cubicBezTo>
                <a:lnTo>
                  <a:pt x="3090" y="291434"/>
                </a:lnTo>
                <a:cubicBezTo>
                  <a:pt x="245" y="296102"/>
                  <a:pt x="-704" y="301531"/>
                  <a:pt x="529" y="306960"/>
                </a:cubicBezTo>
                <a:cubicBezTo>
                  <a:pt x="1762" y="312294"/>
                  <a:pt x="4988" y="316866"/>
                  <a:pt x="9635" y="319819"/>
                </a:cubicBezTo>
                <a:lnTo>
                  <a:pt x="10774" y="320486"/>
                </a:lnTo>
                <a:cubicBezTo>
                  <a:pt x="14188" y="322581"/>
                  <a:pt x="17888" y="323629"/>
                  <a:pt x="21587" y="323629"/>
                </a:cubicBezTo>
                <a:cubicBezTo>
                  <a:pt x="28417" y="323629"/>
                  <a:pt x="35056" y="320200"/>
                  <a:pt x="38946" y="314009"/>
                </a:cubicBezTo>
                <a:lnTo>
                  <a:pt x="173355" y="98553"/>
                </a:lnTo>
                <a:cubicBezTo>
                  <a:pt x="184263" y="107221"/>
                  <a:pt x="194223" y="116841"/>
                  <a:pt x="203234" y="127414"/>
                </a:cubicBezTo>
                <a:cubicBezTo>
                  <a:pt x="159885" y="134177"/>
                  <a:pt x="131619" y="151607"/>
                  <a:pt x="131619" y="172372"/>
                </a:cubicBezTo>
                <a:lnTo>
                  <a:pt x="131619" y="172372"/>
                </a:lnTo>
                <a:lnTo>
                  <a:pt x="131619" y="301150"/>
                </a:lnTo>
                <a:cubicBezTo>
                  <a:pt x="131619" y="332392"/>
                  <a:pt x="189006" y="349156"/>
                  <a:pt x="243073" y="349156"/>
                </a:cubicBezTo>
                <a:cubicBezTo>
                  <a:pt x="297140" y="349156"/>
                  <a:pt x="354527" y="332297"/>
                  <a:pt x="354527" y="301150"/>
                </a:cubicBezTo>
                <a:lnTo>
                  <a:pt x="354527" y="218949"/>
                </a:lnTo>
                <a:lnTo>
                  <a:pt x="414665" y="218949"/>
                </a:lnTo>
                <a:cubicBezTo>
                  <a:pt x="417701" y="230189"/>
                  <a:pt x="427755" y="238475"/>
                  <a:pt x="439897" y="238475"/>
                </a:cubicBezTo>
                <a:cubicBezTo>
                  <a:pt x="454315" y="238475"/>
                  <a:pt x="466077" y="226664"/>
                  <a:pt x="466077" y="212186"/>
                </a:cubicBezTo>
                <a:cubicBezTo>
                  <a:pt x="466077" y="197708"/>
                  <a:pt x="454315" y="185897"/>
                  <a:pt x="439897" y="185897"/>
                </a:cubicBezTo>
                <a:close/>
                <a:moveTo>
                  <a:pt x="439707" y="75407"/>
                </a:moveTo>
                <a:cubicBezTo>
                  <a:pt x="446726" y="75407"/>
                  <a:pt x="452417" y="81122"/>
                  <a:pt x="452417" y="88171"/>
                </a:cubicBezTo>
                <a:cubicBezTo>
                  <a:pt x="452417" y="95219"/>
                  <a:pt x="446726" y="100934"/>
                  <a:pt x="439707" y="100934"/>
                </a:cubicBezTo>
                <a:cubicBezTo>
                  <a:pt x="432688" y="100934"/>
                  <a:pt x="426996" y="95219"/>
                  <a:pt x="426996" y="88171"/>
                </a:cubicBezTo>
                <a:cubicBezTo>
                  <a:pt x="426996" y="81122"/>
                  <a:pt x="432688" y="75407"/>
                  <a:pt x="439707" y="75407"/>
                </a:cubicBezTo>
                <a:close/>
                <a:moveTo>
                  <a:pt x="340868" y="215425"/>
                </a:moveTo>
                <a:cubicBezTo>
                  <a:pt x="340868" y="231713"/>
                  <a:pt x="300650" y="249905"/>
                  <a:pt x="242883" y="249905"/>
                </a:cubicBezTo>
                <a:cubicBezTo>
                  <a:pt x="185117" y="249905"/>
                  <a:pt x="144898" y="231713"/>
                  <a:pt x="144898" y="215425"/>
                </a:cubicBezTo>
                <a:lnTo>
                  <a:pt x="144898" y="215425"/>
                </a:lnTo>
                <a:lnTo>
                  <a:pt x="144898" y="195994"/>
                </a:lnTo>
                <a:cubicBezTo>
                  <a:pt x="165008" y="211901"/>
                  <a:pt x="204752" y="220283"/>
                  <a:pt x="242883" y="220283"/>
                </a:cubicBezTo>
                <a:cubicBezTo>
                  <a:pt x="281015" y="220283"/>
                  <a:pt x="320664" y="211901"/>
                  <a:pt x="340868" y="195994"/>
                </a:cubicBezTo>
                <a:lnTo>
                  <a:pt x="340868" y="215425"/>
                </a:lnTo>
                <a:close/>
                <a:moveTo>
                  <a:pt x="189480" y="16257"/>
                </a:moveTo>
                <a:cubicBezTo>
                  <a:pt x="191757" y="12542"/>
                  <a:pt x="196594" y="11495"/>
                  <a:pt x="200293" y="13781"/>
                </a:cubicBezTo>
                <a:lnTo>
                  <a:pt x="201432" y="14447"/>
                </a:lnTo>
                <a:cubicBezTo>
                  <a:pt x="205131" y="16733"/>
                  <a:pt x="206174" y="21591"/>
                  <a:pt x="203898" y="25306"/>
                </a:cubicBezTo>
                <a:lnTo>
                  <a:pt x="192421" y="43784"/>
                </a:lnTo>
                <a:cubicBezTo>
                  <a:pt x="188911" y="41117"/>
                  <a:pt x="185212" y="38546"/>
                  <a:pt x="181417" y="36069"/>
                </a:cubicBezTo>
                <a:cubicBezTo>
                  <a:pt x="180374" y="35402"/>
                  <a:pt x="179331" y="34926"/>
                  <a:pt x="178287" y="34259"/>
                </a:cubicBezTo>
                <a:lnTo>
                  <a:pt x="189480" y="16257"/>
                </a:lnTo>
                <a:close/>
                <a:moveTo>
                  <a:pt x="28037" y="307246"/>
                </a:moveTo>
                <a:cubicBezTo>
                  <a:pt x="26899" y="308960"/>
                  <a:pt x="25192" y="310199"/>
                  <a:pt x="23200" y="310675"/>
                </a:cubicBezTo>
                <a:cubicBezTo>
                  <a:pt x="21113" y="311151"/>
                  <a:pt x="19026" y="310770"/>
                  <a:pt x="17319" y="309722"/>
                </a:cubicBezTo>
                <a:lnTo>
                  <a:pt x="16180" y="309056"/>
                </a:lnTo>
                <a:cubicBezTo>
                  <a:pt x="14473" y="307913"/>
                  <a:pt x="13240" y="306198"/>
                  <a:pt x="12766" y="304198"/>
                </a:cubicBezTo>
                <a:cubicBezTo>
                  <a:pt x="12291" y="302102"/>
                  <a:pt x="12671" y="300007"/>
                  <a:pt x="13714" y="298292"/>
                </a:cubicBezTo>
                <a:lnTo>
                  <a:pt x="148882" y="81503"/>
                </a:lnTo>
                <a:cubicBezTo>
                  <a:pt x="149926" y="82170"/>
                  <a:pt x="150969" y="82646"/>
                  <a:pt x="152012" y="83313"/>
                </a:cubicBezTo>
                <a:cubicBezTo>
                  <a:pt x="155807" y="85694"/>
                  <a:pt x="159411" y="88361"/>
                  <a:pt x="163016" y="90933"/>
                </a:cubicBezTo>
                <a:lnTo>
                  <a:pt x="28037" y="307341"/>
                </a:lnTo>
                <a:close/>
                <a:moveTo>
                  <a:pt x="158652" y="72455"/>
                </a:moveTo>
                <a:cubicBezTo>
                  <a:pt x="156091" y="70835"/>
                  <a:pt x="153435" y="69407"/>
                  <a:pt x="150779" y="67883"/>
                </a:cubicBezTo>
                <a:cubicBezTo>
                  <a:pt x="150590" y="67692"/>
                  <a:pt x="150400" y="67502"/>
                  <a:pt x="150210" y="67311"/>
                </a:cubicBezTo>
                <a:cubicBezTo>
                  <a:pt x="149831" y="67121"/>
                  <a:pt x="149451" y="67025"/>
                  <a:pt x="149167" y="66930"/>
                </a:cubicBezTo>
                <a:cubicBezTo>
                  <a:pt x="147175" y="65787"/>
                  <a:pt x="145278" y="64549"/>
                  <a:pt x="143286" y="63501"/>
                </a:cubicBezTo>
                <a:cubicBezTo>
                  <a:pt x="143286" y="63501"/>
                  <a:pt x="143286" y="63501"/>
                  <a:pt x="143286" y="63501"/>
                </a:cubicBezTo>
                <a:cubicBezTo>
                  <a:pt x="113122" y="47499"/>
                  <a:pt x="80018" y="38165"/>
                  <a:pt x="46344" y="36164"/>
                </a:cubicBezTo>
                <a:cubicBezTo>
                  <a:pt x="87416" y="18734"/>
                  <a:pt x="135508" y="22353"/>
                  <a:pt x="174683" y="46928"/>
                </a:cubicBezTo>
                <a:cubicBezTo>
                  <a:pt x="205890" y="66549"/>
                  <a:pt x="227896" y="97029"/>
                  <a:pt x="236623" y="132653"/>
                </a:cubicBezTo>
                <a:cubicBezTo>
                  <a:pt x="238710" y="141130"/>
                  <a:pt x="239943" y="149607"/>
                  <a:pt x="240417" y="158180"/>
                </a:cubicBezTo>
                <a:cubicBezTo>
                  <a:pt x="234915" y="148369"/>
                  <a:pt x="228750" y="139034"/>
                  <a:pt x="221920" y="130081"/>
                </a:cubicBezTo>
                <a:cubicBezTo>
                  <a:pt x="204562" y="107316"/>
                  <a:pt x="183315" y="87980"/>
                  <a:pt x="158747" y="72550"/>
                </a:cubicBezTo>
                <a:close/>
                <a:moveTo>
                  <a:pt x="213099" y="139511"/>
                </a:moveTo>
                <a:cubicBezTo>
                  <a:pt x="223817" y="153798"/>
                  <a:pt x="232829" y="169324"/>
                  <a:pt x="239848" y="185707"/>
                </a:cubicBezTo>
                <a:cubicBezTo>
                  <a:pt x="240891" y="188088"/>
                  <a:pt x="243168" y="189517"/>
                  <a:pt x="245634" y="189517"/>
                </a:cubicBezTo>
                <a:cubicBezTo>
                  <a:pt x="245919" y="189517"/>
                  <a:pt x="246203" y="189517"/>
                  <a:pt x="246488" y="189517"/>
                </a:cubicBezTo>
                <a:cubicBezTo>
                  <a:pt x="249333" y="189136"/>
                  <a:pt x="251515" y="186850"/>
                  <a:pt x="251894" y="183992"/>
                </a:cubicBezTo>
                <a:cubicBezTo>
                  <a:pt x="253886" y="168657"/>
                  <a:pt x="253222" y="153131"/>
                  <a:pt x="250472" y="137796"/>
                </a:cubicBezTo>
                <a:cubicBezTo>
                  <a:pt x="304065" y="139320"/>
                  <a:pt x="340868" y="156560"/>
                  <a:pt x="340868" y="172086"/>
                </a:cubicBezTo>
                <a:cubicBezTo>
                  <a:pt x="340868" y="187612"/>
                  <a:pt x="300650" y="206567"/>
                  <a:pt x="242883" y="206567"/>
                </a:cubicBezTo>
                <a:cubicBezTo>
                  <a:pt x="185117" y="206567"/>
                  <a:pt x="144898" y="188374"/>
                  <a:pt x="144898" y="172086"/>
                </a:cubicBezTo>
                <a:cubicBezTo>
                  <a:pt x="144898" y="159799"/>
                  <a:pt x="170319" y="144559"/>
                  <a:pt x="213099" y="139415"/>
                </a:cubicBezTo>
                <a:close/>
                <a:moveTo>
                  <a:pt x="242883" y="335535"/>
                </a:moveTo>
                <a:cubicBezTo>
                  <a:pt x="185117" y="335535"/>
                  <a:pt x="144898" y="317342"/>
                  <a:pt x="144898" y="301055"/>
                </a:cubicBezTo>
                <a:lnTo>
                  <a:pt x="144898" y="280576"/>
                </a:lnTo>
                <a:cubicBezTo>
                  <a:pt x="165008" y="296483"/>
                  <a:pt x="204752" y="304865"/>
                  <a:pt x="242883" y="304865"/>
                </a:cubicBezTo>
                <a:cubicBezTo>
                  <a:pt x="281015" y="304865"/>
                  <a:pt x="320664" y="296483"/>
                  <a:pt x="340868" y="280576"/>
                </a:cubicBezTo>
                <a:lnTo>
                  <a:pt x="340868" y="301055"/>
                </a:lnTo>
                <a:cubicBezTo>
                  <a:pt x="340868" y="317342"/>
                  <a:pt x="300650" y="335535"/>
                  <a:pt x="242883" y="335535"/>
                </a:cubicBezTo>
                <a:close/>
                <a:moveTo>
                  <a:pt x="242883" y="291339"/>
                </a:moveTo>
                <a:cubicBezTo>
                  <a:pt x="185117" y="291339"/>
                  <a:pt x="144898" y="273146"/>
                  <a:pt x="144898" y="256858"/>
                </a:cubicBezTo>
                <a:lnTo>
                  <a:pt x="144898" y="256858"/>
                </a:lnTo>
                <a:lnTo>
                  <a:pt x="144898" y="239142"/>
                </a:lnTo>
                <a:cubicBezTo>
                  <a:pt x="165008" y="255049"/>
                  <a:pt x="204752" y="263431"/>
                  <a:pt x="242883" y="263431"/>
                </a:cubicBezTo>
                <a:cubicBezTo>
                  <a:pt x="281015" y="263431"/>
                  <a:pt x="320664" y="255049"/>
                  <a:pt x="340868" y="239142"/>
                </a:cubicBezTo>
                <a:lnTo>
                  <a:pt x="340868" y="256858"/>
                </a:lnTo>
                <a:cubicBezTo>
                  <a:pt x="340868" y="273146"/>
                  <a:pt x="300650" y="291339"/>
                  <a:pt x="242883" y="291339"/>
                </a:cubicBezTo>
                <a:close/>
                <a:moveTo>
                  <a:pt x="439707" y="224855"/>
                </a:moveTo>
                <a:cubicBezTo>
                  <a:pt x="432688" y="224855"/>
                  <a:pt x="426996" y="219140"/>
                  <a:pt x="426996" y="212091"/>
                </a:cubicBezTo>
                <a:cubicBezTo>
                  <a:pt x="426996" y="205043"/>
                  <a:pt x="432688" y="199328"/>
                  <a:pt x="439707" y="199328"/>
                </a:cubicBezTo>
                <a:cubicBezTo>
                  <a:pt x="446726" y="199328"/>
                  <a:pt x="452417" y="205043"/>
                  <a:pt x="452417" y="212091"/>
                </a:cubicBezTo>
                <a:cubicBezTo>
                  <a:pt x="452417" y="219140"/>
                  <a:pt x="446726" y="224855"/>
                  <a:pt x="439707" y="22485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4" name="Graphic 239">
            <a:extLst>
              <a:ext uri="{FF2B5EF4-FFF2-40B4-BE49-F238E27FC236}">
                <a16:creationId xmlns:a16="http://schemas.microsoft.com/office/drawing/2014/main" id="{A5C2A463-0265-41A4-CE72-964E3D91CF4F}"/>
              </a:ext>
            </a:extLst>
          </p:cNvPr>
          <p:cNvSpPr/>
          <p:nvPr/>
        </p:nvSpPr>
        <p:spPr>
          <a:xfrm>
            <a:off x="9426384" y="3427155"/>
            <a:ext cx="625475" cy="468567"/>
          </a:xfrm>
          <a:custGeom>
            <a:avLst/>
            <a:gdLst>
              <a:gd name="connsiteX0" fmla="*/ 439707 w 466076"/>
              <a:gd name="connsiteY0" fmla="*/ 185802 h 349155"/>
              <a:gd name="connsiteX1" fmla="*/ 414476 w 466076"/>
              <a:gd name="connsiteY1" fmla="*/ 205328 h 349155"/>
              <a:gd name="connsiteX2" fmla="*/ 354338 w 466076"/>
              <a:gd name="connsiteY2" fmla="*/ 205328 h 349155"/>
              <a:gd name="connsiteX3" fmla="*/ 354338 w 466076"/>
              <a:gd name="connsiteY3" fmla="*/ 172277 h 349155"/>
              <a:gd name="connsiteX4" fmla="*/ 354338 w 466076"/>
              <a:gd name="connsiteY4" fmla="*/ 172277 h 349155"/>
              <a:gd name="connsiteX5" fmla="*/ 317344 w 466076"/>
              <a:gd name="connsiteY5" fmla="*/ 135986 h 349155"/>
              <a:gd name="connsiteX6" fmla="*/ 350828 w 466076"/>
              <a:gd name="connsiteY6" fmla="*/ 94267 h 349155"/>
              <a:gd name="connsiteX7" fmla="*/ 414286 w 466076"/>
              <a:gd name="connsiteY7" fmla="*/ 94267 h 349155"/>
              <a:gd name="connsiteX8" fmla="*/ 439707 w 466076"/>
              <a:gd name="connsiteY8" fmla="*/ 114555 h 349155"/>
              <a:gd name="connsiteX9" fmla="*/ 465887 w 466076"/>
              <a:gd name="connsiteY9" fmla="*/ 88266 h 349155"/>
              <a:gd name="connsiteX10" fmla="*/ 439707 w 466076"/>
              <a:gd name="connsiteY10" fmla="*/ 61977 h 349155"/>
              <a:gd name="connsiteX11" fmla="*/ 414760 w 466076"/>
              <a:gd name="connsiteY11" fmla="*/ 80837 h 349155"/>
              <a:gd name="connsiteX12" fmla="*/ 347603 w 466076"/>
              <a:gd name="connsiteY12" fmla="*/ 80837 h 349155"/>
              <a:gd name="connsiteX13" fmla="*/ 342386 w 466076"/>
              <a:gd name="connsiteY13" fmla="*/ 83408 h 349155"/>
              <a:gd name="connsiteX14" fmla="*/ 305203 w 466076"/>
              <a:gd name="connsiteY14" fmla="*/ 129700 h 349155"/>
              <a:gd name="connsiteX15" fmla="*/ 304065 w 466076"/>
              <a:gd name="connsiteY15" fmla="*/ 131891 h 349155"/>
              <a:gd name="connsiteX16" fmla="*/ 247341 w 466076"/>
              <a:gd name="connsiteY16" fmla="*/ 124366 h 349155"/>
              <a:gd name="connsiteX17" fmla="*/ 202285 w 466076"/>
              <a:gd name="connsiteY17" fmla="*/ 51976 h 349155"/>
              <a:gd name="connsiteX18" fmla="*/ 214711 w 466076"/>
              <a:gd name="connsiteY18" fmla="*/ 32069 h 349155"/>
              <a:gd name="connsiteX19" fmla="*/ 208261 w 466076"/>
              <a:gd name="connsiteY19" fmla="*/ 3779 h 349155"/>
              <a:gd name="connsiteX20" fmla="*/ 207123 w 466076"/>
              <a:gd name="connsiteY20" fmla="*/ 3113 h 349155"/>
              <a:gd name="connsiteX21" fmla="*/ 178951 w 466076"/>
              <a:gd name="connsiteY21" fmla="*/ 9590 h 349155"/>
              <a:gd name="connsiteX22" fmla="*/ 167284 w 466076"/>
              <a:gd name="connsiteY22" fmla="*/ 28354 h 349155"/>
              <a:gd name="connsiteX23" fmla="*/ 18077 w 466076"/>
              <a:gd name="connsiteY23" fmla="*/ 37022 h 349155"/>
              <a:gd name="connsiteX24" fmla="*/ 15516 w 466076"/>
              <a:gd name="connsiteY24" fmla="*/ 44261 h 349155"/>
              <a:gd name="connsiteX25" fmla="*/ 21872 w 466076"/>
              <a:gd name="connsiteY25" fmla="*/ 48642 h 349155"/>
              <a:gd name="connsiteX26" fmla="*/ 137500 w 466076"/>
              <a:gd name="connsiteY26" fmla="*/ 74741 h 349155"/>
              <a:gd name="connsiteX27" fmla="*/ 137500 w 466076"/>
              <a:gd name="connsiteY27" fmla="*/ 74741 h 349155"/>
              <a:gd name="connsiteX28" fmla="*/ 138069 w 466076"/>
              <a:gd name="connsiteY28" fmla="*/ 75026 h 349155"/>
              <a:gd name="connsiteX29" fmla="*/ 3090 w 466076"/>
              <a:gd name="connsiteY29" fmla="*/ 291434 h 349155"/>
              <a:gd name="connsiteX30" fmla="*/ 529 w 466076"/>
              <a:gd name="connsiteY30" fmla="*/ 306960 h 349155"/>
              <a:gd name="connsiteX31" fmla="*/ 9635 w 466076"/>
              <a:gd name="connsiteY31" fmla="*/ 319819 h 349155"/>
              <a:gd name="connsiteX32" fmla="*/ 10774 w 466076"/>
              <a:gd name="connsiteY32" fmla="*/ 320486 h 349155"/>
              <a:gd name="connsiteX33" fmla="*/ 21587 w 466076"/>
              <a:gd name="connsiteY33" fmla="*/ 323629 h 349155"/>
              <a:gd name="connsiteX34" fmla="*/ 38946 w 466076"/>
              <a:gd name="connsiteY34" fmla="*/ 314009 h 349155"/>
              <a:gd name="connsiteX35" fmla="*/ 173355 w 466076"/>
              <a:gd name="connsiteY35" fmla="*/ 98553 h 349155"/>
              <a:gd name="connsiteX36" fmla="*/ 203234 w 466076"/>
              <a:gd name="connsiteY36" fmla="*/ 127414 h 349155"/>
              <a:gd name="connsiteX37" fmla="*/ 131619 w 466076"/>
              <a:gd name="connsiteY37" fmla="*/ 172372 h 349155"/>
              <a:gd name="connsiteX38" fmla="*/ 131619 w 466076"/>
              <a:gd name="connsiteY38" fmla="*/ 172372 h 349155"/>
              <a:gd name="connsiteX39" fmla="*/ 131619 w 466076"/>
              <a:gd name="connsiteY39" fmla="*/ 301150 h 349155"/>
              <a:gd name="connsiteX40" fmla="*/ 243073 w 466076"/>
              <a:gd name="connsiteY40" fmla="*/ 349156 h 349155"/>
              <a:gd name="connsiteX41" fmla="*/ 354527 w 466076"/>
              <a:gd name="connsiteY41" fmla="*/ 301150 h 349155"/>
              <a:gd name="connsiteX42" fmla="*/ 354527 w 466076"/>
              <a:gd name="connsiteY42" fmla="*/ 218949 h 349155"/>
              <a:gd name="connsiteX43" fmla="*/ 414665 w 466076"/>
              <a:gd name="connsiteY43" fmla="*/ 218949 h 349155"/>
              <a:gd name="connsiteX44" fmla="*/ 439897 w 466076"/>
              <a:gd name="connsiteY44" fmla="*/ 238475 h 349155"/>
              <a:gd name="connsiteX45" fmla="*/ 466077 w 466076"/>
              <a:gd name="connsiteY45" fmla="*/ 212186 h 349155"/>
              <a:gd name="connsiteX46" fmla="*/ 439897 w 466076"/>
              <a:gd name="connsiteY46" fmla="*/ 185897 h 349155"/>
              <a:gd name="connsiteX47" fmla="*/ 439707 w 466076"/>
              <a:gd name="connsiteY47" fmla="*/ 75407 h 349155"/>
              <a:gd name="connsiteX48" fmla="*/ 452417 w 466076"/>
              <a:gd name="connsiteY48" fmla="*/ 88171 h 349155"/>
              <a:gd name="connsiteX49" fmla="*/ 439707 w 466076"/>
              <a:gd name="connsiteY49" fmla="*/ 100934 h 349155"/>
              <a:gd name="connsiteX50" fmla="*/ 426996 w 466076"/>
              <a:gd name="connsiteY50" fmla="*/ 88171 h 349155"/>
              <a:gd name="connsiteX51" fmla="*/ 439707 w 466076"/>
              <a:gd name="connsiteY51" fmla="*/ 75407 h 349155"/>
              <a:gd name="connsiteX52" fmla="*/ 340868 w 466076"/>
              <a:gd name="connsiteY52" fmla="*/ 215425 h 349155"/>
              <a:gd name="connsiteX53" fmla="*/ 242883 w 466076"/>
              <a:gd name="connsiteY53" fmla="*/ 249905 h 349155"/>
              <a:gd name="connsiteX54" fmla="*/ 144898 w 466076"/>
              <a:gd name="connsiteY54" fmla="*/ 215425 h 349155"/>
              <a:gd name="connsiteX55" fmla="*/ 144898 w 466076"/>
              <a:gd name="connsiteY55" fmla="*/ 215425 h 349155"/>
              <a:gd name="connsiteX56" fmla="*/ 144898 w 466076"/>
              <a:gd name="connsiteY56" fmla="*/ 195994 h 349155"/>
              <a:gd name="connsiteX57" fmla="*/ 242883 w 466076"/>
              <a:gd name="connsiteY57" fmla="*/ 220283 h 349155"/>
              <a:gd name="connsiteX58" fmla="*/ 340868 w 466076"/>
              <a:gd name="connsiteY58" fmla="*/ 195994 h 349155"/>
              <a:gd name="connsiteX59" fmla="*/ 340868 w 466076"/>
              <a:gd name="connsiteY59" fmla="*/ 215425 h 349155"/>
              <a:gd name="connsiteX60" fmla="*/ 189480 w 466076"/>
              <a:gd name="connsiteY60" fmla="*/ 16257 h 349155"/>
              <a:gd name="connsiteX61" fmla="*/ 200293 w 466076"/>
              <a:gd name="connsiteY61" fmla="*/ 13781 h 349155"/>
              <a:gd name="connsiteX62" fmla="*/ 201432 w 466076"/>
              <a:gd name="connsiteY62" fmla="*/ 14447 h 349155"/>
              <a:gd name="connsiteX63" fmla="*/ 203898 w 466076"/>
              <a:gd name="connsiteY63" fmla="*/ 25306 h 349155"/>
              <a:gd name="connsiteX64" fmla="*/ 192421 w 466076"/>
              <a:gd name="connsiteY64" fmla="*/ 43784 h 349155"/>
              <a:gd name="connsiteX65" fmla="*/ 181417 w 466076"/>
              <a:gd name="connsiteY65" fmla="*/ 36069 h 349155"/>
              <a:gd name="connsiteX66" fmla="*/ 178287 w 466076"/>
              <a:gd name="connsiteY66" fmla="*/ 34259 h 349155"/>
              <a:gd name="connsiteX67" fmla="*/ 189480 w 466076"/>
              <a:gd name="connsiteY67" fmla="*/ 16257 h 349155"/>
              <a:gd name="connsiteX68" fmla="*/ 28037 w 466076"/>
              <a:gd name="connsiteY68" fmla="*/ 307246 h 349155"/>
              <a:gd name="connsiteX69" fmla="*/ 23200 w 466076"/>
              <a:gd name="connsiteY69" fmla="*/ 310675 h 349155"/>
              <a:gd name="connsiteX70" fmla="*/ 17319 w 466076"/>
              <a:gd name="connsiteY70" fmla="*/ 309722 h 349155"/>
              <a:gd name="connsiteX71" fmla="*/ 16180 w 466076"/>
              <a:gd name="connsiteY71" fmla="*/ 309056 h 349155"/>
              <a:gd name="connsiteX72" fmla="*/ 12766 w 466076"/>
              <a:gd name="connsiteY72" fmla="*/ 304198 h 349155"/>
              <a:gd name="connsiteX73" fmla="*/ 13714 w 466076"/>
              <a:gd name="connsiteY73" fmla="*/ 298292 h 349155"/>
              <a:gd name="connsiteX74" fmla="*/ 148882 w 466076"/>
              <a:gd name="connsiteY74" fmla="*/ 81503 h 349155"/>
              <a:gd name="connsiteX75" fmla="*/ 152012 w 466076"/>
              <a:gd name="connsiteY75" fmla="*/ 83313 h 349155"/>
              <a:gd name="connsiteX76" fmla="*/ 163016 w 466076"/>
              <a:gd name="connsiteY76" fmla="*/ 90933 h 349155"/>
              <a:gd name="connsiteX77" fmla="*/ 28037 w 466076"/>
              <a:gd name="connsiteY77" fmla="*/ 307341 h 349155"/>
              <a:gd name="connsiteX78" fmla="*/ 158652 w 466076"/>
              <a:gd name="connsiteY78" fmla="*/ 72455 h 349155"/>
              <a:gd name="connsiteX79" fmla="*/ 150779 w 466076"/>
              <a:gd name="connsiteY79" fmla="*/ 67883 h 349155"/>
              <a:gd name="connsiteX80" fmla="*/ 150210 w 466076"/>
              <a:gd name="connsiteY80" fmla="*/ 67311 h 349155"/>
              <a:gd name="connsiteX81" fmla="*/ 149167 w 466076"/>
              <a:gd name="connsiteY81" fmla="*/ 66930 h 349155"/>
              <a:gd name="connsiteX82" fmla="*/ 143286 w 466076"/>
              <a:gd name="connsiteY82" fmla="*/ 63501 h 349155"/>
              <a:gd name="connsiteX83" fmla="*/ 143286 w 466076"/>
              <a:gd name="connsiteY83" fmla="*/ 63501 h 349155"/>
              <a:gd name="connsiteX84" fmla="*/ 46344 w 466076"/>
              <a:gd name="connsiteY84" fmla="*/ 36164 h 349155"/>
              <a:gd name="connsiteX85" fmla="*/ 174683 w 466076"/>
              <a:gd name="connsiteY85" fmla="*/ 46928 h 349155"/>
              <a:gd name="connsiteX86" fmla="*/ 236623 w 466076"/>
              <a:gd name="connsiteY86" fmla="*/ 132653 h 349155"/>
              <a:gd name="connsiteX87" fmla="*/ 240417 w 466076"/>
              <a:gd name="connsiteY87" fmla="*/ 158180 h 349155"/>
              <a:gd name="connsiteX88" fmla="*/ 221920 w 466076"/>
              <a:gd name="connsiteY88" fmla="*/ 130081 h 349155"/>
              <a:gd name="connsiteX89" fmla="*/ 158747 w 466076"/>
              <a:gd name="connsiteY89" fmla="*/ 72550 h 349155"/>
              <a:gd name="connsiteX90" fmla="*/ 213099 w 466076"/>
              <a:gd name="connsiteY90" fmla="*/ 139511 h 349155"/>
              <a:gd name="connsiteX91" fmla="*/ 239848 w 466076"/>
              <a:gd name="connsiteY91" fmla="*/ 185707 h 349155"/>
              <a:gd name="connsiteX92" fmla="*/ 245634 w 466076"/>
              <a:gd name="connsiteY92" fmla="*/ 189517 h 349155"/>
              <a:gd name="connsiteX93" fmla="*/ 246488 w 466076"/>
              <a:gd name="connsiteY93" fmla="*/ 189517 h 349155"/>
              <a:gd name="connsiteX94" fmla="*/ 251894 w 466076"/>
              <a:gd name="connsiteY94" fmla="*/ 183992 h 349155"/>
              <a:gd name="connsiteX95" fmla="*/ 250472 w 466076"/>
              <a:gd name="connsiteY95" fmla="*/ 137796 h 349155"/>
              <a:gd name="connsiteX96" fmla="*/ 340868 w 466076"/>
              <a:gd name="connsiteY96" fmla="*/ 172086 h 349155"/>
              <a:gd name="connsiteX97" fmla="*/ 242883 w 466076"/>
              <a:gd name="connsiteY97" fmla="*/ 206567 h 349155"/>
              <a:gd name="connsiteX98" fmla="*/ 144898 w 466076"/>
              <a:gd name="connsiteY98" fmla="*/ 172086 h 349155"/>
              <a:gd name="connsiteX99" fmla="*/ 213099 w 466076"/>
              <a:gd name="connsiteY99" fmla="*/ 139415 h 349155"/>
              <a:gd name="connsiteX100" fmla="*/ 242883 w 466076"/>
              <a:gd name="connsiteY100" fmla="*/ 335535 h 349155"/>
              <a:gd name="connsiteX101" fmla="*/ 144898 w 466076"/>
              <a:gd name="connsiteY101" fmla="*/ 301055 h 349155"/>
              <a:gd name="connsiteX102" fmla="*/ 144898 w 466076"/>
              <a:gd name="connsiteY102" fmla="*/ 280576 h 349155"/>
              <a:gd name="connsiteX103" fmla="*/ 242883 w 466076"/>
              <a:gd name="connsiteY103" fmla="*/ 304865 h 349155"/>
              <a:gd name="connsiteX104" fmla="*/ 340868 w 466076"/>
              <a:gd name="connsiteY104" fmla="*/ 280576 h 349155"/>
              <a:gd name="connsiteX105" fmla="*/ 340868 w 466076"/>
              <a:gd name="connsiteY105" fmla="*/ 301055 h 349155"/>
              <a:gd name="connsiteX106" fmla="*/ 242883 w 466076"/>
              <a:gd name="connsiteY106" fmla="*/ 335535 h 349155"/>
              <a:gd name="connsiteX107" fmla="*/ 242883 w 466076"/>
              <a:gd name="connsiteY107" fmla="*/ 291339 h 349155"/>
              <a:gd name="connsiteX108" fmla="*/ 144898 w 466076"/>
              <a:gd name="connsiteY108" fmla="*/ 256858 h 349155"/>
              <a:gd name="connsiteX109" fmla="*/ 144898 w 466076"/>
              <a:gd name="connsiteY109" fmla="*/ 256858 h 349155"/>
              <a:gd name="connsiteX110" fmla="*/ 144898 w 466076"/>
              <a:gd name="connsiteY110" fmla="*/ 239142 h 349155"/>
              <a:gd name="connsiteX111" fmla="*/ 242883 w 466076"/>
              <a:gd name="connsiteY111" fmla="*/ 263431 h 349155"/>
              <a:gd name="connsiteX112" fmla="*/ 340868 w 466076"/>
              <a:gd name="connsiteY112" fmla="*/ 239142 h 349155"/>
              <a:gd name="connsiteX113" fmla="*/ 340868 w 466076"/>
              <a:gd name="connsiteY113" fmla="*/ 256858 h 349155"/>
              <a:gd name="connsiteX114" fmla="*/ 242883 w 466076"/>
              <a:gd name="connsiteY114" fmla="*/ 291339 h 349155"/>
              <a:gd name="connsiteX115" fmla="*/ 439707 w 466076"/>
              <a:gd name="connsiteY115" fmla="*/ 224855 h 349155"/>
              <a:gd name="connsiteX116" fmla="*/ 426996 w 466076"/>
              <a:gd name="connsiteY116" fmla="*/ 212091 h 349155"/>
              <a:gd name="connsiteX117" fmla="*/ 439707 w 466076"/>
              <a:gd name="connsiteY117" fmla="*/ 199328 h 349155"/>
              <a:gd name="connsiteX118" fmla="*/ 452417 w 466076"/>
              <a:gd name="connsiteY118" fmla="*/ 212091 h 349155"/>
              <a:gd name="connsiteX119" fmla="*/ 439707 w 466076"/>
              <a:gd name="connsiteY119" fmla="*/ 224855 h 349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466076" h="349155">
                <a:moveTo>
                  <a:pt x="439707" y="185802"/>
                </a:moveTo>
                <a:cubicBezTo>
                  <a:pt x="427566" y="185802"/>
                  <a:pt x="417511" y="194089"/>
                  <a:pt x="414476" y="205328"/>
                </a:cubicBezTo>
                <a:lnTo>
                  <a:pt x="354338" y="205328"/>
                </a:lnTo>
                <a:lnTo>
                  <a:pt x="354338" y="172277"/>
                </a:lnTo>
                <a:lnTo>
                  <a:pt x="354338" y="172277"/>
                </a:lnTo>
                <a:cubicBezTo>
                  <a:pt x="354338" y="156275"/>
                  <a:pt x="339256" y="144178"/>
                  <a:pt x="317344" y="135986"/>
                </a:cubicBezTo>
                <a:lnTo>
                  <a:pt x="350828" y="94267"/>
                </a:lnTo>
                <a:lnTo>
                  <a:pt x="414286" y="94267"/>
                </a:lnTo>
                <a:cubicBezTo>
                  <a:pt x="417037" y="105887"/>
                  <a:pt x="427376" y="114555"/>
                  <a:pt x="439707" y="114555"/>
                </a:cubicBezTo>
                <a:cubicBezTo>
                  <a:pt x="454125" y="114555"/>
                  <a:pt x="465887" y="102744"/>
                  <a:pt x="465887" y="88266"/>
                </a:cubicBezTo>
                <a:cubicBezTo>
                  <a:pt x="465887" y="73788"/>
                  <a:pt x="454125" y="61977"/>
                  <a:pt x="439707" y="61977"/>
                </a:cubicBezTo>
                <a:cubicBezTo>
                  <a:pt x="427850" y="61977"/>
                  <a:pt x="417985" y="69978"/>
                  <a:pt x="414760" y="80837"/>
                </a:cubicBezTo>
                <a:lnTo>
                  <a:pt x="347603" y="80837"/>
                </a:lnTo>
                <a:cubicBezTo>
                  <a:pt x="345516" y="80837"/>
                  <a:pt x="343619" y="81789"/>
                  <a:pt x="342386" y="83408"/>
                </a:cubicBezTo>
                <a:lnTo>
                  <a:pt x="305203" y="129700"/>
                </a:lnTo>
                <a:cubicBezTo>
                  <a:pt x="304634" y="130367"/>
                  <a:pt x="304254" y="131129"/>
                  <a:pt x="304065" y="131891"/>
                </a:cubicBezTo>
                <a:cubicBezTo>
                  <a:pt x="286801" y="127223"/>
                  <a:pt x="266976" y="124747"/>
                  <a:pt x="247341" y="124366"/>
                </a:cubicBezTo>
                <a:cubicBezTo>
                  <a:pt x="239374" y="96172"/>
                  <a:pt x="223817" y="71312"/>
                  <a:pt x="202285" y="51976"/>
                </a:cubicBezTo>
                <a:lnTo>
                  <a:pt x="214711" y="32069"/>
                </a:lnTo>
                <a:cubicBezTo>
                  <a:pt x="220687" y="22448"/>
                  <a:pt x="217747" y="9780"/>
                  <a:pt x="208261" y="3779"/>
                </a:cubicBezTo>
                <a:lnTo>
                  <a:pt x="207123" y="3113"/>
                </a:lnTo>
                <a:cubicBezTo>
                  <a:pt x="197543" y="-2888"/>
                  <a:pt x="184927" y="65"/>
                  <a:pt x="178951" y="9590"/>
                </a:cubicBezTo>
                <a:lnTo>
                  <a:pt x="167284" y="28354"/>
                </a:lnTo>
                <a:cubicBezTo>
                  <a:pt x="119477" y="4922"/>
                  <a:pt x="62564" y="7875"/>
                  <a:pt x="18077" y="37022"/>
                </a:cubicBezTo>
                <a:cubicBezTo>
                  <a:pt x="15706" y="38546"/>
                  <a:pt x="14663" y="41594"/>
                  <a:pt x="15516" y="44261"/>
                </a:cubicBezTo>
                <a:cubicBezTo>
                  <a:pt x="16370" y="47023"/>
                  <a:pt x="18931" y="48737"/>
                  <a:pt x="21872" y="48642"/>
                </a:cubicBezTo>
                <a:cubicBezTo>
                  <a:pt x="61900" y="46737"/>
                  <a:pt x="101834" y="55786"/>
                  <a:pt x="137500" y="74741"/>
                </a:cubicBezTo>
                <a:cubicBezTo>
                  <a:pt x="137500" y="74741"/>
                  <a:pt x="137500" y="74741"/>
                  <a:pt x="137500" y="74741"/>
                </a:cubicBezTo>
                <a:cubicBezTo>
                  <a:pt x="137689" y="74836"/>
                  <a:pt x="137879" y="74931"/>
                  <a:pt x="138069" y="75026"/>
                </a:cubicBezTo>
                <a:lnTo>
                  <a:pt x="3090" y="291434"/>
                </a:lnTo>
                <a:cubicBezTo>
                  <a:pt x="245" y="296102"/>
                  <a:pt x="-704" y="301531"/>
                  <a:pt x="529" y="306960"/>
                </a:cubicBezTo>
                <a:cubicBezTo>
                  <a:pt x="1762" y="312294"/>
                  <a:pt x="4988" y="316866"/>
                  <a:pt x="9635" y="319819"/>
                </a:cubicBezTo>
                <a:lnTo>
                  <a:pt x="10774" y="320486"/>
                </a:lnTo>
                <a:cubicBezTo>
                  <a:pt x="14188" y="322581"/>
                  <a:pt x="17888" y="323629"/>
                  <a:pt x="21587" y="323629"/>
                </a:cubicBezTo>
                <a:cubicBezTo>
                  <a:pt x="28417" y="323629"/>
                  <a:pt x="35056" y="320200"/>
                  <a:pt x="38946" y="314009"/>
                </a:cubicBezTo>
                <a:lnTo>
                  <a:pt x="173355" y="98553"/>
                </a:lnTo>
                <a:cubicBezTo>
                  <a:pt x="184263" y="107221"/>
                  <a:pt x="194223" y="116841"/>
                  <a:pt x="203234" y="127414"/>
                </a:cubicBezTo>
                <a:cubicBezTo>
                  <a:pt x="159885" y="134177"/>
                  <a:pt x="131619" y="151607"/>
                  <a:pt x="131619" y="172372"/>
                </a:cubicBezTo>
                <a:lnTo>
                  <a:pt x="131619" y="172372"/>
                </a:lnTo>
                <a:lnTo>
                  <a:pt x="131619" y="301150"/>
                </a:lnTo>
                <a:cubicBezTo>
                  <a:pt x="131619" y="332392"/>
                  <a:pt x="189006" y="349156"/>
                  <a:pt x="243073" y="349156"/>
                </a:cubicBezTo>
                <a:cubicBezTo>
                  <a:pt x="297140" y="349156"/>
                  <a:pt x="354527" y="332297"/>
                  <a:pt x="354527" y="301150"/>
                </a:cubicBezTo>
                <a:lnTo>
                  <a:pt x="354527" y="218949"/>
                </a:lnTo>
                <a:lnTo>
                  <a:pt x="414665" y="218949"/>
                </a:lnTo>
                <a:cubicBezTo>
                  <a:pt x="417701" y="230189"/>
                  <a:pt x="427755" y="238475"/>
                  <a:pt x="439897" y="238475"/>
                </a:cubicBezTo>
                <a:cubicBezTo>
                  <a:pt x="454315" y="238475"/>
                  <a:pt x="466077" y="226664"/>
                  <a:pt x="466077" y="212186"/>
                </a:cubicBezTo>
                <a:cubicBezTo>
                  <a:pt x="466077" y="197708"/>
                  <a:pt x="454315" y="185897"/>
                  <a:pt x="439897" y="185897"/>
                </a:cubicBezTo>
                <a:close/>
                <a:moveTo>
                  <a:pt x="439707" y="75407"/>
                </a:moveTo>
                <a:cubicBezTo>
                  <a:pt x="446726" y="75407"/>
                  <a:pt x="452417" y="81122"/>
                  <a:pt x="452417" y="88171"/>
                </a:cubicBezTo>
                <a:cubicBezTo>
                  <a:pt x="452417" y="95219"/>
                  <a:pt x="446726" y="100934"/>
                  <a:pt x="439707" y="100934"/>
                </a:cubicBezTo>
                <a:cubicBezTo>
                  <a:pt x="432688" y="100934"/>
                  <a:pt x="426996" y="95219"/>
                  <a:pt x="426996" y="88171"/>
                </a:cubicBezTo>
                <a:cubicBezTo>
                  <a:pt x="426996" y="81122"/>
                  <a:pt x="432688" y="75407"/>
                  <a:pt x="439707" y="75407"/>
                </a:cubicBezTo>
                <a:close/>
                <a:moveTo>
                  <a:pt x="340868" y="215425"/>
                </a:moveTo>
                <a:cubicBezTo>
                  <a:pt x="340868" y="231713"/>
                  <a:pt x="300650" y="249905"/>
                  <a:pt x="242883" y="249905"/>
                </a:cubicBezTo>
                <a:cubicBezTo>
                  <a:pt x="185117" y="249905"/>
                  <a:pt x="144898" y="231713"/>
                  <a:pt x="144898" y="215425"/>
                </a:cubicBezTo>
                <a:lnTo>
                  <a:pt x="144898" y="215425"/>
                </a:lnTo>
                <a:lnTo>
                  <a:pt x="144898" y="195994"/>
                </a:lnTo>
                <a:cubicBezTo>
                  <a:pt x="165008" y="211901"/>
                  <a:pt x="204752" y="220283"/>
                  <a:pt x="242883" y="220283"/>
                </a:cubicBezTo>
                <a:cubicBezTo>
                  <a:pt x="281015" y="220283"/>
                  <a:pt x="320664" y="211901"/>
                  <a:pt x="340868" y="195994"/>
                </a:cubicBezTo>
                <a:lnTo>
                  <a:pt x="340868" y="215425"/>
                </a:lnTo>
                <a:close/>
                <a:moveTo>
                  <a:pt x="189480" y="16257"/>
                </a:moveTo>
                <a:cubicBezTo>
                  <a:pt x="191757" y="12542"/>
                  <a:pt x="196594" y="11495"/>
                  <a:pt x="200293" y="13781"/>
                </a:cubicBezTo>
                <a:lnTo>
                  <a:pt x="201432" y="14447"/>
                </a:lnTo>
                <a:cubicBezTo>
                  <a:pt x="205131" y="16733"/>
                  <a:pt x="206174" y="21591"/>
                  <a:pt x="203898" y="25306"/>
                </a:cubicBezTo>
                <a:lnTo>
                  <a:pt x="192421" y="43784"/>
                </a:lnTo>
                <a:cubicBezTo>
                  <a:pt x="188911" y="41117"/>
                  <a:pt x="185212" y="38546"/>
                  <a:pt x="181417" y="36069"/>
                </a:cubicBezTo>
                <a:cubicBezTo>
                  <a:pt x="180374" y="35402"/>
                  <a:pt x="179331" y="34926"/>
                  <a:pt x="178287" y="34259"/>
                </a:cubicBezTo>
                <a:lnTo>
                  <a:pt x="189480" y="16257"/>
                </a:lnTo>
                <a:close/>
                <a:moveTo>
                  <a:pt x="28037" y="307246"/>
                </a:moveTo>
                <a:cubicBezTo>
                  <a:pt x="26899" y="308960"/>
                  <a:pt x="25192" y="310199"/>
                  <a:pt x="23200" y="310675"/>
                </a:cubicBezTo>
                <a:cubicBezTo>
                  <a:pt x="21113" y="311151"/>
                  <a:pt x="19026" y="310770"/>
                  <a:pt x="17319" y="309722"/>
                </a:cubicBezTo>
                <a:lnTo>
                  <a:pt x="16180" y="309056"/>
                </a:lnTo>
                <a:cubicBezTo>
                  <a:pt x="14473" y="307913"/>
                  <a:pt x="13240" y="306198"/>
                  <a:pt x="12766" y="304198"/>
                </a:cubicBezTo>
                <a:cubicBezTo>
                  <a:pt x="12291" y="302102"/>
                  <a:pt x="12671" y="300007"/>
                  <a:pt x="13714" y="298292"/>
                </a:cubicBezTo>
                <a:lnTo>
                  <a:pt x="148882" y="81503"/>
                </a:lnTo>
                <a:cubicBezTo>
                  <a:pt x="149926" y="82170"/>
                  <a:pt x="150969" y="82646"/>
                  <a:pt x="152012" y="83313"/>
                </a:cubicBezTo>
                <a:cubicBezTo>
                  <a:pt x="155807" y="85694"/>
                  <a:pt x="159411" y="88361"/>
                  <a:pt x="163016" y="90933"/>
                </a:cubicBezTo>
                <a:lnTo>
                  <a:pt x="28037" y="307341"/>
                </a:lnTo>
                <a:close/>
                <a:moveTo>
                  <a:pt x="158652" y="72455"/>
                </a:moveTo>
                <a:cubicBezTo>
                  <a:pt x="156091" y="70835"/>
                  <a:pt x="153435" y="69407"/>
                  <a:pt x="150779" y="67883"/>
                </a:cubicBezTo>
                <a:cubicBezTo>
                  <a:pt x="150590" y="67692"/>
                  <a:pt x="150400" y="67502"/>
                  <a:pt x="150210" y="67311"/>
                </a:cubicBezTo>
                <a:cubicBezTo>
                  <a:pt x="149831" y="67121"/>
                  <a:pt x="149451" y="67025"/>
                  <a:pt x="149167" y="66930"/>
                </a:cubicBezTo>
                <a:cubicBezTo>
                  <a:pt x="147175" y="65787"/>
                  <a:pt x="145278" y="64549"/>
                  <a:pt x="143286" y="63501"/>
                </a:cubicBezTo>
                <a:cubicBezTo>
                  <a:pt x="143286" y="63501"/>
                  <a:pt x="143286" y="63501"/>
                  <a:pt x="143286" y="63501"/>
                </a:cubicBezTo>
                <a:cubicBezTo>
                  <a:pt x="113122" y="47499"/>
                  <a:pt x="80018" y="38165"/>
                  <a:pt x="46344" y="36164"/>
                </a:cubicBezTo>
                <a:cubicBezTo>
                  <a:pt x="87416" y="18734"/>
                  <a:pt x="135508" y="22353"/>
                  <a:pt x="174683" y="46928"/>
                </a:cubicBezTo>
                <a:cubicBezTo>
                  <a:pt x="205890" y="66549"/>
                  <a:pt x="227896" y="97029"/>
                  <a:pt x="236623" y="132653"/>
                </a:cubicBezTo>
                <a:cubicBezTo>
                  <a:pt x="238710" y="141130"/>
                  <a:pt x="239943" y="149607"/>
                  <a:pt x="240417" y="158180"/>
                </a:cubicBezTo>
                <a:cubicBezTo>
                  <a:pt x="234915" y="148369"/>
                  <a:pt x="228750" y="139034"/>
                  <a:pt x="221920" y="130081"/>
                </a:cubicBezTo>
                <a:cubicBezTo>
                  <a:pt x="204562" y="107316"/>
                  <a:pt x="183315" y="87980"/>
                  <a:pt x="158747" y="72550"/>
                </a:cubicBezTo>
                <a:close/>
                <a:moveTo>
                  <a:pt x="213099" y="139511"/>
                </a:moveTo>
                <a:cubicBezTo>
                  <a:pt x="223817" y="153798"/>
                  <a:pt x="232829" y="169324"/>
                  <a:pt x="239848" y="185707"/>
                </a:cubicBezTo>
                <a:cubicBezTo>
                  <a:pt x="240891" y="188088"/>
                  <a:pt x="243168" y="189517"/>
                  <a:pt x="245634" y="189517"/>
                </a:cubicBezTo>
                <a:cubicBezTo>
                  <a:pt x="245919" y="189517"/>
                  <a:pt x="246203" y="189517"/>
                  <a:pt x="246488" y="189517"/>
                </a:cubicBezTo>
                <a:cubicBezTo>
                  <a:pt x="249333" y="189136"/>
                  <a:pt x="251515" y="186850"/>
                  <a:pt x="251894" y="183992"/>
                </a:cubicBezTo>
                <a:cubicBezTo>
                  <a:pt x="253886" y="168657"/>
                  <a:pt x="253222" y="153131"/>
                  <a:pt x="250472" y="137796"/>
                </a:cubicBezTo>
                <a:cubicBezTo>
                  <a:pt x="304065" y="139320"/>
                  <a:pt x="340868" y="156560"/>
                  <a:pt x="340868" y="172086"/>
                </a:cubicBezTo>
                <a:cubicBezTo>
                  <a:pt x="340868" y="187612"/>
                  <a:pt x="300650" y="206567"/>
                  <a:pt x="242883" y="206567"/>
                </a:cubicBezTo>
                <a:cubicBezTo>
                  <a:pt x="185117" y="206567"/>
                  <a:pt x="144898" y="188374"/>
                  <a:pt x="144898" y="172086"/>
                </a:cubicBezTo>
                <a:cubicBezTo>
                  <a:pt x="144898" y="159799"/>
                  <a:pt x="170319" y="144559"/>
                  <a:pt x="213099" y="139415"/>
                </a:cubicBezTo>
                <a:close/>
                <a:moveTo>
                  <a:pt x="242883" y="335535"/>
                </a:moveTo>
                <a:cubicBezTo>
                  <a:pt x="185117" y="335535"/>
                  <a:pt x="144898" y="317342"/>
                  <a:pt x="144898" y="301055"/>
                </a:cubicBezTo>
                <a:lnTo>
                  <a:pt x="144898" y="280576"/>
                </a:lnTo>
                <a:cubicBezTo>
                  <a:pt x="165008" y="296483"/>
                  <a:pt x="204752" y="304865"/>
                  <a:pt x="242883" y="304865"/>
                </a:cubicBezTo>
                <a:cubicBezTo>
                  <a:pt x="281015" y="304865"/>
                  <a:pt x="320664" y="296483"/>
                  <a:pt x="340868" y="280576"/>
                </a:cubicBezTo>
                <a:lnTo>
                  <a:pt x="340868" y="301055"/>
                </a:lnTo>
                <a:cubicBezTo>
                  <a:pt x="340868" y="317342"/>
                  <a:pt x="300650" y="335535"/>
                  <a:pt x="242883" y="335535"/>
                </a:cubicBezTo>
                <a:close/>
                <a:moveTo>
                  <a:pt x="242883" y="291339"/>
                </a:moveTo>
                <a:cubicBezTo>
                  <a:pt x="185117" y="291339"/>
                  <a:pt x="144898" y="273146"/>
                  <a:pt x="144898" y="256858"/>
                </a:cubicBezTo>
                <a:lnTo>
                  <a:pt x="144898" y="256858"/>
                </a:lnTo>
                <a:lnTo>
                  <a:pt x="144898" y="239142"/>
                </a:lnTo>
                <a:cubicBezTo>
                  <a:pt x="165008" y="255049"/>
                  <a:pt x="204752" y="263431"/>
                  <a:pt x="242883" y="263431"/>
                </a:cubicBezTo>
                <a:cubicBezTo>
                  <a:pt x="281015" y="263431"/>
                  <a:pt x="320664" y="255049"/>
                  <a:pt x="340868" y="239142"/>
                </a:cubicBezTo>
                <a:lnTo>
                  <a:pt x="340868" y="256858"/>
                </a:lnTo>
                <a:cubicBezTo>
                  <a:pt x="340868" y="273146"/>
                  <a:pt x="300650" y="291339"/>
                  <a:pt x="242883" y="291339"/>
                </a:cubicBezTo>
                <a:close/>
                <a:moveTo>
                  <a:pt x="439707" y="224855"/>
                </a:moveTo>
                <a:cubicBezTo>
                  <a:pt x="432688" y="224855"/>
                  <a:pt x="426996" y="219140"/>
                  <a:pt x="426996" y="212091"/>
                </a:cubicBezTo>
                <a:cubicBezTo>
                  <a:pt x="426996" y="205043"/>
                  <a:pt x="432688" y="199328"/>
                  <a:pt x="439707" y="199328"/>
                </a:cubicBezTo>
                <a:cubicBezTo>
                  <a:pt x="446726" y="199328"/>
                  <a:pt x="452417" y="205043"/>
                  <a:pt x="452417" y="212091"/>
                </a:cubicBezTo>
                <a:cubicBezTo>
                  <a:pt x="452417" y="219140"/>
                  <a:pt x="446726" y="224855"/>
                  <a:pt x="439707" y="22485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7" name="Graphic 245">
            <a:extLst>
              <a:ext uri="{FF2B5EF4-FFF2-40B4-BE49-F238E27FC236}">
                <a16:creationId xmlns:a16="http://schemas.microsoft.com/office/drawing/2014/main" id="{DF5E7C2B-E4B5-3269-98F0-BCE96BDF88E9}"/>
              </a:ext>
            </a:extLst>
          </p:cNvPr>
          <p:cNvSpPr/>
          <p:nvPr/>
        </p:nvSpPr>
        <p:spPr>
          <a:xfrm>
            <a:off x="10409974" y="2857671"/>
            <a:ext cx="518159" cy="468272"/>
          </a:xfrm>
          <a:custGeom>
            <a:avLst/>
            <a:gdLst>
              <a:gd name="connsiteX0" fmla="*/ 355625 w 387765"/>
              <a:gd name="connsiteY0" fmla="*/ 66301 h 350432"/>
              <a:gd name="connsiteX1" fmla="*/ 368620 w 387765"/>
              <a:gd name="connsiteY1" fmla="*/ 51919 h 350432"/>
              <a:gd name="connsiteX2" fmla="*/ 369379 w 387765"/>
              <a:gd name="connsiteY2" fmla="*/ 24772 h 350432"/>
              <a:gd name="connsiteX3" fmla="*/ 368525 w 387765"/>
              <a:gd name="connsiteY3" fmla="*/ 23915 h 350432"/>
              <a:gd name="connsiteX4" fmla="*/ 355245 w 387765"/>
              <a:gd name="connsiteY4" fmla="*/ 17914 h 350432"/>
              <a:gd name="connsiteX5" fmla="*/ 341207 w 387765"/>
              <a:gd name="connsiteY5" fmla="*/ 23534 h 350432"/>
              <a:gd name="connsiteX6" fmla="*/ 326410 w 387765"/>
              <a:gd name="connsiteY6" fmla="*/ 39917 h 350432"/>
              <a:gd name="connsiteX7" fmla="*/ 205659 w 387765"/>
              <a:gd name="connsiteY7" fmla="*/ 22867 h 350432"/>
              <a:gd name="connsiteX8" fmla="*/ 201391 w 387765"/>
              <a:gd name="connsiteY8" fmla="*/ 29344 h 350432"/>
              <a:gd name="connsiteX9" fmla="*/ 206418 w 387765"/>
              <a:gd name="connsiteY9" fmla="*/ 35155 h 350432"/>
              <a:gd name="connsiteX10" fmla="*/ 293115 w 387765"/>
              <a:gd name="connsiteY10" fmla="*/ 76874 h 350432"/>
              <a:gd name="connsiteX11" fmla="*/ 194372 w 387765"/>
              <a:gd name="connsiteY11" fmla="*/ 186412 h 350432"/>
              <a:gd name="connsiteX12" fmla="*/ 134708 w 387765"/>
              <a:gd name="connsiteY12" fmla="*/ 127357 h 350432"/>
              <a:gd name="connsiteX13" fmla="*/ 172365 w 387765"/>
              <a:gd name="connsiteY13" fmla="*/ 93638 h 350432"/>
              <a:gd name="connsiteX14" fmla="*/ 172934 w 387765"/>
              <a:gd name="connsiteY14" fmla="*/ 84780 h 350432"/>
              <a:gd name="connsiteX15" fmla="*/ 117350 w 387765"/>
              <a:gd name="connsiteY15" fmla="*/ 26582 h 350432"/>
              <a:gd name="connsiteX16" fmla="*/ 18985 w 387765"/>
              <a:gd name="connsiteY16" fmla="*/ 12295 h 350432"/>
              <a:gd name="connsiteX17" fmla="*/ 21831 w 387765"/>
              <a:gd name="connsiteY17" fmla="*/ 112021 h 350432"/>
              <a:gd name="connsiteX18" fmla="*/ 73052 w 387765"/>
              <a:gd name="connsiteY18" fmla="*/ 174124 h 350432"/>
              <a:gd name="connsiteX19" fmla="*/ 77700 w 387765"/>
              <a:gd name="connsiteY19" fmla="*/ 176125 h 350432"/>
              <a:gd name="connsiteX20" fmla="*/ 81874 w 387765"/>
              <a:gd name="connsiteY20" fmla="*/ 174505 h 350432"/>
              <a:gd name="connsiteX21" fmla="*/ 125223 w 387765"/>
              <a:gd name="connsiteY21" fmla="*/ 135739 h 350432"/>
              <a:gd name="connsiteX22" fmla="*/ 185835 w 387765"/>
              <a:gd name="connsiteY22" fmla="*/ 195841 h 350432"/>
              <a:gd name="connsiteX23" fmla="*/ 86996 w 387765"/>
              <a:gd name="connsiteY23" fmla="*/ 305569 h 350432"/>
              <a:gd name="connsiteX24" fmla="*/ 86237 w 387765"/>
              <a:gd name="connsiteY24" fmla="*/ 332716 h 350432"/>
              <a:gd name="connsiteX25" fmla="*/ 87091 w 387765"/>
              <a:gd name="connsiteY25" fmla="*/ 333573 h 350432"/>
              <a:gd name="connsiteX26" fmla="*/ 100845 w 387765"/>
              <a:gd name="connsiteY26" fmla="*/ 339478 h 350432"/>
              <a:gd name="connsiteX27" fmla="*/ 114504 w 387765"/>
              <a:gd name="connsiteY27" fmla="*/ 333954 h 350432"/>
              <a:gd name="connsiteX28" fmla="*/ 213912 w 387765"/>
              <a:gd name="connsiteY28" fmla="*/ 223559 h 350432"/>
              <a:gd name="connsiteX29" fmla="*/ 278508 w 387765"/>
              <a:gd name="connsiteY29" fmla="*/ 287567 h 350432"/>
              <a:gd name="connsiteX30" fmla="*/ 282397 w 387765"/>
              <a:gd name="connsiteY30" fmla="*/ 344527 h 350432"/>
              <a:gd name="connsiteX31" fmla="*/ 286665 w 387765"/>
              <a:gd name="connsiteY31" fmla="*/ 350146 h 350432"/>
              <a:gd name="connsiteX32" fmla="*/ 288657 w 387765"/>
              <a:gd name="connsiteY32" fmla="*/ 350432 h 350432"/>
              <a:gd name="connsiteX33" fmla="*/ 293400 w 387765"/>
              <a:gd name="connsiteY33" fmla="*/ 348241 h 350432"/>
              <a:gd name="connsiteX34" fmla="*/ 349080 w 387765"/>
              <a:gd name="connsiteY34" fmla="*/ 284138 h 350432"/>
              <a:gd name="connsiteX35" fmla="*/ 349934 w 387765"/>
              <a:gd name="connsiteY35" fmla="*/ 277090 h 350432"/>
              <a:gd name="connsiteX36" fmla="*/ 343768 w 387765"/>
              <a:gd name="connsiteY36" fmla="*/ 273661 h 350432"/>
              <a:gd name="connsiteX37" fmla="*/ 286950 w 387765"/>
              <a:gd name="connsiteY37" fmla="*/ 278137 h 350432"/>
              <a:gd name="connsiteX38" fmla="*/ 222354 w 387765"/>
              <a:gd name="connsiteY38" fmla="*/ 214129 h 350432"/>
              <a:gd name="connsiteX39" fmla="*/ 321003 w 387765"/>
              <a:gd name="connsiteY39" fmla="*/ 104687 h 350432"/>
              <a:gd name="connsiteX40" fmla="*/ 365964 w 387765"/>
              <a:gd name="connsiteY40" fmla="*/ 204509 h 350432"/>
              <a:gd name="connsiteX41" fmla="*/ 371560 w 387765"/>
              <a:gd name="connsiteY41" fmla="*/ 209843 h 350432"/>
              <a:gd name="connsiteX42" fmla="*/ 372224 w 387765"/>
              <a:gd name="connsiteY42" fmla="*/ 209843 h 350432"/>
              <a:gd name="connsiteX43" fmla="*/ 378105 w 387765"/>
              <a:gd name="connsiteY43" fmla="*/ 205843 h 350432"/>
              <a:gd name="connsiteX44" fmla="*/ 355625 w 387765"/>
              <a:gd name="connsiteY44" fmla="*/ 66206 h 350432"/>
              <a:gd name="connsiteX45" fmla="*/ 78269 w 387765"/>
              <a:gd name="connsiteY45" fmla="*/ 160885 h 350432"/>
              <a:gd name="connsiteX46" fmla="*/ 32265 w 387765"/>
              <a:gd name="connsiteY46" fmla="*/ 104592 h 350432"/>
              <a:gd name="connsiteX47" fmla="*/ 27522 w 387765"/>
              <a:gd name="connsiteY47" fmla="*/ 21724 h 350432"/>
              <a:gd name="connsiteX48" fmla="*/ 54651 w 387765"/>
              <a:gd name="connsiteY48" fmla="*/ 12390 h 350432"/>
              <a:gd name="connsiteX49" fmla="*/ 109002 w 387765"/>
              <a:gd name="connsiteY49" fmla="*/ 35821 h 350432"/>
              <a:gd name="connsiteX50" fmla="*/ 159370 w 387765"/>
              <a:gd name="connsiteY50" fmla="*/ 88114 h 350432"/>
              <a:gd name="connsiteX51" fmla="*/ 125697 w 387765"/>
              <a:gd name="connsiteY51" fmla="*/ 118213 h 350432"/>
              <a:gd name="connsiteX52" fmla="*/ 85289 w 387765"/>
              <a:gd name="connsiteY52" fmla="*/ 78208 h 350432"/>
              <a:gd name="connsiteX53" fmla="*/ 76372 w 387765"/>
              <a:gd name="connsiteY53" fmla="*/ 78208 h 350432"/>
              <a:gd name="connsiteX54" fmla="*/ 76372 w 387765"/>
              <a:gd name="connsiteY54" fmla="*/ 87161 h 350432"/>
              <a:gd name="connsiteX55" fmla="*/ 116116 w 387765"/>
              <a:gd name="connsiteY55" fmla="*/ 126595 h 350432"/>
              <a:gd name="connsiteX56" fmla="*/ 78080 w 387765"/>
              <a:gd name="connsiteY56" fmla="*/ 160694 h 350432"/>
              <a:gd name="connsiteX57" fmla="*/ 329445 w 387765"/>
              <a:gd name="connsiteY57" fmla="*/ 287472 h 350432"/>
              <a:gd name="connsiteX58" fmla="*/ 293969 w 387765"/>
              <a:gd name="connsiteY58" fmla="*/ 328334 h 350432"/>
              <a:gd name="connsiteX59" fmla="*/ 291313 w 387765"/>
              <a:gd name="connsiteY59" fmla="*/ 290520 h 350432"/>
              <a:gd name="connsiteX60" fmla="*/ 329350 w 387765"/>
              <a:gd name="connsiteY60" fmla="*/ 287472 h 350432"/>
              <a:gd name="connsiteX61" fmla="*/ 350218 w 387765"/>
              <a:gd name="connsiteY61" fmla="*/ 32297 h 350432"/>
              <a:gd name="connsiteX62" fmla="*/ 354676 w 387765"/>
              <a:gd name="connsiteY62" fmla="*/ 30487 h 350432"/>
              <a:gd name="connsiteX63" fmla="*/ 354866 w 387765"/>
              <a:gd name="connsiteY63" fmla="*/ 30487 h 350432"/>
              <a:gd name="connsiteX64" fmla="*/ 359324 w 387765"/>
              <a:gd name="connsiteY64" fmla="*/ 32488 h 350432"/>
              <a:gd name="connsiteX65" fmla="*/ 360178 w 387765"/>
              <a:gd name="connsiteY65" fmla="*/ 33345 h 350432"/>
              <a:gd name="connsiteX66" fmla="*/ 359609 w 387765"/>
              <a:gd name="connsiteY66" fmla="*/ 42965 h 350432"/>
              <a:gd name="connsiteX67" fmla="*/ 347088 w 387765"/>
              <a:gd name="connsiteY67" fmla="*/ 56872 h 350432"/>
              <a:gd name="connsiteX68" fmla="*/ 336749 w 387765"/>
              <a:gd name="connsiteY68" fmla="*/ 47347 h 350432"/>
              <a:gd name="connsiteX69" fmla="*/ 350313 w 387765"/>
              <a:gd name="connsiteY69" fmla="*/ 32297 h 350432"/>
              <a:gd name="connsiteX70" fmla="*/ 105588 w 387765"/>
              <a:gd name="connsiteY70" fmla="*/ 325096 h 350432"/>
              <a:gd name="connsiteX71" fmla="*/ 101129 w 387765"/>
              <a:gd name="connsiteY71" fmla="*/ 326905 h 350432"/>
              <a:gd name="connsiteX72" fmla="*/ 96387 w 387765"/>
              <a:gd name="connsiteY72" fmla="*/ 324905 h 350432"/>
              <a:gd name="connsiteX73" fmla="*/ 95533 w 387765"/>
              <a:gd name="connsiteY73" fmla="*/ 324048 h 350432"/>
              <a:gd name="connsiteX74" fmla="*/ 96197 w 387765"/>
              <a:gd name="connsiteY74" fmla="*/ 314523 h 350432"/>
              <a:gd name="connsiteX75" fmla="*/ 194941 w 387765"/>
              <a:gd name="connsiteY75" fmla="*/ 204795 h 350432"/>
              <a:gd name="connsiteX76" fmla="*/ 204995 w 387765"/>
              <a:gd name="connsiteY76" fmla="*/ 214701 h 350432"/>
              <a:gd name="connsiteX77" fmla="*/ 105588 w 387765"/>
              <a:gd name="connsiteY77" fmla="*/ 325096 h 350432"/>
              <a:gd name="connsiteX78" fmla="*/ 213532 w 387765"/>
              <a:gd name="connsiteY78" fmla="*/ 205176 h 350432"/>
              <a:gd name="connsiteX79" fmla="*/ 203478 w 387765"/>
              <a:gd name="connsiteY79" fmla="*/ 195270 h 350432"/>
              <a:gd name="connsiteX80" fmla="*/ 302696 w 387765"/>
              <a:gd name="connsiteY80" fmla="*/ 85066 h 350432"/>
              <a:gd name="connsiteX81" fmla="*/ 312466 w 387765"/>
              <a:gd name="connsiteY81" fmla="*/ 94781 h 350432"/>
              <a:gd name="connsiteX82" fmla="*/ 312750 w 387765"/>
              <a:gd name="connsiteY82" fmla="*/ 95067 h 350432"/>
              <a:gd name="connsiteX83" fmla="*/ 213532 w 387765"/>
              <a:gd name="connsiteY83" fmla="*/ 205176 h 350432"/>
              <a:gd name="connsiteX84" fmla="*/ 373173 w 387765"/>
              <a:gd name="connsiteY84" fmla="*/ 177458 h 350432"/>
              <a:gd name="connsiteX85" fmla="*/ 329729 w 387765"/>
              <a:gd name="connsiteY85" fmla="*/ 95067 h 350432"/>
              <a:gd name="connsiteX86" fmla="*/ 321667 w 387765"/>
              <a:gd name="connsiteY86" fmla="*/ 86113 h 350432"/>
              <a:gd name="connsiteX87" fmla="*/ 321287 w 387765"/>
              <a:gd name="connsiteY87" fmla="*/ 85637 h 350432"/>
              <a:gd name="connsiteX88" fmla="*/ 311233 w 387765"/>
              <a:gd name="connsiteY88" fmla="*/ 75731 h 350432"/>
              <a:gd name="connsiteX89" fmla="*/ 301747 w 387765"/>
              <a:gd name="connsiteY89" fmla="*/ 67444 h 350432"/>
              <a:gd name="connsiteX90" fmla="*/ 233736 w 387765"/>
              <a:gd name="connsiteY90" fmla="*/ 29440 h 350432"/>
              <a:gd name="connsiteX91" fmla="*/ 317968 w 387765"/>
              <a:gd name="connsiteY91" fmla="*/ 49347 h 350432"/>
              <a:gd name="connsiteX92" fmla="*/ 328212 w 387765"/>
              <a:gd name="connsiteY92" fmla="*/ 56967 h 350432"/>
              <a:gd name="connsiteX93" fmla="*/ 338646 w 387765"/>
              <a:gd name="connsiteY93" fmla="*/ 66492 h 350432"/>
              <a:gd name="connsiteX94" fmla="*/ 340543 w 387765"/>
              <a:gd name="connsiteY94" fmla="*/ 68397 h 350432"/>
              <a:gd name="connsiteX95" fmla="*/ 347088 w 387765"/>
              <a:gd name="connsiteY95" fmla="*/ 76017 h 350432"/>
              <a:gd name="connsiteX96" fmla="*/ 373268 w 387765"/>
              <a:gd name="connsiteY96" fmla="*/ 177649 h 350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</a:cxnLst>
            <a:rect l="l" t="t" r="r" b="b"/>
            <a:pathLst>
              <a:path w="387765" h="350432">
                <a:moveTo>
                  <a:pt x="355625" y="66301"/>
                </a:moveTo>
                <a:lnTo>
                  <a:pt x="368620" y="51919"/>
                </a:lnTo>
                <a:cubicBezTo>
                  <a:pt x="376303" y="44680"/>
                  <a:pt x="376588" y="32488"/>
                  <a:pt x="369379" y="24772"/>
                </a:cubicBezTo>
                <a:lnTo>
                  <a:pt x="368525" y="23915"/>
                </a:lnTo>
                <a:cubicBezTo>
                  <a:pt x="365110" y="20200"/>
                  <a:pt x="360367" y="18105"/>
                  <a:pt x="355245" y="17914"/>
                </a:cubicBezTo>
                <a:cubicBezTo>
                  <a:pt x="350123" y="17724"/>
                  <a:pt x="345286" y="19629"/>
                  <a:pt x="341207" y="23534"/>
                </a:cubicBezTo>
                <a:lnTo>
                  <a:pt x="326410" y="39917"/>
                </a:lnTo>
                <a:cubicBezTo>
                  <a:pt x="291124" y="15914"/>
                  <a:pt x="246352" y="9056"/>
                  <a:pt x="205659" y="22867"/>
                </a:cubicBezTo>
                <a:cubicBezTo>
                  <a:pt x="203003" y="23820"/>
                  <a:pt x="201201" y="26392"/>
                  <a:pt x="201391" y="29344"/>
                </a:cubicBezTo>
                <a:cubicBezTo>
                  <a:pt x="201581" y="32202"/>
                  <a:pt x="203667" y="34583"/>
                  <a:pt x="206418" y="35155"/>
                </a:cubicBezTo>
                <a:cubicBezTo>
                  <a:pt x="238384" y="41917"/>
                  <a:pt x="267884" y="56110"/>
                  <a:pt x="293115" y="76874"/>
                </a:cubicBezTo>
                <a:lnTo>
                  <a:pt x="194372" y="186412"/>
                </a:lnTo>
                <a:lnTo>
                  <a:pt x="134708" y="127357"/>
                </a:lnTo>
                <a:lnTo>
                  <a:pt x="172365" y="93638"/>
                </a:lnTo>
                <a:cubicBezTo>
                  <a:pt x="174926" y="91352"/>
                  <a:pt x="175211" y="87447"/>
                  <a:pt x="172934" y="84780"/>
                </a:cubicBezTo>
                <a:cubicBezTo>
                  <a:pt x="172650" y="84494"/>
                  <a:pt x="145047" y="51823"/>
                  <a:pt x="117350" y="26582"/>
                </a:cubicBezTo>
                <a:cubicBezTo>
                  <a:pt x="85763" y="-2279"/>
                  <a:pt x="42509" y="-8565"/>
                  <a:pt x="18985" y="12295"/>
                </a:cubicBezTo>
                <a:cubicBezTo>
                  <a:pt x="-7290" y="35536"/>
                  <a:pt x="-6246" y="72874"/>
                  <a:pt x="21831" y="112021"/>
                </a:cubicBezTo>
                <a:cubicBezTo>
                  <a:pt x="43647" y="142501"/>
                  <a:pt x="72673" y="173839"/>
                  <a:pt x="73052" y="174124"/>
                </a:cubicBezTo>
                <a:cubicBezTo>
                  <a:pt x="74285" y="175458"/>
                  <a:pt x="75993" y="176125"/>
                  <a:pt x="77700" y="176125"/>
                </a:cubicBezTo>
                <a:cubicBezTo>
                  <a:pt x="79218" y="176125"/>
                  <a:pt x="80736" y="175553"/>
                  <a:pt x="81874" y="174505"/>
                </a:cubicBezTo>
                <a:lnTo>
                  <a:pt x="125223" y="135739"/>
                </a:lnTo>
                <a:lnTo>
                  <a:pt x="185835" y="195841"/>
                </a:lnTo>
                <a:lnTo>
                  <a:pt x="86996" y="305569"/>
                </a:lnTo>
                <a:cubicBezTo>
                  <a:pt x="79408" y="312808"/>
                  <a:pt x="79028" y="325000"/>
                  <a:pt x="86237" y="332716"/>
                </a:cubicBezTo>
                <a:lnTo>
                  <a:pt x="87091" y="333573"/>
                </a:lnTo>
                <a:cubicBezTo>
                  <a:pt x="90790" y="337478"/>
                  <a:pt x="95818" y="339478"/>
                  <a:pt x="100845" y="339478"/>
                </a:cubicBezTo>
                <a:cubicBezTo>
                  <a:pt x="105872" y="339478"/>
                  <a:pt x="110520" y="337669"/>
                  <a:pt x="114504" y="333954"/>
                </a:cubicBezTo>
                <a:lnTo>
                  <a:pt x="213912" y="223559"/>
                </a:lnTo>
                <a:lnTo>
                  <a:pt x="278508" y="287567"/>
                </a:lnTo>
                <a:lnTo>
                  <a:pt x="282397" y="344527"/>
                </a:lnTo>
                <a:cubicBezTo>
                  <a:pt x="282587" y="347098"/>
                  <a:pt x="284294" y="349289"/>
                  <a:pt x="286665" y="350146"/>
                </a:cubicBezTo>
                <a:cubicBezTo>
                  <a:pt x="287329" y="350337"/>
                  <a:pt x="287993" y="350432"/>
                  <a:pt x="288657" y="350432"/>
                </a:cubicBezTo>
                <a:cubicBezTo>
                  <a:pt x="290460" y="350432"/>
                  <a:pt x="292167" y="349670"/>
                  <a:pt x="293400" y="348241"/>
                </a:cubicBezTo>
                <a:lnTo>
                  <a:pt x="349080" y="284138"/>
                </a:lnTo>
                <a:cubicBezTo>
                  <a:pt x="350787" y="282233"/>
                  <a:pt x="351072" y="279376"/>
                  <a:pt x="349934" y="277090"/>
                </a:cubicBezTo>
                <a:cubicBezTo>
                  <a:pt x="348795" y="274804"/>
                  <a:pt x="346329" y="273375"/>
                  <a:pt x="343768" y="273661"/>
                </a:cubicBezTo>
                <a:lnTo>
                  <a:pt x="286950" y="278137"/>
                </a:lnTo>
                <a:lnTo>
                  <a:pt x="222354" y="214129"/>
                </a:lnTo>
                <a:lnTo>
                  <a:pt x="321003" y="104687"/>
                </a:lnTo>
                <a:cubicBezTo>
                  <a:pt x="344906" y="133453"/>
                  <a:pt x="360367" y="167647"/>
                  <a:pt x="365964" y="204509"/>
                </a:cubicBezTo>
                <a:cubicBezTo>
                  <a:pt x="366343" y="207271"/>
                  <a:pt x="368620" y="209462"/>
                  <a:pt x="371560" y="209843"/>
                </a:cubicBezTo>
                <a:cubicBezTo>
                  <a:pt x="371845" y="209843"/>
                  <a:pt x="371940" y="209843"/>
                  <a:pt x="372224" y="209843"/>
                </a:cubicBezTo>
                <a:cubicBezTo>
                  <a:pt x="374880" y="209843"/>
                  <a:pt x="377157" y="208224"/>
                  <a:pt x="378105" y="205843"/>
                </a:cubicBezTo>
                <a:cubicBezTo>
                  <a:pt x="396792" y="158980"/>
                  <a:pt x="387875" y="105163"/>
                  <a:pt x="355625" y="66206"/>
                </a:cubicBezTo>
                <a:close/>
                <a:moveTo>
                  <a:pt x="78269" y="160885"/>
                </a:moveTo>
                <a:cubicBezTo>
                  <a:pt x="69543" y="151169"/>
                  <a:pt x="48770" y="127642"/>
                  <a:pt x="32265" y="104592"/>
                </a:cubicBezTo>
                <a:cubicBezTo>
                  <a:pt x="23349" y="92114"/>
                  <a:pt x="-3401" y="49156"/>
                  <a:pt x="27522" y="21724"/>
                </a:cubicBezTo>
                <a:cubicBezTo>
                  <a:pt x="34636" y="15438"/>
                  <a:pt x="44122" y="12390"/>
                  <a:pt x="54651" y="12390"/>
                </a:cubicBezTo>
                <a:cubicBezTo>
                  <a:pt x="72009" y="12390"/>
                  <a:pt x="92213" y="20581"/>
                  <a:pt x="109002" y="35821"/>
                </a:cubicBezTo>
                <a:cubicBezTo>
                  <a:pt x="129870" y="54871"/>
                  <a:pt x="150833" y="78303"/>
                  <a:pt x="159370" y="88114"/>
                </a:cubicBezTo>
                <a:lnTo>
                  <a:pt x="125697" y="118213"/>
                </a:lnTo>
                <a:lnTo>
                  <a:pt x="85289" y="78208"/>
                </a:lnTo>
                <a:cubicBezTo>
                  <a:pt x="82822" y="75731"/>
                  <a:pt x="78839" y="75731"/>
                  <a:pt x="76372" y="78208"/>
                </a:cubicBezTo>
                <a:cubicBezTo>
                  <a:pt x="73906" y="80684"/>
                  <a:pt x="73906" y="84685"/>
                  <a:pt x="76372" y="87161"/>
                </a:cubicBezTo>
                <a:lnTo>
                  <a:pt x="116116" y="126595"/>
                </a:lnTo>
                <a:lnTo>
                  <a:pt x="78080" y="160694"/>
                </a:lnTo>
                <a:close/>
                <a:moveTo>
                  <a:pt x="329445" y="287472"/>
                </a:moveTo>
                <a:lnTo>
                  <a:pt x="293969" y="328334"/>
                </a:lnTo>
                <a:lnTo>
                  <a:pt x="291313" y="290520"/>
                </a:lnTo>
                <a:lnTo>
                  <a:pt x="329350" y="287472"/>
                </a:lnTo>
                <a:close/>
                <a:moveTo>
                  <a:pt x="350218" y="32297"/>
                </a:moveTo>
                <a:cubicBezTo>
                  <a:pt x="351356" y="31154"/>
                  <a:pt x="352969" y="30487"/>
                  <a:pt x="354676" y="30487"/>
                </a:cubicBezTo>
                <a:lnTo>
                  <a:pt x="354866" y="30487"/>
                </a:lnTo>
                <a:cubicBezTo>
                  <a:pt x="356573" y="30487"/>
                  <a:pt x="358281" y="31249"/>
                  <a:pt x="359324" y="32488"/>
                </a:cubicBezTo>
                <a:lnTo>
                  <a:pt x="360178" y="33345"/>
                </a:lnTo>
                <a:cubicBezTo>
                  <a:pt x="362644" y="36012"/>
                  <a:pt x="362549" y="40108"/>
                  <a:pt x="359609" y="42965"/>
                </a:cubicBezTo>
                <a:lnTo>
                  <a:pt x="347088" y="56872"/>
                </a:lnTo>
                <a:cubicBezTo>
                  <a:pt x="343768" y="53443"/>
                  <a:pt x="340353" y="50395"/>
                  <a:pt x="336749" y="47347"/>
                </a:cubicBezTo>
                <a:lnTo>
                  <a:pt x="350313" y="32297"/>
                </a:lnTo>
                <a:close/>
                <a:moveTo>
                  <a:pt x="105588" y="325096"/>
                </a:moveTo>
                <a:cubicBezTo>
                  <a:pt x="104355" y="326239"/>
                  <a:pt x="102742" y="326905"/>
                  <a:pt x="101129" y="326905"/>
                </a:cubicBezTo>
                <a:cubicBezTo>
                  <a:pt x="99327" y="326905"/>
                  <a:pt x="97715" y="326239"/>
                  <a:pt x="96387" y="324905"/>
                </a:cubicBezTo>
                <a:lnTo>
                  <a:pt x="95533" y="324048"/>
                </a:lnTo>
                <a:cubicBezTo>
                  <a:pt x="93067" y="321381"/>
                  <a:pt x="93256" y="317285"/>
                  <a:pt x="96197" y="314523"/>
                </a:cubicBezTo>
                <a:lnTo>
                  <a:pt x="194941" y="204795"/>
                </a:lnTo>
                <a:lnTo>
                  <a:pt x="204995" y="214701"/>
                </a:lnTo>
                <a:lnTo>
                  <a:pt x="105588" y="325096"/>
                </a:lnTo>
                <a:close/>
                <a:moveTo>
                  <a:pt x="213532" y="205176"/>
                </a:moveTo>
                <a:lnTo>
                  <a:pt x="203478" y="195270"/>
                </a:lnTo>
                <a:lnTo>
                  <a:pt x="302696" y="85066"/>
                </a:lnTo>
                <a:cubicBezTo>
                  <a:pt x="306111" y="88209"/>
                  <a:pt x="309241" y="91447"/>
                  <a:pt x="312466" y="94781"/>
                </a:cubicBezTo>
                <a:lnTo>
                  <a:pt x="312750" y="95067"/>
                </a:lnTo>
                <a:lnTo>
                  <a:pt x="213532" y="205176"/>
                </a:lnTo>
                <a:close/>
                <a:moveTo>
                  <a:pt x="373173" y="177458"/>
                </a:moveTo>
                <a:cubicBezTo>
                  <a:pt x="364826" y="147264"/>
                  <a:pt x="350123" y="119260"/>
                  <a:pt x="329729" y="95067"/>
                </a:cubicBezTo>
                <a:cubicBezTo>
                  <a:pt x="327073" y="92019"/>
                  <a:pt x="324418" y="89066"/>
                  <a:pt x="321667" y="86113"/>
                </a:cubicBezTo>
                <a:cubicBezTo>
                  <a:pt x="321477" y="85923"/>
                  <a:pt x="321287" y="85732"/>
                  <a:pt x="321287" y="85637"/>
                </a:cubicBezTo>
                <a:cubicBezTo>
                  <a:pt x="317968" y="82208"/>
                  <a:pt x="314648" y="78970"/>
                  <a:pt x="311233" y="75731"/>
                </a:cubicBezTo>
                <a:cubicBezTo>
                  <a:pt x="308103" y="72874"/>
                  <a:pt x="304972" y="70016"/>
                  <a:pt x="301747" y="67444"/>
                </a:cubicBezTo>
                <a:cubicBezTo>
                  <a:pt x="281543" y="50585"/>
                  <a:pt x="258494" y="37822"/>
                  <a:pt x="233736" y="29440"/>
                </a:cubicBezTo>
                <a:cubicBezTo>
                  <a:pt x="263047" y="25725"/>
                  <a:pt x="293115" y="32869"/>
                  <a:pt x="317968" y="49347"/>
                </a:cubicBezTo>
                <a:cubicBezTo>
                  <a:pt x="321477" y="51728"/>
                  <a:pt x="324892" y="54300"/>
                  <a:pt x="328212" y="56967"/>
                </a:cubicBezTo>
                <a:cubicBezTo>
                  <a:pt x="331816" y="59824"/>
                  <a:pt x="335421" y="63063"/>
                  <a:pt x="338646" y="66492"/>
                </a:cubicBezTo>
                <a:cubicBezTo>
                  <a:pt x="339310" y="67063"/>
                  <a:pt x="339879" y="67635"/>
                  <a:pt x="340543" y="68397"/>
                </a:cubicBezTo>
                <a:cubicBezTo>
                  <a:pt x="342914" y="70873"/>
                  <a:pt x="345096" y="73350"/>
                  <a:pt x="347088" y="76017"/>
                </a:cubicBezTo>
                <a:cubicBezTo>
                  <a:pt x="370327" y="104782"/>
                  <a:pt x="379623" y="142120"/>
                  <a:pt x="373268" y="17764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8" name="Graphic 245">
            <a:extLst>
              <a:ext uri="{FF2B5EF4-FFF2-40B4-BE49-F238E27FC236}">
                <a16:creationId xmlns:a16="http://schemas.microsoft.com/office/drawing/2014/main" id="{670F3620-6069-3FD6-3491-05E2C7F6536D}"/>
              </a:ext>
            </a:extLst>
          </p:cNvPr>
          <p:cNvSpPr/>
          <p:nvPr/>
        </p:nvSpPr>
        <p:spPr>
          <a:xfrm>
            <a:off x="11067199" y="2857671"/>
            <a:ext cx="518159" cy="468272"/>
          </a:xfrm>
          <a:custGeom>
            <a:avLst/>
            <a:gdLst>
              <a:gd name="connsiteX0" fmla="*/ 355625 w 387765"/>
              <a:gd name="connsiteY0" fmla="*/ 66301 h 350432"/>
              <a:gd name="connsiteX1" fmla="*/ 368620 w 387765"/>
              <a:gd name="connsiteY1" fmla="*/ 51919 h 350432"/>
              <a:gd name="connsiteX2" fmla="*/ 369379 w 387765"/>
              <a:gd name="connsiteY2" fmla="*/ 24772 h 350432"/>
              <a:gd name="connsiteX3" fmla="*/ 368525 w 387765"/>
              <a:gd name="connsiteY3" fmla="*/ 23915 h 350432"/>
              <a:gd name="connsiteX4" fmla="*/ 355245 w 387765"/>
              <a:gd name="connsiteY4" fmla="*/ 17914 h 350432"/>
              <a:gd name="connsiteX5" fmla="*/ 341207 w 387765"/>
              <a:gd name="connsiteY5" fmla="*/ 23534 h 350432"/>
              <a:gd name="connsiteX6" fmla="*/ 326410 w 387765"/>
              <a:gd name="connsiteY6" fmla="*/ 39917 h 350432"/>
              <a:gd name="connsiteX7" fmla="*/ 205659 w 387765"/>
              <a:gd name="connsiteY7" fmla="*/ 22867 h 350432"/>
              <a:gd name="connsiteX8" fmla="*/ 201391 w 387765"/>
              <a:gd name="connsiteY8" fmla="*/ 29344 h 350432"/>
              <a:gd name="connsiteX9" fmla="*/ 206418 w 387765"/>
              <a:gd name="connsiteY9" fmla="*/ 35155 h 350432"/>
              <a:gd name="connsiteX10" fmla="*/ 293115 w 387765"/>
              <a:gd name="connsiteY10" fmla="*/ 76874 h 350432"/>
              <a:gd name="connsiteX11" fmla="*/ 194372 w 387765"/>
              <a:gd name="connsiteY11" fmla="*/ 186412 h 350432"/>
              <a:gd name="connsiteX12" fmla="*/ 134708 w 387765"/>
              <a:gd name="connsiteY12" fmla="*/ 127357 h 350432"/>
              <a:gd name="connsiteX13" fmla="*/ 172365 w 387765"/>
              <a:gd name="connsiteY13" fmla="*/ 93638 h 350432"/>
              <a:gd name="connsiteX14" fmla="*/ 172934 w 387765"/>
              <a:gd name="connsiteY14" fmla="*/ 84780 h 350432"/>
              <a:gd name="connsiteX15" fmla="*/ 117350 w 387765"/>
              <a:gd name="connsiteY15" fmla="*/ 26582 h 350432"/>
              <a:gd name="connsiteX16" fmla="*/ 18985 w 387765"/>
              <a:gd name="connsiteY16" fmla="*/ 12295 h 350432"/>
              <a:gd name="connsiteX17" fmla="*/ 21831 w 387765"/>
              <a:gd name="connsiteY17" fmla="*/ 112021 h 350432"/>
              <a:gd name="connsiteX18" fmla="*/ 73052 w 387765"/>
              <a:gd name="connsiteY18" fmla="*/ 174124 h 350432"/>
              <a:gd name="connsiteX19" fmla="*/ 77700 w 387765"/>
              <a:gd name="connsiteY19" fmla="*/ 176125 h 350432"/>
              <a:gd name="connsiteX20" fmla="*/ 81874 w 387765"/>
              <a:gd name="connsiteY20" fmla="*/ 174505 h 350432"/>
              <a:gd name="connsiteX21" fmla="*/ 125223 w 387765"/>
              <a:gd name="connsiteY21" fmla="*/ 135739 h 350432"/>
              <a:gd name="connsiteX22" fmla="*/ 185835 w 387765"/>
              <a:gd name="connsiteY22" fmla="*/ 195841 h 350432"/>
              <a:gd name="connsiteX23" fmla="*/ 86996 w 387765"/>
              <a:gd name="connsiteY23" fmla="*/ 305569 h 350432"/>
              <a:gd name="connsiteX24" fmla="*/ 86237 w 387765"/>
              <a:gd name="connsiteY24" fmla="*/ 332716 h 350432"/>
              <a:gd name="connsiteX25" fmla="*/ 87091 w 387765"/>
              <a:gd name="connsiteY25" fmla="*/ 333573 h 350432"/>
              <a:gd name="connsiteX26" fmla="*/ 100845 w 387765"/>
              <a:gd name="connsiteY26" fmla="*/ 339478 h 350432"/>
              <a:gd name="connsiteX27" fmla="*/ 114504 w 387765"/>
              <a:gd name="connsiteY27" fmla="*/ 333954 h 350432"/>
              <a:gd name="connsiteX28" fmla="*/ 213912 w 387765"/>
              <a:gd name="connsiteY28" fmla="*/ 223559 h 350432"/>
              <a:gd name="connsiteX29" fmla="*/ 278508 w 387765"/>
              <a:gd name="connsiteY29" fmla="*/ 287567 h 350432"/>
              <a:gd name="connsiteX30" fmla="*/ 282397 w 387765"/>
              <a:gd name="connsiteY30" fmla="*/ 344527 h 350432"/>
              <a:gd name="connsiteX31" fmla="*/ 286665 w 387765"/>
              <a:gd name="connsiteY31" fmla="*/ 350146 h 350432"/>
              <a:gd name="connsiteX32" fmla="*/ 288657 w 387765"/>
              <a:gd name="connsiteY32" fmla="*/ 350432 h 350432"/>
              <a:gd name="connsiteX33" fmla="*/ 293400 w 387765"/>
              <a:gd name="connsiteY33" fmla="*/ 348241 h 350432"/>
              <a:gd name="connsiteX34" fmla="*/ 349080 w 387765"/>
              <a:gd name="connsiteY34" fmla="*/ 284138 h 350432"/>
              <a:gd name="connsiteX35" fmla="*/ 349934 w 387765"/>
              <a:gd name="connsiteY35" fmla="*/ 277090 h 350432"/>
              <a:gd name="connsiteX36" fmla="*/ 343768 w 387765"/>
              <a:gd name="connsiteY36" fmla="*/ 273661 h 350432"/>
              <a:gd name="connsiteX37" fmla="*/ 286950 w 387765"/>
              <a:gd name="connsiteY37" fmla="*/ 278137 h 350432"/>
              <a:gd name="connsiteX38" fmla="*/ 222354 w 387765"/>
              <a:gd name="connsiteY38" fmla="*/ 214129 h 350432"/>
              <a:gd name="connsiteX39" fmla="*/ 321003 w 387765"/>
              <a:gd name="connsiteY39" fmla="*/ 104687 h 350432"/>
              <a:gd name="connsiteX40" fmla="*/ 365964 w 387765"/>
              <a:gd name="connsiteY40" fmla="*/ 204509 h 350432"/>
              <a:gd name="connsiteX41" fmla="*/ 371560 w 387765"/>
              <a:gd name="connsiteY41" fmla="*/ 209843 h 350432"/>
              <a:gd name="connsiteX42" fmla="*/ 372224 w 387765"/>
              <a:gd name="connsiteY42" fmla="*/ 209843 h 350432"/>
              <a:gd name="connsiteX43" fmla="*/ 378105 w 387765"/>
              <a:gd name="connsiteY43" fmla="*/ 205843 h 350432"/>
              <a:gd name="connsiteX44" fmla="*/ 355625 w 387765"/>
              <a:gd name="connsiteY44" fmla="*/ 66206 h 350432"/>
              <a:gd name="connsiteX45" fmla="*/ 78269 w 387765"/>
              <a:gd name="connsiteY45" fmla="*/ 160885 h 350432"/>
              <a:gd name="connsiteX46" fmla="*/ 32265 w 387765"/>
              <a:gd name="connsiteY46" fmla="*/ 104592 h 350432"/>
              <a:gd name="connsiteX47" fmla="*/ 27522 w 387765"/>
              <a:gd name="connsiteY47" fmla="*/ 21724 h 350432"/>
              <a:gd name="connsiteX48" fmla="*/ 54651 w 387765"/>
              <a:gd name="connsiteY48" fmla="*/ 12390 h 350432"/>
              <a:gd name="connsiteX49" fmla="*/ 109002 w 387765"/>
              <a:gd name="connsiteY49" fmla="*/ 35821 h 350432"/>
              <a:gd name="connsiteX50" fmla="*/ 159370 w 387765"/>
              <a:gd name="connsiteY50" fmla="*/ 88114 h 350432"/>
              <a:gd name="connsiteX51" fmla="*/ 125697 w 387765"/>
              <a:gd name="connsiteY51" fmla="*/ 118213 h 350432"/>
              <a:gd name="connsiteX52" fmla="*/ 85289 w 387765"/>
              <a:gd name="connsiteY52" fmla="*/ 78208 h 350432"/>
              <a:gd name="connsiteX53" fmla="*/ 76372 w 387765"/>
              <a:gd name="connsiteY53" fmla="*/ 78208 h 350432"/>
              <a:gd name="connsiteX54" fmla="*/ 76372 w 387765"/>
              <a:gd name="connsiteY54" fmla="*/ 87161 h 350432"/>
              <a:gd name="connsiteX55" fmla="*/ 116116 w 387765"/>
              <a:gd name="connsiteY55" fmla="*/ 126595 h 350432"/>
              <a:gd name="connsiteX56" fmla="*/ 78080 w 387765"/>
              <a:gd name="connsiteY56" fmla="*/ 160694 h 350432"/>
              <a:gd name="connsiteX57" fmla="*/ 329445 w 387765"/>
              <a:gd name="connsiteY57" fmla="*/ 287472 h 350432"/>
              <a:gd name="connsiteX58" fmla="*/ 293969 w 387765"/>
              <a:gd name="connsiteY58" fmla="*/ 328334 h 350432"/>
              <a:gd name="connsiteX59" fmla="*/ 291313 w 387765"/>
              <a:gd name="connsiteY59" fmla="*/ 290520 h 350432"/>
              <a:gd name="connsiteX60" fmla="*/ 329350 w 387765"/>
              <a:gd name="connsiteY60" fmla="*/ 287472 h 350432"/>
              <a:gd name="connsiteX61" fmla="*/ 350218 w 387765"/>
              <a:gd name="connsiteY61" fmla="*/ 32297 h 350432"/>
              <a:gd name="connsiteX62" fmla="*/ 354676 w 387765"/>
              <a:gd name="connsiteY62" fmla="*/ 30487 h 350432"/>
              <a:gd name="connsiteX63" fmla="*/ 354866 w 387765"/>
              <a:gd name="connsiteY63" fmla="*/ 30487 h 350432"/>
              <a:gd name="connsiteX64" fmla="*/ 359324 w 387765"/>
              <a:gd name="connsiteY64" fmla="*/ 32488 h 350432"/>
              <a:gd name="connsiteX65" fmla="*/ 360178 w 387765"/>
              <a:gd name="connsiteY65" fmla="*/ 33345 h 350432"/>
              <a:gd name="connsiteX66" fmla="*/ 359609 w 387765"/>
              <a:gd name="connsiteY66" fmla="*/ 42965 h 350432"/>
              <a:gd name="connsiteX67" fmla="*/ 347088 w 387765"/>
              <a:gd name="connsiteY67" fmla="*/ 56872 h 350432"/>
              <a:gd name="connsiteX68" fmla="*/ 336749 w 387765"/>
              <a:gd name="connsiteY68" fmla="*/ 47347 h 350432"/>
              <a:gd name="connsiteX69" fmla="*/ 350313 w 387765"/>
              <a:gd name="connsiteY69" fmla="*/ 32297 h 350432"/>
              <a:gd name="connsiteX70" fmla="*/ 105588 w 387765"/>
              <a:gd name="connsiteY70" fmla="*/ 325096 h 350432"/>
              <a:gd name="connsiteX71" fmla="*/ 101129 w 387765"/>
              <a:gd name="connsiteY71" fmla="*/ 326905 h 350432"/>
              <a:gd name="connsiteX72" fmla="*/ 96387 w 387765"/>
              <a:gd name="connsiteY72" fmla="*/ 324905 h 350432"/>
              <a:gd name="connsiteX73" fmla="*/ 95533 w 387765"/>
              <a:gd name="connsiteY73" fmla="*/ 324048 h 350432"/>
              <a:gd name="connsiteX74" fmla="*/ 96197 w 387765"/>
              <a:gd name="connsiteY74" fmla="*/ 314523 h 350432"/>
              <a:gd name="connsiteX75" fmla="*/ 194941 w 387765"/>
              <a:gd name="connsiteY75" fmla="*/ 204795 h 350432"/>
              <a:gd name="connsiteX76" fmla="*/ 204995 w 387765"/>
              <a:gd name="connsiteY76" fmla="*/ 214701 h 350432"/>
              <a:gd name="connsiteX77" fmla="*/ 105588 w 387765"/>
              <a:gd name="connsiteY77" fmla="*/ 325096 h 350432"/>
              <a:gd name="connsiteX78" fmla="*/ 213532 w 387765"/>
              <a:gd name="connsiteY78" fmla="*/ 205176 h 350432"/>
              <a:gd name="connsiteX79" fmla="*/ 203478 w 387765"/>
              <a:gd name="connsiteY79" fmla="*/ 195270 h 350432"/>
              <a:gd name="connsiteX80" fmla="*/ 302696 w 387765"/>
              <a:gd name="connsiteY80" fmla="*/ 85066 h 350432"/>
              <a:gd name="connsiteX81" fmla="*/ 312466 w 387765"/>
              <a:gd name="connsiteY81" fmla="*/ 94781 h 350432"/>
              <a:gd name="connsiteX82" fmla="*/ 312750 w 387765"/>
              <a:gd name="connsiteY82" fmla="*/ 95067 h 350432"/>
              <a:gd name="connsiteX83" fmla="*/ 213532 w 387765"/>
              <a:gd name="connsiteY83" fmla="*/ 205176 h 350432"/>
              <a:gd name="connsiteX84" fmla="*/ 373173 w 387765"/>
              <a:gd name="connsiteY84" fmla="*/ 177458 h 350432"/>
              <a:gd name="connsiteX85" fmla="*/ 329729 w 387765"/>
              <a:gd name="connsiteY85" fmla="*/ 95067 h 350432"/>
              <a:gd name="connsiteX86" fmla="*/ 321667 w 387765"/>
              <a:gd name="connsiteY86" fmla="*/ 86113 h 350432"/>
              <a:gd name="connsiteX87" fmla="*/ 321287 w 387765"/>
              <a:gd name="connsiteY87" fmla="*/ 85637 h 350432"/>
              <a:gd name="connsiteX88" fmla="*/ 311233 w 387765"/>
              <a:gd name="connsiteY88" fmla="*/ 75731 h 350432"/>
              <a:gd name="connsiteX89" fmla="*/ 301747 w 387765"/>
              <a:gd name="connsiteY89" fmla="*/ 67444 h 350432"/>
              <a:gd name="connsiteX90" fmla="*/ 233736 w 387765"/>
              <a:gd name="connsiteY90" fmla="*/ 29440 h 350432"/>
              <a:gd name="connsiteX91" fmla="*/ 317968 w 387765"/>
              <a:gd name="connsiteY91" fmla="*/ 49347 h 350432"/>
              <a:gd name="connsiteX92" fmla="*/ 328212 w 387765"/>
              <a:gd name="connsiteY92" fmla="*/ 56967 h 350432"/>
              <a:gd name="connsiteX93" fmla="*/ 338646 w 387765"/>
              <a:gd name="connsiteY93" fmla="*/ 66492 h 350432"/>
              <a:gd name="connsiteX94" fmla="*/ 340543 w 387765"/>
              <a:gd name="connsiteY94" fmla="*/ 68397 h 350432"/>
              <a:gd name="connsiteX95" fmla="*/ 347088 w 387765"/>
              <a:gd name="connsiteY95" fmla="*/ 76017 h 350432"/>
              <a:gd name="connsiteX96" fmla="*/ 373268 w 387765"/>
              <a:gd name="connsiteY96" fmla="*/ 177649 h 350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</a:cxnLst>
            <a:rect l="l" t="t" r="r" b="b"/>
            <a:pathLst>
              <a:path w="387765" h="350432">
                <a:moveTo>
                  <a:pt x="355625" y="66301"/>
                </a:moveTo>
                <a:lnTo>
                  <a:pt x="368620" y="51919"/>
                </a:lnTo>
                <a:cubicBezTo>
                  <a:pt x="376303" y="44680"/>
                  <a:pt x="376588" y="32488"/>
                  <a:pt x="369379" y="24772"/>
                </a:cubicBezTo>
                <a:lnTo>
                  <a:pt x="368525" y="23915"/>
                </a:lnTo>
                <a:cubicBezTo>
                  <a:pt x="365110" y="20200"/>
                  <a:pt x="360367" y="18105"/>
                  <a:pt x="355245" y="17914"/>
                </a:cubicBezTo>
                <a:cubicBezTo>
                  <a:pt x="350123" y="17724"/>
                  <a:pt x="345286" y="19629"/>
                  <a:pt x="341207" y="23534"/>
                </a:cubicBezTo>
                <a:lnTo>
                  <a:pt x="326410" y="39917"/>
                </a:lnTo>
                <a:cubicBezTo>
                  <a:pt x="291124" y="15914"/>
                  <a:pt x="246352" y="9056"/>
                  <a:pt x="205659" y="22867"/>
                </a:cubicBezTo>
                <a:cubicBezTo>
                  <a:pt x="203003" y="23820"/>
                  <a:pt x="201201" y="26392"/>
                  <a:pt x="201391" y="29344"/>
                </a:cubicBezTo>
                <a:cubicBezTo>
                  <a:pt x="201581" y="32202"/>
                  <a:pt x="203667" y="34583"/>
                  <a:pt x="206418" y="35155"/>
                </a:cubicBezTo>
                <a:cubicBezTo>
                  <a:pt x="238384" y="41917"/>
                  <a:pt x="267884" y="56110"/>
                  <a:pt x="293115" y="76874"/>
                </a:cubicBezTo>
                <a:lnTo>
                  <a:pt x="194372" y="186412"/>
                </a:lnTo>
                <a:lnTo>
                  <a:pt x="134708" y="127357"/>
                </a:lnTo>
                <a:lnTo>
                  <a:pt x="172365" y="93638"/>
                </a:lnTo>
                <a:cubicBezTo>
                  <a:pt x="174926" y="91352"/>
                  <a:pt x="175211" y="87447"/>
                  <a:pt x="172934" y="84780"/>
                </a:cubicBezTo>
                <a:cubicBezTo>
                  <a:pt x="172650" y="84494"/>
                  <a:pt x="145047" y="51823"/>
                  <a:pt x="117350" y="26582"/>
                </a:cubicBezTo>
                <a:cubicBezTo>
                  <a:pt x="85763" y="-2279"/>
                  <a:pt x="42509" y="-8565"/>
                  <a:pt x="18985" y="12295"/>
                </a:cubicBezTo>
                <a:cubicBezTo>
                  <a:pt x="-7290" y="35536"/>
                  <a:pt x="-6246" y="72874"/>
                  <a:pt x="21831" y="112021"/>
                </a:cubicBezTo>
                <a:cubicBezTo>
                  <a:pt x="43647" y="142501"/>
                  <a:pt x="72673" y="173839"/>
                  <a:pt x="73052" y="174124"/>
                </a:cubicBezTo>
                <a:cubicBezTo>
                  <a:pt x="74285" y="175458"/>
                  <a:pt x="75993" y="176125"/>
                  <a:pt x="77700" y="176125"/>
                </a:cubicBezTo>
                <a:cubicBezTo>
                  <a:pt x="79218" y="176125"/>
                  <a:pt x="80736" y="175553"/>
                  <a:pt x="81874" y="174505"/>
                </a:cubicBezTo>
                <a:lnTo>
                  <a:pt x="125223" y="135739"/>
                </a:lnTo>
                <a:lnTo>
                  <a:pt x="185835" y="195841"/>
                </a:lnTo>
                <a:lnTo>
                  <a:pt x="86996" y="305569"/>
                </a:lnTo>
                <a:cubicBezTo>
                  <a:pt x="79408" y="312808"/>
                  <a:pt x="79028" y="325000"/>
                  <a:pt x="86237" y="332716"/>
                </a:cubicBezTo>
                <a:lnTo>
                  <a:pt x="87091" y="333573"/>
                </a:lnTo>
                <a:cubicBezTo>
                  <a:pt x="90790" y="337478"/>
                  <a:pt x="95818" y="339478"/>
                  <a:pt x="100845" y="339478"/>
                </a:cubicBezTo>
                <a:cubicBezTo>
                  <a:pt x="105872" y="339478"/>
                  <a:pt x="110520" y="337669"/>
                  <a:pt x="114504" y="333954"/>
                </a:cubicBezTo>
                <a:lnTo>
                  <a:pt x="213912" y="223559"/>
                </a:lnTo>
                <a:lnTo>
                  <a:pt x="278508" y="287567"/>
                </a:lnTo>
                <a:lnTo>
                  <a:pt x="282397" y="344527"/>
                </a:lnTo>
                <a:cubicBezTo>
                  <a:pt x="282587" y="347098"/>
                  <a:pt x="284294" y="349289"/>
                  <a:pt x="286665" y="350146"/>
                </a:cubicBezTo>
                <a:cubicBezTo>
                  <a:pt x="287329" y="350337"/>
                  <a:pt x="287993" y="350432"/>
                  <a:pt x="288657" y="350432"/>
                </a:cubicBezTo>
                <a:cubicBezTo>
                  <a:pt x="290460" y="350432"/>
                  <a:pt x="292167" y="349670"/>
                  <a:pt x="293400" y="348241"/>
                </a:cubicBezTo>
                <a:lnTo>
                  <a:pt x="349080" y="284138"/>
                </a:lnTo>
                <a:cubicBezTo>
                  <a:pt x="350787" y="282233"/>
                  <a:pt x="351072" y="279376"/>
                  <a:pt x="349934" y="277090"/>
                </a:cubicBezTo>
                <a:cubicBezTo>
                  <a:pt x="348795" y="274804"/>
                  <a:pt x="346329" y="273375"/>
                  <a:pt x="343768" y="273661"/>
                </a:cubicBezTo>
                <a:lnTo>
                  <a:pt x="286950" y="278137"/>
                </a:lnTo>
                <a:lnTo>
                  <a:pt x="222354" y="214129"/>
                </a:lnTo>
                <a:lnTo>
                  <a:pt x="321003" y="104687"/>
                </a:lnTo>
                <a:cubicBezTo>
                  <a:pt x="344906" y="133453"/>
                  <a:pt x="360367" y="167647"/>
                  <a:pt x="365964" y="204509"/>
                </a:cubicBezTo>
                <a:cubicBezTo>
                  <a:pt x="366343" y="207271"/>
                  <a:pt x="368620" y="209462"/>
                  <a:pt x="371560" y="209843"/>
                </a:cubicBezTo>
                <a:cubicBezTo>
                  <a:pt x="371845" y="209843"/>
                  <a:pt x="371940" y="209843"/>
                  <a:pt x="372224" y="209843"/>
                </a:cubicBezTo>
                <a:cubicBezTo>
                  <a:pt x="374880" y="209843"/>
                  <a:pt x="377157" y="208224"/>
                  <a:pt x="378105" y="205843"/>
                </a:cubicBezTo>
                <a:cubicBezTo>
                  <a:pt x="396792" y="158980"/>
                  <a:pt x="387875" y="105163"/>
                  <a:pt x="355625" y="66206"/>
                </a:cubicBezTo>
                <a:close/>
                <a:moveTo>
                  <a:pt x="78269" y="160885"/>
                </a:moveTo>
                <a:cubicBezTo>
                  <a:pt x="69543" y="151169"/>
                  <a:pt x="48770" y="127642"/>
                  <a:pt x="32265" y="104592"/>
                </a:cubicBezTo>
                <a:cubicBezTo>
                  <a:pt x="23349" y="92114"/>
                  <a:pt x="-3401" y="49156"/>
                  <a:pt x="27522" y="21724"/>
                </a:cubicBezTo>
                <a:cubicBezTo>
                  <a:pt x="34636" y="15438"/>
                  <a:pt x="44122" y="12390"/>
                  <a:pt x="54651" y="12390"/>
                </a:cubicBezTo>
                <a:cubicBezTo>
                  <a:pt x="72009" y="12390"/>
                  <a:pt x="92213" y="20581"/>
                  <a:pt x="109002" y="35821"/>
                </a:cubicBezTo>
                <a:cubicBezTo>
                  <a:pt x="129870" y="54871"/>
                  <a:pt x="150833" y="78303"/>
                  <a:pt x="159370" y="88114"/>
                </a:cubicBezTo>
                <a:lnTo>
                  <a:pt x="125697" y="118213"/>
                </a:lnTo>
                <a:lnTo>
                  <a:pt x="85289" y="78208"/>
                </a:lnTo>
                <a:cubicBezTo>
                  <a:pt x="82822" y="75731"/>
                  <a:pt x="78839" y="75731"/>
                  <a:pt x="76372" y="78208"/>
                </a:cubicBezTo>
                <a:cubicBezTo>
                  <a:pt x="73906" y="80684"/>
                  <a:pt x="73906" y="84685"/>
                  <a:pt x="76372" y="87161"/>
                </a:cubicBezTo>
                <a:lnTo>
                  <a:pt x="116116" y="126595"/>
                </a:lnTo>
                <a:lnTo>
                  <a:pt x="78080" y="160694"/>
                </a:lnTo>
                <a:close/>
                <a:moveTo>
                  <a:pt x="329445" y="287472"/>
                </a:moveTo>
                <a:lnTo>
                  <a:pt x="293969" y="328334"/>
                </a:lnTo>
                <a:lnTo>
                  <a:pt x="291313" y="290520"/>
                </a:lnTo>
                <a:lnTo>
                  <a:pt x="329350" y="287472"/>
                </a:lnTo>
                <a:close/>
                <a:moveTo>
                  <a:pt x="350218" y="32297"/>
                </a:moveTo>
                <a:cubicBezTo>
                  <a:pt x="351356" y="31154"/>
                  <a:pt x="352969" y="30487"/>
                  <a:pt x="354676" y="30487"/>
                </a:cubicBezTo>
                <a:lnTo>
                  <a:pt x="354866" y="30487"/>
                </a:lnTo>
                <a:cubicBezTo>
                  <a:pt x="356573" y="30487"/>
                  <a:pt x="358281" y="31249"/>
                  <a:pt x="359324" y="32488"/>
                </a:cubicBezTo>
                <a:lnTo>
                  <a:pt x="360178" y="33345"/>
                </a:lnTo>
                <a:cubicBezTo>
                  <a:pt x="362644" y="36012"/>
                  <a:pt x="362549" y="40108"/>
                  <a:pt x="359609" y="42965"/>
                </a:cubicBezTo>
                <a:lnTo>
                  <a:pt x="347088" y="56872"/>
                </a:lnTo>
                <a:cubicBezTo>
                  <a:pt x="343768" y="53443"/>
                  <a:pt x="340353" y="50395"/>
                  <a:pt x="336749" y="47347"/>
                </a:cubicBezTo>
                <a:lnTo>
                  <a:pt x="350313" y="32297"/>
                </a:lnTo>
                <a:close/>
                <a:moveTo>
                  <a:pt x="105588" y="325096"/>
                </a:moveTo>
                <a:cubicBezTo>
                  <a:pt x="104355" y="326239"/>
                  <a:pt x="102742" y="326905"/>
                  <a:pt x="101129" y="326905"/>
                </a:cubicBezTo>
                <a:cubicBezTo>
                  <a:pt x="99327" y="326905"/>
                  <a:pt x="97715" y="326239"/>
                  <a:pt x="96387" y="324905"/>
                </a:cubicBezTo>
                <a:lnTo>
                  <a:pt x="95533" y="324048"/>
                </a:lnTo>
                <a:cubicBezTo>
                  <a:pt x="93067" y="321381"/>
                  <a:pt x="93256" y="317285"/>
                  <a:pt x="96197" y="314523"/>
                </a:cubicBezTo>
                <a:lnTo>
                  <a:pt x="194941" y="204795"/>
                </a:lnTo>
                <a:lnTo>
                  <a:pt x="204995" y="214701"/>
                </a:lnTo>
                <a:lnTo>
                  <a:pt x="105588" y="325096"/>
                </a:lnTo>
                <a:close/>
                <a:moveTo>
                  <a:pt x="213532" y="205176"/>
                </a:moveTo>
                <a:lnTo>
                  <a:pt x="203478" y="195270"/>
                </a:lnTo>
                <a:lnTo>
                  <a:pt x="302696" y="85066"/>
                </a:lnTo>
                <a:cubicBezTo>
                  <a:pt x="306111" y="88209"/>
                  <a:pt x="309241" y="91447"/>
                  <a:pt x="312466" y="94781"/>
                </a:cubicBezTo>
                <a:lnTo>
                  <a:pt x="312750" y="95067"/>
                </a:lnTo>
                <a:lnTo>
                  <a:pt x="213532" y="205176"/>
                </a:lnTo>
                <a:close/>
                <a:moveTo>
                  <a:pt x="373173" y="177458"/>
                </a:moveTo>
                <a:cubicBezTo>
                  <a:pt x="364826" y="147264"/>
                  <a:pt x="350123" y="119260"/>
                  <a:pt x="329729" y="95067"/>
                </a:cubicBezTo>
                <a:cubicBezTo>
                  <a:pt x="327073" y="92019"/>
                  <a:pt x="324418" y="89066"/>
                  <a:pt x="321667" y="86113"/>
                </a:cubicBezTo>
                <a:cubicBezTo>
                  <a:pt x="321477" y="85923"/>
                  <a:pt x="321287" y="85732"/>
                  <a:pt x="321287" y="85637"/>
                </a:cubicBezTo>
                <a:cubicBezTo>
                  <a:pt x="317968" y="82208"/>
                  <a:pt x="314648" y="78970"/>
                  <a:pt x="311233" y="75731"/>
                </a:cubicBezTo>
                <a:cubicBezTo>
                  <a:pt x="308103" y="72874"/>
                  <a:pt x="304972" y="70016"/>
                  <a:pt x="301747" y="67444"/>
                </a:cubicBezTo>
                <a:cubicBezTo>
                  <a:pt x="281543" y="50585"/>
                  <a:pt x="258494" y="37822"/>
                  <a:pt x="233736" y="29440"/>
                </a:cubicBezTo>
                <a:cubicBezTo>
                  <a:pt x="263047" y="25725"/>
                  <a:pt x="293115" y="32869"/>
                  <a:pt x="317968" y="49347"/>
                </a:cubicBezTo>
                <a:cubicBezTo>
                  <a:pt x="321477" y="51728"/>
                  <a:pt x="324892" y="54300"/>
                  <a:pt x="328212" y="56967"/>
                </a:cubicBezTo>
                <a:cubicBezTo>
                  <a:pt x="331816" y="59824"/>
                  <a:pt x="335421" y="63063"/>
                  <a:pt x="338646" y="66492"/>
                </a:cubicBezTo>
                <a:cubicBezTo>
                  <a:pt x="339310" y="67063"/>
                  <a:pt x="339879" y="67635"/>
                  <a:pt x="340543" y="68397"/>
                </a:cubicBezTo>
                <a:cubicBezTo>
                  <a:pt x="342914" y="70873"/>
                  <a:pt x="345096" y="73350"/>
                  <a:pt x="347088" y="76017"/>
                </a:cubicBezTo>
                <a:cubicBezTo>
                  <a:pt x="370327" y="104782"/>
                  <a:pt x="379623" y="142120"/>
                  <a:pt x="373268" y="17764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9" name="Graphic 245">
            <a:extLst>
              <a:ext uri="{FF2B5EF4-FFF2-40B4-BE49-F238E27FC236}">
                <a16:creationId xmlns:a16="http://schemas.microsoft.com/office/drawing/2014/main" id="{E4BA9C11-2D00-BE85-CF1A-414119D6A360}"/>
              </a:ext>
            </a:extLst>
          </p:cNvPr>
          <p:cNvSpPr/>
          <p:nvPr/>
        </p:nvSpPr>
        <p:spPr>
          <a:xfrm>
            <a:off x="10409974" y="3419646"/>
            <a:ext cx="518159" cy="468272"/>
          </a:xfrm>
          <a:custGeom>
            <a:avLst/>
            <a:gdLst>
              <a:gd name="connsiteX0" fmla="*/ 355625 w 387765"/>
              <a:gd name="connsiteY0" fmla="*/ 66301 h 350432"/>
              <a:gd name="connsiteX1" fmla="*/ 368620 w 387765"/>
              <a:gd name="connsiteY1" fmla="*/ 51919 h 350432"/>
              <a:gd name="connsiteX2" fmla="*/ 369379 w 387765"/>
              <a:gd name="connsiteY2" fmla="*/ 24772 h 350432"/>
              <a:gd name="connsiteX3" fmla="*/ 368525 w 387765"/>
              <a:gd name="connsiteY3" fmla="*/ 23915 h 350432"/>
              <a:gd name="connsiteX4" fmla="*/ 355245 w 387765"/>
              <a:gd name="connsiteY4" fmla="*/ 17914 h 350432"/>
              <a:gd name="connsiteX5" fmla="*/ 341207 w 387765"/>
              <a:gd name="connsiteY5" fmla="*/ 23534 h 350432"/>
              <a:gd name="connsiteX6" fmla="*/ 326410 w 387765"/>
              <a:gd name="connsiteY6" fmla="*/ 39917 h 350432"/>
              <a:gd name="connsiteX7" fmla="*/ 205659 w 387765"/>
              <a:gd name="connsiteY7" fmla="*/ 22867 h 350432"/>
              <a:gd name="connsiteX8" fmla="*/ 201391 w 387765"/>
              <a:gd name="connsiteY8" fmla="*/ 29344 h 350432"/>
              <a:gd name="connsiteX9" fmla="*/ 206418 w 387765"/>
              <a:gd name="connsiteY9" fmla="*/ 35155 h 350432"/>
              <a:gd name="connsiteX10" fmla="*/ 293115 w 387765"/>
              <a:gd name="connsiteY10" fmla="*/ 76874 h 350432"/>
              <a:gd name="connsiteX11" fmla="*/ 194372 w 387765"/>
              <a:gd name="connsiteY11" fmla="*/ 186412 h 350432"/>
              <a:gd name="connsiteX12" fmla="*/ 134708 w 387765"/>
              <a:gd name="connsiteY12" fmla="*/ 127357 h 350432"/>
              <a:gd name="connsiteX13" fmla="*/ 172365 w 387765"/>
              <a:gd name="connsiteY13" fmla="*/ 93638 h 350432"/>
              <a:gd name="connsiteX14" fmla="*/ 172934 w 387765"/>
              <a:gd name="connsiteY14" fmla="*/ 84780 h 350432"/>
              <a:gd name="connsiteX15" fmla="*/ 117350 w 387765"/>
              <a:gd name="connsiteY15" fmla="*/ 26582 h 350432"/>
              <a:gd name="connsiteX16" fmla="*/ 18985 w 387765"/>
              <a:gd name="connsiteY16" fmla="*/ 12295 h 350432"/>
              <a:gd name="connsiteX17" fmla="*/ 21831 w 387765"/>
              <a:gd name="connsiteY17" fmla="*/ 112021 h 350432"/>
              <a:gd name="connsiteX18" fmla="*/ 73052 w 387765"/>
              <a:gd name="connsiteY18" fmla="*/ 174124 h 350432"/>
              <a:gd name="connsiteX19" fmla="*/ 77700 w 387765"/>
              <a:gd name="connsiteY19" fmla="*/ 176125 h 350432"/>
              <a:gd name="connsiteX20" fmla="*/ 81874 w 387765"/>
              <a:gd name="connsiteY20" fmla="*/ 174505 h 350432"/>
              <a:gd name="connsiteX21" fmla="*/ 125223 w 387765"/>
              <a:gd name="connsiteY21" fmla="*/ 135739 h 350432"/>
              <a:gd name="connsiteX22" fmla="*/ 185835 w 387765"/>
              <a:gd name="connsiteY22" fmla="*/ 195841 h 350432"/>
              <a:gd name="connsiteX23" fmla="*/ 86996 w 387765"/>
              <a:gd name="connsiteY23" fmla="*/ 305569 h 350432"/>
              <a:gd name="connsiteX24" fmla="*/ 86237 w 387765"/>
              <a:gd name="connsiteY24" fmla="*/ 332716 h 350432"/>
              <a:gd name="connsiteX25" fmla="*/ 87091 w 387765"/>
              <a:gd name="connsiteY25" fmla="*/ 333573 h 350432"/>
              <a:gd name="connsiteX26" fmla="*/ 100845 w 387765"/>
              <a:gd name="connsiteY26" fmla="*/ 339478 h 350432"/>
              <a:gd name="connsiteX27" fmla="*/ 114504 w 387765"/>
              <a:gd name="connsiteY27" fmla="*/ 333954 h 350432"/>
              <a:gd name="connsiteX28" fmla="*/ 213912 w 387765"/>
              <a:gd name="connsiteY28" fmla="*/ 223559 h 350432"/>
              <a:gd name="connsiteX29" fmla="*/ 278508 w 387765"/>
              <a:gd name="connsiteY29" fmla="*/ 287567 h 350432"/>
              <a:gd name="connsiteX30" fmla="*/ 282397 w 387765"/>
              <a:gd name="connsiteY30" fmla="*/ 344527 h 350432"/>
              <a:gd name="connsiteX31" fmla="*/ 286665 w 387765"/>
              <a:gd name="connsiteY31" fmla="*/ 350146 h 350432"/>
              <a:gd name="connsiteX32" fmla="*/ 288657 w 387765"/>
              <a:gd name="connsiteY32" fmla="*/ 350432 h 350432"/>
              <a:gd name="connsiteX33" fmla="*/ 293400 w 387765"/>
              <a:gd name="connsiteY33" fmla="*/ 348241 h 350432"/>
              <a:gd name="connsiteX34" fmla="*/ 349080 w 387765"/>
              <a:gd name="connsiteY34" fmla="*/ 284138 h 350432"/>
              <a:gd name="connsiteX35" fmla="*/ 349934 w 387765"/>
              <a:gd name="connsiteY35" fmla="*/ 277090 h 350432"/>
              <a:gd name="connsiteX36" fmla="*/ 343768 w 387765"/>
              <a:gd name="connsiteY36" fmla="*/ 273661 h 350432"/>
              <a:gd name="connsiteX37" fmla="*/ 286950 w 387765"/>
              <a:gd name="connsiteY37" fmla="*/ 278137 h 350432"/>
              <a:gd name="connsiteX38" fmla="*/ 222354 w 387765"/>
              <a:gd name="connsiteY38" fmla="*/ 214129 h 350432"/>
              <a:gd name="connsiteX39" fmla="*/ 321003 w 387765"/>
              <a:gd name="connsiteY39" fmla="*/ 104687 h 350432"/>
              <a:gd name="connsiteX40" fmla="*/ 365964 w 387765"/>
              <a:gd name="connsiteY40" fmla="*/ 204509 h 350432"/>
              <a:gd name="connsiteX41" fmla="*/ 371560 w 387765"/>
              <a:gd name="connsiteY41" fmla="*/ 209843 h 350432"/>
              <a:gd name="connsiteX42" fmla="*/ 372224 w 387765"/>
              <a:gd name="connsiteY42" fmla="*/ 209843 h 350432"/>
              <a:gd name="connsiteX43" fmla="*/ 378105 w 387765"/>
              <a:gd name="connsiteY43" fmla="*/ 205843 h 350432"/>
              <a:gd name="connsiteX44" fmla="*/ 355625 w 387765"/>
              <a:gd name="connsiteY44" fmla="*/ 66206 h 350432"/>
              <a:gd name="connsiteX45" fmla="*/ 78269 w 387765"/>
              <a:gd name="connsiteY45" fmla="*/ 160885 h 350432"/>
              <a:gd name="connsiteX46" fmla="*/ 32265 w 387765"/>
              <a:gd name="connsiteY46" fmla="*/ 104592 h 350432"/>
              <a:gd name="connsiteX47" fmla="*/ 27522 w 387765"/>
              <a:gd name="connsiteY47" fmla="*/ 21724 h 350432"/>
              <a:gd name="connsiteX48" fmla="*/ 54651 w 387765"/>
              <a:gd name="connsiteY48" fmla="*/ 12390 h 350432"/>
              <a:gd name="connsiteX49" fmla="*/ 109002 w 387765"/>
              <a:gd name="connsiteY49" fmla="*/ 35821 h 350432"/>
              <a:gd name="connsiteX50" fmla="*/ 159370 w 387765"/>
              <a:gd name="connsiteY50" fmla="*/ 88114 h 350432"/>
              <a:gd name="connsiteX51" fmla="*/ 125697 w 387765"/>
              <a:gd name="connsiteY51" fmla="*/ 118213 h 350432"/>
              <a:gd name="connsiteX52" fmla="*/ 85289 w 387765"/>
              <a:gd name="connsiteY52" fmla="*/ 78208 h 350432"/>
              <a:gd name="connsiteX53" fmla="*/ 76372 w 387765"/>
              <a:gd name="connsiteY53" fmla="*/ 78208 h 350432"/>
              <a:gd name="connsiteX54" fmla="*/ 76372 w 387765"/>
              <a:gd name="connsiteY54" fmla="*/ 87161 h 350432"/>
              <a:gd name="connsiteX55" fmla="*/ 116116 w 387765"/>
              <a:gd name="connsiteY55" fmla="*/ 126595 h 350432"/>
              <a:gd name="connsiteX56" fmla="*/ 78080 w 387765"/>
              <a:gd name="connsiteY56" fmla="*/ 160694 h 350432"/>
              <a:gd name="connsiteX57" fmla="*/ 329445 w 387765"/>
              <a:gd name="connsiteY57" fmla="*/ 287472 h 350432"/>
              <a:gd name="connsiteX58" fmla="*/ 293969 w 387765"/>
              <a:gd name="connsiteY58" fmla="*/ 328334 h 350432"/>
              <a:gd name="connsiteX59" fmla="*/ 291313 w 387765"/>
              <a:gd name="connsiteY59" fmla="*/ 290520 h 350432"/>
              <a:gd name="connsiteX60" fmla="*/ 329350 w 387765"/>
              <a:gd name="connsiteY60" fmla="*/ 287472 h 350432"/>
              <a:gd name="connsiteX61" fmla="*/ 350218 w 387765"/>
              <a:gd name="connsiteY61" fmla="*/ 32297 h 350432"/>
              <a:gd name="connsiteX62" fmla="*/ 354676 w 387765"/>
              <a:gd name="connsiteY62" fmla="*/ 30487 h 350432"/>
              <a:gd name="connsiteX63" fmla="*/ 354866 w 387765"/>
              <a:gd name="connsiteY63" fmla="*/ 30487 h 350432"/>
              <a:gd name="connsiteX64" fmla="*/ 359324 w 387765"/>
              <a:gd name="connsiteY64" fmla="*/ 32488 h 350432"/>
              <a:gd name="connsiteX65" fmla="*/ 360178 w 387765"/>
              <a:gd name="connsiteY65" fmla="*/ 33345 h 350432"/>
              <a:gd name="connsiteX66" fmla="*/ 359609 w 387765"/>
              <a:gd name="connsiteY66" fmla="*/ 42965 h 350432"/>
              <a:gd name="connsiteX67" fmla="*/ 347088 w 387765"/>
              <a:gd name="connsiteY67" fmla="*/ 56872 h 350432"/>
              <a:gd name="connsiteX68" fmla="*/ 336749 w 387765"/>
              <a:gd name="connsiteY68" fmla="*/ 47347 h 350432"/>
              <a:gd name="connsiteX69" fmla="*/ 350313 w 387765"/>
              <a:gd name="connsiteY69" fmla="*/ 32297 h 350432"/>
              <a:gd name="connsiteX70" fmla="*/ 105588 w 387765"/>
              <a:gd name="connsiteY70" fmla="*/ 325096 h 350432"/>
              <a:gd name="connsiteX71" fmla="*/ 101129 w 387765"/>
              <a:gd name="connsiteY71" fmla="*/ 326905 h 350432"/>
              <a:gd name="connsiteX72" fmla="*/ 96387 w 387765"/>
              <a:gd name="connsiteY72" fmla="*/ 324905 h 350432"/>
              <a:gd name="connsiteX73" fmla="*/ 95533 w 387765"/>
              <a:gd name="connsiteY73" fmla="*/ 324048 h 350432"/>
              <a:gd name="connsiteX74" fmla="*/ 96197 w 387765"/>
              <a:gd name="connsiteY74" fmla="*/ 314523 h 350432"/>
              <a:gd name="connsiteX75" fmla="*/ 194941 w 387765"/>
              <a:gd name="connsiteY75" fmla="*/ 204795 h 350432"/>
              <a:gd name="connsiteX76" fmla="*/ 204995 w 387765"/>
              <a:gd name="connsiteY76" fmla="*/ 214701 h 350432"/>
              <a:gd name="connsiteX77" fmla="*/ 105588 w 387765"/>
              <a:gd name="connsiteY77" fmla="*/ 325096 h 350432"/>
              <a:gd name="connsiteX78" fmla="*/ 213532 w 387765"/>
              <a:gd name="connsiteY78" fmla="*/ 205176 h 350432"/>
              <a:gd name="connsiteX79" fmla="*/ 203478 w 387765"/>
              <a:gd name="connsiteY79" fmla="*/ 195270 h 350432"/>
              <a:gd name="connsiteX80" fmla="*/ 302696 w 387765"/>
              <a:gd name="connsiteY80" fmla="*/ 85066 h 350432"/>
              <a:gd name="connsiteX81" fmla="*/ 312466 w 387765"/>
              <a:gd name="connsiteY81" fmla="*/ 94781 h 350432"/>
              <a:gd name="connsiteX82" fmla="*/ 312750 w 387765"/>
              <a:gd name="connsiteY82" fmla="*/ 95067 h 350432"/>
              <a:gd name="connsiteX83" fmla="*/ 213532 w 387765"/>
              <a:gd name="connsiteY83" fmla="*/ 205176 h 350432"/>
              <a:gd name="connsiteX84" fmla="*/ 373173 w 387765"/>
              <a:gd name="connsiteY84" fmla="*/ 177458 h 350432"/>
              <a:gd name="connsiteX85" fmla="*/ 329729 w 387765"/>
              <a:gd name="connsiteY85" fmla="*/ 95067 h 350432"/>
              <a:gd name="connsiteX86" fmla="*/ 321667 w 387765"/>
              <a:gd name="connsiteY86" fmla="*/ 86113 h 350432"/>
              <a:gd name="connsiteX87" fmla="*/ 321287 w 387765"/>
              <a:gd name="connsiteY87" fmla="*/ 85637 h 350432"/>
              <a:gd name="connsiteX88" fmla="*/ 311233 w 387765"/>
              <a:gd name="connsiteY88" fmla="*/ 75731 h 350432"/>
              <a:gd name="connsiteX89" fmla="*/ 301747 w 387765"/>
              <a:gd name="connsiteY89" fmla="*/ 67444 h 350432"/>
              <a:gd name="connsiteX90" fmla="*/ 233736 w 387765"/>
              <a:gd name="connsiteY90" fmla="*/ 29440 h 350432"/>
              <a:gd name="connsiteX91" fmla="*/ 317968 w 387765"/>
              <a:gd name="connsiteY91" fmla="*/ 49347 h 350432"/>
              <a:gd name="connsiteX92" fmla="*/ 328212 w 387765"/>
              <a:gd name="connsiteY92" fmla="*/ 56967 h 350432"/>
              <a:gd name="connsiteX93" fmla="*/ 338646 w 387765"/>
              <a:gd name="connsiteY93" fmla="*/ 66492 h 350432"/>
              <a:gd name="connsiteX94" fmla="*/ 340543 w 387765"/>
              <a:gd name="connsiteY94" fmla="*/ 68397 h 350432"/>
              <a:gd name="connsiteX95" fmla="*/ 347088 w 387765"/>
              <a:gd name="connsiteY95" fmla="*/ 76017 h 350432"/>
              <a:gd name="connsiteX96" fmla="*/ 373268 w 387765"/>
              <a:gd name="connsiteY96" fmla="*/ 177649 h 350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</a:cxnLst>
            <a:rect l="l" t="t" r="r" b="b"/>
            <a:pathLst>
              <a:path w="387765" h="350432">
                <a:moveTo>
                  <a:pt x="355625" y="66301"/>
                </a:moveTo>
                <a:lnTo>
                  <a:pt x="368620" y="51919"/>
                </a:lnTo>
                <a:cubicBezTo>
                  <a:pt x="376303" y="44680"/>
                  <a:pt x="376588" y="32488"/>
                  <a:pt x="369379" y="24772"/>
                </a:cubicBezTo>
                <a:lnTo>
                  <a:pt x="368525" y="23915"/>
                </a:lnTo>
                <a:cubicBezTo>
                  <a:pt x="365110" y="20200"/>
                  <a:pt x="360367" y="18105"/>
                  <a:pt x="355245" y="17914"/>
                </a:cubicBezTo>
                <a:cubicBezTo>
                  <a:pt x="350123" y="17724"/>
                  <a:pt x="345286" y="19629"/>
                  <a:pt x="341207" y="23534"/>
                </a:cubicBezTo>
                <a:lnTo>
                  <a:pt x="326410" y="39917"/>
                </a:lnTo>
                <a:cubicBezTo>
                  <a:pt x="291124" y="15914"/>
                  <a:pt x="246352" y="9056"/>
                  <a:pt x="205659" y="22867"/>
                </a:cubicBezTo>
                <a:cubicBezTo>
                  <a:pt x="203003" y="23820"/>
                  <a:pt x="201201" y="26392"/>
                  <a:pt x="201391" y="29344"/>
                </a:cubicBezTo>
                <a:cubicBezTo>
                  <a:pt x="201581" y="32202"/>
                  <a:pt x="203667" y="34583"/>
                  <a:pt x="206418" y="35155"/>
                </a:cubicBezTo>
                <a:cubicBezTo>
                  <a:pt x="238384" y="41917"/>
                  <a:pt x="267884" y="56110"/>
                  <a:pt x="293115" y="76874"/>
                </a:cubicBezTo>
                <a:lnTo>
                  <a:pt x="194372" y="186412"/>
                </a:lnTo>
                <a:lnTo>
                  <a:pt x="134708" y="127357"/>
                </a:lnTo>
                <a:lnTo>
                  <a:pt x="172365" y="93638"/>
                </a:lnTo>
                <a:cubicBezTo>
                  <a:pt x="174926" y="91352"/>
                  <a:pt x="175211" y="87447"/>
                  <a:pt x="172934" y="84780"/>
                </a:cubicBezTo>
                <a:cubicBezTo>
                  <a:pt x="172650" y="84494"/>
                  <a:pt x="145047" y="51823"/>
                  <a:pt x="117350" y="26582"/>
                </a:cubicBezTo>
                <a:cubicBezTo>
                  <a:pt x="85763" y="-2279"/>
                  <a:pt x="42509" y="-8565"/>
                  <a:pt x="18985" y="12295"/>
                </a:cubicBezTo>
                <a:cubicBezTo>
                  <a:pt x="-7290" y="35536"/>
                  <a:pt x="-6246" y="72874"/>
                  <a:pt x="21831" y="112021"/>
                </a:cubicBezTo>
                <a:cubicBezTo>
                  <a:pt x="43647" y="142501"/>
                  <a:pt x="72673" y="173839"/>
                  <a:pt x="73052" y="174124"/>
                </a:cubicBezTo>
                <a:cubicBezTo>
                  <a:pt x="74285" y="175458"/>
                  <a:pt x="75993" y="176125"/>
                  <a:pt x="77700" y="176125"/>
                </a:cubicBezTo>
                <a:cubicBezTo>
                  <a:pt x="79218" y="176125"/>
                  <a:pt x="80736" y="175553"/>
                  <a:pt x="81874" y="174505"/>
                </a:cubicBezTo>
                <a:lnTo>
                  <a:pt x="125223" y="135739"/>
                </a:lnTo>
                <a:lnTo>
                  <a:pt x="185835" y="195841"/>
                </a:lnTo>
                <a:lnTo>
                  <a:pt x="86996" y="305569"/>
                </a:lnTo>
                <a:cubicBezTo>
                  <a:pt x="79408" y="312808"/>
                  <a:pt x="79028" y="325000"/>
                  <a:pt x="86237" y="332716"/>
                </a:cubicBezTo>
                <a:lnTo>
                  <a:pt x="87091" y="333573"/>
                </a:lnTo>
                <a:cubicBezTo>
                  <a:pt x="90790" y="337478"/>
                  <a:pt x="95818" y="339478"/>
                  <a:pt x="100845" y="339478"/>
                </a:cubicBezTo>
                <a:cubicBezTo>
                  <a:pt x="105872" y="339478"/>
                  <a:pt x="110520" y="337669"/>
                  <a:pt x="114504" y="333954"/>
                </a:cubicBezTo>
                <a:lnTo>
                  <a:pt x="213912" y="223559"/>
                </a:lnTo>
                <a:lnTo>
                  <a:pt x="278508" y="287567"/>
                </a:lnTo>
                <a:lnTo>
                  <a:pt x="282397" y="344527"/>
                </a:lnTo>
                <a:cubicBezTo>
                  <a:pt x="282587" y="347098"/>
                  <a:pt x="284294" y="349289"/>
                  <a:pt x="286665" y="350146"/>
                </a:cubicBezTo>
                <a:cubicBezTo>
                  <a:pt x="287329" y="350337"/>
                  <a:pt x="287993" y="350432"/>
                  <a:pt x="288657" y="350432"/>
                </a:cubicBezTo>
                <a:cubicBezTo>
                  <a:pt x="290460" y="350432"/>
                  <a:pt x="292167" y="349670"/>
                  <a:pt x="293400" y="348241"/>
                </a:cubicBezTo>
                <a:lnTo>
                  <a:pt x="349080" y="284138"/>
                </a:lnTo>
                <a:cubicBezTo>
                  <a:pt x="350787" y="282233"/>
                  <a:pt x="351072" y="279376"/>
                  <a:pt x="349934" y="277090"/>
                </a:cubicBezTo>
                <a:cubicBezTo>
                  <a:pt x="348795" y="274804"/>
                  <a:pt x="346329" y="273375"/>
                  <a:pt x="343768" y="273661"/>
                </a:cubicBezTo>
                <a:lnTo>
                  <a:pt x="286950" y="278137"/>
                </a:lnTo>
                <a:lnTo>
                  <a:pt x="222354" y="214129"/>
                </a:lnTo>
                <a:lnTo>
                  <a:pt x="321003" y="104687"/>
                </a:lnTo>
                <a:cubicBezTo>
                  <a:pt x="344906" y="133453"/>
                  <a:pt x="360367" y="167647"/>
                  <a:pt x="365964" y="204509"/>
                </a:cubicBezTo>
                <a:cubicBezTo>
                  <a:pt x="366343" y="207271"/>
                  <a:pt x="368620" y="209462"/>
                  <a:pt x="371560" y="209843"/>
                </a:cubicBezTo>
                <a:cubicBezTo>
                  <a:pt x="371845" y="209843"/>
                  <a:pt x="371940" y="209843"/>
                  <a:pt x="372224" y="209843"/>
                </a:cubicBezTo>
                <a:cubicBezTo>
                  <a:pt x="374880" y="209843"/>
                  <a:pt x="377157" y="208224"/>
                  <a:pt x="378105" y="205843"/>
                </a:cubicBezTo>
                <a:cubicBezTo>
                  <a:pt x="396792" y="158980"/>
                  <a:pt x="387875" y="105163"/>
                  <a:pt x="355625" y="66206"/>
                </a:cubicBezTo>
                <a:close/>
                <a:moveTo>
                  <a:pt x="78269" y="160885"/>
                </a:moveTo>
                <a:cubicBezTo>
                  <a:pt x="69543" y="151169"/>
                  <a:pt x="48770" y="127642"/>
                  <a:pt x="32265" y="104592"/>
                </a:cubicBezTo>
                <a:cubicBezTo>
                  <a:pt x="23349" y="92114"/>
                  <a:pt x="-3401" y="49156"/>
                  <a:pt x="27522" y="21724"/>
                </a:cubicBezTo>
                <a:cubicBezTo>
                  <a:pt x="34636" y="15438"/>
                  <a:pt x="44122" y="12390"/>
                  <a:pt x="54651" y="12390"/>
                </a:cubicBezTo>
                <a:cubicBezTo>
                  <a:pt x="72009" y="12390"/>
                  <a:pt x="92213" y="20581"/>
                  <a:pt x="109002" y="35821"/>
                </a:cubicBezTo>
                <a:cubicBezTo>
                  <a:pt x="129870" y="54871"/>
                  <a:pt x="150833" y="78303"/>
                  <a:pt x="159370" y="88114"/>
                </a:cubicBezTo>
                <a:lnTo>
                  <a:pt x="125697" y="118213"/>
                </a:lnTo>
                <a:lnTo>
                  <a:pt x="85289" y="78208"/>
                </a:lnTo>
                <a:cubicBezTo>
                  <a:pt x="82822" y="75731"/>
                  <a:pt x="78839" y="75731"/>
                  <a:pt x="76372" y="78208"/>
                </a:cubicBezTo>
                <a:cubicBezTo>
                  <a:pt x="73906" y="80684"/>
                  <a:pt x="73906" y="84685"/>
                  <a:pt x="76372" y="87161"/>
                </a:cubicBezTo>
                <a:lnTo>
                  <a:pt x="116116" y="126595"/>
                </a:lnTo>
                <a:lnTo>
                  <a:pt x="78080" y="160694"/>
                </a:lnTo>
                <a:close/>
                <a:moveTo>
                  <a:pt x="329445" y="287472"/>
                </a:moveTo>
                <a:lnTo>
                  <a:pt x="293969" y="328334"/>
                </a:lnTo>
                <a:lnTo>
                  <a:pt x="291313" y="290520"/>
                </a:lnTo>
                <a:lnTo>
                  <a:pt x="329350" y="287472"/>
                </a:lnTo>
                <a:close/>
                <a:moveTo>
                  <a:pt x="350218" y="32297"/>
                </a:moveTo>
                <a:cubicBezTo>
                  <a:pt x="351356" y="31154"/>
                  <a:pt x="352969" y="30487"/>
                  <a:pt x="354676" y="30487"/>
                </a:cubicBezTo>
                <a:lnTo>
                  <a:pt x="354866" y="30487"/>
                </a:lnTo>
                <a:cubicBezTo>
                  <a:pt x="356573" y="30487"/>
                  <a:pt x="358281" y="31249"/>
                  <a:pt x="359324" y="32488"/>
                </a:cubicBezTo>
                <a:lnTo>
                  <a:pt x="360178" y="33345"/>
                </a:lnTo>
                <a:cubicBezTo>
                  <a:pt x="362644" y="36012"/>
                  <a:pt x="362549" y="40108"/>
                  <a:pt x="359609" y="42965"/>
                </a:cubicBezTo>
                <a:lnTo>
                  <a:pt x="347088" y="56872"/>
                </a:lnTo>
                <a:cubicBezTo>
                  <a:pt x="343768" y="53443"/>
                  <a:pt x="340353" y="50395"/>
                  <a:pt x="336749" y="47347"/>
                </a:cubicBezTo>
                <a:lnTo>
                  <a:pt x="350313" y="32297"/>
                </a:lnTo>
                <a:close/>
                <a:moveTo>
                  <a:pt x="105588" y="325096"/>
                </a:moveTo>
                <a:cubicBezTo>
                  <a:pt x="104355" y="326239"/>
                  <a:pt x="102742" y="326905"/>
                  <a:pt x="101129" y="326905"/>
                </a:cubicBezTo>
                <a:cubicBezTo>
                  <a:pt x="99327" y="326905"/>
                  <a:pt x="97715" y="326239"/>
                  <a:pt x="96387" y="324905"/>
                </a:cubicBezTo>
                <a:lnTo>
                  <a:pt x="95533" y="324048"/>
                </a:lnTo>
                <a:cubicBezTo>
                  <a:pt x="93067" y="321381"/>
                  <a:pt x="93256" y="317285"/>
                  <a:pt x="96197" y="314523"/>
                </a:cubicBezTo>
                <a:lnTo>
                  <a:pt x="194941" y="204795"/>
                </a:lnTo>
                <a:lnTo>
                  <a:pt x="204995" y="214701"/>
                </a:lnTo>
                <a:lnTo>
                  <a:pt x="105588" y="325096"/>
                </a:lnTo>
                <a:close/>
                <a:moveTo>
                  <a:pt x="213532" y="205176"/>
                </a:moveTo>
                <a:lnTo>
                  <a:pt x="203478" y="195270"/>
                </a:lnTo>
                <a:lnTo>
                  <a:pt x="302696" y="85066"/>
                </a:lnTo>
                <a:cubicBezTo>
                  <a:pt x="306111" y="88209"/>
                  <a:pt x="309241" y="91447"/>
                  <a:pt x="312466" y="94781"/>
                </a:cubicBezTo>
                <a:lnTo>
                  <a:pt x="312750" y="95067"/>
                </a:lnTo>
                <a:lnTo>
                  <a:pt x="213532" y="205176"/>
                </a:lnTo>
                <a:close/>
                <a:moveTo>
                  <a:pt x="373173" y="177458"/>
                </a:moveTo>
                <a:cubicBezTo>
                  <a:pt x="364826" y="147264"/>
                  <a:pt x="350123" y="119260"/>
                  <a:pt x="329729" y="95067"/>
                </a:cubicBezTo>
                <a:cubicBezTo>
                  <a:pt x="327073" y="92019"/>
                  <a:pt x="324418" y="89066"/>
                  <a:pt x="321667" y="86113"/>
                </a:cubicBezTo>
                <a:cubicBezTo>
                  <a:pt x="321477" y="85923"/>
                  <a:pt x="321287" y="85732"/>
                  <a:pt x="321287" y="85637"/>
                </a:cubicBezTo>
                <a:cubicBezTo>
                  <a:pt x="317968" y="82208"/>
                  <a:pt x="314648" y="78970"/>
                  <a:pt x="311233" y="75731"/>
                </a:cubicBezTo>
                <a:cubicBezTo>
                  <a:pt x="308103" y="72874"/>
                  <a:pt x="304972" y="70016"/>
                  <a:pt x="301747" y="67444"/>
                </a:cubicBezTo>
                <a:cubicBezTo>
                  <a:pt x="281543" y="50585"/>
                  <a:pt x="258494" y="37822"/>
                  <a:pt x="233736" y="29440"/>
                </a:cubicBezTo>
                <a:cubicBezTo>
                  <a:pt x="263047" y="25725"/>
                  <a:pt x="293115" y="32869"/>
                  <a:pt x="317968" y="49347"/>
                </a:cubicBezTo>
                <a:cubicBezTo>
                  <a:pt x="321477" y="51728"/>
                  <a:pt x="324892" y="54300"/>
                  <a:pt x="328212" y="56967"/>
                </a:cubicBezTo>
                <a:cubicBezTo>
                  <a:pt x="331816" y="59824"/>
                  <a:pt x="335421" y="63063"/>
                  <a:pt x="338646" y="66492"/>
                </a:cubicBezTo>
                <a:cubicBezTo>
                  <a:pt x="339310" y="67063"/>
                  <a:pt x="339879" y="67635"/>
                  <a:pt x="340543" y="68397"/>
                </a:cubicBezTo>
                <a:cubicBezTo>
                  <a:pt x="342914" y="70873"/>
                  <a:pt x="345096" y="73350"/>
                  <a:pt x="347088" y="76017"/>
                </a:cubicBezTo>
                <a:cubicBezTo>
                  <a:pt x="370327" y="104782"/>
                  <a:pt x="379623" y="142120"/>
                  <a:pt x="373268" y="17764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0" name="Graphic 245">
            <a:extLst>
              <a:ext uri="{FF2B5EF4-FFF2-40B4-BE49-F238E27FC236}">
                <a16:creationId xmlns:a16="http://schemas.microsoft.com/office/drawing/2014/main" id="{E5C30F48-2187-B417-8572-F7BEC7B6D6AF}"/>
              </a:ext>
            </a:extLst>
          </p:cNvPr>
          <p:cNvSpPr/>
          <p:nvPr/>
        </p:nvSpPr>
        <p:spPr>
          <a:xfrm>
            <a:off x="11067199" y="3419646"/>
            <a:ext cx="518159" cy="468272"/>
          </a:xfrm>
          <a:custGeom>
            <a:avLst/>
            <a:gdLst>
              <a:gd name="connsiteX0" fmla="*/ 355625 w 387765"/>
              <a:gd name="connsiteY0" fmla="*/ 66301 h 350432"/>
              <a:gd name="connsiteX1" fmla="*/ 368620 w 387765"/>
              <a:gd name="connsiteY1" fmla="*/ 51919 h 350432"/>
              <a:gd name="connsiteX2" fmla="*/ 369379 w 387765"/>
              <a:gd name="connsiteY2" fmla="*/ 24772 h 350432"/>
              <a:gd name="connsiteX3" fmla="*/ 368525 w 387765"/>
              <a:gd name="connsiteY3" fmla="*/ 23915 h 350432"/>
              <a:gd name="connsiteX4" fmla="*/ 355245 w 387765"/>
              <a:gd name="connsiteY4" fmla="*/ 17914 h 350432"/>
              <a:gd name="connsiteX5" fmla="*/ 341207 w 387765"/>
              <a:gd name="connsiteY5" fmla="*/ 23534 h 350432"/>
              <a:gd name="connsiteX6" fmla="*/ 326410 w 387765"/>
              <a:gd name="connsiteY6" fmla="*/ 39917 h 350432"/>
              <a:gd name="connsiteX7" fmla="*/ 205659 w 387765"/>
              <a:gd name="connsiteY7" fmla="*/ 22867 h 350432"/>
              <a:gd name="connsiteX8" fmla="*/ 201391 w 387765"/>
              <a:gd name="connsiteY8" fmla="*/ 29344 h 350432"/>
              <a:gd name="connsiteX9" fmla="*/ 206418 w 387765"/>
              <a:gd name="connsiteY9" fmla="*/ 35155 h 350432"/>
              <a:gd name="connsiteX10" fmla="*/ 293115 w 387765"/>
              <a:gd name="connsiteY10" fmla="*/ 76874 h 350432"/>
              <a:gd name="connsiteX11" fmla="*/ 194372 w 387765"/>
              <a:gd name="connsiteY11" fmla="*/ 186412 h 350432"/>
              <a:gd name="connsiteX12" fmla="*/ 134708 w 387765"/>
              <a:gd name="connsiteY12" fmla="*/ 127357 h 350432"/>
              <a:gd name="connsiteX13" fmla="*/ 172365 w 387765"/>
              <a:gd name="connsiteY13" fmla="*/ 93638 h 350432"/>
              <a:gd name="connsiteX14" fmla="*/ 172934 w 387765"/>
              <a:gd name="connsiteY14" fmla="*/ 84780 h 350432"/>
              <a:gd name="connsiteX15" fmla="*/ 117350 w 387765"/>
              <a:gd name="connsiteY15" fmla="*/ 26582 h 350432"/>
              <a:gd name="connsiteX16" fmla="*/ 18985 w 387765"/>
              <a:gd name="connsiteY16" fmla="*/ 12295 h 350432"/>
              <a:gd name="connsiteX17" fmla="*/ 21831 w 387765"/>
              <a:gd name="connsiteY17" fmla="*/ 112021 h 350432"/>
              <a:gd name="connsiteX18" fmla="*/ 73052 w 387765"/>
              <a:gd name="connsiteY18" fmla="*/ 174124 h 350432"/>
              <a:gd name="connsiteX19" fmla="*/ 77700 w 387765"/>
              <a:gd name="connsiteY19" fmla="*/ 176125 h 350432"/>
              <a:gd name="connsiteX20" fmla="*/ 81874 w 387765"/>
              <a:gd name="connsiteY20" fmla="*/ 174505 h 350432"/>
              <a:gd name="connsiteX21" fmla="*/ 125223 w 387765"/>
              <a:gd name="connsiteY21" fmla="*/ 135739 h 350432"/>
              <a:gd name="connsiteX22" fmla="*/ 185835 w 387765"/>
              <a:gd name="connsiteY22" fmla="*/ 195841 h 350432"/>
              <a:gd name="connsiteX23" fmla="*/ 86996 w 387765"/>
              <a:gd name="connsiteY23" fmla="*/ 305569 h 350432"/>
              <a:gd name="connsiteX24" fmla="*/ 86237 w 387765"/>
              <a:gd name="connsiteY24" fmla="*/ 332716 h 350432"/>
              <a:gd name="connsiteX25" fmla="*/ 87091 w 387765"/>
              <a:gd name="connsiteY25" fmla="*/ 333573 h 350432"/>
              <a:gd name="connsiteX26" fmla="*/ 100845 w 387765"/>
              <a:gd name="connsiteY26" fmla="*/ 339478 h 350432"/>
              <a:gd name="connsiteX27" fmla="*/ 114504 w 387765"/>
              <a:gd name="connsiteY27" fmla="*/ 333954 h 350432"/>
              <a:gd name="connsiteX28" fmla="*/ 213912 w 387765"/>
              <a:gd name="connsiteY28" fmla="*/ 223559 h 350432"/>
              <a:gd name="connsiteX29" fmla="*/ 278508 w 387765"/>
              <a:gd name="connsiteY29" fmla="*/ 287567 h 350432"/>
              <a:gd name="connsiteX30" fmla="*/ 282397 w 387765"/>
              <a:gd name="connsiteY30" fmla="*/ 344527 h 350432"/>
              <a:gd name="connsiteX31" fmla="*/ 286665 w 387765"/>
              <a:gd name="connsiteY31" fmla="*/ 350146 h 350432"/>
              <a:gd name="connsiteX32" fmla="*/ 288657 w 387765"/>
              <a:gd name="connsiteY32" fmla="*/ 350432 h 350432"/>
              <a:gd name="connsiteX33" fmla="*/ 293400 w 387765"/>
              <a:gd name="connsiteY33" fmla="*/ 348241 h 350432"/>
              <a:gd name="connsiteX34" fmla="*/ 349080 w 387765"/>
              <a:gd name="connsiteY34" fmla="*/ 284138 h 350432"/>
              <a:gd name="connsiteX35" fmla="*/ 349934 w 387765"/>
              <a:gd name="connsiteY35" fmla="*/ 277090 h 350432"/>
              <a:gd name="connsiteX36" fmla="*/ 343768 w 387765"/>
              <a:gd name="connsiteY36" fmla="*/ 273661 h 350432"/>
              <a:gd name="connsiteX37" fmla="*/ 286950 w 387765"/>
              <a:gd name="connsiteY37" fmla="*/ 278137 h 350432"/>
              <a:gd name="connsiteX38" fmla="*/ 222354 w 387765"/>
              <a:gd name="connsiteY38" fmla="*/ 214129 h 350432"/>
              <a:gd name="connsiteX39" fmla="*/ 321003 w 387765"/>
              <a:gd name="connsiteY39" fmla="*/ 104687 h 350432"/>
              <a:gd name="connsiteX40" fmla="*/ 365964 w 387765"/>
              <a:gd name="connsiteY40" fmla="*/ 204509 h 350432"/>
              <a:gd name="connsiteX41" fmla="*/ 371560 w 387765"/>
              <a:gd name="connsiteY41" fmla="*/ 209843 h 350432"/>
              <a:gd name="connsiteX42" fmla="*/ 372224 w 387765"/>
              <a:gd name="connsiteY42" fmla="*/ 209843 h 350432"/>
              <a:gd name="connsiteX43" fmla="*/ 378105 w 387765"/>
              <a:gd name="connsiteY43" fmla="*/ 205843 h 350432"/>
              <a:gd name="connsiteX44" fmla="*/ 355625 w 387765"/>
              <a:gd name="connsiteY44" fmla="*/ 66206 h 350432"/>
              <a:gd name="connsiteX45" fmla="*/ 78269 w 387765"/>
              <a:gd name="connsiteY45" fmla="*/ 160885 h 350432"/>
              <a:gd name="connsiteX46" fmla="*/ 32265 w 387765"/>
              <a:gd name="connsiteY46" fmla="*/ 104592 h 350432"/>
              <a:gd name="connsiteX47" fmla="*/ 27522 w 387765"/>
              <a:gd name="connsiteY47" fmla="*/ 21724 h 350432"/>
              <a:gd name="connsiteX48" fmla="*/ 54651 w 387765"/>
              <a:gd name="connsiteY48" fmla="*/ 12390 h 350432"/>
              <a:gd name="connsiteX49" fmla="*/ 109002 w 387765"/>
              <a:gd name="connsiteY49" fmla="*/ 35821 h 350432"/>
              <a:gd name="connsiteX50" fmla="*/ 159370 w 387765"/>
              <a:gd name="connsiteY50" fmla="*/ 88114 h 350432"/>
              <a:gd name="connsiteX51" fmla="*/ 125697 w 387765"/>
              <a:gd name="connsiteY51" fmla="*/ 118213 h 350432"/>
              <a:gd name="connsiteX52" fmla="*/ 85289 w 387765"/>
              <a:gd name="connsiteY52" fmla="*/ 78208 h 350432"/>
              <a:gd name="connsiteX53" fmla="*/ 76372 w 387765"/>
              <a:gd name="connsiteY53" fmla="*/ 78208 h 350432"/>
              <a:gd name="connsiteX54" fmla="*/ 76372 w 387765"/>
              <a:gd name="connsiteY54" fmla="*/ 87161 h 350432"/>
              <a:gd name="connsiteX55" fmla="*/ 116116 w 387765"/>
              <a:gd name="connsiteY55" fmla="*/ 126595 h 350432"/>
              <a:gd name="connsiteX56" fmla="*/ 78080 w 387765"/>
              <a:gd name="connsiteY56" fmla="*/ 160694 h 350432"/>
              <a:gd name="connsiteX57" fmla="*/ 329445 w 387765"/>
              <a:gd name="connsiteY57" fmla="*/ 287472 h 350432"/>
              <a:gd name="connsiteX58" fmla="*/ 293969 w 387765"/>
              <a:gd name="connsiteY58" fmla="*/ 328334 h 350432"/>
              <a:gd name="connsiteX59" fmla="*/ 291313 w 387765"/>
              <a:gd name="connsiteY59" fmla="*/ 290520 h 350432"/>
              <a:gd name="connsiteX60" fmla="*/ 329350 w 387765"/>
              <a:gd name="connsiteY60" fmla="*/ 287472 h 350432"/>
              <a:gd name="connsiteX61" fmla="*/ 350218 w 387765"/>
              <a:gd name="connsiteY61" fmla="*/ 32297 h 350432"/>
              <a:gd name="connsiteX62" fmla="*/ 354676 w 387765"/>
              <a:gd name="connsiteY62" fmla="*/ 30487 h 350432"/>
              <a:gd name="connsiteX63" fmla="*/ 354866 w 387765"/>
              <a:gd name="connsiteY63" fmla="*/ 30487 h 350432"/>
              <a:gd name="connsiteX64" fmla="*/ 359324 w 387765"/>
              <a:gd name="connsiteY64" fmla="*/ 32488 h 350432"/>
              <a:gd name="connsiteX65" fmla="*/ 360178 w 387765"/>
              <a:gd name="connsiteY65" fmla="*/ 33345 h 350432"/>
              <a:gd name="connsiteX66" fmla="*/ 359609 w 387765"/>
              <a:gd name="connsiteY66" fmla="*/ 42965 h 350432"/>
              <a:gd name="connsiteX67" fmla="*/ 347088 w 387765"/>
              <a:gd name="connsiteY67" fmla="*/ 56872 h 350432"/>
              <a:gd name="connsiteX68" fmla="*/ 336749 w 387765"/>
              <a:gd name="connsiteY68" fmla="*/ 47347 h 350432"/>
              <a:gd name="connsiteX69" fmla="*/ 350313 w 387765"/>
              <a:gd name="connsiteY69" fmla="*/ 32297 h 350432"/>
              <a:gd name="connsiteX70" fmla="*/ 105588 w 387765"/>
              <a:gd name="connsiteY70" fmla="*/ 325096 h 350432"/>
              <a:gd name="connsiteX71" fmla="*/ 101129 w 387765"/>
              <a:gd name="connsiteY71" fmla="*/ 326905 h 350432"/>
              <a:gd name="connsiteX72" fmla="*/ 96387 w 387765"/>
              <a:gd name="connsiteY72" fmla="*/ 324905 h 350432"/>
              <a:gd name="connsiteX73" fmla="*/ 95533 w 387765"/>
              <a:gd name="connsiteY73" fmla="*/ 324048 h 350432"/>
              <a:gd name="connsiteX74" fmla="*/ 96197 w 387765"/>
              <a:gd name="connsiteY74" fmla="*/ 314523 h 350432"/>
              <a:gd name="connsiteX75" fmla="*/ 194941 w 387765"/>
              <a:gd name="connsiteY75" fmla="*/ 204795 h 350432"/>
              <a:gd name="connsiteX76" fmla="*/ 204995 w 387765"/>
              <a:gd name="connsiteY76" fmla="*/ 214701 h 350432"/>
              <a:gd name="connsiteX77" fmla="*/ 105588 w 387765"/>
              <a:gd name="connsiteY77" fmla="*/ 325096 h 350432"/>
              <a:gd name="connsiteX78" fmla="*/ 213532 w 387765"/>
              <a:gd name="connsiteY78" fmla="*/ 205176 h 350432"/>
              <a:gd name="connsiteX79" fmla="*/ 203478 w 387765"/>
              <a:gd name="connsiteY79" fmla="*/ 195270 h 350432"/>
              <a:gd name="connsiteX80" fmla="*/ 302696 w 387765"/>
              <a:gd name="connsiteY80" fmla="*/ 85066 h 350432"/>
              <a:gd name="connsiteX81" fmla="*/ 312466 w 387765"/>
              <a:gd name="connsiteY81" fmla="*/ 94781 h 350432"/>
              <a:gd name="connsiteX82" fmla="*/ 312750 w 387765"/>
              <a:gd name="connsiteY82" fmla="*/ 95067 h 350432"/>
              <a:gd name="connsiteX83" fmla="*/ 213532 w 387765"/>
              <a:gd name="connsiteY83" fmla="*/ 205176 h 350432"/>
              <a:gd name="connsiteX84" fmla="*/ 373173 w 387765"/>
              <a:gd name="connsiteY84" fmla="*/ 177458 h 350432"/>
              <a:gd name="connsiteX85" fmla="*/ 329729 w 387765"/>
              <a:gd name="connsiteY85" fmla="*/ 95067 h 350432"/>
              <a:gd name="connsiteX86" fmla="*/ 321667 w 387765"/>
              <a:gd name="connsiteY86" fmla="*/ 86113 h 350432"/>
              <a:gd name="connsiteX87" fmla="*/ 321287 w 387765"/>
              <a:gd name="connsiteY87" fmla="*/ 85637 h 350432"/>
              <a:gd name="connsiteX88" fmla="*/ 311233 w 387765"/>
              <a:gd name="connsiteY88" fmla="*/ 75731 h 350432"/>
              <a:gd name="connsiteX89" fmla="*/ 301747 w 387765"/>
              <a:gd name="connsiteY89" fmla="*/ 67444 h 350432"/>
              <a:gd name="connsiteX90" fmla="*/ 233736 w 387765"/>
              <a:gd name="connsiteY90" fmla="*/ 29440 h 350432"/>
              <a:gd name="connsiteX91" fmla="*/ 317968 w 387765"/>
              <a:gd name="connsiteY91" fmla="*/ 49347 h 350432"/>
              <a:gd name="connsiteX92" fmla="*/ 328212 w 387765"/>
              <a:gd name="connsiteY92" fmla="*/ 56967 h 350432"/>
              <a:gd name="connsiteX93" fmla="*/ 338646 w 387765"/>
              <a:gd name="connsiteY93" fmla="*/ 66492 h 350432"/>
              <a:gd name="connsiteX94" fmla="*/ 340543 w 387765"/>
              <a:gd name="connsiteY94" fmla="*/ 68397 h 350432"/>
              <a:gd name="connsiteX95" fmla="*/ 347088 w 387765"/>
              <a:gd name="connsiteY95" fmla="*/ 76017 h 350432"/>
              <a:gd name="connsiteX96" fmla="*/ 373268 w 387765"/>
              <a:gd name="connsiteY96" fmla="*/ 177649 h 350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</a:cxnLst>
            <a:rect l="l" t="t" r="r" b="b"/>
            <a:pathLst>
              <a:path w="387765" h="350432">
                <a:moveTo>
                  <a:pt x="355625" y="66301"/>
                </a:moveTo>
                <a:lnTo>
                  <a:pt x="368620" y="51919"/>
                </a:lnTo>
                <a:cubicBezTo>
                  <a:pt x="376303" y="44680"/>
                  <a:pt x="376588" y="32488"/>
                  <a:pt x="369379" y="24772"/>
                </a:cubicBezTo>
                <a:lnTo>
                  <a:pt x="368525" y="23915"/>
                </a:lnTo>
                <a:cubicBezTo>
                  <a:pt x="365110" y="20200"/>
                  <a:pt x="360367" y="18105"/>
                  <a:pt x="355245" y="17914"/>
                </a:cubicBezTo>
                <a:cubicBezTo>
                  <a:pt x="350123" y="17724"/>
                  <a:pt x="345286" y="19629"/>
                  <a:pt x="341207" y="23534"/>
                </a:cubicBezTo>
                <a:lnTo>
                  <a:pt x="326410" y="39917"/>
                </a:lnTo>
                <a:cubicBezTo>
                  <a:pt x="291124" y="15914"/>
                  <a:pt x="246352" y="9056"/>
                  <a:pt x="205659" y="22867"/>
                </a:cubicBezTo>
                <a:cubicBezTo>
                  <a:pt x="203003" y="23820"/>
                  <a:pt x="201201" y="26392"/>
                  <a:pt x="201391" y="29344"/>
                </a:cubicBezTo>
                <a:cubicBezTo>
                  <a:pt x="201581" y="32202"/>
                  <a:pt x="203667" y="34583"/>
                  <a:pt x="206418" y="35155"/>
                </a:cubicBezTo>
                <a:cubicBezTo>
                  <a:pt x="238384" y="41917"/>
                  <a:pt x="267884" y="56110"/>
                  <a:pt x="293115" y="76874"/>
                </a:cubicBezTo>
                <a:lnTo>
                  <a:pt x="194372" y="186412"/>
                </a:lnTo>
                <a:lnTo>
                  <a:pt x="134708" y="127357"/>
                </a:lnTo>
                <a:lnTo>
                  <a:pt x="172365" y="93638"/>
                </a:lnTo>
                <a:cubicBezTo>
                  <a:pt x="174926" y="91352"/>
                  <a:pt x="175211" y="87447"/>
                  <a:pt x="172934" y="84780"/>
                </a:cubicBezTo>
                <a:cubicBezTo>
                  <a:pt x="172650" y="84494"/>
                  <a:pt x="145047" y="51823"/>
                  <a:pt x="117350" y="26582"/>
                </a:cubicBezTo>
                <a:cubicBezTo>
                  <a:pt x="85763" y="-2279"/>
                  <a:pt x="42509" y="-8565"/>
                  <a:pt x="18985" y="12295"/>
                </a:cubicBezTo>
                <a:cubicBezTo>
                  <a:pt x="-7290" y="35536"/>
                  <a:pt x="-6246" y="72874"/>
                  <a:pt x="21831" y="112021"/>
                </a:cubicBezTo>
                <a:cubicBezTo>
                  <a:pt x="43647" y="142501"/>
                  <a:pt x="72673" y="173839"/>
                  <a:pt x="73052" y="174124"/>
                </a:cubicBezTo>
                <a:cubicBezTo>
                  <a:pt x="74285" y="175458"/>
                  <a:pt x="75993" y="176125"/>
                  <a:pt x="77700" y="176125"/>
                </a:cubicBezTo>
                <a:cubicBezTo>
                  <a:pt x="79218" y="176125"/>
                  <a:pt x="80736" y="175553"/>
                  <a:pt x="81874" y="174505"/>
                </a:cubicBezTo>
                <a:lnTo>
                  <a:pt x="125223" y="135739"/>
                </a:lnTo>
                <a:lnTo>
                  <a:pt x="185835" y="195841"/>
                </a:lnTo>
                <a:lnTo>
                  <a:pt x="86996" y="305569"/>
                </a:lnTo>
                <a:cubicBezTo>
                  <a:pt x="79408" y="312808"/>
                  <a:pt x="79028" y="325000"/>
                  <a:pt x="86237" y="332716"/>
                </a:cubicBezTo>
                <a:lnTo>
                  <a:pt x="87091" y="333573"/>
                </a:lnTo>
                <a:cubicBezTo>
                  <a:pt x="90790" y="337478"/>
                  <a:pt x="95818" y="339478"/>
                  <a:pt x="100845" y="339478"/>
                </a:cubicBezTo>
                <a:cubicBezTo>
                  <a:pt x="105872" y="339478"/>
                  <a:pt x="110520" y="337669"/>
                  <a:pt x="114504" y="333954"/>
                </a:cubicBezTo>
                <a:lnTo>
                  <a:pt x="213912" y="223559"/>
                </a:lnTo>
                <a:lnTo>
                  <a:pt x="278508" y="287567"/>
                </a:lnTo>
                <a:lnTo>
                  <a:pt x="282397" y="344527"/>
                </a:lnTo>
                <a:cubicBezTo>
                  <a:pt x="282587" y="347098"/>
                  <a:pt x="284294" y="349289"/>
                  <a:pt x="286665" y="350146"/>
                </a:cubicBezTo>
                <a:cubicBezTo>
                  <a:pt x="287329" y="350337"/>
                  <a:pt x="287993" y="350432"/>
                  <a:pt x="288657" y="350432"/>
                </a:cubicBezTo>
                <a:cubicBezTo>
                  <a:pt x="290460" y="350432"/>
                  <a:pt x="292167" y="349670"/>
                  <a:pt x="293400" y="348241"/>
                </a:cubicBezTo>
                <a:lnTo>
                  <a:pt x="349080" y="284138"/>
                </a:lnTo>
                <a:cubicBezTo>
                  <a:pt x="350787" y="282233"/>
                  <a:pt x="351072" y="279376"/>
                  <a:pt x="349934" y="277090"/>
                </a:cubicBezTo>
                <a:cubicBezTo>
                  <a:pt x="348795" y="274804"/>
                  <a:pt x="346329" y="273375"/>
                  <a:pt x="343768" y="273661"/>
                </a:cubicBezTo>
                <a:lnTo>
                  <a:pt x="286950" y="278137"/>
                </a:lnTo>
                <a:lnTo>
                  <a:pt x="222354" y="214129"/>
                </a:lnTo>
                <a:lnTo>
                  <a:pt x="321003" y="104687"/>
                </a:lnTo>
                <a:cubicBezTo>
                  <a:pt x="344906" y="133453"/>
                  <a:pt x="360367" y="167647"/>
                  <a:pt x="365964" y="204509"/>
                </a:cubicBezTo>
                <a:cubicBezTo>
                  <a:pt x="366343" y="207271"/>
                  <a:pt x="368620" y="209462"/>
                  <a:pt x="371560" y="209843"/>
                </a:cubicBezTo>
                <a:cubicBezTo>
                  <a:pt x="371845" y="209843"/>
                  <a:pt x="371940" y="209843"/>
                  <a:pt x="372224" y="209843"/>
                </a:cubicBezTo>
                <a:cubicBezTo>
                  <a:pt x="374880" y="209843"/>
                  <a:pt x="377157" y="208224"/>
                  <a:pt x="378105" y="205843"/>
                </a:cubicBezTo>
                <a:cubicBezTo>
                  <a:pt x="396792" y="158980"/>
                  <a:pt x="387875" y="105163"/>
                  <a:pt x="355625" y="66206"/>
                </a:cubicBezTo>
                <a:close/>
                <a:moveTo>
                  <a:pt x="78269" y="160885"/>
                </a:moveTo>
                <a:cubicBezTo>
                  <a:pt x="69543" y="151169"/>
                  <a:pt x="48770" y="127642"/>
                  <a:pt x="32265" y="104592"/>
                </a:cubicBezTo>
                <a:cubicBezTo>
                  <a:pt x="23349" y="92114"/>
                  <a:pt x="-3401" y="49156"/>
                  <a:pt x="27522" y="21724"/>
                </a:cubicBezTo>
                <a:cubicBezTo>
                  <a:pt x="34636" y="15438"/>
                  <a:pt x="44122" y="12390"/>
                  <a:pt x="54651" y="12390"/>
                </a:cubicBezTo>
                <a:cubicBezTo>
                  <a:pt x="72009" y="12390"/>
                  <a:pt x="92213" y="20581"/>
                  <a:pt x="109002" y="35821"/>
                </a:cubicBezTo>
                <a:cubicBezTo>
                  <a:pt x="129870" y="54871"/>
                  <a:pt x="150833" y="78303"/>
                  <a:pt x="159370" y="88114"/>
                </a:cubicBezTo>
                <a:lnTo>
                  <a:pt x="125697" y="118213"/>
                </a:lnTo>
                <a:lnTo>
                  <a:pt x="85289" y="78208"/>
                </a:lnTo>
                <a:cubicBezTo>
                  <a:pt x="82822" y="75731"/>
                  <a:pt x="78839" y="75731"/>
                  <a:pt x="76372" y="78208"/>
                </a:cubicBezTo>
                <a:cubicBezTo>
                  <a:pt x="73906" y="80684"/>
                  <a:pt x="73906" y="84685"/>
                  <a:pt x="76372" y="87161"/>
                </a:cubicBezTo>
                <a:lnTo>
                  <a:pt x="116116" y="126595"/>
                </a:lnTo>
                <a:lnTo>
                  <a:pt x="78080" y="160694"/>
                </a:lnTo>
                <a:close/>
                <a:moveTo>
                  <a:pt x="329445" y="287472"/>
                </a:moveTo>
                <a:lnTo>
                  <a:pt x="293969" y="328334"/>
                </a:lnTo>
                <a:lnTo>
                  <a:pt x="291313" y="290520"/>
                </a:lnTo>
                <a:lnTo>
                  <a:pt x="329350" y="287472"/>
                </a:lnTo>
                <a:close/>
                <a:moveTo>
                  <a:pt x="350218" y="32297"/>
                </a:moveTo>
                <a:cubicBezTo>
                  <a:pt x="351356" y="31154"/>
                  <a:pt x="352969" y="30487"/>
                  <a:pt x="354676" y="30487"/>
                </a:cubicBezTo>
                <a:lnTo>
                  <a:pt x="354866" y="30487"/>
                </a:lnTo>
                <a:cubicBezTo>
                  <a:pt x="356573" y="30487"/>
                  <a:pt x="358281" y="31249"/>
                  <a:pt x="359324" y="32488"/>
                </a:cubicBezTo>
                <a:lnTo>
                  <a:pt x="360178" y="33345"/>
                </a:lnTo>
                <a:cubicBezTo>
                  <a:pt x="362644" y="36012"/>
                  <a:pt x="362549" y="40108"/>
                  <a:pt x="359609" y="42965"/>
                </a:cubicBezTo>
                <a:lnTo>
                  <a:pt x="347088" y="56872"/>
                </a:lnTo>
                <a:cubicBezTo>
                  <a:pt x="343768" y="53443"/>
                  <a:pt x="340353" y="50395"/>
                  <a:pt x="336749" y="47347"/>
                </a:cubicBezTo>
                <a:lnTo>
                  <a:pt x="350313" y="32297"/>
                </a:lnTo>
                <a:close/>
                <a:moveTo>
                  <a:pt x="105588" y="325096"/>
                </a:moveTo>
                <a:cubicBezTo>
                  <a:pt x="104355" y="326239"/>
                  <a:pt x="102742" y="326905"/>
                  <a:pt x="101129" y="326905"/>
                </a:cubicBezTo>
                <a:cubicBezTo>
                  <a:pt x="99327" y="326905"/>
                  <a:pt x="97715" y="326239"/>
                  <a:pt x="96387" y="324905"/>
                </a:cubicBezTo>
                <a:lnTo>
                  <a:pt x="95533" y="324048"/>
                </a:lnTo>
                <a:cubicBezTo>
                  <a:pt x="93067" y="321381"/>
                  <a:pt x="93256" y="317285"/>
                  <a:pt x="96197" y="314523"/>
                </a:cubicBezTo>
                <a:lnTo>
                  <a:pt x="194941" y="204795"/>
                </a:lnTo>
                <a:lnTo>
                  <a:pt x="204995" y="214701"/>
                </a:lnTo>
                <a:lnTo>
                  <a:pt x="105588" y="325096"/>
                </a:lnTo>
                <a:close/>
                <a:moveTo>
                  <a:pt x="213532" y="205176"/>
                </a:moveTo>
                <a:lnTo>
                  <a:pt x="203478" y="195270"/>
                </a:lnTo>
                <a:lnTo>
                  <a:pt x="302696" y="85066"/>
                </a:lnTo>
                <a:cubicBezTo>
                  <a:pt x="306111" y="88209"/>
                  <a:pt x="309241" y="91447"/>
                  <a:pt x="312466" y="94781"/>
                </a:cubicBezTo>
                <a:lnTo>
                  <a:pt x="312750" y="95067"/>
                </a:lnTo>
                <a:lnTo>
                  <a:pt x="213532" y="205176"/>
                </a:lnTo>
                <a:close/>
                <a:moveTo>
                  <a:pt x="373173" y="177458"/>
                </a:moveTo>
                <a:cubicBezTo>
                  <a:pt x="364826" y="147264"/>
                  <a:pt x="350123" y="119260"/>
                  <a:pt x="329729" y="95067"/>
                </a:cubicBezTo>
                <a:cubicBezTo>
                  <a:pt x="327073" y="92019"/>
                  <a:pt x="324418" y="89066"/>
                  <a:pt x="321667" y="86113"/>
                </a:cubicBezTo>
                <a:cubicBezTo>
                  <a:pt x="321477" y="85923"/>
                  <a:pt x="321287" y="85732"/>
                  <a:pt x="321287" y="85637"/>
                </a:cubicBezTo>
                <a:cubicBezTo>
                  <a:pt x="317968" y="82208"/>
                  <a:pt x="314648" y="78970"/>
                  <a:pt x="311233" y="75731"/>
                </a:cubicBezTo>
                <a:cubicBezTo>
                  <a:pt x="308103" y="72874"/>
                  <a:pt x="304972" y="70016"/>
                  <a:pt x="301747" y="67444"/>
                </a:cubicBezTo>
                <a:cubicBezTo>
                  <a:pt x="281543" y="50585"/>
                  <a:pt x="258494" y="37822"/>
                  <a:pt x="233736" y="29440"/>
                </a:cubicBezTo>
                <a:cubicBezTo>
                  <a:pt x="263047" y="25725"/>
                  <a:pt x="293115" y="32869"/>
                  <a:pt x="317968" y="49347"/>
                </a:cubicBezTo>
                <a:cubicBezTo>
                  <a:pt x="321477" y="51728"/>
                  <a:pt x="324892" y="54300"/>
                  <a:pt x="328212" y="56967"/>
                </a:cubicBezTo>
                <a:cubicBezTo>
                  <a:pt x="331816" y="59824"/>
                  <a:pt x="335421" y="63063"/>
                  <a:pt x="338646" y="66492"/>
                </a:cubicBezTo>
                <a:cubicBezTo>
                  <a:pt x="339310" y="67063"/>
                  <a:pt x="339879" y="67635"/>
                  <a:pt x="340543" y="68397"/>
                </a:cubicBezTo>
                <a:cubicBezTo>
                  <a:pt x="342914" y="70873"/>
                  <a:pt x="345096" y="73350"/>
                  <a:pt x="347088" y="76017"/>
                </a:cubicBezTo>
                <a:cubicBezTo>
                  <a:pt x="370327" y="104782"/>
                  <a:pt x="379623" y="142120"/>
                  <a:pt x="373268" y="17764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Devices &amp; </a:t>
            </a:r>
            <a:r>
              <a:rPr spc="-10" dirty="0"/>
              <a:t>software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86E56CDC-23EA-B58C-E06F-32FBDEB25293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en-US" sz="900" spc="-10" dirty="0">
                <a:latin typeface="Graphik"/>
                <a:cs typeface="Graphik"/>
              </a:rPr>
              <a:t>bluetooth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9F2E7A92-DE93-C5B9-CCF8-BB4F537CC1FA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signal; wifi; wi-</a:t>
            </a:r>
            <a:r>
              <a:rPr lang="en-US" sz="900" spc="-25" dirty="0">
                <a:latin typeface="Graphik"/>
                <a:cs typeface="Graphik"/>
              </a:rPr>
              <a:t>fi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890FBFBC-9D79-6C77-3E9F-852D57F32030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energy;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spc="-20" dirty="0">
                <a:latin typeface="Graphik"/>
                <a:cs typeface="Graphik"/>
              </a:rPr>
              <a:t>full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22A02489-F0AC-8010-9BD9-9BC2F30F17BE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energy;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spc="-25" dirty="0">
                <a:latin typeface="Graphik"/>
                <a:cs typeface="Graphik"/>
              </a:rPr>
              <a:t>low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94CD5865-9450-B7A4-9265-2A3CA4638579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en-US" sz="900" spc="-10" dirty="0">
                <a:latin typeface="Graphik"/>
                <a:cs typeface="Graphik"/>
              </a:rPr>
              <a:t>satellite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C25D6711-CCDD-7856-360C-4A96AC5AEDE1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USB</a:t>
            </a:r>
            <a:r>
              <a:rPr lang="en-US" sz="900" spc="-20" dirty="0">
                <a:latin typeface="Graphik"/>
                <a:cs typeface="Graphik"/>
              </a:rPr>
              <a:t> imac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31CA9B54-F4DC-F63C-4E93-D5AB14A0EEE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phone;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spc="-20" dirty="0">
                <a:latin typeface="Graphik"/>
                <a:cs typeface="Graphik"/>
              </a:rPr>
              <a:t>call</a:t>
            </a:r>
            <a:endParaRPr lang="en-US" sz="900" dirty="0">
              <a:latin typeface="Graphik"/>
              <a:cs typeface="Graphik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AF1448-7DB9-FD79-E7E0-4B4FA7C399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computer; </a:t>
            </a:r>
            <a:r>
              <a:rPr lang="en-US" sz="900" spc="-10" dirty="0">
                <a:latin typeface="Graphik"/>
                <a:cs typeface="Graphik"/>
              </a:rPr>
              <a:t>notebook; laptop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FCB54D5-3E92-548C-D9F3-871492C934B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sz="900" spc="-10" dirty="0">
                <a:latin typeface="Graphik"/>
                <a:cs typeface="Graphik"/>
              </a:rPr>
              <a:t>computer; </a:t>
            </a:r>
            <a:br>
              <a:rPr lang="en-US" sz="900" spc="-10" dirty="0">
                <a:latin typeface="Graphik"/>
                <a:cs typeface="Graphik"/>
              </a:rPr>
            </a:br>
            <a:r>
              <a:rPr lang="en-US" sz="900" dirty="0">
                <a:latin typeface="Graphik"/>
                <a:cs typeface="Graphik"/>
              </a:rPr>
              <a:t>desktop; </a:t>
            </a:r>
            <a:r>
              <a:rPr lang="en-US" sz="900" spc="-25" dirty="0">
                <a:latin typeface="Graphik"/>
                <a:cs typeface="Graphik"/>
              </a:rPr>
              <a:t>mac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BF36111-A0C1-B616-9C74-E9D54CEDA0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web;</a:t>
            </a:r>
            <a:r>
              <a:rPr lang="en-US" sz="900" spc="-50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website; </a:t>
            </a:r>
          </a:p>
          <a:p>
            <a:r>
              <a:rPr lang="en-US" sz="900" spc="-10" dirty="0">
                <a:latin typeface="Graphik"/>
                <a:cs typeface="Graphik"/>
              </a:rPr>
              <a:t>responsive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2E826ED-15ED-A3F0-78FC-C0592ED10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mobile; </a:t>
            </a:r>
            <a:r>
              <a:rPr lang="en-US" sz="900" spc="-10" dirty="0">
                <a:latin typeface="Graphik"/>
                <a:cs typeface="Graphik"/>
              </a:rPr>
              <a:t>device; smartphone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2BE782E-6364-3F36-41C8-E68E33D72D9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gear;</a:t>
            </a:r>
            <a:r>
              <a:rPr lang="en-US" sz="900" spc="-55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operations; </a:t>
            </a:r>
            <a:r>
              <a:rPr lang="en-US" sz="900" dirty="0">
                <a:latin typeface="Graphik"/>
                <a:cs typeface="Graphik"/>
              </a:rPr>
              <a:t>automate;</a:t>
            </a:r>
            <a:r>
              <a:rPr lang="en-US" sz="900" spc="-50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settings; </a:t>
            </a:r>
            <a:r>
              <a:rPr lang="en-US" sz="900" dirty="0">
                <a:latin typeface="Graphik"/>
                <a:cs typeface="Graphik"/>
              </a:rPr>
              <a:t>cog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F7F9006-0E02-ACC3-9A58-6DFE49EE4CE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gear;</a:t>
            </a:r>
            <a:r>
              <a:rPr lang="en-US" sz="900" spc="-25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operations; </a:t>
            </a:r>
            <a:r>
              <a:rPr lang="en-US" sz="900" dirty="0">
                <a:latin typeface="Graphik"/>
                <a:cs typeface="Graphik"/>
              </a:rPr>
              <a:t>automate; </a:t>
            </a:r>
            <a:r>
              <a:rPr lang="en-US" sz="900" spc="-10" dirty="0">
                <a:latin typeface="Graphik"/>
                <a:cs typeface="Graphik"/>
              </a:rPr>
              <a:t>settings; </a:t>
            </a:r>
            <a:r>
              <a:rPr lang="en-US" sz="900" dirty="0">
                <a:latin typeface="Graphik"/>
                <a:cs typeface="Graphik"/>
              </a:rPr>
              <a:t>cog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4ACDDFFB-EF4F-8DB1-4129-704EBC9D070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multi direction </a:t>
            </a:r>
            <a:r>
              <a:rPr lang="en-US" sz="900" spc="-10" dirty="0">
                <a:latin typeface="Graphik"/>
                <a:cs typeface="Graphik"/>
              </a:rPr>
              <a:t>arrow; choice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C0155B0-539A-BC9F-F779-4F96B97B405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/>
              <a:t>cloud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534DC44E-D14C-4AEE-C83B-C56BC522266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cloud; </a:t>
            </a:r>
            <a:r>
              <a:rPr lang="en-US" sz="900" spc="-10" dirty="0">
                <a:latin typeface="Graphik"/>
                <a:cs typeface="Graphik"/>
              </a:rPr>
              <a:t>download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5535E9CB-2A72-E7A6-CB2D-0D774E74478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cloud;</a:t>
            </a:r>
            <a:r>
              <a:rPr lang="en-US" sz="900" spc="-35" dirty="0">
                <a:latin typeface="Graphik"/>
                <a:cs typeface="Graphik"/>
              </a:rPr>
              <a:t> </a:t>
            </a:r>
            <a:r>
              <a:rPr lang="en-US" sz="900" spc="-10" dirty="0">
                <a:latin typeface="Graphik"/>
                <a:cs typeface="Graphik"/>
              </a:rPr>
              <a:t>upload; </a:t>
            </a:r>
            <a:br>
              <a:rPr lang="en-US" sz="900" spc="-10" dirty="0">
                <a:latin typeface="Graphik"/>
                <a:cs typeface="Graphik"/>
              </a:rPr>
            </a:br>
            <a:r>
              <a:rPr lang="en-US" sz="900" spc="-10" dirty="0">
                <a:latin typeface="Graphik"/>
                <a:cs typeface="Graphik"/>
              </a:rPr>
              <a:t>increase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3BC7A293-8354-6CDA-A702-1E3E4DD09114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en-US" sz="900" dirty="0">
                <a:latin typeface="Graphik"/>
                <a:cs typeface="Graphik"/>
              </a:rPr>
              <a:t>download;</a:t>
            </a:r>
            <a:r>
              <a:rPr lang="en-US" sz="900" spc="5" dirty="0">
                <a:latin typeface="Graphik"/>
                <a:cs typeface="Graphik"/>
              </a:rPr>
              <a:t> </a:t>
            </a:r>
            <a:r>
              <a:rPr lang="en-US" sz="900" spc="-20" dirty="0">
                <a:latin typeface="Graphik"/>
                <a:cs typeface="Graphik"/>
              </a:rPr>
              <a:t>down; </a:t>
            </a:r>
            <a:br>
              <a:rPr lang="en-US" sz="900" spc="-20" dirty="0">
                <a:latin typeface="Graphik"/>
                <a:cs typeface="Graphik"/>
              </a:rPr>
            </a:br>
            <a:r>
              <a:rPr lang="en-US" sz="900" spc="-10" dirty="0">
                <a:latin typeface="Graphik"/>
                <a:cs typeface="Graphik"/>
              </a:rPr>
              <a:t>decrease</a:t>
            </a:r>
            <a:endParaRPr lang="en-US" sz="900">
              <a:latin typeface="Graphik"/>
              <a:cs typeface="Graphik"/>
            </a:endParaRP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2C6C16DF-9304-2B68-B78B-D9E7AC8B5E23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en-US"/>
              <a:t>upload</a:t>
            </a:r>
          </a:p>
        </p:txBody>
      </p:sp>
      <p:sp>
        <p:nvSpPr>
          <p:cNvPr id="24" name="Graphic 15">
            <a:extLst>
              <a:ext uri="{FF2B5EF4-FFF2-40B4-BE49-F238E27FC236}">
                <a16:creationId xmlns:a16="http://schemas.microsoft.com/office/drawing/2014/main" id="{97DD1EA9-7D40-FA80-D2C4-6428BFCC2471}"/>
              </a:ext>
            </a:extLst>
          </p:cNvPr>
          <p:cNvSpPr/>
          <p:nvPr/>
        </p:nvSpPr>
        <p:spPr>
          <a:xfrm>
            <a:off x="676080" y="839530"/>
            <a:ext cx="263024" cy="449296"/>
          </a:xfrm>
          <a:custGeom>
            <a:avLst/>
            <a:gdLst>
              <a:gd name="connsiteX0" fmla="*/ 113206 w 198954"/>
              <a:gd name="connsiteY0" fmla="*/ 23431 h 339852"/>
              <a:gd name="connsiteX1" fmla="*/ 113206 w 198954"/>
              <a:gd name="connsiteY1" fmla="*/ 154305 h 339852"/>
              <a:gd name="connsiteX2" fmla="*/ 181312 w 198954"/>
              <a:gd name="connsiteY2" fmla="*/ 91821 h 339852"/>
              <a:gd name="connsiteX3" fmla="*/ 113206 w 198954"/>
              <a:gd name="connsiteY3" fmla="*/ 23431 h 339852"/>
              <a:gd name="connsiteX4" fmla="*/ 113206 w 198954"/>
              <a:gd name="connsiteY4" fmla="*/ 184976 h 339852"/>
              <a:gd name="connsiteX5" fmla="*/ 113206 w 198954"/>
              <a:gd name="connsiteY5" fmla="*/ 315849 h 339852"/>
              <a:gd name="connsiteX6" fmla="*/ 181312 w 198954"/>
              <a:gd name="connsiteY6" fmla="*/ 247460 h 339852"/>
              <a:gd name="connsiteX7" fmla="*/ 113206 w 198954"/>
              <a:gd name="connsiteY7" fmla="*/ 184976 h 339852"/>
              <a:gd name="connsiteX8" fmla="*/ 106187 w 198954"/>
              <a:gd name="connsiteY8" fmla="*/ 339471 h 339852"/>
              <a:gd name="connsiteX9" fmla="*/ 103816 w 198954"/>
              <a:gd name="connsiteY9" fmla="*/ 339471 h 339852"/>
              <a:gd name="connsiteX10" fmla="*/ 99073 w 198954"/>
              <a:gd name="connsiteY10" fmla="*/ 332422 h 339852"/>
              <a:gd name="connsiteX11" fmla="*/ 99073 w 198954"/>
              <a:gd name="connsiteY11" fmla="*/ 186214 h 339852"/>
              <a:gd name="connsiteX12" fmla="*/ 12186 w 198954"/>
              <a:gd name="connsiteY12" fmla="*/ 266414 h 339852"/>
              <a:gd name="connsiteX13" fmla="*/ 1657 w 198954"/>
              <a:gd name="connsiteY13" fmla="*/ 266414 h 339852"/>
              <a:gd name="connsiteX14" fmla="*/ 2795 w 198954"/>
              <a:gd name="connsiteY14" fmla="*/ 256985 h 339852"/>
              <a:gd name="connsiteX15" fmla="*/ 96701 w 198954"/>
              <a:gd name="connsiteY15" fmla="*/ 169736 h 339852"/>
              <a:gd name="connsiteX16" fmla="*/ 2795 w 198954"/>
              <a:gd name="connsiteY16" fmla="*/ 82487 h 339852"/>
              <a:gd name="connsiteX17" fmla="*/ 2795 w 198954"/>
              <a:gd name="connsiteY17" fmla="*/ 73057 h 339852"/>
              <a:gd name="connsiteX18" fmla="*/ 12186 w 198954"/>
              <a:gd name="connsiteY18" fmla="*/ 73057 h 339852"/>
              <a:gd name="connsiteX19" fmla="*/ 99073 w 198954"/>
              <a:gd name="connsiteY19" fmla="*/ 153257 h 339852"/>
              <a:gd name="connsiteX20" fmla="*/ 99073 w 198954"/>
              <a:gd name="connsiteY20" fmla="*/ 7049 h 339852"/>
              <a:gd name="connsiteX21" fmla="*/ 103816 w 198954"/>
              <a:gd name="connsiteY21" fmla="*/ 0 h 339852"/>
              <a:gd name="connsiteX22" fmla="*/ 110835 w 198954"/>
              <a:gd name="connsiteY22" fmla="*/ 2381 h 339852"/>
              <a:gd name="connsiteX23" fmla="*/ 196584 w 198954"/>
              <a:gd name="connsiteY23" fmla="*/ 87249 h 339852"/>
              <a:gd name="connsiteX24" fmla="*/ 198955 w 198954"/>
              <a:gd name="connsiteY24" fmla="*/ 92012 h 339852"/>
              <a:gd name="connsiteX25" fmla="*/ 196584 w 198954"/>
              <a:gd name="connsiteY25" fmla="*/ 96774 h 339852"/>
              <a:gd name="connsiteX26" fmla="*/ 117949 w 198954"/>
              <a:gd name="connsiteY26" fmla="*/ 169926 h 339852"/>
              <a:gd name="connsiteX27" fmla="*/ 196584 w 198954"/>
              <a:gd name="connsiteY27" fmla="*/ 243078 h 339852"/>
              <a:gd name="connsiteX28" fmla="*/ 198955 w 198954"/>
              <a:gd name="connsiteY28" fmla="*/ 247841 h 339852"/>
              <a:gd name="connsiteX29" fmla="*/ 196584 w 198954"/>
              <a:gd name="connsiteY29" fmla="*/ 252603 h 339852"/>
              <a:gd name="connsiteX30" fmla="*/ 110835 w 198954"/>
              <a:gd name="connsiteY30" fmla="*/ 337471 h 339852"/>
              <a:gd name="connsiteX31" fmla="*/ 106092 w 198954"/>
              <a:gd name="connsiteY31" fmla="*/ 339852 h 339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98954" h="339852">
                <a:moveTo>
                  <a:pt x="113206" y="23431"/>
                </a:moveTo>
                <a:lnTo>
                  <a:pt x="113206" y="154305"/>
                </a:lnTo>
                <a:lnTo>
                  <a:pt x="181312" y="91821"/>
                </a:lnTo>
                <a:lnTo>
                  <a:pt x="113206" y="23431"/>
                </a:lnTo>
                <a:close/>
                <a:moveTo>
                  <a:pt x="113206" y="184976"/>
                </a:moveTo>
                <a:lnTo>
                  <a:pt x="113206" y="315849"/>
                </a:lnTo>
                <a:lnTo>
                  <a:pt x="181312" y="247460"/>
                </a:lnTo>
                <a:lnTo>
                  <a:pt x="113206" y="184976"/>
                </a:lnTo>
                <a:close/>
                <a:moveTo>
                  <a:pt x="106187" y="339471"/>
                </a:moveTo>
                <a:lnTo>
                  <a:pt x="103816" y="339471"/>
                </a:lnTo>
                <a:cubicBezTo>
                  <a:pt x="101444" y="338328"/>
                  <a:pt x="99073" y="334709"/>
                  <a:pt x="99073" y="332422"/>
                </a:cubicBezTo>
                <a:lnTo>
                  <a:pt x="99073" y="186214"/>
                </a:lnTo>
                <a:lnTo>
                  <a:pt x="12186" y="266414"/>
                </a:lnTo>
                <a:cubicBezTo>
                  <a:pt x="8676" y="269939"/>
                  <a:pt x="5167" y="269939"/>
                  <a:pt x="1657" y="266414"/>
                </a:cubicBezTo>
                <a:cubicBezTo>
                  <a:pt x="-714" y="264033"/>
                  <a:pt x="-714" y="259366"/>
                  <a:pt x="2795" y="256985"/>
                </a:cubicBezTo>
                <a:lnTo>
                  <a:pt x="96701" y="169736"/>
                </a:lnTo>
                <a:lnTo>
                  <a:pt x="2795" y="82487"/>
                </a:lnTo>
                <a:cubicBezTo>
                  <a:pt x="424" y="80105"/>
                  <a:pt x="-714" y="75438"/>
                  <a:pt x="2795" y="73057"/>
                </a:cubicBezTo>
                <a:cubicBezTo>
                  <a:pt x="5167" y="70676"/>
                  <a:pt x="9815" y="69532"/>
                  <a:pt x="12186" y="73057"/>
                </a:cubicBezTo>
                <a:lnTo>
                  <a:pt x="99073" y="153257"/>
                </a:lnTo>
                <a:lnTo>
                  <a:pt x="99073" y="7049"/>
                </a:lnTo>
                <a:cubicBezTo>
                  <a:pt x="99073" y="4667"/>
                  <a:pt x="101444" y="1143"/>
                  <a:pt x="103816" y="0"/>
                </a:cubicBezTo>
                <a:cubicBezTo>
                  <a:pt x="106187" y="0"/>
                  <a:pt x="109697" y="0"/>
                  <a:pt x="110835" y="2381"/>
                </a:cubicBezTo>
                <a:lnTo>
                  <a:pt x="196584" y="87249"/>
                </a:lnTo>
                <a:cubicBezTo>
                  <a:pt x="197722" y="88392"/>
                  <a:pt x="198955" y="90773"/>
                  <a:pt x="198955" y="92012"/>
                </a:cubicBezTo>
                <a:cubicBezTo>
                  <a:pt x="198955" y="94393"/>
                  <a:pt x="197817" y="95536"/>
                  <a:pt x="196584" y="96774"/>
                </a:cubicBezTo>
                <a:lnTo>
                  <a:pt x="117949" y="169926"/>
                </a:lnTo>
                <a:lnTo>
                  <a:pt x="196584" y="243078"/>
                </a:lnTo>
                <a:cubicBezTo>
                  <a:pt x="197722" y="244221"/>
                  <a:pt x="198955" y="245459"/>
                  <a:pt x="198955" y="247841"/>
                </a:cubicBezTo>
                <a:cubicBezTo>
                  <a:pt x="198955" y="250222"/>
                  <a:pt x="197817" y="251365"/>
                  <a:pt x="196584" y="252603"/>
                </a:cubicBezTo>
                <a:lnTo>
                  <a:pt x="110835" y="337471"/>
                </a:lnTo>
                <a:cubicBezTo>
                  <a:pt x="109697" y="338614"/>
                  <a:pt x="108464" y="339852"/>
                  <a:pt x="106092" y="33985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15">
            <a:extLst>
              <a:ext uri="{FF2B5EF4-FFF2-40B4-BE49-F238E27FC236}">
                <a16:creationId xmlns:a16="http://schemas.microsoft.com/office/drawing/2014/main" id="{8D8C5A34-1147-A9B2-EA50-40546F0558CE}"/>
              </a:ext>
            </a:extLst>
          </p:cNvPr>
          <p:cNvSpPr/>
          <p:nvPr/>
        </p:nvSpPr>
        <p:spPr>
          <a:xfrm>
            <a:off x="1444430" y="839530"/>
            <a:ext cx="263024" cy="449296"/>
          </a:xfrm>
          <a:custGeom>
            <a:avLst/>
            <a:gdLst>
              <a:gd name="connsiteX0" fmla="*/ 113206 w 198954"/>
              <a:gd name="connsiteY0" fmla="*/ 23431 h 339852"/>
              <a:gd name="connsiteX1" fmla="*/ 113206 w 198954"/>
              <a:gd name="connsiteY1" fmla="*/ 154305 h 339852"/>
              <a:gd name="connsiteX2" fmla="*/ 181312 w 198954"/>
              <a:gd name="connsiteY2" fmla="*/ 91821 h 339852"/>
              <a:gd name="connsiteX3" fmla="*/ 113206 w 198954"/>
              <a:gd name="connsiteY3" fmla="*/ 23431 h 339852"/>
              <a:gd name="connsiteX4" fmla="*/ 113206 w 198954"/>
              <a:gd name="connsiteY4" fmla="*/ 184976 h 339852"/>
              <a:gd name="connsiteX5" fmla="*/ 113206 w 198954"/>
              <a:gd name="connsiteY5" fmla="*/ 315849 h 339852"/>
              <a:gd name="connsiteX6" fmla="*/ 181312 w 198954"/>
              <a:gd name="connsiteY6" fmla="*/ 247460 h 339852"/>
              <a:gd name="connsiteX7" fmla="*/ 113206 w 198954"/>
              <a:gd name="connsiteY7" fmla="*/ 184976 h 339852"/>
              <a:gd name="connsiteX8" fmla="*/ 106187 w 198954"/>
              <a:gd name="connsiteY8" fmla="*/ 339471 h 339852"/>
              <a:gd name="connsiteX9" fmla="*/ 103816 w 198954"/>
              <a:gd name="connsiteY9" fmla="*/ 339471 h 339852"/>
              <a:gd name="connsiteX10" fmla="*/ 99073 w 198954"/>
              <a:gd name="connsiteY10" fmla="*/ 332422 h 339852"/>
              <a:gd name="connsiteX11" fmla="*/ 99073 w 198954"/>
              <a:gd name="connsiteY11" fmla="*/ 186214 h 339852"/>
              <a:gd name="connsiteX12" fmla="*/ 12186 w 198954"/>
              <a:gd name="connsiteY12" fmla="*/ 266414 h 339852"/>
              <a:gd name="connsiteX13" fmla="*/ 1657 w 198954"/>
              <a:gd name="connsiteY13" fmla="*/ 266414 h 339852"/>
              <a:gd name="connsiteX14" fmla="*/ 2795 w 198954"/>
              <a:gd name="connsiteY14" fmla="*/ 256985 h 339852"/>
              <a:gd name="connsiteX15" fmla="*/ 96701 w 198954"/>
              <a:gd name="connsiteY15" fmla="*/ 169736 h 339852"/>
              <a:gd name="connsiteX16" fmla="*/ 2795 w 198954"/>
              <a:gd name="connsiteY16" fmla="*/ 82487 h 339852"/>
              <a:gd name="connsiteX17" fmla="*/ 2795 w 198954"/>
              <a:gd name="connsiteY17" fmla="*/ 73057 h 339852"/>
              <a:gd name="connsiteX18" fmla="*/ 12186 w 198954"/>
              <a:gd name="connsiteY18" fmla="*/ 73057 h 339852"/>
              <a:gd name="connsiteX19" fmla="*/ 99073 w 198954"/>
              <a:gd name="connsiteY19" fmla="*/ 153257 h 339852"/>
              <a:gd name="connsiteX20" fmla="*/ 99073 w 198954"/>
              <a:gd name="connsiteY20" fmla="*/ 7049 h 339852"/>
              <a:gd name="connsiteX21" fmla="*/ 103816 w 198954"/>
              <a:gd name="connsiteY21" fmla="*/ 0 h 339852"/>
              <a:gd name="connsiteX22" fmla="*/ 110835 w 198954"/>
              <a:gd name="connsiteY22" fmla="*/ 2381 h 339852"/>
              <a:gd name="connsiteX23" fmla="*/ 196584 w 198954"/>
              <a:gd name="connsiteY23" fmla="*/ 87249 h 339852"/>
              <a:gd name="connsiteX24" fmla="*/ 198955 w 198954"/>
              <a:gd name="connsiteY24" fmla="*/ 92012 h 339852"/>
              <a:gd name="connsiteX25" fmla="*/ 196584 w 198954"/>
              <a:gd name="connsiteY25" fmla="*/ 96774 h 339852"/>
              <a:gd name="connsiteX26" fmla="*/ 117949 w 198954"/>
              <a:gd name="connsiteY26" fmla="*/ 169926 h 339852"/>
              <a:gd name="connsiteX27" fmla="*/ 196584 w 198954"/>
              <a:gd name="connsiteY27" fmla="*/ 243078 h 339852"/>
              <a:gd name="connsiteX28" fmla="*/ 198955 w 198954"/>
              <a:gd name="connsiteY28" fmla="*/ 247841 h 339852"/>
              <a:gd name="connsiteX29" fmla="*/ 196584 w 198954"/>
              <a:gd name="connsiteY29" fmla="*/ 252603 h 339852"/>
              <a:gd name="connsiteX30" fmla="*/ 110835 w 198954"/>
              <a:gd name="connsiteY30" fmla="*/ 337471 h 339852"/>
              <a:gd name="connsiteX31" fmla="*/ 106092 w 198954"/>
              <a:gd name="connsiteY31" fmla="*/ 339852 h 339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98954" h="339852">
                <a:moveTo>
                  <a:pt x="113206" y="23431"/>
                </a:moveTo>
                <a:lnTo>
                  <a:pt x="113206" y="154305"/>
                </a:lnTo>
                <a:lnTo>
                  <a:pt x="181312" y="91821"/>
                </a:lnTo>
                <a:lnTo>
                  <a:pt x="113206" y="23431"/>
                </a:lnTo>
                <a:close/>
                <a:moveTo>
                  <a:pt x="113206" y="184976"/>
                </a:moveTo>
                <a:lnTo>
                  <a:pt x="113206" y="315849"/>
                </a:lnTo>
                <a:lnTo>
                  <a:pt x="181312" y="247460"/>
                </a:lnTo>
                <a:lnTo>
                  <a:pt x="113206" y="184976"/>
                </a:lnTo>
                <a:close/>
                <a:moveTo>
                  <a:pt x="106187" y="339471"/>
                </a:moveTo>
                <a:lnTo>
                  <a:pt x="103816" y="339471"/>
                </a:lnTo>
                <a:cubicBezTo>
                  <a:pt x="101444" y="338328"/>
                  <a:pt x="99073" y="334709"/>
                  <a:pt x="99073" y="332422"/>
                </a:cubicBezTo>
                <a:lnTo>
                  <a:pt x="99073" y="186214"/>
                </a:lnTo>
                <a:lnTo>
                  <a:pt x="12186" y="266414"/>
                </a:lnTo>
                <a:cubicBezTo>
                  <a:pt x="8676" y="269939"/>
                  <a:pt x="5167" y="269939"/>
                  <a:pt x="1657" y="266414"/>
                </a:cubicBezTo>
                <a:cubicBezTo>
                  <a:pt x="-714" y="264033"/>
                  <a:pt x="-714" y="259366"/>
                  <a:pt x="2795" y="256985"/>
                </a:cubicBezTo>
                <a:lnTo>
                  <a:pt x="96701" y="169736"/>
                </a:lnTo>
                <a:lnTo>
                  <a:pt x="2795" y="82487"/>
                </a:lnTo>
                <a:cubicBezTo>
                  <a:pt x="424" y="80105"/>
                  <a:pt x="-714" y="75438"/>
                  <a:pt x="2795" y="73057"/>
                </a:cubicBezTo>
                <a:cubicBezTo>
                  <a:pt x="5167" y="70676"/>
                  <a:pt x="9815" y="69532"/>
                  <a:pt x="12186" y="73057"/>
                </a:cubicBezTo>
                <a:lnTo>
                  <a:pt x="99073" y="153257"/>
                </a:lnTo>
                <a:lnTo>
                  <a:pt x="99073" y="7049"/>
                </a:lnTo>
                <a:cubicBezTo>
                  <a:pt x="99073" y="4667"/>
                  <a:pt x="101444" y="1143"/>
                  <a:pt x="103816" y="0"/>
                </a:cubicBezTo>
                <a:cubicBezTo>
                  <a:pt x="106187" y="0"/>
                  <a:pt x="109697" y="0"/>
                  <a:pt x="110835" y="2381"/>
                </a:cubicBezTo>
                <a:lnTo>
                  <a:pt x="196584" y="87249"/>
                </a:lnTo>
                <a:cubicBezTo>
                  <a:pt x="197722" y="88392"/>
                  <a:pt x="198955" y="90773"/>
                  <a:pt x="198955" y="92012"/>
                </a:cubicBezTo>
                <a:cubicBezTo>
                  <a:pt x="198955" y="94393"/>
                  <a:pt x="197817" y="95536"/>
                  <a:pt x="196584" y="96774"/>
                </a:cubicBezTo>
                <a:lnTo>
                  <a:pt x="117949" y="169926"/>
                </a:lnTo>
                <a:lnTo>
                  <a:pt x="196584" y="243078"/>
                </a:lnTo>
                <a:cubicBezTo>
                  <a:pt x="197722" y="244221"/>
                  <a:pt x="198955" y="245459"/>
                  <a:pt x="198955" y="247841"/>
                </a:cubicBezTo>
                <a:cubicBezTo>
                  <a:pt x="198955" y="250222"/>
                  <a:pt x="197817" y="251365"/>
                  <a:pt x="196584" y="252603"/>
                </a:cubicBezTo>
                <a:lnTo>
                  <a:pt x="110835" y="337471"/>
                </a:lnTo>
                <a:cubicBezTo>
                  <a:pt x="109697" y="338614"/>
                  <a:pt x="108464" y="339852"/>
                  <a:pt x="106092" y="33985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15">
            <a:extLst>
              <a:ext uri="{FF2B5EF4-FFF2-40B4-BE49-F238E27FC236}">
                <a16:creationId xmlns:a16="http://schemas.microsoft.com/office/drawing/2014/main" id="{6D9B27A0-7E39-E467-4DE8-012E1E565D95}"/>
              </a:ext>
            </a:extLst>
          </p:cNvPr>
          <p:cNvSpPr/>
          <p:nvPr/>
        </p:nvSpPr>
        <p:spPr>
          <a:xfrm>
            <a:off x="676080" y="1461830"/>
            <a:ext cx="263024" cy="449296"/>
          </a:xfrm>
          <a:custGeom>
            <a:avLst/>
            <a:gdLst>
              <a:gd name="connsiteX0" fmla="*/ 113206 w 198954"/>
              <a:gd name="connsiteY0" fmla="*/ 23431 h 339852"/>
              <a:gd name="connsiteX1" fmla="*/ 113206 w 198954"/>
              <a:gd name="connsiteY1" fmla="*/ 154305 h 339852"/>
              <a:gd name="connsiteX2" fmla="*/ 181312 w 198954"/>
              <a:gd name="connsiteY2" fmla="*/ 91821 h 339852"/>
              <a:gd name="connsiteX3" fmla="*/ 113206 w 198954"/>
              <a:gd name="connsiteY3" fmla="*/ 23431 h 339852"/>
              <a:gd name="connsiteX4" fmla="*/ 113206 w 198954"/>
              <a:gd name="connsiteY4" fmla="*/ 184976 h 339852"/>
              <a:gd name="connsiteX5" fmla="*/ 113206 w 198954"/>
              <a:gd name="connsiteY5" fmla="*/ 315849 h 339852"/>
              <a:gd name="connsiteX6" fmla="*/ 181312 w 198954"/>
              <a:gd name="connsiteY6" fmla="*/ 247460 h 339852"/>
              <a:gd name="connsiteX7" fmla="*/ 113206 w 198954"/>
              <a:gd name="connsiteY7" fmla="*/ 184976 h 339852"/>
              <a:gd name="connsiteX8" fmla="*/ 106187 w 198954"/>
              <a:gd name="connsiteY8" fmla="*/ 339471 h 339852"/>
              <a:gd name="connsiteX9" fmla="*/ 103816 w 198954"/>
              <a:gd name="connsiteY9" fmla="*/ 339471 h 339852"/>
              <a:gd name="connsiteX10" fmla="*/ 99073 w 198954"/>
              <a:gd name="connsiteY10" fmla="*/ 332422 h 339852"/>
              <a:gd name="connsiteX11" fmla="*/ 99073 w 198954"/>
              <a:gd name="connsiteY11" fmla="*/ 186214 h 339852"/>
              <a:gd name="connsiteX12" fmla="*/ 12186 w 198954"/>
              <a:gd name="connsiteY12" fmla="*/ 266414 h 339852"/>
              <a:gd name="connsiteX13" fmla="*/ 1657 w 198954"/>
              <a:gd name="connsiteY13" fmla="*/ 266414 h 339852"/>
              <a:gd name="connsiteX14" fmla="*/ 2795 w 198954"/>
              <a:gd name="connsiteY14" fmla="*/ 256985 h 339852"/>
              <a:gd name="connsiteX15" fmla="*/ 96701 w 198954"/>
              <a:gd name="connsiteY15" fmla="*/ 169736 h 339852"/>
              <a:gd name="connsiteX16" fmla="*/ 2795 w 198954"/>
              <a:gd name="connsiteY16" fmla="*/ 82487 h 339852"/>
              <a:gd name="connsiteX17" fmla="*/ 2795 w 198954"/>
              <a:gd name="connsiteY17" fmla="*/ 73057 h 339852"/>
              <a:gd name="connsiteX18" fmla="*/ 12186 w 198954"/>
              <a:gd name="connsiteY18" fmla="*/ 73057 h 339852"/>
              <a:gd name="connsiteX19" fmla="*/ 99073 w 198954"/>
              <a:gd name="connsiteY19" fmla="*/ 153257 h 339852"/>
              <a:gd name="connsiteX20" fmla="*/ 99073 w 198954"/>
              <a:gd name="connsiteY20" fmla="*/ 7049 h 339852"/>
              <a:gd name="connsiteX21" fmla="*/ 103816 w 198954"/>
              <a:gd name="connsiteY21" fmla="*/ 0 h 339852"/>
              <a:gd name="connsiteX22" fmla="*/ 110835 w 198954"/>
              <a:gd name="connsiteY22" fmla="*/ 2381 h 339852"/>
              <a:gd name="connsiteX23" fmla="*/ 196584 w 198954"/>
              <a:gd name="connsiteY23" fmla="*/ 87249 h 339852"/>
              <a:gd name="connsiteX24" fmla="*/ 198955 w 198954"/>
              <a:gd name="connsiteY24" fmla="*/ 92012 h 339852"/>
              <a:gd name="connsiteX25" fmla="*/ 196584 w 198954"/>
              <a:gd name="connsiteY25" fmla="*/ 96774 h 339852"/>
              <a:gd name="connsiteX26" fmla="*/ 117949 w 198954"/>
              <a:gd name="connsiteY26" fmla="*/ 169926 h 339852"/>
              <a:gd name="connsiteX27" fmla="*/ 196584 w 198954"/>
              <a:gd name="connsiteY27" fmla="*/ 243078 h 339852"/>
              <a:gd name="connsiteX28" fmla="*/ 198955 w 198954"/>
              <a:gd name="connsiteY28" fmla="*/ 247841 h 339852"/>
              <a:gd name="connsiteX29" fmla="*/ 196584 w 198954"/>
              <a:gd name="connsiteY29" fmla="*/ 252603 h 339852"/>
              <a:gd name="connsiteX30" fmla="*/ 110835 w 198954"/>
              <a:gd name="connsiteY30" fmla="*/ 337471 h 339852"/>
              <a:gd name="connsiteX31" fmla="*/ 106092 w 198954"/>
              <a:gd name="connsiteY31" fmla="*/ 339852 h 339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98954" h="339852">
                <a:moveTo>
                  <a:pt x="113206" y="23431"/>
                </a:moveTo>
                <a:lnTo>
                  <a:pt x="113206" y="154305"/>
                </a:lnTo>
                <a:lnTo>
                  <a:pt x="181312" y="91821"/>
                </a:lnTo>
                <a:lnTo>
                  <a:pt x="113206" y="23431"/>
                </a:lnTo>
                <a:close/>
                <a:moveTo>
                  <a:pt x="113206" y="184976"/>
                </a:moveTo>
                <a:lnTo>
                  <a:pt x="113206" y="315849"/>
                </a:lnTo>
                <a:lnTo>
                  <a:pt x="181312" y="247460"/>
                </a:lnTo>
                <a:lnTo>
                  <a:pt x="113206" y="184976"/>
                </a:lnTo>
                <a:close/>
                <a:moveTo>
                  <a:pt x="106187" y="339471"/>
                </a:moveTo>
                <a:lnTo>
                  <a:pt x="103816" y="339471"/>
                </a:lnTo>
                <a:cubicBezTo>
                  <a:pt x="101444" y="338328"/>
                  <a:pt x="99073" y="334709"/>
                  <a:pt x="99073" y="332422"/>
                </a:cubicBezTo>
                <a:lnTo>
                  <a:pt x="99073" y="186214"/>
                </a:lnTo>
                <a:lnTo>
                  <a:pt x="12186" y="266414"/>
                </a:lnTo>
                <a:cubicBezTo>
                  <a:pt x="8676" y="269939"/>
                  <a:pt x="5167" y="269939"/>
                  <a:pt x="1657" y="266414"/>
                </a:cubicBezTo>
                <a:cubicBezTo>
                  <a:pt x="-714" y="264033"/>
                  <a:pt x="-714" y="259366"/>
                  <a:pt x="2795" y="256985"/>
                </a:cubicBezTo>
                <a:lnTo>
                  <a:pt x="96701" y="169736"/>
                </a:lnTo>
                <a:lnTo>
                  <a:pt x="2795" y="82487"/>
                </a:lnTo>
                <a:cubicBezTo>
                  <a:pt x="424" y="80105"/>
                  <a:pt x="-714" y="75438"/>
                  <a:pt x="2795" y="73057"/>
                </a:cubicBezTo>
                <a:cubicBezTo>
                  <a:pt x="5167" y="70676"/>
                  <a:pt x="9815" y="69532"/>
                  <a:pt x="12186" y="73057"/>
                </a:cubicBezTo>
                <a:lnTo>
                  <a:pt x="99073" y="153257"/>
                </a:lnTo>
                <a:lnTo>
                  <a:pt x="99073" y="7049"/>
                </a:lnTo>
                <a:cubicBezTo>
                  <a:pt x="99073" y="4667"/>
                  <a:pt x="101444" y="1143"/>
                  <a:pt x="103816" y="0"/>
                </a:cubicBezTo>
                <a:cubicBezTo>
                  <a:pt x="106187" y="0"/>
                  <a:pt x="109697" y="0"/>
                  <a:pt x="110835" y="2381"/>
                </a:cubicBezTo>
                <a:lnTo>
                  <a:pt x="196584" y="87249"/>
                </a:lnTo>
                <a:cubicBezTo>
                  <a:pt x="197722" y="88392"/>
                  <a:pt x="198955" y="90773"/>
                  <a:pt x="198955" y="92012"/>
                </a:cubicBezTo>
                <a:cubicBezTo>
                  <a:pt x="198955" y="94393"/>
                  <a:pt x="197817" y="95536"/>
                  <a:pt x="196584" y="96774"/>
                </a:cubicBezTo>
                <a:lnTo>
                  <a:pt x="117949" y="169926"/>
                </a:lnTo>
                <a:lnTo>
                  <a:pt x="196584" y="243078"/>
                </a:lnTo>
                <a:cubicBezTo>
                  <a:pt x="197722" y="244221"/>
                  <a:pt x="198955" y="245459"/>
                  <a:pt x="198955" y="247841"/>
                </a:cubicBezTo>
                <a:cubicBezTo>
                  <a:pt x="198955" y="250222"/>
                  <a:pt x="197817" y="251365"/>
                  <a:pt x="196584" y="252603"/>
                </a:cubicBezTo>
                <a:lnTo>
                  <a:pt x="110835" y="337471"/>
                </a:lnTo>
                <a:cubicBezTo>
                  <a:pt x="109697" y="338614"/>
                  <a:pt x="108464" y="339852"/>
                  <a:pt x="106092" y="33985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" name="Graphic 15">
            <a:extLst>
              <a:ext uri="{FF2B5EF4-FFF2-40B4-BE49-F238E27FC236}">
                <a16:creationId xmlns:a16="http://schemas.microsoft.com/office/drawing/2014/main" id="{3A2EE7F5-DDD7-BFEC-8D2D-D6E543BC36E3}"/>
              </a:ext>
            </a:extLst>
          </p:cNvPr>
          <p:cNvSpPr/>
          <p:nvPr/>
        </p:nvSpPr>
        <p:spPr>
          <a:xfrm>
            <a:off x="1444430" y="1461830"/>
            <a:ext cx="263024" cy="449296"/>
          </a:xfrm>
          <a:custGeom>
            <a:avLst/>
            <a:gdLst>
              <a:gd name="connsiteX0" fmla="*/ 113206 w 198954"/>
              <a:gd name="connsiteY0" fmla="*/ 23431 h 339852"/>
              <a:gd name="connsiteX1" fmla="*/ 113206 w 198954"/>
              <a:gd name="connsiteY1" fmla="*/ 154305 h 339852"/>
              <a:gd name="connsiteX2" fmla="*/ 181312 w 198954"/>
              <a:gd name="connsiteY2" fmla="*/ 91821 h 339852"/>
              <a:gd name="connsiteX3" fmla="*/ 113206 w 198954"/>
              <a:gd name="connsiteY3" fmla="*/ 23431 h 339852"/>
              <a:gd name="connsiteX4" fmla="*/ 113206 w 198954"/>
              <a:gd name="connsiteY4" fmla="*/ 184976 h 339852"/>
              <a:gd name="connsiteX5" fmla="*/ 113206 w 198954"/>
              <a:gd name="connsiteY5" fmla="*/ 315849 h 339852"/>
              <a:gd name="connsiteX6" fmla="*/ 181312 w 198954"/>
              <a:gd name="connsiteY6" fmla="*/ 247460 h 339852"/>
              <a:gd name="connsiteX7" fmla="*/ 113206 w 198954"/>
              <a:gd name="connsiteY7" fmla="*/ 184976 h 339852"/>
              <a:gd name="connsiteX8" fmla="*/ 106187 w 198954"/>
              <a:gd name="connsiteY8" fmla="*/ 339471 h 339852"/>
              <a:gd name="connsiteX9" fmla="*/ 103816 w 198954"/>
              <a:gd name="connsiteY9" fmla="*/ 339471 h 339852"/>
              <a:gd name="connsiteX10" fmla="*/ 99073 w 198954"/>
              <a:gd name="connsiteY10" fmla="*/ 332422 h 339852"/>
              <a:gd name="connsiteX11" fmla="*/ 99073 w 198954"/>
              <a:gd name="connsiteY11" fmla="*/ 186214 h 339852"/>
              <a:gd name="connsiteX12" fmla="*/ 12186 w 198954"/>
              <a:gd name="connsiteY12" fmla="*/ 266414 h 339852"/>
              <a:gd name="connsiteX13" fmla="*/ 1657 w 198954"/>
              <a:gd name="connsiteY13" fmla="*/ 266414 h 339852"/>
              <a:gd name="connsiteX14" fmla="*/ 2795 w 198954"/>
              <a:gd name="connsiteY14" fmla="*/ 256985 h 339852"/>
              <a:gd name="connsiteX15" fmla="*/ 96701 w 198954"/>
              <a:gd name="connsiteY15" fmla="*/ 169736 h 339852"/>
              <a:gd name="connsiteX16" fmla="*/ 2795 w 198954"/>
              <a:gd name="connsiteY16" fmla="*/ 82487 h 339852"/>
              <a:gd name="connsiteX17" fmla="*/ 2795 w 198954"/>
              <a:gd name="connsiteY17" fmla="*/ 73057 h 339852"/>
              <a:gd name="connsiteX18" fmla="*/ 12186 w 198954"/>
              <a:gd name="connsiteY18" fmla="*/ 73057 h 339852"/>
              <a:gd name="connsiteX19" fmla="*/ 99073 w 198954"/>
              <a:gd name="connsiteY19" fmla="*/ 153257 h 339852"/>
              <a:gd name="connsiteX20" fmla="*/ 99073 w 198954"/>
              <a:gd name="connsiteY20" fmla="*/ 7049 h 339852"/>
              <a:gd name="connsiteX21" fmla="*/ 103816 w 198954"/>
              <a:gd name="connsiteY21" fmla="*/ 0 h 339852"/>
              <a:gd name="connsiteX22" fmla="*/ 110835 w 198954"/>
              <a:gd name="connsiteY22" fmla="*/ 2381 h 339852"/>
              <a:gd name="connsiteX23" fmla="*/ 196584 w 198954"/>
              <a:gd name="connsiteY23" fmla="*/ 87249 h 339852"/>
              <a:gd name="connsiteX24" fmla="*/ 198955 w 198954"/>
              <a:gd name="connsiteY24" fmla="*/ 92012 h 339852"/>
              <a:gd name="connsiteX25" fmla="*/ 196584 w 198954"/>
              <a:gd name="connsiteY25" fmla="*/ 96774 h 339852"/>
              <a:gd name="connsiteX26" fmla="*/ 117949 w 198954"/>
              <a:gd name="connsiteY26" fmla="*/ 169926 h 339852"/>
              <a:gd name="connsiteX27" fmla="*/ 196584 w 198954"/>
              <a:gd name="connsiteY27" fmla="*/ 243078 h 339852"/>
              <a:gd name="connsiteX28" fmla="*/ 198955 w 198954"/>
              <a:gd name="connsiteY28" fmla="*/ 247841 h 339852"/>
              <a:gd name="connsiteX29" fmla="*/ 196584 w 198954"/>
              <a:gd name="connsiteY29" fmla="*/ 252603 h 339852"/>
              <a:gd name="connsiteX30" fmla="*/ 110835 w 198954"/>
              <a:gd name="connsiteY30" fmla="*/ 337471 h 339852"/>
              <a:gd name="connsiteX31" fmla="*/ 106092 w 198954"/>
              <a:gd name="connsiteY31" fmla="*/ 339852 h 339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98954" h="339852">
                <a:moveTo>
                  <a:pt x="113206" y="23431"/>
                </a:moveTo>
                <a:lnTo>
                  <a:pt x="113206" y="154305"/>
                </a:lnTo>
                <a:lnTo>
                  <a:pt x="181312" y="91821"/>
                </a:lnTo>
                <a:lnTo>
                  <a:pt x="113206" y="23431"/>
                </a:lnTo>
                <a:close/>
                <a:moveTo>
                  <a:pt x="113206" y="184976"/>
                </a:moveTo>
                <a:lnTo>
                  <a:pt x="113206" y="315849"/>
                </a:lnTo>
                <a:lnTo>
                  <a:pt x="181312" y="247460"/>
                </a:lnTo>
                <a:lnTo>
                  <a:pt x="113206" y="184976"/>
                </a:lnTo>
                <a:close/>
                <a:moveTo>
                  <a:pt x="106187" y="339471"/>
                </a:moveTo>
                <a:lnTo>
                  <a:pt x="103816" y="339471"/>
                </a:lnTo>
                <a:cubicBezTo>
                  <a:pt x="101444" y="338328"/>
                  <a:pt x="99073" y="334709"/>
                  <a:pt x="99073" y="332422"/>
                </a:cubicBezTo>
                <a:lnTo>
                  <a:pt x="99073" y="186214"/>
                </a:lnTo>
                <a:lnTo>
                  <a:pt x="12186" y="266414"/>
                </a:lnTo>
                <a:cubicBezTo>
                  <a:pt x="8676" y="269939"/>
                  <a:pt x="5167" y="269939"/>
                  <a:pt x="1657" y="266414"/>
                </a:cubicBezTo>
                <a:cubicBezTo>
                  <a:pt x="-714" y="264033"/>
                  <a:pt x="-714" y="259366"/>
                  <a:pt x="2795" y="256985"/>
                </a:cubicBezTo>
                <a:lnTo>
                  <a:pt x="96701" y="169736"/>
                </a:lnTo>
                <a:lnTo>
                  <a:pt x="2795" y="82487"/>
                </a:lnTo>
                <a:cubicBezTo>
                  <a:pt x="424" y="80105"/>
                  <a:pt x="-714" y="75438"/>
                  <a:pt x="2795" y="73057"/>
                </a:cubicBezTo>
                <a:cubicBezTo>
                  <a:pt x="5167" y="70676"/>
                  <a:pt x="9815" y="69532"/>
                  <a:pt x="12186" y="73057"/>
                </a:cubicBezTo>
                <a:lnTo>
                  <a:pt x="99073" y="153257"/>
                </a:lnTo>
                <a:lnTo>
                  <a:pt x="99073" y="7049"/>
                </a:lnTo>
                <a:cubicBezTo>
                  <a:pt x="99073" y="4667"/>
                  <a:pt x="101444" y="1143"/>
                  <a:pt x="103816" y="0"/>
                </a:cubicBezTo>
                <a:cubicBezTo>
                  <a:pt x="106187" y="0"/>
                  <a:pt x="109697" y="0"/>
                  <a:pt x="110835" y="2381"/>
                </a:cubicBezTo>
                <a:lnTo>
                  <a:pt x="196584" y="87249"/>
                </a:lnTo>
                <a:cubicBezTo>
                  <a:pt x="197722" y="88392"/>
                  <a:pt x="198955" y="90773"/>
                  <a:pt x="198955" y="92012"/>
                </a:cubicBezTo>
                <a:cubicBezTo>
                  <a:pt x="198955" y="94393"/>
                  <a:pt x="197817" y="95536"/>
                  <a:pt x="196584" y="96774"/>
                </a:cubicBezTo>
                <a:lnTo>
                  <a:pt x="117949" y="169926"/>
                </a:lnTo>
                <a:lnTo>
                  <a:pt x="196584" y="243078"/>
                </a:lnTo>
                <a:cubicBezTo>
                  <a:pt x="197722" y="244221"/>
                  <a:pt x="198955" y="245459"/>
                  <a:pt x="198955" y="247841"/>
                </a:cubicBezTo>
                <a:cubicBezTo>
                  <a:pt x="198955" y="250222"/>
                  <a:pt x="197817" y="251365"/>
                  <a:pt x="196584" y="252603"/>
                </a:cubicBezTo>
                <a:lnTo>
                  <a:pt x="110835" y="337471"/>
                </a:lnTo>
                <a:cubicBezTo>
                  <a:pt x="109697" y="338614"/>
                  <a:pt x="108464" y="339852"/>
                  <a:pt x="106092" y="33985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" name="Graphic 28">
            <a:extLst>
              <a:ext uri="{FF2B5EF4-FFF2-40B4-BE49-F238E27FC236}">
                <a16:creationId xmlns:a16="http://schemas.microsoft.com/office/drawing/2014/main" id="{7EA644C5-59A3-7C84-A4BF-45E9CDDCA10E}"/>
              </a:ext>
            </a:extLst>
          </p:cNvPr>
          <p:cNvSpPr/>
          <p:nvPr/>
        </p:nvSpPr>
        <p:spPr>
          <a:xfrm>
            <a:off x="2233706" y="886577"/>
            <a:ext cx="393700" cy="381008"/>
          </a:xfrm>
          <a:custGeom>
            <a:avLst/>
            <a:gdLst>
              <a:gd name="connsiteX0" fmla="*/ 290611 w 292389"/>
              <a:gd name="connsiteY0" fmla="*/ 70652 h 282963"/>
              <a:gd name="connsiteX1" fmla="*/ 290611 w 292389"/>
              <a:gd name="connsiteY1" fmla="*/ 60079 h 282963"/>
              <a:gd name="connsiteX2" fmla="*/ 2632 w 292389"/>
              <a:gd name="connsiteY2" fmla="*/ 60079 h 282963"/>
              <a:gd name="connsiteX3" fmla="*/ 2632 w 292389"/>
              <a:gd name="connsiteY3" fmla="*/ 70652 h 282963"/>
              <a:gd name="connsiteX4" fmla="*/ 12023 w 292389"/>
              <a:gd name="connsiteY4" fmla="*/ 70652 h 282963"/>
              <a:gd name="connsiteX5" fmla="*/ 280082 w 292389"/>
              <a:gd name="connsiteY5" fmla="*/ 70652 h 282963"/>
              <a:gd name="connsiteX6" fmla="*/ 285963 w 292389"/>
              <a:gd name="connsiteY6" fmla="*/ 71795 h 282963"/>
              <a:gd name="connsiteX7" fmla="*/ 290611 w 292389"/>
              <a:gd name="connsiteY7" fmla="*/ 70652 h 282963"/>
              <a:gd name="connsiteX8" fmla="*/ 250962 w 292389"/>
              <a:gd name="connsiteY8" fmla="*/ 124754 h 282963"/>
              <a:gd name="connsiteX9" fmla="*/ 250962 w 292389"/>
              <a:gd name="connsiteY9" fmla="*/ 114181 h 282963"/>
              <a:gd name="connsiteX10" fmla="*/ 146527 w 292389"/>
              <a:gd name="connsiteY10" fmla="*/ 70652 h 282963"/>
              <a:gd name="connsiteX11" fmla="*/ 42092 w 292389"/>
              <a:gd name="connsiteY11" fmla="*/ 114181 h 282963"/>
              <a:gd name="connsiteX12" fmla="*/ 42092 w 292389"/>
              <a:gd name="connsiteY12" fmla="*/ 124754 h 282963"/>
              <a:gd name="connsiteX13" fmla="*/ 51482 w 292389"/>
              <a:gd name="connsiteY13" fmla="*/ 124754 h 282963"/>
              <a:gd name="connsiteX14" fmla="*/ 146527 w 292389"/>
              <a:gd name="connsiteY14" fmla="*/ 84749 h 282963"/>
              <a:gd name="connsiteX15" fmla="*/ 240338 w 292389"/>
              <a:gd name="connsiteY15" fmla="*/ 124754 h 282963"/>
              <a:gd name="connsiteX16" fmla="*/ 246219 w 292389"/>
              <a:gd name="connsiteY16" fmla="*/ 125897 h 282963"/>
              <a:gd name="connsiteX17" fmla="*/ 250867 w 292389"/>
              <a:gd name="connsiteY17" fmla="*/ 124754 h 282963"/>
              <a:gd name="connsiteX18" fmla="*/ 91985 w 292389"/>
              <a:gd name="connsiteY18" fmla="*/ 178856 h 282963"/>
              <a:gd name="connsiteX19" fmla="*/ 202017 w 292389"/>
              <a:gd name="connsiteY19" fmla="*/ 178856 h 282963"/>
              <a:gd name="connsiteX20" fmla="*/ 211408 w 292389"/>
              <a:gd name="connsiteY20" fmla="*/ 178856 h 282963"/>
              <a:gd name="connsiteX21" fmla="*/ 211408 w 292389"/>
              <a:gd name="connsiteY21" fmla="*/ 168378 h 282963"/>
              <a:gd name="connsiteX22" fmla="*/ 82595 w 292389"/>
              <a:gd name="connsiteY22" fmla="*/ 168378 h 282963"/>
              <a:gd name="connsiteX23" fmla="*/ 82595 w 292389"/>
              <a:gd name="connsiteY23" fmla="*/ 178856 h 282963"/>
              <a:gd name="connsiteX24" fmla="*/ 87243 w 292389"/>
              <a:gd name="connsiteY24" fmla="*/ 179999 h 282963"/>
              <a:gd name="connsiteX25" fmla="*/ 91891 w 292389"/>
              <a:gd name="connsiteY25" fmla="*/ 178856 h 282963"/>
              <a:gd name="connsiteX26" fmla="*/ 167964 w 292389"/>
              <a:gd name="connsiteY26" fmla="*/ 247531 h 282963"/>
              <a:gd name="connsiteX27" fmla="*/ 146811 w 292389"/>
              <a:gd name="connsiteY27" fmla="*/ 268772 h 282963"/>
              <a:gd name="connsiteX28" fmla="*/ 125659 w 292389"/>
              <a:gd name="connsiteY28" fmla="*/ 247531 h 282963"/>
              <a:gd name="connsiteX29" fmla="*/ 146811 w 292389"/>
              <a:gd name="connsiteY29" fmla="*/ 226290 h 282963"/>
              <a:gd name="connsiteX30" fmla="*/ 167964 w 292389"/>
              <a:gd name="connsiteY30" fmla="*/ 247531 h 282963"/>
              <a:gd name="connsiteX31" fmla="*/ 182097 w 292389"/>
              <a:gd name="connsiteY31" fmla="*/ 247531 h 282963"/>
              <a:gd name="connsiteX32" fmla="*/ 146811 w 292389"/>
              <a:gd name="connsiteY32" fmla="*/ 212098 h 282963"/>
              <a:gd name="connsiteX33" fmla="*/ 111525 w 292389"/>
              <a:gd name="connsiteY33" fmla="*/ 247531 h 282963"/>
              <a:gd name="connsiteX34" fmla="*/ 146811 w 292389"/>
              <a:gd name="connsiteY34" fmla="*/ 282964 h 282963"/>
              <a:gd name="connsiteX35" fmla="*/ 182097 w 292389"/>
              <a:gd name="connsiteY35" fmla="*/ 247531 h 282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92389" h="282963">
                <a:moveTo>
                  <a:pt x="290611" y="70652"/>
                </a:moveTo>
                <a:cubicBezTo>
                  <a:pt x="292983" y="67127"/>
                  <a:pt x="292983" y="63603"/>
                  <a:pt x="290611" y="60079"/>
                </a:cubicBezTo>
                <a:cubicBezTo>
                  <a:pt x="211028" y="-20026"/>
                  <a:pt x="82215" y="-20026"/>
                  <a:pt x="2632" y="60079"/>
                </a:cubicBezTo>
                <a:cubicBezTo>
                  <a:pt x="-877" y="63603"/>
                  <a:pt x="-877" y="67127"/>
                  <a:pt x="2632" y="70652"/>
                </a:cubicBezTo>
                <a:cubicBezTo>
                  <a:pt x="5004" y="73033"/>
                  <a:pt x="9651" y="73033"/>
                  <a:pt x="12023" y="70652"/>
                </a:cubicBezTo>
                <a:cubicBezTo>
                  <a:pt x="85820" y="-4691"/>
                  <a:pt x="206380" y="-4691"/>
                  <a:pt x="280082" y="70652"/>
                </a:cubicBezTo>
                <a:cubicBezTo>
                  <a:pt x="282454" y="71795"/>
                  <a:pt x="283592" y="71795"/>
                  <a:pt x="285963" y="71795"/>
                </a:cubicBezTo>
                <a:cubicBezTo>
                  <a:pt x="287102" y="71795"/>
                  <a:pt x="289473" y="71795"/>
                  <a:pt x="290611" y="70652"/>
                </a:cubicBezTo>
                <a:close/>
                <a:moveTo>
                  <a:pt x="250962" y="124754"/>
                </a:moveTo>
                <a:cubicBezTo>
                  <a:pt x="253333" y="121229"/>
                  <a:pt x="253333" y="116562"/>
                  <a:pt x="250962" y="114181"/>
                </a:cubicBezTo>
                <a:cubicBezTo>
                  <a:pt x="222790" y="85987"/>
                  <a:pt x="186461" y="70652"/>
                  <a:pt x="146527" y="70652"/>
                </a:cubicBezTo>
                <a:cubicBezTo>
                  <a:pt x="106593" y="70652"/>
                  <a:pt x="70264" y="85987"/>
                  <a:pt x="42092" y="114181"/>
                </a:cubicBezTo>
                <a:cubicBezTo>
                  <a:pt x="38582" y="116562"/>
                  <a:pt x="38582" y="121229"/>
                  <a:pt x="42092" y="124754"/>
                </a:cubicBezTo>
                <a:cubicBezTo>
                  <a:pt x="44463" y="127135"/>
                  <a:pt x="49111" y="127135"/>
                  <a:pt x="51482" y="124754"/>
                </a:cubicBezTo>
                <a:cubicBezTo>
                  <a:pt x="77283" y="98846"/>
                  <a:pt x="110103" y="84749"/>
                  <a:pt x="146527" y="84749"/>
                </a:cubicBezTo>
                <a:cubicBezTo>
                  <a:pt x="182951" y="84749"/>
                  <a:pt x="215771" y="98846"/>
                  <a:pt x="240338" y="124754"/>
                </a:cubicBezTo>
                <a:cubicBezTo>
                  <a:pt x="242710" y="125897"/>
                  <a:pt x="243848" y="125897"/>
                  <a:pt x="246219" y="125897"/>
                </a:cubicBezTo>
                <a:cubicBezTo>
                  <a:pt x="247358" y="125897"/>
                  <a:pt x="249729" y="125897"/>
                  <a:pt x="250867" y="124754"/>
                </a:cubicBezTo>
                <a:close/>
                <a:moveTo>
                  <a:pt x="91985" y="178856"/>
                </a:moveTo>
                <a:cubicBezTo>
                  <a:pt x="122434" y="148566"/>
                  <a:pt x="171569" y="148566"/>
                  <a:pt x="202017" y="178856"/>
                </a:cubicBezTo>
                <a:cubicBezTo>
                  <a:pt x="204388" y="181142"/>
                  <a:pt x="209036" y="181142"/>
                  <a:pt x="211408" y="178856"/>
                </a:cubicBezTo>
                <a:cubicBezTo>
                  <a:pt x="213779" y="175331"/>
                  <a:pt x="213779" y="170664"/>
                  <a:pt x="211408" y="168378"/>
                </a:cubicBezTo>
                <a:cubicBezTo>
                  <a:pt x="176311" y="133421"/>
                  <a:pt x="117691" y="133421"/>
                  <a:pt x="82595" y="168378"/>
                </a:cubicBezTo>
                <a:cubicBezTo>
                  <a:pt x="79085" y="170664"/>
                  <a:pt x="79085" y="175331"/>
                  <a:pt x="82595" y="178856"/>
                </a:cubicBezTo>
                <a:cubicBezTo>
                  <a:pt x="83733" y="179999"/>
                  <a:pt x="84966" y="179999"/>
                  <a:pt x="87243" y="179999"/>
                </a:cubicBezTo>
                <a:cubicBezTo>
                  <a:pt x="88381" y="179999"/>
                  <a:pt x="90752" y="179999"/>
                  <a:pt x="91891" y="178856"/>
                </a:cubicBezTo>
                <a:close/>
                <a:moveTo>
                  <a:pt x="167964" y="247531"/>
                </a:moveTo>
                <a:cubicBezTo>
                  <a:pt x="167964" y="259342"/>
                  <a:pt x="158573" y="268772"/>
                  <a:pt x="146811" y="268772"/>
                </a:cubicBezTo>
                <a:cubicBezTo>
                  <a:pt x="135049" y="268772"/>
                  <a:pt x="125659" y="259342"/>
                  <a:pt x="125659" y="247531"/>
                </a:cubicBezTo>
                <a:cubicBezTo>
                  <a:pt x="125659" y="235720"/>
                  <a:pt x="135049" y="226290"/>
                  <a:pt x="146811" y="226290"/>
                </a:cubicBezTo>
                <a:cubicBezTo>
                  <a:pt x="158573" y="226290"/>
                  <a:pt x="167964" y="235720"/>
                  <a:pt x="167964" y="247531"/>
                </a:cubicBezTo>
                <a:close/>
                <a:moveTo>
                  <a:pt x="182097" y="247531"/>
                </a:moveTo>
                <a:cubicBezTo>
                  <a:pt x="182097" y="228671"/>
                  <a:pt x="165688" y="212098"/>
                  <a:pt x="146811" y="212098"/>
                </a:cubicBezTo>
                <a:cubicBezTo>
                  <a:pt x="126797" y="212098"/>
                  <a:pt x="111525" y="228576"/>
                  <a:pt x="111525" y="247531"/>
                </a:cubicBezTo>
                <a:cubicBezTo>
                  <a:pt x="111525" y="267629"/>
                  <a:pt x="126797" y="282964"/>
                  <a:pt x="146811" y="282964"/>
                </a:cubicBezTo>
                <a:cubicBezTo>
                  <a:pt x="165593" y="282964"/>
                  <a:pt x="182097" y="267629"/>
                  <a:pt x="182097" y="24753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8">
            <a:extLst>
              <a:ext uri="{FF2B5EF4-FFF2-40B4-BE49-F238E27FC236}">
                <a16:creationId xmlns:a16="http://schemas.microsoft.com/office/drawing/2014/main" id="{B7E07C33-967F-6EC2-379B-566D8DDF8D59}"/>
              </a:ext>
            </a:extLst>
          </p:cNvPr>
          <p:cNvSpPr/>
          <p:nvPr/>
        </p:nvSpPr>
        <p:spPr>
          <a:xfrm>
            <a:off x="3002056" y="886577"/>
            <a:ext cx="393700" cy="381008"/>
          </a:xfrm>
          <a:custGeom>
            <a:avLst/>
            <a:gdLst>
              <a:gd name="connsiteX0" fmla="*/ 290611 w 292389"/>
              <a:gd name="connsiteY0" fmla="*/ 70652 h 282963"/>
              <a:gd name="connsiteX1" fmla="*/ 290611 w 292389"/>
              <a:gd name="connsiteY1" fmla="*/ 60079 h 282963"/>
              <a:gd name="connsiteX2" fmla="*/ 2632 w 292389"/>
              <a:gd name="connsiteY2" fmla="*/ 60079 h 282963"/>
              <a:gd name="connsiteX3" fmla="*/ 2632 w 292389"/>
              <a:gd name="connsiteY3" fmla="*/ 70652 h 282963"/>
              <a:gd name="connsiteX4" fmla="*/ 12023 w 292389"/>
              <a:gd name="connsiteY4" fmla="*/ 70652 h 282963"/>
              <a:gd name="connsiteX5" fmla="*/ 280082 w 292389"/>
              <a:gd name="connsiteY5" fmla="*/ 70652 h 282963"/>
              <a:gd name="connsiteX6" fmla="*/ 285963 w 292389"/>
              <a:gd name="connsiteY6" fmla="*/ 71795 h 282963"/>
              <a:gd name="connsiteX7" fmla="*/ 290611 w 292389"/>
              <a:gd name="connsiteY7" fmla="*/ 70652 h 282963"/>
              <a:gd name="connsiteX8" fmla="*/ 250962 w 292389"/>
              <a:gd name="connsiteY8" fmla="*/ 124754 h 282963"/>
              <a:gd name="connsiteX9" fmla="*/ 250962 w 292389"/>
              <a:gd name="connsiteY9" fmla="*/ 114181 h 282963"/>
              <a:gd name="connsiteX10" fmla="*/ 146527 w 292389"/>
              <a:gd name="connsiteY10" fmla="*/ 70652 h 282963"/>
              <a:gd name="connsiteX11" fmla="*/ 42092 w 292389"/>
              <a:gd name="connsiteY11" fmla="*/ 114181 h 282963"/>
              <a:gd name="connsiteX12" fmla="*/ 42092 w 292389"/>
              <a:gd name="connsiteY12" fmla="*/ 124754 h 282963"/>
              <a:gd name="connsiteX13" fmla="*/ 51482 w 292389"/>
              <a:gd name="connsiteY13" fmla="*/ 124754 h 282963"/>
              <a:gd name="connsiteX14" fmla="*/ 146527 w 292389"/>
              <a:gd name="connsiteY14" fmla="*/ 84749 h 282963"/>
              <a:gd name="connsiteX15" fmla="*/ 240338 w 292389"/>
              <a:gd name="connsiteY15" fmla="*/ 124754 h 282963"/>
              <a:gd name="connsiteX16" fmla="*/ 246219 w 292389"/>
              <a:gd name="connsiteY16" fmla="*/ 125897 h 282963"/>
              <a:gd name="connsiteX17" fmla="*/ 250867 w 292389"/>
              <a:gd name="connsiteY17" fmla="*/ 124754 h 282963"/>
              <a:gd name="connsiteX18" fmla="*/ 91985 w 292389"/>
              <a:gd name="connsiteY18" fmla="*/ 178856 h 282963"/>
              <a:gd name="connsiteX19" fmla="*/ 202017 w 292389"/>
              <a:gd name="connsiteY19" fmla="*/ 178856 h 282963"/>
              <a:gd name="connsiteX20" fmla="*/ 211408 w 292389"/>
              <a:gd name="connsiteY20" fmla="*/ 178856 h 282963"/>
              <a:gd name="connsiteX21" fmla="*/ 211408 w 292389"/>
              <a:gd name="connsiteY21" fmla="*/ 168378 h 282963"/>
              <a:gd name="connsiteX22" fmla="*/ 82595 w 292389"/>
              <a:gd name="connsiteY22" fmla="*/ 168378 h 282963"/>
              <a:gd name="connsiteX23" fmla="*/ 82595 w 292389"/>
              <a:gd name="connsiteY23" fmla="*/ 178856 h 282963"/>
              <a:gd name="connsiteX24" fmla="*/ 87243 w 292389"/>
              <a:gd name="connsiteY24" fmla="*/ 179999 h 282963"/>
              <a:gd name="connsiteX25" fmla="*/ 91891 w 292389"/>
              <a:gd name="connsiteY25" fmla="*/ 178856 h 282963"/>
              <a:gd name="connsiteX26" fmla="*/ 167964 w 292389"/>
              <a:gd name="connsiteY26" fmla="*/ 247531 h 282963"/>
              <a:gd name="connsiteX27" fmla="*/ 146811 w 292389"/>
              <a:gd name="connsiteY27" fmla="*/ 268772 h 282963"/>
              <a:gd name="connsiteX28" fmla="*/ 125659 w 292389"/>
              <a:gd name="connsiteY28" fmla="*/ 247531 h 282963"/>
              <a:gd name="connsiteX29" fmla="*/ 146811 w 292389"/>
              <a:gd name="connsiteY29" fmla="*/ 226290 h 282963"/>
              <a:gd name="connsiteX30" fmla="*/ 167964 w 292389"/>
              <a:gd name="connsiteY30" fmla="*/ 247531 h 282963"/>
              <a:gd name="connsiteX31" fmla="*/ 182097 w 292389"/>
              <a:gd name="connsiteY31" fmla="*/ 247531 h 282963"/>
              <a:gd name="connsiteX32" fmla="*/ 146811 w 292389"/>
              <a:gd name="connsiteY32" fmla="*/ 212098 h 282963"/>
              <a:gd name="connsiteX33" fmla="*/ 111525 w 292389"/>
              <a:gd name="connsiteY33" fmla="*/ 247531 h 282963"/>
              <a:gd name="connsiteX34" fmla="*/ 146811 w 292389"/>
              <a:gd name="connsiteY34" fmla="*/ 282964 h 282963"/>
              <a:gd name="connsiteX35" fmla="*/ 182097 w 292389"/>
              <a:gd name="connsiteY35" fmla="*/ 247531 h 282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92389" h="282963">
                <a:moveTo>
                  <a:pt x="290611" y="70652"/>
                </a:moveTo>
                <a:cubicBezTo>
                  <a:pt x="292983" y="67127"/>
                  <a:pt x="292983" y="63603"/>
                  <a:pt x="290611" y="60079"/>
                </a:cubicBezTo>
                <a:cubicBezTo>
                  <a:pt x="211028" y="-20026"/>
                  <a:pt x="82215" y="-20026"/>
                  <a:pt x="2632" y="60079"/>
                </a:cubicBezTo>
                <a:cubicBezTo>
                  <a:pt x="-877" y="63603"/>
                  <a:pt x="-877" y="67127"/>
                  <a:pt x="2632" y="70652"/>
                </a:cubicBezTo>
                <a:cubicBezTo>
                  <a:pt x="5004" y="73033"/>
                  <a:pt x="9651" y="73033"/>
                  <a:pt x="12023" y="70652"/>
                </a:cubicBezTo>
                <a:cubicBezTo>
                  <a:pt x="85820" y="-4691"/>
                  <a:pt x="206380" y="-4691"/>
                  <a:pt x="280082" y="70652"/>
                </a:cubicBezTo>
                <a:cubicBezTo>
                  <a:pt x="282454" y="71795"/>
                  <a:pt x="283592" y="71795"/>
                  <a:pt x="285963" y="71795"/>
                </a:cubicBezTo>
                <a:cubicBezTo>
                  <a:pt x="287102" y="71795"/>
                  <a:pt x="289473" y="71795"/>
                  <a:pt x="290611" y="70652"/>
                </a:cubicBezTo>
                <a:close/>
                <a:moveTo>
                  <a:pt x="250962" y="124754"/>
                </a:moveTo>
                <a:cubicBezTo>
                  <a:pt x="253333" y="121229"/>
                  <a:pt x="253333" y="116562"/>
                  <a:pt x="250962" y="114181"/>
                </a:cubicBezTo>
                <a:cubicBezTo>
                  <a:pt x="222790" y="85987"/>
                  <a:pt x="186461" y="70652"/>
                  <a:pt x="146527" y="70652"/>
                </a:cubicBezTo>
                <a:cubicBezTo>
                  <a:pt x="106593" y="70652"/>
                  <a:pt x="70264" y="85987"/>
                  <a:pt x="42092" y="114181"/>
                </a:cubicBezTo>
                <a:cubicBezTo>
                  <a:pt x="38582" y="116562"/>
                  <a:pt x="38582" y="121229"/>
                  <a:pt x="42092" y="124754"/>
                </a:cubicBezTo>
                <a:cubicBezTo>
                  <a:pt x="44463" y="127135"/>
                  <a:pt x="49111" y="127135"/>
                  <a:pt x="51482" y="124754"/>
                </a:cubicBezTo>
                <a:cubicBezTo>
                  <a:pt x="77283" y="98846"/>
                  <a:pt x="110103" y="84749"/>
                  <a:pt x="146527" y="84749"/>
                </a:cubicBezTo>
                <a:cubicBezTo>
                  <a:pt x="182951" y="84749"/>
                  <a:pt x="215771" y="98846"/>
                  <a:pt x="240338" y="124754"/>
                </a:cubicBezTo>
                <a:cubicBezTo>
                  <a:pt x="242710" y="125897"/>
                  <a:pt x="243848" y="125897"/>
                  <a:pt x="246219" y="125897"/>
                </a:cubicBezTo>
                <a:cubicBezTo>
                  <a:pt x="247358" y="125897"/>
                  <a:pt x="249729" y="125897"/>
                  <a:pt x="250867" y="124754"/>
                </a:cubicBezTo>
                <a:close/>
                <a:moveTo>
                  <a:pt x="91985" y="178856"/>
                </a:moveTo>
                <a:cubicBezTo>
                  <a:pt x="122434" y="148566"/>
                  <a:pt x="171569" y="148566"/>
                  <a:pt x="202017" y="178856"/>
                </a:cubicBezTo>
                <a:cubicBezTo>
                  <a:pt x="204388" y="181142"/>
                  <a:pt x="209036" y="181142"/>
                  <a:pt x="211408" y="178856"/>
                </a:cubicBezTo>
                <a:cubicBezTo>
                  <a:pt x="213779" y="175331"/>
                  <a:pt x="213779" y="170664"/>
                  <a:pt x="211408" y="168378"/>
                </a:cubicBezTo>
                <a:cubicBezTo>
                  <a:pt x="176311" y="133421"/>
                  <a:pt x="117691" y="133421"/>
                  <a:pt x="82595" y="168378"/>
                </a:cubicBezTo>
                <a:cubicBezTo>
                  <a:pt x="79085" y="170664"/>
                  <a:pt x="79085" y="175331"/>
                  <a:pt x="82595" y="178856"/>
                </a:cubicBezTo>
                <a:cubicBezTo>
                  <a:pt x="83733" y="179999"/>
                  <a:pt x="84966" y="179999"/>
                  <a:pt x="87243" y="179999"/>
                </a:cubicBezTo>
                <a:cubicBezTo>
                  <a:pt x="88381" y="179999"/>
                  <a:pt x="90752" y="179999"/>
                  <a:pt x="91891" y="178856"/>
                </a:cubicBezTo>
                <a:close/>
                <a:moveTo>
                  <a:pt x="167964" y="247531"/>
                </a:moveTo>
                <a:cubicBezTo>
                  <a:pt x="167964" y="259342"/>
                  <a:pt x="158573" y="268772"/>
                  <a:pt x="146811" y="268772"/>
                </a:cubicBezTo>
                <a:cubicBezTo>
                  <a:pt x="135049" y="268772"/>
                  <a:pt x="125659" y="259342"/>
                  <a:pt x="125659" y="247531"/>
                </a:cubicBezTo>
                <a:cubicBezTo>
                  <a:pt x="125659" y="235720"/>
                  <a:pt x="135049" y="226290"/>
                  <a:pt x="146811" y="226290"/>
                </a:cubicBezTo>
                <a:cubicBezTo>
                  <a:pt x="158573" y="226290"/>
                  <a:pt x="167964" y="235720"/>
                  <a:pt x="167964" y="247531"/>
                </a:cubicBezTo>
                <a:close/>
                <a:moveTo>
                  <a:pt x="182097" y="247531"/>
                </a:moveTo>
                <a:cubicBezTo>
                  <a:pt x="182097" y="228671"/>
                  <a:pt x="165688" y="212098"/>
                  <a:pt x="146811" y="212098"/>
                </a:cubicBezTo>
                <a:cubicBezTo>
                  <a:pt x="126797" y="212098"/>
                  <a:pt x="111525" y="228576"/>
                  <a:pt x="111525" y="247531"/>
                </a:cubicBezTo>
                <a:cubicBezTo>
                  <a:pt x="111525" y="267629"/>
                  <a:pt x="126797" y="282964"/>
                  <a:pt x="146811" y="282964"/>
                </a:cubicBezTo>
                <a:cubicBezTo>
                  <a:pt x="165593" y="282964"/>
                  <a:pt x="182097" y="267629"/>
                  <a:pt x="182097" y="24753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" name="Graphic 28">
            <a:extLst>
              <a:ext uri="{FF2B5EF4-FFF2-40B4-BE49-F238E27FC236}">
                <a16:creationId xmlns:a16="http://schemas.microsoft.com/office/drawing/2014/main" id="{B2316B85-6C53-A2F9-8BD4-62C97DFA5C20}"/>
              </a:ext>
            </a:extLst>
          </p:cNvPr>
          <p:cNvSpPr/>
          <p:nvPr/>
        </p:nvSpPr>
        <p:spPr>
          <a:xfrm>
            <a:off x="2233706" y="1508877"/>
            <a:ext cx="393700" cy="381008"/>
          </a:xfrm>
          <a:custGeom>
            <a:avLst/>
            <a:gdLst>
              <a:gd name="connsiteX0" fmla="*/ 290611 w 292389"/>
              <a:gd name="connsiteY0" fmla="*/ 70652 h 282963"/>
              <a:gd name="connsiteX1" fmla="*/ 290611 w 292389"/>
              <a:gd name="connsiteY1" fmla="*/ 60079 h 282963"/>
              <a:gd name="connsiteX2" fmla="*/ 2632 w 292389"/>
              <a:gd name="connsiteY2" fmla="*/ 60079 h 282963"/>
              <a:gd name="connsiteX3" fmla="*/ 2632 w 292389"/>
              <a:gd name="connsiteY3" fmla="*/ 70652 h 282963"/>
              <a:gd name="connsiteX4" fmla="*/ 12023 w 292389"/>
              <a:gd name="connsiteY4" fmla="*/ 70652 h 282963"/>
              <a:gd name="connsiteX5" fmla="*/ 280082 w 292389"/>
              <a:gd name="connsiteY5" fmla="*/ 70652 h 282963"/>
              <a:gd name="connsiteX6" fmla="*/ 285963 w 292389"/>
              <a:gd name="connsiteY6" fmla="*/ 71795 h 282963"/>
              <a:gd name="connsiteX7" fmla="*/ 290611 w 292389"/>
              <a:gd name="connsiteY7" fmla="*/ 70652 h 282963"/>
              <a:gd name="connsiteX8" fmla="*/ 250962 w 292389"/>
              <a:gd name="connsiteY8" fmla="*/ 124754 h 282963"/>
              <a:gd name="connsiteX9" fmla="*/ 250962 w 292389"/>
              <a:gd name="connsiteY9" fmla="*/ 114181 h 282963"/>
              <a:gd name="connsiteX10" fmla="*/ 146527 w 292389"/>
              <a:gd name="connsiteY10" fmla="*/ 70652 h 282963"/>
              <a:gd name="connsiteX11" fmla="*/ 42092 w 292389"/>
              <a:gd name="connsiteY11" fmla="*/ 114181 h 282963"/>
              <a:gd name="connsiteX12" fmla="*/ 42092 w 292389"/>
              <a:gd name="connsiteY12" fmla="*/ 124754 h 282963"/>
              <a:gd name="connsiteX13" fmla="*/ 51482 w 292389"/>
              <a:gd name="connsiteY13" fmla="*/ 124754 h 282963"/>
              <a:gd name="connsiteX14" fmla="*/ 146527 w 292389"/>
              <a:gd name="connsiteY14" fmla="*/ 84749 h 282963"/>
              <a:gd name="connsiteX15" fmla="*/ 240338 w 292389"/>
              <a:gd name="connsiteY15" fmla="*/ 124754 h 282963"/>
              <a:gd name="connsiteX16" fmla="*/ 246219 w 292389"/>
              <a:gd name="connsiteY16" fmla="*/ 125897 h 282963"/>
              <a:gd name="connsiteX17" fmla="*/ 250867 w 292389"/>
              <a:gd name="connsiteY17" fmla="*/ 124754 h 282963"/>
              <a:gd name="connsiteX18" fmla="*/ 91985 w 292389"/>
              <a:gd name="connsiteY18" fmla="*/ 178856 h 282963"/>
              <a:gd name="connsiteX19" fmla="*/ 202017 w 292389"/>
              <a:gd name="connsiteY19" fmla="*/ 178856 h 282963"/>
              <a:gd name="connsiteX20" fmla="*/ 211408 w 292389"/>
              <a:gd name="connsiteY20" fmla="*/ 178856 h 282963"/>
              <a:gd name="connsiteX21" fmla="*/ 211408 w 292389"/>
              <a:gd name="connsiteY21" fmla="*/ 168378 h 282963"/>
              <a:gd name="connsiteX22" fmla="*/ 82595 w 292389"/>
              <a:gd name="connsiteY22" fmla="*/ 168378 h 282963"/>
              <a:gd name="connsiteX23" fmla="*/ 82595 w 292389"/>
              <a:gd name="connsiteY23" fmla="*/ 178856 h 282963"/>
              <a:gd name="connsiteX24" fmla="*/ 87243 w 292389"/>
              <a:gd name="connsiteY24" fmla="*/ 179999 h 282963"/>
              <a:gd name="connsiteX25" fmla="*/ 91891 w 292389"/>
              <a:gd name="connsiteY25" fmla="*/ 178856 h 282963"/>
              <a:gd name="connsiteX26" fmla="*/ 167964 w 292389"/>
              <a:gd name="connsiteY26" fmla="*/ 247531 h 282963"/>
              <a:gd name="connsiteX27" fmla="*/ 146811 w 292389"/>
              <a:gd name="connsiteY27" fmla="*/ 268772 h 282963"/>
              <a:gd name="connsiteX28" fmla="*/ 125659 w 292389"/>
              <a:gd name="connsiteY28" fmla="*/ 247531 h 282963"/>
              <a:gd name="connsiteX29" fmla="*/ 146811 w 292389"/>
              <a:gd name="connsiteY29" fmla="*/ 226290 h 282963"/>
              <a:gd name="connsiteX30" fmla="*/ 167964 w 292389"/>
              <a:gd name="connsiteY30" fmla="*/ 247531 h 282963"/>
              <a:gd name="connsiteX31" fmla="*/ 182097 w 292389"/>
              <a:gd name="connsiteY31" fmla="*/ 247531 h 282963"/>
              <a:gd name="connsiteX32" fmla="*/ 146811 w 292389"/>
              <a:gd name="connsiteY32" fmla="*/ 212098 h 282963"/>
              <a:gd name="connsiteX33" fmla="*/ 111525 w 292389"/>
              <a:gd name="connsiteY33" fmla="*/ 247531 h 282963"/>
              <a:gd name="connsiteX34" fmla="*/ 146811 w 292389"/>
              <a:gd name="connsiteY34" fmla="*/ 282964 h 282963"/>
              <a:gd name="connsiteX35" fmla="*/ 182097 w 292389"/>
              <a:gd name="connsiteY35" fmla="*/ 247531 h 282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92389" h="282963">
                <a:moveTo>
                  <a:pt x="290611" y="70652"/>
                </a:moveTo>
                <a:cubicBezTo>
                  <a:pt x="292983" y="67127"/>
                  <a:pt x="292983" y="63603"/>
                  <a:pt x="290611" y="60079"/>
                </a:cubicBezTo>
                <a:cubicBezTo>
                  <a:pt x="211028" y="-20026"/>
                  <a:pt x="82215" y="-20026"/>
                  <a:pt x="2632" y="60079"/>
                </a:cubicBezTo>
                <a:cubicBezTo>
                  <a:pt x="-877" y="63603"/>
                  <a:pt x="-877" y="67127"/>
                  <a:pt x="2632" y="70652"/>
                </a:cubicBezTo>
                <a:cubicBezTo>
                  <a:pt x="5004" y="73033"/>
                  <a:pt x="9651" y="73033"/>
                  <a:pt x="12023" y="70652"/>
                </a:cubicBezTo>
                <a:cubicBezTo>
                  <a:pt x="85820" y="-4691"/>
                  <a:pt x="206380" y="-4691"/>
                  <a:pt x="280082" y="70652"/>
                </a:cubicBezTo>
                <a:cubicBezTo>
                  <a:pt x="282454" y="71795"/>
                  <a:pt x="283592" y="71795"/>
                  <a:pt x="285963" y="71795"/>
                </a:cubicBezTo>
                <a:cubicBezTo>
                  <a:pt x="287102" y="71795"/>
                  <a:pt x="289473" y="71795"/>
                  <a:pt x="290611" y="70652"/>
                </a:cubicBezTo>
                <a:close/>
                <a:moveTo>
                  <a:pt x="250962" y="124754"/>
                </a:moveTo>
                <a:cubicBezTo>
                  <a:pt x="253333" y="121229"/>
                  <a:pt x="253333" y="116562"/>
                  <a:pt x="250962" y="114181"/>
                </a:cubicBezTo>
                <a:cubicBezTo>
                  <a:pt x="222790" y="85987"/>
                  <a:pt x="186461" y="70652"/>
                  <a:pt x="146527" y="70652"/>
                </a:cubicBezTo>
                <a:cubicBezTo>
                  <a:pt x="106593" y="70652"/>
                  <a:pt x="70264" y="85987"/>
                  <a:pt x="42092" y="114181"/>
                </a:cubicBezTo>
                <a:cubicBezTo>
                  <a:pt x="38582" y="116562"/>
                  <a:pt x="38582" y="121229"/>
                  <a:pt x="42092" y="124754"/>
                </a:cubicBezTo>
                <a:cubicBezTo>
                  <a:pt x="44463" y="127135"/>
                  <a:pt x="49111" y="127135"/>
                  <a:pt x="51482" y="124754"/>
                </a:cubicBezTo>
                <a:cubicBezTo>
                  <a:pt x="77283" y="98846"/>
                  <a:pt x="110103" y="84749"/>
                  <a:pt x="146527" y="84749"/>
                </a:cubicBezTo>
                <a:cubicBezTo>
                  <a:pt x="182951" y="84749"/>
                  <a:pt x="215771" y="98846"/>
                  <a:pt x="240338" y="124754"/>
                </a:cubicBezTo>
                <a:cubicBezTo>
                  <a:pt x="242710" y="125897"/>
                  <a:pt x="243848" y="125897"/>
                  <a:pt x="246219" y="125897"/>
                </a:cubicBezTo>
                <a:cubicBezTo>
                  <a:pt x="247358" y="125897"/>
                  <a:pt x="249729" y="125897"/>
                  <a:pt x="250867" y="124754"/>
                </a:cubicBezTo>
                <a:close/>
                <a:moveTo>
                  <a:pt x="91985" y="178856"/>
                </a:moveTo>
                <a:cubicBezTo>
                  <a:pt x="122434" y="148566"/>
                  <a:pt x="171569" y="148566"/>
                  <a:pt x="202017" y="178856"/>
                </a:cubicBezTo>
                <a:cubicBezTo>
                  <a:pt x="204388" y="181142"/>
                  <a:pt x="209036" y="181142"/>
                  <a:pt x="211408" y="178856"/>
                </a:cubicBezTo>
                <a:cubicBezTo>
                  <a:pt x="213779" y="175331"/>
                  <a:pt x="213779" y="170664"/>
                  <a:pt x="211408" y="168378"/>
                </a:cubicBezTo>
                <a:cubicBezTo>
                  <a:pt x="176311" y="133421"/>
                  <a:pt x="117691" y="133421"/>
                  <a:pt x="82595" y="168378"/>
                </a:cubicBezTo>
                <a:cubicBezTo>
                  <a:pt x="79085" y="170664"/>
                  <a:pt x="79085" y="175331"/>
                  <a:pt x="82595" y="178856"/>
                </a:cubicBezTo>
                <a:cubicBezTo>
                  <a:pt x="83733" y="179999"/>
                  <a:pt x="84966" y="179999"/>
                  <a:pt x="87243" y="179999"/>
                </a:cubicBezTo>
                <a:cubicBezTo>
                  <a:pt x="88381" y="179999"/>
                  <a:pt x="90752" y="179999"/>
                  <a:pt x="91891" y="178856"/>
                </a:cubicBezTo>
                <a:close/>
                <a:moveTo>
                  <a:pt x="167964" y="247531"/>
                </a:moveTo>
                <a:cubicBezTo>
                  <a:pt x="167964" y="259342"/>
                  <a:pt x="158573" y="268772"/>
                  <a:pt x="146811" y="268772"/>
                </a:cubicBezTo>
                <a:cubicBezTo>
                  <a:pt x="135049" y="268772"/>
                  <a:pt x="125659" y="259342"/>
                  <a:pt x="125659" y="247531"/>
                </a:cubicBezTo>
                <a:cubicBezTo>
                  <a:pt x="125659" y="235720"/>
                  <a:pt x="135049" y="226290"/>
                  <a:pt x="146811" y="226290"/>
                </a:cubicBezTo>
                <a:cubicBezTo>
                  <a:pt x="158573" y="226290"/>
                  <a:pt x="167964" y="235720"/>
                  <a:pt x="167964" y="247531"/>
                </a:cubicBezTo>
                <a:close/>
                <a:moveTo>
                  <a:pt x="182097" y="247531"/>
                </a:moveTo>
                <a:cubicBezTo>
                  <a:pt x="182097" y="228671"/>
                  <a:pt x="165688" y="212098"/>
                  <a:pt x="146811" y="212098"/>
                </a:cubicBezTo>
                <a:cubicBezTo>
                  <a:pt x="126797" y="212098"/>
                  <a:pt x="111525" y="228576"/>
                  <a:pt x="111525" y="247531"/>
                </a:cubicBezTo>
                <a:cubicBezTo>
                  <a:pt x="111525" y="267629"/>
                  <a:pt x="126797" y="282964"/>
                  <a:pt x="146811" y="282964"/>
                </a:cubicBezTo>
                <a:cubicBezTo>
                  <a:pt x="165593" y="282964"/>
                  <a:pt x="182097" y="267629"/>
                  <a:pt x="182097" y="24753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" name="Graphic 28">
            <a:extLst>
              <a:ext uri="{FF2B5EF4-FFF2-40B4-BE49-F238E27FC236}">
                <a16:creationId xmlns:a16="http://schemas.microsoft.com/office/drawing/2014/main" id="{4F07BF3C-FA07-F83F-4A8F-EB8FE6EA98C7}"/>
              </a:ext>
            </a:extLst>
          </p:cNvPr>
          <p:cNvSpPr/>
          <p:nvPr/>
        </p:nvSpPr>
        <p:spPr>
          <a:xfrm>
            <a:off x="3002056" y="1508877"/>
            <a:ext cx="393700" cy="381008"/>
          </a:xfrm>
          <a:custGeom>
            <a:avLst/>
            <a:gdLst>
              <a:gd name="connsiteX0" fmla="*/ 290611 w 292389"/>
              <a:gd name="connsiteY0" fmla="*/ 70652 h 282963"/>
              <a:gd name="connsiteX1" fmla="*/ 290611 w 292389"/>
              <a:gd name="connsiteY1" fmla="*/ 60079 h 282963"/>
              <a:gd name="connsiteX2" fmla="*/ 2632 w 292389"/>
              <a:gd name="connsiteY2" fmla="*/ 60079 h 282963"/>
              <a:gd name="connsiteX3" fmla="*/ 2632 w 292389"/>
              <a:gd name="connsiteY3" fmla="*/ 70652 h 282963"/>
              <a:gd name="connsiteX4" fmla="*/ 12023 w 292389"/>
              <a:gd name="connsiteY4" fmla="*/ 70652 h 282963"/>
              <a:gd name="connsiteX5" fmla="*/ 280082 w 292389"/>
              <a:gd name="connsiteY5" fmla="*/ 70652 h 282963"/>
              <a:gd name="connsiteX6" fmla="*/ 285963 w 292389"/>
              <a:gd name="connsiteY6" fmla="*/ 71795 h 282963"/>
              <a:gd name="connsiteX7" fmla="*/ 290611 w 292389"/>
              <a:gd name="connsiteY7" fmla="*/ 70652 h 282963"/>
              <a:gd name="connsiteX8" fmla="*/ 250962 w 292389"/>
              <a:gd name="connsiteY8" fmla="*/ 124754 h 282963"/>
              <a:gd name="connsiteX9" fmla="*/ 250962 w 292389"/>
              <a:gd name="connsiteY9" fmla="*/ 114181 h 282963"/>
              <a:gd name="connsiteX10" fmla="*/ 146527 w 292389"/>
              <a:gd name="connsiteY10" fmla="*/ 70652 h 282963"/>
              <a:gd name="connsiteX11" fmla="*/ 42092 w 292389"/>
              <a:gd name="connsiteY11" fmla="*/ 114181 h 282963"/>
              <a:gd name="connsiteX12" fmla="*/ 42092 w 292389"/>
              <a:gd name="connsiteY12" fmla="*/ 124754 h 282963"/>
              <a:gd name="connsiteX13" fmla="*/ 51482 w 292389"/>
              <a:gd name="connsiteY13" fmla="*/ 124754 h 282963"/>
              <a:gd name="connsiteX14" fmla="*/ 146527 w 292389"/>
              <a:gd name="connsiteY14" fmla="*/ 84749 h 282963"/>
              <a:gd name="connsiteX15" fmla="*/ 240338 w 292389"/>
              <a:gd name="connsiteY15" fmla="*/ 124754 h 282963"/>
              <a:gd name="connsiteX16" fmla="*/ 246219 w 292389"/>
              <a:gd name="connsiteY16" fmla="*/ 125897 h 282963"/>
              <a:gd name="connsiteX17" fmla="*/ 250867 w 292389"/>
              <a:gd name="connsiteY17" fmla="*/ 124754 h 282963"/>
              <a:gd name="connsiteX18" fmla="*/ 91985 w 292389"/>
              <a:gd name="connsiteY18" fmla="*/ 178856 h 282963"/>
              <a:gd name="connsiteX19" fmla="*/ 202017 w 292389"/>
              <a:gd name="connsiteY19" fmla="*/ 178856 h 282963"/>
              <a:gd name="connsiteX20" fmla="*/ 211408 w 292389"/>
              <a:gd name="connsiteY20" fmla="*/ 178856 h 282963"/>
              <a:gd name="connsiteX21" fmla="*/ 211408 w 292389"/>
              <a:gd name="connsiteY21" fmla="*/ 168378 h 282963"/>
              <a:gd name="connsiteX22" fmla="*/ 82595 w 292389"/>
              <a:gd name="connsiteY22" fmla="*/ 168378 h 282963"/>
              <a:gd name="connsiteX23" fmla="*/ 82595 w 292389"/>
              <a:gd name="connsiteY23" fmla="*/ 178856 h 282963"/>
              <a:gd name="connsiteX24" fmla="*/ 87243 w 292389"/>
              <a:gd name="connsiteY24" fmla="*/ 179999 h 282963"/>
              <a:gd name="connsiteX25" fmla="*/ 91891 w 292389"/>
              <a:gd name="connsiteY25" fmla="*/ 178856 h 282963"/>
              <a:gd name="connsiteX26" fmla="*/ 167964 w 292389"/>
              <a:gd name="connsiteY26" fmla="*/ 247531 h 282963"/>
              <a:gd name="connsiteX27" fmla="*/ 146811 w 292389"/>
              <a:gd name="connsiteY27" fmla="*/ 268772 h 282963"/>
              <a:gd name="connsiteX28" fmla="*/ 125659 w 292389"/>
              <a:gd name="connsiteY28" fmla="*/ 247531 h 282963"/>
              <a:gd name="connsiteX29" fmla="*/ 146811 w 292389"/>
              <a:gd name="connsiteY29" fmla="*/ 226290 h 282963"/>
              <a:gd name="connsiteX30" fmla="*/ 167964 w 292389"/>
              <a:gd name="connsiteY30" fmla="*/ 247531 h 282963"/>
              <a:gd name="connsiteX31" fmla="*/ 182097 w 292389"/>
              <a:gd name="connsiteY31" fmla="*/ 247531 h 282963"/>
              <a:gd name="connsiteX32" fmla="*/ 146811 w 292389"/>
              <a:gd name="connsiteY32" fmla="*/ 212098 h 282963"/>
              <a:gd name="connsiteX33" fmla="*/ 111525 w 292389"/>
              <a:gd name="connsiteY33" fmla="*/ 247531 h 282963"/>
              <a:gd name="connsiteX34" fmla="*/ 146811 w 292389"/>
              <a:gd name="connsiteY34" fmla="*/ 282964 h 282963"/>
              <a:gd name="connsiteX35" fmla="*/ 182097 w 292389"/>
              <a:gd name="connsiteY35" fmla="*/ 247531 h 282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92389" h="282963">
                <a:moveTo>
                  <a:pt x="290611" y="70652"/>
                </a:moveTo>
                <a:cubicBezTo>
                  <a:pt x="292983" y="67127"/>
                  <a:pt x="292983" y="63603"/>
                  <a:pt x="290611" y="60079"/>
                </a:cubicBezTo>
                <a:cubicBezTo>
                  <a:pt x="211028" y="-20026"/>
                  <a:pt x="82215" y="-20026"/>
                  <a:pt x="2632" y="60079"/>
                </a:cubicBezTo>
                <a:cubicBezTo>
                  <a:pt x="-877" y="63603"/>
                  <a:pt x="-877" y="67127"/>
                  <a:pt x="2632" y="70652"/>
                </a:cubicBezTo>
                <a:cubicBezTo>
                  <a:pt x="5004" y="73033"/>
                  <a:pt x="9651" y="73033"/>
                  <a:pt x="12023" y="70652"/>
                </a:cubicBezTo>
                <a:cubicBezTo>
                  <a:pt x="85820" y="-4691"/>
                  <a:pt x="206380" y="-4691"/>
                  <a:pt x="280082" y="70652"/>
                </a:cubicBezTo>
                <a:cubicBezTo>
                  <a:pt x="282454" y="71795"/>
                  <a:pt x="283592" y="71795"/>
                  <a:pt x="285963" y="71795"/>
                </a:cubicBezTo>
                <a:cubicBezTo>
                  <a:pt x="287102" y="71795"/>
                  <a:pt x="289473" y="71795"/>
                  <a:pt x="290611" y="70652"/>
                </a:cubicBezTo>
                <a:close/>
                <a:moveTo>
                  <a:pt x="250962" y="124754"/>
                </a:moveTo>
                <a:cubicBezTo>
                  <a:pt x="253333" y="121229"/>
                  <a:pt x="253333" y="116562"/>
                  <a:pt x="250962" y="114181"/>
                </a:cubicBezTo>
                <a:cubicBezTo>
                  <a:pt x="222790" y="85987"/>
                  <a:pt x="186461" y="70652"/>
                  <a:pt x="146527" y="70652"/>
                </a:cubicBezTo>
                <a:cubicBezTo>
                  <a:pt x="106593" y="70652"/>
                  <a:pt x="70264" y="85987"/>
                  <a:pt x="42092" y="114181"/>
                </a:cubicBezTo>
                <a:cubicBezTo>
                  <a:pt x="38582" y="116562"/>
                  <a:pt x="38582" y="121229"/>
                  <a:pt x="42092" y="124754"/>
                </a:cubicBezTo>
                <a:cubicBezTo>
                  <a:pt x="44463" y="127135"/>
                  <a:pt x="49111" y="127135"/>
                  <a:pt x="51482" y="124754"/>
                </a:cubicBezTo>
                <a:cubicBezTo>
                  <a:pt x="77283" y="98846"/>
                  <a:pt x="110103" y="84749"/>
                  <a:pt x="146527" y="84749"/>
                </a:cubicBezTo>
                <a:cubicBezTo>
                  <a:pt x="182951" y="84749"/>
                  <a:pt x="215771" y="98846"/>
                  <a:pt x="240338" y="124754"/>
                </a:cubicBezTo>
                <a:cubicBezTo>
                  <a:pt x="242710" y="125897"/>
                  <a:pt x="243848" y="125897"/>
                  <a:pt x="246219" y="125897"/>
                </a:cubicBezTo>
                <a:cubicBezTo>
                  <a:pt x="247358" y="125897"/>
                  <a:pt x="249729" y="125897"/>
                  <a:pt x="250867" y="124754"/>
                </a:cubicBezTo>
                <a:close/>
                <a:moveTo>
                  <a:pt x="91985" y="178856"/>
                </a:moveTo>
                <a:cubicBezTo>
                  <a:pt x="122434" y="148566"/>
                  <a:pt x="171569" y="148566"/>
                  <a:pt x="202017" y="178856"/>
                </a:cubicBezTo>
                <a:cubicBezTo>
                  <a:pt x="204388" y="181142"/>
                  <a:pt x="209036" y="181142"/>
                  <a:pt x="211408" y="178856"/>
                </a:cubicBezTo>
                <a:cubicBezTo>
                  <a:pt x="213779" y="175331"/>
                  <a:pt x="213779" y="170664"/>
                  <a:pt x="211408" y="168378"/>
                </a:cubicBezTo>
                <a:cubicBezTo>
                  <a:pt x="176311" y="133421"/>
                  <a:pt x="117691" y="133421"/>
                  <a:pt x="82595" y="168378"/>
                </a:cubicBezTo>
                <a:cubicBezTo>
                  <a:pt x="79085" y="170664"/>
                  <a:pt x="79085" y="175331"/>
                  <a:pt x="82595" y="178856"/>
                </a:cubicBezTo>
                <a:cubicBezTo>
                  <a:pt x="83733" y="179999"/>
                  <a:pt x="84966" y="179999"/>
                  <a:pt x="87243" y="179999"/>
                </a:cubicBezTo>
                <a:cubicBezTo>
                  <a:pt x="88381" y="179999"/>
                  <a:pt x="90752" y="179999"/>
                  <a:pt x="91891" y="178856"/>
                </a:cubicBezTo>
                <a:close/>
                <a:moveTo>
                  <a:pt x="167964" y="247531"/>
                </a:moveTo>
                <a:cubicBezTo>
                  <a:pt x="167964" y="259342"/>
                  <a:pt x="158573" y="268772"/>
                  <a:pt x="146811" y="268772"/>
                </a:cubicBezTo>
                <a:cubicBezTo>
                  <a:pt x="135049" y="268772"/>
                  <a:pt x="125659" y="259342"/>
                  <a:pt x="125659" y="247531"/>
                </a:cubicBezTo>
                <a:cubicBezTo>
                  <a:pt x="125659" y="235720"/>
                  <a:pt x="135049" y="226290"/>
                  <a:pt x="146811" y="226290"/>
                </a:cubicBezTo>
                <a:cubicBezTo>
                  <a:pt x="158573" y="226290"/>
                  <a:pt x="167964" y="235720"/>
                  <a:pt x="167964" y="247531"/>
                </a:cubicBezTo>
                <a:close/>
                <a:moveTo>
                  <a:pt x="182097" y="247531"/>
                </a:moveTo>
                <a:cubicBezTo>
                  <a:pt x="182097" y="228671"/>
                  <a:pt x="165688" y="212098"/>
                  <a:pt x="146811" y="212098"/>
                </a:cubicBezTo>
                <a:cubicBezTo>
                  <a:pt x="126797" y="212098"/>
                  <a:pt x="111525" y="228576"/>
                  <a:pt x="111525" y="247531"/>
                </a:cubicBezTo>
                <a:cubicBezTo>
                  <a:pt x="111525" y="267629"/>
                  <a:pt x="126797" y="282964"/>
                  <a:pt x="146811" y="282964"/>
                </a:cubicBezTo>
                <a:cubicBezTo>
                  <a:pt x="165593" y="282964"/>
                  <a:pt x="182097" y="267629"/>
                  <a:pt x="182097" y="24753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6" name="Graphic 34">
            <a:extLst>
              <a:ext uri="{FF2B5EF4-FFF2-40B4-BE49-F238E27FC236}">
                <a16:creationId xmlns:a16="http://schemas.microsoft.com/office/drawing/2014/main" id="{50655A74-1739-F6E3-72FE-1425CC8B94D9}"/>
              </a:ext>
            </a:extLst>
          </p:cNvPr>
          <p:cNvSpPr/>
          <p:nvPr/>
        </p:nvSpPr>
        <p:spPr>
          <a:xfrm>
            <a:off x="3857823" y="953574"/>
            <a:ext cx="444500" cy="224132"/>
          </a:xfrm>
          <a:custGeom>
            <a:avLst/>
            <a:gdLst>
              <a:gd name="connsiteX0" fmla="*/ 255823 w 332086"/>
              <a:gd name="connsiteY0" fmla="*/ 28099 h 167449"/>
              <a:gd name="connsiteX1" fmla="*/ 200997 w 332086"/>
              <a:gd name="connsiteY1" fmla="*/ 28099 h 167449"/>
              <a:gd name="connsiteX2" fmla="*/ 200808 w 332086"/>
              <a:gd name="connsiteY2" fmla="*/ 28099 h 167449"/>
              <a:gd name="connsiteX3" fmla="*/ 200523 w 332086"/>
              <a:gd name="connsiteY3" fmla="*/ 28099 h 167449"/>
              <a:gd name="connsiteX4" fmla="*/ 145697 w 332086"/>
              <a:gd name="connsiteY4" fmla="*/ 28099 h 167449"/>
              <a:gd name="connsiteX5" fmla="*/ 145507 w 332086"/>
              <a:gd name="connsiteY5" fmla="*/ 28099 h 167449"/>
              <a:gd name="connsiteX6" fmla="*/ 145223 w 332086"/>
              <a:gd name="connsiteY6" fmla="*/ 28099 h 167449"/>
              <a:gd name="connsiteX7" fmla="*/ 90397 w 332086"/>
              <a:gd name="connsiteY7" fmla="*/ 28099 h 167449"/>
              <a:gd name="connsiteX8" fmla="*/ 90207 w 332086"/>
              <a:gd name="connsiteY8" fmla="*/ 28099 h 167449"/>
              <a:gd name="connsiteX9" fmla="*/ 89922 w 332086"/>
              <a:gd name="connsiteY9" fmla="*/ 28099 h 167449"/>
              <a:gd name="connsiteX10" fmla="*/ 35096 w 332086"/>
              <a:gd name="connsiteY10" fmla="*/ 28099 h 167449"/>
              <a:gd name="connsiteX11" fmla="*/ 28267 w 332086"/>
              <a:gd name="connsiteY11" fmla="*/ 35052 h 167449"/>
              <a:gd name="connsiteX12" fmla="*/ 28267 w 332086"/>
              <a:gd name="connsiteY12" fmla="*/ 132302 h 167449"/>
              <a:gd name="connsiteX13" fmla="*/ 35096 w 332086"/>
              <a:gd name="connsiteY13" fmla="*/ 139255 h 167449"/>
              <a:gd name="connsiteX14" fmla="*/ 89922 w 332086"/>
              <a:gd name="connsiteY14" fmla="*/ 139255 h 167449"/>
              <a:gd name="connsiteX15" fmla="*/ 90207 w 332086"/>
              <a:gd name="connsiteY15" fmla="*/ 139255 h 167449"/>
              <a:gd name="connsiteX16" fmla="*/ 90397 w 332086"/>
              <a:gd name="connsiteY16" fmla="*/ 139255 h 167449"/>
              <a:gd name="connsiteX17" fmla="*/ 145223 w 332086"/>
              <a:gd name="connsiteY17" fmla="*/ 139255 h 167449"/>
              <a:gd name="connsiteX18" fmla="*/ 145507 w 332086"/>
              <a:gd name="connsiteY18" fmla="*/ 139255 h 167449"/>
              <a:gd name="connsiteX19" fmla="*/ 145697 w 332086"/>
              <a:gd name="connsiteY19" fmla="*/ 139255 h 167449"/>
              <a:gd name="connsiteX20" fmla="*/ 200523 w 332086"/>
              <a:gd name="connsiteY20" fmla="*/ 139255 h 167449"/>
              <a:gd name="connsiteX21" fmla="*/ 200808 w 332086"/>
              <a:gd name="connsiteY21" fmla="*/ 139255 h 167449"/>
              <a:gd name="connsiteX22" fmla="*/ 200997 w 332086"/>
              <a:gd name="connsiteY22" fmla="*/ 139255 h 167449"/>
              <a:gd name="connsiteX23" fmla="*/ 255823 w 332086"/>
              <a:gd name="connsiteY23" fmla="*/ 139255 h 167449"/>
              <a:gd name="connsiteX24" fmla="*/ 262653 w 332086"/>
              <a:gd name="connsiteY24" fmla="*/ 132302 h 167449"/>
              <a:gd name="connsiteX25" fmla="*/ 262653 w 332086"/>
              <a:gd name="connsiteY25" fmla="*/ 35052 h 167449"/>
              <a:gd name="connsiteX26" fmla="*/ 255823 w 332086"/>
              <a:gd name="connsiteY26" fmla="*/ 28099 h 167449"/>
              <a:gd name="connsiteX27" fmla="*/ 82998 w 332086"/>
              <a:gd name="connsiteY27" fmla="*/ 125349 h 167449"/>
              <a:gd name="connsiteX28" fmla="*/ 41831 w 332086"/>
              <a:gd name="connsiteY28" fmla="*/ 125349 h 167449"/>
              <a:gd name="connsiteX29" fmla="*/ 41831 w 332086"/>
              <a:gd name="connsiteY29" fmla="*/ 42005 h 167449"/>
              <a:gd name="connsiteX30" fmla="*/ 82998 w 332086"/>
              <a:gd name="connsiteY30" fmla="*/ 42005 h 167449"/>
              <a:gd name="connsiteX31" fmla="*/ 82998 w 332086"/>
              <a:gd name="connsiteY31" fmla="*/ 125349 h 167449"/>
              <a:gd name="connsiteX32" fmla="*/ 138298 w 332086"/>
              <a:gd name="connsiteY32" fmla="*/ 125349 h 167449"/>
              <a:gd name="connsiteX33" fmla="*/ 97131 w 332086"/>
              <a:gd name="connsiteY33" fmla="*/ 125349 h 167449"/>
              <a:gd name="connsiteX34" fmla="*/ 97131 w 332086"/>
              <a:gd name="connsiteY34" fmla="*/ 42005 h 167449"/>
              <a:gd name="connsiteX35" fmla="*/ 138298 w 332086"/>
              <a:gd name="connsiteY35" fmla="*/ 42005 h 167449"/>
              <a:gd name="connsiteX36" fmla="*/ 138298 w 332086"/>
              <a:gd name="connsiteY36" fmla="*/ 125349 h 167449"/>
              <a:gd name="connsiteX37" fmla="*/ 193694 w 332086"/>
              <a:gd name="connsiteY37" fmla="*/ 125349 h 167449"/>
              <a:gd name="connsiteX38" fmla="*/ 152526 w 332086"/>
              <a:gd name="connsiteY38" fmla="*/ 125349 h 167449"/>
              <a:gd name="connsiteX39" fmla="*/ 152526 w 332086"/>
              <a:gd name="connsiteY39" fmla="*/ 42005 h 167449"/>
              <a:gd name="connsiteX40" fmla="*/ 193694 w 332086"/>
              <a:gd name="connsiteY40" fmla="*/ 42005 h 167449"/>
              <a:gd name="connsiteX41" fmla="*/ 193694 w 332086"/>
              <a:gd name="connsiteY41" fmla="*/ 125349 h 167449"/>
              <a:gd name="connsiteX42" fmla="*/ 248994 w 332086"/>
              <a:gd name="connsiteY42" fmla="*/ 125349 h 167449"/>
              <a:gd name="connsiteX43" fmla="*/ 207827 w 332086"/>
              <a:gd name="connsiteY43" fmla="*/ 125349 h 167449"/>
              <a:gd name="connsiteX44" fmla="*/ 207827 w 332086"/>
              <a:gd name="connsiteY44" fmla="*/ 42005 h 167449"/>
              <a:gd name="connsiteX45" fmla="*/ 248994 w 332086"/>
              <a:gd name="connsiteY45" fmla="*/ 42005 h 167449"/>
              <a:gd name="connsiteX46" fmla="*/ 248994 w 332086"/>
              <a:gd name="connsiteY46" fmla="*/ 125349 h 167449"/>
              <a:gd name="connsiteX47" fmla="*/ 325162 w 332086"/>
              <a:gd name="connsiteY47" fmla="*/ 41815 h 167449"/>
              <a:gd name="connsiteX48" fmla="*/ 290540 w 332086"/>
              <a:gd name="connsiteY48" fmla="*/ 41815 h 167449"/>
              <a:gd name="connsiteX49" fmla="*/ 290540 w 332086"/>
              <a:gd name="connsiteY49" fmla="*/ 6953 h 167449"/>
              <a:gd name="connsiteX50" fmla="*/ 283616 w 332086"/>
              <a:gd name="connsiteY50" fmla="*/ 0 h 167449"/>
              <a:gd name="connsiteX51" fmla="*/ 6924 w 332086"/>
              <a:gd name="connsiteY51" fmla="*/ 0 h 167449"/>
              <a:gd name="connsiteX52" fmla="*/ 0 w 332086"/>
              <a:gd name="connsiteY52" fmla="*/ 6953 h 167449"/>
              <a:gd name="connsiteX53" fmla="*/ 0 w 332086"/>
              <a:gd name="connsiteY53" fmla="*/ 160496 h 167449"/>
              <a:gd name="connsiteX54" fmla="*/ 6924 w 332086"/>
              <a:gd name="connsiteY54" fmla="*/ 167449 h 167449"/>
              <a:gd name="connsiteX55" fmla="*/ 283616 w 332086"/>
              <a:gd name="connsiteY55" fmla="*/ 167449 h 167449"/>
              <a:gd name="connsiteX56" fmla="*/ 290540 w 332086"/>
              <a:gd name="connsiteY56" fmla="*/ 160496 h 167449"/>
              <a:gd name="connsiteX57" fmla="*/ 290540 w 332086"/>
              <a:gd name="connsiteY57" fmla="*/ 125635 h 167449"/>
              <a:gd name="connsiteX58" fmla="*/ 325162 w 332086"/>
              <a:gd name="connsiteY58" fmla="*/ 125635 h 167449"/>
              <a:gd name="connsiteX59" fmla="*/ 332087 w 332086"/>
              <a:gd name="connsiteY59" fmla="*/ 118681 h 167449"/>
              <a:gd name="connsiteX60" fmla="*/ 332087 w 332086"/>
              <a:gd name="connsiteY60" fmla="*/ 48863 h 167449"/>
              <a:gd name="connsiteX61" fmla="*/ 325162 w 332086"/>
              <a:gd name="connsiteY61" fmla="*/ 41910 h 167449"/>
              <a:gd name="connsiteX62" fmla="*/ 318238 w 332086"/>
              <a:gd name="connsiteY62" fmla="*/ 111538 h 167449"/>
              <a:gd name="connsiteX63" fmla="*/ 283616 w 332086"/>
              <a:gd name="connsiteY63" fmla="*/ 111538 h 167449"/>
              <a:gd name="connsiteX64" fmla="*/ 276691 w 332086"/>
              <a:gd name="connsiteY64" fmla="*/ 118491 h 167449"/>
              <a:gd name="connsiteX65" fmla="*/ 276691 w 332086"/>
              <a:gd name="connsiteY65" fmla="*/ 153352 h 167449"/>
              <a:gd name="connsiteX66" fmla="*/ 13849 w 332086"/>
              <a:gd name="connsiteY66" fmla="*/ 153352 h 167449"/>
              <a:gd name="connsiteX67" fmla="*/ 13849 w 332086"/>
              <a:gd name="connsiteY67" fmla="*/ 13811 h 167449"/>
              <a:gd name="connsiteX68" fmla="*/ 276691 w 332086"/>
              <a:gd name="connsiteY68" fmla="*/ 13811 h 167449"/>
              <a:gd name="connsiteX69" fmla="*/ 276691 w 332086"/>
              <a:gd name="connsiteY69" fmla="*/ 48673 h 167449"/>
              <a:gd name="connsiteX70" fmla="*/ 283616 w 332086"/>
              <a:gd name="connsiteY70" fmla="*/ 55626 h 167449"/>
              <a:gd name="connsiteX71" fmla="*/ 318238 w 332086"/>
              <a:gd name="connsiteY71" fmla="*/ 55626 h 167449"/>
              <a:gd name="connsiteX72" fmla="*/ 318238 w 332086"/>
              <a:gd name="connsiteY72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32086" h="167449">
                <a:moveTo>
                  <a:pt x="255823" y="28099"/>
                </a:moveTo>
                <a:lnTo>
                  <a:pt x="200997" y="28099"/>
                </a:lnTo>
                <a:cubicBezTo>
                  <a:pt x="200997" y="28099"/>
                  <a:pt x="200902" y="28099"/>
                  <a:pt x="200808" y="28099"/>
                </a:cubicBezTo>
                <a:cubicBezTo>
                  <a:pt x="200713" y="28099"/>
                  <a:pt x="200618" y="28099"/>
                  <a:pt x="200523" y="28099"/>
                </a:cubicBezTo>
                <a:lnTo>
                  <a:pt x="145697" y="28099"/>
                </a:lnTo>
                <a:cubicBezTo>
                  <a:pt x="145697" y="28099"/>
                  <a:pt x="145602" y="28099"/>
                  <a:pt x="145507" y="28099"/>
                </a:cubicBezTo>
                <a:cubicBezTo>
                  <a:pt x="145412" y="28099"/>
                  <a:pt x="145318" y="28099"/>
                  <a:pt x="145223" y="28099"/>
                </a:cubicBezTo>
                <a:lnTo>
                  <a:pt x="90397" y="28099"/>
                </a:lnTo>
                <a:cubicBezTo>
                  <a:pt x="90397" y="28099"/>
                  <a:pt x="90302" y="28099"/>
                  <a:pt x="90207" y="28099"/>
                </a:cubicBezTo>
                <a:cubicBezTo>
                  <a:pt x="90112" y="28099"/>
                  <a:pt x="90017" y="28099"/>
                  <a:pt x="89922" y="28099"/>
                </a:cubicBezTo>
                <a:lnTo>
                  <a:pt x="35096" y="28099"/>
                </a:lnTo>
                <a:cubicBezTo>
                  <a:pt x="31682" y="28099"/>
                  <a:pt x="28267" y="30385"/>
                  <a:pt x="28267" y="35052"/>
                </a:cubicBezTo>
                <a:lnTo>
                  <a:pt x="28267" y="132302"/>
                </a:lnTo>
                <a:cubicBezTo>
                  <a:pt x="28267" y="135731"/>
                  <a:pt x="31682" y="139255"/>
                  <a:pt x="35096" y="139255"/>
                </a:cubicBezTo>
                <a:lnTo>
                  <a:pt x="89922" y="139255"/>
                </a:lnTo>
                <a:cubicBezTo>
                  <a:pt x="89922" y="139255"/>
                  <a:pt x="90112" y="139255"/>
                  <a:pt x="90207" y="139255"/>
                </a:cubicBezTo>
                <a:cubicBezTo>
                  <a:pt x="90207" y="139255"/>
                  <a:pt x="90302" y="139255"/>
                  <a:pt x="90397" y="139255"/>
                </a:cubicBezTo>
                <a:lnTo>
                  <a:pt x="145223" y="139255"/>
                </a:lnTo>
                <a:cubicBezTo>
                  <a:pt x="145223" y="139255"/>
                  <a:pt x="145412" y="139255"/>
                  <a:pt x="145507" y="139255"/>
                </a:cubicBezTo>
                <a:cubicBezTo>
                  <a:pt x="145507" y="139255"/>
                  <a:pt x="145602" y="139255"/>
                  <a:pt x="145697" y="139255"/>
                </a:cubicBezTo>
                <a:lnTo>
                  <a:pt x="200523" y="139255"/>
                </a:lnTo>
                <a:cubicBezTo>
                  <a:pt x="200523" y="139255"/>
                  <a:pt x="200713" y="139255"/>
                  <a:pt x="200808" y="139255"/>
                </a:cubicBezTo>
                <a:cubicBezTo>
                  <a:pt x="200808" y="139255"/>
                  <a:pt x="200902" y="139255"/>
                  <a:pt x="200997" y="139255"/>
                </a:cubicBezTo>
                <a:lnTo>
                  <a:pt x="255823" y="139255"/>
                </a:lnTo>
                <a:cubicBezTo>
                  <a:pt x="260376" y="139255"/>
                  <a:pt x="262653" y="135826"/>
                  <a:pt x="262653" y="132302"/>
                </a:cubicBezTo>
                <a:lnTo>
                  <a:pt x="262653" y="35052"/>
                </a:lnTo>
                <a:cubicBezTo>
                  <a:pt x="262653" y="30385"/>
                  <a:pt x="260376" y="28099"/>
                  <a:pt x="255823" y="28099"/>
                </a:cubicBezTo>
                <a:close/>
                <a:moveTo>
                  <a:pt x="82998" y="125349"/>
                </a:moveTo>
                <a:lnTo>
                  <a:pt x="41831" y="125349"/>
                </a:lnTo>
                <a:lnTo>
                  <a:pt x="41831" y="42005"/>
                </a:lnTo>
                <a:lnTo>
                  <a:pt x="82998" y="42005"/>
                </a:lnTo>
                <a:lnTo>
                  <a:pt x="82998" y="125349"/>
                </a:lnTo>
                <a:close/>
                <a:moveTo>
                  <a:pt x="138298" y="125349"/>
                </a:moveTo>
                <a:lnTo>
                  <a:pt x="97131" y="125349"/>
                </a:lnTo>
                <a:lnTo>
                  <a:pt x="97131" y="42005"/>
                </a:lnTo>
                <a:lnTo>
                  <a:pt x="138298" y="42005"/>
                </a:lnTo>
                <a:lnTo>
                  <a:pt x="138298" y="125349"/>
                </a:lnTo>
                <a:close/>
                <a:moveTo>
                  <a:pt x="193694" y="125349"/>
                </a:moveTo>
                <a:lnTo>
                  <a:pt x="152526" y="125349"/>
                </a:lnTo>
                <a:lnTo>
                  <a:pt x="152526" y="42005"/>
                </a:lnTo>
                <a:lnTo>
                  <a:pt x="193694" y="42005"/>
                </a:lnTo>
                <a:lnTo>
                  <a:pt x="193694" y="125349"/>
                </a:lnTo>
                <a:close/>
                <a:moveTo>
                  <a:pt x="248994" y="125349"/>
                </a:moveTo>
                <a:lnTo>
                  <a:pt x="207827" y="125349"/>
                </a:lnTo>
                <a:lnTo>
                  <a:pt x="207827" y="42005"/>
                </a:lnTo>
                <a:lnTo>
                  <a:pt x="248994" y="42005"/>
                </a:lnTo>
                <a:lnTo>
                  <a:pt x="248994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8264" y="0"/>
                  <a:pt x="283616" y="0"/>
                </a:cubicBezTo>
                <a:lnTo>
                  <a:pt x="6924" y="0"/>
                </a:lnTo>
                <a:cubicBezTo>
                  <a:pt x="3510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3415" y="167449"/>
                  <a:pt x="6924" y="167449"/>
                </a:cubicBezTo>
                <a:lnTo>
                  <a:pt x="283616" y="167449"/>
                </a:lnTo>
                <a:cubicBezTo>
                  <a:pt x="288264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9810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9810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80201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80106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0" name="Graphic 34">
            <a:extLst>
              <a:ext uri="{FF2B5EF4-FFF2-40B4-BE49-F238E27FC236}">
                <a16:creationId xmlns:a16="http://schemas.microsoft.com/office/drawing/2014/main" id="{AA2ED882-116D-304B-3686-030280C3DEA0}"/>
              </a:ext>
            </a:extLst>
          </p:cNvPr>
          <p:cNvSpPr/>
          <p:nvPr/>
        </p:nvSpPr>
        <p:spPr>
          <a:xfrm>
            <a:off x="4635698" y="953574"/>
            <a:ext cx="444500" cy="224132"/>
          </a:xfrm>
          <a:custGeom>
            <a:avLst/>
            <a:gdLst>
              <a:gd name="connsiteX0" fmla="*/ 255823 w 332086"/>
              <a:gd name="connsiteY0" fmla="*/ 28099 h 167449"/>
              <a:gd name="connsiteX1" fmla="*/ 200997 w 332086"/>
              <a:gd name="connsiteY1" fmla="*/ 28099 h 167449"/>
              <a:gd name="connsiteX2" fmla="*/ 200808 w 332086"/>
              <a:gd name="connsiteY2" fmla="*/ 28099 h 167449"/>
              <a:gd name="connsiteX3" fmla="*/ 200523 w 332086"/>
              <a:gd name="connsiteY3" fmla="*/ 28099 h 167449"/>
              <a:gd name="connsiteX4" fmla="*/ 145697 w 332086"/>
              <a:gd name="connsiteY4" fmla="*/ 28099 h 167449"/>
              <a:gd name="connsiteX5" fmla="*/ 145507 w 332086"/>
              <a:gd name="connsiteY5" fmla="*/ 28099 h 167449"/>
              <a:gd name="connsiteX6" fmla="*/ 145223 w 332086"/>
              <a:gd name="connsiteY6" fmla="*/ 28099 h 167449"/>
              <a:gd name="connsiteX7" fmla="*/ 90397 w 332086"/>
              <a:gd name="connsiteY7" fmla="*/ 28099 h 167449"/>
              <a:gd name="connsiteX8" fmla="*/ 90207 w 332086"/>
              <a:gd name="connsiteY8" fmla="*/ 28099 h 167449"/>
              <a:gd name="connsiteX9" fmla="*/ 89922 w 332086"/>
              <a:gd name="connsiteY9" fmla="*/ 28099 h 167449"/>
              <a:gd name="connsiteX10" fmla="*/ 35096 w 332086"/>
              <a:gd name="connsiteY10" fmla="*/ 28099 h 167449"/>
              <a:gd name="connsiteX11" fmla="*/ 28267 w 332086"/>
              <a:gd name="connsiteY11" fmla="*/ 35052 h 167449"/>
              <a:gd name="connsiteX12" fmla="*/ 28267 w 332086"/>
              <a:gd name="connsiteY12" fmla="*/ 132302 h 167449"/>
              <a:gd name="connsiteX13" fmla="*/ 35096 w 332086"/>
              <a:gd name="connsiteY13" fmla="*/ 139255 h 167449"/>
              <a:gd name="connsiteX14" fmla="*/ 89922 w 332086"/>
              <a:gd name="connsiteY14" fmla="*/ 139255 h 167449"/>
              <a:gd name="connsiteX15" fmla="*/ 90207 w 332086"/>
              <a:gd name="connsiteY15" fmla="*/ 139255 h 167449"/>
              <a:gd name="connsiteX16" fmla="*/ 90397 w 332086"/>
              <a:gd name="connsiteY16" fmla="*/ 139255 h 167449"/>
              <a:gd name="connsiteX17" fmla="*/ 145223 w 332086"/>
              <a:gd name="connsiteY17" fmla="*/ 139255 h 167449"/>
              <a:gd name="connsiteX18" fmla="*/ 145507 w 332086"/>
              <a:gd name="connsiteY18" fmla="*/ 139255 h 167449"/>
              <a:gd name="connsiteX19" fmla="*/ 145697 w 332086"/>
              <a:gd name="connsiteY19" fmla="*/ 139255 h 167449"/>
              <a:gd name="connsiteX20" fmla="*/ 200523 w 332086"/>
              <a:gd name="connsiteY20" fmla="*/ 139255 h 167449"/>
              <a:gd name="connsiteX21" fmla="*/ 200808 w 332086"/>
              <a:gd name="connsiteY21" fmla="*/ 139255 h 167449"/>
              <a:gd name="connsiteX22" fmla="*/ 200997 w 332086"/>
              <a:gd name="connsiteY22" fmla="*/ 139255 h 167449"/>
              <a:gd name="connsiteX23" fmla="*/ 255823 w 332086"/>
              <a:gd name="connsiteY23" fmla="*/ 139255 h 167449"/>
              <a:gd name="connsiteX24" fmla="*/ 262653 w 332086"/>
              <a:gd name="connsiteY24" fmla="*/ 132302 h 167449"/>
              <a:gd name="connsiteX25" fmla="*/ 262653 w 332086"/>
              <a:gd name="connsiteY25" fmla="*/ 35052 h 167449"/>
              <a:gd name="connsiteX26" fmla="*/ 255823 w 332086"/>
              <a:gd name="connsiteY26" fmla="*/ 28099 h 167449"/>
              <a:gd name="connsiteX27" fmla="*/ 82998 w 332086"/>
              <a:gd name="connsiteY27" fmla="*/ 125349 h 167449"/>
              <a:gd name="connsiteX28" fmla="*/ 41831 w 332086"/>
              <a:gd name="connsiteY28" fmla="*/ 125349 h 167449"/>
              <a:gd name="connsiteX29" fmla="*/ 41831 w 332086"/>
              <a:gd name="connsiteY29" fmla="*/ 42005 h 167449"/>
              <a:gd name="connsiteX30" fmla="*/ 82998 w 332086"/>
              <a:gd name="connsiteY30" fmla="*/ 42005 h 167449"/>
              <a:gd name="connsiteX31" fmla="*/ 82998 w 332086"/>
              <a:gd name="connsiteY31" fmla="*/ 125349 h 167449"/>
              <a:gd name="connsiteX32" fmla="*/ 138298 w 332086"/>
              <a:gd name="connsiteY32" fmla="*/ 125349 h 167449"/>
              <a:gd name="connsiteX33" fmla="*/ 97131 w 332086"/>
              <a:gd name="connsiteY33" fmla="*/ 125349 h 167449"/>
              <a:gd name="connsiteX34" fmla="*/ 97131 w 332086"/>
              <a:gd name="connsiteY34" fmla="*/ 42005 h 167449"/>
              <a:gd name="connsiteX35" fmla="*/ 138298 w 332086"/>
              <a:gd name="connsiteY35" fmla="*/ 42005 h 167449"/>
              <a:gd name="connsiteX36" fmla="*/ 138298 w 332086"/>
              <a:gd name="connsiteY36" fmla="*/ 125349 h 167449"/>
              <a:gd name="connsiteX37" fmla="*/ 193694 w 332086"/>
              <a:gd name="connsiteY37" fmla="*/ 125349 h 167449"/>
              <a:gd name="connsiteX38" fmla="*/ 152526 w 332086"/>
              <a:gd name="connsiteY38" fmla="*/ 125349 h 167449"/>
              <a:gd name="connsiteX39" fmla="*/ 152526 w 332086"/>
              <a:gd name="connsiteY39" fmla="*/ 42005 h 167449"/>
              <a:gd name="connsiteX40" fmla="*/ 193694 w 332086"/>
              <a:gd name="connsiteY40" fmla="*/ 42005 h 167449"/>
              <a:gd name="connsiteX41" fmla="*/ 193694 w 332086"/>
              <a:gd name="connsiteY41" fmla="*/ 125349 h 167449"/>
              <a:gd name="connsiteX42" fmla="*/ 248994 w 332086"/>
              <a:gd name="connsiteY42" fmla="*/ 125349 h 167449"/>
              <a:gd name="connsiteX43" fmla="*/ 207827 w 332086"/>
              <a:gd name="connsiteY43" fmla="*/ 125349 h 167449"/>
              <a:gd name="connsiteX44" fmla="*/ 207827 w 332086"/>
              <a:gd name="connsiteY44" fmla="*/ 42005 h 167449"/>
              <a:gd name="connsiteX45" fmla="*/ 248994 w 332086"/>
              <a:gd name="connsiteY45" fmla="*/ 42005 h 167449"/>
              <a:gd name="connsiteX46" fmla="*/ 248994 w 332086"/>
              <a:gd name="connsiteY46" fmla="*/ 125349 h 167449"/>
              <a:gd name="connsiteX47" fmla="*/ 325162 w 332086"/>
              <a:gd name="connsiteY47" fmla="*/ 41815 h 167449"/>
              <a:gd name="connsiteX48" fmla="*/ 290540 w 332086"/>
              <a:gd name="connsiteY48" fmla="*/ 41815 h 167449"/>
              <a:gd name="connsiteX49" fmla="*/ 290540 w 332086"/>
              <a:gd name="connsiteY49" fmla="*/ 6953 h 167449"/>
              <a:gd name="connsiteX50" fmla="*/ 283616 w 332086"/>
              <a:gd name="connsiteY50" fmla="*/ 0 h 167449"/>
              <a:gd name="connsiteX51" fmla="*/ 6924 w 332086"/>
              <a:gd name="connsiteY51" fmla="*/ 0 h 167449"/>
              <a:gd name="connsiteX52" fmla="*/ 0 w 332086"/>
              <a:gd name="connsiteY52" fmla="*/ 6953 h 167449"/>
              <a:gd name="connsiteX53" fmla="*/ 0 w 332086"/>
              <a:gd name="connsiteY53" fmla="*/ 160496 h 167449"/>
              <a:gd name="connsiteX54" fmla="*/ 6924 w 332086"/>
              <a:gd name="connsiteY54" fmla="*/ 167449 h 167449"/>
              <a:gd name="connsiteX55" fmla="*/ 283616 w 332086"/>
              <a:gd name="connsiteY55" fmla="*/ 167449 h 167449"/>
              <a:gd name="connsiteX56" fmla="*/ 290540 w 332086"/>
              <a:gd name="connsiteY56" fmla="*/ 160496 h 167449"/>
              <a:gd name="connsiteX57" fmla="*/ 290540 w 332086"/>
              <a:gd name="connsiteY57" fmla="*/ 125635 h 167449"/>
              <a:gd name="connsiteX58" fmla="*/ 325162 w 332086"/>
              <a:gd name="connsiteY58" fmla="*/ 125635 h 167449"/>
              <a:gd name="connsiteX59" fmla="*/ 332087 w 332086"/>
              <a:gd name="connsiteY59" fmla="*/ 118681 h 167449"/>
              <a:gd name="connsiteX60" fmla="*/ 332087 w 332086"/>
              <a:gd name="connsiteY60" fmla="*/ 48863 h 167449"/>
              <a:gd name="connsiteX61" fmla="*/ 325162 w 332086"/>
              <a:gd name="connsiteY61" fmla="*/ 41910 h 167449"/>
              <a:gd name="connsiteX62" fmla="*/ 318238 w 332086"/>
              <a:gd name="connsiteY62" fmla="*/ 111538 h 167449"/>
              <a:gd name="connsiteX63" fmla="*/ 283616 w 332086"/>
              <a:gd name="connsiteY63" fmla="*/ 111538 h 167449"/>
              <a:gd name="connsiteX64" fmla="*/ 276691 w 332086"/>
              <a:gd name="connsiteY64" fmla="*/ 118491 h 167449"/>
              <a:gd name="connsiteX65" fmla="*/ 276691 w 332086"/>
              <a:gd name="connsiteY65" fmla="*/ 153352 h 167449"/>
              <a:gd name="connsiteX66" fmla="*/ 13849 w 332086"/>
              <a:gd name="connsiteY66" fmla="*/ 153352 h 167449"/>
              <a:gd name="connsiteX67" fmla="*/ 13849 w 332086"/>
              <a:gd name="connsiteY67" fmla="*/ 13811 h 167449"/>
              <a:gd name="connsiteX68" fmla="*/ 276691 w 332086"/>
              <a:gd name="connsiteY68" fmla="*/ 13811 h 167449"/>
              <a:gd name="connsiteX69" fmla="*/ 276691 w 332086"/>
              <a:gd name="connsiteY69" fmla="*/ 48673 h 167449"/>
              <a:gd name="connsiteX70" fmla="*/ 283616 w 332086"/>
              <a:gd name="connsiteY70" fmla="*/ 55626 h 167449"/>
              <a:gd name="connsiteX71" fmla="*/ 318238 w 332086"/>
              <a:gd name="connsiteY71" fmla="*/ 55626 h 167449"/>
              <a:gd name="connsiteX72" fmla="*/ 318238 w 332086"/>
              <a:gd name="connsiteY72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32086" h="167449">
                <a:moveTo>
                  <a:pt x="255823" y="28099"/>
                </a:moveTo>
                <a:lnTo>
                  <a:pt x="200997" y="28099"/>
                </a:lnTo>
                <a:cubicBezTo>
                  <a:pt x="200997" y="28099"/>
                  <a:pt x="200902" y="28099"/>
                  <a:pt x="200808" y="28099"/>
                </a:cubicBezTo>
                <a:cubicBezTo>
                  <a:pt x="200713" y="28099"/>
                  <a:pt x="200618" y="28099"/>
                  <a:pt x="200523" y="28099"/>
                </a:cubicBezTo>
                <a:lnTo>
                  <a:pt x="145697" y="28099"/>
                </a:lnTo>
                <a:cubicBezTo>
                  <a:pt x="145697" y="28099"/>
                  <a:pt x="145602" y="28099"/>
                  <a:pt x="145507" y="28099"/>
                </a:cubicBezTo>
                <a:cubicBezTo>
                  <a:pt x="145412" y="28099"/>
                  <a:pt x="145318" y="28099"/>
                  <a:pt x="145223" y="28099"/>
                </a:cubicBezTo>
                <a:lnTo>
                  <a:pt x="90397" y="28099"/>
                </a:lnTo>
                <a:cubicBezTo>
                  <a:pt x="90397" y="28099"/>
                  <a:pt x="90302" y="28099"/>
                  <a:pt x="90207" y="28099"/>
                </a:cubicBezTo>
                <a:cubicBezTo>
                  <a:pt x="90112" y="28099"/>
                  <a:pt x="90017" y="28099"/>
                  <a:pt x="89922" y="28099"/>
                </a:cubicBezTo>
                <a:lnTo>
                  <a:pt x="35096" y="28099"/>
                </a:lnTo>
                <a:cubicBezTo>
                  <a:pt x="31682" y="28099"/>
                  <a:pt x="28267" y="30385"/>
                  <a:pt x="28267" y="35052"/>
                </a:cubicBezTo>
                <a:lnTo>
                  <a:pt x="28267" y="132302"/>
                </a:lnTo>
                <a:cubicBezTo>
                  <a:pt x="28267" y="135731"/>
                  <a:pt x="31682" y="139255"/>
                  <a:pt x="35096" y="139255"/>
                </a:cubicBezTo>
                <a:lnTo>
                  <a:pt x="89922" y="139255"/>
                </a:lnTo>
                <a:cubicBezTo>
                  <a:pt x="89922" y="139255"/>
                  <a:pt x="90112" y="139255"/>
                  <a:pt x="90207" y="139255"/>
                </a:cubicBezTo>
                <a:cubicBezTo>
                  <a:pt x="90207" y="139255"/>
                  <a:pt x="90302" y="139255"/>
                  <a:pt x="90397" y="139255"/>
                </a:cubicBezTo>
                <a:lnTo>
                  <a:pt x="145223" y="139255"/>
                </a:lnTo>
                <a:cubicBezTo>
                  <a:pt x="145223" y="139255"/>
                  <a:pt x="145412" y="139255"/>
                  <a:pt x="145507" y="139255"/>
                </a:cubicBezTo>
                <a:cubicBezTo>
                  <a:pt x="145507" y="139255"/>
                  <a:pt x="145602" y="139255"/>
                  <a:pt x="145697" y="139255"/>
                </a:cubicBezTo>
                <a:lnTo>
                  <a:pt x="200523" y="139255"/>
                </a:lnTo>
                <a:cubicBezTo>
                  <a:pt x="200523" y="139255"/>
                  <a:pt x="200713" y="139255"/>
                  <a:pt x="200808" y="139255"/>
                </a:cubicBezTo>
                <a:cubicBezTo>
                  <a:pt x="200808" y="139255"/>
                  <a:pt x="200902" y="139255"/>
                  <a:pt x="200997" y="139255"/>
                </a:cubicBezTo>
                <a:lnTo>
                  <a:pt x="255823" y="139255"/>
                </a:lnTo>
                <a:cubicBezTo>
                  <a:pt x="260376" y="139255"/>
                  <a:pt x="262653" y="135826"/>
                  <a:pt x="262653" y="132302"/>
                </a:cubicBezTo>
                <a:lnTo>
                  <a:pt x="262653" y="35052"/>
                </a:lnTo>
                <a:cubicBezTo>
                  <a:pt x="262653" y="30385"/>
                  <a:pt x="260376" y="28099"/>
                  <a:pt x="255823" y="28099"/>
                </a:cubicBezTo>
                <a:close/>
                <a:moveTo>
                  <a:pt x="82998" y="125349"/>
                </a:moveTo>
                <a:lnTo>
                  <a:pt x="41831" y="125349"/>
                </a:lnTo>
                <a:lnTo>
                  <a:pt x="41831" y="42005"/>
                </a:lnTo>
                <a:lnTo>
                  <a:pt x="82998" y="42005"/>
                </a:lnTo>
                <a:lnTo>
                  <a:pt x="82998" y="125349"/>
                </a:lnTo>
                <a:close/>
                <a:moveTo>
                  <a:pt x="138298" y="125349"/>
                </a:moveTo>
                <a:lnTo>
                  <a:pt x="97131" y="125349"/>
                </a:lnTo>
                <a:lnTo>
                  <a:pt x="97131" y="42005"/>
                </a:lnTo>
                <a:lnTo>
                  <a:pt x="138298" y="42005"/>
                </a:lnTo>
                <a:lnTo>
                  <a:pt x="138298" y="125349"/>
                </a:lnTo>
                <a:close/>
                <a:moveTo>
                  <a:pt x="193694" y="125349"/>
                </a:moveTo>
                <a:lnTo>
                  <a:pt x="152526" y="125349"/>
                </a:lnTo>
                <a:lnTo>
                  <a:pt x="152526" y="42005"/>
                </a:lnTo>
                <a:lnTo>
                  <a:pt x="193694" y="42005"/>
                </a:lnTo>
                <a:lnTo>
                  <a:pt x="193694" y="125349"/>
                </a:lnTo>
                <a:close/>
                <a:moveTo>
                  <a:pt x="248994" y="125349"/>
                </a:moveTo>
                <a:lnTo>
                  <a:pt x="207827" y="125349"/>
                </a:lnTo>
                <a:lnTo>
                  <a:pt x="207827" y="42005"/>
                </a:lnTo>
                <a:lnTo>
                  <a:pt x="248994" y="42005"/>
                </a:lnTo>
                <a:lnTo>
                  <a:pt x="248994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8264" y="0"/>
                  <a:pt x="283616" y="0"/>
                </a:cubicBezTo>
                <a:lnTo>
                  <a:pt x="6924" y="0"/>
                </a:lnTo>
                <a:cubicBezTo>
                  <a:pt x="3510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3415" y="167449"/>
                  <a:pt x="6924" y="167449"/>
                </a:cubicBezTo>
                <a:lnTo>
                  <a:pt x="283616" y="167449"/>
                </a:lnTo>
                <a:cubicBezTo>
                  <a:pt x="288264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9810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9810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80201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80106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1" name="Graphic 34">
            <a:extLst>
              <a:ext uri="{FF2B5EF4-FFF2-40B4-BE49-F238E27FC236}">
                <a16:creationId xmlns:a16="http://schemas.microsoft.com/office/drawing/2014/main" id="{9846A8FC-375A-B93B-F84D-E8C6BC8BE0E4}"/>
              </a:ext>
            </a:extLst>
          </p:cNvPr>
          <p:cNvSpPr/>
          <p:nvPr/>
        </p:nvSpPr>
        <p:spPr>
          <a:xfrm>
            <a:off x="3857823" y="1559999"/>
            <a:ext cx="444500" cy="224132"/>
          </a:xfrm>
          <a:custGeom>
            <a:avLst/>
            <a:gdLst>
              <a:gd name="connsiteX0" fmla="*/ 255823 w 332086"/>
              <a:gd name="connsiteY0" fmla="*/ 28099 h 167449"/>
              <a:gd name="connsiteX1" fmla="*/ 200997 w 332086"/>
              <a:gd name="connsiteY1" fmla="*/ 28099 h 167449"/>
              <a:gd name="connsiteX2" fmla="*/ 200808 w 332086"/>
              <a:gd name="connsiteY2" fmla="*/ 28099 h 167449"/>
              <a:gd name="connsiteX3" fmla="*/ 200523 w 332086"/>
              <a:gd name="connsiteY3" fmla="*/ 28099 h 167449"/>
              <a:gd name="connsiteX4" fmla="*/ 145697 w 332086"/>
              <a:gd name="connsiteY4" fmla="*/ 28099 h 167449"/>
              <a:gd name="connsiteX5" fmla="*/ 145507 w 332086"/>
              <a:gd name="connsiteY5" fmla="*/ 28099 h 167449"/>
              <a:gd name="connsiteX6" fmla="*/ 145223 w 332086"/>
              <a:gd name="connsiteY6" fmla="*/ 28099 h 167449"/>
              <a:gd name="connsiteX7" fmla="*/ 90397 w 332086"/>
              <a:gd name="connsiteY7" fmla="*/ 28099 h 167449"/>
              <a:gd name="connsiteX8" fmla="*/ 90207 w 332086"/>
              <a:gd name="connsiteY8" fmla="*/ 28099 h 167449"/>
              <a:gd name="connsiteX9" fmla="*/ 89922 w 332086"/>
              <a:gd name="connsiteY9" fmla="*/ 28099 h 167449"/>
              <a:gd name="connsiteX10" fmla="*/ 35096 w 332086"/>
              <a:gd name="connsiteY10" fmla="*/ 28099 h 167449"/>
              <a:gd name="connsiteX11" fmla="*/ 28267 w 332086"/>
              <a:gd name="connsiteY11" fmla="*/ 35052 h 167449"/>
              <a:gd name="connsiteX12" fmla="*/ 28267 w 332086"/>
              <a:gd name="connsiteY12" fmla="*/ 132302 h 167449"/>
              <a:gd name="connsiteX13" fmla="*/ 35096 w 332086"/>
              <a:gd name="connsiteY13" fmla="*/ 139255 h 167449"/>
              <a:gd name="connsiteX14" fmla="*/ 89922 w 332086"/>
              <a:gd name="connsiteY14" fmla="*/ 139255 h 167449"/>
              <a:gd name="connsiteX15" fmla="*/ 90207 w 332086"/>
              <a:gd name="connsiteY15" fmla="*/ 139255 h 167449"/>
              <a:gd name="connsiteX16" fmla="*/ 90397 w 332086"/>
              <a:gd name="connsiteY16" fmla="*/ 139255 h 167449"/>
              <a:gd name="connsiteX17" fmla="*/ 145223 w 332086"/>
              <a:gd name="connsiteY17" fmla="*/ 139255 h 167449"/>
              <a:gd name="connsiteX18" fmla="*/ 145507 w 332086"/>
              <a:gd name="connsiteY18" fmla="*/ 139255 h 167449"/>
              <a:gd name="connsiteX19" fmla="*/ 145697 w 332086"/>
              <a:gd name="connsiteY19" fmla="*/ 139255 h 167449"/>
              <a:gd name="connsiteX20" fmla="*/ 200523 w 332086"/>
              <a:gd name="connsiteY20" fmla="*/ 139255 h 167449"/>
              <a:gd name="connsiteX21" fmla="*/ 200808 w 332086"/>
              <a:gd name="connsiteY21" fmla="*/ 139255 h 167449"/>
              <a:gd name="connsiteX22" fmla="*/ 200997 w 332086"/>
              <a:gd name="connsiteY22" fmla="*/ 139255 h 167449"/>
              <a:gd name="connsiteX23" fmla="*/ 255823 w 332086"/>
              <a:gd name="connsiteY23" fmla="*/ 139255 h 167449"/>
              <a:gd name="connsiteX24" fmla="*/ 262653 w 332086"/>
              <a:gd name="connsiteY24" fmla="*/ 132302 h 167449"/>
              <a:gd name="connsiteX25" fmla="*/ 262653 w 332086"/>
              <a:gd name="connsiteY25" fmla="*/ 35052 h 167449"/>
              <a:gd name="connsiteX26" fmla="*/ 255823 w 332086"/>
              <a:gd name="connsiteY26" fmla="*/ 28099 h 167449"/>
              <a:gd name="connsiteX27" fmla="*/ 82998 w 332086"/>
              <a:gd name="connsiteY27" fmla="*/ 125349 h 167449"/>
              <a:gd name="connsiteX28" fmla="*/ 41831 w 332086"/>
              <a:gd name="connsiteY28" fmla="*/ 125349 h 167449"/>
              <a:gd name="connsiteX29" fmla="*/ 41831 w 332086"/>
              <a:gd name="connsiteY29" fmla="*/ 42005 h 167449"/>
              <a:gd name="connsiteX30" fmla="*/ 82998 w 332086"/>
              <a:gd name="connsiteY30" fmla="*/ 42005 h 167449"/>
              <a:gd name="connsiteX31" fmla="*/ 82998 w 332086"/>
              <a:gd name="connsiteY31" fmla="*/ 125349 h 167449"/>
              <a:gd name="connsiteX32" fmla="*/ 138298 w 332086"/>
              <a:gd name="connsiteY32" fmla="*/ 125349 h 167449"/>
              <a:gd name="connsiteX33" fmla="*/ 97131 w 332086"/>
              <a:gd name="connsiteY33" fmla="*/ 125349 h 167449"/>
              <a:gd name="connsiteX34" fmla="*/ 97131 w 332086"/>
              <a:gd name="connsiteY34" fmla="*/ 42005 h 167449"/>
              <a:gd name="connsiteX35" fmla="*/ 138298 w 332086"/>
              <a:gd name="connsiteY35" fmla="*/ 42005 h 167449"/>
              <a:gd name="connsiteX36" fmla="*/ 138298 w 332086"/>
              <a:gd name="connsiteY36" fmla="*/ 125349 h 167449"/>
              <a:gd name="connsiteX37" fmla="*/ 193694 w 332086"/>
              <a:gd name="connsiteY37" fmla="*/ 125349 h 167449"/>
              <a:gd name="connsiteX38" fmla="*/ 152526 w 332086"/>
              <a:gd name="connsiteY38" fmla="*/ 125349 h 167449"/>
              <a:gd name="connsiteX39" fmla="*/ 152526 w 332086"/>
              <a:gd name="connsiteY39" fmla="*/ 42005 h 167449"/>
              <a:gd name="connsiteX40" fmla="*/ 193694 w 332086"/>
              <a:gd name="connsiteY40" fmla="*/ 42005 h 167449"/>
              <a:gd name="connsiteX41" fmla="*/ 193694 w 332086"/>
              <a:gd name="connsiteY41" fmla="*/ 125349 h 167449"/>
              <a:gd name="connsiteX42" fmla="*/ 248994 w 332086"/>
              <a:gd name="connsiteY42" fmla="*/ 125349 h 167449"/>
              <a:gd name="connsiteX43" fmla="*/ 207827 w 332086"/>
              <a:gd name="connsiteY43" fmla="*/ 125349 h 167449"/>
              <a:gd name="connsiteX44" fmla="*/ 207827 w 332086"/>
              <a:gd name="connsiteY44" fmla="*/ 42005 h 167449"/>
              <a:gd name="connsiteX45" fmla="*/ 248994 w 332086"/>
              <a:gd name="connsiteY45" fmla="*/ 42005 h 167449"/>
              <a:gd name="connsiteX46" fmla="*/ 248994 w 332086"/>
              <a:gd name="connsiteY46" fmla="*/ 125349 h 167449"/>
              <a:gd name="connsiteX47" fmla="*/ 325162 w 332086"/>
              <a:gd name="connsiteY47" fmla="*/ 41815 h 167449"/>
              <a:gd name="connsiteX48" fmla="*/ 290540 w 332086"/>
              <a:gd name="connsiteY48" fmla="*/ 41815 h 167449"/>
              <a:gd name="connsiteX49" fmla="*/ 290540 w 332086"/>
              <a:gd name="connsiteY49" fmla="*/ 6953 h 167449"/>
              <a:gd name="connsiteX50" fmla="*/ 283616 w 332086"/>
              <a:gd name="connsiteY50" fmla="*/ 0 h 167449"/>
              <a:gd name="connsiteX51" fmla="*/ 6924 w 332086"/>
              <a:gd name="connsiteY51" fmla="*/ 0 h 167449"/>
              <a:gd name="connsiteX52" fmla="*/ 0 w 332086"/>
              <a:gd name="connsiteY52" fmla="*/ 6953 h 167449"/>
              <a:gd name="connsiteX53" fmla="*/ 0 w 332086"/>
              <a:gd name="connsiteY53" fmla="*/ 160496 h 167449"/>
              <a:gd name="connsiteX54" fmla="*/ 6924 w 332086"/>
              <a:gd name="connsiteY54" fmla="*/ 167449 h 167449"/>
              <a:gd name="connsiteX55" fmla="*/ 283616 w 332086"/>
              <a:gd name="connsiteY55" fmla="*/ 167449 h 167449"/>
              <a:gd name="connsiteX56" fmla="*/ 290540 w 332086"/>
              <a:gd name="connsiteY56" fmla="*/ 160496 h 167449"/>
              <a:gd name="connsiteX57" fmla="*/ 290540 w 332086"/>
              <a:gd name="connsiteY57" fmla="*/ 125635 h 167449"/>
              <a:gd name="connsiteX58" fmla="*/ 325162 w 332086"/>
              <a:gd name="connsiteY58" fmla="*/ 125635 h 167449"/>
              <a:gd name="connsiteX59" fmla="*/ 332087 w 332086"/>
              <a:gd name="connsiteY59" fmla="*/ 118681 h 167449"/>
              <a:gd name="connsiteX60" fmla="*/ 332087 w 332086"/>
              <a:gd name="connsiteY60" fmla="*/ 48863 h 167449"/>
              <a:gd name="connsiteX61" fmla="*/ 325162 w 332086"/>
              <a:gd name="connsiteY61" fmla="*/ 41910 h 167449"/>
              <a:gd name="connsiteX62" fmla="*/ 318238 w 332086"/>
              <a:gd name="connsiteY62" fmla="*/ 111538 h 167449"/>
              <a:gd name="connsiteX63" fmla="*/ 283616 w 332086"/>
              <a:gd name="connsiteY63" fmla="*/ 111538 h 167449"/>
              <a:gd name="connsiteX64" fmla="*/ 276691 w 332086"/>
              <a:gd name="connsiteY64" fmla="*/ 118491 h 167449"/>
              <a:gd name="connsiteX65" fmla="*/ 276691 w 332086"/>
              <a:gd name="connsiteY65" fmla="*/ 153352 h 167449"/>
              <a:gd name="connsiteX66" fmla="*/ 13849 w 332086"/>
              <a:gd name="connsiteY66" fmla="*/ 153352 h 167449"/>
              <a:gd name="connsiteX67" fmla="*/ 13849 w 332086"/>
              <a:gd name="connsiteY67" fmla="*/ 13811 h 167449"/>
              <a:gd name="connsiteX68" fmla="*/ 276691 w 332086"/>
              <a:gd name="connsiteY68" fmla="*/ 13811 h 167449"/>
              <a:gd name="connsiteX69" fmla="*/ 276691 w 332086"/>
              <a:gd name="connsiteY69" fmla="*/ 48673 h 167449"/>
              <a:gd name="connsiteX70" fmla="*/ 283616 w 332086"/>
              <a:gd name="connsiteY70" fmla="*/ 55626 h 167449"/>
              <a:gd name="connsiteX71" fmla="*/ 318238 w 332086"/>
              <a:gd name="connsiteY71" fmla="*/ 55626 h 167449"/>
              <a:gd name="connsiteX72" fmla="*/ 318238 w 332086"/>
              <a:gd name="connsiteY72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32086" h="167449">
                <a:moveTo>
                  <a:pt x="255823" y="28099"/>
                </a:moveTo>
                <a:lnTo>
                  <a:pt x="200997" y="28099"/>
                </a:lnTo>
                <a:cubicBezTo>
                  <a:pt x="200997" y="28099"/>
                  <a:pt x="200902" y="28099"/>
                  <a:pt x="200808" y="28099"/>
                </a:cubicBezTo>
                <a:cubicBezTo>
                  <a:pt x="200713" y="28099"/>
                  <a:pt x="200618" y="28099"/>
                  <a:pt x="200523" y="28099"/>
                </a:cubicBezTo>
                <a:lnTo>
                  <a:pt x="145697" y="28099"/>
                </a:lnTo>
                <a:cubicBezTo>
                  <a:pt x="145697" y="28099"/>
                  <a:pt x="145602" y="28099"/>
                  <a:pt x="145507" y="28099"/>
                </a:cubicBezTo>
                <a:cubicBezTo>
                  <a:pt x="145412" y="28099"/>
                  <a:pt x="145318" y="28099"/>
                  <a:pt x="145223" y="28099"/>
                </a:cubicBezTo>
                <a:lnTo>
                  <a:pt x="90397" y="28099"/>
                </a:lnTo>
                <a:cubicBezTo>
                  <a:pt x="90397" y="28099"/>
                  <a:pt x="90302" y="28099"/>
                  <a:pt x="90207" y="28099"/>
                </a:cubicBezTo>
                <a:cubicBezTo>
                  <a:pt x="90112" y="28099"/>
                  <a:pt x="90017" y="28099"/>
                  <a:pt x="89922" y="28099"/>
                </a:cubicBezTo>
                <a:lnTo>
                  <a:pt x="35096" y="28099"/>
                </a:lnTo>
                <a:cubicBezTo>
                  <a:pt x="31682" y="28099"/>
                  <a:pt x="28267" y="30385"/>
                  <a:pt x="28267" y="35052"/>
                </a:cubicBezTo>
                <a:lnTo>
                  <a:pt x="28267" y="132302"/>
                </a:lnTo>
                <a:cubicBezTo>
                  <a:pt x="28267" y="135731"/>
                  <a:pt x="31682" y="139255"/>
                  <a:pt x="35096" y="139255"/>
                </a:cubicBezTo>
                <a:lnTo>
                  <a:pt x="89922" y="139255"/>
                </a:lnTo>
                <a:cubicBezTo>
                  <a:pt x="89922" y="139255"/>
                  <a:pt x="90112" y="139255"/>
                  <a:pt x="90207" y="139255"/>
                </a:cubicBezTo>
                <a:cubicBezTo>
                  <a:pt x="90207" y="139255"/>
                  <a:pt x="90302" y="139255"/>
                  <a:pt x="90397" y="139255"/>
                </a:cubicBezTo>
                <a:lnTo>
                  <a:pt x="145223" y="139255"/>
                </a:lnTo>
                <a:cubicBezTo>
                  <a:pt x="145223" y="139255"/>
                  <a:pt x="145412" y="139255"/>
                  <a:pt x="145507" y="139255"/>
                </a:cubicBezTo>
                <a:cubicBezTo>
                  <a:pt x="145507" y="139255"/>
                  <a:pt x="145602" y="139255"/>
                  <a:pt x="145697" y="139255"/>
                </a:cubicBezTo>
                <a:lnTo>
                  <a:pt x="200523" y="139255"/>
                </a:lnTo>
                <a:cubicBezTo>
                  <a:pt x="200523" y="139255"/>
                  <a:pt x="200713" y="139255"/>
                  <a:pt x="200808" y="139255"/>
                </a:cubicBezTo>
                <a:cubicBezTo>
                  <a:pt x="200808" y="139255"/>
                  <a:pt x="200902" y="139255"/>
                  <a:pt x="200997" y="139255"/>
                </a:cubicBezTo>
                <a:lnTo>
                  <a:pt x="255823" y="139255"/>
                </a:lnTo>
                <a:cubicBezTo>
                  <a:pt x="260376" y="139255"/>
                  <a:pt x="262653" y="135826"/>
                  <a:pt x="262653" y="132302"/>
                </a:cubicBezTo>
                <a:lnTo>
                  <a:pt x="262653" y="35052"/>
                </a:lnTo>
                <a:cubicBezTo>
                  <a:pt x="262653" y="30385"/>
                  <a:pt x="260376" y="28099"/>
                  <a:pt x="255823" y="28099"/>
                </a:cubicBezTo>
                <a:close/>
                <a:moveTo>
                  <a:pt x="82998" y="125349"/>
                </a:moveTo>
                <a:lnTo>
                  <a:pt x="41831" y="125349"/>
                </a:lnTo>
                <a:lnTo>
                  <a:pt x="41831" y="42005"/>
                </a:lnTo>
                <a:lnTo>
                  <a:pt x="82998" y="42005"/>
                </a:lnTo>
                <a:lnTo>
                  <a:pt x="82998" y="125349"/>
                </a:lnTo>
                <a:close/>
                <a:moveTo>
                  <a:pt x="138298" y="125349"/>
                </a:moveTo>
                <a:lnTo>
                  <a:pt x="97131" y="125349"/>
                </a:lnTo>
                <a:lnTo>
                  <a:pt x="97131" y="42005"/>
                </a:lnTo>
                <a:lnTo>
                  <a:pt x="138298" y="42005"/>
                </a:lnTo>
                <a:lnTo>
                  <a:pt x="138298" y="125349"/>
                </a:lnTo>
                <a:close/>
                <a:moveTo>
                  <a:pt x="193694" y="125349"/>
                </a:moveTo>
                <a:lnTo>
                  <a:pt x="152526" y="125349"/>
                </a:lnTo>
                <a:lnTo>
                  <a:pt x="152526" y="42005"/>
                </a:lnTo>
                <a:lnTo>
                  <a:pt x="193694" y="42005"/>
                </a:lnTo>
                <a:lnTo>
                  <a:pt x="193694" y="125349"/>
                </a:lnTo>
                <a:close/>
                <a:moveTo>
                  <a:pt x="248994" y="125349"/>
                </a:moveTo>
                <a:lnTo>
                  <a:pt x="207827" y="125349"/>
                </a:lnTo>
                <a:lnTo>
                  <a:pt x="207827" y="42005"/>
                </a:lnTo>
                <a:lnTo>
                  <a:pt x="248994" y="42005"/>
                </a:lnTo>
                <a:lnTo>
                  <a:pt x="248994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8264" y="0"/>
                  <a:pt x="283616" y="0"/>
                </a:cubicBezTo>
                <a:lnTo>
                  <a:pt x="6924" y="0"/>
                </a:lnTo>
                <a:cubicBezTo>
                  <a:pt x="3510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3415" y="167449"/>
                  <a:pt x="6924" y="167449"/>
                </a:cubicBezTo>
                <a:lnTo>
                  <a:pt x="283616" y="167449"/>
                </a:lnTo>
                <a:cubicBezTo>
                  <a:pt x="288264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9810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9810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80201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80106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2" name="Graphic 34">
            <a:extLst>
              <a:ext uri="{FF2B5EF4-FFF2-40B4-BE49-F238E27FC236}">
                <a16:creationId xmlns:a16="http://schemas.microsoft.com/office/drawing/2014/main" id="{7B01CA8A-D53B-34B4-E392-B82B8D5B5DA4}"/>
              </a:ext>
            </a:extLst>
          </p:cNvPr>
          <p:cNvSpPr/>
          <p:nvPr/>
        </p:nvSpPr>
        <p:spPr>
          <a:xfrm>
            <a:off x="4635698" y="1559999"/>
            <a:ext cx="444500" cy="224132"/>
          </a:xfrm>
          <a:custGeom>
            <a:avLst/>
            <a:gdLst>
              <a:gd name="connsiteX0" fmla="*/ 255823 w 332086"/>
              <a:gd name="connsiteY0" fmla="*/ 28099 h 167449"/>
              <a:gd name="connsiteX1" fmla="*/ 200997 w 332086"/>
              <a:gd name="connsiteY1" fmla="*/ 28099 h 167449"/>
              <a:gd name="connsiteX2" fmla="*/ 200808 w 332086"/>
              <a:gd name="connsiteY2" fmla="*/ 28099 h 167449"/>
              <a:gd name="connsiteX3" fmla="*/ 200523 w 332086"/>
              <a:gd name="connsiteY3" fmla="*/ 28099 h 167449"/>
              <a:gd name="connsiteX4" fmla="*/ 145697 w 332086"/>
              <a:gd name="connsiteY4" fmla="*/ 28099 h 167449"/>
              <a:gd name="connsiteX5" fmla="*/ 145507 w 332086"/>
              <a:gd name="connsiteY5" fmla="*/ 28099 h 167449"/>
              <a:gd name="connsiteX6" fmla="*/ 145223 w 332086"/>
              <a:gd name="connsiteY6" fmla="*/ 28099 h 167449"/>
              <a:gd name="connsiteX7" fmla="*/ 90397 w 332086"/>
              <a:gd name="connsiteY7" fmla="*/ 28099 h 167449"/>
              <a:gd name="connsiteX8" fmla="*/ 90207 w 332086"/>
              <a:gd name="connsiteY8" fmla="*/ 28099 h 167449"/>
              <a:gd name="connsiteX9" fmla="*/ 89922 w 332086"/>
              <a:gd name="connsiteY9" fmla="*/ 28099 h 167449"/>
              <a:gd name="connsiteX10" fmla="*/ 35096 w 332086"/>
              <a:gd name="connsiteY10" fmla="*/ 28099 h 167449"/>
              <a:gd name="connsiteX11" fmla="*/ 28267 w 332086"/>
              <a:gd name="connsiteY11" fmla="*/ 35052 h 167449"/>
              <a:gd name="connsiteX12" fmla="*/ 28267 w 332086"/>
              <a:gd name="connsiteY12" fmla="*/ 132302 h 167449"/>
              <a:gd name="connsiteX13" fmla="*/ 35096 w 332086"/>
              <a:gd name="connsiteY13" fmla="*/ 139255 h 167449"/>
              <a:gd name="connsiteX14" fmla="*/ 89922 w 332086"/>
              <a:gd name="connsiteY14" fmla="*/ 139255 h 167449"/>
              <a:gd name="connsiteX15" fmla="*/ 90207 w 332086"/>
              <a:gd name="connsiteY15" fmla="*/ 139255 h 167449"/>
              <a:gd name="connsiteX16" fmla="*/ 90397 w 332086"/>
              <a:gd name="connsiteY16" fmla="*/ 139255 h 167449"/>
              <a:gd name="connsiteX17" fmla="*/ 145223 w 332086"/>
              <a:gd name="connsiteY17" fmla="*/ 139255 h 167449"/>
              <a:gd name="connsiteX18" fmla="*/ 145507 w 332086"/>
              <a:gd name="connsiteY18" fmla="*/ 139255 h 167449"/>
              <a:gd name="connsiteX19" fmla="*/ 145697 w 332086"/>
              <a:gd name="connsiteY19" fmla="*/ 139255 h 167449"/>
              <a:gd name="connsiteX20" fmla="*/ 200523 w 332086"/>
              <a:gd name="connsiteY20" fmla="*/ 139255 h 167449"/>
              <a:gd name="connsiteX21" fmla="*/ 200808 w 332086"/>
              <a:gd name="connsiteY21" fmla="*/ 139255 h 167449"/>
              <a:gd name="connsiteX22" fmla="*/ 200997 w 332086"/>
              <a:gd name="connsiteY22" fmla="*/ 139255 h 167449"/>
              <a:gd name="connsiteX23" fmla="*/ 255823 w 332086"/>
              <a:gd name="connsiteY23" fmla="*/ 139255 h 167449"/>
              <a:gd name="connsiteX24" fmla="*/ 262653 w 332086"/>
              <a:gd name="connsiteY24" fmla="*/ 132302 h 167449"/>
              <a:gd name="connsiteX25" fmla="*/ 262653 w 332086"/>
              <a:gd name="connsiteY25" fmla="*/ 35052 h 167449"/>
              <a:gd name="connsiteX26" fmla="*/ 255823 w 332086"/>
              <a:gd name="connsiteY26" fmla="*/ 28099 h 167449"/>
              <a:gd name="connsiteX27" fmla="*/ 82998 w 332086"/>
              <a:gd name="connsiteY27" fmla="*/ 125349 h 167449"/>
              <a:gd name="connsiteX28" fmla="*/ 41831 w 332086"/>
              <a:gd name="connsiteY28" fmla="*/ 125349 h 167449"/>
              <a:gd name="connsiteX29" fmla="*/ 41831 w 332086"/>
              <a:gd name="connsiteY29" fmla="*/ 42005 h 167449"/>
              <a:gd name="connsiteX30" fmla="*/ 82998 w 332086"/>
              <a:gd name="connsiteY30" fmla="*/ 42005 h 167449"/>
              <a:gd name="connsiteX31" fmla="*/ 82998 w 332086"/>
              <a:gd name="connsiteY31" fmla="*/ 125349 h 167449"/>
              <a:gd name="connsiteX32" fmla="*/ 138298 w 332086"/>
              <a:gd name="connsiteY32" fmla="*/ 125349 h 167449"/>
              <a:gd name="connsiteX33" fmla="*/ 97131 w 332086"/>
              <a:gd name="connsiteY33" fmla="*/ 125349 h 167449"/>
              <a:gd name="connsiteX34" fmla="*/ 97131 w 332086"/>
              <a:gd name="connsiteY34" fmla="*/ 42005 h 167449"/>
              <a:gd name="connsiteX35" fmla="*/ 138298 w 332086"/>
              <a:gd name="connsiteY35" fmla="*/ 42005 h 167449"/>
              <a:gd name="connsiteX36" fmla="*/ 138298 w 332086"/>
              <a:gd name="connsiteY36" fmla="*/ 125349 h 167449"/>
              <a:gd name="connsiteX37" fmla="*/ 193694 w 332086"/>
              <a:gd name="connsiteY37" fmla="*/ 125349 h 167449"/>
              <a:gd name="connsiteX38" fmla="*/ 152526 w 332086"/>
              <a:gd name="connsiteY38" fmla="*/ 125349 h 167449"/>
              <a:gd name="connsiteX39" fmla="*/ 152526 w 332086"/>
              <a:gd name="connsiteY39" fmla="*/ 42005 h 167449"/>
              <a:gd name="connsiteX40" fmla="*/ 193694 w 332086"/>
              <a:gd name="connsiteY40" fmla="*/ 42005 h 167449"/>
              <a:gd name="connsiteX41" fmla="*/ 193694 w 332086"/>
              <a:gd name="connsiteY41" fmla="*/ 125349 h 167449"/>
              <a:gd name="connsiteX42" fmla="*/ 248994 w 332086"/>
              <a:gd name="connsiteY42" fmla="*/ 125349 h 167449"/>
              <a:gd name="connsiteX43" fmla="*/ 207827 w 332086"/>
              <a:gd name="connsiteY43" fmla="*/ 125349 h 167449"/>
              <a:gd name="connsiteX44" fmla="*/ 207827 w 332086"/>
              <a:gd name="connsiteY44" fmla="*/ 42005 h 167449"/>
              <a:gd name="connsiteX45" fmla="*/ 248994 w 332086"/>
              <a:gd name="connsiteY45" fmla="*/ 42005 h 167449"/>
              <a:gd name="connsiteX46" fmla="*/ 248994 w 332086"/>
              <a:gd name="connsiteY46" fmla="*/ 125349 h 167449"/>
              <a:gd name="connsiteX47" fmla="*/ 325162 w 332086"/>
              <a:gd name="connsiteY47" fmla="*/ 41815 h 167449"/>
              <a:gd name="connsiteX48" fmla="*/ 290540 w 332086"/>
              <a:gd name="connsiteY48" fmla="*/ 41815 h 167449"/>
              <a:gd name="connsiteX49" fmla="*/ 290540 w 332086"/>
              <a:gd name="connsiteY49" fmla="*/ 6953 h 167449"/>
              <a:gd name="connsiteX50" fmla="*/ 283616 w 332086"/>
              <a:gd name="connsiteY50" fmla="*/ 0 h 167449"/>
              <a:gd name="connsiteX51" fmla="*/ 6924 w 332086"/>
              <a:gd name="connsiteY51" fmla="*/ 0 h 167449"/>
              <a:gd name="connsiteX52" fmla="*/ 0 w 332086"/>
              <a:gd name="connsiteY52" fmla="*/ 6953 h 167449"/>
              <a:gd name="connsiteX53" fmla="*/ 0 w 332086"/>
              <a:gd name="connsiteY53" fmla="*/ 160496 h 167449"/>
              <a:gd name="connsiteX54" fmla="*/ 6924 w 332086"/>
              <a:gd name="connsiteY54" fmla="*/ 167449 h 167449"/>
              <a:gd name="connsiteX55" fmla="*/ 283616 w 332086"/>
              <a:gd name="connsiteY55" fmla="*/ 167449 h 167449"/>
              <a:gd name="connsiteX56" fmla="*/ 290540 w 332086"/>
              <a:gd name="connsiteY56" fmla="*/ 160496 h 167449"/>
              <a:gd name="connsiteX57" fmla="*/ 290540 w 332086"/>
              <a:gd name="connsiteY57" fmla="*/ 125635 h 167449"/>
              <a:gd name="connsiteX58" fmla="*/ 325162 w 332086"/>
              <a:gd name="connsiteY58" fmla="*/ 125635 h 167449"/>
              <a:gd name="connsiteX59" fmla="*/ 332087 w 332086"/>
              <a:gd name="connsiteY59" fmla="*/ 118681 h 167449"/>
              <a:gd name="connsiteX60" fmla="*/ 332087 w 332086"/>
              <a:gd name="connsiteY60" fmla="*/ 48863 h 167449"/>
              <a:gd name="connsiteX61" fmla="*/ 325162 w 332086"/>
              <a:gd name="connsiteY61" fmla="*/ 41910 h 167449"/>
              <a:gd name="connsiteX62" fmla="*/ 318238 w 332086"/>
              <a:gd name="connsiteY62" fmla="*/ 111538 h 167449"/>
              <a:gd name="connsiteX63" fmla="*/ 283616 w 332086"/>
              <a:gd name="connsiteY63" fmla="*/ 111538 h 167449"/>
              <a:gd name="connsiteX64" fmla="*/ 276691 w 332086"/>
              <a:gd name="connsiteY64" fmla="*/ 118491 h 167449"/>
              <a:gd name="connsiteX65" fmla="*/ 276691 w 332086"/>
              <a:gd name="connsiteY65" fmla="*/ 153352 h 167449"/>
              <a:gd name="connsiteX66" fmla="*/ 13849 w 332086"/>
              <a:gd name="connsiteY66" fmla="*/ 153352 h 167449"/>
              <a:gd name="connsiteX67" fmla="*/ 13849 w 332086"/>
              <a:gd name="connsiteY67" fmla="*/ 13811 h 167449"/>
              <a:gd name="connsiteX68" fmla="*/ 276691 w 332086"/>
              <a:gd name="connsiteY68" fmla="*/ 13811 h 167449"/>
              <a:gd name="connsiteX69" fmla="*/ 276691 w 332086"/>
              <a:gd name="connsiteY69" fmla="*/ 48673 h 167449"/>
              <a:gd name="connsiteX70" fmla="*/ 283616 w 332086"/>
              <a:gd name="connsiteY70" fmla="*/ 55626 h 167449"/>
              <a:gd name="connsiteX71" fmla="*/ 318238 w 332086"/>
              <a:gd name="connsiteY71" fmla="*/ 55626 h 167449"/>
              <a:gd name="connsiteX72" fmla="*/ 318238 w 332086"/>
              <a:gd name="connsiteY72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32086" h="167449">
                <a:moveTo>
                  <a:pt x="255823" y="28099"/>
                </a:moveTo>
                <a:lnTo>
                  <a:pt x="200997" y="28099"/>
                </a:lnTo>
                <a:cubicBezTo>
                  <a:pt x="200997" y="28099"/>
                  <a:pt x="200902" y="28099"/>
                  <a:pt x="200808" y="28099"/>
                </a:cubicBezTo>
                <a:cubicBezTo>
                  <a:pt x="200713" y="28099"/>
                  <a:pt x="200618" y="28099"/>
                  <a:pt x="200523" y="28099"/>
                </a:cubicBezTo>
                <a:lnTo>
                  <a:pt x="145697" y="28099"/>
                </a:lnTo>
                <a:cubicBezTo>
                  <a:pt x="145697" y="28099"/>
                  <a:pt x="145602" y="28099"/>
                  <a:pt x="145507" y="28099"/>
                </a:cubicBezTo>
                <a:cubicBezTo>
                  <a:pt x="145412" y="28099"/>
                  <a:pt x="145318" y="28099"/>
                  <a:pt x="145223" y="28099"/>
                </a:cubicBezTo>
                <a:lnTo>
                  <a:pt x="90397" y="28099"/>
                </a:lnTo>
                <a:cubicBezTo>
                  <a:pt x="90397" y="28099"/>
                  <a:pt x="90302" y="28099"/>
                  <a:pt x="90207" y="28099"/>
                </a:cubicBezTo>
                <a:cubicBezTo>
                  <a:pt x="90112" y="28099"/>
                  <a:pt x="90017" y="28099"/>
                  <a:pt x="89922" y="28099"/>
                </a:cubicBezTo>
                <a:lnTo>
                  <a:pt x="35096" y="28099"/>
                </a:lnTo>
                <a:cubicBezTo>
                  <a:pt x="31682" y="28099"/>
                  <a:pt x="28267" y="30385"/>
                  <a:pt x="28267" y="35052"/>
                </a:cubicBezTo>
                <a:lnTo>
                  <a:pt x="28267" y="132302"/>
                </a:lnTo>
                <a:cubicBezTo>
                  <a:pt x="28267" y="135731"/>
                  <a:pt x="31682" y="139255"/>
                  <a:pt x="35096" y="139255"/>
                </a:cubicBezTo>
                <a:lnTo>
                  <a:pt x="89922" y="139255"/>
                </a:lnTo>
                <a:cubicBezTo>
                  <a:pt x="89922" y="139255"/>
                  <a:pt x="90112" y="139255"/>
                  <a:pt x="90207" y="139255"/>
                </a:cubicBezTo>
                <a:cubicBezTo>
                  <a:pt x="90207" y="139255"/>
                  <a:pt x="90302" y="139255"/>
                  <a:pt x="90397" y="139255"/>
                </a:cubicBezTo>
                <a:lnTo>
                  <a:pt x="145223" y="139255"/>
                </a:lnTo>
                <a:cubicBezTo>
                  <a:pt x="145223" y="139255"/>
                  <a:pt x="145412" y="139255"/>
                  <a:pt x="145507" y="139255"/>
                </a:cubicBezTo>
                <a:cubicBezTo>
                  <a:pt x="145507" y="139255"/>
                  <a:pt x="145602" y="139255"/>
                  <a:pt x="145697" y="139255"/>
                </a:cubicBezTo>
                <a:lnTo>
                  <a:pt x="200523" y="139255"/>
                </a:lnTo>
                <a:cubicBezTo>
                  <a:pt x="200523" y="139255"/>
                  <a:pt x="200713" y="139255"/>
                  <a:pt x="200808" y="139255"/>
                </a:cubicBezTo>
                <a:cubicBezTo>
                  <a:pt x="200808" y="139255"/>
                  <a:pt x="200902" y="139255"/>
                  <a:pt x="200997" y="139255"/>
                </a:cubicBezTo>
                <a:lnTo>
                  <a:pt x="255823" y="139255"/>
                </a:lnTo>
                <a:cubicBezTo>
                  <a:pt x="260376" y="139255"/>
                  <a:pt x="262653" y="135826"/>
                  <a:pt x="262653" y="132302"/>
                </a:cubicBezTo>
                <a:lnTo>
                  <a:pt x="262653" y="35052"/>
                </a:lnTo>
                <a:cubicBezTo>
                  <a:pt x="262653" y="30385"/>
                  <a:pt x="260376" y="28099"/>
                  <a:pt x="255823" y="28099"/>
                </a:cubicBezTo>
                <a:close/>
                <a:moveTo>
                  <a:pt x="82998" y="125349"/>
                </a:moveTo>
                <a:lnTo>
                  <a:pt x="41831" y="125349"/>
                </a:lnTo>
                <a:lnTo>
                  <a:pt x="41831" y="42005"/>
                </a:lnTo>
                <a:lnTo>
                  <a:pt x="82998" y="42005"/>
                </a:lnTo>
                <a:lnTo>
                  <a:pt x="82998" y="125349"/>
                </a:lnTo>
                <a:close/>
                <a:moveTo>
                  <a:pt x="138298" y="125349"/>
                </a:moveTo>
                <a:lnTo>
                  <a:pt x="97131" y="125349"/>
                </a:lnTo>
                <a:lnTo>
                  <a:pt x="97131" y="42005"/>
                </a:lnTo>
                <a:lnTo>
                  <a:pt x="138298" y="42005"/>
                </a:lnTo>
                <a:lnTo>
                  <a:pt x="138298" y="125349"/>
                </a:lnTo>
                <a:close/>
                <a:moveTo>
                  <a:pt x="193694" y="125349"/>
                </a:moveTo>
                <a:lnTo>
                  <a:pt x="152526" y="125349"/>
                </a:lnTo>
                <a:lnTo>
                  <a:pt x="152526" y="42005"/>
                </a:lnTo>
                <a:lnTo>
                  <a:pt x="193694" y="42005"/>
                </a:lnTo>
                <a:lnTo>
                  <a:pt x="193694" y="125349"/>
                </a:lnTo>
                <a:close/>
                <a:moveTo>
                  <a:pt x="248994" y="125349"/>
                </a:moveTo>
                <a:lnTo>
                  <a:pt x="207827" y="125349"/>
                </a:lnTo>
                <a:lnTo>
                  <a:pt x="207827" y="42005"/>
                </a:lnTo>
                <a:lnTo>
                  <a:pt x="248994" y="42005"/>
                </a:lnTo>
                <a:lnTo>
                  <a:pt x="248994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8264" y="0"/>
                  <a:pt x="283616" y="0"/>
                </a:cubicBezTo>
                <a:lnTo>
                  <a:pt x="6924" y="0"/>
                </a:lnTo>
                <a:cubicBezTo>
                  <a:pt x="3510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3415" y="167449"/>
                  <a:pt x="6924" y="167449"/>
                </a:cubicBezTo>
                <a:lnTo>
                  <a:pt x="283616" y="167449"/>
                </a:lnTo>
                <a:cubicBezTo>
                  <a:pt x="288264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9810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9810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80201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80106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1" name="Graphic 119">
            <a:extLst>
              <a:ext uri="{FF2B5EF4-FFF2-40B4-BE49-F238E27FC236}">
                <a16:creationId xmlns:a16="http://schemas.microsoft.com/office/drawing/2014/main" id="{E759E7FB-044E-3D13-6DEB-96F18310DB4D}"/>
              </a:ext>
            </a:extLst>
          </p:cNvPr>
          <p:cNvSpPr/>
          <p:nvPr/>
        </p:nvSpPr>
        <p:spPr>
          <a:xfrm>
            <a:off x="5481675" y="953574"/>
            <a:ext cx="443286" cy="223520"/>
          </a:xfrm>
          <a:custGeom>
            <a:avLst/>
            <a:gdLst>
              <a:gd name="connsiteX0" fmla="*/ 89733 w 332086"/>
              <a:gd name="connsiteY0" fmla="*/ 28099 h 167449"/>
              <a:gd name="connsiteX1" fmla="*/ 34243 w 332086"/>
              <a:gd name="connsiteY1" fmla="*/ 28099 h 167449"/>
              <a:gd name="connsiteX2" fmla="*/ 27318 w 332086"/>
              <a:gd name="connsiteY2" fmla="*/ 35052 h 167449"/>
              <a:gd name="connsiteX3" fmla="*/ 27318 w 332086"/>
              <a:gd name="connsiteY3" fmla="*/ 132302 h 167449"/>
              <a:gd name="connsiteX4" fmla="*/ 34243 w 332086"/>
              <a:gd name="connsiteY4" fmla="*/ 139255 h 167449"/>
              <a:gd name="connsiteX5" fmla="*/ 89733 w 332086"/>
              <a:gd name="connsiteY5" fmla="*/ 139255 h 167449"/>
              <a:gd name="connsiteX6" fmla="*/ 96657 w 332086"/>
              <a:gd name="connsiteY6" fmla="*/ 132302 h 167449"/>
              <a:gd name="connsiteX7" fmla="*/ 96657 w 332086"/>
              <a:gd name="connsiteY7" fmla="*/ 35052 h 167449"/>
              <a:gd name="connsiteX8" fmla="*/ 89733 w 332086"/>
              <a:gd name="connsiteY8" fmla="*/ 28099 h 167449"/>
              <a:gd name="connsiteX9" fmla="*/ 82808 w 332086"/>
              <a:gd name="connsiteY9" fmla="*/ 125349 h 167449"/>
              <a:gd name="connsiteX10" fmla="*/ 41167 w 332086"/>
              <a:gd name="connsiteY10" fmla="*/ 125349 h 167449"/>
              <a:gd name="connsiteX11" fmla="*/ 41167 w 332086"/>
              <a:gd name="connsiteY11" fmla="*/ 42005 h 167449"/>
              <a:gd name="connsiteX12" fmla="*/ 82808 w 332086"/>
              <a:gd name="connsiteY12" fmla="*/ 42005 h 167449"/>
              <a:gd name="connsiteX13" fmla="*/ 82808 w 332086"/>
              <a:gd name="connsiteY13" fmla="*/ 125349 h 167449"/>
              <a:gd name="connsiteX14" fmla="*/ 325162 w 332086"/>
              <a:gd name="connsiteY14" fmla="*/ 41815 h 167449"/>
              <a:gd name="connsiteX15" fmla="*/ 290540 w 332086"/>
              <a:gd name="connsiteY15" fmla="*/ 41815 h 167449"/>
              <a:gd name="connsiteX16" fmla="*/ 290540 w 332086"/>
              <a:gd name="connsiteY16" fmla="*/ 6953 h 167449"/>
              <a:gd name="connsiteX17" fmla="*/ 283616 w 332086"/>
              <a:gd name="connsiteY17" fmla="*/ 0 h 167449"/>
              <a:gd name="connsiteX18" fmla="*/ 6924 w 332086"/>
              <a:gd name="connsiteY18" fmla="*/ 0 h 167449"/>
              <a:gd name="connsiteX19" fmla="*/ 0 w 332086"/>
              <a:gd name="connsiteY19" fmla="*/ 6953 h 167449"/>
              <a:gd name="connsiteX20" fmla="*/ 0 w 332086"/>
              <a:gd name="connsiteY20" fmla="*/ 160496 h 167449"/>
              <a:gd name="connsiteX21" fmla="*/ 6924 w 332086"/>
              <a:gd name="connsiteY21" fmla="*/ 167449 h 167449"/>
              <a:gd name="connsiteX22" fmla="*/ 283616 w 332086"/>
              <a:gd name="connsiteY22" fmla="*/ 167449 h 167449"/>
              <a:gd name="connsiteX23" fmla="*/ 290540 w 332086"/>
              <a:gd name="connsiteY23" fmla="*/ 160496 h 167449"/>
              <a:gd name="connsiteX24" fmla="*/ 290540 w 332086"/>
              <a:gd name="connsiteY24" fmla="*/ 125635 h 167449"/>
              <a:gd name="connsiteX25" fmla="*/ 325162 w 332086"/>
              <a:gd name="connsiteY25" fmla="*/ 125635 h 167449"/>
              <a:gd name="connsiteX26" fmla="*/ 332087 w 332086"/>
              <a:gd name="connsiteY26" fmla="*/ 118681 h 167449"/>
              <a:gd name="connsiteX27" fmla="*/ 332087 w 332086"/>
              <a:gd name="connsiteY27" fmla="*/ 48863 h 167449"/>
              <a:gd name="connsiteX28" fmla="*/ 325162 w 332086"/>
              <a:gd name="connsiteY28" fmla="*/ 41910 h 167449"/>
              <a:gd name="connsiteX29" fmla="*/ 318238 w 332086"/>
              <a:gd name="connsiteY29" fmla="*/ 111538 h 167449"/>
              <a:gd name="connsiteX30" fmla="*/ 283616 w 332086"/>
              <a:gd name="connsiteY30" fmla="*/ 111538 h 167449"/>
              <a:gd name="connsiteX31" fmla="*/ 276691 w 332086"/>
              <a:gd name="connsiteY31" fmla="*/ 118491 h 167449"/>
              <a:gd name="connsiteX32" fmla="*/ 276691 w 332086"/>
              <a:gd name="connsiteY32" fmla="*/ 153352 h 167449"/>
              <a:gd name="connsiteX33" fmla="*/ 13849 w 332086"/>
              <a:gd name="connsiteY33" fmla="*/ 153352 h 167449"/>
              <a:gd name="connsiteX34" fmla="*/ 13849 w 332086"/>
              <a:gd name="connsiteY34" fmla="*/ 13811 h 167449"/>
              <a:gd name="connsiteX35" fmla="*/ 276691 w 332086"/>
              <a:gd name="connsiteY35" fmla="*/ 13811 h 167449"/>
              <a:gd name="connsiteX36" fmla="*/ 276691 w 332086"/>
              <a:gd name="connsiteY36" fmla="*/ 48673 h 167449"/>
              <a:gd name="connsiteX37" fmla="*/ 283616 w 332086"/>
              <a:gd name="connsiteY37" fmla="*/ 55626 h 167449"/>
              <a:gd name="connsiteX38" fmla="*/ 318238 w 332086"/>
              <a:gd name="connsiteY38" fmla="*/ 55626 h 167449"/>
              <a:gd name="connsiteX39" fmla="*/ 318238 w 332086"/>
              <a:gd name="connsiteY39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086" h="167449">
                <a:moveTo>
                  <a:pt x="89733" y="28099"/>
                </a:moveTo>
                <a:lnTo>
                  <a:pt x="34243" y="28099"/>
                </a:lnTo>
                <a:cubicBezTo>
                  <a:pt x="29595" y="28099"/>
                  <a:pt x="27318" y="30385"/>
                  <a:pt x="27318" y="35052"/>
                </a:cubicBezTo>
                <a:lnTo>
                  <a:pt x="27318" y="132302"/>
                </a:lnTo>
                <a:cubicBezTo>
                  <a:pt x="27318" y="135731"/>
                  <a:pt x="29595" y="139255"/>
                  <a:pt x="34243" y="139255"/>
                </a:cubicBezTo>
                <a:lnTo>
                  <a:pt x="89733" y="139255"/>
                </a:lnTo>
                <a:cubicBezTo>
                  <a:pt x="93242" y="139255"/>
                  <a:pt x="96657" y="135826"/>
                  <a:pt x="96657" y="132302"/>
                </a:cubicBezTo>
                <a:lnTo>
                  <a:pt x="96657" y="35052"/>
                </a:lnTo>
                <a:cubicBezTo>
                  <a:pt x="96657" y="30385"/>
                  <a:pt x="93147" y="28099"/>
                  <a:pt x="89733" y="28099"/>
                </a:cubicBezTo>
                <a:close/>
                <a:moveTo>
                  <a:pt x="82808" y="125349"/>
                </a:moveTo>
                <a:lnTo>
                  <a:pt x="41167" y="125349"/>
                </a:lnTo>
                <a:lnTo>
                  <a:pt x="41167" y="42005"/>
                </a:lnTo>
                <a:lnTo>
                  <a:pt x="82808" y="42005"/>
                </a:lnTo>
                <a:lnTo>
                  <a:pt x="82808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7125" y="0"/>
                  <a:pt x="283616" y="0"/>
                </a:cubicBezTo>
                <a:lnTo>
                  <a:pt x="6924" y="0"/>
                </a:lnTo>
                <a:cubicBezTo>
                  <a:pt x="2277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2277" y="167449"/>
                  <a:pt x="6924" y="167449"/>
                </a:cubicBezTo>
                <a:lnTo>
                  <a:pt x="283616" y="167449"/>
                </a:lnTo>
                <a:cubicBezTo>
                  <a:pt x="287031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8577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8672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78968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78968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2" name="Graphic 119">
            <a:extLst>
              <a:ext uri="{FF2B5EF4-FFF2-40B4-BE49-F238E27FC236}">
                <a16:creationId xmlns:a16="http://schemas.microsoft.com/office/drawing/2014/main" id="{337A90F7-2101-CBAB-D523-F8F4A334C8C1}"/>
              </a:ext>
            </a:extLst>
          </p:cNvPr>
          <p:cNvSpPr/>
          <p:nvPr/>
        </p:nvSpPr>
        <p:spPr>
          <a:xfrm>
            <a:off x="6253200" y="953574"/>
            <a:ext cx="443286" cy="223520"/>
          </a:xfrm>
          <a:custGeom>
            <a:avLst/>
            <a:gdLst>
              <a:gd name="connsiteX0" fmla="*/ 89733 w 332086"/>
              <a:gd name="connsiteY0" fmla="*/ 28099 h 167449"/>
              <a:gd name="connsiteX1" fmla="*/ 34243 w 332086"/>
              <a:gd name="connsiteY1" fmla="*/ 28099 h 167449"/>
              <a:gd name="connsiteX2" fmla="*/ 27318 w 332086"/>
              <a:gd name="connsiteY2" fmla="*/ 35052 h 167449"/>
              <a:gd name="connsiteX3" fmla="*/ 27318 w 332086"/>
              <a:gd name="connsiteY3" fmla="*/ 132302 h 167449"/>
              <a:gd name="connsiteX4" fmla="*/ 34243 w 332086"/>
              <a:gd name="connsiteY4" fmla="*/ 139255 h 167449"/>
              <a:gd name="connsiteX5" fmla="*/ 89733 w 332086"/>
              <a:gd name="connsiteY5" fmla="*/ 139255 h 167449"/>
              <a:gd name="connsiteX6" fmla="*/ 96657 w 332086"/>
              <a:gd name="connsiteY6" fmla="*/ 132302 h 167449"/>
              <a:gd name="connsiteX7" fmla="*/ 96657 w 332086"/>
              <a:gd name="connsiteY7" fmla="*/ 35052 h 167449"/>
              <a:gd name="connsiteX8" fmla="*/ 89733 w 332086"/>
              <a:gd name="connsiteY8" fmla="*/ 28099 h 167449"/>
              <a:gd name="connsiteX9" fmla="*/ 82808 w 332086"/>
              <a:gd name="connsiteY9" fmla="*/ 125349 h 167449"/>
              <a:gd name="connsiteX10" fmla="*/ 41167 w 332086"/>
              <a:gd name="connsiteY10" fmla="*/ 125349 h 167449"/>
              <a:gd name="connsiteX11" fmla="*/ 41167 w 332086"/>
              <a:gd name="connsiteY11" fmla="*/ 42005 h 167449"/>
              <a:gd name="connsiteX12" fmla="*/ 82808 w 332086"/>
              <a:gd name="connsiteY12" fmla="*/ 42005 h 167449"/>
              <a:gd name="connsiteX13" fmla="*/ 82808 w 332086"/>
              <a:gd name="connsiteY13" fmla="*/ 125349 h 167449"/>
              <a:gd name="connsiteX14" fmla="*/ 325162 w 332086"/>
              <a:gd name="connsiteY14" fmla="*/ 41815 h 167449"/>
              <a:gd name="connsiteX15" fmla="*/ 290540 w 332086"/>
              <a:gd name="connsiteY15" fmla="*/ 41815 h 167449"/>
              <a:gd name="connsiteX16" fmla="*/ 290540 w 332086"/>
              <a:gd name="connsiteY16" fmla="*/ 6953 h 167449"/>
              <a:gd name="connsiteX17" fmla="*/ 283616 w 332086"/>
              <a:gd name="connsiteY17" fmla="*/ 0 h 167449"/>
              <a:gd name="connsiteX18" fmla="*/ 6924 w 332086"/>
              <a:gd name="connsiteY18" fmla="*/ 0 h 167449"/>
              <a:gd name="connsiteX19" fmla="*/ 0 w 332086"/>
              <a:gd name="connsiteY19" fmla="*/ 6953 h 167449"/>
              <a:gd name="connsiteX20" fmla="*/ 0 w 332086"/>
              <a:gd name="connsiteY20" fmla="*/ 160496 h 167449"/>
              <a:gd name="connsiteX21" fmla="*/ 6924 w 332086"/>
              <a:gd name="connsiteY21" fmla="*/ 167449 h 167449"/>
              <a:gd name="connsiteX22" fmla="*/ 283616 w 332086"/>
              <a:gd name="connsiteY22" fmla="*/ 167449 h 167449"/>
              <a:gd name="connsiteX23" fmla="*/ 290540 w 332086"/>
              <a:gd name="connsiteY23" fmla="*/ 160496 h 167449"/>
              <a:gd name="connsiteX24" fmla="*/ 290540 w 332086"/>
              <a:gd name="connsiteY24" fmla="*/ 125635 h 167449"/>
              <a:gd name="connsiteX25" fmla="*/ 325162 w 332086"/>
              <a:gd name="connsiteY25" fmla="*/ 125635 h 167449"/>
              <a:gd name="connsiteX26" fmla="*/ 332087 w 332086"/>
              <a:gd name="connsiteY26" fmla="*/ 118681 h 167449"/>
              <a:gd name="connsiteX27" fmla="*/ 332087 w 332086"/>
              <a:gd name="connsiteY27" fmla="*/ 48863 h 167449"/>
              <a:gd name="connsiteX28" fmla="*/ 325162 w 332086"/>
              <a:gd name="connsiteY28" fmla="*/ 41910 h 167449"/>
              <a:gd name="connsiteX29" fmla="*/ 318238 w 332086"/>
              <a:gd name="connsiteY29" fmla="*/ 111538 h 167449"/>
              <a:gd name="connsiteX30" fmla="*/ 283616 w 332086"/>
              <a:gd name="connsiteY30" fmla="*/ 111538 h 167449"/>
              <a:gd name="connsiteX31" fmla="*/ 276691 w 332086"/>
              <a:gd name="connsiteY31" fmla="*/ 118491 h 167449"/>
              <a:gd name="connsiteX32" fmla="*/ 276691 w 332086"/>
              <a:gd name="connsiteY32" fmla="*/ 153352 h 167449"/>
              <a:gd name="connsiteX33" fmla="*/ 13849 w 332086"/>
              <a:gd name="connsiteY33" fmla="*/ 153352 h 167449"/>
              <a:gd name="connsiteX34" fmla="*/ 13849 w 332086"/>
              <a:gd name="connsiteY34" fmla="*/ 13811 h 167449"/>
              <a:gd name="connsiteX35" fmla="*/ 276691 w 332086"/>
              <a:gd name="connsiteY35" fmla="*/ 13811 h 167449"/>
              <a:gd name="connsiteX36" fmla="*/ 276691 w 332086"/>
              <a:gd name="connsiteY36" fmla="*/ 48673 h 167449"/>
              <a:gd name="connsiteX37" fmla="*/ 283616 w 332086"/>
              <a:gd name="connsiteY37" fmla="*/ 55626 h 167449"/>
              <a:gd name="connsiteX38" fmla="*/ 318238 w 332086"/>
              <a:gd name="connsiteY38" fmla="*/ 55626 h 167449"/>
              <a:gd name="connsiteX39" fmla="*/ 318238 w 332086"/>
              <a:gd name="connsiteY39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086" h="167449">
                <a:moveTo>
                  <a:pt x="89733" y="28099"/>
                </a:moveTo>
                <a:lnTo>
                  <a:pt x="34243" y="28099"/>
                </a:lnTo>
                <a:cubicBezTo>
                  <a:pt x="29595" y="28099"/>
                  <a:pt x="27318" y="30385"/>
                  <a:pt x="27318" y="35052"/>
                </a:cubicBezTo>
                <a:lnTo>
                  <a:pt x="27318" y="132302"/>
                </a:lnTo>
                <a:cubicBezTo>
                  <a:pt x="27318" y="135731"/>
                  <a:pt x="29595" y="139255"/>
                  <a:pt x="34243" y="139255"/>
                </a:cubicBezTo>
                <a:lnTo>
                  <a:pt x="89733" y="139255"/>
                </a:lnTo>
                <a:cubicBezTo>
                  <a:pt x="93242" y="139255"/>
                  <a:pt x="96657" y="135826"/>
                  <a:pt x="96657" y="132302"/>
                </a:cubicBezTo>
                <a:lnTo>
                  <a:pt x="96657" y="35052"/>
                </a:lnTo>
                <a:cubicBezTo>
                  <a:pt x="96657" y="30385"/>
                  <a:pt x="93147" y="28099"/>
                  <a:pt x="89733" y="28099"/>
                </a:cubicBezTo>
                <a:close/>
                <a:moveTo>
                  <a:pt x="82808" y="125349"/>
                </a:moveTo>
                <a:lnTo>
                  <a:pt x="41167" y="125349"/>
                </a:lnTo>
                <a:lnTo>
                  <a:pt x="41167" y="42005"/>
                </a:lnTo>
                <a:lnTo>
                  <a:pt x="82808" y="42005"/>
                </a:lnTo>
                <a:lnTo>
                  <a:pt x="82808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7125" y="0"/>
                  <a:pt x="283616" y="0"/>
                </a:cubicBezTo>
                <a:lnTo>
                  <a:pt x="6924" y="0"/>
                </a:lnTo>
                <a:cubicBezTo>
                  <a:pt x="2277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2277" y="167449"/>
                  <a:pt x="6924" y="167449"/>
                </a:cubicBezTo>
                <a:lnTo>
                  <a:pt x="283616" y="167449"/>
                </a:lnTo>
                <a:cubicBezTo>
                  <a:pt x="287031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8577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8672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78968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78968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3" name="Graphic 119">
            <a:extLst>
              <a:ext uri="{FF2B5EF4-FFF2-40B4-BE49-F238E27FC236}">
                <a16:creationId xmlns:a16="http://schemas.microsoft.com/office/drawing/2014/main" id="{A25EF584-A82F-5311-9FEE-DC8A33791EEC}"/>
              </a:ext>
            </a:extLst>
          </p:cNvPr>
          <p:cNvSpPr/>
          <p:nvPr/>
        </p:nvSpPr>
        <p:spPr>
          <a:xfrm>
            <a:off x="5481675" y="1559999"/>
            <a:ext cx="443286" cy="223520"/>
          </a:xfrm>
          <a:custGeom>
            <a:avLst/>
            <a:gdLst>
              <a:gd name="connsiteX0" fmla="*/ 89733 w 332086"/>
              <a:gd name="connsiteY0" fmla="*/ 28099 h 167449"/>
              <a:gd name="connsiteX1" fmla="*/ 34243 w 332086"/>
              <a:gd name="connsiteY1" fmla="*/ 28099 h 167449"/>
              <a:gd name="connsiteX2" fmla="*/ 27318 w 332086"/>
              <a:gd name="connsiteY2" fmla="*/ 35052 h 167449"/>
              <a:gd name="connsiteX3" fmla="*/ 27318 w 332086"/>
              <a:gd name="connsiteY3" fmla="*/ 132302 h 167449"/>
              <a:gd name="connsiteX4" fmla="*/ 34243 w 332086"/>
              <a:gd name="connsiteY4" fmla="*/ 139255 h 167449"/>
              <a:gd name="connsiteX5" fmla="*/ 89733 w 332086"/>
              <a:gd name="connsiteY5" fmla="*/ 139255 h 167449"/>
              <a:gd name="connsiteX6" fmla="*/ 96657 w 332086"/>
              <a:gd name="connsiteY6" fmla="*/ 132302 h 167449"/>
              <a:gd name="connsiteX7" fmla="*/ 96657 w 332086"/>
              <a:gd name="connsiteY7" fmla="*/ 35052 h 167449"/>
              <a:gd name="connsiteX8" fmla="*/ 89733 w 332086"/>
              <a:gd name="connsiteY8" fmla="*/ 28099 h 167449"/>
              <a:gd name="connsiteX9" fmla="*/ 82808 w 332086"/>
              <a:gd name="connsiteY9" fmla="*/ 125349 h 167449"/>
              <a:gd name="connsiteX10" fmla="*/ 41167 w 332086"/>
              <a:gd name="connsiteY10" fmla="*/ 125349 h 167449"/>
              <a:gd name="connsiteX11" fmla="*/ 41167 w 332086"/>
              <a:gd name="connsiteY11" fmla="*/ 42005 h 167449"/>
              <a:gd name="connsiteX12" fmla="*/ 82808 w 332086"/>
              <a:gd name="connsiteY12" fmla="*/ 42005 h 167449"/>
              <a:gd name="connsiteX13" fmla="*/ 82808 w 332086"/>
              <a:gd name="connsiteY13" fmla="*/ 125349 h 167449"/>
              <a:gd name="connsiteX14" fmla="*/ 325162 w 332086"/>
              <a:gd name="connsiteY14" fmla="*/ 41815 h 167449"/>
              <a:gd name="connsiteX15" fmla="*/ 290540 w 332086"/>
              <a:gd name="connsiteY15" fmla="*/ 41815 h 167449"/>
              <a:gd name="connsiteX16" fmla="*/ 290540 w 332086"/>
              <a:gd name="connsiteY16" fmla="*/ 6953 h 167449"/>
              <a:gd name="connsiteX17" fmla="*/ 283616 w 332086"/>
              <a:gd name="connsiteY17" fmla="*/ 0 h 167449"/>
              <a:gd name="connsiteX18" fmla="*/ 6924 w 332086"/>
              <a:gd name="connsiteY18" fmla="*/ 0 h 167449"/>
              <a:gd name="connsiteX19" fmla="*/ 0 w 332086"/>
              <a:gd name="connsiteY19" fmla="*/ 6953 h 167449"/>
              <a:gd name="connsiteX20" fmla="*/ 0 w 332086"/>
              <a:gd name="connsiteY20" fmla="*/ 160496 h 167449"/>
              <a:gd name="connsiteX21" fmla="*/ 6924 w 332086"/>
              <a:gd name="connsiteY21" fmla="*/ 167449 h 167449"/>
              <a:gd name="connsiteX22" fmla="*/ 283616 w 332086"/>
              <a:gd name="connsiteY22" fmla="*/ 167449 h 167449"/>
              <a:gd name="connsiteX23" fmla="*/ 290540 w 332086"/>
              <a:gd name="connsiteY23" fmla="*/ 160496 h 167449"/>
              <a:gd name="connsiteX24" fmla="*/ 290540 w 332086"/>
              <a:gd name="connsiteY24" fmla="*/ 125635 h 167449"/>
              <a:gd name="connsiteX25" fmla="*/ 325162 w 332086"/>
              <a:gd name="connsiteY25" fmla="*/ 125635 h 167449"/>
              <a:gd name="connsiteX26" fmla="*/ 332087 w 332086"/>
              <a:gd name="connsiteY26" fmla="*/ 118681 h 167449"/>
              <a:gd name="connsiteX27" fmla="*/ 332087 w 332086"/>
              <a:gd name="connsiteY27" fmla="*/ 48863 h 167449"/>
              <a:gd name="connsiteX28" fmla="*/ 325162 w 332086"/>
              <a:gd name="connsiteY28" fmla="*/ 41910 h 167449"/>
              <a:gd name="connsiteX29" fmla="*/ 318238 w 332086"/>
              <a:gd name="connsiteY29" fmla="*/ 111538 h 167449"/>
              <a:gd name="connsiteX30" fmla="*/ 283616 w 332086"/>
              <a:gd name="connsiteY30" fmla="*/ 111538 h 167449"/>
              <a:gd name="connsiteX31" fmla="*/ 276691 w 332086"/>
              <a:gd name="connsiteY31" fmla="*/ 118491 h 167449"/>
              <a:gd name="connsiteX32" fmla="*/ 276691 w 332086"/>
              <a:gd name="connsiteY32" fmla="*/ 153352 h 167449"/>
              <a:gd name="connsiteX33" fmla="*/ 13849 w 332086"/>
              <a:gd name="connsiteY33" fmla="*/ 153352 h 167449"/>
              <a:gd name="connsiteX34" fmla="*/ 13849 w 332086"/>
              <a:gd name="connsiteY34" fmla="*/ 13811 h 167449"/>
              <a:gd name="connsiteX35" fmla="*/ 276691 w 332086"/>
              <a:gd name="connsiteY35" fmla="*/ 13811 h 167449"/>
              <a:gd name="connsiteX36" fmla="*/ 276691 w 332086"/>
              <a:gd name="connsiteY36" fmla="*/ 48673 h 167449"/>
              <a:gd name="connsiteX37" fmla="*/ 283616 w 332086"/>
              <a:gd name="connsiteY37" fmla="*/ 55626 h 167449"/>
              <a:gd name="connsiteX38" fmla="*/ 318238 w 332086"/>
              <a:gd name="connsiteY38" fmla="*/ 55626 h 167449"/>
              <a:gd name="connsiteX39" fmla="*/ 318238 w 332086"/>
              <a:gd name="connsiteY39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086" h="167449">
                <a:moveTo>
                  <a:pt x="89733" y="28099"/>
                </a:moveTo>
                <a:lnTo>
                  <a:pt x="34243" y="28099"/>
                </a:lnTo>
                <a:cubicBezTo>
                  <a:pt x="29595" y="28099"/>
                  <a:pt x="27318" y="30385"/>
                  <a:pt x="27318" y="35052"/>
                </a:cubicBezTo>
                <a:lnTo>
                  <a:pt x="27318" y="132302"/>
                </a:lnTo>
                <a:cubicBezTo>
                  <a:pt x="27318" y="135731"/>
                  <a:pt x="29595" y="139255"/>
                  <a:pt x="34243" y="139255"/>
                </a:cubicBezTo>
                <a:lnTo>
                  <a:pt x="89733" y="139255"/>
                </a:lnTo>
                <a:cubicBezTo>
                  <a:pt x="93242" y="139255"/>
                  <a:pt x="96657" y="135826"/>
                  <a:pt x="96657" y="132302"/>
                </a:cubicBezTo>
                <a:lnTo>
                  <a:pt x="96657" y="35052"/>
                </a:lnTo>
                <a:cubicBezTo>
                  <a:pt x="96657" y="30385"/>
                  <a:pt x="93147" y="28099"/>
                  <a:pt x="89733" y="28099"/>
                </a:cubicBezTo>
                <a:close/>
                <a:moveTo>
                  <a:pt x="82808" y="125349"/>
                </a:moveTo>
                <a:lnTo>
                  <a:pt x="41167" y="125349"/>
                </a:lnTo>
                <a:lnTo>
                  <a:pt x="41167" y="42005"/>
                </a:lnTo>
                <a:lnTo>
                  <a:pt x="82808" y="42005"/>
                </a:lnTo>
                <a:lnTo>
                  <a:pt x="82808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7125" y="0"/>
                  <a:pt x="283616" y="0"/>
                </a:cubicBezTo>
                <a:lnTo>
                  <a:pt x="6924" y="0"/>
                </a:lnTo>
                <a:cubicBezTo>
                  <a:pt x="2277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2277" y="167449"/>
                  <a:pt x="6924" y="167449"/>
                </a:cubicBezTo>
                <a:lnTo>
                  <a:pt x="283616" y="167449"/>
                </a:lnTo>
                <a:cubicBezTo>
                  <a:pt x="287031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8577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8672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78968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78968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4" name="Graphic 119">
            <a:extLst>
              <a:ext uri="{FF2B5EF4-FFF2-40B4-BE49-F238E27FC236}">
                <a16:creationId xmlns:a16="http://schemas.microsoft.com/office/drawing/2014/main" id="{FBC0E18E-3FCD-EA9D-7D72-AF21FA204FF4}"/>
              </a:ext>
            </a:extLst>
          </p:cNvPr>
          <p:cNvSpPr/>
          <p:nvPr/>
        </p:nvSpPr>
        <p:spPr>
          <a:xfrm>
            <a:off x="6253200" y="1559999"/>
            <a:ext cx="443286" cy="223520"/>
          </a:xfrm>
          <a:custGeom>
            <a:avLst/>
            <a:gdLst>
              <a:gd name="connsiteX0" fmla="*/ 89733 w 332086"/>
              <a:gd name="connsiteY0" fmla="*/ 28099 h 167449"/>
              <a:gd name="connsiteX1" fmla="*/ 34243 w 332086"/>
              <a:gd name="connsiteY1" fmla="*/ 28099 h 167449"/>
              <a:gd name="connsiteX2" fmla="*/ 27318 w 332086"/>
              <a:gd name="connsiteY2" fmla="*/ 35052 h 167449"/>
              <a:gd name="connsiteX3" fmla="*/ 27318 w 332086"/>
              <a:gd name="connsiteY3" fmla="*/ 132302 h 167449"/>
              <a:gd name="connsiteX4" fmla="*/ 34243 w 332086"/>
              <a:gd name="connsiteY4" fmla="*/ 139255 h 167449"/>
              <a:gd name="connsiteX5" fmla="*/ 89733 w 332086"/>
              <a:gd name="connsiteY5" fmla="*/ 139255 h 167449"/>
              <a:gd name="connsiteX6" fmla="*/ 96657 w 332086"/>
              <a:gd name="connsiteY6" fmla="*/ 132302 h 167449"/>
              <a:gd name="connsiteX7" fmla="*/ 96657 w 332086"/>
              <a:gd name="connsiteY7" fmla="*/ 35052 h 167449"/>
              <a:gd name="connsiteX8" fmla="*/ 89733 w 332086"/>
              <a:gd name="connsiteY8" fmla="*/ 28099 h 167449"/>
              <a:gd name="connsiteX9" fmla="*/ 82808 w 332086"/>
              <a:gd name="connsiteY9" fmla="*/ 125349 h 167449"/>
              <a:gd name="connsiteX10" fmla="*/ 41167 w 332086"/>
              <a:gd name="connsiteY10" fmla="*/ 125349 h 167449"/>
              <a:gd name="connsiteX11" fmla="*/ 41167 w 332086"/>
              <a:gd name="connsiteY11" fmla="*/ 42005 h 167449"/>
              <a:gd name="connsiteX12" fmla="*/ 82808 w 332086"/>
              <a:gd name="connsiteY12" fmla="*/ 42005 h 167449"/>
              <a:gd name="connsiteX13" fmla="*/ 82808 w 332086"/>
              <a:gd name="connsiteY13" fmla="*/ 125349 h 167449"/>
              <a:gd name="connsiteX14" fmla="*/ 325162 w 332086"/>
              <a:gd name="connsiteY14" fmla="*/ 41815 h 167449"/>
              <a:gd name="connsiteX15" fmla="*/ 290540 w 332086"/>
              <a:gd name="connsiteY15" fmla="*/ 41815 h 167449"/>
              <a:gd name="connsiteX16" fmla="*/ 290540 w 332086"/>
              <a:gd name="connsiteY16" fmla="*/ 6953 h 167449"/>
              <a:gd name="connsiteX17" fmla="*/ 283616 w 332086"/>
              <a:gd name="connsiteY17" fmla="*/ 0 h 167449"/>
              <a:gd name="connsiteX18" fmla="*/ 6924 w 332086"/>
              <a:gd name="connsiteY18" fmla="*/ 0 h 167449"/>
              <a:gd name="connsiteX19" fmla="*/ 0 w 332086"/>
              <a:gd name="connsiteY19" fmla="*/ 6953 h 167449"/>
              <a:gd name="connsiteX20" fmla="*/ 0 w 332086"/>
              <a:gd name="connsiteY20" fmla="*/ 160496 h 167449"/>
              <a:gd name="connsiteX21" fmla="*/ 6924 w 332086"/>
              <a:gd name="connsiteY21" fmla="*/ 167449 h 167449"/>
              <a:gd name="connsiteX22" fmla="*/ 283616 w 332086"/>
              <a:gd name="connsiteY22" fmla="*/ 167449 h 167449"/>
              <a:gd name="connsiteX23" fmla="*/ 290540 w 332086"/>
              <a:gd name="connsiteY23" fmla="*/ 160496 h 167449"/>
              <a:gd name="connsiteX24" fmla="*/ 290540 w 332086"/>
              <a:gd name="connsiteY24" fmla="*/ 125635 h 167449"/>
              <a:gd name="connsiteX25" fmla="*/ 325162 w 332086"/>
              <a:gd name="connsiteY25" fmla="*/ 125635 h 167449"/>
              <a:gd name="connsiteX26" fmla="*/ 332087 w 332086"/>
              <a:gd name="connsiteY26" fmla="*/ 118681 h 167449"/>
              <a:gd name="connsiteX27" fmla="*/ 332087 w 332086"/>
              <a:gd name="connsiteY27" fmla="*/ 48863 h 167449"/>
              <a:gd name="connsiteX28" fmla="*/ 325162 w 332086"/>
              <a:gd name="connsiteY28" fmla="*/ 41910 h 167449"/>
              <a:gd name="connsiteX29" fmla="*/ 318238 w 332086"/>
              <a:gd name="connsiteY29" fmla="*/ 111538 h 167449"/>
              <a:gd name="connsiteX30" fmla="*/ 283616 w 332086"/>
              <a:gd name="connsiteY30" fmla="*/ 111538 h 167449"/>
              <a:gd name="connsiteX31" fmla="*/ 276691 w 332086"/>
              <a:gd name="connsiteY31" fmla="*/ 118491 h 167449"/>
              <a:gd name="connsiteX32" fmla="*/ 276691 w 332086"/>
              <a:gd name="connsiteY32" fmla="*/ 153352 h 167449"/>
              <a:gd name="connsiteX33" fmla="*/ 13849 w 332086"/>
              <a:gd name="connsiteY33" fmla="*/ 153352 h 167449"/>
              <a:gd name="connsiteX34" fmla="*/ 13849 w 332086"/>
              <a:gd name="connsiteY34" fmla="*/ 13811 h 167449"/>
              <a:gd name="connsiteX35" fmla="*/ 276691 w 332086"/>
              <a:gd name="connsiteY35" fmla="*/ 13811 h 167449"/>
              <a:gd name="connsiteX36" fmla="*/ 276691 w 332086"/>
              <a:gd name="connsiteY36" fmla="*/ 48673 h 167449"/>
              <a:gd name="connsiteX37" fmla="*/ 283616 w 332086"/>
              <a:gd name="connsiteY37" fmla="*/ 55626 h 167449"/>
              <a:gd name="connsiteX38" fmla="*/ 318238 w 332086"/>
              <a:gd name="connsiteY38" fmla="*/ 55626 h 167449"/>
              <a:gd name="connsiteX39" fmla="*/ 318238 w 332086"/>
              <a:gd name="connsiteY39" fmla="*/ 111442 h 167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086" h="167449">
                <a:moveTo>
                  <a:pt x="89733" y="28099"/>
                </a:moveTo>
                <a:lnTo>
                  <a:pt x="34243" y="28099"/>
                </a:lnTo>
                <a:cubicBezTo>
                  <a:pt x="29595" y="28099"/>
                  <a:pt x="27318" y="30385"/>
                  <a:pt x="27318" y="35052"/>
                </a:cubicBezTo>
                <a:lnTo>
                  <a:pt x="27318" y="132302"/>
                </a:lnTo>
                <a:cubicBezTo>
                  <a:pt x="27318" y="135731"/>
                  <a:pt x="29595" y="139255"/>
                  <a:pt x="34243" y="139255"/>
                </a:cubicBezTo>
                <a:lnTo>
                  <a:pt x="89733" y="139255"/>
                </a:lnTo>
                <a:cubicBezTo>
                  <a:pt x="93242" y="139255"/>
                  <a:pt x="96657" y="135826"/>
                  <a:pt x="96657" y="132302"/>
                </a:cubicBezTo>
                <a:lnTo>
                  <a:pt x="96657" y="35052"/>
                </a:lnTo>
                <a:cubicBezTo>
                  <a:pt x="96657" y="30385"/>
                  <a:pt x="93147" y="28099"/>
                  <a:pt x="89733" y="28099"/>
                </a:cubicBezTo>
                <a:close/>
                <a:moveTo>
                  <a:pt x="82808" y="125349"/>
                </a:moveTo>
                <a:lnTo>
                  <a:pt x="41167" y="125349"/>
                </a:lnTo>
                <a:lnTo>
                  <a:pt x="41167" y="42005"/>
                </a:lnTo>
                <a:lnTo>
                  <a:pt x="82808" y="42005"/>
                </a:lnTo>
                <a:lnTo>
                  <a:pt x="82808" y="125349"/>
                </a:lnTo>
                <a:close/>
                <a:moveTo>
                  <a:pt x="325162" y="41815"/>
                </a:moveTo>
                <a:lnTo>
                  <a:pt x="290540" y="41815"/>
                </a:lnTo>
                <a:lnTo>
                  <a:pt x="290540" y="6953"/>
                </a:lnTo>
                <a:cubicBezTo>
                  <a:pt x="290540" y="2286"/>
                  <a:pt x="287125" y="0"/>
                  <a:pt x="283616" y="0"/>
                </a:cubicBezTo>
                <a:lnTo>
                  <a:pt x="6924" y="0"/>
                </a:lnTo>
                <a:cubicBezTo>
                  <a:pt x="2277" y="0"/>
                  <a:pt x="0" y="2286"/>
                  <a:pt x="0" y="6953"/>
                </a:cubicBezTo>
                <a:lnTo>
                  <a:pt x="0" y="160496"/>
                </a:lnTo>
                <a:cubicBezTo>
                  <a:pt x="0" y="164021"/>
                  <a:pt x="2277" y="167449"/>
                  <a:pt x="6924" y="167449"/>
                </a:cubicBezTo>
                <a:lnTo>
                  <a:pt x="283616" y="167449"/>
                </a:lnTo>
                <a:cubicBezTo>
                  <a:pt x="287031" y="167449"/>
                  <a:pt x="290540" y="163925"/>
                  <a:pt x="290540" y="160496"/>
                </a:cubicBezTo>
                <a:lnTo>
                  <a:pt x="290540" y="125635"/>
                </a:lnTo>
                <a:lnTo>
                  <a:pt x="325162" y="125635"/>
                </a:lnTo>
                <a:cubicBezTo>
                  <a:pt x="328577" y="125635"/>
                  <a:pt x="332087" y="122111"/>
                  <a:pt x="332087" y="118681"/>
                </a:cubicBezTo>
                <a:lnTo>
                  <a:pt x="332087" y="48863"/>
                </a:lnTo>
                <a:cubicBezTo>
                  <a:pt x="332087" y="44196"/>
                  <a:pt x="328672" y="41910"/>
                  <a:pt x="325162" y="41910"/>
                </a:cubicBezTo>
                <a:close/>
                <a:moveTo>
                  <a:pt x="318238" y="111538"/>
                </a:moveTo>
                <a:lnTo>
                  <a:pt x="283616" y="111538"/>
                </a:lnTo>
                <a:cubicBezTo>
                  <a:pt x="278968" y="111538"/>
                  <a:pt x="276691" y="113824"/>
                  <a:pt x="276691" y="118491"/>
                </a:cubicBezTo>
                <a:lnTo>
                  <a:pt x="276691" y="153352"/>
                </a:lnTo>
                <a:lnTo>
                  <a:pt x="13849" y="153352"/>
                </a:lnTo>
                <a:lnTo>
                  <a:pt x="13849" y="13811"/>
                </a:lnTo>
                <a:lnTo>
                  <a:pt x="276691" y="13811"/>
                </a:lnTo>
                <a:lnTo>
                  <a:pt x="276691" y="48673"/>
                </a:lnTo>
                <a:cubicBezTo>
                  <a:pt x="276691" y="52197"/>
                  <a:pt x="278968" y="55626"/>
                  <a:pt x="283616" y="55626"/>
                </a:cubicBezTo>
                <a:lnTo>
                  <a:pt x="318238" y="55626"/>
                </a:lnTo>
                <a:lnTo>
                  <a:pt x="318238" y="111442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7" name="Graphic 125">
            <a:extLst>
              <a:ext uri="{FF2B5EF4-FFF2-40B4-BE49-F238E27FC236}">
                <a16:creationId xmlns:a16="http://schemas.microsoft.com/office/drawing/2014/main" id="{5A0146BF-9BB7-ADBF-722E-71C2404F15A6}"/>
              </a:ext>
            </a:extLst>
          </p:cNvPr>
          <p:cNvSpPr/>
          <p:nvPr/>
        </p:nvSpPr>
        <p:spPr>
          <a:xfrm>
            <a:off x="7132262" y="837651"/>
            <a:ext cx="439380" cy="438834"/>
          </a:xfrm>
          <a:custGeom>
            <a:avLst/>
            <a:gdLst>
              <a:gd name="connsiteX0" fmla="*/ 230663 w 323370"/>
              <a:gd name="connsiteY0" fmla="*/ 110466 h 322968"/>
              <a:gd name="connsiteX1" fmla="*/ 235311 w 323370"/>
              <a:gd name="connsiteY1" fmla="*/ 112847 h 322968"/>
              <a:gd name="connsiteX2" fmla="*/ 239959 w 323370"/>
              <a:gd name="connsiteY2" fmla="*/ 110466 h 322968"/>
              <a:gd name="connsiteX3" fmla="*/ 299528 w 323370"/>
              <a:gd name="connsiteY3" fmla="*/ 50840 h 322968"/>
              <a:gd name="connsiteX4" fmla="*/ 299528 w 323370"/>
              <a:gd name="connsiteY4" fmla="*/ 41505 h 322968"/>
              <a:gd name="connsiteX5" fmla="*/ 259784 w 323370"/>
              <a:gd name="connsiteY5" fmla="*/ 1786 h 322968"/>
              <a:gd name="connsiteX6" fmla="*/ 250393 w 323370"/>
              <a:gd name="connsiteY6" fmla="*/ 1786 h 322968"/>
              <a:gd name="connsiteX7" fmla="*/ 190824 w 323370"/>
              <a:gd name="connsiteY7" fmla="*/ 61412 h 322968"/>
              <a:gd name="connsiteX8" fmla="*/ 190824 w 323370"/>
              <a:gd name="connsiteY8" fmla="*/ 70747 h 322968"/>
              <a:gd name="connsiteX9" fmla="*/ 230568 w 323370"/>
              <a:gd name="connsiteY9" fmla="*/ 110466 h 322968"/>
              <a:gd name="connsiteX10" fmla="*/ 255230 w 323370"/>
              <a:gd name="connsiteY10" fmla="*/ 16931 h 322968"/>
              <a:gd name="connsiteX11" fmla="*/ 284446 w 323370"/>
              <a:gd name="connsiteY11" fmla="*/ 46172 h 322968"/>
              <a:gd name="connsiteX12" fmla="*/ 235406 w 323370"/>
              <a:gd name="connsiteY12" fmla="*/ 95321 h 322968"/>
              <a:gd name="connsiteX13" fmla="*/ 205052 w 323370"/>
              <a:gd name="connsiteY13" fmla="*/ 66080 h 322968"/>
              <a:gd name="connsiteX14" fmla="*/ 255325 w 323370"/>
              <a:gd name="connsiteY14" fmla="*/ 16931 h 322968"/>
              <a:gd name="connsiteX15" fmla="*/ 71876 w 323370"/>
              <a:gd name="connsiteY15" fmla="*/ 190476 h 322968"/>
              <a:gd name="connsiteX16" fmla="*/ 61347 w 323370"/>
              <a:gd name="connsiteY16" fmla="*/ 190476 h 322968"/>
              <a:gd name="connsiteX17" fmla="*/ 1779 w 323370"/>
              <a:gd name="connsiteY17" fmla="*/ 250484 h 322968"/>
              <a:gd name="connsiteX18" fmla="*/ 1779 w 323370"/>
              <a:gd name="connsiteY18" fmla="*/ 259913 h 322968"/>
              <a:gd name="connsiteX19" fmla="*/ 41523 w 323370"/>
              <a:gd name="connsiteY19" fmla="*/ 299918 h 322968"/>
              <a:gd name="connsiteX20" fmla="*/ 47404 w 323370"/>
              <a:gd name="connsiteY20" fmla="*/ 302300 h 322968"/>
              <a:gd name="connsiteX21" fmla="*/ 52052 w 323370"/>
              <a:gd name="connsiteY21" fmla="*/ 299918 h 322968"/>
              <a:gd name="connsiteX22" fmla="*/ 111620 w 323370"/>
              <a:gd name="connsiteY22" fmla="*/ 241054 h 322968"/>
              <a:gd name="connsiteX23" fmla="*/ 111620 w 323370"/>
              <a:gd name="connsiteY23" fmla="*/ 230481 h 322968"/>
              <a:gd name="connsiteX24" fmla="*/ 71876 w 323370"/>
              <a:gd name="connsiteY24" fmla="*/ 190476 h 322968"/>
              <a:gd name="connsiteX25" fmla="*/ 47309 w 323370"/>
              <a:gd name="connsiteY25" fmla="*/ 285821 h 322968"/>
              <a:gd name="connsiteX26" fmla="*/ 16955 w 323370"/>
              <a:gd name="connsiteY26" fmla="*/ 255246 h 322968"/>
              <a:gd name="connsiteX27" fmla="*/ 67228 w 323370"/>
              <a:gd name="connsiteY27" fmla="*/ 205811 h 322968"/>
              <a:gd name="connsiteX28" fmla="*/ 96444 w 323370"/>
              <a:gd name="connsiteY28" fmla="*/ 235244 h 322968"/>
              <a:gd name="connsiteX29" fmla="*/ 47404 w 323370"/>
              <a:gd name="connsiteY29" fmla="*/ 285917 h 322968"/>
              <a:gd name="connsiteX30" fmla="*/ 161609 w 323370"/>
              <a:gd name="connsiteY30" fmla="*/ 196096 h 322968"/>
              <a:gd name="connsiteX31" fmla="*/ 186081 w 323370"/>
              <a:gd name="connsiteY31" fmla="*/ 186666 h 322968"/>
              <a:gd name="connsiteX32" fmla="*/ 190729 w 323370"/>
              <a:gd name="connsiteY32" fmla="*/ 140851 h 322968"/>
              <a:gd name="connsiteX33" fmla="*/ 210649 w 323370"/>
              <a:gd name="connsiteY33" fmla="*/ 121039 h 322968"/>
              <a:gd name="connsiteX34" fmla="*/ 211787 w 323370"/>
              <a:gd name="connsiteY34" fmla="*/ 115133 h 322968"/>
              <a:gd name="connsiteX35" fmla="*/ 210649 w 323370"/>
              <a:gd name="connsiteY35" fmla="*/ 110466 h 322968"/>
              <a:gd name="connsiteX36" fmla="*/ 111241 w 323370"/>
              <a:gd name="connsiteY36" fmla="*/ 110466 h 322968"/>
              <a:gd name="connsiteX37" fmla="*/ 90183 w 323370"/>
              <a:gd name="connsiteY37" fmla="*/ 161044 h 322968"/>
              <a:gd name="connsiteX38" fmla="*/ 111241 w 323370"/>
              <a:gd name="connsiteY38" fmla="*/ 210383 h 322968"/>
              <a:gd name="connsiteX39" fmla="*/ 115889 w 323370"/>
              <a:gd name="connsiteY39" fmla="*/ 212765 h 322968"/>
              <a:gd name="connsiteX40" fmla="*/ 120537 w 323370"/>
              <a:gd name="connsiteY40" fmla="*/ 210383 h 322968"/>
              <a:gd name="connsiteX41" fmla="*/ 141215 w 323370"/>
              <a:gd name="connsiteY41" fmla="*/ 189905 h 322968"/>
              <a:gd name="connsiteX42" fmla="*/ 161514 w 323370"/>
              <a:gd name="connsiteY42" fmla="*/ 196096 h 322968"/>
              <a:gd name="connsiteX43" fmla="*/ 176786 w 323370"/>
              <a:gd name="connsiteY43" fmla="*/ 176093 h 322968"/>
              <a:gd name="connsiteX44" fmla="*/ 152028 w 323370"/>
              <a:gd name="connsiteY44" fmla="*/ 179332 h 322968"/>
              <a:gd name="connsiteX45" fmla="*/ 179916 w 323370"/>
              <a:gd name="connsiteY45" fmla="*/ 151709 h 322968"/>
              <a:gd name="connsiteX46" fmla="*/ 176880 w 323370"/>
              <a:gd name="connsiteY46" fmla="*/ 176093 h 322968"/>
              <a:gd name="connsiteX47" fmla="*/ 115984 w 323370"/>
              <a:gd name="connsiteY47" fmla="*/ 195048 h 322968"/>
              <a:gd name="connsiteX48" fmla="*/ 120632 w 323370"/>
              <a:gd name="connsiteY48" fmla="*/ 121039 h 322968"/>
              <a:gd name="connsiteX49" fmla="*/ 195472 w 323370"/>
              <a:gd name="connsiteY49" fmla="*/ 116372 h 322968"/>
              <a:gd name="connsiteX50" fmla="*/ 178114 w 323370"/>
              <a:gd name="connsiteY50" fmla="*/ 133612 h 322968"/>
              <a:gd name="connsiteX51" fmla="*/ 175552 w 323370"/>
              <a:gd name="connsiteY51" fmla="*/ 135041 h 322968"/>
              <a:gd name="connsiteX52" fmla="*/ 174509 w 323370"/>
              <a:gd name="connsiteY52" fmla="*/ 137231 h 322968"/>
              <a:gd name="connsiteX53" fmla="*/ 136947 w 323370"/>
              <a:gd name="connsiteY53" fmla="*/ 174474 h 322968"/>
              <a:gd name="connsiteX54" fmla="*/ 135998 w 323370"/>
              <a:gd name="connsiteY54" fmla="*/ 175046 h 322968"/>
              <a:gd name="connsiteX55" fmla="*/ 135713 w 323370"/>
              <a:gd name="connsiteY55" fmla="*/ 175712 h 322968"/>
              <a:gd name="connsiteX56" fmla="*/ 115984 w 323370"/>
              <a:gd name="connsiteY56" fmla="*/ 195239 h 322968"/>
              <a:gd name="connsiteX57" fmla="*/ 206001 w 323370"/>
              <a:gd name="connsiteY57" fmla="*/ 207145 h 322968"/>
              <a:gd name="connsiteX58" fmla="*/ 223549 w 323370"/>
              <a:gd name="connsiteY58" fmla="*/ 151900 h 322968"/>
              <a:gd name="connsiteX59" fmla="*/ 229430 w 323370"/>
              <a:gd name="connsiteY59" fmla="*/ 144851 h 322968"/>
              <a:gd name="connsiteX60" fmla="*/ 237588 w 323370"/>
              <a:gd name="connsiteY60" fmla="*/ 150757 h 322968"/>
              <a:gd name="connsiteX61" fmla="*/ 216530 w 323370"/>
              <a:gd name="connsiteY61" fmla="*/ 216575 h 322968"/>
              <a:gd name="connsiteX62" fmla="*/ 161514 w 323370"/>
              <a:gd name="connsiteY62" fmla="*/ 238863 h 322968"/>
              <a:gd name="connsiteX63" fmla="*/ 150985 w 323370"/>
              <a:gd name="connsiteY63" fmla="*/ 238863 h 322968"/>
              <a:gd name="connsiteX64" fmla="*/ 143966 w 323370"/>
              <a:gd name="connsiteY64" fmla="*/ 230672 h 322968"/>
              <a:gd name="connsiteX65" fmla="*/ 152123 w 323370"/>
              <a:gd name="connsiteY65" fmla="*/ 224766 h 322968"/>
              <a:gd name="connsiteX66" fmla="*/ 206001 w 323370"/>
              <a:gd name="connsiteY66" fmla="*/ 207145 h 322968"/>
              <a:gd name="connsiteX67" fmla="*/ 141594 w 323370"/>
              <a:gd name="connsiteY67" fmla="*/ 272677 h 322968"/>
              <a:gd name="connsiteX68" fmla="*/ 149752 w 323370"/>
              <a:gd name="connsiteY68" fmla="*/ 266771 h 322968"/>
              <a:gd name="connsiteX69" fmla="*/ 236449 w 323370"/>
              <a:gd name="connsiteY69" fmla="*/ 236291 h 322968"/>
              <a:gd name="connsiteX70" fmla="*/ 265759 w 323370"/>
              <a:gd name="connsiteY70" fmla="*/ 149519 h 322968"/>
              <a:gd name="connsiteX71" fmla="*/ 272779 w 323370"/>
              <a:gd name="connsiteY71" fmla="*/ 142470 h 322968"/>
              <a:gd name="connsiteX72" fmla="*/ 279798 w 323370"/>
              <a:gd name="connsiteY72" fmla="*/ 148376 h 322968"/>
              <a:gd name="connsiteX73" fmla="*/ 245840 w 323370"/>
              <a:gd name="connsiteY73" fmla="*/ 246959 h 322968"/>
              <a:gd name="connsiteX74" fmla="*/ 161419 w 323370"/>
              <a:gd name="connsiteY74" fmla="*/ 280964 h 322968"/>
              <a:gd name="connsiteX75" fmla="*/ 148519 w 323370"/>
              <a:gd name="connsiteY75" fmla="*/ 280964 h 322968"/>
              <a:gd name="connsiteX76" fmla="*/ 141500 w 323370"/>
              <a:gd name="connsiteY76" fmla="*/ 272772 h 322968"/>
              <a:gd name="connsiteX77" fmla="*/ 276478 w 323370"/>
              <a:gd name="connsiteY77" fmla="*/ 276011 h 322968"/>
              <a:gd name="connsiteX78" fmla="*/ 161704 w 323370"/>
              <a:gd name="connsiteY78" fmla="*/ 322969 h 322968"/>
              <a:gd name="connsiteX79" fmla="*/ 134765 w 323370"/>
              <a:gd name="connsiteY79" fmla="*/ 320588 h 322968"/>
              <a:gd name="connsiteX80" fmla="*/ 128884 w 323370"/>
              <a:gd name="connsiteY80" fmla="*/ 313539 h 322968"/>
              <a:gd name="connsiteX81" fmla="*/ 137041 w 323370"/>
              <a:gd name="connsiteY81" fmla="*/ 307634 h 322968"/>
              <a:gd name="connsiteX82" fmla="*/ 265854 w 323370"/>
              <a:gd name="connsiteY82" fmla="*/ 265438 h 322968"/>
              <a:gd name="connsiteX83" fmla="*/ 306831 w 323370"/>
              <a:gd name="connsiteY83" fmla="*/ 135231 h 322968"/>
              <a:gd name="connsiteX84" fmla="*/ 312712 w 323370"/>
              <a:gd name="connsiteY84" fmla="*/ 127040 h 322968"/>
              <a:gd name="connsiteX85" fmla="*/ 320870 w 323370"/>
              <a:gd name="connsiteY85" fmla="*/ 132945 h 322968"/>
              <a:gd name="connsiteX86" fmla="*/ 276383 w 323370"/>
              <a:gd name="connsiteY86" fmla="*/ 276106 h 322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323370" h="322968">
                <a:moveTo>
                  <a:pt x="230663" y="110466"/>
                </a:moveTo>
                <a:cubicBezTo>
                  <a:pt x="231801" y="111609"/>
                  <a:pt x="233034" y="112847"/>
                  <a:pt x="235311" y="112847"/>
                </a:cubicBezTo>
                <a:cubicBezTo>
                  <a:pt x="236449" y="112847"/>
                  <a:pt x="238821" y="111704"/>
                  <a:pt x="239959" y="110466"/>
                </a:cubicBezTo>
                <a:lnTo>
                  <a:pt x="299528" y="50840"/>
                </a:lnTo>
                <a:cubicBezTo>
                  <a:pt x="301899" y="48458"/>
                  <a:pt x="301899" y="43791"/>
                  <a:pt x="299528" y="41505"/>
                </a:cubicBezTo>
                <a:lnTo>
                  <a:pt x="259784" y="1786"/>
                </a:lnTo>
                <a:cubicBezTo>
                  <a:pt x="257412" y="-595"/>
                  <a:pt x="252764" y="-595"/>
                  <a:pt x="250393" y="1786"/>
                </a:cubicBezTo>
                <a:lnTo>
                  <a:pt x="190824" y="61412"/>
                </a:lnTo>
                <a:cubicBezTo>
                  <a:pt x="187314" y="63794"/>
                  <a:pt x="187314" y="68461"/>
                  <a:pt x="190824" y="70747"/>
                </a:cubicBezTo>
                <a:lnTo>
                  <a:pt x="230568" y="110466"/>
                </a:lnTo>
                <a:close/>
                <a:moveTo>
                  <a:pt x="255230" y="16931"/>
                </a:moveTo>
                <a:lnTo>
                  <a:pt x="284446" y="46172"/>
                </a:lnTo>
                <a:lnTo>
                  <a:pt x="235406" y="95321"/>
                </a:lnTo>
                <a:lnTo>
                  <a:pt x="205052" y="66080"/>
                </a:lnTo>
                <a:lnTo>
                  <a:pt x="255325" y="16931"/>
                </a:lnTo>
                <a:close/>
                <a:moveTo>
                  <a:pt x="71876" y="190476"/>
                </a:moveTo>
                <a:cubicBezTo>
                  <a:pt x="69505" y="188095"/>
                  <a:pt x="64857" y="188095"/>
                  <a:pt x="61347" y="190476"/>
                </a:cubicBezTo>
                <a:lnTo>
                  <a:pt x="1779" y="250484"/>
                </a:lnTo>
                <a:cubicBezTo>
                  <a:pt x="-593" y="252865"/>
                  <a:pt x="-593" y="257532"/>
                  <a:pt x="1779" y="259913"/>
                </a:cubicBezTo>
                <a:lnTo>
                  <a:pt x="41523" y="299918"/>
                </a:lnTo>
                <a:cubicBezTo>
                  <a:pt x="43894" y="302300"/>
                  <a:pt x="45032" y="302300"/>
                  <a:pt x="47404" y="302300"/>
                </a:cubicBezTo>
                <a:cubicBezTo>
                  <a:pt x="48542" y="302300"/>
                  <a:pt x="50913" y="302300"/>
                  <a:pt x="52052" y="299918"/>
                </a:cubicBezTo>
                <a:lnTo>
                  <a:pt x="111620" y="241054"/>
                </a:lnTo>
                <a:cubicBezTo>
                  <a:pt x="113992" y="237530"/>
                  <a:pt x="113992" y="232767"/>
                  <a:pt x="111620" y="230481"/>
                </a:cubicBezTo>
                <a:lnTo>
                  <a:pt x="71876" y="190476"/>
                </a:lnTo>
                <a:close/>
                <a:moveTo>
                  <a:pt x="47309" y="285821"/>
                </a:moveTo>
                <a:lnTo>
                  <a:pt x="16955" y="255246"/>
                </a:lnTo>
                <a:lnTo>
                  <a:pt x="67228" y="205811"/>
                </a:lnTo>
                <a:lnTo>
                  <a:pt x="96444" y="235244"/>
                </a:lnTo>
                <a:lnTo>
                  <a:pt x="47404" y="285917"/>
                </a:lnTo>
                <a:close/>
                <a:moveTo>
                  <a:pt x="161609" y="196096"/>
                </a:moveTo>
                <a:cubicBezTo>
                  <a:pt x="170905" y="196096"/>
                  <a:pt x="180200" y="192572"/>
                  <a:pt x="186081" y="186666"/>
                </a:cubicBezTo>
                <a:cubicBezTo>
                  <a:pt x="198223" y="174379"/>
                  <a:pt x="199835" y="154948"/>
                  <a:pt x="190729" y="140851"/>
                </a:cubicBezTo>
                <a:cubicBezTo>
                  <a:pt x="196895" y="134755"/>
                  <a:pt x="203440" y="128278"/>
                  <a:pt x="210649" y="121039"/>
                </a:cubicBezTo>
                <a:cubicBezTo>
                  <a:pt x="211787" y="119896"/>
                  <a:pt x="211787" y="117515"/>
                  <a:pt x="211787" y="115133"/>
                </a:cubicBezTo>
                <a:cubicBezTo>
                  <a:pt x="211787" y="113990"/>
                  <a:pt x="211787" y="111609"/>
                  <a:pt x="210649" y="110466"/>
                </a:cubicBezTo>
                <a:cubicBezTo>
                  <a:pt x="182572" y="83415"/>
                  <a:pt x="138085" y="83415"/>
                  <a:pt x="111241" y="110466"/>
                </a:cubicBezTo>
                <a:cubicBezTo>
                  <a:pt x="97202" y="124563"/>
                  <a:pt x="90183" y="142184"/>
                  <a:pt x="90183" y="161044"/>
                </a:cubicBezTo>
                <a:cubicBezTo>
                  <a:pt x="90183" y="179903"/>
                  <a:pt x="97202" y="197525"/>
                  <a:pt x="111241" y="210383"/>
                </a:cubicBezTo>
                <a:cubicBezTo>
                  <a:pt x="112379" y="211526"/>
                  <a:pt x="114751" y="212765"/>
                  <a:pt x="115889" y="212765"/>
                </a:cubicBezTo>
                <a:cubicBezTo>
                  <a:pt x="118260" y="212765"/>
                  <a:pt x="119398" y="211622"/>
                  <a:pt x="120537" y="210383"/>
                </a:cubicBezTo>
                <a:cubicBezTo>
                  <a:pt x="120537" y="210383"/>
                  <a:pt x="120632" y="210288"/>
                  <a:pt x="141215" y="189905"/>
                </a:cubicBezTo>
                <a:cubicBezTo>
                  <a:pt x="147286" y="194000"/>
                  <a:pt x="154400" y="196096"/>
                  <a:pt x="161514" y="196096"/>
                </a:cubicBezTo>
                <a:close/>
                <a:moveTo>
                  <a:pt x="176786" y="176093"/>
                </a:moveTo>
                <a:cubicBezTo>
                  <a:pt x="170241" y="182666"/>
                  <a:pt x="159996" y="183904"/>
                  <a:pt x="152028" y="179332"/>
                </a:cubicBezTo>
                <a:cubicBezTo>
                  <a:pt x="159427" y="171998"/>
                  <a:pt x="168533" y="162949"/>
                  <a:pt x="179916" y="151709"/>
                </a:cubicBezTo>
                <a:cubicBezTo>
                  <a:pt x="183805" y="159710"/>
                  <a:pt x="183236" y="169712"/>
                  <a:pt x="176880" y="176093"/>
                </a:cubicBezTo>
                <a:close/>
                <a:moveTo>
                  <a:pt x="115984" y="195048"/>
                </a:moveTo>
                <a:cubicBezTo>
                  <a:pt x="99574" y="172760"/>
                  <a:pt x="100807" y="140946"/>
                  <a:pt x="120632" y="121039"/>
                </a:cubicBezTo>
                <a:cubicBezTo>
                  <a:pt x="141689" y="99893"/>
                  <a:pt x="173276" y="98750"/>
                  <a:pt x="195472" y="116372"/>
                </a:cubicBezTo>
                <a:cubicBezTo>
                  <a:pt x="195472" y="116372"/>
                  <a:pt x="195377" y="116467"/>
                  <a:pt x="178114" y="133612"/>
                </a:cubicBezTo>
                <a:cubicBezTo>
                  <a:pt x="177165" y="133898"/>
                  <a:pt x="176311" y="134279"/>
                  <a:pt x="175552" y="135041"/>
                </a:cubicBezTo>
                <a:cubicBezTo>
                  <a:pt x="175078" y="135803"/>
                  <a:pt x="174794" y="136469"/>
                  <a:pt x="174509" y="137231"/>
                </a:cubicBezTo>
                <a:cubicBezTo>
                  <a:pt x="165972" y="145709"/>
                  <a:pt x="153831" y="157710"/>
                  <a:pt x="136947" y="174474"/>
                </a:cubicBezTo>
                <a:cubicBezTo>
                  <a:pt x="136662" y="174665"/>
                  <a:pt x="136283" y="174760"/>
                  <a:pt x="135998" y="175046"/>
                </a:cubicBezTo>
                <a:cubicBezTo>
                  <a:pt x="135808" y="175236"/>
                  <a:pt x="135808" y="175522"/>
                  <a:pt x="135713" y="175712"/>
                </a:cubicBezTo>
                <a:cubicBezTo>
                  <a:pt x="129738" y="181713"/>
                  <a:pt x="123287" y="188000"/>
                  <a:pt x="115984" y="195239"/>
                </a:cubicBezTo>
                <a:close/>
                <a:moveTo>
                  <a:pt x="206001" y="207145"/>
                </a:moveTo>
                <a:cubicBezTo>
                  <a:pt x="220039" y="193048"/>
                  <a:pt x="227059" y="171902"/>
                  <a:pt x="223549" y="151900"/>
                </a:cubicBezTo>
                <a:cubicBezTo>
                  <a:pt x="223549" y="148376"/>
                  <a:pt x="225920" y="144851"/>
                  <a:pt x="229430" y="144851"/>
                </a:cubicBezTo>
                <a:cubicBezTo>
                  <a:pt x="234078" y="143708"/>
                  <a:pt x="237588" y="145994"/>
                  <a:pt x="237588" y="150757"/>
                </a:cubicBezTo>
                <a:cubicBezTo>
                  <a:pt x="241097" y="174284"/>
                  <a:pt x="232940" y="198953"/>
                  <a:pt x="216530" y="216575"/>
                </a:cubicBezTo>
                <a:cubicBezTo>
                  <a:pt x="201353" y="231815"/>
                  <a:pt x="182572" y="238863"/>
                  <a:pt x="161514" y="238863"/>
                </a:cubicBezTo>
                <a:lnTo>
                  <a:pt x="150985" y="238863"/>
                </a:lnTo>
                <a:cubicBezTo>
                  <a:pt x="146337" y="237720"/>
                  <a:pt x="143966" y="234196"/>
                  <a:pt x="143966" y="230672"/>
                </a:cubicBezTo>
                <a:cubicBezTo>
                  <a:pt x="145104" y="227147"/>
                  <a:pt x="148614" y="223623"/>
                  <a:pt x="152123" y="224766"/>
                </a:cubicBezTo>
                <a:cubicBezTo>
                  <a:pt x="172043" y="227147"/>
                  <a:pt x="191962" y="221242"/>
                  <a:pt x="206001" y="207145"/>
                </a:cubicBezTo>
                <a:close/>
                <a:moveTo>
                  <a:pt x="141594" y="272677"/>
                </a:moveTo>
                <a:cubicBezTo>
                  <a:pt x="142733" y="269153"/>
                  <a:pt x="146242" y="265628"/>
                  <a:pt x="149752" y="266771"/>
                </a:cubicBezTo>
                <a:cubicBezTo>
                  <a:pt x="181433" y="270296"/>
                  <a:pt x="213020" y="258580"/>
                  <a:pt x="236449" y="236291"/>
                </a:cubicBezTo>
                <a:cubicBezTo>
                  <a:pt x="258740" y="214003"/>
                  <a:pt x="269269" y="182285"/>
                  <a:pt x="265759" y="149519"/>
                </a:cubicBezTo>
                <a:cubicBezTo>
                  <a:pt x="265759" y="145994"/>
                  <a:pt x="268131" y="142470"/>
                  <a:pt x="272779" y="142470"/>
                </a:cubicBezTo>
                <a:cubicBezTo>
                  <a:pt x="276288" y="141327"/>
                  <a:pt x="279798" y="144851"/>
                  <a:pt x="279798" y="148376"/>
                </a:cubicBezTo>
                <a:cubicBezTo>
                  <a:pt x="284446" y="184761"/>
                  <a:pt x="271640" y="219908"/>
                  <a:pt x="245840" y="246959"/>
                </a:cubicBezTo>
                <a:cubicBezTo>
                  <a:pt x="223549" y="269248"/>
                  <a:pt x="193101" y="280964"/>
                  <a:pt x="161419" y="280964"/>
                </a:cubicBezTo>
                <a:lnTo>
                  <a:pt x="148519" y="280964"/>
                </a:lnTo>
                <a:cubicBezTo>
                  <a:pt x="143871" y="279821"/>
                  <a:pt x="141500" y="276296"/>
                  <a:pt x="141500" y="272772"/>
                </a:cubicBezTo>
                <a:close/>
                <a:moveTo>
                  <a:pt x="276478" y="276011"/>
                </a:moveTo>
                <a:cubicBezTo>
                  <a:pt x="244891" y="306491"/>
                  <a:pt x="203914" y="322969"/>
                  <a:pt x="161704" y="322969"/>
                </a:cubicBezTo>
                <a:cubicBezTo>
                  <a:pt x="152313" y="322969"/>
                  <a:pt x="144156" y="322969"/>
                  <a:pt x="134765" y="320588"/>
                </a:cubicBezTo>
                <a:cubicBezTo>
                  <a:pt x="131255" y="320588"/>
                  <a:pt x="128884" y="317063"/>
                  <a:pt x="128884" y="313539"/>
                </a:cubicBezTo>
                <a:cubicBezTo>
                  <a:pt x="130022" y="308872"/>
                  <a:pt x="133532" y="306491"/>
                  <a:pt x="137041" y="307634"/>
                </a:cubicBezTo>
                <a:cubicBezTo>
                  <a:pt x="183900" y="314682"/>
                  <a:pt x="231896" y="299442"/>
                  <a:pt x="265854" y="265438"/>
                </a:cubicBezTo>
                <a:cubicBezTo>
                  <a:pt x="299812" y="231434"/>
                  <a:pt x="315084" y="183332"/>
                  <a:pt x="306831" y="135231"/>
                </a:cubicBezTo>
                <a:cubicBezTo>
                  <a:pt x="305693" y="131707"/>
                  <a:pt x="309203" y="128183"/>
                  <a:pt x="312712" y="127040"/>
                </a:cubicBezTo>
                <a:cubicBezTo>
                  <a:pt x="316222" y="127040"/>
                  <a:pt x="319732" y="129421"/>
                  <a:pt x="320870" y="132945"/>
                </a:cubicBezTo>
                <a:cubicBezTo>
                  <a:pt x="330261" y="185714"/>
                  <a:pt x="312712" y="238482"/>
                  <a:pt x="276383" y="27610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8" name="Graphic 125">
            <a:extLst>
              <a:ext uri="{FF2B5EF4-FFF2-40B4-BE49-F238E27FC236}">
                <a16:creationId xmlns:a16="http://schemas.microsoft.com/office/drawing/2014/main" id="{BC72F0C6-9BBE-EA6F-C2C6-A2C81604BA3C}"/>
              </a:ext>
            </a:extLst>
          </p:cNvPr>
          <p:cNvSpPr/>
          <p:nvPr/>
        </p:nvSpPr>
        <p:spPr>
          <a:xfrm>
            <a:off x="7900612" y="837651"/>
            <a:ext cx="439380" cy="438834"/>
          </a:xfrm>
          <a:custGeom>
            <a:avLst/>
            <a:gdLst>
              <a:gd name="connsiteX0" fmla="*/ 230663 w 323370"/>
              <a:gd name="connsiteY0" fmla="*/ 110466 h 322968"/>
              <a:gd name="connsiteX1" fmla="*/ 235311 w 323370"/>
              <a:gd name="connsiteY1" fmla="*/ 112847 h 322968"/>
              <a:gd name="connsiteX2" fmla="*/ 239959 w 323370"/>
              <a:gd name="connsiteY2" fmla="*/ 110466 h 322968"/>
              <a:gd name="connsiteX3" fmla="*/ 299528 w 323370"/>
              <a:gd name="connsiteY3" fmla="*/ 50840 h 322968"/>
              <a:gd name="connsiteX4" fmla="*/ 299528 w 323370"/>
              <a:gd name="connsiteY4" fmla="*/ 41505 h 322968"/>
              <a:gd name="connsiteX5" fmla="*/ 259784 w 323370"/>
              <a:gd name="connsiteY5" fmla="*/ 1786 h 322968"/>
              <a:gd name="connsiteX6" fmla="*/ 250393 w 323370"/>
              <a:gd name="connsiteY6" fmla="*/ 1786 h 322968"/>
              <a:gd name="connsiteX7" fmla="*/ 190824 w 323370"/>
              <a:gd name="connsiteY7" fmla="*/ 61412 h 322968"/>
              <a:gd name="connsiteX8" fmla="*/ 190824 w 323370"/>
              <a:gd name="connsiteY8" fmla="*/ 70747 h 322968"/>
              <a:gd name="connsiteX9" fmla="*/ 230568 w 323370"/>
              <a:gd name="connsiteY9" fmla="*/ 110466 h 322968"/>
              <a:gd name="connsiteX10" fmla="*/ 255230 w 323370"/>
              <a:gd name="connsiteY10" fmla="*/ 16931 h 322968"/>
              <a:gd name="connsiteX11" fmla="*/ 284446 w 323370"/>
              <a:gd name="connsiteY11" fmla="*/ 46172 h 322968"/>
              <a:gd name="connsiteX12" fmla="*/ 235406 w 323370"/>
              <a:gd name="connsiteY12" fmla="*/ 95321 h 322968"/>
              <a:gd name="connsiteX13" fmla="*/ 205052 w 323370"/>
              <a:gd name="connsiteY13" fmla="*/ 66080 h 322968"/>
              <a:gd name="connsiteX14" fmla="*/ 255325 w 323370"/>
              <a:gd name="connsiteY14" fmla="*/ 16931 h 322968"/>
              <a:gd name="connsiteX15" fmla="*/ 71876 w 323370"/>
              <a:gd name="connsiteY15" fmla="*/ 190476 h 322968"/>
              <a:gd name="connsiteX16" fmla="*/ 61347 w 323370"/>
              <a:gd name="connsiteY16" fmla="*/ 190476 h 322968"/>
              <a:gd name="connsiteX17" fmla="*/ 1779 w 323370"/>
              <a:gd name="connsiteY17" fmla="*/ 250484 h 322968"/>
              <a:gd name="connsiteX18" fmla="*/ 1779 w 323370"/>
              <a:gd name="connsiteY18" fmla="*/ 259913 h 322968"/>
              <a:gd name="connsiteX19" fmla="*/ 41523 w 323370"/>
              <a:gd name="connsiteY19" fmla="*/ 299918 h 322968"/>
              <a:gd name="connsiteX20" fmla="*/ 47404 w 323370"/>
              <a:gd name="connsiteY20" fmla="*/ 302300 h 322968"/>
              <a:gd name="connsiteX21" fmla="*/ 52052 w 323370"/>
              <a:gd name="connsiteY21" fmla="*/ 299918 h 322968"/>
              <a:gd name="connsiteX22" fmla="*/ 111620 w 323370"/>
              <a:gd name="connsiteY22" fmla="*/ 241054 h 322968"/>
              <a:gd name="connsiteX23" fmla="*/ 111620 w 323370"/>
              <a:gd name="connsiteY23" fmla="*/ 230481 h 322968"/>
              <a:gd name="connsiteX24" fmla="*/ 71876 w 323370"/>
              <a:gd name="connsiteY24" fmla="*/ 190476 h 322968"/>
              <a:gd name="connsiteX25" fmla="*/ 47309 w 323370"/>
              <a:gd name="connsiteY25" fmla="*/ 285821 h 322968"/>
              <a:gd name="connsiteX26" fmla="*/ 16955 w 323370"/>
              <a:gd name="connsiteY26" fmla="*/ 255246 h 322968"/>
              <a:gd name="connsiteX27" fmla="*/ 67228 w 323370"/>
              <a:gd name="connsiteY27" fmla="*/ 205811 h 322968"/>
              <a:gd name="connsiteX28" fmla="*/ 96444 w 323370"/>
              <a:gd name="connsiteY28" fmla="*/ 235244 h 322968"/>
              <a:gd name="connsiteX29" fmla="*/ 47404 w 323370"/>
              <a:gd name="connsiteY29" fmla="*/ 285917 h 322968"/>
              <a:gd name="connsiteX30" fmla="*/ 161609 w 323370"/>
              <a:gd name="connsiteY30" fmla="*/ 196096 h 322968"/>
              <a:gd name="connsiteX31" fmla="*/ 186081 w 323370"/>
              <a:gd name="connsiteY31" fmla="*/ 186666 h 322968"/>
              <a:gd name="connsiteX32" fmla="*/ 190729 w 323370"/>
              <a:gd name="connsiteY32" fmla="*/ 140851 h 322968"/>
              <a:gd name="connsiteX33" fmla="*/ 210649 w 323370"/>
              <a:gd name="connsiteY33" fmla="*/ 121039 h 322968"/>
              <a:gd name="connsiteX34" fmla="*/ 211787 w 323370"/>
              <a:gd name="connsiteY34" fmla="*/ 115133 h 322968"/>
              <a:gd name="connsiteX35" fmla="*/ 210649 w 323370"/>
              <a:gd name="connsiteY35" fmla="*/ 110466 h 322968"/>
              <a:gd name="connsiteX36" fmla="*/ 111241 w 323370"/>
              <a:gd name="connsiteY36" fmla="*/ 110466 h 322968"/>
              <a:gd name="connsiteX37" fmla="*/ 90183 w 323370"/>
              <a:gd name="connsiteY37" fmla="*/ 161044 h 322968"/>
              <a:gd name="connsiteX38" fmla="*/ 111241 w 323370"/>
              <a:gd name="connsiteY38" fmla="*/ 210383 h 322968"/>
              <a:gd name="connsiteX39" fmla="*/ 115889 w 323370"/>
              <a:gd name="connsiteY39" fmla="*/ 212765 h 322968"/>
              <a:gd name="connsiteX40" fmla="*/ 120537 w 323370"/>
              <a:gd name="connsiteY40" fmla="*/ 210383 h 322968"/>
              <a:gd name="connsiteX41" fmla="*/ 141215 w 323370"/>
              <a:gd name="connsiteY41" fmla="*/ 189905 h 322968"/>
              <a:gd name="connsiteX42" fmla="*/ 161514 w 323370"/>
              <a:gd name="connsiteY42" fmla="*/ 196096 h 322968"/>
              <a:gd name="connsiteX43" fmla="*/ 176786 w 323370"/>
              <a:gd name="connsiteY43" fmla="*/ 176093 h 322968"/>
              <a:gd name="connsiteX44" fmla="*/ 152028 w 323370"/>
              <a:gd name="connsiteY44" fmla="*/ 179332 h 322968"/>
              <a:gd name="connsiteX45" fmla="*/ 179916 w 323370"/>
              <a:gd name="connsiteY45" fmla="*/ 151709 h 322968"/>
              <a:gd name="connsiteX46" fmla="*/ 176880 w 323370"/>
              <a:gd name="connsiteY46" fmla="*/ 176093 h 322968"/>
              <a:gd name="connsiteX47" fmla="*/ 115984 w 323370"/>
              <a:gd name="connsiteY47" fmla="*/ 195048 h 322968"/>
              <a:gd name="connsiteX48" fmla="*/ 120632 w 323370"/>
              <a:gd name="connsiteY48" fmla="*/ 121039 h 322968"/>
              <a:gd name="connsiteX49" fmla="*/ 195472 w 323370"/>
              <a:gd name="connsiteY49" fmla="*/ 116372 h 322968"/>
              <a:gd name="connsiteX50" fmla="*/ 178114 w 323370"/>
              <a:gd name="connsiteY50" fmla="*/ 133612 h 322968"/>
              <a:gd name="connsiteX51" fmla="*/ 175552 w 323370"/>
              <a:gd name="connsiteY51" fmla="*/ 135041 h 322968"/>
              <a:gd name="connsiteX52" fmla="*/ 174509 w 323370"/>
              <a:gd name="connsiteY52" fmla="*/ 137231 h 322968"/>
              <a:gd name="connsiteX53" fmla="*/ 136947 w 323370"/>
              <a:gd name="connsiteY53" fmla="*/ 174474 h 322968"/>
              <a:gd name="connsiteX54" fmla="*/ 135998 w 323370"/>
              <a:gd name="connsiteY54" fmla="*/ 175046 h 322968"/>
              <a:gd name="connsiteX55" fmla="*/ 135713 w 323370"/>
              <a:gd name="connsiteY55" fmla="*/ 175712 h 322968"/>
              <a:gd name="connsiteX56" fmla="*/ 115984 w 323370"/>
              <a:gd name="connsiteY56" fmla="*/ 195239 h 322968"/>
              <a:gd name="connsiteX57" fmla="*/ 206001 w 323370"/>
              <a:gd name="connsiteY57" fmla="*/ 207145 h 322968"/>
              <a:gd name="connsiteX58" fmla="*/ 223549 w 323370"/>
              <a:gd name="connsiteY58" fmla="*/ 151900 h 322968"/>
              <a:gd name="connsiteX59" fmla="*/ 229430 w 323370"/>
              <a:gd name="connsiteY59" fmla="*/ 144851 h 322968"/>
              <a:gd name="connsiteX60" fmla="*/ 237588 w 323370"/>
              <a:gd name="connsiteY60" fmla="*/ 150757 h 322968"/>
              <a:gd name="connsiteX61" fmla="*/ 216530 w 323370"/>
              <a:gd name="connsiteY61" fmla="*/ 216575 h 322968"/>
              <a:gd name="connsiteX62" fmla="*/ 161514 w 323370"/>
              <a:gd name="connsiteY62" fmla="*/ 238863 h 322968"/>
              <a:gd name="connsiteX63" fmla="*/ 150985 w 323370"/>
              <a:gd name="connsiteY63" fmla="*/ 238863 h 322968"/>
              <a:gd name="connsiteX64" fmla="*/ 143966 w 323370"/>
              <a:gd name="connsiteY64" fmla="*/ 230672 h 322968"/>
              <a:gd name="connsiteX65" fmla="*/ 152123 w 323370"/>
              <a:gd name="connsiteY65" fmla="*/ 224766 h 322968"/>
              <a:gd name="connsiteX66" fmla="*/ 206001 w 323370"/>
              <a:gd name="connsiteY66" fmla="*/ 207145 h 322968"/>
              <a:gd name="connsiteX67" fmla="*/ 141594 w 323370"/>
              <a:gd name="connsiteY67" fmla="*/ 272677 h 322968"/>
              <a:gd name="connsiteX68" fmla="*/ 149752 w 323370"/>
              <a:gd name="connsiteY68" fmla="*/ 266771 h 322968"/>
              <a:gd name="connsiteX69" fmla="*/ 236449 w 323370"/>
              <a:gd name="connsiteY69" fmla="*/ 236291 h 322968"/>
              <a:gd name="connsiteX70" fmla="*/ 265759 w 323370"/>
              <a:gd name="connsiteY70" fmla="*/ 149519 h 322968"/>
              <a:gd name="connsiteX71" fmla="*/ 272779 w 323370"/>
              <a:gd name="connsiteY71" fmla="*/ 142470 h 322968"/>
              <a:gd name="connsiteX72" fmla="*/ 279798 w 323370"/>
              <a:gd name="connsiteY72" fmla="*/ 148376 h 322968"/>
              <a:gd name="connsiteX73" fmla="*/ 245840 w 323370"/>
              <a:gd name="connsiteY73" fmla="*/ 246959 h 322968"/>
              <a:gd name="connsiteX74" fmla="*/ 161419 w 323370"/>
              <a:gd name="connsiteY74" fmla="*/ 280964 h 322968"/>
              <a:gd name="connsiteX75" fmla="*/ 148519 w 323370"/>
              <a:gd name="connsiteY75" fmla="*/ 280964 h 322968"/>
              <a:gd name="connsiteX76" fmla="*/ 141500 w 323370"/>
              <a:gd name="connsiteY76" fmla="*/ 272772 h 322968"/>
              <a:gd name="connsiteX77" fmla="*/ 276478 w 323370"/>
              <a:gd name="connsiteY77" fmla="*/ 276011 h 322968"/>
              <a:gd name="connsiteX78" fmla="*/ 161704 w 323370"/>
              <a:gd name="connsiteY78" fmla="*/ 322969 h 322968"/>
              <a:gd name="connsiteX79" fmla="*/ 134765 w 323370"/>
              <a:gd name="connsiteY79" fmla="*/ 320588 h 322968"/>
              <a:gd name="connsiteX80" fmla="*/ 128884 w 323370"/>
              <a:gd name="connsiteY80" fmla="*/ 313539 h 322968"/>
              <a:gd name="connsiteX81" fmla="*/ 137041 w 323370"/>
              <a:gd name="connsiteY81" fmla="*/ 307634 h 322968"/>
              <a:gd name="connsiteX82" fmla="*/ 265854 w 323370"/>
              <a:gd name="connsiteY82" fmla="*/ 265438 h 322968"/>
              <a:gd name="connsiteX83" fmla="*/ 306831 w 323370"/>
              <a:gd name="connsiteY83" fmla="*/ 135231 h 322968"/>
              <a:gd name="connsiteX84" fmla="*/ 312712 w 323370"/>
              <a:gd name="connsiteY84" fmla="*/ 127040 h 322968"/>
              <a:gd name="connsiteX85" fmla="*/ 320870 w 323370"/>
              <a:gd name="connsiteY85" fmla="*/ 132945 h 322968"/>
              <a:gd name="connsiteX86" fmla="*/ 276383 w 323370"/>
              <a:gd name="connsiteY86" fmla="*/ 276106 h 322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323370" h="322968">
                <a:moveTo>
                  <a:pt x="230663" y="110466"/>
                </a:moveTo>
                <a:cubicBezTo>
                  <a:pt x="231801" y="111609"/>
                  <a:pt x="233034" y="112847"/>
                  <a:pt x="235311" y="112847"/>
                </a:cubicBezTo>
                <a:cubicBezTo>
                  <a:pt x="236449" y="112847"/>
                  <a:pt x="238821" y="111704"/>
                  <a:pt x="239959" y="110466"/>
                </a:cubicBezTo>
                <a:lnTo>
                  <a:pt x="299528" y="50840"/>
                </a:lnTo>
                <a:cubicBezTo>
                  <a:pt x="301899" y="48458"/>
                  <a:pt x="301899" y="43791"/>
                  <a:pt x="299528" y="41505"/>
                </a:cubicBezTo>
                <a:lnTo>
                  <a:pt x="259784" y="1786"/>
                </a:lnTo>
                <a:cubicBezTo>
                  <a:pt x="257412" y="-595"/>
                  <a:pt x="252764" y="-595"/>
                  <a:pt x="250393" y="1786"/>
                </a:cubicBezTo>
                <a:lnTo>
                  <a:pt x="190824" y="61412"/>
                </a:lnTo>
                <a:cubicBezTo>
                  <a:pt x="187314" y="63794"/>
                  <a:pt x="187314" y="68461"/>
                  <a:pt x="190824" y="70747"/>
                </a:cubicBezTo>
                <a:lnTo>
                  <a:pt x="230568" y="110466"/>
                </a:lnTo>
                <a:close/>
                <a:moveTo>
                  <a:pt x="255230" y="16931"/>
                </a:moveTo>
                <a:lnTo>
                  <a:pt x="284446" y="46172"/>
                </a:lnTo>
                <a:lnTo>
                  <a:pt x="235406" y="95321"/>
                </a:lnTo>
                <a:lnTo>
                  <a:pt x="205052" y="66080"/>
                </a:lnTo>
                <a:lnTo>
                  <a:pt x="255325" y="16931"/>
                </a:lnTo>
                <a:close/>
                <a:moveTo>
                  <a:pt x="71876" y="190476"/>
                </a:moveTo>
                <a:cubicBezTo>
                  <a:pt x="69505" y="188095"/>
                  <a:pt x="64857" y="188095"/>
                  <a:pt x="61347" y="190476"/>
                </a:cubicBezTo>
                <a:lnTo>
                  <a:pt x="1779" y="250484"/>
                </a:lnTo>
                <a:cubicBezTo>
                  <a:pt x="-593" y="252865"/>
                  <a:pt x="-593" y="257532"/>
                  <a:pt x="1779" y="259913"/>
                </a:cubicBezTo>
                <a:lnTo>
                  <a:pt x="41523" y="299918"/>
                </a:lnTo>
                <a:cubicBezTo>
                  <a:pt x="43894" y="302300"/>
                  <a:pt x="45032" y="302300"/>
                  <a:pt x="47404" y="302300"/>
                </a:cubicBezTo>
                <a:cubicBezTo>
                  <a:pt x="48542" y="302300"/>
                  <a:pt x="50913" y="302300"/>
                  <a:pt x="52052" y="299918"/>
                </a:cubicBezTo>
                <a:lnTo>
                  <a:pt x="111620" y="241054"/>
                </a:lnTo>
                <a:cubicBezTo>
                  <a:pt x="113992" y="237530"/>
                  <a:pt x="113992" y="232767"/>
                  <a:pt x="111620" y="230481"/>
                </a:cubicBezTo>
                <a:lnTo>
                  <a:pt x="71876" y="190476"/>
                </a:lnTo>
                <a:close/>
                <a:moveTo>
                  <a:pt x="47309" y="285821"/>
                </a:moveTo>
                <a:lnTo>
                  <a:pt x="16955" y="255246"/>
                </a:lnTo>
                <a:lnTo>
                  <a:pt x="67228" y="205811"/>
                </a:lnTo>
                <a:lnTo>
                  <a:pt x="96444" y="235244"/>
                </a:lnTo>
                <a:lnTo>
                  <a:pt x="47404" y="285917"/>
                </a:lnTo>
                <a:close/>
                <a:moveTo>
                  <a:pt x="161609" y="196096"/>
                </a:moveTo>
                <a:cubicBezTo>
                  <a:pt x="170905" y="196096"/>
                  <a:pt x="180200" y="192572"/>
                  <a:pt x="186081" y="186666"/>
                </a:cubicBezTo>
                <a:cubicBezTo>
                  <a:pt x="198223" y="174379"/>
                  <a:pt x="199835" y="154948"/>
                  <a:pt x="190729" y="140851"/>
                </a:cubicBezTo>
                <a:cubicBezTo>
                  <a:pt x="196895" y="134755"/>
                  <a:pt x="203440" y="128278"/>
                  <a:pt x="210649" y="121039"/>
                </a:cubicBezTo>
                <a:cubicBezTo>
                  <a:pt x="211787" y="119896"/>
                  <a:pt x="211787" y="117515"/>
                  <a:pt x="211787" y="115133"/>
                </a:cubicBezTo>
                <a:cubicBezTo>
                  <a:pt x="211787" y="113990"/>
                  <a:pt x="211787" y="111609"/>
                  <a:pt x="210649" y="110466"/>
                </a:cubicBezTo>
                <a:cubicBezTo>
                  <a:pt x="182572" y="83415"/>
                  <a:pt x="138085" y="83415"/>
                  <a:pt x="111241" y="110466"/>
                </a:cubicBezTo>
                <a:cubicBezTo>
                  <a:pt x="97202" y="124563"/>
                  <a:pt x="90183" y="142184"/>
                  <a:pt x="90183" y="161044"/>
                </a:cubicBezTo>
                <a:cubicBezTo>
                  <a:pt x="90183" y="179903"/>
                  <a:pt x="97202" y="197525"/>
                  <a:pt x="111241" y="210383"/>
                </a:cubicBezTo>
                <a:cubicBezTo>
                  <a:pt x="112379" y="211526"/>
                  <a:pt x="114751" y="212765"/>
                  <a:pt x="115889" y="212765"/>
                </a:cubicBezTo>
                <a:cubicBezTo>
                  <a:pt x="118260" y="212765"/>
                  <a:pt x="119398" y="211622"/>
                  <a:pt x="120537" y="210383"/>
                </a:cubicBezTo>
                <a:cubicBezTo>
                  <a:pt x="120537" y="210383"/>
                  <a:pt x="120632" y="210288"/>
                  <a:pt x="141215" y="189905"/>
                </a:cubicBezTo>
                <a:cubicBezTo>
                  <a:pt x="147286" y="194000"/>
                  <a:pt x="154400" y="196096"/>
                  <a:pt x="161514" y="196096"/>
                </a:cubicBezTo>
                <a:close/>
                <a:moveTo>
                  <a:pt x="176786" y="176093"/>
                </a:moveTo>
                <a:cubicBezTo>
                  <a:pt x="170241" y="182666"/>
                  <a:pt x="159996" y="183904"/>
                  <a:pt x="152028" y="179332"/>
                </a:cubicBezTo>
                <a:cubicBezTo>
                  <a:pt x="159427" y="171998"/>
                  <a:pt x="168533" y="162949"/>
                  <a:pt x="179916" y="151709"/>
                </a:cubicBezTo>
                <a:cubicBezTo>
                  <a:pt x="183805" y="159710"/>
                  <a:pt x="183236" y="169712"/>
                  <a:pt x="176880" y="176093"/>
                </a:cubicBezTo>
                <a:close/>
                <a:moveTo>
                  <a:pt x="115984" y="195048"/>
                </a:moveTo>
                <a:cubicBezTo>
                  <a:pt x="99574" y="172760"/>
                  <a:pt x="100807" y="140946"/>
                  <a:pt x="120632" y="121039"/>
                </a:cubicBezTo>
                <a:cubicBezTo>
                  <a:pt x="141689" y="99893"/>
                  <a:pt x="173276" y="98750"/>
                  <a:pt x="195472" y="116372"/>
                </a:cubicBezTo>
                <a:cubicBezTo>
                  <a:pt x="195472" y="116372"/>
                  <a:pt x="195377" y="116467"/>
                  <a:pt x="178114" y="133612"/>
                </a:cubicBezTo>
                <a:cubicBezTo>
                  <a:pt x="177165" y="133898"/>
                  <a:pt x="176311" y="134279"/>
                  <a:pt x="175552" y="135041"/>
                </a:cubicBezTo>
                <a:cubicBezTo>
                  <a:pt x="175078" y="135803"/>
                  <a:pt x="174794" y="136469"/>
                  <a:pt x="174509" y="137231"/>
                </a:cubicBezTo>
                <a:cubicBezTo>
                  <a:pt x="165972" y="145709"/>
                  <a:pt x="153831" y="157710"/>
                  <a:pt x="136947" y="174474"/>
                </a:cubicBezTo>
                <a:cubicBezTo>
                  <a:pt x="136662" y="174665"/>
                  <a:pt x="136283" y="174760"/>
                  <a:pt x="135998" y="175046"/>
                </a:cubicBezTo>
                <a:cubicBezTo>
                  <a:pt x="135808" y="175236"/>
                  <a:pt x="135808" y="175522"/>
                  <a:pt x="135713" y="175712"/>
                </a:cubicBezTo>
                <a:cubicBezTo>
                  <a:pt x="129738" y="181713"/>
                  <a:pt x="123287" y="188000"/>
                  <a:pt x="115984" y="195239"/>
                </a:cubicBezTo>
                <a:close/>
                <a:moveTo>
                  <a:pt x="206001" y="207145"/>
                </a:moveTo>
                <a:cubicBezTo>
                  <a:pt x="220039" y="193048"/>
                  <a:pt x="227059" y="171902"/>
                  <a:pt x="223549" y="151900"/>
                </a:cubicBezTo>
                <a:cubicBezTo>
                  <a:pt x="223549" y="148376"/>
                  <a:pt x="225920" y="144851"/>
                  <a:pt x="229430" y="144851"/>
                </a:cubicBezTo>
                <a:cubicBezTo>
                  <a:pt x="234078" y="143708"/>
                  <a:pt x="237588" y="145994"/>
                  <a:pt x="237588" y="150757"/>
                </a:cubicBezTo>
                <a:cubicBezTo>
                  <a:pt x="241097" y="174284"/>
                  <a:pt x="232940" y="198953"/>
                  <a:pt x="216530" y="216575"/>
                </a:cubicBezTo>
                <a:cubicBezTo>
                  <a:pt x="201353" y="231815"/>
                  <a:pt x="182572" y="238863"/>
                  <a:pt x="161514" y="238863"/>
                </a:cubicBezTo>
                <a:lnTo>
                  <a:pt x="150985" y="238863"/>
                </a:lnTo>
                <a:cubicBezTo>
                  <a:pt x="146337" y="237720"/>
                  <a:pt x="143966" y="234196"/>
                  <a:pt x="143966" y="230672"/>
                </a:cubicBezTo>
                <a:cubicBezTo>
                  <a:pt x="145104" y="227147"/>
                  <a:pt x="148614" y="223623"/>
                  <a:pt x="152123" y="224766"/>
                </a:cubicBezTo>
                <a:cubicBezTo>
                  <a:pt x="172043" y="227147"/>
                  <a:pt x="191962" y="221242"/>
                  <a:pt x="206001" y="207145"/>
                </a:cubicBezTo>
                <a:close/>
                <a:moveTo>
                  <a:pt x="141594" y="272677"/>
                </a:moveTo>
                <a:cubicBezTo>
                  <a:pt x="142733" y="269153"/>
                  <a:pt x="146242" y="265628"/>
                  <a:pt x="149752" y="266771"/>
                </a:cubicBezTo>
                <a:cubicBezTo>
                  <a:pt x="181433" y="270296"/>
                  <a:pt x="213020" y="258580"/>
                  <a:pt x="236449" y="236291"/>
                </a:cubicBezTo>
                <a:cubicBezTo>
                  <a:pt x="258740" y="214003"/>
                  <a:pt x="269269" y="182285"/>
                  <a:pt x="265759" y="149519"/>
                </a:cubicBezTo>
                <a:cubicBezTo>
                  <a:pt x="265759" y="145994"/>
                  <a:pt x="268131" y="142470"/>
                  <a:pt x="272779" y="142470"/>
                </a:cubicBezTo>
                <a:cubicBezTo>
                  <a:pt x="276288" y="141327"/>
                  <a:pt x="279798" y="144851"/>
                  <a:pt x="279798" y="148376"/>
                </a:cubicBezTo>
                <a:cubicBezTo>
                  <a:pt x="284446" y="184761"/>
                  <a:pt x="271640" y="219908"/>
                  <a:pt x="245840" y="246959"/>
                </a:cubicBezTo>
                <a:cubicBezTo>
                  <a:pt x="223549" y="269248"/>
                  <a:pt x="193101" y="280964"/>
                  <a:pt x="161419" y="280964"/>
                </a:cubicBezTo>
                <a:lnTo>
                  <a:pt x="148519" y="280964"/>
                </a:lnTo>
                <a:cubicBezTo>
                  <a:pt x="143871" y="279821"/>
                  <a:pt x="141500" y="276296"/>
                  <a:pt x="141500" y="272772"/>
                </a:cubicBezTo>
                <a:close/>
                <a:moveTo>
                  <a:pt x="276478" y="276011"/>
                </a:moveTo>
                <a:cubicBezTo>
                  <a:pt x="244891" y="306491"/>
                  <a:pt x="203914" y="322969"/>
                  <a:pt x="161704" y="322969"/>
                </a:cubicBezTo>
                <a:cubicBezTo>
                  <a:pt x="152313" y="322969"/>
                  <a:pt x="144156" y="322969"/>
                  <a:pt x="134765" y="320588"/>
                </a:cubicBezTo>
                <a:cubicBezTo>
                  <a:pt x="131255" y="320588"/>
                  <a:pt x="128884" y="317063"/>
                  <a:pt x="128884" y="313539"/>
                </a:cubicBezTo>
                <a:cubicBezTo>
                  <a:pt x="130022" y="308872"/>
                  <a:pt x="133532" y="306491"/>
                  <a:pt x="137041" y="307634"/>
                </a:cubicBezTo>
                <a:cubicBezTo>
                  <a:pt x="183900" y="314682"/>
                  <a:pt x="231896" y="299442"/>
                  <a:pt x="265854" y="265438"/>
                </a:cubicBezTo>
                <a:cubicBezTo>
                  <a:pt x="299812" y="231434"/>
                  <a:pt x="315084" y="183332"/>
                  <a:pt x="306831" y="135231"/>
                </a:cubicBezTo>
                <a:cubicBezTo>
                  <a:pt x="305693" y="131707"/>
                  <a:pt x="309203" y="128183"/>
                  <a:pt x="312712" y="127040"/>
                </a:cubicBezTo>
                <a:cubicBezTo>
                  <a:pt x="316222" y="127040"/>
                  <a:pt x="319732" y="129421"/>
                  <a:pt x="320870" y="132945"/>
                </a:cubicBezTo>
                <a:cubicBezTo>
                  <a:pt x="330261" y="185714"/>
                  <a:pt x="312712" y="238482"/>
                  <a:pt x="276383" y="27610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9" name="Graphic 125">
            <a:extLst>
              <a:ext uri="{FF2B5EF4-FFF2-40B4-BE49-F238E27FC236}">
                <a16:creationId xmlns:a16="http://schemas.microsoft.com/office/drawing/2014/main" id="{01687ABE-628D-860A-2714-0278057CD059}"/>
              </a:ext>
            </a:extLst>
          </p:cNvPr>
          <p:cNvSpPr/>
          <p:nvPr/>
        </p:nvSpPr>
        <p:spPr>
          <a:xfrm>
            <a:off x="7132262" y="1459951"/>
            <a:ext cx="439380" cy="438834"/>
          </a:xfrm>
          <a:custGeom>
            <a:avLst/>
            <a:gdLst>
              <a:gd name="connsiteX0" fmla="*/ 230663 w 323370"/>
              <a:gd name="connsiteY0" fmla="*/ 110466 h 322968"/>
              <a:gd name="connsiteX1" fmla="*/ 235311 w 323370"/>
              <a:gd name="connsiteY1" fmla="*/ 112847 h 322968"/>
              <a:gd name="connsiteX2" fmla="*/ 239959 w 323370"/>
              <a:gd name="connsiteY2" fmla="*/ 110466 h 322968"/>
              <a:gd name="connsiteX3" fmla="*/ 299528 w 323370"/>
              <a:gd name="connsiteY3" fmla="*/ 50840 h 322968"/>
              <a:gd name="connsiteX4" fmla="*/ 299528 w 323370"/>
              <a:gd name="connsiteY4" fmla="*/ 41505 h 322968"/>
              <a:gd name="connsiteX5" fmla="*/ 259784 w 323370"/>
              <a:gd name="connsiteY5" fmla="*/ 1786 h 322968"/>
              <a:gd name="connsiteX6" fmla="*/ 250393 w 323370"/>
              <a:gd name="connsiteY6" fmla="*/ 1786 h 322968"/>
              <a:gd name="connsiteX7" fmla="*/ 190824 w 323370"/>
              <a:gd name="connsiteY7" fmla="*/ 61412 h 322968"/>
              <a:gd name="connsiteX8" fmla="*/ 190824 w 323370"/>
              <a:gd name="connsiteY8" fmla="*/ 70747 h 322968"/>
              <a:gd name="connsiteX9" fmla="*/ 230568 w 323370"/>
              <a:gd name="connsiteY9" fmla="*/ 110466 h 322968"/>
              <a:gd name="connsiteX10" fmla="*/ 255230 w 323370"/>
              <a:gd name="connsiteY10" fmla="*/ 16931 h 322968"/>
              <a:gd name="connsiteX11" fmla="*/ 284446 w 323370"/>
              <a:gd name="connsiteY11" fmla="*/ 46172 h 322968"/>
              <a:gd name="connsiteX12" fmla="*/ 235406 w 323370"/>
              <a:gd name="connsiteY12" fmla="*/ 95321 h 322968"/>
              <a:gd name="connsiteX13" fmla="*/ 205052 w 323370"/>
              <a:gd name="connsiteY13" fmla="*/ 66080 h 322968"/>
              <a:gd name="connsiteX14" fmla="*/ 255325 w 323370"/>
              <a:gd name="connsiteY14" fmla="*/ 16931 h 322968"/>
              <a:gd name="connsiteX15" fmla="*/ 71876 w 323370"/>
              <a:gd name="connsiteY15" fmla="*/ 190476 h 322968"/>
              <a:gd name="connsiteX16" fmla="*/ 61347 w 323370"/>
              <a:gd name="connsiteY16" fmla="*/ 190476 h 322968"/>
              <a:gd name="connsiteX17" fmla="*/ 1779 w 323370"/>
              <a:gd name="connsiteY17" fmla="*/ 250484 h 322968"/>
              <a:gd name="connsiteX18" fmla="*/ 1779 w 323370"/>
              <a:gd name="connsiteY18" fmla="*/ 259913 h 322968"/>
              <a:gd name="connsiteX19" fmla="*/ 41523 w 323370"/>
              <a:gd name="connsiteY19" fmla="*/ 299918 h 322968"/>
              <a:gd name="connsiteX20" fmla="*/ 47404 w 323370"/>
              <a:gd name="connsiteY20" fmla="*/ 302300 h 322968"/>
              <a:gd name="connsiteX21" fmla="*/ 52052 w 323370"/>
              <a:gd name="connsiteY21" fmla="*/ 299918 h 322968"/>
              <a:gd name="connsiteX22" fmla="*/ 111620 w 323370"/>
              <a:gd name="connsiteY22" fmla="*/ 241054 h 322968"/>
              <a:gd name="connsiteX23" fmla="*/ 111620 w 323370"/>
              <a:gd name="connsiteY23" fmla="*/ 230481 h 322968"/>
              <a:gd name="connsiteX24" fmla="*/ 71876 w 323370"/>
              <a:gd name="connsiteY24" fmla="*/ 190476 h 322968"/>
              <a:gd name="connsiteX25" fmla="*/ 47309 w 323370"/>
              <a:gd name="connsiteY25" fmla="*/ 285821 h 322968"/>
              <a:gd name="connsiteX26" fmla="*/ 16955 w 323370"/>
              <a:gd name="connsiteY26" fmla="*/ 255246 h 322968"/>
              <a:gd name="connsiteX27" fmla="*/ 67228 w 323370"/>
              <a:gd name="connsiteY27" fmla="*/ 205811 h 322968"/>
              <a:gd name="connsiteX28" fmla="*/ 96444 w 323370"/>
              <a:gd name="connsiteY28" fmla="*/ 235244 h 322968"/>
              <a:gd name="connsiteX29" fmla="*/ 47404 w 323370"/>
              <a:gd name="connsiteY29" fmla="*/ 285917 h 322968"/>
              <a:gd name="connsiteX30" fmla="*/ 161609 w 323370"/>
              <a:gd name="connsiteY30" fmla="*/ 196096 h 322968"/>
              <a:gd name="connsiteX31" fmla="*/ 186081 w 323370"/>
              <a:gd name="connsiteY31" fmla="*/ 186666 h 322968"/>
              <a:gd name="connsiteX32" fmla="*/ 190729 w 323370"/>
              <a:gd name="connsiteY32" fmla="*/ 140851 h 322968"/>
              <a:gd name="connsiteX33" fmla="*/ 210649 w 323370"/>
              <a:gd name="connsiteY33" fmla="*/ 121039 h 322968"/>
              <a:gd name="connsiteX34" fmla="*/ 211787 w 323370"/>
              <a:gd name="connsiteY34" fmla="*/ 115133 h 322968"/>
              <a:gd name="connsiteX35" fmla="*/ 210649 w 323370"/>
              <a:gd name="connsiteY35" fmla="*/ 110466 h 322968"/>
              <a:gd name="connsiteX36" fmla="*/ 111241 w 323370"/>
              <a:gd name="connsiteY36" fmla="*/ 110466 h 322968"/>
              <a:gd name="connsiteX37" fmla="*/ 90183 w 323370"/>
              <a:gd name="connsiteY37" fmla="*/ 161044 h 322968"/>
              <a:gd name="connsiteX38" fmla="*/ 111241 w 323370"/>
              <a:gd name="connsiteY38" fmla="*/ 210383 h 322968"/>
              <a:gd name="connsiteX39" fmla="*/ 115889 w 323370"/>
              <a:gd name="connsiteY39" fmla="*/ 212765 h 322968"/>
              <a:gd name="connsiteX40" fmla="*/ 120537 w 323370"/>
              <a:gd name="connsiteY40" fmla="*/ 210383 h 322968"/>
              <a:gd name="connsiteX41" fmla="*/ 141215 w 323370"/>
              <a:gd name="connsiteY41" fmla="*/ 189905 h 322968"/>
              <a:gd name="connsiteX42" fmla="*/ 161514 w 323370"/>
              <a:gd name="connsiteY42" fmla="*/ 196096 h 322968"/>
              <a:gd name="connsiteX43" fmla="*/ 176786 w 323370"/>
              <a:gd name="connsiteY43" fmla="*/ 176093 h 322968"/>
              <a:gd name="connsiteX44" fmla="*/ 152028 w 323370"/>
              <a:gd name="connsiteY44" fmla="*/ 179332 h 322968"/>
              <a:gd name="connsiteX45" fmla="*/ 179916 w 323370"/>
              <a:gd name="connsiteY45" fmla="*/ 151709 h 322968"/>
              <a:gd name="connsiteX46" fmla="*/ 176880 w 323370"/>
              <a:gd name="connsiteY46" fmla="*/ 176093 h 322968"/>
              <a:gd name="connsiteX47" fmla="*/ 115984 w 323370"/>
              <a:gd name="connsiteY47" fmla="*/ 195048 h 322968"/>
              <a:gd name="connsiteX48" fmla="*/ 120632 w 323370"/>
              <a:gd name="connsiteY48" fmla="*/ 121039 h 322968"/>
              <a:gd name="connsiteX49" fmla="*/ 195472 w 323370"/>
              <a:gd name="connsiteY49" fmla="*/ 116372 h 322968"/>
              <a:gd name="connsiteX50" fmla="*/ 178114 w 323370"/>
              <a:gd name="connsiteY50" fmla="*/ 133612 h 322968"/>
              <a:gd name="connsiteX51" fmla="*/ 175552 w 323370"/>
              <a:gd name="connsiteY51" fmla="*/ 135041 h 322968"/>
              <a:gd name="connsiteX52" fmla="*/ 174509 w 323370"/>
              <a:gd name="connsiteY52" fmla="*/ 137231 h 322968"/>
              <a:gd name="connsiteX53" fmla="*/ 136947 w 323370"/>
              <a:gd name="connsiteY53" fmla="*/ 174474 h 322968"/>
              <a:gd name="connsiteX54" fmla="*/ 135998 w 323370"/>
              <a:gd name="connsiteY54" fmla="*/ 175046 h 322968"/>
              <a:gd name="connsiteX55" fmla="*/ 135713 w 323370"/>
              <a:gd name="connsiteY55" fmla="*/ 175712 h 322968"/>
              <a:gd name="connsiteX56" fmla="*/ 115984 w 323370"/>
              <a:gd name="connsiteY56" fmla="*/ 195239 h 322968"/>
              <a:gd name="connsiteX57" fmla="*/ 206001 w 323370"/>
              <a:gd name="connsiteY57" fmla="*/ 207145 h 322968"/>
              <a:gd name="connsiteX58" fmla="*/ 223549 w 323370"/>
              <a:gd name="connsiteY58" fmla="*/ 151900 h 322968"/>
              <a:gd name="connsiteX59" fmla="*/ 229430 w 323370"/>
              <a:gd name="connsiteY59" fmla="*/ 144851 h 322968"/>
              <a:gd name="connsiteX60" fmla="*/ 237588 w 323370"/>
              <a:gd name="connsiteY60" fmla="*/ 150757 h 322968"/>
              <a:gd name="connsiteX61" fmla="*/ 216530 w 323370"/>
              <a:gd name="connsiteY61" fmla="*/ 216575 h 322968"/>
              <a:gd name="connsiteX62" fmla="*/ 161514 w 323370"/>
              <a:gd name="connsiteY62" fmla="*/ 238863 h 322968"/>
              <a:gd name="connsiteX63" fmla="*/ 150985 w 323370"/>
              <a:gd name="connsiteY63" fmla="*/ 238863 h 322968"/>
              <a:gd name="connsiteX64" fmla="*/ 143966 w 323370"/>
              <a:gd name="connsiteY64" fmla="*/ 230672 h 322968"/>
              <a:gd name="connsiteX65" fmla="*/ 152123 w 323370"/>
              <a:gd name="connsiteY65" fmla="*/ 224766 h 322968"/>
              <a:gd name="connsiteX66" fmla="*/ 206001 w 323370"/>
              <a:gd name="connsiteY66" fmla="*/ 207145 h 322968"/>
              <a:gd name="connsiteX67" fmla="*/ 141594 w 323370"/>
              <a:gd name="connsiteY67" fmla="*/ 272677 h 322968"/>
              <a:gd name="connsiteX68" fmla="*/ 149752 w 323370"/>
              <a:gd name="connsiteY68" fmla="*/ 266771 h 322968"/>
              <a:gd name="connsiteX69" fmla="*/ 236449 w 323370"/>
              <a:gd name="connsiteY69" fmla="*/ 236291 h 322968"/>
              <a:gd name="connsiteX70" fmla="*/ 265759 w 323370"/>
              <a:gd name="connsiteY70" fmla="*/ 149519 h 322968"/>
              <a:gd name="connsiteX71" fmla="*/ 272779 w 323370"/>
              <a:gd name="connsiteY71" fmla="*/ 142470 h 322968"/>
              <a:gd name="connsiteX72" fmla="*/ 279798 w 323370"/>
              <a:gd name="connsiteY72" fmla="*/ 148376 h 322968"/>
              <a:gd name="connsiteX73" fmla="*/ 245840 w 323370"/>
              <a:gd name="connsiteY73" fmla="*/ 246959 h 322968"/>
              <a:gd name="connsiteX74" fmla="*/ 161419 w 323370"/>
              <a:gd name="connsiteY74" fmla="*/ 280964 h 322968"/>
              <a:gd name="connsiteX75" fmla="*/ 148519 w 323370"/>
              <a:gd name="connsiteY75" fmla="*/ 280964 h 322968"/>
              <a:gd name="connsiteX76" fmla="*/ 141500 w 323370"/>
              <a:gd name="connsiteY76" fmla="*/ 272772 h 322968"/>
              <a:gd name="connsiteX77" fmla="*/ 276478 w 323370"/>
              <a:gd name="connsiteY77" fmla="*/ 276011 h 322968"/>
              <a:gd name="connsiteX78" fmla="*/ 161704 w 323370"/>
              <a:gd name="connsiteY78" fmla="*/ 322969 h 322968"/>
              <a:gd name="connsiteX79" fmla="*/ 134765 w 323370"/>
              <a:gd name="connsiteY79" fmla="*/ 320588 h 322968"/>
              <a:gd name="connsiteX80" fmla="*/ 128884 w 323370"/>
              <a:gd name="connsiteY80" fmla="*/ 313539 h 322968"/>
              <a:gd name="connsiteX81" fmla="*/ 137041 w 323370"/>
              <a:gd name="connsiteY81" fmla="*/ 307634 h 322968"/>
              <a:gd name="connsiteX82" fmla="*/ 265854 w 323370"/>
              <a:gd name="connsiteY82" fmla="*/ 265438 h 322968"/>
              <a:gd name="connsiteX83" fmla="*/ 306831 w 323370"/>
              <a:gd name="connsiteY83" fmla="*/ 135231 h 322968"/>
              <a:gd name="connsiteX84" fmla="*/ 312712 w 323370"/>
              <a:gd name="connsiteY84" fmla="*/ 127040 h 322968"/>
              <a:gd name="connsiteX85" fmla="*/ 320870 w 323370"/>
              <a:gd name="connsiteY85" fmla="*/ 132945 h 322968"/>
              <a:gd name="connsiteX86" fmla="*/ 276383 w 323370"/>
              <a:gd name="connsiteY86" fmla="*/ 276106 h 322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323370" h="322968">
                <a:moveTo>
                  <a:pt x="230663" y="110466"/>
                </a:moveTo>
                <a:cubicBezTo>
                  <a:pt x="231801" y="111609"/>
                  <a:pt x="233034" y="112847"/>
                  <a:pt x="235311" y="112847"/>
                </a:cubicBezTo>
                <a:cubicBezTo>
                  <a:pt x="236449" y="112847"/>
                  <a:pt x="238821" y="111704"/>
                  <a:pt x="239959" y="110466"/>
                </a:cubicBezTo>
                <a:lnTo>
                  <a:pt x="299528" y="50840"/>
                </a:lnTo>
                <a:cubicBezTo>
                  <a:pt x="301899" y="48458"/>
                  <a:pt x="301899" y="43791"/>
                  <a:pt x="299528" y="41505"/>
                </a:cubicBezTo>
                <a:lnTo>
                  <a:pt x="259784" y="1786"/>
                </a:lnTo>
                <a:cubicBezTo>
                  <a:pt x="257412" y="-595"/>
                  <a:pt x="252764" y="-595"/>
                  <a:pt x="250393" y="1786"/>
                </a:cubicBezTo>
                <a:lnTo>
                  <a:pt x="190824" y="61412"/>
                </a:lnTo>
                <a:cubicBezTo>
                  <a:pt x="187314" y="63794"/>
                  <a:pt x="187314" y="68461"/>
                  <a:pt x="190824" y="70747"/>
                </a:cubicBezTo>
                <a:lnTo>
                  <a:pt x="230568" y="110466"/>
                </a:lnTo>
                <a:close/>
                <a:moveTo>
                  <a:pt x="255230" y="16931"/>
                </a:moveTo>
                <a:lnTo>
                  <a:pt x="284446" y="46172"/>
                </a:lnTo>
                <a:lnTo>
                  <a:pt x="235406" y="95321"/>
                </a:lnTo>
                <a:lnTo>
                  <a:pt x="205052" y="66080"/>
                </a:lnTo>
                <a:lnTo>
                  <a:pt x="255325" y="16931"/>
                </a:lnTo>
                <a:close/>
                <a:moveTo>
                  <a:pt x="71876" y="190476"/>
                </a:moveTo>
                <a:cubicBezTo>
                  <a:pt x="69505" y="188095"/>
                  <a:pt x="64857" y="188095"/>
                  <a:pt x="61347" y="190476"/>
                </a:cubicBezTo>
                <a:lnTo>
                  <a:pt x="1779" y="250484"/>
                </a:lnTo>
                <a:cubicBezTo>
                  <a:pt x="-593" y="252865"/>
                  <a:pt x="-593" y="257532"/>
                  <a:pt x="1779" y="259913"/>
                </a:cubicBezTo>
                <a:lnTo>
                  <a:pt x="41523" y="299918"/>
                </a:lnTo>
                <a:cubicBezTo>
                  <a:pt x="43894" y="302300"/>
                  <a:pt x="45032" y="302300"/>
                  <a:pt x="47404" y="302300"/>
                </a:cubicBezTo>
                <a:cubicBezTo>
                  <a:pt x="48542" y="302300"/>
                  <a:pt x="50913" y="302300"/>
                  <a:pt x="52052" y="299918"/>
                </a:cubicBezTo>
                <a:lnTo>
                  <a:pt x="111620" y="241054"/>
                </a:lnTo>
                <a:cubicBezTo>
                  <a:pt x="113992" y="237530"/>
                  <a:pt x="113992" y="232767"/>
                  <a:pt x="111620" y="230481"/>
                </a:cubicBezTo>
                <a:lnTo>
                  <a:pt x="71876" y="190476"/>
                </a:lnTo>
                <a:close/>
                <a:moveTo>
                  <a:pt x="47309" y="285821"/>
                </a:moveTo>
                <a:lnTo>
                  <a:pt x="16955" y="255246"/>
                </a:lnTo>
                <a:lnTo>
                  <a:pt x="67228" y="205811"/>
                </a:lnTo>
                <a:lnTo>
                  <a:pt x="96444" y="235244"/>
                </a:lnTo>
                <a:lnTo>
                  <a:pt x="47404" y="285917"/>
                </a:lnTo>
                <a:close/>
                <a:moveTo>
                  <a:pt x="161609" y="196096"/>
                </a:moveTo>
                <a:cubicBezTo>
                  <a:pt x="170905" y="196096"/>
                  <a:pt x="180200" y="192572"/>
                  <a:pt x="186081" y="186666"/>
                </a:cubicBezTo>
                <a:cubicBezTo>
                  <a:pt x="198223" y="174379"/>
                  <a:pt x="199835" y="154948"/>
                  <a:pt x="190729" y="140851"/>
                </a:cubicBezTo>
                <a:cubicBezTo>
                  <a:pt x="196895" y="134755"/>
                  <a:pt x="203440" y="128278"/>
                  <a:pt x="210649" y="121039"/>
                </a:cubicBezTo>
                <a:cubicBezTo>
                  <a:pt x="211787" y="119896"/>
                  <a:pt x="211787" y="117515"/>
                  <a:pt x="211787" y="115133"/>
                </a:cubicBezTo>
                <a:cubicBezTo>
                  <a:pt x="211787" y="113990"/>
                  <a:pt x="211787" y="111609"/>
                  <a:pt x="210649" y="110466"/>
                </a:cubicBezTo>
                <a:cubicBezTo>
                  <a:pt x="182572" y="83415"/>
                  <a:pt x="138085" y="83415"/>
                  <a:pt x="111241" y="110466"/>
                </a:cubicBezTo>
                <a:cubicBezTo>
                  <a:pt x="97202" y="124563"/>
                  <a:pt x="90183" y="142184"/>
                  <a:pt x="90183" y="161044"/>
                </a:cubicBezTo>
                <a:cubicBezTo>
                  <a:pt x="90183" y="179903"/>
                  <a:pt x="97202" y="197525"/>
                  <a:pt x="111241" y="210383"/>
                </a:cubicBezTo>
                <a:cubicBezTo>
                  <a:pt x="112379" y="211526"/>
                  <a:pt x="114751" y="212765"/>
                  <a:pt x="115889" y="212765"/>
                </a:cubicBezTo>
                <a:cubicBezTo>
                  <a:pt x="118260" y="212765"/>
                  <a:pt x="119398" y="211622"/>
                  <a:pt x="120537" y="210383"/>
                </a:cubicBezTo>
                <a:cubicBezTo>
                  <a:pt x="120537" y="210383"/>
                  <a:pt x="120632" y="210288"/>
                  <a:pt x="141215" y="189905"/>
                </a:cubicBezTo>
                <a:cubicBezTo>
                  <a:pt x="147286" y="194000"/>
                  <a:pt x="154400" y="196096"/>
                  <a:pt x="161514" y="196096"/>
                </a:cubicBezTo>
                <a:close/>
                <a:moveTo>
                  <a:pt x="176786" y="176093"/>
                </a:moveTo>
                <a:cubicBezTo>
                  <a:pt x="170241" y="182666"/>
                  <a:pt x="159996" y="183904"/>
                  <a:pt x="152028" y="179332"/>
                </a:cubicBezTo>
                <a:cubicBezTo>
                  <a:pt x="159427" y="171998"/>
                  <a:pt x="168533" y="162949"/>
                  <a:pt x="179916" y="151709"/>
                </a:cubicBezTo>
                <a:cubicBezTo>
                  <a:pt x="183805" y="159710"/>
                  <a:pt x="183236" y="169712"/>
                  <a:pt x="176880" y="176093"/>
                </a:cubicBezTo>
                <a:close/>
                <a:moveTo>
                  <a:pt x="115984" y="195048"/>
                </a:moveTo>
                <a:cubicBezTo>
                  <a:pt x="99574" y="172760"/>
                  <a:pt x="100807" y="140946"/>
                  <a:pt x="120632" y="121039"/>
                </a:cubicBezTo>
                <a:cubicBezTo>
                  <a:pt x="141689" y="99893"/>
                  <a:pt x="173276" y="98750"/>
                  <a:pt x="195472" y="116372"/>
                </a:cubicBezTo>
                <a:cubicBezTo>
                  <a:pt x="195472" y="116372"/>
                  <a:pt x="195377" y="116467"/>
                  <a:pt x="178114" y="133612"/>
                </a:cubicBezTo>
                <a:cubicBezTo>
                  <a:pt x="177165" y="133898"/>
                  <a:pt x="176311" y="134279"/>
                  <a:pt x="175552" y="135041"/>
                </a:cubicBezTo>
                <a:cubicBezTo>
                  <a:pt x="175078" y="135803"/>
                  <a:pt x="174794" y="136469"/>
                  <a:pt x="174509" y="137231"/>
                </a:cubicBezTo>
                <a:cubicBezTo>
                  <a:pt x="165972" y="145709"/>
                  <a:pt x="153831" y="157710"/>
                  <a:pt x="136947" y="174474"/>
                </a:cubicBezTo>
                <a:cubicBezTo>
                  <a:pt x="136662" y="174665"/>
                  <a:pt x="136283" y="174760"/>
                  <a:pt x="135998" y="175046"/>
                </a:cubicBezTo>
                <a:cubicBezTo>
                  <a:pt x="135808" y="175236"/>
                  <a:pt x="135808" y="175522"/>
                  <a:pt x="135713" y="175712"/>
                </a:cubicBezTo>
                <a:cubicBezTo>
                  <a:pt x="129738" y="181713"/>
                  <a:pt x="123287" y="188000"/>
                  <a:pt x="115984" y="195239"/>
                </a:cubicBezTo>
                <a:close/>
                <a:moveTo>
                  <a:pt x="206001" y="207145"/>
                </a:moveTo>
                <a:cubicBezTo>
                  <a:pt x="220039" y="193048"/>
                  <a:pt x="227059" y="171902"/>
                  <a:pt x="223549" y="151900"/>
                </a:cubicBezTo>
                <a:cubicBezTo>
                  <a:pt x="223549" y="148376"/>
                  <a:pt x="225920" y="144851"/>
                  <a:pt x="229430" y="144851"/>
                </a:cubicBezTo>
                <a:cubicBezTo>
                  <a:pt x="234078" y="143708"/>
                  <a:pt x="237588" y="145994"/>
                  <a:pt x="237588" y="150757"/>
                </a:cubicBezTo>
                <a:cubicBezTo>
                  <a:pt x="241097" y="174284"/>
                  <a:pt x="232940" y="198953"/>
                  <a:pt x="216530" y="216575"/>
                </a:cubicBezTo>
                <a:cubicBezTo>
                  <a:pt x="201353" y="231815"/>
                  <a:pt x="182572" y="238863"/>
                  <a:pt x="161514" y="238863"/>
                </a:cubicBezTo>
                <a:lnTo>
                  <a:pt x="150985" y="238863"/>
                </a:lnTo>
                <a:cubicBezTo>
                  <a:pt x="146337" y="237720"/>
                  <a:pt x="143966" y="234196"/>
                  <a:pt x="143966" y="230672"/>
                </a:cubicBezTo>
                <a:cubicBezTo>
                  <a:pt x="145104" y="227147"/>
                  <a:pt x="148614" y="223623"/>
                  <a:pt x="152123" y="224766"/>
                </a:cubicBezTo>
                <a:cubicBezTo>
                  <a:pt x="172043" y="227147"/>
                  <a:pt x="191962" y="221242"/>
                  <a:pt x="206001" y="207145"/>
                </a:cubicBezTo>
                <a:close/>
                <a:moveTo>
                  <a:pt x="141594" y="272677"/>
                </a:moveTo>
                <a:cubicBezTo>
                  <a:pt x="142733" y="269153"/>
                  <a:pt x="146242" y="265628"/>
                  <a:pt x="149752" y="266771"/>
                </a:cubicBezTo>
                <a:cubicBezTo>
                  <a:pt x="181433" y="270296"/>
                  <a:pt x="213020" y="258580"/>
                  <a:pt x="236449" y="236291"/>
                </a:cubicBezTo>
                <a:cubicBezTo>
                  <a:pt x="258740" y="214003"/>
                  <a:pt x="269269" y="182285"/>
                  <a:pt x="265759" y="149519"/>
                </a:cubicBezTo>
                <a:cubicBezTo>
                  <a:pt x="265759" y="145994"/>
                  <a:pt x="268131" y="142470"/>
                  <a:pt x="272779" y="142470"/>
                </a:cubicBezTo>
                <a:cubicBezTo>
                  <a:pt x="276288" y="141327"/>
                  <a:pt x="279798" y="144851"/>
                  <a:pt x="279798" y="148376"/>
                </a:cubicBezTo>
                <a:cubicBezTo>
                  <a:pt x="284446" y="184761"/>
                  <a:pt x="271640" y="219908"/>
                  <a:pt x="245840" y="246959"/>
                </a:cubicBezTo>
                <a:cubicBezTo>
                  <a:pt x="223549" y="269248"/>
                  <a:pt x="193101" y="280964"/>
                  <a:pt x="161419" y="280964"/>
                </a:cubicBezTo>
                <a:lnTo>
                  <a:pt x="148519" y="280964"/>
                </a:lnTo>
                <a:cubicBezTo>
                  <a:pt x="143871" y="279821"/>
                  <a:pt x="141500" y="276296"/>
                  <a:pt x="141500" y="272772"/>
                </a:cubicBezTo>
                <a:close/>
                <a:moveTo>
                  <a:pt x="276478" y="276011"/>
                </a:moveTo>
                <a:cubicBezTo>
                  <a:pt x="244891" y="306491"/>
                  <a:pt x="203914" y="322969"/>
                  <a:pt x="161704" y="322969"/>
                </a:cubicBezTo>
                <a:cubicBezTo>
                  <a:pt x="152313" y="322969"/>
                  <a:pt x="144156" y="322969"/>
                  <a:pt x="134765" y="320588"/>
                </a:cubicBezTo>
                <a:cubicBezTo>
                  <a:pt x="131255" y="320588"/>
                  <a:pt x="128884" y="317063"/>
                  <a:pt x="128884" y="313539"/>
                </a:cubicBezTo>
                <a:cubicBezTo>
                  <a:pt x="130022" y="308872"/>
                  <a:pt x="133532" y="306491"/>
                  <a:pt x="137041" y="307634"/>
                </a:cubicBezTo>
                <a:cubicBezTo>
                  <a:pt x="183900" y="314682"/>
                  <a:pt x="231896" y="299442"/>
                  <a:pt x="265854" y="265438"/>
                </a:cubicBezTo>
                <a:cubicBezTo>
                  <a:pt x="299812" y="231434"/>
                  <a:pt x="315084" y="183332"/>
                  <a:pt x="306831" y="135231"/>
                </a:cubicBezTo>
                <a:cubicBezTo>
                  <a:pt x="305693" y="131707"/>
                  <a:pt x="309203" y="128183"/>
                  <a:pt x="312712" y="127040"/>
                </a:cubicBezTo>
                <a:cubicBezTo>
                  <a:pt x="316222" y="127040"/>
                  <a:pt x="319732" y="129421"/>
                  <a:pt x="320870" y="132945"/>
                </a:cubicBezTo>
                <a:cubicBezTo>
                  <a:pt x="330261" y="185714"/>
                  <a:pt x="312712" y="238482"/>
                  <a:pt x="276383" y="27610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0" name="Graphic 125">
            <a:extLst>
              <a:ext uri="{FF2B5EF4-FFF2-40B4-BE49-F238E27FC236}">
                <a16:creationId xmlns:a16="http://schemas.microsoft.com/office/drawing/2014/main" id="{6377888D-8C3E-E994-C718-33FF20DFC784}"/>
              </a:ext>
            </a:extLst>
          </p:cNvPr>
          <p:cNvSpPr/>
          <p:nvPr/>
        </p:nvSpPr>
        <p:spPr>
          <a:xfrm>
            <a:off x="7900612" y="1459951"/>
            <a:ext cx="439380" cy="438834"/>
          </a:xfrm>
          <a:custGeom>
            <a:avLst/>
            <a:gdLst>
              <a:gd name="connsiteX0" fmla="*/ 230663 w 323370"/>
              <a:gd name="connsiteY0" fmla="*/ 110466 h 322968"/>
              <a:gd name="connsiteX1" fmla="*/ 235311 w 323370"/>
              <a:gd name="connsiteY1" fmla="*/ 112847 h 322968"/>
              <a:gd name="connsiteX2" fmla="*/ 239959 w 323370"/>
              <a:gd name="connsiteY2" fmla="*/ 110466 h 322968"/>
              <a:gd name="connsiteX3" fmla="*/ 299528 w 323370"/>
              <a:gd name="connsiteY3" fmla="*/ 50840 h 322968"/>
              <a:gd name="connsiteX4" fmla="*/ 299528 w 323370"/>
              <a:gd name="connsiteY4" fmla="*/ 41505 h 322968"/>
              <a:gd name="connsiteX5" fmla="*/ 259784 w 323370"/>
              <a:gd name="connsiteY5" fmla="*/ 1786 h 322968"/>
              <a:gd name="connsiteX6" fmla="*/ 250393 w 323370"/>
              <a:gd name="connsiteY6" fmla="*/ 1786 h 322968"/>
              <a:gd name="connsiteX7" fmla="*/ 190824 w 323370"/>
              <a:gd name="connsiteY7" fmla="*/ 61412 h 322968"/>
              <a:gd name="connsiteX8" fmla="*/ 190824 w 323370"/>
              <a:gd name="connsiteY8" fmla="*/ 70747 h 322968"/>
              <a:gd name="connsiteX9" fmla="*/ 230568 w 323370"/>
              <a:gd name="connsiteY9" fmla="*/ 110466 h 322968"/>
              <a:gd name="connsiteX10" fmla="*/ 255230 w 323370"/>
              <a:gd name="connsiteY10" fmla="*/ 16931 h 322968"/>
              <a:gd name="connsiteX11" fmla="*/ 284446 w 323370"/>
              <a:gd name="connsiteY11" fmla="*/ 46172 h 322968"/>
              <a:gd name="connsiteX12" fmla="*/ 235406 w 323370"/>
              <a:gd name="connsiteY12" fmla="*/ 95321 h 322968"/>
              <a:gd name="connsiteX13" fmla="*/ 205052 w 323370"/>
              <a:gd name="connsiteY13" fmla="*/ 66080 h 322968"/>
              <a:gd name="connsiteX14" fmla="*/ 255325 w 323370"/>
              <a:gd name="connsiteY14" fmla="*/ 16931 h 322968"/>
              <a:gd name="connsiteX15" fmla="*/ 71876 w 323370"/>
              <a:gd name="connsiteY15" fmla="*/ 190476 h 322968"/>
              <a:gd name="connsiteX16" fmla="*/ 61347 w 323370"/>
              <a:gd name="connsiteY16" fmla="*/ 190476 h 322968"/>
              <a:gd name="connsiteX17" fmla="*/ 1779 w 323370"/>
              <a:gd name="connsiteY17" fmla="*/ 250484 h 322968"/>
              <a:gd name="connsiteX18" fmla="*/ 1779 w 323370"/>
              <a:gd name="connsiteY18" fmla="*/ 259913 h 322968"/>
              <a:gd name="connsiteX19" fmla="*/ 41523 w 323370"/>
              <a:gd name="connsiteY19" fmla="*/ 299918 h 322968"/>
              <a:gd name="connsiteX20" fmla="*/ 47404 w 323370"/>
              <a:gd name="connsiteY20" fmla="*/ 302300 h 322968"/>
              <a:gd name="connsiteX21" fmla="*/ 52052 w 323370"/>
              <a:gd name="connsiteY21" fmla="*/ 299918 h 322968"/>
              <a:gd name="connsiteX22" fmla="*/ 111620 w 323370"/>
              <a:gd name="connsiteY22" fmla="*/ 241054 h 322968"/>
              <a:gd name="connsiteX23" fmla="*/ 111620 w 323370"/>
              <a:gd name="connsiteY23" fmla="*/ 230481 h 322968"/>
              <a:gd name="connsiteX24" fmla="*/ 71876 w 323370"/>
              <a:gd name="connsiteY24" fmla="*/ 190476 h 322968"/>
              <a:gd name="connsiteX25" fmla="*/ 47309 w 323370"/>
              <a:gd name="connsiteY25" fmla="*/ 285821 h 322968"/>
              <a:gd name="connsiteX26" fmla="*/ 16955 w 323370"/>
              <a:gd name="connsiteY26" fmla="*/ 255246 h 322968"/>
              <a:gd name="connsiteX27" fmla="*/ 67228 w 323370"/>
              <a:gd name="connsiteY27" fmla="*/ 205811 h 322968"/>
              <a:gd name="connsiteX28" fmla="*/ 96444 w 323370"/>
              <a:gd name="connsiteY28" fmla="*/ 235244 h 322968"/>
              <a:gd name="connsiteX29" fmla="*/ 47404 w 323370"/>
              <a:gd name="connsiteY29" fmla="*/ 285917 h 322968"/>
              <a:gd name="connsiteX30" fmla="*/ 161609 w 323370"/>
              <a:gd name="connsiteY30" fmla="*/ 196096 h 322968"/>
              <a:gd name="connsiteX31" fmla="*/ 186081 w 323370"/>
              <a:gd name="connsiteY31" fmla="*/ 186666 h 322968"/>
              <a:gd name="connsiteX32" fmla="*/ 190729 w 323370"/>
              <a:gd name="connsiteY32" fmla="*/ 140851 h 322968"/>
              <a:gd name="connsiteX33" fmla="*/ 210649 w 323370"/>
              <a:gd name="connsiteY33" fmla="*/ 121039 h 322968"/>
              <a:gd name="connsiteX34" fmla="*/ 211787 w 323370"/>
              <a:gd name="connsiteY34" fmla="*/ 115133 h 322968"/>
              <a:gd name="connsiteX35" fmla="*/ 210649 w 323370"/>
              <a:gd name="connsiteY35" fmla="*/ 110466 h 322968"/>
              <a:gd name="connsiteX36" fmla="*/ 111241 w 323370"/>
              <a:gd name="connsiteY36" fmla="*/ 110466 h 322968"/>
              <a:gd name="connsiteX37" fmla="*/ 90183 w 323370"/>
              <a:gd name="connsiteY37" fmla="*/ 161044 h 322968"/>
              <a:gd name="connsiteX38" fmla="*/ 111241 w 323370"/>
              <a:gd name="connsiteY38" fmla="*/ 210383 h 322968"/>
              <a:gd name="connsiteX39" fmla="*/ 115889 w 323370"/>
              <a:gd name="connsiteY39" fmla="*/ 212765 h 322968"/>
              <a:gd name="connsiteX40" fmla="*/ 120537 w 323370"/>
              <a:gd name="connsiteY40" fmla="*/ 210383 h 322968"/>
              <a:gd name="connsiteX41" fmla="*/ 141215 w 323370"/>
              <a:gd name="connsiteY41" fmla="*/ 189905 h 322968"/>
              <a:gd name="connsiteX42" fmla="*/ 161514 w 323370"/>
              <a:gd name="connsiteY42" fmla="*/ 196096 h 322968"/>
              <a:gd name="connsiteX43" fmla="*/ 176786 w 323370"/>
              <a:gd name="connsiteY43" fmla="*/ 176093 h 322968"/>
              <a:gd name="connsiteX44" fmla="*/ 152028 w 323370"/>
              <a:gd name="connsiteY44" fmla="*/ 179332 h 322968"/>
              <a:gd name="connsiteX45" fmla="*/ 179916 w 323370"/>
              <a:gd name="connsiteY45" fmla="*/ 151709 h 322968"/>
              <a:gd name="connsiteX46" fmla="*/ 176880 w 323370"/>
              <a:gd name="connsiteY46" fmla="*/ 176093 h 322968"/>
              <a:gd name="connsiteX47" fmla="*/ 115984 w 323370"/>
              <a:gd name="connsiteY47" fmla="*/ 195048 h 322968"/>
              <a:gd name="connsiteX48" fmla="*/ 120632 w 323370"/>
              <a:gd name="connsiteY48" fmla="*/ 121039 h 322968"/>
              <a:gd name="connsiteX49" fmla="*/ 195472 w 323370"/>
              <a:gd name="connsiteY49" fmla="*/ 116372 h 322968"/>
              <a:gd name="connsiteX50" fmla="*/ 178114 w 323370"/>
              <a:gd name="connsiteY50" fmla="*/ 133612 h 322968"/>
              <a:gd name="connsiteX51" fmla="*/ 175552 w 323370"/>
              <a:gd name="connsiteY51" fmla="*/ 135041 h 322968"/>
              <a:gd name="connsiteX52" fmla="*/ 174509 w 323370"/>
              <a:gd name="connsiteY52" fmla="*/ 137231 h 322968"/>
              <a:gd name="connsiteX53" fmla="*/ 136947 w 323370"/>
              <a:gd name="connsiteY53" fmla="*/ 174474 h 322968"/>
              <a:gd name="connsiteX54" fmla="*/ 135998 w 323370"/>
              <a:gd name="connsiteY54" fmla="*/ 175046 h 322968"/>
              <a:gd name="connsiteX55" fmla="*/ 135713 w 323370"/>
              <a:gd name="connsiteY55" fmla="*/ 175712 h 322968"/>
              <a:gd name="connsiteX56" fmla="*/ 115984 w 323370"/>
              <a:gd name="connsiteY56" fmla="*/ 195239 h 322968"/>
              <a:gd name="connsiteX57" fmla="*/ 206001 w 323370"/>
              <a:gd name="connsiteY57" fmla="*/ 207145 h 322968"/>
              <a:gd name="connsiteX58" fmla="*/ 223549 w 323370"/>
              <a:gd name="connsiteY58" fmla="*/ 151900 h 322968"/>
              <a:gd name="connsiteX59" fmla="*/ 229430 w 323370"/>
              <a:gd name="connsiteY59" fmla="*/ 144851 h 322968"/>
              <a:gd name="connsiteX60" fmla="*/ 237588 w 323370"/>
              <a:gd name="connsiteY60" fmla="*/ 150757 h 322968"/>
              <a:gd name="connsiteX61" fmla="*/ 216530 w 323370"/>
              <a:gd name="connsiteY61" fmla="*/ 216575 h 322968"/>
              <a:gd name="connsiteX62" fmla="*/ 161514 w 323370"/>
              <a:gd name="connsiteY62" fmla="*/ 238863 h 322968"/>
              <a:gd name="connsiteX63" fmla="*/ 150985 w 323370"/>
              <a:gd name="connsiteY63" fmla="*/ 238863 h 322968"/>
              <a:gd name="connsiteX64" fmla="*/ 143966 w 323370"/>
              <a:gd name="connsiteY64" fmla="*/ 230672 h 322968"/>
              <a:gd name="connsiteX65" fmla="*/ 152123 w 323370"/>
              <a:gd name="connsiteY65" fmla="*/ 224766 h 322968"/>
              <a:gd name="connsiteX66" fmla="*/ 206001 w 323370"/>
              <a:gd name="connsiteY66" fmla="*/ 207145 h 322968"/>
              <a:gd name="connsiteX67" fmla="*/ 141594 w 323370"/>
              <a:gd name="connsiteY67" fmla="*/ 272677 h 322968"/>
              <a:gd name="connsiteX68" fmla="*/ 149752 w 323370"/>
              <a:gd name="connsiteY68" fmla="*/ 266771 h 322968"/>
              <a:gd name="connsiteX69" fmla="*/ 236449 w 323370"/>
              <a:gd name="connsiteY69" fmla="*/ 236291 h 322968"/>
              <a:gd name="connsiteX70" fmla="*/ 265759 w 323370"/>
              <a:gd name="connsiteY70" fmla="*/ 149519 h 322968"/>
              <a:gd name="connsiteX71" fmla="*/ 272779 w 323370"/>
              <a:gd name="connsiteY71" fmla="*/ 142470 h 322968"/>
              <a:gd name="connsiteX72" fmla="*/ 279798 w 323370"/>
              <a:gd name="connsiteY72" fmla="*/ 148376 h 322968"/>
              <a:gd name="connsiteX73" fmla="*/ 245840 w 323370"/>
              <a:gd name="connsiteY73" fmla="*/ 246959 h 322968"/>
              <a:gd name="connsiteX74" fmla="*/ 161419 w 323370"/>
              <a:gd name="connsiteY74" fmla="*/ 280964 h 322968"/>
              <a:gd name="connsiteX75" fmla="*/ 148519 w 323370"/>
              <a:gd name="connsiteY75" fmla="*/ 280964 h 322968"/>
              <a:gd name="connsiteX76" fmla="*/ 141500 w 323370"/>
              <a:gd name="connsiteY76" fmla="*/ 272772 h 322968"/>
              <a:gd name="connsiteX77" fmla="*/ 276478 w 323370"/>
              <a:gd name="connsiteY77" fmla="*/ 276011 h 322968"/>
              <a:gd name="connsiteX78" fmla="*/ 161704 w 323370"/>
              <a:gd name="connsiteY78" fmla="*/ 322969 h 322968"/>
              <a:gd name="connsiteX79" fmla="*/ 134765 w 323370"/>
              <a:gd name="connsiteY79" fmla="*/ 320588 h 322968"/>
              <a:gd name="connsiteX80" fmla="*/ 128884 w 323370"/>
              <a:gd name="connsiteY80" fmla="*/ 313539 h 322968"/>
              <a:gd name="connsiteX81" fmla="*/ 137041 w 323370"/>
              <a:gd name="connsiteY81" fmla="*/ 307634 h 322968"/>
              <a:gd name="connsiteX82" fmla="*/ 265854 w 323370"/>
              <a:gd name="connsiteY82" fmla="*/ 265438 h 322968"/>
              <a:gd name="connsiteX83" fmla="*/ 306831 w 323370"/>
              <a:gd name="connsiteY83" fmla="*/ 135231 h 322968"/>
              <a:gd name="connsiteX84" fmla="*/ 312712 w 323370"/>
              <a:gd name="connsiteY84" fmla="*/ 127040 h 322968"/>
              <a:gd name="connsiteX85" fmla="*/ 320870 w 323370"/>
              <a:gd name="connsiteY85" fmla="*/ 132945 h 322968"/>
              <a:gd name="connsiteX86" fmla="*/ 276383 w 323370"/>
              <a:gd name="connsiteY86" fmla="*/ 276106 h 322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323370" h="322968">
                <a:moveTo>
                  <a:pt x="230663" y="110466"/>
                </a:moveTo>
                <a:cubicBezTo>
                  <a:pt x="231801" y="111609"/>
                  <a:pt x="233034" y="112847"/>
                  <a:pt x="235311" y="112847"/>
                </a:cubicBezTo>
                <a:cubicBezTo>
                  <a:pt x="236449" y="112847"/>
                  <a:pt x="238821" y="111704"/>
                  <a:pt x="239959" y="110466"/>
                </a:cubicBezTo>
                <a:lnTo>
                  <a:pt x="299528" y="50840"/>
                </a:lnTo>
                <a:cubicBezTo>
                  <a:pt x="301899" y="48458"/>
                  <a:pt x="301899" y="43791"/>
                  <a:pt x="299528" y="41505"/>
                </a:cubicBezTo>
                <a:lnTo>
                  <a:pt x="259784" y="1786"/>
                </a:lnTo>
                <a:cubicBezTo>
                  <a:pt x="257412" y="-595"/>
                  <a:pt x="252764" y="-595"/>
                  <a:pt x="250393" y="1786"/>
                </a:cubicBezTo>
                <a:lnTo>
                  <a:pt x="190824" y="61412"/>
                </a:lnTo>
                <a:cubicBezTo>
                  <a:pt x="187314" y="63794"/>
                  <a:pt x="187314" y="68461"/>
                  <a:pt x="190824" y="70747"/>
                </a:cubicBezTo>
                <a:lnTo>
                  <a:pt x="230568" y="110466"/>
                </a:lnTo>
                <a:close/>
                <a:moveTo>
                  <a:pt x="255230" y="16931"/>
                </a:moveTo>
                <a:lnTo>
                  <a:pt x="284446" y="46172"/>
                </a:lnTo>
                <a:lnTo>
                  <a:pt x="235406" y="95321"/>
                </a:lnTo>
                <a:lnTo>
                  <a:pt x="205052" y="66080"/>
                </a:lnTo>
                <a:lnTo>
                  <a:pt x="255325" y="16931"/>
                </a:lnTo>
                <a:close/>
                <a:moveTo>
                  <a:pt x="71876" y="190476"/>
                </a:moveTo>
                <a:cubicBezTo>
                  <a:pt x="69505" y="188095"/>
                  <a:pt x="64857" y="188095"/>
                  <a:pt x="61347" y="190476"/>
                </a:cubicBezTo>
                <a:lnTo>
                  <a:pt x="1779" y="250484"/>
                </a:lnTo>
                <a:cubicBezTo>
                  <a:pt x="-593" y="252865"/>
                  <a:pt x="-593" y="257532"/>
                  <a:pt x="1779" y="259913"/>
                </a:cubicBezTo>
                <a:lnTo>
                  <a:pt x="41523" y="299918"/>
                </a:lnTo>
                <a:cubicBezTo>
                  <a:pt x="43894" y="302300"/>
                  <a:pt x="45032" y="302300"/>
                  <a:pt x="47404" y="302300"/>
                </a:cubicBezTo>
                <a:cubicBezTo>
                  <a:pt x="48542" y="302300"/>
                  <a:pt x="50913" y="302300"/>
                  <a:pt x="52052" y="299918"/>
                </a:cubicBezTo>
                <a:lnTo>
                  <a:pt x="111620" y="241054"/>
                </a:lnTo>
                <a:cubicBezTo>
                  <a:pt x="113992" y="237530"/>
                  <a:pt x="113992" y="232767"/>
                  <a:pt x="111620" y="230481"/>
                </a:cubicBezTo>
                <a:lnTo>
                  <a:pt x="71876" y="190476"/>
                </a:lnTo>
                <a:close/>
                <a:moveTo>
                  <a:pt x="47309" y="285821"/>
                </a:moveTo>
                <a:lnTo>
                  <a:pt x="16955" y="255246"/>
                </a:lnTo>
                <a:lnTo>
                  <a:pt x="67228" y="205811"/>
                </a:lnTo>
                <a:lnTo>
                  <a:pt x="96444" y="235244"/>
                </a:lnTo>
                <a:lnTo>
                  <a:pt x="47404" y="285917"/>
                </a:lnTo>
                <a:close/>
                <a:moveTo>
                  <a:pt x="161609" y="196096"/>
                </a:moveTo>
                <a:cubicBezTo>
                  <a:pt x="170905" y="196096"/>
                  <a:pt x="180200" y="192572"/>
                  <a:pt x="186081" y="186666"/>
                </a:cubicBezTo>
                <a:cubicBezTo>
                  <a:pt x="198223" y="174379"/>
                  <a:pt x="199835" y="154948"/>
                  <a:pt x="190729" y="140851"/>
                </a:cubicBezTo>
                <a:cubicBezTo>
                  <a:pt x="196895" y="134755"/>
                  <a:pt x="203440" y="128278"/>
                  <a:pt x="210649" y="121039"/>
                </a:cubicBezTo>
                <a:cubicBezTo>
                  <a:pt x="211787" y="119896"/>
                  <a:pt x="211787" y="117515"/>
                  <a:pt x="211787" y="115133"/>
                </a:cubicBezTo>
                <a:cubicBezTo>
                  <a:pt x="211787" y="113990"/>
                  <a:pt x="211787" y="111609"/>
                  <a:pt x="210649" y="110466"/>
                </a:cubicBezTo>
                <a:cubicBezTo>
                  <a:pt x="182572" y="83415"/>
                  <a:pt x="138085" y="83415"/>
                  <a:pt x="111241" y="110466"/>
                </a:cubicBezTo>
                <a:cubicBezTo>
                  <a:pt x="97202" y="124563"/>
                  <a:pt x="90183" y="142184"/>
                  <a:pt x="90183" y="161044"/>
                </a:cubicBezTo>
                <a:cubicBezTo>
                  <a:pt x="90183" y="179903"/>
                  <a:pt x="97202" y="197525"/>
                  <a:pt x="111241" y="210383"/>
                </a:cubicBezTo>
                <a:cubicBezTo>
                  <a:pt x="112379" y="211526"/>
                  <a:pt x="114751" y="212765"/>
                  <a:pt x="115889" y="212765"/>
                </a:cubicBezTo>
                <a:cubicBezTo>
                  <a:pt x="118260" y="212765"/>
                  <a:pt x="119398" y="211622"/>
                  <a:pt x="120537" y="210383"/>
                </a:cubicBezTo>
                <a:cubicBezTo>
                  <a:pt x="120537" y="210383"/>
                  <a:pt x="120632" y="210288"/>
                  <a:pt x="141215" y="189905"/>
                </a:cubicBezTo>
                <a:cubicBezTo>
                  <a:pt x="147286" y="194000"/>
                  <a:pt x="154400" y="196096"/>
                  <a:pt x="161514" y="196096"/>
                </a:cubicBezTo>
                <a:close/>
                <a:moveTo>
                  <a:pt x="176786" y="176093"/>
                </a:moveTo>
                <a:cubicBezTo>
                  <a:pt x="170241" y="182666"/>
                  <a:pt x="159996" y="183904"/>
                  <a:pt x="152028" y="179332"/>
                </a:cubicBezTo>
                <a:cubicBezTo>
                  <a:pt x="159427" y="171998"/>
                  <a:pt x="168533" y="162949"/>
                  <a:pt x="179916" y="151709"/>
                </a:cubicBezTo>
                <a:cubicBezTo>
                  <a:pt x="183805" y="159710"/>
                  <a:pt x="183236" y="169712"/>
                  <a:pt x="176880" y="176093"/>
                </a:cubicBezTo>
                <a:close/>
                <a:moveTo>
                  <a:pt x="115984" y="195048"/>
                </a:moveTo>
                <a:cubicBezTo>
                  <a:pt x="99574" y="172760"/>
                  <a:pt x="100807" y="140946"/>
                  <a:pt x="120632" y="121039"/>
                </a:cubicBezTo>
                <a:cubicBezTo>
                  <a:pt x="141689" y="99893"/>
                  <a:pt x="173276" y="98750"/>
                  <a:pt x="195472" y="116372"/>
                </a:cubicBezTo>
                <a:cubicBezTo>
                  <a:pt x="195472" y="116372"/>
                  <a:pt x="195377" y="116467"/>
                  <a:pt x="178114" y="133612"/>
                </a:cubicBezTo>
                <a:cubicBezTo>
                  <a:pt x="177165" y="133898"/>
                  <a:pt x="176311" y="134279"/>
                  <a:pt x="175552" y="135041"/>
                </a:cubicBezTo>
                <a:cubicBezTo>
                  <a:pt x="175078" y="135803"/>
                  <a:pt x="174794" y="136469"/>
                  <a:pt x="174509" y="137231"/>
                </a:cubicBezTo>
                <a:cubicBezTo>
                  <a:pt x="165972" y="145709"/>
                  <a:pt x="153831" y="157710"/>
                  <a:pt x="136947" y="174474"/>
                </a:cubicBezTo>
                <a:cubicBezTo>
                  <a:pt x="136662" y="174665"/>
                  <a:pt x="136283" y="174760"/>
                  <a:pt x="135998" y="175046"/>
                </a:cubicBezTo>
                <a:cubicBezTo>
                  <a:pt x="135808" y="175236"/>
                  <a:pt x="135808" y="175522"/>
                  <a:pt x="135713" y="175712"/>
                </a:cubicBezTo>
                <a:cubicBezTo>
                  <a:pt x="129738" y="181713"/>
                  <a:pt x="123287" y="188000"/>
                  <a:pt x="115984" y="195239"/>
                </a:cubicBezTo>
                <a:close/>
                <a:moveTo>
                  <a:pt x="206001" y="207145"/>
                </a:moveTo>
                <a:cubicBezTo>
                  <a:pt x="220039" y="193048"/>
                  <a:pt x="227059" y="171902"/>
                  <a:pt x="223549" y="151900"/>
                </a:cubicBezTo>
                <a:cubicBezTo>
                  <a:pt x="223549" y="148376"/>
                  <a:pt x="225920" y="144851"/>
                  <a:pt x="229430" y="144851"/>
                </a:cubicBezTo>
                <a:cubicBezTo>
                  <a:pt x="234078" y="143708"/>
                  <a:pt x="237588" y="145994"/>
                  <a:pt x="237588" y="150757"/>
                </a:cubicBezTo>
                <a:cubicBezTo>
                  <a:pt x="241097" y="174284"/>
                  <a:pt x="232940" y="198953"/>
                  <a:pt x="216530" y="216575"/>
                </a:cubicBezTo>
                <a:cubicBezTo>
                  <a:pt x="201353" y="231815"/>
                  <a:pt x="182572" y="238863"/>
                  <a:pt x="161514" y="238863"/>
                </a:cubicBezTo>
                <a:lnTo>
                  <a:pt x="150985" y="238863"/>
                </a:lnTo>
                <a:cubicBezTo>
                  <a:pt x="146337" y="237720"/>
                  <a:pt x="143966" y="234196"/>
                  <a:pt x="143966" y="230672"/>
                </a:cubicBezTo>
                <a:cubicBezTo>
                  <a:pt x="145104" y="227147"/>
                  <a:pt x="148614" y="223623"/>
                  <a:pt x="152123" y="224766"/>
                </a:cubicBezTo>
                <a:cubicBezTo>
                  <a:pt x="172043" y="227147"/>
                  <a:pt x="191962" y="221242"/>
                  <a:pt x="206001" y="207145"/>
                </a:cubicBezTo>
                <a:close/>
                <a:moveTo>
                  <a:pt x="141594" y="272677"/>
                </a:moveTo>
                <a:cubicBezTo>
                  <a:pt x="142733" y="269153"/>
                  <a:pt x="146242" y="265628"/>
                  <a:pt x="149752" y="266771"/>
                </a:cubicBezTo>
                <a:cubicBezTo>
                  <a:pt x="181433" y="270296"/>
                  <a:pt x="213020" y="258580"/>
                  <a:pt x="236449" y="236291"/>
                </a:cubicBezTo>
                <a:cubicBezTo>
                  <a:pt x="258740" y="214003"/>
                  <a:pt x="269269" y="182285"/>
                  <a:pt x="265759" y="149519"/>
                </a:cubicBezTo>
                <a:cubicBezTo>
                  <a:pt x="265759" y="145994"/>
                  <a:pt x="268131" y="142470"/>
                  <a:pt x="272779" y="142470"/>
                </a:cubicBezTo>
                <a:cubicBezTo>
                  <a:pt x="276288" y="141327"/>
                  <a:pt x="279798" y="144851"/>
                  <a:pt x="279798" y="148376"/>
                </a:cubicBezTo>
                <a:cubicBezTo>
                  <a:pt x="284446" y="184761"/>
                  <a:pt x="271640" y="219908"/>
                  <a:pt x="245840" y="246959"/>
                </a:cubicBezTo>
                <a:cubicBezTo>
                  <a:pt x="223549" y="269248"/>
                  <a:pt x="193101" y="280964"/>
                  <a:pt x="161419" y="280964"/>
                </a:cubicBezTo>
                <a:lnTo>
                  <a:pt x="148519" y="280964"/>
                </a:lnTo>
                <a:cubicBezTo>
                  <a:pt x="143871" y="279821"/>
                  <a:pt x="141500" y="276296"/>
                  <a:pt x="141500" y="272772"/>
                </a:cubicBezTo>
                <a:close/>
                <a:moveTo>
                  <a:pt x="276478" y="276011"/>
                </a:moveTo>
                <a:cubicBezTo>
                  <a:pt x="244891" y="306491"/>
                  <a:pt x="203914" y="322969"/>
                  <a:pt x="161704" y="322969"/>
                </a:cubicBezTo>
                <a:cubicBezTo>
                  <a:pt x="152313" y="322969"/>
                  <a:pt x="144156" y="322969"/>
                  <a:pt x="134765" y="320588"/>
                </a:cubicBezTo>
                <a:cubicBezTo>
                  <a:pt x="131255" y="320588"/>
                  <a:pt x="128884" y="317063"/>
                  <a:pt x="128884" y="313539"/>
                </a:cubicBezTo>
                <a:cubicBezTo>
                  <a:pt x="130022" y="308872"/>
                  <a:pt x="133532" y="306491"/>
                  <a:pt x="137041" y="307634"/>
                </a:cubicBezTo>
                <a:cubicBezTo>
                  <a:pt x="183900" y="314682"/>
                  <a:pt x="231896" y="299442"/>
                  <a:pt x="265854" y="265438"/>
                </a:cubicBezTo>
                <a:cubicBezTo>
                  <a:pt x="299812" y="231434"/>
                  <a:pt x="315084" y="183332"/>
                  <a:pt x="306831" y="135231"/>
                </a:cubicBezTo>
                <a:cubicBezTo>
                  <a:pt x="305693" y="131707"/>
                  <a:pt x="309203" y="128183"/>
                  <a:pt x="312712" y="127040"/>
                </a:cubicBezTo>
                <a:cubicBezTo>
                  <a:pt x="316222" y="127040"/>
                  <a:pt x="319732" y="129421"/>
                  <a:pt x="320870" y="132945"/>
                </a:cubicBezTo>
                <a:cubicBezTo>
                  <a:pt x="330261" y="185714"/>
                  <a:pt x="312712" y="238482"/>
                  <a:pt x="276383" y="27610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31">
            <a:extLst>
              <a:ext uri="{FF2B5EF4-FFF2-40B4-BE49-F238E27FC236}">
                <a16:creationId xmlns:a16="http://schemas.microsoft.com/office/drawing/2014/main" id="{BA34B732-8FDB-5FAA-C85C-03660A08FE1A}"/>
              </a:ext>
            </a:extLst>
          </p:cNvPr>
          <p:cNvSpPr/>
          <p:nvPr/>
        </p:nvSpPr>
        <p:spPr>
          <a:xfrm>
            <a:off x="8895807" y="830009"/>
            <a:ext cx="213994" cy="432201"/>
          </a:xfrm>
          <a:custGeom>
            <a:avLst/>
            <a:gdLst>
              <a:gd name="connsiteX0" fmla="*/ 153096 w 159356"/>
              <a:gd name="connsiteY0" fmla="*/ 67437 h 321849"/>
              <a:gd name="connsiteX1" fmla="*/ 113067 w 159356"/>
              <a:gd name="connsiteY1" fmla="*/ 67437 h 321849"/>
              <a:gd name="connsiteX2" fmla="*/ 106427 w 159356"/>
              <a:gd name="connsiteY2" fmla="*/ 74105 h 321849"/>
              <a:gd name="connsiteX3" fmla="*/ 106427 w 159356"/>
              <a:gd name="connsiteY3" fmla="*/ 114300 h 321849"/>
              <a:gd name="connsiteX4" fmla="*/ 113067 w 159356"/>
              <a:gd name="connsiteY4" fmla="*/ 120968 h 321849"/>
              <a:gd name="connsiteX5" fmla="*/ 126916 w 159356"/>
              <a:gd name="connsiteY5" fmla="*/ 120968 h 321849"/>
              <a:gd name="connsiteX6" fmla="*/ 126916 w 159356"/>
              <a:gd name="connsiteY6" fmla="*/ 151162 h 321849"/>
              <a:gd name="connsiteX7" fmla="*/ 86792 w 159356"/>
              <a:gd name="connsiteY7" fmla="*/ 176403 h 321849"/>
              <a:gd name="connsiteX8" fmla="*/ 86792 w 159356"/>
              <a:gd name="connsiteY8" fmla="*/ 23717 h 321849"/>
              <a:gd name="connsiteX9" fmla="*/ 109083 w 159356"/>
              <a:gd name="connsiteY9" fmla="*/ 46101 h 321849"/>
              <a:gd name="connsiteX10" fmla="*/ 113541 w 159356"/>
              <a:gd name="connsiteY10" fmla="*/ 47244 h 321849"/>
              <a:gd name="connsiteX11" fmla="*/ 117999 w 159356"/>
              <a:gd name="connsiteY11" fmla="*/ 46101 h 321849"/>
              <a:gd name="connsiteX12" fmla="*/ 117999 w 159356"/>
              <a:gd name="connsiteY12" fmla="*/ 36004 h 321849"/>
              <a:gd name="connsiteX13" fmla="*/ 85464 w 159356"/>
              <a:gd name="connsiteY13" fmla="*/ 3334 h 321849"/>
              <a:gd name="connsiteX14" fmla="*/ 79963 w 159356"/>
              <a:gd name="connsiteY14" fmla="*/ 0 h 321849"/>
              <a:gd name="connsiteX15" fmla="*/ 74461 w 159356"/>
              <a:gd name="connsiteY15" fmla="*/ 3334 h 321849"/>
              <a:gd name="connsiteX16" fmla="*/ 41926 w 159356"/>
              <a:gd name="connsiteY16" fmla="*/ 36004 h 321849"/>
              <a:gd name="connsiteX17" fmla="*/ 41926 w 159356"/>
              <a:gd name="connsiteY17" fmla="*/ 46101 h 321849"/>
              <a:gd name="connsiteX18" fmla="*/ 50842 w 159356"/>
              <a:gd name="connsiteY18" fmla="*/ 46101 h 321849"/>
              <a:gd name="connsiteX19" fmla="*/ 73133 w 159356"/>
              <a:gd name="connsiteY19" fmla="*/ 23717 h 321849"/>
              <a:gd name="connsiteX20" fmla="*/ 73133 w 159356"/>
              <a:gd name="connsiteY20" fmla="*/ 202978 h 321849"/>
              <a:gd name="connsiteX21" fmla="*/ 33009 w 159356"/>
              <a:gd name="connsiteY21" fmla="*/ 177927 h 321849"/>
              <a:gd name="connsiteX22" fmla="*/ 33009 w 159356"/>
              <a:gd name="connsiteY22" fmla="*/ 146590 h 321849"/>
              <a:gd name="connsiteX23" fmla="*/ 53498 w 159356"/>
              <a:gd name="connsiteY23" fmla="*/ 120872 h 321849"/>
              <a:gd name="connsiteX24" fmla="*/ 26749 w 159356"/>
              <a:gd name="connsiteY24" fmla="*/ 94393 h 321849"/>
              <a:gd name="connsiteX25" fmla="*/ 0 w 159356"/>
              <a:gd name="connsiteY25" fmla="*/ 120872 h 321849"/>
              <a:gd name="connsiteX26" fmla="*/ 19540 w 159356"/>
              <a:gd name="connsiteY26" fmla="*/ 146304 h 321849"/>
              <a:gd name="connsiteX27" fmla="*/ 19540 w 159356"/>
              <a:gd name="connsiteY27" fmla="*/ 181261 h 321849"/>
              <a:gd name="connsiteX28" fmla="*/ 22860 w 159356"/>
              <a:gd name="connsiteY28" fmla="*/ 187928 h 321849"/>
              <a:gd name="connsiteX29" fmla="*/ 72943 w 159356"/>
              <a:gd name="connsiteY29" fmla="*/ 219361 h 321849"/>
              <a:gd name="connsiteX30" fmla="*/ 72943 w 159356"/>
              <a:gd name="connsiteY30" fmla="*/ 242506 h 321849"/>
              <a:gd name="connsiteX31" fmla="*/ 39839 w 159356"/>
              <a:gd name="connsiteY31" fmla="*/ 281845 h 321849"/>
              <a:gd name="connsiteX32" fmla="*/ 79678 w 159356"/>
              <a:gd name="connsiteY32" fmla="*/ 321850 h 321849"/>
              <a:gd name="connsiteX33" fmla="*/ 119517 w 159356"/>
              <a:gd name="connsiteY33" fmla="*/ 281845 h 321849"/>
              <a:gd name="connsiteX34" fmla="*/ 86413 w 159356"/>
              <a:gd name="connsiteY34" fmla="*/ 242506 h 321849"/>
              <a:gd name="connsiteX35" fmla="*/ 86413 w 159356"/>
              <a:gd name="connsiteY35" fmla="*/ 192976 h 321849"/>
              <a:gd name="connsiteX36" fmla="*/ 136496 w 159356"/>
              <a:gd name="connsiteY36" fmla="*/ 161258 h 321849"/>
              <a:gd name="connsiteX37" fmla="*/ 139816 w 159356"/>
              <a:gd name="connsiteY37" fmla="*/ 154495 h 321849"/>
              <a:gd name="connsiteX38" fmla="*/ 139816 w 159356"/>
              <a:gd name="connsiteY38" fmla="*/ 120872 h 321849"/>
              <a:gd name="connsiteX39" fmla="*/ 152716 w 159356"/>
              <a:gd name="connsiteY39" fmla="*/ 120872 h 321849"/>
              <a:gd name="connsiteX40" fmla="*/ 159356 w 159356"/>
              <a:gd name="connsiteY40" fmla="*/ 114205 h 321849"/>
              <a:gd name="connsiteX41" fmla="*/ 159356 w 159356"/>
              <a:gd name="connsiteY41" fmla="*/ 74009 h 321849"/>
              <a:gd name="connsiteX42" fmla="*/ 152716 w 159356"/>
              <a:gd name="connsiteY42" fmla="*/ 67342 h 321849"/>
              <a:gd name="connsiteX43" fmla="*/ 13659 w 159356"/>
              <a:gd name="connsiteY43" fmla="*/ 121063 h 321849"/>
              <a:gd name="connsiteX44" fmla="*/ 27034 w 159356"/>
              <a:gd name="connsiteY44" fmla="*/ 107823 h 321849"/>
              <a:gd name="connsiteX45" fmla="*/ 40408 w 159356"/>
              <a:gd name="connsiteY45" fmla="*/ 121063 h 321849"/>
              <a:gd name="connsiteX46" fmla="*/ 27034 w 159356"/>
              <a:gd name="connsiteY46" fmla="*/ 134303 h 321849"/>
              <a:gd name="connsiteX47" fmla="*/ 13659 w 159356"/>
              <a:gd name="connsiteY47" fmla="*/ 121063 h 321849"/>
              <a:gd name="connsiteX48" fmla="*/ 106617 w 159356"/>
              <a:gd name="connsiteY48" fmla="*/ 281940 h 321849"/>
              <a:gd name="connsiteX49" fmla="*/ 80057 w 159356"/>
              <a:gd name="connsiteY49" fmla="*/ 308610 h 321849"/>
              <a:gd name="connsiteX50" fmla="*/ 53498 w 159356"/>
              <a:gd name="connsiteY50" fmla="*/ 281940 h 321849"/>
              <a:gd name="connsiteX51" fmla="*/ 80057 w 159356"/>
              <a:gd name="connsiteY51" fmla="*/ 255270 h 321849"/>
              <a:gd name="connsiteX52" fmla="*/ 106617 w 159356"/>
              <a:gd name="connsiteY52" fmla="*/ 281940 h 321849"/>
              <a:gd name="connsiteX53" fmla="*/ 146456 w 159356"/>
              <a:gd name="connsiteY53" fmla="*/ 107632 h 321849"/>
              <a:gd name="connsiteX54" fmla="*/ 134409 w 159356"/>
              <a:gd name="connsiteY54" fmla="*/ 107632 h 321849"/>
              <a:gd name="connsiteX55" fmla="*/ 133650 w 159356"/>
              <a:gd name="connsiteY55" fmla="*/ 107442 h 321849"/>
              <a:gd name="connsiteX56" fmla="*/ 132891 w 159356"/>
              <a:gd name="connsiteY56" fmla="*/ 107632 h 321849"/>
              <a:gd name="connsiteX57" fmla="*/ 119896 w 159356"/>
              <a:gd name="connsiteY57" fmla="*/ 107632 h 321849"/>
              <a:gd name="connsiteX58" fmla="*/ 119896 w 159356"/>
              <a:gd name="connsiteY58" fmla="*/ 80772 h 321849"/>
              <a:gd name="connsiteX59" fmla="*/ 146645 w 159356"/>
              <a:gd name="connsiteY59" fmla="*/ 80772 h 321849"/>
              <a:gd name="connsiteX60" fmla="*/ 146645 w 159356"/>
              <a:gd name="connsiteY60" fmla="*/ 107632 h 321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59356" h="321849">
                <a:moveTo>
                  <a:pt x="153096" y="67437"/>
                </a:moveTo>
                <a:lnTo>
                  <a:pt x="113067" y="67437"/>
                </a:lnTo>
                <a:cubicBezTo>
                  <a:pt x="109747" y="67437"/>
                  <a:pt x="106427" y="70771"/>
                  <a:pt x="106427" y="74105"/>
                </a:cubicBezTo>
                <a:lnTo>
                  <a:pt x="106427" y="114300"/>
                </a:lnTo>
                <a:cubicBezTo>
                  <a:pt x="106427" y="118777"/>
                  <a:pt x="109747" y="120968"/>
                  <a:pt x="113067" y="120968"/>
                </a:cubicBezTo>
                <a:lnTo>
                  <a:pt x="126916" y="120968"/>
                </a:lnTo>
                <a:lnTo>
                  <a:pt x="126916" y="151162"/>
                </a:lnTo>
                <a:cubicBezTo>
                  <a:pt x="126916" y="151162"/>
                  <a:pt x="126916" y="151162"/>
                  <a:pt x="86792" y="176403"/>
                </a:cubicBezTo>
                <a:lnTo>
                  <a:pt x="86792" y="23717"/>
                </a:lnTo>
                <a:cubicBezTo>
                  <a:pt x="91061" y="28003"/>
                  <a:pt x="97890" y="34862"/>
                  <a:pt x="109083" y="46101"/>
                </a:cubicBezTo>
                <a:cubicBezTo>
                  <a:pt x="110221" y="47244"/>
                  <a:pt x="112403" y="47244"/>
                  <a:pt x="113541" y="47244"/>
                </a:cubicBezTo>
                <a:cubicBezTo>
                  <a:pt x="115818" y="47244"/>
                  <a:pt x="116861" y="47244"/>
                  <a:pt x="117999" y="46101"/>
                </a:cubicBezTo>
                <a:cubicBezTo>
                  <a:pt x="121319" y="42767"/>
                  <a:pt x="121319" y="39338"/>
                  <a:pt x="117999" y="36004"/>
                </a:cubicBezTo>
                <a:cubicBezTo>
                  <a:pt x="117999" y="36004"/>
                  <a:pt x="107157" y="25115"/>
                  <a:pt x="85464" y="3334"/>
                </a:cubicBezTo>
                <a:cubicBezTo>
                  <a:pt x="84231" y="1429"/>
                  <a:pt x="82144" y="0"/>
                  <a:pt x="79963" y="0"/>
                </a:cubicBezTo>
                <a:cubicBezTo>
                  <a:pt x="77781" y="0"/>
                  <a:pt x="75694" y="1429"/>
                  <a:pt x="74461" y="3334"/>
                </a:cubicBezTo>
                <a:cubicBezTo>
                  <a:pt x="72184" y="5620"/>
                  <a:pt x="64976" y="12859"/>
                  <a:pt x="41926" y="36004"/>
                </a:cubicBezTo>
                <a:cubicBezTo>
                  <a:pt x="38606" y="39338"/>
                  <a:pt x="38606" y="42767"/>
                  <a:pt x="41926" y="46101"/>
                </a:cubicBezTo>
                <a:cubicBezTo>
                  <a:pt x="44202" y="48387"/>
                  <a:pt x="48660" y="48387"/>
                  <a:pt x="50842" y="46101"/>
                </a:cubicBezTo>
                <a:cubicBezTo>
                  <a:pt x="50842" y="46101"/>
                  <a:pt x="50842" y="46101"/>
                  <a:pt x="73133" y="23717"/>
                </a:cubicBezTo>
                <a:lnTo>
                  <a:pt x="73133" y="202978"/>
                </a:lnTo>
                <a:cubicBezTo>
                  <a:pt x="66114" y="198596"/>
                  <a:pt x="53972" y="190976"/>
                  <a:pt x="33009" y="177927"/>
                </a:cubicBezTo>
                <a:lnTo>
                  <a:pt x="33009" y="146590"/>
                </a:lnTo>
                <a:cubicBezTo>
                  <a:pt x="44582" y="143923"/>
                  <a:pt x="53498" y="134112"/>
                  <a:pt x="53498" y="120872"/>
                </a:cubicBezTo>
                <a:cubicBezTo>
                  <a:pt x="53498" y="106585"/>
                  <a:pt x="41262" y="94393"/>
                  <a:pt x="26749" y="94393"/>
                </a:cubicBezTo>
                <a:cubicBezTo>
                  <a:pt x="12236" y="94393"/>
                  <a:pt x="0" y="106489"/>
                  <a:pt x="0" y="120872"/>
                </a:cubicBezTo>
                <a:cubicBezTo>
                  <a:pt x="0" y="133636"/>
                  <a:pt x="8442" y="143256"/>
                  <a:pt x="19540" y="146304"/>
                </a:cubicBezTo>
                <a:lnTo>
                  <a:pt x="19540" y="181261"/>
                </a:lnTo>
                <a:cubicBezTo>
                  <a:pt x="19540" y="184595"/>
                  <a:pt x="20678" y="185737"/>
                  <a:pt x="22860" y="187928"/>
                </a:cubicBezTo>
                <a:cubicBezTo>
                  <a:pt x="22860" y="187928"/>
                  <a:pt x="22955" y="187928"/>
                  <a:pt x="72943" y="219361"/>
                </a:cubicBezTo>
                <a:lnTo>
                  <a:pt x="72943" y="242506"/>
                </a:lnTo>
                <a:cubicBezTo>
                  <a:pt x="54067" y="245935"/>
                  <a:pt x="39839" y="262890"/>
                  <a:pt x="39839" y="281845"/>
                </a:cubicBezTo>
                <a:cubicBezTo>
                  <a:pt x="39839" y="304133"/>
                  <a:pt x="57577" y="321850"/>
                  <a:pt x="79678" y="321850"/>
                </a:cubicBezTo>
                <a:cubicBezTo>
                  <a:pt x="101779" y="321850"/>
                  <a:pt x="119517" y="304038"/>
                  <a:pt x="119517" y="281845"/>
                </a:cubicBezTo>
                <a:cubicBezTo>
                  <a:pt x="119517" y="262890"/>
                  <a:pt x="105289" y="245935"/>
                  <a:pt x="86413" y="242506"/>
                </a:cubicBezTo>
                <a:lnTo>
                  <a:pt x="86413" y="192976"/>
                </a:lnTo>
                <a:cubicBezTo>
                  <a:pt x="91345" y="189833"/>
                  <a:pt x="103961" y="181832"/>
                  <a:pt x="136496" y="161258"/>
                </a:cubicBezTo>
                <a:cubicBezTo>
                  <a:pt x="138678" y="158972"/>
                  <a:pt x="139816" y="157924"/>
                  <a:pt x="139816" y="154495"/>
                </a:cubicBezTo>
                <a:lnTo>
                  <a:pt x="139816" y="120872"/>
                </a:lnTo>
                <a:lnTo>
                  <a:pt x="152716" y="120872"/>
                </a:lnTo>
                <a:cubicBezTo>
                  <a:pt x="156036" y="120872"/>
                  <a:pt x="159356" y="118681"/>
                  <a:pt x="159356" y="114205"/>
                </a:cubicBezTo>
                <a:lnTo>
                  <a:pt x="159356" y="74009"/>
                </a:lnTo>
                <a:cubicBezTo>
                  <a:pt x="159356" y="70676"/>
                  <a:pt x="156036" y="67342"/>
                  <a:pt x="152716" y="67342"/>
                </a:cubicBezTo>
                <a:close/>
                <a:moveTo>
                  <a:pt x="13659" y="121063"/>
                </a:moveTo>
                <a:cubicBezTo>
                  <a:pt x="13659" y="114491"/>
                  <a:pt x="19256" y="107823"/>
                  <a:pt x="27034" y="107823"/>
                </a:cubicBezTo>
                <a:cubicBezTo>
                  <a:pt x="34812" y="107823"/>
                  <a:pt x="40408" y="114395"/>
                  <a:pt x="40408" y="121063"/>
                </a:cubicBezTo>
                <a:cubicBezTo>
                  <a:pt x="40408" y="128778"/>
                  <a:pt x="34812" y="134303"/>
                  <a:pt x="27034" y="134303"/>
                </a:cubicBezTo>
                <a:cubicBezTo>
                  <a:pt x="19256" y="134303"/>
                  <a:pt x="13659" y="128778"/>
                  <a:pt x="13659" y="121063"/>
                </a:cubicBezTo>
                <a:close/>
                <a:moveTo>
                  <a:pt x="106617" y="281940"/>
                </a:moveTo>
                <a:cubicBezTo>
                  <a:pt x="106617" y="297466"/>
                  <a:pt x="94475" y="308610"/>
                  <a:pt x="80057" y="308610"/>
                </a:cubicBezTo>
                <a:cubicBezTo>
                  <a:pt x="65639" y="308610"/>
                  <a:pt x="53498" y="297466"/>
                  <a:pt x="53498" y="281940"/>
                </a:cubicBezTo>
                <a:cubicBezTo>
                  <a:pt x="53498" y="267462"/>
                  <a:pt x="65639" y="255270"/>
                  <a:pt x="80057" y="255270"/>
                </a:cubicBezTo>
                <a:cubicBezTo>
                  <a:pt x="94475" y="255270"/>
                  <a:pt x="106617" y="267462"/>
                  <a:pt x="106617" y="281940"/>
                </a:cubicBezTo>
                <a:close/>
                <a:moveTo>
                  <a:pt x="146456" y="107632"/>
                </a:moveTo>
                <a:lnTo>
                  <a:pt x="134409" y="107632"/>
                </a:lnTo>
                <a:cubicBezTo>
                  <a:pt x="134409" y="107632"/>
                  <a:pt x="133840" y="107442"/>
                  <a:pt x="133650" y="107442"/>
                </a:cubicBezTo>
                <a:cubicBezTo>
                  <a:pt x="133461" y="107442"/>
                  <a:pt x="133081" y="107632"/>
                  <a:pt x="132891" y="107632"/>
                </a:cubicBezTo>
                <a:lnTo>
                  <a:pt x="119896" y="107632"/>
                </a:lnTo>
                <a:lnTo>
                  <a:pt x="119896" y="80772"/>
                </a:lnTo>
                <a:lnTo>
                  <a:pt x="146645" y="80772"/>
                </a:lnTo>
                <a:lnTo>
                  <a:pt x="146645" y="107632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4" name="Graphic 131">
            <a:extLst>
              <a:ext uri="{FF2B5EF4-FFF2-40B4-BE49-F238E27FC236}">
                <a16:creationId xmlns:a16="http://schemas.microsoft.com/office/drawing/2014/main" id="{6E457AD2-491E-0360-082D-AA3996BBB19A}"/>
              </a:ext>
            </a:extLst>
          </p:cNvPr>
          <p:cNvSpPr/>
          <p:nvPr/>
        </p:nvSpPr>
        <p:spPr>
          <a:xfrm>
            <a:off x="9654632" y="830009"/>
            <a:ext cx="213994" cy="432201"/>
          </a:xfrm>
          <a:custGeom>
            <a:avLst/>
            <a:gdLst>
              <a:gd name="connsiteX0" fmla="*/ 153096 w 159356"/>
              <a:gd name="connsiteY0" fmla="*/ 67437 h 321849"/>
              <a:gd name="connsiteX1" fmla="*/ 113067 w 159356"/>
              <a:gd name="connsiteY1" fmla="*/ 67437 h 321849"/>
              <a:gd name="connsiteX2" fmla="*/ 106427 w 159356"/>
              <a:gd name="connsiteY2" fmla="*/ 74105 h 321849"/>
              <a:gd name="connsiteX3" fmla="*/ 106427 w 159356"/>
              <a:gd name="connsiteY3" fmla="*/ 114300 h 321849"/>
              <a:gd name="connsiteX4" fmla="*/ 113067 w 159356"/>
              <a:gd name="connsiteY4" fmla="*/ 120968 h 321849"/>
              <a:gd name="connsiteX5" fmla="*/ 126916 w 159356"/>
              <a:gd name="connsiteY5" fmla="*/ 120968 h 321849"/>
              <a:gd name="connsiteX6" fmla="*/ 126916 w 159356"/>
              <a:gd name="connsiteY6" fmla="*/ 151162 h 321849"/>
              <a:gd name="connsiteX7" fmla="*/ 86792 w 159356"/>
              <a:gd name="connsiteY7" fmla="*/ 176403 h 321849"/>
              <a:gd name="connsiteX8" fmla="*/ 86792 w 159356"/>
              <a:gd name="connsiteY8" fmla="*/ 23717 h 321849"/>
              <a:gd name="connsiteX9" fmla="*/ 109083 w 159356"/>
              <a:gd name="connsiteY9" fmla="*/ 46101 h 321849"/>
              <a:gd name="connsiteX10" fmla="*/ 113541 w 159356"/>
              <a:gd name="connsiteY10" fmla="*/ 47244 h 321849"/>
              <a:gd name="connsiteX11" fmla="*/ 117999 w 159356"/>
              <a:gd name="connsiteY11" fmla="*/ 46101 h 321849"/>
              <a:gd name="connsiteX12" fmla="*/ 117999 w 159356"/>
              <a:gd name="connsiteY12" fmla="*/ 36004 h 321849"/>
              <a:gd name="connsiteX13" fmla="*/ 85464 w 159356"/>
              <a:gd name="connsiteY13" fmla="*/ 3334 h 321849"/>
              <a:gd name="connsiteX14" fmla="*/ 79963 w 159356"/>
              <a:gd name="connsiteY14" fmla="*/ 0 h 321849"/>
              <a:gd name="connsiteX15" fmla="*/ 74461 w 159356"/>
              <a:gd name="connsiteY15" fmla="*/ 3334 h 321849"/>
              <a:gd name="connsiteX16" fmla="*/ 41926 w 159356"/>
              <a:gd name="connsiteY16" fmla="*/ 36004 h 321849"/>
              <a:gd name="connsiteX17" fmla="*/ 41926 w 159356"/>
              <a:gd name="connsiteY17" fmla="*/ 46101 h 321849"/>
              <a:gd name="connsiteX18" fmla="*/ 50842 w 159356"/>
              <a:gd name="connsiteY18" fmla="*/ 46101 h 321849"/>
              <a:gd name="connsiteX19" fmla="*/ 73133 w 159356"/>
              <a:gd name="connsiteY19" fmla="*/ 23717 h 321849"/>
              <a:gd name="connsiteX20" fmla="*/ 73133 w 159356"/>
              <a:gd name="connsiteY20" fmla="*/ 202978 h 321849"/>
              <a:gd name="connsiteX21" fmla="*/ 33009 w 159356"/>
              <a:gd name="connsiteY21" fmla="*/ 177927 h 321849"/>
              <a:gd name="connsiteX22" fmla="*/ 33009 w 159356"/>
              <a:gd name="connsiteY22" fmla="*/ 146590 h 321849"/>
              <a:gd name="connsiteX23" fmla="*/ 53498 w 159356"/>
              <a:gd name="connsiteY23" fmla="*/ 120872 h 321849"/>
              <a:gd name="connsiteX24" fmla="*/ 26749 w 159356"/>
              <a:gd name="connsiteY24" fmla="*/ 94393 h 321849"/>
              <a:gd name="connsiteX25" fmla="*/ 0 w 159356"/>
              <a:gd name="connsiteY25" fmla="*/ 120872 h 321849"/>
              <a:gd name="connsiteX26" fmla="*/ 19540 w 159356"/>
              <a:gd name="connsiteY26" fmla="*/ 146304 h 321849"/>
              <a:gd name="connsiteX27" fmla="*/ 19540 w 159356"/>
              <a:gd name="connsiteY27" fmla="*/ 181261 h 321849"/>
              <a:gd name="connsiteX28" fmla="*/ 22860 w 159356"/>
              <a:gd name="connsiteY28" fmla="*/ 187928 h 321849"/>
              <a:gd name="connsiteX29" fmla="*/ 72943 w 159356"/>
              <a:gd name="connsiteY29" fmla="*/ 219361 h 321849"/>
              <a:gd name="connsiteX30" fmla="*/ 72943 w 159356"/>
              <a:gd name="connsiteY30" fmla="*/ 242506 h 321849"/>
              <a:gd name="connsiteX31" fmla="*/ 39839 w 159356"/>
              <a:gd name="connsiteY31" fmla="*/ 281845 h 321849"/>
              <a:gd name="connsiteX32" fmla="*/ 79678 w 159356"/>
              <a:gd name="connsiteY32" fmla="*/ 321850 h 321849"/>
              <a:gd name="connsiteX33" fmla="*/ 119517 w 159356"/>
              <a:gd name="connsiteY33" fmla="*/ 281845 h 321849"/>
              <a:gd name="connsiteX34" fmla="*/ 86413 w 159356"/>
              <a:gd name="connsiteY34" fmla="*/ 242506 h 321849"/>
              <a:gd name="connsiteX35" fmla="*/ 86413 w 159356"/>
              <a:gd name="connsiteY35" fmla="*/ 192976 h 321849"/>
              <a:gd name="connsiteX36" fmla="*/ 136496 w 159356"/>
              <a:gd name="connsiteY36" fmla="*/ 161258 h 321849"/>
              <a:gd name="connsiteX37" fmla="*/ 139816 w 159356"/>
              <a:gd name="connsiteY37" fmla="*/ 154495 h 321849"/>
              <a:gd name="connsiteX38" fmla="*/ 139816 w 159356"/>
              <a:gd name="connsiteY38" fmla="*/ 120872 h 321849"/>
              <a:gd name="connsiteX39" fmla="*/ 152716 w 159356"/>
              <a:gd name="connsiteY39" fmla="*/ 120872 h 321849"/>
              <a:gd name="connsiteX40" fmla="*/ 159356 w 159356"/>
              <a:gd name="connsiteY40" fmla="*/ 114205 h 321849"/>
              <a:gd name="connsiteX41" fmla="*/ 159356 w 159356"/>
              <a:gd name="connsiteY41" fmla="*/ 74009 h 321849"/>
              <a:gd name="connsiteX42" fmla="*/ 152716 w 159356"/>
              <a:gd name="connsiteY42" fmla="*/ 67342 h 321849"/>
              <a:gd name="connsiteX43" fmla="*/ 13659 w 159356"/>
              <a:gd name="connsiteY43" fmla="*/ 121063 h 321849"/>
              <a:gd name="connsiteX44" fmla="*/ 27034 w 159356"/>
              <a:gd name="connsiteY44" fmla="*/ 107823 h 321849"/>
              <a:gd name="connsiteX45" fmla="*/ 40408 w 159356"/>
              <a:gd name="connsiteY45" fmla="*/ 121063 h 321849"/>
              <a:gd name="connsiteX46" fmla="*/ 27034 w 159356"/>
              <a:gd name="connsiteY46" fmla="*/ 134303 h 321849"/>
              <a:gd name="connsiteX47" fmla="*/ 13659 w 159356"/>
              <a:gd name="connsiteY47" fmla="*/ 121063 h 321849"/>
              <a:gd name="connsiteX48" fmla="*/ 106617 w 159356"/>
              <a:gd name="connsiteY48" fmla="*/ 281940 h 321849"/>
              <a:gd name="connsiteX49" fmla="*/ 80057 w 159356"/>
              <a:gd name="connsiteY49" fmla="*/ 308610 h 321849"/>
              <a:gd name="connsiteX50" fmla="*/ 53498 w 159356"/>
              <a:gd name="connsiteY50" fmla="*/ 281940 h 321849"/>
              <a:gd name="connsiteX51" fmla="*/ 80057 w 159356"/>
              <a:gd name="connsiteY51" fmla="*/ 255270 h 321849"/>
              <a:gd name="connsiteX52" fmla="*/ 106617 w 159356"/>
              <a:gd name="connsiteY52" fmla="*/ 281940 h 321849"/>
              <a:gd name="connsiteX53" fmla="*/ 146456 w 159356"/>
              <a:gd name="connsiteY53" fmla="*/ 107632 h 321849"/>
              <a:gd name="connsiteX54" fmla="*/ 134409 w 159356"/>
              <a:gd name="connsiteY54" fmla="*/ 107632 h 321849"/>
              <a:gd name="connsiteX55" fmla="*/ 133650 w 159356"/>
              <a:gd name="connsiteY55" fmla="*/ 107442 h 321849"/>
              <a:gd name="connsiteX56" fmla="*/ 132891 w 159356"/>
              <a:gd name="connsiteY56" fmla="*/ 107632 h 321849"/>
              <a:gd name="connsiteX57" fmla="*/ 119896 w 159356"/>
              <a:gd name="connsiteY57" fmla="*/ 107632 h 321849"/>
              <a:gd name="connsiteX58" fmla="*/ 119896 w 159356"/>
              <a:gd name="connsiteY58" fmla="*/ 80772 h 321849"/>
              <a:gd name="connsiteX59" fmla="*/ 146645 w 159356"/>
              <a:gd name="connsiteY59" fmla="*/ 80772 h 321849"/>
              <a:gd name="connsiteX60" fmla="*/ 146645 w 159356"/>
              <a:gd name="connsiteY60" fmla="*/ 107632 h 321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59356" h="321849">
                <a:moveTo>
                  <a:pt x="153096" y="67437"/>
                </a:moveTo>
                <a:lnTo>
                  <a:pt x="113067" y="67437"/>
                </a:lnTo>
                <a:cubicBezTo>
                  <a:pt x="109747" y="67437"/>
                  <a:pt x="106427" y="70771"/>
                  <a:pt x="106427" y="74105"/>
                </a:cubicBezTo>
                <a:lnTo>
                  <a:pt x="106427" y="114300"/>
                </a:lnTo>
                <a:cubicBezTo>
                  <a:pt x="106427" y="118777"/>
                  <a:pt x="109747" y="120968"/>
                  <a:pt x="113067" y="120968"/>
                </a:cubicBezTo>
                <a:lnTo>
                  <a:pt x="126916" y="120968"/>
                </a:lnTo>
                <a:lnTo>
                  <a:pt x="126916" y="151162"/>
                </a:lnTo>
                <a:cubicBezTo>
                  <a:pt x="126916" y="151162"/>
                  <a:pt x="126916" y="151162"/>
                  <a:pt x="86792" y="176403"/>
                </a:cubicBezTo>
                <a:lnTo>
                  <a:pt x="86792" y="23717"/>
                </a:lnTo>
                <a:cubicBezTo>
                  <a:pt x="91061" y="28003"/>
                  <a:pt x="97890" y="34862"/>
                  <a:pt x="109083" y="46101"/>
                </a:cubicBezTo>
                <a:cubicBezTo>
                  <a:pt x="110221" y="47244"/>
                  <a:pt x="112403" y="47244"/>
                  <a:pt x="113541" y="47244"/>
                </a:cubicBezTo>
                <a:cubicBezTo>
                  <a:pt x="115818" y="47244"/>
                  <a:pt x="116861" y="47244"/>
                  <a:pt x="117999" y="46101"/>
                </a:cubicBezTo>
                <a:cubicBezTo>
                  <a:pt x="121319" y="42767"/>
                  <a:pt x="121319" y="39338"/>
                  <a:pt x="117999" y="36004"/>
                </a:cubicBezTo>
                <a:cubicBezTo>
                  <a:pt x="117999" y="36004"/>
                  <a:pt x="107157" y="25115"/>
                  <a:pt x="85464" y="3334"/>
                </a:cubicBezTo>
                <a:cubicBezTo>
                  <a:pt x="84231" y="1429"/>
                  <a:pt x="82144" y="0"/>
                  <a:pt x="79963" y="0"/>
                </a:cubicBezTo>
                <a:cubicBezTo>
                  <a:pt x="77781" y="0"/>
                  <a:pt x="75694" y="1429"/>
                  <a:pt x="74461" y="3334"/>
                </a:cubicBezTo>
                <a:cubicBezTo>
                  <a:pt x="72184" y="5620"/>
                  <a:pt x="64976" y="12859"/>
                  <a:pt x="41926" y="36004"/>
                </a:cubicBezTo>
                <a:cubicBezTo>
                  <a:pt x="38606" y="39338"/>
                  <a:pt x="38606" y="42767"/>
                  <a:pt x="41926" y="46101"/>
                </a:cubicBezTo>
                <a:cubicBezTo>
                  <a:pt x="44202" y="48387"/>
                  <a:pt x="48660" y="48387"/>
                  <a:pt x="50842" y="46101"/>
                </a:cubicBezTo>
                <a:cubicBezTo>
                  <a:pt x="50842" y="46101"/>
                  <a:pt x="50842" y="46101"/>
                  <a:pt x="73133" y="23717"/>
                </a:cubicBezTo>
                <a:lnTo>
                  <a:pt x="73133" y="202978"/>
                </a:lnTo>
                <a:cubicBezTo>
                  <a:pt x="66114" y="198596"/>
                  <a:pt x="53972" y="190976"/>
                  <a:pt x="33009" y="177927"/>
                </a:cubicBezTo>
                <a:lnTo>
                  <a:pt x="33009" y="146590"/>
                </a:lnTo>
                <a:cubicBezTo>
                  <a:pt x="44582" y="143923"/>
                  <a:pt x="53498" y="134112"/>
                  <a:pt x="53498" y="120872"/>
                </a:cubicBezTo>
                <a:cubicBezTo>
                  <a:pt x="53498" y="106585"/>
                  <a:pt x="41262" y="94393"/>
                  <a:pt x="26749" y="94393"/>
                </a:cubicBezTo>
                <a:cubicBezTo>
                  <a:pt x="12236" y="94393"/>
                  <a:pt x="0" y="106489"/>
                  <a:pt x="0" y="120872"/>
                </a:cubicBezTo>
                <a:cubicBezTo>
                  <a:pt x="0" y="133636"/>
                  <a:pt x="8442" y="143256"/>
                  <a:pt x="19540" y="146304"/>
                </a:cubicBezTo>
                <a:lnTo>
                  <a:pt x="19540" y="181261"/>
                </a:lnTo>
                <a:cubicBezTo>
                  <a:pt x="19540" y="184595"/>
                  <a:pt x="20678" y="185737"/>
                  <a:pt x="22860" y="187928"/>
                </a:cubicBezTo>
                <a:cubicBezTo>
                  <a:pt x="22860" y="187928"/>
                  <a:pt x="22955" y="187928"/>
                  <a:pt x="72943" y="219361"/>
                </a:cubicBezTo>
                <a:lnTo>
                  <a:pt x="72943" y="242506"/>
                </a:lnTo>
                <a:cubicBezTo>
                  <a:pt x="54067" y="245935"/>
                  <a:pt x="39839" y="262890"/>
                  <a:pt x="39839" y="281845"/>
                </a:cubicBezTo>
                <a:cubicBezTo>
                  <a:pt x="39839" y="304133"/>
                  <a:pt x="57577" y="321850"/>
                  <a:pt x="79678" y="321850"/>
                </a:cubicBezTo>
                <a:cubicBezTo>
                  <a:pt x="101779" y="321850"/>
                  <a:pt x="119517" y="304038"/>
                  <a:pt x="119517" y="281845"/>
                </a:cubicBezTo>
                <a:cubicBezTo>
                  <a:pt x="119517" y="262890"/>
                  <a:pt x="105289" y="245935"/>
                  <a:pt x="86413" y="242506"/>
                </a:cubicBezTo>
                <a:lnTo>
                  <a:pt x="86413" y="192976"/>
                </a:lnTo>
                <a:cubicBezTo>
                  <a:pt x="91345" y="189833"/>
                  <a:pt x="103961" y="181832"/>
                  <a:pt x="136496" y="161258"/>
                </a:cubicBezTo>
                <a:cubicBezTo>
                  <a:pt x="138678" y="158972"/>
                  <a:pt x="139816" y="157924"/>
                  <a:pt x="139816" y="154495"/>
                </a:cubicBezTo>
                <a:lnTo>
                  <a:pt x="139816" y="120872"/>
                </a:lnTo>
                <a:lnTo>
                  <a:pt x="152716" y="120872"/>
                </a:lnTo>
                <a:cubicBezTo>
                  <a:pt x="156036" y="120872"/>
                  <a:pt x="159356" y="118681"/>
                  <a:pt x="159356" y="114205"/>
                </a:cubicBezTo>
                <a:lnTo>
                  <a:pt x="159356" y="74009"/>
                </a:lnTo>
                <a:cubicBezTo>
                  <a:pt x="159356" y="70676"/>
                  <a:pt x="156036" y="67342"/>
                  <a:pt x="152716" y="67342"/>
                </a:cubicBezTo>
                <a:close/>
                <a:moveTo>
                  <a:pt x="13659" y="121063"/>
                </a:moveTo>
                <a:cubicBezTo>
                  <a:pt x="13659" y="114491"/>
                  <a:pt x="19256" y="107823"/>
                  <a:pt x="27034" y="107823"/>
                </a:cubicBezTo>
                <a:cubicBezTo>
                  <a:pt x="34812" y="107823"/>
                  <a:pt x="40408" y="114395"/>
                  <a:pt x="40408" y="121063"/>
                </a:cubicBezTo>
                <a:cubicBezTo>
                  <a:pt x="40408" y="128778"/>
                  <a:pt x="34812" y="134303"/>
                  <a:pt x="27034" y="134303"/>
                </a:cubicBezTo>
                <a:cubicBezTo>
                  <a:pt x="19256" y="134303"/>
                  <a:pt x="13659" y="128778"/>
                  <a:pt x="13659" y="121063"/>
                </a:cubicBezTo>
                <a:close/>
                <a:moveTo>
                  <a:pt x="106617" y="281940"/>
                </a:moveTo>
                <a:cubicBezTo>
                  <a:pt x="106617" y="297466"/>
                  <a:pt x="94475" y="308610"/>
                  <a:pt x="80057" y="308610"/>
                </a:cubicBezTo>
                <a:cubicBezTo>
                  <a:pt x="65639" y="308610"/>
                  <a:pt x="53498" y="297466"/>
                  <a:pt x="53498" y="281940"/>
                </a:cubicBezTo>
                <a:cubicBezTo>
                  <a:pt x="53498" y="267462"/>
                  <a:pt x="65639" y="255270"/>
                  <a:pt x="80057" y="255270"/>
                </a:cubicBezTo>
                <a:cubicBezTo>
                  <a:pt x="94475" y="255270"/>
                  <a:pt x="106617" y="267462"/>
                  <a:pt x="106617" y="281940"/>
                </a:cubicBezTo>
                <a:close/>
                <a:moveTo>
                  <a:pt x="146456" y="107632"/>
                </a:moveTo>
                <a:lnTo>
                  <a:pt x="134409" y="107632"/>
                </a:lnTo>
                <a:cubicBezTo>
                  <a:pt x="134409" y="107632"/>
                  <a:pt x="133840" y="107442"/>
                  <a:pt x="133650" y="107442"/>
                </a:cubicBezTo>
                <a:cubicBezTo>
                  <a:pt x="133461" y="107442"/>
                  <a:pt x="133081" y="107632"/>
                  <a:pt x="132891" y="107632"/>
                </a:cubicBezTo>
                <a:lnTo>
                  <a:pt x="119896" y="107632"/>
                </a:lnTo>
                <a:lnTo>
                  <a:pt x="119896" y="80772"/>
                </a:lnTo>
                <a:lnTo>
                  <a:pt x="146645" y="80772"/>
                </a:lnTo>
                <a:lnTo>
                  <a:pt x="146645" y="107632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5" name="Graphic 131">
            <a:extLst>
              <a:ext uri="{FF2B5EF4-FFF2-40B4-BE49-F238E27FC236}">
                <a16:creationId xmlns:a16="http://schemas.microsoft.com/office/drawing/2014/main" id="{4055FFC6-BF94-7EE6-4BF3-8E84F2585ADD}"/>
              </a:ext>
            </a:extLst>
          </p:cNvPr>
          <p:cNvSpPr/>
          <p:nvPr/>
        </p:nvSpPr>
        <p:spPr>
          <a:xfrm>
            <a:off x="8895807" y="1449134"/>
            <a:ext cx="213994" cy="432201"/>
          </a:xfrm>
          <a:custGeom>
            <a:avLst/>
            <a:gdLst>
              <a:gd name="connsiteX0" fmla="*/ 153096 w 159356"/>
              <a:gd name="connsiteY0" fmla="*/ 67437 h 321849"/>
              <a:gd name="connsiteX1" fmla="*/ 113067 w 159356"/>
              <a:gd name="connsiteY1" fmla="*/ 67437 h 321849"/>
              <a:gd name="connsiteX2" fmla="*/ 106427 w 159356"/>
              <a:gd name="connsiteY2" fmla="*/ 74105 h 321849"/>
              <a:gd name="connsiteX3" fmla="*/ 106427 w 159356"/>
              <a:gd name="connsiteY3" fmla="*/ 114300 h 321849"/>
              <a:gd name="connsiteX4" fmla="*/ 113067 w 159356"/>
              <a:gd name="connsiteY4" fmla="*/ 120968 h 321849"/>
              <a:gd name="connsiteX5" fmla="*/ 126916 w 159356"/>
              <a:gd name="connsiteY5" fmla="*/ 120968 h 321849"/>
              <a:gd name="connsiteX6" fmla="*/ 126916 w 159356"/>
              <a:gd name="connsiteY6" fmla="*/ 151162 h 321849"/>
              <a:gd name="connsiteX7" fmla="*/ 86792 w 159356"/>
              <a:gd name="connsiteY7" fmla="*/ 176403 h 321849"/>
              <a:gd name="connsiteX8" fmla="*/ 86792 w 159356"/>
              <a:gd name="connsiteY8" fmla="*/ 23717 h 321849"/>
              <a:gd name="connsiteX9" fmla="*/ 109083 w 159356"/>
              <a:gd name="connsiteY9" fmla="*/ 46101 h 321849"/>
              <a:gd name="connsiteX10" fmla="*/ 113541 w 159356"/>
              <a:gd name="connsiteY10" fmla="*/ 47244 h 321849"/>
              <a:gd name="connsiteX11" fmla="*/ 117999 w 159356"/>
              <a:gd name="connsiteY11" fmla="*/ 46101 h 321849"/>
              <a:gd name="connsiteX12" fmla="*/ 117999 w 159356"/>
              <a:gd name="connsiteY12" fmla="*/ 36004 h 321849"/>
              <a:gd name="connsiteX13" fmla="*/ 85464 w 159356"/>
              <a:gd name="connsiteY13" fmla="*/ 3334 h 321849"/>
              <a:gd name="connsiteX14" fmla="*/ 79963 w 159356"/>
              <a:gd name="connsiteY14" fmla="*/ 0 h 321849"/>
              <a:gd name="connsiteX15" fmla="*/ 74461 w 159356"/>
              <a:gd name="connsiteY15" fmla="*/ 3334 h 321849"/>
              <a:gd name="connsiteX16" fmla="*/ 41926 w 159356"/>
              <a:gd name="connsiteY16" fmla="*/ 36004 h 321849"/>
              <a:gd name="connsiteX17" fmla="*/ 41926 w 159356"/>
              <a:gd name="connsiteY17" fmla="*/ 46101 h 321849"/>
              <a:gd name="connsiteX18" fmla="*/ 50842 w 159356"/>
              <a:gd name="connsiteY18" fmla="*/ 46101 h 321849"/>
              <a:gd name="connsiteX19" fmla="*/ 73133 w 159356"/>
              <a:gd name="connsiteY19" fmla="*/ 23717 h 321849"/>
              <a:gd name="connsiteX20" fmla="*/ 73133 w 159356"/>
              <a:gd name="connsiteY20" fmla="*/ 202978 h 321849"/>
              <a:gd name="connsiteX21" fmla="*/ 33009 w 159356"/>
              <a:gd name="connsiteY21" fmla="*/ 177927 h 321849"/>
              <a:gd name="connsiteX22" fmla="*/ 33009 w 159356"/>
              <a:gd name="connsiteY22" fmla="*/ 146590 h 321849"/>
              <a:gd name="connsiteX23" fmla="*/ 53498 w 159356"/>
              <a:gd name="connsiteY23" fmla="*/ 120872 h 321849"/>
              <a:gd name="connsiteX24" fmla="*/ 26749 w 159356"/>
              <a:gd name="connsiteY24" fmla="*/ 94393 h 321849"/>
              <a:gd name="connsiteX25" fmla="*/ 0 w 159356"/>
              <a:gd name="connsiteY25" fmla="*/ 120872 h 321849"/>
              <a:gd name="connsiteX26" fmla="*/ 19540 w 159356"/>
              <a:gd name="connsiteY26" fmla="*/ 146304 h 321849"/>
              <a:gd name="connsiteX27" fmla="*/ 19540 w 159356"/>
              <a:gd name="connsiteY27" fmla="*/ 181261 h 321849"/>
              <a:gd name="connsiteX28" fmla="*/ 22860 w 159356"/>
              <a:gd name="connsiteY28" fmla="*/ 187928 h 321849"/>
              <a:gd name="connsiteX29" fmla="*/ 72943 w 159356"/>
              <a:gd name="connsiteY29" fmla="*/ 219361 h 321849"/>
              <a:gd name="connsiteX30" fmla="*/ 72943 w 159356"/>
              <a:gd name="connsiteY30" fmla="*/ 242506 h 321849"/>
              <a:gd name="connsiteX31" fmla="*/ 39839 w 159356"/>
              <a:gd name="connsiteY31" fmla="*/ 281845 h 321849"/>
              <a:gd name="connsiteX32" fmla="*/ 79678 w 159356"/>
              <a:gd name="connsiteY32" fmla="*/ 321850 h 321849"/>
              <a:gd name="connsiteX33" fmla="*/ 119517 w 159356"/>
              <a:gd name="connsiteY33" fmla="*/ 281845 h 321849"/>
              <a:gd name="connsiteX34" fmla="*/ 86413 w 159356"/>
              <a:gd name="connsiteY34" fmla="*/ 242506 h 321849"/>
              <a:gd name="connsiteX35" fmla="*/ 86413 w 159356"/>
              <a:gd name="connsiteY35" fmla="*/ 192976 h 321849"/>
              <a:gd name="connsiteX36" fmla="*/ 136496 w 159356"/>
              <a:gd name="connsiteY36" fmla="*/ 161258 h 321849"/>
              <a:gd name="connsiteX37" fmla="*/ 139816 w 159356"/>
              <a:gd name="connsiteY37" fmla="*/ 154495 h 321849"/>
              <a:gd name="connsiteX38" fmla="*/ 139816 w 159356"/>
              <a:gd name="connsiteY38" fmla="*/ 120872 h 321849"/>
              <a:gd name="connsiteX39" fmla="*/ 152716 w 159356"/>
              <a:gd name="connsiteY39" fmla="*/ 120872 h 321849"/>
              <a:gd name="connsiteX40" fmla="*/ 159356 w 159356"/>
              <a:gd name="connsiteY40" fmla="*/ 114205 h 321849"/>
              <a:gd name="connsiteX41" fmla="*/ 159356 w 159356"/>
              <a:gd name="connsiteY41" fmla="*/ 74009 h 321849"/>
              <a:gd name="connsiteX42" fmla="*/ 152716 w 159356"/>
              <a:gd name="connsiteY42" fmla="*/ 67342 h 321849"/>
              <a:gd name="connsiteX43" fmla="*/ 13659 w 159356"/>
              <a:gd name="connsiteY43" fmla="*/ 121063 h 321849"/>
              <a:gd name="connsiteX44" fmla="*/ 27034 w 159356"/>
              <a:gd name="connsiteY44" fmla="*/ 107823 h 321849"/>
              <a:gd name="connsiteX45" fmla="*/ 40408 w 159356"/>
              <a:gd name="connsiteY45" fmla="*/ 121063 h 321849"/>
              <a:gd name="connsiteX46" fmla="*/ 27034 w 159356"/>
              <a:gd name="connsiteY46" fmla="*/ 134303 h 321849"/>
              <a:gd name="connsiteX47" fmla="*/ 13659 w 159356"/>
              <a:gd name="connsiteY47" fmla="*/ 121063 h 321849"/>
              <a:gd name="connsiteX48" fmla="*/ 106617 w 159356"/>
              <a:gd name="connsiteY48" fmla="*/ 281940 h 321849"/>
              <a:gd name="connsiteX49" fmla="*/ 80057 w 159356"/>
              <a:gd name="connsiteY49" fmla="*/ 308610 h 321849"/>
              <a:gd name="connsiteX50" fmla="*/ 53498 w 159356"/>
              <a:gd name="connsiteY50" fmla="*/ 281940 h 321849"/>
              <a:gd name="connsiteX51" fmla="*/ 80057 w 159356"/>
              <a:gd name="connsiteY51" fmla="*/ 255270 h 321849"/>
              <a:gd name="connsiteX52" fmla="*/ 106617 w 159356"/>
              <a:gd name="connsiteY52" fmla="*/ 281940 h 321849"/>
              <a:gd name="connsiteX53" fmla="*/ 146456 w 159356"/>
              <a:gd name="connsiteY53" fmla="*/ 107632 h 321849"/>
              <a:gd name="connsiteX54" fmla="*/ 134409 w 159356"/>
              <a:gd name="connsiteY54" fmla="*/ 107632 h 321849"/>
              <a:gd name="connsiteX55" fmla="*/ 133650 w 159356"/>
              <a:gd name="connsiteY55" fmla="*/ 107442 h 321849"/>
              <a:gd name="connsiteX56" fmla="*/ 132891 w 159356"/>
              <a:gd name="connsiteY56" fmla="*/ 107632 h 321849"/>
              <a:gd name="connsiteX57" fmla="*/ 119896 w 159356"/>
              <a:gd name="connsiteY57" fmla="*/ 107632 h 321849"/>
              <a:gd name="connsiteX58" fmla="*/ 119896 w 159356"/>
              <a:gd name="connsiteY58" fmla="*/ 80772 h 321849"/>
              <a:gd name="connsiteX59" fmla="*/ 146645 w 159356"/>
              <a:gd name="connsiteY59" fmla="*/ 80772 h 321849"/>
              <a:gd name="connsiteX60" fmla="*/ 146645 w 159356"/>
              <a:gd name="connsiteY60" fmla="*/ 107632 h 321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59356" h="321849">
                <a:moveTo>
                  <a:pt x="153096" y="67437"/>
                </a:moveTo>
                <a:lnTo>
                  <a:pt x="113067" y="67437"/>
                </a:lnTo>
                <a:cubicBezTo>
                  <a:pt x="109747" y="67437"/>
                  <a:pt x="106427" y="70771"/>
                  <a:pt x="106427" y="74105"/>
                </a:cubicBezTo>
                <a:lnTo>
                  <a:pt x="106427" y="114300"/>
                </a:lnTo>
                <a:cubicBezTo>
                  <a:pt x="106427" y="118777"/>
                  <a:pt x="109747" y="120968"/>
                  <a:pt x="113067" y="120968"/>
                </a:cubicBezTo>
                <a:lnTo>
                  <a:pt x="126916" y="120968"/>
                </a:lnTo>
                <a:lnTo>
                  <a:pt x="126916" y="151162"/>
                </a:lnTo>
                <a:cubicBezTo>
                  <a:pt x="126916" y="151162"/>
                  <a:pt x="126916" y="151162"/>
                  <a:pt x="86792" y="176403"/>
                </a:cubicBezTo>
                <a:lnTo>
                  <a:pt x="86792" y="23717"/>
                </a:lnTo>
                <a:cubicBezTo>
                  <a:pt x="91061" y="28003"/>
                  <a:pt x="97890" y="34862"/>
                  <a:pt x="109083" y="46101"/>
                </a:cubicBezTo>
                <a:cubicBezTo>
                  <a:pt x="110221" y="47244"/>
                  <a:pt x="112403" y="47244"/>
                  <a:pt x="113541" y="47244"/>
                </a:cubicBezTo>
                <a:cubicBezTo>
                  <a:pt x="115818" y="47244"/>
                  <a:pt x="116861" y="47244"/>
                  <a:pt x="117999" y="46101"/>
                </a:cubicBezTo>
                <a:cubicBezTo>
                  <a:pt x="121319" y="42767"/>
                  <a:pt x="121319" y="39338"/>
                  <a:pt x="117999" y="36004"/>
                </a:cubicBezTo>
                <a:cubicBezTo>
                  <a:pt x="117999" y="36004"/>
                  <a:pt x="107157" y="25115"/>
                  <a:pt x="85464" y="3334"/>
                </a:cubicBezTo>
                <a:cubicBezTo>
                  <a:pt x="84231" y="1429"/>
                  <a:pt x="82144" y="0"/>
                  <a:pt x="79963" y="0"/>
                </a:cubicBezTo>
                <a:cubicBezTo>
                  <a:pt x="77781" y="0"/>
                  <a:pt x="75694" y="1429"/>
                  <a:pt x="74461" y="3334"/>
                </a:cubicBezTo>
                <a:cubicBezTo>
                  <a:pt x="72184" y="5620"/>
                  <a:pt x="64976" y="12859"/>
                  <a:pt x="41926" y="36004"/>
                </a:cubicBezTo>
                <a:cubicBezTo>
                  <a:pt x="38606" y="39338"/>
                  <a:pt x="38606" y="42767"/>
                  <a:pt x="41926" y="46101"/>
                </a:cubicBezTo>
                <a:cubicBezTo>
                  <a:pt x="44202" y="48387"/>
                  <a:pt x="48660" y="48387"/>
                  <a:pt x="50842" y="46101"/>
                </a:cubicBezTo>
                <a:cubicBezTo>
                  <a:pt x="50842" y="46101"/>
                  <a:pt x="50842" y="46101"/>
                  <a:pt x="73133" y="23717"/>
                </a:cubicBezTo>
                <a:lnTo>
                  <a:pt x="73133" y="202978"/>
                </a:lnTo>
                <a:cubicBezTo>
                  <a:pt x="66114" y="198596"/>
                  <a:pt x="53972" y="190976"/>
                  <a:pt x="33009" y="177927"/>
                </a:cubicBezTo>
                <a:lnTo>
                  <a:pt x="33009" y="146590"/>
                </a:lnTo>
                <a:cubicBezTo>
                  <a:pt x="44582" y="143923"/>
                  <a:pt x="53498" y="134112"/>
                  <a:pt x="53498" y="120872"/>
                </a:cubicBezTo>
                <a:cubicBezTo>
                  <a:pt x="53498" y="106585"/>
                  <a:pt x="41262" y="94393"/>
                  <a:pt x="26749" y="94393"/>
                </a:cubicBezTo>
                <a:cubicBezTo>
                  <a:pt x="12236" y="94393"/>
                  <a:pt x="0" y="106489"/>
                  <a:pt x="0" y="120872"/>
                </a:cubicBezTo>
                <a:cubicBezTo>
                  <a:pt x="0" y="133636"/>
                  <a:pt x="8442" y="143256"/>
                  <a:pt x="19540" y="146304"/>
                </a:cubicBezTo>
                <a:lnTo>
                  <a:pt x="19540" y="181261"/>
                </a:lnTo>
                <a:cubicBezTo>
                  <a:pt x="19540" y="184595"/>
                  <a:pt x="20678" y="185737"/>
                  <a:pt x="22860" y="187928"/>
                </a:cubicBezTo>
                <a:cubicBezTo>
                  <a:pt x="22860" y="187928"/>
                  <a:pt x="22955" y="187928"/>
                  <a:pt x="72943" y="219361"/>
                </a:cubicBezTo>
                <a:lnTo>
                  <a:pt x="72943" y="242506"/>
                </a:lnTo>
                <a:cubicBezTo>
                  <a:pt x="54067" y="245935"/>
                  <a:pt x="39839" y="262890"/>
                  <a:pt x="39839" y="281845"/>
                </a:cubicBezTo>
                <a:cubicBezTo>
                  <a:pt x="39839" y="304133"/>
                  <a:pt x="57577" y="321850"/>
                  <a:pt x="79678" y="321850"/>
                </a:cubicBezTo>
                <a:cubicBezTo>
                  <a:pt x="101779" y="321850"/>
                  <a:pt x="119517" y="304038"/>
                  <a:pt x="119517" y="281845"/>
                </a:cubicBezTo>
                <a:cubicBezTo>
                  <a:pt x="119517" y="262890"/>
                  <a:pt x="105289" y="245935"/>
                  <a:pt x="86413" y="242506"/>
                </a:cubicBezTo>
                <a:lnTo>
                  <a:pt x="86413" y="192976"/>
                </a:lnTo>
                <a:cubicBezTo>
                  <a:pt x="91345" y="189833"/>
                  <a:pt x="103961" y="181832"/>
                  <a:pt x="136496" y="161258"/>
                </a:cubicBezTo>
                <a:cubicBezTo>
                  <a:pt x="138678" y="158972"/>
                  <a:pt x="139816" y="157924"/>
                  <a:pt x="139816" y="154495"/>
                </a:cubicBezTo>
                <a:lnTo>
                  <a:pt x="139816" y="120872"/>
                </a:lnTo>
                <a:lnTo>
                  <a:pt x="152716" y="120872"/>
                </a:lnTo>
                <a:cubicBezTo>
                  <a:pt x="156036" y="120872"/>
                  <a:pt x="159356" y="118681"/>
                  <a:pt x="159356" y="114205"/>
                </a:cubicBezTo>
                <a:lnTo>
                  <a:pt x="159356" y="74009"/>
                </a:lnTo>
                <a:cubicBezTo>
                  <a:pt x="159356" y="70676"/>
                  <a:pt x="156036" y="67342"/>
                  <a:pt x="152716" y="67342"/>
                </a:cubicBezTo>
                <a:close/>
                <a:moveTo>
                  <a:pt x="13659" y="121063"/>
                </a:moveTo>
                <a:cubicBezTo>
                  <a:pt x="13659" y="114491"/>
                  <a:pt x="19256" y="107823"/>
                  <a:pt x="27034" y="107823"/>
                </a:cubicBezTo>
                <a:cubicBezTo>
                  <a:pt x="34812" y="107823"/>
                  <a:pt x="40408" y="114395"/>
                  <a:pt x="40408" y="121063"/>
                </a:cubicBezTo>
                <a:cubicBezTo>
                  <a:pt x="40408" y="128778"/>
                  <a:pt x="34812" y="134303"/>
                  <a:pt x="27034" y="134303"/>
                </a:cubicBezTo>
                <a:cubicBezTo>
                  <a:pt x="19256" y="134303"/>
                  <a:pt x="13659" y="128778"/>
                  <a:pt x="13659" y="121063"/>
                </a:cubicBezTo>
                <a:close/>
                <a:moveTo>
                  <a:pt x="106617" y="281940"/>
                </a:moveTo>
                <a:cubicBezTo>
                  <a:pt x="106617" y="297466"/>
                  <a:pt x="94475" y="308610"/>
                  <a:pt x="80057" y="308610"/>
                </a:cubicBezTo>
                <a:cubicBezTo>
                  <a:pt x="65639" y="308610"/>
                  <a:pt x="53498" y="297466"/>
                  <a:pt x="53498" y="281940"/>
                </a:cubicBezTo>
                <a:cubicBezTo>
                  <a:pt x="53498" y="267462"/>
                  <a:pt x="65639" y="255270"/>
                  <a:pt x="80057" y="255270"/>
                </a:cubicBezTo>
                <a:cubicBezTo>
                  <a:pt x="94475" y="255270"/>
                  <a:pt x="106617" y="267462"/>
                  <a:pt x="106617" y="281940"/>
                </a:cubicBezTo>
                <a:close/>
                <a:moveTo>
                  <a:pt x="146456" y="107632"/>
                </a:moveTo>
                <a:lnTo>
                  <a:pt x="134409" y="107632"/>
                </a:lnTo>
                <a:cubicBezTo>
                  <a:pt x="134409" y="107632"/>
                  <a:pt x="133840" y="107442"/>
                  <a:pt x="133650" y="107442"/>
                </a:cubicBezTo>
                <a:cubicBezTo>
                  <a:pt x="133461" y="107442"/>
                  <a:pt x="133081" y="107632"/>
                  <a:pt x="132891" y="107632"/>
                </a:cubicBezTo>
                <a:lnTo>
                  <a:pt x="119896" y="107632"/>
                </a:lnTo>
                <a:lnTo>
                  <a:pt x="119896" y="80772"/>
                </a:lnTo>
                <a:lnTo>
                  <a:pt x="146645" y="80772"/>
                </a:lnTo>
                <a:lnTo>
                  <a:pt x="146645" y="107632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6" name="Graphic 131">
            <a:extLst>
              <a:ext uri="{FF2B5EF4-FFF2-40B4-BE49-F238E27FC236}">
                <a16:creationId xmlns:a16="http://schemas.microsoft.com/office/drawing/2014/main" id="{276030EF-BAE0-F5CC-94F1-B8860DCD40C6}"/>
              </a:ext>
            </a:extLst>
          </p:cNvPr>
          <p:cNvSpPr/>
          <p:nvPr/>
        </p:nvSpPr>
        <p:spPr>
          <a:xfrm>
            <a:off x="9654632" y="1449134"/>
            <a:ext cx="213994" cy="432201"/>
          </a:xfrm>
          <a:custGeom>
            <a:avLst/>
            <a:gdLst>
              <a:gd name="connsiteX0" fmla="*/ 153096 w 159356"/>
              <a:gd name="connsiteY0" fmla="*/ 67437 h 321849"/>
              <a:gd name="connsiteX1" fmla="*/ 113067 w 159356"/>
              <a:gd name="connsiteY1" fmla="*/ 67437 h 321849"/>
              <a:gd name="connsiteX2" fmla="*/ 106427 w 159356"/>
              <a:gd name="connsiteY2" fmla="*/ 74105 h 321849"/>
              <a:gd name="connsiteX3" fmla="*/ 106427 w 159356"/>
              <a:gd name="connsiteY3" fmla="*/ 114300 h 321849"/>
              <a:gd name="connsiteX4" fmla="*/ 113067 w 159356"/>
              <a:gd name="connsiteY4" fmla="*/ 120968 h 321849"/>
              <a:gd name="connsiteX5" fmla="*/ 126916 w 159356"/>
              <a:gd name="connsiteY5" fmla="*/ 120968 h 321849"/>
              <a:gd name="connsiteX6" fmla="*/ 126916 w 159356"/>
              <a:gd name="connsiteY6" fmla="*/ 151162 h 321849"/>
              <a:gd name="connsiteX7" fmla="*/ 86792 w 159356"/>
              <a:gd name="connsiteY7" fmla="*/ 176403 h 321849"/>
              <a:gd name="connsiteX8" fmla="*/ 86792 w 159356"/>
              <a:gd name="connsiteY8" fmla="*/ 23717 h 321849"/>
              <a:gd name="connsiteX9" fmla="*/ 109083 w 159356"/>
              <a:gd name="connsiteY9" fmla="*/ 46101 h 321849"/>
              <a:gd name="connsiteX10" fmla="*/ 113541 w 159356"/>
              <a:gd name="connsiteY10" fmla="*/ 47244 h 321849"/>
              <a:gd name="connsiteX11" fmla="*/ 117999 w 159356"/>
              <a:gd name="connsiteY11" fmla="*/ 46101 h 321849"/>
              <a:gd name="connsiteX12" fmla="*/ 117999 w 159356"/>
              <a:gd name="connsiteY12" fmla="*/ 36004 h 321849"/>
              <a:gd name="connsiteX13" fmla="*/ 85464 w 159356"/>
              <a:gd name="connsiteY13" fmla="*/ 3334 h 321849"/>
              <a:gd name="connsiteX14" fmla="*/ 79963 w 159356"/>
              <a:gd name="connsiteY14" fmla="*/ 0 h 321849"/>
              <a:gd name="connsiteX15" fmla="*/ 74461 w 159356"/>
              <a:gd name="connsiteY15" fmla="*/ 3334 h 321849"/>
              <a:gd name="connsiteX16" fmla="*/ 41926 w 159356"/>
              <a:gd name="connsiteY16" fmla="*/ 36004 h 321849"/>
              <a:gd name="connsiteX17" fmla="*/ 41926 w 159356"/>
              <a:gd name="connsiteY17" fmla="*/ 46101 h 321849"/>
              <a:gd name="connsiteX18" fmla="*/ 50842 w 159356"/>
              <a:gd name="connsiteY18" fmla="*/ 46101 h 321849"/>
              <a:gd name="connsiteX19" fmla="*/ 73133 w 159356"/>
              <a:gd name="connsiteY19" fmla="*/ 23717 h 321849"/>
              <a:gd name="connsiteX20" fmla="*/ 73133 w 159356"/>
              <a:gd name="connsiteY20" fmla="*/ 202978 h 321849"/>
              <a:gd name="connsiteX21" fmla="*/ 33009 w 159356"/>
              <a:gd name="connsiteY21" fmla="*/ 177927 h 321849"/>
              <a:gd name="connsiteX22" fmla="*/ 33009 w 159356"/>
              <a:gd name="connsiteY22" fmla="*/ 146590 h 321849"/>
              <a:gd name="connsiteX23" fmla="*/ 53498 w 159356"/>
              <a:gd name="connsiteY23" fmla="*/ 120872 h 321849"/>
              <a:gd name="connsiteX24" fmla="*/ 26749 w 159356"/>
              <a:gd name="connsiteY24" fmla="*/ 94393 h 321849"/>
              <a:gd name="connsiteX25" fmla="*/ 0 w 159356"/>
              <a:gd name="connsiteY25" fmla="*/ 120872 h 321849"/>
              <a:gd name="connsiteX26" fmla="*/ 19540 w 159356"/>
              <a:gd name="connsiteY26" fmla="*/ 146304 h 321849"/>
              <a:gd name="connsiteX27" fmla="*/ 19540 w 159356"/>
              <a:gd name="connsiteY27" fmla="*/ 181261 h 321849"/>
              <a:gd name="connsiteX28" fmla="*/ 22860 w 159356"/>
              <a:gd name="connsiteY28" fmla="*/ 187928 h 321849"/>
              <a:gd name="connsiteX29" fmla="*/ 72943 w 159356"/>
              <a:gd name="connsiteY29" fmla="*/ 219361 h 321849"/>
              <a:gd name="connsiteX30" fmla="*/ 72943 w 159356"/>
              <a:gd name="connsiteY30" fmla="*/ 242506 h 321849"/>
              <a:gd name="connsiteX31" fmla="*/ 39839 w 159356"/>
              <a:gd name="connsiteY31" fmla="*/ 281845 h 321849"/>
              <a:gd name="connsiteX32" fmla="*/ 79678 w 159356"/>
              <a:gd name="connsiteY32" fmla="*/ 321850 h 321849"/>
              <a:gd name="connsiteX33" fmla="*/ 119517 w 159356"/>
              <a:gd name="connsiteY33" fmla="*/ 281845 h 321849"/>
              <a:gd name="connsiteX34" fmla="*/ 86413 w 159356"/>
              <a:gd name="connsiteY34" fmla="*/ 242506 h 321849"/>
              <a:gd name="connsiteX35" fmla="*/ 86413 w 159356"/>
              <a:gd name="connsiteY35" fmla="*/ 192976 h 321849"/>
              <a:gd name="connsiteX36" fmla="*/ 136496 w 159356"/>
              <a:gd name="connsiteY36" fmla="*/ 161258 h 321849"/>
              <a:gd name="connsiteX37" fmla="*/ 139816 w 159356"/>
              <a:gd name="connsiteY37" fmla="*/ 154495 h 321849"/>
              <a:gd name="connsiteX38" fmla="*/ 139816 w 159356"/>
              <a:gd name="connsiteY38" fmla="*/ 120872 h 321849"/>
              <a:gd name="connsiteX39" fmla="*/ 152716 w 159356"/>
              <a:gd name="connsiteY39" fmla="*/ 120872 h 321849"/>
              <a:gd name="connsiteX40" fmla="*/ 159356 w 159356"/>
              <a:gd name="connsiteY40" fmla="*/ 114205 h 321849"/>
              <a:gd name="connsiteX41" fmla="*/ 159356 w 159356"/>
              <a:gd name="connsiteY41" fmla="*/ 74009 h 321849"/>
              <a:gd name="connsiteX42" fmla="*/ 152716 w 159356"/>
              <a:gd name="connsiteY42" fmla="*/ 67342 h 321849"/>
              <a:gd name="connsiteX43" fmla="*/ 13659 w 159356"/>
              <a:gd name="connsiteY43" fmla="*/ 121063 h 321849"/>
              <a:gd name="connsiteX44" fmla="*/ 27034 w 159356"/>
              <a:gd name="connsiteY44" fmla="*/ 107823 h 321849"/>
              <a:gd name="connsiteX45" fmla="*/ 40408 w 159356"/>
              <a:gd name="connsiteY45" fmla="*/ 121063 h 321849"/>
              <a:gd name="connsiteX46" fmla="*/ 27034 w 159356"/>
              <a:gd name="connsiteY46" fmla="*/ 134303 h 321849"/>
              <a:gd name="connsiteX47" fmla="*/ 13659 w 159356"/>
              <a:gd name="connsiteY47" fmla="*/ 121063 h 321849"/>
              <a:gd name="connsiteX48" fmla="*/ 106617 w 159356"/>
              <a:gd name="connsiteY48" fmla="*/ 281940 h 321849"/>
              <a:gd name="connsiteX49" fmla="*/ 80057 w 159356"/>
              <a:gd name="connsiteY49" fmla="*/ 308610 h 321849"/>
              <a:gd name="connsiteX50" fmla="*/ 53498 w 159356"/>
              <a:gd name="connsiteY50" fmla="*/ 281940 h 321849"/>
              <a:gd name="connsiteX51" fmla="*/ 80057 w 159356"/>
              <a:gd name="connsiteY51" fmla="*/ 255270 h 321849"/>
              <a:gd name="connsiteX52" fmla="*/ 106617 w 159356"/>
              <a:gd name="connsiteY52" fmla="*/ 281940 h 321849"/>
              <a:gd name="connsiteX53" fmla="*/ 146456 w 159356"/>
              <a:gd name="connsiteY53" fmla="*/ 107632 h 321849"/>
              <a:gd name="connsiteX54" fmla="*/ 134409 w 159356"/>
              <a:gd name="connsiteY54" fmla="*/ 107632 h 321849"/>
              <a:gd name="connsiteX55" fmla="*/ 133650 w 159356"/>
              <a:gd name="connsiteY55" fmla="*/ 107442 h 321849"/>
              <a:gd name="connsiteX56" fmla="*/ 132891 w 159356"/>
              <a:gd name="connsiteY56" fmla="*/ 107632 h 321849"/>
              <a:gd name="connsiteX57" fmla="*/ 119896 w 159356"/>
              <a:gd name="connsiteY57" fmla="*/ 107632 h 321849"/>
              <a:gd name="connsiteX58" fmla="*/ 119896 w 159356"/>
              <a:gd name="connsiteY58" fmla="*/ 80772 h 321849"/>
              <a:gd name="connsiteX59" fmla="*/ 146645 w 159356"/>
              <a:gd name="connsiteY59" fmla="*/ 80772 h 321849"/>
              <a:gd name="connsiteX60" fmla="*/ 146645 w 159356"/>
              <a:gd name="connsiteY60" fmla="*/ 107632 h 321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59356" h="321849">
                <a:moveTo>
                  <a:pt x="153096" y="67437"/>
                </a:moveTo>
                <a:lnTo>
                  <a:pt x="113067" y="67437"/>
                </a:lnTo>
                <a:cubicBezTo>
                  <a:pt x="109747" y="67437"/>
                  <a:pt x="106427" y="70771"/>
                  <a:pt x="106427" y="74105"/>
                </a:cubicBezTo>
                <a:lnTo>
                  <a:pt x="106427" y="114300"/>
                </a:lnTo>
                <a:cubicBezTo>
                  <a:pt x="106427" y="118777"/>
                  <a:pt x="109747" y="120968"/>
                  <a:pt x="113067" y="120968"/>
                </a:cubicBezTo>
                <a:lnTo>
                  <a:pt x="126916" y="120968"/>
                </a:lnTo>
                <a:lnTo>
                  <a:pt x="126916" y="151162"/>
                </a:lnTo>
                <a:cubicBezTo>
                  <a:pt x="126916" y="151162"/>
                  <a:pt x="126916" y="151162"/>
                  <a:pt x="86792" y="176403"/>
                </a:cubicBezTo>
                <a:lnTo>
                  <a:pt x="86792" y="23717"/>
                </a:lnTo>
                <a:cubicBezTo>
                  <a:pt x="91061" y="28003"/>
                  <a:pt x="97890" y="34862"/>
                  <a:pt x="109083" y="46101"/>
                </a:cubicBezTo>
                <a:cubicBezTo>
                  <a:pt x="110221" y="47244"/>
                  <a:pt x="112403" y="47244"/>
                  <a:pt x="113541" y="47244"/>
                </a:cubicBezTo>
                <a:cubicBezTo>
                  <a:pt x="115818" y="47244"/>
                  <a:pt x="116861" y="47244"/>
                  <a:pt x="117999" y="46101"/>
                </a:cubicBezTo>
                <a:cubicBezTo>
                  <a:pt x="121319" y="42767"/>
                  <a:pt x="121319" y="39338"/>
                  <a:pt x="117999" y="36004"/>
                </a:cubicBezTo>
                <a:cubicBezTo>
                  <a:pt x="117999" y="36004"/>
                  <a:pt x="107157" y="25115"/>
                  <a:pt x="85464" y="3334"/>
                </a:cubicBezTo>
                <a:cubicBezTo>
                  <a:pt x="84231" y="1429"/>
                  <a:pt x="82144" y="0"/>
                  <a:pt x="79963" y="0"/>
                </a:cubicBezTo>
                <a:cubicBezTo>
                  <a:pt x="77781" y="0"/>
                  <a:pt x="75694" y="1429"/>
                  <a:pt x="74461" y="3334"/>
                </a:cubicBezTo>
                <a:cubicBezTo>
                  <a:pt x="72184" y="5620"/>
                  <a:pt x="64976" y="12859"/>
                  <a:pt x="41926" y="36004"/>
                </a:cubicBezTo>
                <a:cubicBezTo>
                  <a:pt x="38606" y="39338"/>
                  <a:pt x="38606" y="42767"/>
                  <a:pt x="41926" y="46101"/>
                </a:cubicBezTo>
                <a:cubicBezTo>
                  <a:pt x="44202" y="48387"/>
                  <a:pt x="48660" y="48387"/>
                  <a:pt x="50842" y="46101"/>
                </a:cubicBezTo>
                <a:cubicBezTo>
                  <a:pt x="50842" y="46101"/>
                  <a:pt x="50842" y="46101"/>
                  <a:pt x="73133" y="23717"/>
                </a:cubicBezTo>
                <a:lnTo>
                  <a:pt x="73133" y="202978"/>
                </a:lnTo>
                <a:cubicBezTo>
                  <a:pt x="66114" y="198596"/>
                  <a:pt x="53972" y="190976"/>
                  <a:pt x="33009" y="177927"/>
                </a:cubicBezTo>
                <a:lnTo>
                  <a:pt x="33009" y="146590"/>
                </a:lnTo>
                <a:cubicBezTo>
                  <a:pt x="44582" y="143923"/>
                  <a:pt x="53498" y="134112"/>
                  <a:pt x="53498" y="120872"/>
                </a:cubicBezTo>
                <a:cubicBezTo>
                  <a:pt x="53498" y="106585"/>
                  <a:pt x="41262" y="94393"/>
                  <a:pt x="26749" y="94393"/>
                </a:cubicBezTo>
                <a:cubicBezTo>
                  <a:pt x="12236" y="94393"/>
                  <a:pt x="0" y="106489"/>
                  <a:pt x="0" y="120872"/>
                </a:cubicBezTo>
                <a:cubicBezTo>
                  <a:pt x="0" y="133636"/>
                  <a:pt x="8442" y="143256"/>
                  <a:pt x="19540" y="146304"/>
                </a:cubicBezTo>
                <a:lnTo>
                  <a:pt x="19540" y="181261"/>
                </a:lnTo>
                <a:cubicBezTo>
                  <a:pt x="19540" y="184595"/>
                  <a:pt x="20678" y="185737"/>
                  <a:pt x="22860" y="187928"/>
                </a:cubicBezTo>
                <a:cubicBezTo>
                  <a:pt x="22860" y="187928"/>
                  <a:pt x="22955" y="187928"/>
                  <a:pt x="72943" y="219361"/>
                </a:cubicBezTo>
                <a:lnTo>
                  <a:pt x="72943" y="242506"/>
                </a:lnTo>
                <a:cubicBezTo>
                  <a:pt x="54067" y="245935"/>
                  <a:pt x="39839" y="262890"/>
                  <a:pt x="39839" y="281845"/>
                </a:cubicBezTo>
                <a:cubicBezTo>
                  <a:pt x="39839" y="304133"/>
                  <a:pt x="57577" y="321850"/>
                  <a:pt x="79678" y="321850"/>
                </a:cubicBezTo>
                <a:cubicBezTo>
                  <a:pt x="101779" y="321850"/>
                  <a:pt x="119517" y="304038"/>
                  <a:pt x="119517" y="281845"/>
                </a:cubicBezTo>
                <a:cubicBezTo>
                  <a:pt x="119517" y="262890"/>
                  <a:pt x="105289" y="245935"/>
                  <a:pt x="86413" y="242506"/>
                </a:cubicBezTo>
                <a:lnTo>
                  <a:pt x="86413" y="192976"/>
                </a:lnTo>
                <a:cubicBezTo>
                  <a:pt x="91345" y="189833"/>
                  <a:pt x="103961" y="181832"/>
                  <a:pt x="136496" y="161258"/>
                </a:cubicBezTo>
                <a:cubicBezTo>
                  <a:pt x="138678" y="158972"/>
                  <a:pt x="139816" y="157924"/>
                  <a:pt x="139816" y="154495"/>
                </a:cubicBezTo>
                <a:lnTo>
                  <a:pt x="139816" y="120872"/>
                </a:lnTo>
                <a:lnTo>
                  <a:pt x="152716" y="120872"/>
                </a:lnTo>
                <a:cubicBezTo>
                  <a:pt x="156036" y="120872"/>
                  <a:pt x="159356" y="118681"/>
                  <a:pt x="159356" y="114205"/>
                </a:cubicBezTo>
                <a:lnTo>
                  <a:pt x="159356" y="74009"/>
                </a:lnTo>
                <a:cubicBezTo>
                  <a:pt x="159356" y="70676"/>
                  <a:pt x="156036" y="67342"/>
                  <a:pt x="152716" y="67342"/>
                </a:cubicBezTo>
                <a:close/>
                <a:moveTo>
                  <a:pt x="13659" y="121063"/>
                </a:moveTo>
                <a:cubicBezTo>
                  <a:pt x="13659" y="114491"/>
                  <a:pt x="19256" y="107823"/>
                  <a:pt x="27034" y="107823"/>
                </a:cubicBezTo>
                <a:cubicBezTo>
                  <a:pt x="34812" y="107823"/>
                  <a:pt x="40408" y="114395"/>
                  <a:pt x="40408" y="121063"/>
                </a:cubicBezTo>
                <a:cubicBezTo>
                  <a:pt x="40408" y="128778"/>
                  <a:pt x="34812" y="134303"/>
                  <a:pt x="27034" y="134303"/>
                </a:cubicBezTo>
                <a:cubicBezTo>
                  <a:pt x="19256" y="134303"/>
                  <a:pt x="13659" y="128778"/>
                  <a:pt x="13659" y="121063"/>
                </a:cubicBezTo>
                <a:close/>
                <a:moveTo>
                  <a:pt x="106617" y="281940"/>
                </a:moveTo>
                <a:cubicBezTo>
                  <a:pt x="106617" y="297466"/>
                  <a:pt x="94475" y="308610"/>
                  <a:pt x="80057" y="308610"/>
                </a:cubicBezTo>
                <a:cubicBezTo>
                  <a:pt x="65639" y="308610"/>
                  <a:pt x="53498" y="297466"/>
                  <a:pt x="53498" y="281940"/>
                </a:cubicBezTo>
                <a:cubicBezTo>
                  <a:pt x="53498" y="267462"/>
                  <a:pt x="65639" y="255270"/>
                  <a:pt x="80057" y="255270"/>
                </a:cubicBezTo>
                <a:cubicBezTo>
                  <a:pt x="94475" y="255270"/>
                  <a:pt x="106617" y="267462"/>
                  <a:pt x="106617" y="281940"/>
                </a:cubicBezTo>
                <a:close/>
                <a:moveTo>
                  <a:pt x="146456" y="107632"/>
                </a:moveTo>
                <a:lnTo>
                  <a:pt x="134409" y="107632"/>
                </a:lnTo>
                <a:cubicBezTo>
                  <a:pt x="134409" y="107632"/>
                  <a:pt x="133840" y="107442"/>
                  <a:pt x="133650" y="107442"/>
                </a:cubicBezTo>
                <a:cubicBezTo>
                  <a:pt x="133461" y="107442"/>
                  <a:pt x="133081" y="107632"/>
                  <a:pt x="132891" y="107632"/>
                </a:cubicBezTo>
                <a:lnTo>
                  <a:pt x="119896" y="107632"/>
                </a:lnTo>
                <a:lnTo>
                  <a:pt x="119896" y="80772"/>
                </a:lnTo>
                <a:lnTo>
                  <a:pt x="146645" y="80772"/>
                </a:lnTo>
                <a:lnTo>
                  <a:pt x="146645" y="107632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9" name="Graphic 137">
            <a:extLst>
              <a:ext uri="{FF2B5EF4-FFF2-40B4-BE49-F238E27FC236}">
                <a16:creationId xmlns:a16="http://schemas.microsoft.com/office/drawing/2014/main" id="{9A3A0FD8-B4DF-7384-07CD-7937300FFB5A}"/>
              </a:ext>
            </a:extLst>
          </p:cNvPr>
          <p:cNvSpPr/>
          <p:nvPr/>
        </p:nvSpPr>
        <p:spPr>
          <a:xfrm>
            <a:off x="10367260" y="835502"/>
            <a:ext cx="441927" cy="443897"/>
          </a:xfrm>
          <a:custGeom>
            <a:avLst/>
            <a:gdLst>
              <a:gd name="connsiteX0" fmla="*/ 320063 w 331800"/>
              <a:gd name="connsiteY0" fmla="*/ 239173 h 333279"/>
              <a:gd name="connsiteX1" fmla="*/ 285156 w 331800"/>
              <a:gd name="connsiteY1" fmla="*/ 204121 h 333279"/>
              <a:gd name="connsiteX2" fmla="*/ 256225 w 331800"/>
              <a:gd name="connsiteY2" fmla="*/ 192024 h 333279"/>
              <a:gd name="connsiteX3" fmla="*/ 227295 w 331800"/>
              <a:gd name="connsiteY3" fmla="*/ 204121 h 333279"/>
              <a:gd name="connsiteX4" fmla="*/ 220086 w 331800"/>
              <a:gd name="connsiteY4" fmla="*/ 211360 h 333279"/>
              <a:gd name="connsiteX5" fmla="*/ 122575 w 331800"/>
              <a:gd name="connsiteY5" fmla="*/ 112300 h 333279"/>
              <a:gd name="connsiteX6" fmla="*/ 128551 w 331800"/>
              <a:gd name="connsiteY6" fmla="*/ 105061 h 333279"/>
              <a:gd name="connsiteX7" fmla="*/ 129784 w 331800"/>
              <a:gd name="connsiteY7" fmla="*/ 105061 h 333279"/>
              <a:gd name="connsiteX8" fmla="*/ 128551 w 331800"/>
              <a:gd name="connsiteY8" fmla="*/ 48292 h 333279"/>
              <a:gd name="connsiteX9" fmla="*/ 93644 w 331800"/>
              <a:gd name="connsiteY9" fmla="*/ 12097 h 333279"/>
              <a:gd name="connsiteX10" fmla="*/ 64714 w 331800"/>
              <a:gd name="connsiteY10" fmla="*/ 0 h 333279"/>
              <a:gd name="connsiteX11" fmla="*/ 35783 w 331800"/>
              <a:gd name="connsiteY11" fmla="*/ 12097 h 333279"/>
              <a:gd name="connsiteX12" fmla="*/ 16527 w 331800"/>
              <a:gd name="connsiteY12" fmla="*/ 31432 h 333279"/>
              <a:gd name="connsiteX13" fmla="*/ 9318 w 331800"/>
              <a:gd name="connsiteY13" fmla="*/ 103918 h 333279"/>
              <a:gd name="connsiteX14" fmla="*/ 228528 w 331800"/>
              <a:gd name="connsiteY14" fmla="*/ 323659 h 333279"/>
              <a:gd name="connsiteX15" fmla="*/ 259830 w 331800"/>
              <a:gd name="connsiteY15" fmla="*/ 333280 h 333279"/>
              <a:gd name="connsiteX16" fmla="*/ 300807 w 331800"/>
              <a:gd name="connsiteY16" fmla="*/ 316421 h 333279"/>
              <a:gd name="connsiteX17" fmla="*/ 320063 w 331800"/>
              <a:gd name="connsiteY17" fmla="*/ 297085 h 333279"/>
              <a:gd name="connsiteX18" fmla="*/ 320063 w 331800"/>
              <a:gd name="connsiteY18" fmla="*/ 239077 h 333279"/>
              <a:gd name="connsiteX19" fmla="*/ 310482 w 331800"/>
              <a:gd name="connsiteY19" fmla="*/ 287465 h 333279"/>
              <a:gd name="connsiteX20" fmla="*/ 291227 w 331800"/>
              <a:gd name="connsiteY20" fmla="*/ 306800 h 333279"/>
              <a:gd name="connsiteX21" fmla="*/ 237065 w 331800"/>
              <a:gd name="connsiteY21" fmla="*/ 311658 h 333279"/>
              <a:gd name="connsiteX22" fmla="*/ 21460 w 331800"/>
              <a:gd name="connsiteY22" fmla="*/ 96679 h 333279"/>
              <a:gd name="connsiteX23" fmla="*/ 27436 w 331800"/>
              <a:gd name="connsiteY23" fmla="*/ 42386 h 333279"/>
              <a:gd name="connsiteX24" fmla="*/ 46691 w 331800"/>
              <a:gd name="connsiteY24" fmla="*/ 23050 h 333279"/>
              <a:gd name="connsiteX25" fmla="*/ 64714 w 331800"/>
              <a:gd name="connsiteY25" fmla="*/ 14573 h 333279"/>
              <a:gd name="connsiteX26" fmla="*/ 83969 w 331800"/>
              <a:gd name="connsiteY26" fmla="*/ 23050 h 333279"/>
              <a:gd name="connsiteX27" fmla="*/ 118876 w 331800"/>
              <a:gd name="connsiteY27" fmla="*/ 58102 h 333279"/>
              <a:gd name="connsiteX28" fmla="*/ 118876 w 331800"/>
              <a:gd name="connsiteY28" fmla="*/ 95536 h 333279"/>
              <a:gd name="connsiteX29" fmla="*/ 106829 w 331800"/>
              <a:gd name="connsiteY29" fmla="*/ 107632 h 333279"/>
              <a:gd name="connsiteX30" fmla="*/ 106829 w 331800"/>
              <a:gd name="connsiteY30" fmla="*/ 117253 h 333279"/>
              <a:gd name="connsiteX31" fmla="*/ 216386 w 331800"/>
              <a:gd name="connsiteY31" fmla="*/ 227171 h 333279"/>
              <a:gd name="connsiteX32" fmla="*/ 226062 w 331800"/>
              <a:gd name="connsiteY32" fmla="*/ 225933 h 333279"/>
              <a:gd name="connsiteX33" fmla="*/ 238108 w 331800"/>
              <a:gd name="connsiteY33" fmla="*/ 213836 h 333279"/>
              <a:gd name="connsiteX34" fmla="*/ 256131 w 331800"/>
              <a:gd name="connsiteY34" fmla="*/ 206597 h 333279"/>
              <a:gd name="connsiteX35" fmla="*/ 274153 w 331800"/>
              <a:gd name="connsiteY35" fmla="*/ 213836 h 333279"/>
              <a:gd name="connsiteX36" fmla="*/ 310293 w 331800"/>
              <a:gd name="connsiteY36" fmla="*/ 250031 h 333279"/>
              <a:gd name="connsiteX37" fmla="*/ 310293 w 331800"/>
              <a:gd name="connsiteY37" fmla="*/ 287465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31800" h="333279">
                <a:moveTo>
                  <a:pt x="320063" y="239173"/>
                </a:moveTo>
                <a:lnTo>
                  <a:pt x="285156" y="204121"/>
                </a:lnTo>
                <a:cubicBezTo>
                  <a:pt x="277947" y="196882"/>
                  <a:pt x="267134" y="192024"/>
                  <a:pt x="256225" y="192024"/>
                </a:cubicBezTo>
                <a:cubicBezTo>
                  <a:pt x="245317" y="192024"/>
                  <a:pt x="235737" y="196882"/>
                  <a:pt x="227295" y="204121"/>
                </a:cubicBezTo>
                <a:lnTo>
                  <a:pt x="220086" y="211360"/>
                </a:lnTo>
                <a:cubicBezTo>
                  <a:pt x="185179" y="182404"/>
                  <a:pt x="151411" y="147352"/>
                  <a:pt x="122575" y="112300"/>
                </a:cubicBezTo>
                <a:lnTo>
                  <a:pt x="128551" y="105061"/>
                </a:lnTo>
                <a:lnTo>
                  <a:pt x="129784" y="105061"/>
                </a:lnTo>
                <a:cubicBezTo>
                  <a:pt x="145435" y="89344"/>
                  <a:pt x="145435" y="64008"/>
                  <a:pt x="128551" y="48292"/>
                </a:cubicBezTo>
                <a:lnTo>
                  <a:pt x="93644" y="12097"/>
                </a:lnTo>
                <a:cubicBezTo>
                  <a:pt x="86435" y="4858"/>
                  <a:pt x="75622" y="0"/>
                  <a:pt x="64714" y="0"/>
                </a:cubicBezTo>
                <a:cubicBezTo>
                  <a:pt x="53805" y="0"/>
                  <a:pt x="44225" y="4858"/>
                  <a:pt x="35783" y="12097"/>
                </a:cubicBezTo>
                <a:lnTo>
                  <a:pt x="16527" y="31432"/>
                </a:lnTo>
                <a:cubicBezTo>
                  <a:pt x="-2728" y="50768"/>
                  <a:pt x="-5194" y="80963"/>
                  <a:pt x="9318" y="103918"/>
                </a:cubicBezTo>
                <a:cubicBezTo>
                  <a:pt x="67085" y="190881"/>
                  <a:pt x="142969" y="266890"/>
                  <a:pt x="228528" y="323659"/>
                </a:cubicBezTo>
                <a:cubicBezTo>
                  <a:pt x="238203" y="330898"/>
                  <a:pt x="249016" y="333280"/>
                  <a:pt x="259830" y="333280"/>
                </a:cubicBezTo>
                <a:cubicBezTo>
                  <a:pt x="275481" y="333280"/>
                  <a:pt x="289899" y="327279"/>
                  <a:pt x="300807" y="316421"/>
                </a:cubicBezTo>
                <a:lnTo>
                  <a:pt x="320063" y="297085"/>
                </a:lnTo>
                <a:cubicBezTo>
                  <a:pt x="335714" y="281369"/>
                  <a:pt x="335714" y="256032"/>
                  <a:pt x="320063" y="239077"/>
                </a:cubicBezTo>
                <a:close/>
                <a:moveTo>
                  <a:pt x="310482" y="287465"/>
                </a:moveTo>
                <a:lnTo>
                  <a:pt x="291227" y="306800"/>
                </a:lnTo>
                <a:cubicBezTo>
                  <a:pt x="276809" y="321278"/>
                  <a:pt x="253854" y="323659"/>
                  <a:pt x="237065" y="311658"/>
                </a:cubicBezTo>
                <a:cubicBezTo>
                  <a:pt x="151506" y="256127"/>
                  <a:pt x="78088" y="181261"/>
                  <a:pt x="21460" y="96679"/>
                </a:cubicBezTo>
                <a:cubicBezTo>
                  <a:pt x="10646" y="79819"/>
                  <a:pt x="13018" y="56864"/>
                  <a:pt x="27436" y="42386"/>
                </a:cubicBezTo>
                <a:lnTo>
                  <a:pt x="46691" y="23050"/>
                </a:lnTo>
                <a:cubicBezTo>
                  <a:pt x="51529" y="18193"/>
                  <a:pt x="57505" y="14573"/>
                  <a:pt x="64714" y="14573"/>
                </a:cubicBezTo>
                <a:cubicBezTo>
                  <a:pt x="71923" y="14573"/>
                  <a:pt x="77993" y="18193"/>
                  <a:pt x="83969" y="23050"/>
                </a:cubicBezTo>
                <a:lnTo>
                  <a:pt x="118876" y="58102"/>
                </a:lnTo>
                <a:cubicBezTo>
                  <a:pt x="128551" y="68961"/>
                  <a:pt x="128551" y="84677"/>
                  <a:pt x="118876" y="95536"/>
                </a:cubicBezTo>
                <a:lnTo>
                  <a:pt x="106829" y="107632"/>
                </a:lnTo>
                <a:cubicBezTo>
                  <a:pt x="104458" y="110014"/>
                  <a:pt x="104458" y="113633"/>
                  <a:pt x="106829" y="117253"/>
                </a:cubicBezTo>
                <a:cubicBezTo>
                  <a:pt x="139364" y="155924"/>
                  <a:pt x="176642" y="194500"/>
                  <a:pt x="216386" y="227171"/>
                </a:cubicBezTo>
                <a:cubicBezTo>
                  <a:pt x="218758" y="229552"/>
                  <a:pt x="223595" y="228409"/>
                  <a:pt x="226062" y="225933"/>
                </a:cubicBezTo>
                <a:lnTo>
                  <a:pt x="238108" y="213836"/>
                </a:lnTo>
                <a:cubicBezTo>
                  <a:pt x="242946" y="208979"/>
                  <a:pt x="248922" y="206597"/>
                  <a:pt x="256131" y="206597"/>
                </a:cubicBezTo>
                <a:cubicBezTo>
                  <a:pt x="263339" y="206597"/>
                  <a:pt x="269410" y="208979"/>
                  <a:pt x="274153" y="213836"/>
                </a:cubicBezTo>
                <a:lnTo>
                  <a:pt x="310293" y="250031"/>
                </a:lnTo>
                <a:cubicBezTo>
                  <a:pt x="319968" y="259652"/>
                  <a:pt x="319968" y="276606"/>
                  <a:pt x="310293" y="28746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0" name="Graphic 137">
            <a:extLst>
              <a:ext uri="{FF2B5EF4-FFF2-40B4-BE49-F238E27FC236}">
                <a16:creationId xmlns:a16="http://schemas.microsoft.com/office/drawing/2014/main" id="{37186857-2D7B-8393-2ED2-37C3F6983325}"/>
              </a:ext>
            </a:extLst>
          </p:cNvPr>
          <p:cNvSpPr/>
          <p:nvPr/>
        </p:nvSpPr>
        <p:spPr>
          <a:xfrm>
            <a:off x="11145135" y="835502"/>
            <a:ext cx="441927" cy="443897"/>
          </a:xfrm>
          <a:custGeom>
            <a:avLst/>
            <a:gdLst>
              <a:gd name="connsiteX0" fmla="*/ 320063 w 331800"/>
              <a:gd name="connsiteY0" fmla="*/ 239173 h 333279"/>
              <a:gd name="connsiteX1" fmla="*/ 285156 w 331800"/>
              <a:gd name="connsiteY1" fmla="*/ 204121 h 333279"/>
              <a:gd name="connsiteX2" fmla="*/ 256225 w 331800"/>
              <a:gd name="connsiteY2" fmla="*/ 192024 h 333279"/>
              <a:gd name="connsiteX3" fmla="*/ 227295 w 331800"/>
              <a:gd name="connsiteY3" fmla="*/ 204121 h 333279"/>
              <a:gd name="connsiteX4" fmla="*/ 220086 w 331800"/>
              <a:gd name="connsiteY4" fmla="*/ 211360 h 333279"/>
              <a:gd name="connsiteX5" fmla="*/ 122575 w 331800"/>
              <a:gd name="connsiteY5" fmla="*/ 112300 h 333279"/>
              <a:gd name="connsiteX6" fmla="*/ 128551 w 331800"/>
              <a:gd name="connsiteY6" fmla="*/ 105061 h 333279"/>
              <a:gd name="connsiteX7" fmla="*/ 129784 w 331800"/>
              <a:gd name="connsiteY7" fmla="*/ 105061 h 333279"/>
              <a:gd name="connsiteX8" fmla="*/ 128551 w 331800"/>
              <a:gd name="connsiteY8" fmla="*/ 48292 h 333279"/>
              <a:gd name="connsiteX9" fmla="*/ 93644 w 331800"/>
              <a:gd name="connsiteY9" fmla="*/ 12097 h 333279"/>
              <a:gd name="connsiteX10" fmla="*/ 64714 w 331800"/>
              <a:gd name="connsiteY10" fmla="*/ 0 h 333279"/>
              <a:gd name="connsiteX11" fmla="*/ 35783 w 331800"/>
              <a:gd name="connsiteY11" fmla="*/ 12097 h 333279"/>
              <a:gd name="connsiteX12" fmla="*/ 16527 w 331800"/>
              <a:gd name="connsiteY12" fmla="*/ 31432 h 333279"/>
              <a:gd name="connsiteX13" fmla="*/ 9318 w 331800"/>
              <a:gd name="connsiteY13" fmla="*/ 103918 h 333279"/>
              <a:gd name="connsiteX14" fmla="*/ 228528 w 331800"/>
              <a:gd name="connsiteY14" fmla="*/ 323659 h 333279"/>
              <a:gd name="connsiteX15" fmla="*/ 259830 w 331800"/>
              <a:gd name="connsiteY15" fmla="*/ 333280 h 333279"/>
              <a:gd name="connsiteX16" fmla="*/ 300807 w 331800"/>
              <a:gd name="connsiteY16" fmla="*/ 316421 h 333279"/>
              <a:gd name="connsiteX17" fmla="*/ 320063 w 331800"/>
              <a:gd name="connsiteY17" fmla="*/ 297085 h 333279"/>
              <a:gd name="connsiteX18" fmla="*/ 320063 w 331800"/>
              <a:gd name="connsiteY18" fmla="*/ 239077 h 333279"/>
              <a:gd name="connsiteX19" fmla="*/ 310482 w 331800"/>
              <a:gd name="connsiteY19" fmla="*/ 287465 h 333279"/>
              <a:gd name="connsiteX20" fmla="*/ 291227 w 331800"/>
              <a:gd name="connsiteY20" fmla="*/ 306800 h 333279"/>
              <a:gd name="connsiteX21" fmla="*/ 237065 w 331800"/>
              <a:gd name="connsiteY21" fmla="*/ 311658 h 333279"/>
              <a:gd name="connsiteX22" fmla="*/ 21460 w 331800"/>
              <a:gd name="connsiteY22" fmla="*/ 96679 h 333279"/>
              <a:gd name="connsiteX23" fmla="*/ 27436 w 331800"/>
              <a:gd name="connsiteY23" fmla="*/ 42386 h 333279"/>
              <a:gd name="connsiteX24" fmla="*/ 46691 w 331800"/>
              <a:gd name="connsiteY24" fmla="*/ 23050 h 333279"/>
              <a:gd name="connsiteX25" fmla="*/ 64714 w 331800"/>
              <a:gd name="connsiteY25" fmla="*/ 14573 h 333279"/>
              <a:gd name="connsiteX26" fmla="*/ 83969 w 331800"/>
              <a:gd name="connsiteY26" fmla="*/ 23050 h 333279"/>
              <a:gd name="connsiteX27" fmla="*/ 118876 w 331800"/>
              <a:gd name="connsiteY27" fmla="*/ 58102 h 333279"/>
              <a:gd name="connsiteX28" fmla="*/ 118876 w 331800"/>
              <a:gd name="connsiteY28" fmla="*/ 95536 h 333279"/>
              <a:gd name="connsiteX29" fmla="*/ 106829 w 331800"/>
              <a:gd name="connsiteY29" fmla="*/ 107632 h 333279"/>
              <a:gd name="connsiteX30" fmla="*/ 106829 w 331800"/>
              <a:gd name="connsiteY30" fmla="*/ 117253 h 333279"/>
              <a:gd name="connsiteX31" fmla="*/ 216386 w 331800"/>
              <a:gd name="connsiteY31" fmla="*/ 227171 h 333279"/>
              <a:gd name="connsiteX32" fmla="*/ 226062 w 331800"/>
              <a:gd name="connsiteY32" fmla="*/ 225933 h 333279"/>
              <a:gd name="connsiteX33" fmla="*/ 238108 w 331800"/>
              <a:gd name="connsiteY33" fmla="*/ 213836 h 333279"/>
              <a:gd name="connsiteX34" fmla="*/ 256131 w 331800"/>
              <a:gd name="connsiteY34" fmla="*/ 206597 h 333279"/>
              <a:gd name="connsiteX35" fmla="*/ 274153 w 331800"/>
              <a:gd name="connsiteY35" fmla="*/ 213836 h 333279"/>
              <a:gd name="connsiteX36" fmla="*/ 310293 w 331800"/>
              <a:gd name="connsiteY36" fmla="*/ 250031 h 333279"/>
              <a:gd name="connsiteX37" fmla="*/ 310293 w 331800"/>
              <a:gd name="connsiteY37" fmla="*/ 287465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31800" h="333279">
                <a:moveTo>
                  <a:pt x="320063" y="239173"/>
                </a:moveTo>
                <a:lnTo>
                  <a:pt x="285156" y="204121"/>
                </a:lnTo>
                <a:cubicBezTo>
                  <a:pt x="277947" y="196882"/>
                  <a:pt x="267134" y="192024"/>
                  <a:pt x="256225" y="192024"/>
                </a:cubicBezTo>
                <a:cubicBezTo>
                  <a:pt x="245317" y="192024"/>
                  <a:pt x="235737" y="196882"/>
                  <a:pt x="227295" y="204121"/>
                </a:cubicBezTo>
                <a:lnTo>
                  <a:pt x="220086" y="211360"/>
                </a:lnTo>
                <a:cubicBezTo>
                  <a:pt x="185179" y="182404"/>
                  <a:pt x="151411" y="147352"/>
                  <a:pt x="122575" y="112300"/>
                </a:cubicBezTo>
                <a:lnTo>
                  <a:pt x="128551" y="105061"/>
                </a:lnTo>
                <a:lnTo>
                  <a:pt x="129784" y="105061"/>
                </a:lnTo>
                <a:cubicBezTo>
                  <a:pt x="145435" y="89344"/>
                  <a:pt x="145435" y="64008"/>
                  <a:pt x="128551" y="48292"/>
                </a:cubicBezTo>
                <a:lnTo>
                  <a:pt x="93644" y="12097"/>
                </a:lnTo>
                <a:cubicBezTo>
                  <a:pt x="86435" y="4858"/>
                  <a:pt x="75622" y="0"/>
                  <a:pt x="64714" y="0"/>
                </a:cubicBezTo>
                <a:cubicBezTo>
                  <a:pt x="53805" y="0"/>
                  <a:pt x="44225" y="4858"/>
                  <a:pt x="35783" y="12097"/>
                </a:cubicBezTo>
                <a:lnTo>
                  <a:pt x="16527" y="31432"/>
                </a:lnTo>
                <a:cubicBezTo>
                  <a:pt x="-2728" y="50768"/>
                  <a:pt x="-5194" y="80963"/>
                  <a:pt x="9318" y="103918"/>
                </a:cubicBezTo>
                <a:cubicBezTo>
                  <a:pt x="67085" y="190881"/>
                  <a:pt x="142969" y="266890"/>
                  <a:pt x="228528" y="323659"/>
                </a:cubicBezTo>
                <a:cubicBezTo>
                  <a:pt x="238203" y="330898"/>
                  <a:pt x="249016" y="333280"/>
                  <a:pt x="259830" y="333280"/>
                </a:cubicBezTo>
                <a:cubicBezTo>
                  <a:pt x="275481" y="333280"/>
                  <a:pt x="289899" y="327279"/>
                  <a:pt x="300807" y="316421"/>
                </a:cubicBezTo>
                <a:lnTo>
                  <a:pt x="320063" y="297085"/>
                </a:lnTo>
                <a:cubicBezTo>
                  <a:pt x="335714" y="281369"/>
                  <a:pt x="335714" y="256032"/>
                  <a:pt x="320063" y="239077"/>
                </a:cubicBezTo>
                <a:close/>
                <a:moveTo>
                  <a:pt x="310482" y="287465"/>
                </a:moveTo>
                <a:lnTo>
                  <a:pt x="291227" y="306800"/>
                </a:lnTo>
                <a:cubicBezTo>
                  <a:pt x="276809" y="321278"/>
                  <a:pt x="253854" y="323659"/>
                  <a:pt x="237065" y="311658"/>
                </a:cubicBezTo>
                <a:cubicBezTo>
                  <a:pt x="151506" y="256127"/>
                  <a:pt x="78088" y="181261"/>
                  <a:pt x="21460" y="96679"/>
                </a:cubicBezTo>
                <a:cubicBezTo>
                  <a:pt x="10646" y="79819"/>
                  <a:pt x="13018" y="56864"/>
                  <a:pt x="27436" y="42386"/>
                </a:cubicBezTo>
                <a:lnTo>
                  <a:pt x="46691" y="23050"/>
                </a:lnTo>
                <a:cubicBezTo>
                  <a:pt x="51529" y="18193"/>
                  <a:pt x="57505" y="14573"/>
                  <a:pt x="64714" y="14573"/>
                </a:cubicBezTo>
                <a:cubicBezTo>
                  <a:pt x="71923" y="14573"/>
                  <a:pt x="77993" y="18193"/>
                  <a:pt x="83969" y="23050"/>
                </a:cubicBezTo>
                <a:lnTo>
                  <a:pt x="118876" y="58102"/>
                </a:lnTo>
                <a:cubicBezTo>
                  <a:pt x="128551" y="68961"/>
                  <a:pt x="128551" y="84677"/>
                  <a:pt x="118876" y="95536"/>
                </a:cubicBezTo>
                <a:lnTo>
                  <a:pt x="106829" y="107632"/>
                </a:lnTo>
                <a:cubicBezTo>
                  <a:pt x="104458" y="110014"/>
                  <a:pt x="104458" y="113633"/>
                  <a:pt x="106829" y="117253"/>
                </a:cubicBezTo>
                <a:cubicBezTo>
                  <a:pt x="139364" y="155924"/>
                  <a:pt x="176642" y="194500"/>
                  <a:pt x="216386" y="227171"/>
                </a:cubicBezTo>
                <a:cubicBezTo>
                  <a:pt x="218758" y="229552"/>
                  <a:pt x="223595" y="228409"/>
                  <a:pt x="226062" y="225933"/>
                </a:cubicBezTo>
                <a:lnTo>
                  <a:pt x="238108" y="213836"/>
                </a:lnTo>
                <a:cubicBezTo>
                  <a:pt x="242946" y="208979"/>
                  <a:pt x="248922" y="206597"/>
                  <a:pt x="256131" y="206597"/>
                </a:cubicBezTo>
                <a:cubicBezTo>
                  <a:pt x="263339" y="206597"/>
                  <a:pt x="269410" y="208979"/>
                  <a:pt x="274153" y="213836"/>
                </a:cubicBezTo>
                <a:lnTo>
                  <a:pt x="310293" y="250031"/>
                </a:lnTo>
                <a:cubicBezTo>
                  <a:pt x="319968" y="259652"/>
                  <a:pt x="319968" y="276606"/>
                  <a:pt x="310293" y="28746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1" name="Graphic 137">
            <a:extLst>
              <a:ext uri="{FF2B5EF4-FFF2-40B4-BE49-F238E27FC236}">
                <a16:creationId xmlns:a16="http://schemas.microsoft.com/office/drawing/2014/main" id="{7D365350-CE2F-1B91-6193-DD22E86F01AA}"/>
              </a:ext>
            </a:extLst>
          </p:cNvPr>
          <p:cNvSpPr/>
          <p:nvPr/>
        </p:nvSpPr>
        <p:spPr>
          <a:xfrm>
            <a:off x="10367260" y="1448277"/>
            <a:ext cx="441927" cy="443897"/>
          </a:xfrm>
          <a:custGeom>
            <a:avLst/>
            <a:gdLst>
              <a:gd name="connsiteX0" fmla="*/ 320063 w 331800"/>
              <a:gd name="connsiteY0" fmla="*/ 239173 h 333279"/>
              <a:gd name="connsiteX1" fmla="*/ 285156 w 331800"/>
              <a:gd name="connsiteY1" fmla="*/ 204121 h 333279"/>
              <a:gd name="connsiteX2" fmla="*/ 256225 w 331800"/>
              <a:gd name="connsiteY2" fmla="*/ 192024 h 333279"/>
              <a:gd name="connsiteX3" fmla="*/ 227295 w 331800"/>
              <a:gd name="connsiteY3" fmla="*/ 204121 h 333279"/>
              <a:gd name="connsiteX4" fmla="*/ 220086 w 331800"/>
              <a:gd name="connsiteY4" fmla="*/ 211360 h 333279"/>
              <a:gd name="connsiteX5" fmla="*/ 122575 w 331800"/>
              <a:gd name="connsiteY5" fmla="*/ 112300 h 333279"/>
              <a:gd name="connsiteX6" fmla="*/ 128551 w 331800"/>
              <a:gd name="connsiteY6" fmla="*/ 105061 h 333279"/>
              <a:gd name="connsiteX7" fmla="*/ 129784 w 331800"/>
              <a:gd name="connsiteY7" fmla="*/ 105061 h 333279"/>
              <a:gd name="connsiteX8" fmla="*/ 128551 w 331800"/>
              <a:gd name="connsiteY8" fmla="*/ 48292 h 333279"/>
              <a:gd name="connsiteX9" fmla="*/ 93644 w 331800"/>
              <a:gd name="connsiteY9" fmla="*/ 12097 h 333279"/>
              <a:gd name="connsiteX10" fmla="*/ 64714 w 331800"/>
              <a:gd name="connsiteY10" fmla="*/ 0 h 333279"/>
              <a:gd name="connsiteX11" fmla="*/ 35783 w 331800"/>
              <a:gd name="connsiteY11" fmla="*/ 12097 h 333279"/>
              <a:gd name="connsiteX12" fmla="*/ 16527 w 331800"/>
              <a:gd name="connsiteY12" fmla="*/ 31432 h 333279"/>
              <a:gd name="connsiteX13" fmla="*/ 9318 w 331800"/>
              <a:gd name="connsiteY13" fmla="*/ 103918 h 333279"/>
              <a:gd name="connsiteX14" fmla="*/ 228528 w 331800"/>
              <a:gd name="connsiteY14" fmla="*/ 323659 h 333279"/>
              <a:gd name="connsiteX15" fmla="*/ 259830 w 331800"/>
              <a:gd name="connsiteY15" fmla="*/ 333280 h 333279"/>
              <a:gd name="connsiteX16" fmla="*/ 300807 w 331800"/>
              <a:gd name="connsiteY16" fmla="*/ 316421 h 333279"/>
              <a:gd name="connsiteX17" fmla="*/ 320063 w 331800"/>
              <a:gd name="connsiteY17" fmla="*/ 297085 h 333279"/>
              <a:gd name="connsiteX18" fmla="*/ 320063 w 331800"/>
              <a:gd name="connsiteY18" fmla="*/ 239077 h 333279"/>
              <a:gd name="connsiteX19" fmla="*/ 310482 w 331800"/>
              <a:gd name="connsiteY19" fmla="*/ 287465 h 333279"/>
              <a:gd name="connsiteX20" fmla="*/ 291227 w 331800"/>
              <a:gd name="connsiteY20" fmla="*/ 306800 h 333279"/>
              <a:gd name="connsiteX21" fmla="*/ 237065 w 331800"/>
              <a:gd name="connsiteY21" fmla="*/ 311658 h 333279"/>
              <a:gd name="connsiteX22" fmla="*/ 21460 w 331800"/>
              <a:gd name="connsiteY22" fmla="*/ 96679 h 333279"/>
              <a:gd name="connsiteX23" fmla="*/ 27436 w 331800"/>
              <a:gd name="connsiteY23" fmla="*/ 42386 h 333279"/>
              <a:gd name="connsiteX24" fmla="*/ 46691 w 331800"/>
              <a:gd name="connsiteY24" fmla="*/ 23050 h 333279"/>
              <a:gd name="connsiteX25" fmla="*/ 64714 w 331800"/>
              <a:gd name="connsiteY25" fmla="*/ 14573 h 333279"/>
              <a:gd name="connsiteX26" fmla="*/ 83969 w 331800"/>
              <a:gd name="connsiteY26" fmla="*/ 23050 h 333279"/>
              <a:gd name="connsiteX27" fmla="*/ 118876 w 331800"/>
              <a:gd name="connsiteY27" fmla="*/ 58102 h 333279"/>
              <a:gd name="connsiteX28" fmla="*/ 118876 w 331800"/>
              <a:gd name="connsiteY28" fmla="*/ 95536 h 333279"/>
              <a:gd name="connsiteX29" fmla="*/ 106829 w 331800"/>
              <a:gd name="connsiteY29" fmla="*/ 107632 h 333279"/>
              <a:gd name="connsiteX30" fmla="*/ 106829 w 331800"/>
              <a:gd name="connsiteY30" fmla="*/ 117253 h 333279"/>
              <a:gd name="connsiteX31" fmla="*/ 216386 w 331800"/>
              <a:gd name="connsiteY31" fmla="*/ 227171 h 333279"/>
              <a:gd name="connsiteX32" fmla="*/ 226062 w 331800"/>
              <a:gd name="connsiteY32" fmla="*/ 225933 h 333279"/>
              <a:gd name="connsiteX33" fmla="*/ 238108 w 331800"/>
              <a:gd name="connsiteY33" fmla="*/ 213836 h 333279"/>
              <a:gd name="connsiteX34" fmla="*/ 256131 w 331800"/>
              <a:gd name="connsiteY34" fmla="*/ 206597 h 333279"/>
              <a:gd name="connsiteX35" fmla="*/ 274153 w 331800"/>
              <a:gd name="connsiteY35" fmla="*/ 213836 h 333279"/>
              <a:gd name="connsiteX36" fmla="*/ 310293 w 331800"/>
              <a:gd name="connsiteY36" fmla="*/ 250031 h 333279"/>
              <a:gd name="connsiteX37" fmla="*/ 310293 w 331800"/>
              <a:gd name="connsiteY37" fmla="*/ 287465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31800" h="333279">
                <a:moveTo>
                  <a:pt x="320063" y="239173"/>
                </a:moveTo>
                <a:lnTo>
                  <a:pt x="285156" y="204121"/>
                </a:lnTo>
                <a:cubicBezTo>
                  <a:pt x="277947" y="196882"/>
                  <a:pt x="267134" y="192024"/>
                  <a:pt x="256225" y="192024"/>
                </a:cubicBezTo>
                <a:cubicBezTo>
                  <a:pt x="245317" y="192024"/>
                  <a:pt x="235737" y="196882"/>
                  <a:pt x="227295" y="204121"/>
                </a:cubicBezTo>
                <a:lnTo>
                  <a:pt x="220086" y="211360"/>
                </a:lnTo>
                <a:cubicBezTo>
                  <a:pt x="185179" y="182404"/>
                  <a:pt x="151411" y="147352"/>
                  <a:pt x="122575" y="112300"/>
                </a:cubicBezTo>
                <a:lnTo>
                  <a:pt x="128551" y="105061"/>
                </a:lnTo>
                <a:lnTo>
                  <a:pt x="129784" y="105061"/>
                </a:lnTo>
                <a:cubicBezTo>
                  <a:pt x="145435" y="89344"/>
                  <a:pt x="145435" y="64008"/>
                  <a:pt x="128551" y="48292"/>
                </a:cubicBezTo>
                <a:lnTo>
                  <a:pt x="93644" y="12097"/>
                </a:lnTo>
                <a:cubicBezTo>
                  <a:pt x="86435" y="4858"/>
                  <a:pt x="75622" y="0"/>
                  <a:pt x="64714" y="0"/>
                </a:cubicBezTo>
                <a:cubicBezTo>
                  <a:pt x="53805" y="0"/>
                  <a:pt x="44225" y="4858"/>
                  <a:pt x="35783" y="12097"/>
                </a:cubicBezTo>
                <a:lnTo>
                  <a:pt x="16527" y="31432"/>
                </a:lnTo>
                <a:cubicBezTo>
                  <a:pt x="-2728" y="50768"/>
                  <a:pt x="-5194" y="80963"/>
                  <a:pt x="9318" y="103918"/>
                </a:cubicBezTo>
                <a:cubicBezTo>
                  <a:pt x="67085" y="190881"/>
                  <a:pt x="142969" y="266890"/>
                  <a:pt x="228528" y="323659"/>
                </a:cubicBezTo>
                <a:cubicBezTo>
                  <a:pt x="238203" y="330898"/>
                  <a:pt x="249016" y="333280"/>
                  <a:pt x="259830" y="333280"/>
                </a:cubicBezTo>
                <a:cubicBezTo>
                  <a:pt x="275481" y="333280"/>
                  <a:pt x="289899" y="327279"/>
                  <a:pt x="300807" y="316421"/>
                </a:cubicBezTo>
                <a:lnTo>
                  <a:pt x="320063" y="297085"/>
                </a:lnTo>
                <a:cubicBezTo>
                  <a:pt x="335714" y="281369"/>
                  <a:pt x="335714" y="256032"/>
                  <a:pt x="320063" y="239077"/>
                </a:cubicBezTo>
                <a:close/>
                <a:moveTo>
                  <a:pt x="310482" y="287465"/>
                </a:moveTo>
                <a:lnTo>
                  <a:pt x="291227" y="306800"/>
                </a:lnTo>
                <a:cubicBezTo>
                  <a:pt x="276809" y="321278"/>
                  <a:pt x="253854" y="323659"/>
                  <a:pt x="237065" y="311658"/>
                </a:cubicBezTo>
                <a:cubicBezTo>
                  <a:pt x="151506" y="256127"/>
                  <a:pt x="78088" y="181261"/>
                  <a:pt x="21460" y="96679"/>
                </a:cubicBezTo>
                <a:cubicBezTo>
                  <a:pt x="10646" y="79819"/>
                  <a:pt x="13018" y="56864"/>
                  <a:pt x="27436" y="42386"/>
                </a:cubicBezTo>
                <a:lnTo>
                  <a:pt x="46691" y="23050"/>
                </a:lnTo>
                <a:cubicBezTo>
                  <a:pt x="51529" y="18193"/>
                  <a:pt x="57505" y="14573"/>
                  <a:pt x="64714" y="14573"/>
                </a:cubicBezTo>
                <a:cubicBezTo>
                  <a:pt x="71923" y="14573"/>
                  <a:pt x="77993" y="18193"/>
                  <a:pt x="83969" y="23050"/>
                </a:cubicBezTo>
                <a:lnTo>
                  <a:pt x="118876" y="58102"/>
                </a:lnTo>
                <a:cubicBezTo>
                  <a:pt x="128551" y="68961"/>
                  <a:pt x="128551" y="84677"/>
                  <a:pt x="118876" y="95536"/>
                </a:cubicBezTo>
                <a:lnTo>
                  <a:pt x="106829" y="107632"/>
                </a:lnTo>
                <a:cubicBezTo>
                  <a:pt x="104458" y="110014"/>
                  <a:pt x="104458" y="113633"/>
                  <a:pt x="106829" y="117253"/>
                </a:cubicBezTo>
                <a:cubicBezTo>
                  <a:pt x="139364" y="155924"/>
                  <a:pt x="176642" y="194500"/>
                  <a:pt x="216386" y="227171"/>
                </a:cubicBezTo>
                <a:cubicBezTo>
                  <a:pt x="218758" y="229552"/>
                  <a:pt x="223595" y="228409"/>
                  <a:pt x="226062" y="225933"/>
                </a:cubicBezTo>
                <a:lnTo>
                  <a:pt x="238108" y="213836"/>
                </a:lnTo>
                <a:cubicBezTo>
                  <a:pt x="242946" y="208979"/>
                  <a:pt x="248922" y="206597"/>
                  <a:pt x="256131" y="206597"/>
                </a:cubicBezTo>
                <a:cubicBezTo>
                  <a:pt x="263339" y="206597"/>
                  <a:pt x="269410" y="208979"/>
                  <a:pt x="274153" y="213836"/>
                </a:cubicBezTo>
                <a:lnTo>
                  <a:pt x="310293" y="250031"/>
                </a:lnTo>
                <a:cubicBezTo>
                  <a:pt x="319968" y="259652"/>
                  <a:pt x="319968" y="276606"/>
                  <a:pt x="310293" y="28746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2" name="Graphic 137">
            <a:extLst>
              <a:ext uri="{FF2B5EF4-FFF2-40B4-BE49-F238E27FC236}">
                <a16:creationId xmlns:a16="http://schemas.microsoft.com/office/drawing/2014/main" id="{2B802FB9-2977-0BCC-2936-F25F7EFD1F12}"/>
              </a:ext>
            </a:extLst>
          </p:cNvPr>
          <p:cNvSpPr/>
          <p:nvPr/>
        </p:nvSpPr>
        <p:spPr>
          <a:xfrm>
            <a:off x="11145135" y="1448277"/>
            <a:ext cx="441927" cy="443897"/>
          </a:xfrm>
          <a:custGeom>
            <a:avLst/>
            <a:gdLst>
              <a:gd name="connsiteX0" fmla="*/ 320063 w 331800"/>
              <a:gd name="connsiteY0" fmla="*/ 239173 h 333279"/>
              <a:gd name="connsiteX1" fmla="*/ 285156 w 331800"/>
              <a:gd name="connsiteY1" fmla="*/ 204121 h 333279"/>
              <a:gd name="connsiteX2" fmla="*/ 256225 w 331800"/>
              <a:gd name="connsiteY2" fmla="*/ 192024 h 333279"/>
              <a:gd name="connsiteX3" fmla="*/ 227295 w 331800"/>
              <a:gd name="connsiteY3" fmla="*/ 204121 h 333279"/>
              <a:gd name="connsiteX4" fmla="*/ 220086 w 331800"/>
              <a:gd name="connsiteY4" fmla="*/ 211360 h 333279"/>
              <a:gd name="connsiteX5" fmla="*/ 122575 w 331800"/>
              <a:gd name="connsiteY5" fmla="*/ 112300 h 333279"/>
              <a:gd name="connsiteX6" fmla="*/ 128551 w 331800"/>
              <a:gd name="connsiteY6" fmla="*/ 105061 h 333279"/>
              <a:gd name="connsiteX7" fmla="*/ 129784 w 331800"/>
              <a:gd name="connsiteY7" fmla="*/ 105061 h 333279"/>
              <a:gd name="connsiteX8" fmla="*/ 128551 w 331800"/>
              <a:gd name="connsiteY8" fmla="*/ 48292 h 333279"/>
              <a:gd name="connsiteX9" fmla="*/ 93644 w 331800"/>
              <a:gd name="connsiteY9" fmla="*/ 12097 h 333279"/>
              <a:gd name="connsiteX10" fmla="*/ 64714 w 331800"/>
              <a:gd name="connsiteY10" fmla="*/ 0 h 333279"/>
              <a:gd name="connsiteX11" fmla="*/ 35783 w 331800"/>
              <a:gd name="connsiteY11" fmla="*/ 12097 h 333279"/>
              <a:gd name="connsiteX12" fmla="*/ 16527 w 331800"/>
              <a:gd name="connsiteY12" fmla="*/ 31432 h 333279"/>
              <a:gd name="connsiteX13" fmla="*/ 9318 w 331800"/>
              <a:gd name="connsiteY13" fmla="*/ 103918 h 333279"/>
              <a:gd name="connsiteX14" fmla="*/ 228528 w 331800"/>
              <a:gd name="connsiteY14" fmla="*/ 323659 h 333279"/>
              <a:gd name="connsiteX15" fmla="*/ 259830 w 331800"/>
              <a:gd name="connsiteY15" fmla="*/ 333280 h 333279"/>
              <a:gd name="connsiteX16" fmla="*/ 300807 w 331800"/>
              <a:gd name="connsiteY16" fmla="*/ 316421 h 333279"/>
              <a:gd name="connsiteX17" fmla="*/ 320063 w 331800"/>
              <a:gd name="connsiteY17" fmla="*/ 297085 h 333279"/>
              <a:gd name="connsiteX18" fmla="*/ 320063 w 331800"/>
              <a:gd name="connsiteY18" fmla="*/ 239077 h 333279"/>
              <a:gd name="connsiteX19" fmla="*/ 310482 w 331800"/>
              <a:gd name="connsiteY19" fmla="*/ 287465 h 333279"/>
              <a:gd name="connsiteX20" fmla="*/ 291227 w 331800"/>
              <a:gd name="connsiteY20" fmla="*/ 306800 h 333279"/>
              <a:gd name="connsiteX21" fmla="*/ 237065 w 331800"/>
              <a:gd name="connsiteY21" fmla="*/ 311658 h 333279"/>
              <a:gd name="connsiteX22" fmla="*/ 21460 w 331800"/>
              <a:gd name="connsiteY22" fmla="*/ 96679 h 333279"/>
              <a:gd name="connsiteX23" fmla="*/ 27436 w 331800"/>
              <a:gd name="connsiteY23" fmla="*/ 42386 h 333279"/>
              <a:gd name="connsiteX24" fmla="*/ 46691 w 331800"/>
              <a:gd name="connsiteY24" fmla="*/ 23050 h 333279"/>
              <a:gd name="connsiteX25" fmla="*/ 64714 w 331800"/>
              <a:gd name="connsiteY25" fmla="*/ 14573 h 333279"/>
              <a:gd name="connsiteX26" fmla="*/ 83969 w 331800"/>
              <a:gd name="connsiteY26" fmla="*/ 23050 h 333279"/>
              <a:gd name="connsiteX27" fmla="*/ 118876 w 331800"/>
              <a:gd name="connsiteY27" fmla="*/ 58102 h 333279"/>
              <a:gd name="connsiteX28" fmla="*/ 118876 w 331800"/>
              <a:gd name="connsiteY28" fmla="*/ 95536 h 333279"/>
              <a:gd name="connsiteX29" fmla="*/ 106829 w 331800"/>
              <a:gd name="connsiteY29" fmla="*/ 107632 h 333279"/>
              <a:gd name="connsiteX30" fmla="*/ 106829 w 331800"/>
              <a:gd name="connsiteY30" fmla="*/ 117253 h 333279"/>
              <a:gd name="connsiteX31" fmla="*/ 216386 w 331800"/>
              <a:gd name="connsiteY31" fmla="*/ 227171 h 333279"/>
              <a:gd name="connsiteX32" fmla="*/ 226062 w 331800"/>
              <a:gd name="connsiteY32" fmla="*/ 225933 h 333279"/>
              <a:gd name="connsiteX33" fmla="*/ 238108 w 331800"/>
              <a:gd name="connsiteY33" fmla="*/ 213836 h 333279"/>
              <a:gd name="connsiteX34" fmla="*/ 256131 w 331800"/>
              <a:gd name="connsiteY34" fmla="*/ 206597 h 333279"/>
              <a:gd name="connsiteX35" fmla="*/ 274153 w 331800"/>
              <a:gd name="connsiteY35" fmla="*/ 213836 h 333279"/>
              <a:gd name="connsiteX36" fmla="*/ 310293 w 331800"/>
              <a:gd name="connsiteY36" fmla="*/ 250031 h 333279"/>
              <a:gd name="connsiteX37" fmla="*/ 310293 w 331800"/>
              <a:gd name="connsiteY37" fmla="*/ 287465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31800" h="333279">
                <a:moveTo>
                  <a:pt x="320063" y="239173"/>
                </a:moveTo>
                <a:lnTo>
                  <a:pt x="285156" y="204121"/>
                </a:lnTo>
                <a:cubicBezTo>
                  <a:pt x="277947" y="196882"/>
                  <a:pt x="267134" y="192024"/>
                  <a:pt x="256225" y="192024"/>
                </a:cubicBezTo>
                <a:cubicBezTo>
                  <a:pt x="245317" y="192024"/>
                  <a:pt x="235737" y="196882"/>
                  <a:pt x="227295" y="204121"/>
                </a:cubicBezTo>
                <a:lnTo>
                  <a:pt x="220086" y="211360"/>
                </a:lnTo>
                <a:cubicBezTo>
                  <a:pt x="185179" y="182404"/>
                  <a:pt x="151411" y="147352"/>
                  <a:pt x="122575" y="112300"/>
                </a:cubicBezTo>
                <a:lnTo>
                  <a:pt x="128551" y="105061"/>
                </a:lnTo>
                <a:lnTo>
                  <a:pt x="129784" y="105061"/>
                </a:lnTo>
                <a:cubicBezTo>
                  <a:pt x="145435" y="89344"/>
                  <a:pt x="145435" y="64008"/>
                  <a:pt x="128551" y="48292"/>
                </a:cubicBezTo>
                <a:lnTo>
                  <a:pt x="93644" y="12097"/>
                </a:lnTo>
                <a:cubicBezTo>
                  <a:pt x="86435" y="4858"/>
                  <a:pt x="75622" y="0"/>
                  <a:pt x="64714" y="0"/>
                </a:cubicBezTo>
                <a:cubicBezTo>
                  <a:pt x="53805" y="0"/>
                  <a:pt x="44225" y="4858"/>
                  <a:pt x="35783" y="12097"/>
                </a:cubicBezTo>
                <a:lnTo>
                  <a:pt x="16527" y="31432"/>
                </a:lnTo>
                <a:cubicBezTo>
                  <a:pt x="-2728" y="50768"/>
                  <a:pt x="-5194" y="80963"/>
                  <a:pt x="9318" y="103918"/>
                </a:cubicBezTo>
                <a:cubicBezTo>
                  <a:pt x="67085" y="190881"/>
                  <a:pt x="142969" y="266890"/>
                  <a:pt x="228528" y="323659"/>
                </a:cubicBezTo>
                <a:cubicBezTo>
                  <a:pt x="238203" y="330898"/>
                  <a:pt x="249016" y="333280"/>
                  <a:pt x="259830" y="333280"/>
                </a:cubicBezTo>
                <a:cubicBezTo>
                  <a:pt x="275481" y="333280"/>
                  <a:pt x="289899" y="327279"/>
                  <a:pt x="300807" y="316421"/>
                </a:cubicBezTo>
                <a:lnTo>
                  <a:pt x="320063" y="297085"/>
                </a:lnTo>
                <a:cubicBezTo>
                  <a:pt x="335714" y="281369"/>
                  <a:pt x="335714" y="256032"/>
                  <a:pt x="320063" y="239077"/>
                </a:cubicBezTo>
                <a:close/>
                <a:moveTo>
                  <a:pt x="310482" y="287465"/>
                </a:moveTo>
                <a:lnTo>
                  <a:pt x="291227" y="306800"/>
                </a:lnTo>
                <a:cubicBezTo>
                  <a:pt x="276809" y="321278"/>
                  <a:pt x="253854" y="323659"/>
                  <a:pt x="237065" y="311658"/>
                </a:cubicBezTo>
                <a:cubicBezTo>
                  <a:pt x="151506" y="256127"/>
                  <a:pt x="78088" y="181261"/>
                  <a:pt x="21460" y="96679"/>
                </a:cubicBezTo>
                <a:cubicBezTo>
                  <a:pt x="10646" y="79819"/>
                  <a:pt x="13018" y="56864"/>
                  <a:pt x="27436" y="42386"/>
                </a:cubicBezTo>
                <a:lnTo>
                  <a:pt x="46691" y="23050"/>
                </a:lnTo>
                <a:cubicBezTo>
                  <a:pt x="51529" y="18193"/>
                  <a:pt x="57505" y="14573"/>
                  <a:pt x="64714" y="14573"/>
                </a:cubicBezTo>
                <a:cubicBezTo>
                  <a:pt x="71923" y="14573"/>
                  <a:pt x="77993" y="18193"/>
                  <a:pt x="83969" y="23050"/>
                </a:cubicBezTo>
                <a:lnTo>
                  <a:pt x="118876" y="58102"/>
                </a:lnTo>
                <a:cubicBezTo>
                  <a:pt x="128551" y="68961"/>
                  <a:pt x="128551" y="84677"/>
                  <a:pt x="118876" y="95536"/>
                </a:cubicBezTo>
                <a:lnTo>
                  <a:pt x="106829" y="107632"/>
                </a:lnTo>
                <a:cubicBezTo>
                  <a:pt x="104458" y="110014"/>
                  <a:pt x="104458" y="113633"/>
                  <a:pt x="106829" y="117253"/>
                </a:cubicBezTo>
                <a:cubicBezTo>
                  <a:pt x="139364" y="155924"/>
                  <a:pt x="176642" y="194500"/>
                  <a:pt x="216386" y="227171"/>
                </a:cubicBezTo>
                <a:cubicBezTo>
                  <a:pt x="218758" y="229552"/>
                  <a:pt x="223595" y="228409"/>
                  <a:pt x="226062" y="225933"/>
                </a:cubicBezTo>
                <a:lnTo>
                  <a:pt x="238108" y="213836"/>
                </a:lnTo>
                <a:cubicBezTo>
                  <a:pt x="242946" y="208979"/>
                  <a:pt x="248922" y="206597"/>
                  <a:pt x="256131" y="206597"/>
                </a:cubicBezTo>
                <a:cubicBezTo>
                  <a:pt x="263339" y="206597"/>
                  <a:pt x="269410" y="208979"/>
                  <a:pt x="274153" y="213836"/>
                </a:cubicBezTo>
                <a:lnTo>
                  <a:pt x="310293" y="250031"/>
                </a:lnTo>
                <a:cubicBezTo>
                  <a:pt x="319968" y="259652"/>
                  <a:pt x="319968" y="276606"/>
                  <a:pt x="310293" y="28746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5" name="Graphic 143">
            <a:extLst>
              <a:ext uri="{FF2B5EF4-FFF2-40B4-BE49-F238E27FC236}">
                <a16:creationId xmlns:a16="http://schemas.microsoft.com/office/drawing/2014/main" id="{69A5D5BB-9325-E633-09D1-F630014983BE}"/>
              </a:ext>
            </a:extLst>
          </p:cNvPr>
          <p:cNvSpPr/>
          <p:nvPr/>
        </p:nvSpPr>
        <p:spPr>
          <a:xfrm>
            <a:off x="582066" y="2830537"/>
            <a:ext cx="450109" cy="431792"/>
          </a:xfrm>
          <a:custGeom>
            <a:avLst/>
            <a:gdLst>
              <a:gd name="connsiteX0" fmla="*/ 107186 w 337588"/>
              <a:gd name="connsiteY0" fmla="*/ 265176 h 323850"/>
              <a:gd name="connsiteX1" fmla="*/ 112972 w 337588"/>
              <a:gd name="connsiteY1" fmla="*/ 267557 h 323850"/>
              <a:gd name="connsiteX2" fmla="*/ 224711 w 337588"/>
              <a:gd name="connsiteY2" fmla="*/ 267557 h 323850"/>
              <a:gd name="connsiteX3" fmla="*/ 230497 w 337588"/>
              <a:gd name="connsiteY3" fmla="*/ 265176 h 323850"/>
              <a:gd name="connsiteX4" fmla="*/ 231635 w 337588"/>
              <a:gd name="connsiteY4" fmla="*/ 259366 h 323850"/>
              <a:gd name="connsiteX5" fmla="*/ 224616 w 337588"/>
              <a:gd name="connsiteY5" fmla="*/ 231362 h 323850"/>
              <a:gd name="connsiteX6" fmla="*/ 217597 w 337588"/>
              <a:gd name="connsiteY6" fmla="*/ 225552 h 323850"/>
              <a:gd name="connsiteX7" fmla="*/ 119802 w 337588"/>
              <a:gd name="connsiteY7" fmla="*/ 225552 h 323850"/>
              <a:gd name="connsiteX8" fmla="*/ 112782 w 337588"/>
              <a:gd name="connsiteY8" fmla="*/ 231362 h 323850"/>
              <a:gd name="connsiteX9" fmla="*/ 105763 w 337588"/>
              <a:gd name="connsiteY9" fmla="*/ 259366 h 323850"/>
              <a:gd name="connsiteX10" fmla="*/ 106901 w 337588"/>
              <a:gd name="connsiteY10" fmla="*/ 265176 h 323850"/>
              <a:gd name="connsiteX11" fmla="*/ 125872 w 337588"/>
              <a:gd name="connsiteY11" fmla="*/ 239459 h 323850"/>
              <a:gd name="connsiteX12" fmla="*/ 212000 w 337588"/>
              <a:gd name="connsiteY12" fmla="*/ 239459 h 323850"/>
              <a:gd name="connsiteX13" fmla="*/ 215510 w 337588"/>
              <a:gd name="connsiteY13" fmla="*/ 253460 h 323850"/>
              <a:gd name="connsiteX14" fmla="*/ 122457 w 337588"/>
              <a:gd name="connsiteY14" fmla="*/ 253460 h 323850"/>
              <a:gd name="connsiteX15" fmla="*/ 125967 w 337588"/>
              <a:gd name="connsiteY15" fmla="*/ 239459 h 323850"/>
              <a:gd name="connsiteX16" fmla="*/ 309511 w 337588"/>
              <a:gd name="connsiteY16" fmla="*/ 183071 h 323850"/>
              <a:gd name="connsiteX17" fmla="*/ 309511 w 337588"/>
              <a:gd name="connsiteY17" fmla="*/ 28194 h 323850"/>
              <a:gd name="connsiteX18" fmla="*/ 281339 w 337588"/>
              <a:gd name="connsiteY18" fmla="*/ 0 h 323850"/>
              <a:gd name="connsiteX19" fmla="*/ 56344 w 337588"/>
              <a:gd name="connsiteY19" fmla="*/ 0 h 323850"/>
              <a:gd name="connsiteX20" fmla="*/ 28172 w 337588"/>
              <a:gd name="connsiteY20" fmla="*/ 28194 h 323850"/>
              <a:gd name="connsiteX21" fmla="*/ 28172 w 337588"/>
              <a:gd name="connsiteY21" fmla="*/ 190119 h 323850"/>
              <a:gd name="connsiteX22" fmla="*/ 0 w 337588"/>
              <a:gd name="connsiteY22" fmla="*/ 287465 h 323850"/>
              <a:gd name="connsiteX23" fmla="*/ 0 w 337588"/>
              <a:gd name="connsiteY23" fmla="*/ 295656 h 323850"/>
              <a:gd name="connsiteX24" fmla="*/ 28172 w 337588"/>
              <a:gd name="connsiteY24" fmla="*/ 323850 h 323850"/>
              <a:gd name="connsiteX25" fmla="*/ 309416 w 337588"/>
              <a:gd name="connsiteY25" fmla="*/ 323850 h 323850"/>
              <a:gd name="connsiteX26" fmla="*/ 337588 w 337588"/>
              <a:gd name="connsiteY26" fmla="*/ 295656 h 323850"/>
              <a:gd name="connsiteX27" fmla="*/ 337588 w 337588"/>
              <a:gd name="connsiteY27" fmla="*/ 287465 h 323850"/>
              <a:gd name="connsiteX28" fmla="*/ 309416 w 337588"/>
              <a:gd name="connsiteY28" fmla="*/ 183071 h 323850"/>
              <a:gd name="connsiteX29" fmla="*/ 56439 w 337588"/>
              <a:gd name="connsiteY29" fmla="*/ 14097 h 323850"/>
              <a:gd name="connsiteX30" fmla="*/ 281434 w 337588"/>
              <a:gd name="connsiteY30" fmla="*/ 14097 h 323850"/>
              <a:gd name="connsiteX31" fmla="*/ 295473 w 337588"/>
              <a:gd name="connsiteY31" fmla="*/ 28194 h 323850"/>
              <a:gd name="connsiteX32" fmla="*/ 295473 w 337588"/>
              <a:gd name="connsiteY32" fmla="*/ 183356 h 323850"/>
              <a:gd name="connsiteX33" fmla="*/ 42305 w 337588"/>
              <a:gd name="connsiteY33" fmla="*/ 183356 h 323850"/>
              <a:gd name="connsiteX34" fmla="*/ 42305 w 337588"/>
              <a:gd name="connsiteY34" fmla="*/ 28194 h 323850"/>
              <a:gd name="connsiteX35" fmla="*/ 56344 w 337588"/>
              <a:gd name="connsiteY35" fmla="*/ 14097 h 323850"/>
              <a:gd name="connsiteX36" fmla="*/ 40788 w 337588"/>
              <a:gd name="connsiteY36" fmla="*/ 197644 h 323850"/>
              <a:gd name="connsiteX37" fmla="*/ 298698 w 337588"/>
              <a:gd name="connsiteY37" fmla="*/ 197644 h 323850"/>
              <a:gd name="connsiteX38" fmla="*/ 321368 w 337588"/>
              <a:gd name="connsiteY38" fmla="*/ 281750 h 323850"/>
              <a:gd name="connsiteX39" fmla="*/ 16505 w 337588"/>
              <a:gd name="connsiteY39" fmla="*/ 281750 h 323850"/>
              <a:gd name="connsiteX40" fmla="*/ 40788 w 337588"/>
              <a:gd name="connsiteY40" fmla="*/ 197644 h 323850"/>
              <a:gd name="connsiteX41" fmla="*/ 309511 w 337588"/>
              <a:gd name="connsiteY41" fmla="*/ 309753 h 323850"/>
              <a:gd name="connsiteX42" fmla="*/ 28267 w 337588"/>
              <a:gd name="connsiteY42" fmla="*/ 309753 h 323850"/>
              <a:gd name="connsiteX43" fmla="*/ 14228 w 337588"/>
              <a:gd name="connsiteY43" fmla="*/ 296037 h 323850"/>
              <a:gd name="connsiteX44" fmla="*/ 323550 w 337588"/>
              <a:gd name="connsiteY44" fmla="*/ 296037 h 323850"/>
              <a:gd name="connsiteX45" fmla="*/ 309511 w 337588"/>
              <a:gd name="connsiteY45" fmla="*/ 309753 h 323850"/>
              <a:gd name="connsiteX46" fmla="*/ 63268 w 337588"/>
              <a:gd name="connsiteY46" fmla="*/ 169069 h 323850"/>
              <a:gd name="connsiteX47" fmla="*/ 274510 w 337588"/>
              <a:gd name="connsiteY47" fmla="*/ 169069 h 323850"/>
              <a:gd name="connsiteX48" fmla="*/ 281529 w 337588"/>
              <a:gd name="connsiteY48" fmla="*/ 162020 h 323850"/>
              <a:gd name="connsiteX49" fmla="*/ 281529 w 337588"/>
              <a:gd name="connsiteY49" fmla="*/ 35623 h 323850"/>
              <a:gd name="connsiteX50" fmla="*/ 274510 w 337588"/>
              <a:gd name="connsiteY50" fmla="*/ 28575 h 323850"/>
              <a:gd name="connsiteX51" fmla="*/ 63268 w 337588"/>
              <a:gd name="connsiteY51" fmla="*/ 28575 h 323850"/>
              <a:gd name="connsiteX52" fmla="*/ 56249 w 337588"/>
              <a:gd name="connsiteY52" fmla="*/ 35623 h 323850"/>
              <a:gd name="connsiteX53" fmla="*/ 56249 w 337588"/>
              <a:gd name="connsiteY53" fmla="*/ 162020 h 323850"/>
              <a:gd name="connsiteX54" fmla="*/ 63268 w 337588"/>
              <a:gd name="connsiteY54" fmla="*/ 169069 h 323850"/>
              <a:gd name="connsiteX55" fmla="*/ 70382 w 337588"/>
              <a:gd name="connsiteY55" fmla="*/ 42672 h 323850"/>
              <a:gd name="connsiteX56" fmla="*/ 267491 w 337588"/>
              <a:gd name="connsiteY56" fmla="*/ 42672 h 323850"/>
              <a:gd name="connsiteX57" fmla="*/ 267491 w 337588"/>
              <a:gd name="connsiteY57" fmla="*/ 155067 h 323850"/>
              <a:gd name="connsiteX58" fmla="*/ 70382 w 337588"/>
              <a:gd name="connsiteY58" fmla="*/ 155067 h 323850"/>
              <a:gd name="connsiteX59" fmla="*/ 70382 w 337588"/>
              <a:gd name="connsiteY59" fmla="*/ 42672 h 32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37588" h="323850">
                <a:moveTo>
                  <a:pt x="107186" y="265176"/>
                </a:moveTo>
                <a:cubicBezTo>
                  <a:pt x="108324" y="267557"/>
                  <a:pt x="110696" y="267557"/>
                  <a:pt x="112972" y="267557"/>
                </a:cubicBezTo>
                <a:lnTo>
                  <a:pt x="224711" y="267557"/>
                </a:lnTo>
                <a:cubicBezTo>
                  <a:pt x="227082" y="267557"/>
                  <a:pt x="228221" y="267557"/>
                  <a:pt x="230497" y="265176"/>
                </a:cubicBezTo>
                <a:cubicBezTo>
                  <a:pt x="231635" y="264033"/>
                  <a:pt x="231635" y="261652"/>
                  <a:pt x="231635" y="259366"/>
                </a:cubicBezTo>
                <a:lnTo>
                  <a:pt x="224616" y="231362"/>
                </a:lnTo>
                <a:cubicBezTo>
                  <a:pt x="223478" y="227838"/>
                  <a:pt x="221106" y="225552"/>
                  <a:pt x="217597" y="225552"/>
                </a:cubicBezTo>
                <a:lnTo>
                  <a:pt x="119802" y="225552"/>
                </a:lnTo>
                <a:cubicBezTo>
                  <a:pt x="116292" y="225552"/>
                  <a:pt x="114015" y="227933"/>
                  <a:pt x="112782" y="231362"/>
                </a:cubicBezTo>
                <a:lnTo>
                  <a:pt x="105763" y="259366"/>
                </a:lnTo>
                <a:cubicBezTo>
                  <a:pt x="105763" y="261747"/>
                  <a:pt x="105763" y="264033"/>
                  <a:pt x="106901" y="265176"/>
                </a:cubicBezTo>
                <a:close/>
                <a:moveTo>
                  <a:pt x="125872" y="239459"/>
                </a:moveTo>
                <a:lnTo>
                  <a:pt x="212000" y="239459"/>
                </a:lnTo>
                <a:lnTo>
                  <a:pt x="215510" y="253460"/>
                </a:lnTo>
                <a:lnTo>
                  <a:pt x="122457" y="253460"/>
                </a:lnTo>
                <a:lnTo>
                  <a:pt x="125967" y="239459"/>
                </a:lnTo>
                <a:close/>
                <a:moveTo>
                  <a:pt x="309511" y="183071"/>
                </a:moveTo>
                <a:lnTo>
                  <a:pt x="309511" y="28194"/>
                </a:lnTo>
                <a:cubicBezTo>
                  <a:pt x="309511" y="12954"/>
                  <a:pt x="296611" y="0"/>
                  <a:pt x="281339" y="0"/>
                </a:cubicBezTo>
                <a:lnTo>
                  <a:pt x="56344" y="0"/>
                </a:lnTo>
                <a:cubicBezTo>
                  <a:pt x="41072" y="0"/>
                  <a:pt x="28172" y="12954"/>
                  <a:pt x="28172" y="28194"/>
                </a:cubicBezTo>
                <a:lnTo>
                  <a:pt x="28172" y="190119"/>
                </a:lnTo>
                <a:lnTo>
                  <a:pt x="0" y="287465"/>
                </a:lnTo>
                <a:lnTo>
                  <a:pt x="0" y="295656"/>
                </a:lnTo>
                <a:cubicBezTo>
                  <a:pt x="0" y="312039"/>
                  <a:pt x="12900" y="323850"/>
                  <a:pt x="28172" y="323850"/>
                </a:cubicBezTo>
                <a:lnTo>
                  <a:pt x="309416" y="323850"/>
                </a:lnTo>
                <a:cubicBezTo>
                  <a:pt x="324688" y="323850"/>
                  <a:pt x="337588" y="312134"/>
                  <a:pt x="337588" y="295656"/>
                </a:cubicBezTo>
                <a:lnTo>
                  <a:pt x="337588" y="287465"/>
                </a:lnTo>
                <a:lnTo>
                  <a:pt x="309416" y="183071"/>
                </a:lnTo>
                <a:close/>
                <a:moveTo>
                  <a:pt x="56439" y="14097"/>
                </a:moveTo>
                <a:lnTo>
                  <a:pt x="281434" y="14097"/>
                </a:lnTo>
                <a:cubicBezTo>
                  <a:pt x="288453" y="14097"/>
                  <a:pt x="295473" y="21145"/>
                  <a:pt x="295473" y="28194"/>
                </a:cubicBezTo>
                <a:lnTo>
                  <a:pt x="295473" y="183356"/>
                </a:lnTo>
                <a:lnTo>
                  <a:pt x="42305" y="183356"/>
                </a:lnTo>
                <a:lnTo>
                  <a:pt x="42305" y="28194"/>
                </a:lnTo>
                <a:cubicBezTo>
                  <a:pt x="42305" y="21145"/>
                  <a:pt x="48186" y="14097"/>
                  <a:pt x="56344" y="14097"/>
                </a:cubicBezTo>
                <a:close/>
                <a:moveTo>
                  <a:pt x="40788" y="197644"/>
                </a:moveTo>
                <a:lnTo>
                  <a:pt x="298698" y="197644"/>
                </a:lnTo>
                <a:cubicBezTo>
                  <a:pt x="301923" y="209740"/>
                  <a:pt x="308468" y="233839"/>
                  <a:pt x="321368" y="281750"/>
                </a:cubicBezTo>
                <a:lnTo>
                  <a:pt x="16505" y="281750"/>
                </a:lnTo>
                <a:lnTo>
                  <a:pt x="40788" y="197644"/>
                </a:lnTo>
                <a:close/>
                <a:moveTo>
                  <a:pt x="309511" y="309753"/>
                </a:moveTo>
                <a:lnTo>
                  <a:pt x="28267" y="309753"/>
                </a:lnTo>
                <a:cubicBezTo>
                  <a:pt x="20204" y="309753"/>
                  <a:pt x="14418" y="304038"/>
                  <a:pt x="14228" y="296037"/>
                </a:cubicBezTo>
                <a:lnTo>
                  <a:pt x="323550" y="296037"/>
                </a:lnTo>
                <a:cubicBezTo>
                  <a:pt x="323360" y="304038"/>
                  <a:pt x="316435" y="309753"/>
                  <a:pt x="309511" y="309753"/>
                </a:cubicBezTo>
                <a:close/>
                <a:moveTo>
                  <a:pt x="63268" y="169069"/>
                </a:moveTo>
                <a:lnTo>
                  <a:pt x="274510" y="169069"/>
                </a:lnTo>
                <a:cubicBezTo>
                  <a:pt x="278019" y="169069"/>
                  <a:pt x="281529" y="166688"/>
                  <a:pt x="281529" y="162020"/>
                </a:cubicBezTo>
                <a:lnTo>
                  <a:pt x="281529" y="35623"/>
                </a:lnTo>
                <a:cubicBezTo>
                  <a:pt x="281529" y="32099"/>
                  <a:pt x="278019" y="28575"/>
                  <a:pt x="274510" y="28575"/>
                </a:cubicBezTo>
                <a:lnTo>
                  <a:pt x="63268" y="28575"/>
                </a:lnTo>
                <a:cubicBezTo>
                  <a:pt x="59758" y="28575"/>
                  <a:pt x="56249" y="32099"/>
                  <a:pt x="56249" y="35623"/>
                </a:cubicBezTo>
                <a:lnTo>
                  <a:pt x="56249" y="162020"/>
                </a:lnTo>
                <a:cubicBezTo>
                  <a:pt x="56249" y="166688"/>
                  <a:pt x="59758" y="169069"/>
                  <a:pt x="63268" y="169069"/>
                </a:cubicBezTo>
                <a:close/>
                <a:moveTo>
                  <a:pt x="70382" y="42672"/>
                </a:moveTo>
                <a:lnTo>
                  <a:pt x="267491" y="42672"/>
                </a:lnTo>
                <a:lnTo>
                  <a:pt x="267491" y="155067"/>
                </a:lnTo>
                <a:lnTo>
                  <a:pt x="70382" y="155067"/>
                </a:lnTo>
                <a:lnTo>
                  <a:pt x="70382" y="42672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6" name="Graphic 143">
            <a:extLst>
              <a:ext uri="{FF2B5EF4-FFF2-40B4-BE49-F238E27FC236}">
                <a16:creationId xmlns:a16="http://schemas.microsoft.com/office/drawing/2014/main" id="{42157909-05A8-B6FE-0312-84A30C74B1B4}"/>
              </a:ext>
            </a:extLst>
          </p:cNvPr>
          <p:cNvSpPr/>
          <p:nvPr/>
        </p:nvSpPr>
        <p:spPr>
          <a:xfrm>
            <a:off x="1350416" y="2830537"/>
            <a:ext cx="450109" cy="431792"/>
          </a:xfrm>
          <a:custGeom>
            <a:avLst/>
            <a:gdLst>
              <a:gd name="connsiteX0" fmla="*/ 107186 w 337588"/>
              <a:gd name="connsiteY0" fmla="*/ 265176 h 323850"/>
              <a:gd name="connsiteX1" fmla="*/ 112972 w 337588"/>
              <a:gd name="connsiteY1" fmla="*/ 267557 h 323850"/>
              <a:gd name="connsiteX2" fmla="*/ 224711 w 337588"/>
              <a:gd name="connsiteY2" fmla="*/ 267557 h 323850"/>
              <a:gd name="connsiteX3" fmla="*/ 230497 w 337588"/>
              <a:gd name="connsiteY3" fmla="*/ 265176 h 323850"/>
              <a:gd name="connsiteX4" fmla="*/ 231635 w 337588"/>
              <a:gd name="connsiteY4" fmla="*/ 259366 h 323850"/>
              <a:gd name="connsiteX5" fmla="*/ 224616 w 337588"/>
              <a:gd name="connsiteY5" fmla="*/ 231362 h 323850"/>
              <a:gd name="connsiteX6" fmla="*/ 217597 w 337588"/>
              <a:gd name="connsiteY6" fmla="*/ 225552 h 323850"/>
              <a:gd name="connsiteX7" fmla="*/ 119802 w 337588"/>
              <a:gd name="connsiteY7" fmla="*/ 225552 h 323850"/>
              <a:gd name="connsiteX8" fmla="*/ 112782 w 337588"/>
              <a:gd name="connsiteY8" fmla="*/ 231362 h 323850"/>
              <a:gd name="connsiteX9" fmla="*/ 105763 w 337588"/>
              <a:gd name="connsiteY9" fmla="*/ 259366 h 323850"/>
              <a:gd name="connsiteX10" fmla="*/ 106901 w 337588"/>
              <a:gd name="connsiteY10" fmla="*/ 265176 h 323850"/>
              <a:gd name="connsiteX11" fmla="*/ 125872 w 337588"/>
              <a:gd name="connsiteY11" fmla="*/ 239459 h 323850"/>
              <a:gd name="connsiteX12" fmla="*/ 212000 w 337588"/>
              <a:gd name="connsiteY12" fmla="*/ 239459 h 323850"/>
              <a:gd name="connsiteX13" fmla="*/ 215510 w 337588"/>
              <a:gd name="connsiteY13" fmla="*/ 253460 h 323850"/>
              <a:gd name="connsiteX14" fmla="*/ 122457 w 337588"/>
              <a:gd name="connsiteY14" fmla="*/ 253460 h 323850"/>
              <a:gd name="connsiteX15" fmla="*/ 125967 w 337588"/>
              <a:gd name="connsiteY15" fmla="*/ 239459 h 323850"/>
              <a:gd name="connsiteX16" fmla="*/ 309511 w 337588"/>
              <a:gd name="connsiteY16" fmla="*/ 183071 h 323850"/>
              <a:gd name="connsiteX17" fmla="*/ 309511 w 337588"/>
              <a:gd name="connsiteY17" fmla="*/ 28194 h 323850"/>
              <a:gd name="connsiteX18" fmla="*/ 281339 w 337588"/>
              <a:gd name="connsiteY18" fmla="*/ 0 h 323850"/>
              <a:gd name="connsiteX19" fmla="*/ 56344 w 337588"/>
              <a:gd name="connsiteY19" fmla="*/ 0 h 323850"/>
              <a:gd name="connsiteX20" fmla="*/ 28172 w 337588"/>
              <a:gd name="connsiteY20" fmla="*/ 28194 h 323850"/>
              <a:gd name="connsiteX21" fmla="*/ 28172 w 337588"/>
              <a:gd name="connsiteY21" fmla="*/ 190119 h 323850"/>
              <a:gd name="connsiteX22" fmla="*/ 0 w 337588"/>
              <a:gd name="connsiteY22" fmla="*/ 287465 h 323850"/>
              <a:gd name="connsiteX23" fmla="*/ 0 w 337588"/>
              <a:gd name="connsiteY23" fmla="*/ 295656 h 323850"/>
              <a:gd name="connsiteX24" fmla="*/ 28172 w 337588"/>
              <a:gd name="connsiteY24" fmla="*/ 323850 h 323850"/>
              <a:gd name="connsiteX25" fmla="*/ 309416 w 337588"/>
              <a:gd name="connsiteY25" fmla="*/ 323850 h 323850"/>
              <a:gd name="connsiteX26" fmla="*/ 337588 w 337588"/>
              <a:gd name="connsiteY26" fmla="*/ 295656 h 323850"/>
              <a:gd name="connsiteX27" fmla="*/ 337588 w 337588"/>
              <a:gd name="connsiteY27" fmla="*/ 287465 h 323850"/>
              <a:gd name="connsiteX28" fmla="*/ 309416 w 337588"/>
              <a:gd name="connsiteY28" fmla="*/ 183071 h 323850"/>
              <a:gd name="connsiteX29" fmla="*/ 56439 w 337588"/>
              <a:gd name="connsiteY29" fmla="*/ 14097 h 323850"/>
              <a:gd name="connsiteX30" fmla="*/ 281434 w 337588"/>
              <a:gd name="connsiteY30" fmla="*/ 14097 h 323850"/>
              <a:gd name="connsiteX31" fmla="*/ 295473 w 337588"/>
              <a:gd name="connsiteY31" fmla="*/ 28194 h 323850"/>
              <a:gd name="connsiteX32" fmla="*/ 295473 w 337588"/>
              <a:gd name="connsiteY32" fmla="*/ 183356 h 323850"/>
              <a:gd name="connsiteX33" fmla="*/ 42305 w 337588"/>
              <a:gd name="connsiteY33" fmla="*/ 183356 h 323850"/>
              <a:gd name="connsiteX34" fmla="*/ 42305 w 337588"/>
              <a:gd name="connsiteY34" fmla="*/ 28194 h 323850"/>
              <a:gd name="connsiteX35" fmla="*/ 56344 w 337588"/>
              <a:gd name="connsiteY35" fmla="*/ 14097 h 323850"/>
              <a:gd name="connsiteX36" fmla="*/ 40788 w 337588"/>
              <a:gd name="connsiteY36" fmla="*/ 197644 h 323850"/>
              <a:gd name="connsiteX37" fmla="*/ 298698 w 337588"/>
              <a:gd name="connsiteY37" fmla="*/ 197644 h 323850"/>
              <a:gd name="connsiteX38" fmla="*/ 321368 w 337588"/>
              <a:gd name="connsiteY38" fmla="*/ 281750 h 323850"/>
              <a:gd name="connsiteX39" fmla="*/ 16505 w 337588"/>
              <a:gd name="connsiteY39" fmla="*/ 281750 h 323850"/>
              <a:gd name="connsiteX40" fmla="*/ 40788 w 337588"/>
              <a:gd name="connsiteY40" fmla="*/ 197644 h 323850"/>
              <a:gd name="connsiteX41" fmla="*/ 309511 w 337588"/>
              <a:gd name="connsiteY41" fmla="*/ 309753 h 323850"/>
              <a:gd name="connsiteX42" fmla="*/ 28267 w 337588"/>
              <a:gd name="connsiteY42" fmla="*/ 309753 h 323850"/>
              <a:gd name="connsiteX43" fmla="*/ 14228 w 337588"/>
              <a:gd name="connsiteY43" fmla="*/ 296037 h 323850"/>
              <a:gd name="connsiteX44" fmla="*/ 323550 w 337588"/>
              <a:gd name="connsiteY44" fmla="*/ 296037 h 323850"/>
              <a:gd name="connsiteX45" fmla="*/ 309511 w 337588"/>
              <a:gd name="connsiteY45" fmla="*/ 309753 h 323850"/>
              <a:gd name="connsiteX46" fmla="*/ 63268 w 337588"/>
              <a:gd name="connsiteY46" fmla="*/ 169069 h 323850"/>
              <a:gd name="connsiteX47" fmla="*/ 274510 w 337588"/>
              <a:gd name="connsiteY47" fmla="*/ 169069 h 323850"/>
              <a:gd name="connsiteX48" fmla="*/ 281529 w 337588"/>
              <a:gd name="connsiteY48" fmla="*/ 162020 h 323850"/>
              <a:gd name="connsiteX49" fmla="*/ 281529 w 337588"/>
              <a:gd name="connsiteY49" fmla="*/ 35623 h 323850"/>
              <a:gd name="connsiteX50" fmla="*/ 274510 w 337588"/>
              <a:gd name="connsiteY50" fmla="*/ 28575 h 323850"/>
              <a:gd name="connsiteX51" fmla="*/ 63268 w 337588"/>
              <a:gd name="connsiteY51" fmla="*/ 28575 h 323850"/>
              <a:gd name="connsiteX52" fmla="*/ 56249 w 337588"/>
              <a:gd name="connsiteY52" fmla="*/ 35623 h 323850"/>
              <a:gd name="connsiteX53" fmla="*/ 56249 w 337588"/>
              <a:gd name="connsiteY53" fmla="*/ 162020 h 323850"/>
              <a:gd name="connsiteX54" fmla="*/ 63268 w 337588"/>
              <a:gd name="connsiteY54" fmla="*/ 169069 h 323850"/>
              <a:gd name="connsiteX55" fmla="*/ 70382 w 337588"/>
              <a:gd name="connsiteY55" fmla="*/ 42672 h 323850"/>
              <a:gd name="connsiteX56" fmla="*/ 267491 w 337588"/>
              <a:gd name="connsiteY56" fmla="*/ 42672 h 323850"/>
              <a:gd name="connsiteX57" fmla="*/ 267491 w 337588"/>
              <a:gd name="connsiteY57" fmla="*/ 155067 h 323850"/>
              <a:gd name="connsiteX58" fmla="*/ 70382 w 337588"/>
              <a:gd name="connsiteY58" fmla="*/ 155067 h 323850"/>
              <a:gd name="connsiteX59" fmla="*/ 70382 w 337588"/>
              <a:gd name="connsiteY59" fmla="*/ 42672 h 32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37588" h="323850">
                <a:moveTo>
                  <a:pt x="107186" y="265176"/>
                </a:moveTo>
                <a:cubicBezTo>
                  <a:pt x="108324" y="267557"/>
                  <a:pt x="110696" y="267557"/>
                  <a:pt x="112972" y="267557"/>
                </a:cubicBezTo>
                <a:lnTo>
                  <a:pt x="224711" y="267557"/>
                </a:lnTo>
                <a:cubicBezTo>
                  <a:pt x="227082" y="267557"/>
                  <a:pt x="228221" y="267557"/>
                  <a:pt x="230497" y="265176"/>
                </a:cubicBezTo>
                <a:cubicBezTo>
                  <a:pt x="231635" y="264033"/>
                  <a:pt x="231635" y="261652"/>
                  <a:pt x="231635" y="259366"/>
                </a:cubicBezTo>
                <a:lnTo>
                  <a:pt x="224616" y="231362"/>
                </a:lnTo>
                <a:cubicBezTo>
                  <a:pt x="223478" y="227838"/>
                  <a:pt x="221106" y="225552"/>
                  <a:pt x="217597" y="225552"/>
                </a:cubicBezTo>
                <a:lnTo>
                  <a:pt x="119802" y="225552"/>
                </a:lnTo>
                <a:cubicBezTo>
                  <a:pt x="116292" y="225552"/>
                  <a:pt x="114015" y="227933"/>
                  <a:pt x="112782" y="231362"/>
                </a:cubicBezTo>
                <a:lnTo>
                  <a:pt x="105763" y="259366"/>
                </a:lnTo>
                <a:cubicBezTo>
                  <a:pt x="105763" y="261747"/>
                  <a:pt x="105763" y="264033"/>
                  <a:pt x="106901" y="265176"/>
                </a:cubicBezTo>
                <a:close/>
                <a:moveTo>
                  <a:pt x="125872" y="239459"/>
                </a:moveTo>
                <a:lnTo>
                  <a:pt x="212000" y="239459"/>
                </a:lnTo>
                <a:lnTo>
                  <a:pt x="215510" y="253460"/>
                </a:lnTo>
                <a:lnTo>
                  <a:pt x="122457" y="253460"/>
                </a:lnTo>
                <a:lnTo>
                  <a:pt x="125967" y="239459"/>
                </a:lnTo>
                <a:close/>
                <a:moveTo>
                  <a:pt x="309511" y="183071"/>
                </a:moveTo>
                <a:lnTo>
                  <a:pt x="309511" y="28194"/>
                </a:lnTo>
                <a:cubicBezTo>
                  <a:pt x="309511" y="12954"/>
                  <a:pt x="296611" y="0"/>
                  <a:pt x="281339" y="0"/>
                </a:cubicBezTo>
                <a:lnTo>
                  <a:pt x="56344" y="0"/>
                </a:lnTo>
                <a:cubicBezTo>
                  <a:pt x="41072" y="0"/>
                  <a:pt x="28172" y="12954"/>
                  <a:pt x="28172" y="28194"/>
                </a:cubicBezTo>
                <a:lnTo>
                  <a:pt x="28172" y="190119"/>
                </a:lnTo>
                <a:lnTo>
                  <a:pt x="0" y="287465"/>
                </a:lnTo>
                <a:lnTo>
                  <a:pt x="0" y="295656"/>
                </a:lnTo>
                <a:cubicBezTo>
                  <a:pt x="0" y="312039"/>
                  <a:pt x="12900" y="323850"/>
                  <a:pt x="28172" y="323850"/>
                </a:cubicBezTo>
                <a:lnTo>
                  <a:pt x="309416" y="323850"/>
                </a:lnTo>
                <a:cubicBezTo>
                  <a:pt x="324688" y="323850"/>
                  <a:pt x="337588" y="312134"/>
                  <a:pt x="337588" y="295656"/>
                </a:cubicBezTo>
                <a:lnTo>
                  <a:pt x="337588" y="287465"/>
                </a:lnTo>
                <a:lnTo>
                  <a:pt x="309416" y="183071"/>
                </a:lnTo>
                <a:close/>
                <a:moveTo>
                  <a:pt x="56439" y="14097"/>
                </a:moveTo>
                <a:lnTo>
                  <a:pt x="281434" y="14097"/>
                </a:lnTo>
                <a:cubicBezTo>
                  <a:pt x="288453" y="14097"/>
                  <a:pt x="295473" y="21145"/>
                  <a:pt x="295473" y="28194"/>
                </a:cubicBezTo>
                <a:lnTo>
                  <a:pt x="295473" y="183356"/>
                </a:lnTo>
                <a:lnTo>
                  <a:pt x="42305" y="183356"/>
                </a:lnTo>
                <a:lnTo>
                  <a:pt x="42305" y="28194"/>
                </a:lnTo>
                <a:cubicBezTo>
                  <a:pt x="42305" y="21145"/>
                  <a:pt x="48186" y="14097"/>
                  <a:pt x="56344" y="14097"/>
                </a:cubicBezTo>
                <a:close/>
                <a:moveTo>
                  <a:pt x="40788" y="197644"/>
                </a:moveTo>
                <a:lnTo>
                  <a:pt x="298698" y="197644"/>
                </a:lnTo>
                <a:cubicBezTo>
                  <a:pt x="301923" y="209740"/>
                  <a:pt x="308468" y="233839"/>
                  <a:pt x="321368" y="281750"/>
                </a:cubicBezTo>
                <a:lnTo>
                  <a:pt x="16505" y="281750"/>
                </a:lnTo>
                <a:lnTo>
                  <a:pt x="40788" y="197644"/>
                </a:lnTo>
                <a:close/>
                <a:moveTo>
                  <a:pt x="309511" y="309753"/>
                </a:moveTo>
                <a:lnTo>
                  <a:pt x="28267" y="309753"/>
                </a:lnTo>
                <a:cubicBezTo>
                  <a:pt x="20204" y="309753"/>
                  <a:pt x="14418" y="304038"/>
                  <a:pt x="14228" y="296037"/>
                </a:cubicBezTo>
                <a:lnTo>
                  <a:pt x="323550" y="296037"/>
                </a:lnTo>
                <a:cubicBezTo>
                  <a:pt x="323360" y="304038"/>
                  <a:pt x="316435" y="309753"/>
                  <a:pt x="309511" y="309753"/>
                </a:cubicBezTo>
                <a:close/>
                <a:moveTo>
                  <a:pt x="63268" y="169069"/>
                </a:moveTo>
                <a:lnTo>
                  <a:pt x="274510" y="169069"/>
                </a:lnTo>
                <a:cubicBezTo>
                  <a:pt x="278019" y="169069"/>
                  <a:pt x="281529" y="166688"/>
                  <a:pt x="281529" y="162020"/>
                </a:cubicBezTo>
                <a:lnTo>
                  <a:pt x="281529" y="35623"/>
                </a:lnTo>
                <a:cubicBezTo>
                  <a:pt x="281529" y="32099"/>
                  <a:pt x="278019" y="28575"/>
                  <a:pt x="274510" y="28575"/>
                </a:cubicBezTo>
                <a:lnTo>
                  <a:pt x="63268" y="28575"/>
                </a:lnTo>
                <a:cubicBezTo>
                  <a:pt x="59758" y="28575"/>
                  <a:pt x="56249" y="32099"/>
                  <a:pt x="56249" y="35623"/>
                </a:cubicBezTo>
                <a:lnTo>
                  <a:pt x="56249" y="162020"/>
                </a:lnTo>
                <a:cubicBezTo>
                  <a:pt x="56249" y="166688"/>
                  <a:pt x="59758" y="169069"/>
                  <a:pt x="63268" y="169069"/>
                </a:cubicBezTo>
                <a:close/>
                <a:moveTo>
                  <a:pt x="70382" y="42672"/>
                </a:moveTo>
                <a:lnTo>
                  <a:pt x="267491" y="42672"/>
                </a:lnTo>
                <a:lnTo>
                  <a:pt x="267491" y="155067"/>
                </a:lnTo>
                <a:lnTo>
                  <a:pt x="70382" y="155067"/>
                </a:lnTo>
                <a:lnTo>
                  <a:pt x="70382" y="42672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7" name="Graphic 143">
            <a:extLst>
              <a:ext uri="{FF2B5EF4-FFF2-40B4-BE49-F238E27FC236}">
                <a16:creationId xmlns:a16="http://schemas.microsoft.com/office/drawing/2014/main" id="{5993FF09-B406-D859-A13D-CC71ACFD1E7E}"/>
              </a:ext>
            </a:extLst>
          </p:cNvPr>
          <p:cNvSpPr/>
          <p:nvPr/>
        </p:nvSpPr>
        <p:spPr>
          <a:xfrm>
            <a:off x="582066" y="3494112"/>
            <a:ext cx="450109" cy="431792"/>
          </a:xfrm>
          <a:custGeom>
            <a:avLst/>
            <a:gdLst>
              <a:gd name="connsiteX0" fmla="*/ 107186 w 337588"/>
              <a:gd name="connsiteY0" fmla="*/ 265176 h 323850"/>
              <a:gd name="connsiteX1" fmla="*/ 112972 w 337588"/>
              <a:gd name="connsiteY1" fmla="*/ 267557 h 323850"/>
              <a:gd name="connsiteX2" fmla="*/ 224711 w 337588"/>
              <a:gd name="connsiteY2" fmla="*/ 267557 h 323850"/>
              <a:gd name="connsiteX3" fmla="*/ 230497 w 337588"/>
              <a:gd name="connsiteY3" fmla="*/ 265176 h 323850"/>
              <a:gd name="connsiteX4" fmla="*/ 231635 w 337588"/>
              <a:gd name="connsiteY4" fmla="*/ 259366 h 323850"/>
              <a:gd name="connsiteX5" fmla="*/ 224616 w 337588"/>
              <a:gd name="connsiteY5" fmla="*/ 231362 h 323850"/>
              <a:gd name="connsiteX6" fmla="*/ 217597 w 337588"/>
              <a:gd name="connsiteY6" fmla="*/ 225552 h 323850"/>
              <a:gd name="connsiteX7" fmla="*/ 119802 w 337588"/>
              <a:gd name="connsiteY7" fmla="*/ 225552 h 323850"/>
              <a:gd name="connsiteX8" fmla="*/ 112782 w 337588"/>
              <a:gd name="connsiteY8" fmla="*/ 231362 h 323850"/>
              <a:gd name="connsiteX9" fmla="*/ 105763 w 337588"/>
              <a:gd name="connsiteY9" fmla="*/ 259366 h 323850"/>
              <a:gd name="connsiteX10" fmla="*/ 106901 w 337588"/>
              <a:gd name="connsiteY10" fmla="*/ 265176 h 323850"/>
              <a:gd name="connsiteX11" fmla="*/ 125872 w 337588"/>
              <a:gd name="connsiteY11" fmla="*/ 239459 h 323850"/>
              <a:gd name="connsiteX12" fmla="*/ 212000 w 337588"/>
              <a:gd name="connsiteY12" fmla="*/ 239459 h 323850"/>
              <a:gd name="connsiteX13" fmla="*/ 215510 w 337588"/>
              <a:gd name="connsiteY13" fmla="*/ 253460 h 323850"/>
              <a:gd name="connsiteX14" fmla="*/ 122457 w 337588"/>
              <a:gd name="connsiteY14" fmla="*/ 253460 h 323850"/>
              <a:gd name="connsiteX15" fmla="*/ 125967 w 337588"/>
              <a:gd name="connsiteY15" fmla="*/ 239459 h 323850"/>
              <a:gd name="connsiteX16" fmla="*/ 309511 w 337588"/>
              <a:gd name="connsiteY16" fmla="*/ 183071 h 323850"/>
              <a:gd name="connsiteX17" fmla="*/ 309511 w 337588"/>
              <a:gd name="connsiteY17" fmla="*/ 28194 h 323850"/>
              <a:gd name="connsiteX18" fmla="*/ 281339 w 337588"/>
              <a:gd name="connsiteY18" fmla="*/ 0 h 323850"/>
              <a:gd name="connsiteX19" fmla="*/ 56344 w 337588"/>
              <a:gd name="connsiteY19" fmla="*/ 0 h 323850"/>
              <a:gd name="connsiteX20" fmla="*/ 28172 w 337588"/>
              <a:gd name="connsiteY20" fmla="*/ 28194 h 323850"/>
              <a:gd name="connsiteX21" fmla="*/ 28172 w 337588"/>
              <a:gd name="connsiteY21" fmla="*/ 190119 h 323850"/>
              <a:gd name="connsiteX22" fmla="*/ 0 w 337588"/>
              <a:gd name="connsiteY22" fmla="*/ 287465 h 323850"/>
              <a:gd name="connsiteX23" fmla="*/ 0 w 337588"/>
              <a:gd name="connsiteY23" fmla="*/ 295656 h 323850"/>
              <a:gd name="connsiteX24" fmla="*/ 28172 w 337588"/>
              <a:gd name="connsiteY24" fmla="*/ 323850 h 323850"/>
              <a:gd name="connsiteX25" fmla="*/ 309416 w 337588"/>
              <a:gd name="connsiteY25" fmla="*/ 323850 h 323850"/>
              <a:gd name="connsiteX26" fmla="*/ 337588 w 337588"/>
              <a:gd name="connsiteY26" fmla="*/ 295656 h 323850"/>
              <a:gd name="connsiteX27" fmla="*/ 337588 w 337588"/>
              <a:gd name="connsiteY27" fmla="*/ 287465 h 323850"/>
              <a:gd name="connsiteX28" fmla="*/ 309416 w 337588"/>
              <a:gd name="connsiteY28" fmla="*/ 183071 h 323850"/>
              <a:gd name="connsiteX29" fmla="*/ 56439 w 337588"/>
              <a:gd name="connsiteY29" fmla="*/ 14097 h 323850"/>
              <a:gd name="connsiteX30" fmla="*/ 281434 w 337588"/>
              <a:gd name="connsiteY30" fmla="*/ 14097 h 323850"/>
              <a:gd name="connsiteX31" fmla="*/ 295473 w 337588"/>
              <a:gd name="connsiteY31" fmla="*/ 28194 h 323850"/>
              <a:gd name="connsiteX32" fmla="*/ 295473 w 337588"/>
              <a:gd name="connsiteY32" fmla="*/ 183356 h 323850"/>
              <a:gd name="connsiteX33" fmla="*/ 42305 w 337588"/>
              <a:gd name="connsiteY33" fmla="*/ 183356 h 323850"/>
              <a:gd name="connsiteX34" fmla="*/ 42305 w 337588"/>
              <a:gd name="connsiteY34" fmla="*/ 28194 h 323850"/>
              <a:gd name="connsiteX35" fmla="*/ 56344 w 337588"/>
              <a:gd name="connsiteY35" fmla="*/ 14097 h 323850"/>
              <a:gd name="connsiteX36" fmla="*/ 40788 w 337588"/>
              <a:gd name="connsiteY36" fmla="*/ 197644 h 323850"/>
              <a:gd name="connsiteX37" fmla="*/ 298698 w 337588"/>
              <a:gd name="connsiteY37" fmla="*/ 197644 h 323850"/>
              <a:gd name="connsiteX38" fmla="*/ 321368 w 337588"/>
              <a:gd name="connsiteY38" fmla="*/ 281750 h 323850"/>
              <a:gd name="connsiteX39" fmla="*/ 16505 w 337588"/>
              <a:gd name="connsiteY39" fmla="*/ 281750 h 323850"/>
              <a:gd name="connsiteX40" fmla="*/ 40788 w 337588"/>
              <a:gd name="connsiteY40" fmla="*/ 197644 h 323850"/>
              <a:gd name="connsiteX41" fmla="*/ 309511 w 337588"/>
              <a:gd name="connsiteY41" fmla="*/ 309753 h 323850"/>
              <a:gd name="connsiteX42" fmla="*/ 28267 w 337588"/>
              <a:gd name="connsiteY42" fmla="*/ 309753 h 323850"/>
              <a:gd name="connsiteX43" fmla="*/ 14228 w 337588"/>
              <a:gd name="connsiteY43" fmla="*/ 296037 h 323850"/>
              <a:gd name="connsiteX44" fmla="*/ 323550 w 337588"/>
              <a:gd name="connsiteY44" fmla="*/ 296037 h 323850"/>
              <a:gd name="connsiteX45" fmla="*/ 309511 w 337588"/>
              <a:gd name="connsiteY45" fmla="*/ 309753 h 323850"/>
              <a:gd name="connsiteX46" fmla="*/ 63268 w 337588"/>
              <a:gd name="connsiteY46" fmla="*/ 169069 h 323850"/>
              <a:gd name="connsiteX47" fmla="*/ 274510 w 337588"/>
              <a:gd name="connsiteY47" fmla="*/ 169069 h 323850"/>
              <a:gd name="connsiteX48" fmla="*/ 281529 w 337588"/>
              <a:gd name="connsiteY48" fmla="*/ 162020 h 323850"/>
              <a:gd name="connsiteX49" fmla="*/ 281529 w 337588"/>
              <a:gd name="connsiteY49" fmla="*/ 35623 h 323850"/>
              <a:gd name="connsiteX50" fmla="*/ 274510 w 337588"/>
              <a:gd name="connsiteY50" fmla="*/ 28575 h 323850"/>
              <a:gd name="connsiteX51" fmla="*/ 63268 w 337588"/>
              <a:gd name="connsiteY51" fmla="*/ 28575 h 323850"/>
              <a:gd name="connsiteX52" fmla="*/ 56249 w 337588"/>
              <a:gd name="connsiteY52" fmla="*/ 35623 h 323850"/>
              <a:gd name="connsiteX53" fmla="*/ 56249 w 337588"/>
              <a:gd name="connsiteY53" fmla="*/ 162020 h 323850"/>
              <a:gd name="connsiteX54" fmla="*/ 63268 w 337588"/>
              <a:gd name="connsiteY54" fmla="*/ 169069 h 323850"/>
              <a:gd name="connsiteX55" fmla="*/ 70382 w 337588"/>
              <a:gd name="connsiteY55" fmla="*/ 42672 h 323850"/>
              <a:gd name="connsiteX56" fmla="*/ 267491 w 337588"/>
              <a:gd name="connsiteY56" fmla="*/ 42672 h 323850"/>
              <a:gd name="connsiteX57" fmla="*/ 267491 w 337588"/>
              <a:gd name="connsiteY57" fmla="*/ 155067 h 323850"/>
              <a:gd name="connsiteX58" fmla="*/ 70382 w 337588"/>
              <a:gd name="connsiteY58" fmla="*/ 155067 h 323850"/>
              <a:gd name="connsiteX59" fmla="*/ 70382 w 337588"/>
              <a:gd name="connsiteY59" fmla="*/ 42672 h 32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37588" h="323850">
                <a:moveTo>
                  <a:pt x="107186" y="265176"/>
                </a:moveTo>
                <a:cubicBezTo>
                  <a:pt x="108324" y="267557"/>
                  <a:pt x="110696" y="267557"/>
                  <a:pt x="112972" y="267557"/>
                </a:cubicBezTo>
                <a:lnTo>
                  <a:pt x="224711" y="267557"/>
                </a:lnTo>
                <a:cubicBezTo>
                  <a:pt x="227082" y="267557"/>
                  <a:pt x="228221" y="267557"/>
                  <a:pt x="230497" y="265176"/>
                </a:cubicBezTo>
                <a:cubicBezTo>
                  <a:pt x="231635" y="264033"/>
                  <a:pt x="231635" y="261652"/>
                  <a:pt x="231635" y="259366"/>
                </a:cubicBezTo>
                <a:lnTo>
                  <a:pt x="224616" y="231362"/>
                </a:lnTo>
                <a:cubicBezTo>
                  <a:pt x="223478" y="227838"/>
                  <a:pt x="221106" y="225552"/>
                  <a:pt x="217597" y="225552"/>
                </a:cubicBezTo>
                <a:lnTo>
                  <a:pt x="119802" y="225552"/>
                </a:lnTo>
                <a:cubicBezTo>
                  <a:pt x="116292" y="225552"/>
                  <a:pt x="114015" y="227933"/>
                  <a:pt x="112782" y="231362"/>
                </a:cubicBezTo>
                <a:lnTo>
                  <a:pt x="105763" y="259366"/>
                </a:lnTo>
                <a:cubicBezTo>
                  <a:pt x="105763" y="261747"/>
                  <a:pt x="105763" y="264033"/>
                  <a:pt x="106901" y="265176"/>
                </a:cubicBezTo>
                <a:close/>
                <a:moveTo>
                  <a:pt x="125872" y="239459"/>
                </a:moveTo>
                <a:lnTo>
                  <a:pt x="212000" y="239459"/>
                </a:lnTo>
                <a:lnTo>
                  <a:pt x="215510" y="253460"/>
                </a:lnTo>
                <a:lnTo>
                  <a:pt x="122457" y="253460"/>
                </a:lnTo>
                <a:lnTo>
                  <a:pt x="125967" y="239459"/>
                </a:lnTo>
                <a:close/>
                <a:moveTo>
                  <a:pt x="309511" y="183071"/>
                </a:moveTo>
                <a:lnTo>
                  <a:pt x="309511" y="28194"/>
                </a:lnTo>
                <a:cubicBezTo>
                  <a:pt x="309511" y="12954"/>
                  <a:pt x="296611" y="0"/>
                  <a:pt x="281339" y="0"/>
                </a:cubicBezTo>
                <a:lnTo>
                  <a:pt x="56344" y="0"/>
                </a:lnTo>
                <a:cubicBezTo>
                  <a:pt x="41072" y="0"/>
                  <a:pt x="28172" y="12954"/>
                  <a:pt x="28172" y="28194"/>
                </a:cubicBezTo>
                <a:lnTo>
                  <a:pt x="28172" y="190119"/>
                </a:lnTo>
                <a:lnTo>
                  <a:pt x="0" y="287465"/>
                </a:lnTo>
                <a:lnTo>
                  <a:pt x="0" y="295656"/>
                </a:lnTo>
                <a:cubicBezTo>
                  <a:pt x="0" y="312039"/>
                  <a:pt x="12900" y="323850"/>
                  <a:pt x="28172" y="323850"/>
                </a:cubicBezTo>
                <a:lnTo>
                  <a:pt x="309416" y="323850"/>
                </a:lnTo>
                <a:cubicBezTo>
                  <a:pt x="324688" y="323850"/>
                  <a:pt x="337588" y="312134"/>
                  <a:pt x="337588" y="295656"/>
                </a:cubicBezTo>
                <a:lnTo>
                  <a:pt x="337588" y="287465"/>
                </a:lnTo>
                <a:lnTo>
                  <a:pt x="309416" y="183071"/>
                </a:lnTo>
                <a:close/>
                <a:moveTo>
                  <a:pt x="56439" y="14097"/>
                </a:moveTo>
                <a:lnTo>
                  <a:pt x="281434" y="14097"/>
                </a:lnTo>
                <a:cubicBezTo>
                  <a:pt x="288453" y="14097"/>
                  <a:pt x="295473" y="21145"/>
                  <a:pt x="295473" y="28194"/>
                </a:cubicBezTo>
                <a:lnTo>
                  <a:pt x="295473" y="183356"/>
                </a:lnTo>
                <a:lnTo>
                  <a:pt x="42305" y="183356"/>
                </a:lnTo>
                <a:lnTo>
                  <a:pt x="42305" y="28194"/>
                </a:lnTo>
                <a:cubicBezTo>
                  <a:pt x="42305" y="21145"/>
                  <a:pt x="48186" y="14097"/>
                  <a:pt x="56344" y="14097"/>
                </a:cubicBezTo>
                <a:close/>
                <a:moveTo>
                  <a:pt x="40788" y="197644"/>
                </a:moveTo>
                <a:lnTo>
                  <a:pt x="298698" y="197644"/>
                </a:lnTo>
                <a:cubicBezTo>
                  <a:pt x="301923" y="209740"/>
                  <a:pt x="308468" y="233839"/>
                  <a:pt x="321368" y="281750"/>
                </a:cubicBezTo>
                <a:lnTo>
                  <a:pt x="16505" y="281750"/>
                </a:lnTo>
                <a:lnTo>
                  <a:pt x="40788" y="197644"/>
                </a:lnTo>
                <a:close/>
                <a:moveTo>
                  <a:pt x="309511" y="309753"/>
                </a:moveTo>
                <a:lnTo>
                  <a:pt x="28267" y="309753"/>
                </a:lnTo>
                <a:cubicBezTo>
                  <a:pt x="20204" y="309753"/>
                  <a:pt x="14418" y="304038"/>
                  <a:pt x="14228" y="296037"/>
                </a:cubicBezTo>
                <a:lnTo>
                  <a:pt x="323550" y="296037"/>
                </a:lnTo>
                <a:cubicBezTo>
                  <a:pt x="323360" y="304038"/>
                  <a:pt x="316435" y="309753"/>
                  <a:pt x="309511" y="309753"/>
                </a:cubicBezTo>
                <a:close/>
                <a:moveTo>
                  <a:pt x="63268" y="169069"/>
                </a:moveTo>
                <a:lnTo>
                  <a:pt x="274510" y="169069"/>
                </a:lnTo>
                <a:cubicBezTo>
                  <a:pt x="278019" y="169069"/>
                  <a:pt x="281529" y="166688"/>
                  <a:pt x="281529" y="162020"/>
                </a:cubicBezTo>
                <a:lnTo>
                  <a:pt x="281529" y="35623"/>
                </a:lnTo>
                <a:cubicBezTo>
                  <a:pt x="281529" y="32099"/>
                  <a:pt x="278019" y="28575"/>
                  <a:pt x="274510" y="28575"/>
                </a:cubicBezTo>
                <a:lnTo>
                  <a:pt x="63268" y="28575"/>
                </a:lnTo>
                <a:cubicBezTo>
                  <a:pt x="59758" y="28575"/>
                  <a:pt x="56249" y="32099"/>
                  <a:pt x="56249" y="35623"/>
                </a:cubicBezTo>
                <a:lnTo>
                  <a:pt x="56249" y="162020"/>
                </a:lnTo>
                <a:cubicBezTo>
                  <a:pt x="56249" y="166688"/>
                  <a:pt x="59758" y="169069"/>
                  <a:pt x="63268" y="169069"/>
                </a:cubicBezTo>
                <a:close/>
                <a:moveTo>
                  <a:pt x="70382" y="42672"/>
                </a:moveTo>
                <a:lnTo>
                  <a:pt x="267491" y="42672"/>
                </a:lnTo>
                <a:lnTo>
                  <a:pt x="267491" y="155067"/>
                </a:lnTo>
                <a:lnTo>
                  <a:pt x="70382" y="155067"/>
                </a:lnTo>
                <a:lnTo>
                  <a:pt x="70382" y="42672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8" name="Graphic 143">
            <a:extLst>
              <a:ext uri="{FF2B5EF4-FFF2-40B4-BE49-F238E27FC236}">
                <a16:creationId xmlns:a16="http://schemas.microsoft.com/office/drawing/2014/main" id="{20C903A1-4721-2688-6D38-63543E677D77}"/>
              </a:ext>
            </a:extLst>
          </p:cNvPr>
          <p:cNvSpPr/>
          <p:nvPr/>
        </p:nvSpPr>
        <p:spPr>
          <a:xfrm>
            <a:off x="1350416" y="3494112"/>
            <a:ext cx="450109" cy="431792"/>
          </a:xfrm>
          <a:custGeom>
            <a:avLst/>
            <a:gdLst>
              <a:gd name="connsiteX0" fmla="*/ 107186 w 337588"/>
              <a:gd name="connsiteY0" fmla="*/ 265176 h 323850"/>
              <a:gd name="connsiteX1" fmla="*/ 112972 w 337588"/>
              <a:gd name="connsiteY1" fmla="*/ 267557 h 323850"/>
              <a:gd name="connsiteX2" fmla="*/ 224711 w 337588"/>
              <a:gd name="connsiteY2" fmla="*/ 267557 h 323850"/>
              <a:gd name="connsiteX3" fmla="*/ 230497 w 337588"/>
              <a:gd name="connsiteY3" fmla="*/ 265176 h 323850"/>
              <a:gd name="connsiteX4" fmla="*/ 231635 w 337588"/>
              <a:gd name="connsiteY4" fmla="*/ 259366 h 323850"/>
              <a:gd name="connsiteX5" fmla="*/ 224616 w 337588"/>
              <a:gd name="connsiteY5" fmla="*/ 231362 h 323850"/>
              <a:gd name="connsiteX6" fmla="*/ 217597 w 337588"/>
              <a:gd name="connsiteY6" fmla="*/ 225552 h 323850"/>
              <a:gd name="connsiteX7" fmla="*/ 119802 w 337588"/>
              <a:gd name="connsiteY7" fmla="*/ 225552 h 323850"/>
              <a:gd name="connsiteX8" fmla="*/ 112782 w 337588"/>
              <a:gd name="connsiteY8" fmla="*/ 231362 h 323850"/>
              <a:gd name="connsiteX9" fmla="*/ 105763 w 337588"/>
              <a:gd name="connsiteY9" fmla="*/ 259366 h 323850"/>
              <a:gd name="connsiteX10" fmla="*/ 106901 w 337588"/>
              <a:gd name="connsiteY10" fmla="*/ 265176 h 323850"/>
              <a:gd name="connsiteX11" fmla="*/ 125872 w 337588"/>
              <a:gd name="connsiteY11" fmla="*/ 239459 h 323850"/>
              <a:gd name="connsiteX12" fmla="*/ 212000 w 337588"/>
              <a:gd name="connsiteY12" fmla="*/ 239459 h 323850"/>
              <a:gd name="connsiteX13" fmla="*/ 215510 w 337588"/>
              <a:gd name="connsiteY13" fmla="*/ 253460 h 323850"/>
              <a:gd name="connsiteX14" fmla="*/ 122457 w 337588"/>
              <a:gd name="connsiteY14" fmla="*/ 253460 h 323850"/>
              <a:gd name="connsiteX15" fmla="*/ 125967 w 337588"/>
              <a:gd name="connsiteY15" fmla="*/ 239459 h 323850"/>
              <a:gd name="connsiteX16" fmla="*/ 309511 w 337588"/>
              <a:gd name="connsiteY16" fmla="*/ 183071 h 323850"/>
              <a:gd name="connsiteX17" fmla="*/ 309511 w 337588"/>
              <a:gd name="connsiteY17" fmla="*/ 28194 h 323850"/>
              <a:gd name="connsiteX18" fmla="*/ 281339 w 337588"/>
              <a:gd name="connsiteY18" fmla="*/ 0 h 323850"/>
              <a:gd name="connsiteX19" fmla="*/ 56344 w 337588"/>
              <a:gd name="connsiteY19" fmla="*/ 0 h 323850"/>
              <a:gd name="connsiteX20" fmla="*/ 28172 w 337588"/>
              <a:gd name="connsiteY20" fmla="*/ 28194 h 323850"/>
              <a:gd name="connsiteX21" fmla="*/ 28172 w 337588"/>
              <a:gd name="connsiteY21" fmla="*/ 190119 h 323850"/>
              <a:gd name="connsiteX22" fmla="*/ 0 w 337588"/>
              <a:gd name="connsiteY22" fmla="*/ 287465 h 323850"/>
              <a:gd name="connsiteX23" fmla="*/ 0 w 337588"/>
              <a:gd name="connsiteY23" fmla="*/ 295656 h 323850"/>
              <a:gd name="connsiteX24" fmla="*/ 28172 w 337588"/>
              <a:gd name="connsiteY24" fmla="*/ 323850 h 323850"/>
              <a:gd name="connsiteX25" fmla="*/ 309416 w 337588"/>
              <a:gd name="connsiteY25" fmla="*/ 323850 h 323850"/>
              <a:gd name="connsiteX26" fmla="*/ 337588 w 337588"/>
              <a:gd name="connsiteY26" fmla="*/ 295656 h 323850"/>
              <a:gd name="connsiteX27" fmla="*/ 337588 w 337588"/>
              <a:gd name="connsiteY27" fmla="*/ 287465 h 323850"/>
              <a:gd name="connsiteX28" fmla="*/ 309416 w 337588"/>
              <a:gd name="connsiteY28" fmla="*/ 183071 h 323850"/>
              <a:gd name="connsiteX29" fmla="*/ 56439 w 337588"/>
              <a:gd name="connsiteY29" fmla="*/ 14097 h 323850"/>
              <a:gd name="connsiteX30" fmla="*/ 281434 w 337588"/>
              <a:gd name="connsiteY30" fmla="*/ 14097 h 323850"/>
              <a:gd name="connsiteX31" fmla="*/ 295473 w 337588"/>
              <a:gd name="connsiteY31" fmla="*/ 28194 h 323850"/>
              <a:gd name="connsiteX32" fmla="*/ 295473 w 337588"/>
              <a:gd name="connsiteY32" fmla="*/ 183356 h 323850"/>
              <a:gd name="connsiteX33" fmla="*/ 42305 w 337588"/>
              <a:gd name="connsiteY33" fmla="*/ 183356 h 323850"/>
              <a:gd name="connsiteX34" fmla="*/ 42305 w 337588"/>
              <a:gd name="connsiteY34" fmla="*/ 28194 h 323850"/>
              <a:gd name="connsiteX35" fmla="*/ 56344 w 337588"/>
              <a:gd name="connsiteY35" fmla="*/ 14097 h 323850"/>
              <a:gd name="connsiteX36" fmla="*/ 40788 w 337588"/>
              <a:gd name="connsiteY36" fmla="*/ 197644 h 323850"/>
              <a:gd name="connsiteX37" fmla="*/ 298698 w 337588"/>
              <a:gd name="connsiteY37" fmla="*/ 197644 h 323850"/>
              <a:gd name="connsiteX38" fmla="*/ 321368 w 337588"/>
              <a:gd name="connsiteY38" fmla="*/ 281750 h 323850"/>
              <a:gd name="connsiteX39" fmla="*/ 16505 w 337588"/>
              <a:gd name="connsiteY39" fmla="*/ 281750 h 323850"/>
              <a:gd name="connsiteX40" fmla="*/ 40788 w 337588"/>
              <a:gd name="connsiteY40" fmla="*/ 197644 h 323850"/>
              <a:gd name="connsiteX41" fmla="*/ 309511 w 337588"/>
              <a:gd name="connsiteY41" fmla="*/ 309753 h 323850"/>
              <a:gd name="connsiteX42" fmla="*/ 28267 w 337588"/>
              <a:gd name="connsiteY42" fmla="*/ 309753 h 323850"/>
              <a:gd name="connsiteX43" fmla="*/ 14228 w 337588"/>
              <a:gd name="connsiteY43" fmla="*/ 296037 h 323850"/>
              <a:gd name="connsiteX44" fmla="*/ 323550 w 337588"/>
              <a:gd name="connsiteY44" fmla="*/ 296037 h 323850"/>
              <a:gd name="connsiteX45" fmla="*/ 309511 w 337588"/>
              <a:gd name="connsiteY45" fmla="*/ 309753 h 323850"/>
              <a:gd name="connsiteX46" fmla="*/ 63268 w 337588"/>
              <a:gd name="connsiteY46" fmla="*/ 169069 h 323850"/>
              <a:gd name="connsiteX47" fmla="*/ 274510 w 337588"/>
              <a:gd name="connsiteY47" fmla="*/ 169069 h 323850"/>
              <a:gd name="connsiteX48" fmla="*/ 281529 w 337588"/>
              <a:gd name="connsiteY48" fmla="*/ 162020 h 323850"/>
              <a:gd name="connsiteX49" fmla="*/ 281529 w 337588"/>
              <a:gd name="connsiteY49" fmla="*/ 35623 h 323850"/>
              <a:gd name="connsiteX50" fmla="*/ 274510 w 337588"/>
              <a:gd name="connsiteY50" fmla="*/ 28575 h 323850"/>
              <a:gd name="connsiteX51" fmla="*/ 63268 w 337588"/>
              <a:gd name="connsiteY51" fmla="*/ 28575 h 323850"/>
              <a:gd name="connsiteX52" fmla="*/ 56249 w 337588"/>
              <a:gd name="connsiteY52" fmla="*/ 35623 h 323850"/>
              <a:gd name="connsiteX53" fmla="*/ 56249 w 337588"/>
              <a:gd name="connsiteY53" fmla="*/ 162020 h 323850"/>
              <a:gd name="connsiteX54" fmla="*/ 63268 w 337588"/>
              <a:gd name="connsiteY54" fmla="*/ 169069 h 323850"/>
              <a:gd name="connsiteX55" fmla="*/ 70382 w 337588"/>
              <a:gd name="connsiteY55" fmla="*/ 42672 h 323850"/>
              <a:gd name="connsiteX56" fmla="*/ 267491 w 337588"/>
              <a:gd name="connsiteY56" fmla="*/ 42672 h 323850"/>
              <a:gd name="connsiteX57" fmla="*/ 267491 w 337588"/>
              <a:gd name="connsiteY57" fmla="*/ 155067 h 323850"/>
              <a:gd name="connsiteX58" fmla="*/ 70382 w 337588"/>
              <a:gd name="connsiteY58" fmla="*/ 155067 h 323850"/>
              <a:gd name="connsiteX59" fmla="*/ 70382 w 337588"/>
              <a:gd name="connsiteY59" fmla="*/ 42672 h 32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37588" h="323850">
                <a:moveTo>
                  <a:pt x="107186" y="265176"/>
                </a:moveTo>
                <a:cubicBezTo>
                  <a:pt x="108324" y="267557"/>
                  <a:pt x="110696" y="267557"/>
                  <a:pt x="112972" y="267557"/>
                </a:cubicBezTo>
                <a:lnTo>
                  <a:pt x="224711" y="267557"/>
                </a:lnTo>
                <a:cubicBezTo>
                  <a:pt x="227082" y="267557"/>
                  <a:pt x="228221" y="267557"/>
                  <a:pt x="230497" y="265176"/>
                </a:cubicBezTo>
                <a:cubicBezTo>
                  <a:pt x="231635" y="264033"/>
                  <a:pt x="231635" y="261652"/>
                  <a:pt x="231635" y="259366"/>
                </a:cubicBezTo>
                <a:lnTo>
                  <a:pt x="224616" y="231362"/>
                </a:lnTo>
                <a:cubicBezTo>
                  <a:pt x="223478" y="227838"/>
                  <a:pt x="221106" y="225552"/>
                  <a:pt x="217597" y="225552"/>
                </a:cubicBezTo>
                <a:lnTo>
                  <a:pt x="119802" y="225552"/>
                </a:lnTo>
                <a:cubicBezTo>
                  <a:pt x="116292" y="225552"/>
                  <a:pt x="114015" y="227933"/>
                  <a:pt x="112782" y="231362"/>
                </a:cubicBezTo>
                <a:lnTo>
                  <a:pt x="105763" y="259366"/>
                </a:lnTo>
                <a:cubicBezTo>
                  <a:pt x="105763" y="261747"/>
                  <a:pt x="105763" y="264033"/>
                  <a:pt x="106901" y="265176"/>
                </a:cubicBezTo>
                <a:close/>
                <a:moveTo>
                  <a:pt x="125872" y="239459"/>
                </a:moveTo>
                <a:lnTo>
                  <a:pt x="212000" y="239459"/>
                </a:lnTo>
                <a:lnTo>
                  <a:pt x="215510" y="253460"/>
                </a:lnTo>
                <a:lnTo>
                  <a:pt x="122457" y="253460"/>
                </a:lnTo>
                <a:lnTo>
                  <a:pt x="125967" y="239459"/>
                </a:lnTo>
                <a:close/>
                <a:moveTo>
                  <a:pt x="309511" y="183071"/>
                </a:moveTo>
                <a:lnTo>
                  <a:pt x="309511" y="28194"/>
                </a:lnTo>
                <a:cubicBezTo>
                  <a:pt x="309511" y="12954"/>
                  <a:pt x="296611" y="0"/>
                  <a:pt x="281339" y="0"/>
                </a:cubicBezTo>
                <a:lnTo>
                  <a:pt x="56344" y="0"/>
                </a:lnTo>
                <a:cubicBezTo>
                  <a:pt x="41072" y="0"/>
                  <a:pt x="28172" y="12954"/>
                  <a:pt x="28172" y="28194"/>
                </a:cubicBezTo>
                <a:lnTo>
                  <a:pt x="28172" y="190119"/>
                </a:lnTo>
                <a:lnTo>
                  <a:pt x="0" y="287465"/>
                </a:lnTo>
                <a:lnTo>
                  <a:pt x="0" y="295656"/>
                </a:lnTo>
                <a:cubicBezTo>
                  <a:pt x="0" y="312039"/>
                  <a:pt x="12900" y="323850"/>
                  <a:pt x="28172" y="323850"/>
                </a:cubicBezTo>
                <a:lnTo>
                  <a:pt x="309416" y="323850"/>
                </a:lnTo>
                <a:cubicBezTo>
                  <a:pt x="324688" y="323850"/>
                  <a:pt x="337588" y="312134"/>
                  <a:pt x="337588" y="295656"/>
                </a:cubicBezTo>
                <a:lnTo>
                  <a:pt x="337588" y="287465"/>
                </a:lnTo>
                <a:lnTo>
                  <a:pt x="309416" y="183071"/>
                </a:lnTo>
                <a:close/>
                <a:moveTo>
                  <a:pt x="56439" y="14097"/>
                </a:moveTo>
                <a:lnTo>
                  <a:pt x="281434" y="14097"/>
                </a:lnTo>
                <a:cubicBezTo>
                  <a:pt x="288453" y="14097"/>
                  <a:pt x="295473" y="21145"/>
                  <a:pt x="295473" y="28194"/>
                </a:cubicBezTo>
                <a:lnTo>
                  <a:pt x="295473" y="183356"/>
                </a:lnTo>
                <a:lnTo>
                  <a:pt x="42305" y="183356"/>
                </a:lnTo>
                <a:lnTo>
                  <a:pt x="42305" y="28194"/>
                </a:lnTo>
                <a:cubicBezTo>
                  <a:pt x="42305" y="21145"/>
                  <a:pt x="48186" y="14097"/>
                  <a:pt x="56344" y="14097"/>
                </a:cubicBezTo>
                <a:close/>
                <a:moveTo>
                  <a:pt x="40788" y="197644"/>
                </a:moveTo>
                <a:lnTo>
                  <a:pt x="298698" y="197644"/>
                </a:lnTo>
                <a:cubicBezTo>
                  <a:pt x="301923" y="209740"/>
                  <a:pt x="308468" y="233839"/>
                  <a:pt x="321368" y="281750"/>
                </a:cubicBezTo>
                <a:lnTo>
                  <a:pt x="16505" y="281750"/>
                </a:lnTo>
                <a:lnTo>
                  <a:pt x="40788" y="197644"/>
                </a:lnTo>
                <a:close/>
                <a:moveTo>
                  <a:pt x="309511" y="309753"/>
                </a:moveTo>
                <a:lnTo>
                  <a:pt x="28267" y="309753"/>
                </a:lnTo>
                <a:cubicBezTo>
                  <a:pt x="20204" y="309753"/>
                  <a:pt x="14418" y="304038"/>
                  <a:pt x="14228" y="296037"/>
                </a:cubicBezTo>
                <a:lnTo>
                  <a:pt x="323550" y="296037"/>
                </a:lnTo>
                <a:cubicBezTo>
                  <a:pt x="323360" y="304038"/>
                  <a:pt x="316435" y="309753"/>
                  <a:pt x="309511" y="309753"/>
                </a:cubicBezTo>
                <a:close/>
                <a:moveTo>
                  <a:pt x="63268" y="169069"/>
                </a:moveTo>
                <a:lnTo>
                  <a:pt x="274510" y="169069"/>
                </a:lnTo>
                <a:cubicBezTo>
                  <a:pt x="278019" y="169069"/>
                  <a:pt x="281529" y="166688"/>
                  <a:pt x="281529" y="162020"/>
                </a:cubicBezTo>
                <a:lnTo>
                  <a:pt x="281529" y="35623"/>
                </a:lnTo>
                <a:cubicBezTo>
                  <a:pt x="281529" y="32099"/>
                  <a:pt x="278019" y="28575"/>
                  <a:pt x="274510" y="28575"/>
                </a:cubicBezTo>
                <a:lnTo>
                  <a:pt x="63268" y="28575"/>
                </a:lnTo>
                <a:cubicBezTo>
                  <a:pt x="59758" y="28575"/>
                  <a:pt x="56249" y="32099"/>
                  <a:pt x="56249" y="35623"/>
                </a:cubicBezTo>
                <a:lnTo>
                  <a:pt x="56249" y="162020"/>
                </a:lnTo>
                <a:cubicBezTo>
                  <a:pt x="56249" y="166688"/>
                  <a:pt x="59758" y="169069"/>
                  <a:pt x="63268" y="169069"/>
                </a:cubicBezTo>
                <a:close/>
                <a:moveTo>
                  <a:pt x="70382" y="42672"/>
                </a:moveTo>
                <a:lnTo>
                  <a:pt x="267491" y="42672"/>
                </a:lnTo>
                <a:lnTo>
                  <a:pt x="267491" y="155067"/>
                </a:lnTo>
                <a:lnTo>
                  <a:pt x="70382" y="155067"/>
                </a:lnTo>
                <a:lnTo>
                  <a:pt x="70382" y="42672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1" name="Graphic 149">
            <a:extLst>
              <a:ext uri="{FF2B5EF4-FFF2-40B4-BE49-F238E27FC236}">
                <a16:creationId xmlns:a16="http://schemas.microsoft.com/office/drawing/2014/main" id="{103D5974-906B-C8E4-F7DF-FD1D4F27D2AF}"/>
              </a:ext>
            </a:extLst>
          </p:cNvPr>
          <p:cNvSpPr/>
          <p:nvPr/>
        </p:nvSpPr>
        <p:spPr>
          <a:xfrm>
            <a:off x="2211125" y="2873627"/>
            <a:ext cx="442263" cy="388702"/>
          </a:xfrm>
          <a:custGeom>
            <a:avLst/>
            <a:gdLst>
              <a:gd name="connsiteX0" fmla="*/ 308657 w 336829"/>
              <a:gd name="connsiteY0" fmla="*/ 0 h 296037"/>
              <a:gd name="connsiteX1" fmla="*/ 28077 w 336829"/>
              <a:gd name="connsiteY1" fmla="*/ 0 h 296037"/>
              <a:gd name="connsiteX2" fmla="*/ 0 w 336829"/>
              <a:gd name="connsiteY2" fmla="*/ 29337 h 296037"/>
              <a:gd name="connsiteX3" fmla="*/ 0 w 336829"/>
              <a:gd name="connsiteY3" fmla="*/ 238125 h 296037"/>
              <a:gd name="connsiteX4" fmla="*/ 28077 w 336829"/>
              <a:gd name="connsiteY4" fmla="*/ 267462 h 296037"/>
              <a:gd name="connsiteX5" fmla="*/ 161253 w 336829"/>
              <a:gd name="connsiteY5" fmla="*/ 267462 h 296037"/>
              <a:gd name="connsiteX6" fmla="*/ 161253 w 336829"/>
              <a:gd name="connsiteY6" fmla="*/ 281750 h 296037"/>
              <a:gd name="connsiteX7" fmla="*/ 70287 w 336829"/>
              <a:gd name="connsiteY7" fmla="*/ 281750 h 296037"/>
              <a:gd name="connsiteX8" fmla="*/ 63268 w 336829"/>
              <a:gd name="connsiteY8" fmla="*/ 288893 h 296037"/>
              <a:gd name="connsiteX9" fmla="*/ 70287 w 336829"/>
              <a:gd name="connsiteY9" fmla="*/ 296037 h 296037"/>
              <a:gd name="connsiteX10" fmla="*/ 266542 w 336829"/>
              <a:gd name="connsiteY10" fmla="*/ 296037 h 296037"/>
              <a:gd name="connsiteX11" fmla="*/ 273561 w 336829"/>
              <a:gd name="connsiteY11" fmla="*/ 288893 h 296037"/>
              <a:gd name="connsiteX12" fmla="*/ 266542 w 336829"/>
              <a:gd name="connsiteY12" fmla="*/ 281750 h 296037"/>
              <a:gd name="connsiteX13" fmla="*/ 175576 w 336829"/>
              <a:gd name="connsiteY13" fmla="*/ 281750 h 296037"/>
              <a:gd name="connsiteX14" fmla="*/ 175576 w 336829"/>
              <a:gd name="connsiteY14" fmla="*/ 267462 h 296037"/>
              <a:gd name="connsiteX15" fmla="*/ 308752 w 336829"/>
              <a:gd name="connsiteY15" fmla="*/ 267462 h 296037"/>
              <a:gd name="connsiteX16" fmla="*/ 336829 w 336829"/>
              <a:gd name="connsiteY16" fmla="*/ 238125 h 296037"/>
              <a:gd name="connsiteX17" fmla="*/ 336829 w 336829"/>
              <a:gd name="connsiteY17" fmla="*/ 29337 h 296037"/>
              <a:gd name="connsiteX18" fmla="*/ 308752 w 336829"/>
              <a:gd name="connsiteY18" fmla="*/ 0 h 296037"/>
              <a:gd name="connsiteX19" fmla="*/ 28077 w 336829"/>
              <a:gd name="connsiteY19" fmla="*/ 14097 h 296037"/>
              <a:gd name="connsiteX20" fmla="*/ 308657 w 336829"/>
              <a:gd name="connsiteY20" fmla="*/ 14097 h 296037"/>
              <a:gd name="connsiteX21" fmla="*/ 322696 w 336829"/>
              <a:gd name="connsiteY21" fmla="*/ 29337 h 296037"/>
              <a:gd name="connsiteX22" fmla="*/ 322696 w 336829"/>
              <a:gd name="connsiteY22" fmla="*/ 196882 h 296037"/>
              <a:gd name="connsiteX23" fmla="*/ 14039 w 336829"/>
              <a:gd name="connsiteY23" fmla="*/ 196882 h 296037"/>
              <a:gd name="connsiteX24" fmla="*/ 14039 w 336829"/>
              <a:gd name="connsiteY24" fmla="*/ 29337 h 296037"/>
              <a:gd name="connsiteX25" fmla="*/ 28077 w 336829"/>
              <a:gd name="connsiteY25" fmla="*/ 14097 h 296037"/>
              <a:gd name="connsiteX26" fmla="*/ 308657 w 336829"/>
              <a:gd name="connsiteY26" fmla="*/ 253460 h 296037"/>
              <a:gd name="connsiteX27" fmla="*/ 169221 w 336829"/>
              <a:gd name="connsiteY27" fmla="*/ 253460 h 296037"/>
              <a:gd name="connsiteX28" fmla="*/ 168367 w 336829"/>
              <a:gd name="connsiteY28" fmla="*/ 253270 h 296037"/>
              <a:gd name="connsiteX29" fmla="*/ 167324 w 336829"/>
              <a:gd name="connsiteY29" fmla="*/ 253460 h 296037"/>
              <a:gd name="connsiteX30" fmla="*/ 28077 w 336829"/>
              <a:gd name="connsiteY30" fmla="*/ 253460 h 296037"/>
              <a:gd name="connsiteX31" fmla="*/ 14039 w 336829"/>
              <a:gd name="connsiteY31" fmla="*/ 238220 h 296037"/>
              <a:gd name="connsiteX32" fmla="*/ 14039 w 336829"/>
              <a:gd name="connsiteY32" fmla="*/ 211169 h 296037"/>
              <a:gd name="connsiteX33" fmla="*/ 322696 w 336829"/>
              <a:gd name="connsiteY33" fmla="*/ 211169 h 296037"/>
              <a:gd name="connsiteX34" fmla="*/ 322696 w 336829"/>
              <a:gd name="connsiteY34" fmla="*/ 238220 h 296037"/>
              <a:gd name="connsiteX35" fmla="*/ 308657 w 336829"/>
              <a:gd name="connsiteY35" fmla="*/ 253460 h 296037"/>
              <a:gd name="connsiteX36" fmla="*/ 182595 w 336829"/>
              <a:gd name="connsiteY36" fmla="*/ 232219 h 296037"/>
              <a:gd name="connsiteX37" fmla="*/ 168367 w 336829"/>
              <a:gd name="connsiteY37" fmla="*/ 246126 h 296037"/>
              <a:gd name="connsiteX38" fmla="*/ 154139 w 336829"/>
              <a:gd name="connsiteY38" fmla="*/ 232219 h 296037"/>
              <a:gd name="connsiteX39" fmla="*/ 168367 w 336829"/>
              <a:gd name="connsiteY39" fmla="*/ 218313 h 296037"/>
              <a:gd name="connsiteX40" fmla="*/ 182595 w 336829"/>
              <a:gd name="connsiteY40" fmla="*/ 232219 h 296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6829" h="296037">
                <a:moveTo>
                  <a:pt x="308657" y="0"/>
                </a:moveTo>
                <a:lnTo>
                  <a:pt x="28077" y="0"/>
                </a:lnTo>
                <a:cubicBezTo>
                  <a:pt x="11667" y="0"/>
                  <a:pt x="0" y="14097"/>
                  <a:pt x="0" y="29337"/>
                </a:cubicBezTo>
                <a:lnTo>
                  <a:pt x="0" y="238125"/>
                </a:lnTo>
                <a:cubicBezTo>
                  <a:pt x="0" y="254508"/>
                  <a:pt x="11667" y="267462"/>
                  <a:pt x="28077" y="267462"/>
                </a:cubicBezTo>
                <a:lnTo>
                  <a:pt x="161253" y="267462"/>
                </a:lnTo>
                <a:lnTo>
                  <a:pt x="161253" y="281750"/>
                </a:lnTo>
                <a:lnTo>
                  <a:pt x="70287" y="281750"/>
                </a:lnTo>
                <a:cubicBezTo>
                  <a:pt x="65639" y="281750"/>
                  <a:pt x="63268" y="285369"/>
                  <a:pt x="63268" y="288893"/>
                </a:cubicBezTo>
                <a:cubicBezTo>
                  <a:pt x="63268" y="293656"/>
                  <a:pt x="65639" y="296037"/>
                  <a:pt x="70287" y="296037"/>
                </a:cubicBezTo>
                <a:lnTo>
                  <a:pt x="266542" y="296037"/>
                </a:lnTo>
                <a:cubicBezTo>
                  <a:pt x="270052" y="296037"/>
                  <a:pt x="273561" y="293656"/>
                  <a:pt x="273561" y="288893"/>
                </a:cubicBezTo>
                <a:cubicBezTo>
                  <a:pt x="273561" y="285274"/>
                  <a:pt x="270052" y="281750"/>
                  <a:pt x="266542" y="281750"/>
                </a:cubicBezTo>
                <a:lnTo>
                  <a:pt x="175576" y="281750"/>
                </a:lnTo>
                <a:lnTo>
                  <a:pt x="175576" y="267462"/>
                </a:lnTo>
                <a:lnTo>
                  <a:pt x="308752" y="267462"/>
                </a:lnTo>
                <a:cubicBezTo>
                  <a:pt x="323929" y="267462"/>
                  <a:pt x="336829" y="254603"/>
                  <a:pt x="336829" y="238125"/>
                </a:cubicBezTo>
                <a:lnTo>
                  <a:pt x="336829" y="29337"/>
                </a:lnTo>
                <a:cubicBezTo>
                  <a:pt x="336829" y="14097"/>
                  <a:pt x="323929" y="0"/>
                  <a:pt x="308752" y="0"/>
                </a:cubicBezTo>
                <a:close/>
                <a:moveTo>
                  <a:pt x="28077" y="14097"/>
                </a:moveTo>
                <a:lnTo>
                  <a:pt x="308657" y="14097"/>
                </a:lnTo>
                <a:cubicBezTo>
                  <a:pt x="315677" y="14097"/>
                  <a:pt x="322696" y="21146"/>
                  <a:pt x="322696" y="29337"/>
                </a:cubicBezTo>
                <a:lnTo>
                  <a:pt x="322696" y="196882"/>
                </a:lnTo>
                <a:lnTo>
                  <a:pt x="14039" y="196882"/>
                </a:lnTo>
                <a:lnTo>
                  <a:pt x="14039" y="29337"/>
                </a:lnTo>
                <a:cubicBezTo>
                  <a:pt x="14039" y="21146"/>
                  <a:pt x="19919" y="14097"/>
                  <a:pt x="28077" y="14097"/>
                </a:cubicBezTo>
                <a:close/>
                <a:moveTo>
                  <a:pt x="308657" y="253460"/>
                </a:moveTo>
                <a:lnTo>
                  <a:pt x="169221" y="253460"/>
                </a:lnTo>
                <a:cubicBezTo>
                  <a:pt x="169221" y="253460"/>
                  <a:pt x="168652" y="253270"/>
                  <a:pt x="168367" y="253270"/>
                </a:cubicBezTo>
                <a:cubicBezTo>
                  <a:pt x="167988" y="253270"/>
                  <a:pt x="167703" y="253460"/>
                  <a:pt x="167324" y="253460"/>
                </a:cubicBezTo>
                <a:lnTo>
                  <a:pt x="28077" y="253460"/>
                </a:lnTo>
                <a:cubicBezTo>
                  <a:pt x="19919" y="253460"/>
                  <a:pt x="14039" y="247555"/>
                  <a:pt x="14039" y="238220"/>
                </a:cubicBezTo>
                <a:lnTo>
                  <a:pt x="14039" y="211169"/>
                </a:lnTo>
                <a:lnTo>
                  <a:pt x="322696" y="211169"/>
                </a:lnTo>
                <a:lnTo>
                  <a:pt x="322696" y="238220"/>
                </a:lnTo>
                <a:cubicBezTo>
                  <a:pt x="322696" y="247650"/>
                  <a:pt x="315677" y="253460"/>
                  <a:pt x="308657" y="253460"/>
                </a:cubicBezTo>
                <a:close/>
                <a:moveTo>
                  <a:pt x="182595" y="232219"/>
                </a:moveTo>
                <a:cubicBezTo>
                  <a:pt x="182595" y="239935"/>
                  <a:pt x="176240" y="246126"/>
                  <a:pt x="168367" y="246126"/>
                </a:cubicBezTo>
                <a:cubicBezTo>
                  <a:pt x="160494" y="246126"/>
                  <a:pt x="154139" y="239935"/>
                  <a:pt x="154139" y="232219"/>
                </a:cubicBezTo>
                <a:cubicBezTo>
                  <a:pt x="154139" y="224504"/>
                  <a:pt x="160494" y="218313"/>
                  <a:pt x="168367" y="218313"/>
                </a:cubicBezTo>
                <a:cubicBezTo>
                  <a:pt x="176240" y="218313"/>
                  <a:pt x="182595" y="224504"/>
                  <a:pt x="182595" y="23221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2" name="Graphic 149">
            <a:extLst>
              <a:ext uri="{FF2B5EF4-FFF2-40B4-BE49-F238E27FC236}">
                <a16:creationId xmlns:a16="http://schemas.microsoft.com/office/drawing/2014/main" id="{A6C0F85A-7A5D-0BBF-E251-54C0CF86BC1A}"/>
              </a:ext>
            </a:extLst>
          </p:cNvPr>
          <p:cNvSpPr/>
          <p:nvPr/>
        </p:nvSpPr>
        <p:spPr>
          <a:xfrm>
            <a:off x="2979475" y="2873627"/>
            <a:ext cx="442263" cy="388702"/>
          </a:xfrm>
          <a:custGeom>
            <a:avLst/>
            <a:gdLst>
              <a:gd name="connsiteX0" fmla="*/ 308657 w 336829"/>
              <a:gd name="connsiteY0" fmla="*/ 0 h 296037"/>
              <a:gd name="connsiteX1" fmla="*/ 28077 w 336829"/>
              <a:gd name="connsiteY1" fmla="*/ 0 h 296037"/>
              <a:gd name="connsiteX2" fmla="*/ 0 w 336829"/>
              <a:gd name="connsiteY2" fmla="*/ 29337 h 296037"/>
              <a:gd name="connsiteX3" fmla="*/ 0 w 336829"/>
              <a:gd name="connsiteY3" fmla="*/ 238125 h 296037"/>
              <a:gd name="connsiteX4" fmla="*/ 28077 w 336829"/>
              <a:gd name="connsiteY4" fmla="*/ 267462 h 296037"/>
              <a:gd name="connsiteX5" fmla="*/ 161253 w 336829"/>
              <a:gd name="connsiteY5" fmla="*/ 267462 h 296037"/>
              <a:gd name="connsiteX6" fmla="*/ 161253 w 336829"/>
              <a:gd name="connsiteY6" fmla="*/ 281750 h 296037"/>
              <a:gd name="connsiteX7" fmla="*/ 70287 w 336829"/>
              <a:gd name="connsiteY7" fmla="*/ 281750 h 296037"/>
              <a:gd name="connsiteX8" fmla="*/ 63268 w 336829"/>
              <a:gd name="connsiteY8" fmla="*/ 288893 h 296037"/>
              <a:gd name="connsiteX9" fmla="*/ 70287 w 336829"/>
              <a:gd name="connsiteY9" fmla="*/ 296037 h 296037"/>
              <a:gd name="connsiteX10" fmla="*/ 266542 w 336829"/>
              <a:gd name="connsiteY10" fmla="*/ 296037 h 296037"/>
              <a:gd name="connsiteX11" fmla="*/ 273561 w 336829"/>
              <a:gd name="connsiteY11" fmla="*/ 288893 h 296037"/>
              <a:gd name="connsiteX12" fmla="*/ 266542 w 336829"/>
              <a:gd name="connsiteY12" fmla="*/ 281750 h 296037"/>
              <a:gd name="connsiteX13" fmla="*/ 175576 w 336829"/>
              <a:gd name="connsiteY13" fmla="*/ 281750 h 296037"/>
              <a:gd name="connsiteX14" fmla="*/ 175576 w 336829"/>
              <a:gd name="connsiteY14" fmla="*/ 267462 h 296037"/>
              <a:gd name="connsiteX15" fmla="*/ 308752 w 336829"/>
              <a:gd name="connsiteY15" fmla="*/ 267462 h 296037"/>
              <a:gd name="connsiteX16" fmla="*/ 336829 w 336829"/>
              <a:gd name="connsiteY16" fmla="*/ 238125 h 296037"/>
              <a:gd name="connsiteX17" fmla="*/ 336829 w 336829"/>
              <a:gd name="connsiteY17" fmla="*/ 29337 h 296037"/>
              <a:gd name="connsiteX18" fmla="*/ 308752 w 336829"/>
              <a:gd name="connsiteY18" fmla="*/ 0 h 296037"/>
              <a:gd name="connsiteX19" fmla="*/ 28077 w 336829"/>
              <a:gd name="connsiteY19" fmla="*/ 14097 h 296037"/>
              <a:gd name="connsiteX20" fmla="*/ 308657 w 336829"/>
              <a:gd name="connsiteY20" fmla="*/ 14097 h 296037"/>
              <a:gd name="connsiteX21" fmla="*/ 322696 w 336829"/>
              <a:gd name="connsiteY21" fmla="*/ 29337 h 296037"/>
              <a:gd name="connsiteX22" fmla="*/ 322696 w 336829"/>
              <a:gd name="connsiteY22" fmla="*/ 196882 h 296037"/>
              <a:gd name="connsiteX23" fmla="*/ 14039 w 336829"/>
              <a:gd name="connsiteY23" fmla="*/ 196882 h 296037"/>
              <a:gd name="connsiteX24" fmla="*/ 14039 w 336829"/>
              <a:gd name="connsiteY24" fmla="*/ 29337 h 296037"/>
              <a:gd name="connsiteX25" fmla="*/ 28077 w 336829"/>
              <a:gd name="connsiteY25" fmla="*/ 14097 h 296037"/>
              <a:gd name="connsiteX26" fmla="*/ 308657 w 336829"/>
              <a:gd name="connsiteY26" fmla="*/ 253460 h 296037"/>
              <a:gd name="connsiteX27" fmla="*/ 169221 w 336829"/>
              <a:gd name="connsiteY27" fmla="*/ 253460 h 296037"/>
              <a:gd name="connsiteX28" fmla="*/ 168367 w 336829"/>
              <a:gd name="connsiteY28" fmla="*/ 253270 h 296037"/>
              <a:gd name="connsiteX29" fmla="*/ 167324 w 336829"/>
              <a:gd name="connsiteY29" fmla="*/ 253460 h 296037"/>
              <a:gd name="connsiteX30" fmla="*/ 28077 w 336829"/>
              <a:gd name="connsiteY30" fmla="*/ 253460 h 296037"/>
              <a:gd name="connsiteX31" fmla="*/ 14039 w 336829"/>
              <a:gd name="connsiteY31" fmla="*/ 238220 h 296037"/>
              <a:gd name="connsiteX32" fmla="*/ 14039 w 336829"/>
              <a:gd name="connsiteY32" fmla="*/ 211169 h 296037"/>
              <a:gd name="connsiteX33" fmla="*/ 322696 w 336829"/>
              <a:gd name="connsiteY33" fmla="*/ 211169 h 296037"/>
              <a:gd name="connsiteX34" fmla="*/ 322696 w 336829"/>
              <a:gd name="connsiteY34" fmla="*/ 238220 h 296037"/>
              <a:gd name="connsiteX35" fmla="*/ 308657 w 336829"/>
              <a:gd name="connsiteY35" fmla="*/ 253460 h 296037"/>
              <a:gd name="connsiteX36" fmla="*/ 182595 w 336829"/>
              <a:gd name="connsiteY36" fmla="*/ 232219 h 296037"/>
              <a:gd name="connsiteX37" fmla="*/ 168367 w 336829"/>
              <a:gd name="connsiteY37" fmla="*/ 246126 h 296037"/>
              <a:gd name="connsiteX38" fmla="*/ 154139 w 336829"/>
              <a:gd name="connsiteY38" fmla="*/ 232219 h 296037"/>
              <a:gd name="connsiteX39" fmla="*/ 168367 w 336829"/>
              <a:gd name="connsiteY39" fmla="*/ 218313 h 296037"/>
              <a:gd name="connsiteX40" fmla="*/ 182595 w 336829"/>
              <a:gd name="connsiteY40" fmla="*/ 232219 h 296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6829" h="296037">
                <a:moveTo>
                  <a:pt x="308657" y="0"/>
                </a:moveTo>
                <a:lnTo>
                  <a:pt x="28077" y="0"/>
                </a:lnTo>
                <a:cubicBezTo>
                  <a:pt x="11667" y="0"/>
                  <a:pt x="0" y="14097"/>
                  <a:pt x="0" y="29337"/>
                </a:cubicBezTo>
                <a:lnTo>
                  <a:pt x="0" y="238125"/>
                </a:lnTo>
                <a:cubicBezTo>
                  <a:pt x="0" y="254508"/>
                  <a:pt x="11667" y="267462"/>
                  <a:pt x="28077" y="267462"/>
                </a:cubicBezTo>
                <a:lnTo>
                  <a:pt x="161253" y="267462"/>
                </a:lnTo>
                <a:lnTo>
                  <a:pt x="161253" y="281750"/>
                </a:lnTo>
                <a:lnTo>
                  <a:pt x="70287" y="281750"/>
                </a:lnTo>
                <a:cubicBezTo>
                  <a:pt x="65639" y="281750"/>
                  <a:pt x="63268" y="285369"/>
                  <a:pt x="63268" y="288893"/>
                </a:cubicBezTo>
                <a:cubicBezTo>
                  <a:pt x="63268" y="293656"/>
                  <a:pt x="65639" y="296037"/>
                  <a:pt x="70287" y="296037"/>
                </a:cubicBezTo>
                <a:lnTo>
                  <a:pt x="266542" y="296037"/>
                </a:lnTo>
                <a:cubicBezTo>
                  <a:pt x="270052" y="296037"/>
                  <a:pt x="273561" y="293656"/>
                  <a:pt x="273561" y="288893"/>
                </a:cubicBezTo>
                <a:cubicBezTo>
                  <a:pt x="273561" y="285274"/>
                  <a:pt x="270052" y="281750"/>
                  <a:pt x="266542" y="281750"/>
                </a:cubicBezTo>
                <a:lnTo>
                  <a:pt x="175576" y="281750"/>
                </a:lnTo>
                <a:lnTo>
                  <a:pt x="175576" y="267462"/>
                </a:lnTo>
                <a:lnTo>
                  <a:pt x="308752" y="267462"/>
                </a:lnTo>
                <a:cubicBezTo>
                  <a:pt x="323929" y="267462"/>
                  <a:pt x="336829" y="254603"/>
                  <a:pt x="336829" y="238125"/>
                </a:cubicBezTo>
                <a:lnTo>
                  <a:pt x="336829" y="29337"/>
                </a:lnTo>
                <a:cubicBezTo>
                  <a:pt x="336829" y="14097"/>
                  <a:pt x="323929" y="0"/>
                  <a:pt x="308752" y="0"/>
                </a:cubicBezTo>
                <a:close/>
                <a:moveTo>
                  <a:pt x="28077" y="14097"/>
                </a:moveTo>
                <a:lnTo>
                  <a:pt x="308657" y="14097"/>
                </a:lnTo>
                <a:cubicBezTo>
                  <a:pt x="315677" y="14097"/>
                  <a:pt x="322696" y="21146"/>
                  <a:pt x="322696" y="29337"/>
                </a:cubicBezTo>
                <a:lnTo>
                  <a:pt x="322696" y="196882"/>
                </a:lnTo>
                <a:lnTo>
                  <a:pt x="14039" y="196882"/>
                </a:lnTo>
                <a:lnTo>
                  <a:pt x="14039" y="29337"/>
                </a:lnTo>
                <a:cubicBezTo>
                  <a:pt x="14039" y="21146"/>
                  <a:pt x="19919" y="14097"/>
                  <a:pt x="28077" y="14097"/>
                </a:cubicBezTo>
                <a:close/>
                <a:moveTo>
                  <a:pt x="308657" y="253460"/>
                </a:moveTo>
                <a:lnTo>
                  <a:pt x="169221" y="253460"/>
                </a:lnTo>
                <a:cubicBezTo>
                  <a:pt x="169221" y="253460"/>
                  <a:pt x="168652" y="253270"/>
                  <a:pt x="168367" y="253270"/>
                </a:cubicBezTo>
                <a:cubicBezTo>
                  <a:pt x="167988" y="253270"/>
                  <a:pt x="167703" y="253460"/>
                  <a:pt x="167324" y="253460"/>
                </a:cubicBezTo>
                <a:lnTo>
                  <a:pt x="28077" y="253460"/>
                </a:lnTo>
                <a:cubicBezTo>
                  <a:pt x="19919" y="253460"/>
                  <a:pt x="14039" y="247555"/>
                  <a:pt x="14039" y="238220"/>
                </a:cubicBezTo>
                <a:lnTo>
                  <a:pt x="14039" y="211169"/>
                </a:lnTo>
                <a:lnTo>
                  <a:pt x="322696" y="211169"/>
                </a:lnTo>
                <a:lnTo>
                  <a:pt x="322696" y="238220"/>
                </a:lnTo>
                <a:cubicBezTo>
                  <a:pt x="322696" y="247650"/>
                  <a:pt x="315677" y="253460"/>
                  <a:pt x="308657" y="253460"/>
                </a:cubicBezTo>
                <a:close/>
                <a:moveTo>
                  <a:pt x="182595" y="232219"/>
                </a:moveTo>
                <a:cubicBezTo>
                  <a:pt x="182595" y="239935"/>
                  <a:pt x="176240" y="246126"/>
                  <a:pt x="168367" y="246126"/>
                </a:cubicBezTo>
                <a:cubicBezTo>
                  <a:pt x="160494" y="246126"/>
                  <a:pt x="154139" y="239935"/>
                  <a:pt x="154139" y="232219"/>
                </a:cubicBezTo>
                <a:cubicBezTo>
                  <a:pt x="154139" y="224504"/>
                  <a:pt x="160494" y="218313"/>
                  <a:pt x="168367" y="218313"/>
                </a:cubicBezTo>
                <a:cubicBezTo>
                  <a:pt x="176240" y="218313"/>
                  <a:pt x="182595" y="224504"/>
                  <a:pt x="182595" y="23221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3" name="Graphic 149">
            <a:extLst>
              <a:ext uri="{FF2B5EF4-FFF2-40B4-BE49-F238E27FC236}">
                <a16:creationId xmlns:a16="http://schemas.microsoft.com/office/drawing/2014/main" id="{B52A25A4-89C5-716A-CA59-0900BF186940}"/>
              </a:ext>
            </a:extLst>
          </p:cNvPr>
          <p:cNvSpPr/>
          <p:nvPr/>
        </p:nvSpPr>
        <p:spPr>
          <a:xfrm>
            <a:off x="2211125" y="3534027"/>
            <a:ext cx="442263" cy="388702"/>
          </a:xfrm>
          <a:custGeom>
            <a:avLst/>
            <a:gdLst>
              <a:gd name="connsiteX0" fmla="*/ 308657 w 336829"/>
              <a:gd name="connsiteY0" fmla="*/ 0 h 296037"/>
              <a:gd name="connsiteX1" fmla="*/ 28077 w 336829"/>
              <a:gd name="connsiteY1" fmla="*/ 0 h 296037"/>
              <a:gd name="connsiteX2" fmla="*/ 0 w 336829"/>
              <a:gd name="connsiteY2" fmla="*/ 29337 h 296037"/>
              <a:gd name="connsiteX3" fmla="*/ 0 w 336829"/>
              <a:gd name="connsiteY3" fmla="*/ 238125 h 296037"/>
              <a:gd name="connsiteX4" fmla="*/ 28077 w 336829"/>
              <a:gd name="connsiteY4" fmla="*/ 267462 h 296037"/>
              <a:gd name="connsiteX5" fmla="*/ 161253 w 336829"/>
              <a:gd name="connsiteY5" fmla="*/ 267462 h 296037"/>
              <a:gd name="connsiteX6" fmla="*/ 161253 w 336829"/>
              <a:gd name="connsiteY6" fmla="*/ 281750 h 296037"/>
              <a:gd name="connsiteX7" fmla="*/ 70287 w 336829"/>
              <a:gd name="connsiteY7" fmla="*/ 281750 h 296037"/>
              <a:gd name="connsiteX8" fmla="*/ 63268 w 336829"/>
              <a:gd name="connsiteY8" fmla="*/ 288893 h 296037"/>
              <a:gd name="connsiteX9" fmla="*/ 70287 w 336829"/>
              <a:gd name="connsiteY9" fmla="*/ 296037 h 296037"/>
              <a:gd name="connsiteX10" fmla="*/ 266542 w 336829"/>
              <a:gd name="connsiteY10" fmla="*/ 296037 h 296037"/>
              <a:gd name="connsiteX11" fmla="*/ 273561 w 336829"/>
              <a:gd name="connsiteY11" fmla="*/ 288893 h 296037"/>
              <a:gd name="connsiteX12" fmla="*/ 266542 w 336829"/>
              <a:gd name="connsiteY12" fmla="*/ 281750 h 296037"/>
              <a:gd name="connsiteX13" fmla="*/ 175576 w 336829"/>
              <a:gd name="connsiteY13" fmla="*/ 281750 h 296037"/>
              <a:gd name="connsiteX14" fmla="*/ 175576 w 336829"/>
              <a:gd name="connsiteY14" fmla="*/ 267462 h 296037"/>
              <a:gd name="connsiteX15" fmla="*/ 308752 w 336829"/>
              <a:gd name="connsiteY15" fmla="*/ 267462 h 296037"/>
              <a:gd name="connsiteX16" fmla="*/ 336829 w 336829"/>
              <a:gd name="connsiteY16" fmla="*/ 238125 h 296037"/>
              <a:gd name="connsiteX17" fmla="*/ 336829 w 336829"/>
              <a:gd name="connsiteY17" fmla="*/ 29337 h 296037"/>
              <a:gd name="connsiteX18" fmla="*/ 308752 w 336829"/>
              <a:gd name="connsiteY18" fmla="*/ 0 h 296037"/>
              <a:gd name="connsiteX19" fmla="*/ 28077 w 336829"/>
              <a:gd name="connsiteY19" fmla="*/ 14097 h 296037"/>
              <a:gd name="connsiteX20" fmla="*/ 308657 w 336829"/>
              <a:gd name="connsiteY20" fmla="*/ 14097 h 296037"/>
              <a:gd name="connsiteX21" fmla="*/ 322696 w 336829"/>
              <a:gd name="connsiteY21" fmla="*/ 29337 h 296037"/>
              <a:gd name="connsiteX22" fmla="*/ 322696 w 336829"/>
              <a:gd name="connsiteY22" fmla="*/ 196882 h 296037"/>
              <a:gd name="connsiteX23" fmla="*/ 14039 w 336829"/>
              <a:gd name="connsiteY23" fmla="*/ 196882 h 296037"/>
              <a:gd name="connsiteX24" fmla="*/ 14039 w 336829"/>
              <a:gd name="connsiteY24" fmla="*/ 29337 h 296037"/>
              <a:gd name="connsiteX25" fmla="*/ 28077 w 336829"/>
              <a:gd name="connsiteY25" fmla="*/ 14097 h 296037"/>
              <a:gd name="connsiteX26" fmla="*/ 308657 w 336829"/>
              <a:gd name="connsiteY26" fmla="*/ 253460 h 296037"/>
              <a:gd name="connsiteX27" fmla="*/ 169221 w 336829"/>
              <a:gd name="connsiteY27" fmla="*/ 253460 h 296037"/>
              <a:gd name="connsiteX28" fmla="*/ 168367 w 336829"/>
              <a:gd name="connsiteY28" fmla="*/ 253270 h 296037"/>
              <a:gd name="connsiteX29" fmla="*/ 167324 w 336829"/>
              <a:gd name="connsiteY29" fmla="*/ 253460 h 296037"/>
              <a:gd name="connsiteX30" fmla="*/ 28077 w 336829"/>
              <a:gd name="connsiteY30" fmla="*/ 253460 h 296037"/>
              <a:gd name="connsiteX31" fmla="*/ 14039 w 336829"/>
              <a:gd name="connsiteY31" fmla="*/ 238220 h 296037"/>
              <a:gd name="connsiteX32" fmla="*/ 14039 w 336829"/>
              <a:gd name="connsiteY32" fmla="*/ 211169 h 296037"/>
              <a:gd name="connsiteX33" fmla="*/ 322696 w 336829"/>
              <a:gd name="connsiteY33" fmla="*/ 211169 h 296037"/>
              <a:gd name="connsiteX34" fmla="*/ 322696 w 336829"/>
              <a:gd name="connsiteY34" fmla="*/ 238220 h 296037"/>
              <a:gd name="connsiteX35" fmla="*/ 308657 w 336829"/>
              <a:gd name="connsiteY35" fmla="*/ 253460 h 296037"/>
              <a:gd name="connsiteX36" fmla="*/ 182595 w 336829"/>
              <a:gd name="connsiteY36" fmla="*/ 232219 h 296037"/>
              <a:gd name="connsiteX37" fmla="*/ 168367 w 336829"/>
              <a:gd name="connsiteY37" fmla="*/ 246126 h 296037"/>
              <a:gd name="connsiteX38" fmla="*/ 154139 w 336829"/>
              <a:gd name="connsiteY38" fmla="*/ 232219 h 296037"/>
              <a:gd name="connsiteX39" fmla="*/ 168367 w 336829"/>
              <a:gd name="connsiteY39" fmla="*/ 218313 h 296037"/>
              <a:gd name="connsiteX40" fmla="*/ 182595 w 336829"/>
              <a:gd name="connsiteY40" fmla="*/ 232219 h 296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6829" h="296037">
                <a:moveTo>
                  <a:pt x="308657" y="0"/>
                </a:moveTo>
                <a:lnTo>
                  <a:pt x="28077" y="0"/>
                </a:lnTo>
                <a:cubicBezTo>
                  <a:pt x="11667" y="0"/>
                  <a:pt x="0" y="14097"/>
                  <a:pt x="0" y="29337"/>
                </a:cubicBezTo>
                <a:lnTo>
                  <a:pt x="0" y="238125"/>
                </a:lnTo>
                <a:cubicBezTo>
                  <a:pt x="0" y="254508"/>
                  <a:pt x="11667" y="267462"/>
                  <a:pt x="28077" y="267462"/>
                </a:cubicBezTo>
                <a:lnTo>
                  <a:pt x="161253" y="267462"/>
                </a:lnTo>
                <a:lnTo>
                  <a:pt x="161253" y="281750"/>
                </a:lnTo>
                <a:lnTo>
                  <a:pt x="70287" y="281750"/>
                </a:lnTo>
                <a:cubicBezTo>
                  <a:pt x="65639" y="281750"/>
                  <a:pt x="63268" y="285369"/>
                  <a:pt x="63268" y="288893"/>
                </a:cubicBezTo>
                <a:cubicBezTo>
                  <a:pt x="63268" y="293656"/>
                  <a:pt x="65639" y="296037"/>
                  <a:pt x="70287" y="296037"/>
                </a:cubicBezTo>
                <a:lnTo>
                  <a:pt x="266542" y="296037"/>
                </a:lnTo>
                <a:cubicBezTo>
                  <a:pt x="270052" y="296037"/>
                  <a:pt x="273561" y="293656"/>
                  <a:pt x="273561" y="288893"/>
                </a:cubicBezTo>
                <a:cubicBezTo>
                  <a:pt x="273561" y="285274"/>
                  <a:pt x="270052" y="281750"/>
                  <a:pt x="266542" y="281750"/>
                </a:cubicBezTo>
                <a:lnTo>
                  <a:pt x="175576" y="281750"/>
                </a:lnTo>
                <a:lnTo>
                  <a:pt x="175576" y="267462"/>
                </a:lnTo>
                <a:lnTo>
                  <a:pt x="308752" y="267462"/>
                </a:lnTo>
                <a:cubicBezTo>
                  <a:pt x="323929" y="267462"/>
                  <a:pt x="336829" y="254603"/>
                  <a:pt x="336829" y="238125"/>
                </a:cubicBezTo>
                <a:lnTo>
                  <a:pt x="336829" y="29337"/>
                </a:lnTo>
                <a:cubicBezTo>
                  <a:pt x="336829" y="14097"/>
                  <a:pt x="323929" y="0"/>
                  <a:pt x="308752" y="0"/>
                </a:cubicBezTo>
                <a:close/>
                <a:moveTo>
                  <a:pt x="28077" y="14097"/>
                </a:moveTo>
                <a:lnTo>
                  <a:pt x="308657" y="14097"/>
                </a:lnTo>
                <a:cubicBezTo>
                  <a:pt x="315677" y="14097"/>
                  <a:pt x="322696" y="21146"/>
                  <a:pt x="322696" y="29337"/>
                </a:cubicBezTo>
                <a:lnTo>
                  <a:pt x="322696" y="196882"/>
                </a:lnTo>
                <a:lnTo>
                  <a:pt x="14039" y="196882"/>
                </a:lnTo>
                <a:lnTo>
                  <a:pt x="14039" y="29337"/>
                </a:lnTo>
                <a:cubicBezTo>
                  <a:pt x="14039" y="21146"/>
                  <a:pt x="19919" y="14097"/>
                  <a:pt x="28077" y="14097"/>
                </a:cubicBezTo>
                <a:close/>
                <a:moveTo>
                  <a:pt x="308657" y="253460"/>
                </a:moveTo>
                <a:lnTo>
                  <a:pt x="169221" y="253460"/>
                </a:lnTo>
                <a:cubicBezTo>
                  <a:pt x="169221" y="253460"/>
                  <a:pt x="168652" y="253270"/>
                  <a:pt x="168367" y="253270"/>
                </a:cubicBezTo>
                <a:cubicBezTo>
                  <a:pt x="167988" y="253270"/>
                  <a:pt x="167703" y="253460"/>
                  <a:pt x="167324" y="253460"/>
                </a:cubicBezTo>
                <a:lnTo>
                  <a:pt x="28077" y="253460"/>
                </a:lnTo>
                <a:cubicBezTo>
                  <a:pt x="19919" y="253460"/>
                  <a:pt x="14039" y="247555"/>
                  <a:pt x="14039" y="238220"/>
                </a:cubicBezTo>
                <a:lnTo>
                  <a:pt x="14039" y="211169"/>
                </a:lnTo>
                <a:lnTo>
                  <a:pt x="322696" y="211169"/>
                </a:lnTo>
                <a:lnTo>
                  <a:pt x="322696" y="238220"/>
                </a:lnTo>
                <a:cubicBezTo>
                  <a:pt x="322696" y="247650"/>
                  <a:pt x="315677" y="253460"/>
                  <a:pt x="308657" y="253460"/>
                </a:cubicBezTo>
                <a:close/>
                <a:moveTo>
                  <a:pt x="182595" y="232219"/>
                </a:moveTo>
                <a:cubicBezTo>
                  <a:pt x="182595" y="239935"/>
                  <a:pt x="176240" y="246126"/>
                  <a:pt x="168367" y="246126"/>
                </a:cubicBezTo>
                <a:cubicBezTo>
                  <a:pt x="160494" y="246126"/>
                  <a:pt x="154139" y="239935"/>
                  <a:pt x="154139" y="232219"/>
                </a:cubicBezTo>
                <a:cubicBezTo>
                  <a:pt x="154139" y="224504"/>
                  <a:pt x="160494" y="218313"/>
                  <a:pt x="168367" y="218313"/>
                </a:cubicBezTo>
                <a:cubicBezTo>
                  <a:pt x="176240" y="218313"/>
                  <a:pt x="182595" y="224504"/>
                  <a:pt x="182595" y="23221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4" name="Graphic 149">
            <a:extLst>
              <a:ext uri="{FF2B5EF4-FFF2-40B4-BE49-F238E27FC236}">
                <a16:creationId xmlns:a16="http://schemas.microsoft.com/office/drawing/2014/main" id="{10FE2E45-227C-1C1A-9FFE-9320B6A59FBF}"/>
              </a:ext>
            </a:extLst>
          </p:cNvPr>
          <p:cNvSpPr/>
          <p:nvPr/>
        </p:nvSpPr>
        <p:spPr>
          <a:xfrm>
            <a:off x="2979475" y="3534027"/>
            <a:ext cx="442263" cy="388702"/>
          </a:xfrm>
          <a:custGeom>
            <a:avLst/>
            <a:gdLst>
              <a:gd name="connsiteX0" fmla="*/ 308657 w 336829"/>
              <a:gd name="connsiteY0" fmla="*/ 0 h 296037"/>
              <a:gd name="connsiteX1" fmla="*/ 28077 w 336829"/>
              <a:gd name="connsiteY1" fmla="*/ 0 h 296037"/>
              <a:gd name="connsiteX2" fmla="*/ 0 w 336829"/>
              <a:gd name="connsiteY2" fmla="*/ 29337 h 296037"/>
              <a:gd name="connsiteX3" fmla="*/ 0 w 336829"/>
              <a:gd name="connsiteY3" fmla="*/ 238125 h 296037"/>
              <a:gd name="connsiteX4" fmla="*/ 28077 w 336829"/>
              <a:gd name="connsiteY4" fmla="*/ 267462 h 296037"/>
              <a:gd name="connsiteX5" fmla="*/ 161253 w 336829"/>
              <a:gd name="connsiteY5" fmla="*/ 267462 h 296037"/>
              <a:gd name="connsiteX6" fmla="*/ 161253 w 336829"/>
              <a:gd name="connsiteY6" fmla="*/ 281750 h 296037"/>
              <a:gd name="connsiteX7" fmla="*/ 70287 w 336829"/>
              <a:gd name="connsiteY7" fmla="*/ 281750 h 296037"/>
              <a:gd name="connsiteX8" fmla="*/ 63268 w 336829"/>
              <a:gd name="connsiteY8" fmla="*/ 288893 h 296037"/>
              <a:gd name="connsiteX9" fmla="*/ 70287 w 336829"/>
              <a:gd name="connsiteY9" fmla="*/ 296037 h 296037"/>
              <a:gd name="connsiteX10" fmla="*/ 266542 w 336829"/>
              <a:gd name="connsiteY10" fmla="*/ 296037 h 296037"/>
              <a:gd name="connsiteX11" fmla="*/ 273561 w 336829"/>
              <a:gd name="connsiteY11" fmla="*/ 288893 h 296037"/>
              <a:gd name="connsiteX12" fmla="*/ 266542 w 336829"/>
              <a:gd name="connsiteY12" fmla="*/ 281750 h 296037"/>
              <a:gd name="connsiteX13" fmla="*/ 175576 w 336829"/>
              <a:gd name="connsiteY13" fmla="*/ 281750 h 296037"/>
              <a:gd name="connsiteX14" fmla="*/ 175576 w 336829"/>
              <a:gd name="connsiteY14" fmla="*/ 267462 h 296037"/>
              <a:gd name="connsiteX15" fmla="*/ 308752 w 336829"/>
              <a:gd name="connsiteY15" fmla="*/ 267462 h 296037"/>
              <a:gd name="connsiteX16" fmla="*/ 336829 w 336829"/>
              <a:gd name="connsiteY16" fmla="*/ 238125 h 296037"/>
              <a:gd name="connsiteX17" fmla="*/ 336829 w 336829"/>
              <a:gd name="connsiteY17" fmla="*/ 29337 h 296037"/>
              <a:gd name="connsiteX18" fmla="*/ 308752 w 336829"/>
              <a:gd name="connsiteY18" fmla="*/ 0 h 296037"/>
              <a:gd name="connsiteX19" fmla="*/ 28077 w 336829"/>
              <a:gd name="connsiteY19" fmla="*/ 14097 h 296037"/>
              <a:gd name="connsiteX20" fmla="*/ 308657 w 336829"/>
              <a:gd name="connsiteY20" fmla="*/ 14097 h 296037"/>
              <a:gd name="connsiteX21" fmla="*/ 322696 w 336829"/>
              <a:gd name="connsiteY21" fmla="*/ 29337 h 296037"/>
              <a:gd name="connsiteX22" fmla="*/ 322696 w 336829"/>
              <a:gd name="connsiteY22" fmla="*/ 196882 h 296037"/>
              <a:gd name="connsiteX23" fmla="*/ 14039 w 336829"/>
              <a:gd name="connsiteY23" fmla="*/ 196882 h 296037"/>
              <a:gd name="connsiteX24" fmla="*/ 14039 w 336829"/>
              <a:gd name="connsiteY24" fmla="*/ 29337 h 296037"/>
              <a:gd name="connsiteX25" fmla="*/ 28077 w 336829"/>
              <a:gd name="connsiteY25" fmla="*/ 14097 h 296037"/>
              <a:gd name="connsiteX26" fmla="*/ 308657 w 336829"/>
              <a:gd name="connsiteY26" fmla="*/ 253460 h 296037"/>
              <a:gd name="connsiteX27" fmla="*/ 169221 w 336829"/>
              <a:gd name="connsiteY27" fmla="*/ 253460 h 296037"/>
              <a:gd name="connsiteX28" fmla="*/ 168367 w 336829"/>
              <a:gd name="connsiteY28" fmla="*/ 253270 h 296037"/>
              <a:gd name="connsiteX29" fmla="*/ 167324 w 336829"/>
              <a:gd name="connsiteY29" fmla="*/ 253460 h 296037"/>
              <a:gd name="connsiteX30" fmla="*/ 28077 w 336829"/>
              <a:gd name="connsiteY30" fmla="*/ 253460 h 296037"/>
              <a:gd name="connsiteX31" fmla="*/ 14039 w 336829"/>
              <a:gd name="connsiteY31" fmla="*/ 238220 h 296037"/>
              <a:gd name="connsiteX32" fmla="*/ 14039 w 336829"/>
              <a:gd name="connsiteY32" fmla="*/ 211169 h 296037"/>
              <a:gd name="connsiteX33" fmla="*/ 322696 w 336829"/>
              <a:gd name="connsiteY33" fmla="*/ 211169 h 296037"/>
              <a:gd name="connsiteX34" fmla="*/ 322696 w 336829"/>
              <a:gd name="connsiteY34" fmla="*/ 238220 h 296037"/>
              <a:gd name="connsiteX35" fmla="*/ 308657 w 336829"/>
              <a:gd name="connsiteY35" fmla="*/ 253460 h 296037"/>
              <a:gd name="connsiteX36" fmla="*/ 182595 w 336829"/>
              <a:gd name="connsiteY36" fmla="*/ 232219 h 296037"/>
              <a:gd name="connsiteX37" fmla="*/ 168367 w 336829"/>
              <a:gd name="connsiteY37" fmla="*/ 246126 h 296037"/>
              <a:gd name="connsiteX38" fmla="*/ 154139 w 336829"/>
              <a:gd name="connsiteY38" fmla="*/ 232219 h 296037"/>
              <a:gd name="connsiteX39" fmla="*/ 168367 w 336829"/>
              <a:gd name="connsiteY39" fmla="*/ 218313 h 296037"/>
              <a:gd name="connsiteX40" fmla="*/ 182595 w 336829"/>
              <a:gd name="connsiteY40" fmla="*/ 232219 h 296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6829" h="296037">
                <a:moveTo>
                  <a:pt x="308657" y="0"/>
                </a:moveTo>
                <a:lnTo>
                  <a:pt x="28077" y="0"/>
                </a:lnTo>
                <a:cubicBezTo>
                  <a:pt x="11667" y="0"/>
                  <a:pt x="0" y="14097"/>
                  <a:pt x="0" y="29337"/>
                </a:cubicBezTo>
                <a:lnTo>
                  <a:pt x="0" y="238125"/>
                </a:lnTo>
                <a:cubicBezTo>
                  <a:pt x="0" y="254508"/>
                  <a:pt x="11667" y="267462"/>
                  <a:pt x="28077" y="267462"/>
                </a:cubicBezTo>
                <a:lnTo>
                  <a:pt x="161253" y="267462"/>
                </a:lnTo>
                <a:lnTo>
                  <a:pt x="161253" y="281750"/>
                </a:lnTo>
                <a:lnTo>
                  <a:pt x="70287" y="281750"/>
                </a:lnTo>
                <a:cubicBezTo>
                  <a:pt x="65639" y="281750"/>
                  <a:pt x="63268" y="285369"/>
                  <a:pt x="63268" y="288893"/>
                </a:cubicBezTo>
                <a:cubicBezTo>
                  <a:pt x="63268" y="293656"/>
                  <a:pt x="65639" y="296037"/>
                  <a:pt x="70287" y="296037"/>
                </a:cubicBezTo>
                <a:lnTo>
                  <a:pt x="266542" y="296037"/>
                </a:lnTo>
                <a:cubicBezTo>
                  <a:pt x="270052" y="296037"/>
                  <a:pt x="273561" y="293656"/>
                  <a:pt x="273561" y="288893"/>
                </a:cubicBezTo>
                <a:cubicBezTo>
                  <a:pt x="273561" y="285274"/>
                  <a:pt x="270052" y="281750"/>
                  <a:pt x="266542" y="281750"/>
                </a:cubicBezTo>
                <a:lnTo>
                  <a:pt x="175576" y="281750"/>
                </a:lnTo>
                <a:lnTo>
                  <a:pt x="175576" y="267462"/>
                </a:lnTo>
                <a:lnTo>
                  <a:pt x="308752" y="267462"/>
                </a:lnTo>
                <a:cubicBezTo>
                  <a:pt x="323929" y="267462"/>
                  <a:pt x="336829" y="254603"/>
                  <a:pt x="336829" y="238125"/>
                </a:cubicBezTo>
                <a:lnTo>
                  <a:pt x="336829" y="29337"/>
                </a:lnTo>
                <a:cubicBezTo>
                  <a:pt x="336829" y="14097"/>
                  <a:pt x="323929" y="0"/>
                  <a:pt x="308752" y="0"/>
                </a:cubicBezTo>
                <a:close/>
                <a:moveTo>
                  <a:pt x="28077" y="14097"/>
                </a:moveTo>
                <a:lnTo>
                  <a:pt x="308657" y="14097"/>
                </a:lnTo>
                <a:cubicBezTo>
                  <a:pt x="315677" y="14097"/>
                  <a:pt x="322696" y="21146"/>
                  <a:pt x="322696" y="29337"/>
                </a:cubicBezTo>
                <a:lnTo>
                  <a:pt x="322696" y="196882"/>
                </a:lnTo>
                <a:lnTo>
                  <a:pt x="14039" y="196882"/>
                </a:lnTo>
                <a:lnTo>
                  <a:pt x="14039" y="29337"/>
                </a:lnTo>
                <a:cubicBezTo>
                  <a:pt x="14039" y="21146"/>
                  <a:pt x="19919" y="14097"/>
                  <a:pt x="28077" y="14097"/>
                </a:cubicBezTo>
                <a:close/>
                <a:moveTo>
                  <a:pt x="308657" y="253460"/>
                </a:moveTo>
                <a:lnTo>
                  <a:pt x="169221" y="253460"/>
                </a:lnTo>
                <a:cubicBezTo>
                  <a:pt x="169221" y="253460"/>
                  <a:pt x="168652" y="253270"/>
                  <a:pt x="168367" y="253270"/>
                </a:cubicBezTo>
                <a:cubicBezTo>
                  <a:pt x="167988" y="253270"/>
                  <a:pt x="167703" y="253460"/>
                  <a:pt x="167324" y="253460"/>
                </a:cubicBezTo>
                <a:lnTo>
                  <a:pt x="28077" y="253460"/>
                </a:lnTo>
                <a:cubicBezTo>
                  <a:pt x="19919" y="253460"/>
                  <a:pt x="14039" y="247555"/>
                  <a:pt x="14039" y="238220"/>
                </a:cubicBezTo>
                <a:lnTo>
                  <a:pt x="14039" y="211169"/>
                </a:lnTo>
                <a:lnTo>
                  <a:pt x="322696" y="211169"/>
                </a:lnTo>
                <a:lnTo>
                  <a:pt x="322696" y="238220"/>
                </a:lnTo>
                <a:cubicBezTo>
                  <a:pt x="322696" y="247650"/>
                  <a:pt x="315677" y="253460"/>
                  <a:pt x="308657" y="253460"/>
                </a:cubicBezTo>
                <a:close/>
                <a:moveTo>
                  <a:pt x="182595" y="232219"/>
                </a:moveTo>
                <a:cubicBezTo>
                  <a:pt x="182595" y="239935"/>
                  <a:pt x="176240" y="246126"/>
                  <a:pt x="168367" y="246126"/>
                </a:cubicBezTo>
                <a:cubicBezTo>
                  <a:pt x="160494" y="246126"/>
                  <a:pt x="154139" y="239935"/>
                  <a:pt x="154139" y="232219"/>
                </a:cubicBezTo>
                <a:cubicBezTo>
                  <a:pt x="154139" y="224504"/>
                  <a:pt x="160494" y="218313"/>
                  <a:pt x="168367" y="218313"/>
                </a:cubicBezTo>
                <a:cubicBezTo>
                  <a:pt x="176240" y="218313"/>
                  <a:pt x="182595" y="224504"/>
                  <a:pt x="182595" y="23221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7" name="Graphic 155">
            <a:extLst>
              <a:ext uri="{FF2B5EF4-FFF2-40B4-BE49-F238E27FC236}">
                <a16:creationId xmlns:a16="http://schemas.microsoft.com/office/drawing/2014/main" id="{0E074984-47C1-0D4E-50D9-A5DC7F9F3CDF}"/>
              </a:ext>
            </a:extLst>
          </p:cNvPr>
          <p:cNvSpPr/>
          <p:nvPr/>
        </p:nvSpPr>
        <p:spPr>
          <a:xfrm>
            <a:off x="3790749" y="2849561"/>
            <a:ext cx="579120" cy="414779"/>
          </a:xfrm>
          <a:custGeom>
            <a:avLst/>
            <a:gdLst>
              <a:gd name="connsiteX0" fmla="*/ 178801 w 432347"/>
              <a:gd name="connsiteY0" fmla="*/ 148590 h 309657"/>
              <a:gd name="connsiteX1" fmla="*/ 120276 w 432347"/>
              <a:gd name="connsiteY1" fmla="*/ 148590 h 309657"/>
              <a:gd name="connsiteX2" fmla="*/ 101684 w 432347"/>
              <a:gd name="connsiteY2" fmla="*/ 168497 h 309657"/>
              <a:gd name="connsiteX3" fmla="*/ 101684 w 432347"/>
              <a:gd name="connsiteY3" fmla="*/ 291084 h 309657"/>
              <a:gd name="connsiteX4" fmla="*/ 120276 w 432347"/>
              <a:gd name="connsiteY4" fmla="*/ 309658 h 309657"/>
              <a:gd name="connsiteX5" fmla="*/ 178801 w 432347"/>
              <a:gd name="connsiteY5" fmla="*/ 309658 h 309657"/>
              <a:gd name="connsiteX6" fmla="*/ 198816 w 432347"/>
              <a:gd name="connsiteY6" fmla="*/ 291084 h 309657"/>
              <a:gd name="connsiteX7" fmla="*/ 198816 w 432347"/>
              <a:gd name="connsiteY7" fmla="*/ 168497 h 309657"/>
              <a:gd name="connsiteX8" fmla="*/ 178801 w 432347"/>
              <a:gd name="connsiteY8" fmla="*/ 148590 h 309657"/>
              <a:gd name="connsiteX9" fmla="*/ 184493 w 432347"/>
              <a:gd name="connsiteY9" fmla="*/ 291179 h 309657"/>
              <a:gd name="connsiteX10" fmla="*/ 178801 w 432347"/>
              <a:gd name="connsiteY10" fmla="*/ 296894 h 309657"/>
              <a:gd name="connsiteX11" fmla="*/ 120276 w 432347"/>
              <a:gd name="connsiteY11" fmla="*/ 296894 h 309657"/>
              <a:gd name="connsiteX12" fmla="*/ 114585 w 432347"/>
              <a:gd name="connsiteY12" fmla="*/ 291179 h 309657"/>
              <a:gd name="connsiteX13" fmla="*/ 114585 w 432347"/>
              <a:gd name="connsiteY13" fmla="*/ 276892 h 309657"/>
              <a:gd name="connsiteX14" fmla="*/ 184493 w 432347"/>
              <a:gd name="connsiteY14" fmla="*/ 276892 h 309657"/>
              <a:gd name="connsiteX15" fmla="*/ 184493 w 432347"/>
              <a:gd name="connsiteY15" fmla="*/ 291179 h 309657"/>
              <a:gd name="connsiteX16" fmla="*/ 184493 w 432347"/>
              <a:gd name="connsiteY16" fmla="*/ 264033 h 309657"/>
              <a:gd name="connsiteX17" fmla="*/ 114585 w 432347"/>
              <a:gd name="connsiteY17" fmla="*/ 264033 h 309657"/>
              <a:gd name="connsiteX18" fmla="*/ 114585 w 432347"/>
              <a:gd name="connsiteY18" fmla="*/ 192786 h 309657"/>
              <a:gd name="connsiteX19" fmla="*/ 184493 w 432347"/>
              <a:gd name="connsiteY19" fmla="*/ 192786 h 309657"/>
              <a:gd name="connsiteX20" fmla="*/ 184493 w 432347"/>
              <a:gd name="connsiteY20" fmla="*/ 264033 h 309657"/>
              <a:gd name="connsiteX21" fmla="*/ 184493 w 432347"/>
              <a:gd name="connsiteY21" fmla="*/ 180023 h 309657"/>
              <a:gd name="connsiteX22" fmla="*/ 114585 w 432347"/>
              <a:gd name="connsiteY22" fmla="*/ 180023 h 309657"/>
              <a:gd name="connsiteX23" fmla="*/ 114585 w 432347"/>
              <a:gd name="connsiteY23" fmla="*/ 168593 h 309657"/>
              <a:gd name="connsiteX24" fmla="*/ 120276 w 432347"/>
              <a:gd name="connsiteY24" fmla="*/ 161449 h 309657"/>
              <a:gd name="connsiteX25" fmla="*/ 178801 w 432347"/>
              <a:gd name="connsiteY25" fmla="*/ 161449 h 309657"/>
              <a:gd name="connsiteX26" fmla="*/ 184493 w 432347"/>
              <a:gd name="connsiteY26" fmla="*/ 168593 h 309657"/>
              <a:gd name="connsiteX27" fmla="*/ 184493 w 432347"/>
              <a:gd name="connsiteY27" fmla="*/ 180023 h 309657"/>
              <a:gd name="connsiteX28" fmla="*/ 366993 w 432347"/>
              <a:gd name="connsiteY28" fmla="*/ 208598 h 309657"/>
              <a:gd name="connsiteX29" fmla="*/ 366993 w 432347"/>
              <a:gd name="connsiteY29" fmla="*/ 50102 h 309657"/>
              <a:gd name="connsiteX30" fmla="*/ 87077 w 432347"/>
              <a:gd name="connsiteY30" fmla="*/ 50102 h 309657"/>
              <a:gd name="connsiteX31" fmla="*/ 87077 w 432347"/>
              <a:gd name="connsiteY31" fmla="*/ 77248 h 309657"/>
              <a:gd name="connsiteX32" fmla="*/ 72848 w 432347"/>
              <a:gd name="connsiteY32" fmla="*/ 77248 h 309657"/>
              <a:gd name="connsiteX33" fmla="*/ 72848 w 432347"/>
              <a:gd name="connsiteY33" fmla="*/ 42958 h 309657"/>
              <a:gd name="connsiteX34" fmla="*/ 79963 w 432347"/>
              <a:gd name="connsiteY34" fmla="*/ 35814 h 309657"/>
              <a:gd name="connsiteX35" fmla="*/ 374012 w 432347"/>
              <a:gd name="connsiteY35" fmla="*/ 35814 h 309657"/>
              <a:gd name="connsiteX36" fmla="*/ 381126 w 432347"/>
              <a:gd name="connsiteY36" fmla="*/ 42958 h 309657"/>
              <a:gd name="connsiteX37" fmla="*/ 381126 w 432347"/>
              <a:gd name="connsiteY37" fmla="*/ 215741 h 309657"/>
              <a:gd name="connsiteX38" fmla="*/ 374012 w 432347"/>
              <a:gd name="connsiteY38" fmla="*/ 222885 h 309657"/>
              <a:gd name="connsiteX39" fmla="*/ 210672 w 432347"/>
              <a:gd name="connsiteY39" fmla="*/ 222885 h 309657"/>
              <a:gd name="connsiteX40" fmla="*/ 210672 w 432347"/>
              <a:gd name="connsiteY40" fmla="*/ 208598 h 309657"/>
              <a:gd name="connsiteX41" fmla="*/ 366993 w 432347"/>
              <a:gd name="connsiteY41" fmla="*/ 208598 h 309657"/>
              <a:gd name="connsiteX42" fmla="*/ 432158 w 432347"/>
              <a:gd name="connsiteY42" fmla="*/ 251174 h 309657"/>
              <a:gd name="connsiteX43" fmla="*/ 432158 w 432347"/>
              <a:gd name="connsiteY43" fmla="*/ 285369 h 309657"/>
              <a:gd name="connsiteX44" fmla="*/ 408065 w 432347"/>
              <a:gd name="connsiteY44" fmla="*/ 309658 h 309657"/>
              <a:gd name="connsiteX45" fmla="*/ 203843 w 432347"/>
              <a:gd name="connsiteY45" fmla="*/ 309658 h 309657"/>
              <a:gd name="connsiteX46" fmla="*/ 205266 w 432347"/>
              <a:gd name="connsiteY46" fmla="*/ 308229 h 309657"/>
              <a:gd name="connsiteX47" fmla="*/ 210957 w 432347"/>
              <a:gd name="connsiteY47" fmla="*/ 296799 h 309657"/>
              <a:gd name="connsiteX48" fmla="*/ 210957 w 432347"/>
              <a:gd name="connsiteY48" fmla="*/ 295370 h 309657"/>
              <a:gd name="connsiteX49" fmla="*/ 408065 w 432347"/>
              <a:gd name="connsiteY49" fmla="*/ 295370 h 309657"/>
              <a:gd name="connsiteX50" fmla="*/ 418025 w 432347"/>
              <a:gd name="connsiteY50" fmla="*/ 285369 h 309657"/>
              <a:gd name="connsiteX51" fmla="*/ 418025 w 432347"/>
              <a:gd name="connsiteY51" fmla="*/ 258223 h 309657"/>
              <a:gd name="connsiteX52" fmla="*/ 277640 w 432347"/>
              <a:gd name="connsiteY52" fmla="*/ 258223 h 309657"/>
              <a:gd name="connsiteX53" fmla="*/ 277640 w 432347"/>
              <a:gd name="connsiteY53" fmla="*/ 268224 h 309657"/>
              <a:gd name="connsiteX54" fmla="*/ 270526 w 432347"/>
              <a:gd name="connsiteY54" fmla="*/ 275368 h 309657"/>
              <a:gd name="connsiteX55" fmla="*/ 210957 w 432347"/>
              <a:gd name="connsiteY55" fmla="*/ 275368 h 309657"/>
              <a:gd name="connsiteX56" fmla="*/ 210957 w 432347"/>
              <a:gd name="connsiteY56" fmla="*/ 261080 h 309657"/>
              <a:gd name="connsiteX57" fmla="*/ 263412 w 432347"/>
              <a:gd name="connsiteY57" fmla="*/ 261080 h 309657"/>
              <a:gd name="connsiteX58" fmla="*/ 263412 w 432347"/>
              <a:gd name="connsiteY58" fmla="*/ 251079 h 309657"/>
              <a:gd name="connsiteX59" fmla="*/ 270526 w 432347"/>
              <a:gd name="connsiteY59" fmla="*/ 243935 h 309657"/>
              <a:gd name="connsiteX60" fmla="*/ 400951 w 432347"/>
              <a:gd name="connsiteY60" fmla="*/ 243935 h 309657"/>
              <a:gd name="connsiteX61" fmla="*/ 400951 w 432347"/>
              <a:gd name="connsiteY61" fmla="*/ 34195 h 309657"/>
              <a:gd name="connsiteX62" fmla="*/ 382549 w 432347"/>
              <a:gd name="connsiteY62" fmla="*/ 14192 h 309657"/>
              <a:gd name="connsiteX63" fmla="*/ 71995 w 432347"/>
              <a:gd name="connsiteY63" fmla="*/ 14192 h 309657"/>
              <a:gd name="connsiteX64" fmla="*/ 53593 w 432347"/>
              <a:gd name="connsiteY64" fmla="*/ 34195 h 309657"/>
              <a:gd name="connsiteX65" fmla="*/ 53593 w 432347"/>
              <a:gd name="connsiteY65" fmla="*/ 76962 h 309657"/>
              <a:gd name="connsiteX66" fmla="*/ 39460 w 432347"/>
              <a:gd name="connsiteY66" fmla="*/ 76962 h 309657"/>
              <a:gd name="connsiteX67" fmla="*/ 39460 w 432347"/>
              <a:gd name="connsiteY67" fmla="*/ 34195 h 309657"/>
              <a:gd name="connsiteX68" fmla="*/ 72090 w 432347"/>
              <a:gd name="connsiteY68" fmla="*/ 0 h 309657"/>
              <a:gd name="connsiteX69" fmla="*/ 382644 w 432347"/>
              <a:gd name="connsiteY69" fmla="*/ 0 h 309657"/>
              <a:gd name="connsiteX70" fmla="*/ 415274 w 432347"/>
              <a:gd name="connsiteY70" fmla="*/ 34195 h 309657"/>
              <a:gd name="connsiteX71" fmla="*/ 415274 w 432347"/>
              <a:gd name="connsiteY71" fmla="*/ 243935 h 309657"/>
              <a:gd name="connsiteX72" fmla="*/ 425234 w 432347"/>
              <a:gd name="connsiteY72" fmla="*/ 243935 h 309657"/>
              <a:gd name="connsiteX73" fmla="*/ 432348 w 432347"/>
              <a:gd name="connsiteY73" fmla="*/ 251079 h 309657"/>
              <a:gd name="connsiteX74" fmla="*/ 40977 w 432347"/>
              <a:gd name="connsiteY74" fmla="*/ 134493 h 309657"/>
              <a:gd name="connsiteX75" fmla="*/ 40977 w 432347"/>
              <a:gd name="connsiteY75" fmla="*/ 257270 h 309657"/>
              <a:gd name="connsiteX76" fmla="*/ 87741 w 432347"/>
              <a:gd name="connsiteY76" fmla="*/ 257270 h 309657"/>
              <a:gd name="connsiteX77" fmla="*/ 87741 w 432347"/>
              <a:gd name="connsiteY77" fmla="*/ 270129 h 309657"/>
              <a:gd name="connsiteX78" fmla="*/ 33958 w 432347"/>
              <a:gd name="connsiteY78" fmla="*/ 270129 h 309657"/>
              <a:gd name="connsiteX79" fmla="*/ 26844 w 432347"/>
              <a:gd name="connsiteY79" fmla="*/ 264414 h 309657"/>
              <a:gd name="connsiteX80" fmla="*/ 26844 w 432347"/>
              <a:gd name="connsiteY80" fmla="*/ 128778 h 309657"/>
              <a:gd name="connsiteX81" fmla="*/ 33958 w 432347"/>
              <a:gd name="connsiteY81" fmla="*/ 121634 h 309657"/>
              <a:gd name="connsiteX82" fmla="*/ 130236 w 432347"/>
              <a:gd name="connsiteY82" fmla="*/ 121634 h 309657"/>
              <a:gd name="connsiteX83" fmla="*/ 137350 w 432347"/>
              <a:gd name="connsiteY83" fmla="*/ 128778 h 309657"/>
              <a:gd name="connsiteX84" fmla="*/ 137350 w 432347"/>
              <a:gd name="connsiteY84" fmla="*/ 134493 h 309657"/>
              <a:gd name="connsiteX85" fmla="*/ 41072 w 432347"/>
              <a:gd name="connsiteY85" fmla="*/ 134493 h 309657"/>
              <a:gd name="connsiteX86" fmla="*/ 94855 w 432347"/>
              <a:gd name="connsiteY86" fmla="*/ 308229 h 309657"/>
              <a:gd name="connsiteX87" fmla="*/ 96278 w 432347"/>
              <a:gd name="connsiteY87" fmla="*/ 309658 h 309657"/>
              <a:gd name="connsiteX88" fmla="*/ 24093 w 432347"/>
              <a:gd name="connsiteY88" fmla="*/ 309658 h 309657"/>
              <a:gd name="connsiteX89" fmla="*/ 0 w 432347"/>
              <a:gd name="connsiteY89" fmla="*/ 285464 h 309657"/>
              <a:gd name="connsiteX90" fmla="*/ 0 w 432347"/>
              <a:gd name="connsiteY90" fmla="*/ 115919 h 309657"/>
              <a:gd name="connsiteX91" fmla="*/ 24093 w 432347"/>
              <a:gd name="connsiteY91" fmla="*/ 91726 h 309657"/>
              <a:gd name="connsiteX92" fmla="*/ 140195 w 432347"/>
              <a:gd name="connsiteY92" fmla="*/ 91726 h 309657"/>
              <a:gd name="connsiteX93" fmla="*/ 164288 w 432347"/>
              <a:gd name="connsiteY93" fmla="*/ 115919 h 309657"/>
              <a:gd name="connsiteX94" fmla="*/ 164288 w 432347"/>
              <a:gd name="connsiteY94" fmla="*/ 135827 h 309657"/>
              <a:gd name="connsiteX95" fmla="*/ 150155 w 432347"/>
              <a:gd name="connsiteY95" fmla="*/ 135827 h 309657"/>
              <a:gd name="connsiteX96" fmla="*/ 150155 w 432347"/>
              <a:gd name="connsiteY96" fmla="*/ 115919 h 309657"/>
              <a:gd name="connsiteX97" fmla="*/ 140290 w 432347"/>
              <a:gd name="connsiteY97" fmla="*/ 104489 h 309657"/>
              <a:gd name="connsiteX98" fmla="*/ 24188 w 432347"/>
              <a:gd name="connsiteY98" fmla="*/ 104489 h 309657"/>
              <a:gd name="connsiteX99" fmla="*/ 14323 w 432347"/>
              <a:gd name="connsiteY99" fmla="*/ 115919 h 309657"/>
              <a:gd name="connsiteX100" fmla="*/ 14323 w 432347"/>
              <a:gd name="connsiteY100" fmla="*/ 285464 h 309657"/>
              <a:gd name="connsiteX101" fmla="*/ 24188 w 432347"/>
              <a:gd name="connsiteY101" fmla="*/ 296894 h 309657"/>
              <a:gd name="connsiteX102" fmla="*/ 89353 w 432347"/>
              <a:gd name="connsiteY102" fmla="*/ 296894 h 309657"/>
              <a:gd name="connsiteX103" fmla="*/ 95044 w 432347"/>
              <a:gd name="connsiteY103" fmla="*/ 308324 h 309657"/>
              <a:gd name="connsiteX104" fmla="*/ 143041 w 432347"/>
              <a:gd name="connsiteY104" fmla="*/ 286512 h 309657"/>
              <a:gd name="connsiteX105" fmla="*/ 149301 w 432347"/>
              <a:gd name="connsiteY105" fmla="*/ 279749 h 309657"/>
              <a:gd name="connsiteX106" fmla="*/ 155562 w 432347"/>
              <a:gd name="connsiteY106" fmla="*/ 286512 h 309657"/>
              <a:gd name="connsiteX107" fmla="*/ 149301 w 432347"/>
              <a:gd name="connsiteY107" fmla="*/ 293275 h 309657"/>
              <a:gd name="connsiteX108" fmla="*/ 143041 w 432347"/>
              <a:gd name="connsiteY108" fmla="*/ 286512 h 309657"/>
              <a:gd name="connsiteX109" fmla="*/ 82049 w 432347"/>
              <a:gd name="connsiteY109" fmla="*/ 117729 h 309657"/>
              <a:gd name="connsiteX110" fmla="*/ 77686 w 432347"/>
              <a:gd name="connsiteY110" fmla="*/ 113348 h 309657"/>
              <a:gd name="connsiteX111" fmla="*/ 82049 w 432347"/>
              <a:gd name="connsiteY111" fmla="*/ 108966 h 309657"/>
              <a:gd name="connsiteX112" fmla="*/ 86413 w 432347"/>
              <a:gd name="connsiteY112" fmla="*/ 113348 h 309657"/>
              <a:gd name="connsiteX113" fmla="*/ 82049 w 432347"/>
              <a:gd name="connsiteY113" fmla="*/ 117729 h 309657"/>
              <a:gd name="connsiteX114" fmla="*/ 90207 w 432347"/>
              <a:gd name="connsiteY114" fmla="*/ 283655 h 309657"/>
              <a:gd name="connsiteX115" fmla="*/ 81575 w 432347"/>
              <a:gd name="connsiteY115" fmla="*/ 293275 h 309657"/>
              <a:gd name="connsiteX116" fmla="*/ 72943 w 432347"/>
              <a:gd name="connsiteY116" fmla="*/ 283655 h 309657"/>
              <a:gd name="connsiteX117" fmla="*/ 81575 w 432347"/>
              <a:gd name="connsiteY117" fmla="*/ 274034 h 309657"/>
              <a:gd name="connsiteX118" fmla="*/ 90207 w 432347"/>
              <a:gd name="connsiteY118" fmla="*/ 283655 h 309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432347" h="309657">
                <a:moveTo>
                  <a:pt x="178801" y="148590"/>
                </a:moveTo>
                <a:lnTo>
                  <a:pt x="120276" y="148590"/>
                </a:lnTo>
                <a:cubicBezTo>
                  <a:pt x="110316" y="148590"/>
                  <a:pt x="101684" y="157163"/>
                  <a:pt x="101684" y="168497"/>
                </a:cubicBezTo>
                <a:lnTo>
                  <a:pt x="101684" y="291084"/>
                </a:lnTo>
                <a:cubicBezTo>
                  <a:pt x="101684" y="301085"/>
                  <a:pt x="110221" y="309658"/>
                  <a:pt x="120276" y="309658"/>
                </a:cubicBezTo>
                <a:lnTo>
                  <a:pt x="178801" y="309658"/>
                </a:lnTo>
                <a:cubicBezTo>
                  <a:pt x="190184" y="309658"/>
                  <a:pt x="198816" y="301085"/>
                  <a:pt x="198816" y="291084"/>
                </a:cubicBezTo>
                <a:lnTo>
                  <a:pt x="198816" y="168497"/>
                </a:lnTo>
                <a:cubicBezTo>
                  <a:pt x="198816" y="157067"/>
                  <a:pt x="190279" y="148590"/>
                  <a:pt x="178801" y="148590"/>
                </a:cubicBezTo>
                <a:close/>
                <a:moveTo>
                  <a:pt x="184493" y="291179"/>
                </a:moveTo>
                <a:cubicBezTo>
                  <a:pt x="184493" y="294037"/>
                  <a:pt x="181647" y="296894"/>
                  <a:pt x="178801" y="296894"/>
                </a:cubicBezTo>
                <a:lnTo>
                  <a:pt x="120276" y="296894"/>
                </a:lnTo>
                <a:cubicBezTo>
                  <a:pt x="117430" y="296894"/>
                  <a:pt x="114585" y="294037"/>
                  <a:pt x="114585" y="291179"/>
                </a:cubicBezTo>
                <a:lnTo>
                  <a:pt x="114585" y="276892"/>
                </a:lnTo>
                <a:lnTo>
                  <a:pt x="184493" y="276892"/>
                </a:lnTo>
                <a:lnTo>
                  <a:pt x="184493" y="291179"/>
                </a:lnTo>
                <a:close/>
                <a:moveTo>
                  <a:pt x="184493" y="264033"/>
                </a:moveTo>
                <a:lnTo>
                  <a:pt x="114585" y="264033"/>
                </a:lnTo>
                <a:lnTo>
                  <a:pt x="114585" y="192786"/>
                </a:lnTo>
                <a:lnTo>
                  <a:pt x="184493" y="192786"/>
                </a:lnTo>
                <a:lnTo>
                  <a:pt x="184493" y="264033"/>
                </a:lnTo>
                <a:close/>
                <a:moveTo>
                  <a:pt x="184493" y="180023"/>
                </a:moveTo>
                <a:lnTo>
                  <a:pt x="114585" y="180023"/>
                </a:lnTo>
                <a:lnTo>
                  <a:pt x="114585" y="168593"/>
                </a:lnTo>
                <a:cubicBezTo>
                  <a:pt x="114585" y="164306"/>
                  <a:pt x="117430" y="161449"/>
                  <a:pt x="120276" y="161449"/>
                </a:cubicBezTo>
                <a:lnTo>
                  <a:pt x="178801" y="161449"/>
                </a:lnTo>
                <a:cubicBezTo>
                  <a:pt x="181647" y="161449"/>
                  <a:pt x="184493" y="164306"/>
                  <a:pt x="184493" y="168593"/>
                </a:cubicBezTo>
                <a:lnTo>
                  <a:pt x="184493" y="180023"/>
                </a:lnTo>
                <a:close/>
                <a:moveTo>
                  <a:pt x="366993" y="208598"/>
                </a:moveTo>
                <a:lnTo>
                  <a:pt x="366993" y="50102"/>
                </a:lnTo>
                <a:lnTo>
                  <a:pt x="87077" y="50102"/>
                </a:lnTo>
                <a:lnTo>
                  <a:pt x="87077" y="77248"/>
                </a:lnTo>
                <a:lnTo>
                  <a:pt x="72848" y="77248"/>
                </a:lnTo>
                <a:lnTo>
                  <a:pt x="72848" y="42958"/>
                </a:lnTo>
                <a:cubicBezTo>
                  <a:pt x="72848" y="38671"/>
                  <a:pt x="75694" y="35814"/>
                  <a:pt x="79963" y="35814"/>
                </a:cubicBezTo>
                <a:lnTo>
                  <a:pt x="374012" y="35814"/>
                </a:lnTo>
                <a:cubicBezTo>
                  <a:pt x="378281" y="35814"/>
                  <a:pt x="381126" y="38671"/>
                  <a:pt x="381126" y="42958"/>
                </a:cubicBezTo>
                <a:lnTo>
                  <a:pt x="381126" y="215741"/>
                </a:lnTo>
                <a:cubicBezTo>
                  <a:pt x="381126" y="220027"/>
                  <a:pt x="378281" y="222885"/>
                  <a:pt x="374012" y="222885"/>
                </a:cubicBezTo>
                <a:lnTo>
                  <a:pt x="210672" y="222885"/>
                </a:lnTo>
                <a:lnTo>
                  <a:pt x="210672" y="208598"/>
                </a:lnTo>
                <a:lnTo>
                  <a:pt x="366993" y="208598"/>
                </a:lnTo>
                <a:close/>
                <a:moveTo>
                  <a:pt x="432158" y="251174"/>
                </a:moveTo>
                <a:lnTo>
                  <a:pt x="432158" y="285369"/>
                </a:lnTo>
                <a:cubicBezTo>
                  <a:pt x="432158" y="298228"/>
                  <a:pt x="422199" y="309658"/>
                  <a:pt x="408065" y="309658"/>
                </a:cubicBezTo>
                <a:lnTo>
                  <a:pt x="203843" y="309658"/>
                </a:lnTo>
                <a:lnTo>
                  <a:pt x="205266" y="308229"/>
                </a:lnTo>
                <a:cubicBezTo>
                  <a:pt x="208111" y="303943"/>
                  <a:pt x="209534" y="301085"/>
                  <a:pt x="210957" y="296799"/>
                </a:cubicBezTo>
                <a:lnTo>
                  <a:pt x="210957" y="295370"/>
                </a:lnTo>
                <a:lnTo>
                  <a:pt x="408065" y="295370"/>
                </a:lnTo>
                <a:cubicBezTo>
                  <a:pt x="413757" y="295370"/>
                  <a:pt x="418025" y="291084"/>
                  <a:pt x="418025" y="285369"/>
                </a:cubicBezTo>
                <a:lnTo>
                  <a:pt x="418025" y="258223"/>
                </a:lnTo>
                <a:lnTo>
                  <a:pt x="277640" y="258223"/>
                </a:lnTo>
                <a:lnTo>
                  <a:pt x="277640" y="268224"/>
                </a:lnTo>
                <a:cubicBezTo>
                  <a:pt x="277640" y="272510"/>
                  <a:pt x="274794" y="275368"/>
                  <a:pt x="270526" y="275368"/>
                </a:cubicBezTo>
                <a:lnTo>
                  <a:pt x="210957" y="275368"/>
                </a:lnTo>
                <a:lnTo>
                  <a:pt x="210957" y="261080"/>
                </a:lnTo>
                <a:lnTo>
                  <a:pt x="263412" y="261080"/>
                </a:lnTo>
                <a:lnTo>
                  <a:pt x="263412" y="251079"/>
                </a:lnTo>
                <a:cubicBezTo>
                  <a:pt x="263412" y="246793"/>
                  <a:pt x="266257" y="243935"/>
                  <a:pt x="270526" y="243935"/>
                </a:cubicBezTo>
                <a:lnTo>
                  <a:pt x="400951" y="243935"/>
                </a:lnTo>
                <a:lnTo>
                  <a:pt x="400951" y="34195"/>
                </a:lnTo>
                <a:cubicBezTo>
                  <a:pt x="400951" y="22765"/>
                  <a:pt x="392414" y="14192"/>
                  <a:pt x="382549" y="14192"/>
                </a:cubicBezTo>
                <a:lnTo>
                  <a:pt x="71995" y="14192"/>
                </a:lnTo>
                <a:cubicBezTo>
                  <a:pt x="62035" y="14192"/>
                  <a:pt x="53593" y="22765"/>
                  <a:pt x="53593" y="34195"/>
                </a:cubicBezTo>
                <a:lnTo>
                  <a:pt x="53593" y="76962"/>
                </a:lnTo>
                <a:lnTo>
                  <a:pt x="39460" y="76962"/>
                </a:lnTo>
                <a:lnTo>
                  <a:pt x="39460" y="34195"/>
                </a:lnTo>
                <a:cubicBezTo>
                  <a:pt x="39460" y="15621"/>
                  <a:pt x="53593" y="0"/>
                  <a:pt x="72090" y="0"/>
                </a:cubicBezTo>
                <a:lnTo>
                  <a:pt x="382644" y="0"/>
                </a:lnTo>
                <a:cubicBezTo>
                  <a:pt x="401046" y="0"/>
                  <a:pt x="415274" y="15716"/>
                  <a:pt x="415274" y="34195"/>
                </a:cubicBezTo>
                <a:lnTo>
                  <a:pt x="415274" y="243935"/>
                </a:lnTo>
                <a:lnTo>
                  <a:pt x="425234" y="243935"/>
                </a:lnTo>
                <a:cubicBezTo>
                  <a:pt x="429502" y="243935"/>
                  <a:pt x="432348" y="246793"/>
                  <a:pt x="432348" y="251079"/>
                </a:cubicBezTo>
                <a:close/>
                <a:moveTo>
                  <a:pt x="40977" y="134493"/>
                </a:moveTo>
                <a:lnTo>
                  <a:pt x="40977" y="257270"/>
                </a:lnTo>
                <a:lnTo>
                  <a:pt x="87741" y="257270"/>
                </a:lnTo>
                <a:lnTo>
                  <a:pt x="87741" y="270129"/>
                </a:lnTo>
                <a:lnTo>
                  <a:pt x="33958" y="270129"/>
                </a:lnTo>
                <a:cubicBezTo>
                  <a:pt x="31112" y="270129"/>
                  <a:pt x="26844" y="267271"/>
                  <a:pt x="26844" y="264414"/>
                </a:cubicBezTo>
                <a:lnTo>
                  <a:pt x="26844" y="128778"/>
                </a:lnTo>
                <a:cubicBezTo>
                  <a:pt x="26844" y="124492"/>
                  <a:pt x="31112" y="121634"/>
                  <a:pt x="33958" y="121634"/>
                </a:cubicBezTo>
                <a:lnTo>
                  <a:pt x="130236" y="121634"/>
                </a:lnTo>
                <a:cubicBezTo>
                  <a:pt x="134504" y="121634"/>
                  <a:pt x="137350" y="124492"/>
                  <a:pt x="137350" y="128778"/>
                </a:cubicBezTo>
                <a:lnTo>
                  <a:pt x="137350" y="134493"/>
                </a:lnTo>
                <a:lnTo>
                  <a:pt x="41072" y="134493"/>
                </a:lnTo>
                <a:close/>
                <a:moveTo>
                  <a:pt x="94855" y="308229"/>
                </a:moveTo>
                <a:lnTo>
                  <a:pt x="96278" y="309658"/>
                </a:lnTo>
                <a:lnTo>
                  <a:pt x="24093" y="309658"/>
                </a:lnTo>
                <a:cubicBezTo>
                  <a:pt x="11383" y="309658"/>
                  <a:pt x="0" y="298228"/>
                  <a:pt x="0" y="285464"/>
                </a:cubicBezTo>
                <a:lnTo>
                  <a:pt x="0" y="115919"/>
                </a:lnTo>
                <a:cubicBezTo>
                  <a:pt x="0" y="101632"/>
                  <a:pt x="11288" y="91726"/>
                  <a:pt x="24093" y="91726"/>
                </a:cubicBezTo>
                <a:lnTo>
                  <a:pt x="140195" y="91726"/>
                </a:lnTo>
                <a:cubicBezTo>
                  <a:pt x="152906" y="91726"/>
                  <a:pt x="164288" y="101727"/>
                  <a:pt x="164288" y="115919"/>
                </a:cubicBezTo>
                <a:lnTo>
                  <a:pt x="164288" y="135827"/>
                </a:lnTo>
                <a:lnTo>
                  <a:pt x="150155" y="135827"/>
                </a:lnTo>
                <a:lnTo>
                  <a:pt x="150155" y="115919"/>
                </a:lnTo>
                <a:cubicBezTo>
                  <a:pt x="150155" y="110204"/>
                  <a:pt x="145887" y="104489"/>
                  <a:pt x="140290" y="104489"/>
                </a:cubicBezTo>
                <a:lnTo>
                  <a:pt x="24188" y="104489"/>
                </a:lnTo>
                <a:cubicBezTo>
                  <a:pt x="18497" y="104489"/>
                  <a:pt x="14323" y="110204"/>
                  <a:pt x="14323" y="115919"/>
                </a:cubicBezTo>
                <a:lnTo>
                  <a:pt x="14323" y="285464"/>
                </a:lnTo>
                <a:cubicBezTo>
                  <a:pt x="14323" y="291179"/>
                  <a:pt x="18592" y="296894"/>
                  <a:pt x="24188" y="296894"/>
                </a:cubicBezTo>
                <a:lnTo>
                  <a:pt x="89353" y="296894"/>
                </a:lnTo>
                <a:cubicBezTo>
                  <a:pt x="90776" y="301181"/>
                  <a:pt x="92199" y="305467"/>
                  <a:pt x="95044" y="308324"/>
                </a:cubicBezTo>
                <a:close/>
                <a:moveTo>
                  <a:pt x="143041" y="286512"/>
                </a:moveTo>
                <a:cubicBezTo>
                  <a:pt x="143041" y="282797"/>
                  <a:pt x="145792" y="279749"/>
                  <a:pt x="149301" y="279749"/>
                </a:cubicBezTo>
                <a:cubicBezTo>
                  <a:pt x="152811" y="279749"/>
                  <a:pt x="155562" y="282797"/>
                  <a:pt x="155562" y="286512"/>
                </a:cubicBezTo>
                <a:cubicBezTo>
                  <a:pt x="155562" y="290227"/>
                  <a:pt x="152811" y="293275"/>
                  <a:pt x="149301" y="293275"/>
                </a:cubicBezTo>
                <a:cubicBezTo>
                  <a:pt x="145792" y="293275"/>
                  <a:pt x="143041" y="290227"/>
                  <a:pt x="143041" y="286512"/>
                </a:cubicBezTo>
                <a:close/>
                <a:moveTo>
                  <a:pt x="82049" y="117729"/>
                </a:moveTo>
                <a:cubicBezTo>
                  <a:pt x="79678" y="117729"/>
                  <a:pt x="77686" y="115824"/>
                  <a:pt x="77686" y="113348"/>
                </a:cubicBezTo>
                <a:cubicBezTo>
                  <a:pt x="77686" y="110871"/>
                  <a:pt x="79583" y="108966"/>
                  <a:pt x="82049" y="108966"/>
                </a:cubicBezTo>
                <a:cubicBezTo>
                  <a:pt x="84516" y="108966"/>
                  <a:pt x="86413" y="110871"/>
                  <a:pt x="86413" y="113348"/>
                </a:cubicBezTo>
                <a:cubicBezTo>
                  <a:pt x="86413" y="115824"/>
                  <a:pt x="84516" y="117729"/>
                  <a:pt x="82049" y="117729"/>
                </a:cubicBezTo>
                <a:close/>
                <a:moveTo>
                  <a:pt x="90207" y="283655"/>
                </a:moveTo>
                <a:cubicBezTo>
                  <a:pt x="90207" y="288989"/>
                  <a:pt x="86318" y="293275"/>
                  <a:pt x="81575" y="293275"/>
                </a:cubicBezTo>
                <a:cubicBezTo>
                  <a:pt x="76832" y="293275"/>
                  <a:pt x="72943" y="288989"/>
                  <a:pt x="72943" y="283655"/>
                </a:cubicBezTo>
                <a:cubicBezTo>
                  <a:pt x="72943" y="278321"/>
                  <a:pt x="76832" y="274034"/>
                  <a:pt x="81575" y="274034"/>
                </a:cubicBezTo>
                <a:cubicBezTo>
                  <a:pt x="86318" y="274034"/>
                  <a:pt x="90207" y="278321"/>
                  <a:pt x="90207" y="28365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8" name="Graphic 155">
            <a:extLst>
              <a:ext uri="{FF2B5EF4-FFF2-40B4-BE49-F238E27FC236}">
                <a16:creationId xmlns:a16="http://schemas.microsoft.com/office/drawing/2014/main" id="{7739CFF9-AAF3-1B11-3555-1A6763CB48A4}"/>
              </a:ext>
            </a:extLst>
          </p:cNvPr>
          <p:cNvSpPr/>
          <p:nvPr/>
        </p:nvSpPr>
        <p:spPr>
          <a:xfrm>
            <a:off x="4552749" y="2849561"/>
            <a:ext cx="579120" cy="414779"/>
          </a:xfrm>
          <a:custGeom>
            <a:avLst/>
            <a:gdLst>
              <a:gd name="connsiteX0" fmla="*/ 178801 w 432347"/>
              <a:gd name="connsiteY0" fmla="*/ 148590 h 309657"/>
              <a:gd name="connsiteX1" fmla="*/ 120276 w 432347"/>
              <a:gd name="connsiteY1" fmla="*/ 148590 h 309657"/>
              <a:gd name="connsiteX2" fmla="*/ 101684 w 432347"/>
              <a:gd name="connsiteY2" fmla="*/ 168497 h 309657"/>
              <a:gd name="connsiteX3" fmla="*/ 101684 w 432347"/>
              <a:gd name="connsiteY3" fmla="*/ 291084 h 309657"/>
              <a:gd name="connsiteX4" fmla="*/ 120276 w 432347"/>
              <a:gd name="connsiteY4" fmla="*/ 309658 h 309657"/>
              <a:gd name="connsiteX5" fmla="*/ 178801 w 432347"/>
              <a:gd name="connsiteY5" fmla="*/ 309658 h 309657"/>
              <a:gd name="connsiteX6" fmla="*/ 198816 w 432347"/>
              <a:gd name="connsiteY6" fmla="*/ 291084 h 309657"/>
              <a:gd name="connsiteX7" fmla="*/ 198816 w 432347"/>
              <a:gd name="connsiteY7" fmla="*/ 168497 h 309657"/>
              <a:gd name="connsiteX8" fmla="*/ 178801 w 432347"/>
              <a:gd name="connsiteY8" fmla="*/ 148590 h 309657"/>
              <a:gd name="connsiteX9" fmla="*/ 184493 w 432347"/>
              <a:gd name="connsiteY9" fmla="*/ 291179 h 309657"/>
              <a:gd name="connsiteX10" fmla="*/ 178801 w 432347"/>
              <a:gd name="connsiteY10" fmla="*/ 296894 h 309657"/>
              <a:gd name="connsiteX11" fmla="*/ 120276 w 432347"/>
              <a:gd name="connsiteY11" fmla="*/ 296894 h 309657"/>
              <a:gd name="connsiteX12" fmla="*/ 114585 w 432347"/>
              <a:gd name="connsiteY12" fmla="*/ 291179 h 309657"/>
              <a:gd name="connsiteX13" fmla="*/ 114585 w 432347"/>
              <a:gd name="connsiteY13" fmla="*/ 276892 h 309657"/>
              <a:gd name="connsiteX14" fmla="*/ 184493 w 432347"/>
              <a:gd name="connsiteY14" fmla="*/ 276892 h 309657"/>
              <a:gd name="connsiteX15" fmla="*/ 184493 w 432347"/>
              <a:gd name="connsiteY15" fmla="*/ 291179 h 309657"/>
              <a:gd name="connsiteX16" fmla="*/ 184493 w 432347"/>
              <a:gd name="connsiteY16" fmla="*/ 264033 h 309657"/>
              <a:gd name="connsiteX17" fmla="*/ 114585 w 432347"/>
              <a:gd name="connsiteY17" fmla="*/ 264033 h 309657"/>
              <a:gd name="connsiteX18" fmla="*/ 114585 w 432347"/>
              <a:gd name="connsiteY18" fmla="*/ 192786 h 309657"/>
              <a:gd name="connsiteX19" fmla="*/ 184493 w 432347"/>
              <a:gd name="connsiteY19" fmla="*/ 192786 h 309657"/>
              <a:gd name="connsiteX20" fmla="*/ 184493 w 432347"/>
              <a:gd name="connsiteY20" fmla="*/ 264033 h 309657"/>
              <a:gd name="connsiteX21" fmla="*/ 184493 w 432347"/>
              <a:gd name="connsiteY21" fmla="*/ 180023 h 309657"/>
              <a:gd name="connsiteX22" fmla="*/ 114585 w 432347"/>
              <a:gd name="connsiteY22" fmla="*/ 180023 h 309657"/>
              <a:gd name="connsiteX23" fmla="*/ 114585 w 432347"/>
              <a:gd name="connsiteY23" fmla="*/ 168593 h 309657"/>
              <a:gd name="connsiteX24" fmla="*/ 120276 w 432347"/>
              <a:gd name="connsiteY24" fmla="*/ 161449 h 309657"/>
              <a:gd name="connsiteX25" fmla="*/ 178801 w 432347"/>
              <a:gd name="connsiteY25" fmla="*/ 161449 h 309657"/>
              <a:gd name="connsiteX26" fmla="*/ 184493 w 432347"/>
              <a:gd name="connsiteY26" fmla="*/ 168593 h 309657"/>
              <a:gd name="connsiteX27" fmla="*/ 184493 w 432347"/>
              <a:gd name="connsiteY27" fmla="*/ 180023 h 309657"/>
              <a:gd name="connsiteX28" fmla="*/ 366993 w 432347"/>
              <a:gd name="connsiteY28" fmla="*/ 208598 h 309657"/>
              <a:gd name="connsiteX29" fmla="*/ 366993 w 432347"/>
              <a:gd name="connsiteY29" fmla="*/ 50102 h 309657"/>
              <a:gd name="connsiteX30" fmla="*/ 87077 w 432347"/>
              <a:gd name="connsiteY30" fmla="*/ 50102 h 309657"/>
              <a:gd name="connsiteX31" fmla="*/ 87077 w 432347"/>
              <a:gd name="connsiteY31" fmla="*/ 77248 h 309657"/>
              <a:gd name="connsiteX32" fmla="*/ 72848 w 432347"/>
              <a:gd name="connsiteY32" fmla="*/ 77248 h 309657"/>
              <a:gd name="connsiteX33" fmla="*/ 72848 w 432347"/>
              <a:gd name="connsiteY33" fmla="*/ 42958 h 309657"/>
              <a:gd name="connsiteX34" fmla="*/ 79963 w 432347"/>
              <a:gd name="connsiteY34" fmla="*/ 35814 h 309657"/>
              <a:gd name="connsiteX35" fmla="*/ 374012 w 432347"/>
              <a:gd name="connsiteY35" fmla="*/ 35814 h 309657"/>
              <a:gd name="connsiteX36" fmla="*/ 381126 w 432347"/>
              <a:gd name="connsiteY36" fmla="*/ 42958 h 309657"/>
              <a:gd name="connsiteX37" fmla="*/ 381126 w 432347"/>
              <a:gd name="connsiteY37" fmla="*/ 215741 h 309657"/>
              <a:gd name="connsiteX38" fmla="*/ 374012 w 432347"/>
              <a:gd name="connsiteY38" fmla="*/ 222885 h 309657"/>
              <a:gd name="connsiteX39" fmla="*/ 210672 w 432347"/>
              <a:gd name="connsiteY39" fmla="*/ 222885 h 309657"/>
              <a:gd name="connsiteX40" fmla="*/ 210672 w 432347"/>
              <a:gd name="connsiteY40" fmla="*/ 208598 h 309657"/>
              <a:gd name="connsiteX41" fmla="*/ 366993 w 432347"/>
              <a:gd name="connsiteY41" fmla="*/ 208598 h 309657"/>
              <a:gd name="connsiteX42" fmla="*/ 432158 w 432347"/>
              <a:gd name="connsiteY42" fmla="*/ 251174 h 309657"/>
              <a:gd name="connsiteX43" fmla="*/ 432158 w 432347"/>
              <a:gd name="connsiteY43" fmla="*/ 285369 h 309657"/>
              <a:gd name="connsiteX44" fmla="*/ 408065 w 432347"/>
              <a:gd name="connsiteY44" fmla="*/ 309658 h 309657"/>
              <a:gd name="connsiteX45" fmla="*/ 203843 w 432347"/>
              <a:gd name="connsiteY45" fmla="*/ 309658 h 309657"/>
              <a:gd name="connsiteX46" fmla="*/ 205266 w 432347"/>
              <a:gd name="connsiteY46" fmla="*/ 308229 h 309657"/>
              <a:gd name="connsiteX47" fmla="*/ 210957 w 432347"/>
              <a:gd name="connsiteY47" fmla="*/ 296799 h 309657"/>
              <a:gd name="connsiteX48" fmla="*/ 210957 w 432347"/>
              <a:gd name="connsiteY48" fmla="*/ 295370 h 309657"/>
              <a:gd name="connsiteX49" fmla="*/ 408065 w 432347"/>
              <a:gd name="connsiteY49" fmla="*/ 295370 h 309657"/>
              <a:gd name="connsiteX50" fmla="*/ 418025 w 432347"/>
              <a:gd name="connsiteY50" fmla="*/ 285369 h 309657"/>
              <a:gd name="connsiteX51" fmla="*/ 418025 w 432347"/>
              <a:gd name="connsiteY51" fmla="*/ 258223 h 309657"/>
              <a:gd name="connsiteX52" fmla="*/ 277640 w 432347"/>
              <a:gd name="connsiteY52" fmla="*/ 258223 h 309657"/>
              <a:gd name="connsiteX53" fmla="*/ 277640 w 432347"/>
              <a:gd name="connsiteY53" fmla="*/ 268224 h 309657"/>
              <a:gd name="connsiteX54" fmla="*/ 270526 w 432347"/>
              <a:gd name="connsiteY54" fmla="*/ 275368 h 309657"/>
              <a:gd name="connsiteX55" fmla="*/ 210957 w 432347"/>
              <a:gd name="connsiteY55" fmla="*/ 275368 h 309657"/>
              <a:gd name="connsiteX56" fmla="*/ 210957 w 432347"/>
              <a:gd name="connsiteY56" fmla="*/ 261080 h 309657"/>
              <a:gd name="connsiteX57" fmla="*/ 263412 w 432347"/>
              <a:gd name="connsiteY57" fmla="*/ 261080 h 309657"/>
              <a:gd name="connsiteX58" fmla="*/ 263412 w 432347"/>
              <a:gd name="connsiteY58" fmla="*/ 251079 h 309657"/>
              <a:gd name="connsiteX59" fmla="*/ 270526 w 432347"/>
              <a:gd name="connsiteY59" fmla="*/ 243935 h 309657"/>
              <a:gd name="connsiteX60" fmla="*/ 400951 w 432347"/>
              <a:gd name="connsiteY60" fmla="*/ 243935 h 309657"/>
              <a:gd name="connsiteX61" fmla="*/ 400951 w 432347"/>
              <a:gd name="connsiteY61" fmla="*/ 34195 h 309657"/>
              <a:gd name="connsiteX62" fmla="*/ 382549 w 432347"/>
              <a:gd name="connsiteY62" fmla="*/ 14192 h 309657"/>
              <a:gd name="connsiteX63" fmla="*/ 71995 w 432347"/>
              <a:gd name="connsiteY63" fmla="*/ 14192 h 309657"/>
              <a:gd name="connsiteX64" fmla="*/ 53593 w 432347"/>
              <a:gd name="connsiteY64" fmla="*/ 34195 h 309657"/>
              <a:gd name="connsiteX65" fmla="*/ 53593 w 432347"/>
              <a:gd name="connsiteY65" fmla="*/ 76962 h 309657"/>
              <a:gd name="connsiteX66" fmla="*/ 39460 w 432347"/>
              <a:gd name="connsiteY66" fmla="*/ 76962 h 309657"/>
              <a:gd name="connsiteX67" fmla="*/ 39460 w 432347"/>
              <a:gd name="connsiteY67" fmla="*/ 34195 h 309657"/>
              <a:gd name="connsiteX68" fmla="*/ 72090 w 432347"/>
              <a:gd name="connsiteY68" fmla="*/ 0 h 309657"/>
              <a:gd name="connsiteX69" fmla="*/ 382644 w 432347"/>
              <a:gd name="connsiteY69" fmla="*/ 0 h 309657"/>
              <a:gd name="connsiteX70" fmla="*/ 415274 w 432347"/>
              <a:gd name="connsiteY70" fmla="*/ 34195 h 309657"/>
              <a:gd name="connsiteX71" fmla="*/ 415274 w 432347"/>
              <a:gd name="connsiteY71" fmla="*/ 243935 h 309657"/>
              <a:gd name="connsiteX72" fmla="*/ 425234 w 432347"/>
              <a:gd name="connsiteY72" fmla="*/ 243935 h 309657"/>
              <a:gd name="connsiteX73" fmla="*/ 432348 w 432347"/>
              <a:gd name="connsiteY73" fmla="*/ 251079 h 309657"/>
              <a:gd name="connsiteX74" fmla="*/ 40977 w 432347"/>
              <a:gd name="connsiteY74" fmla="*/ 134493 h 309657"/>
              <a:gd name="connsiteX75" fmla="*/ 40977 w 432347"/>
              <a:gd name="connsiteY75" fmla="*/ 257270 h 309657"/>
              <a:gd name="connsiteX76" fmla="*/ 87741 w 432347"/>
              <a:gd name="connsiteY76" fmla="*/ 257270 h 309657"/>
              <a:gd name="connsiteX77" fmla="*/ 87741 w 432347"/>
              <a:gd name="connsiteY77" fmla="*/ 270129 h 309657"/>
              <a:gd name="connsiteX78" fmla="*/ 33958 w 432347"/>
              <a:gd name="connsiteY78" fmla="*/ 270129 h 309657"/>
              <a:gd name="connsiteX79" fmla="*/ 26844 w 432347"/>
              <a:gd name="connsiteY79" fmla="*/ 264414 h 309657"/>
              <a:gd name="connsiteX80" fmla="*/ 26844 w 432347"/>
              <a:gd name="connsiteY80" fmla="*/ 128778 h 309657"/>
              <a:gd name="connsiteX81" fmla="*/ 33958 w 432347"/>
              <a:gd name="connsiteY81" fmla="*/ 121634 h 309657"/>
              <a:gd name="connsiteX82" fmla="*/ 130236 w 432347"/>
              <a:gd name="connsiteY82" fmla="*/ 121634 h 309657"/>
              <a:gd name="connsiteX83" fmla="*/ 137350 w 432347"/>
              <a:gd name="connsiteY83" fmla="*/ 128778 h 309657"/>
              <a:gd name="connsiteX84" fmla="*/ 137350 w 432347"/>
              <a:gd name="connsiteY84" fmla="*/ 134493 h 309657"/>
              <a:gd name="connsiteX85" fmla="*/ 41072 w 432347"/>
              <a:gd name="connsiteY85" fmla="*/ 134493 h 309657"/>
              <a:gd name="connsiteX86" fmla="*/ 94855 w 432347"/>
              <a:gd name="connsiteY86" fmla="*/ 308229 h 309657"/>
              <a:gd name="connsiteX87" fmla="*/ 96278 w 432347"/>
              <a:gd name="connsiteY87" fmla="*/ 309658 h 309657"/>
              <a:gd name="connsiteX88" fmla="*/ 24093 w 432347"/>
              <a:gd name="connsiteY88" fmla="*/ 309658 h 309657"/>
              <a:gd name="connsiteX89" fmla="*/ 0 w 432347"/>
              <a:gd name="connsiteY89" fmla="*/ 285464 h 309657"/>
              <a:gd name="connsiteX90" fmla="*/ 0 w 432347"/>
              <a:gd name="connsiteY90" fmla="*/ 115919 h 309657"/>
              <a:gd name="connsiteX91" fmla="*/ 24093 w 432347"/>
              <a:gd name="connsiteY91" fmla="*/ 91726 h 309657"/>
              <a:gd name="connsiteX92" fmla="*/ 140195 w 432347"/>
              <a:gd name="connsiteY92" fmla="*/ 91726 h 309657"/>
              <a:gd name="connsiteX93" fmla="*/ 164288 w 432347"/>
              <a:gd name="connsiteY93" fmla="*/ 115919 h 309657"/>
              <a:gd name="connsiteX94" fmla="*/ 164288 w 432347"/>
              <a:gd name="connsiteY94" fmla="*/ 135827 h 309657"/>
              <a:gd name="connsiteX95" fmla="*/ 150155 w 432347"/>
              <a:gd name="connsiteY95" fmla="*/ 135827 h 309657"/>
              <a:gd name="connsiteX96" fmla="*/ 150155 w 432347"/>
              <a:gd name="connsiteY96" fmla="*/ 115919 h 309657"/>
              <a:gd name="connsiteX97" fmla="*/ 140290 w 432347"/>
              <a:gd name="connsiteY97" fmla="*/ 104489 h 309657"/>
              <a:gd name="connsiteX98" fmla="*/ 24188 w 432347"/>
              <a:gd name="connsiteY98" fmla="*/ 104489 h 309657"/>
              <a:gd name="connsiteX99" fmla="*/ 14323 w 432347"/>
              <a:gd name="connsiteY99" fmla="*/ 115919 h 309657"/>
              <a:gd name="connsiteX100" fmla="*/ 14323 w 432347"/>
              <a:gd name="connsiteY100" fmla="*/ 285464 h 309657"/>
              <a:gd name="connsiteX101" fmla="*/ 24188 w 432347"/>
              <a:gd name="connsiteY101" fmla="*/ 296894 h 309657"/>
              <a:gd name="connsiteX102" fmla="*/ 89353 w 432347"/>
              <a:gd name="connsiteY102" fmla="*/ 296894 h 309657"/>
              <a:gd name="connsiteX103" fmla="*/ 95044 w 432347"/>
              <a:gd name="connsiteY103" fmla="*/ 308324 h 309657"/>
              <a:gd name="connsiteX104" fmla="*/ 143041 w 432347"/>
              <a:gd name="connsiteY104" fmla="*/ 286512 h 309657"/>
              <a:gd name="connsiteX105" fmla="*/ 149301 w 432347"/>
              <a:gd name="connsiteY105" fmla="*/ 279749 h 309657"/>
              <a:gd name="connsiteX106" fmla="*/ 155562 w 432347"/>
              <a:gd name="connsiteY106" fmla="*/ 286512 h 309657"/>
              <a:gd name="connsiteX107" fmla="*/ 149301 w 432347"/>
              <a:gd name="connsiteY107" fmla="*/ 293275 h 309657"/>
              <a:gd name="connsiteX108" fmla="*/ 143041 w 432347"/>
              <a:gd name="connsiteY108" fmla="*/ 286512 h 309657"/>
              <a:gd name="connsiteX109" fmla="*/ 82049 w 432347"/>
              <a:gd name="connsiteY109" fmla="*/ 117729 h 309657"/>
              <a:gd name="connsiteX110" fmla="*/ 77686 w 432347"/>
              <a:gd name="connsiteY110" fmla="*/ 113348 h 309657"/>
              <a:gd name="connsiteX111" fmla="*/ 82049 w 432347"/>
              <a:gd name="connsiteY111" fmla="*/ 108966 h 309657"/>
              <a:gd name="connsiteX112" fmla="*/ 86413 w 432347"/>
              <a:gd name="connsiteY112" fmla="*/ 113348 h 309657"/>
              <a:gd name="connsiteX113" fmla="*/ 82049 w 432347"/>
              <a:gd name="connsiteY113" fmla="*/ 117729 h 309657"/>
              <a:gd name="connsiteX114" fmla="*/ 90207 w 432347"/>
              <a:gd name="connsiteY114" fmla="*/ 283655 h 309657"/>
              <a:gd name="connsiteX115" fmla="*/ 81575 w 432347"/>
              <a:gd name="connsiteY115" fmla="*/ 293275 h 309657"/>
              <a:gd name="connsiteX116" fmla="*/ 72943 w 432347"/>
              <a:gd name="connsiteY116" fmla="*/ 283655 h 309657"/>
              <a:gd name="connsiteX117" fmla="*/ 81575 w 432347"/>
              <a:gd name="connsiteY117" fmla="*/ 274034 h 309657"/>
              <a:gd name="connsiteX118" fmla="*/ 90207 w 432347"/>
              <a:gd name="connsiteY118" fmla="*/ 283655 h 309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432347" h="309657">
                <a:moveTo>
                  <a:pt x="178801" y="148590"/>
                </a:moveTo>
                <a:lnTo>
                  <a:pt x="120276" y="148590"/>
                </a:lnTo>
                <a:cubicBezTo>
                  <a:pt x="110316" y="148590"/>
                  <a:pt x="101684" y="157163"/>
                  <a:pt x="101684" y="168497"/>
                </a:cubicBezTo>
                <a:lnTo>
                  <a:pt x="101684" y="291084"/>
                </a:lnTo>
                <a:cubicBezTo>
                  <a:pt x="101684" y="301085"/>
                  <a:pt x="110221" y="309658"/>
                  <a:pt x="120276" y="309658"/>
                </a:cubicBezTo>
                <a:lnTo>
                  <a:pt x="178801" y="309658"/>
                </a:lnTo>
                <a:cubicBezTo>
                  <a:pt x="190184" y="309658"/>
                  <a:pt x="198816" y="301085"/>
                  <a:pt x="198816" y="291084"/>
                </a:cubicBezTo>
                <a:lnTo>
                  <a:pt x="198816" y="168497"/>
                </a:lnTo>
                <a:cubicBezTo>
                  <a:pt x="198816" y="157067"/>
                  <a:pt x="190279" y="148590"/>
                  <a:pt x="178801" y="148590"/>
                </a:cubicBezTo>
                <a:close/>
                <a:moveTo>
                  <a:pt x="184493" y="291179"/>
                </a:moveTo>
                <a:cubicBezTo>
                  <a:pt x="184493" y="294037"/>
                  <a:pt x="181647" y="296894"/>
                  <a:pt x="178801" y="296894"/>
                </a:cubicBezTo>
                <a:lnTo>
                  <a:pt x="120276" y="296894"/>
                </a:lnTo>
                <a:cubicBezTo>
                  <a:pt x="117430" y="296894"/>
                  <a:pt x="114585" y="294037"/>
                  <a:pt x="114585" y="291179"/>
                </a:cubicBezTo>
                <a:lnTo>
                  <a:pt x="114585" y="276892"/>
                </a:lnTo>
                <a:lnTo>
                  <a:pt x="184493" y="276892"/>
                </a:lnTo>
                <a:lnTo>
                  <a:pt x="184493" y="291179"/>
                </a:lnTo>
                <a:close/>
                <a:moveTo>
                  <a:pt x="184493" y="264033"/>
                </a:moveTo>
                <a:lnTo>
                  <a:pt x="114585" y="264033"/>
                </a:lnTo>
                <a:lnTo>
                  <a:pt x="114585" y="192786"/>
                </a:lnTo>
                <a:lnTo>
                  <a:pt x="184493" y="192786"/>
                </a:lnTo>
                <a:lnTo>
                  <a:pt x="184493" y="264033"/>
                </a:lnTo>
                <a:close/>
                <a:moveTo>
                  <a:pt x="184493" y="180023"/>
                </a:moveTo>
                <a:lnTo>
                  <a:pt x="114585" y="180023"/>
                </a:lnTo>
                <a:lnTo>
                  <a:pt x="114585" y="168593"/>
                </a:lnTo>
                <a:cubicBezTo>
                  <a:pt x="114585" y="164306"/>
                  <a:pt x="117430" y="161449"/>
                  <a:pt x="120276" y="161449"/>
                </a:cubicBezTo>
                <a:lnTo>
                  <a:pt x="178801" y="161449"/>
                </a:lnTo>
                <a:cubicBezTo>
                  <a:pt x="181647" y="161449"/>
                  <a:pt x="184493" y="164306"/>
                  <a:pt x="184493" y="168593"/>
                </a:cubicBezTo>
                <a:lnTo>
                  <a:pt x="184493" y="180023"/>
                </a:lnTo>
                <a:close/>
                <a:moveTo>
                  <a:pt x="366993" y="208598"/>
                </a:moveTo>
                <a:lnTo>
                  <a:pt x="366993" y="50102"/>
                </a:lnTo>
                <a:lnTo>
                  <a:pt x="87077" y="50102"/>
                </a:lnTo>
                <a:lnTo>
                  <a:pt x="87077" y="77248"/>
                </a:lnTo>
                <a:lnTo>
                  <a:pt x="72848" y="77248"/>
                </a:lnTo>
                <a:lnTo>
                  <a:pt x="72848" y="42958"/>
                </a:lnTo>
                <a:cubicBezTo>
                  <a:pt x="72848" y="38671"/>
                  <a:pt x="75694" y="35814"/>
                  <a:pt x="79963" y="35814"/>
                </a:cubicBezTo>
                <a:lnTo>
                  <a:pt x="374012" y="35814"/>
                </a:lnTo>
                <a:cubicBezTo>
                  <a:pt x="378281" y="35814"/>
                  <a:pt x="381126" y="38671"/>
                  <a:pt x="381126" y="42958"/>
                </a:cubicBezTo>
                <a:lnTo>
                  <a:pt x="381126" y="215741"/>
                </a:lnTo>
                <a:cubicBezTo>
                  <a:pt x="381126" y="220027"/>
                  <a:pt x="378281" y="222885"/>
                  <a:pt x="374012" y="222885"/>
                </a:cubicBezTo>
                <a:lnTo>
                  <a:pt x="210672" y="222885"/>
                </a:lnTo>
                <a:lnTo>
                  <a:pt x="210672" y="208598"/>
                </a:lnTo>
                <a:lnTo>
                  <a:pt x="366993" y="208598"/>
                </a:lnTo>
                <a:close/>
                <a:moveTo>
                  <a:pt x="432158" y="251174"/>
                </a:moveTo>
                <a:lnTo>
                  <a:pt x="432158" y="285369"/>
                </a:lnTo>
                <a:cubicBezTo>
                  <a:pt x="432158" y="298228"/>
                  <a:pt x="422199" y="309658"/>
                  <a:pt x="408065" y="309658"/>
                </a:cubicBezTo>
                <a:lnTo>
                  <a:pt x="203843" y="309658"/>
                </a:lnTo>
                <a:lnTo>
                  <a:pt x="205266" y="308229"/>
                </a:lnTo>
                <a:cubicBezTo>
                  <a:pt x="208111" y="303943"/>
                  <a:pt x="209534" y="301085"/>
                  <a:pt x="210957" y="296799"/>
                </a:cubicBezTo>
                <a:lnTo>
                  <a:pt x="210957" y="295370"/>
                </a:lnTo>
                <a:lnTo>
                  <a:pt x="408065" y="295370"/>
                </a:lnTo>
                <a:cubicBezTo>
                  <a:pt x="413757" y="295370"/>
                  <a:pt x="418025" y="291084"/>
                  <a:pt x="418025" y="285369"/>
                </a:cubicBezTo>
                <a:lnTo>
                  <a:pt x="418025" y="258223"/>
                </a:lnTo>
                <a:lnTo>
                  <a:pt x="277640" y="258223"/>
                </a:lnTo>
                <a:lnTo>
                  <a:pt x="277640" y="268224"/>
                </a:lnTo>
                <a:cubicBezTo>
                  <a:pt x="277640" y="272510"/>
                  <a:pt x="274794" y="275368"/>
                  <a:pt x="270526" y="275368"/>
                </a:cubicBezTo>
                <a:lnTo>
                  <a:pt x="210957" y="275368"/>
                </a:lnTo>
                <a:lnTo>
                  <a:pt x="210957" y="261080"/>
                </a:lnTo>
                <a:lnTo>
                  <a:pt x="263412" y="261080"/>
                </a:lnTo>
                <a:lnTo>
                  <a:pt x="263412" y="251079"/>
                </a:lnTo>
                <a:cubicBezTo>
                  <a:pt x="263412" y="246793"/>
                  <a:pt x="266257" y="243935"/>
                  <a:pt x="270526" y="243935"/>
                </a:cubicBezTo>
                <a:lnTo>
                  <a:pt x="400951" y="243935"/>
                </a:lnTo>
                <a:lnTo>
                  <a:pt x="400951" y="34195"/>
                </a:lnTo>
                <a:cubicBezTo>
                  <a:pt x="400951" y="22765"/>
                  <a:pt x="392414" y="14192"/>
                  <a:pt x="382549" y="14192"/>
                </a:cubicBezTo>
                <a:lnTo>
                  <a:pt x="71995" y="14192"/>
                </a:lnTo>
                <a:cubicBezTo>
                  <a:pt x="62035" y="14192"/>
                  <a:pt x="53593" y="22765"/>
                  <a:pt x="53593" y="34195"/>
                </a:cubicBezTo>
                <a:lnTo>
                  <a:pt x="53593" y="76962"/>
                </a:lnTo>
                <a:lnTo>
                  <a:pt x="39460" y="76962"/>
                </a:lnTo>
                <a:lnTo>
                  <a:pt x="39460" y="34195"/>
                </a:lnTo>
                <a:cubicBezTo>
                  <a:pt x="39460" y="15621"/>
                  <a:pt x="53593" y="0"/>
                  <a:pt x="72090" y="0"/>
                </a:cubicBezTo>
                <a:lnTo>
                  <a:pt x="382644" y="0"/>
                </a:lnTo>
                <a:cubicBezTo>
                  <a:pt x="401046" y="0"/>
                  <a:pt x="415274" y="15716"/>
                  <a:pt x="415274" y="34195"/>
                </a:cubicBezTo>
                <a:lnTo>
                  <a:pt x="415274" y="243935"/>
                </a:lnTo>
                <a:lnTo>
                  <a:pt x="425234" y="243935"/>
                </a:lnTo>
                <a:cubicBezTo>
                  <a:pt x="429502" y="243935"/>
                  <a:pt x="432348" y="246793"/>
                  <a:pt x="432348" y="251079"/>
                </a:cubicBezTo>
                <a:close/>
                <a:moveTo>
                  <a:pt x="40977" y="134493"/>
                </a:moveTo>
                <a:lnTo>
                  <a:pt x="40977" y="257270"/>
                </a:lnTo>
                <a:lnTo>
                  <a:pt x="87741" y="257270"/>
                </a:lnTo>
                <a:lnTo>
                  <a:pt x="87741" y="270129"/>
                </a:lnTo>
                <a:lnTo>
                  <a:pt x="33958" y="270129"/>
                </a:lnTo>
                <a:cubicBezTo>
                  <a:pt x="31112" y="270129"/>
                  <a:pt x="26844" y="267271"/>
                  <a:pt x="26844" y="264414"/>
                </a:cubicBezTo>
                <a:lnTo>
                  <a:pt x="26844" y="128778"/>
                </a:lnTo>
                <a:cubicBezTo>
                  <a:pt x="26844" y="124492"/>
                  <a:pt x="31112" y="121634"/>
                  <a:pt x="33958" y="121634"/>
                </a:cubicBezTo>
                <a:lnTo>
                  <a:pt x="130236" y="121634"/>
                </a:lnTo>
                <a:cubicBezTo>
                  <a:pt x="134504" y="121634"/>
                  <a:pt x="137350" y="124492"/>
                  <a:pt x="137350" y="128778"/>
                </a:cubicBezTo>
                <a:lnTo>
                  <a:pt x="137350" y="134493"/>
                </a:lnTo>
                <a:lnTo>
                  <a:pt x="41072" y="134493"/>
                </a:lnTo>
                <a:close/>
                <a:moveTo>
                  <a:pt x="94855" y="308229"/>
                </a:moveTo>
                <a:lnTo>
                  <a:pt x="96278" y="309658"/>
                </a:lnTo>
                <a:lnTo>
                  <a:pt x="24093" y="309658"/>
                </a:lnTo>
                <a:cubicBezTo>
                  <a:pt x="11383" y="309658"/>
                  <a:pt x="0" y="298228"/>
                  <a:pt x="0" y="285464"/>
                </a:cubicBezTo>
                <a:lnTo>
                  <a:pt x="0" y="115919"/>
                </a:lnTo>
                <a:cubicBezTo>
                  <a:pt x="0" y="101632"/>
                  <a:pt x="11288" y="91726"/>
                  <a:pt x="24093" y="91726"/>
                </a:cubicBezTo>
                <a:lnTo>
                  <a:pt x="140195" y="91726"/>
                </a:lnTo>
                <a:cubicBezTo>
                  <a:pt x="152906" y="91726"/>
                  <a:pt x="164288" y="101727"/>
                  <a:pt x="164288" y="115919"/>
                </a:cubicBezTo>
                <a:lnTo>
                  <a:pt x="164288" y="135827"/>
                </a:lnTo>
                <a:lnTo>
                  <a:pt x="150155" y="135827"/>
                </a:lnTo>
                <a:lnTo>
                  <a:pt x="150155" y="115919"/>
                </a:lnTo>
                <a:cubicBezTo>
                  <a:pt x="150155" y="110204"/>
                  <a:pt x="145887" y="104489"/>
                  <a:pt x="140290" y="104489"/>
                </a:cubicBezTo>
                <a:lnTo>
                  <a:pt x="24188" y="104489"/>
                </a:lnTo>
                <a:cubicBezTo>
                  <a:pt x="18497" y="104489"/>
                  <a:pt x="14323" y="110204"/>
                  <a:pt x="14323" y="115919"/>
                </a:cubicBezTo>
                <a:lnTo>
                  <a:pt x="14323" y="285464"/>
                </a:lnTo>
                <a:cubicBezTo>
                  <a:pt x="14323" y="291179"/>
                  <a:pt x="18592" y="296894"/>
                  <a:pt x="24188" y="296894"/>
                </a:cubicBezTo>
                <a:lnTo>
                  <a:pt x="89353" y="296894"/>
                </a:lnTo>
                <a:cubicBezTo>
                  <a:pt x="90776" y="301181"/>
                  <a:pt x="92199" y="305467"/>
                  <a:pt x="95044" y="308324"/>
                </a:cubicBezTo>
                <a:close/>
                <a:moveTo>
                  <a:pt x="143041" y="286512"/>
                </a:moveTo>
                <a:cubicBezTo>
                  <a:pt x="143041" y="282797"/>
                  <a:pt x="145792" y="279749"/>
                  <a:pt x="149301" y="279749"/>
                </a:cubicBezTo>
                <a:cubicBezTo>
                  <a:pt x="152811" y="279749"/>
                  <a:pt x="155562" y="282797"/>
                  <a:pt x="155562" y="286512"/>
                </a:cubicBezTo>
                <a:cubicBezTo>
                  <a:pt x="155562" y="290227"/>
                  <a:pt x="152811" y="293275"/>
                  <a:pt x="149301" y="293275"/>
                </a:cubicBezTo>
                <a:cubicBezTo>
                  <a:pt x="145792" y="293275"/>
                  <a:pt x="143041" y="290227"/>
                  <a:pt x="143041" y="286512"/>
                </a:cubicBezTo>
                <a:close/>
                <a:moveTo>
                  <a:pt x="82049" y="117729"/>
                </a:moveTo>
                <a:cubicBezTo>
                  <a:pt x="79678" y="117729"/>
                  <a:pt x="77686" y="115824"/>
                  <a:pt x="77686" y="113348"/>
                </a:cubicBezTo>
                <a:cubicBezTo>
                  <a:pt x="77686" y="110871"/>
                  <a:pt x="79583" y="108966"/>
                  <a:pt x="82049" y="108966"/>
                </a:cubicBezTo>
                <a:cubicBezTo>
                  <a:pt x="84516" y="108966"/>
                  <a:pt x="86413" y="110871"/>
                  <a:pt x="86413" y="113348"/>
                </a:cubicBezTo>
                <a:cubicBezTo>
                  <a:pt x="86413" y="115824"/>
                  <a:pt x="84516" y="117729"/>
                  <a:pt x="82049" y="117729"/>
                </a:cubicBezTo>
                <a:close/>
                <a:moveTo>
                  <a:pt x="90207" y="283655"/>
                </a:moveTo>
                <a:cubicBezTo>
                  <a:pt x="90207" y="288989"/>
                  <a:pt x="86318" y="293275"/>
                  <a:pt x="81575" y="293275"/>
                </a:cubicBezTo>
                <a:cubicBezTo>
                  <a:pt x="76832" y="293275"/>
                  <a:pt x="72943" y="288989"/>
                  <a:pt x="72943" y="283655"/>
                </a:cubicBezTo>
                <a:cubicBezTo>
                  <a:pt x="72943" y="278321"/>
                  <a:pt x="76832" y="274034"/>
                  <a:pt x="81575" y="274034"/>
                </a:cubicBezTo>
                <a:cubicBezTo>
                  <a:pt x="86318" y="274034"/>
                  <a:pt x="90207" y="278321"/>
                  <a:pt x="90207" y="28365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9" name="Graphic 155">
            <a:extLst>
              <a:ext uri="{FF2B5EF4-FFF2-40B4-BE49-F238E27FC236}">
                <a16:creationId xmlns:a16="http://schemas.microsoft.com/office/drawing/2014/main" id="{4C206A8E-4773-E5EE-ACDC-68DB0D265B3E}"/>
              </a:ext>
            </a:extLst>
          </p:cNvPr>
          <p:cNvSpPr/>
          <p:nvPr/>
        </p:nvSpPr>
        <p:spPr>
          <a:xfrm>
            <a:off x="3790749" y="3513136"/>
            <a:ext cx="579120" cy="414779"/>
          </a:xfrm>
          <a:custGeom>
            <a:avLst/>
            <a:gdLst>
              <a:gd name="connsiteX0" fmla="*/ 178801 w 432347"/>
              <a:gd name="connsiteY0" fmla="*/ 148590 h 309657"/>
              <a:gd name="connsiteX1" fmla="*/ 120276 w 432347"/>
              <a:gd name="connsiteY1" fmla="*/ 148590 h 309657"/>
              <a:gd name="connsiteX2" fmla="*/ 101684 w 432347"/>
              <a:gd name="connsiteY2" fmla="*/ 168497 h 309657"/>
              <a:gd name="connsiteX3" fmla="*/ 101684 w 432347"/>
              <a:gd name="connsiteY3" fmla="*/ 291084 h 309657"/>
              <a:gd name="connsiteX4" fmla="*/ 120276 w 432347"/>
              <a:gd name="connsiteY4" fmla="*/ 309658 h 309657"/>
              <a:gd name="connsiteX5" fmla="*/ 178801 w 432347"/>
              <a:gd name="connsiteY5" fmla="*/ 309658 h 309657"/>
              <a:gd name="connsiteX6" fmla="*/ 198816 w 432347"/>
              <a:gd name="connsiteY6" fmla="*/ 291084 h 309657"/>
              <a:gd name="connsiteX7" fmla="*/ 198816 w 432347"/>
              <a:gd name="connsiteY7" fmla="*/ 168497 h 309657"/>
              <a:gd name="connsiteX8" fmla="*/ 178801 w 432347"/>
              <a:gd name="connsiteY8" fmla="*/ 148590 h 309657"/>
              <a:gd name="connsiteX9" fmla="*/ 184493 w 432347"/>
              <a:gd name="connsiteY9" fmla="*/ 291179 h 309657"/>
              <a:gd name="connsiteX10" fmla="*/ 178801 w 432347"/>
              <a:gd name="connsiteY10" fmla="*/ 296894 h 309657"/>
              <a:gd name="connsiteX11" fmla="*/ 120276 w 432347"/>
              <a:gd name="connsiteY11" fmla="*/ 296894 h 309657"/>
              <a:gd name="connsiteX12" fmla="*/ 114585 w 432347"/>
              <a:gd name="connsiteY12" fmla="*/ 291179 h 309657"/>
              <a:gd name="connsiteX13" fmla="*/ 114585 w 432347"/>
              <a:gd name="connsiteY13" fmla="*/ 276892 h 309657"/>
              <a:gd name="connsiteX14" fmla="*/ 184493 w 432347"/>
              <a:gd name="connsiteY14" fmla="*/ 276892 h 309657"/>
              <a:gd name="connsiteX15" fmla="*/ 184493 w 432347"/>
              <a:gd name="connsiteY15" fmla="*/ 291179 h 309657"/>
              <a:gd name="connsiteX16" fmla="*/ 184493 w 432347"/>
              <a:gd name="connsiteY16" fmla="*/ 264033 h 309657"/>
              <a:gd name="connsiteX17" fmla="*/ 114585 w 432347"/>
              <a:gd name="connsiteY17" fmla="*/ 264033 h 309657"/>
              <a:gd name="connsiteX18" fmla="*/ 114585 w 432347"/>
              <a:gd name="connsiteY18" fmla="*/ 192786 h 309657"/>
              <a:gd name="connsiteX19" fmla="*/ 184493 w 432347"/>
              <a:gd name="connsiteY19" fmla="*/ 192786 h 309657"/>
              <a:gd name="connsiteX20" fmla="*/ 184493 w 432347"/>
              <a:gd name="connsiteY20" fmla="*/ 264033 h 309657"/>
              <a:gd name="connsiteX21" fmla="*/ 184493 w 432347"/>
              <a:gd name="connsiteY21" fmla="*/ 180023 h 309657"/>
              <a:gd name="connsiteX22" fmla="*/ 114585 w 432347"/>
              <a:gd name="connsiteY22" fmla="*/ 180023 h 309657"/>
              <a:gd name="connsiteX23" fmla="*/ 114585 w 432347"/>
              <a:gd name="connsiteY23" fmla="*/ 168593 h 309657"/>
              <a:gd name="connsiteX24" fmla="*/ 120276 w 432347"/>
              <a:gd name="connsiteY24" fmla="*/ 161449 h 309657"/>
              <a:gd name="connsiteX25" fmla="*/ 178801 w 432347"/>
              <a:gd name="connsiteY25" fmla="*/ 161449 h 309657"/>
              <a:gd name="connsiteX26" fmla="*/ 184493 w 432347"/>
              <a:gd name="connsiteY26" fmla="*/ 168593 h 309657"/>
              <a:gd name="connsiteX27" fmla="*/ 184493 w 432347"/>
              <a:gd name="connsiteY27" fmla="*/ 180023 h 309657"/>
              <a:gd name="connsiteX28" fmla="*/ 366993 w 432347"/>
              <a:gd name="connsiteY28" fmla="*/ 208598 h 309657"/>
              <a:gd name="connsiteX29" fmla="*/ 366993 w 432347"/>
              <a:gd name="connsiteY29" fmla="*/ 50102 h 309657"/>
              <a:gd name="connsiteX30" fmla="*/ 87077 w 432347"/>
              <a:gd name="connsiteY30" fmla="*/ 50102 h 309657"/>
              <a:gd name="connsiteX31" fmla="*/ 87077 w 432347"/>
              <a:gd name="connsiteY31" fmla="*/ 77248 h 309657"/>
              <a:gd name="connsiteX32" fmla="*/ 72848 w 432347"/>
              <a:gd name="connsiteY32" fmla="*/ 77248 h 309657"/>
              <a:gd name="connsiteX33" fmla="*/ 72848 w 432347"/>
              <a:gd name="connsiteY33" fmla="*/ 42958 h 309657"/>
              <a:gd name="connsiteX34" fmla="*/ 79963 w 432347"/>
              <a:gd name="connsiteY34" fmla="*/ 35814 h 309657"/>
              <a:gd name="connsiteX35" fmla="*/ 374012 w 432347"/>
              <a:gd name="connsiteY35" fmla="*/ 35814 h 309657"/>
              <a:gd name="connsiteX36" fmla="*/ 381126 w 432347"/>
              <a:gd name="connsiteY36" fmla="*/ 42958 h 309657"/>
              <a:gd name="connsiteX37" fmla="*/ 381126 w 432347"/>
              <a:gd name="connsiteY37" fmla="*/ 215741 h 309657"/>
              <a:gd name="connsiteX38" fmla="*/ 374012 w 432347"/>
              <a:gd name="connsiteY38" fmla="*/ 222885 h 309657"/>
              <a:gd name="connsiteX39" fmla="*/ 210672 w 432347"/>
              <a:gd name="connsiteY39" fmla="*/ 222885 h 309657"/>
              <a:gd name="connsiteX40" fmla="*/ 210672 w 432347"/>
              <a:gd name="connsiteY40" fmla="*/ 208598 h 309657"/>
              <a:gd name="connsiteX41" fmla="*/ 366993 w 432347"/>
              <a:gd name="connsiteY41" fmla="*/ 208598 h 309657"/>
              <a:gd name="connsiteX42" fmla="*/ 432158 w 432347"/>
              <a:gd name="connsiteY42" fmla="*/ 251174 h 309657"/>
              <a:gd name="connsiteX43" fmla="*/ 432158 w 432347"/>
              <a:gd name="connsiteY43" fmla="*/ 285369 h 309657"/>
              <a:gd name="connsiteX44" fmla="*/ 408065 w 432347"/>
              <a:gd name="connsiteY44" fmla="*/ 309658 h 309657"/>
              <a:gd name="connsiteX45" fmla="*/ 203843 w 432347"/>
              <a:gd name="connsiteY45" fmla="*/ 309658 h 309657"/>
              <a:gd name="connsiteX46" fmla="*/ 205266 w 432347"/>
              <a:gd name="connsiteY46" fmla="*/ 308229 h 309657"/>
              <a:gd name="connsiteX47" fmla="*/ 210957 w 432347"/>
              <a:gd name="connsiteY47" fmla="*/ 296799 h 309657"/>
              <a:gd name="connsiteX48" fmla="*/ 210957 w 432347"/>
              <a:gd name="connsiteY48" fmla="*/ 295370 h 309657"/>
              <a:gd name="connsiteX49" fmla="*/ 408065 w 432347"/>
              <a:gd name="connsiteY49" fmla="*/ 295370 h 309657"/>
              <a:gd name="connsiteX50" fmla="*/ 418025 w 432347"/>
              <a:gd name="connsiteY50" fmla="*/ 285369 h 309657"/>
              <a:gd name="connsiteX51" fmla="*/ 418025 w 432347"/>
              <a:gd name="connsiteY51" fmla="*/ 258223 h 309657"/>
              <a:gd name="connsiteX52" fmla="*/ 277640 w 432347"/>
              <a:gd name="connsiteY52" fmla="*/ 258223 h 309657"/>
              <a:gd name="connsiteX53" fmla="*/ 277640 w 432347"/>
              <a:gd name="connsiteY53" fmla="*/ 268224 h 309657"/>
              <a:gd name="connsiteX54" fmla="*/ 270526 w 432347"/>
              <a:gd name="connsiteY54" fmla="*/ 275368 h 309657"/>
              <a:gd name="connsiteX55" fmla="*/ 210957 w 432347"/>
              <a:gd name="connsiteY55" fmla="*/ 275368 h 309657"/>
              <a:gd name="connsiteX56" fmla="*/ 210957 w 432347"/>
              <a:gd name="connsiteY56" fmla="*/ 261080 h 309657"/>
              <a:gd name="connsiteX57" fmla="*/ 263412 w 432347"/>
              <a:gd name="connsiteY57" fmla="*/ 261080 h 309657"/>
              <a:gd name="connsiteX58" fmla="*/ 263412 w 432347"/>
              <a:gd name="connsiteY58" fmla="*/ 251079 h 309657"/>
              <a:gd name="connsiteX59" fmla="*/ 270526 w 432347"/>
              <a:gd name="connsiteY59" fmla="*/ 243935 h 309657"/>
              <a:gd name="connsiteX60" fmla="*/ 400951 w 432347"/>
              <a:gd name="connsiteY60" fmla="*/ 243935 h 309657"/>
              <a:gd name="connsiteX61" fmla="*/ 400951 w 432347"/>
              <a:gd name="connsiteY61" fmla="*/ 34195 h 309657"/>
              <a:gd name="connsiteX62" fmla="*/ 382549 w 432347"/>
              <a:gd name="connsiteY62" fmla="*/ 14192 h 309657"/>
              <a:gd name="connsiteX63" fmla="*/ 71995 w 432347"/>
              <a:gd name="connsiteY63" fmla="*/ 14192 h 309657"/>
              <a:gd name="connsiteX64" fmla="*/ 53593 w 432347"/>
              <a:gd name="connsiteY64" fmla="*/ 34195 h 309657"/>
              <a:gd name="connsiteX65" fmla="*/ 53593 w 432347"/>
              <a:gd name="connsiteY65" fmla="*/ 76962 h 309657"/>
              <a:gd name="connsiteX66" fmla="*/ 39460 w 432347"/>
              <a:gd name="connsiteY66" fmla="*/ 76962 h 309657"/>
              <a:gd name="connsiteX67" fmla="*/ 39460 w 432347"/>
              <a:gd name="connsiteY67" fmla="*/ 34195 h 309657"/>
              <a:gd name="connsiteX68" fmla="*/ 72090 w 432347"/>
              <a:gd name="connsiteY68" fmla="*/ 0 h 309657"/>
              <a:gd name="connsiteX69" fmla="*/ 382644 w 432347"/>
              <a:gd name="connsiteY69" fmla="*/ 0 h 309657"/>
              <a:gd name="connsiteX70" fmla="*/ 415274 w 432347"/>
              <a:gd name="connsiteY70" fmla="*/ 34195 h 309657"/>
              <a:gd name="connsiteX71" fmla="*/ 415274 w 432347"/>
              <a:gd name="connsiteY71" fmla="*/ 243935 h 309657"/>
              <a:gd name="connsiteX72" fmla="*/ 425234 w 432347"/>
              <a:gd name="connsiteY72" fmla="*/ 243935 h 309657"/>
              <a:gd name="connsiteX73" fmla="*/ 432348 w 432347"/>
              <a:gd name="connsiteY73" fmla="*/ 251079 h 309657"/>
              <a:gd name="connsiteX74" fmla="*/ 40977 w 432347"/>
              <a:gd name="connsiteY74" fmla="*/ 134493 h 309657"/>
              <a:gd name="connsiteX75" fmla="*/ 40977 w 432347"/>
              <a:gd name="connsiteY75" fmla="*/ 257270 h 309657"/>
              <a:gd name="connsiteX76" fmla="*/ 87741 w 432347"/>
              <a:gd name="connsiteY76" fmla="*/ 257270 h 309657"/>
              <a:gd name="connsiteX77" fmla="*/ 87741 w 432347"/>
              <a:gd name="connsiteY77" fmla="*/ 270129 h 309657"/>
              <a:gd name="connsiteX78" fmla="*/ 33958 w 432347"/>
              <a:gd name="connsiteY78" fmla="*/ 270129 h 309657"/>
              <a:gd name="connsiteX79" fmla="*/ 26844 w 432347"/>
              <a:gd name="connsiteY79" fmla="*/ 264414 h 309657"/>
              <a:gd name="connsiteX80" fmla="*/ 26844 w 432347"/>
              <a:gd name="connsiteY80" fmla="*/ 128778 h 309657"/>
              <a:gd name="connsiteX81" fmla="*/ 33958 w 432347"/>
              <a:gd name="connsiteY81" fmla="*/ 121634 h 309657"/>
              <a:gd name="connsiteX82" fmla="*/ 130236 w 432347"/>
              <a:gd name="connsiteY82" fmla="*/ 121634 h 309657"/>
              <a:gd name="connsiteX83" fmla="*/ 137350 w 432347"/>
              <a:gd name="connsiteY83" fmla="*/ 128778 h 309657"/>
              <a:gd name="connsiteX84" fmla="*/ 137350 w 432347"/>
              <a:gd name="connsiteY84" fmla="*/ 134493 h 309657"/>
              <a:gd name="connsiteX85" fmla="*/ 41072 w 432347"/>
              <a:gd name="connsiteY85" fmla="*/ 134493 h 309657"/>
              <a:gd name="connsiteX86" fmla="*/ 94855 w 432347"/>
              <a:gd name="connsiteY86" fmla="*/ 308229 h 309657"/>
              <a:gd name="connsiteX87" fmla="*/ 96278 w 432347"/>
              <a:gd name="connsiteY87" fmla="*/ 309658 h 309657"/>
              <a:gd name="connsiteX88" fmla="*/ 24093 w 432347"/>
              <a:gd name="connsiteY88" fmla="*/ 309658 h 309657"/>
              <a:gd name="connsiteX89" fmla="*/ 0 w 432347"/>
              <a:gd name="connsiteY89" fmla="*/ 285464 h 309657"/>
              <a:gd name="connsiteX90" fmla="*/ 0 w 432347"/>
              <a:gd name="connsiteY90" fmla="*/ 115919 h 309657"/>
              <a:gd name="connsiteX91" fmla="*/ 24093 w 432347"/>
              <a:gd name="connsiteY91" fmla="*/ 91726 h 309657"/>
              <a:gd name="connsiteX92" fmla="*/ 140195 w 432347"/>
              <a:gd name="connsiteY92" fmla="*/ 91726 h 309657"/>
              <a:gd name="connsiteX93" fmla="*/ 164288 w 432347"/>
              <a:gd name="connsiteY93" fmla="*/ 115919 h 309657"/>
              <a:gd name="connsiteX94" fmla="*/ 164288 w 432347"/>
              <a:gd name="connsiteY94" fmla="*/ 135827 h 309657"/>
              <a:gd name="connsiteX95" fmla="*/ 150155 w 432347"/>
              <a:gd name="connsiteY95" fmla="*/ 135827 h 309657"/>
              <a:gd name="connsiteX96" fmla="*/ 150155 w 432347"/>
              <a:gd name="connsiteY96" fmla="*/ 115919 h 309657"/>
              <a:gd name="connsiteX97" fmla="*/ 140290 w 432347"/>
              <a:gd name="connsiteY97" fmla="*/ 104489 h 309657"/>
              <a:gd name="connsiteX98" fmla="*/ 24188 w 432347"/>
              <a:gd name="connsiteY98" fmla="*/ 104489 h 309657"/>
              <a:gd name="connsiteX99" fmla="*/ 14323 w 432347"/>
              <a:gd name="connsiteY99" fmla="*/ 115919 h 309657"/>
              <a:gd name="connsiteX100" fmla="*/ 14323 w 432347"/>
              <a:gd name="connsiteY100" fmla="*/ 285464 h 309657"/>
              <a:gd name="connsiteX101" fmla="*/ 24188 w 432347"/>
              <a:gd name="connsiteY101" fmla="*/ 296894 h 309657"/>
              <a:gd name="connsiteX102" fmla="*/ 89353 w 432347"/>
              <a:gd name="connsiteY102" fmla="*/ 296894 h 309657"/>
              <a:gd name="connsiteX103" fmla="*/ 95044 w 432347"/>
              <a:gd name="connsiteY103" fmla="*/ 308324 h 309657"/>
              <a:gd name="connsiteX104" fmla="*/ 143041 w 432347"/>
              <a:gd name="connsiteY104" fmla="*/ 286512 h 309657"/>
              <a:gd name="connsiteX105" fmla="*/ 149301 w 432347"/>
              <a:gd name="connsiteY105" fmla="*/ 279749 h 309657"/>
              <a:gd name="connsiteX106" fmla="*/ 155562 w 432347"/>
              <a:gd name="connsiteY106" fmla="*/ 286512 h 309657"/>
              <a:gd name="connsiteX107" fmla="*/ 149301 w 432347"/>
              <a:gd name="connsiteY107" fmla="*/ 293275 h 309657"/>
              <a:gd name="connsiteX108" fmla="*/ 143041 w 432347"/>
              <a:gd name="connsiteY108" fmla="*/ 286512 h 309657"/>
              <a:gd name="connsiteX109" fmla="*/ 82049 w 432347"/>
              <a:gd name="connsiteY109" fmla="*/ 117729 h 309657"/>
              <a:gd name="connsiteX110" fmla="*/ 77686 w 432347"/>
              <a:gd name="connsiteY110" fmla="*/ 113348 h 309657"/>
              <a:gd name="connsiteX111" fmla="*/ 82049 w 432347"/>
              <a:gd name="connsiteY111" fmla="*/ 108966 h 309657"/>
              <a:gd name="connsiteX112" fmla="*/ 86413 w 432347"/>
              <a:gd name="connsiteY112" fmla="*/ 113348 h 309657"/>
              <a:gd name="connsiteX113" fmla="*/ 82049 w 432347"/>
              <a:gd name="connsiteY113" fmla="*/ 117729 h 309657"/>
              <a:gd name="connsiteX114" fmla="*/ 90207 w 432347"/>
              <a:gd name="connsiteY114" fmla="*/ 283655 h 309657"/>
              <a:gd name="connsiteX115" fmla="*/ 81575 w 432347"/>
              <a:gd name="connsiteY115" fmla="*/ 293275 h 309657"/>
              <a:gd name="connsiteX116" fmla="*/ 72943 w 432347"/>
              <a:gd name="connsiteY116" fmla="*/ 283655 h 309657"/>
              <a:gd name="connsiteX117" fmla="*/ 81575 w 432347"/>
              <a:gd name="connsiteY117" fmla="*/ 274034 h 309657"/>
              <a:gd name="connsiteX118" fmla="*/ 90207 w 432347"/>
              <a:gd name="connsiteY118" fmla="*/ 283655 h 309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432347" h="309657">
                <a:moveTo>
                  <a:pt x="178801" y="148590"/>
                </a:moveTo>
                <a:lnTo>
                  <a:pt x="120276" y="148590"/>
                </a:lnTo>
                <a:cubicBezTo>
                  <a:pt x="110316" y="148590"/>
                  <a:pt x="101684" y="157163"/>
                  <a:pt x="101684" y="168497"/>
                </a:cubicBezTo>
                <a:lnTo>
                  <a:pt x="101684" y="291084"/>
                </a:lnTo>
                <a:cubicBezTo>
                  <a:pt x="101684" y="301085"/>
                  <a:pt x="110221" y="309658"/>
                  <a:pt x="120276" y="309658"/>
                </a:cubicBezTo>
                <a:lnTo>
                  <a:pt x="178801" y="309658"/>
                </a:lnTo>
                <a:cubicBezTo>
                  <a:pt x="190184" y="309658"/>
                  <a:pt x="198816" y="301085"/>
                  <a:pt x="198816" y="291084"/>
                </a:cubicBezTo>
                <a:lnTo>
                  <a:pt x="198816" y="168497"/>
                </a:lnTo>
                <a:cubicBezTo>
                  <a:pt x="198816" y="157067"/>
                  <a:pt x="190279" y="148590"/>
                  <a:pt x="178801" y="148590"/>
                </a:cubicBezTo>
                <a:close/>
                <a:moveTo>
                  <a:pt x="184493" y="291179"/>
                </a:moveTo>
                <a:cubicBezTo>
                  <a:pt x="184493" y="294037"/>
                  <a:pt x="181647" y="296894"/>
                  <a:pt x="178801" y="296894"/>
                </a:cubicBezTo>
                <a:lnTo>
                  <a:pt x="120276" y="296894"/>
                </a:lnTo>
                <a:cubicBezTo>
                  <a:pt x="117430" y="296894"/>
                  <a:pt x="114585" y="294037"/>
                  <a:pt x="114585" y="291179"/>
                </a:cubicBezTo>
                <a:lnTo>
                  <a:pt x="114585" y="276892"/>
                </a:lnTo>
                <a:lnTo>
                  <a:pt x="184493" y="276892"/>
                </a:lnTo>
                <a:lnTo>
                  <a:pt x="184493" y="291179"/>
                </a:lnTo>
                <a:close/>
                <a:moveTo>
                  <a:pt x="184493" y="264033"/>
                </a:moveTo>
                <a:lnTo>
                  <a:pt x="114585" y="264033"/>
                </a:lnTo>
                <a:lnTo>
                  <a:pt x="114585" y="192786"/>
                </a:lnTo>
                <a:lnTo>
                  <a:pt x="184493" y="192786"/>
                </a:lnTo>
                <a:lnTo>
                  <a:pt x="184493" y="264033"/>
                </a:lnTo>
                <a:close/>
                <a:moveTo>
                  <a:pt x="184493" y="180023"/>
                </a:moveTo>
                <a:lnTo>
                  <a:pt x="114585" y="180023"/>
                </a:lnTo>
                <a:lnTo>
                  <a:pt x="114585" y="168593"/>
                </a:lnTo>
                <a:cubicBezTo>
                  <a:pt x="114585" y="164306"/>
                  <a:pt x="117430" y="161449"/>
                  <a:pt x="120276" y="161449"/>
                </a:cubicBezTo>
                <a:lnTo>
                  <a:pt x="178801" y="161449"/>
                </a:lnTo>
                <a:cubicBezTo>
                  <a:pt x="181647" y="161449"/>
                  <a:pt x="184493" y="164306"/>
                  <a:pt x="184493" y="168593"/>
                </a:cubicBezTo>
                <a:lnTo>
                  <a:pt x="184493" y="180023"/>
                </a:lnTo>
                <a:close/>
                <a:moveTo>
                  <a:pt x="366993" y="208598"/>
                </a:moveTo>
                <a:lnTo>
                  <a:pt x="366993" y="50102"/>
                </a:lnTo>
                <a:lnTo>
                  <a:pt x="87077" y="50102"/>
                </a:lnTo>
                <a:lnTo>
                  <a:pt x="87077" y="77248"/>
                </a:lnTo>
                <a:lnTo>
                  <a:pt x="72848" y="77248"/>
                </a:lnTo>
                <a:lnTo>
                  <a:pt x="72848" y="42958"/>
                </a:lnTo>
                <a:cubicBezTo>
                  <a:pt x="72848" y="38671"/>
                  <a:pt x="75694" y="35814"/>
                  <a:pt x="79963" y="35814"/>
                </a:cubicBezTo>
                <a:lnTo>
                  <a:pt x="374012" y="35814"/>
                </a:lnTo>
                <a:cubicBezTo>
                  <a:pt x="378281" y="35814"/>
                  <a:pt x="381126" y="38671"/>
                  <a:pt x="381126" y="42958"/>
                </a:cubicBezTo>
                <a:lnTo>
                  <a:pt x="381126" y="215741"/>
                </a:lnTo>
                <a:cubicBezTo>
                  <a:pt x="381126" y="220027"/>
                  <a:pt x="378281" y="222885"/>
                  <a:pt x="374012" y="222885"/>
                </a:cubicBezTo>
                <a:lnTo>
                  <a:pt x="210672" y="222885"/>
                </a:lnTo>
                <a:lnTo>
                  <a:pt x="210672" y="208598"/>
                </a:lnTo>
                <a:lnTo>
                  <a:pt x="366993" y="208598"/>
                </a:lnTo>
                <a:close/>
                <a:moveTo>
                  <a:pt x="432158" y="251174"/>
                </a:moveTo>
                <a:lnTo>
                  <a:pt x="432158" y="285369"/>
                </a:lnTo>
                <a:cubicBezTo>
                  <a:pt x="432158" y="298228"/>
                  <a:pt x="422199" y="309658"/>
                  <a:pt x="408065" y="309658"/>
                </a:cubicBezTo>
                <a:lnTo>
                  <a:pt x="203843" y="309658"/>
                </a:lnTo>
                <a:lnTo>
                  <a:pt x="205266" y="308229"/>
                </a:lnTo>
                <a:cubicBezTo>
                  <a:pt x="208111" y="303943"/>
                  <a:pt x="209534" y="301085"/>
                  <a:pt x="210957" y="296799"/>
                </a:cubicBezTo>
                <a:lnTo>
                  <a:pt x="210957" y="295370"/>
                </a:lnTo>
                <a:lnTo>
                  <a:pt x="408065" y="295370"/>
                </a:lnTo>
                <a:cubicBezTo>
                  <a:pt x="413757" y="295370"/>
                  <a:pt x="418025" y="291084"/>
                  <a:pt x="418025" y="285369"/>
                </a:cubicBezTo>
                <a:lnTo>
                  <a:pt x="418025" y="258223"/>
                </a:lnTo>
                <a:lnTo>
                  <a:pt x="277640" y="258223"/>
                </a:lnTo>
                <a:lnTo>
                  <a:pt x="277640" y="268224"/>
                </a:lnTo>
                <a:cubicBezTo>
                  <a:pt x="277640" y="272510"/>
                  <a:pt x="274794" y="275368"/>
                  <a:pt x="270526" y="275368"/>
                </a:cubicBezTo>
                <a:lnTo>
                  <a:pt x="210957" y="275368"/>
                </a:lnTo>
                <a:lnTo>
                  <a:pt x="210957" y="261080"/>
                </a:lnTo>
                <a:lnTo>
                  <a:pt x="263412" y="261080"/>
                </a:lnTo>
                <a:lnTo>
                  <a:pt x="263412" y="251079"/>
                </a:lnTo>
                <a:cubicBezTo>
                  <a:pt x="263412" y="246793"/>
                  <a:pt x="266257" y="243935"/>
                  <a:pt x="270526" y="243935"/>
                </a:cubicBezTo>
                <a:lnTo>
                  <a:pt x="400951" y="243935"/>
                </a:lnTo>
                <a:lnTo>
                  <a:pt x="400951" y="34195"/>
                </a:lnTo>
                <a:cubicBezTo>
                  <a:pt x="400951" y="22765"/>
                  <a:pt x="392414" y="14192"/>
                  <a:pt x="382549" y="14192"/>
                </a:cubicBezTo>
                <a:lnTo>
                  <a:pt x="71995" y="14192"/>
                </a:lnTo>
                <a:cubicBezTo>
                  <a:pt x="62035" y="14192"/>
                  <a:pt x="53593" y="22765"/>
                  <a:pt x="53593" y="34195"/>
                </a:cubicBezTo>
                <a:lnTo>
                  <a:pt x="53593" y="76962"/>
                </a:lnTo>
                <a:lnTo>
                  <a:pt x="39460" y="76962"/>
                </a:lnTo>
                <a:lnTo>
                  <a:pt x="39460" y="34195"/>
                </a:lnTo>
                <a:cubicBezTo>
                  <a:pt x="39460" y="15621"/>
                  <a:pt x="53593" y="0"/>
                  <a:pt x="72090" y="0"/>
                </a:cubicBezTo>
                <a:lnTo>
                  <a:pt x="382644" y="0"/>
                </a:lnTo>
                <a:cubicBezTo>
                  <a:pt x="401046" y="0"/>
                  <a:pt x="415274" y="15716"/>
                  <a:pt x="415274" y="34195"/>
                </a:cubicBezTo>
                <a:lnTo>
                  <a:pt x="415274" y="243935"/>
                </a:lnTo>
                <a:lnTo>
                  <a:pt x="425234" y="243935"/>
                </a:lnTo>
                <a:cubicBezTo>
                  <a:pt x="429502" y="243935"/>
                  <a:pt x="432348" y="246793"/>
                  <a:pt x="432348" y="251079"/>
                </a:cubicBezTo>
                <a:close/>
                <a:moveTo>
                  <a:pt x="40977" y="134493"/>
                </a:moveTo>
                <a:lnTo>
                  <a:pt x="40977" y="257270"/>
                </a:lnTo>
                <a:lnTo>
                  <a:pt x="87741" y="257270"/>
                </a:lnTo>
                <a:lnTo>
                  <a:pt x="87741" y="270129"/>
                </a:lnTo>
                <a:lnTo>
                  <a:pt x="33958" y="270129"/>
                </a:lnTo>
                <a:cubicBezTo>
                  <a:pt x="31112" y="270129"/>
                  <a:pt x="26844" y="267271"/>
                  <a:pt x="26844" y="264414"/>
                </a:cubicBezTo>
                <a:lnTo>
                  <a:pt x="26844" y="128778"/>
                </a:lnTo>
                <a:cubicBezTo>
                  <a:pt x="26844" y="124492"/>
                  <a:pt x="31112" y="121634"/>
                  <a:pt x="33958" y="121634"/>
                </a:cubicBezTo>
                <a:lnTo>
                  <a:pt x="130236" y="121634"/>
                </a:lnTo>
                <a:cubicBezTo>
                  <a:pt x="134504" y="121634"/>
                  <a:pt x="137350" y="124492"/>
                  <a:pt x="137350" y="128778"/>
                </a:cubicBezTo>
                <a:lnTo>
                  <a:pt x="137350" y="134493"/>
                </a:lnTo>
                <a:lnTo>
                  <a:pt x="41072" y="134493"/>
                </a:lnTo>
                <a:close/>
                <a:moveTo>
                  <a:pt x="94855" y="308229"/>
                </a:moveTo>
                <a:lnTo>
                  <a:pt x="96278" y="309658"/>
                </a:lnTo>
                <a:lnTo>
                  <a:pt x="24093" y="309658"/>
                </a:lnTo>
                <a:cubicBezTo>
                  <a:pt x="11383" y="309658"/>
                  <a:pt x="0" y="298228"/>
                  <a:pt x="0" y="285464"/>
                </a:cubicBezTo>
                <a:lnTo>
                  <a:pt x="0" y="115919"/>
                </a:lnTo>
                <a:cubicBezTo>
                  <a:pt x="0" y="101632"/>
                  <a:pt x="11288" y="91726"/>
                  <a:pt x="24093" y="91726"/>
                </a:cubicBezTo>
                <a:lnTo>
                  <a:pt x="140195" y="91726"/>
                </a:lnTo>
                <a:cubicBezTo>
                  <a:pt x="152906" y="91726"/>
                  <a:pt x="164288" y="101727"/>
                  <a:pt x="164288" y="115919"/>
                </a:cubicBezTo>
                <a:lnTo>
                  <a:pt x="164288" y="135827"/>
                </a:lnTo>
                <a:lnTo>
                  <a:pt x="150155" y="135827"/>
                </a:lnTo>
                <a:lnTo>
                  <a:pt x="150155" y="115919"/>
                </a:lnTo>
                <a:cubicBezTo>
                  <a:pt x="150155" y="110204"/>
                  <a:pt x="145887" y="104489"/>
                  <a:pt x="140290" y="104489"/>
                </a:cubicBezTo>
                <a:lnTo>
                  <a:pt x="24188" y="104489"/>
                </a:lnTo>
                <a:cubicBezTo>
                  <a:pt x="18497" y="104489"/>
                  <a:pt x="14323" y="110204"/>
                  <a:pt x="14323" y="115919"/>
                </a:cubicBezTo>
                <a:lnTo>
                  <a:pt x="14323" y="285464"/>
                </a:lnTo>
                <a:cubicBezTo>
                  <a:pt x="14323" y="291179"/>
                  <a:pt x="18592" y="296894"/>
                  <a:pt x="24188" y="296894"/>
                </a:cubicBezTo>
                <a:lnTo>
                  <a:pt x="89353" y="296894"/>
                </a:lnTo>
                <a:cubicBezTo>
                  <a:pt x="90776" y="301181"/>
                  <a:pt x="92199" y="305467"/>
                  <a:pt x="95044" y="308324"/>
                </a:cubicBezTo>
                <a:close/>
                <a:moveTo>
                  <a:pt x="143041" y="286512"/>
                </a:moveTo>
                <a:cubicBezTo>
                  <a:pt x="143041" y="282797"/>
                  <a:pt x="145792" y="279749"/>
                  <a:pt x="149301" y="279749"/>
                </a:cubicBezTo>
                <a:cubicBezTo>
                  <a:pt x="152811" y="279749"/>
                  <a:pt x="155562" y="282797"/>
                  <a:pt x="155562" y="286512"/>
                </a:cubicBezTo>
                <a:cubicBezTo>
                  <a:pt x="155562" y="290227"/>
                  <a:pt x="152811" y="293275"/>
                  <a:pt x="149301" y="293275"/>
                </a:cubicBezTo>
                <a:cubicBezTo>
                  <a:pt x="145792" y="293275"/>
                  <a:pt x="143041" y="290227"/>
                  <a:pt x="143041" y="286512"/>
                </a:cubicBezTo>
                <a:close/>
                <a:moveTo>
                  <a:pt x="82049" y="117729"/>
                </a:moveTo>
                <a:cubicBezTo>
                  <a:pt x="79678" y="117729"/>
                  <a:pt x="77686" y="115824"/>
                  <a:pt x="77686" y="113348"/>
                </a:cubicBezTo>
                <a:cubicBezTo>
                  <a:pt x="77686" y="110871"/>
                  <a:pt x="79583" y="108966"/>
                  <a:pt x="82049" y="108966"/>
                </a:cubicBezTo>
                <a:cubicBezTo>
                  <a:pt x="84516" y="108966"/>
                  <a:pt x="86413" y="110871"/>
                  <a:pt x="86413" y="113348"/>
                </a:cubicBezTo>
                <a:cubicBezTo>
                  <a:pt x="86413" y="115824"/>
                  <a:pt x="84516" y="117729"/>
                  <a:pt x="82049" y="117729"/>
                </a:cubicBezTo>
                <a:close/>
                <a:moveTo>
                  <a:pt x="90207" y="283655"/>
                </a:moveTo>
                <a:cubicBezTo>
                  <a:pt x="90207" y="288989"/>
                  <a:pt x="86318" y="293275"/>
                  <a:pt x="81575" y="293275"/>
                </a:cubicBezTo>
                <a:cubicBezTo>
                  <a:pt x="76832" y="293275"/>
                  <a:pt x="72943" y="288989"/>
                  <a:pt x="72943" y="283655"/>
                </a:cubicBezTo>
                <a:cubicBezTo>
                  <a:pt x="72943" y="278321"/>
                  <a:pt x="76832" y="274034"/>
                  <a:pt x="81575" y="274034"/>
                </a:cubicBezTo>
                <a:cubicBezTo>
                  <a:pt x="86318" y="274034"/>
                  <a:pt x="90207" y="278321"/>
                  <a:pt x="90207" y="28365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0" name="Graphic 155">
            <a:extLst>
              <a:ext uri="{FF2B5EF4-FFF2-40B4-BE49-F238E27FC236}">
                <a16:creationId xmlns:a16="http://schemas.microsoft.com/office/drawing/2014/main" id="{E8246019-CCEB-E275-DF9F-0FDD9971630E}"/>
              </a:ext>
            </a:extLst>
          </p:cNvPr>
          <p:cNvSpPr/>
          <p:nvPr/>
        </p:nvSpPr>
        <p:spPr>
          <a:xfrm>
            <a:off x="4552749" y="3513136"/>
            <a:ext cx="579120" cy="414779"/>
          </a:xfrm>
          <a:custGeom>
            <a:avLst/>
            <a:gdLst>
              <a:gd name="connsiteX0" fmla="*/ 178801 w 432347"/>
              <a:gd name="connsiteY0" fmla="*/ 148590 h 309657"/>
              <a:gd name="connsiteX1" fmla="*/ 120276 w 432347"/>
              <a:gd name="connsiteY1" fmla="*/ 148590 h 309657"/>
              <a:gd name="connsiteX2" fmla="*/ 101684 w 432347"/>
              <a:gd name="connsiteY2" fmla="*/ 168497 h 309657"/>
              <a:gd name="connsiteX3" fmla="*/ 101684 w 432347"/>
              <a:gd name="connsiteY3" fmla="*/ 291084 h 309657"/>
              <a:gd name="connsiteX4" fmla="*/ 120276 w 432347"/>
              <a:gd name="connsiteY4" fmla="*/ 309658 h 309657"/>
              <a:gd name="connsiteX5" fmla="*/ 178801 w 432347"/>
              <a:gd name="connsiteY5" fmla="*/ 309658 h 309657"/>
              <a:gd name="connsiteX6" fmla="*/ 198816 w 432347"/>
              <a:gd name="connsiteY6" fmla="*/ 291084 h 309657"/>
              <a:gd name="connsiteX7" fmla="*/ 198816 w 432347"/>
              <a:gd name="connsiteY7" fmla="*/ 168497 h 309657"/>
              <a:gd name="connsiteX8" fmla="*/ 178801 w 432347"/>
              <a:gd name="connsiteY8" fmla="*/ 148590 h 309657"/>
              <a:gd name="connsiteX9" fmla="*/ 184493 w 432347"/>
              <a:gd name="connsiteY9" fmla="*/ 291179 h 309657"/>
              <a:gd name="connsiteX10" fmla="*/ 178801 w 432347"/>
              <a:gd name="connsiteY10" fmla="*/ 296894 h 309657"/>
              <a:gd name="connsiteX11" fmla="*/ 120276 w 432347"/>
              <a:gd name="connsiteY11" fmla="*/ 296894 h 309657"/>
              <a:gd name="connsiteX12" fmla="*/ 114585 w 432347"/>
              <a:gd name="connsiteY12" fmla="*/ 291179 h 309657"/>
              <a:gd name="connsiteX13" fmla="*/ 114585 w 432347"/>
              <a:gd name="connsiteY13" fmla="*/ 276892 h 309657"/>
              <a:gd name="connsiteX14" fmla="*/ 184493 w 432347"/>
              <a:gd name="connsiteY14" fmla="*/ 276892 h 309657"/>
              <a:gd name="connsiteX15" fmla="*/ 184493 w 432347"/>
              <a:gd name="connsiteY15" fmla="*/ 291179 h 309657"/>
              <a:gd name="connsiteX16" fmla="*/ 184493 w 432347"/>
              <a:gd name="connsiteY16" fmla="*/ 264033 h 309657"/>
              <a:gd name="connsiteX17" fmla="*/ 114585 w 432347"/>
              <a:gd name="connsiteY17" fmla="*/ 264033 h 309657"/>
              <a:gd name="connsiteX18" fmla="*/ 114585 w 432347"/>
              <a:gd name="connsiteY18" fmla="*/ 192786 h 309657"/>
              <a:gd name="connsiteX19" fmla="*/ 184493 w 432347"/>
              <a:gd name="connsiteY19" fmla="*/ 192786 h 309657"/>
              <a:gd name="connsiteX20" fmla="*/ 184493 w 432347"/>
              <a:gd name="connsiteY20" fmla="*/ 264033 h 309657"/>
              <a:gd name="connsiteX21" fmla="*/ 184493 w 432347"/>
              <a:gd name="connsiteY21" fmla="*/ 180023 h 309657"/>
              <a:gd name="connsiteX22" fmla="*/ 114585 w 432347"/>
              <a:gd name="connsiteY22" fmla="*/ 180023 h 309657"/>
              <a:gd name="connsiteX23" fmla="*/ 114585 w 432347"/>
              <a:gd name="connsiteY23" fmla="*/ 168593 h 309657"/>
              <a:gd name="connsiteX24" fmla="*/ 120276 w 432347"/>
              <a:gd name="connsiteY24" fmla="*/ 161449 h 309657"/>
              <a:gd name="connsiteX25" fmla="*/ 178801 w 432347"/>
              <a:gd name="connsiteY25" fmla="*/ 161449 h 309657"/>
              <a:gd name="connsiteX26" fmla="*/ 184493 w 432347"/>
              <a:gd name="connsiteY26" fmla="*/ 168593 h 309657"/>
              <a:gd name="connsiteX27" fmla="*/ 184493 w 432347"/>
              <a:gd name="connsiteY27" fmla="*/ 180023 h 309657"/>
              <a:gd name="connsiteX28" fmla="*/ 366993 w 432347"/>
              <a:gd name="connsiteY28" fmla="*/ 208598 h 309657"/>
              <a:gd name="connsiteX29" fmla="*/ 366993 w 432347"/>
              <a:gd name="connsiteY29" fmla="*/ 50102 h 309657"/>
              <a:gd name="connsiteX30" fmla="*/ 87077 w 432347"/>
              <a:gd name="connsiteY30" fmla="*/ 50102 h 309657"/>
              <a:gd name="connsiteX31" fmla="*/ 87077 w 432347"/>
              <a:gd name="connsiteY31" fmla="*/ 77248 h 309657"/>
              <a:gd name="connsiteX32" fmla="*/ 72848 w 432347"/>
              <a:gd name="connsiteY32" fmla="*/ 77248 h 309657"/>
              <a:gd name="connsiteX33" fmla="*/ 72848 w 432347"/>
              <a:gd name="connsiteY33" fmla="*/ 42958 h 309657"/>
              <a:gd name="connsiteX34" fmla="*/ 79963 w 432347"/>
              <a:gd name="connsiteY34" fmla="*/ 35814 h 309657"/>
              <a:gd name="connsiteX35" fmla="*/ 374012 w 432347"/>
              <a:gd name="connsiteY35" fmla="*/ 35814 h 309657"/>
              <a:gd name="connsiteX36" fmla="*/ 381126 w 432347"/>
              <a:gd name="connsiteY36" fmla="*/ 42958 h 309657"/>
              <a:gd name="connsiteX37" fmla="*/ 381126 w 432347"/>
              <a:gd name="connsiteY37" fmla="*/ 215741 h 309657"/>
              <a:gd name="connsiteX38" fmla="*/ 374012 w 432347"/>
              <a:gd name="connsiteY38" fmla="*/ 222885 h 309657"/>
              <a:gd name="connsiteX39" fmla="*/ 210672 w 432347"/>
              <a:gd name="connsiteY39" fmla="*/ 222885 h 309657"/>
              <a:gd name="connsiteX40" fmla="*/ 210672 w 432347"/>
              <a:gd name="connsiteY40" fmla="*/ 208598 h 309657"/>
              <a:gd name="connsiteX41" fmla="*/ 366993 w 432347"/>
              <a:gd name="connsiteY41" fmla="*/ 208598 h 309657"/>
              <a:gd name="connsiteX42" fmla="*/ 432158 w 432347"/>
              <a:gd name="connsiteY42" fmla="*/ 251174 h 309657"/>
              <a:gd name="connsiteX43" fmla="*/ 432158 w 432347"/>
              <a:gd name="connsiteY43" fmla="*/ 285369 h 309657"/>
              <a:gd name="connsiteX44" fmla="*/ 408065 w 432347"/>
              <a:gd name="connsiteY44" fmla="*/ 309658 h 309657"/>
              <a:gd name="connsiteX45" fmla="*/ 203843 w 432347"/>
              <a:gd name="connsiteY45" fmla="*/ 309658 h 309657"/>
              <a:gd name="connsiteX46" fmla="*/ 205266 w 432347"/>
              <a:gd name="connsiteY46" fmla="*/ 308229 h 309657"/>
              <a:gd name="connsiteX47" fmla="*/ 210957 w 432347"/>
              <a:gd name="connsiteY47" fmla="*/ 296799 h 309657"/>
              <a:gd name="connsiteX48" fmla="*/ 210957 w 432347"/>
              <a:gd name="connsiteY48" fmla="*/ 295370 h 309657"/>
              <a:gd name="connsiteX49" fmla="*/ 408065 w 432347"/>
              <a:gd name="connsiteY49" fmla="*/ 295370 h 309657"/>
              <a:gd name="connsiteX50" fmla="*/ 418025 w 432347"/>
              <a:gd name="connsiteY50" fmla="*/ 285369 h 309657"/>
              <a:gd name="connsiteX51" fmla="*/ 418025 w 432347"/>
              <a:gd name="connsiteY51" fmla="*/ 258223 h 309657"/>
              <a:gd name="connsiteX52" fmla="*/ 277640 w 432347"/>
              <a:gd name="connsiteY52" fmla="*/ 258223 h 309657"/>
              <a:gd name="connsiteX53" fmla="*/ 277640 w 432347"/>
              <a:gd name="connsiteY53" fmla="*/ 268224 h 309657"/>
              <a:gd name="connsiteX54" fmla="*/ 270526 w 432347"/>
              <a:gd name="connsiteY54" fmla="*/ 275368 h 309657"/>
              <a:gd name="connsiteX55" fmla="*/ 210957 w 432347"/>
              <a:gd name="connsiteY55" fmla="*/ 275368 h 309657"/>
              <a:gd name="connsiteX56" fmla="*/ 210957 w 432347"/>
              <a:gd name="connsiteY56" fmla="*/ 261080 h 309657"/>
              <a:gd name="connsiteX57" fmla="*/ 263412 w 432347"/>
              <a:gd name="connsiteY57" fmla="*/ 261080 h 309657"/>
              <a:gd name="connsiteX58" fmla="*/ 263412 w 432347"/>
              <a:gd name="connsiteY58" fmla="*/ 251079 h 309657"/>
              <a:gd name="connsiteX59" fmla="*/ 270526 w 432347"/>
              <a:gd name="connsiteY59" fmla="*/ 243935 h 309657"/>
              <a:gd name="connsiteX60" fmla="*/ 400951 w 432347"/>
              <a:gd name="connsiteY60" fmla="*/ 243935 h 309657"/>
              <a:gd name="connsiteX61" fmla="*/ 400951 w 432347"/>
              <a:gd name="connsiteY61" fmla="*/ 34195 h 309657"/>
              <a:gd name="connsiteX62" fmla="*/ 382549 w 432347"/>
              <a:gd name="connsiteY62" fmla="*/ 14192 h 309657"/>
              <a:gd name="connsiteX63" fmla="*/ 71995 w 432347"/>
              <a:gd name="connsiteY63" fmla="*/ 14192 h 309657"/>
              <a:gd name="connsiteX64" fmla="*/ 53593 w 432347"/>
              <a:gd name="connsiteY64" fmla="*/ 34195 h 309657"/>
              <a:gd name="connsiteX65" fmla="*/ 53593 w 432347"/>
              <a:gd name="connsiteY65" fmla="*/ 76962 h 309657"/>
              <a:gd name="connsiteX66" fmla="*/ 39460 w 432347"/>
              <a:gd name="connsiteY66" fmla="*/ 76962 h 309657"/>
              <a:gd name="connsiteX67" fmla="*/ 39460 w 432347"/>
              <a:gd name="connsiteY67" fmla="*/ 34195 h 309657"/>
              <a:gd name="connsiteX68" fmla="*/ 72090 w 432347"/>
              <a:gd name="connsiteY68" fmla="*/ 0 h 309657"/>
              <a:gd name="connsiteX69" fmla="*/ 382644 w 432347"/>
              <a:gd name="connsiteY69" fmla="*/ 0 h 309657"/>
              <a:gd name="connsiteX70" fmla="*/ 415274 w 432347"/>
              <a:gd name="connsiteY70" fmla="*/ 34195 h 309657"/>
              <a:gd name="connsiteX71" fmla="*/ 415274 w 432347"/>
              <a:gd name="connsiteY71" fmla="*/ 243935 h 309657"/>
              <a:gd name="connsiteX72" fmla="*/ 425234 w 432347"/>
              <a:gd name="connsiteY72" fmla="*/ 243935 h 309657"/>
              <a:gd name="connsiteX73" fmla="*/ 432348 w 432347"/>
              <a:gd name="connsiteY73" fmla="*/ 251079 h 309657"/>
              <a:gd name="connsiteX74" fmla="*/ 40977 w 432347"/>
              <a:gd name="connsiteY74" fmla="*/ 134493 h 309657"/>
              <a:gd name="connsiteX75" fmla="*/ 40977 w 432347"/>
              <a:gd name="connsiteY75" fmla="*/ 257270 h 309657"/>
              <a:gd name="connsiteX76" fmla="*/ 87741 w 432347"/>
              <a:gd name="connsiteY76" fmla="*/ 257270 h 309657"/>
              <a:gd name="connsiteX77" fmla="*/ 87741 w 432347"/>
              <a:gd name="connsiteY77" fmla="*/ 270129 h 309657"/>
              <a:gd name="connsiteX78" fmla="*/ 33958 w 432347"/>
              <a:gd name="connsiteY78" fmla="*/ 270129 h 309657"/>
              <a:gd name="connsiteX79" fmla="*/ 26844 w 432347"/>
              <a:gd name="connsiteY79" fmla="*/ 264414 h 309657"/>
              <a:gd name="connsiteX80" fmla="*/ 26844 w 432347"/>
              <a:gd name="connsiteY80" fmla="*/ 128778 h 309657"/>
              <a:gd name="connsiteX81" fmla="*/ 33958 w 432347"/>
              <a:gd name="connsiteY81" fmla="*/ 121634 h 309657"/>
              <a:gd name="connsiteX82" fmla="*/ 130236 w 432347"/>
              <a:gd name="connsiteY82" fmla="*/ 121634 h 309657"/>
              <a:gd name="connsiteX83" fmla="*/ 137350 w 432347"/>
              <a:gd name="connsiteY83" fmla="*/ 128778 h 309657"/>
              <a:gd name="connsiteX84" fmla="*/ 137350 w 432347"/>
              <a:gd name="connsiteY84" fmla="*/ 134493 h 309657"/>
              <a:gd name="connsiteX85" fmla="*/ 41072 w 432347"/>
              <a:gd name="connsiteY85" fmla="*/ 134493 h 309657"/>
              <a:gd name="connsiteX86" fmla="*/ 94855 w 432347"/>
              <a:gd name="connsiteY86" fmla="*/ 308229 h 309657"/>
              <a:gd name="connsiteX87" fmla="*/ 96278 w 432347"/>
              <a:gd name="connsiteY87" fmla="*/ 309658 h 309657"/>
              <a:gd name="connsiteX88" fmla="*/ 24093 w 432347"/>
              <a:gd name="connsiteY88" fmla="*/ 309658 h 309657"/>
              <a:gd name="connsiteX89" fmla="*/ 0 w 432347"/>
              <a:gd name="connsiteY89" fmla="*/ 285464 h 309657"/>
              <a:gd name="connsiteX90" fmla="*/ 0 w 432347"/>
              <a:gd name="connsiteY90" fmla="*/ 115919 h 309657"/>
              <a:gd name="connsiteX91" fmla="*/ 24093 w 432347"/>
              <a:gd name="connsiteY91" fmla="*/ 91726 h 309657"/>
              <a:gd name="connsiteX92" fmla="*/ 140195 w 432347"/>
              <a:gd name="connsiteY92" fmla="*/ 91726 h 309657"/>
              <a:gd name="connsiteX93" fmla="*/ 164288 w 432347"/>
              <a:gd name="connsiteY93" fmla="*/ 115919 h 309657"/>
              <a:gd name="connsiteX94" fmla="*/ 164288 w 432347"/>
              <a:gd name="connsiteY94" fmla="*/ 135827 h 309657"/>
              <a:gd name="connsiteX95" fmla="*/ 150155 w 432347"/>
              <a:gd name="connsiteY95" fmla="*/ 135827 h 309657"/>
              <a:gd name="connsiteX96" fmla="*/ 150155 w 432347"/>
              <a:gd name="connsiteY96" fmla="*/ 115919 h 309657"/>
              <a:gd name="connsiteX97" fmla="*/ 140290 w 432347"/>
              <a:gd name="connsiteY97" fmla="*/ 104489 h 309657"/>
              <a:gd name="connsiteX98" fmla="*/ 24188 w 432347"/>
              <a:gd name="connsiteY98" fmla="*/ 104489 h 309657"/>
              <a:gd name="connsiteX99" fmla="*/ 14323 w 432347"/>
              <a:gd name="connsiteY99" fmla="*/ 115919 h 309657"/>
              <a:gd name="connsiteX100" fmla="*/ 14323 w 432347"/>
              <a:gd name="connsiteY100" fmla="*/ 285464 h 309657"/>
              <a:gd name="connsiteX101" fmla="*/ 24188 w 432347"/>
              <a:gd name="connsiteY101" fmla="*/ 296894 h 309657"/>
              <a:gd name="connsiteX102" fmla="*/ 89353 w 432347"/>
              <a:gd name="connsiteY102" fmla="*/ 296894 h 309657"/>
              <a:gd name="connsiteX103" fmla="*/ 95044 w 432347"/>
              <a:gd name="connsiteY103" fmla="*/ 308324 h 309657"/>
              <a:gd name="connsiteX104" fmla="*/ 143041 w 432347"/>
              <a:gd name="connsiteY104" fmla="*/ 286512 h 309657"/>
              <a:gd name="connsiteX105" fmla="*/ 149301 w 432347"/>
              <a:gd name="connsiteY105" fmla="*/ 279749 h 309657"/>
              <a:gd name="connsiteX106" fmla="*/ 155562 w 432347"/>
              <a:gd name="connsiteY106" fmla="*/ 286512 h 309657"/>
              <a:gd name="connsiteX107" fmla="*/ 149301 w 432347"/>
              <a:gd name="connsiteY107" fmla="*/ 293275 h 309657"/>
              <a:gd name="connsiteX108" fmla="*/ 143041 w 432347"/>
              <a:gd name="connsiteY108" fmla="*/ 286512 h 309657"/>
              <a:gd name="connsiteX109" fmla="*/ 82049 w 432347"/>
              <a:gd name="connsiteY109" fmla="*/ 117729 h 309657"/>
              <a:gd name="connsiteX110" fmla="*/ 77686 w 432347"/>
              <a:gd name="connsiteY110" fmla="*/ 113348 h 309657"/>
              <a:gd name="connsiteX111" fmla="*/ 82049 w 432347"/>
              <a:gd name="connsiteY111" fmla="*/ 108966 h 309657"/>
              <a:gd name="connsiteX112" fmla="*/ 86413 w 432347"/>
              <a:gd name="connsiteY112" fmla="*/ 113348 h 309657"/>
              <a:gd name="connsiteX113" fmla="*/ 82049 w 432347"/>
              <a:gd name="connsiteY113" fmla="*/ 117729 h 309657"/>
              <a:gd name="connsiteX114" fmla="*/ 90207 w 432347"/>
              <a:gd name="connsiteY114" fmla="*/ 283655 h 309657"/>
              <a:gd name="connsiteX115" fmla="*/ 81575 w 432347"/>
              <a:gd name="connsiteY115" fmla="*/ 293275 h 309657"/>
              <a:gd name="connsiteX116" fmla="*/ 72943 w 432347"/>
              <a:gd name="connsiteY116" fmla="*/ 283655 h 309657"/>
              <a:gd name="connsiteX117" fmla="*/ 81575 w 432347"/>
              <a:gd name="connsiteY117" fmla="*/ 274034 h 309657"/>
              <a:gd name="connsiteX118" fmla="*/ 90207 w 432347"/>
              <a:gd name="connsiteY118" fmla="*/ 283655 h 309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432347" h="309657">
                <a:moveTo>
                  <a:pt x="178801" y="148590"/>
                </a:moveTo>
                <a:lnTo>
                  <a:pt x="120276" y="148590"/>
                </a:lnTo>
                <a:cubicBezTo>
                  <a:pt x="110316" y="148590"/>
                  <a:pt x="101684" y="157163"/>
                  <a:pt x="101684" y="168497"/>
                </a:cubicBezTo>
                <a:lnTo>
                  <a:pt x="101684" y="291084"/>
                </a:lnTo>
                <a:cubicBezTo>
                  <a:pt x="101684" y="301085"/>
                  <a:pt x="110221" y="309658"/>
                  <a:pt x="120276" y="309658"/>
                </a:cubicBezTo>
                <a:lnTo>
                  <a:pt x="178801" y="309658"/>
                </a:lnTo>
                <a:cubicBezTo>
                  <a:pt x="190184" y="309658"/>
                  <a:pt x="198816" y="301085"/>
                  <a:pt x="198816" y="291084"/>
                </a:cubicBezTo>
                <a:lnTo>
                  <a:pt x="198816" y="168497"/>
                </a:lnTo>
                <a:cubicBezTo>
                  <a:pt x="198816" y="157067"/>
                  <a:pt x="190279" y="148590"/>
                  <a:pt x="178801" y="148590"/>
                </a:cubicBezTo>
                <a:close/>
                <a:moveTo>
                  <a:pt x="184493" y="291179"/>
                </a:moveTo>
                <a:cubicBezTo>
                  <a:pt x="184493" y="294037"/>
                  <a:pt x="181647" y="296894"/>
                  <a:pt x="178801" y="296894"/>
                </a:cubicBezTo>
                <a:lnTo>
                  <a:pt x="120276" y="296894"/>
                </a:lnTo>
                <a:cubicBezTo>
                  <a:pt x="117430" y="296894"/>
                  <a:pt x="114585" y="294037"/>
                  <a:pt x="114585" y="291179"/>
                </a:cubicBezTo>
                <a:lnTo>
                  <a:pt x="114585" y="276892"/>
                </a:lnTo>
                <a:lnTo>
                  <a:pt x="184493" y="276892"/>
                </a:lnTo>
                <a:lnTo>
                  <a:pt x="184493" y="291179"/>
                </a:lnTo>
                <a:close/>
                <a:moveTo>
                  <a:pt x="184493" y="264033"/>
                </a:moveTo>
                <a:lnTo>
                  <a:pt x="114585" y="264033"/>
                </a:lnTo>
                <a:lnTo>
                  <a:pt x="114585" y="192786"/>
                </a:lnTo>
                <a:lnTo>
                  <a:pt x="184493" y="192786"/>
                </a:lnTo>
                <a:lnTo>
                  <a:pt x="184493" y="264033"/>
                </a:lnTo>
                <a:close/>
                <a:moveTo>
                  <a:pt x="184493" y="180023"/>
                </a:moveTo>
                <a:lnTo>
                  <a:pt x="114585" y="180023"/>
                </a:lnTo>
                <a:lnTo>
                  <a:pt x="114585" y="168593"/>
                </a:lnTo>
                <a:cubicBezTo>
                  <a:pt x="114585" y="164306"/>
                  <a:pt x="117430" y="161449"/>
                  <a:pt x="120276" y="161449"/>
                </a:cubicBezTo>
                <a:lnTo>
                  <a:pt x="178801" y="161449"/>
                </a:lnTo>
                <a:cubicBezTo>
                  <a:pt x="181647" y="161449"/>
                  <a:pt x="184493" y="164306"/>
                  <a:pt x="184493" y="168593"/>
                </a:cubicBezTo>
                <a:lnTo>
                  <a:pt x="184493" y="180023"/>
                </a:lnTo>
                <a:close/>
                <a:moveTo>
                  <a:pt x="366993" y="208598"/>
                </a:moveTo>
                <a:lnTo>
                  <a:pt x="366993" y="50102"/>
                </a:lnTo>
                <a:lnTo>
                  <a:pt x="87077" y="50102"/>
                </a:lnTo>
                <a:lnTo>
                  <a:pt x="87077" y="77248"/>
                </a:lnTo>
                <a:lnTo>
                  <a:pt x="72848" y="77248"/>
                </a:lnTo>
                <a:lnTo>
                  <a:pt x="72848" y="42958"/>
                </a:lnTo>
                <a:cubicBezTo>
                  <a:pt x="72848" y="38671"/>
                  <a:pt x="75694" y="35814"/>
                  <a:pt x="79963" y="35814"/>
                </a:cubicBezTo>
                <a:lnTo>
                  <a:pt x="374012" y="35814"/>
                </a:lnTo>
                <a:cubicBezTo>
                  <a:pt x="378281" y="35814"/>
                  <a:pt x="381126" y="38671"/>
                  <a:pt x="381126" y="42958"/>
                </a:cubicBezTo>
                <a:lnTo>
                  <a:pt x="381126" y="215741"/>
                </a:lnTo>
                <a:cubicBezTo>
                  <a:pt x="381126" y="220027"/>
                  <a:pt x="378281" y="222885"/>
                  <a:pt x="374012" y="222885"/>
                </a:cubicBezTo>
                <a:lnTo>
                  <a:pt x="210672" y="222885"/>
                </a:lnTo>
                <a:lnTo>
                  <a:pt x="210672" y="208598"/>
                </a:lnTo>
                <a:lnTo>
                  <a:pt x="366993" y="208598"/>
                </a:lnTo>
                <a:close/>
                <a:moveTo>
                  <a:pt x="432158" y="251174"/>
                </a:moveTo>
                <a:lnTo>
                  <a:pt x="432158" y="285369"/>
                </a:lnTo>
                <a:cubicBezTo>
                  <a:pt x="432158" y="298228"/>
                  <a:pt x="422199" y="309658"/>
                  <a:pt x="408065" y="309658"/>
                </a:cubicBezTo>
                <a:lnTo>
                  <a:pt x="203843" y="309658"/>
                </a:lnTo>
                <a:lnTo>
                  <a:pt x="205266" y="308229"/>
                </a:lnTo>
                <a:cubicBezTo>
                  <a:pt x="208111" y="303943"/>
                  <a:pt x="209534" y="301085"/>
                  <a:pt x="210957" y="296799"/>
                </a:cubicBezTo>
                <a:lnTo>
                  <a:pt x="210957" y="295370"/>
                </a:lnTo>
                <a:lnTo>
                  <a:pt x="408065" y="295370"/>
                </a:lnTo>
                <a:cubicBezTo>
                  <a:pt x="413757" y="295370"/>
                  <a:pt x="418025" y="291084"/>
                  <a:pt x="418025" y="285369"/>
                </a:cubicBezTo>
                <a:lnTo>
                  <a:pt x="418025" y="258223"/>
                </a:lnTo>
                <a:lnTo>
                  <a:pt x="277640" y="258223"/>
                </a:lnTo>
                <a:lnTo>
                  <a:pt x="277640" y="268224"/>
                </a:lnTo>
                <a:cubicBezTo>
                  <a:pt x="277640" y="272510"/>
                  <a:pt x="274794" y="275368"/>
                  <a:pt x="270526" y="275368"/>
                </a:cubicBezTo>
                <a:lnTo>
                  <a:pt x="210957" y="275368"/>
                </a:lnTo>
                <a:lnTo>
                  <a:pt x="210957" y="261080"/>
                </a:lnTo>
                <a:lnTo>
                  <a:pt x="263412" y="261080"/>
                </a:lnTo>
                <a:lnTo>
                  <a:pt x="263412" y="251079"/>
                </a:lnTo>
                <a:cubicBezTo>
                  <a:pt x="263412" y="246793"/>
                  <a:pt x="266257" y="243935"/>
                  <a:pt x="270526" y="243935"/>
                </a:cubicBezTo>
                <a:lnTo>
                  <a:pt x="400951" y="243935"/>
                </a:lnTo>
                <a:lnTo>
                  <a:pt x="400951" y="34195"/>
                </a:lnTo>
                <a:cubicBezTo>
                  <a:pt x="400951" y="22765"/>
                  <a:pt x="392414" y="14192"/>
                  <a:pt x="382549" y="14192"/>
                </a:cubicBezTo>
                <a:lnTo>
                  <a:pt x="71995" y="14192"/>
                </a:lnTo>
                <a:cubicBezTo>
                  <a:pt x="62035" y="14192"/>
                  <a:pt x="53593" y="22765"/>
                  <a:pt x="53593" y="34195"/>
                </a:cubicBezTo>
                <a:lnTo>
                  <a:pt x="53593" y="76962"/>
                </a:lnTo>
                <a:lnTo>
                  <a:pt x="39460" y="76962"/>
                </a:lnTo>
                <a:lnTo>
                  <a:pt x="39460" y="34195"/>
                </a:lnTo>
                <a:cubicBezTo>
                  <a:pt x="39460" y="15621"/>
                  <a:pt x="53593" y="0"/>
                  <a:pt x="72090" y="0"/>
                </a:cubicBezTo>
                <a:lnTo>
                  <a:pt x="382644" y="0"/>
                </a:lnTo>
                <a:cubicBezTo>
                  <a:pt x="401046" y="0"/>
                  <a:pt x="415274" y="15716"/>
                  <a:pt x="415274" y="34195"/>
                </a:cubicBezTo>
                <a:lnTo>
                  <a:pt x="415274" y="243935"/>
                </a:lnTo>
                <a:lnTo>
                  <a:pt x="425234" y="243935"/>
                </a:lnTo>
                <a:cubicBezTo>
                  <a:pt x="429502" y="243935"/>
                  <a:pt x="432348" y="246793"/>
                  <a:pt x="432348" y="251079"/>
                </a:cubicBezTo>
                <a:close/>
                <a:moveTo>
                  <a:pt x="40977" y="134493"/>
                </a:moveTo>
                <a:lnTo>
                  <a:pt x="40977" y="257270"/>
                </a:lnTo>
                <a:lnTo>
                  <a:pt x="87741" y="257270"/>
                </a:lnTo>
                <a:lnTo>
                  <a:pt x="87741" y="270129"/>
                </a:lnTo>
                <a:lnTo>
                  <a:pt x="33958" y="270129"/>
                </a:lnTo>
                <a:cubicBezTo>
                  <a:pt x="31112" y="270129"/>
                  <a:pt x="26844" y="267271"/>
                  <a:pt x="26844" y="264414"/>
                </a:cubicBezTo>
                <a:lnTo>
                  <a:pt x="26844" y="128778"/>
                </a:lnTo>
                <a:cubicBezTo>
                  <a:pt x="26844" y="124492"/>
                  <a:pt x="31112" y="121634"/>
                  <a:pt x="33958" y="121634"/>
                </a:cubicBezTo>
                <a:lnTo>
                  <a:pt x="130236" y="121634"/>
                </a:lnTo>
                <a:cubicBezTo>
                  <a:pt x="134504" y="121634"/>
                  <a:pt x="137350" y="124492"/>
                  <a:pt x="137350" y="128778"/>
                </a:cubicBezTo>
                <a:lnTo>
                  <a:pt x="137350" y="134493"/>
                </a:lnTo>
                <a:lnTo>
                  <a:pt x="41072" y="134493"/>
                </a:lnTo>
                <a:close/>
                <a:moveTo>
                  <a:pt x="94855" y="308229"/>
                </a:moveTo>
                <a:lnTo>
                  <a:pt x="96278" y="309658"/>
                </a:lnTo>
                <a:lnTo>
                  <a:pt x="24093" y="309658"/>
                </a:lnTo>
                <a:cubicBezTo>
                  <a:pt x="11383" y="309658"/>
                  <a:pt x="0" y="298228"/>
                  <a:pt x="0" y="285464"/>
                </a:cubicBezTo>
                <a:lnTo>
                  <a:pt x="0" y="115919"/>
                </a:lnTo>
                <a:cubicBezTo>
                  <a:pt x="0" y="101632"/>
                  <a:pt x="11288" y="91726"/>
                  <a:pt x="24093" y="91726"/>
                </a:cubicBezTo>
                <a:lnTo>
                  <a:pt x="140195" y="91726"/>
                </a:lnTo>
                <a:cubicBezTo>
                  <a:pt x="152906" y="91726"/>
                  <a:pt x="164288" y="101727"/>
                  <a:pt x="164288" y="115919"/>
                </a:cubicBezTo>
                <a:lnTo>
                  <a:pt x="164288" y="135827"/>
                </a:lnTo>
                <a:lnTo>
                  <a:pt x="150155" y="135827"/>
                </a:lnTo>
                <a:lnTo>
                  <a:pt x="150155" y="115919"/>
                </a:lnTo>
                <a:cubicBezTo>
                  <a:pt x="150155" y="110204"/>
                  <a:pt x="145887" y="104489"/>
                  <a:pt x="140290" y="104489"/>
                </a:cubicBezTo>
                <a:lnTo>
                  <a:pt x="24188" y="104489"/>
                </a:lnTo>
                <a:cubicBezTo>
                  <a:pt x="18497" y="104489"/>
                  <a:pt x="14323" y="110204"/>
                  <a:pt x="14323" y="115919"/>
                </a:cubicBezTo>
                <a:lnTo>
                  <a:pt x="14323" y="285464"/>
                </a:lnTo>
                <a:cubicBezTo>
                  <a:pt x="14323" y="291179"/>
                  <a:pt x="18592" y="296894"/>
                  <a:pt x="24188" y="296894"/>
                </a:cubicBezTo>
                <a:lnTo>
                  <a:pt x="89353" y="296894"/>
                </a:lnTo>
                <a:cubicBezTo>
                  <a:pt x="90776" y="301181"/>
                  <a:pt x="92199" y="305467"/>
                  <a:pt x="95044" y="308324"/>
                </a:cubicBezTo>
                <a:close/>
                <a:moveTo>
                  <a:pt x="143041" y="286512"/>
                </a:moveTo>
                <a:cubicBezTo>
                  <a:pt x="143041" y="282797"/>
                  <a:pt x="145792" y="279749"/>
                  <a:pt x="149301" y="279749"/>
                </a:cubicBezTo>
                <a:cubicBezTo>
                  <a:pt x="152811" y="279749"/>
                  <a:pt x="155562" y="282797"/>
                  <a:pt x="155562" y="286512"/>
                </a:cubicBezTo>
                <a:cubicBezTo>
                  <a:pt x="155562" y="290227"/>
                  <a:pt x="152811" y="293275"/>
                  <a:pt x="149301" y="293275"/>
                </a:cubicBezTo>
                <a:cubicBezTo>
                  <a:pt x="145792" y="293275"/>
                  <a:pt x="143041" y="290227"/>
                  <a:pt x="143041" y="286512"/>
                </a:cubicBezTo>
                <a:close/>
                <a:moveTo>
                  <a:pt x="82049" y="117729"/>
                </a:moveTo>
                <a:cubicBezTo>
                  <a:pt x="79678" y="117729"/>
                  <a:pt x="77686" y="115824"/>
                  <a:pt x="77686" y="113348"/>
                </a:cubicBezTo>
                <a:cubicBezTo>
                  <a:pt x="77686" y="110871"/>
                  <a:pt x="79583" y="108966"/>
                  <a:pt x="82049" y="108966"/>
                </a:cubicBezTo>
                <a:cubicBezTo>
                  <a:pt x="84516" y="108966"/>
                  <a:pt x="86413" y="110871"/>
                  <a:pt x="86413" y="113348"/>
                </a:cubicBezTo>
                <a:cubicBezTo>
                  <a:pt x="86413" y="115824"/>
                  <a:pt x="84516" y="117729"/>
                  <a:pt x="82049" y="117729"/>
                </a:cubicBezTo>
                <a:close/>
                <a:moveTo>
                  <a:pt x="90207" y="283655"/>
                </a:moveTo>
                <a:cubicBezTo>
                  <a:pt x="90207" y="288989"/>
                  <a:pt x="86318" y="293275"/>
                  <a:pt x="81575" y="293275"/>
                </a:cubicBezTo>
                <a:cubicBezTo>
                  <a:pt x="76832" y="293275"/>
                  <a:pt x="72943" y="288989"/>
                  <a:pt x="72943" y="283655"/>
                </a:cubicBezTo>
                <a:cubicBezTo>
                  <a:pt x="72943" y="278321"/>
                  <a:pt x="76832" y="274034"/>
                  <a:pt x="81575" y="274034"/>
                </a:cubicBezTo>
                <a:cubicBezTo>
                  <a:pt x="86318" y="274034"/>
                  <a:pt x="90207" y="278321"/>
                  <a:pt x="90207" y="28365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3" name="Graphic 161">
            <a:extLst>
              <a:ext uri="{FF2B5EF4-FFF2-40B4-BE49-F238E27FC236}">
                <a16:creationId xmlns:a16="http://schemas.microsoft.com/office/drawing/2014/main" id="{ABF5D5A5-D29B-AEFE-4CAE-650CD81E3868}"/>
              </a:ext>
            </a:extLst>
          </p:cNvPr>
          <p:cNvSpPr/>
          <p:nvPr/>
        </p:nvSpPr>
        <p:spPr>
          <a:xfrm>
            <a:off x="5574018" y="2815343"/>
            <a:ext cx="260349" cy="448336"/>
          </a:xfrm>
          <a:custGeom>
            <a:avLst/>
            <a:gdLst>
              <a:gd name="connsiteX0" fmla="*/ 159356 w 193978"/>
              <a:gd name="connsiteY0" fmla="*/ 0 h 334041"/>
              <a:gd name="connsiteX1" fmla="*/ 34622 w 193978"/>
              <a:gd name="connsiteY1" fmla="*/ 0 h 334041"/>
              <a:gd name="connsiteX2" fmla="*/ 0 w 193978"/>
              <a:gd name="connsiteY2" fmla="*/ 34766 h 334041"/>
              <a:gd name="connsiteX3" fmla="*/ 0 w 193978"/>
              <a:gd name="connsiteY3" fmla="*/ 299275 h 334041"/>
              <a:gd name="connsiteX4" fmla="*/ 34622 w 193978"/>
              <a:gd name="connsiteY4" fmla="*/ 334042 h 334041"/>
              <a:gd name="connsiteX5" fmla="*/ 159356 w 193978"/>
              <a:gd name="connsiteY5" fmla="*/ 334042 h 334041"/>
              <a:gd name="connsiteX6" fmla="*/ 193978 w 193978"/>
              <a:gd name="connsiteY6" fmla="*/ 299275 h 334041"/>
              <a:gd name="connsiteX7" fmla="*/ 193978 w 193978"/>
              <a:gd name="connsiteY7" fmla="*/ 34766 h 334041"/>
              <a:gd name="connsiteX8" fmla="*/ 159356 w 193978"/>
              <a:gd name="connsiteY8" fmla="*/ 0 h 334041"/>
              <a:gd name="connsiteX9" fmla="*/ 13849 w 193978"/>
              <a:gd name="connsiteY9" fmla="*/ 69628 h 334041"/>
              <a:gd name="connsiteX10" fmla="*/ 180224 w 193978"/>
              <a:gd name="connsiteY10" fmla="*/ 69628 h 334041"/>
              <a:gd name="connsiteX11" fmla="*/ 180224 w 193978"/>
              <a:gd name="connsiteY11" fmla="*/ 264509 h 334041"/>
              <a:gd name="connsiteX12" fmla="*/ 13849 w 193978"/>
              <a:gd name="connsiteY12" fmla="*/ 264509 h 334041"/>
              <a:gd name="connsiteX13" fmla="*/ 13849 w 193978"/>
              <a:gd name="connsiteY13" fmla="*/ 69628 h 334041"/>
              <a:gd name="connsiteX14" fmla="*/ 34622 w 193978"/>
              <a:gd name="connsiteY14" fmla="*/ 13906 h 334041"/>
              <a:gd name="connsiteX15" fmla="*/ 159356 w 193978"/>
              <a:gd name="connsiteY15" fmla="*/ 13906 h 334041"/>
              <a:gd name="connsiteX16" fmla="*/ 180129 w 193978"/>
              <a:gd name="connsiteY16" fmla="*/ 34766 h 334041"/>
              <a:gd name="connsiteX17" fmla="*/ 180129 w 193978"/>
              <a:gd name="connsiteY17" fmla="*/ 55531 h 334041"/>
              <a:gd name="connsiteX18" fmla="*/ 13754 w 193978"/>
              <a:gd name="connsiteY18" fmla="*/ 55531 h 334041"/>
              <a:gd name="connsiteX19" fmla="*/ 13754 w 193978"/>
              <a:gd name="connsiteY19" fmla="*/ 34766 h 334041"/>
              <a:gd name="connsiteX20" fmla="*/ 34527 w 193978"/>
              <a:gd name="connsiteY20" fmla="*/ 13906 h 334041"/>
              <a:gd name="connsiteX21" fmla="*/ 159356 w 193978"/>
              <a:gd name="connsiteY21" fmla="*/ 320231 h 334041"/>
              <a:gd name="connsiteX22" fmla="*/ 34622 w 193978"/>
              <a:gd name="connsiteY22" fmla="*/ 320231 h 334041"/>
              <a:gd name="connsiteX23" fmla="*/ 13849 w 193978"/>
              <a:gd name="connsiteY23" fmla="*/ 299371 h 334041"/>
              <a:gd name="connsiteX24" fmla="*/ 13849 w 193978"/>
              <a:gd name="connsiteY24" fmla="*/ 278606 h 334041"/>
              <a:gd name="connsiteX25" fmla="*/ 180224 w 193978"/>
              <a:gd name="connsiteY25" fmla="*/ 278606 h 334041"/>
              <a:gd name="connsiteX26" fmla="*/ 180224 w 193978"/>
              <a:gd name="connsiteY26" fmla="*/ 299371 h 334041"/>
              <a:gd name="connsiteX27" fmla="*/ 159451 w 193978"/>
              <a:gd name="connsiteY27" fmla="*/ 320231 h 334041"/>
              <a:gd name="connsiteX28" fmla="*/ 110601 w 193978"/>
              <a:gd name="connsiteY28" fmla="*/ 298990 h 334041"/>
              <a:gd name="connsiteX29" fmla="*/ 96942 w 193978"/>
              <a:gd name="connsiteY29" fmla="*/ 313087 h 334041"/>
              <a:gd name="connsiteX30" fmla="*/ 83282 w 193978"/>
              <a:gd name="connsiteY30" fmla="*/ 298990 h 334041"/>
              <a:gd name="connsiteX31" fmla="*/ 96942 w 193978"/>
              <a:gd name="connsiteY31" fmla="*/ 284893 h 334041"/>
              <a:gd name="connsiteX32" fmla="*/ 110601 w 193978"/>
              <a:gd name="connsiteY32" fmla="*/ 298990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93978" h="334041">
                <a:moveTo>
                  <a:pt x="159356" y="0"/>
                </a:moveTo>
                <a:lnTo>
                  <a:pt x="34622" y="0"/>
                </a:lnTo>
                <a:cubicBezTo>
                  <a:pt x="14987" y="0"/>
                  <a:pt x="0" y="15050"/>
                  <a:pt x="0" y="34766"/>
                </a:cubicBezTo>
                <a:lnTo>
                  <a:pt x="0" y="299275"/>
                </a:lnTo>
                <a:cubicBezTo>
                  <a:pt x="0" y="317849"/>
                  <a:pt x="14987" y="334042"/>
                  <a:pt x="34622" y="334042"/>
                </a:cubicBezTo>
                <a:lnTo>
                  <a:pt x="159356" y="334042"/>
                </a:lnTo>
                <a:cubicBezTo>
                  <a:pt x="177853" y="334042"/>
                  <a:pt x="193978" y="317754"/>
                  <a:pt x="193978" y="299275"/>
                </a:cubicBezTo>
                <a:lnTo>
                  <a:pt x="193978" y="34766"/>
                </a:lnTo>
                <a:cubicBezTo>
                  <a:pt x="193978" y="15050"/>
                  <a:pt x="177853" y="0"/>
                  <a:pt x="159356" y="0"/>
                </a:cubicBezTo>
                <a:close/>
                <a:moveTo>
                  <a:pt x="13849" y="69628"/>
                </a:moveTo>
                <a:lnTo>
                  <a:pt x="180224" y="69628"/>
                </a:lnTo>
                <a:lnTo>
                  <a:pt x="180224" y="264509"/>
                </a:lnTo>
                <a:lnTo>
                  <a:pt x="13849" y="264509"/>
                </a:lnTo>
                <a:lnTo>
                  <a:pt x="13849" y="69628"/>
                </a:lnTo>
                <a:close/>
                <a:moveTo>
                  <a:pt x="34622" y="13906"/>
                </a:moveTo>
                <a:lnTo>
                  <a:pt x="159356" y="13906"/>
                </a:lnTo>
                <a:cubicBezTo>
                  <a:pt x="170928" y="13906"/>
                  <a:pt x="180129" y="23146"/>
                  <a:pt x="180129" y="34766"/>
                </a:cubicBezTo>
                <a:lnTo>
                  <a:pt x="180129" y="55531"/>
                </a:lnTo>
                <a:lnTo>
                  <a:pt x="13754" y="55531"/>
                </a:lnTo>
                <a:lnTo>
                  <a:pt x="13754" y="34766"/>
                </a:lnTo>
                <a:cubicBezTo>
                  <a:pt x="13754" y="23146"/>
                  <a:pt x="22955" y="13906"/>
                  <a:pt x="34527" y="13906"/>
                </a:cubicBezTo>
                <a:close/>
                <a:moveTo>
                  <a:pt x="159356" y="320231"/>
                </a:moveTo>
                <a:lnTo>
                  <a:pt x="34622" y="320231"/>
                </a:lnTo>
                <a:cubicBezTo>
                  <a:pt x="23050" y="320231"/>
                  <a:pt x="13849" y="310991"/>
                  <a:pt x="13849" y="299371"/>
                </a:cubicBezTo>
                <a:lnTo>
                  <a:pt x="13849" y="278606"/>
                </a:lnTo>
                <a:lnTo>
                  <a:pt x="180224" y="278606"/>
                </a:lnTo>
                <a:lnTo>
                  <a:pt x="180224" y="299371"/>
                </a:lnTo>
                <a:cubicBezTo>
                  <a:pt x="180224" y="310991"/>
                  <a:pt x="171023" y="320231"/>
                  <a:pt x="159451" y="320231"/>
                </a:cubicBezTo>
                <a:close/>
                <a:moveTo>
                  <a:pt x="110601" y="298990"/>
                </a:moveTo>
                <a:cubicBezTo>
                  <a:pt x="110601" y="306800"/>
                  <a:pt x="104530" y="313087"/>
                  <a:pt x="96942" y="313087"/>
                </a:cubicBezTo>
                <a:cubicBezTo>
                  <a:pt x="89353" y="313087"/>
                  <a:pt x="83282" y="306800"/>
                  <a:pt x="83282" y="298990"/>
                </a:cubicBezTo>
                <a:cubicBezTo>
                  <a:pt x="83282" y="291179"/>
                  <a:pt x="89353" y="284893"/>
                  <a:pt x="96942" y="284893"/>
                </a:cubicBezTo>
                <a:cubicBezTo>
                  <a:pt x="104530" y="284893"/>
                  <a:pt x="110601" y="291179"/>
                  <a:pt x="110601" y="29899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4" name="Graphic 161">
            <a:extLst>
              <a:ext uri="{FF2B5EF4-FFF2-40B4-BE49-F238E27FC236}">
                <a16:creationId xmlns:a16="http://schemas.microsoft.com/office/drawing/2014/main" id="{2D69CFAB-1847-85B7-4EAF-0DC9FA979C84}"/>
              </a:ext>
            </a:extLst>
          </p:cNvPr>
          <p:cNvSpPr/>
          <p:nvPr/>
        </p:nvSpPr>
        <p:spPr>
          <a:xfrm>
            <a:off x="6345543" y="2815343"/>
            <a:ext cx="260349" cy="448336"/>
          </a:xfrm>
          <a:custGeom>
            <a:avLst/>
            <a:gdLst>
              <a:gd name="connsiteX0" fmla="*/ 159356 w 193978"/>
              <a:gd name="connsiteY0" fmla="*/ 0 h 334041"/>
              <a:gd name="connsiteX1" fmla="*/ 34622 w 193978"/>
              <a:gd name="connsiteY1" fmla="*/ 0 h 334041"/>
              <a:gd name="connsiteX2" fmla="*/ 0 w 193978"/>
              <a:gd name="connsiteY2" fmla="*/ 34766 h 334041"/>
              <a:gd name="connsiteX3" fmla="*/ 0 w 193978"/>
              <a:gd name="connsiteY3" fmla="*/ 299275 h 334041"/>
              <a:gd name="connsiteX4" fmla="*/ 34622 w 193978"/>
              <a:gd name="connsiteY4" fmla="*/ 334042 h 334041"/>
              <a:gd name="connsiteX5" fmla="*/ 159356 w 193978"/>
              <a:gd name="connsiteY5" fmla="*/ 334042 h 334041"/>
              <a:gd name="connsiteX6" fmla="*/ 193978 w 193978"/>
              <a:gd name="connsiteY6" fmla="*/ 299275 h 334041"/>
              <a:gd name="connsiteX7" fmla="*/ 193978 w 193978"/>
              <a:gd name="connsiteY7" fmla="*/ 34766 h 334041"/>
              <a:gd name="connsiteX8" fmla="*/ 159356 w 193978"/>
              <a:gd name="connsiteY8" fmla="*/ 0 h 334041"/>
              <a:gd name="connsiteX9" fmla="*/ 13849 w 193978"/>
              <a:gd name="connsiteY9" fmla="*/ 69628 h 334041"/>
              <a:gd name="connsiteX10" fmla="*/ 180224 w 193978"/>
              <a:gd name="connsiteY10" fmla="*/ 69628 h 334041"/>
              <a:gd name="connsiteX11" fmla="*/ 180224 w 193978"/>
              <a:gd name="connsiteY11" fmla="*/ 264509 h 334041"/>
              <a:gd name="connsiteX12" fmla="*/ 13849 w 193978"/>
              <a:gd name="connsiteY12" fmla="*/ 264509 h 334041"/>
              <a:gd name="connsiteX13" fmla="*/ 13849 w 193978"/>
              <a:gd name="connsiteY13" fmla="*/ 69628 h 334041"/>
              <a:gd name="connsiteX14" fmla="*/ 34622 w 193978"/>
              <a:gd name="connsiteY14" fmla="*/ 13906 h 334041"/>
              <a:gd name="connsiteX15" fmla="*/ 159356 w 193978"/>
              <a:gd name="connsiteY15" fmla="*/ 13906 h 334041"/>
              <a:gd name="connsiteX16" fmla="*/ 180129 w 193978"/>
              <a:gd name="connsiteY16" fmla="*/ 34766 h 334041"/>
              <a:gd name="connsiteX17" fmla="*/ 180129 w 193978"/>
              <a:gd name="connsiteY17" fmla="*/ 55531 h 334041"/>
              <a:gd name="connsiteX18" fmla="*/ 13754 w 193978"/>
              <a:gd name="connsiteY18" fmla="*/ 55531 h 334041"/>
              <a:gd name="connsiteX19" fmla="*/ 13754 w 193978"/>
              <a:gd name="connsiteY19" fmla="*/ 34766 h 334041"/>
              <a:gd name="connsiteX20" fmla="*/ 34527 w 193978"/>
              <a:gd name="connsiteY20" fmla="*/ 13906 h 334041"/>
              <a:gd name="connsiteX21" fmla="*/ 159356 w 193978"/>
              <a:gd name="connsiteY21" fmla="*/ 320231 h 334041"/>
              <a:gd name="connsiteX22" fmla="*/ 34622 w 193978"/>
              <a:gd name="connsiteY22" fmla="*/ 320231 h 334041"/>
              <a:gd name="connsiteX23" fmla="*/ 13849 w 193978"/>
              <a:gd name="connsiteY23" fmla="*/ 299371 h 334041"/>
              <a:gd name="connsiteX24" fmla="*/ 13849 w 193978"/>
              <a:gd name="connsiteY24" fmla="*/ 278606 h 334041"/>
              <a:gd name="connsiteX25" fmla="*/ 180224 w 193978"/>
              <a:gd name="connsiteY25" fmla="*/ 278606 h 334041"/>
              <a:gd name="connsiteX26" fmla="*/ 180224 w 193978"/>
              <a:gd name="connsiteY26" fmla="*/ 299371 h 334041"/>
              <a:gd name="connsiteX27" fmla="*/ 159451 w 193978"/>
              <a:gd name="connsiteY27" fmla="*/ 320231 h 334041"/>
              <a:gd name="connsiteX28" fmla="*/ 110601 w 193978"/>
              <a:gd name="connsiteY28" fmla="*/ 298990 h 334041"/>
              <a:gd name="connsiteX29" fmla="*/ 96942 w 193978"/>
              <a:gd name="connsiteY29" fmla="*/ 313087 h 334041"/>
              <a:gd name="connsiteX30" fmla="*/ 83282 w 193978"/>
              <a:gd name="connsiteY30" fmla="*/ 298990 h 334041"/>
              <a:gd name="connsiteX31" fmla="*/ 96942 w 193978"/>
              <a:gd name="connsiteY31" fmla="*/ 284893 h 334041"/>
              <a:gd name="connsiteX32" fmla="*/ 110601 w 193978"/>
              <a:gd name="connsiteY32" fmla="*/ 298990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93978" h="334041">
                <a:moveTo>
                  <a:pt x="159356" y="0"/>
                </a:moveTo>
                <a:lnTo>
                  <a:pt x="34622" y="0"/>
                </a:lnTo>
                <a:cubicBezTo>
                  <a:pt x="14987" y="0"/>
                  <a:pt x="0" y="15050"/>
                  <a:pt x="0" y="34766"/>
                </a:cubicBezTo>
                <a:lnTo>
                  <a:pt x="0" y="299275"/>
                </a:lnTo>
                <a:cubicBezTo>
                  <a:pt x="0" y="317849"/>
                  <a:pt x="14987" y="334042"/>
                  <a:pt x="34622" y="334042"/>
                </a:cubicBezTo>
                <a:lnTo>
                  <a:pt x="159356" y="334042"/>
                </a:lnTo>
                <a:cubicBezTo>
                  <a:pt x="177853" y="334042"/>
                  <a:pt x="193978" y="317754"/>
                  <a:pt x="193978" y="299275"/>
                </a:cubicBezTo>
                <a:lnTo>
                  <a:pt x="193978" y="34766"/>
                </a:lnTo>
                <a:cubicBezTo>
                  <a:pt x="193978" y="15050"/>
                  <a:pt x="177853" y="0"/>
                  <a:pt x="159356" y="0"/>
                </a:cubicBezTo>
                <a:close/>
                <a:moveTo>
                  <a:pt x="13849" y="69628"/>
                </a:moveTo>
                <a:lnTo>
                  <a:pt x="180224" y="69628"/>
                </a:lnTo>
                <a:lnTo>
                  <a:pt x="180224" y="264509"/>
                </a:lnTo>
                <a:lnTo>
                  <a:pt x="13849" y="264509"/>
                </a:lnTo>
                <a:lnTo>
                  <a:pt x="13849" y="69628"/>
                </a:lnTo>
                <a:close/>
                <a:moveTo>
                  <a:pt x="34622" y="13906"/>
                </a:moveTo>
                <a:lnTo>
                  <a:pt x="159356" y="13906"/>
                </a:lnTo>
                <a:cubicBezTo>
                  <a:pt x="170928" y="13906"/>
                  <a:pt x="180129" y="23146"/>
                  <a:pt x="180129" y="34766"/>
                </a:cubicBezTo>
                <a:lnTo>
                  <a:pt x="180129" y="55531"/>
                </a:lnTo>
                <a:lnTo>
                  <a:pt x="13754" y="55531"/>
                </a:lnTo>
                <a:lnTo>
                  <a:pt x="13754" y="34766"/>
                </a:lnTo>
                <a:cubicBezTo>
                  <a:pt x="13754" y="23146"/>
                  <a:pt x="22955" y="13906"/>
                  <a:pt x="34527" y="13906"/>
                </a:cubicBezTo>
                <a:close/>
                <a:moveTo>
                  <a:pt x="159356" y="320231"/>
                </a:moveTo>
                <a:lnTo>
                  <a:pt x="34622" y="320231"/>
                </a:lnTo>
                <a:cubicBezTo>
                  <a:pt x="23050" y="320231"/>
                  <a:pt x="13849" y="310991"/>
                  <a:pt x="13849" y="299371"/>
                </a:cubicBezTo>
                <a:lnTo>
                  <a:pt x="13849" y="278606"/>
                </a:lnTo>
                <a:lnTo>
                  <a:pt x="180224" y="278606"/>
                </a:lnTo>
                <a:lnTo>
                  <a:pt x="180224" y="299371"/>
                </a:lnTo>
                <a:cubicBezTo>
                  <a:pt x="180224" y="310991"/>
                  <a:pt x="171023" y="320231"/>
                  <a:pt x="159451" y="320231"/>
                </a:cubicBezTo>
                <a:close/>
                <a:moveTo>
                  <a:pt x="110601" y="298990"/>
                </a:moveTo>
                <a:cubicBezTo>
                  <a:pt x="110601" y="306800"/>
                  <a:pt x="104530" y="313087"/>
                  <a:pt x="96942" y="313087"/>
                </a:cubicBezTo>
                <a:cubicBezTo>
                  <a:pt x="89353" y="313087"/>
                  <a:pt x="83282" y="306800"/>
                  <a:pt x="83282" y="298990"/>
                </a:cubicBezTo>
                <a:cubicBezTo>
                  <a:pt x="83282" y="291179"/>
                  <a:pt x="89353" y="284893"/>
                  <a:pt x="96942" y="284893"/>
                </a:cubicBezTo>
                <a:cubicBezTo>
                  <a:pt x="104530" y="284893"/>
                  <a:pt x="110601" y="291179"/>
                  <a:pt x="110601" y="29899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5" name="Graphic 161">
            <a:extLst>
              <a:ext uri="{FF2B5EF4-FFF2-40B4-BE49-F238E27FC236}">
                <a16:creationId xmlns:a16="http://schemas.microsoft.com/office/drawing/2014/main" id="{E78EB5D3-D26B-E6BC-31C4-14F4A670E5AF}"/>
              </a:ext>
            </a:extLst>
          </p:cNvPr>
          <p:cNvSpPr/>
          <p:nvPr/>
        </p:nvSpPr>
        <p:spPr>
          <a:xfrm>
            <a:off x="5574018" y="3478918"/>
            <a:ext cx="260349" cy="448336"/>
          </a:xfrm>
          <a:custGeom>
            <a:avLst/>
            <a:gdLst>
              <a:gd name="connsiteX0" fmla="*/ 159356 w 193978"/>
              <a:gd name="connsiteY0" fmla="*/ 0 h 334041"/>
              <a:gd name="connsiteX1" fmla="*/ 34622 w 193978"/>
              <a:gd name="connsiteY1" fmla="*/ 0 h 334041"/>
              <a:gd name="connsiteX2" fmla="*/ 0 w 193978"/>
              <a:gd name="connsiteY2" fmla="*/ 34766 h 334041"/>
              <a:gd name="connsiteX3" fmla="*/ 0 w 193978"/>
              <a:gd name="connsiteY3" fmla="*/ 299275 h 334041"/>
              <a:gd name="connsiteX4" fmla="*/ 34622 w 193978"/>
              <a:gd name="connsiteY4" fmla="*/ 334042 h 334041"/>
              <a:gd name="connsiteX5" fmla="*/ 159356 w 193978"/>
              <a:gd name="connsiteY5" fmla="*/ 334042 h 334041"/>
              <a:gd name="connsiteX6" fmla="*/ 193978 w 193978"/>
              <a:gd name="connsiteY6" fmla="*/ 299275 h 334041"/>
              <a:gd name="connsiteX7" fmla="*/ 193978 w 193978"/>
              <a:gd name="connsiteY7" fmla="*/ 34766 h 334041"/>
              <a:gd name="connsiteX8" fmla="*/ 159356 w 193978"/>
              <a:gd name="connsiteY8" fmla="*/ 0 h 334041"/>
              <a:gd name="connsiteX9" fmla="*/ 13849 w 193978"/>
              <a:gd name="connsiteY9" fmla="*/ 69628 h 334041"/>
              <a:gd name="connsiteX10" fmla="*/ 180224 w 193978"/>
              <a:gd name="connsiteY10" fmla="*/ 69628 h 334041"/>
              <a:gd name="connsiteX11" fmla="*/ 180224 w 193978"/>
              <a:gd name="connsiteY11" fmla="*/ 264509 h 334041"/>
              <a:gd name="connsiteX12" fmla="*/ 13849 w 193978"/>
              <a:gd name="connsiteY12" fmla="*/ 264509 h 334041"/>
              <a:gd name="connsiteX13" fmla="*/ 13849 w 193978"/>
              <a:gd name="connsiteY13" fmla="*/ 69628 h 334041"/>
              <a:gd name="connsiteX14" fmla="*/ 34622 w 193978"/>
              <a:gd name="connsiteY14" fmla="*/ 13906 h 334041"/>
              <a:gd name="connsiteX15" fmla="*/ 159356 w 193978"/>
              <a:gd name="connsiteY15" fmla="*/ 13906 h 334041"/>
              <a:gd name="connsiteX16" fmla="*/ 180129 w 193978"/>
              <a:gd name="connsiteY16" fmla="*/ 34766 h 334041"/>
              <a:gd name="connsiteX17" fmla="*/ 180129 w 193978"/>
              <a:gd name="connsiteY17" fmla="*/ 55531 h 334041"/>
              <a:gd name="connsiteX18" fmla="*/ 13754 w 193978"/>
              <a:gd name="connsiteY18" fmla="*/ 55531 h 334041"/>
              <a:gd name="connsiteX19" fmla="*/ 13754 w 193978"/>
              <a:gd name="connsiteY19" fmla="*/ 34766 h 334041"/>
              <a:gd name="connsiteX20" fmla="*/ 34527 w 193978"/>
              <a:gd name="connsiteY20" fmla="*/ 13906 h 334041"/>
              <a:gd name="connsiteX21" fmla="*/ 159356 w 193978"/>
              <a:gd name="connsiteY21" fmla="*/ 320231 h 334041"/>
              <a:gd name="connsiteX22" fmla="*/ 34622 w 193978"/>
              <a:gd name="connsiteY22" fmla="*/ 320231 h 334041"/>
              <a:gd name="connsiteX23" fmla="*/ 13849 w 193978"/>
              <a:gd name="connsiteY23" fmla="*/ 299371 h 334041"/>
              <a:gd name="connsiteX24" fmla="*/ 13849 w 193978"/>
              <a:gd name="connsiteY24" fmla="*/ 278606 h 334041"/>
              <a:gd name="connsiteX25" fmla="*/ 180224 w 193978"/>
              <a:gd name="connsiteY25" fmla="*/ 278606 h 334041"/>
              <a:gd name="connsiteX26" fmla="*/ 180224 w 193978"/>
              <a:gd name="connsiteY26" fmla="*/ 299371 h 334041"/>
              <a:gd name="connsiteX27" fmla="*/ 159451 w 193978"/>
              <a:gd name="connsiteY27" fmla="*/ 320231 h 334041"/>
              <a:gd name="connsiteX28" fmla="*/ 110601 w 193978"/>
              <a:gd name="connsiteY28" fmla="*/ 298990 h 334041"/>
              <a:gd name="connsiteX29" fmla="*/ 96942 w 193978"/>
              <a:gd name="connsiteY29" fmla="*/ 313087 h 334041"/>
              <a:gd name="connsiteX30" fmla="*/ 83282 w 193978"/>
              <a:gd name="connsiteY30" fmla="*/ 298990 h 334041"/>
              <a:gd name="connsiteX31" fmla="*/ 96942 w 193978"/>
              <a:gd name="connsiteY31" fmla="*/ 284893 h 334041"/>
              <a:gd name="connsiteX32" fmla="*/ 110601 w 193978"/>
              <a:gd name="connsiteY32" fmla="*/ 298990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93978" h="334041">
                <a:moveTo>
                  <a:pt x="159356" y="0"/>
                </a:moveTo>
                <a:lnTo>
                  <a:pt x="34622" y="0"/>
                </a:lnTo>
                <a:cubicBezTo>
                  <a:pt x="14987" y="0"/>
                  <a:pt x="0" y="15050"/>
                  <a:pt x="0" y="34766"/>
                </a:cubicBezTo>
                <a:lnTo>
                  <a:pt x="0" y="299275"/>
                </a:lnTo>
                <a:cubicBezTo>
                  <a:pt x="0" y="317849"/>
                  <a:pt x="14987" y="334042"/>
                  <a:pt x="34622" y="334042"/>
                </a:cubicBezTo>
                <a:lnTo>
                  <a:pt x="159356" y="334042"/>
                </a:lnTo>
                <a:cubicBezTo>
                  <a:pt x="177853" y="334042"/>
                  <a:pt x="193978" y="317754"/>
                  <a:pt x="193978" y="299275"/>
                </a:cubicBezTo>
                <a:lnTo>
                  <a:pt x="193978" y="34766"/>
                </a:lnTo>
                <a:cubicBezTo>
                  <a:pt x="193978" y="15050"/>
                  <a:pt x="177853" y="0"/>
                  <a:pt x="159356" y="0"/>
                </a:cubicBezTo>
                <a:close/>
                <a:moveTo>
                  <a:pt x="13849" y="69628"/>
                </a:moveTo>
                <a:lnTo>
                  <a:pt x="180224" y="69628"/>
                </a:lnTo>
                <a:lnTo>
                  <a:pt x="180224" y="264509"/>
                </a:lnTo>
                <a:lnTo>
                  <a:pt x="13849" y="264509"/>
                </a:lnTo>
                <a:lnTo>
                  <a:pt x="13849" y="69628"/>
                </a:lnTo>
                <a:close/>
                <a:moveTo>
                  <a:pt x="34622" y="13906"/>
                </a:moveTo>
                <a:lnTo>
                  <a:pt x="159356" y="13906"/>
                </a:lnTo>
                <a:cubicBezTo>
                  <a:pt x="170928" y="13906"/>
                  <a:pt x="180129" y="23146"/>
                  <a:pt x="180129" y="34766"/>
                </a:cubicBezTo>
                <a:lnTo>
                  <a:pt x="180129" y="55531"/>
                </a:lnTo>
                <a:lnTo>
                  <a:pt x="13754" y="55531"/>
                </a:lnTo>
                <a:lnTo>
                  <a:pt x="13754" y="34766"/>
                </a:lnTo>
                <a:cubicBezTo>
                  <a:pt x="13754" y="23146"/>
                  <a:pt x="22955" y="13906"/>
                  <a:pt x="34527" y="13906"/>
                </a:cubicBezTo>
                <a:close/>
                <a:moveTo>
                  <a:pt x="159356" y="320231"/>
                </a:moveTo>
                <a:lnTo>
                  <a:pt x="34622" y="320231"/>
                </a:lnTo>
                <a:cubicBezTo>
                  <a:pt x="23050" y="320231"/>
                  <a:pt x="13849" y="310991"/>
                  <a:pt x="13849" y="299371"/>
                </a:cubicBezTo>
                <a:lnTo>
                  <a:pt x="13849" y="278606"/>
                </a:lnTo>
                <a:lnTo>
                  <a:pt x="180224" y="278606"/>
                </a:lnTo>
                <a:lnTo>
                  <a:pt x="180224" y="299371"/>
                </a:lnTo>
                <a:cubicBezTo>
                  <a:pt x="180224" y="310991"/>
                  <a:pt x="171023" y="320231"/>
                  <a:pt x="159451" y="320231"/>
                </a:cubicBezTo>
                <a:close/>
                <a:moveTo>
                  <a:pt x="110601" y="298990"/>
                </a:moveTo>
                <a:cubicBezTo>
                  <a:pt x="110601" y="306800"/>
                  <a:pt x="104530" y="313087"/>
                  <a:pt x="96942" y="313087"/>
                </a:cubicBezTo>
                <a:cubicBezTo>
                  <a:pt x="89353" y="313087"/>
                  <a:pt x="83282" y="306800"/>
                  <a:pt x="83282" y="298990"/>
                </a:cubicBezTo>
                <a:cubicBezTo>
                  <a:pt x="83282" y="291179"/>
                  <a:pt x="89353" y="284893"/>
                  <a:pt x="96942" y="284893"/>
                </a:cubicBezTo>
                <a:cubicBezTo>
                  <a:pt x="104530" y="284893"/>
                  <a:pt x="110601" y="291179"/>
                  <a:pt x="110601" y="29899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6" name="Graphic 161">
            <a:extLst>
              <a:ext uri="{FF2B5EF4-FFF2-40B4-BE49-F238E27FC236}">
                <a16:creationId xmlns:a16="http://schemas.microsoft.com/office/drawing/2014/main" id="{C0BAE5DA-9035-01A6-16EC-BA4FA14680AC}"/>
              </a:ext>
            </a:extLst>
          </p:cNvPr>
          <p:cNvSpPr/>
          <p:nvPr/>
        </p:nvSpPr>
        <p:spPr>
          <a:xfrm>
            <a:off x="6345543" y="3478918"/>
            <a:ext cx="260349" cy="448336"/>
          </a:xfrm>
          <a:custGeom>
            <a:avLst/>
            <a:gdLst>
              <a:gd name="connsiteX0" fmla="*/ 159356 w 193978"/>
              <a:gd name="connsiteY0" fmla="*/ 0 h 334041"/>
              <a:gd name="connsiteX1" fmla="*/ 34622 w 193978"/>
              <a:gd name="connsiteY1" fmla="*/ 0 h 334041"/>
              <a:gd name="connsiteX2" fmla="*/ 0 w 193978"/>
              <a:gd name="connsiteY2" fmla="*/ 34766 h 334041"/>
              <a:gd name="connsiteX3" fmla="*/ 0 w 193978"/>
              <a:gd name="connsiteY3" fmla="*/ 299275 h 334041"/>
              <a:gd name="connsiteX4" fmla="*/ 34622 w 193978"/>
              <a:gd name="connsiteY4" fmla="*/ 334042 h 334041"/>
              <a:gd name="connsiteX5" fmla="*/ 159356 w 193978"/>
              <a:gd name="connsiteY5" fmla="*/ 334042 h 334041"/>
              <a:gd name="connsiteX6" fmla="*/ 193978 w 193978"/>
              <a:gd name="connsiteY6" fmla="*/ 299275 h 334041"/>
              <a:gd name="connsiteX7" fmla="*/ 193978 w 193978"/>
              <a:gd name="connsiteY7" fmla="*/ 34766 h 334041"/>
              <a:gd name="connsiteX8" fmla="*/ 159356 w 193978"/>
              <a:gd name="connsiteY8" fmla="*/ 0 h 334041"/>
              <a:gd name="connsiteX9" fmla="*/ 13849 w 193978"/>
              <a:gd name="connsiteY9" fmla="*/ 69628 h 334041"/>
              <a:gd name="connsiteX10" fmla="*/ 180224 w 193978"/>
              <a:gd name="connsiteY10" fmla="*/ 69628 h 334041"/>
              <a:gd name="connsiteX11" fmla="*/ 180224 w 193978"/>
              <a:gd name="connsiteY11" fmla="*/ 264509 h 334041"/>
              <a:gd name="connsiteX12" fmla="*/ 13849 w 193978"/>
              <a:gd name="connsiteY12" fmla="*/ 264509 h 334041"/>
              <a:gd name="connsiteX13" fmla="*/ 13849 w 193978"/>
              <a:gd name="connsiteY13" fmla="*/ 69628 h 334041"/>
              <a:gd name="connsiteX14" fmla="*/ 34622 w 193978"/>
              <a:gd name="connsiteY14" fmla="*/ 13906 h 334041"/>
              <a:gd name="connsiteX15" fmla="*/ 159356 w 193978"/>
              <a:gd name="connsiteY15" fmla="*/ 13906 h 334041"/>
              <a:gd name="connsiteX16" fmla="*/ 180129 w 193978"/>
              <a:gd name="connsiteY16" fmla="*/ 34766 h 334041"/>
              <a:gd name="connsiteX17" fmla="*/ 180129 w 193978"/>
              <a:gd name="connsiteY17" fmla="*/ 55531 h 334041"/>
              <a:gd name="connsiteX18" fmla="*/ 13754 w 193978"/>
              <a:gd name="connsiteY18" fmla="*/ 55531 h 334041"/>
              <a:gd name="connsiteX19" fmla="*/ 13754 w 193978"/>
              <a:gd name="connsiteY19" fmla="*/ 34766 h 334041"/>
              <a:gd name="connsiteX20" fmla="*/ 34527 w 193978"/>
              <a:gd name="connsiteY20" fmla="*/ 13906 h 334041"/>
              <a:gd name="connsiteX21" fmla="*/ 159356 w 193978"/>
              <a:gd name="connsiteY21" fmla="*/ 320231 h 334041"/>
              <a:gd name="connsiteX22" fmla="*/ 34622 w 193978"/>
              <a:gd name="connsiteY22" fmla="*/ 320231 h 334041"/>
              <a:gd name="connsiteX23" fmla="*/ 13849 w 193978"/>
              <a:gd name="connsiteY23" fmla="*/ 299371 h 334041"/>
              <a:gd name="connsiteX24" fmla="*/ 13849 w 193978"/>
              <a:gd name="connsiteY24" fmla="*/ 278606 h 334041"/>
              <a:gd name="connsiteX25" fmla="*/ 180224 w 193978"/>
              <a:gd name="connsiteY25" fmla="*/ 278606 h 334041"/>
              <a:gd name="connsiteX26" fmla="*/ 180224 w 193978"/>
              <a:gd name="connsiteY26" fmla="*/ 299371 h 334041"/>
              <a:gd name="connsiteX27" fmla="*/ 159451 w 193978"/>
              <a:gd name="connsiteY27" fmla="*/ 320231 h 334041"/>
              <a:gd name="connsiteX28" fmla="*/ 110601 w 193978"/>
              <a:gd name="connsiteY28" fmla="*/ 298990 h 334041"/>
              <a:gd name="connsiteX29" fmla="*/ 96942 w 193978"/>
              <a:gd name="connsiteY29" fmla="*/ 313087 h 334041"/>
              <a:gd name="connsiteX30" fmla="*/ 83282 w 193978"/>
              <a:gd name="connsiteY30" fmla="*/ 298990 h 334041"/>
              <a:gd name="connsiteX31" fmla="*/ 96942 w 193978"/>
              <a:gd name="connsiteY31" fmla="*/ 284893 h 334041"/>
              <a:gd name="connsiteX32" fmla="*/ 110601 w 193978"/>
              <a:gd name="connsiteY32" fmla="*/ 298990 h 3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93978" h="334041">
                <a:moveTo>
                  <a:pt x="159356" y="0"/>
                </a:moveTo>
                <a:lnTo>
                  <a:pt x="34622" y="0"/>
                </a:lnTo>
                <a:cubicBezTo>
                  <a:pt x="14987" y="0"/>
                  <a:pt x="0" y="15050"/>
                  <a:pt x="0" y="34766"/>
                </a:cubicBezTo>
                <a:lnTo>
                  <a:pt x="0" y="299275"/>
                </a:lnTo>
                <a:cubicBezTo>
                  <a:pt x="0" y="317849"/>
                  <a:pt x="14987" y="334042"/>
                  <a:pt x="34622" y="334042"/>
                </a:cubicBezTo>
                <a:lnTo>
                  <a:pt x="159356" y="334042"/>
                </a:lnTo>
                <a:cubicBezTo>
                  <a:pt x="177853" y="334042"/>
                  <a:pt x="193978" y="317754"/>
                  <a:pt x="193978" y="299275"/>
                </a:cubicBezTo>
                <a:lnTo>
                  <a:pt x="193978" y="34766"/>
                </a:lnTo>
                <a:cubicBezTo>
                  <a:pt x="193978" y="15050"/>
                  <a:pt x="177853" y="0"/>
                  <a:pt x="159356" y="0"/>
                </a:cubicBezTo>
                <a:close/>
                <a:moveTo>
                  <a:pt x="13849" y="69628"/>
                </a:moveTo>
                <a:lnTo>
                  <a:pt x="180224" y="69628"/>
                </a:lnTo>
                <a:lnTo>
                  <a:pt x="180224" y="264509"/>
                </a:lnTo>
                <a:lnTo>
                  <a:pt x="13849" y="264509"/>
                </a:lnTo>
                <a:lnTo>
                  <a:pt x="13849" y="69628"/>
                </a:lnTo>
                <a:close/>
                <a:moveTo>
                  <a:pt x="34622" y="13906"/>
                </a:moveTo>
                <a:lnTo>
                  <a:pt x="159356" y="13906"/>
                </a:lnTo>
                <a:cubicBezTo>
                  <a:pt x="170928" y="13906"/>
                  <a:pt x="180129" y="23146"/>
                  <a:pt x="180129" y="34766"/>
                </a:cubicBezTo>
                <a:lnTo>
                  <a:pt x="180129" y="55531"/>
                </a:lnTo>
                <a:lnTo>
                  <a:pt x="13754" y="55531"/>
                </a:lnTo>
                <a:lnTo>
                  <a:pt x="13754" y="34766"/>
                </a:lnTo>
                <a:cubicBezTo>
                  <a:pt x="13754" y="23146"/>
                  <a:pt x="22955" y="13906"/>
                  <a:pt x="34527" y="13906"/>
                </a:cubicBezTo>
                <a:close/>
                <a:moveTo>
                  <a:pt x="159356" y="320231"/>
                </a:moveTo>
                <a:lnTo>
                  <a:pt x="34622" y="320231"/>
                </a:lnTo>
                <a:cubicBezTo>
                  <a:pt x="23050" y="320231"/>
                  <a:pt x="13849" y="310991"/>
                  <a:pt x="13849" y="299371"/>
                </a:cubicBezTo>
                <a:lnTo>
                  <a:pt x="13849" y="278606"/>
                </a:lnTo>
                <a:lnTo>
                  <a:pt x="180224" y="278606"/>
                </a:lnTo>
                <a:lnTo>
                  <a:pt x="180224" y="299371"/>
                </a:lnTo>
                <a:cubicBezTo>
                  <a:pt x="180224" y="310991"/>
                  <a:pt x="171023" y="320231"/>
                  <a:pt x="159451" y="320231"/>
                </a:cubicBezTo>
                <a:close/>
                <a:moveTo>
                  <a:pt x="110601" y="298990"/>
                </a:moveTo>
                <a:cubicBezTo>
                  <a:pt x="110601" y="306800"/>
                  <a:pt x="104530" y="313087"/>
                  <a:pt x="96942" y="313087"/>
                </a:cubicBezTo>
                <a:cubicBezTo>
                  <a:pt x="89353" y="313087"/>
                  <a:pt x="83282" y="306800"/>
                  <a:pt x="83282" y="298990"/>
                </a:cubicBezTo>
                <a:cubicBezTo>
                  <a:pt x="83282" y="291179"/>
                  <a:pt x="89353" y="284893"/>
                  <a:pt x="96942" y="284893"/>
                </a:cubicBezTo>
                <a:cubicBezTo>
                  <a:pt x="104530" y="284893"/>
                  <a:pt x="110601" y="291179"/>
                  <a:pt x="110601" y="29899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9" name="Graphic 167">
            <a:extLst>
              <a:ext uri="{FF2B5EF4-FFF2-40B4-BE49-F238E27FC236}">
                <a16:creationId xmlns:a16="http://schemas.microsoft.com/office/drawing/2014/main" id="{6CB855B4-7743-CECA-BF21-D6BACF807247}"/>
              </a:ext>
            </a:extLst>
          </p:cNvPr>
          <p:cNvSpPr/>
          <p:nvPr/>
        </p:nvSpPr>
        <p:spPr>
          <a:xfrm>
            <a:off x="7112128" y="2782683"/>
            <a:ext cx="477406" cy="479646"/>
          </a:xfrm>
          <a:custGeom>
            <a:avLst/>
            <a:gdLst>
              <a:gd name="connsiteX0" fmla="*/ 164952 w 359879"/>
              <a:gd name="connsiteY0" fmla="*/ 346519 h 361568"/>
              <a:gd name="connsiteX1" fmla="*/ 194927 w 359879"/>
              <a:gd name="connsiteY1" fmla="*/ 346519 h 361568"/>
              <a:gd name="connsiteX2" fmla="*/ 194927 w 359879"/>
              <a:gd name="connsiteY2" fmla="*/ 305086 h 361568"/>
              <a:gd name="connsiteX3" fmla="*/ 199954 w 359879"/>
              <a:gd name="connsiteY3" fmla="*/ 297561 h 361568"/>
              <a:gd name="connsiteX4" fmla="*/ 242449 w 359879"/>
              <a:gd name="connsiteY4" fmla="*/ 283750 h 361568"/>
              <a:gd name="connsiteX5" fmla="*/ 251175 w 359879"/>
              <a:gd name="connsiteY5" fmla="*/ 283750 h 361568"/>
              <a:gd name="connsiteX6" fmla="*/ 279916 w 359879"/>
              <a:gd name="connsiteY6" fmla="*/ 313849 h 361568"/>
              <a:gd name="connsiteX7" fmla="*/ 312357 w 359879"/>
              <a:gd name="connsiteY7" fmla="*/ 281273 h 361568"/>
              <a:gd name="connsiteX8" fmla="*/ 282383 w 359879"/>
              <a:gd name="connsiteY8" fmla="*/ 252413 h 361568"/>
              <a:gd name="connsiteX9" fmla="*/ 282383 w 359879"/>
              <a:gd name="connsiteY9" fmla="*/ 243650 h 361568"/>
              <a:gd name="connsiteX10" fmla="*/ 296137 w 359879"/>
              <a:gd name="connsiteY10" fmla="*/ 200977 h 361568"/>
              <a:gd name="connsiteX11" fmla="*/ 303630 w 359879"/>
              <a:gd name="connsiteY11" fmla="*/ 195929 h 361568"/>
              <a:gd name="connsiteX12" fmla="*/ 344892 w 359879"/>
              <a:gd name="connsiteY12" fmla="*/ 195929 h 361568"/>
              <a:gd name="connsiteX13" fmla="*/ 344892 w 359879"/>
              <a:gd name="connsiteY13" fmla="*/ 165830 h 361568"/>
              <a:gd name="connsiteX14" fmla="*/ 303630 w 359879"/>
              <a:gd name="connsiteY14" fmla="*/ 165830 h 361568"/>
              <a:gd name="connsiteX15" fmla="*/ 296137 w 359879"/>
              <a:gd name="connsiteY15" fmla="*/ 159544 h 361568"/>
              <a:gd name="connsiteX16" fmla="*/ 282383 w 359879"/>
              <a:gd name="connsiteY16" fmla="*/ 118110 h 361568"/>
              <a:gd name="connsiteX17" fmla="*/ 282383 w 359879"/>
              <a:gd name="connsiteY17" fmla="*/ 108109 h 361568"/>
              <a:gd name="connsiteX18" fmla="*/ 312357 w 359879"/>
              <a:gd name="connsiteY18" fmla="*/ 79248 h 361568"/>
              <a:gd name="connsiteX19" fmla="*/ 279916 w 359879"/>
              <a:gd name="connsiteY19" fmla="*/ 47911 h 361568"/>
              <a:gd name="connsiteX20" fmla="*/ 251175 w 359879"/>
              <a:gd name="connsiteY20" fmla="*/ 76771 h 361568"/>
              <a:gd name="connsiteX21" fmla="*/ 242449 w 359879"/>
              <a:gd name="connsiteY21" fmla="*/ 78010 h 361568"/>
              <a:gd name="connsiteX22" fmla="*/ 199954 w 359879"/>
              <a:gd name="connsiteY22" fmla="*/ 62960 h 361568"/>
              <a:gd name="connsiteX23" fmla="*/ 194927 w 359879"/>
              <a:gd name="connsiteY23" fmla="*/ 56674 h 361568"/>
              <a:gd name="connsiteX24" fmla="*/ 194927 w 359879"/>
              <a:gd name="connsiteY24" fmla="*/ 15240 h 361568"/>
              <a:gd name="connsiteX25" fmla="*/ 164952 w 359879"/>
              <a:gd name="connsiteY25" fmla="*/ 15240 h 361568"/>
              <a:gd name="connsiteX26" fmla="*/ 164952 w 359879"/>
              <a:gd name="connsiteY26" fmla="*/ 56674 h 361568"/>
              <a:gd name="connsiteX27" fmla="*/ 158692 w 359879"/>
              <a:gd name="connsiteY27" fmla="*/ 62960 h 361568"/>
              <a:gd name="connsiteX28" fmla="*/ 117430 w 359879"/>
              <a:gd name="connsiteY28" fmla="*/ 78010 h 361568"/>
              <a:gd name="connsiteX29" fmla="*/ 107470 w 359879"/>
              <a:gd name="connsiteY29" fmla="*/ 76771 h 361568"/>
              <a:gd name="connsiteX30" fmla="*/ 78729 w 359879"/>
              <a:gd name="connsiteY30" fmla="*/ 47911 h 361568"/>
              <a:gd name="connsiteX31" fmla="*/ 47522 w 359879"/>
              <a:gd name="connsiteY31" fmla="*/ 79248 h 361568"/>
              <a:gd name="connsiteX32" fmla="*/ 76263 w 359879"/>
              <a:gd name="connsiteY32" fmla="*/ 108109 h 361568"/>
              <a:gd name="connsiteX33" fmla="*/ 77496 w 359879"/>
              <a:gd name="connsiteY33" fmla="*/ 118110 h 361568"/>
              <a:gd name="connsiteX34" fmla="*/ 62509 w 359879"/>
              <a:gd name="connsiteY34" fmla="*/ 159544 h 361568"/>
              <a:gd name="connsiteX35" fmla="*/ 56249 w 359879"/>
              <a:gd name="connsiteY35" fmla="*/ 165830 h 361568"/>
              <a:gd name="connsiteX36" fmla="*/ 14987 w 359879"/>
              <a:gd name="connsiteY36" fmla="*/ 165830 h 361568"/>
              <a:gd name="connsiteX37" fmla="*/ 14987 w 359879"/>
              <a:gd name="connsiteY37" fmla="*/ 195929 h 361568"/>
              <a:gd name="connsiteX38" fmla="*/ 56249 w 359879"/>
              <a:gd name="connsiteY38" fmla="*/ 195929 h 361568"/>
              <a:gd name="connsiteX39" fmla="*/ 62509 w 359879"/>
              <a:gd name="connsiteY39" fmla="*/ 200977 h 361568"/>
              <a:gd name="connsiteX40" fmla="*/ 77496 w 359879"/>
              <a:gd name="connsiteY40" fmla="*/ 243650 h 361568"/>
              <a:gd name="connsiteX41" fmla="*/ 76263 w 359879"/>
              <a:gd name="connsiteY41" fmla="*/ 252413 h 361568"/>
              <a:gd name="connsiteX42" fmla="*/ 47522 w 359879"/>
              <a:gd name="connsiteY42" fmla="*/ 281273 h 361568"/>
              <a:gd name="connsiteX43" fmla="*/ 78729 w 359879"/>
              <a:gd name="connsiteY43" fmla="*/ 313849 h 361568"/>
              <a:gd name="connsiteX44" fmla="*/ 107470 w 359879"/>
              <a:gd name="connsiteY44" fmla="*/ 283750 h 361568"/>
              <a:gd name="connsiteX45" fmla="*/ 117430 w 359879"/>
              <a:gd name="connsiteY45" fmla="*/ 283750 h 361568"/>
              <a:gd name="connsiteX46" fmla="*/ 158692 w 359879"/>
              <a:gd name="connsiteY46" fmla="*/ 297561 h 361568"/>
              <a:gd name="connsiteX47" fmla="*/ 164952 w 359879"/>
              <a:gd name="connsiteY47" fmla="*/ 305086 h 361568"/>
              <a:gd name="connsiteX48" fmla="*/ 164952 w 359879"/>
              <a:gd name="connsiteY48" fmla="*/ 346519 h 361568"/>
              <a:gd name="connsiteX49" fmla="*/ 202420 w 359879"/>
              <a:gd name="connsiteY49" fmla="*/ 361569 h 361568"/>
              <a:gd name="connsiteX50" fmla="*/ 157459 w 359879"/>
              <a:gd name="connsiteY50" fmla="*/ 361569 h 361568"/>
              <a:gd name="connsiteX51" fmla="*/ 149965 w 359879"/>
              <a:gd name="connsiteY51" fmla="*/ 354044 h 361568"/>
              <a:gd name="connsiteX52" fmla="*/ 149965 w 359879"/>
              <a:gd name="connsiteY52" fmla="*/ 310134 h 361568"/>
              <a:gd name="connsiteX53" fmla="*/ 114964 w 359879"/>
              <a:gd name="connsiteY53" fmla="*/ 298799 h 361568"/>
              <a:gd name="connsiteX54" fmla="*/ 83757 w 359879"/>
              <a:gd name="connsiteY54" fmla="*/ 328898 h 361568"/>
              <a:gd name="connsiteX55" fmla="*/ 73797 w 359879"/>
              <a:gd name="connsiteY55" fmla="*/ 328898 h 361568"/>
              <a:gd name="connsiteX56" fmla="*/ 31302 w 359879"/>
              <a:gd name="connsiteY56" fmla="*/ 287465 h 361568"/>
              <a:gd name="connsiteX57" fmla="*/ 28836 w 359879"/>
              <a:gd name="connsiteY57" fmla="*/ 281178 h 361568"/>
              <a:gd name="connsiteX58" fmla="*/ 31302 w 359879"/>
              <a:gd name="connsiteY58" fmla="*/ 276130 h 361568"/>
              <a:gd name="connsiteX59" fmla="*/ 61276 w 359879"/>
              <a:gd name="connsiteY59" fmla="*/ 246031 h 361568"/>
              <a:gd name="connsiteX60" fmla="*/ 49989 w 359879"/>
              <a:gd name="connsiteY60" fmla="*/ 210884 h 361568"/>
              <a:gd name="connsiteX61" fmla="*/ 7494 w 359879"/>
              <a:gd name="connsiteY61" fmla="*/ 210884 h 361568"/>
              <a:gd name="connsiteX62" fmla="*/ 0 w 359879"/>
              <a:gd name="connsiteY62" fmla="*/ 203359 h 361568"/>
              <a:gd name="connsiteX63" fmla="*/ 0 w 359879"/>
              <a:gd name="connsiteY63" fmla="*/ 158210 h 361568"/>
              <a:gd name="connsiteX64" fmla="*/ 7494 w 359879"/>
              <a:gd name="connsiteY64" fmla="*/ 150686 h 361568"/>
              <a:gd name="connsiteX65" fmla="*/ 49989 w 359879"/>
              <a:gd name="connsiteY65" fmla="*/ 150686 h 361568"/>
              <a:gd name="connsiteX66" fmla="*/ 61276 w 359879"/>
              <a:gd name="connsiteY66" fmla="*/ 115538 h 361568"/>
              <a:gd name="connsiteX67" fmla="*/ 31302 w 359879"/>
              <a:gd name="connsiteY67" fmla="*/ 84201 h 361568"/>
              <a:gd name="connsiteX68" fmla="*/ 28836 w 359879"/>
              <a:gd name="connsiteY68" fmla="*/ 79153 h 361568"/>
              <a:gd name="connsiteX69" fmla="*/ 31302 w 359879"/>
              <a:gd name="connsiteY69" fmla="*/ 74104 h 361568"/>
              <a:gd name="connsiteX70" fmla="*/ 73797 w 359879"/>
              <a:gd name="connsiteY70" fmla="*/ 31432 h 361568"/>
              <a:gd name="connsiteX71" fmla="*/ 83757 w 359879"/>
              <a:gd name="connsiteY71" fmla="*/ 31432 h 361568"/>
              <a:gd name="connsiteX72" fmla="*/ 114964 w 359879"/>
              <a:gd name="connsiteY72" fmla="*/ 61531 h 361568"/>
              <a:gd name="connsiteX73" fmla="*/ 149965 w 359879"/>
              <a:gd name="connsiteY73" fmla="*/ 50197 h 361568"/>
              <a:gd name="connsiteX74" fmla="*/ 149965 w 359879"/>
              <a:gd name="connsiteY74" fmla="*/ 7525 h 361568"/>
              <a:gd name="connsiteX75" fmla="*/ 157459 w 359879"/>
              <a:gd name="connsiteY75" fmla="*/ 0 h 361568"/>
              <a:gd name="connsiteX76" fmla="*/ 202420 w 359879"/>
              <a:gd name="connsiteY76" fmla="*/ 0 h 361568"/>
              <a:gd name="connsiteX77" fmla="*/ 209914 w 359879"/>
              <a:gd name="connsiteY77" fmla="*/ 7525 h 361568"/>
              <a:gd name="connsiteX78" fmla="*/ 209914 w 359879"/>
              <a:gd name="connsiteY78" fmla="*/ 50197 h 361568"/>
              <a:gd name="connsiteX79" fmla="*/ 244915 w 359879"/>
              <a:gd name="connsiteY79" fmla="*/ 61531 h 361568"/>
              <a:gd name="connsiteX80" fmla="*/ 274889 w 359879"/>
              <a:gd name="connsiteY80" fmla="*/ 31432 h 361568"/>
              <a:gd name="connsiteX81" fmla="*/ 284849 w 359879"/>
              <a:gd name="connsiteY81" fmla="*/ 31432 h 361568"/>
              <a:gd name="connsiteX82" fmla="*/ 327344 w 359879"/>
              <a:gd name="connsiteY82" fmla="*/ 74104 h 361568"/>
              <a:gd name="connsiteX83" fmla="*/ 329810 w 359879"/>
              <a:gd name="connsiteY83" fmla="*/ 79153 h 361568"/>
              <a:gd name="connsiteX84" fmla="*/ 327344 w 359879"/>
              <a:gd name="connsiteY84" fmla="*/ 84201 h 361568"/>
              <a:gd name="connsiteX85" fmla="*/ 297370 w 359879"/>
              <a:gd name="connsiteY85" fmla="*/ 115538 h 361568"/>
              <a:gd name="connsiteX86" fmla="*/ 308657 w 359879"/>
              <a:gd name="connsiteY86" fmla="*/ 150686 h 361568"/>
              <a:gd name="connsiteX87" fmla="*/ 352386 w 359879"/>
              <a:gd name="connsiteY87" fmla="*/ 150686 h 361568"/>
              <a:gd name="connsiteX88" fmla="*/ 359879 w 359879"/>
              <a:gd name="connsiteY88" fmla="*/ 158210 h 361568"/>
              <a:gd name="connsiteX89" fmla="*/ 359879 w 359879"/>
              <a:gd name="connsiteY89" fmla="*/ 203359 h 361568"/>
              <a:gd name="connsiteX90" fmla="*/ 352386 w 359879"/>
              <a:gd name="connsiteY90" fmla="*/ 210884 h 361568"/>
              <a:gd name="connsiteX91" fmla="*/ 308657 w 359879"/>
              <a:gd name="connsiteY91" fmla="*/ 210884 h 361568"/>
              <a:gd name="connsiteX92" fmla="*/ 297370 w 359879"/>
              <a:gd name="connsiteY92" fmla="*/ 246031 h 361568"/>
              <a:gd name="connsiteX93" fmla="*/ 327344 w 359879"/>
              <a:gd name="connsiteY93" fmla="*/ 276130 h 361568"/>
              <a:gd name="connsiteX94" fmla="*/ 327344 w 359879"/>
              <a:gd name="connsiteY94" fmla="*/ 287465 h 361568"/>
              <a:gd name="connsiteX95" fmla="*/ 284849 w 359879"/>
              <a:gd name="connsiteY95" fmla="*/ 328898 h 361568"/>
              <a:gd name="connsiteX96" fmla="*/ 274889 w 359879"/>
              <a:gd name="connsiteY96" fmla="*/ 328898 h 361568"/>
              <a:gd name="connsiteX97" fmla="*/ 244915 w 359879"/>
              <a:gd name="connsiteY97" fmla="*/ 298799 h 361568"/>
              <a:gd name="connsiteX98" fmla="*/ 209914 w 359879"/>
              <a:gd name="connsiteY98" fmla="*/ 310134 h 361568"/>
              <a:gd name="connsiteX99" fmla="*/ 209914 w 359879"/>
              <a:gd name="connsiteY99" fmla="*/ 354044 h 361568"/>
              <a:gd name="connsiteX100" fmla="*/ 202420 w 359879"/>
              <a:gd name="connsiteY100" fmla="*/ 361569 h 361568"/>
              <a:gd name="connsiteX101" fmla="*/ 179940 w 359879"/>
              <a:gd name="connsiteY101" fmla="*/ 120586 h 361568"/>
              <a:gd name="connsiteX102" fmla="*/ 119802 w 359879"/>
              <a:gd name="connsiteY102" fmla="*/ 180975 h 361568"/>
              <a:gd name="connsiteX103" fmla="*/ 179940 w 359879"/>
              <a:gd name="connsiteY103" fmla="*/ 241363 h 361568"/>
              <a:gd name="connsiteX104" fmla="*/ 240077 w 359879"/>
              <a:gd name="connsiteY104" fmla="*/ 180975 h 361568"/>
              <a:gd name="connsiteX105" fmla="*/ 179940 w 359879"/>
              <a:gd name="connsiteY105" fmla="*/ 120586 h 361568"/>
              <a:gd name="connsiteX106" fmla="*/ 179940 w 359879"/>
              <a:gd name="connsiteY106" fmla="*/ 256508 h 361568"/>
              <a:gd name="connsiteX107" fmla="*/ 104815 w 359879"/>
              <a:gd name="connsiteY107" fmla="*/ 181070 h 361568"/>
              <a:gd name="connsiteX108" fmla="*/ 179940 w 359879"/>
              <a:gd name="connsiteY108" fmla="*/ 105632 h 361568"/>
              <a:gd name="connsiteX109" fmla="*/ 255064 w 359879"/>
              <a:gd name="connsiteY109" fmla="*/ 181070 h 361568"/>
              <a:gd name="connsiteX110" fmla="*/ 179940 w 359879"/>
              <a:gd name="connsiteY110" fmla="*/ 256508 h 361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59879" h="361568">
                <a:moveTo>
                  <a:pt x="164952" y="346519"/>
                </a:moveTo>
                <a:lnTo>
                  <a:pt x="194927" y="346519"/>
                </a:lnTo>
                <a:lnTo>
                  <a:pt x="194927" y="305086"/>
                </a:lnTo>
                <a:cubicBezTo>
                  <a:pt x="194927" y="301371"/>
                  <a:pt x="197393" y="298799"/>
                  <a:pt x="199954" y="297561"/>
                </a:cubicBezTo>
                <a:cubicBezTo>
                  <a:pt x="208681" y="295084"/>
                  <a:pt x="231161" y="290036"/>
                  <a:pt x="242449" y="283750"/>
                </a:cubicBezTo>
                <a:cubicBezTo>
                  <a:pt x="244915" y="281273"/>
                  <a:pt x="248709" y="281273"/>
                  <a:pt x="251175" y="283750"/>
                </a:cubicBezTo>
                <a:lnTo>
                  <a:pt x="279916" y="313849"/>
                </a:lnTo>
                <a:lnTo>
                  <a:pt x="312357" y="281273"/>
                </a:lnTo>
                <a:lnTo>
                  <a:pt x="282383" y="252413"/>
                </a:lnTo>
                <a:cubicBezTo>
                  <a:pt x="279916" y="249936"/>
                  <a:pt x="279916" y="246126"/>
                  <a:pt x="282383" y="243650"/>
                </a:cubicBezTo>
                <a:cubicBezTo>
                  <a:pt x="288643" y="232315"/>
                  <a:pt x="293670" y="209740"/>
                  <a:pt x="296137" y="200977"/>
                </a:cubicBezTo>
                <a:cubicBezTo>
                  <a:pt x="297370" y="198501"/>
                  <a:pt x="299931" y="195929"/>
                  <a:pt x="303630" y="195929"/>
                </a:cubicBezTo>
                <a:lnTo>
                  <a:pt x="344892" y="195929"/>
                </a:lnTo>
                <a:lnTo>
                  <a:pt x="344892" y="165830"/>
                </a:lnTo>
                <a:lnTo>
                  <a:pt x="303630" y="165830"/>
                </a:lnTo>
                <a:cubicBezTo>
                  <a:pt x="299931" y="165830"/>
                  <a:pt x="296137" y="163354"/>
                  <a:pt x="296137" y="159544"/>
                </a:cubicBezTo>
                <a:cubicBezTo>
                  <a:pt x="293670" y="150781"/>
                  <a:pt x="288643" y="129445"/>
                  <a:pt x="282383" y="118110"/>
                </a:cubicBezTo>
                <a:cubicBezTo>
                  <a:pt x="279916" y="114395"/>
                  <a:pt x="279916" y="110585"/>
                  <a:pt x="282383" y="108109"/>
                </a:cubicBezTo>
                <a:lnTo>
                  <a:pt x="312357" y="79248"/>
                </a:lnTo>
                <a:lnTo>
                  <a:pt x="279916" y="47911"/>
                </a:lnTo>
                <a:lnTo>
                  <a:pt x="251175" y="76771"/>
                </a:lnTo>
                <a:cubicBezTo>
                  <a:pt x="248709" y="79248"/>
                  <a:pt x="244915" y="79248"/>
                  <a:pt x="242449" y="78010"/>
                </a:cubicBezTo>
                <a:cubicBezTo>
                  <a:pt x="231161" y="70485"/>
                  <a:pt x="208681" y="65437"/>
                  <a:pt x="199954" y="62960"/>
                </a:cubicBezTo>
                <a:cubicBezTo>
                  <a:pt x="197488" y="62960"/>
                  <a:pt x="194927" y="59150"/>
                  <a:pt x="194927" y="56674"/>
                </a:cubicBezTo>
                <a:lnTo>
                  <a:pt x="194927" y="15240"/>
                </a:lnTo>
                <a:lnTo>
                  <a:pt x="164952" y="15240"/>
                </a:lnTo>
                <a:lnTo>
                  <a:pt x="164952" y="56674"/>
                </a:lnTo>
                <a:cubicBezTo>
                  <a:pt x="164952" y="59150"/>
                  <a:pt x="162486" y="62960"/>
                  <a:pt x="158692" y="62960"/>
                </a:cubicBezTo>
                <a:cubicBezTo>
                  <a:pt x="149965" y="65437"/>
                  <a:pt x="128718" y="70485"/>
                  <a:pt x="117430" y="78010"/>
                </a:cubicBezTo>
                <a:cubicBezTo>
                  <a:pt x="113731" y="79248"/>
                  <a:pt x="109937" y="79248"/>
                  <a:pt x="107470" y="76771"/>
                </a:cubicBezTo>
                <a:lnTo>
                  <a:pt x="78729" y="47911"/>
                </a:lnTo>
                <a:lnTo>
                  <a:pt x="47522" y="79248"/>
                </a:lnTo>
                <a:lnTo>
                  <a:pt x="76263" y="108109"/>
                </a:lnTo>
                <a:cubicBezTo>
                  <a:pt x="78729" y="110585"/>
                  <a:pt x="78729" y="114395"/>
                  <a:pt x="77496" y="118110"/>
                </a:cubicBezTo>
                <a:cubicBezTo>
                  <a:pt x="70003" y="129445"/>
                  <a:pt x="64976" y="150686"/>
                  <a:pt x="62509" y="159544"/>
                </a:cubicBezTo>
                <a:cubicBezTo>
                  <a:pt x="62509" y="163354"/>
                  <a:pt x="58715" y="165830"/>
                  <a:pt x="56249" y="165830"/>
                </a:cubicBezTo>
                <a:lnTo>
                  <a:pt x="14987" y="165830"/>
                </a:lnTo>
                <a:lnTo>
                  <a:pt x="14987" y="195929"/>
                </a:lnTo>
                <a:lnTo>
                  <a:pt x="56249" y="195929"/>
                </a:lnTo>
                <a:cubicBezTo>
                  <a:pt x="58715" y="195929"/>
                  <a:pt x="62509" y="198406"/>
                  <a:pt x="62509" y="200977"/>
                </a:cubicBezTo>
                <a:cubicBezTo>
                  <a:pt x="64976" y="209740"/>
                  <a:pt x="70003" y="232315"/>
                  <a:pt x="77496" y="243650"/>
                </a:cubicBezTo>
                <a:cubicBezTo>
                  <a:pt x="78729" y="246126"/>
                  <a:pt x="78729" y="249936"/>
                  <a:pt x="76263" y="252413"/>
                </a:cubicBezTo>
                <a:lnTo>
                  <a:pt x="47522" y="281273"/>
                </a:lnTo>
                <a:lnTo>
                  <a:pt x="78729" y="313849"/>
                </a:lnTo>
                <a:lnTo>
                  <a:pt x="107470" y="283750"/>
                </a:lnTo>
                <a:cubicBezTo>
                  <a:pt x="109937" y="281273"/>
                  <a:pt x="113731" y="281273"/>
                  <a:pt x="117430" y="283750"/>
                </a:cubicBezTo>
                <a:cubicBezTo>
                  <a:pt x="128718" y="290036"/>
                  <a:pt x="149871" y="295084"/>
                  <a:pt x="158692" y="297561"/>
                </a:cubicBezTo>
                <a:cubicBezTo>
                  <a:pt x="162486" y="298799"/>
                  <a:pt x="164952" y="301371"/>
                  <a:pt x="164952" y="305086"/>
                </a:cubicBezTo>
                <a:lnTo>
                  <a:pt x="164952" y="346519"/>
                </a:lnTo>
                <a:close/>
                <a:moveTo>
                  <a:pt x="202420" y="361569"/>
                </a:moveTo>
                <a:lnTo>
                  <a:pt x="157459" y="361569"/>
                </a:lnTo>
                <a:cubicBezTo>
                  <a:pt x="152432" y="361569"/>
                  <a:pt x="149965" y="357854"/>
                  <a:pt x="149965" y="354044"/>
                </a:cubicBezTo>
                <a:lnTo>
                  <a:pt x="149965" y="310134"/>
                </a:lnTo>
                <a:cubicBezTo>
                  <a:pt x="137445" y="307657"/>
                  <a:pt x="125019" y="303848"/>
                  <a:pt x="114964" y="298799"/>
                </a:cubicBezTo>
                <a:lnTo>
                  <a:pt x="83757" y="328898"/>
                </a:lnTo>
                <a:cubicBezTo>
                  <a:pt x="81291" y="332708"/>
                  <a:pt x="76263" y="332708"/>
                  <a:pt x="73797" y="328898"/>
                </a:cubicBezTo>
                <a:lnTo>
                  <a:pt x="31302" y="287465"/>
                </a:lnTo>
                <a:cubicBezTo>
                  <a:pt x="30069" y="284988"/>
                  <a:pt x="28836" y="283655"/>
                  <a:pt x="28836" y="281178"/>
                </a:cubicBezTo>
                <a:cubicBezTo>
                  <a:pt x="28836" y="279940"/>
                  <a:pt x="30069" y="277463"/>
                  <a:pt x="31302" y="276130"/>
                </a:cubicBezTo>
                <a:lnTo>
                  <a:pt x="61276" y="246031"/>
                </a:lnTo>
                <a:cubicBezTo>
                  <a:pt x="56249" y="236029"/>
                  <a:pt x="52550" y="222218"/>
                  <a:pt x="49989" y="210884"/>
                </a:cubicBezTo>
                <a:lnTo>
                  <a:pt x="7494" y="210884"/>
                </a:lnTo>
                <a:cubicBezTo>
                  <a:pt x="2466" y="210884"/>
                  <a:pt x="0" y="207169"/>
                  <a:pt x="0" y="203359"/>
                </a:cubicBezTo>
                <a:lnTo>
                  <a:pt x="0" y="158210"/>
                </a:lnTo>
                <a:cubicBezTo>
                  <a:pt x="0" y="153162"/>
                  <a:pt x="2466" y="150686"/>
                  <a:pt x="7494" y="150686"/>
                </a:cubicBezTo>
                <a:lnTo>
                  <a:pt x="49989" y="150686"/>
                </a:lnTo>
                <a:cubicBezTo>
                  <a:pt x="52455" y="138113"/>
                  <a:pt x="56249" y="125635"/>
                  <a:pt x="61276" y="115538"/>
                </a:cubicBezTo>
                <a:lnTo>
                  <a:pt x="31302" y="84201"/>
                </a:lnTo>
                <a:cubicBezTo>
                  <a:pt x="30069" y="82963"/>
                  <a:pt x="28836" y="81725"/>
                  <a:pt x="28836" y="79153"/>
                </a:cubicBezTo>
                <a:cubicBezTo>
                  <a:pt x="28836" y="76581"/>
                  <a:pt x="30069" y="75343"/>
                  <a:pt x="31302" y="74104"/>
                </a:cubicBezTo>
                <a:lnTo>
                  <a:pt x="73797" y="31432"/>
                </a:lnTo>
                <a:cubicBezTo>
                  <a:pt x="76263" y="28956"/>
                  <a:pt x="81291" y="28956"/>
                  <a:pt x="83757" y="31432"/>
                </a:cubicBezTo>
                <a:lnTo>
                  <a:pt x="114964" y="61531"/>
                </a:lnTo>
                <a:cubicBezTo>
                  <a:pt x="124924" y="56483"/>
                  <a:pt x="137445" y="52769"/>
                  <a:pt x="149965" y="50197"/>
                </a:cubicBezTo>
                <a:lnTo>
                  <a:pt x="149965" y="7525"/>
                </a:lnTo>
                <a:cubicBezTo>
                  <a:pt x="149965" y="2476"/>
                  <a:pt x="152432" y="0"/>
                  <a:pt x="157459" y="0"/>
                </a:cubicBezTo>
                <a:lnTo>
                  <a:pt x="202420" y="0"/>
                </a:lnTo>
                <a:cubicBezTo>
                  <a:pt x="206214" y="0"/>
                  <a:pt x="209914" y="2476"/>
                  <a:pt x="209914" y="7525"/>
                </a:cubicBezTo>
                <a:lnTo>
                  <a:pt x="209914" y="50197"/>
                </a:lnTo>
                <a:cubicBezTo>
                  <a:pt x="221201" y="52673"/>
                  <a:pt x="234860" y="56483"/>
                  <a:pt x="244915" y="61531"/>
                </a:cubicBezTo>
                <a:lnTo>
                  <a:pt x="274889" y="31432"/>
                </a:lnTo>
                <a:cubicBezTo>
                  <a:pt x="277355" y="28956"/>
                  <a:pt x="282383" y="28956"/>
                  <a:pt x="284849" y="31432"/>
                </a:cubicBezTo>
                <a:lnTo>
                  <a:pt x="327344" y="74104"/>
                </a:lnTo>
                <a:cubicBezTo>
                  <a:pt x="329810" y="75343"/>
                  <a:pt x="329810" y="76581"/>
                  <a:pt x="329810" y="79153"/>
                </a:cubicBezTo>
                <a:cubicBezTo>
                  <a:pt x="329810" y="81725"/>
                  <a:pt x="329810" y="82963"/>
                  <a:pt x="327344" y="84201"/>
                </a:cubicBezTo>
                <a:lnTo>
                  <a:pt x="297370" y="115538"/>
                </a:lnTo>
                <a:cubicBezTo>
                  <a:pt x="302397" y="125540"/>
                  <a:pt x="306096" y="138113"/>
                  <a:pt x="308657" y="150686"/>
                </a:cubicBezTo>
                <a:lnTo>
                  <a:pt x="352386" y="150686"/>
                </a:lnTo>
                <a:cubicBezTo>
                  <a:pt x="356180" y="150686"/>
                  <a:pt x="359879" y="153162"/>
                  <a:pt x="359879" y="158210"/>
                </a:cubicBezTo>
                <a:lnTo>
                  <a:pt x="359879" y="203359"/>
                </a:lnTo>
                <a:cubicBezTo>
                  <a:pt x="359879" y="207169"/>
                  <a:pt x="356180" y="210884"/>
                  <a:pt x="352386" y="210884"/>
                </a:cubicBezTo>
                <a:lnTo>
                  <a:pt x="308657" y="210884"/>
                </a:lnTo>
                <a:cubicBezTo>
                  <a:pt x="306191" y="222218"/>
                  <a:pt x="302397" y="235934"/>
                  <a:pt x="297370" y="246031"/>
                </a:cubicBezTo>
                <a:lnTo>
                  <a:pt x="327344" y="276130"/>
                </a:lnTo>
                <a:cubicBezTo>
                  <a:pt x="331138" y="278606"/>
                  <a:pt x="331138" y="283655"/>
                  <a:pt x="327344" y="287465"/>
                </a:cubicBezTo>
                <a:lnTo>
                  <a:pt x="284849" y="328898"/>
                </a:lnTo>
                <a:cubicBezTo>
                  <a:pt x="282383" y="332708"/>
                  <a:pt x="277355" y="332708"/>
                  <a:pt x="274889" y="328898"/>
                </a:cubicBezTo>
                <a:lnTo>
                  <a:pt x="244915" y="298799"/>
                </a:lnTo>
                <a:cubicBezTo>
                  <a:pt x="234955" y="303848"/>
                  <a:pt x="221201" y="307562"/>
                  <a:pt x="209914" y="310134"/>
                </a:cubicBezTo>
                <a:lnTo>
                  <a:pt x="209914" y="354044"/>
                </a:lnTo>
                <a:cubicBezTo>
                  <a:pt x="209914" y="357854"/>
                  <a:pt x="206214" y="361569"/>
                  <a:pt x="202420" y="361569"/>
                </a:cubicBezTo>
                <a:close/>
                <a:moveTo>
                  <a:pt x="179940" y="120586"/>
                </a:moveTo>
                <a:cubicBezTo>
                  <a:pt x="146076" y="120586"/>
                  <a:pt x="119802" y="146971"/>
                  <a:pt x="119802" y="180975"/>
                </a:cubicBezTo>
                <a:cubicBezTo>
                  <a:pt x="119802" y="214979"/>
                  <a:pt x="146076" y="241363"/>
                  <a:pt x="179940" y="241363"/>
                </a:cubicBezTo>
                <a:cubicBezTo>
                  <a:pt x="213803" y="241363"/>
                  <a:pt x="240077" y="213646"/>
                  <a:pt x="240077" y="180975"/>
                </a:cubicBezTo>
                <a:cubicBezTo>
                  <a:pt x="240077" y="148304"/>
                  <a:pt x="212475" y="120586"/>
                  <a:pt x="179940" y="120586"/>
                </a:cubicBezTo>
                <a:close/>
                <a:moveTo>
                  <a:pt x="179940" y="256508"/>
                </a:moveTo>
                <a:cubicBezTo>
                  <a:pt x="138583" y="256508"/>
                  <a:pt x="104815" y="222504"/>
                  <a:pt x="104815" y="181070"/>
                </a:cubicBezTo>
                <a:cubicBezTo>
                  <a:pt x="104815" y="139636"/>
                  <a:pt x="138678" y="105632"/>
                  <a:pt x="179940" y="105632"/>
                </a:cubicBezTo>
                <a:cubicBezTo>
                  <a:pt x="221201" y="105632"/>
                  <a:pt x="255064" y="139636"/>
                  <a:pt x="255064" y="181070"/>
                </a:cubicBezTo>
                <a:cubicBezTo>
                  <a:pt x="255064" y="222504"/>
                  <a:pt x="221201" y="256508"/>
                  <a:pt x="179940" y="25650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0" name="Graphic 167">
            <a:extLst>
              <a:ext uri="{FF2B5EF4-FFF2-40B4-BE49-F238E27FC236}">
                <a16:creationId xmlns:a16="http://schemas.microsoft.com/office/drawing/2014/main" id="{0FE9E006-32FC-41A8-A14A-464A7B9B36C2}"/>
              </a:ext>
            </a:extLst>
          </p:cNvPr>
          <p:cNvSpPr/>
          <p:nvPr/>
        </p:nvSpPr>
        <p:spPr>
          <a:xfrm>
            <a:off x="7877303" y="2782683"/>
            <a:ext cx="477406" cy="479646"/>
          </a:xfrm>
          <a:custGeom>
            <a:avLst/>
            <a:gdLst>
              <a:gd name="connsiteX0" fmla="*/ 164952 w 359879"/>
              <a:gd name="connsiteY0" fmla="*/ 346519 h 361568"/>
              <a:gd name="connsiteX1" fmla="*/ 194927 w 359879"/>
              <a:gd name="connsiteY1" fmla="*/ 346519 h 361568"/>
              <a:gd name="connsiteX2" fmla="*/ 194927 w 359879"/>
              <a:gd name="connsiteY2" fmla="*/ 305086 h 361568"/>
              <a:gd name="connsiteX3" fmla="*/ 199954 w 359879"/>
              <a:gd name="connsiteY3" fmla="*/ 297561 h 361568"/>
              <a:gd name="connsiteX4" fmla="*/ 242449 w 359879"/>
              <a:gd name="connsiteY4" fmla="*/ 283750 h 361568"/>
              <a:gd name="connsiteX5" fmla="*/ 251175 w 359879"/>
              <a:gd name="connsiteY5" fmla="*/ 283750 h 361568"/>
              <a:gd name="connsiteX6" fmla="*/ 279916 w 359879"/>
              <a:gd name="connsiteY6" fmla="*/ 313849 h 361568"/>
              <a:gd name="connsiteX7" fmla="*/ 312357 w 359879"/>
              <a:gd name="connsiteY7" fmla="*/ 281273 h 361568"/>
              <a:gd name="connsiteX8" fmla="*/ 282383 w 359879"/>
              <a:gd name="connsiteY8" fmla="*/ 252413 h 361568"/>
              <a:gd name="connsiteX9" fmla="*/ 282383 w 359879"/>
              <a:gd name="connsiteY9" fmla="*/ 243650 h 361568"/>
              <a:gd name="connsiteX10" fmla="*/ 296137 w 359879"/>
              <a:gd name="connsiteY10" fmla="*/ 200977 h 361568"/>
              <a:gd name="connsiteX11" fmla="*/ 303630 w 359879"/>
              <a:gd name="connsiteY11" fmla="*/ 195929 h 361568"/>
              <a:gd name="connsiteX12" fmla="*/ 344892 w 359879"/>
              <a:gd name="connsiteY12" fmla="*/ 195929 h 361568"/>
              <a:gd name="connsiteX13" fmla="*/ 344892 w 359879"/>
              <a:gd name="connsiteY13" fmla="*/ 165830 h 361568"/>
              <a:gd name="connsiteX14" fmla="*/ 303630 w 359879"/>
              <a:gd name="connsiteY14" fmla="*/ 165830 h 361568"/>
              <a:gd name="connsiteX15" fmla="*/ 296137 w 359879"/>
              <a:gd name="connsiteY15" fmla="*/ 159544 h 361568"/>
              <a:gd name="connsiteX16" fmla="*/ 282383 w 359879"/>
              <a:gd name="connsiteY16" fmla="*/ 118110 h 361568"/>
              <a:gd name="connsiteX17" fmla="*/ 282383 w 359879"/>
              <a:gd name="connsiteY17" fmla="*/ 108109 h 361568"/>
              <a:gd name="connsiteX18" fmla="*/ 312357 w 359879"/>
              <a:gd name="connsiteY18" fmla="*/ 79248 h 361568"/>
              <a:gd name="connsiteX19" fmla="*/ 279916 w 359879"/>
              <a:gd name="connsiteY19" fmla="*/ 47911 h 361568"/>
              <a:gd name="connsiteX20" fmla="*/ 251175 w 359879"/>
              <a:gd name="connsiteY20" fmla="*/ 76771 h 361568"/>
              <a:gd name="connsiteX21" fmla="*/ 242449 w 359879"/>
              <a:gd name="connsiteY21" fmla="*/ 78010 h 361568"/>
              <a:gd name="connsiteX22" fmla="*/ 199954 w 359879"/>
              <a:gd name="connsiteY22" fmla="*/ 62960 h 361568"/>
              <a:gd name="connsiteX23" fmla="*/ 194927 w 359879"/>
              <a:gd name="connsiteY23" fmla="*/ 56674 h 361568"/>
              <a:gd name="connsiteX24" fmla="*/ 194927 w 359879"/>
              <a:gd name="connsiteY24" fmla="*/ 15240 h 361568"/>
              <a:gd name="connsiteX25" fmla="*/ 164952 w 359879"/>
              <a:gd name="connsiteY25" fmla="*/ 15240 h 361568"/>
              <a:gd name="connsiteX26" fmla="*/ 164952 w 359879"/>
              <a:gd name="connsiteY26" fmla="*/ 56674 h 361568"/>
              <a:gd name="connsiteX27" fmla="*/ 158692 w 359879"/>
              <a:gd name="connsiteY27" fmla="*/ 62960 h 361568"/>
              <a:gd name="connsiteX28" fmla="*/ 117430 w 359879"/>
              <a:gd name="connsiteY28" fmla="*/ 78010 h 361568"/>
              <a:gd name="connsiteX29" fmla="*/ 107470 w 359879"/>
              <a:gd name="connsiteY29" fmla="*/ 76771 h 361568"/>
              <a:gd name="connsiteX30" fmla="*/ 78729 w 359879"/>
              <a:gd name="connsiteY30" fmla="*/ 47911 h 361568"/>
              <a:gd name="connsiteX31" fmla="*/ 47522 w 359879"/>
              <a:gd name="connsiteY31" fmla="*/ 79248 h 361568"/>
              <a:gd name="connsiteX32" fmla="*/ 76263 w 359879"/>
              <a:gd name="connsiteY32" fmla="*/ 108109 h 361568"/>
              <a:gd name="connsiteX33" fmla="*/ 77496 w 359879"/>
              <a:gd name="connsiteY33" fmla="*/ 118110 h 361568"/>
              <a:gd name="connsiteX34" fmla="*/ 62509 w 359879"/>
              <a:gd name="connsiteY34" fmla="*/ 159544 h 361568"/>
              <a:gd name="connsiteX35" fmla="*/ 56249 w 359879"/>
              <a:gd name="connsiteY35" fmla="*/ 165830 h 361568"/>
              <a:gd name="connsiteX36" fmla="*/ 14987 w 359879"/>
              <a:gd name="connsiteY36" fmla="*/ 165830 h 361568"/>
              <a:gd name="connsiteX37" fmla="*/ 14987 w 359879"/>
              <a:gd name="connsiteY37" fmla="*/ 195929 h 361568"/>
              <a:gd name="connsiteX38" fmla="*/ 56249 w 359879"/>
              <a:gd name="connsiteY38" fmla="*/ 195929 h 361568"/>
              <a:gd name="connsiteX39" fmla="*/ 62509 w 359879"/>
              <a:gd name="connsiteY39" fmla="*/ 200977 h 361568"/>
              <a:gd name="connsiteX40" fmla="*/ 77496 w 359879"/>
              <a:gd name="connsiteY40" fmla="*/ 243650 h 361568"/>
              <a:gd name="connsiteX41" fmla="*/ 76263 w 359879"/>
              <a:gd name="connsiteY41" fmla="*/ 252413 h 361568"/>
              <a:gd name="connsiteX42" fmla="*/ 47522 w 359879"/>
              <a:gd name="connsiteY42" fmla="*/ 281273 h 361568"/>
              <a:gd name="connsiteX43" fmla="*/ 78729 w 359879"/>
              <a:gd name="connsiteY43" fmla="*/ 313849 h 361568"/>
              <a:gd name="connsiteX44" fmla="*/ 107470 w 359879"/>
              <a:gd name="connsiteY44" fmla="*/ 283750 h 361568"/>
              <a:gd name="connsiteX45" fmla="*/ 117430 w 359879"/>
              <a:gd name="connsiteY45" fmla="*/ 283750 h 361568"/>
              <a:gd name="connsiteX46" fmla="*/ 158692 w 359879"/>
              <a:gd name="connsiteY46" fmla="*/ 297561 h 361568"/>
              <a:gd name="connsiteX47" fmla="*/ 164952 w 359879"/>
              <a:gd name="connsiteY47" fmla="*/ 305086 h 361568"/>
              <a:gd name="connsiteX48" fmla="*/ 164952 w 359879"/>
              <a:gd name="connsiteY48" fmla="*/ 346519 h 361568"/>
              <a:gd name="connsiteX49" fmla="*/ 202420 w 359879"/>
              <a:gd name="connsiteY49" fmla="*/ 361569 h 361568"/>
              <a:gd name="connsiteX50" fmla="*/ 157459 w 359879"/>
              <a:gd name="connsiteY50" fmla="*/ 361569 h 361568"/>
              <a:gd name="connsiteX51" fmla="*/ 149965 w 359879"/>
              <a:gd name="connsiteY51" fmla="*/ 354044 h 361568"/>
              <a:gd name="connsiteX52" fmla="*/ 149965 w 359879"/>
              <a:gd name="connsiteY52" fmla="*/ 310134 h 361568"/>
              <a:gd name="connsiteX53" fmla="*/ 114964 w 359879"/>
              <a:gd name="connsiteY53" fmla="*/ 298799 h 361568"/>
              <a:gd name="connsiteX54" fmla="*/ 83757 w 359879"/>
              <a:gd name="connsiteY54" fmla="*/ 328898 h 361568"/>
              <a:gd name="connsiteX55" fmla="*/ 73797 w 359879"/>
              <a:gd name="connsiteY55" fmla="*/ 328898 h 361568"/>
              <a:gd name="connsiteX56" fmla="*/ 31302 w 359879"/>
              <a:gd name="connsiteY56" fmla="*/ 287465 h 361568"/>
              <a:gd name="connsiteX57" fmla="*/ 28836 w 359879"/>
              <a:gd name="connsiteY57" fmla="*/ 281178 h 361568"/>
              <a:gd name="connsiteX58" fmla="*/ 31302 w 359879"/>
              <a:gd name="connsiteY58" fmla="*/ 276130 h 361568"/>
              <a:gd name="connsiteX59" fmla="*/ 61276 w 359879"/>
              <a:gd name="connsiteY59" fmla="*/ 246031 h 361568"/>
              <a:gd name="connsiteX60" fmla="*/ 49989 w 359879"/>
              <a:gd name="connsiteY60" fmla="*/ 210884 h 361568"/>
              <a:gd name="connsiteX61" fmla="*/ 7494 w 359879"/>
              <a:gd name="connsiteY61" fmla="*/ 210884 h 361568"/>
              <a:gd name="connsiteX62" fmla="*/ 0 w 359879"/>
              <a:gd name="connsiteY62" fmla="*/ 203359 h 361568"/>
              <a:gd name="connsiteX63" fmla="*/ 0 w 359879"/>
              <a:gd name="connsiteY63" fmla="*/ 158210 h 361568"/>
              <a:gd name="connsiteX64" fmla="*/ 7494 w 359879"/>
              <a:gd name="connsiteY64" fmla="*/ 150686 h 361568"/>
              <a:gd name="connsiteX65" fmla="*/ 49989 w 359879"/>
              <a:gd name="connsiteY65" fmla="*/ 150686 h 361568"/>
              <a:gd name="connsiteX66" fmla="*/ 61276 w 359879"/>
              <a:gd name="connsiteY66" fmla="*/ 115538 h 361568"/>
              <a:gd name="connsiteX67" fmla="*/ 31302 w 359879"/>
              <a:gd name="connsiteY67" fmla="*/ 84201 h 361568"/>
              <a:gd name="connsiteX68" fmla="*/ 28836 w 359879"/>
              <a:gd name="connsiteY68" fmla="*/ 79153 h 361568"/>
              <a:gd name="connsiteX69" fmla="*/ 31302 w 359879"/>
              <a:gd name="connsiteY69" fmla="*/ 74104 h 361568"/>
              <a:gd name="connsiteX70" fmla="*/ 73797 w 359879"/>
              <a:gd name="connsiteY70" fmla="*/ 31432 h 361568"/>
              <a:gd name="connsiteX71" fmla="*/ 83757 w 359879"/>
              <a:gd name="connsiteY71" fmla="*/ 31432 h 361568"/>
              <a:gd name="connsiteX72" fmla="*/ 114964 w 359879"/>
              <a:gd name="connsiteY72" fmla="*/ 61531 h 361568"/>
              <a:gd name="connsiteX73" fmla="*/ 149965 w 359879"/>
              <a:gd name="connsiteY73" fmla="*/ 50197 h 361568"/>
              <a:gd name="connsiteX74" fmla="*/ 149965 w 359879"/>
              <a:gd name="connsiteY74" fmla="*/ 7525 h 361568"/>
              <a:gd name="connsiteX75" fmla="*/ 157459 w 359879"/>
              <a:gd name="connsiteY75" fmla="*/ 0 h 361568"/>
              <a:gd name="connsiteX76" fmla="*/ 202420 w 359879"/>
              <a:gd name="connsiteY76" fmla="*/ 0 h 361568"/>
              <a:gd name="connsiteX77" fmla="*/ 209914 w 359879"/>
              <a:gd name="connsiteY77" fmla="*/ 7525 h 361568"/>
              <a:gd name="connsiteX78" fmla="*/ 209914 w 359879"/>
              <a:gd name="connsiteY78" fmla="*/ 50197 h 361568"/>
              <a:gd name="connsiteX79" fmla="*/ 244915 w 359879"/>
              <a:gd name="connsiteY79" fmla="*/ 61531 h 361568"/>
              <a:gd name="connsiteX80" fmla="*/ 274889 w 359879"/>
              <a:gd name="connsiteY80" fmla="*/ 31432 h 361568"/>
              <a:gd name="connsiteX81" fmla="*/ 284849 w 359879"/>
              <a:gd name="connsiteY81" fmla="*/ 31432 h 361568"/>
              <a:gd name="connsiteX82" fmla="*/ 327344 w 359879"/>
              <a:gd name="connsiteY82" fmla="*/ 74104 h 361568"/>
              <a:gd name="connsiteX83" fmla="*/ 329810 w 359879"/>
              <a:gd name="connsiteY83" fmla="*/ 79153 h 361568"/>
              <a:gd name="connsiteX84" fmla="*/ 327344 w 359879"/>
              <a:gd name="connsiteY84" fmla="*/ 84201 h 361568"/>
              <a:gd name="connsiteX85" fmla="*/ 297370 w 359879"/>
              <a:gd name="connsiteY85" fmla="*/ 115538 h 361568"/>
              <a:gd name="connsiteX86" fmla="*/ 308657 w 359879"/>
              <a:gd name="connsiteY86" fmla="*/ 150686 h 361568"/>
              <a:gd name="connsiteX87" fmla="*/ 352386 w 359879"/>
              <a:gd name="connsiteY87" fmla="*/ 150686 h 361568"/>
              <a:gd name="connsiteX88" fmla="*/ 359879 w 359879"/>
              <a:gd name="connsiteY88" fmla="*/ 158210 h 361568"/>
              <a:gd name="connsiteX89" fmla="*/ 359879 w 359879"/>
              <a:gd name="connsiteY89" fmla="*/ 203359 h 361568"/>
              <a:gd name="connsiteX90" fmla="*/ 352386 w 359879"/>
              <a:gd name="connsiteY90" fmla="*/ 210884 h 361568"/>
              <a:gd name="connsiteX91" fmla="*/ 308657 w 359879"/>
              <a:gd name="connsiteY91" fmla="*/ 210884 h 361568"/>
              <a:gd name="connsiteX92" fmla="*/ 297370 w 359879"/>
              <a:gd name="connsiteY92" fmla="*/ 246031 h 361568"/>
              <a:gd name="connsiteX93" fmla="*/ 327344 w 359879"/>
              <a:gd name="connsiteY93" fmla="*/ 276130 h 361568"/>
              <a:gd name="connsiteX94" fmla="*/ 327344 w 359879"/>
              <a:gd name="connsiteY94" fmla="*/ 287465 h 361568"/>
              <a:gd name="connsiteX95" fmla="*/ 284849 w 359879"/>
              <a:gd name="connsiteY95" fmla="*/ 328898 h 361568"/>
              <a:gd name="connsiteX96" fmla="*/ 274889 w 359879"/>
              <a:gd name="connsiteY96" fmla="*/ 328898 h 361568"/>
              <a:gd name="connsiteX97" fmla="*/ 244915 w 359879"/>
              <a:gd name="connsiteY97" fmla="*/ 298799 h 361568"/>
              <a:gd name="connsiteX98" fmla="*/ 209914 w 359879"/>
              <a:gd name="connsiteY98" fmla="*/ 310134 h 361568"/>
              <a:gd name="connsiteX99" fmla="*/ 209914 w 359879"/>
              <a:gd name="connsiteY99" fmla="*/ 354044 h 361568"/>
              <a:gd name="connsiteX100" fmla="*/ 202420 w 359879"/>
              <a:gd name="connsiteY100" fmla="*/ 361569 h 361568"/>
              <a:gd name="connsiteX101" fmla="*/ 179940 w 359879"/>
              <a:gd name="connsiteY101" fmla="*/ 120586 h 361568"/>
              <a:gd name="connsiteX102" fmla="*/ 119802 w 359879"/>
              <a:gd name="connsiteY102" fmla="*/ 180975 h 361568"/>
              <a:gd name="connsiteX103" fmla="*/ 179940 w 359879"/>
              <a:gd name="connsiteY103" fmla="*/ 241363 h 361568"/>
              <a:gd name="connsiteX104" fmla="*/ 240077 w 359879"/>
              <a:gd name="connsiteY104" fmla="*/ 180975 h 361568"/>
              <a:gd name="connsiteX105" fmla="*/ 179940 w 359879"/>
              <a:gd name="connsiteY105" fmla="*/ 120586 h 361568"/>
              <a:gd name="connsiteX106" fmla="*/ 179940 w 359879"/>
              <a:gd name="connsiteY106" fmla="*/ 256508 h 361568"/>
              <a:gd name="connsiteX107" fmla="*/ 104815 w 359879"/>
              <a:gd name="connsiteY107" fmla="*/ 181070 h 361568"/>
              <a:gd name="connsiteX108" fmla="*/ 179940 w 359879"/>
              <a:gd name="connsiteY108" fmla="*/ 105632 h 361568"/>
              <a:gd name="connsiteX109" fmla="*/ 255064 w 359879"/>
              <a:gd name="connsiteY109" fmla="*/ 181070 h 361568"/>
              <a:gd name="connsiteX110" fmla="*/ 179940 w 359879"/>
              <a:gd name="connsiteY110" fmla="*/ 256508 h 361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59879" h="361568">
                <a:moveTo>
                  <a:pt x="164952" y="346519"/>
                </a:moveTo>
                <a:lnTo>
                  <a:pt x="194927" y="346519"/>
                </a:lnTo>
                <a:lnTo>
                  <a:pt x="194927" y="305086"/>
                </a:lnTo>
                <a:cubicBezTo>
                  <a:pt x="194927" y="301371"/>
                  <a:pt x="197393" y="298799"/>
                  <a:pt x="199954" y="297561"/>
                </a:cubicBezTo>
                <a:cubicBezTo>
                  <a:pt x="208681" y="295084"/>
                  <a:pt x="231161" y="290036"/>
                  <a:pt x="242449" y="283750"/>
                </a:cubicBezTo>
                <a:cubicBezTo>
                  <a:pt x="244915" y="281273"/>
                  <a:pt x="248709" y="281273"/>
                  <a:pt x="251175" y="283750"/>
                </a:cubicBezTo>
                <a:lnTo>
                  <a:pt x="279916" y="313849"/>
                </a:lnTo>
                <a:lnTo>
                  <a:pt x="312357" y="281273"/>
                </a:lnTo>
                <a:lnTo>
                  <a:pt x="282383" y="252413"/>
                </a:lnTo>
                <a:cubicBezTo>
                  <a:pt x="279916" y="249936"/>
                  <a:pt x="279916" y="246126"/>
                  <a:pt x="282383" y="243650"/>
                </a:cubicBezTo>
                <a:cubicBezTo>
                  <a:pt x="288643" y="232315"/>
                  <a:pt x="293670" y="209740"/>
                  <a:pt x="296137" y="200977"/>
                </a:cubicBezTo>
                <a:cubicBezTo>
                  <a:pt x="297370" y="198501"/>
                  <a:pt x="299931" y="195929"/>
                  <a:pt x="303630" y="195929"/>
                </a:cubicBezTo>
                <a:lnTo>
                  <a:pt x="344892" y="195929"/>
                </a:lnTo>
                <a:lnTo>
                  <a:pt x="344892" y="165830"/>
                </a:lnTo>
                <a:lnTo>
                  <a:pt x="303630" y="165830"/>
                </a:lnTo>
                <a:cubicBezTo>
                  <a:pt x="299931" y="165830"/>
                  <a:pt x="296137" y="163354"/>
                  <a:pt x="296137" y="159544"/>
                </a:cubicBezTo>
                <a:cubicBezTo>
                  <a:pt x="293670" y="150781"/>
                  <a:pt x="288643" y="129445"/>
                  <a:pt x="282383" y="118110"/>
                </a:cubicBezTo>
                <a:cubicBezTo>
                  <a:pt x="279916" y="114395"/>
                  <a:pt x="279916" y="110585"/>
                  <a:pt x="282383" y="108109"/>
                </a:cubicBezTo>
                <a:lnTo>
                  <a:pt x="312357" y="79248"/>
                </a:lnTo>
                <a:lnTo>
                  <a:pt x="279916" y="47911"/>
                </a:lnTo>
                <a:lnTo>
                  <a:pt x="251175" y="76771"/>
                </a:lnTo>
                <a:cubicBezTo>
                  <a:pt x="248709" y="79248"/>
                  <a:pt x="244915" y="79248"/>
                  <a:pt x="242449" y="78010"/>
                </a:cubicBezTo>
                <a:cubicBezTo>
                  <a:pt x="231161" y="70485"/>
                  <a:pt x="208681" y="65437"/>
                  <a:pt x="199954" y="62960"/>
                </a:cubicBezTo>
                <a:cubicBezTo>
                  <a:pt x="197488" y="62960"/>
                  <a:pt x="194927" y="59150"/>
                  <a:pt x="194927" y="56674"/>
                </a:cubicBezTo>
                <a:lnTo>
                  <a:pt x="194927" y="15240"/>
                </a:lnTo>
                <a:lnTo>
                  <a:pt x="164952" y="15240"/>
                </a:lnTo>
                <a:lnTo>
                  <a:pt x="164952" y="56674"/>
                </a:lnTo>
                <a:cubicBezTo>
                  <a:pt x="164952" y="59150"/>
                  <a:pt x="162486" y="62960"/>
                  <a:pt x="158692" y="62960"/>
                </a:cubicBezTo>
                <a:cubicBezTo>
                  <a:pt x="149965" y="65437"/>
                  <a:pt x="128718" y="70485"/>
                  <a:pt x="117430" y="78010"/>
                </a:cubicBezTo>
                <a:cubicBezTo>
                  <a:pt x="113731" y="79248"/>
                  <a:pt x="109937" y="79248"/>
                  <a:pt x="107470" y="76771"/>
                </a:cubicBezTo>
                <a:lnTo>
                  <a:pt x="78729" y="47911"/>
                </a:lnTo>
                <a:lnTo>
                  <a:pt x="47522" y="79248"/>
                </a:lnTo>
                <a:lnTo>
                  <a:pt x="76263" y="108109"/>
                </a:lnTo>
                <a:cubicBezTo>
                  <a:pt x="78729" y="110585"/>
                  <a:pt x="78729" y="114395"/>
                  <a:pt x="77496" y="118110"/>
                </a:cubicBezTo>
                <a:cubicBezTo>
                  <a:pt x="70003" y="129445"/>
                  <a:pt x="64976" y="150686"/>
                  <a:pt x="62509" y="159544"/>
                </a:cubicBezTo>
                <a:cubicBezTo>
                  <a:pt x="62509" y="163354"/>
                  <a:pt x="58715" y="165830"/>
                  <a:pt x="56249" y="165830"/>
                </a:cubicBezTo>
                <a:lnTo>
                  <a:pt x="14987" y="165830"/>
                </a:lnTo>
                <a:lnTo>
                  <a:pt x="14987" y="195929"/>
                </a:lnTo>
                <a:lnTo>
                  <a:pt x="56249" y="195929"/>
                </a:lnTo>
                <a:cubicBezTo>
                  <a:pt x="58715" y="195929"/>
                  <a:pt x="62509" y="198406"/>
                  <a:pt x="62509" y="200977"/>
                </a:cubicBezTo>
                <a:cubicBezTo>
                  <a:pt x="64976" y="209740"/>
                  <a:pt x="70003" y="232315"/>
                  <a:pt x="77496" y="243650"/>
                </a:cubicBezTo>
                <a:cubicBezTo>
                  <a:pt x="78729" y="246126"/>
                  <a:pt x="78729" y="249936"/>
                  <a:pt x="76263" y="252413"/>
                </a:cubicBezTo>
                <a:lnTo>
                  <a:pt x="47522" y="281273"/>
                </a:lnTo>
                <a:lnTo>
                  <a:pt x="78729" y="313849"/>
                </a:lnTo>
                <a:lnTo>
                  <a:pt x="107470" y="283750"/>
                </a:lnTo>
                <a:cubicBezTo>
                  <a:pt x="109937" y="281273"/>
                  <a:pt x="113731" y="281273"/>
                  <a:pt x="117430" y="283750"/>
                </a:cubicBezTo>
                <a:cubicBezTo>
                  <a:pt x="128718" y="290036"/>
                  <a:pt x="149871" y="295084"/>
                  <a:pt x="158692" y="297561"/>
                </a:cubicBezTo>
                <a:cubicBezTo>
                  <a:pt x="162486" y="298799"/>
                  <a:pt x="164952" y="301371"/>
                  <a:pt x="164952" y="305086"/>
                </a:cubicBezTo>
                <a:lnTo>
                  <a:pt x="164952" y="346519"/>
                </a:lnTo>
                <a:close/>
                <a:moveTo>
                  <a:pt x="202420" y="361569"/>
                </a:moveTo>
                <a:lnTo>
                  <a:pt x="157459" y="361569"/>
                </a:lnTo>
                <a:cubicBezTo>
                  <a:pt x="152432" y="361569"/>
                  <a:pt x="149965" y="357854"/>
                  <a:pt x="149965" y="354044"/>
                </a:cubicBezTo>
                <a:lnTo>
                  <a:pt x="149965" y="310134"/>
                </a:lnTo>
                <a:cubicBezTo>
                  <a:pt x="137445" y="307657"/>
                  <a:pt x="125019" y="303848"/>
                  <a:pt x="114964" y="298799"/>
                </a:cubicBezTo>
                <a:lnTo>
                  <a:pt x="83757" y="328898"/>
                </a:lnTo>
                <a:cubicBezTo>
                  <a:pt x="81291" y="332708"/>
                  <a:pt x="76263" y="332708"/>
                  <a:pt x="73797" y="328898"/>
                </a:cubicBezTo>
                <a:lnTo>
                  <a:pt x="31302" y="287465"/>
                </a:lnTo>
                <a:cubicBezTo>
                  <a:pt x="30069" y="284988"/>
                  <a:pt x="28836" y="283655"/>
                  <a:pt x="28836" y="281178"/>
                </a:cubicBezTo>
                <a:cubicBezTo>
                  <a:pt x="28836" y="279940"/>
                  <a:pt x="30069" y="277463"/>
                  <a:pt x="31302" y="276130"/>
                </a:cubicBezTo>
                <a:lnTo>
                  <a:pt x="61276" y="246031"/>
                </a:lnTo>
                <a:cubicBezTo>
                  <a:pt x="56249" y="236029"/>
                  <a:pt x="52550" y="222218"/>
                  <a:pt x="49989" y="210884"/>
                </a:cubicBezTo>
                <a:lnTo>
                  <a:pt x="7494" y="210884"/>
                </a:lnTo>
                <a:cubicBezTo>
                  <a:pt x="2466" y="210884"/>
                  <a:pt x="0" y="207169"/>
                  <a:pt x="0" y="203359"/>
                </a:cubicBezTo>
                <a:lnTo>
                  <a:pt x="0" y="158210"/>
                </a:lnTo>
                <a:cubicBezTo>
                  <a:pt x="0" y="153162"/>
                  <a:pt x="2466" y="150686"/>
                  <a:pt x="7494" y="150686"/>
                </a:cubicBezTo>
                <a:lnTo>
                  <a:pt x="49989" y="150686"/>
                </a:lnTo>
                <a:cubicBezTo>
                  <a:pt x="52455" y="138113"/>
                  <a:pt x="56249" y="125635"/>
                  <a:pt x="61276" y="115538"/>
                </a:cubicBezTo>
                <a:lnTo>
                  <a:pt x="31302" y="84201"/>
                </a:lnTo>
                <a:cubicBezTo>
                  <a:pt x="30069" y="82963"/>
                  <a:pt x="28836" y="81725"/>
                  <a:pt x="28836" y="79153"/>
                </a:cubicBezTo>
                <a:cubicBezTo>
                  <a:pt x="28836" y="76581"/>
                  <a:pt x="30069" y="75343"/>
                  <a:pt x="31302" y="74104"/>
                </a:cubicBezTo>
                <a:lnTo>
                  <a:pt x="73797" y="31432"/>
                </a:lnTo>
                <a:cubicBezTo>
                  <a:pt x="76263" y="28956"/>
                  <a:pt x="81291" y="28956"/>
                  <a:pt x="83757" y="31432"/>
                </a:cubicBezTo>
                <a:lnTo>
                  <a:pt x="114964" y="61531"/>
                </a:lnTo>
                <a:cubicBezTo>
                  <a:pt x="124924" y="56483"/>
                  <a:pt x="137445" y="52769"/>
                  <a:pt x="149965" y="50197"/>
                </a:cubicBezTo>
                <a:lnTo>
                  <a:pt x="149965" y="7525"/>
                </a:lnTo>
                <a:cubicBezTo>
                  <a:pt x="149965" y="2476"/>
                  <a:pt x="152432" y="0"/>
                  <a:pt x="157459" y="0"/>
                </a:cubicBezTo>
                <a:lnTo>
                  <a:pt x="202420" y="0"/>
                </a:lnTo>
                <a:cubicBezTo>
                  <a:pt x="206214" y="0"/>
                  <a:pt x="209914" y="2476"/>
                  <a:pt x="209914" y="7525"/>
                </a:cubicBezTo>
                <a:lnTo>
                  <a:pt x="209914" y="50197"/>
                </a:lnTo>
                <a:cubicBezTo>
                  <a:pt x="221201" y="52673"/>
                  <a:pt x="234860" y="56483"/>
                  <a:pt x="244915" y="61531"/>
                </a:cubicBezTo>
                <a:lnTo>
                  <a:pt x="274889" y="31432"/>
                </a:lnTo>
                <a:cubicBezTo>
                  <a:pt x="277355" y="28956"/>
                  <a:pt x="282383" y="28956"/>
                  <a:pt x="284849" y="31432"/>
                </a:cubicBezTo>
                <a:lnTo>
                  <a:pt x="327344" y="74104"/>
                </a:lnTo>
                <a:cubicBezTo>
                  <a:pt x="329810" y="75343"/>
                  <a:pt x="329810" y="76581"/>
                  <a:pt x="329810" y="79153"/>
                </a:cubicBezTo>
                <a:cubicBezTo>
                  <a:pt x="329810" y="81725"/>
                  <a:pt x="329810" y="82963"/>
                  <a:pt x="327344" y="84201"/>
                </a:cubicBezTo>
                <a:lnTo>
                  <a:pt x="297370" y="115538"/>
                </a:lnTo>
                <a:cubicBezTo>
                  <a:pt x="302397" y="125540"/>
                  <a:pt x="306096" y="138113"/>
                  <a:pt x="308657" y="150686"/>
                </a:cubicBezTo>
                <a:lnTo>
                  <a:pt x="352386" y="150686"/>
                </a:lnTo>
                <a:cubicBezTo>
                  <a:pt x="356180" y="150686"/>
                  <a:pt x="359879" y="153162"/>
                  <a:pt x="359879" y="158210"/>
                </a:cubicBezTo>
                <a:lnTo>
                  <a:pt x="359879" y="203359"/>
                </a:lnTo>
                <a:cubicBezTo>
                  <a:pt x="359879" y="207169"/>
                  <a:pt x="356180" y="210884"/>
                  <a:pt x="352386" y="210884"/>
                </a:cubicBezTo>
                <a:lnTo>
                  <a:pt x="308657" y="210884"/>
                </a:lnTo>
                <a:cubicBezTo>
                  <a:pt x="306191" y="222218"/>
                  <a:pt x="302397" y="235934"/>
                  <a:pt x="297370" y="246031"/>
                </a:cubicBezTo>
                <a:lnTo>
                  <a:pt x="327344" y="276130"/>
                </a:lnTo>
                <a:cubicBezTo>
                  <a:pt x="331138" y="278606"/>
                  <a:pt x="331138" y="283655"/>
                  <a:pt x="327344" y="287465"/>
                </a:cubicBezTo>
                <a:lnTo>
                  <a:pt x="284849" y="328898"/>
                </a:lnTo>
                <a:cubicBezTo>
                  <a:pt x="282383" y="332708"/>
                  <a:pt x="277355" y="332708"/>
                  <a:pt x="274889" y="328898"/>
                </a:cubicBezTo>
                <a:lnTo>
                  <a:pt x="244915" y="298799"/>
                </a:lnTo>
                <a:cubicBezTo>
                  <a:pt x="234955" y="303848"/>
                  <a:pt x="221201" y="307562"/>
                  <a:pt x="209914" y="310134"/>
                </a:cubicBezTo>
                <a:lnTo>
                  <a:pt x="209914" y="354044"/>
                </a:lnTo>
                <a:cubicBezTo>
                  <a:pt x="209914" y="357854"/>
                  <a:pt x="206214" y="361569"/>
                  <a:pt x="202420" y="361569"/>
                </a:cubicBezTo>
                <a:close/>
                <a:moveTo>
                  <a:pt x="179940" y="120586"/>
                </a:moveTo>
                <a:cubicBezTo>
                  <a:pt x="146076" y="120586"/>
                  <a:pt x="119802" y="146971"/>
                  <a:pt x="119802" y="180975"/>
                </a:cubicBezTo>
                <a:cubicBezTo>
                  <a:pt x="119802" y="214979"/>
                  <a:pt x="146076" y="241363"/>
                  <a:pt x="179940" y="241363"/>
                </a:cubicBezTo>
                <a:cubicBezTo>
                  <a:pt x="213803" y="241363"/>
                  <a:pt x="240077" y="213646"/>
                  <a:pt x="240077" y="180975"/>
                </a:cubicBezTo>
                <a:cubicBezTo>
                  <a:pt x="240077" y="148304"/>
                  <a:pt x="212475" y="120586"/>
                  <a:pt x="179940" y="120586"/>
                </a:cubicBezTo>
                <a:close/>
                <a:moveTo>
                  <a:pt x="179940" y="256508"/>
                </a:moveTo>
                <a:cubicBezTo>
                  <a:pt x="138583" y="256508"/>
                  <a:pt x="104815" y="222504"/>
                  <a:pt x="104815" y="181070"/>
                </a:cubicBezTo>
                <a:cubicBezTo>
                  <a:pt x="104815" y="139636"/>
                  <a:pt x="138678" y="105632"/>
                  <a:pt x="179940" y="105632"/>
                </a:cubicBezTo>
                <a:cubicBezTo>
                  <a:pt x="221201" y="105632"/>
                  <a:pt x="255064" y="139636"/>
                  <a:pt x="255064" y="181070"/>
                </a:cubicBezTo>
                <a:cubicBezTo>
                  <a:pt x="255064" y="222504"/>
                  <a:pt x="221201" y="256508"/>
                  <a:pt x="179940" y="25650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1" name="Graphic 167">
            <a:extLst>
              <a:ext uri="{FF2B5EF4-FFF2-40B4-BE49-F238E27FC236}">
                <a16:creationId xmlns:a16="http://schemas.microsoft.com/office/drawing/2014/main" id="{21BF03F3-4986-280E-69F1-F012EE4918E0}"/>
              </a:ext>
            </a:extLst>
          </p:cNvPr>
          <p:cNvSpPr/>
          <p:nvPr/>
        </p:nvSpPr>
        <p:spPr>
          <a:xfrm>
            <a:off x="7112128" y="3443083"/>
            <a:ext cx="477406" cy="479646"/>
          </a:xfrm>
          <a:custGeom>
            <a:avLst/>
            <a:gdLst>
              <a:gd name="connsiteX0" fmla="*/ 164952 w 359879"/>
              <a:gd name="connsiteY0" fmla="*/ 346519 h 361568"/>
              <a:gd name="connsiteX1" fmla="*/ 194927 w 359879"/>
              <a:gd name="connsiteY1" fmla="*/ 346519 h 361568"/>
              <a:gd name="connsiteX2" fmla="*/ 194927 w 359879"/>
              <a:gd name="connsiteY2" fmla="*/ 305086 h 361568"/>
              <a:gd name="connsiteX3" fmla="*/ 199954 w 359879"/>
              <a:gd name="connsiteY3" fmla="*/ 297561 h 361568"/>
              <a:gd name="connsiteX4" fmla="*/ 242449 w 359879"/>
              <a:gd name="connsiteY4" fmla="*/ 283750 h 361568"/>
              <a:gd name="connsiteX5" fmla="*/ 251175 w 359879"/>
              <a:gd name="connsiteY5" fmla="*/ 283750 h 361568"/>
              <a:gd name="connsiteX6" fmla="*/ 279916 w 359879"/>
              <a:gd name="connsiteY6" fmla="*/ 313849 h 361568"/>
              <a:gd name="connsiteX7" fmla="*/ 312357 w 359879"/>
              <a:gd name="connsiteY7" fmla="*/ 281273 h 361568"/>
              <a:gd name="connsiteX8" fmla="*/ 282383 w 359879"/>
              <a:gd name="connsiteY8" fmla="*/ 252413 h 361568"/>
              <a:gd name="connsiteX9" fmla="*/ 282383 w 359879"/>
              <a:gd name="connsiteY9" fmla="*/ 243650 h 361568"/>
              <a:gd name="connsiteX10" fmla="*/ 296137 w 359879"/>
              <a:gd name="connsiteY10" fmla="*/ 200977 h 361568"/>
              <a:gd name="connsiteX11" fmla="*/ 303630 w 359879"/>
              <a:gd name="connsiteY11" fmla="*/ 195929 h 361568"/>
              <a:gd name="connsiteX12" fmla="*/ 344892 w 359879"/>
              <a:gd name="connsiteY12" fmla="*/ 195929 h 361568"/>
              <a:gd name="connsiteX13" fmla="*/ 344892 w 359879"/>
              <a:gd name="connsiteY13" fmla="*/ 165830 h 361568"/>
              <a:gd name="connsiteX14" fmla="*/ 303630 w 359879"/>
              <a:gd name="connsiteY14" fmla="*/ 165830 h 361568"/>
              <a:gd name="connsiteX15" fmla="*/ 296137 w 359879"/>
              <a:gd name="connsiteY15" fmla="*/ 159544 h 361568"/>
              <a:gd name="connsiteX16" fmla="*/ 282383 w 359879"/>
              <a:gd name="connsiteY16" fmla="*/ 118110 h 361568"/>
              <a:gd name="connsiteX17" fmla="*/ 282383 w 359879"/>
              <a:gd name="connsiteY17" fmla="*/ 108109 h 361568"/>
              <a:gd name="connsiteX18" fmla="*/ 312357 w 359879"/>
              <a:gd name="connsiteY18" fmla="*/ 79248 h 361568"/>
              <a:gd name="connsiteX19" fmla="*/ 279916 w 359879"/>
              <a:gd name="connsiteY19" fmla="*/ 47911 h 361568"/>
              <a:gd name="connsiteX20" fmla="*/ 251175 w 359879"/>
              <a:gd name="connsiteY20" fmla="*/ 76771 h 361568"/>
              <a:gd name="connsiteX21" fmla="*/ 242449 w 359879"/>
              <a:gd name="connsiteY21" fmla="*/ 78010 h 361568"/>
              <a:gd name="connsiteX22" fmla="*/ 199954 w 359879"/>
              <a:gd name="connsiteY22" fmla="*/ 62960 h 361568"/>
              <a:gd name="connsiteX23" fmla="*/ 194927 w 359879"/>
              <a:gd name="connsiteY23" fmla="*/ 56674 h 361568"/>
              <a:gd name="connsiteX24" fmla="*/ 194927 w 359879"/>
              <a:gd name="connsiteY24" fmla="*/ 15240 h 361568"/>
              <a:gd name="connsiteX25" fmla="*/ 164952 w 359879"/>
              <a:gd name="connsiteY25" fmla="*/ 15240 h 361568"/>
              <a:gd name="connsiteX26" fmla="*/ 164952 w 359879"/>
              <a:gd name="connsiteY26" fmla="*/ 56674 h 361568"/>
              <a:gd name="connsiteX27" fmla="*/ 158692 w 359879"/>
              <a:gd name="connsiteY27" fmla="*/ 62960 h 361568"/>
              <a:gd name="connsiteX28" fmla="*/ 117430 w 359879"/>
              <a:gd name="connsiteY28" fmla="*/ 78010 h 361568"/>
              <a:gd name="connsiteX29" fmla="*/ 107470 w 359879"/>
              <a:gd name="connsiteY29" fmla="*/ 76771 h 361568"/>
              <a:gd name="connsiteX30" fmla="*/ 78729 w 359879"/>
              <a:gd name="connsiteY30" fmla="*/ 47911 h 361568"/>
              <a:gd name="connsiteX31" fmla="*/ 47522 w 359879"/>
              <a:gd name="connsiteY31" fmla="*/ 79248 h 361568"/>
              <a:gd name="connsiteX32" fmla="*/ 76263 w 359879"/>
              <a:gd name="connsiteY32" fmla="*/ 108109 h 361568"/>
              <a:gd name="connsiteX33" fmla="*/ 77496 w 359879"/>
              <a:gd name="connsiteY33" fmla="*/ 118110 h 361568"/>
              <a:gd name="connsiteX34" fmla="*/ 62509 w 359879"/>
              <a:gd name="connsiteY34" fmla="*/ 159544 h 361568"/>
              <a:gd name="connsiteX35" fmla="*/ 56249 w 359879"/>
              <a:gd name="connsiteY35" fmla="*/ 165830 h 361568"/>
              <a:gd name="connsiteX36" fmla="*/ 14987 w 359879"/>
              <a:gd name="connsiteY36" fmla="*/ 165830 h 361568"/>
              <a:gd name="connsiteX37" fmla="*/ 14987 w 359879"/>
              <a:gd name="connsiteY37" fmla="*/ 195929 h 361568"/>
              <a:gd name="connsiteX38" fmla="*/ 56249 w 359879"/>
              <a:gd name="connsiteY38" fmla="*/ 195929 h 361568"/>
              <a:gd name="connsiteX39" fmla="*/ 62509 w 359879"/>
              <a:gd name="connsiteY39" fmla="*/ 200977 h 361568"/>
              <a:gd name="connsiteX40" fmla="*/ 77496 w 359879"/>
              <a:gd name="connsiteY40" fmla="*/ 243650 h 361568"/>
              <a:gd name="connsiteX41" fmla="*/ 76263 w 359879"/>
              <a:gd name="connsiteY41" fmla="*/ 252413 h 361568"/>
              <a:gd name="connsiteX42" fmla="*/ 47522 w 359879"/>
              <a:gd name="connsiteY42" fmla="*/ 281273 h 361568"/>
              <a:gd name="connsiteX43" fmla="*/ 78729 w 359879"/>
              <a:gd name="connsiteY43" fmla="*/ 313849 h 361568"/>
              <a:gd name="connsiteX44" fmla="*/ 107470 w 359879"/>
              <a:gd name="connsiteY44" fmla="*/ 283750 h 361568"/>
              <a:gd name="connsiteX45" fmla="*/ 117430 w 359879"/>
              <a:gd name="connsiteY45" fmla="*/ 283750 h 361568"/>
              <a:gd name="connsiteX46" fmla="*/ 158692 w 359879"/>
              <a:gd name="connsiteY46" fmla="*/ 297561 h 361568"/>
              <a:gd name="connsiteX47" fmla="*/ 164952 w 359879"/>
              <a:gd name="connsiteY47" fmla="*/ 305086 h 361568"/>
              <a:gd name="connsiteX48" fmla="*/ 164952 w 359879"/>
              <a:gd name="connsiteY48" fmla="*/ 346519 h 361568"/>
              <a:gd name="connsiteX49" fmla="*/ 202420 w 359879"/>
              <a:gd name="connsiteY49" fmla="*/ 361569 h 361568"/>
              <a:gd name="connsiteX50" fmla="*/ 157459 w 359879"/>
              <a:gd name="connsiteY50" fmla="*/ 361569 h 361568"/>
              <a:gd name="connsiteX51" fmla="*/ 149965 w 359879"/>
              <a:gd name="connsiteY51" fmla="*/ 354044 h 361568"/>
              <a:gd name="connsiteX52" fmla="*/ 149965 w 359879"/>
              <a:gd name="connsiteY52" fmla="*/ 310134 h 361568"/>
              <a:gd name="connsiteX53" fmla="*/ 114964 w 359879"/>
              <a:gd name="connsiteY53" fmla="*/ 298799 h 361568"/>
              <a:gd name="connsiteX54" fmla="*/ 83757 w 359879"/>
              <a:gd name="connsiteY54" fmla="*/ 328898 h 361568"/>
              <a:gd name="connsiteX55" fmla="*/ 73797 w 359879"/>
              <a:gd name="connsiteY55" fmla="*/ 328898 h 361568"/>
              <a:gd name="connsiteX56" fmla="*/ 31302 w 359879"/>
              <a:gd name="connsiteY56" fmla="*/ 287465 h 361568"/>
              <a:gd name="connsiteX57" fmla="*/ 28836 w 359879"/>
              <a:gd name="connsiteY57" fmla="*/ 281178 h 361568"/>
              <a:gd name="connsiteX58" fmla="*/ 31302 w 359879"/>
              <a:gd name="connsiteY58" fmla="*/ 276130 h 361568"/>
              <a:gd name="connsiteX59" fmla="*/ 61276 w 359879"/>
              <a:gd name="connsiteY59" fmla="*/ 246031 h 361568"/>
              <a:gd name="connsiteX60" fmla="*/ 49989 w 359879"/>
              <a:gd name="connsiteY60" fmla="*/ 210884 h 361568"/>
              <a:gd name="connsiteX61" fmla="*/ 7494 w 359879"/>
              <a:gd name="connsiteY61" fmla="*/ 210884 h 361568"/>
              <a:gd name="connsiteX62" fmla="*/ 0 w 359879"/>
              <a:gd name="connsiteY62" fmla="*/ 203359 h 361568"/>
              <a:gd name="connsiteX63" fmla="*/ 0 w 359879"/>
              <a:gd name="connsiteY63" fmla="*/ 158210 h 361568"/>
              <a:gd name="connsiteX64" fmla="*/ 7494 w 359879"/>
              <a:gd name="connsiteY64" fmla="*/ 150686 h 361568"/>
              <a:gd name="connsiteX65" fmla="*/ 49989 w 359879"/>
              <a:gd name="connsiteY65" fmla="*/ 150686 h 361568"/>
              <a:gd name="connsiteX66" fmla="*/ 61276 w 359879"/>
              <a:gd name="connsiteY66" fmla="*/ 115538 h 361568"/>
              <a:gd name="connsiteX67" fmla="*/ 31302 w 359879"/>
              <a:gd name="connsiteY67" fmla="*/ 84201 h 361568"/>
              <a:gd name="connsiteX68" fmla="*/ 28836 w 359879"/>
              <a:gd name="connsiteY68" fmla="*/ 79153 h 361568"/>
              <a:gd name="connsiteX69" fmla="*/ 31302 w 359879"/>
              <a:gd name="connsiteY69" fmla="*/ 74104 h 361568"/>
              <a:gd name="connsiteX70" fmla="*/ 73797 w 359879"/>
              <a:gd name="connsiteY70" fmla="*/ 31432 h 361568"/>
              <a:gd name="connsiteX71" fmla="*/ 83757 w 359879"/>
              <a:gd name="connsiteY71" fmla="*/ 31432 h 361568"/>
              <a:gd name="connsiteX72" fmla="*/ 114964 w 359879"/>
              <a:gd name="connsiteY72" fmla="*/ 61531 h 361568"/>
              <a:gd name="connsiteX73" fmla="*/ 149965 w 359879"/>
              <a:gd name="connsiteY73" fmla="*/ 50197 h 361568"/>
              <a:gd name="connsiteX74" fmla="*/ 149965 w 359879"/>
              <a:gd name="connsiteY74" fmla="*/ 7525 h 361568"/>
              <a:gd name="connsiteX75" fmla="*/ 157459 w 359879"/>
              <a:gd name="connsiteY75" fmla="*/ 0 h 361568"/>
              <a:gd name="connsiteX76" fmla="*/ 202420 w 359879"/>
              <a:gd name="connsiteY76" fmla="*/ 0 h 361568"/>
              <a:gd name="connsiteX77" fmla="*/ 209914 w 359879"/>
              <a:gd name="connsiteY77" fmla="*/ 7525 h 361568"/>
              <a:gd name="connsiteX78" fmla="*/ 209914 w 359879"/>
              <a:gd name="connsiteY78" fmla="*/ 50197 h 361568"/>
              <a:gd name="connsiteX79" fmla="*/ 244915 w 359879"/>
              <a:gd name="connsiteY79" fmla="*/ 61531 h 361568"/>
              <a:gd name="connsiteX80" fmla="*/ 274889 w 359879"/>
              <a:gd name="connsiteY80" fmla="*/ 31432 h 361568"/>
              <a:gd name="connsiteX81" fmla="*/ 284849 w 359879"/>
              <a:gd name="connsiteY81" fmla="*/ 31432 h 361568"/>
              <a:gd name="connsiteX82" fmla="*/ 327344 w 359879"/>
              <a:gd name="connsiteY82" fmla="*/ 74104 h 361568"/>
              <a:gd name="connsiteX83" fmla="*/ 329810 w 359879"/>
              <a:gd name="connsiteY83" fmla="*/ 79153 h 361568"/>
              <a:gd name="connsiteX84" fmla="*/ 327344 w 359879"/>
              <a:gd name="connsiteY84" fmla="*/ 84201 h 361568"/>
              <a:gd name="connsiteX85" fmla="*/ 297370 w 359879"/>
              <a:gd name="connsiteY85" fmla="*/ 115538 h 361568"/>
              <a:gd name="connsiteX86" fmla="*/ 308657 w 359879"/>
              <a:gd name="connsiteY86" fmla="*/ 150686 h 361568"/>
              <a:gd name="connsiteX87" fmla="*/ 352386 w 359879"/>
              <a:gd name="connsiteY87" fmla="*/ 150686 h 361568"/>
              <a:gd name="connsiteX88" fmla="*/ 359879 w 359879"/>
              <a:gd name="connsiteY88" fmla="*/ 158210 h 361568"/>
              <a:gd name="connsiteX89" fmla="*/ 359879 w 359879"/>
              <a:gd name="connsiteY89" fmla="*/ 203359 h 361568"/>
              <a:gd name="connsiteX90" fmla="*/ 352386 w 359879"/>
              <a:gd name="connsiteY90" fmla="*/ 210884 h 361568"/>
              <a:gd name="connsiteX91" fmla="*/ 308657 w 359879"/>
              <a:gd name="connsiteY91" fmla="*/ 210884 h 361568"/>
              <a:gd name="connsiteX92" fmla="*/ 297370 w 359879"/>
              <a:gd name="connsiteY92" fmla="*/ 246031 h 361568"/>
              <a:gd name="connsiteX93" fmla="*/ 327344 w 359879"/>
              <a:gd name="connsiteY93" fmla="*/ 276130 h 361568"/>
              <a:gd name="connsiteX94" fmla="*/ 327344 w 359879"/>
              <a:gd name="connsiteY94" fmla="*/ 287465 h 361568"/>
              <a:gd name="connsiteX95" fmla="*/ 284849 w 359879"/>
              <a:gd name="connsiteY95" fmla="*/ 328898 h 361568"/>
              <a:gd name="connsiteX96" fmla="*/ 274889 w 359879"/>
              <a:gd name="connsiteY96" fmla="*/ 328898 h 361568"/>
              <a:gd name="connsiteX97" fmla="*/ 244915 w 359879"/>
              <a:gd name="connsiteY97" fmla="*/ 298799 h 361568"/>
              <a:gd name="connsiteX98" fmla="*/ 209914 w 359879"/>
              <a:gd name="connsiteY98" fmla="*/ 310134 h 361568"/>
              <a:gd name="connsiteX99" fmla="*/ 209914 w 359879"/>
              <a:gd name="connsiteY99" fmla="*/ 354044 h 361568"/>
              <a:gd name="connsiteX100" fmla="*/ 202420 w 359879"/>
              <a:gd name="connsiteY100" fmla="*/ 361569 h 361568"/>
              <a:gd name="connsiteX101" fmla="*/ 179940 w 359879"/>
              <a:gd name="connsiteY101" fmla="*/ 120586 h 361568"/>
              <a:gd name="connsiteX102" fmla="*/ 119802 w 359879"/>
              <a:gd name="connsiteY102" fmla="*/ 180975 h 361568"/>
              <a:gd name="connsiteX103" fmla="*/ 179940 w 359879"/>
              <a:gd name="connsiteY103" fmla="*/ 241363 h 361568"/>
              <a:gd name="connsiteX104" fmla="*/ 240077 w 359879"/>
              <a:gd name="connsiteY104" fmla="*/ 180975 h 361568"/>
              <a:gd name="connsiteX105" fmla="*/ 179940 w 359879"/>
              <a:gd name="connsiteY105" fmla="*/ 120586 h 361568"/>
              <a:gd name="connsiteX106" fmla="*/ 179940 w 359879"/>
              <a:gd name="connsiteY106" fmla="*/ 256508 h 361568"/>
              <a:gd name="connsiteX107" fmla="*/ 104815 w 359879"/>
              <a:gd name="connsiteY107" fmla="*/ 181070 h 361568"/>
              <a:gd name="connsiteX108" fmla="*/ 179940 w 359879"/>
              <a:gd name="connsiteY108" fmla="*/ 105632 h 361568"/>
              <a:gd name="connsiteX109" fmla="*/ 255064 w 359879"/>
              <a:gd name="connsiteY109" fmla="*/ 181070 h 361568"/>
              <a:gd name="connsiteX110" fmla="*/ 179940 w 359879"/>
              <a:gd name="connsiteY110" fmla="*/ 256508 h 361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59879" h="361568">
                <a:moveTo>
                  <a:pt x="164952" y="346519"/>
                </a:moveTo>
                <a:lnTo>
                  <a:pt x="194927" y="346519"/>
                </a:lnTo>
                <a:lnTo>
                  <a:pt x="194927" y="305086"/>
                </a:lnTo>
                <a:cubicBezTo>
                  <a:pt x="194927" y="301371"/>
                  <a:pt x="197393" y="298799"/>
                  <a:pt x="199954" y="297561"/>
                </a:cubicBezTo>
                <a:cubicBezTo>
                  <a:pt x="208681" y="295084"/>
                  <a:pt x="231161" y="290036"/>
                  <a:pt x="242449" y="283750"/>
                </a:cubicBezTo>
                <a:cubicBezTo>
                  <a:pt x="244915" y="281273"/>
                  <a:pt x="248709" y="281273"/>
                  <a:pt x="251175" y="283750"/>
                </a:cubicBezTo>
                <a:lnTo>
                  <a:pt x="279916" y="313849"/>
                </a:lnTo>
                <a:lnTo>
                  <a:pt x="312357" y="281273"/>
                </a:lnTo>
                <a:lnTo>
                  <a:pt x="282383" y="252413"/>
                </a:lnTo>
                <a:cubicBezTo>
                  <a:pt x="279916" y="249936"/>
                  <a:pt x="279916" y="246126"/>
                  <a:pt x="282383" y="243650"/>
                </a:cubicBezTo>
                <a:cubicBezTo>
                  <a:pt x="288643" y="232315"/>
                  <a:pt x="293670" y="209740"/>
                  <a:pt x="296137" y="200977"/>
                </a:cubicBezTo>
                <a:cubicBezTo>
                  <a:pt x="297370" y="198501"/>
                  <a:pt x="299931" y="195929"/>
                  <a:pt x="303630" y="195929"/>
                </a:cubicBezTo>
                <a:lnTo>
                  <a:pt x="344892" y="195929"/>
                </a:lnTo>
                <a:lnTo>
                  <a:pt x="344892" y="165830"/>
                </a:lnTo>
                <a:lnTo>
                  <a:pt x="303630" y="165830"/>
                </a:lnTo>
                <a:cubicBezTo>
                  <a:pt x="299931" y="165830"/>
                  <a:pt x="296137" y="163354"/>
                  <a:pt x="296137" y="159544"/>
                </a:cubicBezTo>
                <a:cubicBezTo>
                  <a:pt x="293670" y="150781"/>
                  <a:pt x="288643" y="129445"/>
                  <a:pt x="282383" y="118110"/>
                </a:cubicBezTo>
                <a:cubicBezTo>
                  <a:pt x="279916" y="114395"/>
                  <a:pt x="279916" y="110585"/>
                  <a:pt x="282383" y="108109"/>
                </a:cubicBezTo>
                <a:lnTo>
                  <a:pt x="312357" y="79248"/>
                </a:lnTo>
                <a:lnTo>
                  <a:pt x="279916" y="47911"/>
                </a:lnTo>
                <a:lnTo>
                  <a:pt x="251175" y="76771"/>
                </a:lnTo>
                <a:cubicBezTo>
                  <a:pt x="248709" y="79248"/>
                  <a:pt x="244915" y="79248"/>
                  <a:pt x="242449" y="78010"/>
                </a:cubicBezTo>
                <a:cubicBezTo>
                  <a:pt x="231161" y="70485"/>
                  <a:pt x="208681" y="65437"/>
                  <a:pt x="199954" y="62960"/>
                </a:cubicBezTo>
                <a:cubicBezTo>
                  <a:pt x="197488" y="62960"/>
                  <a:pt x="194927" y="59150"/>
                  <a:pt x="194927" y="56674"/>
                </a:cubicBezTo>
                <a:lnTo>
                  <a:pt x="194927" y="15240"/>
                </a:lnTo>
                <a:lnTo>
                  <a:pt x="164952" y="15240"/>
                </a:lnTo>
                <a:lnTo>
                  <a:pt x="164952" y="56674"/>
                </a:lnTo>
                <a:cubicBezTo>
                  <a:pt x="164952" y="59150"/>
                  <a:pt x="162486" y="62960"/>
                  <a:pt x="158692" y="62960"/>
                </a:cubicBezTo>
                <a:cubicBezTo>
                  <a:pt x="149965" y="65437"/>
                  <a:pt x="128718" y="70485"/>
                  <a:pt x="117430" y="78010"/>
                </a:cubicBezTo>
                <a:cubicBezTo>
                  <a:pt x="113731" y="79248"/>
                  <a:pt x="109937" y="79248"/>
                  <a:pt x="107470" y="76771"/>
                </a:cubicBezTo>
                <a:lnTo>
                  <a:pt x="78729" y="47911"/>
                </a:lnTo>
                <a:lnTo>
                  <a:pt x="47522" y="79248"/>
                </a:lnTo>
                <a:lnTo>
                  <a:pt x="76263" y="108109"/>
                </a:lnTo>
                <a:cubicBezTo>
                  <a:pt x="78729" y="110585"/>
                  <a:pt x="78729" y="114395"/>
                  <a:pt x="77496" y="118110"/>
                </a:cubicBezTo>
                <a:cubicBezTo>
                  <a:pt x="70003" y="129445"/>
                  <a:pt x="64976" y="150686"/>
                  <a:pt x="62509" y="159544"/>
                </a:cubicBezTo>
                <a:cubicBezTo>
                  <a:pt x="62509" y="163354"/>
                  <a:pt x="58715" y="165830"/>
                  <a:pt x="56249" y="165830"/>
                </a:cubicBezTo>
                <a:lnTo>
                  <a:pt x="14987" y="165830"/>
                </a:lnTo>
                <a:lnTo>
                  <a:pt x="14987" y="195929"/>
                </a:lnTo>
                <a:lnTo>
                  <a:pt x="56249" y="195929"/>
                </a:lnTo>
                <a:cubicBezTo>
                  <a:pt x="58715" y="195929"/>
                  <a:pt x="62509" y="198406"/>
                  <a:pt x="62509" y="200977"/>
                </a:cubicBezTo>
                <a:cubicBezTo>
                  <a:pt x="64976" y="209740"/>
                  <a:pt x="70003" y="232315"/>
                  <a:pt x="77496" y="243650"/>
                </a:cubicBezTo>
                <a:cubicBezTo>
                  <a:pt x="78729" y="246126"/>
                  <a:pt x="78729" y="249936"/>
                  <a:pt x="76263" y="252413"/>
                </a:cubicBezTo>
                <a:lnTo>
                  <a:pt x="47522" y="281273"/>
                </a:lnTo>
                <a:lnTo>
                  <a:pt x="78729" y="313849"/>
                </a:lnTo>
                <a:lnTo>
                  <a:pt x="107470" y="283750"/>
                </a:lnTo>
                <a:cubicBezTo>
                  <a:pt x="109937" y="281273"/>
                  <a:pt x="113731" y="281273"/>
                  <a:pt x="117430" y="283750"/>
                </a:cubicBezTo>
                <a:cubicBezTo>
                  <a:pt x="128718" y="290036"/>
                  <a:pt x="149871" y="295084"/>
                  <a:pt x="158692" y="297561"/>
                </a:cubicBezTo>
                <a:cubicBezTo>
                  <a:pt x="162486" y="298799"/>
                  <a:pt x="164952" y="301371"/>
                  <a:pt x="164952" y="305086"/>
                </a:cubicBezTo>
                <a:lnTo>
                  <a:pt x="164952" y="346519"/>
                </a:lnTo>
                <a:close/>
                <a:moveTo>
                  <a:pt x="202420" y="361569"/>
                </a:moveTo>
                <a:lnTo>
                  <a:pt x="157459" y="361569"/>
                </a:lnTo>
                <a:cubicBezTo>
                  <a:pt x="152432" y="361569"/>
                  <a:pt x="149965" y="357854"/>
                  <a:pt x="149965" y="354044"/>
                </a:cubicBezTo>
                <a:lnTo>
                  <a:pt x="149965" y="310134"/>
                </a:lnTo>
                <a:cubicBezTo>
                  <a:pt x="137445" y="307657"/>
                  <a:pt x="125019" y="303848"/>
                  <a:pt x="114964" y="298799"/>
                </a:cubicBezTo>
                <a:lnTo>
                  <a:pt x="83757" y="328898"/>
                </a:lnTo>
                <a:cubicBezTo>
                  <a:pt x="81291" y="332708"/>
                  <a:pt x="76263" y="332708"/>
                  <a:pt x="73797" y="328898"/>
                </a:cubicBezTo>
                <a:lnTo>
                  <a:pt x="31302" y="287465"/>
                </a:lnTo>
                <a:cubicBezTo>
                  <a:pt x="30069" y="284988"/>
                  <a:pt x="28836" y="283655"/>
                  <a:pt x="28836" y="281178"/>
                </a:cubicBezTo>
                <a:cubicBezTo>
                  <a:pt x="28836" y="279940"/>
                  <a:pt x="30069" y="277463"/>
                  <a:pt x="31302" y="276130"/>
                </a:cubicBezTo>
                <a:lnTo>
                  <a:pt x="61276" y="246031"/>
                </a:lnTo>
                <a:cubicBezTo>
                  <a:pt x="56249" y="236029"/>
                  <a:pt x="52550" y="222218"/>
                  <a:pt x="49989" y="210884"/>
                </a:cubicBezTo>
                <a:lnTo>
                  <a:pt x="7494" y="210884"/>
                </a:lnTo>
                <a:cubicBezTo>
                  <a:pt x="2466" y="210884"/>
                  <a:pt x="0" y="207169"/>
                  <a:pt x="0" y="203359"/>
                </a:cubicBezTo>
                <a:lnTo>
                  <a:pt x="0" y="158210"/>
                </a:lnTo>
                <a:cubicBezTo>
                  <a:pt x="0" y="153162"/>
                  <a:pt x="2466" y="150686"/>
                  <a:pt x="7494" y="150686"/>
                </a:cubicBezTo>
                <a:lnTo>
                  <a:pt x="49989" y="150686"/>
                </a:lnTo>
                <a:cubicBezTo>
                  <a:pt x="52455" y="138113"/>
                  <a:pt x="56249" y="125635"/>
                  <a:pt x="61276" y="115538"/>
                </a:cubicBezTo>
                <a:lnTo>
                  <a:pt x="31302" y="84201"/>
                </a:lnTo>
                <a:cubicBezTo>
                  <a:pt x="30069" y="82963"/>
                  <a:pt x="28836" y="81725"/>
                  <a:pt x="28836" y="79153"/>
                </a:cubicBezTo>
                <a:cubicBezTo>
                  <a:pt x="28836" y="76581"/>
                  <a:pt x="30069" y="75343"/>
                  <a:pt x="31302" y="74104"/>
                </a:cubicBezTo>
                <a:lnTo>
                  <a:pt x="73797" y="31432"/>
                </a:lnTo>
                <a:cubicBezTo>
                  <a:pt x="76263" y="28956"/>
                  <a:pt x="81291" y="28956"/>
                  <a:pt x="83757" y="31432"/>
                </a:cubicBezTo>
                <a:lnTo>
                  <a:pt x="114964" y="61531"/>
                </a:lnTo>
                <a:cubicBezTo>
                  <a:pt x="124924" y="56483"/>
                  <a:pt x="137445" y="52769"/>
                  <a:pt x="149965" y="50197"/>
                </a:cubicBezTo>
                <a:lnTo>
                  <a:pt x="149965" y="7525"/>
                </a:lnTo>
                <a:cubicBezTo>
                  <a:pt x="149965" y="2476"/>
                  <a:pt x="152432" y="0"/>
                  <a:pt x="157459" y="0"/>
                </a:cubicBezTo>
                <a:lnTo>
                  <a:pt x="202420" y="0"/>
                </a:lnTo>
                <a:cubicBezTo>
                  <a:pt x="206214" y="0"/>
                  <a:pt x="209914" y="2476"/>
                  <a:pt x="209914" y="7525"/>
                </a:cubicBezTo>
                <a:lnTo>
                  <a:pt x="209914" y="50197"/>
                </a:lnTo>
                <a:cubicBezTo>
                  <a:pt x="221201" y="52673"/>
                  <a:pt x="234860" y="56483"/>
                  <a:pt x="244915" y="61531"/>
                </a:cubicBezTo>
                <a:lnTo>
                  <a:pt x="274889" y="31432"/>
                </a:lnTo>
                <a:cubicBezTo>
                  <a:pt x="277355" y="28956"/>
                  <a:pt x="282383" y="28956"/>
                  <a:pt x="284849" y="31432"/>
                </a:cubicBezTo>
                <a:lnTo>
                  <a:pt x="327344" y="74104"/>
                </a:lnTo>
                <a:cubicBezTo>
                  <a:pt x="329810" y="75343"/>
                  <a:pt x="329810" y="76581"/>
                  <a:pt x="329810" y="79153"/>
                </a:cubicBezTo>
                <a:cubicBezTo>
                  <a:pt x="329810" y="81725"/>
                  <a:pt x="329810" y="82963"/>
                  <a:pt x="327344" y="84201"/>
                </a:cubicBezTo>
                <a:lnTo>
                  <a:pt x="297370" y="115538"/>
                </a:lnTo>
                <a:cubicBezTo>
                  <a:pt x="302397" y="125540"/>
                  <a:pt x="306096" y="138113"/>
                  <a:pt x="308657" y="150686"/>
                </a:cubicBezTo>
                <a:lnTo>
                  <a:pt x="352386" y="150686"/>
                </a:lnTo>
                <a:cubicBezTo>
                  <a:pt x="356180" y="150686"/>
                  <a:pt x="359879" y="153162"/>
                  <a:pt x="359879" y="158210"/>
                </a:cubicBezTo>
                <a:lnTo>
                  <a:pt x="359879" y="203359"/>
                </a:lnTo>
                <a:cubicBezTo>
                  <a:pt x="359879" y="207169"/>
                  <a:pt x="356180" y="210884"/>
                  <a:pt x="352386" y="210884"/>
                </a:cubicBezTo>
                <a:lnTo>
                  <a:pt x="308657" y="210884"/>
                </a:lnTo>
                <a:cubicBezTo>
                  <a:pt x="306191" y="222218"/>
                  <a:pt x="302397" y="235934"/>
                  <a:pt x="297370" y="246031"/>
                </a:cubicBezTo>
                <a:lnTo>
                  <a:pt x="327344" y="276130"/>
                </a:lnTo>
                <a:cubicBezTo>
                  <a:pt x="331138" y="278606"/>
                  <a:pt x="331138" y="283655"/>
                  <a:pt x="327344" y="287465"/>
                </a:cubicBezTo>
                <a:lnTo>
                  <a:pt x="284849" y="328898"/>
                </a:lnTo>
                <a:cubicBezTo>
                  <a:pt x="282383" y="332708"/>
                  <a:pt x="277355" y="332708"/>
                  <a:pt x="274889" y="328898"/>
                </a:cubicBezTo>
                <a:lnTo>
                  <a:pt x="244915" y="298799"/>
                </a:lnTo>
                <a:cubicBezTo>
                  <a:pt x="234955" y="303848"/>
                  <a:pt x="221201" y="307562"/>
                  <a:pt x="209914" y="310134"/>
                </a:cubicBezTo>
                <a:lnTo>
                  <a:pt x="209914" y="354044"/>
                </a:lnTo>
                <a:cubicBezTo>
                  <a:pt x="209914" y="357854"/>
                  <a:pt x="206214" y="361569"/>
                  <a:pt x="202420" y="361569"/>
                </a:cubicBezTo>
                <a:close/>
                <a:moveTo>
                  <a:pt x="179940" y="120586"/>
                </a:moveTo>
                <a:cubicBezTo>
                  <a:pt x="146076" y="120586"/>
                  <a:pt x="119802" y="146971"/>
                  <a:pt x="119802" y="180975"/>
                </a:cubicBezTo>
                <a:cubicBezTo>
                  <a:pt x="119802" y="214979"/>
                  <a:pt x="146076" y="241363"/>
                  <a:pt x="179940" y="241363"/>
                </a:cubicBezTo>
                <a:cubicBezTo>
                  <a:pt x="213803" y="241363"/>
                  <a:pt x="240077" y="213646"/>
                  <a:pt x="240077" y="180975"/>
                </a:cubicBezTo>
                <a:cubicBezTo>
                  <a:pt x="240077" y="148304"/>
                  <a:pt x="212475" y="120586"/>
                  <a:pt x="179940" y="120586"/>
                </a:cubicBezTo>
                <a:close/>
                <a:moveTo>
                  <a:pt x="179940" y="256508"/>
                </a:moveTo>
                <a:cubicBezTo>
                  <a:pt x="138583" y="256508"/>
                  <a:pt x="104815" y="222504"/>
                  <a:pt x="104815" y="181070"/>
                </a:cubicBezTo>
                <a:cubicBezTo>
                  <a:pt x="104815" y="139636"/>
                  <a:pt x="138678" y="105632"/>
                  <a:pt x="179940" y="105632"/>
                </a:cubicBezTo>
                <a:cubicBezTo>
                  <a:pt x="221201" y="105632"/>
                  <a:pt x="255064" y="139636"/>
                  <a:pt x="255064" y="181070"/>
                </a:cubicBezTo>
                <a:cubicBezTo>
                  <a:pt x="255064" y="222504"/>
                  <a:pt x="221201" y="256508"/>
                  <a:pt x="179940" y="25650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2" name="Graphic 167">
            <a:extLst>
              <a:ext uri="{FF2B5EF4-FFF2-40B4-BE49-F238E27FC236}">
                <a16:creationId xmlns:a16="http://schemas.microsoft.com/office/drawing/2014/main" id="{9467BA6A-27D1-A8A0-0CD9-364F0CEC5BF6}"/>
              </a:ext>
            </a:extLst>
          </p:cNvPr>
          <p:cNvSpPr/>
          <p:nvPr/>
        </p:nvSpPr>
        <p:spPr>
          <a:xfrm>
            <a:off x="7877303" y="3443083"/>
            <a:ext cx="477406" cy="479646"/>
          </a:xfrm>
          <a:custGeom>
            <a:avLst/>
            <a:gdLst>
              <a:gd name="connsiteX0" fmla="*/ 164952 w 359879"/>
              <a:gd name="connsiteY0" fmla="*/ 346519 h 361568"/>
              <a:gd name="connsiteX1" fmla="*/ 194927 w 359879"/>
              <a:gd name="connsiteY1" fmla="*/ 346519 h 361568"/>
              <a:gd name="connsiteX2" fmla="*/ 194927 w 359879"/>
              <a:gd name="connsiteY2" fmla="*/ 305086 h 361568"/>
              <a:gd name="connsiteX3" fmla="*/ 199954 w 359879"/>
              <a:gd name="connsiteY3" fmla="*/ 297561 h 361568"/>
              <a:gd name="connsiteX4" fmla="*/ 242449 w 359879"/>
              <a:gd name="connsiteY4" fmla="*/ 283750 h 361568"/>
              <a:gd name="connsiteX5" fmla="*/ 251175 w 359879"/>
              <a:gd name="connsiteY5" fmla="*/ 283750 h 361568"/>
              <a:gd name="connsiteX6" fmla="*/ 279916 w 359879"/>
              <a:gd name="connsiteY6" fmla="*/ 313849 h 361568"/>
              <a:gd name="connsiteX7" fmla="*/ 312357 w 359879"/>
              <a:gd name="connsiteY7" fmla="*/ 281273 h 361568"/>
              <a:gd name="connsiteX8" fmla="*/ 282383 w 359879"/>
              <a:gd name="connsiteY8" fmla="*/ 252413 h 361568"/>
              <a:gd name="connsiteX9" fmla="*/ 282383 w 359879"/>
              <a:gd name="connsiteY9" fmla="*/ 243650 h 361568"/>
              <a:gd name="connsiteX10" fmla="*/ 296137 w 359879"/>
              <a:gd name="connsiteY10" fmla="*/ 200977 h 361568"/>
              <a:gd name="connsiteX11" fmla="*/ 303630 w 359879"/>
              <a:gd name="connsiteY11" fmla="*/ 195929 h 361568"/>
              <a:gd name="connsiteX12" fmla="*/ 344892 w 359879"/>
              <a:gd name="connsiteY12" fmla="*/ 195929 h 361568"/>
              <a:gd name="connsiteX13" fmla="*/ 344892 w 359879"/>
              <a:gd name="connsiteY13" fmla="*/ 165830 h 361568"/>
              <a:gd name="connsiteX14" fmla="*/ 303630 w 359879"/>
              <a:gd name="connsiteY14" fmla="*/ 165830 h 361568"/>
              <a:gd name="connsiteX15" fmla="*/ 296137 w 359879"/>
              <a:gd name="connsiteY15" fmla="*/ 159544 h 361568"/>
              <a:gd name="connsiteX16" fmla="*/ 282383 w 359879"/>
              <a:gd name="connsiteY16" fmla="*/ 118110 h 361568"/>
              <a:gd name="connsiteX17" fmla="*/ 282383 w 359879"/>
              <a:gd name="connsiteY17" fmla="*/ 108109 h 361568"/>
              <a:gd name="connsiteX18" fmla="*/ 312357 w 359879"/>
              <a:gd name="connsiteY18" fmla="*/ 79248 h 361568"/>
              <a:gd name="connsiteX19" fmla="*/ 279916 w 359879"/>
              <a:gd name="connsiteY19" fmla="*/ 47911 h 361568"/>
              <a:gd name="connsiteX20" fmla="*/ 251175 w 359879"/>
              <a:gd name="connsiteY20" fmla="*/ 76771 h 361568"/>
              <a:gd name="connsiteX21" fmla="*/ 242449 w 359879"/>
              <a:gd name="connsiteY21" fmla="*/ 78010 h 361568"/>
              <a:gd name="connsiteX22" fmla="*/ 199954 w 359879"/>
              <a:gd name="connsiteY22" fmla="*/ 62960 h 361568"/>
              <a:gd name="connsiteX23" fmla="*/ 194927 w 359879"/>
              <a:gd name="connsiteY23" fmla="*/ 56674 h 361568"/>
              <a:gd name="connsiteX24" fmla="*/ 194927 w 359879"/>
              <a:gd name="connsiteY24" fmla="*/ 15240 h 361568"/>
              <a:gd name="connsiteX25" fmla="*/ 164952 w 359879"/>
              <a:gd name="connsiteY25" fmla="*/ 15240 h 361568"/>
              <a:gd name="connsiteX26" fmla="*/ 164952 w 359879"/>
              <a:gd name="connsiteY26" fmla="*/ 56674 h 361568"/>
              <a:gd name="connsiteX27" fmla="*/ 158692 w 359879"/>
              <a:gd name="connsiteY27" fmla="*/ 62960 h 361568"/>
              <a:gd name="connsiteX28" fmla="*/ 117430 w 359879"/>
              <a:gd name="connsiteY28" fmla="*/ 78010 h 361568"/>
              <a:gd name="connsiteX29" fmla="*/ 107470 w 359879"/>
              <a:gd name="connsiteY29" fmla="*/ 76771 h 361568"/>
              <a:gd name="connsiteX30" fmla="*/ 78729 w 359879"/>
              <a:gd name="connsiteY30" fmla="*/ 47911 h 361568"/>
              <a:gd name="connsiteX31" fmla="*/ 47522 w 359879"/>
              <a:gd name="connsiteY31" fmla="*/ 79248 h 361568"/>
              <a:gd name="connsiteX32" fmla="*/ 76263 w 359879"/>
              <a:gd name="connsiteY32" fmla="*/ 108109 h 361568"/>
              <a:gd name="connsiteX33" fmla="*/ 77496 w 359879"/>
              <a:gd name="connsiteY33" fmla="*/ 118110 h 361568"/>
              <a:gd name="connsiteX34" fmla="*/ 62509 w 359879"/>
              <a:gd name="connsiteY34" fmla="*/ 159544 h 361568"/>
              <a:gd name="connsiteX35" fmla="*/ 56249 w 359879"/>
              <a:gd name="connsiteY35" fmla="*/ 165830 h 361568"/>
              <a:gd name="connsiteX36" fmla="*/ 14987 w 359879"/>
              <a:gd name="connsiteY36" fmla="*/ 165830 h 361568"/>
              <a:gd name="connsiteX37" fmla="*/ 14987 w 359879"/>
              <a:gd name="connsiteY37" fmla="*/ 195929 h 361568"/>
              <a:gd name="connsiteX38" fmla="*/ 56249 w 359879"/>
              <a:gd name="connsiteY38" fmla="*/ 195929 h 361568"/>
              <a:gd name="connsiteX39" fmla="*/ 62509 w 359879"/>
              <a:gd name="connsiteY39" fmla="*/ 200977 h 361568"/>
              <a:gd name="connsiteX40" fmla="*/ 77496 w 359879"/>
              <a:gd name="connsiteY40" fmla="*/ 243650 h 361568"/>
              <a:gd name="connsiteX41" fmla="*/ 76263 w 359879"/>
              <a:gd name="connsiteY41" fmla="*/ 252413 h 361568"/>
              <a:gd name="connsiteX42" fmla="*/ 47522 w 359879"/>
              <a:gd name="connsiteY42" fmla="*/ 281273 h 361568"/>
              <a:gd name="connsiteX43" fmla="*/ 78729 w 359879"/>
              <a:gd name="connsiteY43" fmla="*/ 313849 h 361568"/>
              <a:gd name="connsiteX44" fmla="*/ 107470 w 359879"/>
              <a:gd name="connsiteY44" fmla="*/ 283750 h 361568"/>
              <a:gd name="connsiteX45" fmla="*/ 117430 w 359879"/>
              <a:gd name="connsiteY45" fmla="*/ 283750 h 361568"/>
              <a:gd name="connsiteX46" fmla="*/ 158692 w 359879"/>
              <a:gd name="connsiteY46" fmla="*/ 297561 h 361568"/>
              <a:gd name="connsiteX47" fmla="*/ 164952 w 359879"/>
              <a:gd name="connsiteY47" fmla="*/ 305086 h 361568"/>
              <a:gd name="connsiteX48" fmla="*/ 164952 w 359879"/>
              <a:gd name="connsiteY48" fmla="*/ 346519 h 361568"/>
              <a:gd name="connsiteX49" fmla="*/ 202420 w 359879"/>
              <a:gd name="connsiteY49" fmla="*/ 361569 h 361568"/>
              <a:gd name="connsiteX50" fmla="*/ 157459 w 359879"/>
              <a:gd name="connsiteY50" fmla="*/ 361569 h 361568"/>
              <a:gd name="connsiteX51" fmla="*/ 149965 w 359879"/>
              <a:gd name="connsiteY51" fmla="*/ 354044 h 361568"/>
              <a:gd name="connsiteX52" fmla="*/ 149965 w 359879"/>
              <a:gd name="connsiteY52" fmla="*/ 310134 h 361568"/>
              <a:gd name="connsiteX53" fmla="*/ 114964 w 359879"/>
              <a:gd name="connsiteY53" fmla="*/ 298799 h 361568"/>
              <a:gd name="connsiteX54" fmla="*/ 83757 w 359879"/>
              <a:gd name="connsiteY54" fmla="*/ 328898 h 361568"/>
              <a:gd name="connsiteX55" fmla="*/ 73797 w 359879"/>
              <a:gd name="connsiteY55" fmla="*/ 328898 h 361568"/>
              <a:gd name="connsiteX56" fmla="*/ 31302 w 359879"/>
              <a:gd name="connsiteY56" fmla="*/ 287465 h 361568"/>
              <a:gd name="connsiteX57" fmla="*/ 28836 w 359879"/>
              <a:gd name="connsiteY57" fmla="*/ 281178 h 361568"/>
              <a:gd name="connsiteX58" fmla="*/ 31302 w 359879"/>
              <a:gd name="connsiteY58" fmla="*/ 276130 h 361568"/>
              <a:gd name="connsiteX59" fmla="*/ 61276 w 359879"/>
              <a:gd name="connsiteY59" fmla="*/ 246031 h 361568"/>
              <a:gd name="connsiteX60" fmla="*/ 49989 w 359879"/>
              <a:gd name="connsiteY60" fmla="*/ 210884 h 361568"/>
              <a:gd name="connsiteX61" fmla="*/ 7494 w 359879"/>
              <a:gd name="connsiteY61" fmla="*/ 210884 h 361568"/>
              <a:gd name="connsiteX62" fmla="*/ 0 w 359879"/>
              <a:gd name="connsiteY62" fmla="*/ 203359 h 361568"/>
              <a:gd name="connsiteX63" fmla="*/ 0 w 359879"/>
              <a:gd name="connsiteY63" fmla="*/ 158210 h 361568"/>
              <a:gd name="connsiteX64" fmla="*/ 7494 w 359879"/>
              <a:gd name="connsiteY64" fmla="*/ 150686 h 361568"/>
              <a:gd name="connsiteX65" fmla="*/ 49989 w 359879"/>
              <a:gd name="connsiteY65" fmla="*/ 150686 h 361568"/>
              <a:gd name="connsiteX66" fmla="*/ 61276 w 359879"/>
              <a:gd name="connsiteY66" fmla="*/ 115538 h 361568"/>
              <a:gd name="connsiteX67" fmla="*/ 31302 w 359879"/>
              <a:gd name="connsiteY67" fmla="*/ 84201 h 361568"/>
              <a:gd name="connsiteX68" fmla="*/ 28836 w 359879"/>
              <a:gd name="connsiteY68" fmla="*/ 79153 h 361568"/>
              <a:gd name="connsiteX69" fmla="*/ 31302 w 359879"/>
              <a:gd name="connsiteY69" fmla="*/ 74104 h 361568"/>
              <a:gd name="connsiteX70" fmla="*/ 73797 w 359879"/>
              <a:gd name="connsiteY70" fmla="*/ 31432 h 361568"/>
              <a:gd name="connsiteX71" fmla="*/ 83757 w 359879"/>
              <a:gd name="connsiteY71" fmla="*/ 31432 h 361568"/>
              <a:gd name="connsiteX72" fmla="*/ 114964 w 359879"/>
              <a:gd name="connsiteY72" fmla="*/ 61531 h 361568"/>
              <a:gd name="connsiteX73" fmla="*/ 149965 w 359879"/>
              <a:gd name="connsiteY73" fmla="*/ 50197 h 361568"/>
              <a:gd name="connsiteX74" fmla="*/ 149965 w 359879"/>
              <a:gd name="connsiteY74" fmla="*/ 7525 h 361568"/>
              <a:gd name="connsiteX75" fmla="*/ 157459 w 359879"/>
              <a:gd name="connsiteY75" fmla="*/ 0 h 361568"/>
              <a:gd name="connsiteX76" fmla="*/ 202420 w 359879"/>
              <a:gd name="connsiteY76" fmla="*/ 0 h 361568"/>
              <a:gd name="connsiteX77" fmla="*/ 209914 w 359879"/>
              <a:gd name="connsiteY77" fmla="*/ 7525 h 361568"/>
              <a:gd name="connsiteX78" fmla="*/ 209914 w 359879"/>
              <a:gd name="connsiteY78" fmla="*/ 50197 h 361568"/>
              <a:gd name="connsiteX79" fmla="*/ 244915 w 359879"/>
              <a:gd name="connsiteY79" fmla="*/ 61531 h 361568"/>
              <a:gd name="connsiteX80" fmla="*/ 274889 w 359879"/>
              <a:gd name="connsiteY80" fmla="*/ 31432 h 361568"/>
              <a:gd name="connsiteX81" fmla="*/ 284849 w 359879"/>
              <a:gd name="connsiteY81" fmla="*/ 31432 h 361568"/>
              <a:gd name="connsiteX82" fmla="*/ 327344 w 359879"/>
              <a:gd name="connsiteY82" fmla="*/ 74104 h 361568"/>
              <a:gd name="connsiteX83" fmla="*/ 329810 w 359879"/>
              <a:gd name="connsiteY83" fmla="*/ 79153 h 361568"/>
              <a:gd name="connsiteX84" fmla="*/ 327344 w 359879"/>
              <a:gd name="connsiteY84" fmla="*/ 84201 h 361568"/>
              <a:gd name="connsiteX85" fmla="*/ 297370 w 359879"/>
              <a:gd name="connsiteY85" fmla="*/ 115538 h 361568"/>
              <a:gd name="connsiteX86" fmla="*/ 308657 w 359879"/>
              <a:gd name="connsiteY86" fmla="*/ 150686 h 361568"/>
              <a:gd name="connsiteX87" fmla="*/ 352386 w 359879"/>
              <a:gd name="connsiteY87" fmla="*/ 150686 h 361568"/>
              <a:gd name="connsiteX88" fmla="*/ 359879 w 359879"/>
              <a:gd name="connsiteY88" fmla="*/ 158210 h 361568"/>
              <a:gd name="connsiteX89" fmla="*/ 359879 w 359879"/>
              <a:gd name="connsiteY89" fmla="*/ 203359 h 361568"/>
              <a:gd name="connsiteX90" fmla="*/ 352386 w 359879"/>
              <a:gd name="connsiteY90" fmla="*/ 210884 h 361568"/>
              <a:gd name="connsiteX91" fmla="*/ 308657 w 359879"/>
              <a:gd name="connsiteY91" fmla="*/ 210884 h 361568"/>
              <a:gd name="connsiteX92" fmla="*/ 297370 w 359879"/>
              <a:gd name="connsiteY92" fmla="*/ 246031 h 361568"/>
              <a:gd name="connsiteX93" fmla="*/ 327344 w 359879"/>
              <a:gd name="connsiteY93" fmla="*/ 276130 h 361568"/>
              <a:gd name="connsiteX94" fmla="*/ 327344 w 359879"/>
              <a:gd name="connsiteY94" fmla="*/ 287465 h 361568"/>
              <a:gd name="connsiteX95" fmla="*/ 284849 w 359879"/>
              <a:gd name="connsiteY95" fmla="*/ 328898 h 361568"/>
              <a:gd name="connsiteX96" fmla="*/ 274889 w 359879"/>
              <a:gd name="connsiteY96" fmla="*/ 328898 h 361568"/>
              <a:gd name="connsiteX97" fmla="*/ 244915 w 359879"/>
              <a:gd name="connsiteY97" fmla="*/ 298799 h 361568"/>
              <a:gd name="connsiteX98" fmla="*/ 209914 w 359879"/>
              <a:gd name="connsiteY98" fmla="*/ 310134 h 361568"/>
              <a:gd name="connsiteX99" fmla="*/ 209914 w 359879"/>
              <a:gd name="connsiteY99" fmla="*/ 354044 h 361568"/>
              <a:gd name="connsiteX100" fmla="*/ 202420 w 359879"/>
              <a:gd name="connsiteY100" fmla="*/ 361569 h 361568"/>
              <a:gd name="connsiteX101" fmla="*/ 179940 w 359879"/>
              <a:gd name="connsiteY101" fmla="*/ 120586 h 361568"/>
              <a:gd name="connsiteX102" fmla="*/ 119802 w 359879"/>
              <a:gd name="connsiteY102" fmla="*/ 180975 h 361568"/>
              <a:gd name="connsiteX103" fmla="*/ 179940 w 359879"/>
              <a:gd name="connsiteY103" fmla="*/ 241363 h 361568"/>
              <a:gd name="connsiteX104" fmla="*/ 240077 w 359879"/>
              <a:gd name="connsiteY104" fmla="*/ 180975 h 361568"/>
              <a:gd name="connsiteX105" fmla="*/ 179940 w 359879"/>
              <a:gd name="connsiteY105" fmla="*/ 120586 h 361568"/>
              <a:gd name="connsiteX106" fmla="*/ 179940 w 359879"/>
              <a:gd name="connsiteY106" fmla="*/ 256508 h 361568"/>
              <a:gd name="connsiteX107" fmla="*/ 104815 w 359879"/>
              <a:gd name="connsiteY107" fmla="*/ 181070 h 361568"/>
              <a:gd name="connsiteX108" fmla="*/ 179940 w 359879"/>
              <a:gd name="connsiteY108" fmla="*/ 105632 h 361568"/>
              <a:gd name="connsiteX109" fmla="*/ 255064 w 359879"/>
              <a:gd name="connsiteY109" fmla="*/ 181070 h 361568"/>
              <a:gd name="connsiteX110" fmla="*/ 179940 w 359879"/>
              <a:gd name="connsiteY110" fmla="*/ 256508 h 361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59879" h="361568">
                <a:moveTo>
                  <a:pt x="164952" y="346519"/>
                </a:moveTo>
                <a:lnTo>
                  <a:pt x="194927" y="346519"/>
                </a:lnTo>
                <a:lnTo>
                  <a:pt x="194927" y="305086"/>
                </a:lnTo>
                <a:cubicBezTo>
                  <a:pt x="194927" y="301371"/>
                  <a:pt x="197393" y="298799"/>
                  <a:pt x="199954" y="297561"/>
                </a:cubicBezTo>
                <a:cubicBezTo>
                  <a:pt x="208681" y="295084"/>
                  <a:pt x="231161" y="290036"/>
                  <a:pt x="242449" y="283750"/>
                </a:cubicBezTo>
                <a:cubicBezTo>
                  <a:pt x="244915" y="281273"/>
                  <a:pt x="248709" y="281273"/>
                  <a:pt x="251175" y="283750"/>
                </a:cubicBezTo>
                <a:lnTo>
                  <a:pt x="279916" y="313849"/>
                </a:lnTo>
                <a:lnTo>
                  <a:pt x="312357" y="281273"/>
                </a:lnTo>
                <a:lnTo>
                  <a:pt x="282383" y="252413"/>
                </a:lnTo>
                <a:cubicBezTo>
                  <a:pt x="279916" y="249936"/>
                  <a:pt x="279916" y="246126"/>
                  <a:pt x="282383" y="243650"/>
                </a:cubicBezTo>
                <a:cubicBezTo>
                  <a:pt x="288643" y="232315"/>
                  <a:pt x="293670" y="209740"/>
                  <a:pt x="296137" y="200977"/>
                </a:cubicBezTo>
                <a:cubicBezTo>
                  <a:pt x="297370" y="198501"/>
                  <a:pt x="299931" y="195929"/>
                  <a:pt x="303630" y="195929"/>
                </a:cubicBezTo>
                <a:lnTo>
                  <a:pt x="344892" y="195929"/>
                </a:lnTo>
                <a:lnTo>
                  <a:pt x="344892" y="165830"/>
                </a:lnTo>
                <a:lnTo>
                  <a:pt x="303630" y="165830"/>
                </a:lnTo>
                <a:cubicBezTo>
                  <a:pt x="299931" y="165830"/>
                  <a:pt x="296137" y="163354"/>
                  <a:pt x="296137" y="159544"/>
                </a:cubicBezTo>
                <a:cubicBezTo>
                  <a:pt x="293670" y="150781"/>
                  <a:pt x="288643" y="129445"/>
                  <a:pt x="282383" y="118110"/>
                </a:cubicBezTo>
                <a:cubicBezTo>
                  <a:pt x="279916" y="114395"/>
                  <a:pt x="279916" y="110585"/>
                  <a:pt x="282383" y="108109"/>
                </a:cubicBezTo>
                <a:lnTo>
                  <a:pt x="312357" y="79248"/>
                </a:lnTo>
                <a:lnTo>
                  <a:pt x="279916" y="47911"/>
                </a:lnTo>
                <a:lnTo>
                  <a:pt x="251175" y="76771"/>
                </a:lnTo>
                <a:cubicBezTo>
                  <a:pt x="248709" y="79248"/>
                  <a:pt x="244915" y="79248"/>
                  <a:pt x="242449" y="78010"/>
                </a:cubicBezTo>
                <a:cubicBezTo>
                  <a:pt x="231161" y="70485"/>
                  <a:pt x="208681" y="65437"/>
                  <a:pt x="199954" y="62960"/>
                </a:cubicBezTo>
                <a:cubicBezTo>
                  <a:pt x="197488" y="62960"/>
                  <a:pt x="194927" y="59150"/>
                  <a:pt x="194927" y="56674"/>
                </a:cubicBezTo>
                <a:lnTo>
                  <a:pt x="194927" y="15240"/>
                </a:lnTo>
                <a:lnTo>
                  <a:pt x="164952" y="15240"/>
                </a:lnTo>
                <a:lnTo>
                  <a:pt x="164952" y="56674"/>
                </a:lnTo>
                <a:cubicBezTo>
                  <a:pt x="164952" y="59150"/>
                  <a:pt x="162486" y="62960"/>
                  <a:pt x="158692" y="62960"/>
                </a:cubicBezTo>
                <a:cubicBezTo>
                  <a:pt x="149965" y="65437"/>
                  <a:pt x="128718" y="70485"/>
                  <a:pt x="117430" y="78010"/>
                </a:cubicBezTo>
                <a:cubicBezTo>
                  <a:pt x="113731" y="79248"/>
                  <a:pt x="109937" y="79248"/>
                  <a:pt x="107470" y="76771"/>
                </a:cubicBezTo>
                <a:lnTo>
                  <a:pt x="78729" y="47911"/>
                </a:lnTo>
                <a:lnTo>
                  <a:pt x="47522" y="79248"/>
                </a:lnTo>
                <a:lnTo>
                  <a:pt x="76263" y="108109"/>
                </a:lnTo>
                <a:cubicBezTo>
                  <a:pt x="78729" y="110585"/>
                  <a:pt x="78729" y="114395"/>
                  <a:pt x="77496" y="118110"/>
                </a:cubicBezTo>
                <a:cubicBezTo>
                  <a:pt x="70003" y="129445"/>
                  <a:pt x="64976" y="150686"/>
                  <a:pt x="62509" y="159544"/>
                </a:cubicBezTo>
                <a:cubicBezTo>
                  <a:pt x="62509" y="163354"/>
                  <a:pt x="58715" y="165830"/>
                  <a:pt x="56249" y="165830"/>
                </a:cubicBezTo>
                <a:lnTo>
                  <a:pt x="14987" y="165830"/>
                </a:lnTo>
                <a:lnTo>
                  <a:pt x="14987" y="195929"/>
                </a:lnTo>
                <a:lnTo>
                  <a:pt x="56249" y="195929"/>
                </a:lnTo>
                <a:cubicBezTo>
                  <a:pt x="58715" y="195929"/>
                  <a:pt x="62509" y="198406"/>
                  <a:pt x="62509" y="200977"/>
                </a:cubicBezTo>
                <a:cubicBezTo>
                  <a:pt x="64976" y="209740"/>
                  <a:pt x="70003" y="232315"/>
                  <a:pt x="77496" y="243650"/>
                </a:cubicBezTo>
                <a:cubicBezTo>
                  <a:pt x="78729" y="246126"/>
                  <a:pt x="78729" y="249936"/>
                  <a:pt x="76263" y="252413"/>
                </a:cubicBezTo>
                <a:lnTo>
                  <a:pt x="47522" y="281273"/>
                </a:lnTo>
                <a:lnTo>
                  <a:pt x="78729" y="313849"/>
                </a:lnTo>
                <a:lnTo>
                  <a:pt x="107470" y="283750"/>
                </a:lnTo>
                <a:cubicBezTo>
                  <a:pt x="109937" y="281273"/>
                  <a:pt x="113731" y="281273"/>
                  <a:pt x="117430" y="283750"/>
                </a:cubicBezTo>
                <a:cubicBezTo>
                  <a:pt x="128718" y="290036"/>
                  <a:pt x="149871" y="295084"/>
                  <a:pt x="158692" y="297561"/>
                </a:cubicBezTo>
                <a:cubicBezTo>
                  <a:pt x="162486" y="298799"/>
                  <a:pt x="164952" y="301371"/>
                  <a:pt x="164952" y="305086"/>
                </a:cubicBezTo>
                <a:lnTo>
                  <a:pt x="164952" y="346519"/>
                </a:lnTo>
                <a:close/>
                <a:moveTo>
                  <a:pt x="202420" y="361569"/>
                </a:moveTo>
                <a:lnTo>
                  <a:pt x="157459" y="361569"/>
                </a:lnTo>
                <a:cubicBezTo>
                  <a:pt x="152432" y="361569"/>
                  <a:pt x="149965" y="357854"/>
                  <a:pt x="149965" y="354044"/>
                </a:cubicBezTo>
                <a:lnTo>
                  <a:pt x="149965" y="310134"/>
                </a:lnTo>
                <a:cubicBezTo>
                  <a:pt x="137445" y="307657"/>
                  <a:pt x="125019" y="303848"/>
                  <a:pt x="114964" y="298799"/>
                </a:cubicBezTo>
                <a:lnTo>
                  <a:pt x="83757" y="328898"/>
                </a:lnTo>
                <a:cubicBezTo>
                  <a:pt x="81291" y="332708"/>
                  <a:pt x="76263" y="332708"/>
                  <a:pt x="73797" y="328898"/>
                </a:cubicBezTo>
                <a:lnTo>
                  <a:pt x="31302" y="287465"/>
                </a:lnTo>
                <a:cubicBezTo>
                  <a:pt x="30069" y="284988"/>
                  <a:pt x="28836" y="283655"/>
                  <a:pt x="28836" y="281178"/>
                </a:cubicBezTo>
                <a:cubicBezTo>
                  <a:pt x="28836" y="279940"/>
                  <a:pt x="30069" y="277463"/>
                  <a:pt x="31302" y="276130"/>
                </a:cubicBezTo>
                <a:lnTo>
                  <a:pt x="61276" y="246031"/>
                </a:lnTo>
                <a:cubicBezTo>
                  <a:pt x="56249" y="236029"/>
                  <a:pt x="52550" y="222218"/>
                  <a:pt x="49989" y="210884"/>
                </a:cubicBezTo>
                <a:lnTo>
                  <a:pt x="7494" y="210884"/>
                </a:lnTo>
                <a:cubicBezTo>
                  <a:pt x="2466" y="210884"/>
                  <a:pt x="0" y="207169"/>
                  <a:pt x="0" y="203359"/>
                </a:cubicBezTo>
                <a:lnTo>
                  <a:pt x="0" y="158210"/>
                </a:lnTo>
                <a:cubicBezTo>
                  <a:pt x="0" y="153162"/>
                  <a:pt x="2466" y="150686"/>
                  <a:pt x="7494" y="150686"/>
                </a:cubicBezTo>
                <a:lnTo>
                  <a:pt x="49989" y="150686"/>
                </a:lnTo>
                <a:cubicBezTo>
                  <a:pt x="52455" y="138113"/>
                  <a:pt x="56249" y="125635"/>
                  <a:pt x="61276" y="115538"/>
                </a:cubicBezTo>
                <a:lnTo>
                  <a:pt x="31302" y="84201"/>
                </a:lnTo>
                <a:cubicBezTo>
                  <a:pt x="30069" y="82963"/>
                  <a:pt x="28836" y="81725"/>
                  <a:pt x="28836" y="79153"/>
                </a:cubicBezTo>
                <a:cubicBezTo>
                  <a:pt x="28836" y="76581"/>
                  <a:pt x="30069" y="75343"/>
                  <a:pt x="31302" y="74104"/>
                </a:cubicBezTo>
                <a:lnTo>
                  <a:pt x="73797" y="31432"/>
                </a:lnTo>
                <a:cubicBezTo>
                  <a:pt x="76263" y="28956"/>
                  <a:pt x="81291" y="28956"/>
                  <a:pt x="83757" y="31432"/>
                </a:cubicBezTo>
                <a:lnTo>
                  <a:pt x="114964" y="61531"/>
                </a:lnTo>
                <a:cubicBezTo>
                  <a:pt x="124924" y="56483"/>
                  <a:pt x="137445" y="52769"/>
                  <a:pt x="149965" y="50197"/>
                </a:cubicBezTo>
                <a:lnTo>
                  <a:pt x="149965" y="7525"/>
                </a:lnTo>
                <a:cubicBezTo>
                  <a:pt x="149965" y="2476"/>
                  <a:pt x="152432" y="0"/>
                  <a:pt x="157459" y="0"/>
                </a:cubicBezTo>
                <a:lnTo>
                  <a:pt x="202420" y="0"/>
                </a:lnTo>
                <a:cubicBezTo>
                  <a:pt x="206214" y="0"/>
                  <a:pt x="209914" y="2476"/>
                  <a:pt x="209914" y="7525"/>
                </a:cubicBezTo>
                <a:lnTo>
                  <a:pt x="209914" y="50197"/>
                </a:lnTo>
                <a:cubicBezTo>
                  <a:pt x="221201" y="52673"/>
                  <a:pt x="234860" y="56483"/>
                  <a:pt x="244915" y="61531"/>
                </a:cubicBezTo>
                <a:lnTo>
                  <a:pt x="274889" y="31432"/>
                </a:lnTo>
                <a:cubicBezTo>
                  <a:pt x="277355" y="28956"/>
                  <a:pt x="282383" y="28956"/>
                  <a:pt x="284849" y="31432"/>
                </a:cubicBezTo>
                <a:lnTo>
                  <a:pt x="327344" y="74104"/>
                </a:lnTo>
                <a:cubicBezTo>
                  <a:pt x="329810" y="75343"/>
                  <a:pt x="329810" y="76581"/>
                  <a:pt x="329810" y="79153"/>
                </a:cubicBezTo>
                <a:cubicBezTo>
                  <a:pt x="329810" y="81725"/>
                  <a:pt x="329810" y="82963"/>
                  <a:pt x="327344" y="84201"/>
                </a:cubicBezTo>
                <a:lnTo>
                  <a:pt x="297370" y="115538"/>
                </a:lnTo>
                <a:cubicBezTo>
                  <a:pt x="302397" y="125540"/>
                  <a:pt x="306096" y="138113"/>
                  <a:pt x="308657" y="150686"/>
                </a:cubicBezTo>
                <a:lnTo>
                  <a:pt x="352386" y="150686"/>
                </a:lnTo>
                <a:cubicBezTo>
                  <a:pt x="356180" y="150686"/>
                  <a:pt x="359879" y="153162"/>
                  <a:pt x="359879" y="158210"/>
                </a:cubicBezTo>
                <a:lnTo>
                  <a:pt x="359879" y="203359"/>
                </a:lnTo>
                <a:cubicBezTo>
                  <a:pt x="359879" y="207169"/>
                  <a:pt x="356180" y="210884"/>
                  <a:pt x="352386" y="210884"/>
                </a:cubicBezTo>
                <a:lnTo>
                  <a:pt x="308657" y="210884"/>
                </a:lnTo>
                <a:cubicBezTo>
                  <a:pt x="306191" y="222218"/>
                  <a:pt x="302397" y="235934"/>
                  <a:pt x="297370" y="246031"/>
                </a:cubicBezTo>
                <a:lnTo>
                  <a:pt x="327344" y="276130"/>
                </a:lnTo>
                <a:cubicBezTo>
                  <a:pt x="331138" y="278606"/>
                  <a:pt x="331138" y="283655"/>
                  <a:pt x="327344" y="287465"/>
                </a:cubicBezTo>
                <a:lnTo>
                  <a:pt x="284849" y="328898"/>
                </a:lnTo>
                <a:cubicBezTo>
                  <a:pt x="282383" y="332708"/>
                  <a:pt x="277355" y="332708"/>
                  <a:pt x="274889" y="328898"/>
                </a:cubicBezTo>
                <a:lnTo>
                  <a:pt x="244915" y="298799"/>
                </a:lnTo>
                <a:cubicBezTo>
                  <a:pt x="234955" y="303848"/>
                  <a:pt x="221201" y="307562"/>
                  <a:pt x="209914" y="310134"/>
                </a:cubicBezTo>
                <a:lnTo>
                  <a:pt x="209914" y="354044"/>
                </a:lnTo>
                <a:cubicBezTo>
                  <a:pt x="209914" y="357854"/>
                  <a:pt x="206214" y="361569"/>
                  <a:pt x="202420" y="361569"/>
                </a:cubicBezTo>
                <a:close/>
                <a:moveTo>
                  <a:pt x="179940" y="120586"/>
                </a:moveTo>
                <a:cubicBezTo>
                  <a:pt x="146076" y="120586"/>
                  <a:pt x="119802" y="146971"/>
                  <a:pt x="119802" y="180975"/>
                </a:cubicBezTo>
                <a:cubicBezTo>
                  <a:pt x="119802" y="214979"/>
                  <a:pt x="146076" y="241363"/>
                  <a:pt x="179940" y="241363"/>
                </a:cubicBezTo>
                <a:cubicBezTo>
                  <a:pt x="213803" y="241363"/>
                  <a:pt x="240077" y="213646"/>
                  <a:pt x="240077" y="180975"/>
                </a:cubicBezTo>
                <a:cubicBezTo>
                  <a:pt x="240077" y="148304"/>
                  <a:pt x="212475" y="120586"/>
                  <a:pt x="179940" y="120586"/>
                </a:cubicBezTo>
                <a:close/>
                <a:moveTo>
                  <a:pt x="179940" y="256508"/>
                </a:moveTo>
                <a:cubicBezTo>
                  <a:pt x="138583" y="256508"/>
                  <a:pt x="104815" y="222504"/>
                  <a:pt x="104815" y="181070"/>
                </a:cubicBezTo>
                <a:cubicBezTo>
                  <a:pt x="104815" y="139636"/>
                  <a:pt x="138678" y="105632"/>
                  <a:pt x="179940" y="105632"/>
                </a:cubicBezTo>
                <a:cubicBezTo>
                  <a:pt x="221201" y="105632"/>
                  <a:pt x="255064" y="139636"/>
                  <a:pt x="255064" y="181070"/>
                </a:cubicBezTo>
                <a:cubicBezTo>
                  <a:pt x="255064" y="222504"/>
                  <a:pt x="221201" y="256508"/>
                  <a:pt x="179940" y="25650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5" name="Graphic 173">
            <a:extLst>
              <a:ext uri="{FF2B5EF4-FFF2-40B4-BE49-F238E27FC236}">
                <a16:creationId xmlns:a16="http://schemas.microsoft.com/office/drawing/2014/main" id="{F7B2B466-EF6A-7977-5096-1945B417AF45}"/>
              </a:ext>
            </a:extLst>
          </p:cNvPr>
          <p:cNvSpPr/>
          <p:nvPr/>
        </p:nvSpPr>
        <p:spPr>
          <a:xfrm>
            <a:off x="8767946" y="2777884"/>
            <a:ext cx="469265" cy="484445"/>
          </a:xfrm>
          <a:custGeom>
            <a:avLst/>
            <a:gdLst>
              <a:gd name="connsiteX0" fmla="*/ 232465 w 349777"/>
              <a:gd name="connsiteY0" fmla="*/ 195929 h 361092"/>
              <a:gd name="connsiteX1" fmla="*/ 262534 w 349777"/>
              <a:gd name="connsiteY1" fmla="*/ 195929 h 361092"/>
              <a:gd name="connsiteX2" fmla="*/ 262534 w 349777"/>
              <a:gd name="connsiteY2" fmla="*/ 177070 h 361092"/>
              <a:gd name="connsiteX3" fmla="*/ 267562 w 349777"/>
              <a:gd name="connsiteY3" fmla="*/ 169545 h 361092"/>
              <a:gd name="connsiteX4" fmla="*/ 292603 w 349777"/>
              <a:gd name="connsiteY4" fmla="*/ 154495 h 361092"/>
              <a:gd name="connsiteX5" fmla="*/ 301330 w 349777"/>
              <a:gd name="connsiteY5" fmla="*/ 154495 h 361092"/>
              <a:gd name="connsiteX6" fmla="*/ 316317 w 349777"/>
              <a:gd name="connsiteY6" fmla="*/ 163259 h 361092"/>
              <a:gd name="connsiteX7" fmla="*/ 331304 w 349777"/>
              <a:gd name="connsiteY7" fmla="*/ 136874 h 361092"/>
              <a:gd name="connsiteX8" fmla="*/ 316317 w 349777"/>
              <a:gd name="connsiteY8" fmla="*/ 128111 h 361092"/>
              <a:gd name="connsiteX9" fmla="*/ 312523 w 349777"/>
              <a:gd name="connsiteY9" fmla="*/ 119348 h 361092"/>
              <a:gd name="connsiteX10" fmla="*/ 312523 w 349777"/>
              <a:gd name="connsiteY10" fmla="*/ 90487 h 361092"/>
              <a:gd name="connsiteX11" fmla="*/ 316317 w 349777"/>
              <a:gd name="connsiteY11" fmla="*/ 81724 h 361092"/>
              <a:gd name="connsiteX12" fmla="*/ 331304 w 349777"/>
              <a:gd name="connsiteY12" fmla="*/ 72962 h 361092"/>
              <a:gd name="connsiteX13" fmla="*/ 316317 w 349777"/>
              <a:gd name="connsiteY13" fmla="*/ 46577 h 361092"/>
              <a:gd name="connsiteX14" fmla="*/ 301330 w 349777"/>
              <a:gd name="connsiteY14" fmla="*/ 56674 h 361092"/>
              <a:gd name="connsiteX15" fmla="*/ 292603 w 349777"/>
              <a:gd name="connsiteY15" fmla="*/ 55435 h 361092"/>
              <a:gd name="connsiteX16" fmla="*/ 267562 w 349777"/>
              <a:gd name="connsiteY16" fmla="*/ 40386 h 361092"/>
              <a:gd name="connsiteX17" fmla="*/ 262534 w 349777"/>
              <a:gd name="connsiteY17" fmla="*/ 32861 h 361092"/>
              <a:gd name="connsiteX18" fmla="*/ 262534 w 349777"/>
              <a:gd name="connsiteY18" fmla="*/ 15240 h 361092"/>
              <a:gd name="connsiteX19" fmla="*/ 232465 w 349777"/>
              <a:gd name="connsiteY19" fmla="*/ 15240 h 361092"/>
              <a:gd name="connsiteX20" fmla="*/ 232465 w 349777"/>
              <a:gd name="connsiteY20" fmla="*/ 32861 h 361092"/>
              <a:gd name="connsiteX21" fmla="*/ 227438 w 349777"/>
              <a:gd name="connsiteY21" fmla="*/ 40386 h 361092"/>
              <a:gd name="connsiteX22" fmla="*/ 202396 w 349777"/>
              <a:gd name="connsiteY22" fmla="*/ 55435 h 361092"/>
              <a:gd name="connsiteX23" fmla="*/ 192342 w 349777"/>
              <a:gd name="connsiteY23" fmla="*/ 56674 h 361092"/>
              <a:gd name="connsiteX24" fmla="*/ 176027 w 349777"/>
              <a:gd name="connsiteY24" fmla="*/ 46577 h 361092"/>
              <a:gd name="connsiteX25" fmla="*/ 161040 w 349777"/>
              <a:gd name="connsiteY25" fmla="*/ 72962 h 361092"/>
              <a:gd name="connsiteX26" fmla="*/ 177355 w 349777"/>
              <a:gd name="connsiteY26" fmla="*/ 81724 h 361092"/>
              <a:gd name="connsiteX27" fmla="*/ 179821 w 349777"/>
              <a:gd name="connsiteY27" fmla="*/ 90487 h 361092"/>
              <a:gd name="connsiteX28" fmla="*/ 179821 w 349777"/>
              <a:gd name="connsiteY28" fmla="*/ 119348 h 361092"/>
              <a:gd name="connsiteX29" fmla="*/ 177355 w 349777"/>
              <a:gd name="connsiteY29" fmla="*/ 128111 h 361092"/>
              <a:gd name="connsiteX30" fmla="*/ 161040 w 349777"/>
              <a:gd name="connsiteY30" fmla="*/ 136874 h 361092"/>
              <a:gd name="connsiteX31" fmla="*/ 176027 w 349777"/>
              <a:gd name="connsiteY31" fmla="*/ 163259 h 361092"/>
              <a:gd name="connsiteX32" fmla="*/ 192342 w 349777"/>
              <a:gd name="connsiteY32" fmla="*/ 154495 h 361092"/>
              <a:gd name="connsiteX33" fmla="*/ 201068 w 349777"/>
              <a:gd name="connsiteY33" fmla="*/ 154495 h 361092"/>
              <a:gd name="connsiteX34" fmla="*/ 227343 w 349777"/>
              <a:gd name="connsiteY34" fmla="*/ 169545 h 361092"/>
              <a:gd name="connsiteX35" fmla="*/ 232371 w 349777"/>
              <a:gd name="connsiteY35" fmla="*/ 177070 h 361092"/>
              <a:gd name="connsiteX36" fmla="*/ 232371 w 349777"/>
              <a:gd name="connsiteY36" fmla="*/ 195929 h 361092"/>
              <a:gd name="connsiteX37" fmla="*/ 270028 w 349777"/>
              <a:gd name="connsiteY37" fmla="*/ 211074 h 361092"/>
              <a:gd name="connsiteX38" fmla="*/ 224972 w 349777"/>
              <a:gd name="connsiteY38" fmla="*/ 211074 h 361092"/>
              <a:gd name="connsiteX39" fmla="*/ 217478 w 349777"/>
              <a:gd name="connsiteY39" fmla="*/ 203549 h 361092"/>
              <a:gd name="connsiteX40" fmla="*/ 217478 w 349777"/>
              <a:gd name="connsiteY40" fmla="*/ 183451 h 361092"/>
              <a:gd name="connsiteX41" fmla="*/ 194998 w 349777"/>
              <a:gd name="connsiteY41" fmla="*/ 169640 h 361092"/>
              <a:gd name="connsiteX42" fmla="*/ 176216 w 349777"/>
              <a:gd name="connsiteY42" fmla="*/ 179737 h 361092"/>
              <a:gd name="connsiteX43" fmla="*/ 166162 w 349777"/>
              <a:gd name="connsiteY43" fmla="*/ 177260 h 361092"/>
              <a:gd name="connsiteX44" fmla="*/ 143681 w 349777"/>
              <a:gd name="connsiteY44" fmla="*/ 138303 h 361092"/>
              <a:gd name="connsiteX45" fmla="*/ 143681 w 349777"/>
              <a:gd name="connsiteY45" fmla="*/ 133255 h 361092"/>
              <a:gd name="connsiteX46" fmla="*/ 146148 w 349777"/>
              <a:gd name="connsiteY46" fmla="*/ 128207 h 361092"/>
              <a:gd name="connsiteX47" fmla="*/ 164929 w 349777"/>
              <a:gd name="connsiteY47" fmla="*/ 118110 h 361092"/>
              <a:gd name="connsiteX48" fmla="*/ 164929 w 349777"/>
              <a:gd name="connsiteY48" fmla="*/ 92964 h 361092"/>
              <a:gd name="connsiteX49" fmla="*/ 147381 w 349777"/>
              <a:gd name="connsiteY49" fmla="*/ 81629 h 361092"/>
              <a:gd name="connsiteX50" fmla="*/ 143586 w 349777"/>
              <a:gd name="connsiteY50" fmla="*/ 77819 h 361092"/>
              <a:gd name="connsiteX51" fmla="*/ 143586 w 349777"/>
              <a:gd name="connsiteY51" fmla="*/ 71533 h 361092"/>
              <a:gd name="connsiteX52" fmla="*/ 167395 w 349777"/>
              <a:gd name="connsiteY52" fmla="*/ 32575 h 361092"/>
              <a:gd name="connsiteX53" fmla="*/ 177450 w 349777"/>
              <a:gd name="connsiteY53" fmla="*/ 30099 h 361092"/>
              <a:gd name="connsiteX54" fmla="*/ 194998 w 349777"/>
              <a:gd name="connsiteY54" fmla="*/ 40196 h 361092"/>
              <a:gd name="connsiteX55" fmla="*/ 217478 w 349777"/>
              <a:gd name="connsiteY55" fmla="*/ 27623 h 361092"/>
              <a:gd name="connsiteX56" fmla="*/ 217478 w 349777"/>
              <a:gd name="connsiteY56" fmla="*/ 7525 h 361092"/>
              <a:gd name="connsiteX57" fmla="*/ 224972 w 349777"/>
              <a:gd name="connsiteY57" fmla="*/ 0 h 361092"/>
              <a:gd name="connsiteX58" fmla="*/ 270028 w 349777"/>
              <a:gd name="connsiteY58" fmla="*/ 0 h 361092"/>
              <a:gd name="connsiteX59" fmla="*/ 277521 w 349777"/>
              <a:gd name="connsiteY59" fmla="*/ 7525 h 361092"/>
              <a:gd name="connsiteX60" fmla="*/ 277521 w 349777"/>
              <a:gd name="connsiteY60" fmla="*/ 28861 h 361092"/>
              <a:gd name="connsiteX61" fmla="*/ 298769 w 349777"/>
              <a:gd name="connsiteY61" fmla="*/ 40196 h 361092"/>
              <a:gd name="connsiteX62" fmla="*/ 316317 w 349777"/>
              <a:gd name="connsiteY62" fmla="*/ 30099 h 361092"/>
              <a:gd name="connsiteX63" fmla="*/ 321344 w 349777"/>
              <a:gd name="connsiteY63" fmla="*/ 28861 h 361092"/>
              <a:gd name="connsiteX64" fmla="*/ 326372 w 349777"/>
              <a:gd name="connsiteY64" fmla="*/ 32671 h 361092"/>
              <a:gd name="connsiteX65" fmla="*/ 348852 w 349777"/>
              <a:gd name="connsiteY65" fmla="*/ 71628 h 361092"/>
              <a:gd name="connsiteX66" fmla="*/ 348852 w 349777"/>
              <a:gd name="connsiteY66" fmla="*/ 77914 h 361092"/>
              <a:gd name="connsiteX67" fmla="*/ 346386 w 349777"/>
              <a:gd name="connsiteY67" fmla="*/ 81724 h 361092"/>
              <a:gd name="connsiteX68" fmla="*/ 327605 w 349777"/>
              <a:gd name="connsiteY68" fmla="*/ 93059 h 361092"/>
              <a:gd name="connsiteX69" fmla="*/ 327605 w 349777"/>
              <a:gd name="connsiteY69" fmla="*/ 118205 h 361092"/>
              <a:gd name="connsiteX70" fmla="*/ 346386 w 349777"/>
              <a:gd name="connsiteY70" fmla="*/ 128302 h 361092"/>
              <a:gd name="connsiteX71" fmla="*/ 348852 w 349777"/>
              <a:gd name="connsiteY71" fmla="*/ 133350 h 361092"/>
              <a:gd name="connsiteX72" fmla="*/ 348852 w 349777"/>
              <a:gd name="connsiteY72" fmla="*/ 138398 h 361092"/>
              <a:gd name="connsiteX73" fmla="*/ 326372 w 349777"/>
              <a:gd name="connsiteY73" fmla="*/ 177355 h 361092"/>
              <a:gd name="connsiteX74" fmla="*/ 321344 w 349777"/>
              <a:gd name="connsiteY74" fmla="*/ 181166 h 361092"/>
              <a:gd name="connsiteX75" fmla="*/ 316317 w 349777"/>
              <a:gd name="connsiteY75" fmla="*/ 179927 h 361092"/>
              <a:gd name="connsiteX76" fmla="*/ 298769 w 349777"/>
              <a:gd name="connsiteY76" fmla="*/ 169831 h 361092"/>
              <a:gd name="connsiteX77" fmla="*/ 277521 w 349777"/>
              <a:gd name="connsiteY77" fmla="*/ 182404 h 361092"/>
              <a:gd name="connsiteX78" fmla="*/ 277521 w 349777"/>
              <a:gd name="connsiteY78" fmla="*/ 203740 h 361092"/>
              <a:gd name="connsiteX79" fmla="*/ 270028 w 349777"/>
              <a:gd name="connsiteY79" fmla="*/ 211264 h 361092"/>
              <a:gd name="connsiteX80" fmla="*/ 245840 w 349777"/>
              <a:gd name="connsiteY80" fmla="*/ 82868 h 361092"/>
              <a:gd name="connsiteX81" fmla="*/ 223264 w 349777"/>
              <a:gd name="connsiteY81" fmla="*/ 105537 h 361092"/>
              <a:gd name="connsiteX82" fmla="*/ 245840 w 349777"/>
              <a:gd name="connsiteY82" fmla="*/ 128207 h 361092"/>
              <a:gd name="connsiteX83" fmla="*/ 268415 w 349777"/>
              <a:gd name="connsiteY83" fmla="*/ 105537 h 361092"/>
              <a:gd name="connsiteX84" fmla="*/ 245840 w 349777"/>
              <a:gd name="connsiteY84" fmla="*/ 82868 h 361092"/>
              <a:gd name="connsiteX85" fmla="*/ 245840 w 349777"/>
              <a:gd name="connsiteY85" fmla="*/ 143161 h 361092"/>
              <a:gd name="connsiteX86" fmla="*/ 208277 w 349777"/>
              <a:gd name="connsiteY86" fmla="*/ 105442 h 361092"/>
              <a:gd name="connsiteX87" fmla="*/ 245840 w 349777"/>
              <a:gd name="connsiteY87" fmla="*/ 67723 h 361092"/>
              <a:gd name="connsiteX88" fmla="*/ 283402 w 349777"/>
              <a:gd name="connsiteY88" fmla="*/ 105442 h 361092"/>
              <a:gd name="connsiteX89" fmla="*/ 245840 w 349777"/>
              <a:gd name="connsiteY89" fmla="*/ 143161 h 361092"/>
              <a:gd name="connsiteX90" fmla="*/ 89709 w 349777"/>
              <a:gd name="connsiteY90" fmla="*/ 346139 h 361092"/>
              <a:gd name="connsiteX91" fmla="*/ 119778 w 349777"/>
              <a:gd name="connsiteY91" fmla="*/ 346139 h 361092"/>
              <a:gd name="connsiteX92" fmla="*/ 119778 w 349777"/>
              <a:gd name="connsiteY92" fmla="*/ 327374 h 361092"/>
              <a:gd name="connsiteX93" fmla="*/ 124805 w 349777"/>
              <a:gd name="connsiteY93" fmla="*/ 319849 h 361092"/>
              <a:gd name="connsiteX94" fmla="*/ 149847 w 349777"/>
              <a:gd name="connsiteY94" fmla="*/ 304800 h 361092"/>
              <a:gd name="connsiteX95" fmla="*/ 158573 w 349777"/>
              <a:gd name="connsiteY95" fmla="*/ 304800 h 361092"/>
              <a:gd name="connsiteX96" fmla="*/ 173561 w 349777"/>
              <a:gd name="connsiteY96" fmla="*/ 313563 h 361092"/>
              <a:gd name="connsiteX97" fmla="*/ 188548 w 349777"/>
              <a:gd name="connsiteY97" fmla="*/ 287274 h 361092"/>
              <a:gd name="connsiteX98" fmla="*/ 173561 w 349777"/>
              <a:gd name="connsiteY98" fmla="*/ 278511 h 361092"/>
              <a:gd name="connsiteX99" fmla="*/ 169766 w 349777"/>
              <a:gd name="connsiteY99" fmla="*/ 269748 h 361092"/>
              <a:gd name="connsiteX100" fmla="*/ 169766 w 349777"/>
              <a:gd name="connsiteY100" fmla="*/ 240983 h 361092"/>
              <a:gd name="connsiteX101" fmla="*/ 173561 w 349777"/>
              <a:gd name="connsiteY101" fmla="*/ 232220 h 361092"/>
              <a:gd name="connsiteX102" fmla="*/ 188548 w 349777"/>
              <a:gd name="connsiteY102" fmla="*/ 223457 h 361092"/>
              <a:gd name="connsiteX103" fmla="*/ 173561 w 349777"/>
              <a:gd name="connsiteY103" fmla="*/ 197168 h 361092"/>
              <a:gd name="connsiteX104" fmla="*/ 158573 w 349777"/>
              <a:gd name="connsiteY104" fmla="*/ 207169 h 361092"/>
              <a:gd name="connsiteX105" fmla="*/ 149847 w 349777"/>
              <a:gd name="connsiteY105" fmla="*/ 205930 h 361092"/>
              <a:gd name="connsiteX106" fmla="*/ 124805 w 349777"/>
              <a:gd name="connsiteY106" fmla="*/ 190881 h 361092"/>
              <a:gd name="connsiteX107" fmla="*/ 119778 w 349777"/>
              <a:gd name="connsiteY107" fmla="*/ 183356 h 361092"/>
              <a:gd name="connsiteX108" fmla="*/ 119778 w 349777"/>
              <a:gd name="connsiteY108" fmla="*/ 165830 h 361092"/>
              <a:gd name="connsiteX109" fmla="*/ 89709 w 349777"/>
              <a:gd name="connsiteY109" fmla="*/ 165830 h 361092"/>
              <a:gd name="connsiteX110" fmla="*/ 89709 w 349777"/>
              <a:gd name="connsiteY110" fmla="*/ 183356 h 361092"/>
              <a:gd name="connsiteX111" fmla="*/ 84682 w 349777"/>
              <a:gd name="connsiteY111" fmla="*/ 190881 h 361092"/>
              <a:gd name="connsiteX112" fmla="*/ 59640 w 349777"/>
              <a:gd name="connsiteY112" fmla="*/ 205930 h 361092"/>
              <a:gd name="connsiteX113" fmla="*/ 49585 w 349777"/>
              <a:gd name="connsiteY113" fmla="*/ 207169 h 361092"/>
              <a:gd name="connsiteX114" fmla="*/ 33270 w 349777"/>
              <a:gd name="connsiteY114" fmla="*/ 197168 h 361092"/>
              <a:gd name="connsiteX115" fmla="*/ 18283 w 349777"/>
              <a:gd name="connsiteY115" fmla="*/ 223457 h 361092"/>
              <a:gd name="connsiteX116" fmla="*/ 34598 w 349777"/>
              <a:gd name="connsiteY116" fmla="*/ 232220 h 361092"/>
              <a:gd name="connsiteX117" fmla="*/ 37065 w 349777"/>
              <a:gd name="connsiteY117" fmla="*/ 240983 h 361092"/>
              <a:gd name="connsiteX118" fmla="*/ 37065 w 349777"/>
              <a:gd name="connsiteY118" fmla="*/ 269748 h 361092"/>
              <a:gd name="connsiteX119" fmla="*/ 34598 w 349777"/>
              <a:gd name="connsiteY119" fmla="*/ 278511 h 361092"/>
              <a:gd name="connsiteX120" fmla="*/ 18283 w 349777"/>
              <a:gd name="connsiteY120" fmla="*/ 287274 h 361092"/>
              <a:gd name="connsiteX121" fmla="*/ 33270 w 349777"/>
              <a:gd name="connsiteY121" fmla="*/ 313563 h 361092"/>
              <a:gd name="connsiteX122" fmla="*/ 49585 w 349777"/>
              <a:gd name="connsiteY122" fmla="*/ 304800 h 361092"/>
              <a:gd name="connsiteX123" fmla="*/ 58312 w 349777"/>
              <a:gd name="connsiteY123" fmla="*/ 304800 h 361092"/>
              <a:gd name="connsiteX124" fmla="*/ 84587 w 349777"/>
              <a:gd name="connsiteY124" fmla="*/ 319849 h 361092"/>
              <a:gd name="connsiteX125" fmla="*/ 89614 w 349777"/>
              <a:gd name="connsiteY125" fmla="*/ 327374 h 361092"/>
              <a:gd name="connsiteX126" fmla="*/ 89614 w 349777"/>
              <a:gd name="connsiteY126" fmla="*/ 346139 h 361092"/>
              <a:gd name="connsiteX127" fmla="*/ 127271 w 349777"/>
              <a:gd name="connsiteY127" fmla="*/ 361093 h 361092"/>
              <a:gd name="connsiteX128" fmla="*/ 82215 w 349777"/>
              <a:gd name="connsiteY128" fmla="*/ 361093 h 361092"/>
              <a:gd name="connsiteX129" fmla="*/ 74722 w 349777"/>
              <a:gd name="connsiteY129" fmla="*/ 353568 h 361092"/>
              <a:gd name="connsiteX130" fmla="*/ 74722 w 349777"/>
              <a:gd name="connsiteY130" fmla="*/ 333566 h 361092"/>
              <a:gd name="connsiteX131" fmla="*/ 52241 w 349777"/>
              <a:gd name="connsiteY131" fmla="*/ 319754 h 361092"/>
              <a:gd name="connsiteX132" fmla="*/ 33460 w 349777"/>
              <a:gd name="connsiteY132" fmla="*/ 329756 h 361092"/>
              <a:gd name="connsiteX133" fmla="*/ 23405 w 349777"/>
              <a:gd name="connsiteY133" fmla="*/ 327279 h 361092"/>
              <a:gd name="connsiteX134" fmla="*/ 925 w 349777"/>
              <a:gd name="connsiteY134" fmla="*/ 288512 h 361092"/>
              <a:gd name="connsiteX135" fmla="*/ 925 w 349777"/>
              <a:gd name="connsiteY135" fmla="*/ 283464 h 361092"/>
              <a:gd name="connsiteX136" fmla="*/ 3391 w 349777"/>
              <a:gd name="connsiteY136" fmla="*/ 278416 h 361092"/>
              <a:gd name="connsiteX137" fmla="*/ 22172 w 349777"/>
              <a:gd name="connsiteY137" fmla="*/ 268414 h 361092"/>
              <a:gd name="connsiteX138" fmla="*/ 22172 w 349777"/>
              <a:gd name="connsiteY138" fmla="*/ 243364 h 361092"/>
              <a:gd name="connsiteX139" fmla="*/ 4624 w 349777"/>
              <a:gd name="connsiteY139" fmla="*/ 232124 h 361092"/>
              <a:gd name="connsiteX140" fmla="*/ 830 w 349777"/>
              <a:gd name="connsiteY140" fmla="*/ 228410 h 361092"/>
              <a:gd name="connsiteX141" fmla="*/ 830 w 349777"/>
              <a:gd name="connsiteY141" fmla="*/ 222123 h 361092"/>
              <a:gd name="connsiteX142" fmla="*/ 24639 w 349777"/>
              <a:gd name="connsiteY142" fmla="*/ 183356 h 361092"/>
              <a:gd name="connsiteX143" fmla="*/ 34693 w 349777"/>
              <a:gd name="connsiteY143" fmla="*/ 180880 h 361092"/>
              <a:gd name="connsiteX144" fmla="*/ 52241 w 349777"/>
              <a:gd name="connsiteY144" fmla="*/ 190881 h 361092"/>
              <a:gd name="connsiteX145" fmla="*/ 74722 w 349777"/>
              <a:gd name="connsiteY145" fmla="*/ 178403 h 361092"/>
              <a:gd name="connsiteX146" fmla="*/ 74722 w 349777"/>
              <a:gd name="connsiteY146" fmla="*/ 158401 h 361092"/>
              <a:gd name="connsiteX147" fmla="*/ 82215 w 349777"/>
              <a:gd name="connsiteY147" fmla="*/ 150876 h 361092"/>
              <a:gd name="connsiteX148" fmla="*/ 127271 w 349777"/>
              <a:gd name="connsiteY148" fmla="*/ 150876 h 361092"/>
              <a:gd name="connsiteX149" fmla="*/ 134765 w 349777"/>
              <a:gd name="connsiteY149" fmla="*/ 158401 h 361092"/>
              <a:gd name="connsiteX150" fmla="*/ 134765 w 349777"/>
              <a:gd name="connsiteY150" fmla="*/ 179641 h 361092"/>
              <a:gd name="connsiteX151" fmla="*/ 156012 w 349777"/>
              <a:gd name="connsiteY151" fmla="*/ 190881 h 361092"/>
              <a:gd name="connsiteX152" fmla="*/ 172327 w 349777"/>
              <a:gd name="connsiteY152" fmla="*/ 180880 h 361092"/>
              <a:gd name="connsiteX153" fmla="*/ 178588 w 349777"/>
              <a:gd name="connsiteY153" fmla="*/ 179641 h 361092"/>
              <a:gd name="connsiteX154" fmla="*/ 183615 w 349777"/>
              <a:gd name="connsiteY154" fmla="*/ 183356 h 361092"/>
              <a:gd name="connsiteX155" fmla="*/ 206096 w 349777"/>
              <a:gd name="connsiteY155" fmla="*/ 222123 h 361092"/>
              <a:gd name="connsiteX156" fmla="*/ 206096 w 349777"/>
              <a:gd name="connsiteY156" fmla="*/ 228410 h 361092"/>
              <a:gd name="connsiteX157" fmla="*/ 203629 w 349777"/>
              <a:gd name="connsiteY157" fmla="*/ 232124 h 361092"/>
              <a:gd name="connsiteX158" fmla="*/ 184848 w 349777"/>
              <a:gd name="connsiteY158" fmla="*/ 243364 h 361092"/>
              <a:gd name="connsiteX159" fmla="*/ 184848 w 349777"/>
              <a:gd name="connsiteY159" fmla="*/ 268414 h 361092"/>
              <a:gd name="connsiteX160" fmla="*/ 203629 w 349777"/>
              <a:gd name="connsiteY160" fmla="*/ 278416 h 361092"/>
              <a:gd name="connsiteX161" fmla="*/ 206096 w 349777"/>
              <a:gd name="connsiteY161" fmla="*/ 283464 h 361092"/>
              <a:gd name="connsiteX162" fmla="*/ 206096 w 349777"/>
              <a:gd name="connsiteY162" fmla="*/ 288512 h 361092"/>
              <a:gd name="connsiteX163" fmla="*/ 183615 w 349777"/>
              <a:gd name="connsiteY163" fmla="*/ 327279 h 361092"/>
              <a:gd name="connsiteX164" fmla="*/ 178588 w 349777"/>
              <a:gd name="connsiteY164" fmla="*/ 330994 h 361092"/>
              <a:gd name="connsiteX165" fmla="*/ 172327 w 349777"/>
              <a:gd name="connsiteY165" fmla="*/ 329756 h 361092"/>
              <a:gd name="connsiteX166" fmla="*/ 156012 w 349777"/>
              <a:gd name="connsiteY166" fmla="*/ 319754 h 361092"/>
              <a:gd name="connsiteX167" fmla="*/ 134765 w 349777"/>
              <a:gd name="connsiteY167" fmla="*/ 332232 h 361092"/>
              <a:gd name="connsiteX168" fmla="*/ 134765 w 349777"/>
              <a:gd name="connsiteY168" fmla="*/ 353473 h 361092"/>
              <a:gd name="connsiteX169" fmla="*/ 127271 w 349777"/>
              <a:gd name="connsiteY169" fmla="*/ 360997 h 361092"/>
              <a:gd name="connsiteX170" fmla="*/ 103463 w 349777"/>
              <a:gd name="connsiteY170" fmla="*/ 232886 h 361092"/>
              <a:gd name="connsiteX171" fmla="*/ 81172 w 349777"/>
              <a:gd name="connsiteY171" fmla="*/ 255556 h 361092"/>
              <a:gd name="connsiteX172" fmla="*/ 103463 w 349777"/>
              <a:gd name="connsiteY172" fmla="*/ 278225 h 361092"/>
              <a:gd name="connsiteX173" fmla="*/ 125754 w 349777"/>
              <a:gd name="connsiteY173" fmla="*/ 255556 h 361092"/>
              <a:gd name="connsiteX174" fmla="*/ 103463 w 349777"/>
              <a:gd name="connsiteY174" fmla="*/ 232886 h 361092"/>
              <a:gd name="connsiteX175" fmla="*/ 103463 w 349777"/>
              <a:gd name="connsiteY175" fmla="*/ 293275 h 361092"/>
              <a:gd name="connsiteX176" fmla="*/ 66280 w 349777"/>
              <a:gd name="connsiteY176" fmla="*/ 255556 h 361092"/>
              <a:gd name="connsiteX177" fmla="*/ 103463 w 349777"/>
              <a:gd name="connsiteY177" fmla="*/ 217837 h 361092"/>
              <a:gd name="connsiteX178" fmla="*/ 140646 w 349777"/>
              <a:gd name="connsiteY178" fmla="*/ 255556 h 361092"/>
              <a:gd name="connsiteX179" fmla="*/ 103463 w 349777"/>
              <a:gd name="connsiteY179" fmla="*/ 293275 h 361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</a:cxnLst>
            <a:rect l="l" t="t" r="r" b="b"/>
            <a:pathLst>
              <a:path w="349777" h="361092">
                <a:moveTo>
                  <a:pt x="232465" y="195929"/>
                </a:moveTo>
                <a:lnTo>
                  <a:pt x="262534" y="195929"/>
                </a:lnTo>
                <a:lnTo>
                  <a:pt x="262534" y="177070"/>
                </a:lnTo>
                <a:cubicBezTo>
                  <a:pt x="262534" y="174593"/>
                  <a:pt x="265001" y="170783"/>
                  <a:pt x="267562" y="169545"/>
                </a:cubicBezTo>
                <a:cubicBezTo>
                  <a:pt x="278849" y="164497"/>
                  <a:pt x="287576" y="159449"/>
                  <a:pt x="292603" y="154495"/>
                </a:cubicBezTo>
                <a:cubicBezTo>
                  <a:pt x="295070" y="153257"/>
                  <a:pt x="298864" y="152019"/>
                  <a:pt x="301330" y="154495"/>
                </a:cubicBezTo>
                <a:lnTo>
                  <a:pt x="316317" y="163259"/>
                </a:lnTo>
                <a:lnTo>
                  <a:pt x="331304" y="136874"/>
                </a:lnTo>
                <a:lnTo>
                  <a:pt x="316317" y="128111"/>
                </a:lnTo>
                <a:cubicBezTo>
                  <a:pt x="312523" y="126873"/>
                  <a:pt x="311290" y="123063"/>
                  <a:pt x="312523" y="119348"/>
                </a:cubicBezTo>
                <a:cubicBezTo>
                  <a:pt x="313756" y="109252"/>
                  <a:pt x="313756" y="100489"/>
                  <a:pt x="312523" y="90487"/>
                </a:cubicBezTo>
                <a:cubicBezTo>
                  <a:pt x="311290" y="86678"/>
                  <a:pt x="312523" y="84201"/>
                  <a:pt x="316317" y="81724"/>
                </a:cubicBezTo>
                <a:lnTo>
                  <a:pt x="331304" y="72962"/>
                </a:lnTo>
                <a:lnTo>
                  <a:pt x="316317" y="46577"/>
                </a:lnTo>
                <a:lnTo>
                  <a:pt x="301330" y="56674"/>
                </a:lnTo>
                <a:cubicBezTo>
                  <a:pt x="298864" y="57912"/>
                  <a:pt x="295070" y="57912"/>
                  <a:pt x="292603" y="55435"/>
                </a:cubicBezTo>
                <a:cubicBezTo>
                  <a:pt x="287576" y="50387"/>
                  <a:pt x="278849" y="45339"/>
                  <a:pt x="267562" y="40386"/>
                </a:cubicBezTo>
                <a:cubicBezTo>
                  <a:pt x="265095" y="39148"/>
                  <a:pt x="262534" y="36576"/>
                  <a:pt x="262534" y="32861"/>
                </a:cubicBezTo>
                <a:lnTo>
                  <a:pt x="262534" y="15240"/>
                </a:lnTo>
                <a:lnTo>
                  <a:pt x="232465" y="15240"/>
                </a:lnTo>
                <a:lnTo>
                  <a:pt x="232465" y="32861"/>
                </a:lnTo>
                <a:cubicBezTo>
                  <a:pt x="232465" y="36671"/>
                  <a:pt x="231232" y="40386"/>
                  <a:pt x="227438" y="40386"/>
                </a:cubicBezTo>
                <a:cubicBezTo>
                  <a:pt x="213684" y="44196"/>
                  <a:pt x="209890" y="47911"/>
                  <a:pt x="202396" y="55435"/>
                </a:cubicBezTo>
                <a:cubicBezTo>
                  <a:pt x="199930" y="56674"/>
                  <a:pt x="196136" y="57912"/>
                  <a:pt x="192342" y="56674"/>
                </a:cubicBezTo>
                <a:lnTo>
                  <a:pt x="176027" y="46577"/>
                </a:lnTo>
                <a:lnTo>
                  <a:pt x="161040" y="72962"/>
                </a:lnTo>
                <a:lnTo>
                  <a:pt x="177355" y="81724"/>
                </a:lnTo>
                <a:cubicBezTo>
                  <a:pt x="179821" y="84201"/>
                  <a:pt x="181149" y="86773"/>
                  <a:pt x="179821" y="90487"/>
                </a:cubicBezTo>
                <a:cubicBezTo>
                  <a:pt x="178588" y="100584"/>
                  <a:pt x="178588" y="110585"/>
                  <a:pt x="179821" y="119348"/>
                </a:cubicBezTo>
                <a:cubicBezTo>
                  <a:pt x="181054" y="123158"/>
                  <a:pt x="179821" y="126873"/>
                  <a:pt x="177355" y="128111"/>
                </a:cubicBezTo>
                <a:lnTo>
                  <a:pt x="161040" y="136874"/>
                </a:lnTo>
                <a:lnTo>
                  <a:pt x="176027" y="163259"/>
                </a:lnTo>
                <a:lnTo>
                  <a:pt x="192342" y="154495"/>
                </a:lnTo>
                <a:cubicBezTo>
                  <a:pt x="196136" y="152019"/>
                  <a:pt x="198602" y="153257"/>
                  <a:pt x="201068" y="154495"/>
                </a:cubicBezTo>
                <a:cubicBezTo>
                  <a:pt x="209795" y="162020"/>
                  <a:pt x="213589" y="167068"/>
                  <a:pt x="227343" y="169545"/>
                </a:cubicBezTo>
                <a:cubicBezTo>
                  <a:pt x="231137" y="170783"/>
                  <a:pt x="232371" y="173355"/>
                  <a:pt x="232371" y="177070"/>
                </a:cubicBezTo>
                <a:lnTo>
                  <a:pt x="232371" y="195929"/>
                </a:lnTo>
                <a:close/>
                <a:moveTo>
                  <a:pt x="270028" y="211074"/>
                </a:moveTo>
                <a:lnTo>
                  <a:pt x="224972" y="211074"/>
                </a:lnTo>
                <a:cubicBezTo>
                  <a:pt x="221178" y="211074"/>
                  <a:pt x="217478" y="207264"/>
                  <a:pt x="217478" y="203549"/>
                </a:cubicBezTo>
                <a:lnTo>
                  <a:pt x="217478" y="183451"/>
                </a:lnTo>
                <a:cubicBezTo>
                  <a:pt x="207424" y="179641"/>
                  <a:pt x="201163" y="174689"/>
                  <a:pt x="194998" y="169640"/>
                </a:cubicBezTo>
                <a:lnTo>
                  <a:pt x="176216" y="179737"/>
                </a:lnTo>
                <a:cubicBezTo>
                  <a:pt x="173750" y="182213"/>
                  <a:pt x="168723" y="180975"/>
                  <a:pt x="166162" y="177260"/>
                </a:cubicBezTo>
                <a:lnTo>
                  <a:pt x="143681" y="138303"/>
                </a:lnTo>
                <a:cubicBezTo>
                  <a:pt x="143681" y="137065"/>
                  <a:pt x="142448" y="134493"/>
                  <a:pt x="143681" y="133255"/>
                </a:cubicBezTo>
                <a:cubicBezTo>
                  <a:pt x="143681" y="130778"/>
                  <a:pt x="144914" y="129445"/>
                  <a:pt x="146148" y="128207"/>
                </a:cubicBezTo>
                <a:lnTo>
                  <a:pt x="164929" y="118110"/>
                </a:lnTo>
                <a:cubicBezTo>
                  <a:pt x="163696" y="109347"/>
                  <a:pt x="163696" y="100489"/>
                  <a:pt x="164929" y="92964"/>
                </a:cubicBezTo>
                <a:lnTo>
                  <a:pt x="147381" y="81629"/>
                </a:lnTo>
                <a:cubicBezTo>
                  <a:pt x="144914" y="81629"/>
                  <a:pt x="143586" y="79153"/>
                  <a:pt x="143586" y="77819"/>
                </a:cubicBezTo>
                <a:cubicBezTo>
                  <a:pt x="142353" y="75343"/>
                  <a:pt x="143586" y="74009"/>
                  <a:pt x="143586" y="71533"/>
                </a:cubicBezTo>
                <a:lnTo>
                  <a:pt x="167395" y="32575"/>
                </a:lnTo>
                <a:cubicBezTo>
                  <a:pt x="168628" y="28766"/>
                  <a:pt x="173655" y="27527"/>
                  <a:pt x="177450" y="30099"/>
                </a:cubicBezTo>
                <a:lnTo>
                  <a:pt x="194998" y="40196"/>
                </a:lnTo>
                <a:cubicBezTo>
                  <a:pt x="201258" y="35147"/>
                  <a:pt x="207519" y="30099"/>
                  <a:pt x="217478" y="27623"/>
                </a:cubicBezTo>
                <a:lnTo>
                  <a:pt x="217478" y="7525"/>
                </a:lnTo>
                <a:cubicBezTo>
                  <a:pt x="217478" y="2476"/>
                  <a:pt x="221272" y="0"/>
                  <a:pt x="224972" y="0"/>
                </a:cubicBezTo>
                <a:lnTo>
                  <a:pt x="270028" y="0"/>
                </a:lnTo>
                <a:cubicBezTo>
                  <a:pt x="275055" y="0"/>
                  <a:pt x="277521" y="2476"/>
                  <a:pt x="277521" y="7525"/>
                </a:cubicBezTo>
                <a:lnTo>
                  <a:pt x="277521" y="28861"/>
                </a:lnTo>
                <a:cubicBezTo>
                  <a:pt x="286248" y="32671"/>
                  <a:pt x="293836" y="36385"/>
                  <a:pt x="298769" y="40196"/>
                </a:cubicBezTo>
                <a:lnTo>
                  <a:pt x="316317" y="30099"/>
                </a:lnTo>
                <a:cubicBezTo>
                  <a:pt x="317550" y="28861"/>
                  <a:pt x="320111" y="28861"/>
                  <a:pt x="321344" y="28861"/>
                </a:cubicBezTo>
                <a:cubicBezTo>
                  <a:pt x="323811" y="30099"/>
                  <a:pt x="325138" y="31337"/>
                  <a:pt x="326372" y="32671"/>
                </a:cubicBezTo>
                <a:lnTo>
                  <a:pt x="348852" y="71628"/>
                </a:lnTo>
                <a:cubicBezTo>
                  <a:pt x="350085" y="74105"/>
                  <a:pt x="350085" y="75438"/>
                  <a:pt x="348852" y="77914"/>
                </a:cubicBezTo>
                <a:cubicBezTo>
                  <a:pt x="348852" y="79153"/>
                  <a:pt x="347619" y="81724"/>
                  <a:pt x="346386" y="81724"/>
                </a:cubicBezTo>
                <a:lnTo>
                  <a:pt x="327605" y="93059"/>
                </a:lnTo>
                <a:cubicBezTo>
                  <a:pt x="328838" y="100584"/>
                  <a:pt x="328838" y="109442"/>
                  <a:pt x="327605" y="118205"/>
                </a:cubicBezTo>
                <a:lnTo>
                  <a:pt x="346386" y="128302"/>
                </a:lnTo>
                <a:cubicBezTo>
                  <a:pt x="347619" y="129540"/>
                  <a:pt x="348852" y="130778"/>
                  <a:pt x="348852" y="133350"/>
                </a:cubicBezTo>
                <a:cubicBezTo>
                  <a:pt x="350085" y="134588"/>
                  <a:pt x="350085" y="137160"/>
                  <a:pt x="348852" y="138398"/>
                </a:cubicBezTo>
                <a:lnTo>
                  <a:pt x="326372" y="177355"/>
                </a:lnTo>
                <a:cubicBezTo>
                  <a:pt x="325138" y="179832"/>
                  <a:pt x="323905" y="181166"/>
                  <a:pt x="321344" y="181166"/>
                </a:cubicBezTo>
                <a:cubicBezTo>
                  <a:pt x="320111" y="181166"/>
                  <a:pt x="317550" y="181166"/>
                  <a:pt x="316317" y="179927"/>
                </a:cubicBezTo>
                <a:lnTo>
                  <a:pt x="298769" y="169831"/>
                </a:lnTo>
                <a:cubicBezTo>
                  <a:pt x="293742" y="173641"/>
                  <a:pt x="286248" y="178594"/>
                  <a:pt x="277521" y="182404"/>
                </a:cubicBezTo>
                <a:lnTo>
                  <a:pt x="277521" y="203740"/>
                </a:lnTo>
                <a:cubicBezTo>
                  <a:pt x="277521" y="207550"/>
                  <a:pt x="275055" y="211264"/>
                  <a:pt x="270028" y="211264"/>
                </a:cubicBezTo>
                <a:close/>
                <a:moveTo>
                  <a:pt x="245840" y="82868"/>
                </a:moveTo>
                <a:cubicBezTo>
                  <a:pt x="233319" y="82868"/>
                  <a:pt x="223264" y="92964"/>
                  <a:pt x="223264" y="105537"/>
                </a:cubicBezTo>
                <a:cubicBezTo>
                  <a:pt x="223264" y="118110"/>
                  <a:pt x="233319" y="128207"/>
                  <a:pt x="245840" y="128207"/>
                </a:cubicBezTo>
                <a:cubicBezTo>
                  <a:pt x="258361" y="128207"/>
                  <a:pt x="268415" y="118110"/>
                  <a:pt x="268415" y="105537"/>
                </a:cubicBezTo>
                <a:cubicBezTo>
                  <a:pt x="268415" y="92964"/>
                  <a:pt x="258361" y="82868"/>
                  <a:pt x="245840" y="82868"/>
                </a:cubicBezTo>
                <a:close/>
                <a:moveTo>
                  <a:pt x="245840" y="143161"/>
                </a:moveTo>
                <a:cubicBezTo>
                  <a:pt x="224498" y="143161"/>
                  <a:pt x="208277" y="125539"/>
                  <a:pt x="208277" y="105442"/>
                </a:cubicBezTo>
                <a:cubicBezTo>
                  <a:pt x="208277" y="84106"/>
                  <a:pt x="224592" y="67723"/>
                  <a:pt x="245840" y="67723"/>
                </a:cubicBezTo>
                <a:cubicBezTo>
                  <a:pt x="267087" y="67723"/>
                  <a:pt x="283402" y="84106"/>
                  <a:pt x="283402" y="105442"/>
                </a:cubicBezTo>
                <a:cubicBezTo>
                  <a:pt x="283402" y="125539"/>
                  <a:pt x="267087" y="143161"/>
                  <a:pt x="245840" y="143161"/>
                </a:cubicBezTo>
                <a:close/>
                <a:moveTo>
                  <a:pt x="89709" y="346139"/>
                </a:moveTo>
                <a:lnTo>
                  <a:pt x="119778" y="346139"/>
                </a:lnTo>
                <a:lnTo>
                  <a:pt x="119778" y="327374"/>
                </a:lnTo>
                <a:cubicBezTo>
                  <a:pt x="119778" y="324898"/>
                  <a:pt x="122244" y="321088"/>
                  <a:pt x="124805" y="319849"/>
                </a:cubicBezTo>
                <a:cubicBezTo>
                  <a:pt x="136093" y="314801"/>
                  <a:pt x="144820" y="309848"/>
                  <a:pt x="149847" y="304800"/>
                </a:cubicBezTo>
                <a:cubicBezTo>
                  <a:pt x="152313" y="303562"/>
                  <a:pt x="156107" y="302324"/>
                  <a:pt x="158573" y="304800"/>
                </a:cubicBezTo>
                <a:lnTo>
                  <a:pt x="173561" y="313563"/>
                </a:lnTo>
                <a:lnTo>
                  <a:pt x="188548" y="287274"/>
                </a:lnTo>
                <a:lnTo>
                  <a:pt x="173561" y="278511"/>
                </a:lnTo>
                <a:cubicBezTo>
                  <a:pt x="169766" y="277273"/>
                  <a:pt x="168533" y="273463"/>
                  <a:pt x="169766" y="269748"/>
                </a:cubicBezTo>
                <a:cubicBezTo>
                  <a:pt x="170999" y="259747"/>
                  <a:pt x="170999" y="250984"/>
                  <a:pt x="169766" y="240983"/>
                </a:cubicBezTo>
                <a:cubicBezTo>
                  <a:pt x="168533" y="237268"/>
                  <a:pt x="169766" y="234696"/>
                  <a:pt x="173561" y="232220"/>
                </a:cubicBezTo>
                <a:lnTo>
                  <a:pt x="188548" y="223457"/>
                </a:lnTo>
                <a:lnTo>
                  <a:pt x="173561" y="197168"/>
                </a:lnTo>
                <a:lnTo>
                  <a:pt x="158573" y="207169"/>
                </a:lnTo>
                <a:cubicBezTo>
                  <a:pt x="156107" y="208407"/>
                  <a:pt x="152313" y="208407"/>
                  <a:pt x="149847" y="205930"/>
                </a:cubicBezTo>
                <a:cubicBezTo>
                  <a:pt x="144820" y="200882"/>
                  <a:pt x="136093" y="195929"/>
                  <a:pt x="124805" y="190881"/>
                </a:cubicBezTo>
                <a:cubicBezTo>
                  <a:pt x="122339" y="189643"/>
                  <a:pt x="119778" y="187166"/>
                  <a:pt x="119778" y="183356"/>
                </a:cubicBezTo>
                <a:lnTo>
                  <a:pt x="119778" y="165830"/>
                </a:lnTo>
                <a:lnTo>
                  <a:pt x="89709" y="165830"/>
                </a:lnTo>
                <a:lnTo>
                  <a:pt x="89709" y="183356"/>
                </a:lnTo>
                <a:cubicBezTo>
                  <a:pt x="89709" y="187071"/>
                  <a:pt x="88476" y="190881"/>
                  <a:pt x="84682" y="190881"/>
                </a:cubicBezTo>
                <a:cubicBezTo>
                  <a:pt x="72161" y="194596"/>
                  <a:pt x="67133" y="198406"/>
                  <a:pt x="59640" y="205930"/>
                </a:cubicBezTo>
                <a:cubicBezTo>
                  <a:pt x="57174" y="207169"/>
                  <a:pt x="53380" y="208407"/>
                  <a:pt x="49585" y="207169"/>
                </a:cubicBezTo>
                <a:lnTo>
                  <a:pt x="33270" y="197168"/>
                </a:lnTo>
                <a:lnTo>
                  <a:pt x="18283" y="223457"/>
                </a:lnTo>
                <a:lnTo>
                  <a:pt x="34598" y="232220"/>
                </a:lnTo>
                <a:cubicBezTo>
                  <a:pt x="37065" y="234696"/>
                  <a:pt x="38392" y="237268"/>
                  <a:pt x="37065" y="240983"/>
                </a:cubicBezTo>
                <a:cubicBezTo>
                  <a:pt x="35831" y="250984"/>
                  <a:pt x="35831" y="260985"/>
                  <a:pt x="37065" y="269748"/>
                </a:cubicBezTo>
                <a:cubicBezTo>
                  <a:pt x="38298" y="273463"/>
                  <a:pt x="37065" y="277273"/>
                  <a:pt x="34598" y="278511"/>
                </a:cubicBezTo>
                <a:lnTo>
                  <a:pt x="18283" y="287274"/>
                </a:lnTo>
                <a:lnTo>
                  <a:pt x="33270" y="313563"/>
                </a:lnTo>
                <a:lnTo>
                  <a:pt x="49585" y="304800"/>
                </a:lnTo>
                <a:cubicBezTo>
                  <a:pt x="53380" y="302324"/>
                  <a:pt x="55846" y="303562"/>
                  <a:pt x="58312" y="304800"/>
                </a:cubicBezTo>
                <a:cubicBezTo>
                  <a:pt x="67039" y="312325"/>
                  <a:pt x="70833" y="317278"/>
                  <a:pt x="84587" y="319849"/>
                </a:cubicBezTo>
                <a:cubicBezTo>
                  <a:pt x="88381" y="321088"/>
                  <a:pt x="89614" y="323564"/>
                  <a:pt x="89614" y="327374"/>
                </a:cubicBezTo>
                <a:lnTo>
                  <a:pt x="89614" y="346139"/>
                </a:lnTo>
                <a:close/>
                <a:moveTo>
                  <a:pt x="127271" y="361093"/>
                </a:moveTo>
                <a:lnTo>
                  <a:pt x="82215" y="361093"/>
                </a:lnTo>
                <a:cubicBezTo>
                  <a:pt x="78421" y="361093"/>
                  <a:pt x="74722" y="357378"/>
                  <a:pt x="74722" y="353568"/>
                </a:cubicBezTo>
                <a:lnTo>
                  <a:pt x="74722" y="333566"/>
                </a:lnTo>
                <a:cubicBezTo>
                  <a:pt x="64667" y="329851"/>
                  <a:pt x="58407" y="324803"/>
                  <a:pt x="52241" y="319754"/>
                </a:cubicBezTo>
                <a:lnTo>
                  <a:pt x="33460" y="329756"/>
                </a:lnTo>
                <a:cubicBezTo>
                  <a:pt x="30994" y="332232"/>
                  <a:pt x="25967" y="330994"/>
                  <a:pt x="23405" y="327279"/>
                </a:cubicBezTo>
                <a:lnTo>
                  <a:pt x="925" y="288512"/>
                </a:lnTo>
                <a:cubicBezTo>
                  <a:pt x="-308" y="287274"/>
                  <a:pt x="-308" y="284797"/>
                  <a:pt x="925" y="283464"/>
                </a:cubicBezTo>
                <a:cubicBezTo>
                  <a:pt x="925" y="280987"/>
                  <a:pt x="2158" y="279749"/>
                  <a:pt x="3391" y="278416"/>
                </a:cubicBezTo>
                <a:lnTo>
                  <a:pt x="22172" y="268414"/>
                </a:lnTo>
                <a:cubicBezTo>
                  <a:pt x="20939" y="259651"/>
                  <a:pt x="20939" y="250889"/>
                  <a:pt x="22172" y="243364"/>
                </a:cubicBezTo>
                <a:lnTo>
                  <a:pt x="4624" y="232124"/>
                </a:lnTo>
                <a:cubicBezTo>
                  <a:pt x="2158" y="232124"/>
                  <a:pt x="830" y="229648"/>
                  <a:pt x="830" y="228410"/>
                </a:cubicBezTo>
                <a:cubicBezTo>
                  <a:pt x="-403" y="225933"/>
                  <a:pt x="830" y="224695"/>
                  <a:pt x="830" y="222123"/>
                </a:cubicBezTo>
                <a:lnTo>
                  <a:pt x="24639" y="183356"/>
                </a:lnTo>
                <a:cubicBezTo>
                  <a:pt x="25872" y="179641"/>
                  <a:pt x="30899" y="178308"/>
                  <a:pt x="34693" y="180880"/>
                </a:cubicBezTo>
                <a:lnTo>
                  <a:pt x="52241" y="190881"/>
                </a:lnTo>
                <a:cubicBezTo>
                  <a:pt x="58502" y="185833"/>
                  <a:pt x="64762" y="180880"/>
                  <a:pt x="74722" y="178403"/>
                </a:cubicBezTo>
                <a:lnTo>
                  <a:pt x="74722" y="158401"/>
                </a:lnTo>
                <a:cubicBezTo>
                  <a:pt x="74722" y="153353"/>
                  <a:pt x="78516" y="150876"/>
                  <a:pt x="82215" y="150876"/>
                </a:cubicBezTo>
                <a:lnTo>
                  <a:pt x="127271" y="150876"/>
                </a:lnTo>
                <a:cubicBezTo>
                  <a:pt x="132299" y="150876"/>
                  <a:pt x="134765" y="153353"/>
                  <a:pt x="134765" y="158401"/>
                </a:cubicBezTo>
                <a:lnTo>
                  <a:pt x="134765" y="179641"/>
                </a:lnTo>
                <a:cubicBezTo>
                  <a:pt x="143492" y="183356"/>
                  <a:pt x="151080" y="187166"/>
                  <a:pt x="156012" y="190881"/>
                </a:cubicBezTo>
                <a:lnTo>
                  <a:pt x="172327" y="180880"/>
                </a:lnTo>
                <a:cubicBezTo>
                  <a:pt x="174794" y="179641"/>
                  <a:pt x="177355" y="179641"/>
                  <a:pt x="178588" y="179641"/>
                </a:cubicBezTo>
                <a:cubicBezTo>
                  <a:pt x="181054" y="180880"/>
                  <a:pt x="182382" y="182118"/>
                  <a:pt x="183615" y="183356"/>
                </a:cubicBezTo>
                <a:lnTo>
                  <a:pt x="206096" y="222123"/>
                </a:lnTo>
                <a:cubicBezTo>
                  <a:pt x="207329" y="224599"/>
                  <a:pt x="207329" y="225838"/>
                  <a:pt x="206096" y="228410"/>
                </a:cubicBezTo>
                <a:cubicBezTo>
                  <a:pt x="206096" y="229648"/>
                  <a:pt x="204863" y="232124"/>
                  <a:pt x="203629" y="232124"/>
                </a:cubicBezTo>
                <a:lnTo>
                  <a:pt x="184848" y="243364"/>
                </a:lnTo>
                <a:cubicBezTo>
                  <a:pt x="186081" y="250889"/>
                  <a:pt x="186081" y="259651"/>
                  <a:pt x="184848" y="268414"/>
                </a:cubicBezTo>
                <a:lnTo>
                  <a:pt x="203629" y="278416"/>
                </a:lnTo>
                <a:cubicBezTo>
                  <a:pt x="204863" y="279654"/>
                  <a:pt x="206096" y="280892"/>
                  <a:pt x="206096" y="283464"/>
                </a:cubicBezTo>
                <a:cubicBezTo>
                  <a:pt x="207329" y="284702"/>
                  <a:pt x="207329" y="287179"/>
                  <a:pt x="206096" y="288512"/>
                </a:cubicBezTo>
                <a:lnTo>
                  <a:pt x="183615" y="327279"/>
                </a:lnTo>
                <a:cubicBezTo>
                  <a:pt x="182382" y="329756"/>
                  <a:pt x="181149" y="330994"/>
                  <a:pt x="178588" y="330994"/>
                </a:cubicBezTo>
                <a:cubicBezTo>
                  <a:pt x="177355" y="330994"/>
                  <a:pt x="174794" y="330994"/>
                  <a:pt x="172327" y="329756"/>
                </a:cubicBezTo>
                <a:lnTo>
                  <a:pt x="156012" y="319754"/>
                </a:lnTo>
                <a:cubicBezTo>
                  <a:pt x="150985" y="323469"/>
                  <a:pt x="143492" y="328517"/>
                  <a:pt x="134765" y="332232"/>
                </a:cubicBezTo>
                <a:lnTo>
                  <a:pt x="134765" y="353473"/>
                </a:lnTo>
                <a:cubicBezTo>
                  <a:pt x="134765" y="357187"/>
                  <a:pt x="132299" y="360997"/>
                  <a:pt x="127271" y="360997"/>
                </a:cubicBezTo>
                <a:close/>
                <a:moveTo>
                  <a:pt x="103463" y="232886"/>
                </a:moveTo>
                <a:cubicBezTo>
                  <a:pt x="91037" y="232886"/>
                  <a:pt x="81172" y="242983"/>
                  <a:pt x="81172" y="255556"/>
                </a:cubicBezTo>
                <a:cubicBezTo>
                  <a:pt x="81172" y="268129"/>
                  <a:pt x="91037" y="278225"/>
                  <a:pt x="103463" y="278225"/>
                </a:cubicBezTo>
                <a:cubicBezTo>
                  <a:pt x="115889" y="278225"/>
                  <a:pt x="125754" y="268129"/>
                  <a:pt x="125754" y="255556"/>
                </a:cubicBezTo>
                <a:cubicBezTo>
                  <a:pt x="125754" y="242983"/>
                  <a:pt x="115889" y="232886"/>
                  <a:pt x="103463" y="232886"/>
                </a:cubicBezTo>
                <a:close/>
                <a:moveTo>
                  <a:pt x="103463" y="293275"/>
                </a:moveTo>
                <a:cubicBezTo>
                  <a:pt x="82405" y="293275"/>
                  <a:pt x="66280" y="275654"/>
                  <a:pt x="66280" y="255556"/>
                </a:cubicBezTo>
                <a:cubicBezTo>
                  <a:pt x="66280" y="234220"/>
                  <a:pt x="82405" y="217837"/>
                  <a:pt x="103463" y="217837"/>
                </a:cubicBezTo>
                <a:cubicBezTo>
                  <a:pt x="124521" y="217837"/>
                  <a:pt x="140646" y="234220"/>
                  <a:pt x="140646" y="255556"/>
                </a:cubicBezTo>
                <a:cubicBezTo>
                  <a:pt x="140646" y="275654"/>
                  <a:pt x="124521" y="293275"/>
                  <a:pt x="103463" y="29327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6" name="Graphic 173">
            <a:extLst>
              <a:ext uri="{FF2B5EF4-FFF2-40B4-BE49-F238E27FC236}">
                <a16:creationId xmlns:a16="http://schemas.microsoft.com/office/drawing/2014/main" id="{1B7A707F-397A-311A-73F0-310044B11796}"/>
              </a:ext>
            </a:extLst>
          </p:cNvPr>
          <p:cNvSpPr/>
          <p:nvPr/>
        </p:nvSpPr>
        <p:spPr>
          <a:xfrm>
            <a:off x="9526771" y="2777884"/>
            <a:ext cx="469265" cy="484445"/>
          </a:xfrm>
          <a:custGeom>
            <a:avLst/>
            <a:gdLst>
              <a:gd name="connsiteX0" fmla="*/ 232465 w 349777"/>
              <a:gd name="connsiteY0" fmla="*/ 195929 h 361092"/>
              <a:gd name="connsiteX1" fmla="*/ 262534 w 349777"/>
              <a:gd name="connsiteY1" fmla="*/ 195929 h 361092"/>
              <a:gd name="connsiteX2" fmla="*/ 262534 w 349777"/>
              <a:gd name="connsiteY2" fmla="*/ 177070 h 361092"/>
              <a:gd name="connsiteX3" fmla="*/ 267562 w 349777"/>
              <a:gd name="connsiteY3" fmla="*/ 169545 h 361092"/>
              <a:gd name="connsiteX4" fmla="*/ 292603 w 349777"/>
              <a:gd name="connsiteY4" fmla="*/ 154495 h 361092"/>
              <a:gd name="connsiteX5" fmla="*/ 301330 w 349777"/>
              <a:gd name="connsiteY5" fmla="*/ 154495 h 361092"/>
              <a:gd name="connsiteX6" fmla="*/ 316317 w 349777"/>
              <a:gd name="connsiteY6" fmla="*/ 163259 h 361092"/>
              <a:gd name="connsiteX7" fmla="*/ 331304 w 349777"/>
              <a:gd name="connsiteY7" fmla="*/ 136874 h 361092"/>
              <a:gd name="connsiteX8" fmla="*/ 316317 w 349777"/>
              <a:gd name="connsiteY8" fmla="*/ 128111 h 361092"/>
              <a:gd name="connsiteX9" fmla="*/ 312523 w 349777"/>
              <a:gd name="connsiteY9" fmla="*/ 119348 h 361092"/>
              <a:gd name="connsiteX10" fmla="*/ 312523 w 349777"/>
              <a:gd name="connsiteY10" fmla="*/ 90487 h 361092"/>
              <a:gd name="connsiteX11" fmla="*/ 316317 w 349777"/>
              <a:gd name="connsiteY11" fmla="*/ 81724 h 361092"/>
              <a:gd name="connsiteX12" fmla="*/ 331304 w 349777"/>
              <a:gd name="connsiteY12" fmla="*/ 72962 h 361092"/>
              <a:gd name="connsiteX13" fmla="*/ 316317 w 349777"/>
              <a:gd name="connsiteY13" fmla="*/ 46577 h 361092"/>
              <a:gd name="connsiteX14" fmla="*/ 301330 w 349777"/>
              <a:gd name="connsiteY14" fmla="*/ 56674 h 361092"/>
              <a:gd name="connsiteX15" fmla="*/ 292603 w 349777"/>
              <a:gd name="connsiteY15" fmla="*/ 55435 h 361092"/>
              <a:gd name="connsiteX16" fmla="*/ 267562 w 349777"/>
              <a:gd name="connsiteY16" fmla="*/ 40386 h 361092"/>
              <a:gd name="connsiteX17" fmla="*/ 262534 w 349777"/>
              <a:gd name="connsiteY17" fmla="*/ 32861 h 361092"/>
              <a:gd name="connsiteX18" fmla="*/ 262534 w 349777"/>
              <a:gd name="connsiteY18" fmla="*/ 15240 h 361092"/>
              <a:gd name="connsiteX19" fmla="*/ 232465 w 349777"/>
              <a:gd name="connsiteY19" fmla="*/ 15240 h 361092"/>
              <a:gd name="connsiteX20" fmla="*/ 232465 w 349777"/>
              <a:gd name="connsiteY20" fmla="*/ 32861 h 361092"/>
              <a:gd name="connsiteX21" fmla="*/ 227438 w 349777"/>
              <a:gd name="connsiteY21" fmla="*/ 40386 h 361092"/>
              <a:gd name="connsiteX22" fmla="*/ 202396 w 349777"/>
              <a:gd name="connsiteY22" fmla="*/ 55435 h 361092"/>
              <a:gd name="connsiteX23" fmla="*/ 192342 w 349777"/>
              <a:gd name="connsiteY23" fmla="*/ 56674 h 361092"/>
              <a:gd name="connsiteX24" fmla="*/ 176027 w 349777"/>
              <a:gd name="connsiteY24" fmla="*/ 46577 h 361092"/>
              <a:gd name="connsiteX25" fmla="*/ 161040 w 349777"/>
              <a:gd name="connsiteY25" fmla="*/ 72962 h 361092"/>
              <a:gd name="connsiteX26" fmla="*/ 177355 w 349777"/>
              <a:gd name="connsiteY26" fmla="*/ 81724 h 361092"/>
              <a:gd name="connsiteX27" fmla="*/ 179821 w 349777"/>
              <a:gd name="connsiteY27" fmla="*/ 90487 h 361092"/>
              <a:gd name="connsiteX28" fmla="*/ 179821 w 349777"/>
              <a:gd name="connsiteY28" fmla="*/ 119348 h 361092"/>
              <a:gd name="connsiteX29" fmla="*/ 177355 w 349777"/>
              <a:gd name="connsiteY29" fmla="*/ 128111 h 361092"/>
              <a:gd name="connsiteX30" fmla="*/ 161040 w 349777"/>
              <a:gd name="connsiteY30" fmla="*/ 136874 h 361092"/>
              <a:gd name="connsiteX31" fmla="*/ 176027 w 349777"/>
              <a:gd name="connsiteY31" fmla="*/ 163259 h 361092"/>
              <a:gd name="connsiteX32" fmla="*/ 192342 w 349777"/>
              <a:gd name="connsiteY32" fmla="*/ 154495 h 361092"/>
              <a:gd name="connsiteX33" fmla="*/ 201068 w 349777"/>
              <a:gd name="connsiteY33" fmla="*/ 154495 h 361092"/>
              <a:gd name="connsiteX34" fmla="*/ 227343 w 349777"/>
              <a:gd name="connsiteY34" fmla="*/ 169545 h 361092"/>
              <a:gd name="connsiteX35" fmla="*/ 232371 w 349777"/>
              <a:gd name="connsiteY35" fmla="*/ 177070 h 361092"/>
              <a:gd name="connsiteX36" fmla="*/ 232371 w 349777"/>
              <a:gd name="connsiteY36" fmla="*/ 195929 h 361092"/>
              <a:gd name="connsiteX37" fmla="*/ 270028 w 349777"/>
              <a:gd name="connsiteY37" fmla="*/ 211074 h 361092"/>
              <a:gd name="connsiteX38" fmla="*/ 224972 w 349777"/>
              <a:gd name="connsiteY38" fmla="*/ 211074 h 361092"/>
              <a:gd name="connsiteX39" fmla="*/ 217478 w 349777"/>
              <a:gd name="connsiteY39" fmla="*/ 203549 h 361092"/>
              <a:gd name="connsiteX40" fmla="*/ 217478 w 349777"/>
              <a:gd name="connsiteY40" fmla="*/ 183451 h 361092"/>
              <a:gd name="connsiteX41" fmla="*/ 194998 w 349777"/>
              <a:gd name="connsiteY41" fmla="*/ 169640 h 361092"/>
              <a:gd name="connsiteX42" fmla="*/ 176216 w 349777"/>
              <a:gd name="connsiteY42" fmla="*/ 179737 h 361092"/>
              <a:gd name="connsiteX43" fmla="*/ 166162 w 349777"/>
              <a:gd name="connsiteY43" fmla="*/ 177260 h 361092"/>
              <a:gd name="connsiteX44" fmla="*/ 143681 w 349777"/>
              <a:gd name="connsiteY44" fmla="*/ 138303 h 361092"/>
              <a:gd name="connsiteX45" fmla="*/ 143681 w 349777"/>
              <a:gd name="connsiteY45" fmla="*/ 133255 h 361092"/>
              <a:gd name="connsiteX46" fmla="*/ 146148 w 349777"/>
              <a:gd name="connsiteY46" fmla="*/ 128207 h 361092"/>
              <a:gd name="connsiteX47" fmla="*/ 164929 w 349777"/>
              <a:gd name="connsiteY47" fmla="*/ 118110 h 361092"/>
              <a:gd name="connsiteX48" fmla="*/ 164929 w 349777"/>
              <a:gd name="connsiteY48" fmla="*/ 92964 h 361092"/>
              <a:gd name="connsiteX49" fmla="*/ 147381 w 349777"/>
              <a:gd name="connsiteY49" fmla="*/ 81629 h 361092"/>
              <a:gd name="connsiteX50" fmla="*/ 143586 w 349777"/>
              <a:gd name="connsiteY50" fmla="*/ 77819 h 361092"/>
              <a:gd name="connsiteX51" fmla="*/ 143586 w 349777"/>
              <a:gd name="connsiteY51" fmla="*/ 71533 h 361092"/>
              <a:gd name="connsiteX52" fmla="*/ 167395 w 349777"/>
              <a:gd name="connsiteY52" fmla="*/ 32575 h 361092"/>
              <a:gd name="connsiteX53" fmla="*/ 177450 w 349777"/>
              <a:gd name="connsiteY53" fmla="*/ 30099 h 361092"/>
              <a:gd name="connsiteX54" fmla="*/ 194998 w 349777"/>
              <a:gd name="connsiteY54" fmla="*/ 40196 h 361092"/>
              <a:gd name="connsiteX55" fmla="*/ 217478 w 349777"/>
              <a:gd name="connsiteY55" fmla="*/ 27623 h 361092"/>
              <a:gd name="connsiteX56" fmla="*/ 217478 w 349777"/>
              <a:gd name="connsiteY56" fmla="*/ 7525 h 361092"/>
              <a:gd name="connsiteX57" fmla="*/ 224972 w 349777"/>
              <a:gd name="connsiteY57" fmla="*/ 0 h 361092"/>
              <a:gd name="connsiteX58" fmla="*/ 270028 w 349777"/>
              <a:gd name="connsiteY58" fmla="*/ 0 h 361092"/>
              <a:gd name="connsiteX59" fmla="*/ 277521 w 349777"/>
              <a:gd name="connsiteY59" fmla="*/ 7525 h 361092"/>
              <a:gd name="connsiteX60" fmla="*/ 277521 w 349777"/>
              <a:gd name="connsiteY60" fmla="*/ 28861 h 361092"/>
              <a:gd name="connsiteX61" fmla="*/ 298769 w 349777"/>
              <a:gd name="connsiteY61" fmla="*/ 40196 h 361092"/>
              <a:gd name="connsiteX62" fmla="*/ 316317 w 349777"/>
              <a:gd name="connsiteY62" fmla="*/ 30099 h 361092"/>
              <a:gd name="connsiteX63" fmla="*/ 321344 w 349777"/>
              <a:gd name="connsiteY63" fmla="*/ 28861 h 361092"/>
              <a:gd name="connsiteX64" fmla="*/ 326372 w 349777"/>
              <a:gd name="connsiteY64" fmla="*/ 32671 h 361092"/>
              <a:gd name="connsiteX65" fmla="*/ 348852 w 349777"/>
              <a:gd name="connsiteY65" fmla="*/ 71628 h 361092"/>
              <a:gd name="connsiteX66" fmla="*/ 348852 w 349777"/>
              <a:gd name="connsiteY66" fmla="*/ 77914 h 361092"/>
              <a:gd name="connsiteX67" fmla="*/ 346386 w 349777"/>
              <a:gd name="connsiteY67" fmla="*/ 81724 h 361092"/>
              <a:gd name="connsiteX68" fmla="*/ 327605 w 349777"/>
              <a:gd name="connsiteY68" fmla="*/ 93059 h 361092"/>
              <a:gd name="connsiteX69" fmla="*/ 327605 w 349777"/>
              <a:gd name="connsiteY69" fmla="*/ 118205 h 361092"/>
              <a:gd name="connsiteX70" fmla="*/ 346386 w 349777"/>
              <a:gd name="connsiteY70" fmla="*/ 128302 h 361092"/>
              <a:gd name="connsiteX71" fmla="*/ 348852 w 349777"/>
              <a:gd name="connsiteY71" fmla="*/ 133350 h 361092"/>
              <a:gd name="connsiteX72" fmla="*/ 348852 w 349777"/>
              <a:gd name="connsiteY72" fmla="*/ 138398 h 361092"/>
              <a:gd name="connsiteX73" fmla="*/ 326372 w 349777"/>
              <a:gd name="connsiteY73" fmla="*/ 177355 h 361092"/>
              <a:gd name="connsiteX74" fmla="*/ 321344 w 349777"/>
              <a:gd name="connsiteY74" fmla="*/ 181166 h 361092"/>
              <a:gd name="connsiteX75" fmla="*/ 316317 w 349777"/>
              <a:gd name="connsiteY75" fmla="*/ 179927 h 361092"/>
              <a:gd name="connsiteX76" fmla="*/ 298769 w 349777"/>
              <a:gd name="connsiteY76" fmla="*/ 169831 h 361092"/>
              <a:gd name="connsiteX77" fmla="*/ 277521 w 349777"/>
              <a:gd name="connsiteY77" fmla="*/ 182404 h 361092"/>
              <a:gd name="connsiteX78" fmla="*/ 277521 w 349777"/>
              <a:gd name="connsiteY78" fmla="*/ 203740 h 361092"/>
              <a:gd name="connsiteX79" fmla="*/ 270028 w 349777"/>
              <a:gd name="connsiteY79" fmla="*/ 211264 h 361092"/>
              <a:gd name="connsiteX80" fmla="*/ 245840 w 349777"/>
              <a:gd name="connsiteY80" fmla="*/ 82868 h 361092"/>
              <a:gd name="connsiteX81" fmla="*/ 223264 w 349777"/>
              <a:gd name="connsiteY81" fmla="*/ 105537 h 361092"/>
              <a:gd name="connsiteX82" fmla="*/ 245840 w 349777"/>
              <a:gd name="connsiteY82" fmla="*/ 128207 h 361092"/>
              <a:gd name="connsiteX83" fmla="*/ 268415 w 349777"/>
              <a:gd name="connsiteY83" fmla="*/ 105537 h 361092"/>
              <a:gd name="connsiteX84" fmla="*/ 245840 w 349777"/>
              <a:gd name="connsiteY84" fmla="*/ 82868 h 361092"/>
              <a:gd name="connsiteX85" fmla="*/ 245840 w 349777"/>
              <a:gd name="connsiteY85" fmla="*/ 143161 h 361092"/>
              <a:gd name="connsiteX86" fmla="*/ 208277 w 349777"/>
              <a:gd name="connsiteY86" fmla="*/ 105442 h 361092"/>
              <a:gd name="connsiteX87" fmla="*/ 245840 w 349777"/>
              <a:gd name="connsiteY87" fmla="*/ 67723 h 361092"/>
              <a:gd name="connsiteX88" fmla="*/ 283402 w 349777"/>
              <a:gd name="connsiteY88" fmla="*/ 105442 h 361092"/>
              <a:gd name="connsiteX89" fmla="*/ 245840 w 349777"/>
              <a:gd name="connsiteY89" fmla="*/ 143161 h 361092"/>
              <a:gd name="connsiteX90" fmla="*/ 89709 w 349777"/>
              <a:gd name="connsiteY90" fmla="*/ 346139 h 361092"/>
              <a:gd name="connsiteX91" fmla="*/ 119778 w 349777"/>
              <a:gd name="connsiteY91" fmla="*/ 346139 h 361092"/>
              <a:gd name="connsiteX92" fmla="*/ 119778 w 349777"/>
              <a:gd name="connsiteY92" fmla="*/ 327374 h 361092"/>
              <a:gd name="connsiteX93" fmla="*/ 124805 w 349777"/>
              <a:gd name="connsiteY93" fmla="*/ 319849 h 361092"/>
              <a:gd name="connsiteX94" fmla="*/ 149847 w 349777"/>
              <a:gd name="connsiteY94" fmla="*/ 304800 h 361092"/>
              <a:gd name="connsiteX95" fmla="*/ 158573 w 349777"/>
              <a:gd name="connsiteY95" fmla="*/ 304800 h 361092"/>
              <a:gd name="connsiteX96" fmla="*/ 173561 w 349777"/>
              <a:gd name="connsiteY96" fmla="*/ 313563 h 361092"/>
              <a:gd name="connsiteX97" fmla="*/ 188548 w 349777"/>
              <a:gd name="connsiteY97" fmla="*/ 287274 h 361092"/>
              <a:gd name="connsiteX98" fmla="*/ 173561 w 349777"/>
              <a:gd name="connsiteY98" fmla="*/ 278511 h 361092"/>
              <a:gd name="connsiteX99" fmla="*/ 169766 w 349777"/>
              <a:gd name="connsiteY99" fmla="*/ 269748 h 361092"/>
              <a:gd name="connsiteX100" fmla="*/ 169766 w 349777"/>
              <a:gd name="connsiteY100" fmla="*/ 240983 h 361092"/>
              <a:gd name="connsiteX101" fmla="*/ 173561 w 349777"/>
              <a:gd name="connsiteY101" fmla="*/ 232220 h 361092"/>
              <a:gd name="connsiteX102" fmla="*/ 188548 w 349777"/>
              <a:gd name="connsiteY102" fmla="*/ 223457 h 361092"/>
              <a:gd name="connsiteX103" fmla="*/ 173561 w 349777"/>
              <a:gd name="connsiteY103" fmla="*/ 197168 h 361092"/>
              <a:gd name="connsiteX104" fmla="*/ 158573 w 349777"/>
              <a:gd name="connsiteY104" fmla="*/ 207169 h 361092"/>
              <a:gd name="connsiteX105" fmla="*/ 149847 w 349777"/>
              <a:gd name="connsiteY105" fmla="*/ 205930 h 361092"/>
              <a:gd name="connsiteX106" fmla="*/ 124805 w 349777"/>
              <a:gd name="connsiteY106" fmla="*/ 190881 h 361092"/>
              <a:gd name="connsiteX107" fmla="*/ 119778 w 349777"/>
              <a:gd name="connsiteY107" fmla="*/ 183356 h 361092"/>
              <a:gd name="connsiteX108" fmla="*/ 119778 w 349777"/>
              <a:gd name="connsiteY108" fmla="*/ 165830 h 361092"/>
              <a:gd name="connsiteX109" fmla="*/ 89709 w 349777"/>
              <a:gd name="connsiteY109" fmla="*/ 165830 h 361092"/>
              <a:gd name="connsiteX110" fmla="*/ 89709 w 349777"/>
              <a:gd name="connsiteY110" fmla="*/ 183356 h 361092"/>
              <a:gd name="connsiteX111" fmla="*/ 84682 w 349777"/>
              <a:gd name="connsiteY111" fmla="*/ 190881 h 361092"/>
              <a:gd name="connsiteX112" fmla="*/ 59640 w 349777"/>
              <a:gd name="connsiteY112" fmla="*/ 205930 h 361092"/>
              <a:gd name="connsiteX113" fmla="*/ 49585 w 349777"/>
              <a:gd name="connsiteY113" fmla="*/ 207169 h 361092"/>
              <a:gd name="connsiteX114" fmla="*/ 33270 w 349777"/>
              <a:gd name="connsiteY114" fmla="*/ 197168 h 361092"/>
              <a:gd name="connsiteX115" fmla="*/ 18283 w 349777"/>
              <a:gd name="connsiteY115" fmla="*/ 223457 h 361092"/>
              <a:gd name="connsiteX116" fmla="*/ 34598 w 349777"/>
              <a:gd name="connsiteY116" fmla="*/ 232220 h 361092"/>
              <a:gd name="connsiteX117" fmla="*/ 37065 w 349777"/>
              <a:gd name="connsiteY117" fmla="*/ 240983 h 361092"/>
              <a:gd name="connsiteX118" fmla="*/ 37065 w 349777"/>
              <a:gd name="connsiteY118" fmla="*/ 269748 h 361092"/>
              <a:gd name="connsiteX119" fmla="*/ 34598 w 349777"/>
              <a:gd name="connsiteY119" fmla="*/ 278511 h 361092"/>
              <a:gd name="connsiteX120" fmla="*/ 18283 w 349777"/>
              <a:gd name="connsiteY120" fmla="*/ 287274 h 361092"/>
              <a:gd name="connsiteX121" fmla="*/ 33270 w 349777"/>
              <a:gd name="connsiteY121" fmla="*/ 313563 h 361092"/>
              <a:gd name="connsiteX122" fmla="*/ 49585 w 349777"/>
              <a:gd name="connsiteY122" fmla="*/ 304800 h 361092"/>
              <a:gd name="connsiteX123" fmla="*/ 58312 w 349777"/>
              <a:gd name="connsiteY123" fmla="*/ 304800 h 361092"/>
              <a:gd name="connsiteX124" fmla="*/ 84587 w 349777"/>
              <a:gd name="connsiteY124" fmla="*/ 319849 h 361092"/>
              <a:gd name="connsiteX125" fmla="*/ 89614 w 349777"/>
              <a:gd name="connsiteY125" fmla="*/ 327374 h 361092"/>
              <a:gd name="connsiteX126" fmla="*/ 89614 w 349777"/>
              <a:gd name="connsiteY126" fmla="*/ 346139 h 361092"/>
              <a:gd name="connsiteX127" fmla="*/ 127271 w 349777"/>
              <a:gd name="connsiteY127" fmla="*/ 361093 h 361092"/>
              <a:gd name="connsiteX128" fmla="*/ 82215 w 349777"/>
              <a:gd name="connsiteY128" fmla="*/ 361093 h 361092"/>
              <a:gd name="connsiteX129" fmla="*/ 74722 w 349777"/>
              <a:gd name="connsiteY129" fmla="*/ 353568 h 361092"/>
              <a:gd name="connsiteX130" fmla="*/ 74722 w 349777"/>
              <a:gd name="connsiteY130" fmla="*/ 333566 h 361092"/>
              <a:gd name="connsiteX131" fmla="*/ 52241 w 349777"/>
              <a:gd name="connsiteY131" fmla="*/ 319754 h 361092"/>
              <a:gd name="connsiteX132" fmla="*/ 33460 w 349777"/>
              <a:gd name="connsiteY132" fmla="*/ 329756 h 361092"/>
              <a:gd name="connsiteX133" fmla="*/ 23405 w 349777"/>
              <a:gd name="connsiteY133" fmla="*/ 327279 h 361092"/>
              <a:gd name="connsiteX134" fmla="*/ 925 w 349777"/>
              <a:gd name="connsiteY134" fmla="*/ 288512 h 361092"/>
              <a:gd name="connsiteX135" fmla="*/ 925 w 349777"/>
              <a:gd name="connsiteY135" fmla="*/ 283464 h 361092"/>
              <a:gd name="connsiteX136" fmla="*/ 3391 w 349777"/>
              <a:gd name="connsiteY136" fmla="*/ 278416 h 361092"/>
              <a:gd name="connsiteX137" fmla="*/ 22172 w 349777"/>
              <a:gd name="connsiteY137" fmla="*/ 268414 h 361092"/>
              <a:gd name="connsiteX138" fmla="*/ 22172 w 349777"/>
              <a:gd name="connsiteY138" fmla="*/ 243364 h 361092"/>
              <a:gd name="connsiteX139" fmla="*/ 4624 w 349777"/>
              <a:gd name="connsiteY139" fmla="*/ 232124 h 361092"/>
              <a:gd name="connsiteX140" fmla="*/ 830 w 349777"/>
              <a:gd name="connsiteY140" fmla="*/ 228410 h 361092"/>
              <a:gd name="connsiteX141" fmla="*/ 830 w 349777"/>
              <a:gd name="connsiteY141" fmla="*/ 222123 h 361092"/>
              <a:gd name="connsiteX142" fmla="*/ 24639 w 349777"/>
              <a:gd name="connsiteY142" fmla="*/ 183356 h 361092"/>
              <a:gd name="connsiteX143" fmla="*/ 34693 w 349777"/>
              <a:gd name="connsiteY143" fmla="*/ 180880 h 361092"/>
              <a:gd name="connsiteX144" fmla="*/ 52241 w 349777"/>
              <a:gd name="connsiteY144" fmla="*/ 190881 h 361092"/>
              <a:gd name="connsiteX145" fmla="*/ 74722 w 349777"/>
              <a:gd name="connsiteY145" fmla="*/ 178403 h 361092"/>
              <a:gd name="connsiteX146" fmla="*/ 74722 w 349777"/>
              <a:gd name="connsiteY146" fmla="*/ 158401 h 361092"/>
              <a:gd name="connsiteX147" fmla="*/ 82215 w 349777"/>
              <a:gd name="connsiteY147" fmla="*/ 150876 h 361092"/>
              <a:gd name="connsiteX148" fmla="*/ 127271 w 349777"/>
              <a:gd name="connsiteY148" fmla="*/ 150876 h 361092"/>
              <a:gd name="connsiteX149" fmla="*/ 134765 w 349777"/>
              <a:gd name="connsiteY149" fmla="*/ 158401 h 361092"/>
              <a:gd name="connsiteX150" fmla="*/ 134765 w 349777"/>
              <a:gd name="connsiteY150" fmla="*/ 179641 h 361092"/>
              <a:gd name="connsiteX151" fmla="*/ 156012 w 349777"/>
              <a:gd name="connsiteY151" fmla="*/ 190881 h 361092"/>
              <a:gd name="connsiteX152" fmla="*/ 172327 w 349777"/>
              <a:gd name="connsiteY152" fmla="*/ 180880 h 361092"/>
              <a:gd name="connsiteX153" fmla="*/ 178588 w 349777"/>
              <a:gd name="connsiteY153" fmla="*/ 179641 h 361092"/>
              <a:gd name="connsiteX154" fmla="*/ 183615 w 349777"/>
              <a:gd name="connsiteY154" fmla="*/ 183356 h 361092"/>
              <a:gd name="connsiteX155" fmla="*/ 206096 w 349777"/>
              <a:gd name="connsiteY155" fmla="*/ 222123 h 361092"/>
              <a:gd name="connsiteX156" fmla="*/ 206096 w 349777"/>
              <a:gd name="connsiteY156" fmla="*/ 228410 h 361092"/>
              <a:gd name="connsiteX157" fmla="*/ 203629 w 349777"/>
              <a:gd name="connsiteY157" fmla="*/ 232124 h 361092"/>
              <a:gd name="connsiteX158" fmla="*/ 184848 w 349777"/>
              <a:gd name="connsiteY158" fmla="*/ 243364 h 361092"/>
              <a:gd name="connsiteX159" fmla="*/ 184848 w 349777"/>
              <a:gd name="connsiteY159" fmla="*/ 268414 h 361092"/>
              <a:gd name="connsiteX160" fmla="*/ 203629 w 349777"/>
              <a:gd name="connsiteY160" fmla="*/ 278416 h 361092"/>
              <a:gd name="connsiteX161" fmla="*/ 206096 w 349777"/>
              <a:gd name="connsiteY161" fmla="*/ 283464 h 361092"/>
              <a:gd name="connsiteX162" fmla="*/ 206096 w 349777"/>
              <a:gd name="connsiteY162" fmla="*/ 288512 h 361092"/>
              <a:gd name="connsiteX163" fmla="*/ 183615 w 349777"/>
              <a:gd name="connsiteY163" fmla="*/ 327279 h 361092"/>
              <a:gd name="connsiteX164" fmla="*/ 178588 w 349777"/>
              <a:gd name="connsiteY164" fmla="*/ 330994 h 361092"/>
              <a:gd name="connsiteX165" fmla="*/ 172327 w 349777"/>
              <a:gd name="connsiteY165" fmla="*/ 329756 h 361092"/>
              <a:gd name="connsiteX166" fmla="*/ 156012 w 349777"/>
              <a:gd name="connsiteY166" fmla="*/ 319754 h 361092"/>
              <a:gd name="connsiteX167" fmla="*/ 134765 w 349777"/>
              <a:gd name="connsiteY167" fmla="*/ 332232 h 361092"/>
              <a:gd name="connsiteX168" fmla="*/ 134765 w 349777"/>
              <a:gd name="connsiteY168" fmla="*/ 353473 h 361092"/>
              <a:gd name="connsiteX169" fmla="*/ 127271 w 349777"/>
              <a:gd name="connsiteY169" fmla="*/ 360997 h 361092"/>
              <a:gd name="connsiteX170" fmla="*/ 103463 w 349777"/>
              <a:gd name="connsiteY170" fmla="*/ 232886 h 361092"/>
              <a:gd name="connsiteX171" fmla="*/ 81172 w 349777"/>
              <a:gd name="connsiteY171" fmla="*/ 255556 h 361092"/>
              <a:gd name="connsiteX172" fmla="*/ 103463 w 349777"/>
              <a:gd name="connsiteY172" fmla="*/ 278225 h 361092"/>
              <a:gd name="connsiteX173" fmla="*/ 125754 w 349777"/>
              <a:gd name="connsiteY173" fmla="*/ 255556 h 361092"/>
              <a:gd name="connsiteX174" fmla="*/ 103463 w 349777"/>
              <a:gd name="connsiteY174" fmla="*/ 232886 h 361092"/>
              <a:gd name="connsiteX175" fmla="*/ 103463 w 349777"/>
              <a:gd name="connsiteY175" fmla="*/ 293275 h 361092"/>
              <a:gd name="connsiteX176" fmla="*/ 66280 w 349777"/>
              <a:gd name="connsiteY176" fmla="*/ 255556 h 361092"/>
              <a:gd name="connsiteX177" fmla="*/ 103463 w 349777"/>
              <a:gd name="connsiteY177" fmla="*/ 217837 h 361092"/>
              <a:gd name="connsiteX178" fmla="*/ 140646 w 349777"/>
              <a:gd name="connsiteY178" fmla="*/ 255556 h 361092"/>
              <a:gd name="connsiteX179" fmla="*/ 103463 w 349777"/>
              <a:gd name="connsiteY179" fmla="*/ 293275 h 361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</a:cxnLst>
            <a:rect l="l" t="t" r="r" b="b"/>
            <a:pathLst>
              <a:path w="349777" h="361092">
                <a:moveTo>
                  <a:pt x="232465" y="195929"/>
                </a:moveTo>
                <a:lnTo>
                  <a:pt x="262534" y="195929"/>
                </a:lnTo>
                <a:lnTo>
                  <a:pt x="262534" y="177070"/>
                </a:lnTo>
                <a:cubicBezTo>
                  <a:pt x="262534" y="174593"/>
                  <a:pt x="265001" y="170783"/>
                  <a:pt x="267562" y="169545"/>
                </a:cubicBezTo>
                <a:cubicBezTo>
                  <a:pt x="278849" y="164497"/>
                  <a:pt x="287576" y="159449"/>
                  <a:pt x="292603" y="154495"/>
                </a:cubicBezTo>
                <a:cubicBezTo>
                  <a:pt x="295070" y="153257"/>
                  <a:pt x="298864" y="152019"/>
                  <a:pt x="301330" y="154495"/>
                </a:cubicBezTo>
                <a:lnTo>
                  <a:pt x="316317" y="163259"/>
                </a:lnTo>
                <a:lnTo>
                  <a:pt x="331304" y="136874"/>
                </a:lnTo>
                <a:lnTo>
                  <a:pt x="316317" y="128111"/>
                </a:lnTo>
                <a:cubicBezTo>
                  <a:pt x="312523" y="126873"/>
                  <a:pt x="311290" y="123063"/>
                  <a:pt x="312523" y="119348"/>
                </a:cubicBezTo>
                <a:cubicBezTo>
                  <a:pt x="313756" y="109252"/>
                  <a:pt x="313756" y="100489"/>
                  <a:pt x="312523" y="90487"/>
                </a:cubicBezTo>
                <a:cubicBezTo>
                  <a:pt x="311290" y="86678"/>
                  <a:pt x="312523" y="84201"/>
                  <a:pt x="316317" y="81724"/>
                </a:cubicBezTo>
                <a:lnTo>
                  <a:pt x="331304" y="72962"/>
                </a:lnTo>
                <a:lnTo>
                  <a:pt x="316317" y="46577"/>
                </a:lnTo>
                <a:lnTo>
                  <a:pt x="301330" y="56674"/>
                </a:lnTo>
                <a:cubicBezTo>
                  <a:pt x="298864" y="57912"/>
                  <a:pt x="295070" y="57912"/>
                  <a:pt x="292603" y="55435"/>
                </a:cubicBezTo>
                <a:cubicBezTo>
                  <a:pt x="287576" y="50387"/>
                  <a:pt x="278849" y="45339"/>
                  <a:pt x="267562" y="40386"/>
                </a:cubicBezTo>
                <a:cubicBezTo>
                  <a:pt x="265095" y="39148"/>
                  <a:pt x="262534" y="36576"/>
                  <a:pt x="262534" y="32861"/>
                </a:cubicBezTo>
                <a:lnTo>
                  <a:pt x="262534" y="15240"/>
                </a:lnTo>
                <a:lnTo>
                  <a:pt x="232465" y="15240"/>
                </a:lnTo>
                <a:lnTo>
                  <a:pt x="232465" y="32861"/>
                </a:lnTo>
                <a:cubicBezTo>
                  <a:pt x="232465" y="36671"/>
                  <a:pt x="231232" y="40386"/>
                  <a:pt x="227438" y="40386"/>
                </a:cubicBezTo>
                <a:cubicBezTo>
                  <a:pt x="213684" y="44196"/>
                  <a:pt x="209890" y="47911"/>
                  <a:pt x="202396" y="55435"/>
                </a:cubicBezTo>
                <a:cubicBezTo>
                  <a:pt x="199930" y="56674"/>
                  <a:pt x="196136" y="57912"/>
                  <a:pt x="192342" y="56674"/>
                </a:cubicBezTo>
                <a:lnTo>
                  <a:pt x="176027" y="46577"/>
                </a:lnTo>
                <a:lnTo>
                  <a:pt x="161040" y="72962"/>
                </a:lnTo>
                <a:lnTo>
                  <a:pt x="177355" y="81724"/>
                </a:lnTo>
                <a:cubicBezTo>
                  <a:pt x="179821" y="84201"/>
                  <a:pt x="181149" y="86773"/>
                  <a:pt x="179821" y="90487"/>
                </a:cubicBezTo>
                <a:cubicBezTo>
                  <a:pt x="178588" y="100584"/>
                  <a:pt x="178588" y="110585"/>
                  <a:pt x="179821" y="119348"/>
                </a:cubicBezTo>
                <a:cubicBezTo>
                  <a:pt x="181054" y="123158"/>
                  <a:pt x="179821" y="126873"/>
                  <a:pt x="177355" y="128111"/>
                </a:cubicBezTo>
                <a:lnTo>
                  <a:pt x="161040" y="136874"/>
                </a:lnTo>
                <a:lnTo>
                  <a:pt x="176027" y="163259"/>
                </a:lnTo>
                <a:lnTo>
                  <a:pt x="192342" y="154495"/>
                </a:lnTo>
                <a:cubicBezTo>
                  <a:pt x="196136" y="152019"/>
                  <a:pt x="198602" y="153257"/>
                  <a:pt x="201068" y="154495"/>
                </a:cubicBezTo>
                <a:cubicBezTo>
                  <a:pt x="209795" y="162020"/>
                  <a:pt x="213589" y="167068"/>
                  <a:pt x="227343" y="169545"/>
                </a:cubicBezTo>
                <a:cubicBezTo>
                  <a:pt x="231137" y="170783"/>
                  <a:pt x="232371" y="173355"/>
                  <a:pt x="232371" y="177070"/>
                </a:cubicBezTo>
                <a:lnTo>
                  <a:pt x="232371" y="195929"/>
                </a:lnTo>
                <a:close/>
                <a:moveTo>
                  <a:pt x="270028" y="211074"/>
                </a:moveTo>
                <a:lnTo>
                  <a:pt x="224972" y="211074"/>
                </a:lnTo>
                <a:cubicBezTo>
                  <a:pt x="221178" y="211074"/>
                  <a:pt x="217478" y="207264"/>
                  <a:pt x="217478" y="203549"/>
                </a:cubicBezTo>
                <a:lnTo>
                  <a:pt x="217478" y="183451"/>
                </a:lnTo>
                <a:cubicBezTo>
                  <a:pt x="207424" y="179641"/>
                  <a:pt x="201163" y="174689"/>
                  <a:pt x="194998" y="169640"/>
                </a:cubicBezTo>
                <a:lnTo>
                  <a:pt x="176216" y="179737"/>
                </a:lnTo>
                <a:cubicBezTo>
                  <a:pt x="173750" y="182213"/>
                  <a:pt x="168723" y="180975"/>
                  <a:pt x="166162" y="177260"/>
                </a:cubicBezTo>
                <a:lnTo>
                  <a:pt x="143681" y="138303"/>
                </a:lnTo>
                <a:cubicBezTo>
                  <a:pt x="143681" y="137065"/>
                  <a:pt x="142448" y="134493"/>
                  <a:pt x="143681" y="133255"/>
                </a:cubicBezTo>
                <a:cubicBezTo>
                  <a:pt x="143681" y="130778"/>
                  <a:pt x="144914" y="129445"/>
                  <a:pt x="146148" y="128207"/>
                </a:cubicBezTo>
                <a:lnTo>
                  <a:pt x="164929" y="118110"/>
                </a:lnTo>
                <a:cubicBezTo>
                  <a:pt x="163696" y="109347"/>
                  <a:pt x="163696" y="100489"/>
                  <a:pt x="164929" y="92964"/>
                </a:cubicBezTo>
                <a:lnTo>
                  <a:pt x="147381" y="81629"/>
                </a:lnTo>
                <a:cubicBezTo>
                  <a:pt x="144914" y="81629"/>
                  <a:pt x="143586" y="79153"/>
                  <a:pt x="143586" y="77819"/>
                </a:cubicBezTo>
                <a:cubicBezTo>
                  <a:pt x="142353" y="75343"/>
                  <a:pt x="143586" y="74009"/>
                  <a:pt x="143586" y="71533"/>
                </a:cubicBezTo>
                <a:lnTo>
                  <a:pt x="167395" y="32575"/>
                </a:lnTo>
                <a:cubicBezTo>
                  <a:pt x="168628" y="28766"/>
                  <a:pt x="173655" y="27527"/>
                  <a:pt x="177450" y="30099"/>
                </a:cubicBezTo>
                <a:lnTo>
                  <a:pt x="194998" y="40196"/>
                </a:lnTo>
                <a:cubicBezTo>
                  <a:pt x="201258" y="35147"/>
                  <a:pt x="207519" y="30099"/>
                  <a:pt x="217478" y="27623"/>
                </a:cubicBezTo>
                <a:lnTo>
                  <a:pt x="217478" y="7525"/>
                </a:lnTo>
                <a:cubicBezTo>
                  <a:pt x="217478" y="2476"/>
                  <a:pt x="221272" y="0"/>
                  <a:pt x="224972" y="0"/>
                </a:cubicBezTo>
                <a:lnTo>
                  <a:pt x="270028" y="0"/>
                </a:lnTo>
                <a:cubicBezTo>
                  <a:pt x="275055" y="0"/>
                  <a:pt x="277521" y="2476"/>
                  <a:pt x="277521" y="7525"/>
                </a:cubicBezTo>
                <a:lnTo>
                  <a:pt x="277521" y="28861"/>
                </a:lnTo>
                <a:cubicBezTo>
                  <a:pt x="286248" y="32671"/>
                  <a:pt x="293836" y="36385"/>
                  <a:pt x="298769" y="40196"/>
                </a:cubicBezTo>
                <a:lnTo>
                  <a:pt x="316317" y="30099"/>
                </a:lnTo>
                <a:cubicBezTo>
                  <a:pt x="317550" y="28861"/>
                  <a:pt x="320111" y="28861"/>
                  <a:pt x="321344" y="28861"/>
                </a:cubicBezTo>
                <a:cubicBezTo>
                  <a:pt x="323811" y="30099"/>
                  <a:pt x="325138" y="31337"/>
                  <a:pt x="326372" y="32671"/>
                </a:cubicBezTo>
                <a:lnTo>
                  <a:pt x="348852" y="71628"/>
                </a:lnTo>
                <a:cubicBezTo>
                  <a:pt x="350085" y="74105"/>
                  <a:pt x="350085" y="75438"/>
                  <a:pt x="348852" y="77914"/>
                </a:cubicBezTo>
                <a:cubicBezTo>
                  <a:pt x="348852" y="79153"/>
                  <a:pt x="347619" y="81724"/>
                  <a:pt x="346386" y="81724"/>
                </a:cubicBezTo>
                <a:lnTo>
                  <a:pt x="327605" y="93059"/>
                </a:lnTo>
                <a:cubicBezTo>
                  <a:pt x="328838" y="100584"/>
                  <a:pt x="328838" y="109442"/>
                  <a:pt x="327605" y="118205"/>
                </a:cubicBezTo>
                <a:lnTo>
                  <a:pt x="346386" y="128302"/>
                </a:lnTo>
                <a:cubicBezTo>
                  <a:pt x="347619" y="129540"/>
                  <a:pt x="348852" y="130778"/>
                  <a:pt x="348852" y="133350"/>
                </a:cubicBezTo>
                <a:cubicBezTo>
                  <a:pt x="350085" y="134588"/>
                  <a:pt x="350085" y="137160"/>
                  <a:pt x="348852" y="138398"/>
                </a:cubicBezTo>
                <a:lnTo>
                  <a:pt x="326372" y="177355"/>
                </a:lnTo>
                <a:cubicBezTo>
                  <a:pt x="325138" y="179832"/>
                  <a:pt x="323905" y="181166"/>
                  <a:pt x="321344" y="181166"/>
                </a:cubicBezTo>
                <a:cubicBezTo>
                  <a:pt x="320111" y="181166"/>
                  <a:pt x="317550" y="181166"/>
                  <a:pt x="316317" y="179927"/>
                </a:cubicBezTo>
                <a:lnTo>
                  <a:pt x="298769" y="169831"/>
                </a:lnTo>
                <a:cubicBezTo>
                  <a:pt x="293742" y="173641"/>
                  <a:pt x="286248" y="178594"/>
                  <a:pt x="277521" y="182404"/>
                </a:cubicBezTo>
                <a:lnTo>
                  <a:pt x="277521" y="203740"/>
                </a:lnTo>
                <a:cubicBezTo>
                  <a:pt x="277521" y="207550"/>
                  <a:pt x="275055" y="211264"/>
                  <a:pt x="270028" y="211264"/>
                </a:cubicBezTo>
                <a:close/>
                <a:moveTo>
                  <a:pt x="245840" y="82868"/>
                </a:moveTo>
                <a:cubicBezTo>
                  <a:pt x="233319" y="82868"/>
                  <a:pt x="223264" y="92964"/>
                  <a:pt x="223264" y="105537"/>
                </a:cubicBezTo>
                <a:cubicBezTo>
                  <a:pt x="223264" y="118110"/>
                  <a:pt x="233319" y="128207"/>
                  <a:pt x="245840" y="128207"/>
                </a:cubicBezTo>
                <a:cubicBezTo>
                  <a:pt x="258361" y="128207"/>
                  <a:pt x="268415" y="118110"/>
                  <a:pt x="268415" y="105537"/>
                </a:cubicBezTo>
                <a:cubicBezTo>
                  <a:pt x="268415" y="92964"/>
                  <a:pt x="258361" y="82868"/>
                  <a:pt x="245840" y="82868"/>
                </a:cubicBezTo>
                <a:close/>
                <a:moveTo>
                  <a:pt x="245840" y="143161"/>
                </a:moveTo>
                <a:cubicBezTo>
                  <a:pt x="224498" y="143161"/>
                  <a:pt x="208277" y="125539"/>
                  <a:pt x="208277" y="105442"/>
                </a:cubicBezTo>
                <a:cubicBezTo>
                  <a:pt x="208277" y="84106"/>
                  <a:pt x="224592" y="67723"/>
                  <a:pt x="245840" y="67723"/>
                </a:cubicBezTo>
                <a:cubicBezTo>
                  <a:pt x="267087" y="67723"/>
                  <a:pt x="283402" y="84106"/>
                  <a:pt x="283402" y="105442"/>
                </a:cubicBezTo>
                <a:cubicBezTo>
                  <a:pt x="283402" y="125539"/>
                  <a:pt x="267087" y="143161"/>
                  <a:pt x="245840" y="143161"/>
                </a:cubicBezTo>
                <a:close/>
                <a:moveTo>
                  <a:pt x="89709" y="346139"/>
                </a:moveTo>
                <a:lnTo>
                  <a:pt x="119778" y="346139"/>
                </a:lnTo>
                <a:lnTo>
                  <a:pt x="119778" y="327374"/>
                </a:lnTo>
                <a:cubicBezTo>
                  <a:pt x="119778" y="324898"/>
                  <a:pt x="122244" y="321088"/>
                  <a:pt x="124805" y="319849"/>
                </a:cubicBezTo>
                <a:cubicBezTo>
                  <a:pt x="136093" y="314801"/>
                  <a:pt x="144820" y="309848"/>
                  <a:pt x="149847" y="304800"/>
                </a:cubicBezTo>
                <a:cubicBezTo>
                  <a:pt x="152313" y="303562"/>
                  <a:pt x="156107" y="302324"/>
                  <a:pt x="158573" y="304800"/>
                </a:cubicBezTo>
                <a:lnTo>
                  <a:pt x="173561" y="313563"/>
                </a:lnTo>
                <a:lnTo>
                  <a:pt x="188548" y="287274"/>
                </a:lnTo>
                <a:lnTo>
                  <a:pt x="173561" y="278511"/>
                </a:lnTo>
                <a:cubicBezTo>
                  <a:pt x="169766" y="277273"/>
                  <a:pt x="168533" y="273463"/>
                  <a:pt x="169766" y="269748"/>
                </a:cubicBezTo>
                <a:cubicBezTo>
                  <a:pt x="170999" y="259747"/>
                  <a:pt x="170999" y="250984"/>
                  <a:pt x="169766" y="240983"/>
                </a:cubicBezTo>
                <a:cubicBezTo>
                  <a:pt x="168533" y="237268"/>
                  <a:pt x="169766" y="234696"/>
                  <a:pt x="173561" y="232220"/>
                </a:cubicBezTo>
                <a:lnTo>
                  <a:pt x="188548" y="223457"/>
                </a:lnTo>
                <a:lnTo>
                  <a:pt x="173561" y="197168"/>
                </a:lnTo>
                <a:lnTo>
                  <a:pt x="158573" y="207169"/>
                </a:lnTo>
                <a:cubicBezTo>
                  <a:pt x="156107" y="208407"/>
                  <a:pt x="152313" y="208407"/>
                  <a:pt x="149847" y="205930"/>
                </a:cubicBezTo>
                <a:cubicBezTo>
                  <a:pt x="144820" y="200882"/>
                  <a:pt x="136093" y="195929"/>
                  <a:pt x="124805" y="190881"/>
                </a:cubicBezTo>
                <a:cubicBezTo>
                  <a:pt x="122339" y="189643"/>
                  <a:pt x="119778" y="187166"/>
                  <a:pt x="119778" y="183356"/>
                </a:cubicBezTo>
                <a:lnTo>
                  <a:pt x="119778" y="165830"/>
                </a:lnTo>
                <a:lnTo>
                  <a:pt x="89709" y="165830"/>
                </a:lnTo>
                <a:lnTo>
                  <a:pt x="89709" y="183356"/>
                </a:lnTo>
                <a:cubicBezTo>
                  <a:pt x="89709" y="187071"/>
                  <a:pt x="88476" y="190881"/>
                  <a:pt x="84682" y="190881"/>
                </a:cubicBezTo>
                <a:cubicBezTo>
                  <a:pt x="72161" y="194596"/>
                  <a:pt x="67133" y="198406"/>
                  <a:pt x="59640" y="205930"/>
                </a:cubicBezTo>
                <a:cubicBezTo>
                  <a:pt x="57174" y="207169"/>
                  <a:pt x="53380" y="208407"/>
                  <a:pt x="49585" y="207169"/>
                </a:cubicBezTo>
                <a:lnTo>
                  <a:pt x="33270" y="197168"/>
                </a:lnTo>
                <a:lnTo>
                  <a:pt x="18283" y="223457"/>
                </a:lnTo>
                <a:lnTo>
                  <a:pt x="34598" y="232220"/>
                </a:lnTo>
                <a:cubicBezTo>
                  <a:pt x="37065" y="234696"/>
                  <a:pt x="38392" y="237268"/>
                  <a:pt x="37065" y="240983"/>
                </a:cubicBezTo>
                <a:cubicBezTo>
                  <a:pt x="35831" y="250984"/>
                  <a:pt x="35831" y="260985"/>
                  <a:pt x="37065" y="269748"/>
                </a:cubicBezTo>
                <a:cubicBezTo>
                  <a:pt x="38298" y="273463"/>
                  <a:pt x="37065" y="277273"/>
                  <a:pt x="34598" y="278511"/>
                </a:cubicBezTo>
                <a:lnTo>
                  <a:pt x="18283" y="287274"/>
                </a:lnTo>
                <a:lnTo>
                  <a:pt x="33270" y="313563"/>
                </a:lnTo>
                <a:lnTo>
                  <a:pt x="49585" y="304800"/>
                </a:lnTo>
                <a:cubicBezTo>
                  <a:pt x="53380" y="302324"/>
                  <a:pt x="55846" y="303562"/>
                  <a:pt x="58312" y="304800"/>
                </a:cubicBezTo>
                <a:cubicBezTo>
                  <a:pt x="67039" y="312325"/>
                  <a:pt x="70833" y="317278"/>
                  <a:pt x="84587" y="319849"/>
                </a:cubicBezTo>
                <a:cubicBezTo>
                  <a:pt x="88381" y="321088"/>
                  <a:pt x="89614" y="323564"/>
                  <a:pt x="89614" y="327374"/>
                </a:cubicBezTo>
                <a:lnTo>
                  <a:pt x="89614" y="346139"/>
                </a:lnTo>
                <a:close/>
                <a:moveTo>
                  <a:pt x="127271" y="361093"/>
                </a:moveTo>
                <a:lnTo>
                  <a:pt x="82215" y="361093"/>
                </a:lnTo>
                <a:cubicBezTo>
                  <a:pt x="78421" y="361093"/>
                  <a:pt x="74722" y="357378"/>
                  <a:pt x="74722" y="353568"/>
                </a:cubicBezTo>
                <a:lnTo>
                  <a:pt x="74722" y="333566"/>
                </a:lnTo>
                <a:cubicBezTo>
                  <a:pt x="64667" y="329851"/>
                  <a:pt x="58407" y="324803"/>
                  <a:pt x="52241" y="319754"/>
                </a:cubicBezTo>
                <a:lnTo>
                  <a:pt x="33460" y="329756"/>
                </a:lnTo>
                <a:cubicBezTo>
                  <a:pt x="30994" y="332232"/>
                  <a:pt x="25967" y="330994"/>
                  <a:pt x="23405" y="327279"/>
                </a:cubicBezTo>
                <a:lnTo>
                  <a:pt x="925" y="288512"/>
                </a:lnTo>
                <a:cubicBezTo>
                  <a:pt x="-308" y="287274"/>
                  <a:pt x="-308" y="284797"/>
                  <a:pt x="925" y="283464"/>
                </a:cubicBezTo>
                <a:cubicBezTo>
                  <a:pt x="925" y="280987"/>
                  <a:pt x="2158" y="279749"/>
                  <a:pt x="3391" y="278416"/>
                </a:cubicBezTo>
                <a:lnTo>
                  <a:pt x="22172" y="268414"/>
                </a:lnTo>
                <a:cubicBezTo>
                  <a:pt x="20939" y="259651"/>
                  <a:pt x="20939" y="250889"/>
                  <a:pt x="22172" y="243364"/>
                </a:cubicBezTo>
                <a:lnTo>
                  <a:pt x="4624" y="232124"/>
                </a:lnTo>
                <a:cubicBezTo>
                  <a:pt x="2158" y="232124"/>
                  <a:pt x="830" y="229648"/>
                  <a:pt x="830" y="228410"/>
                </a:cubicBezTo>
                <a:cubicBezTo>
                  <a:pt x="-403" y="225933"/>
                  <a:pt x="830" y="224695"/>
                  <a:pt x="830" y="222123"/>
                </a:cubicBezTo>
                <a:lnTo>
                  <a:pt x="24639" y="183356"/>
                </a:lnTo>
                <a:cubicBezTo>
                  <a:pt x="25872" y="179641"/>
                  <a:pt x="30899" y="178308"/>
                  <a:pt x="34693" y="180880"/>
                </a:cubicBezTo>
                <a:lnTo>
                  <a:pt x="52241" y="190881"/>
                </a:lnTo>
                <a:cubicBezTo>
                  <a:pt x="58502" y="185833"/>
                  <a:pt x="64762" y="180880"/>
                  <a:pt x="74722" y="178403"/>
                </a:cubicBezTo>
                <a:lnTo>
                  <a:pt x="74722" y="158401"/>
                </a:lnTo>
                <a:cubicBezTo>
                  <a:pt x="74722" y="153353"/>
                  <a:pt x="78516" y="150876"/>
                  <a:pt x="82215" y="150876"/>
                </a:cubicBezTo>
                <a:lnTo>
                  <a:pt x="127271" y="150876"/>
                </a:lnTo>
                <a:cubicBezTo>
                  <a:pt x="132299" y="150876"/>
                  <a:pt x="134765" y="153353"/>
                  <a:pt x="134765" y="158401"/>
                </a:cubicBezTo>
                <a:lnTo>
                  <a:pt x="134765" y="179641"/>
                </a:lnTo>
                <a:cubicBezTo>
                  <a:pt x="143492" y="183356"/>
                  <a:pt x="151080" y="187166"/>
                  <a:pt x="156012" y="190881"/>
                </a:cubicBezTo>
                <a:lnTo>
                  <a:pt x="172327" y="180880"/>
                </a:lnTo>
                <a:cubicBezTo>
                  <a:pt x="174794" y="179641"/>
                  <a:pt x="177355" y="179641"/>
                  <a:pt x="178588" y="179641"/>
                </a:cubicBezTo>
                <a:cubicBezTo>
                  <a:pt x="181054" y="180880"/>
                  <a:pt x="182382" y="182118"/>
                  <a:pt x="183615" y="183356"/>
                </a:cubicBezTo>
                <a:lnTo>
                  <a:pt x="206096" y="222123"/>
                </a:lnTo>
                <a:cubicBezTo>
                  <a:pt x="207329" y="224599"/>
                  <a:pt x="207329" y="225838"/>
                  <a:pt x="206096" y="228410"/>
                </a:cubicBezTo>
                <a:cubicBezTo>
                  <a:pt x="206096" y="229648"/>
                  <a:pt x="204863" y="232124"/>
                  <a:pt x="203629" y="232124"/>
                </a:cubicBezTo>
                <a:lnTo>
                  <a:pt x="184848" y="243364"/>
                </a:lnTo>
                <a:cubicBezTo>
                  <a:pt x="186081" y="250889"/>
                  <a:pt x="186081" y="259651"/>
                  <a:pt x="184848" y="268414"/>
                </a:cubicBezTo>
                <a:lnTo>
                  <a:pt x="203629" y="278416"/>
                </a:lnTo>
                <a:cubicBezTo>
                  <a:pt x="204863" y="279654"/>
                  <a:pt x="206096" y="280892"/>
                  <a:pt x="206096" y="283464"/>
                </a:cubicBezTo>
                <a:cubicBezTo>
                  <a:pt x="207329" y="284702"/>
                  <a:pt x="207329" y="287179"/>
                  <a:pt x="206096" y="288512"/>
                </a:cubicBezTo>
                <a:lnTo>
                  <a:pt x="183615" y="327279"/>
                </a:lnTo>
                <a:cubicBezTo>
                  <a:pt x="182382" y="329756"/>
                  <a:pt x="181149" y="330994"/>
                  <a:pt x="178588" y="330994"/>
                </a:cubicBezTo>
                <a:cubicBezTo>
                  <a:pt x="177355" y="330994"/>
                  <a:pt x="174794" y="330994"/>
                  <a:pt x="172327" y="329756"/>
                </a:cubicBezTo>
                <a:lnTo>
                  <a:pt x="156012" y="319754"/>
                </a:lnTo>
                <a:cubicBezTo>
                  <a:pt x="150985" y="323469"/>
                  <a:pt x="143492" y="328517"/>
                  <a:pt x="134765" y="332232"/>
                </a:cubicBezTo>
                <a:lnTo>
                  <a:pt x="134765" y="353473"/>
                </a:lnTo>
                <a:cubicBezTo>
                  <a:pt x="134765" y="357187"/>
                  <a:pt x="132299" y="360997"/>
                  <a:pt x="127271" y="360997"/>
                </a:cubicBezTo>
                <a:close/>
                <a:moveTo>
                  <a:pt x="103463" y="232886"/>
                </a:moveTo>
                <a:cubicBezTo>
                  <a:pt x="91037" y="232886"/>
                  <a:pt x="81172" y="242983"/>
                  <a:pt x="81172" y="255556"/>
                </a:cubicBezTo>
                <a:cubicBezTo>
                  <a:pt x="81172" y="268129"/>
                  <a:pt x="91037" y="278225"/>
                  <a:pt x="103463" y="278225"/>
                </a:cubicBezTo>
                <a:cubicBezTo>
                  <a:pt x="115889" y="278225"/>
                  <a:pt x="125754" y="268129"/>
                  <a:pt x="125754" y="255556"/>
                </a:cubicBezTo>
                <a:cubicBezTo>
                  <a:pt x="125754" y="242983"/>
                  <a:pt x="115889" y="232886"/>
                  <a:pt x="103463" y="232886"/>
                </a:cubicBezTo>
                <a:close/>
                <a:moveTo>
                  <a:pt x="103463" y="293275"/>
                </a:moveTo>
                <a:cubicBezTo>
                  <a:pt x="82405" y="293275"/>
                  <a:pt x="66280" y="275654"/>
                  <a:pt x="66280" y="255556"/>
                </a:cubicBezTo>
                <a:cubicBezTo>
                  <a:pt x="66280" y="234220"/>
                  <a:pt x="82405" y="217837"/>
                  <a:pt x="103463" y="217837"/>
                </a:cubicBezTo>
                <a:cubicBezTo>
                  <a:pt x="124521" y="217837"/>
                  <a:pt x="140646" y="234220"/>
                  <a:pt x="140646" y="255556"/>
                </a:cubicBezTo>
                <a:cubicBezTo>
                  <a:pt x="140646" y="275654"/>
                  <a:pt x="124521" y="293275"/>
                  <a:pt x="103463" y="29327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7" name="Graphic 173">
            <a:extLst>
              <a:ext uri="{FF2B5EF4-FFF2-40B4-BE49-F238E27FC236}">
                <a16:creationId xmlns:a16="http://schemas.microsoft.com/office/drawing/2014/main" id="{9AF01450-2D88-0240-4DCE-E8B2B312047C}"/>
              </a:ext>
            </a:extLst>
          </p:cNvPr>
          <p:cNvSpPr/>
          <p:nvPr/>
        </p:nvSpPr>
        <p:spPr>
          <a:xfrm>
            <a:off x="8767946" y="3444634"/>
            <a:ext cx="469265" cy="484445"/>
          </a:xfrm>
          <a:custGeom>
            <a:avLst/>
            <a:gdLst>
              <a:gd name="connsiteX0" fmla="*/ 232465 w 349777"/>
              <a:gd name="connsiteY0" fmla="*/ 195929 h 361092"/>
              <a:gd name="connsiteX1" fmla="*/ 262534 w 349777"/>
              <a:gd name="connsiteY1" fmla="*/ 195929 h 361092"/>
              <a:gd name="connsiteX2" fmla="*/ 262534 w 349777"/>
              <a:gd name="connsiteY2" fmla="*/ 177070 h 361092"/>
              <a:gd name="connsiteX3" fmla="*/ 267562 w 349777"/>
              <a:gd name="connsiteY3" fmla="*/ 169545 h 361092"/>
              <a:gd name="connsiteX4" fmla="*/ 292603 w 349777"/>
              <a:gd name="connsiteY4" fmla="*/ 154495 h 361092"/>
              <a:gd name="connsiteX5" fmla="*/ 301330 w 349777"/>
              <a:gd name="connsiteY5" fmla="*/ 154495 h 361092"/>
              <a:gd name="connsiteX6" fmla="*/ 316317 w 349777"/>
              <a:gd name="connsiteY6" fmla="*/ 163259 h 361092"/>
              <a:gd name="connsiteX7" fmla="*/ 331304 w 349777"/>
              <a:gd name="connsiteY7" fmla="*/ 136874 h 361092"/>
              <a:gd name="connsiteX8" fmla="*/ 316317 w 349777"/>
              <a:gd name="connsiteY8" fmla="*/ 128111 h 361092"/>
              <a:gd name="connsiteX9" fmla="*/ 312523 w 349777"/>
              <a:gd name="connsiteY9" fmla="*/ 119348 h 361092"/>
              <a:gd name="connsiteX10" fmla="*/ 312523 w 349777"/>
              <a:gd name="connsiteY10" fmla="*/ 90487 h 361092"/>
              <a:gd name="connsiteX11" fmla="*/ 316317 w 349777"/>
              <a:gd name="connsiteY11" fmla="*/ 81724 h 361092"/>
              <a:gd name="connsiteX12" fmla="*/ 331304 w 349777"/>
              <a:gd name="connsiteY12" fmla="*/ 72962 h 361092"/>
              <a:gd name="connsiteX13" fmla="*/ 316317 w 349777"/>
              <a:gd name="connsiteY13" fmla="*/ 46577 h 361092"/>
              <a:gd name="connsiteX14" fmla="*/ 301330 w 349777"/>
              <a:gd name="connsiteY14" fmla="*/ 56674 h 361092"/>
              <a:gd name="connsiteX15" fmla="*/ 292603 w 349777"/>
              <a:gd name="connsiteY15" fmla="*/ 55435 h 361092"/>
              <a:gd name="connsiteX16" fmla="*/ 267562 w 349777"/>
              <a:gd name="connsiteY16" fmla="*/ 40386 h 361092"/>
              <a:gd name="connsiteX17" fmla="*/ 262534 w 349777"/>
              <a:gd name="connsiteY17" fmla="*/ 32861 h 361092"/>
              <a:gd name="connsiteX18" fmla="*/ 262534 w 349777"/>
              <a:gd name="connsiteY18" fmla="*/ 15240 h 361092"/>
              <a:gd name="connsiteX19" fmla="*/ 232465 w 349777"/>
              <a:gd name="connsiteY19" fmla="*/ 15240 h 361092"/>
              <a:gd name="connsiteX20" fmla="*/ 232465 w 349777"/>
              <a:gd name="connsiteY20" fmla="*/ 32861 h 361092"/>
              <a:gd name="connsiteX21" fmla="*/ 227438 w 349777"/>
              <a:gd name="connsiteY21" fmla="*/ 40386 h 361092"/>
              <a:gd name="connsiteX22" fmla="*/ 202396 w 349777"/>
              <a:gd name="connsiteY22" fmla="*/ 55435 h 361092"/>
              <a:gd name="connsiteX23" fmla="*/ 192342 w 349777"/>
              <a:gd name="connsiteY23" fmla="*/ 56674 h 361092"/>
              <a:gd name="connsiteX24" fmla="*/ 176027 w 349777"/>
              <a:gd name="connsiteY24" fmla="*/ 46577 h 361092"/>
              <a:gd name="connsiteX25" fmla="*/ 161040 w 349777"/>
              <a:gd name="connsiteY25" fmla="*/ 72962 h 361092"/>
              <a:gd name="connsiteX26" fmla="*/ 177355 w 349777"/>
              <a:gd name="connsiteY26" fmla="*/ 81724 h 361092"/>
              <a:gd name="connsiteX27" fmla="*/ 179821 w 349777"/>
              <a:gd name="connsiteY27" fmla="*/ 90487 h 361092"/>
              <a:gd name="connsiteX28" fmla="*/ 179821 w 349777"/>
              <a:gd name="connsiteY28" fmla="*/ 119348 h 361092"/>
              <a:gd name="connsiteX29" fmla="*/ 177355 w 349777"/>
              <a:gd name="connsiteY29" fmla="*/ 128111 h 361092"/>
              <a:gd name="connsiteX30" fmla="*/ 161040 w 349777"/>
              <a:gd name="connsiteY30" fmla="*/ 136874 h 361092"/>
              <a:gd name="connsiteX31" fmla="*/ 176027 w 349777"/>
              <a:gd name="connsiteY31" fmla="*/ 163259 h 361092"/>
              <a:gd name="connsiteX32" fmla="*/ 192342 w 349777"/>
              <a:gd name="connsiteY32" fmla="*/ 154495 h 361092"/>
              <a:gd name="connsiteX33" fmla="*/ 201068 w 349777"/>
              <a:gd name="connsiteY33" fmla="*/ 154495 h 361092"/>
              <a:gd name="connsiteX34" fmla="*/ 227343 w 349777"/>
              <a:gd name="connsiteY34" fmla="*/ 169545 h 361092"/>
              <a:gd name="connsiteX35" fmla="*/ 232371 w 349777"/>
              <a:gd name="connsiteY35" fmla="*/ 177070 h 361092"/>
              <a:gd name="connsiteX36" fmla="*/ 232371 w 349777"/>
              <a:gd name="connsiteY36" fmla="*/ 195929 h 361092"/>
              <a:gd name="connsiteX37" fmla="*/ 270028 w 349777"/>
              <a:gd name="connsiteY37" fmla="*/ 211074 h 361092"/>
              <a:gd name="connsiteX38" fmla="*/ 224972 w 349777"/>
              <a:gd name="connsiteY38" fmla="*/ 211074 h 361092"/>
              <a:gd name="connsiteX39" fmla="*/ 217478 w 349777"/>
              <a:gd name="connsiteY39" fmla="*/ 203549 h 361092"/>
              <a:gd name="connsiteX40" fmla="*/ 217478 w 349777"/>
              <a:gd name="connsiteY40" fmla="*/ 183451 h 361092"/>
              <a:gd name="connsiteX41" fmla="*/ 194998 w 349777"/>
              <a:gd name="connsiteY41" fmla="*/ 169640 h 361092"/>
              <a:gd name="connsiteX42" fmla="*/ 176216 w 349777"/>
              <a:gd name="connsiteY42" fmla="*/ 179737 h 361092"/>
              <a:gd name="connsiteX43" fmla="*/ 166162 w 349777"/>
              <a:gd name="connsiteY43" fmla="*/ 177260 h 361092"/>
              <a:gd name="connsiteX44" fmla="*/ 143681 w 349777"/>
              <a:gd name="connsiteY44" fmla="*/ 138303 h 361092"/>
              <a:gd name="connsiteX45" fmla="*/ 143681 w 349777"/>
              <a:gd name="connsiteY45" fmla="*/ 133255 h 361092"/>
              <a:gd name="connsiteX46" fmla="*/ 146148 w 349777"/>
              <a:gd name="connsiteY46" fmla="*/ 128207 h 361092"/>
              <a:gd name="connsiteX47" fmla="*/ 164929 w 349777"/>
              <a:gd name="connsiteY47" fmla="*/ 118110 h 361092"/>
              <a:gd name="connsiteX48" fmla="*/ 164929 w 349777"/>
              <a:gd name="connsiteY48" fmla="*/ 92964 h 361092"/>
              <a:gd name="connsiteX49" fmla="*/ 147381 w 349777"/>
              <a:gd name="connsiteY49" fmla="*/ 81629 h 361092"/>
              <a:gd name="connsiteX50" fmla="*/ 143586 w 349777"/>
              <a:gd name="connsiteY50" fmla="*/ 77819 h 361092"/>
              <a:gd name="connsiteX51" fmla="*/ 143586 w 349777"/>
              <a:gd name="connsiteY51" fmla="*/ 71533 h 361092"/>
              <a:gd name="connsiteX52" fmla="*/ 167395 w 349777"/>
              <a:gd name="connsiteY52" fmla="*/ 32575 h 361092"/>
              <a:gd name="connsiteX53" fmla="*/ 177450 w 349777"/>
              <a:gd name="connsiteY53" fmla="*/ 30099 h 361092"/>
              <a:gd name="connsiteX54" fmla="*/ 194998 w 349777"/>
              <a:gd name="connsiteY54" fmla="*/ 40196 h 361092"/>
              <a:gd name="connsiteX55" fmla="*/ 217478 w 349777"/>
              <a:gd name="connsiteY55" fmla="*/ 27623 h 361092"/>
              <a:gd name="connsiteX56" fmla="*/ 217478 w 349777"/>
              <a:gd name="connsiteY56" fmla="*/ 7525 h 361092"/>
              <a:gd name="connsiteX57" fmla="*/ 224972 w 349777"/>
              <a:gd name="connsiteY57" fmla="*/ 0 h 361092"/>
              <a:gd name="connsiteX58" fmla="*/ 270028 w 349777"/>
              <a:gd name="connsiteY58" fmla="*/ 0 h 361092"/>
              <a:gd name="connsiteX59" fmla="*/ 277521 w 349777"/>
              <a:gd name="connsiteY59" fmla="*/ 7525 h 361092"/>
              <a:gd name="connsiteX60" fmla="*/ 277521 w 349777"/>
              <a:gd name="connsiteY60" fmla="*/ 28861 h 361092"/>
              <a:gd name="connsiteX61" fmla="*/ 298769 w 349777"/>
              <a:gd name="connsiteY61" fmla="*/ 40196 h 361092"/>
              <a:gd name="connsiteX62" fmla="*/ 316317 w 349777"/>
              <a:gd name="connsiteY62" fmla="*/ 30099 h 361092"/>
              <a:gd name="connsiteX63" fmla="*/ 321344 w 349777"/>
              <a:gd name="connsiteY63" fmla="*/ 28861 h 361092"/>
              <a:gd name="connsiteX64" fmla="*/ 326372 w 349777"/>
              <a:gd name="connsiteY64" fmla="*/ 32671 h 361092"/>
              <a:gd name="connsiteX65" fmla="*/ 348852 w 349777"/>
              <a:gd name="connsiteY65" fmla="*/ 71628 h 361092"/>
              <a:gd name="connsiteX66" fmla="*/ 348852 w 349777"/>
              <a:gd name="connsiteY66" fmla="*/ 77914 h 361092"/>
              <a:gd name="connsiteX67" fmla="*/ 346386 w 349777"/>
              <a:gd name="connsiteY67" fmla="*/ 81724 h 361092"/>
              <a:gd name="connsiteX68" fmla="*/ 327605 w 349777"/>
              <a:gd name="connsiteY68" fmla="*/ 93059 h 361092"/>
              <a:gd name="connsiteX69" fmla="*/ 327605 w 349777"/>
              <a:gd name="connsiteY69" fmla="*/ 118205 h 361092"/>
              <a:gd name="connsiteX70" fmla="*/ 346386 w 349777"/>
              <a:gd name="connsiteY70" fmla="*/ 128302 h 361092"/>
              <a:gd name="connsiteX71" fmla="*/ 348852 w 349777"/>
              <a:gd name="connsiteY71" fmla="*/ 133350 h 361092"/>
              <a:gd name="connsiteX72" fmla="*/ 348852 w 349777"/>
              <a:gd name="connsiteY72" fmla="*/ 138398 h 361092"/>
              <a:gd name="connsiteX73" fmla="*/ 326372 w 349777"/>
              <a:gd name="connsiteY73" fmla="*/ 177355 h 361092"/>
              <a:gd name="connsiteX74" fmla="*/ 321344 w 349777"/>
              <a:gd name="connsiteY74" fmla="*/ 181166 h 361092"/>
              <a:gd name="connsiteX75" fmla="*/ 316317 w 349777"/>
              <a:gd name="connsiteY75" fmla="*/ 179927 h 361092"/>
              <a:gd name="connsiteX76" fmla="*/ 298769 w 349777"/>
              <a:gd name="connsiteY76" fmla="*/ 169831 h 361092"/>
              <a:gd name="connsiteX77" fmla="*/ 277521 w 349777"/>
              <a:gd name="connsiteY77" fmla="*/ 182404 h 361092"/>
              <a:gd name="connsiteX78" fmla="*/ 277521 w 349777"/>
              <a:gd name="connsiteY78" fmla="*/ 203740 h 361092"/>
              <a:gd name="connsiteX79" fmla="*/ 270028 w 349777"/>
              <a:gd name="connsiteY79" fmla="*/ 211264 h 361092"/>
              <a:gd name="connsiteX80" fmla="*/ 245840 w 349777"/>
              <a:gd name="connsiteY80" fmla="*/ 82868 h 361092"/>
              <a:gd name="connsiteX81" fmla="*/ 223264 w 349777"/>
              <a:gd name="connsiteY81" fmla="*/ 105537 h 361092"/>
              <a:gd name="connsiteX82" fmla="*/ 245840 w 349777"/>
              <a:gd name="connsiteY82" fmla="*/ 128207 h 361092"/>
              <a:gd name="connsiteX83" fmla="*/ 268415 w 349777"/>
              <a:gd name="connsiteY83" fmla="*/ 105537 h 361092"/>
              <a:gd name="connsiteX84" fmla="*/ 245840 w 349777"/>
              <a:gd name="connsiteY84" fmla="*/ 82868 h 361092"/>
              <a:gd name="connsiteX85" fmla="*/ 245840 w 349777"/>
              <a:gd name="connsiteY85" fmla="*/ 143161 h 361092"/>
              <a:gd name="connsiteX86" fmla="*/ 208277 w 349777"/>
              <a:gd name="connsiteY86" fmla="*/ 105442 h 361092"/>
              <a:gd name="connsiteX87" fmla="*/ 245840 w 349777"/>
              <a:gd name="connsiteY87" fmla="*/ 67723 h 361092"/>
              <a:gd name="connsiteX88" fmla="*/ 283402 w 349777"/>
              <a:gd name="connsiteY88" fmla="*/ 105442 h 361092"/>
              <a:gd name="connsiteX89" fmla="*/ 245840 w 349777"/>
              <a:gd name="connsiteY89" fmla="*/ 143161 h 361092"/>
              <a:gd name="connsiteX90" fmla="*/ 89709 w 349777"/>
              <a:gd name="connsiteY90" fmla="*/ 346139 h 361092"/>
              <a:gd name="connsiteX91" fmla="*/ 119778 w 349777"/>
              <a:gd name="connsiteY91" fmla="*/ 346139 h 361092"/>
              <a:gd name="connsiteX92" fmla="*/ 119778 w 349777"/>
              <a:gd name="connsiteY92" fmla="*/ 327374 h 361092"/>
              <a:gd name="connsiteX93" fmla="*/ 124805 w 349777"/>
              <a:gd name="connsiteY93" fmla="*/ 319849 h 361092"/>
              <a:gd name="connsiteX94" fmla="*/ 149847 w 349777"/>
              <a:gd name="connsiteY94" fmla="*/ 304800 h 361092"/>
              <a:gd name="connsiteX95" fmla="*/ 158573 w 349777"/>
              <a:gd name="connsiteY95" fmla="*/ 304800 h 361092"/>
              <a:gd name="connsiteX96" fmla="*/ 173561 w 349777"/>
              <a:gd name="connsiteY96" fmla="*/ 313563 h 361092"/>
              <a:gd name="connsiteX97" fmla="*/ 188548 w 349777"/>
              <a:gd name="connsiteY97" fmla="*/ 287274 h 361092"/>
              <a:gd name="connsiteX98" fmla="*/ 173561 w 349777"/>
              <a:gd name="connsiteY98" fmla="*/ 278511 h 361092"/>
              <a:gd name="connsiteX99" fmla="*/ 169766 w 349777"/>
              <a:gd name="connsiteY99" fmla="*/ 269748 h 361092"/>
              <a:gd name="connsiteX100" fmla="*/ 169766 w 349777"/>
              <a:gd name="connsiteY100" fmla="*/ 240983 h 361092"/>
              <a:gd name="connsiteX101" fmla="*/ 173561 w 349777"/>
              <a:gd name="connsiteY101" fmla="*/ 232220 h 361092"/>
              <a:gd name="connsiteX102" fmla="*/ 188548 w 349777"/>
              <a:gd name="connsiteY102" fmla="*/ 223457 h 361092"/>
              <a:gd name="connsiteX103" fmla="*/ 173561 w 349777"/>
              <a:gd name="connsiteY103" fmla="*/ 197168 h 361092"/>
              <a:gd name="connsiteX104" fmla="*/ 158573 w 349777"/>
              <a:gd name="connsiteY104" fmla="*/ 207169 h 361092"/>
              <a:gd name="connsiteX105" fmla="*/ 149847 w 349777"/>
              <a:gd name="connsiteY105" fmla="*/ 205930 h 361092"/>
              <a:gd name="connsiteX106" fmla="*/ 124805 w 349777"/>
              <a:gd name="connsiteY106" fmla="*/ 190881 h 361092"/>
              <a:gd name="connsiteX107" fmla="*/ 119778 w 349777"/>
              <a:gd name="connsiteY107" fmla="*/ 183356 h 361092"/>
              <a:gd name="connsiteX108" fmla="*/ 119778 w 349777"/>
              <a:gd name="connsiteY108" fmla="*/ 165830 h 361092"/>
              <a:gd name="connsiteX109" fmla="*/ 89709 w 349777"/>
              <a:gd name="connsiteY109" fmla="*/ 165830 h 361092"/>
              <a:gd name="connsiteX110" fmla="*/ 89709 w 349777"/>
              <a:gd name="connsiteY110" fmla="*/ 183356 h 361092"/>
              <a:gd name="connsiteX111" fmla="*/ 84682 w 349777"/>
              <a:gd name="connsiteY111" fmla="*/ 190881 h 361092"/>
              <a:gd name="connsiteX112" fmla="*/ 59640 w 349777"/>
              <a:gd name="connsiteY112" fmla="*/ 205930 h 361092"/>
              <a:gd name="connsiteX113" fmla="*/ 49585 w 349777"/>
              <a:gd name="connsiteY113" fmla="*/ 207169 h 361092"/>
              <a:gd name="connsiteX114" fmla="*/ 33270 w 349777"/>
              <a:gd name="connsiteY114" fmla="*/ 197168 h 361092"/>
              <a:gd name="connsiteX115" fmla="*/ 18283 w 349777"/>
              <a:gd name="connsiteY115" fmla="*/ 223457 h 361092"/>
              <a:gd name="connsiteX116" fmla="*/ 34598 w 349777"/>
              <a:gd name="connsiteY116" fmla="*/ 232220 h 361092"/>
              <a:gd name="connsiteX117" fmla="*/ 37065 w 349777"/>
              <a:gd name="connsiteY117" fmla="*/ 240983 h 361092"/>
              <a:gd name="connsiteX118" fmla="*/ 37065 w 349777"/>
              <a:gd name="connsiteY118" fmla="*/ 269748 h 361092"/>
              <a:gd name="connsiteX119" fmla="*/ 34598 w 349777"/>
              <a:gd name="connsiteY119" fmla="*/ 278511 h 361092"/>
              <a:gd name="connsiteX120" fmla="*/ 18283 w 349777"/>
              <a:gd name="connsiteY120" fmla="*/ 287274 h 361092"/>
              <a:gd name="connsiteX121" fmla="*/ 33270 w 349777"/>
              <a:gd name="connsiteY121" fmla="*/ 313563 h 361092"/>
              <a:gd name="connsiteX122" fmla="*/ 49585 w 349777"/>
              <a:gd name="connsiteY122" fmla="*/ 304800 h 361092"/>
              <a:gd name="connsiteX123" fmla="*/ 58312 w 349777"/>
              <a:gd name="connsiteY123" fmla="*/ 304800 h 361092"/>
              <a:gd name="connsiteX124" fmla="*/ 84587 w 349777"/>
              <a:gd name="connsiteY124" fmla="*/ 319849 h 361092"/>
              <a:gd name="connsiteX125" fmla="*/ 89614 w 349777"/>
              <a:gd name="connsiteY125" fmla="*/ 327374 h 361092"/>
              <a:gd name="connsiteX126" fmla="*/ 89614 w 349777"/>
              <a:gd name="connsiteY126" fmla="*/ 346139 h 361092"/>
              <a:gd name="connsiteX127" fmla="*/ 127271 w 349777"/>
              <a:gd name="connsiteY127" fmla="*/ 361093 h 361092"/>
              <a:gd name="connsiteX128" fmla="*/ 82215 w 349777"/>
              <a:gd name="connsiteY128" fmla="*/ 361093 h 361092"/>
              <a:gd name="connsiteX129" fmla="*/ 74722 w 349777"/>
              <a:gd name="connsiteY129" fmla="*/ 353568 h 361092"/>
              <a:gd name="connsiteX130" fmla="*/ 74722 w 349777"/>
              <a:gd name="connsiteY130" fmla="*/ 333566 h 361092"/>
              <a:gd name="connsiteX131" fmla="*/ 52241 w 349777"/>
              <a:gd name="connsiteY131" fmla="*/ 319754 h 361092"/>
              <a:gd name="connsiteX132" fmla="*/ 33460 w 349777"/>
              <a:gd name="connsiteY132" fmla="*/ 329756 h 361092"/>
              <a:gd name="connsiteX133" fmla="*/ 23405 w 349777"/>
              <a:gd name="connsiteY133" fmla="*/ 327279 h 361092"/>
              <a:gd name="connsiteX134" fmla="*/ 925 w 349777"/>
              <a:gd name="connsiteY134" fmla="*/ 288512 h 361092"/>
              <a:gd name="connsiteX135" fmla="*/ 925 w 349777"/>
              <a:gd name="connsiteY135" fmla="*/ 283464 h 361092"/>
              <a:gd name="connsiteX136" fmla="*/ 3391 w 349777"/>
              <a:gd name="connsiteY136" fmla="*/ 278416 h 361092"/>
              <a:gd name="connsiteX137" fmla="*/ 22172 w 349777"/>
              <a:gd name="connsiteY137" fmla="*/ 268414 h 361092"/>
              <a:gd name="connsiteX138" fmla="*/ 22172 w 349777"/>
              <a:gd name="connsiteY138" fmla="*/ 243364 h 361092"/>
              <a:gd name="connsiteX139" fmla="*/ 4624 w 349777"/>
              <a:gd name="connsiteY139" fmla="*/ 232124 h 361092"/>
              <a:gd name="connsiteX140" fmla="*/ 830 w 349777"/>
              <a:gd name="connsiteY140" fmla="*/ 228410 h 361092"/>
              <a:gd name="connsiteX141" fmla="*/ 830 w 349777"/>
              <a:gd name="connsiteY141" fmla="*/ 222123 h 361092"/>
              <a:gd name="connsiteX142" fmla="*/ 24639 w 349777"/>
              <a:gd name="connsiteY142" fmla="*/ 183356 h 361092"/>
              <a:gd name="connsiteX143" fmla="*/ 34693 w 349777"/>
              <a:gd name="connsiteY143" fmla="*/ 180880 h 361092"/>
              <a:gd name="connsiteX144" fmla="*/ 52241 w 349777"/>
              <a:gd name="connsiteY144" fmla="*/ 190881 h 361092"/>
              <a:gd name="connsiteX145" fmla="*/ 74722 w 349777"/>
              <a:gd name="connsiteY145" fmla="*/ 178403 h 361092"/>
              <a:gd name="connsiteX146" fmla="*/ 74722 w 349777"/>
              <a:gd name="connsiteY146" fmla="*/ 158401 h 361092"/>
              <a:gd name="connsiteX147" fmla="*/ 82215 w 349777"/>
              <a:gd name="connsiteY147" fmla="*/ 150876 h 361092"/>
              <a:gd name="connsiteX148" fmla="*/ 127271 w 349777"/>
              <a:gd name="connsiteY148" fmla="*/ 150876 h 361092"/>
              <a:gd name="connsiteX149" fmla="*/ 134765 w 349777"/>
              <a:gd name="connsiteY149" fmla="*/ 158401 h 361092"/>
              <a:gd name="connsiteX150" fmla="*/ 134765 w 349777"/>
              <a:gd name="connsiteY150" fmla="*/ 179641 h 361092"/>
              <a:gd name="connsiteX151" fmla="*/ 156012 w 349777"/>
              <a:gd name="connsiteY151" fmla="*/ 190881 h 361092"/>
              <a:gd name="connsiteX152" fmla="*/ 172327 w 349777"/>
              <a:gd name="connsiteY152" fmla="*/ 180880 h 361092"/>
              <a:gd name="connsiteX153" fmla="*/ 178588 w 349777"/>
              <a:gd name="connsiteY153" fmla="*/ 179641 h 361092"/>
              <a:gd name="connsiteX154" fmla="*/ 183615 w 349777"/>
              <a:gd name="connsiteY154" fmla="*/ 183356 h 361092"/>
              <a:gd name="connsiteX155" fmla="*/ 206096 w 349777"/>
              <a:gd name="connsiteY155" fmla="*/ 222123 h 361092"/>
              <a:gd name="connsiteX156" fmla="*/ 206096 w 349777"/>
              <a:gd name="connsiteY156" fmla="*/ 228410 h 361092"/>
              <a:gd name="connsiteX157" fmla="*/ 203629 w 349777"/>
              <a:gd name="connsiteY157" fmla="*/ 232124 h 361092"/>
              <a:gd name="connsiteX158" fmla="*/ 184848 w 349777"/>
              <a:gd name="connsiteY158" fmla="*/ 243364 h 361092"/>
              <a:gd name="connsiteX159" fmla="*/ 184848 w 349777"/>
              <a:gd name="connsiteY159" fmla="*/ 268414 h 361092"/>
              <a:gd name="connsiteX160" fmla="*/ 203629 w 349777"/>
              <a:gd name="connsiteY160" fmla="*/ 278416 h 361092"/>
              <a:gd name="connsiteX161" fmla="*/ 206096 w 349777"/>
              <a:gd name="connsiteY161" fmla="*/ 283464 h 361092"/>
              <a:gd name="connsiteX162" fmla="*/ 206096 w 349777"/>
              <a:gd name="connsiteY162" fmla="*/ 288512 h 361092"/>
              <a:gd name="connsiteX163" fmla="*/ 183615 w 349777"/>
              <a:gd name="connsiteY163" fmla="*/ 327279 h 361092"/>
              <a:gd name="connsiteX164" fmla="*/ 178588 w 349777"/>
              <a:gd name="connsiteY164" fmla="*/ 330994 h 361092"/>
              <a:gd name="connsiteX165" fmla="*/ 172327 w 349777"/>
              <a:gd name="connsiteY165" fmla="*/ 329756 h 361092"/>
              <a:gd name="connsiteX166" fmla="*/ 156012 w 349777"/>
              <a:gd name="connsiteY166" fmla="*/ 319754 h 361092"/>
              <a:gd name="connsiteX167" fmla="*/ 134765 w 349777"/>
              <a:gd name="connsiteY167" fmla="*/ 332232 h 361092"/>
              <a:gd name="connsiteX168" fmla="*/ 134765 w 349777"/>
              <a:gd name="connsiteY168" fmla="*/ 353473 h 361092"/>
              <a:gd name="connsiteX169" fmla="*/ 127271 w 349777"/>
              <a:gd name="connsiteY169" fmla="*/ 360997 h 361092"/>
              <a:gd name="connsiteX170" fmla="*/ 103463 w 349777"/>
              <a:gd name="connsiteY170" fmla="*/ 232886 h 361092"/>
              <a:gd name="connsiteX171" fmla="*/ 81172 w 349777"/>
              <a:gd name="connsiteY171" fmla="*/ 255556 h 361092"/>
              <a:gd name="connsiteX172" fmla="*/ 103463 w 349777"/>
              <a:gd name="connsiteY172" fmla="*/ 278225 h 361092"/>
              <a:gd name="connsiteX173" fmla="*/ 125754 w 349777"/>
              <a:gd name="connsiteY173" fmla="*/ 255556 h 361092"/>
              <a:gd name="connsiteX174" fmla="*/ 103463 w 349777"/>
              <a:gd name="connsiteY174" fmla="*/ 232886 h 361092"/>
              <a:gd name="connsiteX175" fmla="*/ 103463 w 349777"/>
              <a:gd name="connsiteY175" fmla="*/ 293275 h 361092"/>
              <a:gd name="connsiteX176" fmla="*/ 66280 w 349777"/>
              <a:gd name="connsiteY176" fmla="*/ 255556 h 361092"/>
              <a:gd name="connsiteX177" fmla="*/ 103463 w 349777"/>
              <a:gd name="connsiteY177" fmla="*/ 217837 h 361092"/>
              <a:gd name="connsiteX178" fmla="*/ 140646 w 349777"/>
              <a:gd name="connsiteY178" fmla="*/ 255556 h 361092"/>
              <a:gd name="connsiteX179" fmla="*/ 103463 w 349777"/>
              <a:gd name="connsiteY179" fmla="*/ 293275 h 361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</a:cxnLst>
            <a:rect l="l" t="t" r="r" b="b"/>
            <a:pathLst>
              <a:path w="349777" h="361092">
                <a:moveTo>
                  <a:pt x="232465" y="195929"/>
                </a:moveTo>
                <a:lnTo>
                  <a:pt x="262534" y="195929"/>
                </a:lnTo>
                <a:lnTo>
                  <a:pt x="262534" y="177070"/>
                </a:lnTo>
                <a:cubicBezTo>
                  <a:pt x="262534" y="174593"/>
                  <a:pt x="265001" y="170783"/>
                  <a:pt x="267562" y="169545"/>
                </a:cubicBezTo>
                <a:cubicBezTo>
                  <a:pt x="278849" y="164497"/>
                  <a:pt x="287576" y="159449"/>
                  <a:pt x="292603" y="154495"/>
                </a:cubicBezTo>
                <a:cubicBezTo>
                  <a:pt x="295070" y="153257"/>
                  <a:pt x="298864" y="152019"/>
                  <a:pt x="301330" y="154495"/>
                </a:cubicBezTo>
                <a:lnTo>
                  <a:pt x="316317" y="163259"/>
                </a:lnTo>
                <a:lnTo>
                  <a:pt x="331304" y="136874"/>
                </a:lnTo>
                <a:lnTo>
                  <a:pt x="316317" y="128111"/>
                </a:lnTo>
                <a:cubicBezTo>
                  <a:pt x="312523" y="126873"/>
                  <a:pt x="311290" y="123063"/>
                  <a:pt x="312523" y="119348"/>
                </a:cubicBezTo>
                <a:cubicBezTo>
                  <a:pt x="313756" y="109252"/>
                  <a:pt x="313756" y="100489"/>
                  <a:pt x="312523" y="90487"/>
                </a:cubicBezTo>
                <a:cubicBezTo>
                  <a:pt x="311290" y="86678"/>
                  <a:pt x="312523" y="84201"/>
                  <a:pt x="316317" y="81724"/>
                </a:cubicBezTo>
                <a:lnTo>
                  <a:pt x="331304" y="72962"/>
                </a:lnTo>
                <a:lnTo>
                  <a:pt x="316317" y="46577"/>
                </a:lnTo>
                <a:lnTo>
                  <a:pt x="301330" y="56674"/>
                </a:lnTo>
                <a:cubicBezTo>
                  <a:pt x="298864" y="57912"/>
                  <a:pt x="295070" y="57912"/>
                  <a:pt x="292603" y="55435"/>
                </a:cubicBezTo>
                <a:cubicBezTo>
                  <a:pt x="287576" y="50387"/>
                  <a:pt x="278849" y="45339"/>
                  <a:pt x="267562" y="40386"/>
                </a:cubicBezTo>
                <a:cubicBezTo>
                  <a:pt x="265095" y="39148"/>
                  <a:pt x="262534" y="36576"/>
                  <a:pt x="262534" y="32861"/>
                </a:cubicBezTo>
                <a:lnTo>
                  <a:pt x="262534" y="15240"/>
                </a:lnTo>
                <a:lnTo>
                  <a:pt x="232465" y="15240"/>
                </a:lnTo>
                <a:lnTo>
                  <a:pt x="232465" y="32861"/>
                </a:lnTo>
                <a:cubicBezTo>
                  <a:pt x="232465" y="36671"/>
                  <a:pt x="231232" y="40386"/>
                  <a:pt x="227438" y="40386"/>
                </a:cubicBezTo>
                <a:cubicBezTo>
                  <a:pt x="213684" y="44196"/>
                  <a:pt x="209890" y="47911"/>
                  <a:pt x="202396" y="55435"/>
                </a:cubicBezTo>
                <a:cubicBezTo>
                  <a:pt x="199930" y="56674"/>
                  <a:pt x="196136" y="57912"/>
                  <a:pt x="192342" y="56674"/>
                </a:cubicBezTo>
                <a:lnTo>
                  <a:pt x="176027" y="46577"/>
                </a:lnTo>
                <a:lnTo>
                  <a:pt x="161040" y="72962"/>
                </a:lnTo>
                <a:lnTo>
                  <a:pt x="177355" y="81724"/>
                </a:lnTo>
                <a:cubicBezTo>
                  <a:pt x="179821" y="84201"/>
                  <a:pt x="181149" y="86773"/>
                  <a:pt x="179821" y="90487"/>
                </a:cubicBezTo>
                <a:cubicBezTo>
                  <a:pt x="178588" y="100584"/>
                  <a:pt x="178588" y="110585"/>
                  <a:pt x="179821" y="119348"/>
                </a:cubicBezTo>
                <a:cubicBezTo>
                  <a:pt x="181054" y="123158"/>
                  <a:pt x="179821" y="126873"/>
                  <a:pt x="177355" y="128111"/>
                </a:cubicBezTo>
                <a:lnTo>
                  <a:pt x="161040" y="136874"/>
                </a:lnTo>
                <a:lnTo>
                  <a:pt x="176027" y="163259"/>
                </a:lnTo>
                <a:lnTo>
                  <a:pt x="192342" y="154495"/>
                </a:lnTo>
                <a:cubicBezTo>
                  <a:pt x="196136" y="152019"/>
                  <a:pt x="198602" y="153257"/>
                  <a:pt x="201068" y="154495"/>
                </a:cubicBezTo>
                <a:cubicBezTo>
                  <a:pt x="209795" y="162020"/>
                  <a:pt x="213589" y="167068"/>
                  <a:pt x="227343" y="169545"/>
                </a:cubicBezTo>
                <a:cubicBezTo>
                  <a:pt x="231137" y="170783"/>
                  <a:pt x="232371" y="173355"/>
                  <a:pt x="232371" y="177070"/>
                </a:cubicBezTo>
                <a:lnTo>
                  <a:pt x="232371" y="195929"/>
                </a:lnTo>
                <a:close/>
                <a:moveTo>
                  <a:pt x="270028" y="211074"/>
                </a:moveTo>
                <a:lnTo>
                  <a:pt x="224972" y="211074"/>
                </a:lnTo>
                <a:cubicBezTo>
                  <a:pt x="221178" y="211074"/>
                  <a:pt x="217478" y="207264"/>
                  <a:pt x="217478" y="203549"/>
                </a:cubicBezTo>
                <a:lnTo>
                  <a:pt x="217478" y="183451"/>
                </a:lnTo>
                <a:cubicBezTo>
                  <a:pt x="207424" y="179641"/>
                  <a:pt x="201163" y="174689"/>
                  <a:pt x="194998" y="169640"/>
                </a:cubicBezTo>
                <a:lnTo>
                  <a:pt x="176216" y="179737"/>
                </a:lnTo>
                <a:cubicBezTo>
                  <a:pt x="173750" y="182213"/>
                  <a:pt x="168723" y="180975"/>
                  <a:pt x="166162" y="177260"/>
                </a:cubicBezTo>
                <a:lnTo>
                  <a:pt x="143681" y="138303"/>
                </a:lnTo>
                <a:cubicBezTo>
                  <a:pt x="143681" y="137065"/>
                  <a:pt x="142448" y="134493"/>
                  <a:pt x="143681" y="133255"/>
                </a:cubicBezTo>
                <a:cubicBezTo>
                  <a:pt x="143681" y="130778"/>
                  <a:pt x="144914" y="129445"/>
                  <a:pt x="146148" y="128207"/>
                </a:cubicBezTo>
                <a:lnTo>
                  <a:pt x="164929" y="118110"/>
                </a:lnTo>
                <a:cubicBezTo>
                  <a:pt x="163696" y="109347"/>
                  <a:pt x="163696" y="100489"/>
                  <a:pt x="164929" y="92964"/>
                </a:cubicBezTo>
                <a:lnTo>
                  <a:pt x="147381" y="81629"/>
                </a:lnTo>
                <a:cubicBezTo>
                  <a:pt x="144914" y="81629"/>
                  <a:pt x="143586" y="79153"/>
                  <a:pt x="143586" y="77819"/>
                </a:cubicBezTo>
                <a:cubicBezTo>
                  <a:pt x="142353" y="75343"/>
                  <a:pt x="143586" y="74009"/>
                  <a:pt x="143586" y="71533"/>
                </a:cubicBezTo>
                <a:lnTo>
                  <a:pt x="167395" y="32575"/>
                </a:lnTo>
                <a:cubicBezTo>
                  <a:pt x="168628" y="28766"/>
                  <a:pt x="173655" y="27527"/>
                  <a:pt x="177450" y="30099"/>
                </a:cubicBezTo>
                <a:lnTo>
                  <a:pt x="194998" y="40196"/>
                </a:lnTo>
                <a:cubicBezTo>
                  <a:pt x="201258" y="35147"/>
                  <a:pt x="207519" y="30099"/>
                  <a:pt x="217478" y="27623"/>
                </a:cubicBezTo>
                <a:lnTo>
                  <a:pt x="217478" y="7525"/>
                </a:lnTo>
                <a:cubicBezTo>
                  <a:pt x="217478" y="2476"/>
                  <a:pt x="221272" y="0"/>
                  <a:pt x="224972" y="0"/>
                </a:cubicBezTo>
                <a:lnTo>
                  <a:pt x="270028" y="0"/>
                </a:lnTo>
                <a:cubicBezTo>
                  <a:pt x="275055" y="0"/>
                  <a:pt x="277521" y="2476"/>
                  <a:pt x="277521" y="7525"/>
                </a:cubicBezTo>
                <a:lnTo>
                  <a:pt x="277521" y="28861"/>
                </a:lnTo>
                <a:cubicBezTo>
                  <a:pt x="286248" y="32671"/>
                  <a:pt x="293836" y="36385"/>
                  <a:pt x="298769" y="40196"/>
                </a:cubicBezTo>
                <a:lnTo>
                  <a:pt x="316317" y="30099"/>
                </a:lnTo>
                <a:cubicBezTo>
                  <a:pt x="317550" y="28861"/>
                  <a:pt x="320111" y="28861"/>
                  <a:pt x="321344" y="28861"/>
                </a:cubicBezTo>
                <a:cubicBezTo>
                  <a:pt x="323811" y="30099"/>
                  <a:pt x="325138" y="31337"/>
                  <a:pt x="326372" y="32671"/>
                </a:cubicBezTo>
                <a:lnTo>
                  <a:pt x="348852" y="71628"/>
                </a:lnTo>
                <a:cubicBezTo>
                  <a:pt x="350085" y="74105"/>
                  <a:pt x="350085" y="75438"/>
                  <a:pt x="348852" y="77914"/>
                </a:cubicBezTo>
                <a:cubicBezTo>
                  <a:pt x="348852" y="79153"/>
                  <a:pt x="347619" y="81724"/>
                  <a:pt x="346386" y="81724"/>
                </a:cubicBezTo>
                <a:lnTo>
                  <a:pt x="327605" y="93059"/>
                </a:lnTo>
                <a:cubicBezTo>
                  <a:pt x="328838" y="100584"/>
                  <a:pt x="328838" y="109442"/>
                  <a:pt x="327605" y="118205"/>
                </a:cubicBezTo>
                <a:lnTo>
                  <a:pt x="346386" y="128302"/>
                </a:lnTo>
                <a:cubicBezTo>
                  <a:pt x="347619" y="129540"/>
                  <a:pt x="348852" y="130778"/>
                  <a:pt x="348852" y="133350"/>
                </a:cubicBezTo>
                <a:cubicBezTo>
                  <a:pt x="350085" y="134588"/>
                  <a:pt x="350085" y="137160"/>
                  <a:pt x="348852" y="138398"/>
                </a:cubicBezTo>
                <a:lnTo>
                  <a:pt x="326372" y="177355"/>
                </a:lnTo>
                <a:cubicBezTo>
                  <a:pt x="325138" y="179832"/>
                  <a:pt x="323905" y="181166"/>
                  <a:pt x="321344" y="181166"/>
                </a:cubicBezTo>
                <a:cubicBezTo>
                  <a:pt x="320111" y="181166"/>
                  <a:pt x="317550" y="181166"/>
                  <a:pt x="316317" y="179927"/>
                </a:cubicBezTo>
                <a:lnTo>
                  <a:pt x="298769" y="169831"/>
                </a:lnTo>
                <a:cubicBezTo>
                  <a:pt x="293742" y="173641"/>
                  <a:pt x="286248" y="178594"/>
                  <a:pt x="277521" y="182404"/>
                </a:cubicBezTo>
                <a:lnTo>
                  <a:pt x="277521" y="203740"/>
                </a:lnTo>
                <a:cubicBezTo>
                  <a:pt x="277521" y="207550"/>
                  <a:pt x="275055" y="211264"/>
                  <a:pt x="270028" y="211264"/>
                </a:cubicBezTo>
                <a:close/>
                <a:moveTo>
                  <a:pt x="245840" y="82868"/>
                </a:moveTo>
                <a:cubicBezTo>
                  <a:pt x="233319" y="82868"/>
                  <a:pt x="223264" y="92964"/>
                  <a:pt x="223264" y="105537"/>
                </a:cubicBezTo>
                <a:cubicBezTo>
                  <a:pt x="223264" y="118110"/>
                  <a:pt x="233319" y="128207"/>
                  <a:pt x="245840" y="128207"/>
                </a:cubicBezTo>
                <a:cubicBezTo>
                  <a:pt x="258361" y="128207"/>
                  <a:pt x="268415" y="118110"/>
                  <a:pt x="268415" y="105537"/>
                </a:cubicBezTo>
                <a:cubicBezTo>
                  <a:pt x="268415" y="92964"/>
                  <a:pt x="258361" y="82868"/>
                  <a:pt x="245840" y="82868"/>
                </a:cubicBezTo>
                <a:close/>
                <a:moveTo>
                  <a:pt x="245840" y="143161"/>
                </a:moveTo>
                <a:cubicBezTo>
                  <a:pt x="224498" y="143161"/>
                  <a:pt x="208277" y="125539"/>
                  <a:pt x="208277" y="105442"/>
                </a:cubicBezTo>
                <a:cubicBezTo>
                  <a:pt x="208277" y="84106"/>
                  <a:pt x="224592" y="67723"/>
                  <a:pt x="245840" y="67723"/>
                </a:cubicBezTo>
                <a:cubicBezTo>
                  <a:pt x="267087" y="67723"/>
                  <a:pt x="283402" y="84106"/>
                  <a:pt x="283402" y="105442"/>
                </a:cubicBezTo>
                <a:cubicBezTo>
                  <a:pt x="283402" y="125539"/>
                  <a:pt x="267087" y="143161"/>
                  <a:pt x="245840" y="143161"/>
                </a:cubicBezTo>
                <a:close/>
                <a:moveTo>
                  <a:pt x="89709" y="346139"/>
                </a:moveTo>
                <a:lnTo>
                  <a:pt x="119778" y="346139"/>
                </a:lnTo>
                <a:lnTo>
                  <a:pt x="119778" y="327374"/>
                </a:lnTo>
                <a:cubicBezTo>
                  <a:pt x="119778" y="324898"/>
                  <a:pt x="122244" y="321088"/>
                  <a:pt x="124805" y="319849"/>
                </a:cubicBezTo>
                <a:cubicBezTo>
                  <a:pt x="136093" y="314801"/>
                  <a:pt x="144820" y="309848"/>
                  <a:pt x="149847" y="304800"/>
                </a:cubicBezTo>
                <a:cubicBezTo>
                  <a:pt x="152313" y="303562"/>
                  <a:pt x="156107" y="302324"/>
                  <a:pt x="158573" y="304800"/>
                </a:cubicBezTo>
                <a:lnTo>
                  <a:pt x="173561" y="313563"/>
                </a:lnTo>
                <a:lnTo>
                  <a:pt x="188548" y="287274"/>
                </a:lnTo>
                <a:lnTo>
                  <a:pt x="173561" y="278511"/>
                </a:lnTo>
                <a:cubicBezTo>
                  <a:pt x="169766" y="277273"/>
                  <a:pt x="168533" y="273463"/>
                  <a:pt x="169766" y="269748"/>
                </a:cubicBezTo>
                <a:cubicBezTo>
                  <a:pt x="170999" y="259747"/>
                  <a:pt x="170999" y="250984"/>
                  <a:pt x="169766" y="240983"/>
                </a:cubicBezTo>
                <a:cubicBezTo>
                  <a:pt x="168533" y="237268"/>
                  <a:pt x="169766" y="234696"/>
                  <a:pt x="173561" y="232220"/>
                </a:cubicBezTo>
                <a:lnTo>
                  <a:pt x="188548" y="223457"/>
                </a:lnTo>
                <a:lnTo>
                  <a:pt x="173561" y="197168"/>
                </a:lnTo>
                <a:lnTo>
                  <a:pt x="158573" y="207169"/>
                </a:lnTo>
                <a:cubicBezTo>
                  <a:pt x="156107" y="208407"/>
                  <a:pt x="152313" y="208407"/>
                  <a:pt x="149847" y="205930"/>
                </a:cubicBezTo>
                <a:cubicBezTo>
                  <a:pt x="144820" y="200882"/>
                  <a:pt x="136093" y="195929"/>
                  <a:pt x="124805" y="190881"/>
                </a:cubicBezTo>
                <a:cubicBezTo>
                  <a:pt x="122339" y="189643"/>
                  <a:pt x="119778" y="187166"/>
                  <a:pt x="119778" y="183356"/>
                </a:cubicBezTo>
                <a:lnTo>
                  <a:pt x="119778" y="165830"/>
                </a:lnTo>
                <a:lnTo>
                  <a:pt x="89709" y="165830"/>
                </a:lnTo>
                <a:lnTo>
                  <a:pt x="89709" y="183356"/>
                </a:lnTo>
                <a:cubicBezTo>
                  <a:pt x="89709" y="187071"/>
                  <a:pt x="88476" y="190881"/>
                  <a:pt x="84682" y="190881"/>
                </a:cubicBezTo>
                <a:cubicBezTo>
                  <a:pt x="72161" y="194596"/>
                  <a:pt x="67133" y="198406"/>
                  <a:pt x="59640" y="205930"/>
                </a:cubicBezTo>
                <a:cubicBezTo>
                  <a:pt x="57174" y="207169"/>
                  <a:pt x="53380" y="208407"/>
                  <a:pt x="49585" y="207169"/>
                </a:cubicBezTo>
                <a:lnTo>
                  <a:pt x="33270" y="197168"/>
                </a:lnTo>
                <a:lnTo>
                  <a:pt x="18283" y="223457"/>
                </a:lnTo>
                <a:lnTo>
                  <a:pt x="34598" y="232220"/>
                </a:lnTo>
                <a:cubicBezTo>
                  <a:pt x="37065" y="234696"/>
                  <a:pt x="38392" y="237268"/>
                  <a:pt x="37065" y="240983"/>
                </a:cubicBezTo>
                <a:cubicBezTo>
                  <a:pt x="35831" y="250984"/>
                  <a:pt x="35831" y="260985"/>
                  <a:pt x="37065" y="269748"/>
                </a:cubicBezTo>
                <a:cubicBezTo>
                  <a:pt x="38298" y="273463"/>
                  <a:pt x="37065" y="277273"/>
                  <a:pt x="34598" y="278511"/>
                </a:cubicBezTo>
                <a:lnTo>
                  <a:pt x="18283" y="287274"/>
                </a:lnTo>
                <a:lnTo>
                  <a:pt x="33270" y="313563"/>
                </a:lnTo>
                <a:lnTo>
                  <a:pt x="49585" y="304800"/>
                </a:lnTo>
                <a:cubicBezTo>
                  <a:pt x="53380" y="302324"/>
                  <a:pt x="55846" y="303562"/>
                  <a:pt x="58312" y="304800"/>
                </a:cubicBezTo>
                <a:cubicBezTo>
                  <a:pt x="67039" y="312325"/>
                  <a:pt x="70833" y="317278"/>
                  <a:pt x="84587" y="319849"/>
                </a:cubicBezTo>
                <a:cubicBezTo>
                  <a:pt x="88381" y="321088"/>
                  <a:pt x="89614" y="323564"/>
                  <a:pt x="89614" y="327374"/>
                </a:cubicBezTo>
                <a:lnTo>
                  <a:pt x="89614" y="346139"/>
                </a:lnTo>
                <a:close/>
                <a:moveTo>
                  <a:pt x="127271" y="361093"/>
                </a:moveTo>
                <a:lnTo>
                  <a:pt x="82215" y="361093"/>
                </a:lnTo>
                <a:cubicBezTo>
                  <a:pt x="78421" y="361093"/>
                  <a:pt x="74722" y="357378"/>
                  <a:pt x="74722" y="353568"/>
                </a:cubicBezTo>
                <a:lnTo>
                  <a:pt x="74722" y="333566"/>
                </a:lnTo>
                <a:cubicBezTo>
                  <a:pt x="64667" y="329851"/>
                  <a:pt x="58407" y="324803"/>
                  <a:pt x="52241" y="319754"/>
                </a:cubicBezTo>
                <a:lnTo>
                  <a:pt x="33460" y="329756"/>
                </a:lnTo>
                <a:cubicBezTo>
                  <a:pt x="30994" y="332232"/>
                  <a:pt x="25967" y="330994"/>
                  <a:pt x="23405" y="327279"/>
                </a:cubicBezTo>
                <a:lnTo>
                  <a:pt x="925" y="288512"/>
                </a:lnTo>
                <a:cubicBezTo>
                  <a:pt x="-308" y="287274"/>
                  <a:pt x="-308" y="284797"/>
                  <a:pt x="925" y="283464"/>
                </a:cubicBezTo>
                <a:cubicBezTo>
                  <a:pt x="925" y="280987"/>
                  <a:pt x="2158" y="279749"/>
                  <a:pt x="3391" y="278416"/>
                </a:cubicBezTo>
                <a:lnTo>
                  <a:pt x="22172" y="268414"/>
                </a:lnTo>
                <a:cubicBezTo>
                  <a:pt x="20939" y="259651"/>
                  <a:pt x="20939" y="250889"/>
                  <a:pt x="22172" y="243364"/>
                </a:cubicBezTo>
                <a:lnTo>
                  <a:pt x="4624" y="232124"/>
                </a:lnTo>
                <a:cubicBezTo>
                  <a:pt x="2158" y="232124"/>
                  <a:pt x="830" y="229648"/>
                  <a:pt x="830" y="228410"/>
                </a:cubicBezTo>
                <a:cubicBezTo>
                  <a:pt x="-403" y="225933"/>
                  <a:pt x="830" y="224695"/>
                  <a:pt x="830" y="222123"/>
                </a:cubicBezTo>
                <a:lnTo>
                  <a:pt x="24639" y="183356"/>
                </a:lnTo>
                <a:cubicBezTo>
                  <a:pt x="25872" y="179641"/>
                  <a:pt x="30899" y="178308"/>
                  <a:pt x="34693" y="180880"/>
                </a:cubicBezTo>
                <a:lnTo>
                  <a:pt x="52241" y="190881"/>
                </a:lnTo>
                <a:cubicBezTo>
                  <a:pt x="58502" y="185833"/>
                  <a:pt x="64762" y="180880"/>
                  <a:pt x="74722" y="178403"/>
                </a:cubicBezTo>
                <a:lnTo>
                  <a:pt x="74722" y="158401"/>
                </a:lnTo>
                <a:cubicBezTo>
                  <a:pt x="74722" y="153353"/>
                  <a:pt x="78516" y="150876"/>
                  <a:pt x="82215" y="150876"/>
                </a:cubicBezTo>
                <a:lnTo>
                  <a:pt x="127271" y="150876"/>
                </a:lnTo>
                <a:cubicBezTo>
                  <a:pt x="132299" y="150876"/>
                  <a:pt x="134765" y="153353"/>
                  <a:pt x="134765" y="158401"/>
                </a:cubicBezTo>
                <a:lnTo>
                  <a:pt x="134765" y="179641"/>
                </a:lnTo>
                <a:cubicBezTo>
                  <a:pt x="143492" y="183356"/>
                  <a:pt x="151080" y="187166"/>
                  <a:pt x="156012" y="190881"/>
                </a:cubicBezTo>
                <a:lnTo>
                  <a:pt x="172327" y="180880"/>
                </a:lnTo>
                <a:cubicBezTo>
                  <a:pt x="174794" y="179641"/>
                  <a:pt x="177355" y="179641"/>
                  <a:pt x="178588" y="179641"/>
                </a:cubicBezTo>
                <a:cubicBezTo>
                  <a:pt x="181054" y="180880"/>
                  <a:pt x="182382" y="182118"/>
                  <a:pt x="183615" y="183356"/>
                </a:cubicBezTo>
                <a:lnTo>
                  <a:pt x="206096" y="222123"/>
                </a:lnTo>
                <a:cubicBezTo>
                  <a:pt x="207329" y="224599"/>
                  <a:pt x="207329" y="225838"/>
                  <a:pt x="206096" y="228410"/>
                </a:cubicBezTo>
                <a:cubicBezTo>
                  <a:pt x="206096" y="229648"/>
                  <a:pt x="204863" y="232124"/>
                  <a:pt x="203629" y="232124"/>
                </a:cubicBezTo>
                <a:lnTo>
                  <a:pt x="184848" y="243364"/>
                </a:lnTo>
                <a:cubicBezTo>
                  <a:pt x="186081" y="250889"/>
                  <a:pt x="186081" y="259651"/>
                  <a:pt x="184848" y="268414"/>
                </a:cubicBezTo>
                <a:lnTo>
                  <a:pt x="203629" y="278416"/>
                </a:lnTo>
                <a:cubicBezTo>
                  <a:pt x="204863" y="279654"/>
                  <a:pt x="206096" y="280892"/>
                  <a:pt x="206096" y="283464"/>
                </a:cubicBezTo>
                <a:cubicBezTo>
                  <a:pt x="207329" y="284702"/>
                  <a:pt x="207329" y="287179"/>
                  <a:pt x="206096" y="288512"/>
                </a:cubicBezTo>
                <a:lnTo>
                  <a:pt x="183615" y="327279"/>
                </a:lnTo>
                <a:cubicBezTo>
                  <a:pt x="182382" y="329756"/>
                  <a:pt x="181149" y="330994"/>
                  <a:pt x="178588" y="330994"/>
                </a:cubicBezTo>
                <a:cubicBezTo>
                  <a:pt x="177355" y="330994"/>
                  <a:pt x="174794" y="330994"/>
                  <a:pt x="172327" y="329756"/>
                </a:cubicBezTo>
                <a:lnTo>
                  <a:pt x="156012" y="319754"/>
                </a:lnTo>
                <a:cubicBezTo>
                  <a:pt x="150985" y="323469"/>
                  <a:pt x="143492" y="328517"/>
                  <a:pt x="134765" y="332232"/>
                </a:cubicBezTo>
                <a:lnTo>
                  <a:pt x="134765" y="353473"/>
                </a:lnTo>
                <a:cubicBezTo>
                  <a:pt x="134765" y="357187"/>
                  <a:pt x="132299" y="360997"/>
                  <a:pt x="127271" y="360997"/>
                </a:cubicBezTo>
                <a:close/>
                <a:moveTo>
                  <a:pt x="103463" y="232886"/>
                </a:moveTo>
                <a:cubicBezTo>
                  <a:pt x="91037" y="232886"/>
                  <a:pt x="81172" y="242983"/>
                  <a:pt x="81172" y="255556"/>
                </a:cubicBezTo>
                <a:cubicBezTo>
                  <a:pt x="81172" y="268129"/>
                  <a:pt x="91037" y="278225"/>
                  <a:pt x="103463" y="278225"/>
                </a:cubicBezTo>
                <a:cubicBezTo>
                  <a:pt x="115889" y="278225"/>
                  <a:pt x="125754" y="268129"/>
                  <a:pt x="125754" y="255556"/>
                </a:cubicBezTo>
                <a:cubicBezTo>
                  <a:pt x="125754" y="242983"/>
                  <a:pt x="115889" y="232886"/>
                  <a:pt x="103463" y="232886"/>
                </a:cubicBezTo>
                <a:close/>
                <a:moveTo>
                  <a:pt x="103463" y="293275"/>
                </a:moveTo>
                <a:cubicBezTo>
                  <a:pt x="82405" y="293275"/>
                  <a:pt x="66280" y="275654"/>
                  <a:pt x="66280" y="255556"/>
                </a:cubicBezTo>
                <a:cubicBezTo>
                  <a:pt x="66280" y="234220"/>
                  <a:pt x="82405" y="217837"/>
                  <a:pt x="103463" y="217837"/>
                </a:cubicBezTo>
                <a:cubicBezTo>
                  <a:pt x="124521" y="217837"/>
                  <a:pt x="140646" y="234220"/>
                  <a:pt x="140646" y="255556"/>
                </a:cubicBezTo>
                <a:cubicBezTo>
                  <a:pt x="140646" y="275654"/>
                  <a:pt x="124521" y="293275"/>
                  <a:pt x="103463" y="29327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8" name="Graphic 173">
            <a:extLst>
              <a:ext uri="{FF2B5EF4-FFF2-40B4-BE49-F238E27FC236}">
                <a16:creationId xmlns:a16="http://schemas.microsoft.com/office/drawing/2014/main" id="{0DFD9AA1-2155-CEA0-B3B7-1132DA617F8C}"/>
              </a:ext>
            </a:extLst>
          </p:cNvPr>
          <p:cNvSpPr/>
          <p:nvPr/>
        </p:nvSpPr>
        <p:spPr>
          <a:xfrm>
            <a:off x="9526771" y="3444634"/>
            <a:ext cx="469265" cy="484445"/>
          </a:xfrm>
          <a:custGeom>
            <a:avLst/>
            <a:gdLst>
              <a:gd name="connsiteX0" fmla="*/ 232465 w 349777"/>
              <a:gd name="connsiteY0" fmla="*/ 195929 h 361092"/>
              <a:gd name="connsiteX1" fmla="*/ 262534 w 349777"/>
              <a:gd name="connsiteY1" fmla="*/ 195929 h 361092"/>
              <a:gd name="connsiteX2" fmla="*/ 262534 w 349777"/>
              <a:gd name="connsiteY2" fmla="*/ 177070 h 361092"/>
              <a:gd name="connsiteX3" fmla="*/ 267562 w 349777"/>
              <a:gd name="connsiteY3" fmla="*/ 169545 h 361092"/>
              <a:gd name="connsiteX4" fmla="*/ 292603 w 349777"/>
              <a:gd name="connsiteY4" fmla="*/ 154495 h 361092"/>
              <a:gd name="connsiteX5" fmla="*/ 301330 w 349777"/>
              <a:gd name="connsiteY5" fmla="*/ 154495 h 361092"/>
              <a:gd name="connsiteX6" fmla="*/ 316317 w 349777"/>
              <a:gd name="connsiteY6" fmla="*/ 163259 h 361092"/>
              <a:gd name="connsiteX7" fmla="*/ 331304 w 349777"/>
              <a:gd name="connsiteY7" fmla="*/ 136874 h 361092"/>
              <a:gd name="connsiteX8" fmla="*/ 316317 w 349777"/>
              <a:gd name="connsiteY8" fmla="*/ 128111 h 361092"/>
              <a:gd name="connsiteX9" fmla="*/ 312523 w 349777"/>
              <a:gd name="connsiteY9" fmla="*/ 119348 h 361092"/>
              <a:gd name="connsiteX10" fmla="*/ 312523 w 349777"/>
              <a:gd name="connsiteY10" fmla="*/ 90487 h 361092"/>
              <a:gd name="connsiteX11" fmla="*/ 316317 w 349777"/>
              <a:gd name="connsiteY11" fmla="*/ 81724 h 361092"/>
              <a:gd name="connsiteX12" fmla="*/ 331304 w 349777"/>
              <a:gd name="connsiteY12" fmla="*/ 72962 h 361092"/>
              <a:gd name="connsiteX13" fmla="*/ 316317 w 349777"/>
              <a:gd name="connsiteY13" fmla="*/ 46577 h 361092"/>
              <a:gd name="connsiteX14" fmla="*/ 301330 w 349777"/>
              <a:gd name="connsiteY14" fmla="*/ 56674 h 361092"/>
              <a:gd name="connsiteX15" fmla="*/ 292603 w 349777"/>
              <a:gd name="connsiteY15" fmla="*/ 55435 h 361092"/>
              <a:gd name="connsiteX16" fmla="*/ 267562 w 349777"/>
              <a:gd name="connsiteY16" fmla="*/ 40386 h 361092"/>
              <a:gd name="connsiteX17" fmla="*/ 262534 w 349777"/>
              <a:gd name="connsiteY17" fmla="*/ 32861 h 361092"/>
              <a:gd name="connsiteX18" fmla="*/ 262534 w 349777"/>
              <a:gd name="connsiteY18" fmla="*/ 15240 h 361092"/>
              <a:gd name="connsiteX19" fmla="*/ 232465 w 349777"/>
              <a:gd name="connsiteY19" fmla="*/ 15240 h 361092"/>
              <a:gd name="connsiteX20" fmla="*/ 232465 w 349777"/>
              <a:gd name="connsiteY20" fmla="*/ 32861 h 361092"/>
              <a:gd name="connsiteX21" fmla="*/ 227438 w 349777"/>
              <a:gd name="connsiteY21" fmla="*/ 40386 h 361092"/>
              <a:gd name="connsiteX22" fmla="*/ 202396 w 349777"/>
              <a:gd name="connsiteY22" fmla="*/ 55435 h 361092"/>
              <a:gd name="connsiteX23" fmla="*/ 192342 w 349777"/>
              <a:gd name="connsiteY23" fmla="*/ 56674 h 361092"/>
              <a:gd name="connsiteX24" fmla="*/ 176027 w 349777"/>
              <a:gd name="connsiteY24" fmla="*/ 46577 h 361092"/>
              <a:gd name="connsiteX25" fmla="*/ 161040 w 349777"/>
              <a:gd name="connsiteY25" fmla="*/ 72962 h 361092"/>
              <a:gd name="connsiteX26" fmla="*/ 177355 w 349777"/>
              <a:gd name="connsiteY26" fmla="*/ 81724 h 361092"/>
              <a:gd name="connsiteX27" fmla="*/ 179821 w 349777"/>
              <a:gd name="connsiteY27" fmla="*/ 90487 h 361092"/>
              <a:gd name="connsiteX28" fmla="*/ 179821 w 349777"/>
              <a:gd name="connsiteY28" fmla="*/ 119348 h 361092"/>
              <a:gd name="connsiteX29" fmla="*/ 177355 w 349777"/>
              <a:gd name="connsiteY29" fmla="*/ 128111 h 361092"/>
              <a:gd name="connsiteX30" fmla="*/ 161040 w 349777"/>
              <a:gd name="connsiteY30" fmla="*/ 136874 h 361092"/>
              <a:gd name="connsiteX31" fmla="*/ 176027 w 349777"/>
              <a:gd name="connsiteY31" fmla="*/ 163259 h 361092"/>
              <a:gd name="connsiteX32" fmla="*/ 192342 w 349777"/>
              <a:gd name="connsiteY32" fmla="*/ 154495 h 361092"/>
              <a:gd name="connsiteX33" fmla="*/ 201068 w 349777"/>
              <a:gd name="connsiteY33" fmla="*/ 154495 h 361092"/>
              <a:gd name="connsiteX34" fmla="*/ 227343 w 349777"/>
              <a:gd name="connsiteY34" fmla="*/ 169545 h 361092"/>
              <a:gd name="connsiteX35" fmla="*/ 232371 w 349777"/>
              <a:gd name="connsiteY35" fmla="*/ 177070 h 361092"/>
              <a:gd name="connsiteX36" fmla="*/ 232371 w 349777"/>
              <a:gd name="connsiteY36" fmla="*/ 195929 h 361092"/>
              <a:gd name="connsiteX37" fmla="*/ 270028 w 349777"/>
              <a:gd name="connsiteY37" fmla="*/ 211074 h 361092"/>
              <a:gd name="connsiteX38" fmla="*/ 224972 w 349777"/>
              <a:gd name="connsiteY38" fmla="*/ 211074 h 361092"/>
              <a:gd name="connsiteX39" fmla="*/ 217478 w 349777"/>
              <a:gd name="connsiteY39" fmla="*/ 203549 h 361092"/>
              <a:gd name="connsiteX40" fmla="*/ 217478 w 349777"/>
              <a:gd name="connsiteY40" fmla="*/ 183451 h 361092"/>
              <a:gd name="connsiteX41" fmla="*/ 194998 w 349777"/>
              <a:gd name="connsiteY41" fmla="*/ 169640 h 361092"/>
              <a:gd name="connsiteX42" fmla="*/ 176216 w 349777"/>
              <a:gd name="connsiteY42" fmla="*/ 179737 h 361092"/>
              <a:gd name="connsiteX43" fmla="*/ 166162 w 349777"/>
              <a:gd name="connsiteY43" fmla="*/ 177260 h 361092"/>
              <a:gd name="connsiteX44" fmla="*/ 143681 w 349777"/>
              <a:gd name="connsiteY44" fmla="*/ 138303 h 361092"/>
              <a:gd name="connsiteX45" fmla="*/ 143681 w 349777"/>
              <a:gd name="connsiteY45" fmla="*/ 133255 h 361092"/>
              <a:gd name="connsiteX46" fmla="*/ 146148 w 349777"/>
              <a:gd name="connsiteY46" fmla="*/ 128207 h 361092"/>
              <a:gd name="connsiteX47" fmla="*/ 164929 w 349777"/>
              <a:gd name="connsiteY47" fmla="*/ 118110 h 361092"/>
              <a:gd name="connsiteX48" fmla="*/ 164929 w 349777"/>
              <a:gd name="connsiteY48" fmla="*/ 92964 h 361092"/>
              <a:gd name="connsiteX49" fmla="*/ 147381 w 349777"/>
              <a:gd name="connsiteY49" fmla="*/ 81629 h 361092"/>
              <a:gd name="connsiteX50" fmla="*/ 143586 w 349777"/>
              <a:gd name="connsiteY50" fmla="*/ 77819 h 361092"/>
              <a:gd name="connsiteX51" fmla="*/ 143586 w 349777"/>
              <a:gd name="connsiteY51" fmla="*/ 71533 h 361092"/>
              <a:gd name="connsiteX52" fmla="*/ 167395 w 349777"/>
              <a:gd name="connsiteY52" fmla="*/ 32575 h 361092"/>
              <a:gd name="connsiteX53" fmla="*/ 177450 w 349777"/>
              <a:gd name="connsiteY53" fmla="*/ 30099 h 361092"/>
              <a:gd name="connsiteX54" fmla="*/ 194998 w 349777"/>
              <a:gd name="connsiteY54" fmla="*/ 40196 h 361092"/>
              <a:gd name="connsiteX55" fmla="*/ 217478 w 349777"/>
              <a:gd name="connsiteY55" fmla="*/ 27623 h 361092"/>
              <a:gd name="connsiteX56" fmla="*/ 217478 w 349777"/>
              <a:gd name="connsiteY56" fmla="*/ 7525 h 361092"/>
              <a:gd name="connsiteX57" fmla="*/ 224972 w 349777"/>
              <a:gd name="connsiteY57" fmla="*/ 0 h 361092"/>
              <a:gd name="connsiteX58" fmla="*/ 270028 w 349777"/>
              <a:gd name="connsiteY58" fmla="*/ 0 h 361092"/>
              <a:gd name="connsiteX59" fmla="*/ 277521 w 349777"/>
              <a:gd name="connsiteY59" fmla="*/ 7525 h 361092"/>
              <a:gd name="connsiteX60" fmla="*/ 277521 w 349777"/>
              <a:gd name="connsiteY60" fmla="*/ 28861 h 361092"/>
              <a:gd name="connsiteX61" fmla="*/ 298769 w 349777"/>
              <a:gd name="connsiteY61" fmla="*/ 40196 h 361092"/>
              <a:gd name="connsiteX62" fmla="*/ 316317 w 349777"/>
              <a:gd name="connsiteY62" fmla="*/ 30099 h 361092"/>
              <a:gd name="connsiteX63" fmla="*/ 321344 w 349777"/>
              <a:gd name="connsiteY63" fmla="*/ 28861 h 361092"/>
              <a:gd name="connsiteX64" fmla="*/ 326372 w 349777"/>
              <a:gd name="connsiteY64" fmla="*/ 32671 h 361092"/>
              <a:gd name="connsiteX65" fmla="*/ 348852 w 349777"/>
              <a:gd name="connsiteY65" fmla="*/ 71628 h 361092"/>
              <a:gd name="connsiteX66" fmla="*/ 348852 w 349777"/>
              <a:gd name="connsiteY66" fmla="*/ 77914 h 361092"/>
              <a:gd name="connsiteX67" fmla="*/ 346386 w 349777"/>
              <a:gd name="connsiteY67" fmla="*/ 81724 h 361092"/>
              <a:gd name="connsiteX68" fmla="*/ 327605 w 349777"/>
              <a:gd name="connsiteY68" fmla="*/ 93059 h 361092"/>
              <a:gd name="connsiteX69" fmla="*/ 327605 w 349777"/>
              <a:gd name="connsiteY69" fmla="*/ 118205 h 361092"/>
              <a:gd name="connsiteX70" fmla="*/ 346386 w 349777"/>
              <a:gd name="connsiteY70" fmla="*/ 128302 h 361092"/>
              <a:gd name="connsiteX71" fmla="*/ 348852 w 349777"/>
              <a:gd name="connsiteY71" fmla="*/ 133350 h 361092"/>
              <a:gd name="connsiteX72" fmla="*/ 348852 w 349777"/>
              <a:gd name="connsiteY72" fmla="*/ 138398 h 361092"/>
              <a:gd name="connsiteX73" fmla="*/ 326372 w 349777"/>
              <a:gd name="connsiteY73" fmla="*/ 177355 h 361092"/>
              <a:gd name="connsiteX74" fmla="*/ 321344 w 349777"/>
              <a:gd name="connsiteY74" fmla="*/ 181166 h 361092"/>
              <a:gd name="connsiteX75" fmla="*/ 316317 w 349777"/>
              <a:gd name="connsiteY75" fmla="*/ 179927 h 361092"/>
              <a:gd name="connsiteX76" fmla="*/ 298769 w 349777"/>
              <a:gd name="connsiteY76" fmla="*/ 169831 h 361092"/>
              <a:gd name="connsiteX77" fmla="*/ 277521 w 349777"/>
              <a:gd name="connsiteY77" fmla="*/ 182404 h 361092"/>
              <a:gd name="connsiteX78" fmla="*/ 277521 w 349777"/>
              <a:gd name="connsiteY78" fmla="*/ 203740 h 361092"/>
              <a:gd name="connsiteX79" fmla="*/ 270028 w 349777"/>
              <a:gd name="connsiteY79" fmla="*/ 211264 h 361092"/>
              <a:gd name="connsiteX80" fmla="*/ 245840 w 349777"/>
              <a:gd name="connsiteY80" fmla="*/ 82868 h 361092"/>
              <a:gd name="connsiteX81" fmla="*/ 223264 w 349777"/>
              <a:gd name="connsiteY81" fmla="*/ 105537 h 361092"/>
              <a:gd name="connsiteX82" fmla="*/ 245840 w 349777"/>
              <a:gd name="connsiteY82" fmla="*/ 128207 h 361092"/>
              <a:gd name="connsiteX83" fmla="*/ 268415 w 349777"/>
              <a:gd name="connsiteY83" fmla="*/ 105537 h 361092"/>
              <a:gd name="connsiteX84" fmla="*/ 245840 w 349777"/>
              <a:gd name="connsiteY84" fmla="*/ 82868 h 361092"/>
              <a:gd name="connsiteX85" fmla="*/ 245840 w 349777"/>
              <a:gd name="connsiteY85" fmla="*/ 143161 h 361092"/>
              <a:gd name="connsiteX86" fmla="*/ 208277 w 349777"/>
              <a:gd name="connsiteY86" fmla="*/ 105442 h 361092"/>
              <a:gd name="connsiteX87" fmla="*/ 245840 w 349777"/>
              <a:gd name="connsiteY87" fmla="*/ 67723 h 361092"/>
              <a:gd name="connsiteX88" fmla="*/ 283402 w 349777"/>
              <a:gd name="connsiteY88" fmla="*/ 105442 h 361092"/>
              <a:gd name="connsiteX89" fmla="*/ 245840 w 349777"/>
              <a:gd name="connsiteY89" fmla="*/ 143161 h 361092"/>
              <a:gd name="connsiteX90" fmla="*/ 89709 w 349777"/>
              <a:gd name="connsiteY90" fmla="*/ 346139 h 361092"/>
              <a:gd name="connsiteX91" fmla="*/ 119778 w 349777"/>
              <a:gd name="connsiteY91" fmla="*/ 346139 h 361092"/>
              <a:gd name="connsiteX92" fmla="*/ 119778 w 349777"/>
              <a:gd name="connsiteY92" fmla="*/ 327374 h 361092"/>
              <a:gd name="connsiteX93" fmla="*/ 124805 w 349777"/>
              <a:gd name="connsiteY93" fmla="*/ 319849 h 361092"/>
              <a:gd name="connsiteX94" fmla="*/ 149847 w 349777"/>
              <a:gd name="connsiteY94" fmla="*/ 304800 h 361092"/>
              <a:gd name="connsiteX95" fmla="*/ 158573 w 349777"/>
              <a:gd name="connsiteY95" fmla="*/ 304800 h 361092"/>
              <a:gd name="connsiteX96" fmla="*/ 173561 w 349777"/>
              <a:gd name="connsiteY96" fmla="*/ 313563 h 361092"/>
              <a:gd name="connsiteX97" fmla="*/ 188548 w 349777"/>
              <a:gd name="connsiteY97" fmla="*/ 287274 h 361092"/>
              <a:gd name="connsiteX98" fmla="*/ 173561 w 349777"/>
              <a:gd name="connsiteY98" fmla="*/ 278511 h 361092"/>
              <a:gd name="connsiteX99" fmla="*/ 169766 w 349777"/>
              <a:gd name="connsiteY99" fmla="*/ 269748 h 361092"/>
              <a:gd name="connsiteX100" fmla="*/ 169766 w 349777"/>
              <a:gd name="connsiteY100" fmla="*/ 240983 h 361092"/>
              <a:gd name="connsiteX101" fmla="*/ 173561 w 349777"/>
              <a:gd name="connsiteY101" fmla="*/ 232220 h 361092"/>
              <a:gd name="connsiteX102" fmla="*/ 188548 w 349777"/>
              <a:gd name="connsiteY102" fmla="*/ 223457 h 361092"/>
              <a:gd name="connsiteX103" fmla="*/ 173561 w 349777"/>
              <a:gd name="connsiteY103" fmla="*/ 197168 h 361092"/>
              <a:gd name="connsiteX104" fmla="*/ 158573 w 349777"/>
              <a:gd name="connsiteY104" fmla="*/ 207169 h 361092"/>
              <a:gd name="connsiteX105" fmla="*/ 149847 w 349777"/>
              <a:gd name="connsiteY105" fmla="*/ 205930 h 361092"/>
              <a:gd name="connsiteX106" fmla="*/ 124805 w 349777"/>
              <a:gd name="connsiteY106" fmla="*/ 190881 h 361092"/>
              <a:gd name="connsiteX107" fmla="*/ 119778 w 349777"/>
              <a:gd name="connsiteY107" fmla="*/ 183356 h 361092"/>
              <a:gd name="connsiteX108" fmla="*/ 119778 w 349777"/>
              <a:gd name="connsiteY108" fmla="*/ 165830 h 361092"/>
              <a:gd name="connsiteX109" fmla="*/ 89709 w 349777"/>
              <a:gd name="connsiteY109" fmla="*/ 165830 h 361092"/>
              <a:gd name="connsiteX110" fmla="*/ 89709 w 349777"/>
              <a:gd name="connsiteY110" fmla="*/ 183356 h 361092"/>
              <a:gd name="connsiteX111" fmla="*/ 84682 w 349777"/>
              <a:gd name="connsiteY111" fmla="*/ 190881 h 361092"/>
              <a:gd name="connsiteX112" fmla="*/ 59640 w 349777"/>
              <a:gd name="connsiteY112" fmla="*/ 205930 h 361092"/>
              <a:gd name="connsiteX113" fmla="*/ 49585 w 349777"/>
              <a:gd name="connsiteY113" fmla="*/ 207169 h 361092"/>
              <a:gd name="connsiteX114" fmla="*/ 33270 w 349777"/>
              <a:gd name="connsiteY114" fmla="*/ 197168 h 361092"/>
              <a:gd name="connsiteX115" fmla="*/ 18283 w 349777"/>
              <a:gd name="connsiteY115" fmla="*/ 223457 h 361092"/>
              <a:gd name="connsiteX116" fmla="*/ 34598 w 349777"/>
              <a:gd name="connsiteY116" fmla="*/ 232220 h 361092"/>
              <a:gd name="connsiteX117" fmla="*/ 37065 w 349777"/>
              <a:gd name="connsiteY117" fmla="*/ 240983 h 361092"/>
              <a:gd name="connsiteX118" fmla="*/ 37065 w 349777"/>
              <a:gd name="connsiteY118" fmla="*/ 269748 h 361092"/>
              <a:gd name="connsiteX119" fmla="*/ 34598 w 349777"/>
              <a:gd name="connsiteY119" fmla="*/ 278511 h 361092"/>
              <a:gd name="connsiteX120" fmla="*/ 18283 w 349777"/>
              <a:gd name="connsiteY120" fmla="*/ 287274 h 361092"/>
              <a:gd name="connsiteX121" fmla="*/ 33270 w 349777"/>
              <a:gd name="connsiteY121" fmla="*/ 313563 h 361092"/>
              <a:gd name="connsiteX122" fmla="*/ 49585 w 349777"/>
              <a:gd name="connsiteY122" fmla="*/ 304800 h 361092"/>
              <a:gd name="connsiteX123" fmla="*/ 58312 w 349777"/>
              <a:gd name="connsiteY123" fmla="*/ 304800 h 361092"/>
              <a:gd name="connsiteX124" fmla="*/ 84587 w 349777"/>
              <a:gd name="connsiteY124" fmla="*/ 319849 h 361092"/>
              <a:gd name="connsiteX125" fmla="*/ 89614 w 349777"/>
              <a:gd name="connsiteY125" fmla="*/ 327374 h 361092"/>
              <a:gd name="connsiteX126" fmla="*/ 89614 w 349777"/>
              <a:gd name="connsiteY126" fmla="*/ 346139 h 361092"/>
              <a:gd name="connsiteX127" fmla="*/ 127271 w 349777"/>
              <a:gd name="connsiteY127" fmla="*/ 361093 h 361092"/>
              <a:gd name="connsiteX128" fmla="*/ 82215 w 349777"/>
              <a:gd name="connsiteY128" fmla="*/ 361093 h 361092"/>
              <a:gd name="connsiteX129" fmla="*/ 74722 w 349777"/>
              <a:gd name="connsiteY129" fmla="*/ 353568 h 361092"/>
              <a:gd name="connsiteX130" fmla="*/ 74722 w 349777"/>
              <a:gd name="connsiteY130" fmla="*/ 333566 h 361092"/>
              <a:gd name="connsiteX131" fmla="*/ 52241 w 349777"/>
              <a:gd name="connsiteY131" fmla="*/ 319754 h 361092"/>
              <a:gd name="connsiteX132" fmla="*/ 33460 w 349777"/>
              <a:gd name="connsiteY132" fmla="*/ 329756 h 361092"/>
              <a:gd name="connsiteX133" fmla="*/ 23405 w 349777"/>
              <a:gd name="connsiteY133" fmla="*/ 327279 h 361092"/>
              <a:gd name="connsiteX134" fmla="*/ 925 w 349777"/>
              <a:gd name="connsiteY134" fmla="*/ 288512 h 361092"/>
              <a:gd name="connsiteX135" fmla="*/ 925 w 349777"/>
              <a:gd name="connsiteY135" fmla="*/ 283464 h 361092"/>
              <a:gd name="connsiteX136" fmla="*/ 3391 w 349777"/>
              <a:gd name="connsiteY136" fmla="*/ 278416 h 361092"/>
              <a:gd name="connsiteX137" fmla="*/ 22172 w 349777"/>
              <a:gd name="connsiteY137" fmla="*/ 268414 h 361092"/>
              <a:gd name="connsiteX138" fmla="*/ 22172 w 349777"/>
              <a:gd name="connsiteY138" fmla="*/ 243364 h 361092"/>
              <a:gd name="connsiteX139" fmla="*/ 4624 w 349777"/>
              <a:gd name="connsiteY139" fmla="*/ 232124 h 361092"/>
              <a:gd name="connsiteX140" fmla="*/ 830 w 349777"/>
              <a:gd name="connsiteY140" fmla="*/ 228410 h 361092"/>
              <a:gd name="connsiteX141" fmla="*/ 830 w 349777"/>
              <a:gd name="connsiteY141" fmla="*/ 222123 h 361092"/>
              <a:gd name="connsiteX142" fmla="*/ 24639 w 349777"/>
              <a:gd name="connsiteY142" fmla="*/ 183356 h 361092"/>
              <a:gd name="connsiteX143" fmla="*/ 34693 w 349777"/>
              <a:gd name="connsiteY143" fmla="*/ 180880 h 361092"/>
              <a:gd name="connsiteX144" fmla="*/ 52241 w 349777"/>
              <a:gd name="connsiteY144" fmla="*/ 190881 h 361092"/>
              <a:gd name="connsiteX145" fmla="*/ 74722 w 349777"/>
              <a:gd name="connsiteY145" fmla="*/ 178403 h 361092"/>
              <a:gd name="connsiteX146" fmla="*/ 74722 w 349777"/>
              <a:gd name="connsiteY146" fmla="*/ 158401 h 361092"/>
              <a:gd name="connsiteX147" fmla="*/ 82215 w 349777"/>
              <a:gd name="connsiteY147" fmla="*/ 150876 h 361092"/>
              <a:gd name="connsiteX148" fmla="*/ 127271 w 349777"/>
              <a:gd name="connsiteY148" fmla="*/ 150876 h 361092"/>
              <a:gd name="connsiteX149" fmla="*/ 134765 w 349777"/>
              <a:gd name="connsiteY149" fmla="*/ 158401 h 361092"/>
              <a:gd name="connsiteX150" fmla="*/ 134765 w 349777"/>
              <a:gd name="connsiteY150" fmla="*/ 179641 h 361092"/>
              <a:gd name="connsiteX151" fmla="*/ 156012 w 349777"/>
              <a:gd name="connsiteY151" fmla="*/ 190881 h 361092"/>
              <a:gd name="connsiteX152" fmla="*/ 172327 w 349777"/>
              <a:gd name="connsiteY152" fmla="*/ 180880 h 361092"/>
              <a:gd name="connsiteX153" fmla="*/ 178588 w 349777"/>
              <a:gd name="connsiteY153" fmla="*/ 179641 h 361092"/>
              <a:gd name="connsiteX154" fmla="*/ 183615 w 349777"/>
              <a:gd name="connsiteY154" fmla="*/ 183356 h 361092"/>
              <a:gd name="connsiteX155" fmla="*/ 206096 w 349777"/>
              <a:gd name="connsiteY155" fmla="*/ 222123 h 361092"/>
              <a:gd name="connsiteX156" fmla="*/ 206096 w 349777"/>
              <a:gd name="connsiteY156" fmla="*/ 228410 h 361092"/>
              <a:gd name="connsiteX157" fmla="*/ 203629 w 349777"/>
              <a:gd name="connsiteY157" fmla="*/ 232124 h 361092"/>
              <a:gd name="connsiteX158" fmla="*/ 184848 w 349777"/>
              <a:gd name="connsiteY158" fmla="*/ 243364 h 361092"/>
              <a:gd name="connsiteX159" fmla="*/ 184848 w 349777"/>
              <a:gd name="connsiteY159" fmla="*/ 268414 h 361092"/>
              <a:gd name="connsiteX160" fmla="*/ 203629 w 349777"/>
              <a:gd name="connsiteY160" fmla="*/ 278416 h 361092"/>
              <a:gd name="connsiteX161" fmla="*/ 206096 w 349777"/>
              <a:gd name="connsiteY161" fmla="*/ 283464 h 361092"/>
              <a:gd name="connsiteX162" fmla="*/ 206096 w 349777"/>
              <a:gd name="connsiteY162" fmla="*/ 288512 h 361092"/>
              <a:gd name="connsiteX163" fmla="*/ 183615 w 349777"/>
              <a:gd name="connsiteY163" fmla="*/ 327279 h 361092"/>
              <a:gd name="connsiteX164" fmla="*/ 178588 w 349777"/>
              <a:gd name="connsiteY164" fmla="*/ 330994 h 361092"/>
              <a:gd name="connsiteX165" fmla="*/ 172327 w 349777"/>
              <a:gd name="connsiteY165" fmla="*/ 329756 h 361092"/>
              <a:gd name="connsiteX166" fmla="*/ 156012 w 349777"/>
              <a:gd name="connsiteY166" fmla="*/ 319754 h 361092"/>
              <a:gd name="connsiteX167" fmla="*/ 134765 w 349777"/>
              <a:gd name="connsiteY167" fmla="*/ 332232 h 361092"/>
              <a:gd name="connsiteX168" fmla="*/ 134765 w 349777"/>
              <a:gd name="connsiteY168" fmla="*/ 353473 h 361092"/>
              <a:gd name="connsiteX169" fmla="*/ 127271 w 349777"/>
              <a:gd name="connsiteY169" fmla="*/ 360997 h 361092"/>
              <a:gd name="connsiteX170" fmla="*/ 103463 w 349777"/>
              <a:gd name="connsiteY170" fmla="*/ 232886 h 361092"/>
              <a:gd name="connsiteX171" fmla="*/ 81172 w 349777"/>
              <a:gd name="connsiteY171" fmla="*/ 255556 h 361092"/>
              <a:gd name="connsiteX172" fmla="*/ 103463 w 349777"/>
              <a:gd name="connsiteY172" fmla="*/ 278225 h 361092"/>
              <a:gd name="connsiteX173" fmla="*/ 125754 w 349777"/>
              <a:gd name="connsiteY173" fmla="*/ 255556 h 361092"/>
              <a:gd name="connsiteX174" fmla="*/ 103463 w 349777"/>
              <a:gd name="connsiteY174" fmla="*/ 232886 h 361092"/>
              <a:gd name="connsiteX175" fmla="*/ 103463 w 349777"/>
              <a:gd name="connsiteY175" fmla="*/ 293275 h 361092"/>
              <a:gd name="connsiteX176" fmla="*/ 66280 w 349777"/>
              <a:gd name="connsiteY176" fmla="*/ 255556 h 361092"/>
              <a:gd name="connsiteX177" fmla="*/ 103463 w 349777"/>
              <a:gd name="connsiteY177" fmla="*/ 217837 h 361092"/>
              <a:gd name="connsiteX178" fmla="*/ 140646 w 349777"/>
              <a:gd name="connsiteY178" fmla="*/ 255556 h 361092"/>
              <a:gd name="connsiteX179" fmla="*/ 103463 w 349777"/>
              <a:gd name="connsiteY179" fmla="*/ 293275 h 361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</a:cxnLst>
            <a:rect l="l" t="t" r="r" b="b"/>
            <a:pathLst>
              <a:path w="349777" h="361092">
                <a:moveTo>
                  <a:pt x="232465" y="195929"/>
                </a:moveTo>
                <a:lnTo>
                  <a:pt x="262534" y="195929"/>
                </a:lnTo>
                <a:lnTo>
                  <a:pt x="262534" y="177070"/>
                </a:lnTo>
                <a:cubicBezTo>
                  <a:pt x="262534" y="174593"/>
                  <a:pt x="265001" y="170783"/>
                  <a:pt x="267562" y="169545"/>
                </a:cubicBezTo>
                <a:cubicBezTo>
                  <a:pt x="278849" y="164497"/>
                  <a:pt x="287576" y="159449"/>
                  <a:pt x="292603" y="154495"/>
                </a:cubicBezTo>
                <a:cubicBezTo>
                  <a:pt x="295070" y="153257"/>
                  <a:pt x="298864" y="152019"/>
                  <a:pt x="301330" y="154495"/>
                </a:cubicBezTo>
                <a:lnTo>
                  <a:pt x="316317" y="163259"/>
                </a:lnTo>
                <a:lnTo>
                  <a:pt x="331304" y="136874"/>
                </a:lnTo>
                <a:lnTo>
                  <a:pt x="316317" y="128111"/>
                </a:lnTo>
                <a:cubicBezTo>
                  <a:pt x="312523" y="126873"/>
                  <a:pt x="311290" y="123063"/>
                  <a:pt x="312523" y="119348"/>
                </a:cubicBezTo>
                <a:cubicBezTo>
                  <a:pt x="313756" y="109252"/>
                  <a:pt x="313756" y="100489"/>
                  <a:pt x="312523" y="90487"/>
                </a:cubicBezTo>
                <a:cubicBezTo>
                  <a:pt x="311290" y="86678"/>
                  <a:pt x="312523" y="84201"/>
                  <a:pt x="316317" y="81724"/>
                </a:cubicBezTo>
                <a:lnTo>
                  <a:pt x="331304" y="72962"/>
                </a:lnTo>
                <a:lnTo>
                  <a:pt x="316317" y="46577"/>
                </a:lnTo>
                <a:lnTo>
                  <a:pt x="301330" y="56674"/>
                </a:lnTo>
                <a:cubicBezTo>
                  <a:pt x="298864" y="57912"/>
                  <a:pt x="295070" y="57912"/>
                  <a:pt x="292603" y="55435"/>
                </a:cubicBezTo>
                <a:cubicBezTo>
                  <a:pt x="287576" y="50387"/>
                  <a:pt x="278849" y="45339"/>
                  <a:pt x="267562" y="40386"/>
                </a:cubicBezTo>
                <a:cubicBezTo>
                  <a:pt x="265095" y="39148"/>
                  <a:pt x="262534" y="36576"/>
                  <a:pt x="262534" y="32861"/>
                </a:cubicBezTo>
                <a:lnTo>
                  <a:pt x="262534" y="15240"/>
                </a:lnTo>
                <a:lnTo>
                  <a:pt x="232465" y="15240"/>
                </a:lnTo>
                <a:lnTo>
                  <a:pt x="232465" y="32861"/>
                </a:lnTo>
                <a:cubicBezTo>
                  <a:pt x="232465" y="36671"/>
                  <a:pt x="231232" y="40386"/>
                  <a:pt x="227438" y="40386"/>
                </a:cubicBezTo>
                <a:cubicBezTo>
                  <a:pt x="213684" y="44196"/>
                  <a:pt x="209890" y="47911"/>
                  <a:pt x="202396" y="55435"/>
                </a:cubicBezTo>
                <a:cubicBezTo>
                  <a:pt x="199930" y="56674"/>
                  <a:pt x="196136" y="57912"/>
                  <a:pt x="192342" y="56674"/>
                </a:cubicBezTo>
                <a:lnTo>
                  <a:pt x="176027" y="46577"/>
                </a:lnTo>
                <a:lnTo>
                  <a:pt x="161040" y="72962"/>
                </a:lnTo>
                <a:lnTo>
                  <a:pt x="177355" y="81724"/>
                </a:lnTo>
                <a:cubicBezTo>
                  <a:pt x="179821" y="84201"/>
                  <a:pt x="181149" y="86773"/>
                  <a:pt x="179821" y="90487"/>
                </a:cubicBezTo>
                <a:cubicBezTo>
                  <a:pt x="178588" y="100584"/>
                  <a:pt x="178588" y="110585"/>
                  <a:pt x="179821" y="119348"/>
                </a:cubicBezTo>
                <a:cubicBezTo>
                  <a:pt x="181054" y="123158"/>
                  <a:pt x="179821" y="126873"/>
                  <a:pt x="177355" y="128111"/>
                </a:cubicBezTo>
                <a:lnTo>
                  <a:pt x="161040" y="136874"/>
                </a:lnTo>
                <a:lnTo>
                  <a:pt x="176027" y="163259"/>
                </a:lnTo>
                <a:lnTo>
                  <a:pt x="192342" y="154495"/>
                </a:lnTo>
                <a:cubicBezTo>
                  <a:pt x="196136" y="152019"/>
                  <a:pt x="198602" y="153257"/>
                  <a:pt x="201068" y="154495"/>
                </a:cubicBezTo>
                <a:cubicBezTo>
                  <a:pt x="209795" y="162020"/>
                  <a:pt x="213589" y="167068"/>
                  <a:pt x="227343" y="169545"/>
                </a:cubicBezTo>
                <a:cubicBezTo>
                  <a:pt x="231137" y="170783"/>
                  <a:pt x="232371" y="173355"/>
                  <a:pt x="232371" y="177070"/>
                </a:cubicBezTo>
                <a:lnTo>
                  <a:pt x="232371" y="195929"/>
                </a:lnTo>
                <a:close/>
                <a:moveTo>
                  <a:pt x="270028" y="211074"/>
                </a:moveTo>
                <a:lnTo>
                  <a:pt x="224972" y="211074"/>
                </a:lnTo>
                <a:cubicBezTo>
                  <a:pt x="221178" y="211074"/>
                  <a:pt x="217478" y="207264"/>
                  <a:pt x="217478" y="203549"/>
                </a:cubicBezTo>
                <a:lnTo>
                  <a:pt x="217478" y="183451"/>
                </a:lnTo>
                <a:cubicBezTo>
                  <a:pt x="207424" y="179641"/>
                  <a:pt x="201163" y="174689"/>
                  <a:pt x="194998" y="169640"/>
                </a:cubicBezTo>
                <a:lnTo>
                  <a:pt x="176216" y="179737"/>
                </a:lnTo>
                <a:cubicBezTo>
                  <a:pt x="173750" y="182213"/>
                  <a:pt x="168723" y="180975"/>
                  <a:pt x="166162" y="177260"/>
                </a:cubicBezTo>
                <a:lnTo>
                  <a:pt x="143681" y="138303"/>
                </a:lnTo>
                <a:cubicBezTo>
                  <a:pt x="143681" y="137065"/>
                  <a:pt x="142448" y="134493"/>
                  <a:pt x="143681" y="133255"/>
                </a:cubicBezTo>
                <a:cubicBezTo>
                  <a:pt x="143681" y="130778"/>
                  <a:pt x="144914" y="129445"/>
                  <a:pt x="146148" y="128207"/>
                </a:cubicBezTo>
                <a:lnTo>
                  <a:pt x="164929" y="118110"/>
                </a:lnTo>
                <a:cubicBezTo>
                  <a:pt x="163696" y="109347"/>
                  <a:pt x="163696" y="100489"/>
                  <a:pt x="164929" y="92964"/>
                </a:cubicBezTo>
                <a:lnTo>
                  <a:pt x="147381" y="81629"/>
                </a:lnTo>
                <a:cubicBezTo>
                  <a:pt x="144914" y="81629"/>
                  <a:pt x="143586" y="79153"/>
                  <a:pt x="143586" y="77819"/>
                </a:cubicBezTo>
                <a:cubicBezTo>
                  <a:pt x="142353" y="75343"/>
                  <a:pt x="143586" y="74009"/>
                  <a:pt x="143586" y="71533"/>
                </a:cubicBezTo>
                <a:lnTo>
                  <a:pt x="167395" y="32575"/>
                </a:lnTo>
                <a:cubicBezTo>
                  <a:pt x="168628" y="28766"/>
                  <a:pt x="173655" y="27527"/>
                  <a:pt x="177450" y="30099"/>
                </a:cubicBezTo>
                <a:lnTo>
                  <a:pt x="194998" y="40196"/>
                </a:lnTo>
                <a:cubicBezTo>
                  <a:pt x="201258" y="35147"/>
                  <a:pt x="207519" y="30099"/>
                  <a:pt x="217478" y="27623"/>
                </a:cubicBezTo>
                <a:lnTo>
                  <a:pt x="217478" y="7525"/>
                </a:lnTo>
                <a:cubicBezTo>
                  <a:pt x="217478" y="2476"/>
                  <a:pt x="221272" y="0"/>
                  <a:pt x="224972" y="0"/>
                </a:cubicBezTo>
                <a:lnTo>
                  <a:pt x="270028" y="0"/>
                </a:lnTo>
                <a:cubicBezTo>
                  <a:pt x="275055" y="0"/>
                  <a:pt x="277521" y="2476"/>
                  <a:pt x="277521" y="7525"/>
                </a:cubicBezTo>
                <a:lnTo>
                  <a:pt x="277521" y="28861"/>
                </a:lnTo>
                <a:cubicBezTo>
                  <a:pt x="286248" y="32671"/>
                  <a:pt x="293836" y="36385"/>
                  <a:pt x="298769" y="40196"/>
                </a:cubicBezTo>
                <a:lnTo>
                  <a:pt x="316317" y="30099"/>
                </a:lnTo>
                <a:cubicBezTo>
                  <a:pt x="317550" y="28861"/>
                  <a:pt x="320111" y="28861"/>
                  <a:pt x="321344" y="28861"/>
                </a:cubicBezTo>
                <a:cubicBezTo>
                  <a:pt x="323811" y="30099"/>
                  <a:pt x="325138" y="31337"/>
                  <a:pt x="326372" y="32671"/>
                </a:cubicBezTo>
                <a:lnTo>
                  <a:pt x="348852" y="71628"/>
                </a:lnTo>
                <a:cubicBezTo>
                  <a:pt x="350085" y="74105"/>
                  <a:pt x="350085" y="75438"/>
                  <a:pt x="348852" y="77914"/>
                </a:cubicBezTo>
                <a:cubicBezTo>
                  <a:pt x="348852" y="79153"/>
                  <a:pt x="347619" y="81724"/>
                  <a:pt x="346386" y="81724"/>
                </a:cubicBezTo>
                <a:lnTo>
                  <a:pt x="327605" y="93059"/>
                </a:lnTo>
                <a:cubicBezTo>
                  <a:pt x="328838" y="100584"/>
                  <a:pt x="328838" y="109442"/>
                  <a:pt x="327605" y="118205"/>
                </a:cubicBezTo>
                <a:lnTo>
                  <a:pt x="346386" y="128302"/>
                </a:lnTo>
                <a:cubicBezTo>
                  <a:pt x="347619" y="129540"/>
                  <a:pt x="348852" y="130778"/>
                  <a:pt x="348852" y="133350"/>
                </a:cubicBezTo>
                <a:cubicBezTo>
                  <a:pt x="350085" y="134588"/>
                  <a:pt x="350085" y="137160"/>
                  <a:pt x="348852" y="138398"/>
                </a:cubicBezTo>
                <a:lnTo>
                  <a:pt x="326372" y="177355"/>
                </a:lnTo>
                <a:cubicBezTo>
                  <a:pt x="325138" y="179832"/>
                  <a:pt x="323905" y="181166"/>
                  <a:pt x="321344" y="181166"/>
                </a:cubicBezTo>
                <a:cubicBezTo>
                  <a:pt x="320111" y="181166"/>
                  <a:pt x="317550" y="181166"/>
                  <a:pt x="316317" y="179927"/>
                </a:cubicBezTo>
                <a:lnTo>
                  <a:pt x="298769" y="169831"/>
                </a:lnTo>
                <a:cubicBezTo>
                  <a:pt x="293742" y="173641"/>
                  <a:pt x="286248" y="178594"/>
                  <a:pt x="277521" y="182404"/>
                </a:cubicBezTo>
                <a:lnTo>
                  <a:pt x="277521" y="203740"/>
                </a:lnTo>
                <a:cubicBezTo>
                  <a:pt x="277521" y="207550"/>
                  <a:pt x="275055" y="211264"/>
                  <a:pt x="270028" y="211264"/>
                </a:cubicBezTo>
                <a:close/>
                <a:moveTo>
                  <a:pt x="245840" y="82868"/>
                </a:moveTo>
                <a:cubicBezTo>
                  <a:pt x="233319" y="82868"/>
                  <a:pt x="223264" y="92964"/>
                  <a:pt x="223264" y="105537"/>
                </a:cubicBezTo>
                <a:cubicBezTo>
                  <a:pt x="223264" y="118110"/>
                  <a:pt x="233319" y="128207"/>
                  <a:pt x="245840" y="128207"/>
                </a:cubicBezTo>
                <a:cubicBezTo>
                  <a:pt x="258361" y="128207"/>
                  <a:pt x="268415" y="118110"/>
                  <a:pt x="268415" y="105537"/>
                </a:cubicBezTo>
                <a:cubicBezTo>
                  <a:pt x="268415" y="92964"/>
                  <a:pt x="258361" y="82868"/>
                  <a:pt x="245840" y="82868"/>
                </a:cubicBezTo>
                <a:close/>
                <a:moveTo>
                  <a:pt x="245840" y="143161"/>
                </a:moveTo>
                <a:cubicBezTo>
                  <a:pt x="224498" y="143161"/>
                  <a:pt x="208277" y="125539"/>
                  <a:pt x="208277" y="105442"/>
                </a:cubicBezTo>
                <a:cubicBezTo>
                  <a:pt x="208277" y="84106"/>
                  <a:pt x="224592" y="67723"/>
                  <a:pt x="245840" y="67723"/>
                </a:cubicBezTo>
                <a:cubicBezTo>
                  <a:pt x="267087" y="67723"/>
                  <a:pt x="283402" y="84106"/>
                  <a:pt x="283402" y="105442"/>
                </a:cubicBezTo>
                <a:cubicBezTo>
                  <a:pt x="283402" y="125539"/>
                  <a:pt x="267087" y="143161"/>
                  <a:pt x="245840" y="143161"/>
                </a:cubicBezTo>
                <a:close/>
                <a:moveTo>
                  <a:pt x="89709" y="346139"/>
                </a:moveTo>
                <a:lnTo>
                  <a:pt x="119778" y="346139"/>
                </a:lnTo>
                <a:lnTo>
                  <a:pt x="119778" y="327374"/>
                </a:lnTo>
                <a:cubicBezTo>
                  <a:pt x="119778" y="324898"/>
                  <a:pt x="122244" y="321088"/>
                  <a:pt x="124805" y="319849"/>
                </a:cubicBezTo>
                <a:cubicBezTo>
                  <a:pt x="136093" y="314801"/>
                  <a:pt x="144820" y="309848"/>
                  <a:pt x="149847" y="304800"/>
                </a:cubicBezTo>
                <a:cubicBezTo>
                  <a:pt x="152313" y="303562"/>
                  <a:pt x="156107" y="302324"/>
                  <a:pt x="158573" y="304800"/>
                </a:cubicBezTo>
                <a:lnTo>
                  <a:pt x="173561" y="313563"/>
                </a:lnTo>
                <a:lnTo>
                  <a:pt x="188548" y="287274"/>
                </a:lnTo>
                <a:lnTo>
                  <a:pt x="173561" y="278511"/>
                </a:lnTo>
                <a:cubicBezTo>
                  <a:pt x="169766" y="277273"/>
                  <a:pt x="168533" y="273463"/>
                  <a:pt x="169766" y="269748"/>
                </a:cubicBezTo>
                <a:cubicBezTo>
                  <a:pt x="170999" y="259747"/>
                  <a:pt x="170999" y="250984"/>
                  <a:pt x="169766" y="240983"/>
                </a:cubicBezTo>
                <a:cubicBezTo>
                  <a:pt x="168533" y="237268"/>
                  <a:pt x="169766" y="234696"/>
                  <a:pt x="173561" y="232220"/>
                </a:cubicBezTo>
                <a:lnTo>
                  <a:pt x="188548" y="223457"/>
                </a:lnTo>
                <a:lnTo>
                  <a:pt x="173561" y="197168"/>
                </a:lnTo>
                <a:lnTo>
                  <a:pt x="158573" y="207169"/>
                </a:lnTo>
                <a:cubicBezTo>
                  <a:pt x="156107" y="208407"/>
                  <a:pt x="152313" y="208407"/>
                  <a:pt x="149847" y="205930"/>
                </a:cubicBezTo>
                <a:cubicBezTo>
                  <a:pt x="144820" y="200882"/>
                  <a:pt x="136093" y="195929"/>
                  <a:pt x="124805" y="190881"/>
                </a:cubicBezTo>
                <a:cubicBezTo>
                  <a:pt x="122339" y="189643"/>
                  <a:pt x="119778" y="187166"/>
                  <a:pt x="119778" y="183356"/>
                </a:cubicBezTo>
                <a:lnTo>
                  <a:pt x="119778" y="165830"/>
                </a:lnTo>
                <a:lnTo>
                  <a:pt x="89709" y="165830"/>
                </a:lnTo>
                <a:lnTo>
                  <a:pt x="89709" y="183356"/>
                </a:lnTo>
                <a:cubicBezTo>
                  <a:pt x="89709" y="187071"/>
                  <a:pt x="88476" y="190881"/>
                  <a:pt x="84682" y="190881"/>
                </a:cubicBezTo>
                <a:cubicBezTo>
                  <a:pt x="72161" y="194596"/>
                  <a:pt x="67133" y="198406"/>
                  <a:pt x="59640" y="205930"/>
                </a:cubicBezTo>
                <a:cubicBezTo>
                  <a:pt x="57174" y="207169"/>
                  <a:pt x="53380" y="208407"/>
                  <a:pt x="49585" y="207169"/>
                </a:cubicBezTo>
                <a:lnTo>
                  <a:pt x="33270" y="197168"/>
                </a:lnTo>
                <a:lnTo>
                  <a:pt x="18283" y="223457"/>
                </a:lnTo>
                <a:lnTo>
                  <a:pt x="34598" y="232220"/>
                </a:lnTo>
                <a:cubicBezTo>
                  <a:pt x="37065" y="234696"/>
                  <a:pt x="38392" y="237268"/>
                  <a:pt x="37065" y="240983"/>
                </a:cubicBezTo>
                <a:cubicBezTo>
                  <a:pt x="35831" y="250984"/>
                  <a:pt x="35831" y="260985"/>
                  <a:pt x="37065" y="269748"/>
                </a:cubicBezTo>
                <a:cubicBezTo>
                  <a:pt x="38298" y="273463"/>
                  <a:pt x="37065" y="277273"/>
                  <a:pt x="34598" y="278511"/>
                </a:cubicBezTo>
                <a:lnTo>
                  <a:pt x="18283" y="287274"/>
                </a:lnTo>
                <a:lnTo>
                  <a:pt x="33270" y="313563"/>
                </a:lnTo>
                <a:lnTo>
                  <a:pt x="49585" y="304800"/>
                </a:lnTo>
                <a:cubicBezTo>
                  <a:pt x="53380" y="302324"/>
                  <a:pt x="55846" y="303562"/>
                  <a:pt x="58312" y="304800"/>
                </a:cubicBezTo>
                <a:cubicBezTo>
                  <a:pt x="67039" y="312325"/>
                  <a:pt x="70833" y="317278"/>
                  <a:pt x="84587" y="319849"/>
                </a:cubicBezTo>
                <a:cubicBezTo>
                  <a:pt x="88381" y="321088"/>
                  <a:pt x="89614" y="323564"/>
                  <a:pt x="89614" y="327374"/>
                </a:cubicBezTo>
                <a:lnTo>
                  <a:pt x="89614" y="346139"/>
                </a:lnTo>
                <a:close/>
                <a:moveTo>
                  <a:pt x="127271" y="361093"/>
                </a:moveTo>
                <a:lnTo>
                  <a:pt x="82215" y="361093"/>
                </a:lnTo>
                <a:cubicBezTo>
                  <a:pt x="78421" y="361093"/>
                  <a:pt x="74722" y="357378"/>
                  <a:pt x="74722" y="353568"/>
                </a:cubicBezTo>
                <a:lnTo>
                  <a:pt x="74722" y="333566"/>
                </a:lnTo>
                <a:cubicBezTo>
                  <a:pt x="64667" y="329851"/>
                  <a:pt x="58407" y="324803"/>
                  <a:pt x="52241" y="319754"/>
                </a:cubicBezTo>
                <a:lnTo>
                  <a:pt x="33460" y="329756"/>
                </a:lnTo>
                <a:cubicBezTo>
                  <a:pt x="30994" y="332232"/>
                  <a:pt x="25967" y="330994"/>
                  <a:pt x="23405" y="327279"/>
                </a:cubicBezTo>
                <a:lnTo>
                  <a:pt x="925" y="288512"/>
                </a:lnTo>
                <a:cubicBezTo>
                  <a:pt x="-308" y="287274"/>
                  <a:pt x="-308" y="284797"/>
                  <a:pt x="925" y="283464"/>
                </a:cubicBezTo>
                <a:cubicBezTo>
                  <a:pt x="925" y="280987"/>
                  <a:pt x="2158" y="279749"/>
                  <a:pt x="3391" y="278416"/>
                </a:cubicBezTo>
                <a:lnTo>
                  <a:pt x="22172" y="268414"/>
                </a:lnTo>
                <a:cubicBezTo>
                  <a:pt x="20939" y="259651"/>
                  <a:pt x="20939" y="250889"/>
                  <a:pt x="22172" y="243364"/>
                </a:cubicBezTo>
                <a:lnTo>
                  <a:pt x="4624" y="232124"/>
                </a:lnTo>
                <a:cubicBezTo>
                  <a:pt x="2158" y="232124"/>
                  <a:pt x="830" y="229648"/>
                  <a:pt x="830" y="228410"/>
                </a:cubicBezTo>
                <a:cubicBezTo>
                  <a:pt x="-403" y="225933"/>
                  <a:pt x="830" y="224695"/>
                  <a:pt x="830" y="222123"/>
                </a:cubicBezTo>
                <a:lnTo>
                  <a:pt x="24639" y="183356"/>
                </a:lnTo>
                <a:cubicBezTo>
                  <a:pt x="25872" y="179641"/>
                  <a:pt x="30899" y="178308"/>
                  <a:pt x="34693" y="180880"/>
                </a:cubicBezTo>
                <a:lnTo>
                  <a:pt x="52241" y="190881"/>
                </a:lnTo>
                <a:cubicBezTo>
                  <a:pt x="58502" y="185833"/>
                  <a:pt x="64762" y="180880"/>
                  <a:pt x="74722" y="178403"/>
                </a:cubicBezTo>
                <a:lnTo>
                  <a:pt x="74722" y="158401"/>
                </a:lnTo>
                <a:cubicBezTo>
                  <a:pt x="74722" y="153353"/>
                  <a:pt x="78516" y="150876"/>
                  <a:pt x="82215" y="150876"/>
                </a:cubicBezTo>
                <a:lnTo>
                  <a:pt x="127271" y="150876"/>
                </a:lnTo>
                <a:cubicBezTo>
                  <a:pt x="132299" y="150876"/>
                  <a:pt x="134765" y="153353"/>
                  <a:pt x="134765" y="158401"/>
                </a:cubicBezTo>
                <a:lnTo>
                  <a:pt x="134765" y="179641"/>
                </a:lnTo>
                <a:cubicBezTo>
                  <a:pt x="143492" y="183356"/>
                  <a:pt x="151080" y="187166"/>
                  <a:pt x="156012" y="190881"/>
                </a:cubicBezTo>
                <a:lnTo>
                  <a:pt x="172327" y="180880"/>
                </a:lnTo>
                <a:cubicBezTo>
                  <a:pt x="174794" y="179641"/>
                  <a:pt x="177355" y="179641"/>
                  <a:pt x="178588" y="179641"/>
                </a:cubicBezTo>
                <a:cubicBezTo>
                  <a:pt x="181054" y="180880"/>
                  <a:pt x="182382" y="182118"/>
                  <a:pt x="183615" y="183356"/>
                </a:cubicBezTo>
                <a:lnTo>
                  <a:pt x="206096" y="222123"/>
                </a:lnTo>
                <a:cubicBezTo>
                  <a:pt x="207329" y="224599"/>
                  <a:pt x="207329" y="225838"/>
                  <a:pt x="206096" y="228410"/>
                </a:cubicBezTo>
                <a:cubicBezTo>
                  <a:pt x="206096" y="229648"/>
                  <a:pt x="204863" y="232124"/>
                  <a:pt x="203629" y="232124"/>
                </a:cubicBezTo>
                <a:lnTo>
                  <a:pt x="184848" y="243364"/>
                </a:lnTo>
                <a:cubicBezTo>
                  <a:pt x="186081" y="250889"/>
                  <a:pt x="186081" y="259651"/>
                  <a:pt x="184848" y="268414"/>
                </a:cubicBezTo>
                <a:lnTo>
                  <a:pt x="203629" y="278416"/>
                </a:lnTo>
                <a:cubicBezTo>
                  <a:pt x="204863" y="279654"/>
                  <a:pt x="206096" y="280892"/>
                  <a:pt x="206096" y="283464"/>
                </a:cubicBezTo>
                <a:cubicBezTo>
                  <a:pt x="207329" y="284702"/>
                  <a:pt x="207329" y="287179"/>
                  <a:pt x="206096" y="288512"/>
                </a:cubicBezTo>
                <a:lnTo>
                  <a:pt x="183615" y="327279"/>
                </a:lnTo>
                <a:cubicBezTo>
                  <a:pt x="182382" y="329756"/>
                  <a:pt x="181149" y="330994"/>
                  <a:pt x="178588" y="330994"/>
                </a:cubicBezTo>
                <a:cubicBezTo>
                  <a:pt x="177355" y="330994"/>
                  <a:pt x="174794" y="330994"/>
                  <a:pt x="172327" y="329756"/>
                </a:cubicBezTo>
                <a:lnTo>
                  <a:pt x="156012" y="319754"/>
                </a:lnTo>
                <a:cubicBezTo>
                  <a:pt x="150985" y="323469"/>
                  <a:pt x="143492" y="328517"/>
                  <a:pt x="134765" y="332232"/>
                </a:cubicBezTo>
                <a:lnTo>
                  <a:pt x="134765" y="353473"/>
                </a:lnTo>
                <a:cubicBezTo>
                  <a:pt x="134765" y="357187"/>
                  <a:pt x="132299" y="360997"/>
                  <a:pt x="127271" y="360997"/>
                </a:cubicBezTo>
                <a:close/>
                <a:moveTo>
                  <a:pt x="103463" y="232886"/>
                </a:moveTo>
                <a:cubicBezTo>
                  <a:pt x="91037" y="232886"/>
                  <a:pt x="81172" y="242983"/>
                  <a:pt x="81172" y="255556"/>
                </a:cubicBezTo>
                <a:cubicBezTo>
                  <a:pt x="81172" y="268129"/>
                  <a:pt x="91037" y="278225"/>
                  <a:pt x="103463" y="278225"/>
                </a:cubicBezTo>
                <a:cubicBezTo>
                  <a:pt x="115889" y="278225"/>
                  <a:pt x="125754" y="268129"/>
                  <a:pt x="125754" y="255556"/>
                </a:cubicBezTo>
                <a:cubicBezTo>
                  <a:pt x="125754" y="242983"/>
                  <a:pt x="115889" y="232886"/>
                  <a:pt x="103463" y="232886"/>
                </a:cubicBezTo>
                <a:close/>
                <a:moveTo>
                  <a:pt x="103463" y="293275"/>
                </a:moveTo>
                <a:cubicBezTo>
                  <a:pt x="82405" y="293275"/>
                  <a:pt x="66280" y="275654"/>
                  <a:pt x="66280" y="255556"/>
                </a:cubicBezTo>
                <a:cubicBezTo>
                  <a:pt x="66280" y="234220"/>
                  <a:pt x="82405" y="217837"/>
                  <a:pt x="103463" y="217837"/>
                </a:cubicBezTo>
                <a:cubicBezTo>
                  <a:pt x="124521" y="217837"/>
                  <a:pt x="140646" y="234220"/>
                  <a:pt x="140646" y="255556"/>
                </a:cubicBezTo>
                <a:cubicBezTo>
                  <a:pt x="140646" y="275654"/>
                  <a:pt x="124521" y="293275"/>
                  <a:pt x="103463" y="29327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1" name="Graphic 179">
            <a:extLst>
              <a:ext uri="{FF2B5EF4-FFF2-40B4-BE49-F238E27FC236}">
                <a16:creationId xmlns:a16="http://schemas.microsoft.com/office/drawing/2014/main" id="{1010378D-7D04-B56D-978E-075342785418}"/>
              </a:ext>
            </a:extLst>
          </p:cNvPr>
          <p:cNvSpPr/>
          <p:nvPr/>
        </p:nvSpPr>
        <p:spPr>
          <a:xfrm>
            <a:off x="10358943" y="2809916"/>
            <a:ext cx="450244" cy="452120"/>
          </a:xfrm>
          <a:custGeom>
            <a:avLst/>
            <a:gdLst>
              <a:gd name="connsiteX0" fmla="*/ 197298 w 337493"/>
              <a:gd name="connsiteY0" fmla="*/ 218789 h 338899"/>
              <a:gd name="connsiteX1" fmla="*/ 190279 w 337493"/>
              <a:gd name="connsiteY1" fmla="*/ 225933 h 338899"/>
              <a:gd name="connsiteX2" fmla="*/ 95139 w 337493"/>
              <a:gd name="connsiteY2" fmla="*/ 225933 h 338899"/>
              <a:gd name="connsiteX3" fmla="*/ 125303 w 337493"/>
              <a:gd name="connsiteY3" fmla="*/ 256318 h 338899"/>
              <a:gd name="connsiteX4" fmla="*/ 125303 w 337493"/>
              <a:gd name="connsiteY4" fmla="*/ 265748 h 338899"/>
              <a:gd name="connsiteX5" fmla="*/ 119517 w 337493"/>
              <a:gd name="connsiteY5" fmla="*/ 268129 h 338899"/>
              <a:gd name="connsiteX6" fmla="*/ 114869 w 337493"/>
              <a:gd name="connsiteY6" fmla="*/ 265748 h 338899"/>
              <a:gd name="connsiteX7" fmla="*/ 74746 w 337493"/>
              <a:gd name="connsiteY7" fmla="*/ 225266 h 338899"/>
              <a:gd name="connsiteX8" fmla="*/ 70572 w 337493"/>
              <a:gd name="connsiteY8" fmla="*/ 218789 h 338899"/>
              <a:gd name="connsiteX9" fmla="*/ 73987 w 337493"/>
              <a:gd name="connsiteY9" fmla="*/ 212979 h 338899"/>
              <a:gd name="connsiteX10" fmla="*/ 114774 w 337493"/>
              <a:gd name="connsiteY10" fmla="*/ 171831 h 338899"/>
              <a:gd name="connsiteX11" fmla="*/ 125208 w 337493"/>
              <a:gd name="connsiteY11" fmla="*/ 171831 h 338899"/>
              <a:gd name="connsiteX12" fmla="*/ 125208 w 337493"/>
              <a:gd name="connsiteY12" fmla="*/ 181261 h 338899"/>
              <a:gd name="connsiteX13" fmla="*/ 95044 w 337493"/>
              <a:gd name="connsiteY13" fmla="*/ 211646 h 338899"/>
              <a:gd name="connsiteX14" fmla="*/ 190184 w 337493"/>
              <a:gd name="connsiteY14" fmla="*/ 211646 h 338899"/>
              <a:gd name="connsiteX15" fmla="*/ 197203 w 337493"/>
              <a:gd name="connsiteY15" fmla="*/ 218789 h 338899"/>
              <a:gd name="connsiteX16" fmla="*/ 223762 w 337493"/>
              <a:gd name="connsiteY16" fmla="*/ 73152 h 338899"/>
              <a:gd name="connsiteX17" fmla="*/ 213139 w 337493"/>
              <a:gd name="connsiteY17" fmla="*/ 73152 h 338899"/>
              <a:gd name="connsiteX18" fmla="*/ 213139 w 337493"/>
              <a:gd name="connsiteY18" fmla="*/ 82582 h 338899"/>
              <a:gd name="connsiteX19" fmla="*/ 243682 w 337493"/>
              <a:gd name="connsiteY19" fmla="*/ 112967 h 338899"/>
              <a:gd name="connsiteX20" fmla="*/ 148068 w 337493"/>
              <a:gd name="connsiteY20" fmla="*/ 112967 h 338899"/>
              <a:gd name="connsiteX21" fmla="*/ 141049 w 337493"/>
              <a:gd name="connsiteY21" fmla="*/ 120110 h 338899"/>
              <a:gd name="connsiteX22" fmla="*/ 148068 w 337493"/>
              <a:gd name="connsiteY22" fmla="*/ 127254 h 338899"/>
              <a:gd name="connsiteX23" fmla="*/ 243682 w 337493"/>
              <a:gd name="connsiteY23" fmla="*/ 127254 h 338899"/>
              <a:gd name="connsiteX24" fmla="*/ 213139 w 337493"/>
              <a:gd name="connsiteY24" fmla="*/ 157639 h 338899"/>
              <a:gd name="connsiteX25" fmla="*/ 213139 w 337493"/>
              <a:gd name="connsiteY25" fmla="*/ 167069 h 338899"/>
              <a:gd name="connsiteX26" fmla="*/ 217881 w 337493"/>
              <a:gd name="connsiteY26" fmla="*/ 169450 h 338899"/>
              <a:gd name="connsiteX27" fmla="*/ 223762 w 337493"/>
              <a:gd name="connsiteY27" fmla="*/ 167069 h 338899"/>
              <a:gd name="connsiteX28" fmla="*/ 266257 w 337493"/>
              <a:gd name="connsiteY28" fmla="*/ 124777 h 338899"/>
              <a:gd name="connsiteX29" fmla="*/ 266257 w 337493"/>
              <a:gd name="connsiteY29" fmla="*/ 115348 h 338899"/>
              <a:gd name="connsiteX30" fmla="*/ 223762 w 337493"/>
              <a:gd name="connsiteY30" fmla="*/ 73057 h 338899"/>
              <a:gd name="connsiteX31" fmla="*/ 337493 w 337493"/>
              <a:gd name="connsiteY31" fmla="*/ 169450 h 338899"/>
              <a:gd name="connsiteX32" fmla="*/ 168747 w 337493"/>
              <a:gd name="connsiteY32" fmla="*/ 338900 h 338899"/>
              <a:gd name="connsiteX33" fmla="*/ 0 w 337493"/>
              <a:gd name="connsiteY33" fmla="*/ 169450 h 338899"/>
              <a:gd name="connsiteX34" fmla="*/ 168747 w 337493"/>
              <a:gd name="connsiteY34" fmla="*/ 0 h 338899"/>
              <a:gd name="connsiteX35" fmla="*/ 337493 w 337493"/>
              <a:gd name="connsiteY35" fmla="*/ 169450 h 338899"/>
              <a:gd name="connsiteX36" fmla="*/ 323455 w 337493"/>
              <a:gd name="connsiteY36" fmla="*/ 169450 h 338899"/>
              <a:gd name="connsiteX37" fmla="*/ 168841 w 337493"/>
              <a:gd name="connsiteY37" fmla="*/ 14192 h 338899"/>
              <a:gd name="connsiteX38" fmla="*/ 14228 w 337493"/>
              <a:gd name="connsiteY38" fmla="*/ 169450 h 338899"/>
              <a:gd name="connsiteX39" fmla="*/ 168841 w 337493"/>
              <a:gd name="connsiteY39" fmla="*/ 324707 h 338899"/>
              <a:gd name="connsiteX40" fmla="*/ 323455 w 337493"/>
              <a:gd name="connsiteY40" fmla="*/ 169450 h 338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7493" h="338899">
                <a:moveTo>
                  <a:pt x="197298" y="218789"/>
                </a:moveTo>
                <a:cubicBezTo>
                  <a:pt x="197298" y="223552"/>
                  <a:pt x="194927" y="225933"/>
                  <a:pt x="190279" y="225933"/>
                </a:cubicBezTo>
                <a:lnTo>
                  <a:pt x="95139" y="225933"/>
                </a:lnTo>
                <a:cubicBezTo>
                  <a:pt x="115182" y="246190"/>
                  <a:pt x="125237" y="256318"/>
                  <a:pt x="125303" y="256318"/>
                </a:cubicBezTo>
                <a:cubicBezTo>
                  <a:pt x="127675" y="258699"/>
                  <a:pt x="127675" y="263366"/>
                  <a:pt x="125303" y="265748"/>
                </a:cubicBezTo>
                <a:cubicBezTo>
                  <a:pt x="124165" y="268129"/>
                  <a:pt x="121793" y="268129"/>
                  <a:pt x="119517" y="268129"/>
                </a:cubicBezTo>
                <a:cubicBezTo>
                  <a:pt x="118379" y="268129"/>
                  <a:pt x="116007" y="268129"/>
                  <a:pt x="114869" y="265748"/>
                </a:cubicBezTo>
                <a:cubicBezTo>
                  <a:pt x="87551" y="238220"/>
                  <a:pt x="78065" y="228600"/>
                  <a:pt x="74746" y="225266"/>
                </a:cubicBezTo>
                <a:cubicBezTo>
                  <a:pt x="72469" y="224314"/>
                  <a:pt x="70572" y="222123"/>
                  <a:pt x="70572" y="218789"/>
                </a:cubicBezTo>
                <a:cubicBezTo>
                  <a:pt x="70572" y="216503"/>
                  <a:pt x="72090" y="214313"/>
                  <a:pt x="73987" y="212979"/>
                </a:cubicBezTo>
                <a:cubicBezTo>
                  <a:pt x="101182" y="185547"/>
                  <a:pt x="114774" y="171831"/>
                  <a:pt x="114774" y="171831"/>
                </a:cubicBezTo>
                <a:cubicBezTo>
                  <a:pt x="118284" y="169450"/>
                  <a:pt x="121793" y="169450"/>
                  <a:pt x="125208" y="171831"/>
                </a:cubicBezTo>
                <a:cubicBezTo>
                  <a:pt x="127580" y="174212"/>
                  <a:pt x="127580" y="178879"/>
                  <a:pt x="125208" y="181261"/>
                </a:cubicBezTo>
                <a:cubicBezTo>
                  <a:pt x="109368" y="197263"/>
                  <a:pt x="100261" y="206407"/>
                  <a:pt x="95044" y="211646"/>
                </a:cubicBezTo>
                <a:lnTo>
                  <a:pt x="190184" y="211646"/>
                </a:lnTo>
                <a:cubicBezTo>
                  <a:pt x="194832" y="211646"/>
                  <a:pt x="197203" y="215265"/>
                  <a:pt x="197203" y="218789"/>
                </a:cubicBezTo>
                <a:close/>
                <a:moveTo>
                  <a:pt x="223762" y="73152"/>
                </a:moveTo>
                <a:cubicBezTo>
                  <a:pt x="220253" y="70771"/>
                  <a:pt x="216648" y="70771"/>
                  <a:pt x="213139" y="73152"/>
                </a:cubicBezTo>
                <a:cubicBezTo>
                  <a:pt x="210767" y="75533"/>
                  <a:pt x="210767" y="80200"/>
                  <a:pt x="213139" y="82582"/>
                </a:cubicBezTo>
                <a:cubicBezTo>
                  <a:pt x="213139" y="82582"/>
                  <a:pt x="223317" y="92710"/>
                  <a:pt x="243682" y="112967"/>
                </a:cubicBezTo>
                <a:lnTo>
                  <a:pt x="148068" y="112967"/>
                </a:lnTo>
                <a:cubicBezTo>
                  <a:pt x="144559" y="112967"/>
                  <a:pt x="141049" y="116586"/>
                  <a:pt x="141049" y="120110"/>
                </a:cubicBezTo>
                <a:cubicBezTo>
                  <a:pt x="141049" y="124873"/>
                  <a:pt x="144559" y="127254"/>
                  <a:pt x="148068" y="127254"/>
                </a:cubicBezTo>
                <a:lnTo>
                  <a:pt x="243682" y="127254"/>
                </a:lnTo>
                <a:cubicBezTo>
                  <a:pt x="238370" y="132493"/>
                  <a:pt x="229169" y="141637"/>
                  <a:pt x="213139" y="157639"/>
                </a:cubicBezTo>
                <a:cubicBezTo>
                  <a:pt x="210767" y="160020"/>
                  <a:pt x="210767" y="164687"/>
                  <a:pt x="213139" y="167069"/>
                </a:cubicBezTo>
                <a:cubicBezTo>
                  <a:pt x="214277" y="169450"/>
                  <a:pt x="216648" y="169450"/>
                  <a:pt x="217881" y="169450"/>
                </a:cubicBezTo>
                <a:cubicBezTo>
                  <a:pt x="220253" y="169450"/>
                  <a:pt x="222624" y="169450"/>
                  <a:pt x="223762" y="167069"/>
                </a:cubicBezTo>
                <a:lnTo>
                  <a:pt x="266257" y="124777"/>
                </a:lnTo>
                <a:cubicBezTo>
                  <a:pt x="268629" y="122396"/>
                  <a:pt x="268629" y="117729"/>
                  <a:pt x="266257" y="115348"/>
                </a:cubicBezTo>
                <a:lnTo>
                  <a:pt x="223762" y="73057"/>
                </a:lnTo>
                <a:close/>
                <a:moveTo>
                  <a:pt x="337493" y="169450"/>
                </a:moveTo>
                <a:cubicBezTo>
                  <a:pt x="337493" y="263557"/>
                  <a:pt x="262463" y="338900"/>
                  <a:pt x="168747" y="338900"/>
                </a:cubicBezTo>
                <a:cubicBezTo>
                  <a:pt x="75030" y="338900"/>
                  <a:pt x="0" y="263557"/>
                  <a:pt x="0" y="169450"/>
                </a:cubicBezTo>
                <a:cubicBezTo>
                  <a:pt x="0" y="75343"/>
                  <a:pt x="76168" y="0"/>
                  <a:pt x="168747" y="0"/>
                </a:cubicBezTo>
                <a:cubicBezTo>
                  <a:pt x="261325" y="0"/>
                  <a:pt x="337493" y="76486"/>
                  <a:pt x="337493" y="169450"/>
                </a:cubicBezTo>
                <a:close/>
                <a:moveTo>
                  <a:pt x="323455" y="169450"/>
                </a:moveTo>
                <a:cubicBezTo>
                  <a:pt x="323455" y="83534"/>
                  <a:pt x="254306" y="14192"/>
                  <a:pt x="168841" y="14192"/>
                </a:cubicBezTo>
                <a:cubicBezTo>
                  <a:pt x="83377" y="14192"/>
                  <a:pt x="14228" y="83629"/>
                  <a:pt x="14228" y="169450"/>
                </a:cubicBezTo>
                <a:cubicBezTo>
                  <a:pt x="14228" y="255270"/>
                  <a:pt x="84516" y="324707"/>
                  <a:pt x="168841" y="324707"/>
                </a:cubicBezTo>
                <a:cubicBezTo>
                  <a:pt x="253167" y="324707"/>
                  <a:pt x="323455" y="255270"/>
                  <a:pt x="323455" y="16945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2" name="Graphic 179">
            <a:extLst>
              <a:ext uri="{FF2B5EF4-FFF2-40B4-BE49-F238E27FC236}">
                <a16:creationId xmlns:a16="http://schemas.microsoft.com/office/drawing/2014/main" id="{8BAA1475-7A1A-DEE8-A26D-17040B7194A0}"/>
              </a:ext>
            </a:extLst>
          </p:cNvPr>
          <p:cNvSpPr/>
          <p:nvPr/>
        </p:nvSpPr>
        <p:spPr>
          <a:xfrm>
            <a:off x="11143168" y="2809916"/>
            <a:ext cx="450244" cy="452120"/>
          </a:xfrm>
          <a:custGeom>
            <a:avLst/>
            <a:gdLst>
              <a:gd name="connsiteX0" fmla="*/ 197298 w 337493"/>
              <a:gd name="connsiteY0" fmla="*/ 218789 h 338899"/>
              <a:gd name="connsiteX1" fmla="*/ 190279 w 337493"/>
              <a:gd name="connsiteY1" fmla="*/ 225933 h 338899"/>
              <a:gd name="connsiteX2" fmla="*/ 95139 w 337493"/>
              <a:gd name="connsiteY2" fmla="*/ 225933 h 338899"/>
              <a:gd name="connsiteX3" fmla="*/ 125303 w 337493"/>
              <a:gd name="connsiteY3" fmla="*/ 256318 h 338899"/>
              <a:gd name="connsiteX4" fmla="*/ 125303 w 337493"/>
              <a:gd name="connsiteY4" fmla="*/ 265748 h 338899"/>
              <a:gd name="connsiteX5" fmla="*/ 119517 w 337493"/>
              <a:gd name="connsiteY5" fmla="*/ 268129 h 338899"/>
              <a:gd name="connsiteX6" fmla="*/ 114869 w 337493"/>
              <a:gd name="connsiteY6" fmla="*/ 265748 h 338899"/>
              <a:gd name="connsiteX7" fmla="*/ 74746 w 337493"/>
              <a:gd name="connsiteY7" fmla="*/ 225266 h 338899"/>
              <a:gd name="connsiteX8" fmla="*/ 70572 w 337493"/>
              <a:gd name="connsiteY8" fmla="*/ 218789 h 338899"/>
              <a:gd name="connsiteX9" fmla="*/ 73987 w 337493"/>
              <a:gd name="connsiteY9" fmla="*/ 212979 h 338899"/>
              <a:gd name="connsiteX10" fmla="*/ 114774 w 337493"/>
              <a:gd name="connsiteY10" fmla="*/ 171831 h 338899"/>
              <a:gd name="connsiteX11" fmla="*/ 125208 w 337493"/>
              <a:gd name="connsiteY11" fmla="*/ 171831 h 338899"/>
              <a:gd name="connsiteX12" fmla="*/ 125208 w 337493"/>
              <a:gd name="connsiteY12" fmla="*/ 181261 h 338899"/>
              <a:gd name="connsiteX13" fmla="*/ 95044 w 337493"/>
              <a:gd name="connsiteY13" fmla="*/ 211646 h 338899"/>
              <a:gd name="connsiteX14" fmla="*/ 190184 w 337493"/>
              <a:gd name="connsiteY14" fmla="*/ 211646 h 338899"/>
              <a:gd name="connsiteX15" fmla="*/ 197203 w 337493"/>
              <a:gd name="connsiteY15" fmla="*/ 218789 h 338899"/>
              <a:gd name="connsiteX16" fmla="*/ 223762 w 337493"/>
              <a:gd name="connsiteY16" fmla="*/ 73152 h 338899"/>
              <a:gd name="connsiteX17" fmla="*/ 213139 w 337493"/>
              <a:gd name="connsiteY17" fmla="*/ 73152 h 338899"/>
              <a:gd name="connsiteX18" fmla="*/ 213139 w 337493"/>
              <a:gd name="connsiteY18" fmla="*/ 82582 h 338899"/>
              <a:gd name="connsiteX19" fmla="*/ 243682 w 337493"/>
              <a:gd name="connsiteY19" fmla="*/ 112967 h 338899"/>
              <a:gd name="connsiteX20" fmla="*/ 148068 w 337493"/>
              <a:gd name="connsiteY20" fmla="*/ 112967 h 338899"/>
              <a:gd name="connsiteX21" fmla="*/ 141049 w 337493"/>
              <a:gd name="connsiteY21" fmla="*/ 120110 h 338899"/>
              <a:gd name="connsiteX22" fmla="*/ 148068 w 337493"/>
              <a:gd name="connsiteY22" fmla="*/ 127254 h 338899"/>
              <a:gd name="connsiteX23" fmla="*/ 243682 w 337493"/>
              <a:gd name="connsiteY23" fmla="*/ 127254 h 338899"/>
              <a:gd name="connsiteX24" fmla="*/ 213139 w 337493"/>
              <a:gd name="connsiteY24" fmla="*/ 157639 h 338899"/>
              <a:gd name="connsiteX25" fmla="*/ 213139 w 337493"/>
              <a:gd name="connsiteY25" fmla="*/ 167069 h 338899"/>
              <a:gd name="connsiteX26" fmla="*/ 217881 w 337493"/>
              <a:gd name="connsiteY26" fmla="*/ 169450 h 338899"/>
              <a:gd name="connsiteX27" fmla="*/ 223762 w 337493"/>
              <a:gd name="connsiteY27" fmla="*/ 167069 h 338899"/>
              <a:gd name="connsiteX28" fmla="*/ 266257 w 337493"/>
              <a:gd name="connsiteY28" fmla="*/ 124777 h 338899"/>
              <a:gd name="connsiteX29" fmla="*/ 266257 w 337493"/>
              <a:gd name="connsiteY29" fmla="*/ 115348 h 338899"/>
              <a:gd name="connsiteX30" fmla="*/ 223762 w 337493"/>
              <a:gd name="connsiteY30" fmla="*/ 73057 h 338899"/>
              <a:gd name="connsiteX31" fmla="*/ 337493 w 337493"/>
              <a:gd name="connsiteY31" fmla="*/ 169450 h 338899"/>
              <a:gd name="connsiteX32" fmla="*/ 168747 w 337493"/>
              <a:gd name="connsiteY32" fmla="*/ 338900 h 338899"/>
              <a:gd name="connsiteX33" fmla="*/ 0 w 337493"/>
              <a:gd name="connsiteY33" fmla="*/ 169450 h 338899"/>
              <a:gd name="connsiteX34" fmla="*/ 168747 w 337493"/>
              <a:gd name="connsiteY34" fmla="*/ 0 h 338899"/>
              <a:gd name="connsiteX35" fmla="*/ 337493 w 337493"/>
              <a:gd name="connsiteY35" fmla="*/ 169450 h 338899"/>
              <a:gd name="connsiteX36" fmla="*/ 323455 w 337493"/>
              <a:gd name="connsiteY36" fmla="*/ 169450 h 338899"/>
              <a:gd name="connsiteX37" fmla="*/ 168841 w 337493"/>
              <a:gd name="connsiteY37" fmla="*/ 14192 h 338899"/>
              <a:gd name="connsiteX38" fmla="*/ 14228 w 337493"/>
              <a:gd name="connsiteY38" fmla="*/ 169450 h 338899"/>
              <a:gd name="connsiteX39" fmla="*/ 168841 w 337493"/>
              <a:gd name="connsiteY39" fmla="*/ 324707 h 338899"/>
              <a:gd name="connsiteX40" fmla="*/ 323455 w 337493"/>
              <a:gd name="connsiteY40" fmla="*/ 169450 h 338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7493" h="338899">
                <a:moveTo>
                  <a:pt x="197298" y="218789"/>
                </a:moveTo>
                <a:cubicBezTo>
                  <a:pt x="197298" y="223552"/>
                  <a:pt x="194927" y="225933"/>
                  <a:pt x="190279" y="225933"/>
                </a:cubicBezTo>
                <a:lnTo>
                  <a:pt x="95139" y="225933"/>
                </a:lnTo>
                <a:cubicBezTo>
                  <a:pt x="115182" y="246190"/>
                  <a:pt x="125237" y="256318"/>
                  <a:pt x="125303" y="256318"/>
                </a:cubicBezTo>
                <a:cubicBezTo>
                  <a:pt x="127675" y="258699"/>
                  <a:pt x="127675" y="263366"/>
                  <a:pt x="125303" y="265748"/>
                </a:cubicBezTo>
                <a:cubicBezTo>
                  <a:pt x="124165" y="268129"/>
                  <a:pt x="121793" y="268129"/>
                  <a:pt x="119517" y="268129"/>
                </a:cubicBezTo>
                <a:cubicBezTo>
                  <a:pt x="118379" y="268129"/>
                  <a:pt x="116007" y="268129"/>
                  <a:pt x="114869" y="265748"/>
                </a:cubicBezTo>
                <a:cubicBezTo>
                  <a:pt x="87551" y="238220"/>
                  <a:pt x="78065" y="228600"/>
                  <a:pt x="74746" y="225266"/>
                </a:cubicBezTo>
                <a:cubicBezTo>
                  <a:pt x="72469" y="224314"/>
                  <a:pt x="70572" y="222123"/>
                  <a:pt x="70572" y="218789"/>
                </a:cubicBezTo>
                <a:cubicBezTo>
                  <a:pt x="70572" y="216503"/>
                  <a:pt x="72090" y="214313"/>
                  <a:pt x="73987" y="212979"/>
                </a:cubicBezTo>
                <a:cubicBezTo>
                  <a:pt x="101182" y="185547"/>
                  <a:pt x="114774" y="171831"/>
                  <a:pt x="114774" y="171831"/>
                </a:cubicBezTo>
                <a:cubicBezTo>
                  <a:pt x="118284" y="169450"/>
                  <a:pt x="121793" y="169450"/>
                  <a:pt x="125208" y="171831"/>
                </a:cubicBezTo>
                <a:cubicBezTo>
                  <a:pt x="127580" y="174212"/>
                  <a:pt x="127580" y="178879"/>
                  <a:pt x="125208" y="181261"/>
                </a:cubicBezTo>
                <a:cubicBezTo>
                  <a:pt x="109368" y="197263"/>
                  <a:pt x="100261" y="206407"/>
                  <a:pt x="95044" y="211646"/>
                </a:cubicBezTo>
                <a:lnTo>
                  <a:pt x="190184" y="211646"/>
                </a:lnTo>
                <a:cubicBezTo>
                  <a:pt x="194832" y="211646"/>
                  <a:pt x="197203" y="215265"/>
                  <a:pt x="197203" y="218789"/>
                </a:cubicBezTo>
                <a:close/>
                <a:moveTo>
                  <a:pt x="223762" y="73152"/>
                </a:moveTo>
                <a:cubicBezTo>
                  <a:pt x="220253" y="70771"/>
                  <a:pt x="216648" y="70771"/>
                  <a:pt x="213139" y="73152"/>
                </a:cubicBezTo>
                <a:cubicBezTo>
                  <a:pt x="210767" y="75533"/>
                  <a:pt x="210767" y="80200"/>
                  <a:pt x="213139" y="82582"/>
                </a:cubicBezTo>
                <a:cubicBezTo>
                  <a:pt x="213139" y="82582"/>
                  <a:pt x="223317" y="92710"/>
                  <a:pt x="243682" y="112967"/>
                </a:cubicBezTo>
                <a:lnTo>
                  <a:pt x="148068" y="112967"/>
                </a:lnTo>
                <a:cubicBezTo>
                  <a:pt x="144559" y="112967"/>
                  <a:pt x="141049" y="116586"/>
                  <a:pt x="141049" y="120110"/>
                </a:cubicBezTo>
                <a:cubicBezTo>
                  <a:pt x="141049" y="124873"/>
                  <a:pt x="144559" y="127254"/>
                  <a:pt x="148068" y="127254"/>
                </a:cubicBezTo>
                <a:lnTo>
                  <a:pt x="243682" y="127254"/>
                </a:lnTo>
                <a:cubicBezTo>
                  <a:pt x="238370" y="132493"/>
                  <a:pt x="229169" y="141637"/>
                  <a:pt x="213139" y="157639"/>
                </a:cubicBezTo>
                <a:cubicBezTo>
                  <a:pt x="210767" y="160020"/>
                  <a:pt x="210767" y="164687"/>
                  <a:pt x="213139" y="167069"/>
                </a:cubicBezTo>
                <a:cubicBezTo>
                  <a:pt x="214277" y="169450"/>
                  <a:pt x="216648" y="169450"/>
                  <a:pt x="217881" y="169450"/>
                </a:cubicBezTo>
                <a:cubicBezTo>
                  <a:pt x="220253" y="169450"/>
                  <a:pt x="222624" y="169450"/>
                  <a:pt x="223762" y="167069"/>
                </a:cubicBezTo>
                <a:lnTo>
                  <a:pt x="266257" y="124777"/>
                </a:lnTo>
                <a:cubicBezTo>
                  <a:pt x="268629" y="122396"/>
                  <a:pt x="268629" y="117729"/>
                  <a:pt x="266257" y="115348"/>
                </a:cubicBezTo>
                <a:lnTo>
                  <a:pt x="223762" y="73057"/>
                </a:lnTo>
                <a:close/>
                <a:moveTo>
                  <a:pt x="337493" y="169450"/>
                </a:moveTo>
                <a:cubicBezTo>
                  <a:pt x="337493" y="263557"/>
                  <a:pt x="262463" y="338900"/>
                  <a:pt x="168747" y="338900"/>
                </a:cubicBezTo>
                <a:cubicBezTo>
                  <a:pt x="75030" y="338900"/>
                  <a:pt x="0" y="263557"/>
                  <a:pt x="0" y="169450"/>
                </a:cubicBezTo>
                <a:cubicBezTo>
                  <a:pt x="0" y="75343"/>
                  <a:pt x="76168" y="0"/>
                  <a:pt x="168747" y="0"/>
                </a:cubicBezTo>
                <a:cubicBezTo>
                  <a:pt x="261325" y="0"/>
                  <a:pt x="337493" y="76486"/>
                  <a:pt x="337493" y="169450"/>
                </a:cubicBezTo>
                <a:close/>
                <a:moveTo>
                  <a:pt x="323455" y="169450"/>
                </a:moveTo>
                <a:cubicBezTo>
                  <a:pt x="323455" y="83534"/>
                  <a:pt x="254306" y="14192"/>
                  <a:pt x="168841" y="14192"/>
                </a:cubicBezTo>
                <a:cubicBezTo>
                  <a:pt x="83377" y="14192"/>
                  <a:pt x="14228" y="83629"/>
                  <a:pt x="14228" y="169450"/>
                </a:cubicBezTo>
                <a:cubicBezTo>
                  <a:pt x="14228" y="255270"/>
                  <a:pt x="84516" y="324707"/>
                  <a:pt x="168841" y="324707"/>
                </a:cubicBezTo>
                <a:cubicBezTo>
                  <a:pt x="253167" y="324707"/>
                  <a:pt x="323455" y="255270"/>
                  <a:pt x="323455" y="16945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3" name="Graphic 179">
            <a:extLst>
              <a:ext uri="{FF2B5EF4-FFF2-40B4-BE49-F238E27FC236}">
                <a16:creationId xmlns:a16="http://schemas.microsoft.com/office/drawing/2014/main" id="{3420284A-784F-8EA3-7878-D2DA417F6043}"/>
              </a:ext>
            </a:extLst>
          </p:cNvPr>
          <p:cNvSpPr/>
          <p:nvPr/>
        </p:nvSpPr>
        <p:spPr>
          <a:xfrm>
            <a:off x="10358943" y="3473491"/>
            <a:ext cx="450244" cy="452120"/>
          </a:xfrm>
          <a:custGeom>
            <a:avLst/>
            <a:gdLst>
              <a:gd name="connsiteX0" fmla="*/ 197298 w 337493"/>
              <a:gd name="connsiteY0" fmla="*/ 218789 h 338899"/>
              <a:gd name="connsiteX1" fmla="*/ 190279 w 337493"/>
              <a:gd name="connsiteY1" fmla="*/ 225933 h 338899"/>
              <a:gd name="connsiteX2" fmla="*/ 95139 w 337493"/>
              <a:gd name="connsiteY2" fmla="*/ 225933 h 338899"/>
              <a:gd name="connsiteX3" fmla="*/ 125303 w 337493"/>
              <a:gd name="connsiteY3" fmla="*/ 256318 h 338899"/>
              <a:gd name="connsiteX4" fmla="*/ 125303 w 337493"/>
              <a:gd name="connsiteY4" fmla="*/ 265748 h 338899"/>
              <a:gd name="connsiteX5" fmla="*/ 119517 w 337493"/>
              <a:gd name="connsiteY5" fmla="*/ 268129 h 338899"/>
              <a:gd name="connsiteX6" fmla="*/ 114869 w 337493"/>
              <a:gd name="connsiteY6" fmla="*/ 265748 h 338899"/>
              <a:gd name="connsiteX7" fmla="*/ 74746 w 337493"/>
              <a:gd name="connsiteY7" fmla="*/ 225266 h 338899"/>
              <a:gd name="connsiteX8" fmla="*/ 70572 w 337493"/>
              <a:gd name="connsiteY8" fmla="*/ 218789 h 338899"/>
              <a:gd name="connsiteX9" fmla="*/ 73987 w 337493"/>
              <a:gd name="connsiteY9" fmla="*/ 212979 h 338899"/>
              <a:gd name="connsiteX10" fmla="*/ 114774 w 337493"/>
              <a:gd name="connsiteY10" fmla="*/ 171831 h 338899"/>
              <a:gd name="connsiteX11" fmla="*/ 125208 w 337493"/>
              <a:gd name="connsiteY11" fmla="*/ 171831 h 338899"/>
              <a:gd name="connsiteX12" fmla="*/ 125208 w 337493"/>
              <a:gd name="connsiteY12" fmla="*/ 181261 h 338899"/>
              <a:gd name="connsiteX13" fmla="*/ 95044 w 337493"/>
              <a:gd name="connsiteY13" fmla="*/ 211646 h 338899"/>
              <a:gd name="connsiteX14" fmla="*/ 190184 w 337493"/>
              <a:gd name="connsiteY14" fmla="*/ 211646 h 338899"/>
              <a:gd name="connsiteX15" fmla="*/ 197203 w 337493"/>
              <a:gd name="connsiteY15" fmla="*/ 218789 h 338899"/>
              <a:gd name="connsiteX16" fmla="*/ 223762 w 337493"/>
              <a:gd name="connsiteY16" fmla="*/ 73152 h 338899"/>
              <a:gd name="connsiteX17" fmla="*/ 213139 w 337493"/>
              <a:gd name="connsiteY17" fmla="*/ 73152 h 338899"/>
              <a:gd name="connsiteX18" fmla="*/ 213139 w 337493"/>
              <a:gd name="connsiteY18" fmla="*/ 82582 h 338899"/>
              <a:gd name="connsiteX19" fmla="*/ 243682 w 337493"/>
              <a:gd name="connsiteY19" fmla="*/ 112967 h 338899"/>
              <a:gd name="connsiteX20" fmla="*/ 148068 w 337493"/>
              <a:gd name="connsiteY20" fmla="*/ 112967 h 338899"/>
              <a:gd name="connsiteX21" fmla="*/ 141049 w 337493"/>
              <a:gd name="connsiteY21" fmla="*/ 120110 h 338899"/>
              <a:gd name="connsiteX22" fmla="*/ 148068 w 337493"/>
              <a:gd name="connsiteY22" fmla="*/ 127254 h 338899"/>
              <a:gd name="connsiteX23" fmla="*/ 243682 w 337493"/>
              <a:gd name="connsiteY23" fmla="*/ 127254 h 338899"/>
              <a:gd name="connsiteX24" fmla="*/ 213139 w 337493"/>
              <a:gd name="connsiteY24" fmla="*/ 157639 h 338899"/>
              <a:gd name="connsiteX25" fmla="*/ 213139 w 337493"/>
              <a:gd name="connsiteY25" fmla="*/ 167069 h 338899"/>
              <a:gd name="connsiteX26" fmla="*/ 217881 w 337493"/>
              <a:gd name="connsiteY26" fmla="*/ 169450 h 338899"/>
              <a:gd name="connsiteX27" fmla="*/ 223762 w 337493"/>
              <a:gd name="connsiteY27" fmla="*/ 167069 h 338899"/>
              <a:gd name="connsiteX28" fmla="*/ 266257 w 337493"/>
              <a:gd name="connsiteY28" fmla="*/ 124777 h 338899"/>
              <a:gd name="connsiteX29" fmla="*/ 266257 w 337493"/>
              <a:gd name="connsiteY29" fmla="*/ 115348 h 338899"/>
              <a:gd name="connsiteX30" fmla="*/ 223762 w 337493"/>
              <a:gd name="connsiteY30" fmla="*/ 73057 h 338899"/>
              <a:gd name="connsiteX31" fmla="*/ 337493 w 337493"/>
              <a:gd name="connsiteY31" fmla="*/ 169450 h 338899"/>
              <a:gd name="connsiteX32" fmla="*/ 168747 w 337493"/>
              <a:gd name="connsiteY32" fmla="*/ 338900 h 338899"/>
              <a:gd name="connsiteX33" fmla="*/ 0 w 337493"/>
              <a:gd name="connsiteY33" fmla="*/ 169450 h 338899"/>
              <a:gd name="connsiteX34" fmla="*/ 168747 w 337493"/>
              <a:gd name="connsiteY34" fmla="*/ 0 h 338899"/>
              <a:gd name="connsiteX35" fmla="*/ 337493 w 337493"/>
              <a:gd name="connsiteY35" fmla="*/ 169450 h 338899"/>
              <a:gd name="connsiteX36" fmla="*/ 323455 w 337493"/>
              <a:gd name="connsiteY36" fmla="*/ 169450 h 338899"/>
              <a:gd name="connsiteX37" fmla="*/ 168841 w 337493"/>
              <a:gd name="connsiteY37" fmla="*/ 14192 h 338899"/>
              <a:gd name="connsiteX38" fmla="*/ 14228 w 337493"/>
              <a:gd name="connsiteY38" fmla="*/ 169450 h 338899"/>
              <a:gd name="connsiteX39" fmla="*/ 168841 w 337493"/>
              <a:gd name="connsiteY39" fmla="*/ 324707 h 338899"/>
              <a:gd name="connsiteX40" fmla="*/ 323455 w 337493"/>
              <a:gd name="connsiteY40" fmla="*/ 169450 h 338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7493" h="338899">
                <a:moveTo>
                  <a:pt x="197298" y="218789"/>
                </a:moveTo>
                <a:cubicBezTo>
                  <a:pt x="197298" y="223552"/>
                  <a:pt x="194927" y="225933"/>
                  <a:pt x="190279" y="225933"/>
                </a:cubicBezTo>
                <a:lnTo>
                  <a:pt x="95139" y="225933"/>
                </a:lnTo>
                <a:cubicBezTo>
                  <a:pt x="115182" y="246190"/>
                  <a:pt x="125237" y="256318"/>
                  <a:pt x="125303" y="256318"/>
                </a:cubicBezTo>
                <a:cubicBezTo>
                  <a:pt x="127675" y="258699"/>
                  <a:pt x="127675" y="263366"/>
                  <a:pt x="125303" y="265748"/>
                </a:cubicBezTo>
                <a:cubicBezTo>
                  <a:pt x="124165" y="268129"/>
                  <a:pt x="121793" y="268129"/>
                  <a:pt x="119517" y="268129"/>
                </a:cubicBezTo>
                <a:cubicBezTo>
                  <a:pt x="118379" y="268129"/>
                  <a:pt x="116007" y="268129"/>
                  <a:pt x="114869" y="265748"/>
                </a:cubicBezTo>
                <a:cubicBezTo>
                  <a:pt x="87551" y="238220"/>
                  <a:pt x="78065" y="228600"/>
                  <a:pt x="74746" y="225266"/>
                </a:cubicBezTo>
                <a:cubicBezTo>
                  <a:pt x="72469" y="224314"/>
                  <a:pt x="70572" y="222123"/>
                  <a:pt x="70572" y="218789"/>
                </a:cubicBezTo>
                <a:cubicBezTo>
                  <a:pt x="70572" y="216503"/>
                  <a:pt x="72090" y="214313"/>
                  <a:pt x="73987" y="212979"/>
                </a:cubicBezTo>
                <a:cubicBezTo>
                  <a:pt x="101182" y="185547"/>
                  <a:pt x="114774" y="171831"/>
                  <a:pt x="114774" y="171831"/>
                </a:cubicBezTo>
                <a:cubicBezTo>
                  <a:pt x="118284" y="169450"/>
                  <a:pt x="121793" y="169450"/>
                  <a:pt x="125208" y="171831"/>
                </a:cubicBezTo>
                <a:cubicBezTo>
                  <a:pt x="127580" y="174212"/>
                  <a:pt x="127580" y="178879"/>
                  <a:pt x="125208" y="181261"/>
                </a:cubicBezTo>
                <a:cubicBezTo>
                  <a:pt x="109368" y="197263"/>
                  <a:pt x="100261" y="206407"/>
                  <a:pt x="95044" y="211646"/>
                </a:cubicBezTo>
                <a:lnTo>
                  <a:pt x="190184" y="211646"/>
                </a:lnTo>
                <a:cubicBezTo>
                  <a:pt x="194832" y="211646"/>
                  <a:pt x="197203" y="215265"/>
                  <a:pt x="197203" y="218789"/>
                </a:cubicBezTo>
                <a:close/>
                <a:moveTo>
                  <a:pt x="223762" y="73152"/>
                </a:moveTo>
                <a:cubicBezTo>
                  <a:pt x="220253" y="70771"/>
                  <a:pt x="216648" y="70771"/>
                  <a:pt x="213139" y="73152"/>
                </a:cubicBezTo>
                <a:cubicBezTo>
                  <a:pt x="210767" y="75533"/>
                  <a:pt x="210767" y="80200"/>
                  <a:pt x="213139" y="82582"/>
                </a:cubicBezTo>
                <a:cubicBezTo>
                  <a:pt x="213139" y="82582"/>
                  <a:pt x="223317" y="92710"/>
                  <a:pt x="243682" y="112967"/>
                </a:cubicBezTo>
                <a:lnTo>
                  <a:pt x="148068" y="112967"/>
                </a:lnTo>
                <a:cubicBezTo>
                  <a:pt x="144559" y="112967"/>
                  <a:pt x="141049" y="116586"/>
                  <a:pt x="141049" y="120110"/>
                </a:cubicBezTo>
                <a:cubicBezTo>
                  <a:pt x="141049" y="124873"/>
                  <a:pt x="144559" y="127254"/>
                  <a:pt x="148068" y="127254"/>
                </a:cubicBezTo>
                <a:lnTo>
                  <a:pt x="243682" y="127254"/>
                </a:lnTo>
                <a:cubicBezTo>
                  <a:pt x="238370" y="132493"/>
                  <a:pt x="229169" y="141637"/>
                  <a:pt x="213139" y="157639"/>
                </a:cubicBezTo>
                <a:cubicBezTo>
                  <a:pt x="210767" y="160020"/>
                  <a:pt x="210767" y="164687"/>
                  <a:pt x="213139" y="167069"/>
                </a:cubicBezTo>
                <a:cubicBezTo>
                  <a:pt x="214277" y="169450"/>
                  <a:pt x="216648" y="169450"/>
                  <a:pt x="217881" y="169450"/>
                </a:cubicBezTo>
                <a:cubicBezTo>
                  <a:pt x="220253" y="169450"/>
                  <a:pt x="222624" y="169450"/>
                  <a:pt x="223762" y="167069"/>
                </a:cubicBezTo>
                <a:lnTo>
                  <a:pt x="266257" y="124777"/>
                </a:lnTo>
                <a:cubicBezTo>
                  <a:pt x="268629" y="122396"/>
                  <a:pt x="268629" y="117729"/>
                  <a:pt x="266257" y="115348"/>
                </a:cubicBezTo>
                <a:lnTo>
                  <a:pt x="223762" y="73057"/>
                </a:lnTo>
                <a:close/>
                <a:moveTo>
                  <a:pt x="337493" y="169450"/>
                </a:moveTo>
                <a:cubicBezTo>
                  <a:pt x="337493" y="263557"/>
                  <a:pt x="262463" y="338900"/>
                  <a:pt x="168747" y="338900"/>
                </a:cubicBezTo>
                <a:cubicBezTo>
                  <a:pt x="75030" y="338900"/>
                  <a:pt x="0" y="263557"/>
                  <a:pt x="0" y="169450"/>
                </a:cubicBezTo>
                <a:cubicBezTo>
                  <a:pt x="0" y="75343"/>
                  <a:pt x="76168" y="0"/>
                  <a:pt x="168747" y="0"/>
                </a:cubicBezTo>
                <a:cubicBezTo>
                  <a:pt x="261325" y="0"/>
                  <a:pt x="337493" y="76486"/>
                  <a:pt x="337493" y="169450"/>
                </a:cubicBezTo>
                <a:close/>
                <a:moveTo>
                  <a:pt x="323455" y="169450"/>
                </a:moveTo>
                <a:cubicBezTo>
                  <a:pt x="323455" y="83534"/>
                  <a:pt x="254306" y="14192"/>
                  <a:pt x="168841" y="14192"/>
                </a:cubicBezTo>
                <a:cubicBezTo>
                  <a:pt x="83377" y="14192"/>
                  <a:pt x="14228" y="83629"/>
                  <a:pt x="14228" y="169450"/>
                </a:cubicBezTo>
                <a:cubicBezTo>
                  <a:pt x="14228" y="255270"/>
                  <a:pt x="84516" y="324707"/>
                  <a:pt x="168841" y="324707"/>
                </a:cubicBezTo>
                <a:cubicBezTo>
                  <a:pt x="253167" y="324707"/>
                  <a:pt x="323455" y="255270"/>
                  <a:pt x="323455" y="16945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4" name="Graphic 179">
            <a:extLst>
              <a:ext uri="{FF2B5EF4-FFF2-40B4-BE49-F238E27FC236}">
                <a16:creationId xmlns:a16="http://schemas.microsoft.com/office/drawing/2014/main" id="{84DDDAF5-773F-3E38-1998-BD1AF2809C47}"/>
              </a:ext>
            </a:extLst>
          </p:cNvPr>
          <p:cNvSpPr/>
          <p:nvPr/>
        </p:nvSpPr>
        <p:spPr>
          <a:xfrm>
            <a:off x="11143168" y="3473491"/>
            <a:ext cx="450244" cy="452120"/>
          </a:xfrm>
          <a:custGeom>
            <a:avLst/>
            <a:gdLst>
              <a:gd name="connsiteX0" fmla="*/ 197298 w 337493"/>
              <a:gd name="connsiteY0" fmla="*/ 218789 h 338899"/>
              <a:gd name="connsiteX1" fmla="*/ 190279 w 337493"/>
              <a:gd name="connsiteY1" fmla="*/ 225933 h 338899"/>
              <a:gd name="connsiteX2" fmla="*/ 95139 w 337493"/>
              <a:gd name="connsiteY2" fmla="*/ 225933 h 338899"/>
              <a:gd name="connsiteX3" fmla="*/ 125303 w 337493"/>
              <a:gd name="connsiteY3" fmla="*/ 256318 h 338899"/>
              <a:gd name="connsiteX4" fmla="*/ 125303 w 337493"/>
              <a:gd name="connsiteY4" fmla="*/ 265748 h 338899"/>
              <a:gd name="connsiteX5" fmla="*/ 119517 w 337493"/>
              <a:gd name="connsiteY5" fmla="*/ 268129 h 338899"/>
              <a:gd name="connsiteX6" fmla="*/ 114869 w 337493"/>
              <a:gd name="connsiteY6" fmla="*/ 265748 h 338899"/>
              <a:gd name="connsiteX7" fmla="*/ 74746 w 337493"/>
              <a:gd name="connsiteY7" fmla="*/ 225266 h 338899"/>
              <a:gd name="connsiteX8" fmla="*/ 70572 w 337493"/>
              <a:gd name="connsiteY8" fmla="*/ 218789 h 338899"/>
              <a:gd name="connsiteX9" fmla="*/ 73987 w 337493"/>
              <a:gd name="connsiteY9" fmla="*/ 212979 h 338899"/>
              <a:gd name="connsiteX10" fmla="*/ 114774 w 337493"/>
              <a:gd name="connsiteY10" fmla="*/ 171831 h 338899"/>
              <a:gd name="connsiteX11" fmla="*/ 125208 w 337493"/>
              <a:gd name="connsiteY11" fmla="*/ 171831 h 338899"/>
              <a:gd name="connsiteX12" fmla="*/ 125208 w 337493"/>
              <a:gd name="connsiteY12" fmla="*/ 181261 h 338899"/>
              <a:gd name="connsiteX13" fmla="*/ 95044 w 337493"/>
              <a:gd name="connsiteY13" fmla="*/ 211646 h 338899"/>
              <a:gd name="connsiteX14" fmla="*/ 190184 w 337493"/>
              <a:gd name="connsiteY14" fmla="*/ 211646 h 338899"/>
              <a:gd name="connsiteX15" fmla="*/ 197203 w 337493"/>
              <a:gd name="connsiteY15" fmla="*/ 218789 h 338899"/>
              <a:gd name="connsiteX16" fmla="*/ 223762 w 337493"/>
              <a:gd name="connsiteY16" fmla="*/ 73152 h 338899"/>
              <a:gd name="connsiteX17" fmla="*/ 213139 w 337493"/>
              <a:gd name="connsiteY17" fmla="*/ 73152 h 338899"/>
              <a:gd name="connsiteX18" fmla="*/ 213139 w 337493"/>
              <a:gd name="connsiteY18" fmla="*/ 82582 h 338899"/>
              <a:gd name="connsiteX19" fmla="*/ 243682 w 337493"/>
              <a:gd name="connsiteY19" fmla="*/ 112967 h 338899"/>
              <a:gd name="connsiteX20" fmla="*/ 148068 w 337493"/>
              <a:gd name="connsiteY20" fmla="*/ 112967 h 338899"/>
              <a:gd name="connsiteX21" fmla="*/ 141049 w 337493"/>
              <a:gd name="connsiteY21" fmla="*/ 120110 h 338899"/>
              <a:gd name="connsiteX22" fmla="*/ 148068 w 337493"/>
              <a:gd name="connsiteY22" fmla="*/ 127254 h 338899"/>
              <a:gd name="connsiteX23" fmla="*/ 243682 w 337493"/>
              <a:gd name="connsiteY23" fmla="*/ 127254 h 338899"/>
              <a:gd name="connsiteX24" fmla="*/ 213139 w 337493"/>
              <a:gd name="connsiteY24" fmla="*/ 157639 h 338899"/>
              <a:gd name="connsiteX25" fmla="*/ 213139 w 337493"/>
              <a:gd name="connsiteY25" fmla="*/ 167069 h 338899"/>
              <a:gd name="connsiteX26" fmla="*/ 217881 w 337493"/>
              <a:gd name="connsiteY26" fmla="*/ 169450 h 338899"/>
              <a:gd name="connsiteX27" fmla="*/ 223762 w 337493"/>
              <a:gd name="connsiteY27" fmla="*/ 167069 h 338899"/>
              <a:gd name="connsiteX28" fmla="*/ 266257 w 337493"/>
              <a:gd name="connsiteY28" fmla="*/ 124777 h 338899"/>
              <a:gd name="connsiteX29" fmla="*/ 266257 w 337493"/>
              <a:gd name="connsiteY29" fmla="*/ 115348 h 338899"/>
              <a:gd name="connsiteX30" fmla="*/ 223762 w 337493"/>
              <a:gd name="connsiteY30" fmla="*/ 73057 h 338899"/>
              <a:gd name="connsiteX31" fmla="*/ 337493 w 337493"/>
              <a:gd name="connsiteY31" fmla="*/ 169450 h 338899"/>
              <a:gd name="connsiteX32" fmla="*/ 168747 w 337493"/>
              <a:gd name="connsiteY32" fmla="*/ 338900 h 338899"/>
              <a:gd name="connsiteX33" fmla="*/ 0 w 337493"/>
              <a:gd name="connsiteY33" fmla="*/ 169450 h 338899"/>
              <a:gd name="connsiteX34" fmla="*/ 168747 w 337493"/>
              <a:gd name="connsiteY34" fmla="*/ 0 h 338899"/>
              <a:gd name="connsiteX35" fmla="*/ 337493 w 337493"/>
              <a:gd name="connsiteY35" fmla="*/ 169450 h 338899"/>
              <a:gd name="connsiteX36" fmla="*/ 323455 w 337493"/>
              <a:gd name="connsiteY36" fmla="*/ 169450 h 338899"/>
              <a:gd name="connsiteX37" fmla="*/ 168841 w 337493"/>
              <a:gd name="connsiteY37" fmla="*/ 14192 h 338899"/>
              <a:gd name="connsiteX38" fmla="*/ 14228 w 337493"/>
              <a:gd name="connsiteY38" fmla="*/ 169450 h 338899"/>
              <a:gd name="connsiteX39" fmla="*/ 168841 w 337493"/>
              <a:gd name="connsiteY39" fmla="*/ 324707 h 338899"/>
              <a:gd name="connsiteX40" fmla="*/ 323455 w 337493"/>
              <a:gd name="connsiteY40" fmla="*/ 169450 h 338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7493" h="338899">
                <a:moveTo>
                  <a:pt x="197298" y="218789"/>
                </a:moveTo>
                <a:cubicBezTo>
                  <a:pt x="197298" y="223552"/>
                  <a:pt x="194927" y="225933"/>
                  <a:pt x="190279" y="225933"/>
                </a:cubicBezTo>
                <a:lnTo>
                  <a:pt x="95139" y="225933"/>
                </a:lnTo>
                <a:cubicBezTo>
                  <a:pt x="115182" y="246190"/>
                  <a:pt x="125237" y="256318"/>
                  <a:pt x="125303" y="256318"/>
                </a:cubicBezTo>
                <a:cubicBezTo>
                  <a:pt x="127675" y="258699"/>
                  <a:pt x="127675" y="263366"/>
                  <a:pt x="125303" y="265748"/>
                </a:cubicBezTo>
                <a:cubicBezTo>
                  <a:pt x="124165" y="268129"/>
                  <a:pt x="121793" y="268129"/>
                  <a:pt x="119517" y="268129"/>
                </a:cubicBezTo>
                <a:cubicBezTo>
                  <a:pt x="118379" y="268129"/>
                  <a:pt x="116007" y="268129"/>
                  <a:pt x="114869" y="265748"/>
                </a:cubicBezTo>
                <a:cubicBezTo>
                  <a:pt x="87551" y="238220"/>
                  <a:pt x="78065" y="228600"/>
                  <a:pt x="74746" y="225266"/>
                </a:cubicBezTo>
                <a:cubicBezTo>
                  <a:pt x="72469" y="224314"/>
                  <a:pt x="70572" y="222123"/>
                  <a:pt x="70572" y="218789"/>
                </a:cubicBezTo>
                <a:cubicBezTo>
                  <a:pt x="70572" y="216503"/>
                  <a:pt x="72090" y="214313"/>
                  <a:pt x="73987" y="212979"/>
                </a:cubicBezTo>
                <a:cubicBezTo>
                  <a:pt x="101182" y="185547"/>
                  <a:pt x="114774" y="171831"/>
                  <a:pt x="114774" y="171831"/>
                </a:cubicBezTo>
                <a:cubicBezTo>
                  <a:pt x="118284" y="169450"/>
                  <a:pt x="121793" y="169450"/>
                  <a:pt x="125208" y="171831"/>
                </a:cubicBezTo>
                <a:cubicBezTo>
                  <a:pt x="127580" y="174212"/>
                  <a:pt x="127580" y="178879"/>
                  <a:pt x="125208" y="181261"/>
                </a:cubicBezTo>
                <a:cubicBezTo>
                  <a:pt x="109368" y="197263"/>
                  <a:pt x="100261" y="206407"/>
                  <a:pt x="95044" y="211646"/>
                </a:cubicBezTo>
                <a:lnTo>
                  <a:pt x="190184" y="211646"/>
                </a:lnTo>
                <a:cubicBezTo>
                  <a:pt x="194832" y="211646"/>
                  <a:pt x="197203" y="215265"/>
                  <a:pt x="197203" y="218789"/>
                </a:cubicBezTo>
                <a:close/>
                <a:moveTo>
                  <a:pt x="223762" y="73152"/>
                </a:moveTo>
                <a:cubicBezTo>
                  <a:pt x="220253" y="70771"/>
                  <a:pt x="216648" y="70771"/>
                  <a:pt x="213139" y="73152"/>
                </a:cubicBezTo>
                <a:cubicBezTo>
                  <a:pt x="210767" y="75533"/>
                  <a:pt x="210767" y="80200"/>
                  <a:pt x="213139" y="82582"/>
                </a:cubicBezTo>
                <a:cubicBezTo>
                  <a:pt x="213139" y="82582"/>
                  <a:pt x="223317" y="92710"/>
                  <a:pt x="243682" y="112967"/>
                </a:cubicBezTo>
                <a:lnTo>
                  <a:pt x="148068" y="112967"/>
                </a:lnTo>
                <a:cubicBezTo>
                  <a:pt x="144559" y="112967"/>
                  <a:pt x="141049" y="116586"/>
                  <a:pt x="141049" y="120110"/>
                </a:cubicBezTo>
                <a:cubicBezTo>
                  <a:pt x="141049" y="124873"/>
                  <a:pt x="144559" y="127254"/>
                  <a:pt x="148068" y="127254"/>
                </a:cubicBezTo>
                <a:lnTo>
                  <a:pt x="243682" y="127254"/>
                </a:lnTo>
                <a:cubicBezTo>
                  <a:pt x="238370" y="132493"/>
                  <a:pt x="229169" y="141637"/>
                  <a:pt x="213139" y="157639"/>
                </a:cubicBezTo>
                <a:cubicBezTo>
                  <a:pt x="210767" y="160020"/>
                  <a:pt x="210767" y="164687"/>
                  <a:pt x="213139" y="167069"/>
                </a:cubicBezTo>
                <a:cubicBezTo>
                  <a:pt x="214277" y="169450"/>
                  <a:pt x="216648" y="169450"/>
                  <a:pt x="217881" y="169450"/>
                </a:cubicBezTo>
                <a:cubicBezTo>
                  <a:pt x="220253" y="169450"/>
                  <a:pt x="222624" y="169450"/>
                  <a:pt x="223762" y="167069"/>
                </a:cubicBezTo>
                <a:lnTo>
                  <a:pt x="266257" y="124777"/>
                </a:lnTo>
                <a:cubicBezTo>
                  <a:pt x="268629" y="122396"/>
                  <a:pt x="268629" y="117729"/>
                  <a:pt x="266257" y="115348"/>
                </a:cubicBezTo>
                <a:lnTo>
                  <a:pt x="223762" y="73057"/>
                </a:lnTo>
                <a:close/>
                <a:moveTo>
                  <a:pt x="337493" y="169450"/>
                </a:moveTo>
                <a:cubicBezTo>
                  <a:pt x="337493" y="263557"/>
                  <a:pt x="262463" y="338900"/>
                  <a:pt x="168747" y="338900"/>
                </a:cubicBezTo>
                <a:cubicBezTo>
                  <a:pt x="75030" y="338900"/>
                  <a:pt x="0" y="263557"/>
                  <a:pt x="0" y="169450"/>
                </a:cubicBezTo>
                <a:cubicBezTo>
                  <a:pt x="0" y="75343"/>
                  <a:pt x="76168" y="0"/>
                  <a:pt x="168747" y="0"/>
                </a:cubicBezTo>
                <a:cubicBezTo>
                  <a:pt x="261325" y="0"/>
                  <a:pt x="337493" y="76486"/>
                  <a:pt x="337493" y="169450"/>
                </a:cubicBezTo>
                <a:close/>
                <a:moveTo>
                  <a:pt x="323455" y="169450"/>
                </a:moveTo>
                <a:cubicBezTo>
                  <a:pt x="323455" y="83534"/>
                  <a:pt x="254306" y="14192"/>
                  <a:pt x="168841" y="14192"/>
                </a:cubicBezTo>
                <a:cubicBezTo>
                  <a:pt x="83377" y="14192"/>
                  <a:pt x="14228" y="83629"/>
                  <a:pt x="14228" y="169450"/>
                </a:cubicBezTo>
                <a:cubicBezTo>
                  <a:pt x="14228" y="255270"/>
                  <a:pt x="84516" y="324707"/>
                  <a:pt x="168841" y="324707"/>
                </a:cubicBezTo>
                <a:cubicBezTo>
                  <a:pt x="253167" y="324707"/>
                  <a:pt x="323455" y="255270"/>
                  <a:pt x="323455" y="16945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7" name="Graphic 185">
            <a:extLst>
              <a:ext uri="{FF2B5EF4-FFF2-40B4-BE49-F238E27FC236}">
                <a16:creationId xmlns:a16="http://schemas.microsoft.com/office/drawing/2014/main" id="{49F6457F-C225-0982-CE54-4B57351819AD}"/>
              </a:ext>
            </a:extLst>
          </p:cNvPr>
          <p:cNvSpPr/>
          <p:nvPr/>
        </p:nvSpPr>
        <p:spPr>
          <a:xfrm>
            <a:off x="551338" y="4922234"/>
            <a:ext cx="516535" cy="325956"/>
          </a:xfrm>
          <a:custGeom>
            <a:avLst/>
            <a:gdLst>
              <a:gd name="connsiteX0" fmla="*/ 68770 w 387766"/>
              <a:gd name="connsiteY0" fmla="*/ 122301 h 244697"/>
              <a:gd name="connsiteX1" fmla="*/ 36424 w 387766"/>
              <a:gd name="connsiteY1" fmla="*/ 134493 h 244697"/>
              <a:gd name="connsiteX2" fmla="*/ 16220 w 387766"/>
              <a:gd name="connsiteY2" fmla="*/ 175260 h 244697"/>
              <a:gd name="connsiteX3" fmla="*/ 29690 w 387766"/>
              <a:gd name="connsiteY3" fmla="*/ 211931 h 244697"/>
              <a:gd name="connsiteX4" fmla="*/ 72754 w 387766"/>
              <a:gd name="connsiteY4" fmla="*/ 228219 h 244697"/>
              <a:gd name="connsiteX5" fmla="*/ 307045 w 387766"/>
              <a:gd name="connsiteY5" fmla="*/ 228219 h 244697"/>
              <a:gd name="connsiteX6" fmla="*/ 371641 w 387766"/>
              <a:gd name="connsiteY6" fmla="*/ 154876 h 244697"/>
              <a:gd name="connsiteX7" fmla="*/ 350109 w 387766"/>
              <a:gd name="connsiteY7" fmla="*/ 101918 h 244697"/>
              <a:gd name="connsiteX8" fmla="*/ 296231 w 387766"/>
              <a:gd name="connsiteY8" fmla="*/ 81534 h 244697"/>
              <a:gd name="connsiteX9" fmla="*/ 289497 w 387766"/>
              <a:gd name="connsiteY9" fmla="*/ 77438 h 244697"/>
              <a:gd name="connsiteX10" fmla="*/ 193883 w 387766"/>
              <a:gd name="connsiteY10" fmla="*/ 16288 h 244697"/>
              <a:gd name="connsiteX11" fmla="*/ 88879 w 387766"/>
              <a:gd name="connsiteY11" fmla="*/ 115538 h 244697"/>
              <a:gd name="connsiteX12" fmla="*/ 86223 w 387766"/>
              <a:gd name="connsiteY12" fmla="*/ 122301 h 244697"/>
              <a:gd name="connsiteX13" fmla="*/ 79488 w 387766"/>
              <a:gd name="connsiteY13" fmla="*/ 123634 h 244697"/>
              <a:gd name="connsiteX14" fmla="*/ 68675 w 387766"/>
              <a:gd name="connsiteY14" fmla="*/ 122301 h 244697"/>
              <a:gd name="connsiteX15" fmla="*/ 72754 w 387766"/>
              <a:gd name="connsiteY15" fmla="*/ 244602 h 244697"/>
              <a:gd name="connsiteX16" fmla="*/ 18876 w 387766"/>
              <a:gd name="connsiteY16" fmla="*/ 222885 h 244697"/>
              <a:gd name="connsiteX17" fmla="*/ 0 w 387766"/>
              <a:gd name="connsiteY17" fmla="*/ 175355 h 244697"/>
              <a:gd name="connsiteX18" fmla="*/ 25611 w 387766"/>
              <a:gd name="connsiteY18" fmla="*/ 120968 h 244697"/>
              <a:gd name="connsiteX19" fmla="*/ 74082 w 387766"/>
              <a:gd name="connsiteY19" fmla="*/ 106013 h 244697"/>
              <a:gd name="connsiteX20" fmla="*/ 193883 w 387766"/>
              <a:gd name="connsiteY20" fmla="*/ 0 h 244697"/>
              <a:gd name="connsiteX21" fmla="*/ 301543 w 387766"/>
              <a:gd name="connsiteY21" fmla="*/ 65246 h 244697"/>
              <a:gd name="connsiteX22" fmla="*/ 360828 w 387766"/>
              <a:gd name="connsiteY22" fmla="*/ 89726 h 244697"/>
              <a:gd name="connsiteX23" fmla="*/ 387766 w 387766"/>
              <a:gd name="connsiteY23" fmla="*/ 154972 h 244697"/>
              <a:gd name="connsiteX24" fmla="*/ 308373 w 387766"/>
              <a:gd name="connsiteY24" fmla="*/ 244697 h 244697"/>
              <a:gd name="connsiteX25" fmla="*/ 72754 w 387766"/>
              <a:gd name="connsiteY25" fmla="*/ 244697 h 24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87766" h="244697">
                <a:moveTo>
                  <a:pt x="68770" y="122301"/>
                </a:moveTo>
                <a:cubicBezTo>
                  <a:pt x="56628" y="122301"/>
                  <a:pt x="45910" y="126397"/>
                  <a:pt x="36424" y="134493"/>
                </a:cubicBezTo>
                <a:cubicBezTo>
                  <a:pt x="22955" y="144018"/>
                  <a:pt x="16220" y="158972"/>
                  <a:pt x="16220" y="175260"/>
                </a:cubicBezTo>
                <a:cubicBezTo>
                  <a:pt x="16220" y="190214"/>
                  <a:pt x="21627" y="202406"/>
                  <a:pt x="29690" y="211931"/>
                </a:cubicBezTo>
                <a:cubicBezTo>
                  <a:pt x="45815" y="228219"/>
                  <a:pt x="71426" y="228219"/>
                  <a:pt x="72754" y="228219"/>
                </a:cubicBezTo>
                <a:lnTo>
                  <a:pt x="307045" y="228219"/>
                </a:lnTo>
                <a:cubicBezTo>
                  <a:pt x="313780" y="226885"/>
                  <a:pt x="371641" y="216027"/>
                  <a:pt x="371641" y="154876"/>
                </a:cubicBezTo>
                <a:cubicBezTo>
                  <a:pt x="371641" y="134493"/>
                  <a:pt x="363578" y="115443"/>
                  <a:pt x="350109" y="101918"/>
                </a:cubicBezTo>
                <a:cubicBezTo>
                  <a:pt x="335312" y="88297"/>
                  <a:pt x="316435" y="80201"/>
                  <a:pt x="296231" y="81534"/>
                </a:cubicBezTo>
                <a:cubicBezTo>
                  <a:pt x="293576" y="81534"/>
                  <a:pt x="290825" y="80201"/>
                  <a:pt x="289497" y="77438"/>
                </a:cubicBezTo>
                <a:cubicBezTo>
                  <a:pt x="271949" y="39433"/>
                  <a:pt x="234291" y="16288"/>
                  <a:pt x="193883" y="16288"/>
                </a:cubicBezTo>
                <a:cubicBezTo>
                  <a:pt x="138678" y="16288"/>
                  <a:pt x="92863" y="59817"/>
                  <a:pt x="88879" y="115538"/>
                </a:cubicBezTo>
                <a:cubicBezTo>
                  <a:pt x="88879" y="118301"/>
                  <a:pt x="88879" y="119634"/>
                  <a:pt x="86223" y="122301"/>
                </a:cubicBezTo>
                <a:cubicBezTo>
                  <a:pt x="84895" y="123634"/>
                  <a:pt x="82144" y="123634"/>
                  <a:pt x="79488" y="123634"/>
                </a:cubicBezTo>
                <a:cubicBezTo>
                  <a:pt x="76832" y="122301"/>
                  <a:pt x="72754" y="122301"/>
                  <a:pt x="68675" y="122301"/>
                </a:cubicBezTo>
                <a:close/>
                <a:moveTo>
                  <a:pt x="72754" y="244602"/>
                </a:moveTo>
                <a:cubicBezTo>
                  <a:pt x="68675" y="244602"/>
                  <a:pt x="39080" y="243268"/>
                  <a:pt x="18876" y="222885"/>
                </a:cubicBezTo>
                <a:cubicBezTo>
                  <a:pt x="6735" y="212026"/>
                  <a:pt x="0" y="195739"/>
                  <a:pt x="0" y="175355"/>
                </a:cubicBezTo>
                <a:cubicBezTo>
                  <a:pt x="0" y="153638"/>
                  <a:pt x="9391" y="134588"/>
                  <a:pt x="25611" y="120968"/>
                </a:cubicBezTo>
                <a:cubicBezTo>
                  <a:pt x="39080" y="110109"/>
                  <a:pt x="56533" y="104680"/>
                  <a:pt x="74082" y="106013"/>
                </a:cubicBezTo>
                <a:cubicBezTo>
                  <a:pt x="82144" y="46196"/>
                  <a:pt x="133366" y="0"/>
                  <a:pt x="193883" y="0"/>
                </a:cubicBezTo>
                <a:cubicBezTo>
                  <a:pt x="238275" y="0"/>
                  <a:pt x="280011" y="25813"/>
                  <a:pt x="301543" y="65246"/>
                </a:cubicBezTo>
                <a:cubicBezTo>
                  <a:pt x="323075" y="65246"/>
                  <a:pt x="344607" y="74771"/>
                  <a:pt x="360828" y="89726"/>
                </a:cubicBezTo>
                <a:cubicBezTo>
                  <a:pt x="378376" y="107347"/>
                  <a:pt x="387766" y="130493"/>
                  <a:pt x="387766" y="154972"/>
                </a:cubicBezTo>
                <a:cubicBezTo>
                  <a:pt x="387766" y="232410"/>
                  <a:pt x="309701" y="244697"/>
                  <a:pt x="308373" y="244697"/>
                </a:cubicBezTo>
                <a:lnTo>
                  <a:pt x="72754" y="24469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8" name="Graphic 185">
            <a:extLst>
              <a:ext uri="{FF2B5EF4-FFF2-40B4-BE49-F238E27FC236}">
                <a16:creationId xmlns:a16="http://schemas.microsoft.com/office/drawing/2014/main" id="{E50CB23C-E24E-3DE8-10EA-14EDA9B154A7}"/>
              </a:ext>
            </a:extLst>
          </p:cNvPr>
          <p:cNvSpPr/>
          <p:nvPr/>
        </p:nvSpPr>
        <p:spPr>
          <a:xfrm>
            <a:off x="1313338" y="4922234"/>
            <a:ext cx="516535" cy="325956"/>
          </a:xfrm>
          <a:custGeom>
            <a:avLst/>
            <a:gdLst>
              <a:gd name="connsiteX0" fmla="*/ 68770 w 387766"/>
              <a:gd name="connsiteY0" fmla="*/ 122301 h 244697"/>
              <a:gd name="connsiteX1" fmla="*/ 36424 w 387766"/>
              <a:gd name="connsiteY1" fmla="*/ 134493 h 244697"/>
              <a:gd name="connsiteX2" fmla="*/ 16220 w 387766"/>
              <a:gd name="connsiteY2" fmla="*/ 175260 h 244697"/>
              <a:gd name="connsiteX3" fmla="*/ 29690 w 387766"/>
              <a:gd name="connsiteY3" fmla="*/ 211931 h 244697"/>
              <a:gd name="connsiteX4" fmla="*/ 72754 w 387766"/>
              <a:gd name="connsiteY4" fmla="*/ 228219 h 244697"/>
              <a:gd name="connsiteX5" fmla="*/ 307045 w 387766"/>
              <a:gd name="connsiteY5" fmla="*/ 228219 h 244697"/>
              <a:gd name="connsiteX6" fmla="*/ 371641 w 387766"/>
              <a:gd name="connsiteY6" fmla="*/ 154876 h 244697"/>
              <a:gd name="connsiteX7" fmla="*/ 350109 w 387766"/>
              <a:gd name="connsiteY7" fmla="*/ 101918 h 244697"/>
              <a:gd name="connsiteX8" fmla="*/ 296231 w 387766"/>
              <a:gd name="connsiteY8" fmla="*/ 81534 h 244697"/>
              <a:gd name="connsiteX9" fmla="*/ 289497 w 387766"/>
              <a:gd name="connsiteY9" fmla="*/ 77438 h 244697"/>
              <a:gd name="connsiteX10" fmla="*/ 193883 w 387766"/>
              <a:gd name="connsiteY10" fmla="*/ 16288 h 244697"/>
              <a:gd name="connsiteX11" fmla="*/ 88879 w 387766"/>
              <a:gd name="connsiteY11" fmla="*/ 115538 h 244697"/>
              <a:gd name="connsiteX12" fmla="*/ 86223 w 387766"/>
              <a:gd name="connsiteY12" fmla="*/ 122301 h 244697"/>
              <a:gd name="connsiteX13" fmla="*/ 79488 w 387766"/>
              <a:gd name="connsiteY13" fmla="*/ 123634 h 244697"/>
              <a:gd name="connsiteX14" fmla="*/ 68675 w 387766"/>
              <a:gd name="connsiteY14" fmla="*/ 122301 h 244697"/>
              <a:gd name="connsiteX15" fmla="*/ 72754 w 387766"/>
              <a:gd name="connsiteY15" fmla="*/ 244602 h 244697"/>
              <a:gd name="connsiteX16" fmla="*/ 18876 w 387766"/>
              <a:gd name="connsiteY16" fmla="*/ 222885 h 244697"/>
              <a:gd name="connsiteX17" fmla="*/ 0 w 387766"/>
              <a:gd name="connsiteY17" fmla="*/ 175355 h 244697"/>
              <a:gd name="connsiteX18" fmla="*/ 25611 w 387766"/>
              <a:gd name="connsiteY18" fmla="*/ 120968 h 244697"/>
              <a:gd name="connsiteX19" fmla="*/ 74082 w 387766"/>
              <a:gd name="connsiteY19" fmla="*/ 106013 h 244697"/>
              <a:gd name="connsiteX20" fmla="*/ 193883 w 387766"/>
              <a:gd name="connsiteY20" fmla="*/ 0 h 244697"/>
              <a:gd name="connsiteX21" fmla="*/ 301543 w 387766"/>
              <a:gd name="connsiteY21" fmla="*/ 65246 h 244697"/>
              <a:gd name="connsiteX22" fmla="*/ 360828 w 387766"/>
              <a:gd name="connsiteY22" fmla="*/ 89726 h 244697"/>
              <a:gd name="connsiteX23" fmla="*/ 387766 w 387766"/>
              <a:gd name="connsiteY23" fmla="*/ 154972 h 244697"/>
              <a:gd name="connsiteX24" fmla="*/ 308373 w 387766"/>
              <a:gd name="connsiteY24" fmla="*/ 244697 h 244697"/>
              <a:gd name="connsiteX25" fmla="*/ 72754 w 387766"/>
              <a:gd name="connsiteY25" fmla="*/ 244697 h 24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87766" h="244697">
                <a:moveTo>
                  <a:pt x="68770" y="122301"/>
                </a:moveTo>
                <a:cubicBezTo>
                  <a:pt x="56628" y="122301"/>
                  <a:pt x="45910" y="126397"/>
                  <a:pt x="36424" y="134493"/>
                </a:cubicBezTo>
                <a:cubicBezTo>
                  <a:pt x="22955" y="144018"/>
                  <a:pt x="16220" y="158972"/>
                  <a:pt x="16220" y="175260"/>
                </a:cubicBezTo>
                <a:cubicBezTo>
                  <a:pt x="16220" y="190214"/>
                  <a:pt x="21627" y="202406"/>
                  <a:pt x="29690" y="211931"/>
                </a:cubicBezTo>
                <a:cubicBezTo>
                  <a:pt x="45815" y="228219"/>
                  <a:pt x="71426" y="228219"/>
                  <a:pt x="72754" y="228219"/>
                </a:cubicBezTo>
                <a:lnTo>
                  <a:pt x="307045" y="228219"/>
                </a:lnTo>
                <a:cubicBezTo>
                  <a:pt x="313780" y="226885"/>
                  <a:pt x="371641" y="216027"/>
                  <a:pt x="371641" y="154876"/>
                </a:cubicBezTo>
                <a:cubicBezTo>
                  <a:pt x="371641" y="134493"/>
                  <a:pt x="363578" y="115443"/>
                  <a:pt x="350109" y="101918"/>
                </a:cubicBezTo>
                <a:cubicBezTo>
                  <a:pt x="335312" y="88297"/>
                  <a:pt x="316435" y="80201"/>
                  <a:pt x="296231" y="81534"/>
                </a:cubicBezTo>
                <a:cubicBezTo>
                  <a:pt x="293576" y="81534"/>
                  <a:pt x="290825" y="80201"/>
                  <a:pt x="289497" y="77438"/>
                </a:cubicBezTo>
                <a:cubicBezTo>
                  <a:pt x="271949" y="39433"/>
                  <a:pt x="234291" y="16288"/>
                  <a:pt x="193883" y="16288"/>
                </a:cubicBezTo>
                <a:cubicBezTo>
                  <a:pt x="138678" y="16288"/>
                  <a:pt x="92863" y="59817"/>
                  <a:pt x="88879" y="115538"/>
                </a:cubicBezTo>
                <a:cubicBezTo>
                  <a:pt x="88879" y="118301"/>
                  <a:pt x="88879" y="119634"/>
                  <a:pt x="86223" y="122301"/>
                </a:cubicBezTo>
                <a:cubicBezTo>
                  <a:pt x="84895" y="123634"/>
                  <a:pt x="82144" y="123634"/>
                  <a:pt x="79488" y="123634"/>
                </a:cubicBezTo>
                <a:cubicBezTo>
                  <a:pt x="76832" y="122301"/>
                  <a:pt x="72754" y="122301"/>
                  <a:pt x="68675" y="122301"/>
                </a:cubicBezTo>
                <a:close/>
                <a:moveTo>
                  <a:pt x="72754" y="244602"/>
                </a:moveTo>
                <a:cubicBezTo>
                  <a:pt x="68675" y="244602"/>
                  <a:pt x="39080" y="243268"/>
                  <a:pt x="18876" y="222885"/>
                </a:cubicBezTo>
                <a:cubicBezTo>
                  <a:pt x="6735" y="212026"/>
                  <a:pt x="0" y="195739"/>
                  <a:pt x="0" y="175355"/>
                </a:cubicBezTo>
                <a:cubicBezTo>
                  <a:pt x="0" y="153638"/>
                  <a:pt x="9391" y="134588"/>
                  <a:pt x="25611" y="120968"/>
                </a:cubicBezTo>
                <a:cubicBezTo>
                  <a:pt x="39080" y="110109"/>
                  <a:pt x="56533" y="104680"/>
                  <a:pt x="74082" y="106013"/>
                </a:cubicBezTo>
                <a:cubicBezTo>
                  <a:pt x="82144" y="46196"/>
                  <a:pt x="133366" y="0"/>
                  <a:pt x="193883" y="0"/>
                </a:cubicBezTo>
                <a:cubicBezTo>
                  <a:pt x="238275" y="0"/>
                  <a:pt x="280011" y="25813"/>
                  <a:pt x="301543" y="65246"/>
                </a:cubicBezTo>
                <a:cubicBezTo>
                  <a:pt x="323075" y="65246"/>
                  <a:pt x="344607" y="74771"/>
                  <a:pt x="360828" y="89726"/>
                </a:cubicBezTo>
                <a:cubicBezTo>
                  <a:pt x="378376" y="107347"/>
                  <a:pt x="387766" y="130493"/>
                  <a:pt x="387766" y="154972"/>
                </a:cubicBezTo>
                <a:cubicBezTo>
                  <a:pt x="387766" y="232410"/>
                  <a:pt x="309701" y="244697"/>
                  <a:pt x="308373" y="244697"/>
                </a:cubicBezTo>
                <a:lnTo>
                  <a:pt x="72754" y="24469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9" name="Graphic 185">
            <a:extLst>
              <a:ext uri="{FF2B5EF4-FFF2-40B4-BE49-F238E27FC236}">
                <a16:creationId xmlns:a16="http://schemas.microsoft.com/office/drawing/2014/main" id="{B8D0F747-F2AE-94FA-C5D4-BA30739D15C1}"/>
              </a:ext>
            </a:extLst>
          </p:cNvPr>
          <p:cNvSpPr/>
          <p:nvPr/>
        </p:nvSpPr>
        <p:spPr>
          <a:xfrm>
            <a:off x="551338" y="5563584"/>
            <a:ext cx="516535" cy="325956"/>
          </a:xfrm>
          <a:custGeom>
            <a:avLst/>
            <a:gdLst>
              <a:gd name="connsiteX0" fmla="*/ 68770 w 387766"/>
              <a:gd name="connsiteY0" fmla="*/ 122301 h 244697"/>
              <a:gd name="connsiteX1" fmla="*/ 36424 w 387766"/>
              <a:gd name="connsiteY1" fmla="*/ 134493 h 244697"/>
              <a:gd name="connsiteX2" fmla="*/ 16220 w 387766"/>
              <a:gd name="connsiteY2" fmla="*/ 175260 h 244697"/>
              <a:gd name="connsiteX3" fmla="*/ 29690 w 387766"/>
              <a:gd name="connsiteY3" fmla="*/ 211931 h 244697"/>
              <a:gd name="connsiteX4" fmla="*/ 72754 w 387766"/>
              <a:gd name="connsiteY4" fmla="*/ 228219 h 244697"/>
              <a:gd name="connsiteX5" fmla="*/ 307045 w 387766"/>
              <a:gd name="connsiteY5" fmla="*/ 228219 h 244697"/>
              <a:gd name="connsiteX6" fmla="*/ 371641 w 387766"/>
              <a:gd name="connsiteY6" fmla="*/ 154876 h 244697"/>
              <a:gd name="connsiteX7" fmla="*/ 350109 w 387766"/>
              <a:gd name="connsiteY7" fmla="*/ 101918 h 244697"/>
              <a:gd name="connsiteX8" fmla="*/ 296231 w 387766"/>
              <a:gd name="connsiteY8" fmla="*/ 81534 h 244697"/>
              <a:gd name="connsiteX9" fmla="*/ 289497 w 387766"/>
              <a:gd name="connsiteY9" fmla="*/ 77438 h 244697"/>
              <a:gd name="connsiteX10" fmla="*/ 193883 w 387766"/>
              <a:gd name="connsiteY10" fmla="*/ 16288 h 244697"/>
              <a:gd name="connsiteX11" fmla="*/ 88879 w 387766"/>
              <a:gd name="connsiteY11" fmla="*/ 115538 h 244697"/>
              <a:gd name="connsiteX12" fmla="*/ 86223 w 387766"/>
              <a:gd name="connsiteY12" fmla="*/ 122301 h 244697"/>
              <a:gd name="connsiteX13" fmla="*/ 79488 w 387766"/>
              <a:gd name="connsiteY13" fmla="*/ 123634 h 244697"/>
              <a:gd name="connsiteX14" fmla="*/ 68675 w 387766"/>
              <a:gd name="connsiteY14" fmla="*/ 122301 h 244697"/>
              <a:gd name="connsiteX15" fmla="*/ 72754 w 387766"/>
              <a:gd name="connsiteY15" fmla="*/ 244602 h 244697"/>
              <a:gd name="connsiteX16" fmla="*/ 18876 w 387766"/>
              <a:gd name="connsiteY16" fmla="*/ 222885 h 244697"/>
              <a:gd name="connsiteX17" fmla="*/ 0 w 387766"/>
              <a:gd name="connsiteY17" fmla="*/ 175355 h 244697"/>
              <a:gd name="connsiteX18" fmla="*/ 25611 w 387766"/>
              <a:gd name="connsiteY18" fmla="*/ 120968 h 244697"/>
              <a:gd name="connsiteX19" fmla="*/ 74082 w 387766"/>
              <a:gd name="connsiteY19" fmla="*/ 106013 h 244697"/>
              <a:gd name="connsiteX20" fmla="*/ 193883 w 387766"/>
              <a:gd name="connsiteY20" fmla="*/ 0 h 244697"/>
              <a:gd name="connsiteX21" fmla="*/ 301543 w 387766"/>
              <a:gd name="connsiteY21" fmla="*/ 65246 h 244697"/>
              <a:gd name="connsiteX22" fmla="*/ 360828 w 387766"/>
              <a:gd name="connsiteY22" fmla="*/ 89726 h 244697"/>
              <a:gd name="connsiteX23" fmla="*/ 387766 w 387766"/>
              <a:gd name="connsiteY23" fmla="*/ 154972 h 244697"/>
              <a:gd name="connsiteX24" fmla="*/ 308373 w 387766"/>
              <a:gd name="connsiteY24" fmla="*/ 244697 h 244697"/>
              <a:gd name="connsiteX25" fmla="*/ 72754 w 387766"/>
              <a:gd name="connsiteY25" fmla="*/ 244697 h 24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87766" h="244697">
                <a:moveTo>
                  <a:pt x="68770" y="122301"/>
                </a:moveTo>
                <a:cubicBezTo>
                  <a:pt x="56628" y="122301"/>
                  <a:pt x="45910" y="126397"/>
                  <a:pt x="36424" y="134493"/>
                </a:cubicBezTo>
                <a:cubicBezTo>
                  <a:pt x="22955" y="144018"/>
                  <a:pt x="16220" y="158972"/>
                  <a:pt x="16220" y="175260"/>
                </a:cubicBezTo>
                <a:cubicBezTo>
                  <a:pt x="16220" y="190214"/>
                  <a:pt x="21627" y="202406"/>
                  <a:pt x="29690" y="211931"/>
                </a:cubicBezTo>
                <a:cubicBezTo>
                  <a:pt x="45815" y="228219"/>
                  <a:pt x="71426" y="228219"/>
                  <a:pt x="72754" y="228219"/>
                </a:cubicBezTo>
                <a:lnTo>
                  <a:pt x="307045" y="228219"/>
                </a:lnTo>
                <a:cubicBezTo>
                  <a:pt x="313780" y="226885"/>
                  <a:pt x="371641" y="216027"/>
                  <a:pt x="371641" y="154876"/>
                </a:cubicBezTo>
                <a:cubicBezTo>
                  <a:pt x="371641" y="134493"/>
                  <a:pt x="363578" y="115443"/>
                  <a:pt x="350109" y="101918"/>
                </a:cubicBezTo>
                <a:cubicBezTo>
                  <a:pt x="335312" y="88297"/>
                  <a:pt x="316435" y="80201"/>
                  <a:pt x="296231" y="81534"/>
                </a:cubicBezTo>
                <a:cubicBezTo>
                  <a:pt x="293576" y="81534"/>
                  <a:pt x="290825" y="80201"/>
                  <a:pt x="289497" y="77438"/>
                </a:cubicBezTo>
                <a:cubicBezTo>
                  <a:pt x="271949" y="39433"/>
                  <a:pt x="234291" y="16288"/>
                  <a:pt x="193883" y="16288"/>
                </a:cubicBezTo>
                <a:cubicBezTo>
                  <a:pt x="138678" y="16288"/>
                  <a:pt x="92863" y="59817"/>
                  <a:pt x="88879" y="115538"/>
                </a:cubicBezTo>
                <a:cubicBezTo>
                  <a:pt x="88879" y="118301"/>
                  <a:pt x="88879" y="119634"/>
                  <a:pt x="86223" y="122301"/>
                </a:cubicBezTo>
                <a:cubicBezTo>
                  <a:pt x="84895" y="123634"/>
                  <a:pt x="82144" y="123634"/>
                  <a:pt x="79488" y="123634"/>
                </a:cubicBezTo>
                <a:cubicBezTo>
                  <a:pt x="76832" y="122301"/>
                  <a:pt x="72754" y="122301"/>
                  <a:pt x="68675" y="122301"/>
                </a:cubicBezTo>
                <a:close/>
                <a:moveTo>
                  <a:pt x="72754" y="244602"/>
                </a:moveTo>
                <a:cubicBezTo>
                  <a:pt x="68675" y="244602"/>
                  <a:pt x="39080" y="243268"/>
                  <a:pt x="18876" y="222885"/>
                </a:cubicBezTo>
                <a:cubicBezTo>
                  <a:pt x="6735" y="212026"/>
                  <a:pt x="0" y="195739"/>
                  <a:pt x="0" y="175355"/>
                </a:cubicBezTo>
                <a:cubicBezTo>
                  <a:pt x="0" y="153638"/>
                  <a:pt x="9391" y="134588"/>
                  <a:pt x="25611" y="120968"/>
                </a:cubicBezTo>
                <a:cubicBezTo>
                  <a:pt x="39080" y="110109"/>
                  <a:pt x="56533" y="104680"/>
                  <a:pt x="74082" y="106013"/>
                </a:cubicBezTo>
                <a:cubicBezTo>
                  <a:pt x="82144" y="46196"/>
                  <a:pt x="133366" y="0"/>
                  <a:pt x="193883" y="0"/>
                </a:cubicBezTo>
                <a:cubicBezTo>
                  <a:pt x="238275" y="0"/>
                  <a:pt x="280011" y="25813"/>
                  <a:pt x="301543" y="65246"/>
                </a:cubicBezTo>
                <a:cubicBezTo>
                  <a:pt x="323075" y="65246"/>
                  <a:pt x="344607" y="74771"/>
                  <a:pt x="360828" y="89726"/>
                </a:cubicBezTo>
                <a:cubicBezTo>
                  <a:pt x="378376" y="107347"/>
                  <a:pt x="387766" y="130493"/>
                  <a:pt x="387766" y="154972"/>
                </a:cubicBezTo>
                <a:cubicBezTo>
                  <a:pt x="387766" y="232410"/>
                  <a:pt x="309701" y="244697"/>
                  <a:pt x="308373" y="244697"/>
                </a:cubicBezTo>
                <a:lnTo>
                  <a:pt x="72754" y="24469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0" name="Graphic 185">
            <a:extLst>
              <a:ext uri="{FF2B5EF4-FFF2-40B4-BE49-F238E27FC236}">
                <a16:creationId xmlns:a16="http://schemas.microsoft.com/office/drawing/2014/main" id="{174547D1-3844-4935-50C5-100167C425B2}"/>
              </a:ext>
            </a:extLst>
          </p:cNvPr>
          <p:cNvSpPr/>
          <p:nvPr/>
        </p:nvSpPr>
        <p:spPr>
          <a:xfrm>
            <a:off x="1313338" y="5563584"/>
            <a:ext cx="516535" cy="325956"/>
          </a:xfrm>
          <a:custGeom>
            <a:avLst/>
            <a:gdLst>
              <a:gd name="connsiteX0" fmla="*/ 68770 w 387766"/>
              <a:gd name="connsiteY0" fmla="*/ 122301 h 244697"/>
              <a:gd name="connsiteX1" fmla="*/ 36424 w 387766"/>
              <a:gd name="connsiteY1" fmla="*/ 134493 h 244697"/>
              <a:gd name="connsiteX2" fmla="*/ 16220 w 387766"/>
              <a:gd name="connsiteY2" fmla="*/ 175260 h 244697"/>
              <a:gd name="connsiteX3" fmla="*/ 29690 w 387766"/>
              <a:gd name="connsiteY3" fmla="*/ 211931 h 244697"/>
              <a:gd name="connsiteX4" fmla="*/ 72754 w 387766"/>
              <a:gd name="connsiteY4" fmla="*/ 228219 h 244697"/>
              <a:gd name="connsiteX5" fmla="*/ 307045 w 387766"/>
              <a:gd name="connsiteY5" fmla="*/ 228219 h 244697"/>
              <a:gd name="connsiteX6" fmla="*/ 371641 w 387766"/>
              <a:gd name="connsiteY6" fmla="*/ 154876 h 244697"/>
              <a:gd name="connsiteX7" fmla="*/ 350109 w 387766"/>
              <a:gd name="connsiteY7" fmla="*/ 101918 h 244697"/>
              <a:gd name="connsiteX8" fmla="*/ 296231 w 387766"/>
              <a:gd name="connsiteY8" fmla="*/ 81534 h 244697"/>
              <a:gd name="connsiteX9" fmla="*/ 289497 w 387766"/>
              <a:gd name="connsiteY9" fmla="*/ 77438 h 244697"/>
              <a:gd name="connsiteX10" fmla="*/ 193883 w 387766"/>
              <a:gd name="connsiteY10" fmla="*/ 16288 h 244697"/>
              <a:gd name="connsiteX11" fmla="*/ 88879 w 387766"/>
              <a:gd name="connsiteY11" fmla="*/ 115538 h 244697"/>
              <a:gd name="connsiteX12" fmla="*/ 86223 w 387766"/>
              <a:gd name="connsiteY12" fmla="*/ 122301 h 244697"/>
              <a:gd name="connsiteX13" fmla="*/ 79488 w 387766"/>
              <a:gd name="connsiteY13" fmla="*/ 123634 h 244697"/>
              <a:gd name="connsiteX14" fmla="*/ 68675 w 387766"/>
              <a:gd name="connsiteY14" fmla="*/ 122301 h 244697"/>
              <a:gd name="connsiteX15" fmla="*/ 72754 w 387766"/>
              <a:gd name="connsiteY15" fmla="*/ 244602 h 244697"/>
              <a:gd name="connsiteX16" fmla="*/ 18876 w 387766"/>
              <a:gd name="connsiteY16" fmla="*/ 222885 h 244697"/>
              <a:gd name="connsiteX17" fmla="*/ 0 w 387766"/>
              <a:gd name="connsiteY17" fmla="*/ 175355 h 244697"/>
              <a:gd name="connsiteX18" fmla="*/ 25611 w 387766"/>
              <a:gd name="connsiteY18" fmla="*/ 120968 h 244697"/>
              <a:gd name="connsiteX19" fmla="*/ 74082 w 387766"/>
              <a:gd name="connsiteY19" fmla="*/ 106013 h 244697"/>
              <a:gd name="connsiteX20" fmla="*/ 193883 w 387766"/>
              <a:gd name="connsiteY20" fmla="*/ 0 h 244697"/>
              <a:gd name="connsiteX21" fmla="*/ 301543 w 387766"/>
              <a:gd name="connsiteY21" fmla="*/ 65246 h 244697"/>
              <a:gd name="connsiteX22" fmla="*/ 360828 w 387766"/>
              <a:gd name="connsiteY22" fmla="*/ 89726 h 244697"/>
              <a:gd name="connsiteX23" fmla="*/ 387766 w 387766"/>
              <a:gd name="connsiteY23" fmla="*/ 154972 h 244697"/>
              <a:gd name="connsiteX24" fmla="*/ 308373 w 387766"/>
              <a:gd name="connsiteY24" fmla="*/ 244697 h 244697"/>
              <a:gd name="connsiteX25" fmla="*/ 72754 w 387766"/>
              <a:gd name="connsiteY25" fmla="*/ 244697 h 24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87766" h="244697">
                <a:moveTo>
                  <a:pt x="68770" y="122301"/>
                </a:moveTo>
                <a:cubicBezTo>
                  <a:pt x="56628" y="122301"/>
                  <a:pt x="45910" y="126397"/>
                  <a:pt x="36424" y="134493"/>
                </a:cubicBezTo>
                <a:cubicBezTo>
                  <a:pt x="22955" y="144018"/>
                  <a:pt x="16220" y="158972"/>
                  <a:pt x="16220" y="175260"/>
                </a:cubicBezTo>
                <a:cubicBezTo>
                  <a:pt x="16220" y="190214"/>
                  <a:pt x="21627" y="202406"/>
                  <a:pt x="29690" y="211931"/>
                </a:cubicBezTo>
                <a:cubicBezTo>
                  <a:pt x="45815" y="228219"/>
                  <a:pt x="71426" y="228219"/>
                  <a:pt x="72754" y="228219"/>
                </a:cubicBezTo>
                <a:lnTo>
                  <a:pt x="307045" y="228219"/>
                </a:lnTo>
                <a:cubicBezTo>
                  <a:pt x="313780" y="226885"/>
                  <a:pt x="371641" y="216027"/>
                  <a:pt x="371641" y="154876"/>
                </a:cubicBezTo>
                <a:cubicBezTo>
                  <a:pt x="371641" y="134493"/>
                  <a:pt x="363578" y="115443"/>
                  <a:pt x="350109" y="101918"/>
                </a:cubicBezTo>
                <a:cubicBezTo>
                  <a:pt x="335312" y="88297"/>
                  <a:pt x="316435" y="80201"/>
                  <a:pt x="296231" y="81534"/>
                </a:cubicBezTo>
                <a:cubicBezTo>
                  <a:pt x="293576" y="81534"/>
                  <a:pt x="290825" y="80201"/>
                  <a:pt x="289497" y="77438"/>
                </a:cubicBezTo>
                <a:cubicBezTo>
                  <a:pt x="271949" y="39433"/>
                  <a:pt x="234291" y="16288"/>
                  <a:pt x="193883" y="16288"/>
                </a:cubicBezTo>
                <a:cubicBezTo>
                  <a:pt x="138678" y="16288"/>
                  <a:pt x="92863" y="59817"/>
                  <a:pt x="88879" y="115538"/>
                </a:cubicBezTo>
                <a:cubicBezTo>
                  <a:pt x="88879" y="118301"/>
                  <a:pt x="88879" y="119634"/>
                  <a:pt x="86223" y="122301"/>
                </a:cubicBezTo>
                <a:cubicBezTo>
                  <a:pt x="84895" y="123634"/>
                  <a:pt x="82144" y="123634"/>
                  <a:pt x="79488" y="123634"/>
                </a:cubicBezTo>
                <a:cubicBezTo>
                  <a:pt x="76832" y="122301"/>
                  <a:pt x="72754" y="122301"/>
                  <a:pt x="68675" y="122301"/>
                </a:cubicBezTo>
                <a:close/>
                <a:moveTo>
                  <a:pt x="72754" y="244602"/>
                </a:moveTo>
                <a:cubicBezTo>
                  <a:pt x="68675" y="244602"/>
                  <a:pt x="39080" y="243268"/>
                  <a:pt x="18876" y="222885"/>
                </a:cubicBezTo>
                <a:cubicBezTo>
                  <a:pt x="6735" y="212026"/>
                  <a:pt x="0" y="195739"/>
                  <a:pt x="0" y="175355"/>
                </a:cubicBezTo>
                <a:cubicBezTo>
                  <a:pt x="0" y="153638"/>
                  <a:pt x="9391" y="134588"/>
                  <a:pt x="25611" y="120968"/>
                </a:cubicBezTo>
                <a:cubicBezTo>
                  <a:pt x="39080" y="110109"/>
                  <a:pt x="56533" y="104680"/>
                  <a:pt x="74082" y="106013"/>
                </a:cubicBezTo>
                <a:cubicBezTo>
                  <a:pt x="82144" y="46196"/>
                  <a:pt x="133366" y="0"/>
                  <a:pt x="193883" y="0"/>
                </a:cubicBezTo>
                <a:cubicBezTo>
                  <a:pt x="238275" y="0"/>
                  <a:pt x="280011" y="25813"/>
                  <a:pt x="301543" y="65246"/>
                </a:cubicBezTo>
                <a:cubicBezTo>
                  <a:pt x="323075" y="65246"/>
                  <a:pt x="344607" y="74771"/>
                  <a:pt x="360828" y="89726"/>
                </a:cubicBezTo>
                <a:cubicBezTo>
                  <a:pt x="378376" y="107347"/>
                  <a:pt x="387766" y="130493"/>
                  <a:pt x="387766" y="154972"/>
                </a:cubicBezTo>
                <a:cubicBezTo>
                  <a:pt x="387766" y="232410"/>
                  <a:pt x="309701" y="244697"/>
                  <a:pt x="308373" y="244697"/>
                </a:cubicBezTo>
                <a:lnTo>
                  <a:pt x="72754" y="24469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3" name="Graphic 191">
            <a:extLst>
              <a:ext uri="{FF2B5EF4-FFF2-40B4-BE49-F238E27FC236}">
                <a16:creationId xmlns:a16="http://schemas.microsoft.com/office/drawing/2014/main" id="{D406880D-CA49-732C-77AB-BAE7BFAD43EF}"/>
              </a:ext>
            </a:extLst>
          </p:cNvPr>
          <p:cNvSpPr/>
          <p:nvPr/>
        </p:nvSpPr>
        <p:spPr>
          <a:xfrm>
            <a:off x="2183800" y="4882389"/>
            <a:ext cx="495437" cy="426720"/>
          </a:xfrm>
          <a:custGeom>
            <a:avLst/>
            <a:gdLst>
              <a:gd name="connsiteX0" fmla="*/ 371262 w 371356"/>
              <a:gd name="connsiteY0" fmla="*/ 147542 h 319849"/>
              <a:gd name="connsiteX1" fmla="*/ 294619 w 371356"/>
              <a:gd name="connsiteY1" fmla="*/ 232791 h 319849"/>
              <a:gd name="connsiteX2" fmla="*/ 270431 w 371356"/>
              <a:gd name="connsiteY2" fmla="*/ 232791 h 319849"/>
              <a:gd name="connsiteX3" fmla="*/ 262368 w 371356"/>
              <a:gd name="connsiteY3" fmla="*/ 224695 h 319849"/>
              <a:gd name="connsiteX4" fmla="*/ 270431 w 371356"/>
              <a:gd name="connsiteY4" fmla="*/ 216598 h 319849"/>
              <a:gd name="connsiteX5" fmla="*/ 293291 w 371356"/>
              <a:gd name="connsiteY5" fmla="*/ 216598 h 319849"/>
              <a:gd name="connsiteX6" fmla="*/ 355136 w 371356"/>
              <a:gd name="connsiteY6" fmla="*/ 147638 h 319849"/>
              <a:gd name="connsiteX7" fmla="*/ 333604 w 371356"/>
              <a:gd name="connsiteY7" fmla="*/ 97536 h 319849"/>
              <a:gd name="connsiteX8" fmla="*/ 282478 w 371356"/>
              <a:gd name="connsiteY8" fmla="*/ 78581 h 319849"/>
              <a:gd name="connsiteX9" fmla="*/ 275743 w 371356"/>
              <a:gd name="connsiteY9" fmla="*/ 73152 h 319849"/>
              <a:gd name="connsiteX10" fmla="*/ 185631 w 371356"/>
              <a:gd name="connsiteY10" fmla="*/ 16288 h 319849"/>
              <a:gd name="connsiteX11" fmla="*/ 86033 w 371356"/>
              <a:gd name="connsiteY11" fmla="*/ 110966 h 319849"/>
              <a:gd name="connsiteX12" fmla="*/ 81955 w 371356"/>
              <a:gd name="connsiteY12" fmla="*/ 116396 h 319849"/>
              <a:gd name="connsiteX13" fmla="*/ 75220 w 371356"/>
              <a:gd name="connsiteY13" fmla="*/ 117729 h 319849"/>
              <a:gd name="connsiteX14" fmla="*/ 33484 w 371356"/>
              <a:gd name="connsiteY14" fmla="*/ 128588 h 319849"/>
              <a:gd name="connsiteX15" fmla="*/ 16030 w 371356"/>
              <a:gd name="connsiteY15" fmla="*/ 166497 h 319849"/>
              <a:gd name="connsiteX16" fmla="*/ 28172 w 371356"/>
              <a:gd name="connsiteY16" fmla="*/ 201644 h 319849"/>
              <a:gd name="connsiteX17" fmla="*/ 68580 w 371356"/>
              <a:gd name="connsiteY17" fmla="*/ 216503 h 319849"/>
              <a:gd name="connsiteX18" fmla="*/ 99503 w 371356"/>
              <a:gd name="connsiteY18" fmla="*/ 216503 h 319849"/>
              <a:gd name="connsiteX19" fmla="*/ 107565 w 371356"/>
              <a:gd name="connsiteY19" fmla="*/ 224600 h 319849"/>
              <a:gd name="connsiteX20" fmla="*/ 99503 w 371356"/>
              <a:gd name="connsiteY20" fmla="*/ 232696 h 319849"/>
              <a:gd name="connsiteX21" fmla="*/ 68580 w 371356"/>
              <a:gd name="connsiteY21" fmla="*/ 232696 h 319849"/>
              <a:gd name="connsiteX22" fmla="*/ 17453 w 371356"/>
              <a:gd name="connsiteY22" fmla="*/ 213741 h 319849"/>
              <a:gd name="connsiteX23" fmla="*/ 0 w 371356"/>
              <a:gd name="connsiteY23" fmla="*/ 166402 h 319849"/>
              <a:gd name="connsiteX24" fmla="*/ 24188 w 371356"/>
              <a:gd name="connsiteY24" fmla="*/ 114967 h 319849"/>
              <a:gd name="connsiteX25" fmla="*/ 69908 w 371356"/>
              <a:gd name="connsiteY25" fmla="*/ 100108 h 319849"/>
              <a:gd name="connsiteX26" fmla="*/ 185631 w 371356"/>
              <a:gd name="connsiteY26" fmla="*/ 0 h 319849"/>
              <a:gd name="connsiteX27" fmla="*/ 287884 w 371356"/>
              <a:gd name="connsiteY27" fmla="*/ 62198 h 319849"/>
              <a:gd name="connsiteX28" fmla="*/ 344418 w 371356"/>
              <a:gd name="connsiteY28" fmla="*/ 85154 h 319849"/>
              <a:gd name="connsiteX29" fmla="*/ 371356 w 371356"/>
              <a:gd name="connsiteY29" fmla="*/ 147352 h 319849"/>
              <a:gd name="connsiteX30" fmla="*/ 227746 w 371356"/>
              <a:gd name="connsiteY30" fmla="*/ 257842 h 319849"/>
              <a:gd name="connsiteX31" fmla="*/ 193314 w 371356"/>
              <a:gd name="connsiteY31" fmla="*/ 293180 h 319849"/>
              <a:gd name="connsiteX32" fmla="*/ 193314 w 371356"/>
              <a:gd name="connsiteY32" fmla="*/ 149257 h 319849"/>
              <a:gd name="connsiteX33" fmla="*/ 185536 w 371356"/>
              <a:gd name="connsiteY33" fmla="*/ 141161 h 319849"/>
              <a:gd name="connsiteX34" fmla="*/ 177758 w 371356"/>
              <a:gd name="connsiteY34" fmla="*/ 149257 h 319849"/>
              <a:gd name="connsiteX35" fmla="*/ 177758 w 371356"/>
              <a:gd name="connsiteY35" fmla="*/ 292989 h 319849"/>
              <a:gd name="connsiteX36" fmla="*/ 142472 w 371356"/>
              <a:gd name="connsiteY36" fmla="*/ 257842 h 319849"/>
              <a:gd name="connsiteX37" fmla="*/ 130330 w 371356"/>
              <a:gd name="connsiteY37" fmla="*/ 257842 h 319849"/>
              <a:gd name="connsiteX38" fmla="*/ 130330 w 371356"/>
              <a:gd name="connsiteY38" fmla="*/ 268605 h 319849"/>
              <a:gd name="connsiteX39" fmla="*/ 178991 w 371356"/>
              <a:gd name="connsiteY39" fmla="*/ 317087 h 319849"/>
              <a:gd name="connsiteX40" fmla="*/ 180888 w 371356"/>
              <a:gd name="connsiteY40" fmla="*/ 318135 h 319849"/>
              <a:gd name="connsiteX41" fmla="*/ 185536 w 371356"/>
              <a:gd name="connsiteY41" fmla="*/ 319850 h 319849"/>
              <a:gd name="connsiteX42" fmla="*/ 185631 w 371356"/>
              <a:gd name="connsiteY42" fmla="*/ 319850 h 319849"/>
              <a:gd name="connsiteX43" fmla="*/ 185726 w 371356"/>
              <a:gd name="connsiteY43" fmla="*/ 319850 h 319849"/>
              <a:gd name="connsiteX44" fmla="*/ 186579 w 371356"/>
              <a:gd name="connsiteY44" fmla="*/ 319564 h 319849"/>
              <a:gd name="connsiteX45" fmla="*/ 189994 w 371356"/>
              <a:gd name="connsiteY45" fmla="*/ 317944 h 319849"/>
              <a:gd name="connsiteX46" fmla="*/ 191132 w 371356"/>
              <a:gd name="connsiteY46" fmla="*/ 317183 h 319849"/>
              <a:gd name="connsiteX47" fmla="*/ 239793 w 371356"/>
              <a:gd name="connsiteY47" fmla="*/ 268700 h 319849"/>
              <a:gd name="connsiteX48" fmla="*/ 239793 w 371356"/>
              <a:gd name="connsiteY48" fmla="*/ 257937 h 319849"/>
              <a:gd name="connsiteX49" fmla="*/ 227651 w 371356"/>
              <a:gd name="connsiteY49" fmla="*/ 257937 h 319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71356" h="319849">
                <a:moveTo>
                  <a:pt x="371262" y="147542"/>
                </a:moveTo>
                <a:cubicBezTo>
                  <a:pt x="371262" y="221933"/>
                  <a:pt x="294619" y="232791"/>
                  <a:pt x="294619" y="232791"/>
                </a:cubicBezTo>
                <a:lnTo>
                  <a:pt x="270431" y="232791"/>
                </a:lnTo>
                <a:cubicBezTo>
                  <a:pt x="265024" y="232791"/>
                  <a:pt x="262368" y="230124"/>
                  <a:pt x="262368" y="224695"/>
                </a:cubicBezTo>
                <a:cubicBezTo>
                  <a:pt x="262368" y="220599"/>
                  <a:pt x="265024" y="216598"/>
                  <a:pt x="270431" y="216598"/>
                </a:cubicBezTo>
                <a:lnTo>
                  <a:pt x="293291" y="216598"/>
                </a:lnTo>
                <a:cubicBezTo>
                  <a:pt x="298698" y="216598"/>
                  <a:pt x="355136" y="205740"/>
                  <a:pt x="355136" y="147638"/>
                </a:cubicBezTo>
                <a:cubicBezTo>
                  <a:pt x="355136" y="128683"/>
                  <a:pt x="347074" y="111157"/>
                  <a:pt x="333604" y="97536"/>
                </a:cubicBezTo>
                <a:cubicBezTo>
                  <a:pt x="320135" y="84011"/>
                  <a:pt x="302682" y="77248"/>
                  <a:pt x="282478" y="78581"/>
                </a:cubicBezTo>
                <a:cubicBezTo>
                  <a:pt x="279822" y="78581"/>
                  <a:pt x="277071" y="75914"/>
                  <a:pt x="275743" y="73152"/>
                </a:cubicBezTo>
                <a:cubicBezTo>
                  <a:pt x="259618" y="38005"/>
                  <a:pt x="223288" y="16288"/>
                  <a:pt x="185631" y="16288"/>
                </a:cubicBezTo>
                <a:cubicBezTo>
                  <a:pt x="131848" y="16288"/>
                  <a:pt x="88784" y="56864"/>
                  <a:pt x="86033" y="110966"/>
                </a:cubicBezTo>
                <a:cubicBezTo>
                  <a:pt x="84705" y="112300"/>
                  <a:pt x="84705" y="115062"/>
                  <a:pt x="81955" y="116396"/>
                </a:cubicBezTo>
                <a:cubicBezTo>
                  <a:pt x="80627" y="117729"/>
                  <a:pt x="77876" y="117729"/>
                  <a:pt x="75220" y="117729"/>
                </a:cubicBezTo>
                <a:cubicBezTo>
                  <a:pt x="60423" y="115062"/>
                  <a:pt x="45625" y="119063"/>
                  <a:pt x="33484" y="128588"/>
                </a:cubicBezTo>
                <a:cubicBezTo>
                  <a:pt x="22765" y="138017"/>
                  <a:pt x="16030" y="151543"/>
                  <a:pt x="16030" y="166497"/>
                </a:cubicBezTo>
                <a:cubicBezTo>
                  <a:pt x="16030" y="181451"/>
                  <a:pt x="20109" y="193548"/>
                  <a:pt x="28172" y="201644"/>
                </a:cubicBezTo>
                <a:cubicBezTo>
                  <a:pt x="44297" y="217837"/>
                  <a:pt x="68580" y="216503"/>
                  <a:pt x="68580" y="216503"/>
                </a:cubicBezTo>
                <a:lnTo>
                  <a:pt x="99503" y="216503"/>
                </a:lnTo>
                <a:cubicBezTo>
                  <a:pt x="104909" y="216503"/>
                  <a:pt x="107565" y="220599"/>
                  <a:pt x="107565" y="224600"/>
                </a:cubicBezTo>
                <a:cubicBezTo>
                  <a:pt x="107565" y="230029"/>
                  <a:pt x="104909" y="232696"/>
                  <a:pt x="99503" y="232696"/>
                </a:cubicBezTo>
                <a:lnTo>
                  <a:pt x="68580" y="232696"/>
                </a:lnTo>
                <a:cubicBezTo>
                  <a:pt x="65924" y="232696"/>
                  <a:pt x="36329" y="232696"/>
                  <a:pt x="17453" y="213741"/>
                </a:cubicBezTo>
                <a:cubicBezTo>
                  <a:pt x="5312" y="201549"/>
                  <a:pt x="0" y="186690"/>
                  <a:pt x="0" y="166402"/>
                </a:cubicBezTo>
                <a:cubicBezTo>
                  <a:pt x="0" y="146113"/>
                  <a:pt x="8063" y="128492"/>
                  <a:pt x="24188" y="114967"/>
                </a:cubicBezTo>
                <a:cubicBezTo>
                  <a:pt x="37657" y="104108"/>
                  <a:pt x="53783" y="98774"/>
                  <a:pt x="69908" y="100108"/>
                </a:cubicBezTo>
                <a:cubicBezTo>
                  <a:pt x="77971" y="43244"/>
                  <a:pt x="126441" y="0"/>
                  <a:pt x="185631" y="0"/>
                </a:cubicBezTo>
                <a:cubicBezTo>
                  <a:pt x="227367" y="0"/>
                  <a:pt x="267680" y="24384"/>
                  <a:pt x="287884" y="62198"/>
                </a:cubicBezTo>
                <a:cubicBezTo>
                  <a:pt x="309416" y="62198"/>
                  <a:pt x="329620" y="70294"/>
                  <a:pt x="344418" y="85154"/>
                </a:cubicBezTo>
                <a:cubicBezTo>
                  <a:pt x="361871" y="101346"/>
                  <a:pt x="371356" y="124396"/>
                  <a:pt x="371356" y="147352"/>
                </a:cubicBezTo>
                <a:close/>
                <a:moveTo>
                  <a:pt x="227746" y="257842"/>
                </a:moveTo>
                <a:cubicBezTo>
                  <a:pt x="227746" y="257842"/>
                  <a:pt x="227746" y="257842"/>
                  <a:pt x="193314" y="293180"/>
                </a:cubicBezTo>
                <a:lnTo>
                  <a:pt x="193314" y="149257"/>
                </a:lnTo>
                <a:cubicBezTo>
                  <a:pt x="193314" y="145161"/>
                  <a:pt x="189425" y="141161"/>
                  <a:pt x="185536" y="141161"/>
                </a:cubicBezTo>
                <a:cubicBezTo>
                  <a:pt x="180319" y="141161"/>
                  <a:pt x="177758" y="145256"/>
                  <a:pt x="177758" y="149257"/>
                </a:cubicBezTo>
                <a:lnTo>
                  <a:pt x="177758" y="292989"/>
                </a:lnTo>
                <a:cubicBezTo>
                  <a:pt x="171687" y="286988"/>
                  <a:pt x="161158" y="276415"/>
                  <a:pt x="142472" y="257842"/>
                </a:cubicBezTo>
                <a:cubicBezTo>
                  <a:pt x="139721" y="253841"/>
                  <a:pt x="134314" y="253841"/>
                  <a:pt x="130330" y="257842"/>
                </a:cubicBezTo>
                <a:cubicBezTo>
                  <a:pt x="127580" y="260509"/>
                  <a:pt x="127580" y="265938"/>
                  <a:pt x="130330" y="268605"/>
                </a:cubicBezTo>
                <a:lnTo>
                  <a:pt x="178991" y="317087"/>
                </a:lnTo>
                <a:cubicBezTo>
                  <a:pt x="179750" y="317468"/>
                  <a:pt x="180224" y="317754"/>
                  <a:pt x="180888" y="318135"/>
                </a:cubicBezTo>
                <a:cubicBezTo>
                  <a:pt x="182121" y="319088"/>
                  <a:pt x="183544" y="319850"/>
                  <a:pt x="185536" y="319850"/>
                </a:cubicBezTo>
                <a:cubicBezTo>
                  <a:pt x="185536" y="319850"/>
                  <a:pt x="185536" y="319850"/>
                  <a:pt x="185631" y="319850"/>
                </a:cubicBezTo>
                <a:cubicBezTo>
                  <a:pt x="185631" y="319850"/>
                  <a:pt x="185631" y="319850"/>
                  <a:pt x="185726" y="319850"/>
                </a:cubicBezTo>
                <a:cubicBezTo>
                  <a:pt x="185915" y="319850"/>
                  <a:pt x="186295" y="319659"/>
                  <a:pt x="186579" y="319564"/>
                </a:cubicBezTo>
                <a:cubicBezTo>
                  <a:pt x="187812" y="319373"/>
                  <a:pt x="188951" y="318802"/>
                  <a:pt x="189994" y="317944"/>
                </a:cubicBezTo>
                <a:cubicBezTo>
                  <a:pt x="190374" y="317659"/>
                  <a:pt x="190848" y="317468"/>
                  <a:pt x="191132" y="317183"/>
                </a:cubicBezTo>
                <a:lnTo>
                  <a:pt x="239793" y="268700"/>
                </a:lnTo>
                <a:cubicBezTo>
                  <a:pt x="242544" y="266033"/>
                  <a:pt x="242544" y="260604"/>
                  <a:pt x="239793" y="257937"/>
                </a:cubicBezTo>
                <a:cubicBezTo>
                  <a:pt x="237042" y="253937"/>
                  <a:pt x="231635" y="253937"/>
                  <a:pt x="227651" y="25793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4" name="Graphic 191">
            <a:extLst>
              <a:ext uri="{FF2B5EF4-FFF2-40B4-BE49-F238E27FC236}">
                <a16:creationId xmlns:a16="http://schemas.microsoft.com/office/drawing/2014/main" id="{B4F24EC3-1F4F-5C2F-94CA-13F056B5F0CA}"/>
              </a:ext>
            </a:extLst>
          </p:cNvPr>
          <p:cNvSpPr/>
          <p:nvPr/>
        </p:nvSpPr>
        <p:spPr>
          <a:xfrm>
            <a:off x="2952150" y="4882389"/>
            <a:ext cx="495437" cy="426720"/>
          </a:xfrm>
          <a:custGeom>
            <a:avLst/>
            <a:gdLst>
              <a:gd name="connsiteX0" fmla="*/ 371262 w 371356"/>
              <a:gd name="connsiteY0" fmla="*/ 147542 h 319849"/>
              <a:gd name="connsiteX1" fmla="*/ 294619 w 371356"/>
              <a:gd name="connsiteY1" fmla="*/ 232791 h 319849"/>
              <a:gd name="connsiteX2" fmla="*/ 270431 w 371356"/>
              <a:gd name="connsiteY2" fmla="*/ 232791 h 319849"/>
              <a:gd name="connsiteX3" fmla="*/ 262368 w 371356"/>
              <a:gd name="connsiteY3" fmla="*/ 224695 h 319849"/>
              <a:gd name="connsiteX4" fmla="*/ 270431 w 371356"/>
              <a:gd name="connsiteY4" fmla="*/ 216598 h 319849"/>
              <a:gd name="connsiteX5" fmla="*/ 293291 w 371356"/>
              <a:gd name="connsiteY5" fmla="*/ 216598 h 319849"/>
              <a:gd name="connsiteX6" fmla="*/ 355136 w 371356"/>
              <a:gd name="connsiteY6" fmla="*/ 147638 h 319849"/>
              <a:gd name="connsiteX7" fmla="*/ 333604 w 371356"/>
              <a:gd name="connsiteY7" fmla="*/ 97536 h 319849"/>
              <a:gd name="connsiteX8" fmla="*/ 282478 w 371356"/>
              <a:gd name="connsiteY8" fmla="*/ 78581 h 319849"/>
              <a:gd name="connsiteX9" fmla="*/ 275743 w 371356"/>
              <a:gd name="connsiteY9" fmla="*/ 73152 h 319849"/>
              <a:gd name="connsiteX10" fmla="*/ 185631 w 371356"/>
              <a:gd name="connsiteY10" fmla="*/ 16288 h 319849"/>
              <a:gd name="connsiteX11" fmla="*/ 86033 w 371356"/>
              <a:gd name="connsiteY11" fmla="*/ 110966 h 319849"/>
              <a:gd name="connsiteX12" fmla="*/ 81955 w 371356"/>
              <a:gd name="connsiteY12" fmla="*/ 116396 h 319849"/>
              <a:gd name="connsiteX13" fmla="*/ 75220 w 371356"/>
              <a:gd name="connsiteY13" fmla="*/ 117729 h 319849"/>
              <a:gd name="connsiteX14" fmla="*/ 33484 w 371356"/>
              <a:gd name="connsiteY14" fmla="*/ 128588 h 319849"/>
              <a:gd name="connsiteX15" fmla="*/ 16030 w 371356"/>
              <a:gd name="connsiteY15" fmla="*/ 166497 h 319849"/>
              <a:gd name="connsiteX16" fmla="*/ 28172 w 371356"/>
              <a:gd name="connsiteY16" fmla="*/ 201644 h 319849"/>
              <a:gd name="connsiteX17" fmla="*/ 68580 w 371356"/>
              <a:gd name="connsiteY17" fmla="*/ 216503 h 319849"/>
              <a:gd name="connsiteX18" fmla="*/ 99503 w 371356"/>
              <a:gd name="connsiteY18" fmla="*/ 216503 h 319849"/>
              <a:gd name="connsiteX19" fmla="*/ 107565 w 371356"/>
              <a:gd name="connsiteY19" fmla="*/ 224600 h 319849"/>
              <a:gd name="connsiteX20" fmla="*/ 99503 w 371356"/>
              <a:gd name="connsiteY20" fmla="*/ 232696 h 319849"/>
              <a:gd name="connsiteX21" fmla="*/ 68580 w 371356"/>
              <a:gd name="connsiteY21" fmla="*/ 232696 h 319849"/>
              <a:gd name="connsiteX22" fmla="*/ 17453 w 371356"/>
              <a:gd name="connsiteY22" fmla="*/ 213741 h 319849"/>
              <a:gd name="connsiteX23" fmla="*/ 0 w 371356"/>
              <a:gd name="connsiteY23" fmla="*/ 166402 h 319849"/>
              <a:gd name="connsiteX24" fmla="*/ 24188 w 371356"/>
              <a:gd name="connsiteY24" fmla="*/ 114967 h 319849"/>
              <a:gd name="connsiteX25" fmla="*/ 69908 w 371356"/>
              <a:gd name="connsiteY25" fmla="*/ 100108 h 319849"/>
              <a:gd name="connsiteX26" fmla="*/ 185631 w 371356"/>
              <a:gd name="connsiteY26" fmla="*/ 0 h 319849"/>
              <a:gd name="connsiteX27" fmla="*/ 287884 w 371356"/>
              <a:gd name="connsiteY27" fmla="*/ 62198 h 319849"/>
              <a:gd name="connsiteX28" fmla="*/ 344418 w 371356"/>
              <a:gd name="connsiteY28" fmla="*/ 85154 h 319849"/>
              <a:gd name="connsiteX29" fmla="*/ 371356 w 371356"/>
              <a:gd name="connsiteY29" fmla="*/ 147352 h 319849"/>
              <a:gd name="connsiteX30" fmla="*/ 227746 w 371356"/>
              <a:gd name="connsiteY30" fmla="*/ 257842 h 319849"/>
              <a:gd name="connsiteX31" fmla="*/ 193314 w 371356"/>
              <a:gd name="connsiteY31" fmla="*/ 293180 h 319849"/>
              <a:gd name="connsiteX32" fmla="*/ 193314 w 371356"/>
              <a:gd name="connsiteY32" fmla="*/ 149257 h 319849"/>
              <a:gd name="connsiteX33" fmla="*/ 185536 w 371356"/>
              <a:gd name="connsiteY33" fmla="*/ 141161 h 319849"/>
              <a:gd name="connsiteX34" fmla="*/ 177758 w 371356"/>
              <a:gd name="connsiteY34" fmla="*/ 149257 h 319849"/>
              <a:gd name="connsiteX35" fmla="*/ 177758 w 371356"/>
              <a:gd name="connsiteY35" fmla="*/ 292989 h 319849"/>
              <a:gd name="connsiteX36" fmla="*/ 142472 w 371356"/>
              <a:gd name="connsiteY36" fmla="*/ 257842 h 319849"/>
              <a:gd name="connsiteX37" fmla="*/ 130330 w 371356"/>
              <a:gd name="connsiteY37" fmla="*/ 257842 h 319849"/>
              <a:gd name="connsiteX38" fmla="*/ 130330 w 371356"/>
              <a:gd name="connsiteY38" fmla="*/ 268605 h 319849"/>
              <a:gd name="connsiteX39" fmla="*/ 178991 w 371356"/>
              <a:gd name="connsiteY39" fmla="*/ 317087 h 319849"/>
              <a:gd name="connsiteX40" fmla="*/ 180888 w 371356"/>
              <a:gd name="connsiteY40" fmla="*/ 318135 h 319849"/>
              <a:gd name="connsiteX41" fmla="*/ 185536 w 371356"/>
              <a:gd name="connsiteY41" fmla="*/ 319850 h 319849"/>
              <a:gd name="connsiteX42" fmla="*/ 185631 w 371356"/>
              <a:gd name="connsiteY42" fmla="*/ 319850 h 319849"/>
              <a:gd name="connsiteX43" fmla="*/ 185726 w 371356"/>
              <a:gd name="connsiteY43" fmla="*/ 319850 h 319849"/>
              <a:gd name="connsiteX44" fmla="*/ 186579 w 371356"/>
              <a:gd name="connsiteY44" fmla="*/ 319564 h 319849"/>
              <a:gd name="connsiteX45" fmla="*/ 189994 w 371356"/>
              <a:gd name="connsiteY45" fmla="*/ 317944 h 319849"/>
              <a:gd name="connsiteX46" fmla="*/ 191132 w 371356"/>
              <a:gd name="connsiteY46" fmla="*/ 317183 h 319849"/>
              <a:gd name="connsiteX47" fmla="*/ 239793 w 371356"/>
              <a:gd name="connsiteY47" fmla="*/ 268700 h 319849"/>
              <a:gd name="connsiteX48" fmla="*/ 239793 w 371356"/>
              <a:gd name="connsiteY48" fmla="*/ 257937 h 319849"/>
              <a:gd name="connsiteX49" fmla="*/ 227651 w 371356"/>
              <a:gd name="connsiteY49" fmla="*/ 257937 h 319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71356" h="319849">
                <a:moveTo>
                  <a:pt x="371262" y="147542"/>
                </a:moveTo>
                <a:cubicBezTo>
                  <a:pt x="371262" y="221933"/>
                  <a:pt x="294619" y="232791"/>
                  <a:pt x="294619" y="232791"/>
                </a:cubicBezTo>
                <a:lnTo>
                  <a:pt x="270431" y="232791"/>
                </a:lnTo>
                <a:cubicBezTo>
                  <a:pt x="265024" y="232791"/>
                  <a:pt x="262368" y="230124"/>
                  <a:pt x="262368" y="224695"/>
                </a:cubicBezTo>
                <a:cubicBezTo>
                  <a:pt x="262368" y="220599"/>
                  <a:pt x="265024" y="216598"/>
                  <a:pt x="270431" y="216598"/>
                </a:cubicBezTo>
                <a:lnTo>
                  <a:pt x="293291" y="216598"/>
                </a:lnTo>
                <a:cubicBezTo>
                  <a:pt x="298698" y="216598"/>
                  <a:pt x="355136" y="205740"/>
                  <a:pt x="355136" y="147638"/>
                </a:cubicBezTo>
                <a:cubicBezTo>
                  <a:pt x="355136" y="128683"/>
                  <a:pt x="347074" y="111157"/>
                  <a:pt x="333604" y="97536"/>
                </a:cubicBezTo>
                <a:cubicBezTo>
                  <a:pt x="320135" y="84011"/>
                  <a:pt x="302682" y="77248"/>
                  <a:pt x="282478" y="78581"/>
                </a:cubicBezTo>
                <a:cubicBezTo>
                  <a:pt x="279822" y="78581"/>
                  <a:pt x="277071" y="75914"/>
                  <a:pt x="275743" y="73152"/>
                </a:cubicBezTo>
                <a:cubicBezTo>
                  <a:pt x="259618" y="38005"/>
                  <a:pt x="223288" y="16288"/>
                  <a:pt x="185631" y="16288"/>
                </a:cubicBezTo>
                <a:cubicBezTo>
                  <a:pt x="131848" y="16288"/>
                  <a:pt x="88784" y="56864"/>
                  <a:pt x="86033" y="110966"/>
                </a:cubicBezTo>
                <a:cubicBezTo>
                  <a:pt x="84705" y="112300"/>
                  <a:pt x="84705" y="115062"/>
                  <a:pt x="81955" y="116396"/>
                </a:cubicBezTo>
                <a:cubicBezTo>
                  <a:pt x="80627" y="117729"/>
                  <a:pt x="77876" y="117729"/>
                  <a:pt x="75220" y="117729"/>
                </a:cubicBezTo>
                <a:cubicBezTo>
                  <a:pt x="60423" y="115062"/>
                  <a:pt x="45625" y="119063"/>
                  <a:pt x="33484" y="128588"/>
                </a:cubicBezTo>
                <a:cubicBezTo>
                  <a:pt x="22765" y="138017"/>
                  <a:pt x="16030" y="151543"/>
                  <a:pt x="16030" y="166497"/>
                </a:cubicBezTo>
                <a:cubicBezTo>
                  <a:pt x="16030" y="181451"/>
                  <a:pt x="20109" y="193548"/>
                  <a:pt x="28172" y="201644"/>
                </a:cubicBezTo>
                <a:cubicBezTo>
                  <a:pt x="44297" y="217837"/>
                  <a:pt x="68580" y="216503"/>
                  <a:pt x="68580" y="216503"/>
                </a:cubicBezTo>
                <a:lnTo>
                  <a:pt x="99503" y="216503"/>
                </a:lnTo>
                <a:cubicBezTo>
                  <a:pt x="104909" y="216503"/>
                  <a:pt x="107565" y="220599"/>
                  <a:pt x="107565" y="224600"/>
                </a:cubicBezTo>
                <a:cubicBezTo>
                  <a:pt x="107565" y="230029"/>
                  <a:pt x="104909" y="232696"/>
                  <a:pt x="99503" y="232696"/>
                </a:cubicBezTo>
                <a:lnTo>
                  <a:pt x="68580" y="232696"/>
                </a:lnTo>
                <a:cubicBezTo>
                  <a:pt x="65924" y="232696"/>
                  <a:pt x="36329" y="232696"/>
                  <a:pt x="17453" y="213741"/>
                </a:cubicBezTo>
                <a:cubicBezTo>
                  <a:pt x="5312" y="201549"/>
                  <a:pt x="0" y="186690"/>
                  <a:pt x="0" y="166402"/>
                </a:cubicBezTo>
                <a:cubicBezTo>
                  <a:pt x="0" y="146113"/>
                  <a:pt x="8063" y="128492"/>
                  <a:pt x="24188" y="114967"/>
                </a:cubicBezTo>
                <a:cubicBezTo>
                  <a:pt x="37657" y="104108"/>
                  <a:pt x="53783" y="98774"/>
                  <a:pt x="69908" y="100108"/>
                </a:cubicBezTo>
                <a:cubicBezTo>
                  <a:pt x="77971" y="43244"/>
                  <a:pt x="126441" y="0"/>
                  <a:pt x="185631" y="0"/>
                </a:cubicBezTo>
                <a:cubicBezTo>
                  <a:pt x="227367" y="0"/>
                  <a:pt x="267680" y="24384"/>
                  <a:pt x="287884" y="62198"/>
                </a:cubicBezTo>
                <a:cubicBezTo>
                  <a:pt x="309416" y="62198"/>
                  <a:pt x="329620" y="70294"/>
                  <a:pt x="344418" y="85154"/>
                </a:cubicBezTo>
                <a:cubicBezTo>
                  <a:pt x="361871" y="101346"/>
                  <a:pt x="371356" y="124396"/>
                  <a:pt x="371356" y="147352"/>
                </a:cubicBezTo>
                <a:close/>
                <a:moveTo>
                  <a:pt x="227746" y="257842"/>
                </a:moveTo>
                <a:cubicBezTo>
                  <a:pt x="227746" y="257842"/>
                  <a:pt x="227746" y="257842"/>
                  <a:pt x="193314" y="293180"/>
                </a:cubicBezTo>
                <a:lnTo>
                  <a:pt x="193314" y="149257"/>
                </a:lnTo>
                <a:cubicBezTo>
                  <a:pt x="193314" y="145161"/>
                  <a:pt x="189425" y="141161"/>
                  <a:pt x="185536" y="141161"/>
                </a:cubicBezTo>
                <a:cubicBezTo>
                  <a:pt x="180319" y="141161"/>
                  <a:pt x="177758" y="145256"/>
                  <a:pt x="177758" y="149257"/>
                </a:cubicBezTo>
                <a:lnTo>
                  <a:pt x="177758" y="292989"/>
                </a:lnTo>
                <a:cubicBezTo>
                  <a:pt x="171687" y="286988"/>
                  <a:pt x="161158" y="276415"/>
                  <a:pt x="142472" y="257842"/>
                </a:cubicBezTo>
                <a:cubicBezTo>
                  <a:pt x="139721" y="253841"/>
                  <a:pt x="134314" y="253841"/>
                  <a:pt x="130330" y="257842"/>
                </a:cubicBezTo>
                <a:cubicBezTo>
                  <a:pt x="127580" y="260509"/>
                  <a:pt x="127580" y="265938"/>
                  <a:pt x="130330" y="268605"/>
                </a:cubicBezTo>
                <a:lnTo>
                  <a:pt x="178991" y="317087"/>
                </a:lnTo>
                <a:cubicBezTo>
                  <a:pt x="179750" y="317468"/>
                  <a:pt x="180224" y="317754"/>
                  <a:pt x="180888" y="318135"/>
                </a:cubicBezTo>
                <a:cubicBezTo>
                  <a:pt x="182121" y="319088"/>
                  <a:pt x="183544" y="319850"/>
                  <a:pt x="185536" y="319850"/>
                </a:cubicBezTo>
                <a:cubicBezTo>
                  <a:pt x="185536" y="319850"/>
                  <a:pt x="185536" y="319850"/>
                  <a:pt x="185631" y="319850"/>
                </a:cubicBezTo>
                <a:cubicBezTo>
                  <a:pt x="185631" y="319850"/>
                  <a:pt x="185631" y="319850"/>
                  <a:pt x="185726" y="319850"/>
                </a:cubicBezTo>
                <a:cubicBezTo>
                  <a:pt x="185915" y="319850"/>
                  <a:pt x="186295" y="319659"/>
                  <a:pt x="186579" y="319564"/>
                </a:cubicBezTo>
                <a:cubicBezTo>
                  <a:pt x="187812" y="319373"/>
                  <a:pt x="188951" y="318802"/>
                  <a:pt x="189994" y="317944"/>
                </a:cubicBezTo>
                <a:cubicBezTo>
                  <a:pt x="190374" y="317659"/>
                  <a:pt x="190848" y="317468"/>
                  <a:pt x="191132" y="317183"/>
                </a:cubicBezTo>
                <a:lnTo>
                  <a:pt x="239793" y="268700"/>
                </a:lnTo>
                <a:cubicBezTo>
                  <a:pt x="242544" y="266033"/>
                  <a:pt x="242544" y="260604"/>
                  <a:pt x="239793" y="257937"/>
                </a:cubicBezTo>
                <a:cubicBezTo>
                  <a:pt x="237042" y="253937"/>
                  <a:pt x="231635" y="253937"/>
                  <a:pt x="227651" y="25793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5" name="Graphic 191">
            <a:extLst>
              <a:ext uri="{FF2B5EF4-FFF2-40B4-BE49-F238E27FC236}">
                <a16:creationId xmlns:a16="http://schemas.microsoft.com/office/drawing/2014/main" id="{434D5BFE-00C2-CA27-C4C0-9F5978C37FC4}"/>
              </a:ext>
            </a:extLst>
          </p:cNvPr>
          <p:cNvSpPr/>
          <p:nvPr/>
        </p:nvSpPr>
        <p:spPr>
          <a:xfrm>
            <a:off x="2183800" y="5530089"/>
            <a:ext cx="495437" cy="426720"/>
          </a:xfrm>
          <a:custGeom>
            <a:avLst/>
            <a:gdLst>
              <a:gd name="connsiteX0" fmla="*/ 371262 w 371356"/>
              <a:gd name="connsiteY0" fmla="*/ 147542 h 319849"/>
              <a:gd name="connsiteX1" fmla="*/ 294619 w 371356"/>
              <a:gd name="connsiteY1" fmla="*/ 232791 h 319849"/>
              <a:gd name="connsiteX2" fmla="*/ 270431 w 371356"/>
              <a:gd name="connsiteY2" fmla="*/ 232791 h 319849"/>
              <a:gd name="connsiteX3" fmla="*/ 262368 w 371356"/>
              <a:gd name="connsiteY3" fmla="*/ 224695 h 319849"/>
              <a:gd name="connsiteX4" fmla="*/ 270431 w 371356"/>
              <a:gd name="connsiteY4" fmla="*/ 216598 h 319849"/>
              <a:gd name="connsiteX5" fmla="*/ 293291 w 371356"/>
              <a:gd name="connsiteY5" fmla="*/ 216598 h 319849"/>
              <a:gd name="connsiteX6" fmla="*/ 355136 w 371356"/>
              <a:gd name="connsiteY6" fmla="*/ 147638 h 319849"/>
              <a:gd name="connsiteX7" fmla="*/ 333604 w 371356"/>
              <a:gd name="connsiteY7" fmla="*/ 97536 h 319849"/>
              <a:gd name="connsiteX8" fmla="*/ 282478 w 371356"/>
              <a:gd name="connsiteY8" fmla="*/ 78581 h 319849"/>
              <a:gd name="connsiteX9" fmla="*/ 275743 w 371356"/>
              <a:gd name="connsiteY9" fmla="*/ 73152 h 319849"/>
              <a:gd name="connsiteX10" fmla="*/ 185631 w 371356"/>
              <a:gd name="connsiteY10" fmla="*/ 16288 h 319849"/>
              <a:gd name="connsiteX11" fmla="*/ 86033 w 371356"/>
              <a:gd name="connsiteY11" fmla="*/ 110966 h 319849"/>
              <a:gd name="connsiteX12" fmla="*/ 81955 w 371356"/>
              <a:gd name="connsiteY12" fmla="*/ 116396 h 319849"/>
              <a:gd name="connsiteX13" fmla="*/ 75220 w 371356"/>
              <a:gd name="connsiteY13" fmla="*/ 117729 h 319849"/>
              <a:gd name="connsiteX14" fmla="*/ 33484 w 371356"/>
              <a:gd name="connsiteY14" fmla="*/ 128588 h 319849"/>
              <a:gd name="connsiteX15" fmla="*/ 16030 w 371356"/>
              <a:gd name="connsiteY15" fmla="*/ 166497 h 319849"/>
              <a:gd name="connsiteX16" fmla="*/ 28172 w 371356"/>
              <a:gd name="connsiteY16" fmla="*/ 201644 h 319849"/>
              <a:gd name="connsiteX17" fmla="*/ 68580 w 371356"/>
              <a:gd name="connsiteY17" fmla="*/ 216503 h 319849"/>
              <a:gd name="connsiteX18" fmla="*/ 99503 w 371356"/>
              <a:gd name="connsiteY18" fmla="*/ 216503 h 319849"/>
              <a:gd name="connsiteX19" fmla="*/ 107565 w 371356"/>
              <a:gd name="connsiteY19" fmla="*/ 224600 h 319849"/>
              <a:gd name="connsiteX20" fmla="*/ 99503 w 371356"/>
              <a:gd name="connsiteY20" fmla="*/ 232696 h 319849"/>
              <a:gd name="connsiteX21" fmla="*/ 68580 w 371356"/>
              <a:gd name="connsiteY21" fmla="*/ 232696 h 319849"/>
              <a:gd name="connsiteX22" fmla="*/ 17453 w 371356"/>
              <a:gd name="connsiteY22" fmla="*/ 213741 h 319849"/>
              <a:gd name="connsiteX23" fmla="*/ 0 w 371356"/>
              <a:gd name="connsiteY23" fmla="*/ 166402 h 319849"/>
              <a:gd name="connsiteX24" fmla="*/ 24188 w 371356"/>
              <a:gd name="connsiteY24" fmla="*/ 114967 h 319849"/>
              <a:gd name="connsiteX25" fmla="*/ 69908 w 371356"/>
              <a:gd name="connsiteY25" fmla="*/ 100108 h 319849"/>
              <a:gd name="connsiteX26" fmla="*/ 185631 w 371356"/>
              <a:gd name="connsiteY26" fmla="*/ 0 h 319849"/>
              <a:gd name="connsiteX27" fmla="*/ 287884 w 371356"/>
              <a:gd name="connsiteY27" fmla="*/ 62198 h 319849"/>
              <a:gd name="connsiteX28" fmla="*/ 344418 w 371356"/>
              <a:gd name="connsiteY28" fmla="*/ 85154 h 319849"/>
              <a:gd name="connsiteX29" fmla="*/ 371356 w 371356"/>
              <a:gd name="connsiteY29" fmla="*/ 147352 h 319849"/>
              <a:gd name="connsiteX30" fmla="*/ 227746 w 371356"/>
              <a:gd name="connsiteY30" fmla="*/ 257842 h 319849"/>
              <a:gd name="connsiteX31" fmla="*/ 193314 w 371356"/>
              <a:gd name="connsiteY31" fmla="*/ 293180 h 319849"/>
              <a:gd name="connsiteX32" fmla="*/ 193314 w 371356"/>
              <a:gd name="connsiteY32" fmla="*/ 149257 h 319849"/>
              <a:gd name="connsiteX33" fmla="*/ 185536 w 371356"/>
              <a:gd name="connsiteY33" fmla="*/ 141161 h 319849"/>
              <a:gd name="connsiteX34" fmla="*/ 177758 w 371356"/>
              <a:gd name="connsiteY34" fmla="*/ 149257 h 319849"/>
              <a:gd name="connsiteX35" fmla="*/ 177758 w 371356"/>
              <a:gd name="connsiteY35" fmla="*/ 292989 h 319849"/>
              <a:gd name="connsiteX36" fmla="*/ 142472 w 371356"/>
              <a:gd name="connsiteY36" fmla="*/ 257842 h 319849"/>
              <a:gd name="connsiteX37" fmla="*/ 130330 w 371356"/>
              <a:gd name="connsiteY37" fmla="*/ 257842 h 319849"/>
              <a:gd name="connsiteX38" fmla="*/ 130330 w 371356"/>
              <a:gd name="connsiteY38" fmla="*/ 268605 h 319849"/>
              <a:gd name="connsiteX39" fmla="*/ 178991 w 371356"/>
              <a:gd name="connsiteY39" fmla="*/ 317087 h 319849"/>
              <a:gd name="connsiteX40" fmla="*/ 180888 w 371356"/>
              <a:gd name="connsiteY40" fmla="*/ 318135 h 319849"/>
              <a:gd name="connsiteX41" fmla="*/ 185536 w 371356"/>
              <a:gd name="connsiteY41" fmla="*/ 319850 h 319849"/>
              <a:gd name="connsiteX42" fmla="*/ 185631 w 371356"/>
              <a:gd name="connsiteY42" fmla="*/ 319850 h 319849"/>
              <a:gd name="connsiteX43" fmla="*/ 185726 w 371356"/>
              <a:gd name="connsiteY43" fmla="*/ 319850 h 319849"/>
              <a:gd name="connsiteX44" fmla="*/ 186579 w 371356"/>
              <a:gd name="connsiteY44" fmla="*/ 319564 h 319849"/>
              <a:gd name="connsiteX45" fmla="*/ 189994 w 371356"/>
              <a:gd name="connsiteY45" fmla="*/ 317944 h 319849"/>
              <a:gd name="connsiteX46" fmla="*/ 191132 w 371356"/>
              <a:gd name="connsiteY46" fmla="*/ 317183 h 319849"/>
              <a:gd name="connsiteX47" fmla="*/ 239793 w 371356"/>
              <a:gd name="connsiteY47" fmla="*/ 268700 h 319849"/>
              <a:gd name="connsiteX48" fmla="*/ 239793 w 371356"/>
              <a:gd name="connsiteY48" fmla="*/ 257937 h 319849"/>
              <a:gd name="connsiteX49" fmla="*/ 227651 w 371356"/>
              <a:gd name="connsiteY49" fmla="*/ 257937 h 319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71356" h="319849">
                <a:moveTo>
                  <a:pt x="371262" y="147542"/>
                </a:moveTo>
                <a:cubicBezTo>
                  <a:pt x="371262" y="221933"/>
                  <a:pt x="294619" y="232791"/>
                  <a:pt x="294619" y="232791"/>
                </a:cubicBezTo>
                <a:lnTo>
                  <a:pt x="270431" y="232791"/>
                </a:lnTo>
                <a:cubicBezTo>
                  <a:pt x="265024" y="232791"/>
                  <a:pt x="262368" y="230124"/>
                  <a:pt x="262368" y="224695"/>
                </a:cubicBezTo>
                <a:cubicBezTo>
                  <a:pt x="262368" y="220599"/>
                  <a:pt x="265024" y="216598"/>
                  <a:pt x="270431" y="216598"/>
                </a:cubicBezTo>
                <a:lnTo>
                  <a:pt x="293291" y="216598"/>
                </a:lnTo>
                <a:cubicBezTo>
                  <a:pt x="298698" y="216598"/>
                  <a:pt x="355136" y="205740"/>
                  <a:pt x="355136" y="147638"/>
                </a:cubicBezTo>
                <a:cubicBezTo>
                  <a:pt x="355136" y="128683"/>
                  <a:pt x="347074" y="111157"/>
                  <a:pt x="333604" y="97536"/>
                </a:cubicBezTo>
                <a:cubicBezTo>
                  <a:pt x="320135" y="84011"/>
                  <a:pt x="302682" y="77248"/>
                  <a:pt x="282478" y="78581"/>
                </a:cubicBezTo>
                <a:cubicBezTo>
                  <a:pt x="279822" y="78581"/>
                  <a:pt x="277071" y="75914"/>
                  <a:pt x="275743" y="73152"/>
                </a:cubicBezTo>
                <a:cubicBezTo>
                  <a:pt x="259618" y="38005"/>
                  <a:pt x="223288" y="16288"/>
                  <a:pt x="185631" y="16288"/>
                </a:cubicBezTo>
                <a:cubicBezTo>
                  <a:pt x="131848" y="16288"/>
                  <a:pt x="88784" y="56864"/>
                  <a:pt x="86033" y="110966"/>
                </a:cubicBezTo>
                <a:cubicBezTo>
                  <a:pt x="84705" y="112300"/>
                  <a:pt x="84705" y="115062"/>
                  <a:pt x="81955" y="116396"/>
                </a:cubicBezTo>
                <a:cubicBezTo>
                  <a:pt x="80627" y="117729"/>
                  <a:pt x="77876" y="117729"/>
                  <a:pt x="75220" y="117729"/>
                </a:cubicBezTo>
                <a:cubicBezTo>
                  <a:pt x="60423" y="115062"/>
                  <a:pt x="45625" y="119063"/>
                  <a:pt x="33484" y="128588"/>
                </a:cubicBezTo>
                <a:cubicBezTo>
                  <a:pt x="22765" y="138017"/>
                  <a:pt x="16030" y="151543"/>
                  <a:pt x="16030" y="166497"/>
                </a:cubicBezTo>
                <a:cubicBezTo>
                  <a:pt x="16030" y="181451"/>
                  <a:pt x="20109" y="193548"/>
                  <a:pt x="28172" y="201644"/>
                </a:cubicBezTo>
                <a:cubicBezTo>
                  <a:pt x="44297" y="217837"/>
                  <a:pt x="68580" y="216503"/>
                  <a:pt x="68580" y="216503"/>
                </a:cubicBezTo>
                <a:lnTo>
                  <a:pt x="99503" y="216503"/>
                </a:lnTo>
                <a:cubicBezTo>
                  <a:pt x="104909" y="216503"/>
                  <a:pt x="107565" y="220599"/>
                  <a:pt x="107565" y="224600"/>
                </a:cubicBezTo>
                <a:cubicBezTo>
                  <a:pt x="107565" y="230029"/>
                  <a:pt x="104909" y="232696"/>
                  <a:pt x="99503" y="232696"/>
                </a:cubicBezTo>
                <a:lnTo>
                  <a:pt x="68580" y="232696"/>
                </a:lnTo>
                <a:cubicBezTo>
                  <a:pt x="65924" y="232696"/>
                  <a:pt x="36329" y="232696"/>
                  <a:pt x="17453" y="213741"/>
                </a:cubicBezTo>
                <a:cubicBezTo>
                  <a:pt x="5312" y="201549"/>
                  <a:pt x="0" y="186690"/>
                  <a:pt x="0" y="166402"/>
                </a:cubicBezTo>
                <a:cubicBezTo>
                  <a:pt x="0" y="146113"/>
                  <a:pt x="8063" y="128492"/>
                  <a:pt x="24188" y="114967"/>
                </a:cubicBezTo>
                <a:cubicBezTo>
                  <a:pt x="37657" y="104108"/>
                  <a:pt x="53783" y="98774"/>
                  <a:pt x="69908" y="100108"/>
                </a:cubicBezTo>
                <a:cubicBezTo>
                  <a:pt x="77971" y="43244"/>
                  <a:pt x="126441" y="0"/>
                  <a:pt x="185631" y="0"/>
                </a:cubicBezTo>
                <a:cubicBezTo>
                  <a:pt x="227367" y="0"/>
                  <a:pt x="267680" y="24384"/>
                  <a:pt x="287884" y="62198"/>
                </a:cubicBezTo>
                <a:cubicBezTo>
                  <a:pt x="309416" y="62198"/>
                  <a:pt x="329620" y="70294"/>
                  <a:pt x="344418" y="85154"/>
                </a:cubicBezTo>
                <a:cubicBezTo>
                  <a:pt x="361871" y="101346"/>
                  <a:pt x="371356" y="124396"/>
                  <a:pt x="371356" y="147352"/>
                </a:cubicBezTo>
                <a:close/>
                <a:moveTo>
                  <a:pt x="227746" y="257842"/>
                </a:moveTo>
                <a:cubicBezTo>
                  <a:pt x="227746" y="257842"/>
                  <a:pt x="227746" y="257842"/>
                  <a:pt x="193314" y="293180"/>
                </a:cubicBezTo>
                <a:lnTo>
                  <a:pt x="193314" y="149257"/>
                </a:lnTo>
                <a:cubicBezTo>
                  <a:pt x="193314" y="145161"/>
                  <a:pt x="189425" y="141161"/>
                  <a:pt x="185536" y="141161"/>
                </a:cubicBezTo>
                <a:cubicBezTo>
                  <a:pt x="180319" y="141161"/>
                  <a:pt x="177758" y="145256"/>
                  <a:pt x="177758" y="149257"/>
                </a:cubicBezTo>
                <a:lnTo>
                  <a:pt x="177758" y="292989"/>
                </a:lnTo>
                <a:cubicBezTo>
                  <a:pt x="171687" y="286988"/>
                  <a:pt x="161158" y="276415"/>
                  <a:pt x="142472" y="257842"/>
                </a:cubicBezTo>
                <a:cubicBezTo>
                  <a:pt x="139721" y="253841"/>
                  <a:pt x="134314" y="253841"/>
                  <a:pt x="130330" y="257842"/>
                </a:cubicBezTo>
                <a:cubicBezTo>
                  <a:pt x="127580" y="260509"/>
                  <a:pt x="127580" y="265938"/>
                  <a:pt x="130330" y="268605"/>
                </a:cubicBezTo>
                <a:lnTo>
                  <a:pt x="178991" y="317087"/>
                </a:lnTo>
                <a:cubicBezTo>
                  <a:pt x="179750" y="317468"/>
                  <a:pt x="180224" y="317754"/>
                  <a:pt x="180888" y="318135"/>
                </a:cubicBezTo>
                <a:cubicBezTo>
                  <a:pt x="182121" y="319088"/>
                  <a:pt x="183544" y="319850"/>
                  <a:pt x="185536" y="319850"/>
                </a:cubicBezTo>
                <a:cubicBezTo>
                  <a:pt x="185536" y="319850"/>
                  <a:pt x="185536" y="319850"/>
                  <a:pt x="185631" y="319850"/>
                </a:cubicBezTo>
                <a:cubicBezTo>
                  <a:pt x="185631" y="319850"/>
                  <a:pt x="185631" y="319850"/>
                  <a:pt x="185726" y="319850"/>
                </a:cubicBezTo>
                <a:cubicBezTo>
                  <a:pt x="185915" y="319850"/>
                  <a:pt x="186295" y="319659"/>
                  <a:pt x="186579" y="319564"/>
                </a:cubicBezTo>
                <a:cubicBezTo>
                  <a:pt x="187812" y="319373"/>
                  <a:pt x="188951" y="318802"/>
                  <a:pt x="189994" y="317944"/>
                </a:cubicBezTo>
                <a:cubicBezTo>
                  <a:pt x="190374" y="317659"/>
                  <a:pt x="190848" y="317468"/>
                  <a:pt x="191132" y="317183"/>
                </a:cubicBezTo>
                <a:lnTo>
                  <a:pt x="239793" y="268700"/>
                </a:lnTo>
                <a:cubicBezTo>
                  <a:pt x="242544" y="266033"/>
                  <a:pt x="242544" y="260604"/>
                  <a:pt x="239793" y="257937"/>
                </a:cubicBezTo>
                <a:cubicBezTo>
                  <a:pt x="237042" y="253937"/>
                  <a:pt x="231635" y="253937"/>
                  <a:pt x="227651" y="25793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6" name="Graphic 191">
            <a:extLst>
              <a:ext uri="{FF2B5EF4-FFF2-40B4-BE49-F238E27FC236}">
                <a16:creationId xmlns:a16="http://schemas.microsoft.com/office/drawing/2014/main" id="{F2DF10AA-A424-E798-B8CF-8E1385F7C314}"/>
              </a:ext>
            </a:extLst>
          </p:cNvPr>
          <p:cNvSpPr/>
          <p:nvPr/>
        </p:nvSpPr>
        <p:spPr>
          <a:xfrm>
            <a:off x="2952150" y="5530089"/>
            <a:ext cx="495437" cy="426720"/>
          </a:xfrm>
          <a:custGeom>
            <a:avLst/>
            <a:gdLst>
              <a:gd name="connsiteX0" fmla="*/ 371262 w 371356"/>
              <a:gd name="connsiteY0" fmla="*/ 147542 h 319849"/>
              <a:gd name="connsiteX1" fmla="*/ 294619 w 371356"/>
              <a:gd name="connsiteY1" fmla="*/ 232791 h 319849"/>
              <a:gd name="connsiteX2" fmla="*/ 270431 w 371356"/>
              <a:gd name="connsiteY2" fmla="*/ 232791 h 319849"/>
              <a:gd name="connsiteX3" fmla="*/ 262368 w 371356"/>
              <a:gd name="connsiteY3" fmla="*/ 224695 h 319849"/>
              <a:gd name="connsiteX4" fmla="*/ 270431 w 371356"/>
              <a:gd name="connsiteY4" fmla="*/ 216598 h 319849"/>
              <a:gd name="connsiteX5" fmla="*/ 293291 w 371356"/>
              <a:gd name="connsiteY5" fmla="*/ 216598 h 319849"/>
              <a:gd name="connsiteX6" fmla="*/ 355136 w 371356"/>
              <a:gd name="connsiteY6" fmla="*/ 147638 h 319849"/>
              <a:gd name="connsiteX7" fmla="*/ 333604 w 371356"/>
              <a:gd name="connsiteY7" fmla="*/ 97536 h 319849"/>
              <a:gd name="connsiteX8" fmla="*/ 282478 w 371356"/>
              <a:gd name="connsiteY8" fmla="*/ 78581 h 319849"/>
              <a:gd name="connsiteX9" fmla="*/ 275743 w 371356"/>
              <a:gd name="connsiteY9" fmla="*/ 73152 h 319849"/>
              <a:gd name="connsiteX10" fmla="*/ 185631 w 371356"/>
              <a:gd name="connsiteY10" fmla="*/ 16288 h 319849"/>
              <a:gd name="connsiteX11" fmla="*/ 86033 w 371356"/>
              <a:gd name="connsiteY11" fmla="*/ 110966 h 319849"/>
              <a:gd name="connsiteX12" fmla="*/ 81955 w 371356"/>
              <a:gd name="connsiteY12" fmla="*/ 116396 h 319849"/>
              <a:gd name="connsiteX13" fmla="*/ 75220 w 371356"/>
              <a:gd name="connsiteY13" fmla="*/ 117729 h 319849"/>
              <a:gd name="connsiteX14" fmla="*/ 33484 w 371356"/>
              <a:gd name="connsiteY14" fmla="*/ 128588 h 319849"/>
              <a:gd name="connsiteX15" fmla="*/ 16030 w 371356"/>
              <a:gd name="connsiteY15" fmla="*/ 166497 h 319849"/>
              <a:gd name="connsiteX16" fmla="*/ 28172 w 371356"/>
              <a:gd name="connsiteY16" fmla="*/ 201644 h 319849"/>
              <a:gd name="connsiteX17" fmla="*/ 68580 w 371356"/>
              <a:gd name="connsiteY17" fmla="*/ 216503 h 319849"/>
              <a:gd name="connsiteX18" fmla="*/ 99503 w 371356"/>
              <a:gd name="connsiteY18" fmla="*/ 216503 h 319849"/>
              <a:gd name="connsiteX19" fmla="*/ 107565 w 371356"/>
              <a:gd name="connsiteY19" fmla="*/ 224600 h 319849"/>
              <a:gd name="connsiteX20" fmla="*/ 99503 w 371356"/>
              <a:gd name="connsiteY20" fmla="*/ 232696 h 319849"/>
              <a:gd name="connsiteX21" fmla="*/ 68580 w 371356"/>
              <a:gd name="connsiteY21" fmla="*/ 232696 h 319849"/>
              <a:gd name="connsiteX22" fmla="*/ 17453 w 371356"/>
              <a:gd name="connsiteY22" fmla="*/ 213741 h 319849"/>
              <a:gd name="connsiteX23" fmla="*/ 0 w 371356"/>
              <a:gd name="connsiteY23" fmla="*/ 166402 h 319849"/>
              <a:gd name="connsiteX24" fmla="*/ 24188 w 371356"/>
              <a:gd name="connsiteY24" fmla="*/ 114967 h 319849"/>
              <a:gd name="connsiteX25" fmla="*/ 69908 w 371356"/>
              <a:gd name="connsiteY25" fmla="*/ 100108 h 319849"/>
              <a:gd name="connsiteX26" fmla="*/ 185631 w 371356"/>
              <a:gd name="connsiteY26" fmla="*/ 0 h 319849"/>
              <a:gd name="connsiteX27" fmla="*/ 287884 w 371356"/>
              <a:gd name="connsiteY27" fmla="*/ 62198 h 319849"/>
              <a:gd name="connsiteX28" fmla="*/ 344418 w 371356"/>
              <a:gd name="connsiteY28" fmla="*/ 85154 h 319849"/>
              <a:gd name="connsiteX29" fmla="*/ 371356 w 371356"/>
              <a:gd name="connsiteY29" fmla="*/ 147352 h 319849"/>
              <a:gd name="connsiteX30" fmla="*/ 227746 w 371356"/>
              <a:gd name="connsiteY30" fmla="*/ 257842 h 319849"/>
              <a:gd name="connsiteX31" fmla="*/ 193314 w 371356"/>
              <a:gd name="connsiteY31" fmla="*/ 293180 h 319849"/>
              <a:gd name="connsiteX32" fmla="*/ 193314 w 371356"/>
              <a:gd name="connsiteY32" fmla="*/ 149257 h 319849"/>
              <a:gd name="connsiteX33" fmla="*/ 185536 w 371356"/>
              <a:gd name="connsiteY33" fmla="*/ 141161 h 319849"/>
              <a:gd name="connsiteX34" fmla="*/ 177758 w 371356"/>
              <a:gd name="connsiteY34" fmla="*/ 149257 h 319849"/>
              <a:gd name="connsiteX35" fmla="*/ 177758 w 371356"/>
              <a:gd name="connsiteY35" fmla="*/ 292989 h 319849"/>
              <a:gd name="connsiteX36" fmla="*/ 142472 w 371356"/>
              <a:gd name="connsiteY36" fmla="*/ 257842 h 319849"/>
              <a:gd name="connsiteX37" fmla="*/ 130330 w 371356"/>
              <a:gd name="connsiteY37" fmla="*/ 257842 h 319849"/>
              <a:gd name="connsiteX38" fmla="*/ 130330 w 371356"/>
              <a:gd name="connsiteY38" fmla="*/ 268605 h 319849"/>
              <a:gd name="connsiteX39" fmla="*/ 178991 w 371356"/>
              <a:gd name="connsiteY39" fmla="*/ 317087 h 319849"/>
              <a:gd name="connsiteX40" fmla="*/ 180888 w 371356"/>
              <a:gd name="connsiteY40" fmla="*/ 318135 h 319849"/>
              <a:gd name="connsiteX41" fmla="*/ 185536 w 371356"/>
              <a:gd name="connsiteY41" fmla="*/ 319850 h 319849"/>
              <a:gd name="connsiteX42" fmla="*/ 185631 w 371356"/>
              <a:gd name="connsiteY42" fmla="*/ 319850 h 319849"/>
              <a:gd name="connsiteX43" fmla="*/ 185726 w 371356"/>
              <a:gd name="connsiteY43" fmla="*/ 319850 h 319849"/>
              <a:gd name="connsiteX44" fmla="*/ 186579 w 371356"/>
              <a:gd name="connsiteY44" fmla="*/ 319564 h 319849"/>
              <a:gd name="connsiteX45" fmla="*/ 189994 w 371356"/>
              <a:gd name="connsiteY45" fmla="*/ 317944 h 319849"/>
              <a:gd name="connsiteX46" fmla="*/ 191132 w 371356"/>
              <a:gd name="connsiteY46" fmla="*/ 317183 h 319849"/>
              <a:gd name="connsiteX47" fmla="*/ 239793 w 371356"/>
              <a:gd name="connsiteY47" fmla="*/ 268700 h 319849"/>
              <a:gd name="connsiteX48" fmla="*/ 239793 w 371356"/>
              <a:gd name="connsiteY48" fmla="*/ 257937 h 319849"/>
              <a:gd name="connsiteX49" fmla="*/ 227651 w 371356"/>
              <a:gd name="connsiteY49" fmla="*/ 257937 h 319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71356" h="319849">
                <a:moveTo>
                  <a:pt x="371262" y="147542"/>
                </a:moveTo>
                <a:cubicBezTo>
                  <a:pt x="371262" y="221933"/>
                  <a:pt x="294619" y="232791"/>
                  <a:pt x="294619" y="232791"/>
                </a:cubicBezTo>
                <a:lnTo>
                  <a:pt x="270431" y="232791"/>
                </a:lnTo>
                <a:cubicBezTo>
                  <a:pt x="265024" y="232791"/>
                  <a:pt x="262368" y="230124"/>
                  <a:pt x="262368" y="224695"/>
                </a:cubicBezTo>
                <a:cubicBezTo>
                  <a:pt x="262368" y="220599"/>
                  <a:pt x="265024" y="216598"/>
                  <a:pt x="270431" y="216598"/>
                </a:cubicBezTo>
                <a:lnTo>
                  <a:pt x="293291" y="216598"/>
                </a:lnTo>
                <a:cubicBezTo>
                  <a:pt x="298698" y="216598"/>
                  <a:pt x="355136" y="205740"/>
                  <a:pt x="355136" y="147638"/>
                </a:cubicBezTo>
                <a:cubicBezTo>
                  <a:pt x="355136" y="128683"/>
                  <a:pt x="347074" y="111157"/>
                  <a:pt x="333604" y="97536"/>
                </a:cubicBezTo>
                <a:cubicBezTo>
                  <a:pt x="320135" y="84011"/>
                  <a:pt x="302682" y="77248"/>
                  <a:pt x="282478" y="78581"/>
                </a:cubicBezTo>
                <a:cubicBezTo>
                  <a:pt x="279822" y="78581"/>
                  <a:pt x="277071" y="75914"/>
                  <a:pt x="275743" y="73152"/>
                </a:cubicBezTo>
                <a:cubicBezTo>
                  <a:pt x="259618" y="38005"/>
                  <a:pt x="223288" y="16288"/>
                  <a:pt x="185631" y="16288"/>
                </a:cubicBezTo>
                <a:cubicBezTo>
                  <a:pt x="131848" y="16288"/>
                  <a:pt x="88784" y="56864"/>
                  <a:pt x="86033" y="110966"/>
                </a:cubicBezTo>
                <a:cubicBezTo>
                  <a:pt x="84705" y="112300"/>
                  <a:pt x="84705" y="115062"/>
                  <a:pt x="81955" y="116396"/>
                </a:cubicBezTo>
                <a:cubicBezTo>
                  <a:pt x="80627" y="117729"/>
                  <a:pt x="77876" y="117729"/>
                  <a:pt x="75220" y="117729"/>
                </a:cubicBezTo>
                <a:cubicBezTo>
                  <a:pt x="60423" y="115062"/>
                  <a:pt x="45625" y="119063"/>
                  <a:pt x="33484" y="128588"/>
                </a:cubicBezTo>
                <a:cubicBezTo>
                  <a:pt x="22765" y="138017"/>
                  <a:pt x="16030" y="151543"/>
                  <a:pt x="16030" y="166497"/>
                </a:cubicBezTo>
                <a:cubicBezTo>
                  <a:pt x="16030" y="181451"/>
                  <a:pt x="20109" y="193548"/>
                  <a:pt x="28172" y="201644"/>
                </a:cubicBezTo>
                <a:cubicBezTo>
                  <a:pt x="44297" y="217837"/>
                  <a:pt x="68580" y="216503"/>
                  <a:pt x="68580" y="216503"/>
                </a:cubicBezTo>
                <a:lnTo>
                  <a:pt x="99503" y="216503"/>
                </a:lnTo>
                <a:cubicBezTo>
                  <a:pt x="104909" y="216503"/>
                  <a:pt x="107565" y="220599"/>
                  <a:pt x="107565" y="224600"/>
                </a:cubicBezTo>
                <a:cubicBezTo>
                  <a:pt x="107565" y="230029"/>
                  <a:pt x="104909" y="232696"/>
                  <a:pt x="99503" y="232696"/>
                </a:cubicBezTo>
                <a:lnTo>
                  <a:pt x="68580" y="232696"/>
                </a:lnTo>
                <a:cubicBezTo>
                  <a:pt x="65924" y="232696"/>
                  <a:pt x="36329" y="232696"/>
                  <a:pt x="17453" y="213741"/>
                </a:cubicBezTo>
                <a:cubicBezTo>
                  <a:pt x="5312" y="201549"/>
                  <a:pt x="0" y="186690"/>
                  <a:pt x="0" y="166402"/>
                </a:cubicBezTo>
                <a:cubicBezTo>
                  <a:pt x="0" y="146113"/>
                  <a:pt x="8063" y="128492"/>
                  <a:pt x="24188" y="114967"/>
                </a:cubicBezTo>
                <a:cubicBezTo>
                  <a:pt x="37657" y="104108"/>
                  <a:pt x="53783" y="98774"/>
                  <a:pt x="69908" y="100108"/>
                </a:cubicBezTo>
                <a:cubicBezTo>
                  <a:pt x="77971" y="43244"/>
                  <a:pt x="126441" y="0"/>
                  <a:pt x="185631" y="0"/>
                </a:cubicBezTo>
                <a:cubicBezTo>
                  <a:pt x="227367" y="0"/>
                  <a:pt x="267680" y="24384"/>
                  <a:pt x="287884" y="62198"/>
                </a:cubicBezTo>
                <a:cubicBezTo>
                  <a:pt x="309416" y="62198"/>
                  <a:pt x="329620" y="70294"/>
                  <a:pt x="344418" y="85154"/>
                </a:cubicBezTo>
                <a:cubicBezTo>
                  <a:pt x="361871" y="101346"/>
                  <a:pt x="371356" y="124396"/>
                  <a:pt x="371356" y="147352"/>
                </a:cubicBezTo>
                <a:close/>
                <a:moveTo>
                  <a:pt x="227746" y="257842"/>
                </a:moveTo>
                <a:cubicBezTo>
                  <a:pt x="227746" y="257842"/>
                  <a:pt x="227746" y="257842"/>
                  <a:pt x="193314" y="293180"/>
                </a:cubicBezTo>
                <a:lnTo>
                  <a:pt x="193314" y="149257"/>
                </a:lnTo>
                <a:cubicBezTo>
                  <a:pt x="193314" y="145161"/>
                  <a:pt x="189425" y="141161"/>
                  <a:pt x="185536" y="141161"/>
                </a:cubicBezTo>
                <a:cubicBezTo>
                  <a:pt x="180319" y="141161"/>
                  <a:pt x="177758" y="145256"/>
                  <a:pt x="177758" y="149257"/>
                </a:cubicBezTo>
                <a:lnTo>
                  <a:pt x="177758" y="292989"/>
                </a:lnTo>
                <a:cubicBezTo>
                  <a:pt x="171687" y="286988"/>
                  <a:pt x="161158" y="276415"/>
                  <a:pt x="142472" y="257842"/>
                </a:cubicBezTo>
                <a:cubicBezTo>
                  <a:pt x="139721" y="253841"/>
                  <a:pt x="134314" y="253841"/>
                  <a:pt x="130330" y="257842"/>
                </a:cubicBezTo>
                <a:cubicBezTo>
                  <a:pt x="127580" y="260509"/>
                  <a:pt x="127580" y="265938"/>
                  <a:pt x="130330" y="268605"/>
                </a:cubicBezTo>
                <a:lnTo>
                  <a:pt x="178991" y="317087"/>
                </a:lnTo>
                <a:cubicBezTo>
                  <a:pt x="179750" y="317468"/>
                  <a:pt x="180224" y="317754"/>
                  <a:pt x="180888" y="318135"/>
                </a:cubicBezTo>
                <a:cubicBezTo>
                  <a:pt x="182121" y="319088"/>
                  <a:pt x="183544" y="319850"/>
                  <a:pt x="185536" y="319850"/>
                </a:cubicBezTo>
                <a:cubicBezTo>
                  <a:pt x="185536" y="319850"/>
                  <a:pt x="185536" y="319850"/>
                  <a:pt x="185631" y="319850"/>
                </a:cubicBezTo>
                <a:cubicBezTo>
                  <a:pt x="185631" y="319850"/>
                  <a:pt x="185631" y="319850"/>
                  <a:pt x="185726" y="319850"/>
                </a:cubicBezTo>
                <a:cubicBezTo>
                  <a:pt x="185915" y="319850"/>
                  <a:pt x="186295" y="319659"/>
                  <a:pt x="186579" y="319564"/>
                </a:cubicBezTo>
                <a:cubicBezTo>
                  <a:pt x="187812" y="319373"/>
                  <a:pt x="188951" y="318802"/>
                  <a:pt x="189994" y="317944"/>
                </a:cubicBezTo>
                <a:cubicBezTo>
                  <a:pt x="190374" y="317659"/>
                  <a:pt x="190848" y="317468"/>
                  <a:pt x="191132" y="317183"/>
                </a:cubicBezTo>
                <a:lnTo>
                  <a:pt x="239793" y="268700"/>
                </a:lnTo>
                <a:cubicBezTo>
                  <a:pt x="242544" y="266033"/>
                  <a:pt x="242544" y="260604"/>
                  <a:pt x="239793" y="257937"/>
                </a:cubicBezTo>
                <a:cubicBezTo>
                  <a:pt x="237042" y="253937"/>
                  <a:pt x="231635" y="253937"/>
                  <a:pt x="227651" y="25793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9" name="Graphic 197">
            <a:extLst>
              <a:ext uri="{FF2B5EF4-FFF2-40B4-BE49-F238E27FC236}">
                <a16:creationId xmlns:a16="http://schemas.microsoft.com/office/drawing/2014/main" id="{F6C42253-9144-8561-77C7-23ED7BB42936}"/>
              </a:ext>
            </a:extLst>
          </p:cNvPr>
          <p:cNvSpPr/>
          <p:nvPr/>
        </p:nvSpPr>
        <p:spPr>
          <a:xfrm>
            <a:off x="3830018" y="4874069"/>
            <a:ext cx="510171" cy="438499"/>
          </a:xfrm>
          <a:custGeom>
            <a:avLst/>
            <a:gdLst>
              <a:gd name="connsiteX0" fmla="*/ 385774 w 385869"/>
              <a:gd name="connsiteY0" fmla="*/ 154305 h 331660"/>
              <a:gd name="connsiteX1" fmla="*/ 306096 w 385869"/>
              <a:gd name="connsiteY1" fmla="*/ 242602 h 331660"/>
              <a:gd name="connsiteX2" fmla="*/ 264171 w 385869"/>
              <a:gd name="connsiteY2" fmla="*/ 242602 h 331660"/>
              <a:gd name="connsiteX3" fmla="*/ 255823 w 385869"/>
              <a:gd name="connsiteY3" fmla="*/ 234220 h 331660"/>
              <a:gd name="connsiteX4" fmla="*/ 264171 w 385869"/>
              <a:gd name="connsiteY4" fmla="*/ 225838 h 331660"/>
              <a:gd name="connsiteX5" fmla="*/ 304768 w 385869"/>
              <a:gd name="connsiteY5" fmla="*/ 225838 h 331660"/>
              <a:gd name="connsiteX6" fmla="*/ 369080 w 385869"/>
              <a:gd name="connsiteY6" fmla="*/ 154305 h 331660"/>
              <a:gd name="connsiteX7" fmla="*/ 348117 w 385869"/>
              <a:gd name="connsiteY7" fmla="*/ 102394 h 331660"/>
              <a:gd name="connsiteX8" fmla="*/ 294998 w 385869"/>
              <a:gd name="connsiteY8" fmla="*/ 81343 h 331660"/>
              <a:gd name="connsiteX9" fmla="*/ 286651 w 385869"/>
              <a:gd name="connsiteY9" fmla="*/ 77153 h 331660"/>
              <a:gd name="connsiteX10" fmla="*/ 194357 w 385869"/>
              <a:gd name="connsiteY10" fmla="*/ 16859 h 331660"/>
              <a:gd name="connsiteX11" fmla="*/ 192935 w 385869"/>
              <a:gd name="connsiteY11" fmla="*/ 16859 h 331660"/>
              <a:gd name="connsiteX12" fmla="*/ 89448 w 385869"/>
              <a:gd name="connsiteY12" fmla="*/ 114967 h 331660"/>
              <a:gd name="connsiteX13" fmla="*/ 86697 w 385869"/>
              <a:gd name="connsiteY13" fmla="*/ 120587 h 331660"/>
              <a:gd name="connsiteX14" fmla="*/ 79678 w 385869"/>
              <a:gd name="connsiteY14" fmla="*/ 122015 h 331660"/>
              <a:gd name="connsiteX15" fmla="*/ 36329 w 385869"/>
              <a:gd name="connsiteY15" fmla="*/ 131826 h 331660"/>
              <a:gd name="connsiteX16" fmla="*/ 16789 w 385869"/>
              <a:gd name="connsiteY16" fmla="*/ 172498 h 331660"/>
              <a:gd name="connsiteX17" fmla="*/ 29405 w 385869"/>
              <a:gd name="connsiteY17" fmla="*/ 208978 h 331660"/>
              <a:gd name="connsiteX18" fmla="*/ 72754 w 385869"/>
              <a:gd name="connsiteY18" fmla="*/ 224409 h 331660"/>
              <a:gd name="connsiteX19" fmla="*/ 120276 w 385869"/>
              <a:gd name="connsiteY19" fmla="*/ 225838 h 331660"/>
              <a:gd name="connsiteX20" fmla="*/ 128623 w 385869"/>
              <a:gd name="connsiteY20" fmla="*/ 234220 h 331660"/>
              <a:gd name="connsiteX21" fmla="*/ 120276 w 385869"/>
              <a:gd name="connsiteY21" fmla="*/ 242602 h 331660"/>
              <a:gd name="connsiteX22" fmla="*/ 72754 w 385869"/>
              <a:gd name="connsiteY22" fmla="*/ 241173 h 331660"/>
              <a:gd name="connsiteX23" fmla="*/ 18212 w 385869"/>
              <a:gd name="connsiteY23" fmla="*/ 220123 h 331660"/>
              <a:gd name="connsiteX24" fmla="*/ 0 w 385869"/>
              <a:gd name="connsiteY24" fmla="*/ 172403 h 331660"/>
              <a:gd name="connsiteX25" fmla="*/ 25137 w 385869"/>
              <a:gd name="connsiteY25" fmla="*/ 119158 h 331660"/>
              <a:gd name="connsiteX26" fmla="*/ 74082 w 385869"/>
              <a:gd name="connsiteY26" fmla="*/ 103727 h 331660"/>
              <a:gd name="connsiteX27" fmla="*/ 192935 w 385869"/>
              <a:gd name="connsiteY27" fmla="*/ 0 h 331660"/>
              <a:gd name="connsiteX28" fmla="*/ 194357 w 385869"/>
              <a:gd name="connsiteY28" fmla="*/ 0 h 331660"/>
              <a:gd name="connsiteX29" fmla="*/ 300595 w 385869"/>
              <a:gd name="connsiteY29" fmla="*/ 64484 h 331660"/>
              <a:gd name="connsiteX30" fmla="*/ 359310 w 385869"/>
              <a:gd name="connsiteY30" fmla="*/ 89726 h 331660"/>
              <a:gd name="connsiteX31" fmla="*/ 385869 w 385869"/>
              <a:gd name="connsiteY31" fmla="*/ 154210 h 331660"/>
              <a:gd name="connsiteX32" fmla="*/ 198341 w 385869"/>
              <a:gd name="connsiteY32" fmla="*/ 132588 h 331660"/>
              <a:gd name="connsiteX33" fmla="*/ 198341 w 385869"/>
              <a:gd name="connsiteY33" fmla="*/ 132588 h 331660"/>
              <a:gd name="connsiteX34" fmla="*/ 192555 w 385869"/>
              <a:gd name="connsiteY34" fmla="*/ 129826 h 331660"/>
              <a:gd name="connsiteX35" fmla="*/ 185631 w 385869"/>
              <a:gd name="connsiteY35" fmla="*/ 134207 h 331660"/>
              <a:gd name="connsiteX36" fmla="*/ 137065 w 385869"/>
              <a:gd name="connsiteY36" fmla="*/ 182785 h 331660"/>
              <a:gd name="connsiteX37" fmla="*/ 137065 w 385869"/>
              <a:gd name="connsiteY37" fmla="*/ 193929 h 331660"/>
              <a:gd name="connsiteX38" fmla="*/ 148258 w 385869"/>
              <a:gd name="connsiteY38" fmla="*/ 193929 h 331660"/>
              <a:gd name="connsiteX39" fmla="*/ 184208 w 385869"/>
              <a:gd name="connsiteY39" fmla="*/ 159163 h 331660"/>
              <a:gd name="connsiteX40" fmla="*/ 182975 w 385869"/>
              <a:gd name="connsiteY40" fmla="*/ 323279 h 331660"/>
              <a:gd name="connsiteX41" fmla="*/ 191227 w 385869"/>
              <a:gd name="connsiteY41" fmla="*/ 331660 h 331660"/>
              <a:gd name="connsiteX42" fmla="*/ 199480 w 385869"/>
              <a:gd name="connsiteY42" fmla="*/ 323279 h 331660"/>
              <a:gd name="connsiteX43" fmla="*/ 200713 w 385869"/>
              <a:gd name="connsiteY43" fmla="*/ 158591 h 331660"/>
              <a:gd name="connsiteX44" fmla="*/ 237422 w 385869"/>
              <a:gd name="connsiteY44" fmla="*/ 195262 h 331660"/>
              <a:gd name="connsiteX45" fmla="*/ 243018 w 385869"/>
              <a:gd name="connsiteY45" fmla="*/ 198025 h 331660"/>
              <a:gd name="connsiteX46" fmla="*/ 248614 w 385869"/>
              <a:gd name="connsiteY46" fmla="*/ 195262 h 331660"/>
              <a:gd name="connsiteX47" fmla="*/ 248614 w 385869"/>
              <a:gd name="connsiteY47" fmla="*/ 182689 h 331660"/>
              <a:gd name="connsiteX48" fmla="*/ 198436 w 385869"/>
              <a:gd name="connsiteY48" fmla="*/ 132588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5869" h="331660">
                <a:moveTo>
                  <a:pt x="385774" y="154305"/>
                </a:moveTo>
                <a:cubicBezTo>
                  <a:pt x="385774" y="231458"/>
                  <a:pt x="306096" y="242602"/>
                  <a:pt x="306096" y="242602"/>
                </a:cubicBezTo>
                <a:lnTo>
                  <a:pt x="264171" y="242602"/>
                </a:lnTo>
                <a:cubicBezTo>
                  <a:pt x="259997" y="242602"/>
                  <a:pt x="255823" y="238411"/>
                  <a:pt x="255823" y="234220"/>
                </a:cubicBezTo>
                <a:cubicBezTo>
                  <a:pt x="255823" y="230029"/>
                  <a:pt x="259997" y="225838"/>
                  <a:pt x="264171" y="225838"/>
                </a:cubicBezTo>
                <a:lnTo>
                  <a:pt x="304768" y="225838"/>
                </a:lnTo>
                <a:cubicBezTo>
                  <a:pt x="310365" y="224409"/>
                  <a:pt x="369080" y="214598"/>
                  <a:pt x="369080" y="154305"/>
                </a:cubicBezTo>
                <a:cubicBezTo>
                  <a:pt x="369080" y="134683"/>
                  <a:pt x="362061" y="116491"/>
                  <a:pt x="348117" y="102394"/>
                </a:cubicBezTo>
                <a:cubicBezTo>
                  <a:pt x="332751" y="88392"/>
                  <a:pt x="314538" y="81343"/>
                  <a:pt x="294998" y="81343"/>
                </a:cubicBezTo>
                <a:cubicBezTo>
                  <a:pt x="292248" y="82772"/>
                  <a:pt x="287979" y="79915"/>
                  <a:pt x="286651" y="77153"/>
                </a:cubicBezTo>
                <a:cubicBezTo>
                  <a:pt x="269862" y="40672"/>
                  <a:pt x="233532" y="16859"/>
                  <a:pt x="194357" y="16859"/>
                </a:cubicBezTo>
                <a:lnTo>
                  <a:pt x="192935" y="16859"/>
                </a:lnTo>
                <a:cubicBezTo>
                  <a:pt x="138393" y="16859"/>
                  <a:pt x="93622" y="60293"/>
                  <a:pt x="89448" y="114967"/>
                </a:cubicBezTo>
                <a:cubicBezTo>
                  <a:pt x="89448" y="116395"/>
                  <a:pt x="88025" y="119158"/>
                  <a:pt x="86697" y="120587"/>
                </a:cubicBezTo>
                <a:cubicBezTo>
                  <a:pt x="83947" y="122015"/>
                  <a:pt x="82524" y="122015"/>
                  <a:pt x="79678" y="122015"/>
                </a:cubicBezTo>
                <a:cubicBezTo>
                  <a:pt x="64312" y="119253"/>
                  <a:pt x="48945" y="122015"/>
                  <a:pt x="36329" y="131826"/>
                </a:cubicBezTo>
                <a:cubicBezTo>
                  <a:pt x="23714" y="141637"/>
                  <a:pt x="16789" y="157067"/>
                  <a:pt x="16789" y="172498"/>
                </a:cubicBezTo>
                <a:cubicBezTo>
                  <a:pt x="16789" y="187928"/>
                  <a:pt x="20963" y="200501"/>
                  <a:pt x="29405" y="208978"/>
                </a:cubicBezTo>
                <a:cubicBezTo>
                  <a:pt x="46194" y="224409"/>
                  <a:pt x="72754" y="224409"/>
                  <a:pt x="72754" y="224409"/>
                </a:cubicBezTo>
                <a:lnTo>
                  <a:pt x="120276" y="225838"/>
                </a:lnTo>
                <a:cubicBezTo>
                  <a:pt x="124449" y="225838"/>
                  <a:pt x="128623" y="228600"/>
                  <a:pt x="128623" y="234220"/>
                </a:cubicBezTo>
                <a:cubicBezTo>
                  <a:pt x="128623" y="238411"/>
                  <a:pt x="124449" y="242602"/>
                  <a:pt x="120276" y="242602"/>
                </a:cubicBezTo>
                <a:lnTo>
                  <a:pt x="72754" y="241173"/>
                </a:lnTo>
                <a:cubicBezTo>
                  <a:pt x="71331" y="241173"/>
                  <a:pt x="39175" y="241173"/>
                  <a:pt x="18212" y="220123"/>
                </a:cubicBezTo>
                <a:cubicBezTo>
                  <a:pt x="5596" y="208883"/>
                  <a:pt x="0" y="192119"/>
                  <a:pt x="0" y="172403"/>
                </a:cubicBezTo>
                <a:cubicBezTo>
                  <a:pt x="0" y="151352"/>
                  <a:pt x="9770" y="131731"/>
                  <a:pt x="25137" y="119158"/>
                </a:cubicBezTo>
                <a:cubicBezTo>
                  <a:pt x="39080" y="107918"/>
                  <a:pt x="55870" y="102299"/>
                  <a:pt x="74082" y="103727"/>
                </a:cubicBezTo>
                <a:cubicBezTo>
                  <a:pt x="82429" y="44863"/>
                  <a:pt x="132797" y="0"/>
                  <a:pt x="192935" y="0"/>
                </a:cubicBezTo>
                <a:lnTo>
                  <a:pt x="194357" y="0"/>
                </a:lnTo>
                <a:cubicBezTo>
                  <a:pt x="237706" y="0"/>
                  <a:pt x="279632" y="25241"/>
                  <a:pt x="300595" y="64484"/>
                </a:cubicBezTo>
                <a:cubicBezTo>
                  <a:pt x="322981" y="65913"/>
                  <a:pt x="342521" y="74295"/>
                  <a:pt x="359310" y="89726"/>
                </a:cubicBezTo>
                <a:cubicBezTo>
                  <a:pt x="376099" y="106585"/>
                  <a:pt x="385869" y="130397"/>
                  <a:pt x="385869" y="154210"/>
                </a:cubicBezTo>
                <a:close/>
                <a:moveTo>
                  <a:pt x="198341" y="132588"/>
                </a:moveTo>
                <a:cubicBezTo>
                  <a:pt x="198341" y="132588"/>
                  <a:pt x="198341" y="132588"/>
                  <a:pt x="198341" y="132588"/>
                </a:cubicBezTo>
                <a:cubicBezTo>
                  <a:pt x="196824" y="130969"/>
                  <a:pt x="194642" y="129826"/>
                  <a:pt x="192555" y="129826"/>
                </a:cubicBezTo>
                <a:cubicBezTo>
                  <a:pt x="189804" y="129826"/>
                  <a:pt x="187243" y="131731"/>
                  <a:pt x="185631" y="134207"/>
                </a:cubicBezTo>
                <a:cubicBezTo>
                  <a:pt x="182216" y="137636"/>
                  <a:pt x="171403" y="148399"/>
                  <a:pt x="137065" y="182785"/>
                </a:cubicBezTo>
                <a:cubicBezTo>
                  <a:pt x="132892" y="185547"/>
                  <a:pt x="132892" y="191167"/>
                  <a:pt x="137065" y="193929"/>
                </a:cubicBezTo>
                <a:cubicBezTo>
                  <a:pt x="139816" y="198120"/>
                  <a:pt x="145412" y="198120"/>
                  <a:pt x="148258" y="193929"/>
                </a:cubicBezTo>
                <a:cubicBezTo>
                  <a:pt x="148258" y="193929"/>
                  <a:pt x="160238" y="182340"/>
                  <a:pt x="184208" y="159163"/>
                </a:cubicBezTo>
                <a:cubicBezTo>
                  <a:pt x="184018" y="181451"/>
                  <a:pt x="183734" y="227552"/>
                  <a:pt x="182975" y="323279"/>
                </a:cubicBezTo>
                <a:cubicBezTo>
                  <a:pt x="182975" y="328898"/>
                  <a:pt x="187149" y="331660"/>
                  <a:pt x="191227" y="331660"/>
                </a:cubicBezTo>
                <a:cubicBezTo>
                  <a:pt x="196729" y="331660"/>
                  <a:pt x="199480" y="328898"/>
                  <a:pt x="199480" y="323279"/>
                </a:cubicBezTo>
                <a:cubicBezTo>
                  <a:pt x="199480" y="323279"/>
                  <a:pt x="199888" y="268383"/>
                  <a:pt x="200713" y="158591"/>
                </a:cubicBezTo>
                <a:cubicBezTo>
                  <a:pt x="206878" y="164783"/>
                  <a:pt x="217881" y="175736"/>
                  <a:pt x="237422" y="195262"/>
                </a:cubicBezTo>
                <a:cubicBezTo>
                  <a:pt x="238844" y="196691"/>
                  <a:pt x="240172" y="198025"/>
                  <a:pt x="243018" y="198025"/>
                </a:cubicBezTo>
                <a:cubicBezTo>
                  <a:pt x="244441" y="198025"/>
                  <a:pt x="247192" y="196596"/>
                  <a:pt x="248614" y="195262"/>
                </a:cubicBezTo>
                <a:cubicBezTo>
                  <a:pt x="252788" y="192500"/>
                  <a:pt x="252788" y="186880"/>
                  <a:pt x="248614" y="182689"/>
                </a:cubicBezTo>
                <a:lnTo>
                  <a:pt x="198436" y="132588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0" name="Graphic 197">
            <a:extLst>
              <a:ext uri="{FF2B5EF4-FFF2-40B4-BE49-F238E27FC236}">
                <a16:creationId xmlns:a16="http://schemas.microsoft.com/office/drawing/2014/main" id="{27764A4E-3782-0F17-B1FD-5983B1BBC769}"/>
              </a:ext>
            </a:extLst>
          </p:cNvPr>
          <p:cNvSpPr/>
          <p:nvPr/>
        </p:nvSpPr>
        <p:spPr>
          <a:xfrm>
            <a:off x="4588843" y="4874069"/>
            <a:ext cx="510171" cy="438499"/>
          </a:xfrm>
          <a:custGeom>
            <a:avLst/>
            <a:gdLst>
              <a:gd name="connsiteX0" fmla="*/ 385774 w 385869"/>
              <a:gd name="connsiteY0" fmla="*/ 154305 h 331660"/>
              <a:gd name="connsiteX1" fmla="*/ 306096 w 385869"/>
              <a:gd name="connsiteY1" fmla="*/ 242602 h 331660"/>
              <a:gd name="connsiteX2" fmla="*/ 264171 w 385869"/>
              <a:gd name="connsiteY2" fmla="*/ 242602 h 331660"/>
              <a:gd name="connsiteX3" fmla="*/ 255823 w 385869"/>
              <a:gd name="connsiteY3" fmla="*/ 234220 h 331660"/>
              <a:gd name="connsiteX4" fmla="*/ 264171 w 385869"/>
              <a:gd name="connsiteY4" fmla="*/ 225838 h 331660"/>
              <a:gd name="connsiteX5" fmla="*/ 304768 w 385869"/>
              <a:gd name="connsiteY5" fmla="*/ 225838 h 331660"/>
              <a:gd name="connsiteX6" fmla="*/ 369080 w 385869"/>
              <a:gd name="connsiteY6" fmla="*/ 154305 h 331660"/>
              <a:gd name="connsiteX7" fmla="*/ 348117 w 385869"/>
              <a:gd name="connsiteY7" fmla="*/ 102394 h 331660"/>
              <a:gd name="connsiteX8" fmla="*/ 294998 w 385869"/>
              <a:gd name="connsiteY8" fmla="*/ 81343 h 331660"/>
              <a:gd name="connsiteX9" fmla="*/ 286651 w 385869"/>
              <a:gd name="connsiteY9" fmla="*/ 77153 h 331660"/>
              <a:gd name="connsiteX10" fmla="*/ 194357 w 385869"/>
              <a:gd name="connsiteY10" fmla="*/ 16859 h 331660"/>
              <a:gd name="connsiteX11" fmla="*/ 192935 w 385869"/>
              <a:gd name="connsiteY11" fmla="*/ 16859 h 331660"/>
              <a:gd name="connsiteX12" fmla="*/ 89448 w 385869"/>
              <a:gd name="connsiteY12" fmla="*/ 114967 h 331660"/>
              <a:gd name="connsiteX13" fmla="*/ 86697 w 385869"/>
              <a:gd name="connsiteY13" fmla="*/ 120587 h 331660"/>
              <a:gd name="connsiteX14" fmla="*/ 79678 w 385869"/>
              <a:gd name="connsiteY14" fmla="*/ 122015 h 331660"/>
              <a:gd name="connsiteX15" fmla="*/ 36329 w 385869"/>
              <a:gd name="connsiteY15" fmla="*/ 131826 h 331660"/>
              <a:gd name="connsiteX16" fmla="*/ 16789 w 385869"/>
              <a:gd name="connsiteY16" fmla="*/ 172498 h 331660"/>
              <a:gd name="connsiteX17" fmla="*/ 29405 w 385869"/>
              <a:gd name="connsiteY17" fmla="*/ 208978 h 331660"/>
              <a:gd name="connsiteX18" fmla="*/ 72754 w 385869"/>
              <a:gd name="connsiteY18" fmla="*/ 224409 h 331660"/>
              <a:gd name="connsiteX19" fmla="*/ 120276 w 385869"/>
              <a:gd name="connsiteY19" fmla="*/ 225838 h 331660"/>
              <a:gd name="connsiteX20" fmla="*/ 128623 w 385869"/>
              <a:gd name="connsiteY20" fmla="*/ 234220 h 331660"/>
              <a:gd name="connsiteX21" fmla="*/ 120276 w 385869"/>
              <a:gd name="connsiteY21" fmla="*/ 242602 h 331660"/>
              <a:gd name="connsiteX22" fmla="*/ 72754 w 385869"/>
              <a:gd name="connsiteY22" fmla="*/ 241173 h 331660"/>
              <a:gd name="connsiteX23" fmla="*/ 18212 w 385869"/>
              <a:gd name="connsiteY23" fmla="*/ 220123 h 331660"/>
              <a:gd name="connsiteX24" fmla="*/ 0 w 385869"/>
              <a:gd name="connsiteY24" fmla="*/ 172403 h 331660"/>
              <a:gd name="connsiteX25" fmla="*/ 25137 w 385869"/>
              <a:gd name="connsiteY25" fmla="*/ 119158 h 331660"/>
              <a:gd name="connsiteX26" fmla="*/ 74082 w 385869"/>
              <a:gd name="connsiteY26" fmla="*/ 103727 h 331660"/>
              <a:gd name="connsiteX27" fmla="*/ 192935 w 385869"/>
              <a:gd name="connsiteY27" fmla="*/ 0 h 331660"/>
              <a:gd name="connsiteX28" fmla="*/ 194357 w 385869"/>
              <a:gd name="connsiteY28" fmla="*/ 0 h 331660"/>
              <a:gd name="connsiteX29" fmla="*/ 300595 w 385869"/>
              <a:gd name="connsiteY29" fmla="*/ 64484 h 331660"/>
              <a:gd name="connsiteX30" fmla="*/ 359310 w 385869"/>
              <a:gd name="connsiteY30" fmla="*/ 89726 h 331660"/>
              <a:gd name="connsiteX31" fmla="*/ 385869 w 385869"/>
              <a:gd name="connsiteY31" fmla="*/ 154210 h 331660"/>
              <a:gd name="connsiteX32" fmla="*/ 198341 w 385869"/>
              <a:gd name="connsiteY32" fmla="*/ 132588 h 331660"/>
              <a:gd name="connsiteX33" fmla="*/ 198341 w 385869"/>
              <a:gd name="connsiteY33" fmla="*/ 132588 h 331660"/>
              <a:gd name="connsiteX34" fmla="*/ 192555 w 385869"/>
              <a:gd name="connsiteY34" fmla="*/ 129826 h 331660"/>
              <a:gd name="connsiteX35" fmla="*/ 185631 w 385869"/>
              <a:gd name="connsiteY35" fmla="*/ 134207 h 331660"/>
              <a:gd name="connsiteX36" fmla="*/ 137065 w 385869"/>
              <a:gd name="connsiteY36" fmla="*/ 182785 h 331660"/>
              <a:gd name="connsiteX37" fmla="*/ 137065 w 385869"/>
              <a:gd name="connsiteY37" fmla="*/ 193929 h 331660"/>
              <a:gd name="connsiteX38" fmla="*/ 148258 w 385869"/>
              <a:gd name="connsiteY38" fmla="*/ 193929 h 331660"/>
              <a:gd name="connsiteX39" fmla="*/ 184208 w 385869"/>
              <a:gd name="connsiteY39" fmla="*/ 159163 h 331660"/>
              <a:gd name="connsiteX40" fmla="*/ 182975 w 385869"/>
              <a:gd name="connsiteY40" fmla="*/ 323279 h 331660"/>
              <a:gd name="connsiteX41" fmla="*/ 191227 w 385869"/>
              <a:gd name="connsiteY41" fmla="*/ 331660 h 331660"/>
              <a:gd name="connsiteX42" fmla="*/ 199480 w 385869"/>
              <a:gd name="connsiteY42" fmla="*/ 323279 h 331660"/>
              <a:gd name="connsiteX43" fmla="*/ 200713 w 385869"/>
              <a:gd name="connsiteY43" fmla="*/ 158591 h 331660"/>
              <a:gd name="connsiteX44" fmla="*/ 237422 w 385869"/>
              <a:gd name="connsiteY44" fmla="*/ 195262 h 331660"/>
              <a:gd name="connsiteX45" fmla="*/ 243018 w 385869"/>
              <a:gd name="connsiteY45" fmla="*/ 198025 h 331660"/>
              <a:gd name="connsiteX46" fmla="*/ 248614 w 385869"/>
              <a:gd name="connsiteY46" fmla="*/ 195262 h 331660"/>
              <a:gd name="connsiteX47" fmla="*/ 248614 w 385869"/>
              <a:gd name="connsiteY47" fmla="*/ 182689 h 331660"/>
              <a:gd name="connsiteX48" fmla="*/ 198436 w 385869"/>
              <a:gd name="connsiteY48" fmla="*/ 132588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5869" h="331660">
                <a:moveTo>
                  <a:pt x="385774" y="154305"/>
                </a:moveTo>
                <a:cubicBezTo>
                  <a:pt x="385774" y="231458"/>
                  <a:pt x="306096" y="242602"/>
                  <a:pt x="306096" y="242602"/>
                </a:cubicBezTo>
                <a:lnTo>
                  <a:pt x="264171" y="242602"/>
                </a:lnTo>
                <a:cubicBezTo>
                  <a:pt x="259997" y="242602"/>
                  <a:pt x="255823" y="238411"/>
                  <a:pt x="255823" y="234220"/>
                </a:cubicBezTo>
                <a:cubicBezTo>
                  <a:pt x="255823" y="230029"/>
                  <a:pt x="259997" y="225838"/>
                  <a:pt x="264171" y="225838"/>
                </a:cubicBezTo>
                <a:lnTo>
                  <a:pt x="304768" y="225838"/>
                </a:lnTo>
                <a:cubicBezTo>
                  <a:pt x="310365" y="224409"/>
                  <a:pt x="369080" y="214598"/>
                  <a:pt x="369080" y="154305"/>
                </a:cubicBezTo>
                <a:cubicBezTo>
                  <a:pt x="369080" y="134683"/>
                  <a:pt x="362061" y="116491"/>
                  <a:pt x="348117" y="102394"/>
                </a:cubicBezTo>
                <a:cubicBezTo>
                  <a:pt x="332751" y="88392"/>
                  <a:pt x="314538" y="81343"/>
                  <a:pt x="294998" y="81343"/>
                </a:cubicBezTo>
                <a:cubicBezTo>
                  <a:pt x="292248" y="82772"/>
                  <a:pt x="287979" y="79915"/>
                  <a:pt x="286651" y="77153"/>
                </a:cubicBezTo>
                <a:cubicBezTo>
                  <a:pt x="269862" y="40672"/>
                  <a:pt x="233532" y="16859"/>
                  <a:pt x="194357" y="16859"/>
                </a:cubicBezTo>
                <a:lnTo>
                  <a:pt x="192935" y="16859"/>
                </a:lnTo>
                <a:cubicBezTo>
                  <a:pt x="138393" y="16859"/>
                  <a:pt x="93622" y="60293"/>
                  <a:pt x="89448" y="114967"/>
                </a:cubicBezTo>
                <a:cubicBezTo>
                  <a:pt x="89448" y="116395"/>
                  <a:pt x="88025" y="119158"/>
                  <a:pt x="86697" y="120587"/>
                </a:cubicBezTo>
                <a:cubicBezTo>
                  <a:pt x="83947" y="122015"/>
                  <a:pt x="82524" y="122015"/>
                  <a:pt x="79678" y="122015"/>
                </a:cubicBezTo>
                <a:cubicBezTo>
                  <a:pt x="64312" y="119253"/>
                  <a:pt x="48945" y="122015"/>
                  <a:pt x="36329" y="131826"/>
                </a:cubicBezTo>
                <a:cubicBezTo>
                  <a:pt x="23714" y="141637"/>
                  <a:pt x="16789" y="157067"/>
                  <a:pt x="16789" y="172498"/>
                </a:cubicBezTo>
                <a:cubicBezTo>
                  <a:pt x="16789" y="187928"/>
                  <a:pt x="20963" y="200501"/>
                  <a:pt x="29405" y="208978"/>
                </a:cubicBezTo>
                <a:cubicBezTo>
                  <a:pt x="46194" y="224409"/>
                  <a:pt x="72754" y="224409"/>
                  <a:pt x="72754" y="224409"/>
                </a:cubicBezTo>
                <a:lnTo>
                  <a:pt x="120276" y="225838"/>
                </a:lnTo>
                <a:cubicBezTo>
                  <a:pt x="124449" y="225838"/>
                  <a:pt x="128623" y="228600"/>
                  <a:pt x="128623" y="234220"/>
                </a:cubicBezTo>
                <a:cubicBezTo>
                  <a:pt x="128623" y="238411"/>
                  <a:pt x="124449" y="242602"/>
                  <a:pt x="120276" y="242602"/>
                </a:cubicBezTo>
                <a:lnTo>
                  <a:pt x="72754" y="241173"/>
                </a:lnTo>
                <a:cubicBezTo>
                  <a:pt x="71331" y="241173"/>
                  <a:pt x="39175" y="241173"/>
                  <a:pt x="18212" y="220123"/>
                </a:cubicBezTo>
                <a:cubicBezTo>
                  <a:pt x="5596" y="208883"/>
                  <a:pt x="0" y="192119"/>
                  <a:pt x="0" y="172403"/>
                </a:cubicBezTo>
                <a:cubicBezTo>
                  <a:pt x="0" y="151352"/>
                  <a:pt x="9770" y="131731"/>
                  <a:pt x="25137" y="119158"/>
                </a:cubicBezTo>
                <a:cubicBezTo>
                  <a:pt x="39080" y="107918"/>
                  <a:pt x="55870" y="102299"/>
                  <a:pt x="74082" y="103727"/>
                </a:cubicBezTo>
                <a:cubicBezTo>
                  <a:pt x="82429" y="44863"/>
                  <a:pt x="132797" y="0"/>
                  <a:pt x="192935" y="0"/>
                </a:cubicBezTo>
                <a:lnTo>
                  <a:pt x="194357" y="0"/>
                </a:lnTo>
                <a:cubicBezTo>
                  <a:pt x="237706" y="0"/>
                  <a:pt x="279632" y="25241"/>
                  <a:pt x="300595" y="64484"/>
                </a:cubicBezTo>
                <a:cubicBezTo>
                  <a:pt x="322981" y="65913"/>
                  <a:pt x="342521" y="74295"/>
                  <a:pt x="359310" y="89726"/>
                </a:cubicBezTo>
                <a:cubicBezTo>
                  <a:pt x="376099" y="106585"/>
                  <a:pt x="385869" y="130397"/>
                  <a:pt x="385869" y="154210"/>
                </a:cubicBezTo>
                <a:close/>
                <a:moveTo>
                  <a:pt x="198341" y="132588"/>
                </a:moveTo>
                <a:cubicBezTo>
                  <a:pt x="198341" y="132588"/>
                  <a:pt x="198341" y="132588"/>
                  <a:pt x="198341" y="132588"/>
                </a:cubicBezTo>
                <a:cubicBezTo>
                  <a:pt x="196824" y="130969"/>
                  <a:pt x="194642" y="129826"/>
                  <a:pt x="192555" y="129826"/>
                </a:cubicBezTo>
                <a:cubicBezTo>
                  <a:pt x="189804" y="129826"/>
                  <a:pt x="187243" y="131731"/>
                  <a:pt x="185631" y="134207"/>
                </a:cubicBezTo>
                <a:cubicBezTo>
                  <a:pt x="182216" y="137636"/>
                  <a:pt x="171403" y="148399"/>
                  <a:pt x="137065" y="182785"/>
                </a:cubicBezTo>
                <a:cubicBezTo>
                  <a:pt x="132892" y="185547"/>
                  <a:pt x="132892" y="191167"/>
                  <a:pt x="137065" y="193929"/>
                </a:cubicBezTo>
                <a:cubicBezTo>
                  <a:pt x="139816" y="198120"/>
                  <a:pt x="145412" y="198120"/>
                  <a:pt x="148258" y="193929"/>
                </a:cubicBezTo>
                <a:cubicBezTo>
                  <a:pt x="148258" y="193929"/>
                  <a:pt x="160238" y="182340"/>
                  <a:pt x="184208" y="159163"/>
                </a:cubicBezTo>
                <a:cubicBezTo>
                  <a:pt x="184018" y="181451"/>
                  <a:pt x="183734" y="227552"/>
                  <a:pt x="182975" y="323279"/>
                </a:cubicBezTo>
                <a:cubicBezTo>
                  <a:pt x="182975" y="328898"/>
                  <a:pt x="187149" y="331660"/>
                  <a:pt x="191227" y="331660"/>
                </a:cubicBezTo>
                <a:cubicBezTo>
                  <a:pt x="196729" y="331660"/>
                  <a:pt x="199480" y="328898"/>
                  <a:pt x="199480" y="323279"/>
                </a:cubicBezTo>
                <a:cubicBezTo>
                  <a:pt x="199480" y="323279"/>
                  <a:pt x="199888" y="268383"/>
                  <a:pt x="200713" y="158591"/>
                </a:cubicBezTo>
                <a:cubicBezTo>
                  <a:pt x="206878" y="164783"/>
                  <a:pt x="217881" y="175736"/>
                  <a:pt x="237422" y="195262"/>
                </a:cubicBezTo>
                <a:cubicBezTo>
                  <a:pt x="238844" y="196691"/>
                  <a:pt x="240172" y="198025"/>
                  <a:pt x="243018" y="198025"/>
                </a:cubicBezTo>
                <a:cubicBezTo>
                  <a:pt x="244441" y="198025"/>
                  <a:pt x="247192" y="196596"/>
                  <a:pt x="248614" y="195262"/>
                </a:cubicBezTo>
                <a:cubicBezTo>
                  <a:pt x="252788" y="192500"/>
                  <a:pt x="252788" y="186880"/>
                  <a:pt x="248614" y="182689"/>
                </a:cubicBezTo>
                <a:lnTo>
                  <a:pt x="198436" y="132588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1" name="Graphic 197">
            <a:extLst>
              <a:ext uri="{FF2B5EF4-FFF2-40B4-BE49-F238E27FC236}">
                <a16:creationId xmlns:a16="http://schemas.microsoft.com/office/drawing/2014/main" id="{EE7DE2EC-EB78-0451-F468-631A11C46AEE}"/>
              </a:ext>
            </a:extLst>
          </p:cNvPr>
          <p:cNvSpPr/>
          <p:nvPr/>
        </p:nvSpPr>
        <p:spPr>
          <a:xfrm>
            <a:off x="3830018" y="5524944"/>
            <a:ext cx="510171" cy="438499"/>
          </a:xfrm>
          <a:custGeom>
            <a:avLst/>
            <a:gdLst>
              <a:gd name="connsiteX0" fmla="*/ 385774 w 385869"/>
              <a:gd name="connsiteY0" fmla="*/ 154305 h 331660"/>
              <a:gd name="connsiteX1" fmla="*/ 306096 w 385869"/>
              <a:gd name="connsiteY1" fmla="*/ 242602 h 331660"/>
              <a:gd name="connsiteX2" fmla="*/ 264171 w 385869"/>
              <a:gd name="connsiteY2" fmla="*/ 242602 h 331660"/>
              <a:gd name="connsiteX3" fmla="*/ 255823 w 385869"/>
              <a:gd name="connsiteY3" fmla="*/ 234220 h 331660"/>
              <a:gd name="connsiteX4" fmla="*/ 264171 w 385869"/>
              <a:gd name="connsiteY4" fmla="*/ 225838 h 331660"/>
              <a:gd name="connsiteX5" fmla="*/ 304768 w 385869"/>
              <a:gd name="connsiteY5" fmla="*/ 225838 h 331660"/>
              <a:gd name="connsiteX6" fmla="*/ 369080 w 385869"/>
              <a:gd name="connsiteY6" fmla="*/ 154305 h 331660"/>
              <a:gd name="connsiteX7" fmla="*/ 348117 w 385869"/>
              <a:gd name="connsiteY7" fmla="*/ 102394 h 331660"/>
              <a:gd name="connsiteX8" fmla="*/ 294998 w 385869"/>
              <a:gd name="connsiteY8" fmla="*/ 81343 h 331660"/>
              <a:gd name="connsiteX9" fmla="*/ 286651 w 385869"/>
              <a:gd name="connsiteY9" fmla="*/ 77153 h 331660"/>
              <a:gd name="connsiteX10" fmla="*/ 194357 w 385869"/>
              <a:gd name="connsiteY10" fmla="*/ 16859 h 331660"/>
              <a:gd name="connsiteX11" fmla="*/ 192935 w 385869"/>
              <a:gd name="connsiteY11" fmla="*/ 16859 h 331660"/>
              <a:gd name="connsiteX12" fmla="*/ 89448 w 385869"/>
              <a:gd name="connsiteY12" fmla="*/ 114967 h 331660"/>
              <a:gd name="connsiteX13" fmla="*/ 86697 w 385869"/>
              <a:gd name="connsiteY13" fmla="*/ 120587 h 331660"/>
              <a:gd name="connsiteX14" fmla="*/ 79678 w 385869"/>
              <a:gd name="connsiteY14" fmla="*/ 122015 h 331660"/>
              <a:gd name="connsiteX15" fmla="*/ 36329 w 385869"/>
              <a:gd name="connsiteY15" fmla="*/ 131826 h 331660"/>
              <a:gd name="connsiteX16" fmla="*/ 16789 w 385869"/>
              <a:gd name="connsiteY16" fmla="*/ 172498 h 331660"/>
              <a:gd name="connsiteX17" fmla="*/ 29405 w 385869"/>
              <a:gd name="connsiteY17" fmla="*/ 208978 h 331660"/>
              <a:gd name="connsiteX18" fmla="*/ 72754 w 385869"/>
              <a:gd name="connsiteY18" fmla="*/ 224409 h 331660"/>
              <a:gd name="connsiteX19" fmla="*/ 120276 w 385869"/>
              <a:gd name="connsiteY19" fmla="*/ 225838 h 331660"/>
              <a:gd name="connsiteX20" fmla="*/ 128623 w 385869"/>
              <a:gd name="connsiteY20" fmla="*/ 234220 h 331660"/>
              <a:gd name="connsiteX21" fmla="*/ 120276 w 385869"/>
              <a:gd name="connsiteY21" fmla="*/ 242602 h 331660"/>
              <a:gd name="connsiteX22" fmla="*/ 72754 w 385869"/>
              <a:gd name="connsiteY22" fmla="*/ 241173 h 331660"/>
              <a:gd name="connsiteX23" fmla="*/ 18212 w 385869"/>
              <a:gd name="connsiteY23" fmla="*/ 220123 h 331660"/>
              <a:gd name="connsiteX24" fmla="*/ 0 w 385869"/>
              <a:gd name="connsiteY24" fmla="*/ 172403 h 331660"/>
              <a:gd name="connsiteX25" fmla="*/ 25137 w 385869"/>
              <a:gd name="connsiteY25" fmla="*/ 119158 h 331660"/>
              <a:gd name="connsiteX26" fmla="*/ 74082 w 385869"/>
              <a:gd name="connsiteY26" fmla="*/ 103727 h 331660"/>
              <a:gd name="connsiteX27" fmla="*/ 192935 w 385869"/>
              <a:gd name="connsiteY27" fmla="*/ 0 h 331660"/>
              <a:gd name="connsiteX28" fmla="*/ 194357 w 385869"/>
              <a:gd name="connsiteY28" fmla="*/ 0 h 331660"/>
              <a:gd name="connsiteX29" fmla="*/ 300595 w 385869"/>
              <a:gd name="connsiteY29" fmla="*/ 64484 h 331660"/>
              <a:gd name="connsiteX30" fmla="*/ 359310 w 385869"/>
              <a:gd name="connsiteY30" fmla="*/ 89726 h 331660"/>
              <a:gd name="connsiteX31" fmla="*/ 385869 w 385869"/>
              <a:gd name="connsiteY31" fmla="*/ 154210 h 331660"/>
              <a:gd name="connsiteX32" fmla="*/ 198341 w 385869"/>
              <a:gd name="connsiteY32" fmla="*/ 132588 h 331660"/>
              <a:gd name="connsiteX33" fmla="*/ 198341 w 385869"/>
              <a:gd name="connsiteY33" fmla="*/ 132588 h 331660"/>
              <a:gd name="connsiteX34" fmla="*/ 192555 w 385869"/>
              <a:gd name="connsiteY34" fmla="*/ 129826 h 331660"/>
              <a:gd name="connsiteX35" fmla="*/ 185631 w 385869"/>
              <a:gd name="connsiteY35" fmla="*/ 134207 h 331660"/>
              <a:gd name="connsiteX36" fmla="*/ 137065 w 385869"/>
              <a:gd name="connsiteY36" fmla="*/ 182785 h 331660"/>
              <a:gd name="connsiteX37" fmla="*/ 137065 w 385869"/>
              <a:gd name="connsiteY37" fmla="*/ 193929 h 331660"/>
              <a:gd name="connsiteX38" fmla="*/ 148258 w 385869"/>
              <a:gd name="connsiteY38" fmla="*/ 193929 h 331660"/>
              <a:gd name="connsiteX39" fmla="*/ 184208 w 385869"/>
              <a:gd name="connsiteY39" fmla="*/ 159163 h 331660"/>
              <a:gd name="connsiteX40" fmla="*/ 182975 w 385869"/>
              <a:gd name="connsiteY40" fmla="*/ 323279 h 331660"/>
              <a:gd name="connsiteX41" fmla="*/ 191227 w 385869"/>
              <a:gd name="connsiteY41" fmla="*/ 331660 h 331660"/>
              <a:gd name="connsiteX42" fmla="*/ 199480 w 385869"/>
              <a:gd name="connsiteY42" fmla="*/ 323279 h 331660"/>
              <a:gd name="connsiteX43" fmla="*/ 200713 w 385869"/>
              <a:gd name="connsiteY43" fmla="*/ 158591 h 331660"/>
              <a:gd name="connsiteX44" fmla="*/ 237422 w 385869"/>
              <a:gd name="connsiteY44" fmla="*/ 195262 h 331660"/>
              <a:gd name="connsiteX45" fmla="*/ 243018 w 385869"/>
              <a:gd name="connsiteY45" fmla="*/ 198025 h 331660"/>
              <a:gd name="connsiteX46" fmla="*/ 248614 w 385869"/>
              <a:gd name="connsiteY46" fmla="*/ 195262 h 331660"/>
              <a:gd name="connsiteX47" fmla="*/ 248614 w 385869"/>
              <a:gd name="connsiteY47" fmla="*/ 182689 h 331660"/>
              <a:gd name="connsiteX48" fmla="*/ 198436 w 385869"/>
              <a:gd name="connsiteY48" fmla="*/ 132588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5869" h="331660">
                <a:moveTo>
                  <a:pt x="385774" y="154305"/>
                </a:moveTo>
                <a:cubicBezTo>
                  <a:pt x="385774" y="231458"/>
                  <a:pt x="306096" y="242602"/>
                  <a:pt x="306096" y="242602"/>
                </a:cubicBezTo>
                <a:lnTo>
                  <a:pt x="264171" y="242602"/>
                </a:lnTo>
                <a:cubicBezTo>
                  <a:pt x="259997" y="242602"/>
                  <a:pt x="255823" y="238411"/>
                  <a:pt x="255823" y="234220"/>
                </a:cubicBezTo>
                <a:cubicBezTo>
                  <a:pt x="255823" y="230029"/>
                  <a:pt x="259997" y="225838"/>
                  <a:pt x="264171" y="225838"/>
                </a:cubicBezTo>
                <a:lnTo>
                  <a:pt x="304768" y="225838"/>
                </a:lnTo>
                <a:cubicBezTo>
                  <a:pt x="310365" y="224409"/>
                  <a:pt x="369080" y="214598"/>
                  <a:pt x="369080" y="154305"/>
                </a:cubicBezTo>
                <a:cubicBezTo>
                  <a:pt x="369080" y="134683"/>
                  <a:pt x="362061" y="116491"/>
                  <a:pt x="348117" y="102394"/>
                </a:cubicBezTo>
                <a:cubicBezTo>
                  <a:pt x="332751" y="88392"/>
                  <a:pt x="314538" y="81343"/>
                  <a:pt x="294998" y="81343"/>
                </a:cubicBezTo>
                <a:cubicBezTo>
                  <a:pt x="292248" y="82772"/>
                  <a:pt x="287979" y="79915"/>
                  <a:pt x="286651" y="77153"/>
                </a:cubicBezTo>
                <a:cubicBezTo>
                  <a:pt x="269862" y="40672"/>
                  <a:pt x="233532" y="16859"/>
                  <a:pt x="194357" y="16859"/>
                </a:cubicBezTo>
                <a:lnTo>
                  <a:pt x="192935" y="16859"/>
                </a:lnTo>
                <a:cubicBezTo>
                  <a:pt x="138393" y="16859"/>
                  <a:pt x="93622" y="60293"/>
                  <a:pt x="89448" y="114967"/>
                </a:cubicBezTo>
                <a:cubicBezTo>
                  <a:pt x="89448" y="116395"/>
                  <a:pt x="88025" y="119158"/>
                  <a:pt x="86697" y="120587"/>
                </a:cubicBezTo>
                <a:cubicBezTo>
                  <a:pt x="83947" y="122015"/>
                  <a:pt x="82524" y="122015"/>
                  <a:pt x="79678" y="122015"/>
                </a:cubicBezTo>
                <a:cubicBezTo>
                  <a:pt x="64312" y="119253"/>
                  <a:pt x="48945" y="122015"/>
                  <a:pt x="36329" y="131826"/>
                </a:cubicBezTo>
                <a:cubicBezTo>
                  <a:pt x="23714" y="141637"/>
                  <a:pt x="16789" y="157067"/>
                  <a:pt x="16789" y="172498"/>
                </a:cubicBezTo>
                <a:cubicBezTo>
                  <a:pt x="16789" y="187928"/>
                  <a:pt x="20963" y="200501"/>
                  <a:pt x="29405" y="208978"/>
                </a:cubicBezTo>
                <a:cubicBezTo>
                  <a:pt x="46194" y="224409"/>
                  <a:pt x="72754" y="224409"/>
                  <a:pt x="72754" y="224409"/>
                </a:cubicBezTo>
                <a:lnTo>
                  <a:pt x="120276" y="225838"/>
                </a:lnTo>
                <a:cubicBezTo>
                  <a:pt x="124449" y="225838"/>
                  <a:pt x="128623" y="228600"/>
                  <a:pt x="128623" y="234220"/>
                </a:cubicBezTo>
                <a:cubicBezTo>
                  <a:pt x="128623" y="238411"/>
                  <a:pt x="124449" y="242602"/>
                  <a:pt x="120276" y="242602"/>
                </a:cubicBezTo>
                <a:lnTo>
                  <a:pt x="72754" y="241173"/>
                </a:lnTo>
                <a:cubicBezTo>
                  <a:pt x="71331" y="241173"/>
                  <a:pt x="39175" y="241173"/>
                  <a:pt x="18212" y="220123"/>
                </a:cubicBezTo>
                <a:cubicBezTo>
                  <a:pt x="5596" y="208883"/>
                  <a:pt x="0" y="192119"/>
                  <a:pt x="0" y="172403"/>
                </a:cubicBezTo>
                <a:cubicBezTo>
                  <a:pt x="0" y="151352"/>
                  <a:pt x="9770" y="131731"/>
                  <a:pt x="25137" y="119158"/>
                </a:cubicBezTo>
                <a:cubicBezTo>
                  <a:pt x="39080" y="107918"/>
                  <a:pt x="55870" y="102299"/>
                  <a:pt x="74082" y="103727"/>
                </a:cubicBezTo>
                <a:cubicBezTo>
                  <a:pt x="82429" y="44863"/>
                  <a:pt x="132797" y="0"/>
                  <a:pt x="192935" y="0"/>
                </a:cubicBezTo>
                <a:lnTo>
                  <a:pt x="194357" y="0"/>
                </a:lnTo>
                <a:cubicBezTo>
                  <a:pt x="237706" y="0"/>
                  <a:pt x="279632" y="25241"/>
                  <a:pt x="300595" y="64484"/>
                </a:cubicBezTo>
                <a:cubicBezTo>
                  <a:pt x="322981" y="65913"/>
                  <a:pt x="342521" y="74295"/>
                  <a:pt x="359310" y="89726"/>
                </a:cubicBezTo>
                <a:cubicBezTo>
                  <a:pt x="376099" y="106585"/>
                  <a:pt x="385869" y="130397"/>
                  <a:pt x="385869" y="154210"/>
                </a:cubicBezTo>
                <a:close/>
                <a:moveTo>
                  <a:pt x="198341" y="132588"/>
                </a:moveTo>
                <a:cubicBezTo>
                  <a:pt x="198341" y="132588"/>
                  <a:pt x="198341" y="132588"/>
                  <a:pt x="198341" y="132588"/>
                </a:cubicBezTo>
                <a:cubicBezTo>
                  <a:pt x="196824" y="130969"/>
                  <a:pt x="194642" y="129826"/>
                  <a:pt x="192555" y="129826"/>
                </a:cubicBezTo>
                <a:cubicBezTo>
                  <a:pt x="189804" y="129826"/>
                  <a:pt x="187243" y="131731"/>
                  <a:pt x="185631" y="134207"/>
                </a:cubicBezTo>
                <a:cubicBezTo>
                  <a:pt x="182216" y="137636"/>
                  <a:pt x="171403" y="148399"/>
                  <a:pt x="137065" y="182785"/>
                </a:cubicBezTo>
                <a:cubicBezTo>
                  <a:pt x="132892" y="185547"/>
                  <a:pt x="132892" y="191167"/>
                  <a:pt x="137065" y="193929"/>
                </a:cubicBezTo>
                <a:cubicBezTo>
                  <a:pt x="139816" y="198120"/>
                  <a:pt x="145412" y="198120"/>
                  <a:pt x="148258" y="193929"/>
                </a:cubicBezTo>
                <a:cubicBezTo>
                  <a:pt x="148258" y="193929"/>
                  <a:pt x="160238" y="182340"/>
                  <a:pt x="184208" y="159163"/>
                </a:cubicBezTo>
                <a:cubicBezTo>
                  <a:pt x="184018" y="181451"/>
                  <a:pt x="183734" y="227552"/>
                  <a:pt x="182975" y="323279"/>
                </a:cubicBezTo>
                <a:cubicBezTo>
                  <a:pt x="182975" y="328898"/>
                  <a:pt x="187149" y="331660"/>
                  <a:pt x="191227" y="331660"/>
                </a:cubicBezTo>
                <a:cubicBezTo>
                  <a:pt x="196729" y="331660"/>
                  <a:pt x="199480" y="328898"/>
                  <a:pt x="199480" y="323279"/>
                </a:cubicBezTo>
                <a:cubicBezTo>
                  <a:pt x="199480" y="323279"/>
                  <a:pt x="199888" y="268383"/>
                  <a:pt x="200713" y="158591"/>
                </a:cubicBezTo>
                <a:cubicBezTo>
                  <a:pt x="206878" y="164783"/>
                  <a:pt x="217881" y="175736"/>
                  <a:pt x="237422" y="195262"/>
                </a:cubicBezTo>
                <a:cubicBezTo>
                  <a:pt x="238844" y="196691"/>
                  <a:pt x="240172" y="198025"/>
                  <a:pt x="243018" y="198025"/>
                </a:cubicBezTo>
                <a:cubicBezTo>
                  <a:pt x="244441" y="198025"/>
                  <a:pt x="247192" y="196596"/>
                  <a:pt x="248614" y="195262"/>
                </a:cubicBezTo>
                <a:cubicBezTo>
                  <a:pt x="252788" y="192500"/>
                  <a:pt x="252788" y="186880"/>
                  <a:pt x="248614" y="182689"/>
                </a:cubicBezTo>
                <a:lnTo>
                  <a:pt x="198436" y="132588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2" name="Graphic 197">
            <a:extLst>
              <a:ext uri="{FF2B5EF4-FFF2-40B4-BE49-F238E27FC236}">
                <a16:creationId xmlns:a16="http://schemas.microsoft.com/office/drawing/2014/main" id="{C67CDB20-8D41-FE9A-6ABC-56100A9FF2FB}"/>
              </a:ext>
            </a:extLst>
          </p:cNvPr>
          <p:cNvSpPr/>
          <p:nvPr/>
        </p:nvSpPr>
        <p:spPr>
          <a:xfrm>
            <a:off x="4588843" y="5524944"/>
            <a:ext cx="510171" cy="438499"/>
          </a:xfrm>
          <a:custGeom>
            <a:avLst/>
            <a:gdLst>
              <a:gd name="connsiteX0" fmla="*/ 385774 w 385869"/>
              <a:gd name="connsiteY0" fmla="*/ 154305 h 331660"/>
              <a:gd name="connsiteX1" fmla="*/ 306096 w 385869"/>
              <a:gd name="connsiteY1" fmla="*/ 242602 h 331660"/>
              <a:gd name="connsiteX2" fmla="*/ 264171 w 385869"/>
              <a:gd name="connsiteY2" fmla="*/ 242602 h 331660"/>
              <a:gd name="connsiteX3" fmla="*/ 255823 w 385869"/>
              <a:gd name="connsiteY3" fmla="*/ 234220 h 331660"/>
              <a:gd name="connsiteX4" fmla="*/ 264171 w 385869"/>
              <a:gd name="connsiteY4" fmla="*/ 225838 h 331660"/>
              <a:gd name="connsiteX5" fmla="*/ 304768 w 385869"/>
              <a:gd name="connsiteY5" fmla="*/ 225838 h 331660"/>
              <a:gd name="connsiteX6" fmla="*/ 369080 w 385869"/>
              <a:gd name="connsiteY6" fmla="*/ 154305 h 331660"/>
              <a:gd name="connsiteX7" fmla="*/ 348117 w 385869"/>
              <a:gd name="connsiteY7" fmla="*/ 102394 h 331660"/>
              <a:gd name="connsiteX8" fmla="*/ 294998 w 385869"/>
              <a:gd name="connsiteY8" fmla="*/ 81343 h 331660"/>
              <a:gd name="connsiteX9" fmla="*/ 286651 w 385869"/>
              <a:gd name="connsiteY9" fmla="*/ 77153 h 331660"/>
              <a:gd name="connsiteX10" fmla="*/ 194357 w 385869"/>
              <a:gd name="connsiteY10" fmla="*/ 16859 h 331660"/>
              <a:gd name="connsiteX11" fmla="*/ 192935 w 385869"/>
              <a:gd name="connsiteY11" fmla="*/ 16859 h 331660"/>
              <a:gd name="connsiteX12" fmla="*/ 89448 w 385869"/>
              <a:gd name="connsiteY12" fmla="*/ 114967 h 331660"/>
              <a:gd name="connsiteX13" fmla="*/ 86697 w 385869"/>
              <a:gd name="connsiteY13" fmla="*/ 120587 h 331660"/>
              <a:gd name="connsiteX14" fmla="*/ 79678 w 385869"/>
              <a:gd name="connsiteY14" fmla="*/ 122015 h 331660"/>
              <a:gd name="connsiteX15" fmla="*/ 36329 w 385869"/>
              <a:gd name="connsiteY15" fmla="*/ 131826 h 331660"/>
              <a:gd name="connsiteX16" fmla="*/ 16789 w 385869"/>
              <a:gd name="connsiteY16" fmla="*/ 172498 h 331660"/>
              <a:gd name="connsiteX17" fmla="*/ 29405 w 385869"/>
              <a:gd name="connsiteY17" fmla="*/ 208978 h 331660"/>
              <a:gd name="connsiteX18" fmla="*/ 72754 w 385869"/>
              <a:gd name="connsiteY18" fmla="*/ 224409 h 331660"/>
              <a:gd name="connsiteX19" fmla="*/ 120276 w 385869"/>
              <a:gd name="connsiteY19" fmla="*/ 225838 h 331660"/>
              <a:gd name="connsiteX20" fmla="*/ 128623 w 385869"/>
              <a:gd name="connsiteY20" fmla="*/ 234220 h 331660"/>
              <a:gd name="connsiteX21" fmla="*/ 120276 w 385869"/>
              <a:gd name="connsiteY21" fmla="*/ 242602 h 331660"/>
              <a:gd name="connsiteX22" fmla="*/ 72754 w 385869"/>
              <a:gd name="connsiteY22" fmla="*/ 241173 h 331660"/>
              <a:gd name="connsiteX23" fmla="*/ 18212 w 385869"/>
              <a:gd name="connsiteY23" fmla="*/ 220123 h 331660"/>
              <a:gd name="connsiteX24" fmla="*/ 0 w 385869"/>
              <a:gd name="connsiteY24" fmla="*/ 172403 h 331660"/>
              <a:gd name="connsiteX25" fmla="*/ 25137 w 385869"/>
              <a:gd name="connsiteY25" fmla="*/ 119158 h 331660"/>
              <a:gd name="connsiteX26" fmla="*/ 74082 w 385869"/>
              <a:gd name="connsiteY26" fmla="*/ 103727 h 331660"/>
              <a:gd name="connsiteX27" fmla="*/ 192935 w 385869"/>
              <a:gd name="connsiteY27" fmla="*/ 0 h 331660"/>
              <a:gd name="connsiteX28" fmla="*/ 194357 w 385869"/>
              <a:gd name="connsiteY28" fmla="*/ 0 h 331660"/>
              <a:gd name="connsiteX29" fmla="*/ 300595 w 385869"/>
              <a:gd name="connsiteY29" fmla="*/ 64484 h 331660"/>
              <a:gd name="connsiteX30" fmla="*/ 359310 w 385869"/>
              <a:gd name="connsiteY30" fmla="*/ 89726 h 331660"/>
              <a:gd name="connsiteX31" fmla="*/ 385869 w 385869"/>
              <a:gd name="connsiteY31" fmla="*/ 154210 h 331660"/>
              <a:gd name="connsiteX32" fmla="*/ 198341 w 385869"/>
              <a:gd name="connsiteY32" fmla="*/ 132588 h 331660"/>
              <a:gd name="connsiteX33" fmla="*/ 198341 w 385869"/>
              <a:gd name="connsiteY33" fmla="*/ 132588 h 331660"/>
              <a:gd name="connsiteX34" fmla="*/ 192555 w 385869"/>
              <a:gd name="connsiteY34" fmla="*/ 129826 h 331660"/>
              <a:gd name="connsiteX35" fmla="*/ 185631 w 385869"/>
              <a:gd name="connsiteY35" fmla="*/ 134207 h 331660"/>
              <a:gd name="connsiteX36" fmla="*/ 137065 w 385869"/>
              <a:gd name="connsiteY36" fmla="*/ 182785 h 331660"/>
              <a:gd name="connsiteX37" fmla="*/ 137065 w 385869"/>
              <a:gd name="connsiteY37" fmla="*/ 193929 h 331660"/>
              <a:gd name="connsiteX38" fmla="*/ 148258 w 385869"/>
              <a:gd name="connsiteY38" fmla="*/ 193929 h 331660"/>
              <a:gd name="connsiteX39" fmla="*/ 184208 w 385869"/>
              <a:gd name="connsiteY39" fmla="*/ 159163 h 331660"/>
              <a:gd name="connsiteX40" fmla="*/ 182975 w 385869"/>
              <a:gd name="connsiteY40" fmla="*/ 323279 h 331660"/>
              <a:gd name="connsiteX41" fmla="*/ 191227 w 385869"/>
              <a:gd name="connsiteY41" fmla="*/ 331660 h 331660"/>
              <a:gd name="connsiteX42" fmla="*/ 199480 w 385869"/>
              <a:gd name="connsiteY42" fmla="*/ 323279 h 331660"/>
              <a:gd name="connsiteX43" fmla="*/ 200713 w 385869"/>
              <a:gd name="connsiteY43" fmla="*/ 158591 h 331660"/>
              <a:gd name="connsiteX44" fmla="*/ 237422 w 385869"/>
              <a:gd name="connsiteY44" fmla="*/ 195262 h 331660"/>
              <a:gd name="connsiteX45" fmla="*/ 243018 w 385869"/>
              <a:gd name="connsiteY45" fmla="*/ 198025 h 331660"/>
              <a:gd name="connsiteX46" fmla="*/ 248614 w 385869"/>
              <a:gd name="connsiteY46" fmla="*/ 195262 h 331660"/>
              <a:gd name="connsiteX47" fmla="*/ 248614 w 385869"/>
              <a:gd name="connsiteY47" fmla="*/ 182689 h 331660"/>
              <a:gd name="connsiteX48" fmla="*/ 198436 w 385869"/>
              <a:gd name="connsiteY48" fmla="*/ 132588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5869" h="331660">
                <a:moveTo>
                  <a:pt x="385774" y="154305"/>
                </a:moveTo>
                <a:cubicBezTo>
                  <a:pt x="385774" y="231458"/>
                  <a:pt x="306096" y="242602"/>
                  <a:pt x="306096" y="242602"/>
                </a:cubicBezTo>
                <a:lnTo>
                  <a:pt x="264171" y="242602"/>
                </a:lnTo>
                <a:cubicBezTo>
                  <a:pt x="259997" y="242602"/>
                  <a:pt x="255823" y="238411"/>
                  <a:pt x="255823" y="234220"/>
                </a:cubicBezTo>
                <a:cubicBezTo>
                  <a:pt x="255823" y="230029"/>
                  <a:pt x="259997" y="225838"/>
                  <a:pt x="264171" y="225838"/>
                </a:cubicBezTo>
                <a:lnTo>
                  <a:pt x="304768" y="225838"/>
                </a:lnTo>
                <a:cubicBezTo>
                  <a:pt x="310365" y="224409"/>
                  <a:pt x="369080" y="214598"/>
                  <a:pt x="369080" y="154305"/>
                </a:cubicBezTo>
                <a:cubicBezTo>
                  <a:pt x="369080" y="134683"/>
                  <a:pt x="362061" y="116491"/>
                  <a:pt x="348117" y="102394"/>
                </a:cubicBezTo>
                <a:cubicBezTo>
                  <a:pt x="332751" y="88392"/>
                  <a:pt x="314538" y="81343"/>
                  <a:pt x="294998" y="81343"/>
                </a:cubicBezTo>
                <a:cubicBezTo>
                  <a:pt x="292248" y="82772"/>
                  <a:pt x="287979" y="79915"/>
                  <a:pt x="286651" y="77153"/>
                </a:cubicBezTo>
                <a:cubicBezTo>
                  <a:pt x="269862" y="40672"/>
                  <a:pt x="233532" y="16859"/>
                  <a:pt x="194357" y="16859"/>
                </a:cubicBezTo>
                <a:lnTo>
                  <a:pt x="192935" y="16859"/>
                </a:lnTo>
                <a:cubicBezTo>
                  <a:pt x="138393" y="16859"/>
                  <a:pt x="93622" y="60293"/>
                  <a:pt x="89448" y="114967"/>
                </a:cubicBezTo>
                <a:cubicBezTo>
                  <a:pt x="89448" y="116395"/>
                  <a:pt x="88025" y="119158"/>
                  <a:pt x="86697" y="120587"/>
                </a:cubicBezTo>
                <a:cubicBezTo>
                  <a:pt x="83947" y="122015"/>
                  <a:pt x="82524" y="122015"/>
                  <a:pt x="79678" y="122015"/>
                </a:cubicBezTo>
                <a:cubicBezTo>
                  <a:pt x="64312" y="119253"/>
                  <a:pt x="48945" y="122015"/>
                  <a:pt x="36329" y="131826"/>
                </a:cubicBezTo>
                <a:cubicBezTo>
                  <a:pt x="23714" y="141637"/>
                  <a:pt x="16789" y="157067"/>
                  <a:pt x="16789" y="172498"/>
                </a:cubicBezTo>
                <a:cubicBezTo>
                  <a:pt x="16789" y="187928"/>
                  <a:pt x="20963" y="200501"/>
                  <a:pt x="29405" y="208978"/>
                </a:cubicBezTo>
                <a:cubicBezTo>
                  <a:pt x="46194" y="224409"/>
                  <a:pt x="72754" y="224409"/>
                  <a:pt x="72754" y="224409"/>
                </a:cubicBezTo>
                <a:lnTo>
                  <a:pt x="120276" y="225838"/>
                </a:lnTo>
                <a:cubicBezTo>
                  <a:pt x="124449" y="225838"/>
                  <a:pt x="128623" y="228600"/>
                  <a:pt x="128623" y="234220"/>
                </a:cubicBezTo>
                <a:cubicBezTo>
                  <a:pt x="128623" y="238411"/>
                  <a:pt x="124449" y="242602"/>
                  <a:pt x="120276" y="242602"/>
                </a:cubicBezTo>
                <a:lnTo>
                  <a:pt x="72754" y="241173"/>
                </a:lnTo>
                <a:cubicBezTo>
                  <a:pt x="71331" y="241173"/>
                  <a:pt x="39175" y="241173"/>
                  <a:pt x="18212" y="220123"/>
                </a:cubicBezTo>
                <a:cubicBezTo>
                  <a:pt x="5596" y="208883"/>
                  <a:pt x="0" y="192119"/>
                  <a:pt x="0" y="172403"/>
                </a:cubicBezTo>
                <a:cubicBezTo>
                  <a:pt x="0" y="151352"/>
                  <a:pt x="9770" y="131731"/>
                  <a:pt x="25137" y="119158"/>
                </a:cubicBezTo>
                <a:cubicBezTo>
                  <a:pt x="39080" y="107918"/>
                  <a:pt x="55870" y="102299"/>
                  <a:pt x="74082" y="103727"/>
                </a:cubicBezTo>
                <a:cubicBezTo>
                  <a:pt x="82429" y="44863"/>
                  <a:pt x="132797" y="0"/>
                  <a:pt x="192935" y="0"/>
                </a:cubicBezTo>
                <a:lnTo>
                  <a:pt x="194357" y="0"/>
                </a:lnTo>
                <a:cubicBezTo>
                  <a:pt x="237706" y="0"/>
                  <a:pt x="279632" y="25241"/>
                  <a:pt x="300595" y="64484"/>
                </a:cubicBezTo>
                <a:cubicBezTo>
                  <a:pt x="322981" y="65913"/>
                  <a:pt x="342521" y="74295"/>
                  <a:pt x="359310" y="89726"/>
                </a:cubicBezTo>
                <a:cubicBezTo>
                  <a:pt x="376099" y="106585"/>
                  <a:pt x="385869" y="130397"/>
                  <a:pt x="385869" y="154210"/>
                </a:cubicBezTo>
                <a:close/>
                <a:moveTo>
                  <a:pt x="198341" y="132588"/>
                </a:moveTo>
                <a:cubicBezTo>
                  <a:pt x="198341" y="132588"/>
                  <a:pt x="198341" y="132588"/>
                  <a:pt x="198341" y="132588"/>
                </a:cubicBezTo>
                <a:cubicBezTo>
                  <a:pt x="196824" y="130969"/>
                  <a:pt x="194642" y="129826"/>
                  <a:pt x="192555" y="129826"/>
                </a:cubicBezTo>
                <a:cubicBezTo>
                  <a:pt x="189804" y="129826"/>
                  <a:pt x="187243" y="131731"/>
                  <a:pt x="185631" y="134207"/>
                </a:cubicBezTo>
                <a:cubicBezTo>
                  <a:pt x="182216" y="137636"/>
                  <a:pt x="171403" y="148399"/>
                  <a:pt x="137065" y="182785"/>
                </a:cubicBezTo>
                <a:cubicBezTo>
                  <a:pt x="132892" y="185547"/>
                  <a:pt x="132892" y="191167"/>
                  <a:pt x="137065" y="193929"/>
                </a:cubicBezTo>
                <a:cubicBezTo>
                  <a:pt x="139816" y="198120"/>
                  <a:pt x="145412" y="198120"/>
                  <a:pt x="148258" y="193929"/>
                </a:cubicBezTo>
                <a:cubicBezTo>
                  <a:pt x="148258" y="193929"/>
                  <a:pt x="160238" y="182340"/>
                  <a:pt x="184208" y="159163"/>
                </a:cubicBezTo>
                <a:cubicBezTo>
                  <a:pt x="184018" y="181451"/>
                  <a:pt x="183734" y="227552"/>
                  <a:pt x="182975" y="323279"/>
                </a:cubicBezTo>
                <a:cubicBezTo>
                  <a:pt x="182975" y="328898"/>
                  <a:pt x="187149" y="331660"/>
                  <a:pt x="191227" y="331660"/>
                </a:cubicBezTo>
                <a:cubicBezTo>
                  <a:pt x="196729" y="331660"/>
                  <a:pt x="199480" y="328898"/>
                  <a:pt x="199480" y="323279"/>
                </a:cubicBezTo>
                <a:cubicBezTo>
                  <a:pt x="199480" y="323279"/>
                  <a:pt x="199888" y="268383"/>
                  <a:pt x="200713" y="158591"/>
                </a:cubicBezTo>
                <a:cubicBezTo>
                  <a:pt x="206878" y="164783"/>
                  <a:pt x="217881" y="175736"/>
                  <a:pt x="237422" y="195262"/>
                </a:cubicBezTo>
                <a:cubicBezTo>
                  <a:pt x="238844" y="196691"/>
                  <a:pt x="240172" y="198025"/>
                  <a:pt x="243018" y="198025"/>
                </a:cubicBezTo>
                <a:cubicBezTo>
                  <a:pt x="244441" y="198025"/>
                  <a:pt x="247192" y="196596"/>
                  <a:pt x="248614" y="195262"/>
                </a:cubicBezTo>
                <a:cubicBezTo>
                  <a:pt x="252788" y="192500"/>
                  <a:pt x="252788" y="186880"/>
                  <a:pt x="248614" y="182689"/>
                </a:cubicBezTo>
                <a:lnTo>
                  <a:pt x="198436" y="132588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5" name="Graphic 203">
            <a:extLst>
              <a:ext uri="{FF2B5EF4-FFF2-40B4-BE49-F238E27FC236}">
                <a16:creationId xmlns:a16="http://schemas.microsoft.com/office/drawing/2014/main" id="{40F7B600-1156-E00C-ACBE-D6557A3E2AD9}"/>
              </a:ext>
            </a:extLst>
          </p:cNvPr>
          <p:cNvSpPr/>
          <p:nvPr/>
        </p:nvSpPr>
        <p:spPr>
          <a:xfrm>
            <a:off x="5481675" y="4898034"/>
            <a:ext cx="432410" cy="434339"/>
          </a:xfrm>
          <a:custGeom>
            <a:avLst/>
            <a:gdLst>
              <a:gd name="connsiteX0" fmla="*/ 323929 w 323929"/>
              <a:gd name="connsiteY0" fmla="*/ 251269 h 325374"/>
              <a:gd name="connsiteX1" fmla="*/ 323929 w 323929"/>
              <a:gd name="connsiteY1" fmla="*/ 278321 h 325374"/>
              <a:gd name="connsiteX2" fmla="*/ 275838 w 323929"/>
              <a:gd name="connsiteY2" fmla="*/ 325374 h 325374"/>
              <a:gd name="connsiteX3" fmla="*/ 46953 w 323929"/>
              <a:gd name="connsiteY3" fmla="*/ 325374 h 325374"/>
              <a:gd name="connsiteX4" fmla="*/ 0 w 323929"/>
              <a:gd name="connsiteY4" fmla="*/ 278321 h 325374"/>
              <a:gd name="connsiteX5" fmla="*/ 0 w 323929"/>
              <a:gd name="connsiteY5" fmla="*/ 251269 h 325374"/>
              <a:gd name="connsiteX6" fmla="*/ 7019 w 323929"/>
              <a:gd name="connsiteY6" fmla="*/ 244221 h 325374"/>
              <a:gd name="connsiteX7" fmla="*/ 14039 w 323929"/>
              <a:gd name="connsiteY7" fmla="*/ 251269 h 325374"/>
              <a:gd name="connsiteX8" fmla="*/ 14039 w 323929"/>
              <a:gd name="connsiteY8" fmla="*/ 278321 h 325374"/>
              <a:gd name="connsiteX9" fmla="*/ 46858 w 323929"/>
              <a:gd name="connsiteY9" fmla="*/ 311277 h 325374"/>
              <a:gd name="connsiteX10" fmla="*/ 275743 w 323929"/>
              <a:gd name="connsiteY10" fmla="*/ 311277 h 325374"/>
              <a:gd name="connsiteX11" fmla="*/ 309796 w 323929"/>
              <a:gd name="connsiteY11" fmla="*/ 278321 h 325374"/>
              <a:gd name="connsiteX12" fmla="*/ 309796 w 323929"/>
              <a:gd name="connsiteY12" fmla="*/ 251269 h 325374"/>
              <a:gd name="connsiteX13" fmla="*/ 316815 w 323929"/>
              <a:gd name="connsiteY13" fmla="*/ 244221 h 325374"/>
              <a:gd name="connsiteX14" fmla="*/ 323834 w 323929"/>
              <a:gd name="connsiteY14" fmla="*/ 251269 h 325374"/>
              <a:gd name="connsiteX15" fmla="*/ 157459 w 323929"/>
              <a:gd name="connsiteY15" fmla="*/ 254222 h 325374"/>
              <a:gd name="connsiteX16" fmla="*/ 161917 w 323929"/>
              <a:gd name="connsiteY16" fmla="*/ 255365 h 325374"/>
              <a:gd name="connsiteX17" fmla="*/ 161917 w 323929"/>
              <a:gd name="connsiteY17" fmla="*/ 255365 h 325374"/>
              <a:gd name="connsiteX18" fmla="*/ 161917 w 323929"/>
              <a:gd name="connsiteY18" fmla="*/ 255365 h 325374"/>
              <a:gd name="connsiteX19" fmla="*/ 162107 w 323929"/>
              <a:gd name="connsiteY19" fmla="*/ 255365 h 325374"/>
              <a:gd name="connsiteX20" fmla="*/ 166755 w 323929"/>
              <a:gd name="connsiteY20" fmla="*/ 254222 h 325374"/>
              <a:gd name="connsiteX21" fmla="*/ 265309 w 323929"/>
              <a:gd name="connsiteY21" fmla="*/ 155353 h 325374"/>
              <a:gd name="connsiteX22" fmla="*/ 265309 w 323929"/>
              <a:gd name="connsiteY22" fmla="*/ 144780 h 325374"/>
              <a:gd name="connsiteX23" fmla="*/ 255918 w 323929"/>
              <a:gd name="connsiteY23" fmla="*/ 144780 h 325374"/>
              <a:gd name="connsiteX24" fmla="*/ 168652 w 323929"/>
              <a:gd name="connsiteY24" fmla="*/ 232315 h 325374"/>
              <a:gd name="connsiteX25" fmla="*/ 168652 w 323929"/>
              <a:gd name="connsiteY25" fmla="*/ 7049 h 325374"/>
              <a:gd name="connsiteX26" fmla="*/ 161917 w 323929"/>
              <a:gd name="connsiteY26" fmla="*/ 0 h 325374"/>
              <a:gd name="connsiteX27" fmla="*/ 155182 w 323929"/>
              <a:gd name="connsiteY27" fmla="*/ 7049 h 325374"/>
              <a:gd name="connsiteX28" fmla="*/ 155182 w 323929"/>
              <a:gd name="connsiteY28" fmla="*/ 231934 h 325374"/>
              <a:gd name="connsiteX29" fmla="*/ 68295 w 323929"/>
              <a:gd name="connsiteY29" fmla="*/ 144780 h 325374"/>
              <a:gd name="connsiteX30" fmla="*/ 58905 w 323929"/>
              <a:gd name="connsiteY30" fmla="*/ 144780 h 325374"/>
              <a:gd name="connsiteX31" fmla="*/ 58905 w 323929"/>
              <a:gd name="connsiteY31" fmla="*/ 155353 h 325374"/>
              <a:gd name="connsiteX32" fmla="*/ 157459 w 323929"/>
              <a:gd name="connsiteY32" fmla="*/ 254222 h 32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23929" h="325374">
                <a:moveTo>
                  <a:pt x="323929" y="251269"/>
                </a:moveTo>
                <a:lnTo>
                  <a:pt x="323929" y="278321"/>
                </a:lnTo>
                <a:cubicBezTo>
                  <a:pt x="323929" y="304229"/>
                  <a:pt x="302777" y="325374"/>
                  <a:pt x="275838" y="325374"/>
                </a:cubicBezTo>
                <a:lnTo>
                  <a:pt x="46953" y="325374"/>
                </a:lnTo>
                <a:cubicBezTo>
                  <a:pt x="21153" y="325374"/>
                  <a:pt x="0" y="304229"/>
                  <a:pt x="0" y="278321"/>
                </a:cubicBezTo>
                <a:lnTo>
                  <a:pt x="0" y="251269"/>
                </a:lnTo>
                <a:cubicBezTo>
                  <a:pt x="0" y="246602"/>
                  <a:pt x="3510" y="244221"/>
                  <a:pt x="7019" y="244221"/>
                </a:cubicBezTo>
                <a:cubicBezTo>
                  <a:pt x="10529" y="244221"/>
                  <a:pt x="14039" y="246602"/>
                  <a:pt x="14039" y="251269"/>
                </a:cubicBezTo>
                <a:lnTo>
                  <a:pt x="14039" y="278321"/>
                </a:lnTo>
                <a:cubicBezTo>
                  <a:pt x="14039" y="295942"/>
                  <a:pt x="29310" y="311277"/>
                  <a:pt x="46858" y="311277"/>
                </a:cubicBezTo>
                <a:lnTo>
                  <a:pt x="275743" y="311277"/>
                </a:lnTo>
                <a:cubicBezTo>
                  <a:pt x="294524" y="311277"/>
                  <a:pt x="309796" y="296037"/>
                  <a:pt x="309796" y="278321"/>
                </a:cubicBezTo>
                <a:lnTo>
                  <a:pt x="309796" y="251269"/>
                </a:lnTo>
                <a:cubicBezTo>
                  <a:pt x="309796" y="246602"/>
                  <a:pt x="313305" y="244221"/>
                  <a:pt x="316815" y="244221"/>
                </a:cubicBezTo>
                <a:cubicBezTo>
                  <a:pt x="320325" y="244221"/>
                  <a:pt x="323834" y="246602"/>
                  <a:pt x="323834" y="251269"/>
                </a:cubicBezTo>
                <a:close/>
                <a:moveTo>
                  <a:pt x="157459" y="254222"/>
                </a:moveTo>
                <a:cubicBezTo>
                  <a:pt x="158597" y="255365"/>
                  <a:pt x="159735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2107" y="255365"/>
                </a:cubicBezTo>
                <a:cubicBezTo>
                  <a:pt x="163245" y="255365"/>
                  <a:pt x="165617" y="255365"/>
                  <a:pt x="166755" y="254222"/>
                </a:cubicBezTo>
                <a:lnTo>
                  <a:pt x="265309" y="155353"/>
                </a:lnTo>
                <a:cubicBezTo>
                  <a:pt x="267680" y="151829"/>
                  <a:pt x="267680" y="147161"/>
                  <a:pt x="265309" y="144780"/>
                </a:cubicBezTo>
                <a:cubicBezTo>
                  <a:pt x="262938" y="142399"/>
                  <a:pt x="258290" y="142399"/>
                  <a:pt x="255918" y="144780"/>
                </a:cubicBezTo>
                <a:cubicBezTo>
                  <a:pt x="255918" y="144780"/>
                  <a:pt x="226826" y="173958"/>
                  <a:pt x="168652" y="232315"/>
                </a:cubicBezTo>
                <a:lnTo>
                  <a:pt x="168652" y="7049"/>
                </a:lnTo>
                <a:cubicBezTo>
                  <a:pt x="168652" y="3524"/>
                  <a:pt x="165332" y="0"/>
                  <a:pt x="161917" y="0"/>
                </a:cubicBezTo>
                <a:cubicBezTo>
                  <a:pt x="158502" y="0"/>
                  <a:pt x="155182" y="3524"/>
                  <a:pt x="155182" y="7049"/>
                </a:cubicBezTo>
                <a:lnTo>
                  <a:pt x="155182" y="231934"/>
                </a:lnTo>
                <a:cubicBezTo>
                  <a:pt x="145602" y="222314"/>
                  <a:pt x="122837" y="199454"/>
                  <a:pt x="68295" y="144780"/>
                </a:cubicBezTo>
                <a:cubicBezTo>
                  <a:pt x="65924" y="142399"/>
                  <a:pt x="61276" y="142399"/>
                  <a:pt x="58905" y="144780"/>
                </a:cubicBezTo>
                <a:cubicBezTo>
                  <a:pt x="55395" y="147161"/>
                  <a:pt x="55395" y="151829"/>
                  <a:pt x="58905" y="155353"/>
                </a:cubicBezTo>
                <a:lnTo>
                  <a:pt x="157459" y="254222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6" name="Graphic 203">
            <a:extLst>
              <a:ext uri="{FF2B5EF4-FFF2-40B4-BE49-F238E27FC236}">
                <a16:creationId xmlns:a16="http://schemas.microsoft.com/office/drawing/2014/main" id="{4FE11ED1-3A7D-74D4-1FE9-F00A87E6C973}"/>
              </a:ext>
            </a:extLst>
          </p:cNvPr>
          <p:cNvSpPr/>
          <p:nvPr/>
        </p:nvSpPr>
        <p:spPr>
          <a:xfrm>
            <a:off x="6259550" y="4898034"/>
            <a:ext cx="432410" cy="434339"/>
          </a:xfrm>
          <a:custGeom>
            <a:avLst/>
            <a:gdLst>
              <a:gd name="connsiteX0" fmla="*/ 323929 w 323929"/>
              <a:gd name="connsiteY0" fmla="*/ 251269 h 325374"/>
              <a:gd name="connsiteX1" fmla="*/ 323929 w 323929"/>
              <a:gd name="connsiteY1" fmla="*/ 278321 h 325374"/>
              <a:gd name="connsiteX2" fmla="*/ 275838 w 323929"/>
              <a:gd name="connsiteY2" fmla="*/ 325374 h 325374"/>
              <a:gd name="connsiteX3" fmla="*/ 46953 w 323929"/>
              <a:gd name="connsiteY3" fmla="*/ 325374 h 325374"/>
              <a:gd name="connsiteX4" fmla="*/ 0 w 323929"/>
              <a:gd name="connsiteY4" fmla="*/ 278321 h 325374"/>
              <a:gd name="connsiteX5" fmla="*/ 0 w 323929"/>
              <a:gd name="connsiteY5" fmla="*/ 251269 h 325374"/>
              <a:gd name="connsiteX6" fmla="*/ 7019 w 323929"/>
              <a:gd name="connsiteY6" fmla="*/ 244221 h 325374"/>
              <a:gd name="connsiteX7" fmla="*/ 14039 w 323929"/>
              <a:gd name="connsiteY7" fmla="*/ 251269 h 325374"/>
              <a:gd name="connsiteX8" fmla="*/ 14039 w 323929"/>
              <a:gd name="connsiteY8" fmla="*/ 278321 h 325374"/>
              <a:gd name="connsiteX9" fmla="*/ 46858 w 323929"/>
              <a:gd name="connsiteY9" fmla="*/ 311277 h 325374"/>
              <a:gd name="connsiteX10" fmla="*/ 275743 w 323929"/>
              <a:gd name="connsiteY10" fmla="*/ 311277 h 325374"/>
              <a:gd name="connsiteX11" fmla="*/ 309796 w 323929"/>
              <a:gd name="connsiteY11" fmla="*/ 278321 h 325374"/>
              <a:gd name="connsiteX12" fmla="*/ 309796 w 323929"/>
              <a:gd name="connsiteY12" fmla="*/ 251269 h 325374"/>
              <a:gd name="connsiteX13" fmla="*/ 316815 w 323929"/>
              <a:gd name="connsiteY13" fmla="*/ 244221 h 325374"/>
              <a:gd name="connsiteX14" fmla="*/ 323834 w 323929"/>
              <a:gd name="connsiteY14" fmla="*/ 251269 h 325374"/>
              <a:gd name="connsiteX15" fmla="*/ 157459 w 323929"/>
              <a:gd name="connsiteY15" fmla="*/ 254222 h 325374"/>
              <a:gd name="connsiteX16" fmla="*/ 161917 w 323929"/>
              <a:gd name="connsiteY16" fmla="*/ 255365 h 325374"/>
              <a:gd name="connsiteX17" fmla="*/ 161917 w 323929"/>
              <a:gd name="connsiteY17" fmla="*/ 255365 h 325374"/>
              <a:gd name="connsiteX18" fmla="*/ 161917 w 323929"/>
              <a:gd name="connsiteY18" fmla="*/ 255365 h 325374"/>
              <a:gd name="connsiteX19" fmla="*/ 162107 w 323929"/>
              <a:gd name="connsiteY19" fmla="*/ 255365 h 325374"/>
              <a:gd name="connsiteX20" fmla="*/ 166755 w 323929"/>
              <a:gd name="connsiteY20" fmla="*/ 254222 h 325374"/>
              <a:gd name="connsiteX21" fmla="*/ 265309 w 323929"/>
              <a:gd name="connsiteY21" fmla="*/ 155353 h 325374"/>
              <a:gd name="connsiteX22" fmla="*/ 265309 w 323929"/>
              <a:gd name="connsiteY22" fmla="*/ 144780 h 325374"/>
              <a:gd name="connsiteX23" fmla="*/ 255918 w 323929"/>
              <a:gd name="connsiteY23" fmla="*/ 144780 h 325374"/>
              <a:gd name="connsiteX24" fmla="*/ 168652 w 323929"/>
              <a:gd name="connsiteY24" fmla="*/ 232315 h 325374"/>
              <a:gd name="connsiteX25" fmla="*/ 168652 w 323929"/>
              <a:gd name="connsiteY25" fmla="*/ 7049 h 325374"/>
              <a:gd name="connsiteX26" fmla="*/ 161917 w 323929"/>
              <a:gd name="connsiteY26" fmla="*/ 0 h 325374"/>
              <a:gd name="connsiteX27" fmla="*/ 155182 w 323929"/>
              <a:gd name="connsiteY27" fmla="*/ 7049 h 325374"/>
              <a:gd name="connsiteX28" fmla="*/ 155182 w 323929"/>
              <a:gd name="connsiteY28" fmla="*/ 231934 h 325374"/>
              <a:gd name="connsiteX29" fmla="*/ 68295 w 323929"/>
              <a:gd name="connsiteY29" fmla="*/ 144780 h 325374"/>
              <a:gd name="connsiteX30" fmla="*/ 58905 w 323929"/>
              <a:gd name="connsiteY30" fmla="*/ 144780 h 325374"/>
              <a:gd name="connsiteX31" fmla="*/ 58905 w 323929"/>
              <a:gd name="connsiteY31" fmla="*/ 155353 h 325374"/>
              <a:gd name="connsiteX32" fmla="*/ 157459 w 323929"/>
              <a:gd name="connsiteY32" fmla="*/ 254222 h 32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23929" h="325374">
                <a:moveTo>
                  <a:pt x="323929" y="251269"/>
                </a:moveTo>
                <a:lnTo>
                  <a:pt x="323929" y="278321"/>
                </a:lnTo>
                <a:cubicBezTo>
                  <a:pt x="323929" y="304229"/>
                  <a:pt x="302777" y="325374"/>
                  <a:pt x="275838" y="325374"/>
                </a:cubicBezTo>
                <a:lnTo>
                  <a:pt x="46953" y="325374"/>
                </a:lnTo>
                <a:cubicBezTo>
                  <a:pt x="21153" y="325374"/>
                  <a:pt x="0" y="304229"/>
                  <a:pt x="0" y="278321"/>
                </a:cubicBezTo>
                <a:lnTo>
                  <a:pt x="0" y="251269"/>
                </a:lnTo>
                <a:cubicBezTo>
                  <a:pt x="0" y="246602"/>
                  <a:pt x="3510" y="244221"/>
                  <a:pt x="7019" y="244221"/>
                </a:cubicBezTo>
                <a:cubicBezTo>
                  <a:pt x="10529" y="244221"/>
                  <a:pt x="14039" y="246602"/>
                  <a:pt x="14039" y="251269"/>
                </a:cubicBezTo>
                <a:lnTo>
                  <a:pt x="14039" y="278321"/>
                </a:lnTo>
                <a:cubicBezTo>
                  <a:pt x="14039" y="295942"/>
                  <a:pt x="29310" y="311277"/>
                  <a:pt x="46858" y="311277"/>
                </a:cubicBezTo>
                <a:lnTo>
                  <a:pt x="275743" y="311277"/>
                </a:lnTo>
                <a:cubicBezTo>
                  <a:pt x="294524" y="311277"/>
                  <a:pt x="309796" y="296037"/>
                  <a:pt x="309796" y="278321"/>
                </a:cubicBezTo>
                <a:lnTo>
                  <a:pt x="309796" y="251269"/>
                </a:lnTo>
                <a:cubicBezTo>
                  <a:pt x="309796" y="246602"/>
                  <a:pt x="313305" y="244221"/>
                  <a:pt x="316815" y="244221"/>
                </a:cubicBezTo>
                <a:cubicBezTo>
                  <a:pt x="320325" y="244221"/>
                  <a:pt x="323834" y="246602"/>
                  <a:pt x="323834" y="251269"/>
                </a:cubicBezTo>
                <a:close/>
                <a:moveTo>
                  <a:pt x="157459" y="254222"/>
                </a:moveTo>
                <a:cubicBezTo>
                  <a:pt x="158597" y="255365"/>
                  <a:pt x="159735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2107" y="255365"/>
                </a:cubicBezTo>
                <a:cubicBezTo>
                  <a:pt x="163245" y="255365"/>
                  <a:pt x="165617" y="255365"/>
                  <a:pt x="166755" y="254222"/>
                </a:cubicBezTo>
                <a:lnTo>
                  <a:pt x="265309" y="155353"/>
                </a:lnTo>
                <a:cubicBezTo>
                  <a:pt x="267680" y="151829"/>
                  <a:pt x="267680" y="147161"/>
                  <a:pt x="265309" y="144780"/>
                </a:cubicBezTo>
                <a:cubicBezTo>
                  <a:pt x="262938" y="142399"/>
                  <a:pt x="258290" y="142399"/>
                  <a:pt x="255918" y="144780"/>
                </a:cubicBezTo>
                <a:cubicBezTo>
                  <a:pt x="255918" y="144780"/>
                  <a:pt x="226826" y="173958"/>
                  <a:pt x="168652" y="232315"/>
                </a:cubicBezTo>
                <a:lnTo>
                  <a:pt x="168652" y="7049"/>
                </a:lnTo>
                <a:cubicBezTo>
                  <a:pt x="168652" y="3524"/>
                  <a:pt x="165332" y="0"/>
                  <a:pt x="161917" y="0"/>
                </a:cubicBezTo>
                <a:cubicBezTo>
                  <a:pt x="158502" y="0"/>
                  <a:pt x="155182" y="3524"/>
                  <a:pt x="155182" y="7049"/>
                </a:cubicBezTo>
                <a:lnTo>
                  <a:pt x="155182" y="231934"/>
                </a:lnTo>
                <a:cubicBezTo>
                  <a:pt x="145602" y="222314"/>
                  <a:pt x="122837" y="199454"/>
                  <a:pt x="68295" y="144780"/>
                </a:cubicBezTo>
                <a:cubicBezTo>
                  <a:pt x="65924" y="142399"/>
                  <a:pt x="61276" y="142399"/>
                  <a:pt x="58905" y="144780"/>
                </a:cubicBezTo>
                <a:cubicBezTo>
                  <a:pt x="55395" y="147161"/>
                  <a:pt x="55395" y="151829"/>
                  <a:pt x="58905" y="155353"/>
                </a:cubicBezTo>
                <a:lnTo>
                  <a:pt x="157459" y="254222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7" name="Graphic 203">
            <a:extLst>
              <a:ext uri="{FF2B5EF4-FFF2-40B4-BE49-F238E27FC236}">
                <a16:creationId xmlns:a16="http://schemas.microsoft.com/office/drawing/2014/main" id="{D3D2C734-C64D-29A8-458F-8CA4A7E16A9C}"/>
              </a:ext>
            </a:extLst>
          </p:cNvPr>
          <p:cNvSpPr/>
          <p:nvPr/>
        </p:nvSpPr>
        <p:spPr>
          <a:xfrm>
            <a:off x="5481675" y="5539384"/>
            <a:ext cx="432410" cy="434339"/>
          </a:xfrm>
          <a:custGeom>
            <a:avLst/>
            <a:gdLst>
              <a:gd name="connsiteX0" fmla="*/ 323929 w 323929"/>
              <a:gd name="connsiteY0" fmla="*/ 251269 h 325374"/>
              <a:gd name="connsiteX1" fmla="*/ 323929 w 323929"/>
              <a:gd name="connsiteY1" fmla="*/ 278321 h 325374"/>
              <a:gd name="connsiteX2" fmla="*/ 275838 w 323929"/>
              <a:gd name="connsiteY2" fmla="*/ 325374 h 325374"/>
              <a:gd name="connsiteX3" fmla="*/ 46953 w 323929"/>
              <a:gd name="connsiteY3" fmla="*/ 325374 h 325374"/>
              <a:gd name="connsiteX4" fmla="*/ 0 w 323929"/>
              <a:gd name="connsiteY4" fmla="*/ 278321 h 325374"/>
              <a:gd name="connsiteX5" fmla="*/ 0 w 323929"/>
              <a:gd name="connsiteY5" fmla="*/ 251269 h 325374"/>
              <a:gd name="connsiteX6" fmla="*/ 7019 w 323929"/>
              <a:gd name="connsiteY6" fmla="*/ 244221 h 325374"/>
              <a:gd name="connsiteX7" fmla="*/ 14039 w 323929"/>
              <a:gd name="connsiteY7" fmla="*/ 251269 h 325374"/>
              <a:gd name="connsiteX8" fmla="*/ 14039 w 323929"/>
              <a:gd name="connsiteY8" fmla="*/ 278321 h 325374"/>
              <a:gd name="connsiteX9" fmla="*/ 46858 w 323929"/>
              <a:gd name="connsiteY9" fmla="*/ 311277 h 325374"/>
              <a:gd name="connsiteX10" fmla="*/ 275743 w 323929"/>
              <a:gd name="connsiteY10" fmla="*/ 311277 h 325374"/>
              <a:gd name="connsiteX11" fmla="*/ 309796 w 323929"/>
              <a:gd name="connsiteY11" fmla="*/ 278321 h 325374"/>
              <a:gd name="connsiteX12" fmla="*/ 309796 w 323929"/>
              <a:gd name="connsiteY12" fmla="*/ 251269 h 325374"/>
              <a:gd name="connsiteX13" fmla="*/ 316815 w 323929"/>
              <a:gd name="connsiteY13" fmla="*/ 244221 h 325374"/>
              <a:gd name="connsiteX14" fmla="*/ 323834 w 323929"/>
              <a:gd name="connsiteY14" fmla="*/ 251269 h 325374"/>
              <a:gd name="connsiteX15" fmla="*/ 157459 w 323929"/>
              <a:gd name="connsiteY15" fmla="*/ 254222 h 325374"/>
              <a:gd name="connsiteX16" fmla="*/ 161917 w 323929"/>
              <a:gd name="connsiteY16" fmla="*/ 255365 h 325374"/>
              <a:gd name="connsiteX17" fmla="*/ 161917 w 323929"/>
              <a:gd name="connsiteY17" fmla="*/ 255365 h 325374"/>
              <a:gd name="connsiteX18" fmla="*/ 161917 w 323929"/>
              <a:gd name="connsiteY18" fmla="*/ 255365 h 325374"/>
              <a:gd name="connsiteX19" fmla="*/ 162107 w 323929"/>
              <a:gd name="connsiteY19" fmla="*/ 255365 h 325374"/>
              <a:gd name="connsiteX20" fmla="*/ 166755 w 323929"/>
              <a:gd name="connsiteY20" fmla="*/ 254222 h 325374"/>
              <a:gd name="connsiteX21" fmla="*/ 265309 w 323929"/>
              <a:gd name="connsiteY21" fmla="*/ 155353 h 325374"/>
              <a:gd name="connsiteX22" fmla="*/ 265309 w 323929"/>
              <a:gd name="connsiteY22" fmla="*/ 144780 h 325374"/>
              <a:gd name="connsiteX23" fmla="*/ 255918 w 323929"/>
              <a:gd name="connsiteY23" fmla="*/ 144780 h 325374"/>
              <a:gd name="connsiteX24" fmla="*/ 168652 w 323929"/>
              <a:gd name="connsiteY24" fmla="*/ 232315 h 325374"/>
              <a:gd name="connsiteX25" fmla="*/ 168652 w 323929"/>
              <a:gd name="connsiteY25" fmla="*/ 7049 h 325374"/>
              <a:gd name="connsiteX26" fmla="*/ 161917 w 323929"/>
              <a:gd name="connsiteY26" fmla="*/ 0 h 325374"/>
              <a:gd name="connsiteX27" fmla="*/ 155182 w 323929"/>
              <a:gd name="connsiteY27" fmla="*/ 7049 h 325374"/>
              <a:gd name="connsiteX28" fmla="*/ 155182 w 323929"/>
              <a:gd name="connsiteY28" fmla="*/ 231934 h 325374"/>
              <a:gd name="connsiteX29" fmla="*/ 68295 w 323929"/>
              <a:gd name="connsiteY29" fmla="*/ 144780 h 325374"/>
              <a:gd name="connsiteX30" fmla="*/ 58905 w 323929"/>
              <a:gd name="connsiteY30" fmla="*/ 144780 h 325374"/>
              <a:gd name="connsiteX31" fmla="*/ 58905 w 323929"/>
              <a:gd name="connsiteY31" fmla="*/ 155353 h 325374"/>
              <a:gd name="connsiteX32" fmla="*/ 157459 w 323929"/>
              <a:gd name="connsiteY32" fmla="*/ 254222 h 32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23929" h="325374">
                <a:moveTo>
                  <a:pt x="323929" y="251269"/>
                </a:moveTo>
                <a:lnTo>
                  <a:pt x="323929" y="278321"/>
                </a:lnTo>
                <a:cubicBezTo>
                  <a:pt x="323929" y="304229"/>
                  <a:pt x="302777" y="325374"/>
                  <a:pt x="275838" y="325374"/>
                </a:cubicBezTo>
                <a:lnTo>
                  <a:pt x="46953" y="325374"/>
                </a:lnTo>
                <a:cubicBezTo>
                  <a:pt x="21153" y="325374"/>
                  <a:pt x="0" y="304229"/>
                  <a:pt x="0" y="278321"/>
                </a:cubicBezTo>
                <a:lnTo>
                  <a:pt x="0" y="251269"/>
                </a:lnTo>
                <a:cubicBezTo>
                  <a:pt x="0" y="246602"/>
                  <a:pt x="3510" y="244221"/>
                  <a:pt x="7019" y="244221"/>
                </a:cubicBezTo>
                <a:cubicBezTo>
                  <a:pt x="10529" y="244221"/>
                  <a:pt x="14039" y="246602"/>
                  <a:pt x="14039" y="251269"/>
                </a:cubicBezTo>
                <a:lnTo>
                  <a:pt x="14039" y="278321"/>
                </a:lnTo>
                <a:cubicBezTo>
                  <a:pt x="14039" y="295942"/>
                  <a:pt x="29310" y="311277"/>
                  <a:pt x="46858" y="311277"/>
                </a:cubicBezTo>
                <a:lnTo>
                  <a:pt x="275743" y="311277"/>
                </a:lnTo>
                <a:cubicBezTo>
                  <a:pt x="294524" y="311277"/>
                  <a:pt x="309796" y="296037"/>
                  <a:pt x="309796" y="278321"/>
                </a:cubicBezTo>
                <a:lnTo>
                  <a:pt x="309796" y="251269"/>
                </a:lnTo>
                <a:cubicBezTo>
                  <a:pt x="309796" y="246602"/>
                  <a:pt x="313305" y="244221"/>
                  <a:pt x="316815" y="244221"/>
                </a:cubicBezTo>
                <a:cubicBezTo>
                  <a:pt x="320325" y="244221"/>
                  <a:pt x="323834" y="246602"/>
                  <a:pt x="323834" y="251269"/>
                </a:cubicBezTo>
                <a:close/>
                <a:moveTo>
                  <a:pt x="157459" y="254222"/>
                </a:moveTo>
                <a:cubicBezTo>
                  <a:pt x="158597" y="255365"/>
                  <a:pt x="159735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2107" y="255365"/>
                </a:cubicBezTo>
                <a:cubicBezTo>
                  <a:pt x="163245" y="255365"/>
                  <a:pt x="165617" y="255365"/>
                  <a:pt x="166755" y="254222"/>
                </a:cubicBezTo>
                <a:lnTo>
                  <a:pt x="265309" y="155353"/>
                </a:lnTo>
                <a:cubicBezTo>
                  <a:pt x="267680" y="151829"/>
                  <a:pt x="267680" y="147161"/>
                  <a:pt x="265309" y="144780"/>
                </a:cubicBezTo>
                <a:cubicBezTo>
                  <a:pt x="262938" y="142399"/>
                  <a:pt x="258290" y="142399"/>
                  <a:pt x="255918" y="144780"/>
                </a:cubicBezTo>
                <a:cubicBezTo>
                  <a:pt x="255918" y="144780"/>
                  <a:pt x="226826" y="173958"/>
                  <a:pt x="168652" y="232315"/>
                </a:cubicBezTo>
                <a:lnTo>
                  <a:pt x="168652" y="7049"/>
                </a:lnTo>
                <a:cubicBezTo>
                  <a:pt x="168652" y="3524"/>
                  <a:pt x="165332" y="0"/>
                  <a:pt x="161917" y="0"/>
                </a:cubicBezTo>
                <a:cubicBezTo>
                  <a:pt x="158502" y="0"/>
                  <a:pt x="155182" y="3524"/>
                  <a:pt x="155182" y="7049"/>
                </a:cubicBezTo>
                <a:lnTo>
                  <a:pt x="155182" y="231934"/>
                </a:lnTo>
                <a:cubicBezTo>
                  <a:pt x="145602" y="222314"/>
                  <a:pt x="122837" y="199454"/>
                  <a:pt x="68295" y="144780"/>
                </a:cubicBezTo>
                <a:cubicBezTo>
                  <a:pt x="65924" y="142399"/>
                  <a:pt x="61276" y="142399"/>
                  <a:pt x="58905" y="144780"/>
                </a:cubicBezTo>
                <a:cubicBezTo>
                  <a:pt x="55395" y="147161"/>
                  <a:pt x="55395" y="151829"/>
                  <a:pt x="58905" y="155353"/>
                </a:cubicBezTo>
                <a:lnTo>
                  <a:pt x="157459" y="254222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8" name="Graphic 203">
            <a:extLst>
              <a:ext uri="{FF2B5EF4-FFF2-40B4-BE49-F238E27FC236}">
                <a16:creationId xmlns:a16="http://schemas.microsoft.com/office/drawing/2014/main" id="{87420197-DE55-EE6F-DA49-99D6A790F111}"/>
              </a:ext>
            </a:extLst>
          </p:cNvPr>
          <p:cNvSpPr/>
          <p:nvPr/>
        </p:nvSpPr>
        <p:spPr>
          <a:xfrm>
            <a:off x="6259550" y="5539384"/>
            <a:ext cx="432410" cy="434339"/>
          </a:xfrm>
          <a:custGeom>
            <a:avLst/>
            <a:gdLst>
              <a:gd name="connsiteX0" fmla="*/ 323929 w 323929"/>
              <a:gd name="connsiteY0" fmla="*/ 251269 h 325374"/>
              <a:gd name="connsiteX1" fmla="*/ 323929 w 323929"/>
              <a:gd name="connsiteY1" fmla="*/ 278321 h 325374"/>
              <a:gd name="connsiteX2" fmla="*/ 275838 w 323929"/>
              <a:gd name="connsiteY2" fmla="*/ 325374 h 325374"/>
              <a:gd name="connsiteX3" fmla="*/ 46953 w 323929"/>
              <a:gd name="connsiteY3" fmla="*/ 325374 h 325374"/>
              <a:gd name="connsiteX4" fmla="*/ 0 w 323929"/>
              <a:gd name="connsiteY4" fmla="*/ 278321 h 325374"/>
              <a:gd name="connsiteX5" fmla="*/ 0 w 323929"/>
              <a:gd name="connsiteY5" fmla="*/ 251269 h 325374"/>
              <a:gd name="connsiteX6" fmla="*/ 7019 w 323929"/>
              <a:gd name="connsiteY6" fmla="*/ 244221 h 325374"/>
              <a:gd name="connsiteX7" fmla="*/ 14039 w 323929"/>
              <a:gd name="connsiteY7" fmla="*/ 251269 h 325374"/>
              <a:gd name="connsiteX8" fmla="*/ 14039 w 323929"/>
              <a:gd name="connsiteY8" fmla="*/ 278321 h 325374"/>
              <a:gd name="connsiteX9" fmla="*/ 46858 w 323929"/>
              <a:gd name="connsiteY9" fmla="*/ 311277 h 325374"/>
              <a:gd name="connsiteX10" fmla="*/ 275743 w 323929"/>
              <a:gd name="connsiteY10" fmla="*/ 311277 h 325374"/>
              <a:gd name="connsiteX11" fmla="*/ 309796 w 323929"/>
              <a:gd name="connsiteY11" fmla="*/ 278321 h 325374"/>
              <a:gd name="connsiteX12" fmla="*/ 309796 w 323929"/>
              <a:gd name="connsiteY12" fmla="*/ 251269 h 325374"/>
              <a:gd name="connsiteX13" fmla="*/ 316815 w 323929"/>
              <a:gd name="connsiteY13" fmla="*/ 244221 h 325374"/>
              <a:gd name="connsiteX14" fmla="*/ 323834 w 323929"/>
              <a:gd name="connsiteY14" fmla="*/ 251269 h 325374"/>
              <a:gd name="connsiteX15" fmla="*/ 157459 w 323929"/>
              <a:gd name="connsiteY15" fmla="*/ 254222 h 325374"/>
              <a:gd name="connsiteX16" fmla="*/ 161917 w 323929"/>
              <a:gd name="connsiteY16" fmla="*/ 255365 h 325374"/>
              <a:gd name="connsiteX17" fmla="*/ 161917 w 323929"/>
              <a:gd name="connsiteY17" fmla="*/ 255365 h 325374"/>
              <a:gd name="connsiteX18" fmla="*/ 161917 w 323929"/>
              <a:gd name="connsiteY18" fmla="*/ 255365 h 325374"/>
              <a:gd name="connsiteX19" fmla="*/ 162107 w 323929"/>
              <a:gd name="connsiteY19" fmla="*/ 255365 h 325374"/>
              <a:gd name="connsiteX20" fmla="*/ 166755 w 323929"/>
              <a:gd name="connsiteY20" fmla="*/ 254222 h 325374"/>
              <a:gd name="connsiteX21" fmla="*/ 265309 w 323929"/>
              <a:gd name="connsiteY21" fmla="*/ 155353 h 325374"/>
              <a:gd name="connsiteX22" fmla="*/ 265309 w 323929"/>
              <a:gd name="connsiteY22" fmla="*/ 144780 h 325374"/>
              <a:gd name="connsiteX23" fmla="*/ 255918 w 323929"/>
              <a:gd name="connsiteY23" fmla="*/ 144780 h 325374"/>
              <a:gd name="connsiteX24" fmla="*/ 168652 w 323929"/>
              <a:gd name="connsiteY24" fmla="*/ 232315 h 325374"/>
              <a:gd name="connsiteX25" fmla="*/ 168652 w 323929"/>
              <a:gd name="connsiteY25" fmla="*/ 7049 h 325374"/>
              <a:gd name="connsiteX26" fmla="*/ 161917 w 323929"/>
              <a:gd name="connsiteY26" fmla="*/ 0 h 325374"/>
              <a:gd name="connsiteX27" fmla="*/ 155182 w 323929"/>
              <a:gd name="connsiteY27" fmla="*/ 7049 h 325374"/>
              <a:gd name="connsiteX28" fmla="*/ 155182 w 323929"/>
              <a:gd name="connsiteY28" fmla="*/ 231934 h 325374"/>
              <a:gd name="connsiteX29" fmla="*/ 68295 w 323929"/>
              <a:gd name="connsiteY29" fmla="*/ 144780 h 325374"/>
              <a:gd name="connsiteX30" fmla="*/ 58905 w 323929"/>
              <a:gd name="connsiteY30" fmla="*/ 144780 h 325374"/>
              <a:gd name="connsiteX31" fmla="*/ 58905 w 323929"/>
              <a:gd name="connsiteY31" fmla="*/ 155353 h 325374"/>
              <a:gd name="connsiteX32" fmla="*/ 157459 w 323929"/>
              <a:gd name="connsiteY32" fmla="*/ 254222 h 32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23929" h="325374">
                <a:moveTo>
                  <a:pt x="323929" y="251269"/>
                </a:moveTo>
                <a:lnTo>
                  <a:pt x="323929" y="278321"/>
                </a:lnTo>
                <a:cubicBezTo>
                  <a:pt x="323929" y="304229"/>
                  <a:pt x="302777" y="325374"/>
                  <a:pt x="275838" y="325374"/>
                </a:cubicBezTo>
                <a:lnTo>
                  <a:pt x="46953" y="325374"/>
                </a:lnTo>
                <a:cubicBezTo>
                  <a:pt x="21153" y="325374"/>
                  <a:pt x="0" y="304229"/>
                  <a:pt x="0" y="278321"/>
                </a:cubicBezTo>
                <a:lnTo>
                  <a:pt x="0" y="251269"/>
                </a:lnTo>
                <a:cubicBezTo>
                  <a:pt x="0" y="246602"/>
                  <a:pt x="3510" y="244221"/>
                  <a:pt x="7019" y="244221"/>
                </a:cubicBezTo>
                <a:cubicBezTo>
                  <a:pt x="10529" y="244221"/>
                  <a:pt x="14039" y="246602"/>
                  <a:pt x="14039" y="251269"/>
                </a:cubicBezTo>
                <a:lnTo>
                  <a:pt x="14039" y="278321"/>
                </a:lnTo>
                <a:cubicBezTo>
                  <a:pt x="14039" y="295942"/>
                  <a:pt x="29310" y="311277"/>
                  <a:pt x="46858" y="311277"/>
                </a:cubicBezTo>
                <a:lnTo>
                  <a:pt x="275743" y="311277"/>
                </a:lnTo>
                <a:cubicBezTo>
                  <a:pt x="294524" y="311277"/>
                  <a:pt x="309796" y="296037"/>
                  <a:pt x="309796" y="278321"/>
                </a:cubicBezTo>
                <a:lnTo>
                  <a:pt x="309796" y="251269"/>
                </a:lnTo>
                <a:cubicBezTo>
                  <a:pt x="309796" y="246602"/>
                  <a:pt x="313305" y="244221"/>
                  <a:pt x="316815" y="244221"/>
                </a:cubicBezTo>
                <a:cubicBezTo>
                  <a:pt x="320325" y="244221"/>
                  <a:pt x="323834" y="246602"/>
                  <a:pt x="323834" y="251269"/>
                </a:cubicBezTo>
                <a:close/>
                <a:moveTo>
                  <a:pt x="157459" y="254222"/>
                </a:moveTo>
                <a:cubicBezTo>
                  <a:pt x="158597" y="255365"/>
                  <a:pt x="159735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1917" y="255365"/>
                </a:cubicBezTo>
                <a:cubicBezTo>
                  <a:pt x="161917" y="255365"/>
                  <a:pt x="161917" y="255365"/>
                  <a:pt x="162107" y="255365"/>
                </a:cubicBezTo>
                <a:cubicBezTo>
                  <a:pt x="163245" y="255365"/>
                  <a:pt x="165617" y="255365"/>
                  <a:pt x="166755" y="254222"/>
                </a:cubicBezTo>
                <a:lnTo>
                  <a:pt x="265309" y="155353"/>
                </a:lnTo>
                <a:cubicBezTo>
                  <a:pt x="267680" y="151829"/>
                  <a:pt x="267680" y="147161"/>
                  <a:pt x="265309" y="144780"/>
                </a:cubicBezTo>
                <a:cubicBezTo>
                  <a:pt x="262938" y="142399"/>
                  <a:pt x="258290" y="142399"/>
                  <a:pt x="255918" y="144780"/>
                </a:cubicBezTo>
                <a:cubicBezTo>
                  <a:pt x="255918" y="144780"/>
                  <a:pt x="226826" y="173958"/>
                  <a:pt x="168652" y="232315"/>
                </a:cubicBezTo>
                <a:lnTo>
                  <a:pt x="168652" y="7049"/>
                </a:lnTo>
                <a:cubicBezTo>
                  <a:pt x="168652" y="3524"/>
                  <a:pt x="165332" y="0"/>
                  <a:pt x="161917" y="0"/>
                </a:cubicBezTo>
                <a:cubicBezTo>
                  <a:pt x="158502" y="0"/>
                  <a:pt x="155182" y="3524"/>
                  <a:pt x="155182" y="7049"/>
                </a:cubicBezTo>
                <a:lnTo>
                  <a:pt x="155182" y="231934"/>
                </a:lnTo>
                <a:cubicBezTo>
                  <a:pt x="145602" y="222314"/>
                  <a:pt x="122837" y="199454"/>
                  <a:pt x="68295" y="144780"/>
                </a:cubicBezTo>
                <a:cubicBezTo>
                  <a:pt x="65924" y="142399"/>
                  <a:pt x="61276" y="142399"/>
                  <a:pt x="58905" y="144780"/>
                </a:cubicBezTo>
                <a:cubicBezTo>
                  <a:pt x="55395" y="147161"/>
                  <a:pt x="55395" y="151829"/>
                  <a:pt x="58905" y="155353"/>
                </a:cubicBezTo>
                <a:lnTo>
                  <a:pt x="157459" y="254222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1" name="Graphic 209">
            <a:extLst>
              <a:ext uri="{FF2B5EF4-FFF2-40B4-BE49-F238E27FC236}">
                <a16:creationId xmlns:a16="http://schemas.microsoft.com/office/drawing/2014/main" id="{BF75F1AB-CF6B-B073-AFB9-C973BA47A244}"/>
              </a:ext>
            </a:extLst>
          </p:cNvPr>
          <p:cNvSpPr/>
          <p:nvPr/>
        </p:nvSpPr>
        <p:spPr>
          <a:xfrm>
            <a:off x="7149815" y="4901089"/>
            <a:ext cx="409773" cy="411480"/>
          </a:xfrm>
          <a:custGeom>
            <a:avLst/>
            <a:gdLst>
              <a:gd name="connsiteX0" fmla="*/ 306950 w 306950"/>
              <a:gd name="connsiteY0" fmla="*/ 237839 h 308229"/>
              <a:gd name="connsiteX1" fmla="*/ 306950 w 306950"/>
              <a:gd name="connsiteY1" fmla="*/ 263557 h 308229"/>
              <a:gd name="connsiteX2" fmla="*/ 262463 w 306950"/>
              <a:gd name="connsiteY2" fmla="*/ 308229 h 308229"/>
              <a:gd name="connsiteX3" fmla="*/ 45625 w 306950"/>
              <a:gd name="connsiteY3" fmla="*/ 308229 h 308229"/>
              <a:gd name="connsiteX4" fmla="*/ 0 w 306950"/>
              <a:gd name="connsiteY4" fmla="*/ 263557 h 308229"/>
              <a:gd name="connsiteX5" fmla="*/ 0 w 306950"/>
              <a:gd name="connsiteY5" fmla="*/ 237839 h 308229"/>
              <a:gd name="connsiteX6" fmla="*/ 6640 w 306950"/>
              <a:gd name="connsiteY6" fmla="*/ 231172 h 308229"/>
              <a:gd name="connsiteX7" fmla="*/ 13280 w 306950"/>
              <a:gd name="connsiteY7" fmla="*/ 237839 h 308229"/>
              <a:gd name="connsiteX8" fmla="*/ 13280 w 306950"/>
              <a:gd name="connsiteY8" fmla="*/ 263557 h 308229"/>
              <a:gd name="connsiteX9" fmla="*/ 45530 w 306950"/>
              <a:gd name="connsiteY9" fmla="*/ 294799 h 308229"/>
              <a:gd name="connsiteX10" fmla="*/ 262368 w 306950"/>
              <a:gd name="connsiteY10" fmla="*/ 294799 h 308229"/>
              <a:gd name="connsiteX11" fmla="*/ 293481 w 306950"/>
              <a:gd name="connsiteY11" fmla="*/ 263557 h 308229"/>
              <a:gd name="connsiteX12" fmla="*/ 293481 w 306950"/>
              <a:gd name="connsiteY12" fmla="*/ 237839 h 308229"/>
              <a:gd name="connsiteX13" fmla="*/ 300121 w 306950"/>
              <a:gd name="connsiteY13" fmla="*/ 231172 h 308229"/>
              <a:gd name="connsiteX14" fmla="*/ 306760 w 306950"/>
              <a:gd name="connsiteY14" fmla="*/ 237839 h 308229"/>
              <a:gd name="connsiteX15" fmla="*/ 64596 w 306950"/>
              <a:gd name="connsiteY15" fmla="*/ 106585 h 308229"/>
              <a:gd name="connsiteX16" fmla="*/ 146740 w 306950"/>
              <a:gd name="connsiteY16" fmla="*/ 23908 h 308229"/>
              <a:gd name="connsiteX17" fmla="*/ 146740 w 306950"/>
              <a:gd name="connsiteY17" fmla="*/ 237363 h 308229"/>
              <a:gd name="connsiteX18" fmla="*/ 153475 w 306950"/>
              <a:gd name="connsiteY18" fmla="*/ 244126 h 308229"/>
              <a:gd name="connsiteX19" fmla="*/ 160210 w 306950"/>
              <a:gd name="connsiteY19" fmla="*/ 237363 h 308229"/>
              <a:gd name="connsiteX20" fmla="*/ 160210 w 306950"/>
              <a:gd name="connsiteY20" fmla="*/ 23527 h 308229"/>
              <a:gd name="connsiteX21" fmla="*/ 242733 w 306950"/>
              <a:gd name="connsiteY21" fmla="*/ 106585 h 308229"/>
              <a:gd name="connsiteX22" fmla="*/ 247192 w 306950"/>
              <a:gd name="connsiteY22" fmla="*/ 107728 h 308229"/>
              <a:gd name="connsiteX23" fmla="*/ 251650 w 306950"/>
              <a:gd name="connsiteY23" fmla="*/ 106585 h 308229"/>
              <a:gd name="connsiteX24" fmla="*/ 251650 w 306950"/>
              <a:gd name="connsiteY24" fmla="*/ 96488 h 308229"/>
              <a:gd name="connsiteX25" fmla="*/ 159356 w 306950"/>
              <a:gd name="connsiteY25" fmla="*/ 3524 h 308229"/>
              <a:gd name="connsiteX26" fmla="*/ 153475 w 306950"/>
              <a:gd name="connsiteY26" fmla="*/ 0 h 308229"/>
              <a:gd name="connsiteX27" fmla="*/ 147404 w 306950"/>
              <a:gd name="connsiteY27" fmla="*/ 4000 h 308229"/>
              <a:gd name="connsiteX28" fmla="*/ 55585 w 306950"/>
              <a:gd name="connsiteY28" fmla="*/ 96393 h 308229"/>
              <a:gd name="connsiteX29" fmla="*/ 55585 w 306950"/>
              <a:gd name="connsiteY29" fmla="*/ 106490 h 308229"/>
              <a:gd name="connsiteX30" fmla="*/ 64501 w 306950"/>
              <a:gd name="connsiteY30" fmla="*/ 106490 h 308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6950" h="308229">
                <a:moveTo>
                  <a:pt x="306950" y="237839"/>
                </a:moveTo>
                <a:lnTo>
                  <a:pt x="306950" y="263557"/>
                </a:lnTo>
                <a:cubicBezTo>
                  <a:pt x="306950" y="288131"/>
                  <a:pt x="286936" y="308229"/>
                  <a:pt x="262463" y="308229"/>
                </a:cubicBezTo>
                <a:lnTo>
                  <a:pt x="45625" y="308229"/>
                </a:lnTo>
                <a:cubicBezTo>
                  <a:pt x="20014" y="308229"/>
                  <a:pt x="0" y="288131"/>
                  <a:pt x="0" y="263557"/>
                </a:cubicBezTo>
                <a:lnTo>
                  <a:pt x="0" y="237839"/>
                </a:lnTo>
                <a:cubicBezTo>
                  <a:pt x="0" y="234506"/>
                  <a:pt x="3320" y="231172"/>
                  <a:pt x="6640" y="231172"/>
                </a:cubicBezTo>
                <a:cubicBezTo>
                  <a:pt x="11098" y="231172"/>
                  <a:pt x="13280" y="234506"/>
                  <a:pt x="13280" y="237839"/>
                </a:cubicBezTo>
                <a:lnTo>
                  <a:pt x="13280" y="263557"/>
                </a:lnTo>
                <a:cubicBezTo>
                  <a:pt x="13280" y="281464"/>
                  <a:pt x="27698" y="294799"/>
                  <a:pt x="45530" y="294799"/>
                </a:cubicBezTo>
                <a:lnTo>
                  <a:pt x="262368" y="294799"/>
                </a:lnTo>
                <a:cubicBezTo>
                  <a:pt x="279063" y="294799"/>
                  <a:pt x="293481" y="281369"/>
                  <a:pt x="293481" y="263557"/>
                </a:cubicBezTo>
                <a:lnTo>
                  <a:pt x="293481" y="237839"/>
                </a:lnTo>
                <a:cubicBezTo>
                  <a:pt x="293481" y="234506"/>
                  <a:pt x="296801" y="231172"/>
                  <a:pt x="300121" y="231172"/>
                </a:cubicBezTo>
                <a:cubicBezTo>
                  <a:pt x="304579" y="231172"/>
                  <a:pt x="306760" y="234506"/>
                  <a:pt x="306760" y="237839"/>
                </a:cubicBezTo>
                <a:close/>
                <a:moveTo>
                  <a:pt x="64596" y="106585"/>
                </a:moveTo>
                <a:cubicBezTo>
                  <a:pt x="64596" y="106585"/>
                  <a:pt x="64881" y="106299"/>
                  <a:pt x="146740" y="23908"/>
                </a:cubicBezTo>
                <a:lnTo>
                  <a:pt x="146740" y="237363"/>
                </a:lnTo>
                <a:cubicBezTo>
                  <a:pt x="146740" y="240697"/>
                  <a:pt x="150155" y="244126"/>
                  <a:pt x="153475" y="244126"/>
                </a:cubicBezTo>
                <a:cubicBezTo>
                  <a:pt x="158028" y="244126"/>
                  <a:pt x="160210" y="240792"/>
                  <a:pt x="160210" y="237363"/>
                </a:cubicBezTo>
                <a:lnTo>
                  <a:pt x="160210" y="23527"/>
                </a:lnTo>
                <a:cubicBezTo>
                  <a:pt x="169221" y="32671"/>
                  <a:pt x="190848" y="54388"/>
                  <a:pt x="242733" y="106585"/>
                </a:cubicBezTo>
                <a:cubicBezTo>
                  <a:pt x="243872" y="107728"/>
                  <a:pt x="246053" y="107728"/>
                  <a:pt x="247192" y="107728"/>
                </a:cubicBezTo>
                <a:cubicBezTo>
                  <a:pt x="249373" y="107728"/>
                  <a:pt x="250511" y="107728"/>
                  <a:pt x="251650" y="106585"/>
                </a:cubicBezTo>
                <a:cubicBezTo>
                  <a:pt x="254970" y="103251"/>
                  <a:pt x="254970" y="99822"/>
                  <a:pt x="251650" y="96488"/>
                </a:cubicBezTo>
                <a:cubicBezTo>
                  <a:pt x="251650" y="96488"/>
                  <a:pt x="220888" y="65501"/>
                  <a:pt x="159356" y="3524"/>
                </a:cubicBezTo>
                <a:cubicBezTo>
                  <a:pt x="158313" y="1524"/>
                  <a:pt x="156416" y="0"/>
                  <a:pt x="153475" y="0"/>
                </a:cubicBezTo>
                <a:cubicBezTo>
                  <a:pt x="151009" y="0"/>
                  <a:pt x="148637" y="1810"/>
                  <a:pt x="147404" y="4000"/>
                </a:cubicBezTo>
                <a:cubicBezTo>
                  <a:pt x="142567" y="8858"/>
                  <a:pt x="124355" y="27242"/>
                  <a:pt x="55585" y="96393"/>
                </a:cubicBezTo>
                <a:cubicBezTo>
                  <a:pt x="53403" y="99727"/>
                  <a:pt x="53403" y="103156"/>
                  <a:pt x="55585" y="106490"/>
                </a:cubicBezTo>
                <a:cubicBezTo>
                  <a:pt x="57767" y="108775"/>
                  <a:pt x="62225" y="108775"/>
                  <a:pt x="64501" y="10649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2" name="Graphic 209">
            <a:extLst>
              <a:ext uri="{FF2B5EF4-FFF2-40B4-BE49-F238E27FC236}">
                <a16:creationId xmlns:a16="http://schemas.microsoft.com/office/drawing/2014/main" id="{561A3C42-9CFC-ACBD-6204-1C1445EF08D8}"/>
              </a:ext>
            </a:extLst>
          </p:cNvPr>
          <p:cNvSpPr/>
          <p:nvPr/>
        </p:nvSpPr>
        <p:spPr>
          <a:xfrm>
            <a:off x="7914990" y="4901089"/>
            <a:ext cx="409773" cy="411480"/>
          </a:xfrm>
          <a:custGeom>
            <a:avLst/>
            <a:gdLst>
              <a:gd name="connsiteX0" fmla="*/ 306950 w 306950"/>
              <a:gd name="connsiteY0" fmla="*/ 237839 h 308229"/>
              <a:gd name="connsiteX1" fmla="*/ 306950 w 306950"/>
              <a:gd name="connsiteY1" fmla="*/ 263557 h 308229"/>
              <a:gd name="connsiteX2" fmla="*/ 262463 w 306950"/>
              <a:gd name="connsiteY2" fmla="*/ 308229 h 308229"/>
              <a:gd name="connsiteX3" fmla="*/ 45625 w 306950"/>
              <a:gd name="connsiteY3" fmla="*/ 308229 h 308229"/>
              <a:gd name="connsiteX4" fmla="*/ 0 w 306950"/>
              <a:gd name="connsiteY4" fmla="*/ 263557 h 308229"/>
              <a:gd name="connsiteX5" fmla="*/ 0 w 306950"/>
              <a:gd name="connsiteY5" fmla="*/ 237839 h 308229"/>
              <a:gd name="connsiteX6" fmla="*/ 6640 w 306950"/>
              <a:gd name="connsiteY6" fmla="*/ 231172 h 308229"/>
              <a:gd name="connsiteX7" fmla="*/ 13280 w 306950"/>
              <a:gd name="connsiteY7" fmla="*/ 237839 h 308229"/>
              <a:gd name="connsiteX8" fmla="*/ 13280 w 306950"/>
              <a:gd name="connsiteY8" fmla="*/ 263557 h 308229"/>
              <a:gd name="connsiteX9" fmla="*/ 45530 w 306950"/>
              <a:gd name="connsiteY9" fmla="*/ 294799 h 308229"/>
              <a:gd name="connsiteX10" fmla="*/ 262368 w 306950"/>
              <a:gd name="connsiteY10" fmla="*/ 294799 h 308229"/>
              <a:gd name="connsiteX11" fmla="*/ 293481 w 306950"/>
              <a:gd name="connsiteY11" fmla="*/ 263557 h 308229"/>
              <a:gd name="connsiteX12" fmla="*/ 293481 w 306950"/>
              <a:gd name="connsiteY12" fmla="*/ 237839 h 308229"/>
              <a:gd name="connsiteX13" fmla="*/ 300121 w 306950"/>
              <a:gd name="connsiteY13" fmla="*/ 231172 h 308229"/>
              <a:gd name="connsiteX14" fmla="*/ 306760 w 306950"/>
              <a:gd name="connsiteY14" fmla="*/ 237839 h 308229"/>
              <a:gd name="connsiteX15" fmla="*/ 64596 w 306950"/>
              <a:gd name="connsiteY15" fmla="*/ 106585 h 308229"/>
              <a:gd name="connsiteX16" fmla="*/ 146740 w 306950"/>
              <a:gd name="connsiteY16" fmla="*/ 23908 h 308229"/>
              <a:gd name="connsiteX17" fmla="*/ 146740 w 306950"/>
              <a:gd name="connsiteY17" fmla="*/ 237363 h 308229"/>
              <a:gd name="connsiteX18" fmla="*/ 153475 w 306950"/>
              <a:gd name="connsiteY18" fmla="*/ 244126 h 308229"/>
              <a:gd name="connsiteX19" fmla="*/ 160210 w 306950"/>
              <a:gd name="connsiteY19" fmla="*/ 237363 h 308229"/>
              <a:gd name="connsiteX20" fmla="*/ 160210 w 306950"/>
              <a:gd name="connsiteY20" fmla="*/ 23527 h 308229"/>
              <a:gd name="connsiteX21" fmla="*/ 242733 w 306950"/>
              <a:gd name="connsiteY21" fmla="*/ 106585 h 308229"/>
              <a:gd name="connsiteX22" fmla="*/ 247192 w 306950"/>
              <a:gd name="connsiteY22" fmla="*/ 107728 h 308229"/>
              <a:gd name="connsiteX23" fmla="*/ 251650 w 306950"/>
              <a:gd name="connsiteY23" fmla="*/ 106585 h 308229"/>
              <a:gd name="connsiteX24" fmla="*/ 251650 w 306950"/>
              <a:gd name="connsiteY24" fmla="*/ 96488 h 308229"/>
              <a:gd name="connsiteX25" fmla="*/ 159356 w 306950"/>
              <a:gd name="connsiteY25" fmla="*/ 3524 h 308229"/>
              <a:gd name="connsiteX26" fmla="*/ 153475 w 306950"/>
              <a:gd name="connsiteY26" fmla="*/ 0 h 308229"/>
              <a:gd name="connsiteX27" fmla="*/ 147404 w 306950"/>
              <a:gd name="connsiteY27" fmla="*/ 4000 h 308229"/>
              <a:gd name="connsiteX28" fmla="*/ 55585 w 306950"/>
              <a:gd name="connsiteY28" fmla="*/ 96393 h 308229"/>
              <a:gd name="connsiteX29" fmla="*/ 55585 w 306950"/>
              <a:gd name="connsiteY29" fmla="*/ 106490 h 308229"/>
              <a:gd name="connsiteX30" fmla="*/ 64501 w 306950"/>
              <a:gd name="connsiteY30" fmla="*/ 106490 h 308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6950" h="308229">
                <a:moveTo>
                  <a:pt x="306950" y="237839"/>
                </a:moveTo>
                <a:lnTo>
                  <a:pt x="306950" y="263557"/>
                </a:lnTo>
                <a:cubicBezTo>
                  <a:pt x="306950" y="288131"/>
                  <a:pt x="286936" y="308229"/>
                  <a:pt x="262463" y="308229"/>
                </a:cubicBezTo>
                <a:lnTo>
                  <a:pt x="45625" y="308229"/>
                </a:lnTo>
                <a:cubicBezTo>
                  <a:pt x="20014" y="308229"/>
                  <a:pt x="0" y="288131"/>
                  <a:pt x="0" y="263557"/>
                </a:cubicBezTo>
                <a:lnTo>
                  <a:pt x="0" y="237839"/>
                </a:lnTo>
                <a:cubicBezTo>
                  <a:pt x="0" y="234506"/>
                  <a:pt x="3320" y="231172"/>
                  <a:pt x="6640" y="231172"/>
                </a:cubicBezTo>
                <a:cubicBezTo>
                  <a:pt x="11098" y="231172"/>
                  <a:pt x="13280" y="234506"/>
                  <a:pt x="13280" y="237839"/>
                </a:cubicBezTo>
                <a:lnTo>
                  <a:pt x="13280" y="263557"/>
                </a:lnTo>
                <a:cubicBezTo>
                  <a:pt x="13280" y="281464"/>
                  <a:pt x="27698" y="294799"/>
                  <a:pt x="45530" y="294799"/>
                </a:cubicBezTo>
                <a:lnTo>
                  <a:pt x="262368" y="294799"/>
                </a:lnTo>
                <a:cubicBezTo>
                  <a:pt x="279063" y="294799"/>
                  <a:pt x="293481" y="281369"/>
                  <a:pt x="293481" y="263557"/>
                </a:cubicBezTo>
                <a:lnTo>
                  <a:pt x="293481" y="237839"/>
                </a:lnTo>
                <a:cubicBezTo>
                  <a:pt x="293481" y="234506"/>
                  <a:pt x="296801" y="231172"/>
                  <a:pt x="300121" y="231172"/>
                </a:cubicBezTo>
                <a:cubicBezTo>
                  <a:pt x="304579" y="231172"/>
                  <a:pt x="306760" y="234506"/>
                  <a:pt x="306760" y="237839"/>
                </a:cubicBezTo>
                <a:close/>
                <a:moveTo>
                  <a:pt x="64596" y="106585"/>
                </a:moveTo>
                <a:cubicBezTo>
                  <a:pt x="64596" y="106585"/>
                  <a:pt x="64881" y="106299"/>
                  <a:pt x="146740" y="23908"/>
                </a:cubicBezTo>
                <a:lnTo>
                  <a:pt x="146740" y="237363"/>
                </a:lnTo>
                <a:cubicBezTo>
                  <a:pt x="146740" y="240697"/>
                  <a:pt x="150155" y="244126"/>
                  <a:pt x="153475" y="244126"/>
                </a:cubicBezTo>
                <a:cubicBezTo>
                  <a:pt x="158028" y="244126"/>
                  <a:pt x="160210" y="240792"/>
                  <a:pt x="160210" y="237363"/>
                </a:cubicBezTo>
                <a:lnTo>
                  <a:pt x="160210" y="23527"/>
                </a:lnTo>
                <a:cubicBezTo>
                  <a:pt x="169221" y="32671"/>
                  <a:pt x="190848" y="54388"/>
                  <a:pt x="242733" y="106585"/>
                </a:cubicBezTo>
                <a:cubicBezTo>
                  <a:pt x="243872" y="107728"/>
                  <a:pt x="246053" y="107728"/>
                  <a:pt x="247192" y="107728"/>
                </a:cubicBezTo>
                <a:cubicBezTo>
                  <a:pt x="249373" y="107728"/>
                  <a:pt x="250511" y="107728"/>
                  <a:pt x="251650" y="106585"/>
                </a:cubicBezTo>
                <a:cubicBezTo>
                  <a:pt x="254970" y="103251"/>
                  <a:pt x="254970" y="99822"/>
                  <a:pt x="251650" y="96488"/>
                </a:cubicBezTo>
                <a:cubicBezTo>
                  <a:pt x="251650" y="96488"/>
                  <a:pt x="220888" y="65501"/>
                  <a:pt x="159356" y="3524"/>
                </a:cubicBezTo>
                <a:cubicBezTo>
                  <a:pt x="158313" y="1524"/>
                  <a:pt x="156416" y="0"/>
                  <a:pt x="153475" y="0"/>
                </a:cubicBezTo>
                <a:cubicBezTo>
                  <a:pt x="151009" y="0"/>
                  <a:pt x="148637" y="1810"/>
                  <a:pt x="147404" y="4000"/>
                </a:cubicBezTo>
                <a:cubicBezTo>
                  <a:pt x="142567" y="8858"/>
                  <a:pt x="124355" y="27242"/>
                  <a:pt x="55585" y="96393"/>
                </a:cubicBezTo>
                <a:cubicBezTo>
                  <a:pt x="53403" y="99727"/>
                  <a:pt x="53403" y="103156"/>
                  <a:pt x="55585" y="106490"/>
                </a:cubicBezTo>
                <a:cubicBezTo>
                  <a:pt x="57767" y="108775"/>
                  <a:pt x="62225" y="108775"/>
                  <a:pt x="64501" y="10649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3" name="Graphic 209">
            <a:extLst>
              <a:ext uri="{FF2B5EF4-FFF2-40B4-BE49-F238E27FC236}">
                <a16:creationId xmlns:a16="http://schemas.microsoft.com/office/drawing/2014/main" id="{D44063C3-F798-18F0-E081-9CB78C4ED274}"/>
              </a:ext>
            </a:extLst>
          </p:cNvPr>
          <p:cNvSpPr/>
          <p:nvPr/>
        </p:nvSpPr>
        <p:spPr>
          <a:xfrm>
            <a:off x="7149815" y="5548789"/>
            <a:ext cx="409773" cy="411480"/>
          </a:xfrm>
          <a:custGeom>
            <a:avLst/>
            <a:gdLst>
              <a:gd name="connsiteX0" fmla="*/ 306950 w 306950"/>
              <a:gd name="connsiteY0" fmla="*/ 237839 h 308229"/>
              <a:gd name="connsiteX1" fmla="*/ 306950 w 306950"/>
              <a:gd name="connsiteY1" fmla="*/ 263557 h 308229"/>
              <a:gd name="connsiteX2" fmla="*/ 262463 w 306950"/>
              <a:gd name="connsiteY2" fmla="*/ 308229 h 308229"/>
              <a:gd name="connsiteX3" fmla="*/ 45625 w 306950"/>
              <a:gd name="connsiteY3" fmla="*/ 308229 h 308229"/>
              <a:gd name="connsiteX4" fmla="*/ 0 w 306950"/>
              <a:gd name="connsiteY4" fmla="*/ 263557 h 308229"/>
              <a:gd name="connsiteX5" fmla="*/ 0 w 306950"/>
              <a:gd name="connsiteY5" fmla="*/ 237839 h 308229"/>
              <a:gd name="connsiteX6" fmla="*/ 6640 w 306950"/>
              <a:gd name="connsiteY6" fmla="*/ 231172 h 308229"/>
              <a:gd name="connsiteX7" fmla="*/ 13280 w 306950"/>
              <a:gd name="connsiteY7" fmla="*/ 237839 h 308229"/>
              <a:gd name="connsiteX8" fmla="*/ 13280 w 306950"/>
              <a:gd name="connsiteY8" fmla="*/ 263557 h 308229"/>
              <a:gd name="connsiteX9" fmla="*/ 45530 w 306950"/>
              <a:gd name="connsiteY9" fmla="*/ 294799 h 308229"/>
              <a:gd name="connsiteX10" fmla="*/ 262368 w 306950"/>
              <a:gd name="connsiteY10" fmla="*/ 294799 h 308229"/>
              <a:gd name="connsiteX11" fmla="*/ 293481 w 306950"/>
              <a:gd name="connsiteY11" fmla="*/ 263557 h 308229"/>
              <a:gd name="connsiteX12" fmla="*/ 293481 w 306950"/>
              <a:gd name="connsiteY12" fmla="*/ 237839 h 308229"/>
              <a:gd name="connsiteX13" fmla="*/ 300121 w 306950"/>
              <a:gd name="connsiteY13" fmla="*/ 231172 h 308229"/>
              <a:gd name="connsiteX14" fmla="*/ 306760 w 306950"/>
              <a:gd name="connsiteY14" fmla="*/ 237839 h 308229"/>
              <a:gd name="connsiteX15" fmla="*/ 64596 w 306950"/>
              <a:gd name="connsiteY15" fmla="*/ 106585 h 308229"/>
              <a:gd name="connsiteX16" fmla="*/ 146740 w 306950"/>
              <a:gd name="connsiteY16" fmla="*/ 23908 h 308229"/>
              <a:gd name="connsiteX17" fmla="*/ 146740 w 306950"/>
              <a:gd name="connsiteY17" fmla="*/ 237363 h 308229"/>
              <a:gd name="connsiteX18" fmla="*/ 153475 w 306950"/>
              <a:gd name="connsiteY18" fmla="*/ 244126 h 308229"/>
              <a:gd name="connsiteX19" fmla="*/ 160210 w 306950"/>
              <a:gd name="connsiteY19" fmla="*/ 237363 h 308229"/>
              <a:gd name="connsiteX20" fmla="*/ 160210 w 306950"/>
              <a:gd name="connsiteY20" fmla="*/ 23527 h 308229"/>
              <a:gd name="connsiteX21" fmla="*/ 242733 w 306950"/>
              <a:gd name="connsiteY21" fmla="*/ 106585 h 308229"/>
              <a:gd name="connsiteX22" fmla="*/ 247192 w 306950"/>
              <a:gd name="connsiteY22" fmla="*/ 107728 h 308229"/>
              <a:gd name="connsiteX23" fmla="*/ 251650 w 306950"/>
              <a:gd name="connsiteY23" fmla="*/ 106585 h 308229"/>
              <a:gd name="connsiteX24" fmla="*/ 251650 w 306950"/>
              <a:gd name="connsiteY24" fmla="*/ 96488 h 308229"/>
              <a:gd name="connsiteX25" fmla="*/ 159356 w 306950"/>
              <a:gd name="connsiteY25" fmla="*/ 3524 h 308229"/>
              <a:gd name="connsiteX26" fmla="*/ 153475 w 306950"/>
              <a:gd name="connsiteY26" fmla="*/ 0 h 308229"/>
              <a:gd name="connsiteX27" fmla="*/ 147404 w 306950"/>
              <a:gd name="connsiteY27" fmla="*/ 4000 h 308229"/>
              <a:gd name="connsiteX28" fmla="*/ 55585 w 306950"/>
              <a:gd name="connsiteY28" fmla="*/ 96393 h 308229"/>
              <a:gd name="connsiteX29" fmla="*/ 55585 w 306950"/>
              <a:gd name="connsiteY29" fmla="*/ 106490 h 308229"/>
              <a:gd name="connsiteX30" fmla="*/ 64501 w 306950"/>
              <a:gd name="connsiteY30" fmla="*/ 106490 h 308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6950" h="308229">
                <a:moveTo>
                  <a:pt x="306950" y="237839"/>
                </a:moveTo>
                <a:lnTo>
                  <a:pt x="306950" y="263557"/>
                </a:lnTo>
                <a:cubicBezTo>
                  <a:pt x="306950" y="288131"/>
                  <a:pt x="286936" y="308229"/>
                  <a:pt x="262463" y="308229"/>
                </a:cubicBezTo>
                <a:lnTo>
                  <a:pt x="45625" y="308229"/>
                </a:lnTo>
                <a:cubicBezTo>
                  <a:pt x="20014" y="308229"/>
                  <a:pt x="0" y="288131"/>
                  <a:pt x="0" y="263557"/>
                </a:cubicBezTo>
                <a:lnTo>
                  <a:pt x="0" y="237839"/>
                </a:lnTo>
                <a:cubicBezTo>
                  <a:pt x="0" y="234506"/>
                  <a:pt x="3320" y="231172"/>
                  <a:pt x="6640" y="231172"/>
                </a:cubicBezTo>
                <a:cubicBezTo>
                  <a:pt x="11098" y="231172"/>
                  <a:pt x="13280" y="234506"/>
                  <a:pt x="13280" y="237839"/>
                </a:cubicBezTo>
                <a:lnTo>
                  <a:pt x="13280" y="263557"/>
                </a:lnTo>
                <a:cubicBezTo>
                  <a:pt x="13280" y="281464"/>
                  <a:pt x="27698" y="294799"/>
                  <a:pt x="45530" y="294799"/>
                </a:cubicBezTo>
                <a:lnTo>
                  <a:pt x="262368" y="294799"/>
                </a:lnTo>
                <a:cubicBezTo>
                  <a:pt x="279063" y="294799"/>
                  <a:pt x="293481" y="281369"/>
                  <a:pt x="293481" y="263557"/>
                </a:cubicBezTo>
                <a:lnTo>
                  <a:pt x="293481" y="237839"/>
                </a:lnTo>
                <a:cubicBezTo>
                  <a:pt x="293481" y="234506"/>
                  <a:pt x="296801" y="231172"/>
                  <a:pt x="300121" y="231172"/>
                </a:cubicBezTo>
                <a:cubicBezTo>
                  <a:pt x="304579" y="231172"/>
                  <a:pt x="306760" y="234506"/>
                  <a:pt x="306760" y="237839"/>
                </a:cubicBezTo>
                <a:close/>
                <a:moveTo>
                  <a:pt x="64596" y="106585"/>
                </a:moveTo>
                <a:cubicBezTo>
                  <a:pt x="64596" y="106585"/>
                  <a:pt x="64881" y="106299"/>
                  <a:pt x="146740" y="23908"/>
                </a:cubicBezTo>
                <a:lnTo>
                  <a:pt x="146740" y="237363"/>
                </a:lnTo>
                <a:cubicBezTo>
                  <a:pt x="146740" y="240697"/>
                  <a:pt x="150155" y="244126"/>
                  <a:pt x="153475" y="244126"/>
                </a:cubicBezTo>
                <a:cubicBezTo>
                  <a:pt x="158028" y="244126"/>
                  <a:pt x="160210" y="240792"/>
                  <a:pt x="160210" y="237363"/>
                </a:cubicBezTo>
                <a:lnTo>
                  <a:pt x="160210" y="23527"/>
                </a:lnTo>
                <a:cubicBezTo>
                  <a:pt x="169221" y="32671"/>
                  <a:pt x="190848" y="54388"/>
                  <a:pt x="242733" y="106585"/>
                </a:cubicBezTo>
                <a:cubicBezTo>
                  <a:pt x="243872" y="107728"/>
                  <a:pt x="246053" y="107728"/>
                  <a:pt x="247192" y="107728"/>
                </a:cubicBezTo>
                <a:cubicBezTo>
                  <a:pt x="249373" y="107728"/>
                  <a:pt x="250511" y="107728"/>
                  <a:pt x="251650" y="106585"/>
                </a:cubicBezTo>
                <a:cubicBezTo>
                  <a:pt x="254970" y="103251"/>
                  <a:pt x="254970" y="99822"/>
                  <a:pt x="251650" y="96488"/>
                </a:cubicBezTo>
                <a:cubicBezTo>
                  <a:pt x="251650" y="96488"/>
                  <a:pt x="220888" y="65501"/>
                  <a:pt x="159356" y="3524"/>
                </a:cubicBezTo>
                <a:cubicBezTo>
                  <a:pt x="158313" y="1524"/>
                  <a:pt x="156416" y="0"/>
                  <a:pt x="153475" y="0"/>
                </a:cubicBezTo>
                <a:cubicBezTo>
                  <a:pt x="151009" y="0"/>
                  <a:pt x="148637" y="1810"/>
                  <a:pt x="147404" y="4000"/>
                </a:cubicBezTo>
                <a:cubicBezTo>
                  <a:pt x="142567" y="8858"/>
                  <a:pt x="124355" y="27242"/>
                  <a:pt x="55585" y="96393"/>
                </a:cubicBezTo>
                <a:cubicBezTo>
                  <a:pt x="53403" y="99727"/>
                  <a:pt x="53403" y="103156"/>
                  <a:pt x="55585" y="106490"/>
                </a:cubicBezTo>
                <a:cubicBezTo>
                  <a:pt x="57767" y="108775"/>
                  <a:pt x="62225" y="108775"/>
                  <a:pt x="64501" y="10649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4" name="Graphic 209">
            <a:extLst>
              <a:ext uri="{FF2B5EF4-FFF2-40B4-BE49-F238E27FC236}">
                <a16:creationId xmlns:a16="http://schemas.microsoft.com/office/drawing/2014/main" id="{2F3628C3-1C44-6EBD-30F6-571FA7638923}"/>
              </a:ext>
            </a:extLst>
          </p:cNvPr>
          <p:cNvSpPr/>
          <p:nvPr/>
        </p:nvSpPr>
        <p:spPr>
          <a:xfrm>
            <a:off x="7914990" y="5548789"/>
            <a:ext cx="409773" cy="411480"/>
          </a:xfrm>
          <a:custGeom>
            <a:avLst/>
            <a:gdLst>
              <a:gd name="connsiteX0" fmla="*/ 306950 w 306950"/>
              <a:gd name="connsiteY0" fmla="*/ 237839 h 308229"/>
              <a:gd name="connsiteX1" fmla="*/ 306950 w 306950"/>
              <a:gd name="connsiteY1" fmla="*/ 263557 h 308229"/>
              <a:gd name="connsiteX2" fmla="*/ 262463 w 306950"/>
              <a:gd name="connsiteY2" fmla="*/ 308229 h 308229"/>
              <a:gd name="connsiteX3" fmla="*/ 45625 w 306950"/>
              <a:gd name="connsiteY3" fmla="*/ 308229 h 308229"/>
              <a:gd name="connsiteX4" fmla="*/ 0 w 306950"/>
              <a:gd name="connsiteY4" fmla="*/ 263557 h 308229"/>
              <a:gd name="connsiteX5" fmla="*/ 0 w 306950"/>
              <a:gd name="connsiteY5" fmla="*/ 237839 h 308229"/>
              <a:gd name="connsiteX6" fmla="*/ 6640 w 306950"/>
              <a:gd name="connsiteY6" fmla="*/ 231172 h 308229"/>
              <a:gd name="connsiteX7" fmla="*/ 13280 w 306950"/>
              <a:gd name="connsiteY7" fmla="*/ 237839 h 308229"/>
              <a:gd name="connsiteX8" fmla="*/ 13280 w 306950"/>
              <a:gd name="connsiteY8" fmla="*/ 263557 h 308229"/>
              <a:gd name="connsiteX9" fmla="*/ 45530 w 306950"/>
              <a:gd name="connsiteY9" fmla="*/ 294799 h 308229"/>
              <a:gd name="connsiteX10" fmla="*/ 262368 w 306950"/>
              <a:gd name="connsiteY10" fmla="*/ 294799 h 308229"/>
              <a:gd name="connsiteX11" fmla="*/ 293481 w 306950"/>
              <a:gd name="connsiteY11" fmla="*/ 263557 h 308229"/>
              <a:gd name="connsiteX12" fmla="*/ 293481 w 306950"/>
              <a:gd name="connsiteY12" fmla="*/ 237839 h 308229"/>
              <a:gd name="connsiteX13" fmla="*/ 300121 w 306950"/>
              <a:gd name="connsiteY13" fmla="*/ 231172 h 308229"/>
              <a:gd name="connsiteX14" fmla="*/ 306760 w 306950"/>
              <a:gd name="connsiteY14" fmla="*/ 237839 h 308229"/>
              <a:gd name="connsiteX15" fmla="*/ 64596 w 306950"/>
              <a:gd name="connsiteY15" fmla="*/ 106585 h 308229"/>
              <a:gd name="connsiteX16" fmla="*/ 146740 w 306950"/>
              <a:gd name="connsiteY16" fmla="*/ 23908 h 308229"/>
              <a:gd name="connsiteX17" fmla="*/ 146740 w 306950"/>
              <a:gd name="connsiteY17" fmla="*/ 237363 h 308229"/>
              <a:gd name="connsiteX18" fmla="*/ 153475 w 306950"/>
              <a:gd name="connsiteY18" fmla="*/ 244126 h 308229"/>
              <a:gd name="connsiteX19" fmla="*/ 160210 w 306950"/>
              <a:gd name="connsiteY19" fmla="*/ 237363 h 308229"/>
              <a:gd name="connsiteX20" fmla="*/ 160210 w 306950"/>
              <a:gd name="connsiteY20" fmla="*/ 23527 h 308229"/>
              <a:gd name="connsiteX21" fmla="*/ 242733 w 306950"/>
              <a:gd name="connsiteY21" fmla="*/ 106585 h 308229"/>
              <a:gd name="connsiteX22" fmla="*/ 247192 w 306950"/>
              <a:gd name="connsiteY22" fmla="*/ 107728 h 308229"/>
              <a:gd name="connsiteX23" fmla="*/ 251650 w 306950"/>
              <a:gd name="connsiteY23" fmla="*/ 106585 h 308229"/>
              <a:gd name="connsiteX24" fmla="*/ 251650 w 306950"/>
              <a:gd name="connsiteY24" fmla="*/ 96488 h 308229"/>
              <a:gd name="connsiteX25" fmla="*/ 159356 w 306950"/>
              <a:gd name="connsiteY25" fmla="*/ 3524 h 308229"/>
              <a:gd name="connsiteX26" fmla="*/ 153475 w 306950"/>
              <a:gd name="connsiteY26" fmla="*/ 0 h 308229"/>
              <a:gd name="connsiteX27" fmla="*/ 147404 w 306950"/>
              <a:gd name="connsiteY27" fmla="*/ 4000 h 308229"/>
              <a:gd name="connsiteX28" fmla="*/ 55585 w 306950"/>
              <a:gd name="connsiteY28" fmla="*/ 96393 h 308229"/>
              <a:gd name="connsiteX29" fmla="*/ 55585 w 306950"/>
              <a:gd name="connsiteY29" fmla="*/ 106490 h 308229"/>
              <a:gd name="connsiteX30" fmla="*/ 64501 w 306950"/>
              <a:gd name="connsiteY30" fmla="*/ 106490 h 308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6950" h="308229">
                <a:moveTo>
                  <a:pt x="306950" y="237839"/>
                </a:moveTo>
                <a:lnTo>
                  <a:pt x="306950" y="263557"/>
                </a:lnTo>
                <a:cubicBezTo>
                  <a:pt x="306950" y="288131"/>
                  <a:pt x="286936" y="308229"/>
                  <a:pt x="262463" y="308229"/>
                </a:cubicBezTo>
                <a:lnTo>
                  <a:pt x="45625" y="308229"/>
                </a:lnTo>
                <a:cubicBezTo>
                  <a:pt x="20014" y="308229"/>
                  <a:pt x="0" y="288131"/>
                  <a:pt x="0" y="263557"/>
                </a:cubicBezTo>
                <a:lnTo>
                  <a:pt x="0" y="237839"/>
                </a:lnTo>
                <a:cubicBezTo>
                  <a:pt x="0" y="234506"/>
                  <a:pt x="3320" y="231172"/>
                  <a:pt x="6640" y="231172"/>
                </a:cubicBezTo>
                <a:cubicBezTo>
                  <a:pt x="11098" y="231172"/>
                  <a:pt x="13280" y="234506"/>
                  <a:pt x="13280" y="237839"/>
                </a:cubicBezTo>
                <a:lnTo>
                  <a:pt x="13280" y="263557"/>
                </a:lnTo>
                <a:cubicBezTo>
                  <a:pt x="13280" y="281464"/>
                  <a:pt x="27698" y="294799"/>
                  <a:pt x="45530" y="294799"/>
                </a:cubicBezTo>
                <a:lnTo>
                  <a:pt x="262368" y="294799"/>
                </a:lnTo>
                <a:cubicBezTo>
                  <a:pt x="279063" y="294799"/>
                  <a:pt x="293481" y="281369"/>
                  <a:pt x="293481" y="263557"/>
                </a:cubicBezTo>
                <a:lnTo>
                  <a:pt x="293481" y="237839"/>
                </a:lnTo>
                <a:cubicBezTo>
                  <a:pt x="293481" y="234506"/>
                  <a:pt x="296801" y="231172"/>
                  <a:pt x="300121" y="231172"/>
                </a:cubicBezTo>
                <a:cubicBezTo>
                  <a:pt x="304579" y="231172"/>
                  <a:pt x="306760" y="234506"/>
                  <a:pt x="306760" y="237839"/>
                </a:cubicBezTo>
                <a:close/>
                <a:moveTo>
                  <a:pt x="64596" y="106585"/>
                </a:moveTo>
                <a:cubicBezTo>
                  <a:pt x="64596" y="106585"/>
                  <a:pt x="64881" y="106299"/>
                  <a:pt x="146740" y="23908"/>
                </a:cubicBezTo>
                <a:lnTo>
                  <a:pt x="146740" y="237363"/>
                </a:lnTo>
                <a:cubicBezTo>
                  <a:pt x="146740" y="240697"/>
                  <a:pt x="150155" y="244126"/>
                  <a:pt x="153475" y="244126"/>
                </a:cubicBezTo>
                <a:cubicBezTo>
                  <a:pt x="158028" y="244126"/>
                  <a:pt x="160210" y="240792"/>
                  <a:pt x="160210" y="237363"/>
                </a:cubicBezTo>
                <a:lnTo>
                  <a:pt x="160210" y="23527"/>
                </a:lnTo>
                <a:cubicBezTo>
                  <a:pt x="169221" y="32671"/>
                  <a:pt x="190848" y="54388"/>
                  <a:pt x="242733" y="106585"/>
                </a:cubicBezTo>
                <a:cubicBezTo>
                  <a:pt x="243872" y="107728"/>
                  <a:pt x="246053" y="107728"/>
                  <a:pt x="247192" y="107728"/>
                </a:cubicBezTo>
                <a:cubicBezTo>
                  <a:pt x="249373" y="107728"/>
                  <a:pt x="250511" y="107728"/>
                  <a:pt x="251650" y="106585"/>
                </a:cubicBezTo>
                <a:cubicBezTo>
                  <a:pt x="254970" y="103251"/>
                  <a:pt x="254970" y="99822"/>
                  <a:pt x="251650" y="96488"/>
                </a:cubicBezTo>
                <a:cubicBezTo>
                  <a:pt x="251650" y="96488"/>
                  <a:pt x="220888" y="65501"/>
                  <a:pt x="159356" y="3524"/>
                </a:cubicBezTo>
                <a:cubicBezTo>
                  <a:pt x="158313" y="1524"/>
                  <a:pt x="156416" y="0"/>
                  <a:pt x="153475" y="0"/>
                </a:cubicBezTo>
                <a:cubicBezTo>
                  <a:pt x="151009" y="0"/>
                  <a:pt x="148637" y="1810"/>
                  <a:pt x="147404" y="4000"/>
                </a:cubicBezTo>
                <a:cubicBezTo>
                  <a:pt x="142567" y="8858"/>
                  <a:pt x="124355" y="27242"/>
                  <a:pt x="55585" y="96393"/>
                </a:cubicBezTo>
                <a:cubicBezTo>
                  <a:pt x="53403" y="99727"/>
                  <a:pt x="53403" y="103156"/>
                  <a:pt x="55585" y="106490"/>
                </a:cubicBezTo>
                <a:cubicBezTo>
                  <a:pt x="57767" y="108775"/>
                  <a:pt x="62225" y="108775"/>
                  <a:pt x="64501" y="10649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</p:spPr>
        <p:txBody>
          <a:bodyPr vert="horz" wrap="square" lIns="0" tIns="12700" rIns="0" bIns="0" rtlCol="0">
            <a:spAutoFit/>
          </a:bodyPr>
          <a:lstStyle/>
          <a:p>
            <a:r>
              <a:rPr lang="en-US" dirty="0"/>
              <a:t>Experience</a:t>
            </a:r>
          </a:p>
        </p:txBody>
      </p:sp>
      <p:sp>
        <p:nvSpPr>
          <p:cNvPr id="93" name="Text Placeholder 92">
            <a:extLst>
              <a:ext uri="{FF2B5EF4-FFF2-40B4-BE49-F238E27FC236}">
                <a16:creationId xmlns:a16="http://schemas.microsoft.com/office/drawing/2014/main" id="{46557FEB-E316-55EE-A17F-77E3BBDD84F3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experience; loyalty; love; delight; inspire</a:t>
            </a:r>
          </a:p>
        </p:txBody>
      </p:sp>
      <p:sp>
        <p:nvSpPr>
          <p:cNvPr id="94" name="Text Placeholder 93">
            <a:extLst>
              <a:ext uri="{FF2B5EF4-FFF2-40B4-BE49-F238E27FC236}">
                <a16:creationId xmlns:a16="http://schemas.microsoft.com/office/drawing/2014/main" id="{78C39669-6DB5-0E66-06C8-6F888153A1CA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heart; give; donation; solidarity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AE611F08-01C4-256A-EFC5-1B8927946631}"/>
              </a:ext>
            </a:extLst>
          </p:cNvPr>
          <p:cNvGrpSpPr/>
          <p:nvPr/>
        </p:nvGrpSpPr>
        <p:grpSpPr>
          <a:xfrm>
            <a:off x="2944431" y="1423604"/>
            <a:ext cx="482600" cy="484368"/>
            <a:chOff x="4406419" y="772124"/>
            <a:chExt cx="360353" cy="361673"/>
          </a:xfrm>
        </p:grpSpPr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5DB163B8-45F1-7245-E7C8-E04371207131}"/>
                </a:ext>
              </a:extLst>
            </p:cNvPr>
            <p:cNvSpPr/>
            <p:nvPr/>
          </p:nvSpPr>
          <p:spPr>
            <a:xfrm>
              <a:off x="4485476" y="772124"/>
              <a:ext cx="202334" cy="187461"/>
            </a:xfrm>
            <a:custGeom>
              <a:avLst/>
              <a:gdLst>
                <a:gd name="connsiteX0" fmla="*/ 201998 w 202334"/>
                <a:gd name="connsiteY0" fmla="*/ 62494 h 187461"/>
                <a:gd name="connsiteX1" fmla="*/ 155803 w 202334"/>
                <a:gd name="connsiteY1" fmla="*/ 486 h 187461"/>
                <a:gd name="connsiteX2" fmla="*/ 101167 w 202334"/>
                <a:gd name="connsiteY2" fmla="*/ 28489 h 187461"/>
                <a:gd name="connsiteX3" fmla="*/ 46531 w 202334"/>
                <a:gd name="connsiteY3" fmla="*/ 486 h 187461"/>
                <a:gd name="connsiteX4" fmla="*/ 336 w 202334"/>
                <a:gd name="connsiteY4" fmla="*/ 62494 h 187461"/>
                <a:gd name="connsiteX5" fmla="*/ 97658 w 202334"/>
                <a:gd name="connsiteY5" fmla="*/ 186414 h 187461"/>
                <a:gd name="connsiteX6" fmla="*/ 101167 w 202334"/>
                <a:gd name="connsiteY6" fmla="*/ 187462 h 187461"/>
                <a:gd name="connsiteX7" fmla="*/ 104677 w 202334"/>
                <a:gd name="connsiteY7" fmla="*/ 186414 h 187461"/>
                <a:gd name="connsiteX8" fmla="*/ 201998 w 202334"/>
                <a:gd name="connsiteY8" fmla="*/ 62494 h 187461"/>
                <a:gd name="connsiteX9" fmla="*/ 101262 w 202334"/>
                <a:gd name="connsiteY9" fmla="*/ 173269 h 187461"/>
                <a:gd name="connsiteX10" fmla="*/ 13142 w 202334"/>
                <a:gd name="connsiteY10" fmla="*/ 61065 h 187461"/>
                <a:gd name="connsiteX11" fmla="*/ 48238 w 202334"/>
                <a:gd name="connsiteY11" fmla="*/ 13154 h 187461"/>
                <a:gd name="connsiteX12" fmla="*/ 53645 w 202334"/>
                <a:gd name="connsiteY12" fmla="*/ 12773 h 187461"/>
                <a:gd name="connsiteX13" fmla="*/ 92915 w 202334"/>
                <a:gd name="connsiteY13" fmla="*/ 41539 h 187461"/>
                <a:gd name="connsiteX14" fmla="*/ 101167 w 202334"/>
                <a:gd name="connsiteY14" fmla="*/ 47539 h 187461"/>
                <a:gd name="connsiteX15" fmla="*/ 109419 w 202334"/>
                <a:gd name="connsiteY15" fmla="*/ 41443 h 187461"/>
                <a:gd name="connsiteX16" fmla="*/ 154096 w 202334"/>
                <a:gd name="connsiteY16" fmla="*/ 12964 h 187461"/>
                <a:gd name="connsiteX17" fmla="*/ 189192 w 202334"/>
                <a:gd name="connsiteY17" fmla="*/ 60874 h 187461"/>
                <a:gd name="connsiteX18" fmla="*/ 101072 w 202334"/>
                <a:gd name="connsiteY18" fmla="*/ 17307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2334" h="187461">
                  <a:moveTo>
                    <a:pt x="201998" y="62494"/>
                  </a:moveTo>
                  <a:cubicBezTo>
                    <a:pt x="205223" y="31537"/>
                    <a:pt x="184924" y="4296"/>
                    <a:pt x="155803" y="486"/>
                  </a:cubicBezTo>
                  <a:cubicBezTo>
                    <a:pt x="133228" y="-2467"/>
                    <a:pt x="111601" y="8963"/>
                    <a:pt x="101167" y="28489"/>
                  </a:cubicBezTo>
                  <a:cubicBezTo>
                    <a:pt x="90733" y="8963"/>
                    <a:pt x="69106" y="-2562"/>
                    <a:pt x="46531" y="486"/>
                  </a:cubicBezTo>
                  <a:cubicBezTo>
                    <a:pt x="17410" y="4296"/>
                    <a:pt x="-2889" y="31537"/>
                    <a:pt x="336" y="62494"/>
                  </a:cubicBezTo>
                  <a:cubicBezTo>
                    <a:pt x="6692" y="123073"/>
                    <a:pt x="76410" y="172603"/>
                    <a:pt x="97658" y="186414"/>
                  </a:cubicBezTo>
                  <a:cubicBezTo>
                    <a:pt x="98701" y="187081"/>
                    <a:pt x="99934" y="187462"/>
                    <a:pt x="101167" y="187462"/>
                  </a:cubicBezTo>
                  <a:cubicBezTo>
                    <a:pt x="102400" y="187462"/>
                    <a:pt x="103538" y="187081"/>
                    <a:pt x="104677" y="186414"/>
                  </a:cubicBezTo>
                  <a:cubicBezTo>
                    <a:pt x="125924" y="172603"/>
                    <a:pt x="195643" y="123073"/>
                    <a:pt x="201998" y="62494"/>
                  </a:cubicBezTo>
                  <a:close/>
                  <a:moveTo>
                    <a:pt x="101262" y="173269"/>
                  </a:moveTo>
                  <a:cubicBezTo>
                    <a:pt x="60949" y="146314"/>
                    <a:pt x="17600" y="103451"/>
                    <a:pt x="13142" y="61065"/>
                  </a:cubicBezTo>
                  <a:cubicBezTo>
                    <a:pt x="10581" y="37157"/>
                    <a:pt x="26042" y="16107"/>
                    <a:pt x="48238" y="13154"/>
                  </a:cubicBezTo>
                  <a:cubicBezTo>
                    <a:pt x="50040" y="12964"/>
                    <a:pt x="51843" y="12773"/>
                    <a:pt x="53645" y="12773"/>
                  </a:cubicBezTo>
                  <a:cubicBezTo>
                    <a:pt x="71478" y="12773"/>
                    <a:pt x="87413" y="24203"/>
                    <a:pt x="92915" y="41539"/>
                  </a:cubicBezTo>
                  <a:cubicBezTo>
                    <a:pt x="94053" y="45158"/>
                    <a:pt x="97373" y="47539"/>
                    <a:pt x="101167" y="47539"/>
                  </a:cubicBezTo>
                  <a:cubicBezTo>
                    <a:pt x="104961" y="47539"/>
                    <a:pt x="108281" y="45158"/>
                    <a:pt x="109419" y="41443"/>
                  </a:cubicBezTo>
                  <a:cubicBezTo>
                    <a:pt x="115395" y="22393"/>
                    <a:pt x="134177" y="10487"/>
                    <a:pt x="154096" y="12964"/>
                  </a:cubicBezTo>
                  <a:cubicBezTo>
                    <a:pt x="176292" y="15821"/>
                    <a:pt x="191753" y="36871"/>
                    <a:pt x="189192" y="60874"/>
                  </a:cubicBezTo>
                  <a:cubicBezTo>
                    <a:pt x="184734" y="103261"/>
                    <a:pt x="141386" y="146123"/>
                    <a:pt x="101072" y="173079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C2B4CED3-E643-9434-6BA7-6D511C035A32}"/>
                </a:ext>
              </a:extLst>
            </p:cNvPr>
            <p:cNvSpPr/>
            <p:nvPr/>
          </p:nvSpPr>
          <p:spPr>
            <a:xfrm>
              <a:off x="4406419" y="867193"/>
              <a:ext cx="153000" cy="266318"/>
            </a:xfrm>
            <a:custGeom>
              <a:avLst/>
              <a:gdLst>
                <a:gd name="connsiteX0" fmla="*/ 141998 w 153000"/>
                <a:gd name="connsiteY0" fmla="*/ 206121 h 266318"/>
                <a:gd name="connsiteX1" fmla="*/ 136496 w 153000"/>
                <a:gd name="connsiteY1" fmla="*/ 206121 h 266318"/>
                <a:gd name="connsiteX2" fmla="*/ 136496 w 153000"/>
                <a:gd name="connsiteY2" fmla="*/ 145828 h 266318"/>
                <a:gd name="connsiteX3" fmla="*/ 136117 w 153000"/>
                <a:gd name="connsiteY3" fmla="*/ 143637 h 266318"/>
                <a:gd name="connsiteX4" fmla="*/ 114395 w 153000"/>
                <a:gd name="connsiteY4" fmla="*/ 83439 h 266318"/>
                <a:gd name="connsiteX5" fmla="*/ 114110 w 153000"/>
                <a:gd name="connsiteY5" fmla="*/ 82772 h 266318"/>
                <a:gd name="connsiteX6" fmla="*/ 94760 w 153000"/>
                <a:gd name="connsiteY6" fmla="*/ 69056 h 266318"/>
                <a:gd name="connsiteX7" fmla="*/ 79678 w 153000"/>
                <a:gd name="connsiteY7" fmla="*/ 75533 h 266318"/>
                <a:gd name="connsiteX8" fmla="*/ 74177 w 153000"/>
                <a:gd name="connsiteY8" fmla="*/ 90011 h 266318"/>
                <a:gd name="connsiteX9" fmla="*/ 80532 w 153000"/>
                <a:gd name="connsiteY9" fmla="*/ 125921 h 266318"/>
                <a:gd name="connsiteX10" fmla="*/ 50083 w 153000"/>
                <a:gd name="connsiteY10" fmla="*/ 95155 h 266318"/>
                <a:gd name="connsiteX11" fmla="*/ 6355 w 153000"/>
                <a:gd name="connsiteY11" fmla="*/ 0 h 266318"/>
                <a:gd name="connsiteX12" fmla="*/ 0 w 153000"/>
                <a:gd name="connsiteY12" fmla="*/ 6382 h 266318"/>
                <a:gd name="connsiteX13" fmla="*/ 0 w 153000"/>
                <a:gd name="connsiteY13" fmla="*/ 128492 h 266318"/>
                <a:gd name="connsiteX14" fmla="*/ 1897 w 153000"/>
                <a:gd name="connsiteY14" fmla="*/ 133064 h 266318"/>
                <a:gd name="connsiteX15" fmla="*/ 62035 w 153000"/>
                <a:gd name="connsiteY15" fmla="*/ 191643 h 266318"/>
                <a:gd name="connsiteX16" fmla="*/ 62035 w 153000"/>
                <a:gd name="connsiteY16" fmla="*/ 205931 h 266318"/>
                <a:gd name="connsiteX17" fmla="*/ 56534 w 153000"/>
                <a:gd name="connsiteY17" fmla="*/ 205931 h 266318"/>
                <a:gd name="connsiteX18" fmla="*/ 45435 w 153000"/>
                <a:gd name="connsiteY18" fmla="*/ 217075 h 266318"/>
                <a:gd name="connsiteX19" fmla="*/ 45435 w 153000"/>
                <a:gd name="connsiteY19" fmla="*/ 255175 h 266318"/>
                <a:gd name="connsiteX20" fmla="*/ 56534 w 153000"/>
                <a:gd name="connsiteY20" fmla="*/ 266319 h 266318"/>
                <a:gd name="connsiteX21" fmla="*/ 141903 w 153000"/>
                <a:gd name="connsiteY21" fmla="*/ 266319 h 266318"/>
                <a:gd name="connsiteX22" fmla="*/ 153001 w 153000"/>
                <a:gd name="connsiteY22" fmla="*/ 255175 h 266318"/>
                <a:gd name="connsiteX23" fmla="*/ 153001 w 153000"/>
                <a:gd name="connsiteY23" fmla="*/ 217075 h 266318"/>
                <a:gd name="connsiteX24" fmla="*/ 141903 w 153000"/>
                <a:gd name="connsiteY24" fmla="*/ 205931 h 266318"/>
                <a:gd name="connsiteX25" fmla="*/ 72564 w 153000"/>
                <a:gd name="connsiteY25" fmla="*/ 184118 h 266318"/>
                <a:gd name="connsiteX26" fmla="*/ 12900 w 153000"/>
                <a:gd name="connsiteY26" fmla="*/ 126016 h 266318"/>
                <a:gd name="connsiteX27" fmla="*/ 12900 w 153000"/>
                <a:gd name="connsiteY27" fmla="*/ 14097 h 266318"/>
                <a:gd name="connsiteX28" fmla="*/ 37373 w 153000"/>
                <a:gd name="connsiteY28" fmla="*/ 98012 h 266318"/>
                <a:gd name="connsiteX29" fmla="*/ 39270 w 153000"/>
                <a:gd name="connsiteY29" fmla="*/ 102584 h 266318"/>
                <a:gd name="connsiteX30" fmla="*/ 86792 w 153000"/>
                <a:gd name="connsiteY30" fmla="*/ 150590 h 266318"/>
                <a:gd name="connsiteX31" fmla="*/ 94381 w 153000"/>
                <a:gd name="connsiteY31" fmla="*/ 151733 h 266318"/>
                <a:gd name="connsiteX32" fmla="*/ 97606 w 153000"/>
                <a:gd name="connsiteY32" fmla="*/ 144685 h 266318"/>
                <a:gd name="connsiteX33" fmla="*/ 87077 w 153000"/>
                <a:gd name="connsiteY33" fmla="*/ 89630 h 266318"/>
                <a:gd name="connsiteX34" fmla="*/ 88974 w 153000"/>
                <a:gd name="connsiteY34" fmla="*/ 84582 h 266318"/>
                <a:gd name="connsiteX35" fmla="*/ 102254 w 153000"/>
                <a:gd name="connsiteY35" fmla="*/ 87630 h 266318"/>
                <a:gd name="connsiteX36" fmla="*/ 102728 w 153000"/>
                <a:gd name="connsiteY36" fmla="*/ 88868 h 266318"/>
                <a:gd name="connsiteX37" fmla="*/ 123691 w 153000"/>
                <a:gd name="connsiteY37" fmla="*/ 147161 h 266318"/>
                <a:gd name="connsiteX38" fmla="*/ 123691 w 153000"/>
                <a:gd name="connsiteY38" fmla="*/ 206312 h 266318"/>
                <a:gd name="connsiteX39" fmla="*/ 74840 w 153000"/>
                <a:gd name="connsiteY39" fmla="*/ 206312 h 266318"/>
                <a:gd name="connsiteX40" fmla="*/ 74840 w 153000"/>
                <a:gd name="connsiteY40" fmla="*/ 189262 h 266318"/>
                <a:gd name="connsiteX41" fmla="*/ 72469 w 153000"/>
                <a:gd name="connsiteY41" fmla="*/ 184309 h 266318"/>
                <a:gd name="connsiteX42" fmla="*/ 140385 w 153000"/>
                <a:gd name="connsiteY42" fmla="*/ 253746 h 266318"/>
                <a:gd name="connsiteX43" fmla="*/ 58336 w 153000"/>
                <a:gd name="connsiteY43" fmla="*/ 253746 h 266318"/>
                <a:gd name="connsiteX44" fmla="*/ 58336 w 153000"/>
                <a:gd name="connsiteY44" fmla="*/ 218980 h 266318"/>
                <a:gd name="connsiteX45" fmla="*/ 140385 w 153000"/>
                <a:gd name="connsiteY45" fmla="*/ 218980 h 266318"/>
                <a:gd name="connsiteX46" fmla="*/ 140385 w 153000"/>
                <a:gd name="connsiteY46" fmla="*/ 253746 h 26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318">
                  <a:moveTo>
                    <a:pt x="141998" y="206121"/>
                  </a:moveTo>
                  <a:lnTo>
                    <a:pt x="136496" y="206121"/>
                  </a:lnTo>
                  <a:lnTo>
                    <a:pt x="136496" y="145828"/>
                  </a:lnTo>
                  <a:cubicBezTo>
                    <a:pt x="136496" y="145066"/>
                    <a:pt x="136401" y="144304"/>
                    <a:pt x="136117" y="143637"/>
                  </a:cubicBezTo>
                  <a:lnTo>
                    <a:pt x="114395" y="83439"/>
                  </a:lnTo>
                  <a:cubicBezTo>
                    <a:pt x="114395" y="83439"/>
                    <a:pt x="114205" y="82963"/>
                    <a:pt x="114110" y="82772"/>
                  </a:cubicBezTo>
                  <a:cubicBezTo>
                    <a:pt x="111170" y="74486"/>
                    <a:pt x="103581" y="69056"/>
                    <a:pt x="94760" y="69056"/>
                  </a:cubicBezTo>
                  <a:cubicBezTo>
                    <a:pt x="89069" y="69056"/>
                    <a:pt x="83567" y="71438"/>
                    <a:pt x="79678" y="75533"/>
                  </a:cubicBezTo>
                  <a:cubicBezTo>
                    <a:pt x="75884" y="79534"/>
                    <a:pt x="73987" y="84677"/>
                    <a:pt x="74177" y="90011"/>
                  </a:cubicBezTo>
                  <a:cubicBezTo>
                    <a:pt x="74366" y="94869"/>
                    <a:pt x="77686" y="111728"/>
                    <a:pt x="80532" y="125921"/>
                  </a:cubicBezTo>
                  <a:lnTo>
                    <a:pt x="50083" y="95155"/>
                  </a:lnTo>
                  <a:cubicBezTo>
                    <a:pt x="50083" y="68675"/>
                    <a:pt x="48566" y="0"/>
                    <a:pt x="6355" y="0"/>
                  </a:cubicBezTo>
                  <a:cubicBezTo>
                    <a:pt x="2846" y="0"/>
                    <a:pt x="0" y="2858"/>
                    <a:pt x="0" y="6382"/>
                  </a:cubicBezTo>
                  <a:lnTo>
                    <a:pt x="0" y="128492"/>
                  </a:lnTo>
                  <a:cubicBezTo>
                    <a:pt x="0" y="130207"/>
                    <a:pt x="664" y="131921"/>
                    <a:pt x="1897" y="133064"/>
                  </a:cubicBezTo>
                  <a:lnTo>
                    <a:pt x="62035" y="191643"/>
                  </a:lnTo>
                  <a:lnTo>
                    <a:pt x="62035" y="205931"/>
                  </a:lnTo>
                  <a:lnTo>
                    <a:pt x="56534" y="205931"/>
                  </a:lnTo>
                  <a:cubicBezTo>
                    <a:pt x="50368" y="205931"/>
                    <a:pt x="45435" y="210979"/>
                    <a:pt x="45435" y="217075"/>
                  </a:cubicBezTo>
                  <a:lnTo>
                    <a:pt x="45435" y="255175"/>
                  </a:lnTo>
                  <a:cubicBezTo>
                    <a:pt x="45435" y="261366"/>
                    <a:pt x="50463" y="266319"/>
                    <a:pt x="56534" y="266319"/>
                  </a:cubicBezTo>
                  <a:lnTo>
                    <a:pt x="141903" y="266319"/>
                  </a:lnTo>
                  <a:cubicBezTo>
                    <a:pt x="148068" y="266319"/>
                    <a:pt x="153001" y="261271"/>
                    <a:pt x="153001" y="255175"/>
                  </a:cubicBezTo>
                  <a:lnTo>
                    <a:pt x="153001" y="217075"/>
                  </a:lnTo>
                  <a:cubicBezTo>
                    <a:pt x="153001" y="210884"/>
                    <a:pt x="147974" y="205931"/>
                    <a:pt x="141903" y="205931"/>
                  </a:cubicBezTo>
                  <a:close/>
                  <a:moveTo>
                    <a:pt x="72564" y="184118"/>
                  </a:moveTo>
                  <a:lnTo>
                    <a:pt x="12900" y="126016"/>
                  </a:lnTo>
                  <a:lnTo>
                    <a:pt x="12900" y="14097"/>
                  </a:lnTo>
                  <a:cubicBezTo>
                    <a:pt x="29215" y="19717"/>
                    <a:pt x="37373" y="47816"/>
                    <a:pt x="37373" y="98012"/>
                  </a:cubicBezTo>
                  <a:cubicBezTo>
                    <a:pt x="37373" y="99727"/>
                    <a:pt x="38037" y="101346"/>
                    <a:pt x="39270" y="102584"/>
                  </a:cubicBezTo>
                  <a:lnTo>
                    <a:pt x="86792" y="150590"/>
                  </a:lnTo>
                  <a:cubicBezTo>
                    <a:pt x="88784" y="152591"/>
                    <a:pt x="91914" y="153067"/>
                    <a:pt x="94381" y="151733"/>
                  </a:cubicBezTo>
                  <a:cubicBezTo>
                    <a:pt x="96847" y="150400"/>
                    <a:pt x="98175" y="147542"/>
                    <a:pt x="97606" y="144685"/>
                  </a:cubicBezTo>
                  <a:cubicBezTo>
                    <a:pt x="93717" y="126302"/>
                    <a:pt x="87361" y="95155"/>
                    <a:pt x="87077" y="89630"/>
                  </a:cubicBezTo>
                  <a:cubicBezTo>
                    <a:pt x="87077" y="87821"/>
                    <a:pt x="87646" y="86011"/>
                    <a:pt x="88974" y="84582"/>
                  </a:cubicBezTo>
                  <a:cubicBezTo>
                    <a:pt x="92863" y="80486"/>
                    <a:pt x="100641" y="82201"/>
                    <a:pt x="102254" y="87630"/>
                  </a:cubicBezTo>
                  <a:cubicBezTo>
                    <a:pt x="102348" y="88106"/>
                    <a:pt x="102538" y="88487"/>
                    <a:pt x="102728" y="88868"/>
                  </a:cubicBezTo>
                  <a:lnTo>
                    <a:pt x="123691" y="147161"/>
                  </a:lnTo>
                  <a:lnTo>
                    <a:pt x="123691" y="206312"/>
                  </a:lnTo>
                  <a:lnTo>
                    <a:pt x="74840" y="206312"/>
                  </a:lnTo>
                  <a:lnTo>
                    <a:pt x="74840" y="189262"/>
                  </a:lnTo>
                  <a:cubicBezTo>
                    <a:pt x="74840" y="187262"/>
                    <a:pt x="73892" y="185452"/>
                    <a:pt x="72469" y="184309"/>
                  </a:cubicBezTo>
                  <a:close/>
                  <a:moveTo>
                    <a:pt x="140385" y="253746"/>
                  </a:moveTo>
                  <a:lnTo>
                    <a:pt x="58336" y="253746"/>
                  </a:lnTo>
                  <a:lnTo>
                    <a:pt x="58336" y="218980"/>
                  </a:lnTo>
                  <a:lnTo>
                    <a:pt x="140385" y="218980"/>
                  </a:lnTo>
                  <a:lnTo>
                    <a:pt x="140385" y="253746"/>
                  </a:ln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C9FE8B3F-8388-9D5E-BD81-5D8CA52629C0}"/>
                </a:ext>
              </a:extLst>
            </p:cNvPr>
            <p:cNvSpPr/>
            <p:nvPr/>
          </p:nvSpPr>
          <p:spPr>
            <a:xfrm>
              <a:off x="4613772" y="867288"/>
              <a:ext cx="153000" cy="266509"/>
            </a:xfrm>
            <a:custGeom>
              <a:avLst/>
              <a:gdLst>
                <a:gd name="connsiteX0" fmla="*/ 146740 w 153000"/>
                <a:gd name="connsiteY0" fmla="*/ 0 h 266509"/>
                <a:gd name="connsiteX1" fmla="*/ 103012 w 153000"/>
                <a:gd name="connsiteY1" fmla="*/ 95155 h 266509"/>
                <a:gd name="connsiteX2" fmla="*/ 72564 w 153000"/>
                <a:gd name="connsiteY2" fmla="*/ 125921 h 266509"/>
                <a:gd name="connsiteX3" fmla="*/ 78919 w 153000"/>
                <a:gd name="connsiteY3" fmla="*/ 90011 h 266509"/>
                <a:gd name="connsiteX4" fmla="*/ 73418 w 153000"/>
                <a:gd name="connsiteY4" fmla="*/ 75533 h 266509"/>
                <a:gd name="connsiteX5" fmla="*/ 58336 w 153000"/>
                <a:gd name="connsiteY5" fmla="*/ 69056 h 266509"/>
                <a:gd name="connsiteX6" fmla="*/ 38985 w 153000"/>
                <a:gd name="connsiteY6" fmla="*/ 82772 h 266509"/>
                <a:gd name="connsiteX7" fmla="*/ 38701 w 153000"/>
                <a:gd name="connsiteY7" fmla="*/ 83439 h 266509"/>
                <a:gd name="connsiteX8" fmla="*/ 16979 w 153000"/>
                <a:gd name="connsiteY8" fmla="*/ 143637 h 266509"/>
                <a:gd name="connsiteX9" fmla="*/ 16600 w 153000"/>
                <a:gd name="connsiteY9" fmla="*/ 145828 h 266509"/>
                <a:gd name="connsiteX10" fmla="*/ 16600 w 153000"/>
                <a:gd name="connsiteY10" fmla="*/ 206121 h 266509"/>
                <a:gd name="connsiteX11" fmla="*/ 11098 w 153000"/>
                <a:gd name="connsiteY11" fmla="*/ 206121 h 266509"/>
                <a:gd name="connsiteX12" fmla="*/ 0 w 153000"/>
                <a:gd name="connsiteY12" fmla="*/ 217265 h 266509"/>
                <a:gd name="connsiteX13" fmla="*/ 0 w 153000"/>
                <a:gd name="connsiteY13" fmla="*/ 255365 h 266509"/>
                <a:gd name="connsiteX14" fmla="*/ 11098 w 153000"/>
                <a:gd name="connsiteY14" fmla="*/ 266510 h 266509"/>
                <a:gd name="connsiteX15" fmla="*/ 96467 w 153000"/>
                <a:gd name="connsiteY15" fmla="*/ 266510 h 266509"/>
                <a:gd name="connsiteX16" fmla="*/ 107565 w 153000"/>
                <a:gd name="connsiteY16" fmla="*/ 255365 h 266509"/>
                <a:gd name="connsiteX17" fmla="*/ 107565 w 153000"/>
                <a:gd name="connsiteY17" fmla="*/ 217265 h 266509"/>
                <a:gd name="connsiteX18" fmla="*/ 96467 w 153000"/>
                <a:gd name="connsiteY18" fmla="*/ 206121 h 266509"/>
                <a:gd name="connsiteX19" fmla="*/ 90966 w 153000"/>
                <a:gd name="connsiteY19" fmla="*/ 206121 h 266509"/>
                <a:gd name="connsiteX20" fmla="*/ 90966 w 153000"/>
                <a:gd name="connsiteY20" fmla="*/ 191834 h 266509"/>
                <a:gd name="connsiteX21" fmla="*/ 151104 w 153000"/>
                <a:gd name="connsiteY21" fmla="*/ 133255 h 266509"/>
                <a:gd name="connsiteX22" fmla="*/ 153001 w 153000"/>
                <a:gd name="connsiteY22" fmla="*/ 128683 h 266509"/>
                <a:gd name="connsiteX23" fmla="*/ 153001 w 153000"/>
                <a:gd name="connsiteY23" fmla="*/ 6572 h 266509"/>
                <a:gd name="connsiteX24" fmla="*/ 146646 w 153000"/>
                <a:gd name="connsiteY24" fmla="*/ 190 h 266509"/>
                <a:gd name="connsiteX25" fmla="*/ 94855 w 153000"/>
                <a:gd name="connsiteY25" fmla="*/ 253651 h 266509"/>
                <a:gd name="connsiteX26" fmla="*/ 12805 w 153000"/>
                <a:gd name="connsiteY26" fmla="*/ 253651 h 266509"/>
                <a:gd name="connsiteX27" fmla="*/ 12805 w 153000"/>
                <a:gd name="connsiteY27" fmla="*/ 218885 h 266509"/>
                <a:gd name="connsiteX28" fmla="*/ 94855 w 153000"/>
                <a:gd name="connsiteY28" fmla="*/ 218885 h 266509"/>
                <a:gd name="connsiteX29" fmla="*/ 94855 w 153000"/>
                <a:gd name="connsiteY29" fmla="*/ 253651 h 266509"/>
                <a:gd name="connsiteX30" fmla="*/ 140385 w 153000"/>
                <a:gd name="connsiteY30" fmla="*/ 125921 h 266509"/>
                <a:gd name="connsiteX31" fmla="*/ 80816 w 153000"/>
                <a:gd name="connsiteY31" fmla="*/ 183928 h 266509"/>
                <a:gd name="connsiteX32" fmla="*/ 78350 w 153000"/>
                <a:gd name="connsiteY32" fmla="*/ 189071 h 266509"/>
                <a:gd name="connsiteX33" fmla="*/ 78350 w 153000"/>
                <a:gd name="connsiteY33" fmla="*/ 206121 h 266509"/>
                <a:gd name="connsiteX34" fmla="*/ 29500 w 153000"/>
                <a:gd name="connsiteY34" fmla="*/ 206121 h 266509"/>
                <a:gd name="connsiteX35" fmla="*/ 29500 w 153000"/>
                <a:gd name="connsiteY35" fmla="*/ 146971 h 266509"/>
                <a:gd name="connsiteX36" fmla="*/ 50558 w 153000"/>
                <a:gd name="connsiteY36" fmla="*/ 88678 h 266509"/>
                <a:gd name="connsiteX37" fmla="*/ 51032 w 153000"/>
                <a:gd name="connsiteY37" fmla="*/ 87440 h 266509"/>
                <a:gd name="connsiteX38" fmla="*/ 64312 w 153000"/>
                <a:gd name="connsiteY38" fmla="*/ 84392 h 266509"/>
                <a:gd name="connsiteX39" fmla="*/ 66209 w 153000"/>
                <a:gd name="connsiteY39" fmla="*/ 89440 h 266509"/>
                <a:gd name="connsiteX40" fmla="*/ 55680 w 153000"/>
                <a:gd name="connsiteY40" fmla="*/ 144494 h 266509"/>
                <a:gd name="connsiteX41" fmla="*/ 58905 w 153000"/>
                <a:gd name="connsiteY41" fmla="*/ 151543 h 266509"/>
                <a:gd name="connsiteX42" fmla="*/ 66493 w 153000"/>
                <a:gd name="connsiteY42" fmla="*/ 150400 h 266509"/>
                <a:gd name="connsiteX43" fmla="*/ 114015 w 153000"/>
                <a:gd name="connsiteY43" fmla="*/ 102394 h 266509"/>
                <a:gd name="connsiteX44" fmla="*/ 115913 w 153000"/>
                <a:gd name="connsiteY44" fmla="*/ 97822 h 266509"/>
                <a:gd name="connsiteX45" fmla="*/ 140385 w 153000"/>
                <a:gd name="connsiteY45" fmla="*/ 13906 h 266509"/>
                <a:gd name="connsiteX46" fmla="*/ 140385 w 153000"/>
                <a:gd name="connsiteY46" fmla="*/ 125825 h 26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509">
                  <a:moveTo>
                    <a:pt x="146740" y="0"/>
                  </a:moveTo>
                  <a:cubicBezTo>
                    <a:pt x="104530" y="0"/>
                    <a:pt x="103107" y="68675"/>
                    <a:pt x="103012" y="95155"/>
                  </a:cubicBezTo>
                  <a:lnTo>
                    <a:pt x="72564" y="125921"/>
                  </a:lnTo>
                  <a:cubicBezTo>
                    <a:pt x="75410" y="111728"/>
                    <a:pt x="78729" y="94869"/>
                    <a:pt x="78919" y="90011"/>
                  </a:cubicBezTo>
                  <a:cubicBezTo>
                    <a:pt x="79204" y="84677"/>
                    <a:pt x="77212" y="79534"/>
                    <a:pt x="73418" y="75533"/>
                  </a:cubicBezTo>
                  <a:cubicBezTo>
                    <a:pt x="69529" y="71438"/>
                    <a:pt x="64027" y="69056"/>
                    <a:pt x="58336" y="69056"/>
                  </a:cubicBezTo>
                  <a:cubicBezTo>
                    <a:pt x="49514" y="69056"/>
                    <a:pt x="41926" y="74486"/>
                    <a:pt x="38985" y="82772"/>
                  </a:cubicBezTo>
                  <a:cubicBezTo>
                    <a:pt x="38891" y="82963"/>
                    <a:pt x="38796" y="83248"/>
                    <a:pt x="38701" y="83439"/>
                  </a:cubicBezTo>
                  <a:lnTo>
                    <a:pt x="16979" y="143637"/>
                  </a:lnTo>
                  <a:cubicBezTo>
                    <a:pt x="16694" y="144304"/>
                    <a:pt x="16600" y="145066"/>
                    <a:pt x="16600" y="145828"/>
                  </a:cubicBezTo>
                  <a:lnTo>
                    <a:pt x="16600" y="206121"/>
                  </a:lnTo>
                  <a:lnTo>
                    <a:pt x="11098" y="206121"/>
                  </a:lnTo>
                  <a:cubicBezTo>
                    <a:pt x="4932" y="206121"/>
                    <a:pt x="0" y="211169"/>
                    <a:pt x="0" y="217265"/>
                  </a:cubicBezTo>
                  <a:lnTo>
                    <a:pt x="0" y="255365"/>
                  </a:lnTo>
                  <a:cubicBezTo>
                    <a:pt x="0" y="261556"/>
                    <a:pt x="5027" y="266510"/>
                    <a:pt x="11098" y="266510"/>
                  </a:cubicBezTo>
                  <a:lnTo>
                    <a:pt x="96467" y="266510"/>
                  </a:lnTo>
                  <a:cubicBezTo>
                    <a:pt x="102633" y="266510"/>
                    <a:pt x="107565" y="261461"/>
                    <a:pt x="107565" y="255365"/>
                  </a:cubicBezTo>
                  <a:lnTo>
                    <a:pt x="107565" y="217265"/>
                  </a:lnTo>
                  <a:cubicBezTo>
                    <a:pt x="107565" y="211074"/>
                    <a:pt x="102538" y="206121"/>
                    <a:pt x="96467" y="206121"/>
                  </a:cubicBezTo>
                  <a:lnTo>
                    <a:pt x="90966" y="206121"/>
                  </a:lnTo>
                  <a:lnTo>
                    <a:pt x="90966" y="191834"/>
                  </a:lnTo>
                  <a:lnTo>
                    <a:pt x="151104" y="133255"/>
                  </a:lnTo>
                  <a:cubicBezTo>
                    <a:pt x="152337" y="132017"/>
                    <a:pt x="153001" y="130397"/>
                    <a:pt x="153001" y="128683"/>
                  </a:cubicBezTo>
                  <a:lnTo>
                    <a:pt x="153001" y="6572"/>
                  </a:lnTo>
                  <a:cubicBezTo>
                    <a:pt x="153001" y="3048"/>
                    <a:pt x="150155" y="190"/>
                    <a:pt x="146646" y="190"/>
                  </a:cubicBezTo>
                  <a:close/>
                  <a:moveTo>
                    <a:pt x="94855" y="253651"/>
                  </a:moveTo>
                  <a:lnTo>
                    <a:pt x="12805" y="253651"/>
                  </a:lnTo>
                  <a:lnTo>
                    <a:pt x="12805" y="218885"/>
                  </a:lnTo>
                  <a:lnTo>
                    <a:pt x="94855" y="218885"/>
                  </a:lnTo>
                  <a:lnTo>
                    <a:pt x="94855" y="253651"/>
                  </a:lnTo>
                  <a:close/>
                  <a:moveTo>
                    <a:pt x="140385" y="125921"/>
                  </a:moveTo>
                  <a:lnTo>
                    <a:pt x="80816" y="183928"/>
                  </a:lnTo>
                  <a:cubicBezTo>
                    <a:pt x="79299" y="185166"/>
                    <a:pt x="78350" y="186976"/>
                    <a:pt x="78350" y="189071"/>
                  </a:cubicBezTo>
                  <a:lnTo>
                    <a:pt x="78350" y="206121"/>
                  </a:lnTo>
                  <a:lnTo>
                    <a:pt x="29500" y="206121"/>
                  </a:lnTo>
                  <a:lnTo>
                    <a:pt x="29500" y="146971"/>
                  </a:lnTo>
                  <a:lnTo>
                    <a:pt x="50558" y="88678"/>
                  </a:lnTo>
                  <a:cubicBezTo>
                    <a:pt x="50558" y="88678"/>
                    <a:pt x="50937" y="87916"/>
                    <a:pt x="51032" y="87440"/>
                  </a:cubicBezTo>
                  <a:cubicBezTo>
                    <a:pt x="52644" y="81915"/>
                    <a:pt x="60423" y="80296"/>
                    <a:pt x="64312" y="84392"/>
                  </a:cubicBezTo>
                  <a:cubicBezTo>
                    <a:pt x="65639" y="85820"/>
                    <a:pt x="66304" y="87535"/>
                    <a:pt x="66209" y="89440"/>
                  </a:cubicBezTo>
                  <a:cubicBezTo>
                    <a:pt x="65924" y="94964"/>
                    <a:pt x="59664" y="126206"/>
                    <a:pt x="55680" y="144494"/>
                  </a:cubicBezTo>
                  <a:cubicBezTo>
                    <a:pt x="55111" y="147256"/>
                    <a:pt x="56344" y="150114"/>
                    <a:pt x="58905" y="151543"/>
                  </a:cubicBezTo>
                  <a:cubicBezTo>
                    <a:pt x="61371" y="152876"/>
                    <a:pt x="64501" y="152495"/>
                    <a:pt x="66493" y="150400"/>
                  </a:cubicBezTo>
                  <a:lnTo>
                    <a:pt x="114015" y="102394"/>
                  </a:lnTo>
                  <a:cubicBezTo>
                    <a:pt x="115249" y="101156"/>
                    <a:pt x="115913" y="99536"/>
                    <a:pt x="115913" y="97822"/>
                  </a:cubicBezTo>
                  <a:cubicBezTo>
                    <a:pt x="115913" y="47720"/>
                    <a:pt x="124165" y="19526"/>
                    <a:pt x="140385" y="13906"/>
                  </a:cubicBezTo>
                  <a:lnTo>
                    <a:pt x="140385" y="125825"/>
                  </a:ln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95" name="Text Placeholder 94">
            <a:extLst>
              <a:ext uri="{FF2B5EF4-FFF2-40B4-BE49-F238E27FC236}">
                <a16:creationId xmlns:a16="http://schemas.microsoft.com/office/drawing/2014/main" id="{347315BC-6581-49DF-4D29-C42344C8865B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loyalty; nurture; care</a:t>
            </a:r>
          </a:p>
        </p:txBody>
      </p:sp>
      <p:sp>
        <p:nvSpPr>
          <p:cNvPr id="96" name="Text Placeholder 95">
            <a:extLst>
              <a:ext uri="{FF2B5EF4-FFF2-40B4-BE49-F238E27FC236}">
                <a16:creationId xmlns:a16="http://schemas.microsoft.com/office/drawing/2014/main" id="{72BF6FCE-52CD-5229-ED6B-62527ADA70FD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king; queen; best; customer; royal; royalty; castle; crown; top;</a:t>
            </a:r>
            <a:endParaRPr lang="en-US"/>
          </a:p>
        </p:txBody>
      </p:sp>
      <p:sp>
        <p:nvSpPr>
          <p:cNvPr id="97" name="Text Placeholder 96">
            <a:extLst>
              <a:ext uri="{FF2B5EF4-FFF2-40B4-BE49-F238E27FC236}">
                <a16:creationId xmlns:a16="http://schemas.microsoft.com/office/drawing/2014/main" id="{0BB3ABC5-69C4-E83C-7A64-2FA668889CD0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flag; issue; raise; banner</a:t>
            </a:r>
            <a:endParaRPr lang="en-US"/>
          </a:p>
        </p:txBody>
      </p:sp>
      <p:sp>
        <p:nvSpPr>
          <p:cNvPr id="98" name="Text Placeholder 97">
            <a:extLst>
              <a:ext uri="{FF2B5EF4-FFF2-40B4-BE49-F238E27FC236}">
                <a16:creationId xmlns:a16="http://schemas.microsoft.com/office/drawing/2014/main" id="{13EF402D-5148-1568-85B3-97FF8D2712DF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star; best; top; performer; favorite</a:t>
            </a:r>
            <a:endParaRPr lang="en-US"/>
          </a:p>
        </p:txBody>
      </p:sp>
      <p:sp>
        <p:nvSpPr>
          <p:cNvPr id="99" name="Text Placeholder 98">
            <a:extLst>
              <a:ext uri="{FF2B5EF4-FFF2-40B4-BE49-F238E27FC236}">
                <a16:creationId xmlns:a16="http://schemas.microsoft.com/office/drawing/2014/main" id="{1443D583-9358-8D93-78D2-45AA0DBE0265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gift; present; simple; experience; easy; delight; rewards; offer; offers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8C55EC7-215D-AB37-45CE-EE859E40223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thumb; down; thumbs;</a:t>
            </a:r>
          </a:p>
          <a:p>
            <a:r>
              <a:rPr lang="en-US" dirty="0"/>
              <a:t>unlike; dislike; bad;</a:t>
            </a:r>
          </a:p>
          <a:p>
            <a:r>
              <a:rPr lang="en-US" dirty="0"/>
              <a:t>negative; feedback</a:t>
            </a:r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8A26DBE0-B5FB-5C48-2630-5AE60DA60CD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thumb; up thumbs; unlike;</a:t>
            </a:r>
          </a:p>
          <a:p>
            <a:r>
              <a:rPr lang="en-US" dirty="0"/>
              <a:t>like; good; positive;</a:t>
            </a:r>
          </a:p>
          <a:p>
            <a:r>
              <a:rPr lang="en-US" dirty="0"/>
              <a:t>feedback</a:t>
            </a:r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C6EBFE5-2112-86DE-BA9F-7A4AFF41697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happy; satisfied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1C6928C-71B4-06D1-C849-D3B3471C8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face; neutral; uncaring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2A60019-769C-CB8E-95AD-E4929A1324A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angry; sad; disappointed;</a:t>
            </a:r>
          </a:p>
          <a:p>
            <a:r>
              <a:rPr lang="en-US" dirty="0"/>
              <a:t>unhappy; dissatisfied;</a:t>
            </a:r>
          </a:p>
          <a:p>
            <a:r>
              <a:rPr lang="en-US" dirty="0"/>
              <a:t>frown</a:t>
            </a:r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718A1B9-A38E-A3A3-9269-4ACFCE7DB9B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pass; confirm; ok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5AE09182-0D4D-ED65-6284-53AC8E3EAEE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win; best; 1st; winner;</a:t>
            </a:r>
          </a:p>
          <a:p>
            <a:r>
              <a:rPr lang="en-US" dirty="0"/>
              <a:t>medal; award; top;</a:t>
            </a:r>
          </a:p>
          <a:p>
            <a:r>
              <a:rPr lang="en-US" dirty="0"/>
              <a:t>performer</a:t>
            </a:r>
            <a:endParaRPr lang="en-US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22D9750-8331-B4E3-37A6-56448BA9AEB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</p:spPr>
        <p:txBody>
          <a:bodyPr/>
          <a:lstStyle/>
          <a:p>
            <a:r>
              <a:rPr lang="en-US" dirty="0"/>
              <a:t>win; trophy; award; best; achieve; achievement; winner; recognized; leader</a:t>
            </a:r>
            <a:endParaRPr lang="en-US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E165D59-562E-E00C-C3DB-FF07BBE343A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</p:spPr>
        <p:txBody>
          <a:bodyPr/>
          <a:lstStyle/>
          <a:p>
            <a:r>
              <a:rPr lang="en-US" dirty="0"/>
              <a:t>diamond; value; premium; best; perfect; perfection; quality</a:t>
            </a:r>
            <a:endParaRPr lang="en-US"/>
          </a:p>
        </p:txBody>
      </p:sp>
      <p:sp>
        <p:nvSpPr>
          <p:cNvPr id="14" name="Graphic 3">
            <a:extLst>
              <a:ext uri="{FF2B5EF4-FFF2-40B4-BE49-F238E27FC236}">
                <a16:creationId xmlns:a16="http://schemas.microsoft.com/office/drawing/2014/main" id="{A4996E60-D3CE-5F0C-2A80-E2CFC3F62E85}"/>
              </a:ext>
            </a:extLst>
          </p:cNvPr>
          <p:cNvSpPr/>
          <p:nvPr/>
        </p:nvSpPr>
        <p:spPr>
          <a:xfrm>
            <a:off x="592037" y="820508"/>
            <a:ext cx="430180" cy="447981"/>
          </a:xfrm>
          <a:custGeom>
            <a:avLst/>
            <a:gdLst>
              <a:gd name="connsiteX0" fmla="*/ 83377 w 323644"/>
              <a:gd name="connsiteY0" fmla="*/ 14996 h 337036"/>
              <a:gd name="connsiteX1" fmla="*/ 78445 w 323644"/>
              <a:gd name="connsiteY1" fmla="*/ 16235 h 337036"/>
              <a:gd name="connsiteX2" fmla="*/ 14703 w 323644"/>
              <a:gd name="connsiteY2" fmla="*/ 105960 h 337036"/>
              <a:gd name="connsiteX3" fmla="*/ 160589 w 323644"/>
              <a:gd name="connsiteY3" fmla="*/ 321035 h 337036"/>
              <a:gd name="connsiteX4" fmla="*/ 308942 w 323644"/>
              <a:gd name="connsiteY4" fmla="*/ 97388 h 337036"/>
              <a:gd name="connsiteX5" fmla="*/ 245200 w 323644"/>
              <a:gd name="connsiteY5" fmla="*/ 14996 h 337036"/>
              <a:gd name="connsiteX6" fmla="*/ 169221 w 323644"/>
              <a:gd name="connsiteY6" fmla="*/ 88720 h 337036"/>
              <a:gd name="connsiteX7" fmla="*/ 161822 w 323644"/>
              <a:gd name="connsiteY7" fmla="*/ 94911 h 337036"/>
              <a:gd name="connsiteX8" fmla="*/ 154424 w 323644"/>
              <a:gd name="connsiteY8" fmla="*/ 88720 h 337036"/>
              <a:gd name="connsiteX9" fmla="*/ 83282 w 323644"/>
              <a:gd name="connsiteY9" fmla="*/ 14996 h 337036"/>
              <a:gd name="connsiteX10" fmla="*/ 161917 w 323644"/>
              <a:gd name="connsiteY10" fmla="*/ 337037 h 337036"/>
              <a:gd name="connsiteX11" fmla="*/ 156985 w 323644"/>
              <a:gd name="connsiteY11" fmla="*/ 335798 h 337036"/>
              <a:gd name="connsiteX12" fmla="*/ 0 w 323644"/>
              <a:gd name="connsiteY12" fmla="*/ 105960 h 337036"/>
              <a:gd name="connsiteX13" fmla="*/ 78445 w 323644"/>
              <a:gd name="connsiteY13" fmla="*/ 1471 h 337036"/>
              <a:gd name="connsiteX14" fmla="*/ 161822 w 323644"/>
              <a:gd name="connsiteY14" fmla="*/ 59192 h 337036"/>
              <a:gd name="connsiteX15" fmla="*/ 246433 w 323644"/>
              <a:gd name="connsiteY15" fmla="*/ 233 h 337036"/>
              <a:gd name="connsiteX16" fmla="*/ 323644 w 323644"/>
              <a:gd name="connsiteY16" fmla="*/ 97292 h 337036"/>
              <a:gd name="connsiteX17" fmla="*/ 165522 w 323644"/>
              <a:gd name="connsiteY17" fmla="*/ 335703 h 337036"/>
              <a:gd name="connsiteX18" fmla="*/ 161822 w 323644"/>
              <a:gd name="connsiteY18" fmla="*/ 336941 h 337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23644" h="337036">
                <a:moveTo>
                  <a:pt x="83377" y="14996"/>
                </a:moveTo>
                <a:cubicBezTo>
                  <a:pt x="82144" y="14996"/>
                  <a:pt x="80911" y="14996"/>
                  <a:pt x="78445" y="16235"/>
                </a:cubicBezTo>
                <a:cubicBezTo>
                  <a:pt x="46574" y="18711"/>
                  <a:pt x="14703" y="47000"/>
                  <a:pt x="14703" y="105960"/>
                </a:cubicBezTo>
                <a:cubicBezTo>
                  <a:pt x="14703" y="210449"/>
                  <a:pt x="136117" y="302556"/>
                  <a:pt x="160589" y="321035"/>
                </a:cubicBezTo>
                <a:cubicBezTo>
                  <a:pt x="185157" y="301413"/>
                  <a:pt x="308942" y="194447"/>
                  <a:pt x="308942" y="97388"/>
                </a:cubicBezTo>
                <a:cubicBezTo>
                  <a:pt x="308942" y="43286"/>
                  <a:pt x="277071" y="17473"/>
                  <a:pt x="245200" y="14996"/>
                </a:cubicBezTo>
                <a:cubicBezTo>
                  <a:pt x="213328" y="12520"/>
                  <a:pt x="176525" y="34618"/>
                  <a:pt x="169221" y="88720"/>
                </a:cubicBezTo>
                <a:cubicBezTo>
                  <a:pt x="167988" y="92435"/>
                  <a:pt x="165522" y="94911"/>
                  <a:pt x="161822" y="94911"/>
                </a:cubicBezTo>
                <a:cubicBezTo>
                  <a:pt x="158123" y="94911"/>
                  <a:pt x="154424" y="92435"/>
                  <a:pt x="154424" y="88720"/>
                </a:cubicBezTo>
                <a:cubicBezTo>
                  <a:pt x="145887" y="38333"/>
                  <a:pt x="113921" y="14996"/>
                  <a:pt x="83282" y="14996"/>
                </a:cubicBezTo>
                <a:close/>
                <a:moveTo>
                  <a:pt x="161917" y="337037"/>
                </a:moveTo>
                <a:cubicBezTo>
                  <a:pt x="159451" y="337037"/>
                  <a:pt x="158218" y="337037"/>
                  <a:pt x="156985" y="335798"/>
                </a:cubicBezTo>
                <a:cubicBezTo>
                  <a:pt x="150819" y="332084"/>
                  <a:pt x="0" y="230071"/>
                  <a:pt x="0" y="105960"/>
                </a:cubicBezTo>
                <a:cubicBezTo>
                  <a:pt x="0" y="37094"/>
                  <a:pt x="39270" y="3947"/>
                  <a:pt x="78445" y="1471"/>
                </a:cubicBezTo>
                <a:cubicBezTo>
                  <a:pt x="109083" y="-1006"/>
                  <a:pt x="144654" y="16235"/>
                  <a:pt x="161822" y="59192"/>
                </a:cubicBezTo>
                <a:cubicBezTo>
                  <a:pt x="177758" y="14901"/>
                  <a:pt x="214562" y="-2244"/>
                  <a:pt x="246433" y="233"/>
                </a:cubicBezTo>
                <a:cubicBezTo>
                  <a:pt x="283236" y="2709"/>
                  <a:pt x="323644" y="34618"/>
                  <a:pt x="323644" y="97292"/>
                </a:cubicBezTo>
                <a:cubicBezTo>
                  <a:pt x="323644" y="212831"/>
                  <a:pt x="172825" y="330845"/>
                  <a:pt x="165522" y="335703"/>
                </a:cubicBezTo>
                <a:cubicBezTo>
                  <a:pt x="164288" y="336941"/>
                  <a:pt x="163055" y="336941"/>
                  <a:pt x="161822" y="33694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" name="Graphic 3">
            <a:extLst>
              <a:ext uri="{FF2B5EF4-FFF2-40B4-BE49-F238E27FC236}">
                <a16:creationId xmlns:a16="http://schemas.microsoft.com/office/drawing/2014/main" id="{4B6635A9-A7DE-EE8A-B99A-358FB7A044FF}"/>
              </a:ext>
            </a:extLst>
          </p:cNvPr>
          <p:cNvSpPr/>
          <p:nvPr/>
        </p:nvSpPr>
        <p:spPr>
          <a:xfrm>
            <a:off x="1357212" y="820508"/>
            <a:ext cx="430180" cy="447981"/>
          </a:xfrm>
          <a:custGeom>
            <a:avLst/>
            <a:gdLst>
              <a:gd name="connsiteX0" fmla="*/ 83377 w 323644"/>
              <a:gd name="connsiteY0" fmla="*/ 14996 h 337036"/>
              <a:gd name="connsiteX1" fmla="*/ 78445 w 323644"/>
              <a:gd name="connsiteY1" fmla="*/ 16235 h 337036"/>
              <a:gd name="connsiteX2" fmla="*/ 14703 w 323644"/>
              <a:gd name="connsiteY2" fmla="*/ 105960 h 337036"/>
              <a:gd name="connsiteX3" fmla="*/ 160589 w 323644"/>
              <a:gd name="connsiteY3" fmla="*/ 321035 h 337036"/>
              <a:gd name="connsiteX4" fmla="*/ 308942 w 323644"/>
              <a:gd name="connsiteY4" fmla="*/ 97388 h 337036"/>
              <a:gd name="connsiteX5" fmla="*/ 245200 w 323644"/>
              <a:gd name="connsiteY5" fmla="*/ 14996 h 337036"/>
              <a:gd name="connsiteX6" fmla="*/ 169221 w 323644"/>
              <a:gd name="connsiteY6" fmla="*/ 88720 h 337036"/>
              <a:gd name="connsiteX7" fmla="*/ 161822 w 323644"/>
              <a:gd name="connsiteY7" fmla="*/ 94911 h 337036"/>
              <a:gd name="connsiteX8" fmla="*/ 154424 w 323644"/>
              <a:gd name="connsiteY8" fmla="*/ 88720 h 337036"/>
              <a:gd name="connsiteX9" fmla="*/ 83282 w 323644"/>
              <a:gd name="connsiteY9" fmla="*/ 14996 h 337036"/>
              <a:gd name="connsiteX10" fmla="*/ 161917 w 323644"/>
              <a:gd name="connsiteY10" fmla="*/ 337037 h 337036"/>
              <a:gd name="connsiteX11" fmla="*/ 156985 w 323644"/>
              <a:gd name="connsiteY11" fmla="*/ 335798 h 337036"/>
              <a:gd name="connsiteX12" fmla="*/ 0 w 323644"/>
              <a:gd name="connsiteY12" fmla="*/ 105960 h 337036"/>
              <a:gd name="connsiteX13" fmla="*/ 78445 w 323644"/>
              <a:gd name="connsiteY13" fmla="*/ 1471 h 337036"/>
              <a:gd name="connsiteX14" fmla="*/ 161822 w 323644"/>
              <a:gd name="connsiteY14" fmla="*/ 59192 h 337036"/>
              <a:gd name="connsiteX15" fmla="*/ 246433 w 323644"/>
              <a:gd name="connsiteY15" fmla="*/ 233 h 337036"/>
              <a:gd name="connsiteX16" fmla="*/ 323644 w 323644"/>
              <a:gd name="connsiteY16" fmla="*/ 97292 h 337036"/>
              <a:gd name="connsiteX17" fmla="*/ 165522 w 323644"/>
              <a:gd name="connsiteY17" fmla="*/ 335703 h 337036"/>
              <a:gd name="connsiteX18" fmla="*/ 161822 w 323644"/>
              <a:gd name="connsiteY18" fmla="*/ 336941 h 337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23644" h="337036">
                <a:moveTo>
                  <a:pt x="83377" y="14996"/>
                </a:moveTo>
                <a:cubicBezTo>
                  <a:pt x="82144" y="14996"/>
                  <a:pt x="80911" y="14996"/>
                  <a:pt x="78445" y="16235"/>
                </a:cubicBezTo>
                <a:cubicBezTo>
                  <a:pt x="46574" y="18711"/>
                  <a:pt x="14703" y="47000"/>
                  <a:pt x="14703" y="105960"/>
                </a:cubicBezTo>
                <a:cubicBezTo>
                  <a:pt x="14703" y="210449"/>
                  <a:pt x="136117" y="302556"/>
                  <a:pt x="160589" y="321035"/>
                </a:cubicBezTo>
                <a:cubicBezTo>
                  <a:pt x="185157" y="301413"/>
                  <a:pt x="308942" y="194447"/>
                  <a:pt x="308942" y="97388"/>
                </a:cubicBezTo>
                <a:cubicBezTo>
                  <a:pt x="308942" y="43286"/>
                  <a:pt x="277071" y="17473"/>
                  <a:pt x="245200" y="14996"/>
                </a:cubicBezTo>
                <a:cubicBezTo>
                  <a:pt x="213328" y="12520"/>
                  <a:pt x="176525" y="34618"/>
                  <a:pt x="169221" y="88720"/>
                </a:cubicBezTo>
                <a:cubicBezTo>
                  <a:pt x="167988" y="92435"/>
                  <a:pt x="165522" y="94911"/>
                  <a:pt x="161822" y="94911"/>
                </a:cubicBezTo>
                <a:cubicBezTo>
                  <a:pt x="158123" y="94911"/>
                  <a:pt x="154424" y="92435"/>
                  <a:pt x="154424" y="88720"/>
                </a:cubicBezTo>
                <a:cubicBezTo>
                  <a:pt x="145887" y="38333"/>
                  <a:pt x="113921" y="14996"/>
                  <a:pt x="83282" y="14996"/>
                </a:cubicBezTo>
                <a:close/>
                <a:moveTo>
                  <a:pt x="161917" y="337037"/>
                </a:moveTo>
                <a:cubicBezTo>
                  <a:pt x="159451" y="337037"/>
                  <a:pt x="158218" y="337037"/>
                  <a:pt x="156985" y="335798"/>
                </a:cubicBezTo>
                <a:cubicBezTo>
                  <a:pt x="150819" y="332084"/>
                  <a:pt x="0" y="230071"/>
                  <a:pt x="0" y="105960"/>
                </a:cubicBezTo>
                <a:cubicBezTo>
                  <a:pt x="0" y="37094"/>
                  <a:pt x="39270" y="3947"/>
                  <a:pt x="78445" y="1471"/>
                </a:cubicBezTo>
                <a:cubicBezTo>
                  <a:pt x="109083" y="-1006"/>
                  <a:pt x="144654" y="16235"/>
                  <a:pt x="161822" y="59192"/>
                </a:cubicBezTo>
                <a:cubicBezTo>
                  <a:pt x="177758" y="14901"/>
                  <a:pt x="214562" y="-2244"/>
                  <a:pt x="246433" y="233"/>
                </a:cubicBezTo>
                <a:cubicBezTo>
                  <a:pt x="283236" y="2709"/>
                  <a:pt x="323644" y="34618"/>
                  <a:pt x="323644" y="97292"/>
                </a:cubicBezTo>
                <a:cubicBezTo>
                  <a:pt x="323644" y="212831"/>
                  <a:pt x="172825" y="330845"/>
                  <a:pt x="165522" y="335703"/>
                </a:cubicBezTo>
                <a:cubicBezTo>
                  <a:pt x="164288" y="336941"/>
                  <a:pt x="163055" y="336941"/>
                  <a:pt x="161822" y="33694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" name="Graphic 3">
            <a:extLst>
              <a:ext uri="{FF2B5EF4-FFF2-40B4-BE49-F238E27FC236}">
                <a16:creationId xmlns:a16="http://schemas.microsoft.com/office/drawing/2014/main" id="{A1115295-159A-6FC4-FA95-33BF33614C98}"/>
              </a:ext>
            </a:extLst>
          </p:cNvPr>
          <p:cNvSpPr/>
          <p:nvPr/>
        </p:nvSpPr>
        <p:spPr>
          <a:xfrm>
            <a:off x="592037" y="1468208"/>
            <a:ext cx="430180" cy="447981"/>
          </a:xfrm>
          <a:custGeom>
            <a:avLst/>
            <a:gdLst>
              <a:gd name="connsiteX0" fmla="*/ 83377 w 323644"/>
              <a:gd name="connsiteY0" fmla="*/ 14996 h 337036"/>
              <a:gd name="connsiteX1" fmla="*/ 78445 w 323644"/>
              <a:gd name="connsiteY1" fmla="*/ 16235 h 337036"/>
              <a:gd name="connsiteX2" fmla="*/ 14703 w 323644"/>
              <a:gd name="connsiteY2" fmla="*/ 105960 h 337036"/>
              <a:gd name="connsiteX3" fmla="*/ 160589 w 323644"/>
              <a:gd name="connsiteY3" fmla="*/ 321035 h 337036"/>
              <a:gd name="connsiteX4" fmla="*/ 308942 w 323644"/>
              <a:gd name="connsiteY4" fmla="*/ 97388 h 337036"/>
              <a:gd name="connsiteX5" fmla="*/ 245200 w 323644"/>
              <a:gd name="connsiteY5" fmla="*/ 14996 h 337036"/>
              <a:gd name="connsiteX6" fmla="*/ 169221 w 323644"/>
              <a:gd name="connsiteY6" fmla="*/ 88720 h 337036"/>
              <a:gd name="connsiteX7" fmla="*/ 161822 w 323644"/>
              <a:gd name="connsiteY7" fmla="*/ 94911 h 337036"/>
              <a:gd name="connsiteX8" fmla="*/ 154424 w 323644"/>
              <a:gd name="connsiteY8" fmla="*/ 88720 h 337036"/>
              <a:gd name="connsiteX9" fmla="*/ 83282 w 323644"/>
              <a:gd name="connsiteY9" fmla="*/ 14996 h 337036"/>
              <a:gd name="connsiteX10" fmla="*/ 161917 w 323644"/>
              <a:gd name="connsiteY10" fmla="*/ 337037 h 337036"/>
              <a:gd name="connsiteX11" fmla="*/ 156985 w 323644"/>
              <a:gd name="connsiteY11" fmla="*/ 335798 h 337036"/>
              <a:gd name="connsiteX12" fmla="*/ 0 w 323644"/>
              <a:gd name="connsiteY12" fmla="*/ 105960 h 337036"/>
              <a:gd name="connsiteX13" fmla="*/ 78445 w 323644"/>
              <a:gd name="connsiteY13" fmla="*/ 1471 h 337036"/>
              <a:gd name="connsiteX14" fmla="*/ 161822 w 323644"/>
              <a:gd name="connsiteY14" fmla="*/ 59192 h 337036"/>
              <a:gd name="connsiteX15" fmla="*/ 246433 w 323644"/>
              <a:gd name="connsiteY15" fmla="*/ 233 h 337036"/>
              <a:gd name="connsiteX16" fmla="*/ 323644 w 323644"/>
              <a:gd name="connsiteY16" fmla="*/ 97292 h 337036"/>
              <a:gd name="connsiteX17" fmla="*/ 165522 w 323644"/>
              <a:gd name="connsiteY17" fmla="*/ 335703 h 337036"/>
              <a:gd name="connsiteX18" fmla="*/ 161822 w 323644"/>
              <a:gd name="connsiteY18" fmla="*/ 336941 h 337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23644" h="337036">
                <a:moveTo>
                  <a:pt x="83377" y="14996"/>
                </a:moveTo>
                <a:cubicBezTo>
                  <a:pt x="82144" y="14996"/>
                  <a:pt x="80911" y="14996"/>
                  <a:pt x="78445" y="16235"/>
                </a:cubicBezTo>
                <a:cubicBezTo>
                  <a:pt x="46574" y="18711"/>
                  <a:pt x="14703" y="47000"/>
                  <a:pt x="14703" y="105960"/>
                </a:cubicBezTo>
                <a:cubicBezTo>
                  <a:pt x="14703" y="210449"/>
                  <a:pt x="136117" y="302556"/>
                  <a:pt x="160589" y="321035"/>
                </a:cubicBezTo>
                <a:cubicBezTo>
                  <a:pt x="185157" y="301413"/>
                  <a:pt x="308942" y="194447"/>
                  <a:pt x="308942" y="97388"/>
                </a:cubicBezTo>
                <a:cubicBezTo>
                  <a:pt x="308942" y="43286"/>
                  <a:pt x="277071" y="17473"/>
                  <a:pt x="245200" y="14996"/>
                </a:cubicBezTo>
                <a:cubicBezTo>
                  <a:pt x="213328" y="12520"/>
                  <a:pt x="176525" y="34618"/>
                  <a:pt x="169221" y="88720"/>
                </a:cubicBezTo>
                <a:cubicBezTo>
                  <a:pt x="167988" y="92435"/>
                  <a:pt x="165522" y="94911"/>
                  <a:pt x="161822" y="94911"/>
                </a:cubicBezTo>
                <a:cubicBezTo>
                  <a:pt x="158123" y="94911"/>
                  <a:pt x="154424" y="92435"/>
                  <a:pt x="154424" y="88720"/>
                </a:cubicBezTo>
                <a:cubicBezTo>
                  <a:pt x="145887" y="38333"/>
                  <a:pt x="113921" y="14996"/>
                  <a:pt x="83282" y="14996"/>
                </a:cubicBezTo>
                <a:close/>
                <a:moveTo>
                  <a:pt x="161917" y="337037"/>
                </a:moveTo>
                <a:cubicBezTo>
                  <a:pt x="159451" y="337037"/>
                  <a:pt x="158218" y="337037"/>
                  <a:pt x="156985" y="335798"/>
                </a:cubicBezTo>
                <a:cubicBezTo>
                  <a:pt x="150819" y="332084"/>
                  <a:pt x="0" y="230071"/>
                  <a:pt x="0" y="105960"/>
                </a:cubicBezTo>
                <a:cubicBezTo>
                  <a:pt x="0" y="37094"/>
                  <a:pt x="39270" y="3947"/>
                  <a:pt x="78445" y="1471"/>
                </a:cubicBezTo>
                <a:cubicBezTo>
                  <a:pt x="109083" y="-1006"/>
                  <a:pt x="144654" y="16235"/>
                  <a:pt x="161822" y="59192"/>
                </a:cubicBezTo>
                <a:cubicBezTo>
                  <a:pt x="177758" y="14901"/>
                  <a:pt x="214562" y="-2244"/>
                  <a:pt x="246433" y="233"/>
                </a:cubicBezTo>
                <a:cubicBezTo>
                  <a:pt x="283236" y="2709"/>
                  <a:pt x="323644" y="34618"/>
                  <a:pt x="323644" y="97292"/>
                </a:cubicBezTo>
                <a:cubicBezTo>
                  <a:pt x="323644" y="212831"/>
                  <a:pt x="172825" y="330845"/>
                  <a:pt x="165522" y="335703"/>
                </a:cubicBezTo>
                <a:cubicBezTo>
                  <a:pt x="164288" y="336941"/>
                  <a:pt x="163055" y="336941"/>
                  <a:pt x="161822" y="33694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" name="Graphic 3">
            <a:extLst>
              <a:ext uri="{FF2B5EF4-FFF2-40B4-BE49-F238E27FC236}">
                <a16:creationId xmlns:a16="http://schemas.microsoft.com/office/drawing/2014/main" id="{DAF8A862-7163-BA1B-FB39-8CA6B12C42B2}"/>
              </a:ext>
            </a:extLst>
          </p:cNvPr>
          <p:cNvSpPr/>
          <p:nvPr/>
        </p:nvSpPr>
        <p:spPr>
          <a:xfrm>
            <a:off x="1357212" y="1468208"/>
            <a:ext cx="430180" cy="447981"/>
          </a:xfrm>
          <a:custGeom>
            <a:avLst/>
            <a:gdLst>
              <a:gd name="connsiteX0" fmla="*/ 83377 w 323644"/>
              <a:gd name="connsiteY0" fmla="*/ 14996 h 337036"/>
              <a:gd name="connsiteX1" fmla="*/ 78445 w 323644"/>
              <a:gd name="connsiteY1" fmla="*/ 16235 h 337036"/>
              <a:gd name="connsiteX2" fmla="*/ 14703 w 323644"/>
              <a:gd name="connsiteY2" fmla="*/ 105960 h 337036"/>
              <a:gd name="connsiteX3" fmla="*/ 160589 w 323644"/>
              <a:gd name="connsiteY3" fmla="*/ 321035 h 337036"/>
              <a:gd name="connsiteX4" fmla="*/ 308942 w 323644"/>
              <a:gd name="connsiteY4" fmla="*/ 97388 h 337036"/>
              <a:gd name="connsiteX5" fmla="*/ 245200 w 323644"/>
              <a:gd name="connsiteY5" fmla="*/ 14996 h 337036"/>
              <a:gd name="connsiteX6" fmla="*/ 169221 w 323644"/>
              <a:gd name="connsiteY6" fmla="*/ 88720 h 337036"/>
              <a:gd name="connsiteX7" fmla="*/ 161822 w 323644"/>
              <a:gd name="connsiteY7" fmla="*/ 94911 h 337036"/>
              <a:gd name="connsiteX8" fmla="*/ 154424 w 323644"/>
              <a:gd name="connsiteY8" fmla="*/ 88720 h 337036"/>
              <a:gd name="connsiteX9" fmla="*/ 83282 w 323644"/>
              <a:gd name="connsiteY9" fmla="*/ 14996 h 337036"/>
              <a:gd name="connsiteX10" fmla="*/ 161917 w 323644"/>
              <a:gd name="connsiteY10" fmla="*/ 337037 h 337036"/>
              <a:gd name="connsiteX11" fmla="*/ 156985 w 323644"/>
              <a:gd name="connsiteY11" fmla="*/ 335798 h 337036"/>
              <a:gd name="connsiteX12" fmla="*/ 0 w 323644"/>
              <a:gd name="connsiteY12" fmla="*/ 105960 h 337036"/>
              <a:gd name="connsiteX13" fmla="*/ 78445 w 323644"/>
              <a:gd name="connsiteY13" fmla="*/ 1471 h 337036"/>
              <a:gd name="connsiteX14" fmla="*/ 161822 w 323644"/>
              <a:gd name="connsiteY14" fmla="*/ 59192 h 337036"/>
              <a:gd name="connsiteX15" fmla="*/ 246433 w 323644"/>
              <a:gd name="connsiteY15" fmla="*/ 233 h 337036"/>
              <a:gd name="connsiteX16" fmla="*/ 323644 w 323644"/>
              <a:gd name="connsiteY16" fmla="*/ 97292 h 337036"/>
              <a:gd name="connsiteX17" fmla="*/ 165522 w 323644"/>
              <a:gd name="connsiteY17" fmla="*/ 335703 h 337036"/>
              <a:gd name="connsiteX18" fmla="*/ 161822 w 323644"/>
              <a:gd name="connsiteY18" fmla="*/ 336941 h 337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23644" h="337036">
                <a:moveTo>
                  <a:pt x="83377" y="14996"/>
                </a:moveTo>
                <a:cubicBezTo>
                  <a:pt x="82144" y="14996"/>
                  <a:pt x="80911" y="14996"/>
                  <a:pt x="78445" y="16235"/>
                </a:cubicBezTo>
                <a:cubicBezTo>
                  <a:pt x="46574" y="18711"/>
                  <a:pt x="14703" y="47000"/>
                  <a:pt x="14703" y="105960"/>
                </a:cubicBezTo>
                <a:cubicBezTo>
                  <a:pt x="14703" y="210449"/>
                  <a:pt x="136117" y="302556"/>
                  <a:pt x="160589" y="321035"/>
                </a:cubicBezTo>
                <a:cubicBezTo>
                  <a:pt x="185157" y="301413"/>
                  <a:pt x="308942" y="194447"/>
                  <a:pt x="308942" y="97388"/>
                </a:cubicBezTo>
                <a:cubicBezTo>
                  <a:pt x="308942" y="43286"/>
                  <a:pt x="277071" y="17473"/>
                  <a:pt x="245200" y="14996"/>
                </a:cubicBezTo>
                <a:cubicBezTo>
                  <a:pt x="213328" y="12520"/>
                  <a:pt x="176525" y="34618"/>
                  <a:pt x="169221" y="88720"/>
                </a:cubicBezTo>
                <a:cubicBezTo>
                  <a:pt x="167988" y="92435"/>
                  <a:pt x="165522" y="94911"/>
                  <a:pt x="161822" y="94911"/>
                </a:cubicBezTo>
                <a:cubicBezTo>
                  <a:pt x="158123" y="94911"/>
                  <a:pt x="154424" y="92435"/>
                  <a:pt x="154424" y="88720"/>
                </a:cubicBezTo>
                <a:cubicBezTo>
                  <a:pt x="145887" y="38333"/>
                  <a:pt x="113921" y="14996"/>
                  <a:pt x="83282" y="14996"/>
                </a:cubicBezTo>
                <a:close/>
                <a:moveTo>
                  <a:pt x="161917" y="337037"/>
                </a:moveTo>
                <a:cubicBezTo>
                  <a:pt x="159451" y="337037"/>
                  <a:pt x="158218" y="337037"/>
                  <a:pt x="156985" y="335798"/>
                </a:cubicBezTo>
                <a:cubicBezTo>
                  <a:pt x="150819" y="332084"/>
                  <a:pt x="0" y="230071"/>
                  <a:pt x="0" y="105960"/>
                </a:cubicBezTo>
                <a:cubicBezTo>
                  <a:pt x="0" y="37094"/>
                  <a:pt x="39270" y="3947"/>
                  <a:pt x="78445" y="1471"/>
                </a:cubicBezTo>
                <a:cubicBezTo>
                  <a:pt x="109083" y="-1006"/>
                  <a:pt x="144654" y="16235"/>
                  <a:pt x="161822" y="59192"/>
                </a:cubicBezTo>
                <a:cubicBezTo>
                  <a:pt x="177758" y="14901"/>
                  <a:pt x="214562" y="-2244"/>
                  <a:pt x="246433" y="233"/>
                </a:cubicBezTo>
                <a:cubicBezTo>
                  <a:pt x="283236" y="2709"/>
                  <a:pt x="323644" y="34618"/>
                  <a:pt x="323644" y="97292"/>
                </a:cubicBezTo>
                <a:cubicBezTo>
                  <a:pt x="323644" y="212831"/>
                  <a:pt x="172825" y="330845"/>
                  <a:pt x="165522" y="335703"/>
                </a:cubicBezTo>
                <a:cubicBezTo>
                  <a:pt x="164288" y="336941"/>
                  <a:pt x="163055" y="336941"/>
                  <a:pt x="161822" y="33694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605D075-AD73-84D5-9B8C-34A5186E7F07}"/>
              </a:ext>
            </a:extLst>
          </p:cNvPr>
          <p:cNvGrpSpPr/>
          <p:nvPr/>
        </p:nvGrpSpPr>
        <p:grpSpPr>
          <a:xfrm>
            <a:off x="2191956" y="740979"/>
            <a:ext cx="482600" cy="484368"/>
            <a:chOff x="4406419" y="772124"/>
            <a:chExt cx="360353" cy="361673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AD511EA0-F548-251F-D931-48E402C0C9A3}"/>
                </a:ext>
              </a:extLst>
            </p:cNvPr>
            <p:cNvSpPr/>
            <p:nvPr/>
          </p:nvSpPr>
          <p:spPr>
            <a:xfrm>
              <a:off x="4485476" y="772124"/>
              <a:ext cx="202334" cy="187461"/>
            </a:xfrm>
            <a:custGeom>
              <a:avLst/>
              <a:gdLst>
                <a:gd name="connsiteX0" fmla="*/ 201998 w 202334"/>
                <a:gd name="connsiteY0" fmla="*/ 62494 h 187461"/>
                <a:gd name="connsiteX1" fmla="*/ 155803 w 202334"/>
                <a:gd name="connsiteY1" fmla="*/ 486 h 187461"/>
                <a:gd name="connsiteX2" fmla="*/ 101167 w 202334"/>
                <a:gd name="connsiteY2" fmla="*/ 28489 h 187461"/>
                <a:gd name="connsiteX3" fmla="*/ 46531 w 202334"/>
                <a:gd name="connsiteY3" fmla="*/ 486 h 187461"/>
                <a:gd name="connsiteX4" fmla="*/ 336 w 202334"/>
                <a:gd name="connsiteY4" fmla="*/ 62494 h 187461"/>
                <a:gd name="connsiteX5" fmla="*/ 97658 w 202334"/>
                <a:gd name="connsiteY5" fmla="*/ 186414 h 187461"/>
                <a:gd name="connsiteX6" fmla="*/ 101167 w 202334"/>
                <a:gd name="connsiteY6" fmla="*/ 187462 h 187461"/>
                <a:gd name="connsiteX7" fmla="*/ 104677 w 202334"/>
                <a:gd name="connsiteY7" fmla="*/ 186414 h 187461"/>
                <a:gd name="connsiteX8" fmla="*/ 201998 w 202334"/>
                <a:gd name="connsiteY8" fmla="*/ 62494 h 187461"/>
                <a:gd name="connsiteX9" fmla="*/ 101262 w 202334"/>
                <a:gd name="connsiteY9" fmla="*/ 173269 h 187461"/>
                <a:gd name="connsiteX10" fmla="*/ 13142 w 202334"/>
                <a:gd name="connsiteY10" fmla="*/ 61065 h 187461"/>
                <a:gd name="connsiteX11" fmla="*/ 48238 w 202334"/>
                <a:gd name="connsiteY11" fmla="*/ 13154 h 187461"/>
                <a:gd name="connsiteX12" fmla="*/ 53645 w 202334"/>
                <a:gd name="connsiteY12" fmla="*/ 12773 h 187461"/>
                <a:gd name="connsiteX13" fmla="*/ 92915 w 202334"/>
                <a:gd name="connsiteY13" fmla="*/ 41539 h 187461"/>
                <a:gd name="connsiteX14" fmla="*/ 101167 w 202334"/>
                <a:gd name="connsiteY14" fmla="*/ 47539 h 187461"/>
                <a:gd name="connsiteX15" fmla="*/ 109419 w 202334"/>
                <a:gd name="connsiteY15" fmla="*/ 41443 h 187461"/>
                <a:gd name="connsiteX16" fmla="*/ 154096 w 202334"/>
                <a:gd name="connsiteY16" fmla="*/ 12964 h 187461"/>
                <a:gd name="connsiteX17" fmla="*/ 189192 w 202334"/>
                <a:gd name="connsiteY17" fmla="*/ 60874 h 187461"/>
                <a:gd name="connsiteX18" fmla="*/ 101072 w 202334"/>
                <a:gd name="connsiteY18" fmla="*/ 17307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2334" h="187461">
                  <a:moveTo>
                    <a:pt x="201998" y="62494"/>
                  </a:moveTo>
                  <a:cubicBezTo>
                    <a:pt x="205223" y="31537"/>
                    <a:pt x="184924" y="4296"/>
                    <a:pt x="155803" y="486"/>
                  </a:cubicBezTo>
                  <a:cubicBezTo>
                    <a:pt x="133228" y="-2467"/>
                    <a:pt x="111601" y="8963"/>
                    <a:pt x="101167" y="28489"/>
                  </a:cubicBezTo>
                  <a:cubicBezTo>
                    <a:pt x="90733" y="8963"/>
                    <a:pt x="69106" y="-2562"/>
                    <a:pt x="46531" y="486"/>
                  </a:cubicBezTo>
                  <a:cubicBezTo>
                    <a:pt x="17410" y="4296"/>
                    <a:pt x="-2889" y="31537"/>
                    <a:pt x="336" y="62494"/>
                  </a:cubicBezTo>
                  <a:cubicBezTo>
                    <a:pt x="6692" y="123073"/>
                    <a:pt x="76410" y="172603"/>
                    <a:pt x="97658" y="186414"/>
                  </a:cubicBezTo>
                  <a:cubicBezTo>
                    <a:pt x="98701" y="187081"/>
                    <a:pt x="99934" y="187462"/>
                    <a:pt x="101167" y="187462"/>
                  </a:cubicBezTo>
                  <a:cubicBezTo>
                    <a:pt x="102400" y="187462"/>
                    <a:pt x="103538" y="187081"/>
                    <a:pt x="104677" y="186414"/>
                  </a:cubicBezTo>
                  <a:cubicBezTo>
                    <a:pt x="125924" y="172603"/>
                    <a:pt x="195643" y="123073"/>
                    <a:pt x="201998" y="62494"/>
                  </a:cubicBezTo>
                  <a:close/>
                  <a:moveTo>
                    <a:pt x="101262" y="173269"/>
                  </a:moveTo>
                  <a:cubicBezTo>
                    <a:pt x="60949" y="146314"/>
                    <a:pt x="17600" y="103451"/>
                    <a:pt x="13142" y="61065"/>
                  </a:cubicBezTo>
                  <a:cubicBezTo>
                    <a:pt x="10581" y="37157"/>
                    <a:pt x="26042" y="16107"/>
                    <a:pt x="48238" y="13154"/>
                  </a:cubicBezTo>
                  <a:cubicBezTo>
                    <a:pt x="50040" y="12964"/>
                    <a:pt x="51843" y="12773"/>
                    <a:pt x="53645" y="12773"/>
                  </a:cubicBezTo>
                  <a:cubicBezTo>
                    <a:pt x="71478" y="12773"/>
                    <a:pt x="87413" y="24203"/>
                    <a:pt x="92915" y="41539"/>
                  </a:cubicBezTo>
                  <a:cubicBezTo>
                    <a:pt x="94053" y="45158"/>
                    <a:pt x="97373" y="47539"/>
                    <a:pt x="101167" y="47539"/>
                  </a:cubicBezTo>
                  <a:cubicBezTo>
                    <a:pt x="104961" y="47539"/>
                    <a:pt x="108281" y="45158"/>
                    <a:pt x="109419" y="41443"/>
                  </a:cubicBezTo>
                  <a:cubicBezTo>
                    <a:pt x="115395" y="22393"/>
                    <a:pt x="134177" y="10487"/>
                    <a:pt x="154096" y="12964"/>
                  </a:cubicBezTo>
                  <a:cubicBezTo>
                    <a:pt x="176292" y="15821"/>
                    <a:pt x="191753" y="36871"/>
                    <a:pt x="189192" y="60874"/>
                  </a:cubicBezTo>
                  <a:cubicBezTo>
                    <a:pt x="184734" y="103261"/>
                    <a:pt x="141386" y="146123"/>
                    <a:pt x="101072" y="17307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E5A9F90-AEF4-DBC1-B230-60FA21F20F05}"/>
                </a:ext>
              </a:extLst>
            </p:cNvPr>
            <p:cNvSpPr/>
            <p:nvPr/>
          </p:nvSpPr>
          <p:spPr>
            <a:xfrm>
              <a:off x="4406419" y="867193"/>
              <a:ext cx="153000" cy="266318"/>
            </a:xfrm>
            <a:custGeom>
              <a:avLst/>
              <a:gdLst>
                <a:gd name="connsiteX0" fmla="*/ 141998 w 153000"/>
                <a:gd name="connsiteY0" fmla="*/ 206121 h 266318"/>
                <a:gd name="connsiteX1" fmla="*/ 136496 w 153000"/>
                <a:gd name="connsiteY1" fmla="*/ 206121 h 266318"/>
                <a:gd name="connsiteX2" fmla="*/ 136496 w 153000"/>
                <a:gd name="connsiteY2" fmla="*/ 145828 h 266318"/>
                <a:gd name="connsiteX3" fmla="*/ 136117 w 153000"/>
                <a:gd name="connsiteY3" fmla="*/ 143637 h 266318"/>
                <a:gd name="connsiteX4" fmla="*/ 114395 w 153000"/>
                <a:gd name="connsiteY4" fmla="*/ 83439 h 266318"/>
                <a:gd name="connsiteX5" fmla="*/ 114110 w 153000"/>
                <a:gd name="connsiteY5" fmla="*/ 82772 h 266318"/>
                <a:gd name="connsiteX6" fmla="*/ 94760 w 153000"/>
                <a:gd name="connsiteY6" fmla="*/ 69056 h 266318"/>
                <a:gd name="connsiteX7" fmla="*/ 79678 w 153000"/>
                <a:gd name="connsiteY7" fmla="*/ 75533 h 266318"/>
                <a:gd name="connsiteX8" fmla="*/ 74177 w 153000"/>
                <a:gd name="connsiteY8" fmla="*/ 90011 h 266318"/>
                <a:gd name="connsiteX9" fmla="*/ 80532 w 153000"/>
                <a:gd name="connsiteY9" fmla="*/ 125921 h 266318"/>
                <a:gd name="connsiteX10" fmla="*/ 50083 w 153000"/>
                <a:gd name="connsiteY10" fmla="*/ 95155 h 266318"/>
                <a:gd name="connsiteX11" fmla="*/ 6355 w 153000"/>
                <a:gd name="connsiteY11" fmla="*/ 0 h 266318"/>
                <a:gd name="connsiteX12" fmla="*/ 0 w 153000"/>
                <a:gd name="connsiteY12" fmla="*/ 6382 h 266318"/>
                <a:gd name="connsiteX13" fmla="*/ 0 w 153000"/>
                <a:gd name="connsiteY13" fmla="*/ 128492 h 266318"/>
                <a:gd name="connsiteX14" fmla="*/ 1897 w 153000"/>
                <a:gd name="connsiteY14" fmla="*/ 133064 h 266318"/>
                <a:gd name="connsiteX15" fmla="*/ 62035 w 153000"/>
                <a:gd name="connsiteY15" fmla="*/ 191643 h 266318"/>
                <a:gd name="connsiteX16" fmla="*/ 62035 w 153000"/>
                <a:gd name="connsiteY16" fmla="*/ 205931 h 266318"/>
                <a:gd name="connsiteX17" fmla="*/ 56534 w 153000"/>
                <a:gd name="connsiteY17" fmla="*/ 205931 h 266318"/>
                <a:gd name="connsiteX18" fmla="*/ 45435 w 153000"/>
                <a:gd name="connsiteY18" fmla="*/ 217075 h 266318"/>
                <a:gd name="connsiteX19" fmla="*/ 45435 w 153000"/>
                <a:gd name="connsiteY19" fmla="*/ 255175 h 266318"/>
                <a:gd name="connsiteX20" fmla="*/ 56534 w 153000"/>
                <a:gd name="connsiteY20" fmla="*/ 266319 h 266318"/>
                <a:gd name="connsiteX21" fmla="*/ 141903 w 153000"/>
                <a:gd name="connsiteY21" fmla="*/ 266319 h 266318"/>
                <a:gd name="connsiteX22" fmla="*/ 153001 w 153000"/>
                <a:gd name="connsiteY22" fmla="*/ 255175 h 266318"/>
                <a:gd name="connsiteX23" fmla="*/ 153001 w 153000"/>
                <a:gd name="connsiteY23" fmla="*/ 217075 h 266318"/>
                <a:gd name="connsiteX24" fmla="*/ 141903 w 153000"/>
                <a:gd name="connsiteY24" fmla="*/ 205931 h 266318"/>
                <a:gd name="connsiteX25" fmla="*/ 72564 w 153000"/>
                <a:gd name="connsiteY25" fmla="*/ 184118 h 266318"/>
                <a:gd name="connsiteX26" fmla="*/ 12900 w 153000"/>
                <a:gd name="connsiteY26" fmla="*/ 126016 h 266318"/>
                <a:gd name="connsiteX27" fmla="*/ 12900 w 153000"/>
                <a:gd name="connsiteY27" fmla="*/ 14097 h 266318"/>
                <a:gd name="connsiteX28" fmla="*/ 37373 w 153000"/>
                <a:gd name="connsiteY28" fmla="*/ 98012 h 266318"/>
                <a:gd name="connsiteX29" fmla="*/ 39270 w 153000"/>
                <a:gd name="connsiteY29" fmla="*/ 102584 h 266318"/>
                <a:gd name="connsiteX30" fmla="*/ 86792 w 153000"/>
                <a:gd name="connsiteY30" fmla="*/ 150590 h 266318"/>
                <a:gd name="connsiteX31" fmla="*/ 94381 w 153000"/>
                <a:gd name="connsiteY31" fmla="*/ 151733 h 266318"/>
                <a:gd name="connsiteX32" fmla="*/ 97606 w 153000"/>
                <a:gd name="connsiteY32" fmla="*/ 144685 h 266318"/>
                <a:gd name="connsiteX33" fmla="*/ 87077 w 153000"/>
                <a:gd name="connsiteY33" fmla="*/ 89630 h 266318"/>
                <a:gd name="connsiteX34" fmla="*/ 88974 w 153000"/>
                <a:gd name="connsiteY34" fmla="*/ 84582 h 266318"/>
                <a:gd name="connsiteX35" fmla="*/ 102254 w 153000"/>
                <a:gd name="connsiteY35" fmla="*/ 87630 h 266318"/>
                <a:gd name="connsiteX36" fmla="*/ 102728 w 153000"/>
                <a:gd name="connsiteY36" fmla="*/ 88868 h 266318"/>
                <a:gd name="connsiteX37" fmla="*/ 123691 w 153000"/>
                <a:gd name="connsiteY37" fmla="*/ 147161 h 266318"/>
                <a:gd name="connsiteX38" fmla="*/ 123691 w 153000"/>
                <a:gd name="connsiteY38" fmla="*/ 206312 h 266318"/>
                <a:gd name="connsiteX39" fmla="*/ 74840 w 153000"/>
                <a:gd name="connsiteY39" fmla="*/ 206312 h 266318"/>
                <a:gd name="connsiteX40" fmla="*/ 74840 w 153000"/>
                <a:gd name="connsiteY40" fmla="*/ 189262 h 266318"/>
                <a:gd name="connsiteX41" fmla="*/ 72469 w 153000"/>
                <a:gd name="connsiteY41" fmla="*/ 184309 h 266318"/>
                <a:gd name="connsiteX42" fmla="*/ 140385 w 153000"/>
                <a:gd name="connsiteY42" fmla="*/ 253746 h 266318"/>
                <a:gd name="connsiteX43" fmla="*/ 58336 w 153000"/>
                <a:gd name="connsiteY43" fmla="*/ 253746 h 266318"/>
                <a:gd name="connsiteX44" fmla="*/ 58336 w 153000"/>
                <a:gd name="connsiteY44" fmla="*/ 218980 h 266318"/>
                <a:gd name="connsiteX45" fmla="*/ 140385 w 153000"/>
                <a:gd name="connsiteY45" fmla="*/ 218980 h 266318"/>
                <a:gd name="connsiteX46" fmla="*/ 140385 w 153000"/>
                <a:gd name="connsiteY46" fmla="*/ 253746 h 26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318">
                  <a:moveTo>
                    <a:pt x="141998" y="206121"/>
                  </a:moveTo>
                  <a:lnTo>
                    <a:pt x="136496" y="206121"/>
                  </a:lnTo>
                  <a:lnTo>
                    <a:pt x="136496" y="145828"/>
                  </a:lnTo>
                  <a:cubicBezTo>
                    <a:pt x="136496" y="145066"/>
                    <a:pt x="136401" y="144304"/>
                    <a:pt x="136117" y="143637"/>
                  </a:cubicBezTo>
                  <a:lnTo>
                    <a:pt x="114395" y="83439"/>
                  </a:lnTo>
                  <a:cubicBezTo>
                    <a:pt x="114395" y="83439"/>
                    <a:pt x="114205" y="82963"/>
                    <a:pt x="114110" y="82772"/>
                  </a:cubicBezTo>
                  <a:cubicBezTo>
                    <a:pt x="111170" y="74486"/>
                    <a:pt x="103581" y="69056"/>
                    <a:pt x="94760" y="69056"/>
                  </a:cubicBezTo>
                  <a:cubicBezTo>
                    <a:pt x="89069" y="69056"/>
                    <a:pt x="83567" y="71438"/>
                    <a:pt x="79678" y="75533"/>
                  </a:cubicBezTo>
                  <a:cubicBezTo>
                    <a:pt x="75884" y="79534"/>
                    <a:pt x="73987" y="84677"/>
                    <a:pt x="74177" y="90011"/>
                  </a:cubicBezTo>
                  <a:cubicBezTo>
                    <a:pt x="74366" y="94869"/>
                    <a:pt x="77686" y="111728"/>
                    <a:pt x="80532" y="125921"/>
                  </a:cubicBezTo>
                  <a:lnTo>
                    <a:pt x="50083" y="95155"/>
                  </a:lnTo>
                  <a:cubicBezTo>
                    <a:pt x="50083" y="68675"/>
                    <a:pt x="48566" y="0"/>
                    <a:pt x="6355" y="0"/>
                  </a:cubicBezTo>
                  <a:cubicBezTo>
                    <a:pt x="2846" y="0"/>
                    <a:pt x="0" y="2858"/>
                    <a:pt x="0" y="6382"/>
                  </a:cubicBezTo>
                  <a:lnTo>
                    <a:pt x="0" y="128492"/>
                  </a:lnTo>
                  <a:cubicBezTo>
                    <a:pt x="0" y="130207"/>
                    <a:pt x="664" y="131921"/>
                    <a:pt x="1897" y="133064"/>
                  </a:cubicBezTo>
                  <a:lnTo>
                    <a:pt x="62035" y="191643"/>
                  </a:lnTo>
                  <a:lnTo>
                    <a:pt x="62035" y="205931"/>
                  </a:lnTo>
                  <a:lnTo>
                    <a:pt x="56534" y="205931"/>
                  </a:lnTo>
                  <a:cubicBezTo>
                    <a:pt x="50368" y="205931"/>
                    <a:pt x="45435" y="210979"/>
                    <a:pt x="45435" y="217075"/>
                  </a:cubicBezTo>
                  <a:lnTo>
                    <a:pt x="45435" y="255175"/>
                  </a:lnTo>
                  <a:cubicBezTo>
                    <a:pt x="45435" y="261366"/>
                    <a:pt x="50463" y="266319"/>
                    <a:pt x="56534" y="266319"/>
                  </a:cubicBezTo>
                  <a:lnTo>
                    <a:pt x="141903" y="266319"/>
                  </a:lnTo>
                  <a:cubicBezTo>
                    <a:pt x="148068" y="266319"/>
                    <a:pt x="153001" y="261271"/>
                    <a:pt x="153001" y="255175"/>
                  </a:cubicBezTo>
                  <a:lnTo>
                    <a:pt x="153001" y="217075"/>
                  </a:lnTo>
                  <a:cubicBezTo>
                    <a:pt x="153001" y="210884"/>
                    <a:pt x="147974" y="205931"/>
                    <a:pt x="141903" y="205931"/>
                  </a:cubicBezTo>
                  <a:close/>
                  <a:moveTo>
                    <a:pt x="72564" y="184118"/>
                  </a:moveTo>
                  <a:lnTo>
                    <a:pt x="12900" y="126016"/>
                  </a:lnTo>
                  <a:lnTo>
                    <a:pt x="12900" y="14097"/>
                  </a:lnTo>
                  <a:cubicBezTo>
                    <a:pt x="29215" y="19717"/>
                    <a:pt x="37373" y="47816"/>
                    <a:pt x="37373" y="98012"/>
                  </a:cubicBezTo>
                  <a:cubicBezTo>
                    <a:pt x="37373" y="99727"/>
                    <a:pt x="38037" y="101346"/>
                    <a:pt x="39270" y="102584"/>
                  </a:cubicBezTo>
                  <a:lnTo>
                    <a:pt x="86792" y="150590"/>
                  </a:lnTo>
                  <a:cubicBezTo>
                    <a:pt x="88784" y="152591"/>
                    <a:pt x="91914" y="153067"/>
                    <a:pt x="94381" y="151733"/>
                  </a:cubicBezTo>
                  <a:cubicBezTo>
                    <a:pt x="96847" y="150400"/>
                    <a:pt x="98175" y="147542"/>
                    <a:pt x="97606" y="144685"/>
                  </a:cubicBezTo>
                  <a:cubicBezTo>
                    <a:pt x="93717" y="126302"/>
                    <a:pt x="87361" y="95155"/>
                    <a:pt x="87077" y="89630"/>
                  </a:cubicBezTo>
                  <a:cubicBezTo>
                    <a:pt x="87077" y="87821"/>
                    <a:pt x="87646" y="86011"/>
                    <a:pt x="88974" y="84582"/>
                  </a:cubicBezTo>
                  <a:cubicBezTo>
                    <a:pt x="92863" y="80486"/>
                    <a:pt x="100641" y="82201"/>
                    <a:pt x="102254" y="87630"/>
                  </a:cubicBezTo>
                  <a:cubicBezTo>
                    <a:pt x="102348" y="88106"/>
                    <a:pt x="102538" y="88487"/>
                    <a:pt x="102728" y="88868"/>
                  </a:cubicBezTo>
                  <a:lnTo>
                    <a:pt x="123691" y="147161"/>
                  </a:lnTo>
                  <a:lnTo>
                    <a:pt x="123691" y="206312"/>
                  </a:lnTo>
                  <a:lnTo>
                    <a:pt x="74840" y="206312"/>
                  </a:lnTo>
                  <a:lnTo>
                    <a:pt x="74840" y="189262"/>
                  </a:lnTo>
                  <a:cubicBezTo>
                    <a:pt x="74840" y="187262"/>
                    <a:pt x="73892" y="185452"/>
                    <a:pt x="72469" y="184309"/>
                  </a:cubicBezTo>
                  <a:close/>
                  <a:moveTo>
                    <a:pt x="140385" y="253746"/>
                  </a:moveTo>
                  <a:lnTo>
                    <a:pt x="58336" y="253746"/>
                  </a:lnTo>
                  <a:lnTo>
                    <a:pt x="58336" y="218980"/>
                  </a:lnTo>
                  <a:lnTo>
                    <a:pt x="140385" y="218980"/>
                  </a:lnTo>
                  <a:lnTo>
                    <a:pt x="140385" y="253746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5C09F357-4627-3F70-886C-CC775AF58BC7}"/>
                </a:ext>
              </a:extLst>
            </p:cNvPr>
            <p:cNvSpPr/>
            <p:nvPr/>
          </p:nvSpPr>
          <p:spPr>
            <a:xfrm>
              <a:off x="4613772" y="867288"/>
              <a:ext cx="153000" cy="266509"/>
            </a:xfrm>
            <a:custGeom>
              <a:avLst/>
              <a:gdLst>
                <a:gd name="connsiteX0" fmla="*/ 146740 w 153000"/>
                <a:gd name="connsiteY0" fmla="*/ 0 h 266509"/>
                <a:gd name="connsiteX1" fmla="*/ 103012 w 153000"/>
                <a:gd name="connsiteY1" fmla="*/ 95155 h 266509"/>
                <a:gd name="connsiteX2" fmla="*/ 72564 w 153000"/>
                <a:gd name="connsiteY2" fmla="*/ 125921 h 266509"/>
                <a:gd name="connsiteX3" fmla="*/ 78919 w 153000"/>
                <a:gd name="connsiteY3" fmla="*/ 90011 h 266509"/>
                <a:gd name="connsiteX4" fmla="*/ 73418 w 153000"/>
                <a:gd name="connsiteY4" fmla="*/ 75533 h 266509"/>
                <a:gd name="connsiteX5" fmla="*/ 58336 w 153000"/>
                <a:gd name="connsiteY5" fmla="*/ 69056 h 266509"/>
                <a:gd name="connsiteX6" fmla="*/ 38985 w 153000"/>
                <a:gd name="connsiteY6" fmla="*/ 82772 h 266509"/>
                <a:gd name="connsiteX7" fmla="*/ 38701 w 153000"/>
                <a:gd name="connsiteY7" fmla="*/ 83439 h 266509"/>
                <a:gd name="connsiteX8" fmla="*/ 16979 w 153000"/>
                <a:gd name="connsiteY8" fmla="*/ 143637 h 266509"/>
                <a:gd name="connsiteX9" fmla="*/ 16600 w 153000"/>
                <a:gd name="connsiteY9" fmla="*/ 145828 h 266509"/>
                <a:gd name="connsiteX10" fmla="*/ 16600 w 153000"/>
                <a:gd name="connsiteY10" fmla="*/ 206121 h 266509"/>
                <a:gd name="connsiteX11" fmla="*/ 11098 w 153000"/>
                <a:gd name="connsiteY11" fmla="*/ 206121 h 266509"/>
                <a:gd name="connsiteX12" fmla="*/ 0 w 153000"/>
                <a:gd name="connsiteY12" fmla="*/ 217265 h 266509"/>
                <a:gd name="connsiteX13" fmla="*/ 0 w 153000"/>
                <a:gd name="connsiteY13" fmla="*/ 255365 h 266509"/>
                <a:gd name="connsiteX14" fmla="*/ 11098 w 153000"/>
                <a:gd name="connsiteY14" fmla="*/ 266510 h 266509"/>
                <a:gd name="connsiteX15" fmla="*/ 96467 w 153000"/>
                <a:gd name="connsiteY15" fmla="*/ 266510 h 266509"/>
                <a:gd name="connsiteX16" fmla="*/ 107565 w 153000"/>
                <a:gd name="connsiteY16" fmla="*/ 255365 h 266509"/>
                <a:gd name="connsiteX17" fmla="*/ 107565 w 153000"/>
                <a:gd name="connsiteY17" fmla="*/ 217265 h 266509"/>
                <a:gd name="connsiteX18" fmla="*/ 96467 w 153000"/>
                <a:gd name="connsiteY18" fmla="*/ 206121 h 266509"/>
                <a:gd name="connsiteX19" fmla="*/ 90966 w 153000"/>
                <a:gd name="connsiteY19" fmla="*/ 206121 h 266509"/>
                <a:gd name="connsiteX20" fmla="*/ 90966 w 153000"/>
                <a:gd name="connsiteY20" fmla="*/ 191834 h 266509"/>
                <a:gd name="connsiteX21" fmla="*/ 151104 w 153000"/>
                <a:gd name="connsiteY21" fmla="*/ 133255 h 266509"/>
                <a:gd name="connsiteX22" fmla="*/ 153001 w 153000"/>
                <a:gd name="connsiteY22" fmla="*/ 128683 h 266509"/>
                <a:gd name="connsiteX23" fmla="*/ 153001 w 153000"/>
                <a:gd name="connsiteY23" fmla="*/ 6572 h 266509"/>
                <a:gd name="connsiteX24" fmla="*/ 146646 w 153000"/>
                <a:gd name="connsiteY24" fmla="*/ 190 h 266509"/>
                <a:gd name="connsiteX25" fmla="*/ 94855 w 153000"/>
                <a:gd name="connsiteY25" fmla="*/ 253651 h 266509"/>
                <a:gd name="connsiteX26" fmla="*/ 12805 w 153000"/>
                <a:gd name="connsiteY26" fmla="*/ 253651 h 266509"/>
                <a:gd name="connsiteX27" fmla="*/ 12805 w 153000"/>
                <a:gd name="connsiteY27" fmla="*/ 218885 h 266509"/>
                <a:gd name="connsiteX28" fmla="*/ 94855 w 153000"/>
                <a:gd name="connsiteY28" fmla="*/ 218885 h 266509"/>
                <a:gd name="connsiteX29" fmla="*/ 94855 w 153000"/>
                <a:gd name="connsiteY29" fmla="*/ 253651 h 266509"/>
                <a:gd name="connsiteX30" fmla="*/ 140385 w 153000"/>
                <a:gd name="connsiteY30" fmla="*/ 125921 h 266509"/>
                <a:gd name="connsiteX31" fmla="*/ 80816 w 153000"/>
                <a:gd name="connsiteY31" fmla="*/ 183928 h 266509"/>
                <a:gd name="connsiteX32" fmla="*/ 78350 w 153000"/>
                <a:gd name="connsiteY32" fmla="*/ 189071 h 266509"/>
                <a:gd name="connsiteX33" fmla="*/ 78350 w 153000"/>
                <a:gd name="connsiteY33" fmla="*/ 206121 h 266509"/>
                <a:gd name="connsiteX34" fmla="*/ 29500 w 153000"/>
                <a:gd name="connsiteY34" fmla="*/ 206121 h 266509"/>
                <a:gd name="connsiteX35" fmla="*/ 29500 w 153000"/>
                <a:gd name="connsiteY35" fmla="*/ 146971 h 266509"/>
                <a:gd name="connsiteX36" fmla="*/ 50558 w 153000"/>
                <a:gd name="connsiteY36" fmla="*/ 88678 h 266509"/>
                <a:gd name="connsiteX37" fmla="*/ 51032 w 153000"/>
                <a:gd name="connsiteY37" fmla="*/ 87440 h 266509"/>
                <a:gd name="connsiteX38" fmla="*/ 64312 w 153000"/>
                <a:gd name="connsiteY38" fmla="*/ 84392 h 266509"/>
                <a:gd name="connsiteX39" fmla="*/ 66209 w 153000"/>
                <a:gd name="connsiteY39" fmla="*/ 89440 h 266509"/>
                <a:gd name="connsiteX40" fmla="*/ 55680 w 153000"/>
                <a:gd name="connsiteY40" fmla="*/ 144494 h 266509"/>
                <a:gd name="connsiteX41" fmla="*/ 58905 w 153000"/>
                <a:gd name="connsiteY41" fmla="*/ 151543 h 266509"/>
                <a:gd name="connsiteX42" fmla="*/ 66493 w 153000"/>
                <a:gd name="connsiteY42" fmla="*/ 150400 h 266509"/>
                <a:gd name="connsiteX43" fmla="*/ 114015 w 153000"/>
                <a:gd name="connsiteY43" fmla="*/ 102394 h 266509"/>
                <a:gd name="connsiteX44" fmla="*/ 115913 w 153000"/>
                <a:gd name="connsiteY44" fmla="*/ 97822 h 266509"/>
                <a:gd name="connsiteX45" fmla="*/ 140385 w 153000"/>
                <a:gd name="connsiteY45" fmla="*/ 13906 h 266509"/>
                <a:gd name="connsiteX46" fmla="*/ 140385 w 153000"/>
                <a:gd name="connsiteY46" fmla="*/ 125825 h 26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509">
                  <a:moveTo>
                    <a:pt x="146740" y="0"/>
                  </a:moveTo>
                  <a:cubicBezTo>
                    <a:pt x="104530" y="0"/>
                    <a:pt x="103107" y="68675"/>
                    <a:pt x="103012" y="95155"/>
                  </a:cubicBezTo>
                  <a:lnTo>
                    <a:pt x="72564" y="125921"/>
                  </a:lnTo>
                  <a:cubicBezTo>
                    <a:pt x="75410" y="111728"/>
                    <a:pt x="78729" y="94869"/>
                    <a:pt x="78919" y="90011"/>
                  </a:cubicBezTo>
                  <a:cubicBezTo>
                    <a:pt x="79204" y="84677"/>
                    <a:pt x="77212" y="79534"/>
                    <a:pt x="73418" y="75533"/>
                  </a:cubicBezTo>
                  <a:cubicBezTo>
                    <a:pt x="69529" y="71438"/>
                    <a:pt x="64027" y="69056"/>
                    <a:pt x="58336" y="69056"/>
                  </a:cubicBezTo>
                  <a:cubicBezTo>
                    <a:pt x="49514" y="69056"/>
                    <a:pt x="41926" y="74486"/>
                    <a:pt x="38985" y="82772"/>
                  </a:cubicBezTo>
                  <a:cubicBezTo>
                    <a:pt x="38891" y="82963"/>
                    <a:pt x="38796" y="83248"/>
                    <a:pt x="38701" y="83439"/>
                  </a:cubicBezTo>
                  <a:lnTo>
                    <a:pt x="16979" y="143637"/>
                  </a:lnTo>
                  <a:cubicBezTo>
                    <a:pt x="16694" y="144304"/>
                    <a:pt x="16600" y="145066"/>
                    <a:pt x="16600" y="145828"/>
                  </a:cubicBezTo>
                  <a:lnTo>
                    <a:pt x="16600" y="206121"/>
                  </a:lnTo>
                  <a:lnTo>
                    <a:pt x="11098" y="206121"/>
                  </a:lnTo>
                  <a:cubicBezTo>
                    <a:pt x="4932" y="206121"/>
                    <a:pt x="0" y="211169"/>
                    <a:pt x="0" y="217265"/>
                  </a:cubicBezTo>
                  <a:lnTo>
                    <a:pt x="0" y="255365"/>
                  </a:lnTo>
                  <a:cubicBezTo>
                    <a:pt x="0" y="261556"/>
                    <a:pt x="5027" y="266510"/>
                    <a:pt x="11098" y="266510"/>
                  </a:cubicBezTo>
                  <a:lnTo>
                    <a:pt x="96467" y="266510"/>
                  </a:lnTo>
                  <a:cubicBezTo>
                    <a:pt x="102633" y="266510"/>
                    <a:pt x="107565" y="261461"/>
                    <a:pt x="107565" y="255365"/>
                  </a:cubicBezTo>
                  <a:lnTo>
                    <a:pt x="107565" y="217265"/>
                  </a:lnTo>
                  <a:cubicBezTo>
                    <a:pt x="107565" y="211074"/>
                    <a:pt x="102538" y="206121"/>
                    <a:pt x="96467" y="206121"/>
                  </a:cubicBezTo>
                  <a:lnTo>
                    <a:pt x="90966" y="206121"/>
                  </a:lnTo>
                  <a:lnTo>
                    <a:pt x="90966" y="191834"/>
                  </a:lnTo>
                  <a:lnTo>
                    <a:pt x="151104" y="133255"/>
                  </a:lnTo>
                  <a:cubicBezTo>
                    <a:pt x="152337" y="132017"/>
                    <a:pt x="153001" y="130397"/>
                    <a:pt x="153001" y="128683"/>
                  </a:cubicBezTo>
                  <a:lnTo>
                    <a:pt x="153001" y="6572"/>
                  </a:lnTo>
                  <a:cubicBezTo>
                    <a:pt x="153001" y="3048"/>
                    <a:pt x="150155" y="190"/>
                    <a:pt x="146646" y="190"/>
                  </a:cubicBezTo>
                  <a:close/>
                  <a:moveTo>
                    <a:pt x="94855" y="253651"/>
                  </a:moveTo>
                  <a:lnTo>
                    <a:pt x="12805" y="253651"/>
                  </a:lnTo>
                  <a:lnTo>
                    <a:pt x="12805" y="218885"/>
                  </a:lnTo>
                  <a:lnTo>
                    <a:pt x="94855" y="218885"/>
                  </a:lnTo>
                  <a:lnTo>
                    <a:pt x="94855" y="253651"/>
                  </a:lnTo>
                  <a:close/>
                  <a:moveTo>
                    <a:pt x="140385" y="125921"/>
                  </a:moveTo>
                  <a:lnTo>
                    <a:pt x="80816" y="183928"/>
                  </a:lnTo>
                  <a:cubicBezTo>
                    <a:pt x="79299" y="185166"/>
                    <a:pt x="78350" y="186976"/>
                    <a:pt x="78350" y="189071"/>
                  </a:cubicBezTo>
                  <a:lnTo>
                    <a:pt x="78350" y="206121"/>
                  </a:lnTo>
                  <a:lnTo>
                    <a:pt x="29500" y="206121"/>
                  </a:lnTo>
                  <a:lnTo>
                    <a:pt x="29500" y="146971"/>
                  </a:lnTo>
                  <a:lnTo>
                    <a:pt x="50558" y="88678"/>
                  </a:lnTo>
                  <a:cubicBezTo>
                    <a:pt x="50558" y="88678"/>
                    <a:pt x="50937" y="87916"/>
                    <a:pt x="51032" y="87440"/>
                  </a:cubicBezTo>
                  <a:cubicBezTo>
                    <a:pt x="52644" y="81915"/>
                    <a:pt x="60423" y="80296"/>
                    <a:pt x="64312" y="84392"/>
                  </a:cubicBezTo>
                  <a:cubicBezTo>
                    <a:pt x="65639" y="85820"/>
                    <a:pt x="66304" y="87535"/>
                    <a:pt x="66209" y="89440"/>
                  </a:cubicBezTo>
                  <a:cubicBezTo>
                    <a:pt x="65924" y="94964"/>
                    <a:pt x="59664" y="126206"/>
                    <a:pt x="55680" y="144494"/>
                  </a:cubicBezTo>
                  <a:cubicBezTo>
                    <a:pt x="55111" y="147256"/>
                    <a:pt x="56344" y="150114"/>
                    <a:pt x="58905" y="151543"/>
                  </a:cubicBezTo>
                  <a:cubicBezTo>
                    <a:pt x="61371" y="152876"/>
                    <a:pt x="64501" y="152495"/>
                    <a:pt x="66493" y="150400"/>
                  </a:cubicBezTo>
                  <a:lnTo>
                    <a:pt x="114015" y="102394"/>
                  </a:lnTo>
                  <a:cubicBezTo>
                    <a:pt x="115249" y="101156"/>
                    <a:pt x="115913" y="99536"/>
                    <a:pt x="115913" y="97822"/>
                  </a:cubicBezTo>
                  <a:cubicBezTo>
                    <a:pt x="115913" y="47720"/>
                    <a:pt x="124165" y="19526"/>
                    <a:pt x="140385" y="13906"/>
                  </a:cubicBezTo>
                  <a:lnTo>
                    <a:pt x="140385" y="125825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52E7DA6-E404-0212-B0B5-47FC0DA71ED7}"/>
              </a:ext>
            </a:extLst>
          </p:cNvPr>
          <p:cNvGrpSpPr/>
          <p:nvPr/>
        </p:nvGrpSpPr>
        <p:grpSpPr>
          <a:xfrm>
            <a:off x="2944431" y="740979"/>
            <a:ext cx="482600" cy="484368"/>
            <a:chOff x="4406419" y="772124"/>
            <a:chExt cx="360353" cy="36167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0ABE72B3-C0DB-3136-993C-5A1068E10AF3}"/>
                </a:ext>
              </a:extLst>
            </p:cNvPr>
            <p:cNvSpPr/>
            <p:nvPr/>
          </p:nvSpPr>
          <p:spPr>
            <a:xfrm>
              <a:off x="4485476" y="772124"/>
              <a:ext cx="202334" cy="187461"/>
            </a:xfrm>
            <a:custGeom>
              <a:avLst/>
              <a:gdLst>
                <a:gd name="connsiteX0" fmla="*/ 201998 w 202334"/>
                <a:gd name="connsiteY0" fmla="*/ 62494 h 187461"/>
                <a:gd name="connsiteX1" fmla="*/ 155803 w 202334"/>
                <a:gd name="connsiteY1" fmla="*/ 486 h 187461"/>
                <a:gd name="connsiteX2" fmla="*/ 101167 w 202334"/>
                <a:gd name="connsiteY2" fmla="*/ 28489 h 187461"/>
                <a:gd name="connsiteX3" fmla="*/ 46531 w 202334"/>
                <a:gd name="connsiteY3" fmla="*/ 486 h 187461"/>
                <a:gd name="connsiteX4" fmla="*/ 336 w 202334"/>
                <a:gd name="connsiteY4" fmla="*/ 62494 h 187461"/>
                <a:gd name="connsiteX5" fmla="*/ 97658 w 202334"/>
                <a:gd name="connsiteY5" fmla="*/ 186414 h 187461"/>
                <a:gd name="connsiteX6" fmla="*/ 101167 w 202334"/>
                <a:gd name="connsiteY6" fmla="*/ 187462 h 187461"/>
                <a:gd name="connsiteX7" fmla="*/ 104677 w 202334"/>
                <a:gd name="connsiteY7" fmla="*/ 186414 h 187461"/>
                <a:gd name="connsiteX8" fmla="*/ 201998 w 202334"/>
                <a:gd name="connsiteY8" fmla="*/ 62494 h 187461"/>
                <a:gd name="connsiteX9" fmla="*/ 101262 w 202334"/>
                <a:gd name="connsiteY9" fmla="*/ 173269 h 187461"/>
                <a:gd name="connsiteX10" fmla="*/ 13142 w 202334"/>
                <a:gd name="connsiteY10" fmla="*/ 61065 h 187461"/>
                <a:gd name="connsiteX11" fmla="*/ 48238 w 202334"/>
                <a:gd name="connsiteY11" fmla="*/ 13154 h 187461"/>
                <a:gd name="connsiteX12" fmla="*/ 53645 w 202334"/>
                <a:gd name="connsiteY12" fmla="*/ 12773 h 187461"/>
                <a:gd name="connsiteX13" fmla="*/ 92915 w 202334"/>
                <a:gd name="connsiteY13" fmla="*/ 41539 h 187461"/>
                <a:gd name="connsiteX14" fmla="*/ 101167 w 202334"/>
                <a:gd name="connsiteY14" fmla="*/ 47539 h 187461"/>
                <a:gd name="connsiteX15" fmla="*/ 109419 w 202334"/>
                <a:gd name="connsiteY15" fmla="*/ 41443 h 187461"/>
                <a:gd name="connsiteX16" fmla="*/ 154096 w 202334"/>
                <a:gd name="connsiteY16" fmla="*/ 12964 h 187461"/>
                <a:gd name="connsiteX17" fmla="*/ 189192 w 202334"/>
                <a:gd name="connsiteY17" fmla="*/ 60874 h 187461"/>
                <a:gd name="connsiteX18" fmla="*/ 101072 w 202334"/>
                <a:gd name="connsiteY18" fmla="*/ 17307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2334" h="187461">
                  <a:moveTo>
                    <a:pt x="201998" y="62494"/>
                  </a:moveTo>
                  <a:cubicBezTo>
                    <a:pt x="205223" y="31537"/>
                    <a:pt x="184924" y="4296"/>
                    <a:pt x="155803" y="486"/>
                  </a:cubicBezTo>
                  <a:cubicBezTo>
                    <a:pt x="133228" y="-2467"/>
                    <a:pt x="111601" y="8963"/>
                    <a:pt x="101167" y="28489"/>
                  </a:cubicBezTo>
                  <a:cubicBezTo>
                    <a:pt x="90733" y="8963"/>
                    <a:pt x="69106" y="-2562"/>
                    <a:pt x="46531" y="486"/>
                  </a:cubicBezTo>
                  <a:cubicBezTo>
                    <a:pt x="17410" y="4296"/>
                    <a:pt x="-2889" y="31537"/>
                    <a:pt x="336" y="62494"/>
                  </a:cubicBezTo>
                  <a:cubicBezTo>
                    <a:pt x="6692" y="123073"/>
                    <a:pt x="76410" y="172603"/>
                    <a:pt x="97658" y="186414"/>
                  </a:cubicBezTo>
                  <a:cubicBezTo>
                    <a:pt x="98701" y="187081"/>
                    <a:pt x="99934" y="187462"/>
                    <a:pt x="101167" y="187462"/>
                  </a:cubicBezTo>
                  <a:cubicBezTo>
                    <a:pt x="102400" y="187462"/>
                    <a:pt x="103538" y="187081"/>
                    <a:pt x="104677" y="186414"/>
                  </a:cubicBezTo>
                  <a:cubicBezTo>
                    <a:pt x="125924" y="172603"/>
                    <a:pt x="195643" y="123073"/>
                    <a:pt x="201998" y="62494"/>
                  </a:cubicBezTo>
                  <a:close/>
                  <a:moveTo>
                    <a:pt x="101262" y="173269"/>
                  </a:moveTo>
                  <a:cubicBezTo>
                    <a:pt x="60949" y="146314"/>
                    <a:pt x="17600" y="103451"/>
                    <a:pt x="13142" y="61065"/>
                  </a:cubicBezTo>
                  <a:cubicBezTo>
                    <a:pt x="10581" y="37157"/>
                    <a:pt x="26042" y="16107"/>
                    <a:pt x="48238" y="13154"/>
                  </a:cubicBezTo>
                  <a:cubicBezTo>
                    <a:pt x="50040" y="12964"/>
                    <a:pt x="51843" y="12773"/>
                    <a:pt x="53645" y="12773"/>
                  </a:cubicBezTo>
                  <a:cubicBezTo>
                    <a:pt x="71478" y="12773"/>
                    <a:pt x="87413" y="24203"/>
                    <a:pt x="92915" y="41539"/>
                  </a:cubicBezTo>
                  <a:cubicBezTo>
                    <a:pt x="94053" y="45158"/>
                    <a:pt x="97373" y="47539"/>
                    <a:pt x="101167" y="47539"/>
                  </a:cubicBezTo>
                  <a:cubicBezTo>
                    <a:pt x="104961" y="47539"/>
                    <a:pt x="108281" y="45158"/>
                    <a:pt x="109419" y="41443"/>
                  </a:cubicBezTo>
                  <a:cubicBezTo>
                    <a:pt x="115395" y="22393"/>
                    <a:pt x="134177" y="10487"/>
                    <a:pt x="154096" y="12964"/>
                  </a:cubicBezTo>
                  <a:cubicBezTo>
                    <a:pt x="176292" y="15821"/>
                    <a:pt x="191753" y="36871"/>
                    <a:pt x="189192" y="60874"/>
                  </a:cubicBezTo>
                  <a:cubicBezTo>
                    <a:pt x="184734" y="103261"/>
                    <a:pt x="141386" y="146123"/>
                    <a:pt x="101072" y="173079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63DF4EAE-4715-E97B-A55D-9AD3E9D5B5EA}"/>
                </a:ext>
              </a:extLst>
            </p:cNvPr>
            <p:cNvSpPr/>
            <p:nvPr/>
          </p:nvSpPr>
          <p:spPr>
            <a:xfrm>
              <a:off x="4406419" y="867193"/>
              <a:ext cx="153000" cy="266318"/>
            </a:xfrm>
            <a:custGeom>
              <a:avLst/>
              <a:gdLst>
                <a:gd name="connsiteX0" fmla="*/ 141998 w 153000"/>
                <a:gd name="connsiteY0" fmla="*/ 206121 h 266318"/>
                <a:gd name="connsiteX1" fmla="*/ 136496 w 153000"/>
                <a:gd name="connsiteY1" fmla="*/ 206121 h 266318"/>
                <a:gd name="connsiteX2" fmla="*/ 136496 w 153000"/>
                <a:gd name="connsiteY2" fmla="*/ 145828 h 266318"/>
                <a:gd name="connsiteX3" fmla="*/ 136117 w 153000"/>
                <a:gd name="connsiteY3" fmla="*/ 143637 h 266318"/>
                <a:gd name="connsiteX4" fmla="*/ 114395 w 153000"/>
                <a:gd name="connsiteY4" fmla="*/ 83439 h 266318"/>
                <a:gd name="connsiteX5" fmla="*/ 114110 w 153000"/>
                <a:gd name="connsiteY5" fmla="*/ 82772 h 266318"/>
                <a:gd name="connsiteX6" fmla="*/ 94760 w 153000"/>
                <a:gd name="connsiteY6" fmla="*/ 69056 h 266318"/>
                <a:gd name="connsiteX7" fmla="*/ 79678 w 153000"/>
                <a:gd name="connsiteY7" fmla="*/ 75533 h 266318"/>
                <a:gd name="connsiteX8" fmla="*/ 74177 w 153000"/>
                <a:gd name="connsiteY8" fmla="*/ 90011 h 266318"/>
                <a:gd name="connsiteX9" fmla="*/ 80532 w 153000"/>
                <a:gd name="connsiteY9" fmla="*/ 125921 h 266318"/>
                <a:gd name="connsiteX10" fmla="*/ 50083 w 153000"/>
                <a:gd name="connsiteY10" fmla="*/ 95155 h 266318"/>
                <a:gd name="connsiteX11" fmla="*/ 6355 w 153000"/>
                <a:gd name="connsiteY11" fmla="*/ 0 h 266318"/>
                <a:gd name="connsiteX12" fmla="*/ 0 w 153000"/>
                <a:gd name="connsiteY12" fmla="*/ 6382 h 266318"/>
                <a:gd name="connsiteX13" fmla="*/ 0 w 153000"/>
                <a:gd name="connsiteY13" fmla="*/ 128492 h 266318"/>
                <a:gd name="connsiteX14" fmla="*/ 1897 w 153000"/>
                <a:gd name="connsiteY14" fmla="*/ 133064 h 266318"/>
                <a:gd name="connsiteX15" fmla="*/ 62035 w 153000"/>
                <a:gd name="connsiteY15" fmla="*/ 191643 h 266318"/>
                <a:gd name="connsiteX16" fmla="*/ 62035 w 153000"/>
                <a:gd name="connsiteY16" fmla="*/ 205931 h 266318"/>
                <a:gd name="connsiteX17" fmla="*/ 56534 w 153000"/>
                <a:gd name="connsiteY17" fmla="*/ 205931 h 266318"/>
                <a:gd name="connsiteX18" fmla="*/ 45435 w 153000"/>
                <a:gd name="connsiteY18" fmla="*/ 217075 h 266318"/>
                <a:gd name="connsiteX19" fmla="*/ 45435 w 153000"/>
                <a:gd name="connsiteY19" fmla="*/ 255175 h 266318"/>
                <a:gd name="connsiteX20" fmla="*/ 56534 w 153000"/>
                <a:gd name="connsiteY20" fmla="*/ 266319 h 266318"/>
                <a:gd name="connsiteX21" fmla="*/ 141903 w 153000"/>
                <a:gd name="connsiteY21" fmla="*/ 266319 h 266318"/>
                <a:gd name="connsiteX22" fmla="*/ 153001 w 153000"/>
                <a:gd name="connsiteY22" fmla="*/ 255175 h 266318"/>
                <a:gd name="connsiteX23" fmla="*/ 153001 w 153000"/>
                <a:gd name="connsiteY23" fmla="*/ 217075 h 266318"/>
                <a:gd name="connsiteX24" fmla="*/ 141903 w 153000"/>
                <a:gd name="connsiteY24" fmla="*/ 205931 h 266318"/>
                <a:gd name="connsiteX25" fmla="*/ 72564 w 153000"/>
                <a:gd name="connsiteY25" fmla="*/ 184118 h 266318"/>
                <a:gd name="connsiteX26" fmla="*/ 12900 w 153000"/>
                <a:gd name="connsiteY26" fmla="*/ 126016 h 266318"/>
                <a:gd name="connsiteX27" fmla="*/ 12900 w 153000"/>
                <a:gd name="connsiteY27" fmla="*/ 14097 h 266318"/>
                <a:gd name="connsiteX28" fmla="*/ 37373 w 153000"/>
                <a:gd name="connsiteY28" fmla="*/ 98012 h 266318"/>
                <a:gd name="connsiteX29" fmla="*/ 39270 w 153000"/>
                <a:gd name="connsiteY29" fmla="*/ 102584 h 266318"/>
                <a:gd name="connsiteX30" fmla="*/ 86792 w 153000"/>
                <a:gd name="connsiteY30" fmla="*/ 150590 h 266318"/>
                <a:gd name="connsiteX31" fmla="*/ 94381 w 153000"/>
                <a:gd name="connsiteY31" fmla="*/ 151733 h 266318"/>
                <a:gd name="connsiteX32" fmla="*/ 97606 w 153000"/>
                <a:gd name="connsiteY32" fmla="*/ 144685 h 266318"/>
                <a:gd name="connsiteX33" fmla="*/ 87077 w 153000"/>
                <a:gd name="connsiteY33" fmla="*/ 89630 h 266318"/>
                <a:gd name="connsiteX34" fmla="*/ 88974 w 153000"/>
                <a:gd name="connsiteY34" fmla="*/ 84582 h 266318"/>
                <a:gd name="connsiteX35" fmla="*/ 102254 w 153000"/>
                <a:gd name="connsiteY35" fmla="*/ 87630 h 266318"/>
                <a:gd name="connsiteX36" fmla="*/ 102728 w 153000"/>
                <a:gd name="connsiteY36" fmla="*/ 88868 h 266318"/>
                <a:gd name="connsiteX37" fmla="*/ 123691 w 153000"/>
                <a:gd name="connsiteY37" fmla="*/ 147161 h 266318"/>
                <a:gd name="connsiteX38" fmla="*/ 123691 w 153000"/>
                <a:gd name="connsiteY38" fmla="*/ 206312 h 266318"/>
                <a:gd name="connsiteX39" fmla="*/ 74840 w 153000"/>
                <a:gd name="connsiteY39" fmla="*/ 206312 h 266318"/>
                <a:gd name="connsiteX40" fmla="*/ 74840 w 153000"/>
                <a:gd name="connsiteY40" fmla="*/ 189262 h 266318"/>
                <a:gd name="connsiteX41" fmla="*/ 72469 w 153000"/>
                <a:gd name="connsiteY41" fmla="*/ 184309 h 266318"/>
                <a:gd name="connsiteX42" fmla="*/ 140385 w 153000"/>
                <a:gd name="connsiteY42" fmla="*/ 253746 h 266318"/>
                <a:gd name="connsiteX43" fmla="*/ 58336 w 153000"/>
                <a:gd name="connsiteY43" fmla="*/ 253746 h 266318"/>
                <a:gd name="connsiteX44" fmla="*/ 58336 w 153000"/>
                <a:gd name="connsiteY44" fmla="*/ 218980 h 266318"/>
                <a:gd name="connsiteX45" fmla="*/ 140385 w 153000"/>
                <a:gd name="connsiteY45" fmla="*/ 218980 h 266318"/>
                <a:gd name="connsiteX46" fmla="*/ 140385 w 153000"/>
                <a:gd name="connsiteY46" fmla="*/ 253746 h 26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318">
                  <a:moveTo>
                    <a:pt x="141998" y="206121"/>
                  </a:moveTo>
                  <a:lnTo>
                    <a:pt x="136496" y="206121"/>
                  </a:lnTo>
                  <a:lnTo>
                    <a:pt x="136496" y="145828"/>
                  </a:lnTo>
                  <a:cubicBezTo>
                    <a:pt x="136496" y="145066"/>
                    <a:pt x="136401" y="144304"/>
                    <a:pt x="136117" y="143637"/>
                  </a:cubicBezTo>
                  <a:lnTo>
                    <a:pt x="114395" y="83439"/>
                  </a:lnTo>
                  <a:cubicBezTo>
                    <a:pt x="114395" y="83439"/>
                    <a:pt x="114205" y="82963"/>
                    <a:pt x="114110" y="82772"/>
                  </a:cubicBezTo>
                  <a:cubicBezTo>
                    <a:pt x="111170" y="74486"/>
                    <a:pt x="103581" y="69056"/>
                    <a:pt x="94760" y="69056"/>
                  </a:cubicBezTo>
                  <a:cubicBezTo>
                    <a:pt x="89069" y="69056"/>
                    <a:pt x="83567" y="71438"/>
                    <a:pt x="79678" y="75533"/>
                  </a:cubicBezTo>
                  <a:cubicBezTo>
                    <a:pt x="75884" y="79534"/>
                    <a:pt x="73987" y="84677"/>
                    <a:pt x="74177" y="90011"/>
                  </a:cubicBezTo>
                  <a:cubicBezTo>
                    <a:pt x="74366" y="94869"/>
                    <a:pt x="77686" y="111728"/>
                    <a:pt x="80532" y="125921"/>
                  </a:cubicBezTo>
                  <a:lnTo>
                    <a:pt x="50083" y="95155"/>
                  </a:lnTo>
                  <a:cubicBezTo>
                    <a:pt x="50083" y="68675"/>
                    <a:pt x="48566" y="0"/>
                    <a:pt x="6355" y="0"/>
                  </a:cubicBezTo>
                  <a:cubicBezTo>
                    <a:pt x="2846" y="0"/>
                    <a:pt x="0" y="2858"/>
                    <a:pt x="0" y="6382"/>
                  </a:cubicBezTo>
                  <a:lnTo>
                    <a:pt x="0" y="128492"/>
                  </a:lnTo>
                  <a:cubicBezTo>
                    <a:pt x="0" y="130207"/>
                    <a:pt x="664" y="131921"/>
                    <a:pt x="1897" y="133064"/>
                  </a:cubicBezTo>
                  <a:lnTo>
                    <a:pt x="62035" y="191643"/>
                  </a:lnTo>
                  <a:lnTo>
                    <a:pt x="62035" y="205931"/>
                  </a:lnTo>
                  <a:lnTo>
                    <a:pt x="56534" y="205931"/>
                  </a:lnTo>
                  <a:cubicBezTo>
                    <a:pt x="50368" y="205931"/>
                    <a:pt x="45435" y="210979"/>
                    <a:pt x="45435" y="217075"/>
                  </a:cubicBezTo>
                  <a:lnTo>
                    <a:pt x="45435" y="255175"/>
                  </a:lnTo>
                  <a:cubicBezTo>
                    <a:pt x="45435" y="261366"/>
                    <a:pt x="50463" y="266319"/>
                    <a:pt x="56534" y="266319"/>
                  </a:cubicBezTo>
                  <a:lnTo>
                    <a:pt x="141903" y="266319"/>
                  </a:lnTo>
                  <a:cubicBezTo>
                    <a:pt x="148068" y="266319"/>
                    <a:pt x="153001" y="261271"/>
                    <a:pt x="153001" y="255175"/>
                  </a:cubicBezTo>
                  <a:lnTo>
                    <a:pt x="153001" y="217075"/>
                  </a:lnTo>
                  <a:cubicBezTo>
                    <a:pt x="153001" y="210884"/>
                    <a:pt x="147974" y="205931"/>
                    <a:pt x="141903" y="205931"/>
                  </a:cubicBezTo>
                  <a:close/>
                  <a:moveTo>
                    <a:pt x="72564" y="184118"/>
                  </a:moveTo>
                  <a:lnTo>
                    <a:pt x="12900" y="126016"/>
                  </a:lnTo>
                  <a:lnTo>
                    <a:pt x="12900" y="14097"/>
                  </a:lnTo>
                  <a:cubicBezTo>
                    <a:pt x="29215" y="19717"/>
                    <a:pt x="37373" y="47816"/>
                    <a:pt x="37373" y="98012"/>
                  </a:cubicBezTo>
                  <a:cubicBezTo>
                    <a:pt x="37373" y="99727"/>
                    <a:pt x="38037" y="101346"/>
                    <a:pt x="39270" y="102584"/>
                  </a:cubicBezTo>
                  <a:lnTo>
                    <a:pt x="86792" y="150590"/>
                  </a:lnTo>
                  <a:cubicBezTo>
                    <a:pt x="88784" y="152591"/>
                    <a:pt x="91914" y="153067"/>
                    <a:pt x="94381" y="151733"/>
                  </a:cubicBezTo>
                  <a:cubicBezTo>
                    <a:pt x="96847" y="150400"/>
                    <a:pt x="98175" y="147542"/>
                    <a:pt x="97606" y="144685"/>
                  </a:cubicBezTo>
                  <a:cubicBezTo>
                    <a:pt x="93717" y="126302"/>
                    <a:pt x="87361" y="95155"/>
                    <a:pt x="87077" y="89630"/>
                  </a:cubicBezTo>
                  <a:cubicBezTo>
                    <a:pt x="87077" y="87821"/>
                    <a:pt x="87646" y="86011"/>
                    <a:pt x="88974" y="84582"/>
                  </a:cubicBezTo>
                  <a:cubicBezTo>
                    <a:pt x="92863" y="80486"/>
                    <a:pt x="100641" y="82201"/>
                    <a:pt x="102254" y="87630"/>
                  </a:cubicBezTo>
                  <a:cubicBezTo>
                    <a:pt x="102348" y="88106"/>
                    <a:pt x="102538" y="88487"/>
                    <a:pt x="102728" y="88868"/>
                  </a:cubicBezTo>
                  <a:lnTo>
                    <a:pt x="123691" y="147161"/>
                  </a:lnTo>
                  <a:lnTo>
                    <a:pt x="123691" y="206312"/>
                  </a:lnTo>
                  <a:lnTo>
                    <a:pt x="74840" y="206312"/>
                  </a:lnTo>
                  <a:lnTo>
                    <a:pt x="74840" y="189262"/>
                  </a:lnTo>
                  <a:cubicBezTo>
                    <a:pt x="74840" y="187262"/>
                    <a:pt x="73892" y="185452"/>
                    <a:pt x="72469" y="184309"/>
                  </a:cubicBezTo>
                  <a:close/>
                  <a:moveTo>
                    <a:pt x="140385" y="253746"/>
                  </a:moveTo>
                  <a:lnTo>
                    <a:pt x="58336" y="253746"/>
                  </a:lnTo>
                  <a:lnTo>
                    <a:pt x="58336" y="218980"/>
                  </a:lnTo>
                  <a:lnTo>
                    <a:pt x="140385" y="218980"/>
                  </a:lnTo>
                  <a:lnTo>
                    <a:pt x="140385" y="253746"/>
                  </a:ln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4757777D-76D2-9474-E2FE-D49913D1C902}"/>
                </a:ext>
              </a:extLst>
            </p:cNvPr>
            <p:cNvSpPr/>
            <p:nvPr/>
          </p:nvSpPr>
          <p:spPr>
            <a:xfrm>
              <a:off x="4613772" y="867288"/>
              <a:ext cx="153000" cy="266509"/>
            </a:xfrm>
            <a:custGeom>
              <a:avLst/>
              <a:gdLst>
                <a:gd name="connsiteX0" fmla="*/ 146740 w 153000"/>
                <a:gd name="connsiteY0" fmla="*/ 0 h 266509"/>
                <a:gd name="connsiteX1" fmla="*/ 103012 w 153000"/>
                <a:gd name="connsiteY1" fmla="*/ 95155 h 266509"/>
                <a:gd name="connsiteX2" fmla="*/ 72564 w 153000"/>
                <a:gd name="connsiteY2" fmla="*/ 125921 h 266509"/>
                <a:gd name="connsiteX3" fmla="*/ 78919 w 153000"/>
                <a:gd name="connsiteY3" fmla="*/ 90011 h 266509"/>
                <a:gd name="connsiteX4" fmla="*/ 73418 w 153000"/>
                <a:gd name="connsiteY4" fmla="*/ 75533 h 266509"/>
                <a:gd name="connsiteX5" fmla="*/ 58336 w 153000"/>
                <a:gd name="connsiteY5" fmla="*/ 69056 h 266509"/>
                <a:gd name="connsiteX6" fmla="*/ 38985 w 153000"/>
                <a:gd name="connsiteY6" fmla="*/ 82772 h 266509"/>
                <a:gd name="connsiteX7" fmla="*/ 38701 w 153000"/>
                <a:gd name="connsiteY7" fmla="*/ 83439 h 266509"/>
                <a:gd name="connsiteX8" fmla="*/ 16979 w 153000"/>
                <a:gd name="connsiteY8" fmla="*/ 143637 h 266509"/>
                <a:gd name="connsiteX9" fmla="*/ 16600 w 153000"/>
                <a:gd name="connsiteY9" fmla="*/ 145828 h 266509"/>
                <a:gd name="connsiteX10" fmla="*/ 16600 w 153000"/>
                <a:gd name="connsiteY10" fmla="*/ 206121 h 266509"/>
                <a:gd name="connsiteX11" fmla="*/ 11098 w 153000"/>
                <a:gd name="connsiteY11" fmla="*/ 206121 h 266509"/>
                <a:gd name="connsiteX12" fmla="*/ 0 w 153000"/>
                <a:gd name="connsiteY12" fmla="*/ 217265 h 266509"/>
                <a:gd name="connsiteX13" fmla="*/ 0 w 153000"/>
                <a:gd name="connsiteY13" fmla="*/ 255365 h 266509"/>
                <a:gd name="connsiteX14" fmla="*/ 11098 w 153000"/>
                <a:gd name="connsiteY14" fmla="*/ 266510 h 266509"/>
                <a:gd name="connsiteX15" fmla="*/ 96467 w 153000"/>
                <a:gd name="connsiteY15" fmla="*/ 266510 h 266509"/>
                <a:gd name="connsiteX16" fmla="*/ 107565 w 153000"/>
                <a:gd name="connsiteY16" fmla="*/ 255365 h 266509"/>
                <a:gd name="connsiteX17" fmla="*/ 107565 w 153000"/>
                <a:gd name="connsiteY17" fmla="*/ 217265 h 266509"/>
                <a:gd name="connsiteX18" fmla="*/ 96467 w 153000"/>
                <a:gd name="connsiteY18" fmla="*/ 206121 h 266509"/>
                <a:gd name="connsiteX19" fmla="*/ 90966 w 153000"/>
                <a:gd name="connsiteY19" fmla="*/ 206121 h 266509"/>
                <a:gd name="connsiteX20" fmla="*/ 90966 w 153000"/>
                <a:gd name="connsiteY20" fmla="*/ 191834 h 266509"/>
                <a:gd name="connsiteX21" fmla="*/ 151104 w 153000"/>
                <a:gd name="connsiteY21" fmla="*/ 133255 h 266509"/>
                <a:gd name="connsiteX22" fmla="*/ 153001 w 153000"/>
                <a:gd name="connsiteY22" fmla="*/ 128683 h 266509"/>
                <a:gd name="connsiteX23" fmla="*/ 153001 w 153000"/>
                <a:gd name="connsiteY23" fmla="*/ 6572 h 266509"/>
                <a:gd name="connsiteX24" fmla="*/ 146646 w 153000"/>
                <a:gd name="connsiteY24" fmla="*/ 190 h 266509"/>
                <a:gd name="connsiteX25" fmla="*/ 94855 w 153000"/>
                <a:gd name="connsiteY25" fmla="*/ 253651 h 266509"/>
                <a:gd name="connsiteX26" fmla="*/ 12805 w 153000"/>
                <a:gd name="connsiteY26" fmla="*/ 253651 h 266509"/>
                <a:gd name="connsiteX27" fmla="*/ 12805 w 153000"/>
                <a:gd name="connsiteY27" fmla="*/ 218885 h 266509"/>
                <a:gd name="connsiteX28" fmla="*/ 94855 w 153000"/>
                <a:gd name="connsiteY28" fmla="*/ 218885 h 266509"/>
                <a:gd name="connsiteX29" fmla="*/ 94855 w 153000"/>
                <a:gd name="connsiteY29" fmla="*/ 253651 h 266509"/>
                <a:gd name="connsiteX30" fmla="*/ 140385 w 153000"/>
                <a:gd name="connsiteY30" fmla="*/ 125921 h 266509"/>
                <a:gd name="connsiteX31" fmla="*/ 80816 w 153000"/>
                <a:gd name="connsiteY31" fmla="*/ 183928 h 266509"/>
                <a:gd name="connsiteX32" fmla="*/ 78350 w 153000"/>
                <a:gd name="connsiteY32" fmla="*/ 189071 h 266509"/>
                <a:gd name="connsiteX33" fmla="*/ 78350 w 153000"/>
                <a:gd name="connsiteY33" fmla="*/ 206121 h 266509"/>
                <a:gd name="connsiteX34" fmla="*/ 29500 w 153000"/>
                <a:gd name="connsiteY34" fmla="*/ 206121 h 266509"/>
                <a:gd name="connsiteX35" fmla="*/ 29500 w 153000"/>
                <a:gd name="connsiteY35" fmla="*/ 146971 h 266509"/>
                <a:gd name="connsiteX36" fmla="*/ 50558 w 153000"/>
                <a:gd name="connsiteY36" fmla="*/ 88678 h 266509"/>
                <a:gd name="connsiteX37" fmla="*/ 51032 w 153000"/>
                <a:gd name="connsiteY37" fmla="*/ 87440 h 266509"/>
                <a:gd name="connsiteX38" fmla="*/ 64312 w 153000"/>
                <a:gd name="connsiteY38" fmla="*/ 84392 h 266509"/>
                <a:gd name="connsiteX39" fmla="*/ 66209 w 153000"/>
                <a:gd name="connsiteY39" fmla="*/ 89440 h 266509"/>
                <a:gd name="connsiteX40" fmla="*/ 55680 w 153000"/>
                <a:gd name="connsiteY40" fmla="*/ 144494 h 266509"/>
                <a:gd name="connsiteX41" fmla="*/ 58905 w 153000"/>
                <a:gd name="connsiteY41" fmla="*/ 151543 h 266509"/>
                <a:gd name="connsiteX42" fmla="*/ 66493 w 153000"/>
                <a:gd name="connsiteY42" fmla="*/ 150400 h 266509"/>
                <a:gd name="connsiteX43" fmla="*/ 114015 w 153000"/>
                <a:gd name="connsiteY43" fmla="*/ 102394 h 266509"/>
                <a:gd name="connsiteX44" fmla="*/ 115913 w 153000"/>
                <a:gd name="connsiteY44" fmla="*/ 97822 h 266509"/>
                <a:gd name="connsiteX45" fmla="*/ 140385 w 153000"/>
                <a:gd name="connsiteY45" fmla="*/ 13906 h 266509"/>
                <a:gd name="connsiteX46" fmla="*/ 140385 w 153000"/>
                <a:gd name="connsiteY46" fmla="*/ 125825 h 26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509">
                  <a:moveTo>
                    <a:pt x="146740" y="0"/>
                  </a:moveTo>
                  <a:cubicBezTo>
                    <a:pt x="104530" y="0"/>
                    <a:pt x="103107" y="68675"/>
                    <a:pt x="103012" y="95155"/>
                  </a:cubicBezTo>
                  <a:lnTo>
                    <a:pt x="72564" y="125921"/>
                  </a:lnTo>
                  <a:cubicBezTo>
                    <a:pt x="75410" y="111728"/>
                    <a:pt x="78729" y="94869"/>
                    <a:pt x="78919" y="90011"/>
                  </a:cubicBezTo>
                  <a:cubicBezTo>
                    <a:pt x="79204" y="84677"/>
                    <a:pt x="77212" y="79534"/>
                    <a:pt x="73418" y="75533"/>
                  </a:cubicBezTo>
                  <a:cubicBezTo>
                    <a:pt x="69529" y="71438"/>
                    <a:pt x="64027" y="69056"/>
                    <a:pt x="58336" y="69056"/>
                  </a:cubicBezTo>
                  <a:cubicBezTo>
                    <a:pt x="49514" y="69056"/>
                    <a:pt x="41926" y="74486"/>
                    <a:pt x="38985" y="82772"/>
                  </a:cubicBezTo>
                  <a:cubicBezTo>
                    <a:pt x="38891" y="82963"/>
                    <a:pt x="38796" y="83248"/>
                    <a:pt x="38701" y="83439"/>
                  </a:cubicBezTo>
                  <a:lnTo>
                    <a:pt x="16979" y="143637"/>
                  </a:lnTo>
                  <a:cubicBezTo>
                    <a:pt x="16694" y="144304"/>
                    <a:pt x="16600" y="145066"/>
                    <a:pt x="16600" y="145828"/>
                  </a:cubicBezTo>
                  <a:lnTo>
                    <a:pt x="16600" y="206121"/>
                  </a:lnTo>
                  <a:lnTo>
                    <a:pt x="11098" y="206121"/>
                  </a:lnTo>
                  <a:cubicBezTo>
                    <a:pt x="4932" y="206121"/>
                    <a:pt x="0" y="211169"/>
                    <a:pt x="0" y="217265"/>
                  </a:cubicBezTo>
                  <a:lnTo>
                    <a:pt x="0" y="255365"/>
                  </a:lnTo>
                  <a:cubicBezTo>
                    <a:pt x="0" y="261556"/>
                    <a:pt x="5027" y="266510"/>
                    <a:pt x="11098" y="266510"/>
                  </a:cubicBezTo>
                  <a:lnTo>
                    <a:pt x="96467" y="266510"/>
                  </a:lnTo>
                  <a:cubicBezTo>
                    <a:pt x="102633" y="266510"/>
                    <a:pt x="107565" y="261461"/>
                    <a:pt x="107565" y="255365"/>
                  </a:cubicBezTo>
                  <a:lnTo>
                    <a:pt x="107565" y="217265"/>
                  </a:lnTo>
                  <a:cubicBezTo>
                    <a:pt x="107565" y="211074"/>
                    <a:pt x="102538" y="206121"/>
                    <a:pt x="96467" y="206121"/>
                  </a:cubicBezTo>
                  <a:lnTo>
                    <a:pt x="90966" y="206121"/>
                  </a:lnTo>
                  <a:lnTo>
                    <a:pt x="90966" y="191834"/>
                  </a:lnTo>
                  <a:lnTo>
                    <a:pt x="151104" y="133255"/>
                  </a:lnTo>
                  <a:cubicBezTo>
                    <a:pt x="152337" y="132017"/>
                    <a:pt x="153001" y="130397"/>
                    <a:pt x="153001" y="128683"/>
                  </a:cubicBezTo>
                  <a:lnTo>
                    <a:pt x="153001" y="6572"/>
                  </a:lnTo>
                  <a:cubicBezTo>
                    <a:pt x="153001" y="3048"/>
                    <a:pt x="150155" y="190"/>
                    <a:pt x="146646" y="190"/>
                  </a:cubicBezTo>
                  <a:close/>
                  <a:moveTo>
                    <a:pt x="94855" y="253651"/>
                  </a:moveTo>
                  <a:lnTo>
                    <a:pt x="12805" y="253651"/>
                  </a:lnTo>
                  <a:lnTo>
                    <a:pt x="12805" y="218885"/>
                  </a:lnTo>
                  <a:lnTo>
                    <a:pt x="94855" y="218885"/>
                  </a:lnTo>
                  <a:lnTo>
                    <a:pt x="94855" y="253651"/>
                  </a:lnTo>
                  <a:close/>
                  <a:moveTo>
                    <a:pt x="140385" y="125921"/>
                  </a:moveTo>
                  <a:lnTo>
                    <a:pt x="80816" y="183928"/>
                  </a:lnTo>
                  <a:cubicBezTo>
                    <a:pt x="79299" y="185166"/>
                    <a:pt x="78350" y="186976"/>
                    <a:pt x="78350" y="189071"/>
                  </a:cubicBezTo>
                  <a:lnTo>
                    <a:pt x="78350" y="206121"/>
                  </a:lnTo>
                  <a:lnTo>
                    <a:pt x="29500" y="206121"/>
                  </a:lnTo>
                  <a:lnTo>
                    <a:pt x="29500" y="146971"/>
                  </a:lnTo>
                  <a:lnTo>
                    <a:pt x="50558" y="88678"/>
                  </a:lnTo>
                  <a:cubicBezTo>
                    <a:pt x="50558" y="88678"/>
                    <a:pt x="50937" y="87916"/>
                    <a:pt x="51032" y="87440"/>
                  </a:cubicBezTo>
                  <a:cubicBezTo>
                    <a:pt x="52644" y="81915"/>
                    <a:pt x="60423" y="80296"/>
                    <a:pt x="64312" y="84392"/>
                  </a:cubicBezTo>
                  <a:cubicBezTo>
                    <a:pt x="65639" y="85820"/>
                    <a:pt x="66304" y="87535"/>
                    <a:pt x="66209" y="89440"/>
                  </a:cubicBezTo>
                  <a:cubicBezTo>
                    <a:pt x="65924" y="94964"/>
                    <a:pt x="59664" y="126206"/>
                    <a:pt x="55680" y="144494"/>
                  </a:cubicBezTo>
                  <a:cubicBezTo>
                    <a:pt x="55111" y="147256"/>
                    <a:pt x="56344" y="150114"/>
                    <a:pt x="58905" y="151543"/>
                  </a:cubicBezTo>
                  <a:cubicBezTo>
                    <a:pt x="61371" y="152876"/>
                    <a:pt x="64501" y="152495"/>
                    <a:pt x="66493" y="150400"/>
                  </a:cubicBezTo>
                  <a:lnTo>
                    <a:pt x="114015" y="102394"/>
                  </a:lnTo>
                  <a:cubicBezTo>
                    <a:pt x="115249" y="101156"/>
                    <a:pt x="115913" y="99536"/>
                    <a:pt x="115913" y="97822"/>
                  </a:cubicBezTo>
                  <a:cubicBezTo>
                    <a:pt x="115913" y="47720"/>
                    <a:pt x="124165" y="19526"/>
                    <a:pt x="140385" y="13906"/>
                  </a:cubicBezTo>
                  <a:lnTo>
                    <a:pt x="140385" y="125825"/>
                  </a:ln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2893396-39AC-E877-1F4C-A3559324A400}"/>
              </a:ext>
            </a:extLst>
          </p:cNvPr>
          <p:cNvGrpSpPr/>
          <p:nvPr/>
        </p:nvGrpSpPr>
        <p:grpSpPr>
          <a:xfrm>
            <a:off x="2191956" y="1423604"/>
            <a:ext cx="482600" cy="484368"/>
            <a:chOff x="4406419" y="772124"/>
            <a:chExt cx="360353" cy="361673"/>
          </a:xfrm>
        </p:grpSpPr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CDD3C80E-75FA-FCD3-8C49-5C09970ACF91}"/>
                </a:ext>
              </a:extLst>
            </p:cNvPr>
            <p:cNvSpPr/>
            <p:nvPr/>
          </p:nvSpPr>
          <p:spPr>
            <a:xfrm>
              <a:off x="4485476" y="772124"/>
              <a:ext cx="202334" cy="187461"/>
            </a:xfrm>
            <a:custGeom>
              <a:avLst/>
              <a:gdLst>
                <a:gd name="connsiteX0" fmla="*/ 201998 w 202334"/>
                <a:gd name="connsiteY0" fmla="*/ 62494 h 187461"/>
                <a:gd name="connsiteX1" fmla="*/ 155803 w 202334"/>
                <a:gd name="connsiteY1" fmla="*/ 486 h 187461"/>
                <a:gd name="connsiteX2" fmla="*/ 101167 w 202334"/>
                <a:gd name="connsiteY2" fmla="*/ 28489 h 187461"/>
                <a:gd name="connsiteX3" fmla="*/ 46531 w 202334"/>
                <a:gd name="connsiteY3" fmla="*/ 486 h 187461"/>
                <a:gd name="connsiteX4" fmla="*/ 336 w 202334"/>
                <a:gd name="connsiteY4" fmla="*/ 62494 h 187461"/>
                <a:gd name="connsiteX5" fmla="*/ 97658 w 202334"/>
                <a:gd name="connsiteY5" fmla="*/ 186414 h 187461"/>
                <a:gd name="connsiteX6" fmla="*/ 101167 w 202334"/>
                <a:gd name="connsiteY6" fmla="*/ 187462 h 187461"/>
                <a:gd name="connsiteX7" fmla="*/ 104677 w 202334"/>
                <a:gd name="connsiteY7" fmla="*/ 186414 h 187461"/>
                <a:gd name="connsiteX8" fmla="*/ 201998 w 202334"/>
                <a:gd name="connsiteY8" fmla="*/ 62494 h 187461"/>
                <a:gd name="connsiteX9" fmla="*/ 101262 w 202334"/>
                <a:gd name="connsiteY9" fmla="*/ 173269 h 187461"/>
                <a:gd name="connsiteX10" fmla="*/ 13142 w 202334"/>
                <a:gd name="connsiteY10" fmla="*/ 61065 h 187461"/>
                <a:gd name="connsiteX11" fmla="*/ 48238 w 202334"/>
                <a:gd name="connsiteY11" fmla="*/ 13154 h 187461"/>
                <a:gd name="connsiteX12" fmla="*/ 53645 w 202334"/>
                <a:gd name="connsiteY12" fmla="*/ 12773 h 187461"/>
                <a:gd name="connsiteX13" fmla="*/ 92915 w 202334"/>
                <a:gd name="connsiteY13" fmla="*/ 41539 h 187461"/>
                <a:gd name="connsiteX14" fmla="*/ 101167 w 202334"/>
                <a:gd name="connsiteY14" fmla="*/ 47539 h 187461"/>
                <a:gd name="connsiteX15" fmla="*/ 109419 w 202334"/>
                <a:gd name="connsiteY15" fmla="*/ 41443 h 187461"/>
                <a:gd name="connsiteX16" fmla="*/ 154096 w 202334"/>
                <a:gd name="connsiteY16" fmla="*/ 12964 h 187461"/>
                <a:gd name="connsiteX17" fmla="*/ 189192 w 202334"/>
                <a:gd name="connsiteY17" fmla="*/ 60874 h 187461"/>
                <a:gd name="connsiteX18" fmla="*/ 101072 w 202334"/>
                <a:gd name="connsiteY18" fmla="*/ 17307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2334" h="187461">
                  <a:moveTo>
                    <a:pt x="201998" y="62494"/>
                  </a:moveTo>
                  <a:cubicBezTo>
                    <a:pt x="205223" y="31537"/>
                    <a:pt x="184924" y="4296"/>
                    <a:pt x="155803" y="486"/>
                  </a:cubicBezTo>
                  <a:cubicBezTo>
                    <a:pt x="133228" y="-2467"/>
                    <a:pt x="111601" y="8963"/>
                    <a:pt x="101167" y="28489"/>
                  </a:cubicBezTo>
                  <a:cubicBezTo>
                    <a:pt x="90733" y="8963"/>
                    <a:pt x="69106" y="-2562"/>
                    <a:pt x="46531" y="486"/>
                  </a:cubicBezTo>
                  <a:cubicBezTo>
                    <a:pt x="17410" y="4296"/>
                    <a:pt x="-2889" y="31537"/>
                    <a:pt x="336" y="62494"/>
                  </a:cubicBezTo>
                  <a:cubicBezTo>
                    <a:pt x="6692" y="123073"/>
                    <a:pt x="76410" y="172603"/>
                    <a:pt x="97658" y="186414"/>
                  </a:cubicBezTo>
                  <a:cubicBezTo>
                    <a:pt x="98701" y="187081"/>
                    <a:pt x="99934" y="187462"/>
                    <a:pt x="101167" y="187462"/>
                  </a:cubicBezTo>
                  <a:cubicBezTo>
                    <a:pt x="102400" y="187462"/>
                    <a:pt x="103538" y="187081"/>
                    <a:pt x="104677" y="186414"/>
                  </a:cubicBezTo>
                  <a:cubicBezTo>
                    <a:pt x="125924" y="172603"/>
                    <a:pt x="195643" y="123073"/>
                    <a:pt x="201998" y="62494"/>
                  </a:cubicBezTo>
                  <a:close/>
                  <a:moveTo>
                    <a:pt x="101262" y="173269"/>
                  </a:moveTo>
                  <a:cubicBezTo>
                    <a:pt x="60949" y="146314"/>
                    <a:pt x="17600" y="103451"/>
                    <a:pt x="13142" y="61065"/>
                  </a:cubicBezTo>
                  <a:cubicBezTo>
                    <a:pt x="10581" y="37157"/>
                    <a:pt x="26042" y="16107"/>
                    <a:pt x="48238" y="13154"/>
                  </a:cubicBezTo>
                  <a:cubicBezTo>
                    <a:pt x="50040" y="12964"/>
                    <a:pt x="51843" y="12773"/>
                    <a:pt x="53645" y="12773"/>
                  </a:cubicBezTo>
                  <a:cubicBezTo>
                    <a:pt x="71478" y="12773"/>
                    <a:pt x="87413" y="24203"/>
                    <a:pt x="92915" y="41539"/>
                  </a:cubicBezTo>
                  <a:cubicBezTo>
                    <a:pt x="94053" y="45158"/>
                    <a:pt x="97373" y="47539"/>
                    <a:pt x="101167" y="47539"/>
                  </a:cubicBezTo>
                  <a:cubicBezTo>
                    <a:pt x="104961" y="47539"/>
                    <a:pt x="108281" y="45158"/>
                    <a:pt x="109419" y="41443"/>
                  </a:cubicBezTo>
                  <a:cubicBezTo>
                    <a:pt x="115395" y="22393"/>
                    <a:pt x="134177" y="10487"/>
                    <a:pt x="154096" y="12964"/>
                  </a:cubicBezTo>
                  <a:cubicBezTo>
                    <a:pt x="176292" y="15821"/>
                    <a:pt x="191753" y="36871"/>
                    <a:pt x="189192" y="60874"/>
                  </a:cubicBezTo>
                  <a:cubicBezTo>
                    <a:pt x="184734" y="103261"/>
                    <a:pt x="141386" y="146123"/>
                    <a:pt x="101072" y="173079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2EABFCD7-805F-E0BC-D620-DC6815A2A456}"/>
                </a:ext>
              </a:extLst>
            </p:cNvPr>
            <p:cNvSpPr/>
            <p:nvPr/>
          </p:nvSpPr>
          <p:spPr>
            <a:xfrm>
              <a:off x="4406419" y="867193"/>
              <a:ext cx="153000" cy="266318"/>
            </a:xfrm>
            <a:custGeom>
              <a:avLst/>
              <a:gdLst>
                <a:gd name="connsiteX0" fmla="*/ 141998 w 153000"/>
                <a:gd name="connsiteY0" fmla="*/ 206121 h 266318"/>
                <a:gd name="connsiteX1" fmla="*/ 136496 w 153000"/>
                <a:gd name="connsiteY1" fmla="*/ 206121 h 266318"/>
                <a:gd name="connsiteX2" fmla="*/ 136496 w 153000"/>
                <a:gd name="connsiteY2" fmla="*/ 145828 h 266318"/>
                <a:gd name="connsiteX3" fmla="*/ 136117 w 153000"/>
                <a:gd name="connsiteY3" fmla="*/ 143637 h 266318"/>
                <a:gd name="connsiteX4" fmla="*/ 114395 w 153000"/>
                <a:gd name="connsiteY4" fmla="*/ 83439 h 266318"/>
                <a:gd name="connsiteX5" fmla="*/ 114110 w 153000"/>
                <a:gd name="connsiteY5" fmla="*/ 82772 h 266318"/>
                <a:gd name="connsiteX6" fmla="*/ 94760 w 153000"/>
                <a:gd name="connsiteY6" fmla="*/ 69056 h 266318"/>
                <a:gd name="connsiteX7" fmla="*/ 79678 w 153000"/>
                <a:gd name="connsiteY7" fmla="*/ 75533 h 266318"/>
                <a:gd name="connsiteX8" fmla="*/ 74177 w 153000"/>
                <a:gd name="connsiteY8" fmla="*/ 90011 h 266318"/>
                <a:gd name="connsiteX9" fmla="*/ 80532 w 153000"/>
                <a:gd name="connsiteY9" fmla="*/ 125921 h 266318"/>
                <a:gd name="connsiteX10" fmla="*/ 50083 w 153000"/>
                <a:gd name="connsiteY10" fmla="*/ 95155 h 266318"/>
                <a:gd name="connsiteX11" fmla="*/ 6355 w 153000"/>
                <a:gd name="connsiteY11" fmla="*/ 0 h 266318"/>
                <a:gd name="connsiteX12" fmla="*/ 0 w 153000"/>
                <a:gd name="connsiteY12" fmla="*/ 6382 h 266318"/>
                <a:gd name="connsiteX13" fmla="*/ 0 w 153000"/>
                <a:gd name="connsiteY13" fmla="*/ 128492 h 266318"/>
                <a:gd name="connsiteX14" fmla="*/ 1897 w 153000"/>
                <a:gd name="connsiteY14" fmla="*/ 133064 h 266318"/>
                <a:gd name="connsiteX15" fmla="*/ 62035 w 153000"/>
                <a:gd name="connsiteY15" fmla="*/ 191643 h 266318"/>
                <a:gd name="connsiteX16" fmla="*/ 62035 w 153000"/>
                <a:gd name="connsiteY16" fmla="*/ 205931 h 266318"/>
                <a:gd name="connsiteX17" fmla="*/ 56534 w 153000"/>
                <a:gd name="connsiteY17" fmla="*/ 205931 h 266318"/>
                <a:gd name="connsiteX18" fmla="*/ 45435 w 153000"/>
                <a:gd name="connsiteY18" fmla="*/ 217075 h 266318"/>
                <a:gd name="connsiteX19" fmla="*/ 45435 w 153000"/>
                <a:gd name="connsiteY19" fmla="*/ 255175 h 266318"/>
                <a:gd name="connsiteX20" fmla="*/ 56534 w 153000"/>
                <a:gd name="connsiteY20" fmla="*/ 266319 h 266318"/>
                <a:gd name="connsiteX21" fmla="*/ 141903 w 153000"/>
                <a:gd name="connsiteY21" fmla="*/ 266319 h 266318"/>
                <a:gd name="connsiteX22" fmla="*/ 153001 w 153000"/>
                <a:gd name="connsiteY22" fmla="*/ 255175 h 266318"/>
                <a:gd name="connsiteX23" fmla="*/ 153001 w 153000"/>
                <a:gd name="connsiteY23" fmla="*/ 217075 h 266318"/>
                <a:gd name="connsiteX24" fmla="*/ 141903 w 153000"/>
                <a:gd name="connsiteY24" fmla="*/ 205931 h 266318"/>
                <a:gd name="connsiteX25" fmla="*/ 72564 w 153000"/>
                <a:gd name="connsiteY25" fmla="*/ 184118 h 266318"/>
                <a:gd name="connsiteX26" fmla="*/ 12900 w 153000"/>
                <a:gd name="connsiteY26" fmla="*/ 126016 h 266318"/>
                <a:gd name="connsiteX27" fmla="*/ 12900 w 153000"/>
                <a:gd name="connsiteY27" fmla="*/ 14097 h 266318"/>
                <a:gd name="connsiteX28" fmla="*/ 37373 w 153000"/>
                <a:gd name="connsiteY28" fmla="*/ 98012 h 266318"/>
                <a:gd name="connsiteX29" fmla="*/ 39270 w 153000"/>
                <a:gd name="connsiteY29" fmla="*/ 102584 h 266318"/>
                <a:gd name="connsiteX30" fmla="*/ 86792 w 153000"/>
                <a:gd name="connsiteY30" fmla="*/ 150590 h 266318"/>
                <a:gd name="connsiteX31" fmla="*/ 94381 w 153000"/>
                <a:gd name="connsiteY31" fmla="*/ 151733 h 266318"/>
                <a:gd name="connsiteX32" fmla="*/ 97606 w 153000"/>
                <a:gd name="connsiteY32" fmla="*/ 144685 h 266318"/>
                <a:gd name="connsiteX33" fmla="*/ 87077 w 153000"/>
                <a:gd name="connsiteY33" fmla="*/ 89630 h 266318"/>
                <a:gd name="connsiteX34" fmla="*/ 88974 w 153000"/>
                <a:gd name="connsiteY34" fmla="*/ 84582 h 266318"/>
                <a:gd name="connsiteX35" fmla="*/ 102254 w 153000"/>
                <a:gd name="connsiteY35" fmla="*/ 87630 h 266318"/>
                <a:gd name="connsiteX36" fmla="*/ 102728 w 153000"/>
                <a:gd name="connsiteY36" fmla="*/ 88868 h 266318"/>
                <a:gd name="connsiteX37" fmla="*/ 123691 w 153000"/>
                <a:gd name="connsiteY37" fmla="*/ 147161 h 266318"/>
                <a:gd name="connsiteX38" fmla="*/ 123691 w 153000"/>
                <a:gd name="connsiteY38" fmla="*/ 206312 h 266318"/>
                <a:gd name="connsiteX39" fmla="*/ 74840 w 153000"/>
                <a:gd name="connsiteY39" fmla="*/ 206312 h 266318"/>
                <a:gd name="connsiteX40" fmla="*/ 74840 w 153000"/>
                <a:gd name="connsiteY40" fmla="*/ 189262 h 266318"/>
                <a:gd name="connsiteX41" fmla="*/ 72469 w 153000"/>
                <a:gd name="connsiteY41" fmla="*/ 184309 h 266318"/>
                <a:gd name="connsiteX42" fmla="*/ 140385 w 153000"/>
                <a:gd name="connsiteY42" fmla="*/ 253746 h 266318"/>
                <a:gd name="connsiteX43" fmla="*/ 58336 w 153000"/>
                <a:gd name="connsiteY43" fmla="*/ 253746 h 266318"/>
                <a:gd name="connsiteX44" fmla="*/ 58336 w 153000"/>
                <a:gd name="connsiteY44" fmla="*/ 218980 h 266318"/>
                <a:gd name="connsiteX45" fmla="*/ 140385 w 153000"/>
                <a:gd name="connsiteY45" fmla="*/ 218980 h 266318"/>
                <a:gd name="connsiteX46" fmla="*/ 140385 w 153000"/>
                <a:gd name="connsiteY46" fmla="*/ 253746 h 26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318">
                  <a:moveTo>
                    <a:pt x="141998" y="206121"/>
                  </a:moveTo>
                  <a:lnTo>
                    <a:pt x="136496" y="206121"/>
                  </a:lnTo>
                  <a:lnTo>
                    <a:pt x="136496" y="145828"/>
                  </a:lnTo>
                  <a:cubicBezTo>
                    <a:pt x="136496" y="145066"/>
                    <a:pt x="136401" y="144304"/>
                    <a:pt x="136117" y="143637"/>
                  </a:cubicBezTo>
                  <a:lnTo>
                    <a:pt x="114395" y="83439"/>
                  </a:lnTo>
                  <a:cubicBezTo>
                    <a:pt x="114395" y="83439"/>
                    <a:pt x="114205" y="82963"/>
                    <a:pt x="114110" y="82772"/>
                  </a:cubicBezTo>
                  <a:cubicBezTo>
                    <a:pt x="111170" y="74486"/>
                    <a:pt x="103581" y="69056"/>
                    <a:pt x="94760" y="69056"/>
                  </a:cubicBezTo>
                  <a:cubicBezTo>
                    <a:pt x="89069" y="69056"/>
                    <a:pt x="83567" y="71438"/>
                    <a:pt x="79678" y="75533"/>
                  </a:cubicBezTo>
                  <a:cubicBezTo>
                    <a:pt x="75884" y="79534"/>
                    <a:pt x="73987" y="84677"/>
                    <a:pt x="74177" y="90011"/>
                  </a:cubicBezTo>
                  <a:cubicBezTo>
                    <a:pt x="74366" y="94869"/>
                    <a:pt x="77686" y="111728"/>
                    <a:pt x="80532" y="125921"/>
                  </a:cubicBezTo>
                  <a:lnTo>
                    <a:pt x="50083" y="95155"/>
                  </a:lnTo>
                  <a:cubicBezTo>
                    <a:pt x="50083" y="68675"/>
                    <a:pt x="48566" y="0"/>
                    <a:pt x="6355" y="0"/>
                  </a:cubicBezTo>
                  <a:cubicBezTo>
                    <a:pt x="2846" y="0"/>
                    <a:pt x="0" y="2858"/>
                    <a:pt x="0" y="6382"/>
                  </a:cubicBezTo>
                  <a:lnTo>
                    <a:pt x="0" y="128492"/>
                  </a:lnTo>
                  <a:cubicBezTo>
                    <a:pt x="0" y="130207"/>
                    <a:pt x="664" y="131921"/>
                    <a:pt x="1897" y="133064"/>
                  </a:cubicBezTo>
                  <a:lnTo>
                    <a:pt x="62035" y="191643"/>
                  </a:lnTo>
                  <a:lnTo>
                    <a:pt x="62035" y="205931"/>
                  </a:lnTo>
                  <a:lnTo>
                    <a:pt x="56534" y="205931"/>
                  </a:lnTo>
                  <a:cubicBezTo>
                    <a:pt x="50368" y="205931"/>
                    <a:pt x="45435" y="210979"/>
                    <a:pt x="45435" y="217075"/>
                  </a:cubicBezTo>
                  <a:lnTo>
                    <a:pt x="45435" y="255175"/>
                  </a:lnTo>
                  <a:cubicBezTo>
                    <a:pt x="45435" y="261366"/>
                    <a:pt x="50463" y="266319"/>
                    <a:pt x="56534" y="266319"/>
                  </a:cubicBezTo>
                  <a:lnTo>
                    <a:pt x="141903" y="266319"/>
                  </a:lnTo>
                  <a:cubicBezTo>
                    <a:pt x="148068" y="266319"/>
                    <a:pt x="153001" y="261271"/>
                    <a:pt x="153001" y="255175"/>
                  </a:cubicBezTo>
                  <a:lnTo>
                    <a:pt x="153001" y="217075"/>
                  </a:lnTo>
                  <a:cubicBezTo>
                    <a:pt x="153001" y="210884"/>
                    <a:pt x="147974" y="205931"/>
                    <a:pt x="141903" y="205931"/>
                  </a:cubicBezTo>
                  <a:close/>
                  <a:moveTo>
                    <a:pt x="72564" y="184118"/>
                  </a:moveTo>
                  <a:lnTo>
                    <a:pt x="12900" y="126016"/>
                  </a:lnTo>
                  <a:lnTo>
                    <a:pt x="12900" y="14097"/>
                  </a:lnTo>
                  <a:cubicBezTo>
                    <a:pt x="29215" y="19717"/>
                    <a:pt x="37373" y="47816"/>
                    <a:pt x="37373" y="98012"/>
                  </a:cubicBezTo>
                  <a:cubicBezTo>
                    <a:pt x="37373" y="99727"/>
                    <a:pt x="38037" y="101346"/>
                    <a:pt x="39270" y="102584"/>
                  </a:cubicBezTo>
                  <a:lnTo>
                    <a:pt x="86792" y="150590"/>
                  </a:lnTo>
                  <a:cubicBezTo>
                    <a:pt x="88784" y="152591"/>
                    <a:pt x="91914" y="153067"/>
                    <a:pt x="94381" y="151733"/>
                  </a:cubicBezTo>
                  <a:cubicBezTo>
                    <a:pt x="96847" y="150400"/>
                    <a:pt x="98175" y="147542"/>
                    <a:pt x="97606" y="144685"/>
                  </a:cubicBezTo>
                  <a:cubicBezTo>
                    <a:pt x="93717" y="126302"/>
                    <a:pt x="87361" y="95155"/>
                    <a:pt x="87077" y="89630"/>
                  </a:cubicBezTo>
                  <a:cubicBezTo>
                    <a:pt x="87077" y="87821"/>
                    <a:pt x="87646" y="86011"/>
                    <a:pt x="88974" y="84582"/>
                  </a:cubicBezTo>
                  <a:cubicBezTo>
                    <a:pt x="92863" y="80486"/>
                    <a:pt x="100641" y="82201"/>
                    <a:pt x="102254" y="87630"/>
                  </a:cubicBezTo>
                  <a:cubicBezTo>
                    <a:pt x="102348" y="88106"/>
                    <a:pt x="102538" y="88487"/>
                    <a:pt x="102728" y="88868"/>
                  </a:cubicBezTo>
                  <a:lnTo>
                    <a:pt x="123691" y="147161"/>
                  </a:lnTo>
                  <a:lnTo>
                    <a:pt x="123691" y="206312"/>
                  </a:lnTo>
                  <a:lnTo>
                    <a:pt x="74840" y="206312"/>
                  </a:lnTo>
                  <a:lnTo>
                    <a:pt x="74840" y="189262"/>
                  </a:lnTo>
                  <a:cubicBezTo>
                    <a:pt x="74840" y="187262"/>
                    <a:pt x="73892" y="185452"/>
                    <a:pt x="72469" y="184309"/>
                  </a:cubicBezTo>
                  <a:close/>
                  <a:moveTo>
                    <a:pt x="140385" y="253746"/>
                  </a:moveTo>
                  <a:lnTo>
                    <a:pt x="58336" y="253746"/>
                  </a:lnTo>
                  <a:lnTo>
                    <a:pt x="58336" y="218980"/>
                  </a:lnTo>
                  <a:lnTo>
                    <a:pt x="140385" y="218980"/>
                  </a:lnTo>
                  <a:lnTo>
                    <a:pt x="140385" y="253746"/>
                  </a:ln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12DC702-6AF1-33D7-9714-A87E61B5CA71}"/>
                </a:ext>
              </a:extLst>
            </p:cNvPr>
            <p:cNvSpPr/>
            <p:nvPr/>
          </p:nvSpPr>
          <p:spPr>
            <a:xfrm>
              <a:off x="4613772" y="867288"/>
              <a:ext cx="153000" cy="266509"/>
            </a:xfrm>
            <a:custGeom>
              <a:avLst/>
              <a:gdLst>
                <a:gd name="connsiteX0" fmla="*/ 146740 w 153000"/>
                <a:gd name="connsiteY0" fmla="*/ 0 h 266509"/>
                <a:gd name="connsiteX1" fmla="*/ 103012 w 153000"/>
                <a:gd name="connsiteY1" fmla="*/ 95155 h 266509"/>
                <a:gd name="connsiteX2" fmla="*/ 72564 w 153000"/>
                <a:gd name="connsiteY2" fmla="*/ 125921 h 266509"/>
                <a:gd name="connsiteX3" fmla="*/ 78919 w 153000"/>
                <a:gd name="connsiteY3" fmla="*/ 90011 h 266509"/>
                <a:gd name="connsiteX4" fmla="*/ 73418 w 153000"/>
                <a:gd name="connsiteY4" fmla="*/ 75533 h 266509"/>
                <a:gd name="connsiteX5" fmla="*/ 58336 w 153000"/>
                <a:gd name="connsiteY5" fmla="*/ 69056 h 266509"/>
                <a:gd name="connsiteX6" fmla="*/ 38985 w 153000"/>
                <a:gd name="connsiteY6" fmla="*/ 82772 h 266509"/>
                <a:gd name="connsiteX7" fmla="*/ 38701 w 153000"/>
                <a:gd name="connsiteY7" fmla="*/ 83439 h 266509"/>
                <a:gd name="connsiteX8" fmla="*/ 16979 w 153000"/>
                <a:gd name="connsiteY8" fmla="*/ 143637 h 266509"/>
                <a:gd name="connsiteX9" fmla="*/ 16600 w 153000"/>
                <a:gd name="connsiteY9" fmla="*/ 145828 h 266509"/>
                <a:gd name="connsiteX10" fmla="*/ 16600 w 153000"/>
                <a:gd name="connsiteY10" fmla="*/ 206121 h 266509"/>
                <a:gd name="connsiteX11" fmla="*/ 11098 w 153000"/>
                <a:gd name="connsiteY11" fmla="*/ 206121 h 266509"/>
                <a:gd name="connsiteX12" fmla="*/ 0 w 153000"/>
                <a:gd name="connsiteY12" fmla="*/ 217265 h 266509"/>
                <a:gd name="connsiteX13" fmla="*/ 0 w 153000"/>
                <a:gd name="connsiteY13" fmla="*/ 255365 h 266509"/>
                <a:gd name="connsiteX14" fmla="*/ 11098 w 153000"/>
                <a:gd name="connsiteY14" fmla="*/ 266510 h 266509"/>
                <a:gd name="connsiteX15" fmla="*/ 96467 w 153000"/>
                <a:gd name="connsiteY15" fmla="*/ 266510 h 266509"/>
                <a:gd name="connsiteX16" fmla="*/ 107565 w 153000"/>
                <a:gd name="connsiteY16" fmla="*/ 255365 h 266509"/>
                <a:gd name="connsiteX17" fmla="*/ 107565 w 153000"/>
                <a:gd name="connsiteY17" fmla="*/ 217265 h 266509"/>
                <a:gd name="connsiteX18" fmla="*/ 96467 w 153000"/>
                <a:gd name="connsiteY18" fmla="*/ 206121 h 266509"/>
                <a:gd name="connsiteX19" fmla="*/ 90966 w 153000"/>
                <a:gd name="connsiteY19" fmla="*/ 206121 h 266509"/>
                <a:gd name="connsiteX20" fmla="*/ 90966 w 153000"/>
                <a:gd name="connsiteY20" fmla="*/ 191834 h 266509"/>
                <a:gd name="connsiteX21" fmla="*/ 151104 w 153000"/>
                <a:gd name="connsiteY21" fmla="*/ 133255 h 266509"/>
                <a:gd name="connsiteX22" fmla="*/ 153001 w 153000"/>
                <a:gd name="connsiteY22" fmla="*/ 128683 h 266509"/>
                <a:gd name="connsiteX23" fmla="*/ 153001 w 153000"/>
                <a:gd name="connsiteY23" fmla="*/ 6572 h 266509"/>
                <a:gd name="connsiteX24" fmla="*/ 146646 w 153000"/>
                <a:gd name="connsiteY24" fmla="*/ 190 h 266509"/>
                <a:gd name="connsiteX25" fmla="*/ 94855 w 153000"/>
                <a:gd name="connsiteY25" fmla="*/ 253651 h 266509"/>
                <a:gd name="connsiteX26" fmla="*/ 12805 w 153000"/>
                <a:gd name="connsiteY26" fmla="*/ 253651 h 266509"/>
                <a:gd name="connsiteX27" fmla="*/ 12805 w 153000"/>
                <a:gd name="connsiteY27" fmla="*/ 218885 h 266509"/>
                <a:gd name="connsiteX28" fmla="*/ 94855 w 153000"/>
                <a:gd name="connsiteY28" fmla="*/ 218885 h 266509"/>
                <a:gd name="connsiteX29" fmla="*/ 94855 w 153000"/>
                <a:gd name="connsiteY29" fmla="*/ 253651 h 266509"/>
                <a:gd name="connsiteX30" fmla="*/ 140385 w 153000"/>
                <a:gd name="connsiteY30" fmla="*/ 125921 h 266509"/>
                <a:gd name="connsiteX31" fmla="*/ 80816 w 153000"/>
                <a:gd name="connsiteY31" fmla="*/ 183928 h 266509"/>
                <a:gd name="connsiteX32" fmla="*/ 78350 w 153000"/>
                <a:gd name="connsiteY32" fmla="*/ 189071 h 266509"/>
                <a:gd name="connsiteX33" fmla="*/ 78350 w 153000"/>
                <a:gd name="connsiteY33" fmla="*/ 206121 h 266509"/>
                <a:gd name="connsiteX34" fmla="*/ 29500 w 153000"/>
                <a:gd name="connsiteY34" fmla="*/ 206121 h 266509"/>
                <a:gd name="connsiteX35" fmla="*/ 29500 w 153000"/>
                <a:gd name="connsiteY35" fmla="*/ 146971 h 266509"/>
                <a:gd name="connsiteX36" fmla="*/ 50558 w 153000"/>
                <a:gd name="connsiteY36" fmla="*/ 88678 h 266509"/>
                <a:gd name="connsiteX37" fmla="*/ 51032 w 153000"/>
                <a:gd name="connsiteY37" fmla="*/ 87440 h 266509"/>
                <a:gd name="connsiteX38" fmla="*/ 64312 w 153000"/>
                <a:gd name="connsiteY38" fmla="*/ 84392 h 266509"/>
                <a:gd name="connsiteX39" fmla="*/ 66209 w 153000"/>
                <a:gd name="connsiteY39" fmla="*/ 89440 h 266509"/>
                <a:gd name="connsiteX40" fmla="*/ 55680 w 153000"/>
                <a:gd name="connsiteY40" fmla="*/ 144494 h 266509"/>
                <a:gd name="connsiteX41" fmla="*/ 58905 w 153000"/>
                <a:gd name="connsiteY41" fmla="*/ 151543 h 266509"/>
                <a:gd name="connsiteX42" fmla="*/ 66493 w 153000"/>
                <a:gd name="connsiteY42" fmla="*/ 150400 h 266509"/>
                <a:gd name="connsiteX43" fmla="*/ 114015 w 153000"/>
                <a:gd name="connsiteY43" fmla="*/ 102394 h 266509"/>
                <a:gd name="connsiteX44" fmla="*/ 115913 w 153000"/>
                <a:gd name="connsiteY44" fmla="*/ 97822 h 266509"/>
                <a:gd name="connsiteX45" fmla="*/ 140385 w 153000"/>
                <a:gd name="connsiteY45" fmla="*/ 13906 h 266509"/>
                <a:gd name="connsiteX46" fmla="*/ 140385 w 153000"/>
                <a:gd name="connsiteY46" fmla="*/ 125825 h 26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000" h="266509">
                  <a:moveTo>
                    <a:pt x="146740" y="0"/>
                  </a:moveTo>
                  <a:cubicBezTo>
                    <a:pt x="104530" y="0"/>
                    <a:pt x="103107" y="68675"/>
                    <a:pt x="103012" y="95155"/>
                  </a:cubicBezTo>
                  <a:lnTo>
                    <a:pt x="72564" y="125921"/>
                  </a:lnTo>
                  <a:cubicBezTo>
                    <a:pt x="75410" y="111728"/>
                    <a:pt x="78729" y="94869"/>
                    <a:pt x="78919" y="90011"/>
                  </a:cubicBezTo>
                  <a:cubicBezTo>
                    <a:pt x="79204" y="84677"/>
                    <a:pt x="77212" y="79534"/>
                    <a:pt x="73418" y="75533"/>
                  </a:cubicBezTo>
                  <a:cubicBezTo>
                    <a:pt x="69529" y="71438"/>
                    <a:pt x="64027" y="69056"/>
                    <a:pt x="58336" y="69056"/>
                  </a:cubicBezTo>
                  <a:cubicBezTo>
                    <a:pt x="49514" y="69056"/>
                    <a:pt x="41926" y="74486"/>
                    <a:pt x="38985" y="82772"/>
                  </a:cubicBezTo>
                  <a:cubicBezTo>
                    <a:pt x="38891" y="82963"/>
                    <a:pt x="38796" y="83248"/>
                    <a:pt x="38701" y="83439"/>
                  </a:cubicBezTo>
                  <a:lnTo>
                    <a:pt x="16979" y="143637"/>
                  </a:lnTo>
                  <a:cubicBezTo>
                    <a:pt x="16694" y="144304"/>
                    <a:pt x="16600" y="145066"/>
                    <a:pt x="16600" y="145828"/>
                  </a:cubicBezTo>
                  <a:lnTo>
                    <a:pt x="16600" y="206121"/>
                  </a:lnTo>
                  <a:lnTo>
                    <a:pt x="11098" y="206121"/>
                  </a:lnTo>
                  <a:cubicBezTo>
                    <a:pt x="4932" y="206121"/>
                    <a:pt x="0" y="211169"/>
                    <a:pt x="0" y="217265"/>
                  </a:cubicBezTo>
                  <a:lnTo>
                    <a:pt x="0" y="255365"/>
                  </a:lnTo>
                  <a:cubicBezTo>
                    <a:pt x="0" y="261556"/>
                    <a:pt x="5027" y="266510"/>
                    <a:pt x="11098" y="266510"/>
                  </a:cubicBezTo>
                  <a:lnTo>
                    <a:pt x="96467" y="266510"/>
                  </a:lnTo>
                  <a:cubicBezTo>
                    <a:pt x="102633" y="266510"/>
                    <a:pt x="107565" y="261461"/>
                    <a:pt x="107565" y="255365"/>
                  </a:cubicBezTo>
                  <a:lnTo>
                    <a:pt x="107565" y="217265"/>
                  </a:lnTo>
                  <a:cubicBezTo>
                    <a:pt x="107565" y="211074"/>
                    <a:pt x="102538" y="206121"/>
                    <a:pt x="96467" y="206121"/>
                  </a:cubicBezTo>
                  <a:lnTo>
                    <a:pt x="90966" y="206121"/>
                  </a:lnTo>
                  <a:lnTo>
                    <a:pt x="90966" y="191834"/>
                  </a:lnTo>
                  <a:lnTo>
                    <a:pt x="151104" y="133255"/>
                  </a:lnTo>
                  <a:cubicBezTo>
                    <a:pt x="152337" y="132017"/>
                    <a:pt x="153001" y="130397"/>
                    <a:pt x="153001" y="128683"/>
                  </a:cubicBezTo>
                  <a:lnTo>
                    <a:pt x="153001" y="6572"/>
                  </a:lnTo>
                  <a:cubicBezTo>
                    <a:pt x="153001" y="3048"/>
                    <a:pt x="150155" y="190"/>
                    <a:pt x="146646" y="190"/>
                  </a:cubicBezTo>
                  <a:close/>
                  <a:moveTo>
                    <a:pt x="94855" y="253651"/>
                  </a:moveTo>
                  <a:lnTo>
                    <a:pt x="12805" y="253651"/>
                  </a:lnTo>
                  <a:lnTo>
                    <a:pt x="12805" y="218885"/>
                  </a:lnTo>
                  <a:lnTo>
                    <a:pt x="94855" y="218885"/>
                  </a:lnTo>
                  <a:lnTo>
                    <a:pt x="94855" y="253651"/>
                  </a:lnTo>
                  <a:close/>
                  <a:moveTo>
                    <a:pt x="140385" y="125921"/>
                  </a:moveTo>
                  <a:lnTo>
                    <a:pt x="80816" y="183928"/>
                  </a:lnTo>
                  <a:cubicBezTo>
                    <a:pt x="79299" y="185166"/>
                    <a:pt x="78350" y="186976"/>
                    <a:pt x="78350" y="189071"/>
                  </a:cubicBezTo>
                  <a:lnTo>
                    <a:pt x="78350" y="206121"/>
                  </a:lnTo>
                  <a:lnTo>
                    <a:pt x="29500" y="206121"/>
                  </a:lnTo>
                  <a:lnTo>
                    <a:pt x="29500" y="146971"/>
                  </a:lnTo>
                  <a:lnTo>
                    <a:pt x="50558" y="88678"/>
                  </a:lnTo>
                  <a:cubicBezTo>
                    <a:pt x="50558" y="88678"/>
                    <a:pt x="50937" y="87916"/>
                    <a:pt x="51032" y="87440"/>
                  </a:cubicBezTo>
                  <a:cubicBezTo>
                    <a:pt x="52644" y="81915"/>
                    <a:pt x="60423" y="80296"/>
                    <a:pt x="64312" y="84392"/>
                  </a:cubicBezTo>
                  <a:cubicBezTo>
                    <a:pt x="65639" y="85820"/>
                    <a:pt x="66304" y="87535"/>
                    <a:pt x="66209" y="89440"/>
                  </a:cubicBezTo>
                  <a:cubicBezTo>
                    <a:pt x="65924" y="94964"/>
                    <a:pt x="59664" y="126206"/>
                    <a:pt x="55680" y="144494"/>
                  </a:cubicBezTo>
                  <a:cubicBezTo>
                    <a:pt x="55111" y="147256"/>
                    <a:pt x="56344" y="150114"/>
                    <a:pt x="58905" y="151543"/>
                  </a:cubicBezTo>
                  <a:cubicBezTo>
                    <a:pt x="61371" y="152876"/>
                    <a:pt x="64501" y="152495"/>
                    <a:pt x="66493" y="150400"/>
                  </a:cubicBezTo>
                  <a:lnTo>
                    <a:pt x="114015" y="102394"/>
                  </a:lnTo>
                  <a:cubicBezTo>
                    <a:pt x="115249" y="101156"/>
                    <a:pt x="115913" y="99536"/>
                    <a:pt x="115913" y="97822"/>
                  </a:cubicBezTo>
                  <a:cubicBezTo>
                    <a:pt x="115913" y="47720"/>
                    <a:pt x="124165" y="19526"/>
                    <a:pt x="140385" y="13906"/>
                  </a:cubicBezTo>
                  <a:lnTo>
                    <a:pt x="140385" y="125825"/>
                  </a:ln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110" name="Graphic 108">
            <a:extLst>
              <a:ext uri="{FF2B5EF4-FFF2-40B4-BE49-F238E27FC236}">
                <a16:creationId xmlns:a16="http://schemas.microsoft.com/office/drawing/2014/main" id="{D7EA3B0B-6C15-70B0-C62C-1728DE9728D1}"/>
              </a:ext>
            </a:extLst>
          </p:cNvPr>
          <p:cNvSpPr/>
          <p:nvPr/>
        </p:nvSpPr>
        <p:spPr>
          <a:xfrm>
            <a:off x="3837686" y="816397"/>
            <a:ext cx="462391" cy="463124"/>
          </a:xfrm>
          <a:custGeom>
            <a:avLst/>
            <a:gdLst>
              <a:gd name="connsiteX0" fmla="*/ 214467 w 349576"/>
              <a:gd name="connsiteY0" fmla="*/ 126198 h 350130"/>
              <a:gd name="connsiteX1" fmla="*/ 182975 w 349576"/>
              <a:gd name="connsiteY1" fmla="*/ 131056 h 350130"/>
              <a:gd name="connsiteX2" fmla="*/ 152716 w 349576"/>
              <a:gd name="connsiteY2" fmla="*/ 126198 h 350130"/>
              <a:gd name="connsiteX3" fmla="*/ 126062 w 349576"/>
              <a:gd name="connsiteY3" fmla="*/ 165155 h 350130"/>
              <a:gd name="connsiteX4" fmla="*/ 180509 w 349576"/>
              <a:gd name="connsiteY4" fmla="*/ 227258 h 350130"/>
              <a:gd name="connsiteX5" fmla="*/ 182975 w 349576"/>
              <a:gd name="connsiteY5" fmla="*/ 228497 h 350130"/>
              <a:gd name="connsiteX6" fmla="*/ 186579 w 349576"/>
              <a:gd name="connsiteY6" fmla="*/ 227258 h 350130"/>
              <a:gd name="connsiteX7" fmla="*/ 239793 w 349576"/>
              <a:gd name="connsiteY7" fmla="*/ 165155 h 350130"/>
              <a:gd name="connsiteX8" fmla="*/ 214372 w 349576"/>
              <a:gd name="connsiteY8" fmla="*/ 126198 h 350130"/>
              <a:gd name="connsiteX9" fmla="*/ 183070 w 349576"/>
              <a:gd name="connsiteY9" fmla="*/ 212685 h 350130"/>
              <a:gd name="connsiteX10" fmla="*/ 140764 w 349576"/>
              <a:gd name="connsiteY10" fmla="*/ 165155 h 350130"/>
              <a:gd name="connsiteX11" fmla="*/ 157743 w 349576"/>
              <a:gd name="connsiteY11" fmla="*/ 139533 h 350130"/>
              <a:gd name="connsiteX12" fmla="*/ 162581 w 349576"/>
              <a:gd name="connsiteY12" fmla="*/ 139533 h 350130"/>
              <a:gd name="connsiteX13" fmla="*/ 177094 w 349576"/>
              <a:gd name="connsiteY13" fmla="*/ 146867 h 350130"/>
              <a:gd name="connsiteX14" fmla="*/ 183165 w 349576"/>
              <a:gd name="connsiteY14" fmla="*/ 149344 h 350130"/>
              <a:gd name="connsiteX15" fmla="*/ 189235 w 349576"/>
              <a:gd name="connsiteY15" fmla="*/ 146867 h 350130"/>
              <a:gd name="connsiteX16" fmla="*/ 209819 w 349576"/>
              <a:gd name="connsiteY16" fmla="*/ 139533 h 350130"/>
              <a:gd name="connsiteX17" fmla="*/ 225565 w 349576"/>
              <a:gd name="connsiteY17" fmla="*/ 165155 h 350130"/>
              <a:gd name="connsiteX18" fmla="*/ 183259 w 349576"/>
              <a:gd name="connsiteY18" fmla="*/ 212685 h 350130"/>
              <a:gd name="connsiteX19" fmla="*/ 347927 w 349576"/>
              <a:gd name="connsiteY19" fmla="*/ 266120 h 350130"/>
              <a:gd name="connsiteX20" fmla="*/ 296990 w 349576"/>
              <a:gd name="connsiteY20" fmla="*/ 249071 h 350130"/>
              <a:gd name="connsiteX21" fmla="*/ 237042 w 349576"/>
              <a:gd name="connsiteY21" fmla="*/ 269168 h 350130"/>
              <a:gd name="connsiteX22" fmla="*/ 217692 w 349576"/>
              <a:gd name="connsiteY22" fmla="*/ 261929 h 350130"/>
              <a:gd name="connsiteX23" fmla="*/ 177758 w 349576"/>
              <a:gd name="connsiteY23" fmla="*/ 261929 h 350130"/>
              <a:gd name="connsiteX24" fmla="*/ 108893 w 349576"/>
              <a:gd name="connsiteY24" fmla="*/ 232688 h 350130"/>
              <a:gd name="connsiteX25" fmla="*/ 72848 w 349576"/>
              <a:gd name="connsiteY25" fmla="*/ 232688 h 350130"/>
              <a:gd name="connsiteX26" fmla="*/ 72848 w 349576"/>
              <a:gd name="connsiteY26" fmla="*/ 226020 h 350130"/>
              <a:gd name="connsiteX27" fmla="*/ 65545 w 349576"/>
              <a:gd name="connsiteY27" fmla="*/ 218686 h 350130"/>
              <a:gd name="connsiteX28" fmla="*/ 7304 w 349576"/>
              <a:gd name="connsiteY28" fmla="*/ 218686 h 350130"/>
              <a:gd name="connsiteX29" fmla="*/ 0 w 349576"/>
              <a:gd name="connsiteY29" fmla="*/ 226020 h 350130"/>
              <a:gd name="connsiteX30" fmla="*/ 0 w 349576"/>
              <a:gd name="connsiteY30" fmla="*/ 328128 h 350130"/>
              <a:gd name="connsiteX31" fmla="*/ 7304 w 349576"/>
              <a:gd name="connsiteY31" fmla="*/ 335462 h 350130"/>
              <a:gd name="connsiteX32" fmla="*/ 65545 w 349576"/>
              <a:gd name="connsiteY32" fmla="*/ 335462 h 350130"/>
              <a:gd name="connsiteX33" fmla="*/ 72848 w 349576"/>
              <a:gd name="connsiteY33" fmla="*/ 328128 h 350130"/>
              <a:gd name="connsiteX34" fmla="*/ 72848 w 349576"/>
              <a:gd name="connsiteY34" fmla="*/ 317651 h 350130"/>
              <a:gd name="connsiteX35" fmla="*/ 106617 w 349576"/>
              <a:gd name="connsiteY35" fmla="*/ 329462 h 350130"/>
              <a:gd name="connsiteX36" fmla="*/ 185441 w 349576"/>
              <a:gd name="connsiteY36" fmla="*/ 350131 h 350130"/>
              <a:gd name="connsiteX37" fmla="*/ 273941 w 349576"/>
              <a:gd name="connsiteY37" fmla="*/ 314793 h 350130"/>
              <a:gd name="connsiteX38" fmla="*/ 345461 w 349576"/>
              <a:gd name="connsiteY38" fmla="*/ 278217 h 350130"/>
              <a:gd name="connsiteX39" fmla="*/ 349066 w 349576"/>
              <a:gd name="connsiteY39" fmla="*/ 272121 h 350130"/>
              <a:gd name="connsiteX40" fmla="*/ 347832 w 349576"/>
              <a:gd name="connsiteY40" fmla="*/ 266025 h 350130"/>
              <a:gd name="connsiteX41" fmla="*/ 14702 w 349576"/>
              <a:gd name="connsiteY41" fmla="*/ 320794 h 350130"/>
              <a:gd name="connsiteX42" fmla="*/ 14702 w 349576"/>
              <a:gd name="connsiteY42" fmla="*/ 233259 h 350130"/>
              <a:gd name="connsiteX43" fmla="*/ 58431 w 349576"/>
              <a:gd name="connsiteY43" fmla="*/ 233259 h 350130"/>
              <a:gd name="connsiteX44" fmla="*/ 58431 w 349576"/>
              <a:gd name="connsiteY44" fmla="*/ 239260 h 350130"/>
              <a:gd name="connsiteX45" fmla="*/ 58241 w 349576"/>
              <a:gd name="connsiteY45" fmla="*/ 239927 h 350130"/>
              <a:gd name="connsiteX46" fmla="*/ 58431 w 349576"/>
              <a:gd name="connsiteY46" fmla="*/ 240784 h 350130"/>
              <a:gd name="connsiteX47" fmla="*/ 58431 w 349576"/>
              <a:gd name="connsiteY47" fmla="*/ 320794 h 350130"/>
              <a:gd name="connsiteX48" fmla="*/ 14702 w 349576"/>
              <a:gd name="connsiteY48" fmla="*/ 320794 h 350130"/>
              <a:gd name="connsiteX49" fmla="*/ 267965 w 349576"/>
              <a:gd name="connsiteY49" fmla="*/ 302601 h 350130"/>
              <a:gd name="connsiteX50" fmla="*/ 110411 w 349576"/>
              <a:gd name="connsiteY50" fmla="*/ 314793 h 350130"/>
              <a:gd name="connsiteX51" fmla="*/ 73038 w 349576"/>
              <a:gd name="connsiteY51" fmla="*/ 301934 h 350130"/>
              <a:gd name="connsiteX52" fmla="*/ 73038 w 349576"/>
              <a:gd name="connsiteY52" fmla="*/ 247166 h 350130"/>
              <a:gd name="connsiteX53" fmla="*/ 109083 w 349576"/>
              <a:gd name="connsiteY53" fmla="*/ 247166 h 350130"/>
              <a:gd name="connsiteX54" fmla="*/ 169505 w 349576"/>
              <a:gd name="connsiteY54" fmla="*/ 275169 h 350130"/>
              <a:gd name="connsiteX55" fmla="*/ 174343 w 349576"/>
              <a:gd name="connsiteY55" fmla="*/ 276407 h 350130"/>
              <a:gd name="connsiteX56" fmla="*/ 217881 w 349576"/>
              <a:gd name="connsiteY56" fmla="*/ 276407 h 350130"/>
              <a:gd name="connsiteX57" fmla="*/ 228790 w 349576"/>
              <a:gd name="connsiteY57" fmla="*/ 283742 h 350130"/>
              <a:gd name="connsiteX58" fmla="*/ 217881 w 349576"/>
              <a:gd name="connsiteY58" fmla="*/ 291076 h 350130"/>
              <a:gd name="connsiteX59" fmla="*/ 138109 w 349576"/>
              <a:gd name="connsiteY59" fmla="*/ 291076 h 350130"/>
              <a:gd name="connsiteX60" fmla="*/ 130900 w 349576"/>
              <a:gd name="connsiteY60" fmla="*/ 298410 h 350130"/>
              <a:gd name="connsiteX61" fmla="*/ 138109 w 349576"/>
              <a:gd name="connsiteY61" fmla="*/ 305744 h 350130"/>
              <a:gd name="connsiteX62" fmla="*/ 217881 w 349576"/>
              <a:gd name="connsiteY62" fmla="*/ 305744 h 350130"/>
              <a:gd name="connsiteX63" fmla="*/ 243302 w 349576"/>
              <a:gd name="connsiteY63" fmla="*/ 283837 h 350130"/>
              <a:gd name="connsiteX64" fmla="*/ 243302 w 349576"/>
              <a:gd name="connsiteY64" fmla="*/ 283265 h 350130"/>
              <a:gd name="connsiteX65" fmla="*/ 300879 w 349576"/>
              <a:gd name="connsiteY65" fmla="*/ 263644 h 350130"/>
              <a:gd name="connsiteX66" fmla="*/ 330000 w 349576"/>
              <a:gd name="connsiteY66" fmla="*/ 269740 h 350130"/>
              <a:gd name="connsiteX67" fmla="*/ 268154 w 349576"/>
              <a:gd name="connsiteY67" fmla="*/ 302601 h 350130"/>
              <a:gd name="connsiteX68" fmla="*/ 40124 w 349576"/>
              <a:gd name="connsiteY68" fmla="*/ 102005 h 350130"/>
              <a:gd name="connsiteX69" fmla="*/ 53498 w 349576"/>
              <a:gd name="connsiteY69" fmla="*/ 100766 h 350130"/>
              <a:gd name="connsiteX70" fmla="*/ 112972 w 349576"/>
              <a:gd name="connsiteY70" fmla="*/ 80478 h 350130"/>
              <a:gd name="connsiteX71" fmla="*/ 130710 w 349576"/>
              <a:gd name="connsiteY71" fmla="*/ 87050 h 350130"/>
              <a:gd name="connsiteX72" fmla="*/ 171877 w 349576"/>
              <a:gd name="connsiteY72" fmla="*/ 87050 h 350130"/>
              <a:gd name="connsiteX73" fmla="*/ 239698 w 349576"/>
              <a:gd name="connsiteY73" fmla="*/ 116006 h 350130"/>
              <a:gd name="connsiteX74" fmla="*/ 275838 w 349576"/>
              <a:gd name="connsiteY74" fmla="*/ 116006 h 350130"/>
              <a:gd name="connsiteX75" fmla="*/ 275838 w 349576"/>
              <a:gd name="connsiteY75" fmla="*/ 123531 h 350130"/>
              <a:gd name="connsiteX76" fmla="*/ 283141 w 349576"/>
              <a:gd name="connsiteY76" fmla="*/ 130865 h 350130"/>
              <a:gd name="connsiteX77" fmla="*/ 341382 w 349576"/>
              <a:gd name="connsiteY77" fmla="*/ 130865 h 350130"/>
              <a:gd name="connsiteX78" fmla="*/ 348686 w 349576"/>
              <a:gd name="connsiteY78" fmla="*/ 123531 h 350130"/>
              <a:gd name="connsiteX79" fmla="*/ 348686 w 349576"/>
              <a:gd name="connsiteY79" fmla="*/ 21423 h 350130"/>
              <a:gd name="connsiteX80" fmla="*/ 341382 w 349576"/>
              <a:gd name="connsiteY80" fmla="*/ 14089 h 350130"/>
              <a:gd name="connsiteX81" fmla="*/ 283141 w 349576"/>
              <a:gd name="connsiteY81" fmla="*/ 14089 h 350130"/>
              <a:gd name="connsiteX82" fmla="*/ 275838 w 349576"/>
              <a:gd name="connsiteY82" fmla="*/ 21423 h 350130"/>
              <a:gd name="connsiteX83" fmla="*/ 275838 w 349576"/>
              <a:gd name="connsiteY83" fmla="*/ 31710 h 350130"/>
              <a:gd name="connsiteX84" fmla="*/ 243682 w 349576"/>
              <a:gd name="connsiteY84" fmla="*/ 20375 h 350130"/>
              <a:gd name="connsiteX85" fmla="*/ 76358 w 349576"/>
              <a:gd name="connsiteY85" fmla="*/ 35044 h 350130"/>
              <a:gd name="connsiteX86" fmla="*/ 4838 w 349576"/>
              <a:gd name="connsiteY86" fmla="*/ 72858 h 350130"/>
              <a:gd name="connsiteX87" fmla="*/ 1233 w 349576"/>
              <a:gd name="connsiteY87" fmla="*/ 77716 h 350130"/>
              <a:gd name="connsiteX88" fmla="*/ 2466 w 349576"/>
              <a:gd name="connsiteY88" fmla="*/ 83812 h 350130"/>
              <a:gd name="connsiteX89" fmla="*/ 40029 w 349576"/>
              <a:gd name="connsiteY89" fmla="*/ 102100 h 350130"/>
              <a:gd name="connsiteX90" fmla="*/ 334173 w 349576"/>
              <a:gd name="connsiteY90" fmla="*/ 28662 h 350130"/>
              <a:gd name="connsiteX91" fmla="*/ 334173 w 349576"/>
              <a:gd name="connsiteY91" fmla="*/ 116197 h 350130"/>
              <a:gd name="connsiteX92" fmla="*/ 290445 w 349576"/>
              <a:gd name="connsiteY92" fmla="*/ 116197 h 350130"/>
              <a:gd name="connsiteX93" fmla="*/ 290445 w 349576"/>
              <a:gd name="connsiteY93" fmla="*/ 109910 h 350130"/>
              <a:gd name="connsiteX94" fmla="*/ 290635 w 349576"/>
              <a:gd name="connsiteY94" fmla="*/ 108767 h 350130"/>
              <a:gd name="connsiteX95" fmla="*/ 290445 w 349576"/>
              <a:gd name="connsiteY95" fmla="*/ 107815 h 350130"/>
              <a:gd name="connsiteX96" fmla="*/ 290445 w 349576"/>
              <a:gd name="connsiteY96" fmla="*/ 45807 h 350130"/>
              <a:gd name="connsiteX97" fmla="*/ 291014 w 349576"/>
              <a:gd name="connsiteY97" fmla="*/ 44664 h 350130"/>
              <a:gd name="connsiteX98" fmla="*/ 290445 w 349576"/>
              <a:gd name="connsiteY98" fmla="*/ 38949 h 350130"/>
              <a:gd name="connsiteX99" fmla="*/ 290445 w 349576"/>
              <a:gd name="connsiteY99" fmla="*/ 28662 h 350130"/>
              <a:gd name="connsiteX100" fmla="*/ 334173 w 349576"/>
              <a:gd name="connsiteY100" fmla="*/ 28662 h 350130"/>
              <a:gd name="connsiteX101" fmla="*/ 82619 w 349576"/>
              <a:gd name="connsiteY101" fmla="*/ 48379 h 350130"/>
              <a:gd name="connsiteX102" fmla="*/ 239034 w 349576"/>
              <a:gd name="connsiteY102" fmla="*/ 34949 h 350130"/>
              <a:gd name="connsiteX103" fmla="*/ 276027 w 349576"/>
              <a:gd name="connsiteY103" fmla="*/ 47141 h 350130"/>
              <a:gd name="connsiteX104" fmla="*/ 276027 w 349576"/>
              <a:gd name="connsiteY104" fmla="*/ 101433 h 350130"/>
              <a:gd name="connsiteX105" fmla="*/ 239888 w 349576"/>
              <a:gd name="connsiteY105" fmla="*/ 101433 h 350130"/>
              <a:gd name="connsiteX106" fmla="*/ 180509 w 349576"/>
              <a:gd name="connsiteY106" fmla="*/ 74954 h 350130"/>
              <a:gd name="connsiteX107" fmla="*/ 174438 w 349576"/>
              <a:gd name="connsiteY107" fmla="*/ 72572 h 350130"/>
              <a:gd name="connsiteX108" fmla="*/ 130805 w 349576"/>
              <a:gd name="connsiteY108" fmla="*/ 72572 h 350130"/>
              <a:gd name="connsiteX109" fmla="*/ 122647 w 349576"/>
              <a:gd name="connsiteY109" fmla="*/ 69524 h 350130"/>
              <a:gd name="connsiteX110" fmla="*/ 122647 w 349576"/>
              <a:gd name="connsiteY110" fmla="*/ 69143 h 350130"/>
              <a:gd name="connsiteX111" fmla="*/ 121414 w 349576"/>
              <a:gd name="connsiteY111" fmla="*/ 67143 h 350130"/>
              <a:gd name="connsiteX112" fmla="*/ 121130 w 349576"/>
              <a:gd name="connsiteY112" fmla="*/ 65429 h 350130"/>
              <a:gd name="connsiteX113" fmla="*/ 130805 w 349576"/>
              <a:gd name="connsiteY113" fmla="*/ 58190 h 350130"/>
              <a:gd name="connsiteX114" fmla="*/ 210767 w 349576"/>
              <a:gd name="connsiteY114" fmla="*/ 58190 h 350130"/>
              <a:gd name="connsiteX115" fmla="*/ 218071 w 349576"/>
              <a:gd name="connsiteY115" fmla="*/ 50951 h 350130"/>
              <a:gd name="connsiteX116" fmla="*/ 210767 w 349576"/>
              <a:gd name="connsiteY116" fmla="*/ 43712 h 350130"/>
              <a:gd name="connsiteX117" fmla="*/ 130805 w 349576"/>
              <a:gd name="connsiteY117" fmla="*/ 43712 h 350130"/>
              <a:gd name="connsiteX118" fmla="*/ 106617 w 349576"/>
              <a:gd name="connsiteY118" fmla="*/ 65429 h 350130"/>
              <a:gd name="connsiteX119" fmla="*/ 106806 w 349576"/>
              <a:gd name="connsiteY119" fmla="*/ 67524 h 350130"/>
              <a:gd name="connsiteX120" fmla="*/ 49894 w 349576"/>
              <a:gd name="connsiteY120" fmla="*/ 86193 h 350130"/>
              <a:gd name="connsiteX121" fmla="*/ 20773 w 349576"/>
              <a:gd name="connsiteY121" fmla="*/ 80097 h 350130"/>
              <a:gd name="connsiteX122" fmla="*/ 82619 w 349576"/>
              <a:gd name="connsiteY122" fmla="*/ 48379 h 350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349576" h="350130">
                <a:moveTo>
                  <a:pt x="214467" y="126198"/>
                </a:moveTo>
                <a:cubicBezTo>
                  <a:pt x="202325" y="122579"/>
                  <a:pt x="191512" y="124960"/>
                  <a:pt x="182975" y="131056"/>
                </a:cubicBezTo>
                <a:cubicBezTo>
                  <a:pt x="175671" y="124960"/>
                  <a:pt x="163624" y="122483"/>
                  <a:pt x="152716" y="126198"/>
                </a:cubicBezTo>
                <a:cubicBezTo>
                  <a:pt x="140575" y="129818"/>
                  <a:pt x="126062" y="142010"/>
                  <a:pt x="126062" y="165155"/>
                </a:cubicBezTo>
                <a:cubicBezTo>
                  <a:pt x="127295" y="200493"/>
                  <a:pt x="178137" y="226115"/>
                  <a:pt x="180509" y="227258"/>
                </a:cubicBezTo>
                <a:cubicBezTo>
                  <a:pt x="181334" y="228084"/>
                  <a:pt x="182150" y="228497"/>
                  <a:pt x="182975" y="228497"/>
                </a:cubicBezTo>
                <a:cubicBezTo>
                  <a:pt x="184208" y="228497"/>
                  <a:pt x="185441" y="228497"/>
                  <a:pt x="186579" y="227258"/>
                </a:cubicBezTo>
                <a:cubicBezTo>
                  <a:pt x="189046" y="226020"/>
                  <a:pt x="239793" y="200493"/>
                  <a:pt x="239793" y="165155"/>
                </a:cubicBezTo>
                <a:cubicBezTo>
                  <a:pt x="239793" y="142010"/>
                  <a:pt x="226513" y="129818"/>
                  <a:pt x="214372" y="126198"/>
                </a:cubicBezTo>
                <a:close/>
                <a:moveTo>
                  <a:pt x="183070" y="212685"/>
                </a:moveTo>
                <a:cubicBezTo>
                  <a:pt x="169790" y="205351"/>
                  <a:pt x="141903" y="185920"/>
                  <a:pt x="140764" y="165155"/>
                </a:cubicBezTo>
                <a:cubicBezTo>
                  <a:pt x="140764" y="151725"/>
                  <a:pt x="146835" y="143248"/>
                  <a:pt x="157743" y="139533"/>
                </a:cubicBezTo>
                <a:lnTo>
                  <a:pt x="162581" y="139533"/>
                </a:lnTo>
                <a:cubicBezTo>
                  <a:pt x="168652" y="139533"/>
                  <a:pt x="174722" y="142010"/>
                  <a:pt x="177094" y="146867"/>
                </a:cubicBezTo>
                <a:cubicBezTo>
                  <a:pt x="178327" y="148106"/>
                  <a:pt x="180698" y="149344"/>
                  <a:pt x="183165" y="149344"/>
                </a:cubicBezTo>
                <a:cubicBezTo>
                  <a:pt x="185631" y="149344"/>
                  <a:pt x="188002" y="148106"/>
                  <a:pt x="189235" y="146867"/>
                </a:cubicBezTo>
                <a:cubicBezTo>
                  <a:pt x="194073" y="139533"/>
                  <a:pt x="201377" y="137152"/>
                  <a:pt x="209819" y="139533"/>
                </a:cubicBezTo>
                <a:cubicBezTo>
                  <a:pt x="220727" y="143153"/>
                  <a:pt x="225565" y="151725"/>
                  <a:pt x="225565" y="165155"/>
                </a:cubicBezTo>
                <a:cubicBezTo>
                  <a:pt x="225565" y="185825"/>
                  <a:pt x="197772" y="205351"/>
                  <a:pt x="183259" y="212685"/>
                </a:cubicBezTo>
                <a:close/>
                <a:moveTo>
                  <a:pt x="347927" y="266120"/>
                </a:moveTo>
                <a:cubicBezTo>
                  <a:pt x="330948" y="249071"/>
                  <a:pt x="315202" y="244213"/>
                  <a:pt x="296990" y="249071"/>
                </a:cubicBezTo>
                <a:cubicBezTo>
                  <a:pt x="296990" y="249071"/>
                  <a:pt x="296801" y="249071"/>
                  <a:pt x="237042" y="269168"/>
                </a:cubicBezTo>
                <a:cubicBezTo>
                  <a:pt x="232774" y="264882"/>
                  <a:pt x="226418" y="261929"/>
                  <a:pt x="217692" y="261929"/>
                </a:cubicBezTo>
                <a:lnTo>
                  <a:pt x="177758" y="261929"/>
                </a:lnTo>
                <a:cubicBezTo>
                  <a:pt x="166850" y="252214"/>
                  <a:pt x="142662" y="232688"/>
                  <a:pt x="108893" y="232688"/>
                </a:cubicBezTo>
                <a:lnTo>
                  <a:pt x="72848" y="232688"/>
                </a:lnTo>
                <a:lnTo>
                  <a:pt x="72848" y="226020"/>
                </a:lnTo>
                <a:cubicBezTo>
                  <a:pt x="72848" y="222401"/>
                  <a:pt x="70382" y="218686"/>
                  <a:pt x="65545" y="218686"/>
                </a:cubicBezTo>
                <a:lnTo>
                  <a:pt x="7304" y="218686"/>
                </a:lnTo>
                <a:cubicBezTo>
                  <a:pt x="3699" y="218686"/>
                  <a:pt x="0" y="222305"/>
                  <a:pt x="0" y="226020"/>
                </a:cubicBezTo>
                <a:lnTo>
                  <a:pt x="0" y="328128"/>
                </a:lnTo>
                <a:cubicBezTo>
                  <a:pt x="0" y="332986"/>
                  <a:pt x="3604" y="335462"/>
                  <a:pt x="7304" y="335462"/>
                </a:cubicBezTo>
                <a:lnTo>
                  <a:pt x="65545" y="335462"/>
                </a:lnTo>
                <a:cubicBezTo>
                  <a:pt x="70382" y="335462"/>
                  <a:pt x="72848" y="332986"/>
                  <a:pt x="72848" y="328128"/>
                </a:cubicBezTo>
                <a:lnTo>
                  <a:pt x="72848" y="317651"/>
                </a:lnTo>
                <a:cubicBezTo>
                  <a:pt x="84895" y="321556"/>
                  <a:pt x="95803" y="325556"/>
                  <a:pt x="106617" y="329462"/>
                </a:cubicBezTo>
                <a:cubicBezTo>
                  <a:pt x="144179" y="342892"/>
                  <a:pt x="165996" y="350131"/>
                  <a:pt x="185441" y="350131"/>
                </a:cubicBezTo>
                <a:cubicBezTo>
                  <a:pt x="208491" y="350131"/>
                  <a:pt x="229074" y="339177"/>
                  <a:pt x="273941" y="314793"/>
                </a:cubicBezTo>
                <a:cubicBezTo>
                  <a:pt x="293291" y="305078"/>
                  <a:pt x="316341" y="292886"/>
                  <a:pt x="345461" y="278217"/>
                </a:cubicBezTo>
                <a:cubicBezTo>
                  <a:pt x="347927" y="276979"/>
                  <a:pt x="349066" y="274598"/>
                  <a:pt x="349066" y="272121"/>
                </a:cubicBezTo>
                <a:cubicBezTo>
                  <a:pt x="350299" y="269645"/>
                  <a:pt x="349066" y="267263"/>
                  <a:pt x="347832" y="266025"/>
                </a:cubicBezTo>
                <a:close/>
                <a:moveTo>
                  <a:pt x="14702" y="320794"/>
                </a:moveTo>
                <a:lnTo>
                  <a:pt x="14702" y="233259"/>
                </a:lnTo>
                <a:lnTo>
                  <a:pt x="58431" y="233259"/>
                </a:lnTo>
                <a:lnTo>
                  <a:pt x="58431" y="239260"/>
                </a:lnTo>
                <a:cubicBezTo>
                  <a:pt x="58431" y="239260"/>
                  <a:pt x="58241" y="239736"/>
                  <a:pt x="58241" y="239927"/>
                </a:cubicBezTo>
                <a:cubicBezTo>
                  <a:pt x="58241" y="240212"/>
                  <a:pt x="58336" y="240498"/>
                  <a:pt x="58431" y="240784"/>
                </a:cubicBezTo>
                <a:lnTo>
                  <a:pt x="58431" y="320794"/>
                </a:lnTo>
                <a:lnTo>
                  <a:pt x="14702" y="320794"/>
                </a:lnTo>
                <a:close/>
                <a:moveTo>
                  <a:pt x="267965" y="302601"/>
                </a:moveTo>
                <a:cubicBezTo>
                  <a:pt x="216240" y="329398"/>
                  <a:pt x="163719" y="333462"/>
                  <a:pt x="110411" y="314793"/>
                </a:cubicBezTo>
                <a:cubicBezTo>
                  <a:pt x="99598" y="311555"/>
                  <a:pt x="87551" y="307173"/>
                  <a:pt x="73038" y="301934"/>
                </a:cubicBezTo>
                <a:lnTo>
                  <a:pt x="73038" y="247166"/>
                </a:lnTo>
                <a:lnTo>
                  <a:pt x="109083" y="247166"/>
                </a:lnTo>
                <a:cubicBezTo>
                  <a:pt x="139342" y="247166"/>
                  <a:pt x="162297" y="266692"/>
                  <a:pt x="169505" y="275169"/>
                </a:cubicBezTo>
                <a:cubicBezTo>
                  <a:pt x="170739" y="276407"/>
                  <a:pt x="173110" y="276407"/>
                  <a:pt x="174343" y="276407"/>
                </a:cubicBezTo>
                <a:lnTo>
                  <a:pt x="217881" y="276407"/>
                </a:lnTo>
                <a:cubicBezTo>
                  <a:pt x="226323" y="276407"/>
                  <a:pt x="228790" y="281265"/>
                  <a:pt x="228790" y="283742"/>
                </a:cubicBezTo>
                <a:cubicBezTo>
                  <a:pt x="228790" y="287361"/>
                  <a:pt x="226418" y="291076"/>
                  <a:pt x="217881" y="291076"/>
                </a:cubicBezTo>
                <a:lnTo>
                  <a:pt x="138109" y="291076"/>
                </a:lnTo>
                <a:cubicBezTo>
                  <a:pt x="134504" y="291076"/>
                  <a:pt x="130900" y="294695"/>
                  <a:pt x="130900" y="298410"/>
                </a:cubicBezTo>
                <a:cubicBezTo>
                  <a:pt x="130900" y="303268"/>
                  <a:pt x="134504" y="305744"/>
                  <a:pt x="138109" y="305744"/>
                </a:cubicBezTo>
                <a:lnTo>
                  <a:pt x="217881" y="305744"/>
                </a:lnTo>
                <a:cubicBezTo>
                  <a:pt x="234766" y="305744"/>
                  <a:pt x="243302" y="294791"/>
                  <a:pt x="243302" y="283837"/>
                </a:cubicBezTo>
                <a:cubicBezTo>
                  <a:pt x="243302" y="283646"/>
                  <a:pt x="243302" y="283456"/>
                  <a:pt x="243302" y="283265"/>
                </a:cubicBezTo>
                <a:cubicBezTo>
                  <a:pt x="250796" y="280694"/>
                  <a:pt x="266732" y="275264"/>
                  <a:pt x="300879" y="263644"/>
                </a:cubicBezTo>
                <a:cubicBezTo>
                  <a:pt x="310555" y="261167"/>
                  <a:pt x="319091" y="261167"/>
                  <a:pt x="330000" y="269740"/>
                </a:cubicBezTo>
                <a:cubicBezTo>
                  <a:pt x="304579" y="281932"/>
                  <a:pt x="283900" y="292886"/>
                  <a:pt x="268154" y="302601"/>
                </a:cubicBezTo>
                <a:close/>
                <a:moveTo>
                  <a:pt x="40124" y="102005"/>
                </a:moveTo>
                <a:cubicBezTo>
                  <a:pt x="43728" y="102005"/>
                  <a:pt x="48566" y="102005"/>
                  <a:pt x="53498" y="100766"/>
                </a:cubicBezTo>
                <a:cubicBezTo>
                  <a:pt x="53498" y="100766"/>
                  <a:pt x="53688" y="100766"/>
                  <a:pt x="112972" y="80478"/>
                </a:cubicBezTo>
                <a:cubicBezTo>
                  <a:pt x="117051" y="84383"/>
                  <a:pt x="123027" y="87050"/>
                  <a:pt x="130710" y="87050"/>
                </a:cubicBezTo>
                <a:lnTo>
                  <a:pt x="171877" y="87050"/>
                </a:lnTo>
                <a:cubicBezTo>
                  <a:pt x="182785" y="97909"/>
                  <a:pt x="206973" y="116006"/>
                  <a:pt x="239698" y="116006"/>
                </a:cubicBezTo>
                <a:lnTo>
                  <a:pt x="275838" y="116006"/>
                </a:lnTo>
                <a:lnTo>
                  <a:pt x="275838" y="123531"/>
                </a:lnTo>
                <a:cubicBezTo>
                  <a:pt x="275838" y="128389"/>
                  <a:pt x="279442" y="130865"/>
                  <a:pt x="283141" y="130865"/>
                </a:cubicBezTo>
                <a:lnTo>
                  <a:pt x="341382" y="130865"/>
                </a:lnTo>
                <a:cubicBezTo>
                  <a:pt x="346220" y="130865"/>
                  <a:pt x="348686" y="128389"/>
                  <a:pt x="348686" y="123531"/>
                </a:cubicBezTo>
                <a:lnTo>
                  <a:pt x="348686" y="21423"/>
                </a:lnTo>
                <a:cubicBezTo>
                  <a:pt x="348686" y="17804"/>
                  <a:pt x="346220" y="14089"/>
                  <a:pt x="341382" y="14089"/>
                </a:cubicBezTo>
                <a:lnTo>
                  <a:pt x="283141" y="14089"/>
                </a:lnTo>
                <a:cubicBezTo>
                  <a:pt x="279537" y="14089"/>
                  <a:pt x="275838" y="17708"/>
                  <a:pt x="275838" y="21423"/>
                </a:cubicBezTo>
                <a:lnTo>
                  <a:pt x="275838" y="31710"/>
                </a:lnTo>
                <a:cubicBezTo>
                  <a:pt x="264076" y="27900"/>
                  <a:pt x="253167" y="24090"/>
                  <a:pt x="243682" y="20375"/>
                </a:cubicBezTo>
                <a:cubicBezTo>
                  <a:pt x="158787" y="-8866"/>
                  <a:pt x="157649" y="-8866"/>
                  <a:pt x="76358" y="35044"/>
                </a:cubicBezTo>
                <a:cubicBezTo>
                  <a:pt x="57008" y="44759"/>
                  <a:pt x="33958" y="56951"/>
                  <a:pt x="4838" y="72858"/>
                </a:cubicBezTo>
                <a:cubicBezTo>
                  <a:pt x="2371" y="72858"/>
                  <a:pt x="1233" y="75335"/>
                  <a:pt x="1233" y="77716"/>
                </a:cubicBezTo>
                <a:cubicBezTo>
                  <a:pt x="0" y="80192"/>
                  <a:pt x="1233" y="82574"/>
                  <a:pt x="2466" y="83812"/>
                </a:cubicBezTo>
                <a:cubicBezTo>
                  <a:pt x="15841" y="97242"/>
                  <a:pt x="26749" y="102100"/>
                  <a:pt x="40029" y="102100"/>
                </a:cubicBezTo>
                <a:close/>
                <a:moveTo>
                  <a:pt x="334173" y="28662"/>
                </a:moveTo>
                <a:lnTo>
                  <a:pt x="334173" y="116197"/>
                </a:lnTo>
                <a:lnTo>
                  <a:pt x="290445" y="116197"/>
                </a:lnTo>
                <a:lnTo>
                  <a:pt x="290445" y="109910"/>
                </a:lnTo>
                <a:cubicBezTo>
                  <a:pt x="290445" y="109910"/>
                  <a:pt x="290635" y="109244"/>
                  <a:pt x="290635" y="108767"/>
                </a:cubicBezTo>
                <a:cubicBezTo>
                  <a:pt x="290635" y="108482"/>
                  <a:pt x="290540" y="108101"/>
                  <a:pt x="290445" y="107815"/>
                </a:cubicBezTo>
                <a:lnTo>
                  <a:pt x="290445" y="45807"/>
                </a:lnTo>
                <a:cubicBezTo>
                  <a:pt x="290445" y="45807"/>
                  <a:pt x="290920" y="45140"/>
                  <a:pt x="291014" y="44664"/>
                </a:cubicBezTo>
                <a:cubicBezTo>
                  <a:pt x="291584" y="42854"/>
                  <a:pt x="291299" y="40759"/>
                  <a:pt x="290445" y="38949"/>
                </a:cubicBezTo>
                <a:lnTo>
                  <a:pt x="290445" y="28662"/>
                </a:lnTo>
                <a:lnTo>
                  <a:pt x="334173" y="28662"/>
                </a:lnTo>
                <a:close/>
                <a:moveTo>
                  <a:pt x="82619" y="48379"/>
                </a:moveTo>
                <a:cubicBezTo>
                  <a:pt x="134343" y="20756"/>
                  <a:pt x="186484" y="16280"/>
                  <a:pt x="239034" y="34949"/>
                </a:cubicBezTo>
                <a:cubicBezTo>
                  <a:pt x="250511" y="38092"/>
                  <a:pt x="262179" y="42188"/>
                  <a:pt x="276027" y="47141"/>
                </a:cubicBezTo>
                <a:lnTo>
                  <a:pt x="276027" y="101433"/>
                </a:lnTo>
                <a:lnTo>
                  <a:pt x="239888" y="101433"/>
                </a:lnTo>
                <a:cubicBezTo>
                  <a:pt x="210862" y="101433"/>
                  <a:pt x="187812" y="83336"/>
                  <a:pt x="180509" y="74954"/>
                </a:cubicBezTo>
                <a:cubicBezTo>
                  <a:pt x="179275" y="73715"/>
                  <a:pt x="176904" y="72572"/>
                  <a:pt x="174438" y="72572"/>
                </a:cubicBezTo>
                <a:lnTo>
                  <a:pt x="130805" y="72572"/>
                </a:lnTo>
                <a:cubicBezTo>
                  <a:pt x="126536" y="72572"/>
                  <a:pt x="124070" y="71239"/>
                  <a:pt x="122647" y="69524"/>
                </a:cubicBezTo>
                <a:cubicBezTo>
                  <a:pt x="122647" y="69334"/>
                  <a:pt x="122647" y="69239"/>
                  <a:pt x="122647" y="69143"/>
                </a:cubicBezTo>
                <a:cubicBezTo>
                  <a:pt x="122363" y="68286"/>
                  <a:pt x="121983" y="67715"/>
                  <a:pt x="121414" y="67143"/>
                </a:cubicBezTo>
                <a:cubicBezTo>
                  <a:pt x="121319" y="66572"/>
                  <a:pt x="121130" y="66000"/>
                  <a:pt x="121130" y="65429"/>
                </a:cubicBezTo>
                <a:cubicBezTo>
                  <a:pt x="121130" y="63047"/>
                  <a:pt x="123596" y="58190"/>
                  <a:pt x="130805" y="58190"/>
                </a:cubicBezTo>
                <a:lnTo>
                  <a:pt x="210767" y="58190"/>
                </a:lnTo>
                <a:cubicBezTo>
                  <a:pt x="215605" y="58190"/>
                  <a:pt x="218071" y="55808"/>
                  <a:pt x="218071" y="50951"/>
                </a:cubicBezTo>
                <a:cubicBezTo>
                  <a:pt x="218071" y="47331"/>
                  <a:pt x="215605" y="43712"/>
                  <a:pt x="210767" y="43712"/>
                </a:cubicBezTo>
                <a:lnTo>
                  <a:pt x="130805" y="43712"/>
                </a:lnTo>
                <a:cubicBezTo>
                  <a:pt x="115059" y="43712"/>
                  <a:pt x="106617" y="54570"/>
                  <a:pt x="106617" y="65429"/>
                </a:cubicBezTo>
                <a:cubicBezTo>
                  <a:pt x="106617" y="66095"/>
                  <a:pt x="106712" y="66857"/>
                  <a:pt x="106806" y="67524"/>
                </a:cubicBezTo>
                <a:cubicBezTo>
                  <a:pt x="99598" y="69905"/>
                  <a:pt x="84041" y="75049"/>
                  <a:pt x="49894" y="86193"/>
                </a:cubicBezTo>
                <a:cubicBezTo>
                  <a:pt x="40218" y="88670"/>
                  <a:pt x="31681" y="88670"/>
                  <a:pt x="20773" y="80097"/>
                </a:cubicBezTo>
                <a:cubicBezTo>
                  <a:pt x="46194" y="67905"/>
                  <a:pt x="66873" y="56951"/>
                  <a:pt x="82619" y="4837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3" name="Graphic 108">
            <a:extLst>
              <a:ext uri="{FF2B5EF4-FFF2-40B4-BE49-F238E27FC236}">
                <a16:creationId xmlns:a16="http://schemas.microsoft.com/office/drawing/2014/main" id="{03B8752C-5B82-CE25-BD36-328BCBCCFAFD}"/>
              </a:ext>
            </a:extLst>
          </p:cNvPr>
          <p:cNvSpPr/>
          <p:nvPr/>
        </p:nvSpPr>
        <p:spPr>
          <a:xfrm>
            <a:off x="4609211" y="816397"/>
            <a:ext cx="462391" cy="463124"/>
          </a:xfrm>
          <a:custGeom>
            <a:avLst/>
            <a:gdLst>
              <a:gd name="connsiteX0" fmla="*/ 214467 w 349576"/>
              <a:gd name="connsiteY0" fmla="*/ 126198 h 350130"/>
              <a:gd name="connsiteX1" fmla="*/ 182975 w 349576"/>
              <a:gd name="connsiteY1" fmla="*/ 131056 h 350130"/>
              <a:gd name="connsiteX2" fmla="*/ 152716 w 349576"/>
              <a:gd name="connsiteY2" fmla="*/ 126198 h 350130"/>
              <a:gd name="connsiteX3" fmla="*/ 126062 w 349576"/>
              <a:gd name="connsiteY3" fmla="*/ 165155 h 350130"/>
              <a:gd name="connsiteX4" fmla="*/ 180509 w 349576"/>
              <a:gd name="connsiteY4" fmla="*/ 227258 h 350130"/>
              <a:gd name="connsiteX5" fmla="*/ 182975 w 349576"/>
              <a:gd name="connsiteY5" fmla="*/ 228497 h 350130"/>
              <a:gd name="connsiteX6" fmla="*/ 186579 w 349576"/>
              <a:gd name="connsiteY6" fmla="*/ 227258 h 350130"/>
              <a:gd name="connsiteX7" fmla="*/ 239793 w 349576"/>
              <a:gd name="connsiteY7" fmla="*/ 165155 h 350130"/>
              <a:gd name="connsiteX8" fmla="*/ 214372 w 349576"/>
              <a:gd name="connsiteY8" fmla="*/ 126198 h 350130"/>
              <a:gd name="connsiteX9" fmla="*/ 183070 w 349576"/>
              <a:gd name="connsiteY9" fmla="*/ 212685 h 350130"/>
              <a:gd name="connsiteX10" fmla="*/ 140764 w 349576"/>
              <a:gd name="connsiteY10" fmla="*/ 165155 h 350130"/>
              <a:gd name="connsiteX11" fmla="*/ 157743 w 349576"/>
              <a:gd name="connsiteY11" fmla="*/ 139533 h 350130"/>
              <a:gd name="connsiteX12" fmla="*/ 162581 w 349576"/>
              <a:gd name="connsiteY12" fmla="*/ 139533 h 350130"/>
              <a:gd name="connsiteX13" fmla="*/ 177094 w 349576"/>
              <a:gd name="connsiteY13" fmla="*/ 146867 h 350130"/>
              <a:gd name="connsiteX14" fmla="*/ 183165 w 349576"/>
              <a:gd name="connsiteY14" fmla="*/ 149344 h 350130"/>
              <a:gd name="connsiteX15" fmla="*/ 189235 w 349576"/>
              <a:gd name="connsiteY15" fmla="*/ 146867 h 350130"/>
              <a:gd name="connsiteX16" fmla="*/ 209819 w 349576"/>
              <a:gd name="connsiteY16" fmla="*/ 139533 h 350130"/>
              <a:gd name="connsiteX17" fmla="*/ 225565 w 349576"/>
              <a:gd name="connsiteY17" fmla="*/ 165155 h 350130"/>
              <a:gd name="connsiteX18" fmla="*/ 183259 w 349576"/>
              <a:gd name="connsiteY18" fmla="*/ 212685 h 350130"/>
              <a:gd name="connsiteX19" fmla="*/ 347927 w 349576"/>
              <a:gd name="connsiteY19" fmla="*/ 266120 h 350130"/>
              <a:gd name="connsiteX20" fmla="*/ 296990 w 349576"/>
              <a:gd name="connsiteY20" fmla="*/ 249071 h 350130"/>
              <a:gd name="connsiteX21" fmla="*/ 237042 w 349576"/>
              <a:gd name="connsiteY21" fmla="*/ 269168 h 350130"/>
              <a:gd name="connsiteX22" fmla="*/ 217692 w 349576"/>
              <a:gd name="connsiteY22" fmla="*/ 261929 h 350130"/>
              <a:gd name="connsiteX23" fmla="*/ 177758 w 349576"/>
              <a:gd name="connsiteY23" fmla="*/ 261929 h 350130"/>
              <a:gd name="connsiteX24" fmla="*/ 108893 w 349576"/>
              <a:gd name="connsiteY24" fmla="*/ 232688 h 350130"/>
              <a:gd name="connsiteX25" fmla="*/ 72848 w 349576"/>
              <a:gd name="connsiteY25" fmla="*/ 232688 h 350130"/>
              <a:gd name="connsiteX26" fmla="*/ 72848 w 349576"/>
              <a:gd name="connsiteY26" fmla="*/ 226020 h 350130"/>
              <a:gd name="connsiteX27" fmla="*/ 65545 w 349576"/>
              <a:gd name="connsiteY27" fmla="*/ 218686 h 350130"/>
              <a:gd name="connsiteX28" fmla="*/ 7304 w 349576"/>
              <a:gd name="connsiteY28" fmla="*/ 218686 h 350130"/>
              <a:gd name="connsiteX29" fmla="*/ 0 w 349576"/>
              <a:gd name="connsiteY29" fmla="*/ 226020 h 350130"/>
              <a:gd name="connsiteX30" fmla="*/ 0 w 349576"/>
              <a:gd name="connsiteY30" fmla="*/ 328128 h 350130"/>
              <a:gd name="connsiteX31" fmla="*/ 7304 w 349576"/>
              <a:gd name="connsiteY31" fmla="*/ 335462 h 350130"/>
              <a:gd name="connsiteX32" fmla="*/ 65545 w 349576"/>
              <a:gd name="connsiteY32" fmla="*/ 335462 h 350130"/>
              <a:gd name="connsiteX33" fmla="*/ 72848 w 349576"/>
              <a:gd name="connsiteY33" fmla="*/ 328128 h 350130"/>
              <a:gd name="connsiteX34" fmla="*/ 72848 w 349576"/>
              <a:gd name="connsiteY34" fmla="*/ 317651 h 350130"/>
              <a:gd name="connsiteX35" fmla="*/ 106617 w 349576"/>
              <a:gd name="connsiteY35" fmla="*/ 329462 h 350130"/>
              <a:gd name="connsiteX36" fmla="*/ 185441 w 349576"/>
              <a:gd name="connsiteY36" fmla="*/ 350131 h 350130"/>
              <a:gd name="connsiteX37" fmla="*/ 273941 w 349576"/>
              <a:gd name="connsiteY37" fmla="*/ 314793 h 350130"/>
              <a:gd name="connsiteX38" fmla="*/ 345461 w 349576"/>
              <a:gd name="connsiteY38" fmla="*/ 278217 h 350130"/>
              <a:gd name="connsiteX39" fmla="*/ 349066 w 349576"/>
              <a:gd name="connsiteY39" fmla="*/ 272121 h 350130"/>
              <a:gd name="connsiteX40" fmla="*/ 347832 w 349576"/>
              <a:gd name="connsiteY40" fmla="*/ 266025 h 350130"/>
              <a:gd name="connsiteX41" fmla="*/ 14702 w 349576"/>
              <a:gd name="connsiteY41" fmla="*/ 320794 h 350130"/>
              <a:gd name="connsiteX42" fmla="*/ 14702 w 349576"/>
              <a:gd name="connsiteY42" fmla="*/ 233259 h 350130"/>
              <a:gd name="connsiteX43" fmla="*/ 58431 w 349576"/>
              <a:gd name="connsiteY43" fmla="*/ 233259 h 350130"/>
              <a:gd name="connsiteX44" fmla="*/ 58431 w 349576"/>
              <a:gd name="connsiteY44" fmla="*/ 239260 h 350130"/>
              <a:gd name="connsiteX45" fmla="*/ 58241 w 349576"/>
              <a:gd name="connsiteY45" fmla="*/ 239927 h 350130"/>
              <a:gd name="connsiteX46" fmla="*/ 58431 w 349576"/>
              <a:gd name="connsiteY46" fmla="*/ 240784 h 350130"/>
              <a:gd name="connsiteX47" fmla="*/ 58431 w 349576"/>
              <a:gd name="connsiteY47" fmla="*/ 320794 h 350130"/>
              <a:gd name="connsiteX48" fmla="*/ 14702 w 349576"/>
              <a:gd name="connsiteY48" fmla="*/ 320794 h 350130"/>
              <a:gd name="connsiteX49" fmla="*/ 267965 w 349576"/>
              <a:gd name="connsiteY49" fmla="*/ 302601 h 350130"/>
              <a:gd name="connsiteX50" fmla="*/ 110411 w 349576"/>
              <a:gd name="connsiteY50" fmla="*/ 314793 h 350130"/>
              <a:gd name="connsiteX51" fmla="*/ 73038 w 349576"/>
              <a:gd name="connsiteY51" fmla="*/ 301934 h 350130"/>
              <a:gd name="connsiteX52" fmla="*/ 73038 w 349576"/>
              <a:gd name="connsiteY52" fmla="*/ 247166 h 350130"/>
              <a:gd name="connsiteX53" fmla="*/ 109083 w 349576"/>
              <a:gd name="connsiteY53" fmla="*/ 247166 h 350130"/>
              <a:gd name="connsiteX54" fmla="*/ 169505 w 349576"/>
              <a:gd name="connsiteY54" fmla="*/ 275169 h 350130"/>
              <a:gd name="connsiteX55" fmla="*/ 174343 w 349576"/>
              <a:gd name="connsiteY55" fmla="*/ 276407 h 350130"/>
              <a:gd name="connsiteX56" fmla="*/ 217881 w 349576"/>
              <a:gd name="connsiteY56" fmla="*/ 276407 h 350130"/>
              <a:gd name="connsiteX57" fmla="*/ 228790 w 349576"/>
              <a:gd name="connsiteY57" fmla="*/ 283742 h 350130"/>
              <a:gd name="connsiteX58" fmla="*/ 217881 w 349576"/>
              <a:gd name="connsiteY58" fmla="*/ 291076 h 350130"/>
              <a:gd name="connsiteX59" fmla="*/ 138109 w 349576"/>
              <a:gd name="connsiteY59" fmla="*/ 291076 h 350130"/>
              <a:gd name="connsiteX60" fmla="*/ 130900 w 349576"/>
              <a:gd name="connsiteY60" fmla="*/ 298410 h 350130"/>
              <a:gd name="connsiteX61" fmla="*/ 138109 w 349576"/>
              <a:gd name="connsiteY61" fmla="*/ 305744 h 350130"/>
              <a:gd name="connsiteX62" fmla="*/ 217881 w 349576"/>
              <a:gd name="connsiteY62" fmla="*/ 305744 h 350130"/>
              <a:gd name="connsiteX63" fmla="*/ 243302 w 349576"/>
              <a:gd name="connsiteY63" fmla="*/ 283837 h 350130"/>
              <a:gd name="connsiteX64" fmla="*/ 243302 w 349576"/>
              <a:gd name="connsiteY64" fmla="*/ 283265 h 350130"/>
              <a:gd name="connsiteX65" fmla="*/ 300879 w 349576"/>
              <a:gd name="connsiteY65" fmla="*/ 263644 h 350130"/>
              <a:gd name="connsiteX66" fmla="*/ 330000 w 349576"/>
              <a:gd name="connsiteY66" fmla="*/ 269740 h 350130"/>
              <a:gd name="connsiteX67" fmla="*/ 268154 w 349576"/>
              <a:gd name="connsiteY67" fmla="*/ 302601 h 350130"/>
              <a:gd name="connsiteX68" fmla="*/ 40124 w 349576"/>
              <a:gd name="connsiteY68" fmla="*/ 102005 h 350130"/>
              <a:gd name="connsiteX69" fmla="*/ 53498 w 349576"/>
              <a:gd name="connsiteY69" fmla="*/ 100766 h 350130"/>
              <a:gd name="connsiteX70" fmla="*/ 112972 w 349576"/>
              <a:gd name="connsiteY70" fmla="*/ 80478 h 350130"/>
              <a:gd name="connsiteX71" fmla="*/ 130710 w 349576"/>
              <a:gd name="connsiteY71" fmla="*/ 87050 h 350130"/>
              <a:gd name="connsiteX72" fmla="*/ 171877 w 349576"/>
              <a:gd name="connsiteY72" fmla="*/ 87050 h 350130"/>
              <a:gd name="connsiteX73" fmla="*/ 239698 w 349576"/>
              <a:gd name="connsiteY73" fmla="*/ 116006 h 350130"/>
              <a:gd name="connsiteX74" fmla="*/ 275838 w 349576"/>
              <a:gd name="connsiteY74" fmla="*/ 116006 h 350130"/>
              <a:gd name="connsiteX75" fmla="*/ 275838 w 349576"/>
              <a:gd name="connsiteY75" fmla="*/ 123531 h 350130"/>
              <a:gd name="connsiteX76" fmla="*/ 283141 w 349576"/>
              <a:gd name="connsiteY76" fmla="*/ 130865 h 350130"/>
              <a:gd name="connsiteX77" fmla="*/ 341382 w 349576"/>
              <a:gd name="connsiteY77" fmla="*/ 130865 h 350130"/>
              <a:gd name="connsiteX78" fmla="*/ 348686 w 349576"/>
              <a:gd name="connsiteY78" fmla="*/ 123531 h 350130"/>
              <a:gd name="connsiteX79" fmla="*/ 348686 w 349576"/>
              <a:gd name="connsiteY79" fmla="*/ 21423 h 350130"/>
              <a:gd name="connsiteX80" fmla="*/ 341382 w 349576"/>
              <a:gd name="connsiteY80" fmla="*/ 14089 h 350130"/>
              <a:gd name="connsiteX81" fmla="*/ 283141 w 349576"/>
              <a:gd name="connsiteY81" fmla="*/ 14089 h 350130"/>
              <a:gd name="connsiteX82" fmla="*/ 275838 w 349576"/>
              <a:gd name="connsiteY82" fmla="*/ 21423 h 350130"/>
              <a:gd name="connsiteX83" fmla="*/ 275838 w 349576"/>
              <a:gd name="connsiteY83" fmla="*/ 31710 h 350130"/>
              <a:gd name="connsiteX84" fmla="*/ 243682 w 349576"/>
              <a:gd name="connsiteY84" fmla="*/ 20375 h 350130"/>
              <a:gd name="connsiteX85" fmla="*/ 76358 w 349576"/>
              <a:gd name="connsiteY85" fmla="*/ 35044 h 350130"/>
              <a:gd name="connsiteX86" fmla="*/ 4838 w 349576"/>
              <a:gd name="connsiteY86" fmla="*/ 72858 h 350130"/>
              <a:gd name="connsiteX87" fmla="*/ 1233 w 349576"/>
              <a:gd name="connsiteY87" fmla="*/ 77716 h 350130"/>
              <a:gd name="connsiteX88" fmla="*/ 2466 w 349576"/>
              <a:gd name="connsiteY88" fmla="*/ 83812 h 350130"/>
              <a:gd name="connsiteX89" fmla="*/ 40029 w 349576"/>
              <a:gd name="connsiteY89" fmla="*/ 102100 h 350130"/>
              <a:gd name="connsiteX90" fmla="*/ 334173 w 349576"/>
              <a:gd name="connsiteY90" fmla="*/ 28662 h 350130"/>
              <a:gd name="connsiteX91" fmla="*/ 334173 w 349576"/>
              <a:gd name="connsiteY91" fmla="*/ 116197 h 350130"/>
              <a:gd name="connsiteX92" fmla="*/ 290445 w 349576"/>
              <a:gd name="connsiteY92" fmla="*/ 116197 h 350130"/>
              <a:gd name="connsiteX93" fmla="*/ 290445 w 349576"/>
              <a:gd name="connsiteY93" fmla="*/ 109910 h 350130"/>
              <a:gd name="connsiteX94" fmla="*/ 290635 w 349576"/>
              <a:gd name="connsiteY94" fmla="*/ 108767 h 350130"/>
              <a:gd name="connsiteX95" fmla="*/ 290445 w 349576"/>
              <a:gd name="connsiteY95" fmla="*/ 107815 h 350130"/>
              <a:gd name="connsiteX96" fmla="*/ 290445 w 349576"/>
              <a:gd name="connsiteY96" fmla="*/ 45807 h 350130"/>
              <a:gd name="connsiteX97" fmla="*/ 291014 w 349576"/>
              <a:gd name="connsiteY97" fmla="*/ 44664 h 350130"/>
              <a:gd name="connsiteX98" fmla="*/ 290445 w 349576"/>
              <a:gd name="connsiteY98" fmla="*/ 38949 h 350130"/>
              <a:gd name="connsiteX99" fmla="*/ 290445 w 349576"/>
              <a:gd name="connsiteY99" fmla="*/ 28662 h 350130"/>
              <a:gd name="connsiteX100" fmla="*/ 334173 w 349576"/>
              <a:gd name="connsiteY100" fmla="*/ 28662 h 350130"/>
              <a:gd name="connsiteX101" fmla="*/ 82619 w 349576"/>
              <a:gd name="connsiteY101" fmla="*/ 48379 h 350130"/>
              <a:gd name="connsiteX102" fmla="*/ 239034 w 349576"/>
              <a:gd name="connsiteY102" fmla="*/ 34949 h 350130"/>
              <a:gd name="connsiteX103" fmla="*/ 276027 w 349576"/>
              <a:gd name="connsiteY103" fmla="*/ 47141 h 350130"/>
              <a:gd name="connsiteX104" fmla="*/ 276027 w 349576"/>
              <a:gd name="connsiteY104" fmla="*/ 101433 h 350130"/>
              <a:gd name="connsiteX105" fmla="*/ 239888 w 349576"/>
              <a:gd name="connsiteY105" fmla="*/ 101433 h 350130"/>
              <a:gd name="connsiteX106" fmla="*/ 180509 w 349576"/>
              <a:gd name="connsiteY106" fmla="*/ 74954 h 350130"/>
              <a:gd name="connsiteX107" fmla="*/ 174438 w 349576"/>
              <a:gd name="connsiteY107" fmla="*/ 72572 h 350130"/>
              <a:gd name="connsiteX108" fmla="*/ 130805 w 349576"/>
              <a:gd name="connsiteY108" fmla="*/ 72572 h 350130"/>
              <a:gd name="connsiteX109" fmla="*/ 122647 w 349576"/>
              <a:gd name="connsiteY109" fmla="*/ 69524 h 350130"/>
              <a:gd name="connsiteX110" fmla="*/ 122647 w 349576"/>
              <a:gd name="connsiteY110" fmla="*/ 69143 h 350130"/>
              <a:gd name="connsiteX111" fmla="*/ 121414 w 349576"/>
              <a:gd name="connsiteY111" fmla="*/ 67143 h 350130"/>
              <a:gd name="connsiteX112" fmla="*/ 121130 w 349576"/>
              <a:gd name="connsiteY112" fmla="*/ 65429 h 350130"/>
              <a:gd name="connsiteX113" fmla="*/ 130805 w 349576"/>
              <a:gd name="connsiteY113" fmla="*/ 58190 h 350130"/>
              <a:gd name="connsiteX114" fmla="*/ 210767 w 349576"/>
              <a:gd name="connsiteY114" fmla="*/ 58190 h 350130"/>
              <a:gd name="connsiteX115" fmla="*/ 218071 w 349576"/>
              <a:gd name="connsiteY115" fmla="*/ 50951 h 350130"/>
              <a:gd name="connsiteX116" fmla="*/ 210767 w 349576"/>
              <a:gd name="connsiteY116" fmla="*/ 43712 h 350130"/>
              <a:gd name="connsiteX117" fmla="*/ 130805 w 349576"/>
              <a:gd name="connsiteY117" fmla="*/ 43712 h 350130"/>
              <a:gd name="connsiteX118" fmla="*/ 106617 w 349576"/>
              <a:gd name="connsiteY118" fmla="*/ 65429 h 350130"/>
              <a:gd name="connsiteX119" fmla="*/ 106806 w 349576"/>
              <a:gd name="connsiteY119" fmla="*/ 67524 h 350130"/>
              <a:gd name="connsiteX120" fmla="*/ 49894 w 349576"/>
              <a:gd name="connsiteY120" fmla="*/ 86193 h 350130"/>
              <a:gd name="connsiteX121" fmla="*/ 20773 w 349576"/>
              <a:gd name="connsiteY121" fmla="*/ 80097 h 350130"/>
              <a:gd name="connsiteX122" fmla="*/ 82619 w 349576"/>
              <a:gd name="connsiteY122" fmla="*/ 48379 h 350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349576" h="350130">
                <a:moveTo>
                  <a:pt x="214467" y="126198"/>
                </a:moveTo>
                <a:cubicBezTo>
                  <a:pt x="202325" y="122579"/>
                  <a:pt x="191512" y="124960"/>
                  <a:pt x="182975" y="131056"/>
                </a:cubicBezTo>
                <a:cubicBezTo>
                  <a:pt x="175671" y="124960"/>
                  <a:pt x="163624" y="122483"/>
                  <a:pt x="152716" y="126198"/>
                </a:cubicBezTo>
                <a:cubicBezTo>
                  <a:pt x="140575" y="129818"/>
                  <a:pt x="126062" y="142010"/>
                  <a:pt x="126062" y="165155"/>
                </a:cubicBezTo>
                <a:cubicBezTo>
                  <a:pt x="127295" y="200493"/>
                  <a:pt x="178137" y="226115"/>
                  <a:pt x="180509" y="227258"/>
                </a:cubicBezTo>
                <a:cubicBezTo>
                  <a:pt x="181334" y="228084"/>
                  <a:pt x="182150" y="228497"/>
                  <a:pt x="182975" y="228497"/>
                </a:cubicBezTo>
                <a:cubicBezTo>
                  <a:pt x="184208" y="228497"/>
                  <a:pt x="185441" y="228497"/>
                  <a:pt x="186579" y="227258"/>
                </a:cubicBezTo>
                <a:cubicBezTo>
                  <a:pt x="189046" y="226020"/>
                  <a:pt x="239793" y="200493"/>
                  <a:pt x="239793" y="165155"/>
                </a:cubicBezTo>
                <a:cubicBezTo>
                  <a:pt x="239793" y="142010"/>
                  <a:pt x="226513" y="129818"/>
                  <a:pt x="214372" y="126198"/>
                </a:cubicBezTo>
                <a:close/>
                <a:moveTo>
                  <a:pt x="183070" y="212685"/>
                </a:moveTo>
                <a:cubicBezTo>
                  <a:pt x="169790" y="205351"/>
                  <a:pt x="141903" y="185920"/>
                  <a:pt x="140764" y="165155"/>
                </a:cubicBezTo>
                <a:cubicBezTo>
                  <a:pt x="140764" y="151725"/>
                  <a:pt x="146835" y="143248"/>
                  <a:pt x="157743" y="139533"/>
                </a:cubicBezTo>
                <a:lnTo>
                  <a:pt x="162581" y="139533"/>
                </a:lnTo>
                <a:cubicBezTo>
                  <a:pt x="168652" y="139533"/>
                  <a:pt x="174722" y="142010"/>
                  <a:pt x="177094" y="146867"/>
                </a:cubicBezTo>
                <a:cubicBezTo>
                  <a:pt x="178327" y="148106"/>
                  <a:pt x="180698" y="149344"/>
                  <a:pt x="183165" y="149344"/>
                </a:cubicBezTo>
                <a:cubicBezTo>
                  <a:pt x="185631" y="149344"/>
                  <a:pt x="188002" y="148106"/>
                  <a:pt x="189235" y="146867"/>
                </a:cubicBezTo>
                <a:cubicBezTo>
                  <a:pt x="194073" y="139533"/>
                  <a:pt x="201377" y="137152"/>
                  <a:pt x="209819" y="139533"/>
                </a:cubicBezTo>
                <a:cubicBezTo>
                  <a:pt x="220727" y="143153"/>
                  <a:pt x="225565" y="151725"/>
                  <a:pt x="225565" y="165155"/>
                </a:cubicBezTo>
                <a:cubicBezTo>
                  <a:pt x="225565" y="185825"/>
                  <a:pt x="197772" y="205351"/>
                  <a:pt x="183259" y="212685"/>
                </a:cubicBezTo>
                <a:close/>
                <a:moveTo>
                  <a:pt x="347927" y="266120"/>
                </a:moveTo>
                <a:cubicBezTo>
                  <a:pt x="330948" y="249071"/>
                  <a:pt x="315202" y="244213"/>
                  <a:pt x="296990" y="249071"/>
                </a:cubicBezTo>
                <a:cubicBezTo>
                  <a:pt x="296990" y="249071"/>
                  <a:pt x="296801" y="249071"/>
                  <a:pt x="237042" y="269168"/>
                </a:cubicBezTo>
                <a:cubicBezTo>
                  <a:pt x="232774" y="264882"/>
                  <a:pt x="226418" y="261929"/>
                  <a:pt x="217692" y="261929"/>
                </a:cubicBezTo>
                <a:lnTo>
                  <a:pt x="177758" y="261929"/>
                </a:lnTo>
                <a:cubicBezTo>
                  <a:pt x="166850" y="252214"/>
                  <a:pt x="142662" y="232688"/>
                  <a:pt x="108893" y="232688"/>
                </a:cubicBezTo>
                <a:lnTo>
                  <a:pt x="72848" y="232688"/>
                </a:lnTo>
                <a:lnTo>
                  <a:pt x="72848" y="226020"/>
                </a:lnTo>
                <a:cubicBezTo>
                  <a:pt x="72848" y="222401"/>
                  <a:pt x="70382" y="218686"/>
                  <a:pt x="65545" y="218686"/>
                </a:cubicBezTo>
                <a:lnTo>
                  <a:pt x="7304" y="218686"/>
                </a:lnTo>
                <a:cubicBezTo>
                  <a:pt x="3699" y="218686"/>
                  <a:pt x="0" y="222305"/>
                  <a:pt x="0" y="226020"/>
                </a:cubicBezTo>
                <a:lnTo>
                  <a:pt x="0" y="328128"/>
                </a:lnTo>
                <a:cubicBezTo>
                  <a:pt x="0" y="332986"/>
                  <a:pt x="3604" y="335462"/>
                  <a:pt x="7304" y="335462"/>
                </a:cubicBezTo>
                <a:lnTo>
                  <a:pt x="65545" y="335462"/>
                </a:lnTo>
                <a:cubicBezTo>
                  <a:pt x="70382" y="335462"/>
                  <a:pt x="72848" y="332986"/>
                  <a:pt x="72848" y="328128"/>
                </a:cubicBezTo>
                <a:lnTo>
                  <a:pt x="72848" y="317651"/>
                </a:lnTo>
                <a:cubicBezTo>
                  <a:pt x="84895" y="321556"/>
                  <a:pt x="95803" y="325556"/>
                  <a:pt x="106617" y="329462"/>
                </a:cubicBezTo>
                <a:cubicBezTo>
                  <a:pt x="144179" y="342892"/>
                  <a:pt x="165996" y="350131"/>
                  <a:pt x="185441" y="350131"/>
                </a:cubicBezTo>
                <a:cubicBezTo>
                  <a:pt x="208491" y="350131"/>
                  <a:pt x="229074" y="339177"/>
                  <a:pt x="273941" y="314793"/>
                </a:cubicBezTo>
                <a:cubicBezTo>
                  <a:pt x="293291" y="305078"/>
                  <a:pt x="316341" y="292886"/>
                  <a:pt x="345461" y="278217"/>
                </a:cubicBezTo>
                <a:cubicBezTo>
                  <a:pt x="347927" y="276979"/>
                  <a:pt x="349066" y="274598"/>
                  <a:pt x="349066" y="272121"/>
                </a:cubicBezTo>
                <a:cubicBezTo>
                  <a:pt x="350299" y="269645"/>
                  <a:pt x="349066" y="267263"/>
                  <a:pt x="347832" y="266025"/>
                </a:cubicBezTo>
                <a:close/>
                <a:moveTo>
                  <a:pt x="14702" y="320794"/>
                </a:moveTo>
                <a:lnTo>
                  <a:pt x="14702" y="233259"/>
                </a:lnTo>
                <a:lnTo>
                  <a:pt x="58431" y="233259"/>
                </a:lnTo>
                <a:lnTo>
                  <a:pt x="58431" y="239260"/>
                </a:lnTo>
                <a:cubicBezTo>
                  <a:pt x="58431" y="239260"/>
                  <a:pt x="58241" y="239736"/>
                  <a:pt x="58241" y="239927"/>
                </a:cubicBezTo>
                <a:cubicBezTo>
                  <a:pt x="58241" y="240212"/>
                  <a:pt x="58336" y="240498"/>
                  <a:pt x="58431" y="240784"/>
                </a:cubicBezTo>
                <a:lnTo>
                  <a:pt x="58431" y="320794"/>
                </a:lnTo>
                <a:lnTo>
                  <a:pt x="14702" y="320794"/>
                </a:lnTo>
                <a:close/>
                <a:moveTo>
                  <a:pt x="267965" y="302601"/>
                </a:moveTo>
                <a:cubicBezTo>
                  <a:pt x="216240" y="329398"/>
                  <a:pt x="163719" y="333462"/>
                  <a:pt x="110411" y="314793"/>
                </a:cubicBezTo>
                <a:cubicBezTo>
                  <a:pt x="99598" y="311555"/>
                  <a:pt x="87551" y="307173"/>
                  <a:pt x="73038" y="301934"/>
                </a:cubicBezTo>
                <a:lnTo>
                  <a:pt x="73038" y="247166"/>
                </a:lnTo>
                <a:lnTo>
                  <a:pt x="109083" y="247166"/>
                </a:lnTo>
                <a:cubicBezTo>
                  <a:pt x="139342" y="247166"/>
                  <a:pt x="162297" y="266692"/>
                  <a:pt x="169505" y="275169"/>
                </a:cubicBezTo>
                <a:cubicBezTo>
                  <a:pt x="170739" y="276407"/>
                  <a:pt x="173110" y="276407"/>
                  <a:pt x="174343" y="276407"/>
                </a:cubicBezTo>
                <a:lnTo>
                  <a:pt x="217881" y="276407"/>
                </a:lnTo>
                <a:cubicBezTo>
                  <a:pt x="226323" y="276407"/>
                  <a:pt x="228790" y="281265"/>
                  <a:pt x="228790" y="283742"/>
                </a:cubicBezTo>
                <a:cubicBezTo>
                  <a:pt x="228790" y="287361"/>
                  <a:pt x="226418" y="291076"/>
                  <a:pt x="217881" y="291076"/>
                </a:cubicBezTo>
                <a:lnTo>
                  <a:pt x="138109" y="291076"/>
                </a:lnTo>
                <a:cubicBezTo>
                  <a:pt x="134504" y="291076"/>
                  <a:pt x="130900" y="294695"/>
                  <a:pt x="130900" y="298410"/>
                </a:cubicBezTo>
                <a:cubicBezTo>
                  <a:pt x="130900" y="303268"/>
                  <a:pt x="134504" y="305744"/>
                  <a:pt x="138109" y="305744"/>
                </a:cubicBezTo>
                <a:lnTo>
                  <a:pt x="217881" y="305744"/>
                </a:lnTo>
                <a:cubicBezTo>
                  <a:pt x="234766" y="305744"/>
                  <a:pt x="243302" y="294791"/>
                  <a:pt x="243302" y="283837"/>
                </a:cubicBezTo>
                <a:cubicBezTo>
                  <a:pt x="243302" y="283646"/>
                  <a:pt x="243302" y="283456"/>
                  <a:pt x="243302" y="283265"/>
                </a:cubicBezTo>
                <a:cubicBezTo>
                  <a:pt x="250796" y="280694"/>
                  <a:pt x="266732" y="275264"/>
                  <a:pt x="300879" y="263644"/>
                </a:cubicBezTo>
                <a:cubicBezTo>
                  <a:pt x="310555" y="261167"/>
                  <a:pt x="319091" y="261167"/>
                  <a:pt x="330000" y="269740"/>
                </a:cubicBezTo>
                <a:cubicBezTo>
                  <a:pt x="304579" y="281932"/>
                  <a:pt x="283900" y="292886"/>
                  <a:pt x="268154" y="302601"/>
                </a:cubicBezTo>
                <a:close/>
                <a:moveTo>
                  <a:pt x="40124" y="102005"/>
                </a:moveTo>
                <a:cubicBezTo>
                  <a:pt x="43728" y="102005"/>
                  <a:pt x="48566" y="102005"/>
                  <a:pt x="53498" y="100766"/>
                </a:cubicBezTo>
                <a:cubicBezTo>
                  <a:pt x="53498" y="100766"/>
                  <a:pt x="53688" y="100766"/>
                  <a:pt x="112972" y="80478"/>
                </a:cubicBezTo>
                <a:cubicBezTo>
                  <a:pt x="117051" y="84383"/>
                  <a:pt x="123027" y="87050"/>
                  <a:pt x="130710" y="87050"/>
                </a:cubicBezTo>
                <a:lnTo>
                  <a:pt x="171877" y="87050"/>
                </a:lnTo>
                <a:cubicBezTo>
                  <a:pt x="182785" y="97909"/>
                  <a:pt x="206973" y="116006"/>
                  <a:pt x="239698" y="116006"/>
                </a:cubicBezTo>
                <a:lnTo>
                  <a:pt x="275838" y="116006"/>
                </a:lnTo>
                <a:lnTo>
                  <a:pt x="275838" y="123531"/>
                </a:lnTo>
                <a:cubicBezTo>
                  <a:pt x="275838" y="128389"/>
                  <a:pt x="279442" y="130865"/>
                  <a:pt x="283141" y="130865"/>
                </a:cubicBezTo>
                <a:lnTo>
                  <a:pt x="341382" y="130865"/>
                </a:lnTo>
                <a:cubicBezTo>
                  <a:pt x="346220" y="130865"/>
                  <a:pt x="348686" y="128389"/>
                  <a:pt x="348686" y="123531"/>
                </a:cubicBezTo>
                <a:lnTo>
                  <a:pt x="348686" y="21423"/>
                </a:lnTo>
                <a:cubicBezTo>
                  <a:pt x="348686" y="17804"/>
                  <a:pt x="346220" y="14089"/>
                  <a:pt x="341382" y="14089"/>
                </a:cubicBezTo>
                <a:lnTo>
                  <a:pt x="283141" y="14089"/>
                </a:lnTo>
                <a:cubicBezTo>
                  <a:pt x="279537" y="14089"/>
                  <a:pt x="275838" y="17708"/>
                  <a:pt x="275838" y="21423"/>
                </a:cubicBezTo>
                <a:lnTo>
                  <a:pt x="275838" y="31710"/>
                </a:lnTo>
                <a:cubicBezTo>
                  <a:pt x="264076" y="27900"/>
                  <a:pt x="253167" y="24090"/>
                  <a:pt x="243682" y="20375"/>
                </a:cubicBezTo>
                <a:cubicBezTo>
                  <a:pt x="158787" y="-8866"/>
                  <a:pt x="157649" y="-8866"/>
                  <a:pt x="76358" y="35044"/>
                </a:cubicBezTo>
                <a:cubicBezTo>
                  <a:pt x="57008" y="44759"/>
                  <a:pt x="33958" y="56951"/>
                  <a:pt x="4838" y="72858"/>
                </a:cubicBezTo>
                <a:cubicBezTo>
                  <a:pt x="2371" y="72858"/>
                  <a:pt x="1233" y="75335"/>
                  <a:pt x="1233" y="77716"/>
                </a:cubicBezTo>
                <a:cubicBezTo>
                  <a:pt x="0" y="80192"/>
                  <a:pt x="1233" y="82574"/>
                  <a:pt x="2466" y="83812"/>
                </a:cubicBezTo>
                <a:cubicBezTo>
                  <a:pt x="15841" y="97242"/>
                  <a:pt x="26749" y="102100"/>
                  <a:pt x="40029" y="102100"/>
                </a:cubicBezTo>
                <a:close/>
                <a:moveTo>
                  <a:pt x="334173" y="28662"/>
                </a:moveTo>
                <a:lnTo>
                  <a:pt x="334173" y="116197"/>
                </a:lnTo>
                <a:lnTo>
                  <a:pt x="290445" y="116197"/>
                </a:lnTo>
                <a:lnTo>
                  <a:pt x="290445" y="109910"/>
                </a:lnTo>
                <a:cubicBezTo>
                  <a:pt x="290445" y="109910"/>
                  <a:pt x="290635" y="109244"/>
                  <a:pt x="290635" y="108767"/>
                </a:cubicBezTo>
                <a:cubicBezTo>
                  <a:pt x="290635" y="108482"/>
                  <a:pt x="290540" y="108101"/>
                  <a:pt x="290445" y="107815"/>
                </a:cubicBezTo>
                <a:lnTo>
                  <a:pt x="290445" y="45807"/>
                </a:lnTo>
                <a:cubicBezTo>
                  <a:pt x="290445" y="45807"/>
                  <a:pt x="290920" y="45140"/>
                  <a:pt x="291014" y="44664"/>
                </a:cubicBezTo>
                <a:cubicBezTo>
                  <a:pt x="291584" y="42854"/>
                  <a:pt x="291299" y="40759"/>
                  <a:pt x="290445" y="38949"/>
                </a:cubicBezTo>
                <a:lnTo>
                  <a:pt x="290445" y="28662"/>
                </a:lnTo>
                <a:lnTo>
                  <a:pt x="334173" y="28662"/>
                </a:lnTo>
                <a:close/>
                <a:moveTo>
                  <a:pt x="82619" y="48379"/>
                </a:moveTo>
                <a:cubicBezTo>
                  <a:pt x="134343" y="20756"/>
                  <a:pt x="186484" y="16280"/>
                  <a:pt x="239034" y="34949"/>
                </a:cubicBezTo>
                <a:cubicBezTo>
                  <a:pt x="250511" y="38092"/>
                  <a:pt x="262179" y="42188"/>
                  <a:pt x="276027" y="47141"/>
                </a:cubicBezTo>
                <a:lnTo>
                  <a:pt x="276027" y="101433"/>
                </a:lnTo>
                <a:lnTo>
                  <a:pt x="239888" y="101433"/>
                </a:lnTo>
                <a:cubicBezTo>
                  <a:pt x="210862" y="101433"/>
                  <a:pt x="187812" y="83336"/>
                  <a:pt x="180509" y="74954"/>
                </a:cubicBezTo>
                <a:cubicBezTo>
                  <a:pt x="179275" y="73715"/>
                  <a:pt x="176904" y="72572"/>
                  <a:pt x="174438" y="72572"/>
                </a:cubicBezTo>
                <a:lnTo>
                  <a:pt x="130805" y="72572"/>
                </a:lnTo>
                <a:cubicBezTo>
                  <a:pt x="126536" y="72572"/>
                  <a:pt x="124070" y="71239"/>
                  <a:pt x="122647" y="69524"/>
                </a:cubicBezTo>
                <a:cubicBezTo>
                  <a:pt x="122647" y="69334"/>
                  <a:pt x="122647" y="69239"/>
                  <a:pt x="122647" y="69143"/>
                </a:cubicBezTo>
                <a:cubicBezTo>
                  <a:pt x="122363" y="68286"/>
                  <a:pt x="121983" y="67715"/>
                  <a:pt x="121414" y="67143"/>
                </a:cubicBezTo>
                <a:cubicBezTo>
                  <a:pt x="121319" y="66572"/>
                  <a:pt x="121130" y="66000"/>
                  <a:pt x="121130" y="65429"/>
                </a:cubicBezTo>
                <a:cubicBezTo>
                  <a:pt x="121130" y="63047"/>
                  <a:pt x="123596" y="58190"/>
                  <a:pt x="130805" y="58190"/>
                </a:cubicBezTo>
                <a:lnTo>
                  <a:pt x="210767" y="58190"/>
                </a:lnTo>
                <a:cubicBezTo>
                  <a:pt x="215605" y="58190"/>
                  <a:pt x="218071" y="55808"/>
                  <a:pt x="218071" y="50951"/>
                </a:cubicBezTo>
                <a:cubicBezTo>
                  <a:pt x="218071" y="47331"/>
                  <a:pt x="215605" y="43712"/>
                  <a:pt x="210767" y="43712"/>
                </a:cubicBezTo>
                <a:lnTo>
                  <a:pt x="130805" y="43712"/>
                </a:lnTo>
                <a:cubicBezTo>
                  <a:pt x="115059" y="43712"/>
                  <a:pt x="106617" y="54570"/>
                  <a:pt x="106617" y="65429"/>
                </a:cubicBezTo>
                <a:cubicBezTo>
                  <a:pt x="106617" y="66095"/>
                  <a:pt x="106712" y="66857"/>
                  <a:pt x="106806" y="67524"/>
                </a:cubicBezTo>
                <a:cubicBezTo>
                  <a:pt x="99598" y="69905"/>
                  <a:pt x="84041" y="75049"/>
                  <a:pt x="49894" y="86193"/>
                </a:cubicBezTo>
                <a:cubicBezTo>
                  <a:pt x="40218" y="88670"/>
                  <a:pt x="31681" y="88670"/>
                  <a:pt x="20773" y="80097"/>
                </a:cubicBezTo>
                <a:cubicBezTo>
                  <a:pt x="46194" y="67905"/>
                  <a:pt x="66873" y="56951"/>
                  <a:pt x="82619" y="4837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4" name="Graphic 108">
            <a:extLst>
              <a:ext uri="{FF2B5EF4-FFF2-40B4-BE49-F238E27FC236}">
                <a16:creationId xmlns:a16="http://schemas.microsoft.com/office/drawing/2014/main" id="{372E08A4-C8F0-52A7-004B-F584C9724B92}"/>
              </a:ext>
            </a:extLst>
          </p:cNvPr>
          <p:cNvSpPr/>
          <p:nvPr/>
        </p:nvSpPr>
        <p:spPr>
          <a:xfrm>
            <a:off x="3837686" y="1457747"/>
            <a:ext cx="462391" cy="463124"/>
          </a:xfrm>
          <a:custGeom>
            <a:avLst/>
            <a:gdLst>
              <a:gd name="connsiteX0" fmla="*/ 214467 w 349576"/>
              <a:gd name="connsiteY0" fmla="*/ 126198 h 350130"/>
              <a:gd name="connsiteX1" fmla="*/ 182975 w 349576"/>
              <a:gd name="connsiteY1" fmla="*/ 131056 h 350130"/>
              <a:gd name="connsiteX2" fmla="*/ 152716 w 349576"/>
              <a:gd name="connsiteY2" fmla="*/ 126198 h 350130"/>
              <a:gd name="connsiteX3" fmla="*/ 126062 w 349576"/>
              <a:gd name="connsiteY3" fmla="*/ 165155 h 350130"/>
              <a:gd name="connsiteX4" fmla="*/ 180509 w 349576"/>
              <a:gd name="connsiteY4" fmla="*/ 227258 h 350130"/>
              <a:gd name="connsiteX5" fmla="*/ 182975 w 349576"/>
              <a:gd name="connsiteY5" fmla="*/ 228497 h 350130"/>
              <a:gd name="connsiteX6" fmla="*/ 186579 w 349576"/>
              <a:gd name="connsiteY6" fmla="*/ 227258 h 350130"/>
              <a:gd name="connsiteX7" fmla="*/ 239793 w 349576"/>
              <a:gd name="connsiteY7" fmla="*/ 165155 h 350130"/>
              <a:gd name="connsiteX8" fmla="*/ 214372 w 349576"/>
              <a:gd name="connsiteY8" fmla="*/ 126198 h 350130"/>
              <a:gd name="connsiteX9" fmla="*/ 183070 w 349576"/>
              <a:gd name="connsiteY9" fmla="*/ 212685 h 350130"/>
              <a:gd name="connsiteX10" fmla="*/ 140764 w 349576"/>
              <a:gd name="connsiteY10" fmla="*/ 165155 h 350130"/>
              <a:gd name="connsiteX11" fmla="*/ 157743 w 349576"/>
              <a:gd name="connsiteY11" fmla="*/ 139533 h 350130"/>
              <a:gd name="connsiteX12" fmla="*/ 162581 w 349576"/>
              <a:gd name="connsiteY12" fmla="*/ 139533 h 350130"/>
              <a:gd name="connsiteX13" fmla="*/ 177094 w 349576"/>
              <a:gd name="connsiteY13" fmla="*/ 146867 h 350130"/>
              <a:gd name="connsiteX14" fmla="*/ 183165 w 349576"/>
              <a:gd name="connsiteY14" fmla="*/ 149344 h 350130"/>
              <a:gd name="connsiteX15" fmla="*/ 189235 w 349576"/>
              <a:gd name="connsiteY15" fmla="*/ 146867 h 350130"/>
              <a:gd name="connsiteX16" fmla="*/ 209819 w 349576"/>
              <a:gd name="connsiteY16" fmla="*/ 139533 h 350130"/>
              <a:gd name="connsiteX17" fmla="*/ 225565 w 349576"/>
              <a:gd name="connsiteY17" fmla="*/ 165155 h 350130"/>
              <a:gd name="connsiteX18" fmla="*/ 183259 w 349576"/>
              <a:gd name="connsiteY18" fmla="*/ 212685 h 350130"/>
              <a:gd name="connsiteX19" fmla="*/ 347927 w 349576"/>
              <a:gd name="connsiteY19" fmla="*/ 266120 h 350130"/>
              <a:gd name="connsiteX20" fmla="*/ 296990 w 349576"/>
              <a:gd name="connsiteY20" fmla="*/ 249071 h 350130"/>
              <a:gd name="connsiteX21" fmla="*/ 237042 w 349576"/>
              <a:gd name="connsiteY21" fmla="*/ 269168 h 350130"/>
              <a:gd name="connsiteX22" fmla="*/ 217692 w 349576"/>
              <a:gd name="connsiteY22" fmla="*/ 261929 h 350130"/>
              <a:gd name="connsiteX23" fmla="*/ 177758 w 349576"/>
              <a:gd name="connsiteY23" fmla="*/ 261929 h 350130"/>
              <a:gd name="connsiteX24" fmla="*/ 108893 w 349576"/>
              <a:gd name="connsiteY24" fmla="*/ 232688 h 350130"/>
              <a:gd name="connsiteX25" fmla="*/ 72848 w 349576"/>
              <a:gd name="connsiteY25" fmla="*/ 232688 h 350130"/>
              <a:gd name="connsiteX26" fmla="*/ 72848 w 349576"/>
              <a:gd name="connsiteY26" fmla="*/ 226020 h 350130"/>
              <a:gd name="connsiteX27" fmla="*/ 65545 w 349576"/>
              <a:gd name="connsiteY27" fmla="*/ 218686 h 350130"/>
              <a:gd name="connsiteX28" fmla="*/ 7304 w 349576"/>
              <a:gd name="connsiteY28" fmla="*/ 218686 h 350130"/>
              <a:gd name="connsiteX29" fmla="*/ 0 w 349576"/>
              <a:gd name="connsiteY29" fmla="*/ 226020 h 350130"/>
              <a:gd name="connsiteX30" fmla="*/ 0 w 349576"/>
              <a:gd name="connsiteY30" fmla="*/ 328128 h 350130"/>
              <a:gd name="connsiteX31" fmla="*/ 7304 w 349576"/>
              <a:gd name="connsiteY31" fmla="*/ 335462 h 350130"/>
              <a:gd name="connsiteX32" fmla="*/ 65545 w 349576"/>
              <a:gd name="connsiteY32" fmla="*/ 335462 h 350130"/>
              <a:gd name="connsiteX33" fmla="*/ 72848 w 349576"/>
              <a:gd name="connsiteY33" fmla="*/ 328128 h 350130"/>
              <a:gd name="connsiteX34" fmla="*/ 72848 w 349576"/>
              <a:gd name="connsiteY34" fmla="*/ 317651 h 350130"/>
              <a:gd name="connsiteX35" fmla="*/ 106617 w 349576"/>
              <a:gd name="connsiteY35" fmla="*/ 329462 h 350130"/>
              <a:gd name="connsiteX36" fmla="*/ 185441 w 349576"/>
              <a:gd name="connsiteY36" fmla="*/ 350131 h 350130"/>
              <a:gd name="connsiteX37" fmla="*/ 273941 w 349576"/>
              <a:gd name="connsiteY37" fmla="*/ 314793 h 350130"/>
              <a:gd name="connsiteX38" fmla="*/ 345461 w 349576"/>
              <a:gd name="connsiteY38" fmla="*/ 278217 h 350130"/>
              <a:gd name="connsiteX39" fmla="*/ 349066 w 349576"/>
              <a:gd name="connsiteY39" fmla="*/ 272121 h 350130"/>
              <a:gd name="connsiteX40" fmla="*/ 347832 w 349576"/>
              <a:gd name="connsiteY40" fmla="*/ 266025 h 350130"/>
              <a:gd name="connsiteX41" fmla="*/ 14702 w 349576"/>
              <a:gd name="connsiteY41" fmla="*/ 320794 h 350130"/>
              <a:gd name="connsiteX42" fmla="*/ 14702 w 349576"/>
              <a:gd name="connsiteY42" fmla="*/ 233259 h 350130"/>
              <a:gd name="connsiteX43" fmla="*/ 58431 w 349576"/>
              <a:gd name="connsiteY43" fmla="*/ 233259 h 350130"/>
              <a:gd name="connsiteX44" fmla="*/ 58431 w 349576"/>
              <a:gd name="connsiteY44" fmla="*/ 239260 h 350130"/>
              <a:gd name="connsiteX45" fmla="*/ 58241 w 349576"/>
              <a:gd name="connsiteY45" fmla="*/ 239927 h 350130"/>
              <a:gd name="connsiteX46" fmla="*/ 58431 w 349576"/>
              <a:gd name="connsiteY46" fmla="*/ 240784 h 350130"/>
              <a:gd name="connsiteX47" fmla="*/ 58431 w 349576"/>
              <a:gd name="connsiteY47" fmla="*/ 320794 h 350130"/>
              <a:gd name="connsiteX48" fmla="*/ 14702 w 349576"/>
              <a:gd name="connsiteY48" fmla="*/ 320794 h 350130"/>
              <a:gd name="connsiteX49" fmla="*/ 267965 w 349576"/>
              <a:gd name="connsiteY49" fmla="*/ 302601 h 350130"/>
              <a:gd name="connsiteX50" fmla="*/ 110411 w 349576"/>
              <a:gd name="connsiteY50" fmla="*/ 314793 h 350130"/>
              <a:gd name="connsiteX51" fmla="*/ 73038 w 349576"/>
              <a:gd name="connsiteY51" fmla="*/ 301934 h 350130"/>
              <a:gd name="connsiteX52" fmla="*/ 73038 w 349576"/>
              <a:gd name="connsiteY52" fmla="*/ 247166 h 350130"/>
              <a:gd name="connsiteX53" fmla="*/ 109083 w 349576"/>
              <a:gd name="connsiteY53" fmla="*/ 247166 h 350130"/>
              <a:gd name="connsiteX54" fmla="*/ 169505 w 349576"/>
              <a:gd name="connsiteY54" fmla="*/ 275169 h 350130"/>
              <a:gd name="connsiteX55" fmla="*/ 174343 w 349576"/>
              <a:gd name="connsiteY55" fmla="*/ 276407 h 350130"/>
              <a:gd name="connsiteX56" fmla="*/ 217881 w 349576"/>
              <a:gd name="connsiteY56" fmla="*/ 276407 h 350130"/>
              <a:gd name="connsiteX57" fmla="*/ 228790 w 349576"/>
              <a:gd name="connsiteY57" fmla="*/ 283742 h 350130"/>
              <a:gd name="connsiteX58" fmla="*/ 217881 w 349576"/>
              <a:gd name="connsiteY58" fmla="*/ 291076 h 350130"/>
              <a:gd name="connsiteX59" fmla="*/ 138109 w 349576"/>
              <a:gd name="connsiteY59" fmla="*/ 291076 h 350130"/>
              <a:gd name="connsiteX60" fmla="*/ 130900 w 349576"/>
              <a:gd name="connsiteY60" fmla="*/ 298410 h 350130"/>
              <a:gd name="connsiteX61" fmla="*/ 138109 w 349576"/>
              <a:gd name="connsiteY61" fmla="*/ 305744 h 350130"/>
              <a:gd name="connsiteX62" fmla="*/ 217881 w 349576"/>
              <a:gd name="connsiteY62" fmla="*/ 305744 h 350130"/>
              <a:gd name="connsiteX63" fmla="*/ 243302 w 349576"/>
              <a:gd name="connsiteY63" fmla="*/ 283837 h 350130"/>
              <a:gd name="connsiteX64" fmla="*/ 243302 w 349576"/>
              <a:gd name="connsiteY64" fmla="*/ 283265 h 350130"/>
              <a:gd name="connsiteX65" fmla="*/ 300879 w 349576"/>
              <a:gd name="connsiteY65" fmla="*/ 263644 h 350130"/>
              <a:gd name="connsiteX66" fmla="*/ 330000 w 349576"/>
              <a:gd name="connsiteY66" fmla="*/ 269740 h 350130"/>
              <a:gd name="connsiteX67" fmla="*/ 268154 w 349576"/>
              <a:gd name="connsiteY67" fmla="*/ 302601 h 350130"/>
              <a:gd name="connsiteX68" fmla="*/ 40124 w 349576"/>
              <a:gd name="connsiteY68" fmla="*/ 102005 h 350130"/>
              <a:gd name="connsiteX69" fmla="*/ 53498 w 349576"/>
              <a:gd name="connsiteY69" fmla="*/ 100766 h 350130"/>
              <a:gd name="connsiteX70" fmla="*/ 112972 w 349576"/>
              <a:gd name="connsiteY70" fmla="*/ 80478 h 350130"/>
              <a:gd name="connsiteX71" fmla="*/ 130710 w 349576"/>
              <a:gd name="connsiteY71" fmla="*/ 87050 h 350130"/>
              <a:gd name="connsiteX72" fmla="*/ 171877 w 349576"/>
              <a:gd name="connsiteY72" fmla="*/ 87050 h 350130"/>
              <a:gd name="connsiteX73" fmla="*/ 239698 w 349576"/>
              <a:gd name="connsiteY73" fmla="*/ 116006 h 350130"/>
              <a:gd name="connsiteX74" fmla="*/ 275838 w 349576"/>
              <a:gd name="connsiteY74" fmla="*/ 116006 h 350130"/>
              <a:gd name="connsiteX75" fmla="*/ 275838 w 349576"/>
              <a:gd name="connsiteY75" fmla="*/ 123531 h 350130"/>
              <a:gd name="connsiteX76" fmla="*/ 283141 w 349576"/>
              <a:gd name="connsiteY76" fmla="*/ 130865 h 350130"/>
              <a:gd name="connsiteX77" fmla="*/ 341382 w 349576"/>
              <a:gd name="connsiteY77" fmla="*/ 130865 h 350130"/>
              <a:gd name="connsiteX78" fmla="*/ 348686 w 349576"/>
              <a:gd name="connsiteY78" fmla="*/ 123531 h 350130"/>
              <a:gd name="connsiteX79" fmla="*/ 348686 w 349576"/>
              <a:gd name="connsiteY79" fmla="*/ 21423 h 350130"/>
              <a:gd name="connsiteX80" fmla="*/ 341382 w 349576"/>
              <a:gd name="connsiteY80" fmla="*/ 14089 h 350130"/>
              <a:gd name="connsiteX81" fmla="*/ 283141 w 349576"/>
              <a:gd name="connsiteY81" fmla="*/ 14089 h 350130"/>
              <a:gd name="connsiteX82" fmla="*/ 275838 w 349576"/>
              <a:gd name="connsiteY82" fmla="*/ 21423 h 350130"/>
              <a:gd name="connsiteX83" fmla="*/ 275838 w 349576"/>
              <a:gd name="connsiteY83" fmla="*/ 31710 h 350130"/>
              <a:gd name="connsiteX84" fmla="*/ 243682 w 349576"/>
              <a:gd name="connsiteY84" fmla="*/ 20375 h 350130"/>
              <a:gd name="connsiteX85" fmla="*/ 76358 w 349576"/>
              <a:gd name="connsiteY85" fmla="*/ 35044 h 350130"/>
              <a:gd name="connsiteX86" fmla="*/ 4838 w 349576"/>
              <a:gd name="connsiteY86" fmla="*/ 72858 h 350130"/>
              <a:gd name="connsiteX87" fmla="*/ 1233 w 349576"/>
              <a:gd name="connsiteY87" fmla="*/ 77716 h 350130"/>
              <a:gd name="connsiteX88" fmla="*/ 2466 w 349576"/>
              <a:gd name="connsiteY88" fmla="*/ 83812 h 350130"/>
              <a:gd name="connsiteX89" fmla="*/ 40029 w 349576"/>
              <a:gd name="connsiteY89" fmla="*/ 102100 h 350130"/>
              <a:gd name="connsiteX90" fmla="*/ 334173 w 349576"/>
              <a:gd name="connsiteY90" fmla="*/ 28662 h 350130"/>
              <a:gd name="connsiteX91" fmla="*/ 334173 w 349576"/>
              <a:gd name="connsiteY91" fmla="*/ 116197 h 350130"/>
              <a:gd name="connsiteX92" fmla="*/ 290445 w 349576"/>
              <a:gd name="connsiteY92" fmla="*/ 116197 h 350130"/>
              <a:gd name="connsiteX93" fmla="*/ 290445 w 349576"/>
              <a:gd name="connsiteY93" fmla="*/ 109910 h 350130"/>
              <a:gd name="connsiteX94" fmla="*/ 290635 w 349576"/>
              <a:gd name="connsiteY94" fmla="*/ 108767 h 350130"/>
              <a:gd name="connsiteX95" fmla="*/ 290445 w 349576"/>
              <a:gd name="connsiteY95" fmla="*/ 107815 h 350130"/>
              <a:gd name="connsiteX96" fmla="*/ 290445 w 349576"/>
              <a:gd name="connsiteY96" fmla="*/ 45807 h 350130"/>
              <a:gd name="connsiteX97" fmla="*/ 291014 w 349576"/>
              <a:gd name="connsiteY97" fmla="*/ 44664 h 350130"/>
              <a:gd name="connsiteX98" fmla="*/ 290445 w 349576"/>
              <a:gd name="connsiteY98" fmla="*/ 38949 h 350130"/>
              <a:gd name="connsiteX99" fmla="*/ 290445 w 349576"/>
              <a:gd name="connsiteY99" fmla="*/ 28662 h 350130"/>
              <a:gd name="connsiteX100" fmla="*/ 334173 w 349576"/>
              <a:gd name="connsiteY100" fmla="*/ 28662 h 350130"/>
              <a:gd name="connsiteX101" fmla="*/ 82619 w 349576"/>
              <a:gd name="connsiteY101" fmla="*/ 48379 h 350130"/>
              <a:gd name="connsiteX102" fmla="*/ 239034 w 349576"/>
              <a:gd name="connsiteY102" fmla="*/ 34949 h 350130"/>
              <a:gd name="connsiteX103" fmla="*/ 276027 w 349576"/>
              <a:gd name="connsiteY103" fmla="*/ 47141 h 350130"/>
              <a:gd name="connsiteX104" fmla="*/ 276027 w 349576"/>
              <a:gd name="connsiteY104" fmla="*/ 101433 h 350130"/>
              <a:gd name="connsiteX105" fmla="*/ 239888 w 349576"/>
              <a:gd name="connsiteY105" fmla="*/ 101433 h 350130"/>
              <a:gd name="connsiteX106" fmla="*/ 180509 w 349576"/>
              <a:gd name="connsiteY106" fmla="*/ 74954 h 350130"/>
              <a:gd name="connsiteX107" fmla="*/ 174438 w 349576"/>
              <a:gd name="connsiteY107" fmla="*/ 72572 h 350130"/>
              <a:gd name="connsiteX108" fmla="*/ 130805 w 349576"/>
              <a:gd name="connsiteY108" fmla="*/ 72572 h 350130"/>
              <a:gd name="connsiteX109" fmla="*/ 122647 w 349576"/>
              <a:gd name="connsiteY109" fmla="*/ 69524 h 350130"/>
              <a:gd name="connsiteX110" fmla="*/ 122647 w 349576"/>
              <a:gd name="connsiteY110" fmla="*/ 69143 h 350130"/>
              <a:gd name="connsiteX111" fmla="*/ 121414 w 349576"/>
              <a:gd name="connsiteY111" fmla="*/ 67143 h 350130"/>
              <a:gd name="connsiteX112" fmla="*/ 121130 w 349576"/>
              <a:gd name="connsiteY112" fmla="*/ 65429 h 350130"/>
              <a:gd name="connsiteX113" fmla="*/ 130805 w 349576"/>
              <a:gd name="connsiteY113" fmla="*/ 58190 h 350130"/>
              <a:gd name="connsiteX114" fmla="*/ 210767 w 349576"/>
              <a:gd name="connsiteY114" fmla="*/ 58190 h 350130"/>
              <a:gd name="connsiteX115" fmla="*/ 218071 w 349576"/>
              <a:gd name="connsiteY115" fmla="*/ 50951 h 350130"/>
              <a:gd name="connsiteX116" fmla="*/ 210767 w 349576"/>
              <a:gd name="connsiteY116" fmla="*/ 43712 h 350130"/>
              <a:gd name="connsiteX117" fmla="*/ 130805 w 349576"/>
              <a:gd name="connsiteY117" fmla="*/ 43712 h 350130"/>
              <a:gd name="connsiteX118" fmla="*/ 106617 w 349576"/>
              <a:gd name="connsiteY118" fmla="*/ 65429 h 350130"/>
              <a:gd name="connsiteX119" fmla="*/ 106806 w 349576"/>
              <a:gd name="connsiteY119" fmla="*/ 67524 h 350130"/>
              <a:gd name="connsiteX120" fmla="*/ 49894 w 349576"/>
              <a:gd name="connsiteY120" fmla="*/ 86193 h 350130"/>
              <a:gd name="connsiteX121" fmla="*/ 20773 w 349576"/>
              <a:gd name="connsiteY121" fmla="*/ 80097 h 350130"/>
              <a:gd name="connsiteX122" fmla="*/ 82619 w 349576"/>
              <a:gd name="connsiteY122" fmla="*/ 48379 h 350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349576" h="350130">
                <a:moveTo>
                  <a:pt x="214467" y="126198"/>
                </a:moveTo>
                <a:cubicBezTo>
                  <a:pt x="202325" y="122579"/>
                  <a:pt x="191512" y="124960"/>
                  <a:pt x="182975" y="131056"/>
                </a:cubicBezTo>
                <a:cubicBezTo>
                  <a:pt x="175671" y="124960"/>
                  <a:pt x="163624" y="122483"/>
                  <a:pt x="152716" y="126198"/>
                </a:cubicBezTo>
                <a:cubicBezTo>
                  <a:pt x="140575" y="129818"/>
                  <a:pt x="126062" y="142010"/>
                  <a:pt x="126062" y="165155"/>
                </a:cubicBezTo>
                <a:cubicBezTo>
                  <a:pt x="127295" y="200493"/>
                  <a:pt x="178137" y="226115"/>
                  <a:pt x="180509" y="227258"/>
                </a:cubicBezTo>
                <a:cubicBezTo>
                  <a:pt x="181334" y="228084"/>
                  <a:pt x="182150" y="228497"/>
                  <a:pt x="182975" y="228497"/>
                </a:cubicBezTo>
                <a:cubicBezTo>
                  <a:pt x="184208" y="228497"/>
                  <a:pt x="185441" y="228497"/>
                  <a:pt x="186579" y="227258"/>
                </a:cubicBezTo>
                <a:cubicBezTo>
                  <a:pt x="189046" y="226020"/>
                  <a:pt x="239793" y="200493"/>
                  <a:pt x="239793" y="165155"/>
                </a:cubicBezTo>
                <a:cubicBezTo>
                  <a:pt x="239793" y="142010"/>
                  <a:pt x="226513" y="129818"/>
                  <a:pt x="214372" y="126198"/>
                </a:cubicBezTo>
                <a:close/>
                <a:moveTo>
                  <a:pt x="183070" y="212685"/>
                </a:moveTo>
                <a:cubicBezTo>
                  <a:pt x="169790" y="205351"/>
                  <a:pt x="141903" y="185920"/>
                  <a:pt x="140764" y="165155"/>
                </a:cubicBezTo>
                <a:cubicBezTo>
                  <a:pt x="140764" y="151725"/>
                  <a:pt x="146835" y="143248"/>
                  <a:pt x="157743" y="139533"/>
                </a:cubicBezTo>
                <a:lnTo>
                  <a:pt x="162581" y="139533"/>
                </a:lnTo>
                <a:cubicBezTo>
                  <a:pt x="168652" y="139533"/>
                  <a:pt x="174722" y="142010"/>
                  <a:pt x="177094" y="146867"/>
                </a:cubicBezTo>
                <a:cubicBezTo>
                  <a:pt x="178327" y="148106"/>
                  <a:pt x="180698" y="149344"/>
                  <a:pt x="183165" y="149344"/>
                </a:cubicBezTo>
                <a:cubicBezTo>
                  <a:pt x="185631" y="149344"/>
                  <a:pt x="188002" y="148106"/>
                  <a:pt x="189235" y="146867"/>
                </a:cubicBezTo>
                <a:cubicBezTo>
                  <a:pt x="194073" y="139533"/>
                  <a:pt x="201377" y="137152"/>
                  <a:pt x="209819" y="139533"/>
                </a:cubicBezTo>
                <a:cubicBezTo>
                  <a:pt x="220727" y="143153"/>
                  <a:pt x="225565" y="151725"/>
                  <a:pt x="225565" y="165155"/>
                </a:cubicBezTo>
                <a:cubicBezTo>
                  <a:pt x="225565" y="185825"/>
                  <a:pt x="197772" y="205351"/>
                  <a:pt x="183259" y="212685"/>
                </a:cubicBezTo>
                <a:close/>
                <a:moveTo>
                  <a:pt x="347927" y="266120"/>
                </a:moveTo>
                <a:cubicBezTo>
                  <a:pt x="330948" y="249071"/>
                  <a:pt x="315202" y="244213"/>
                  <a:pt x="296990" y="249071"/>
                </a:cubicBezTo>
                <a:cubicBezTo>
                  <a:pt x="296990" y="249071"/>
                  <a:pt x="296801" y="249071"/>
                  <a:pt x="237042" y="269168"/>
                </a:cubicBezTo>
                <a:cubicBezTo>
                  <a:pt x="232774" y="264882"/>
                  <a:pt x="226418" y="261929"/>
                  <a:pt x="217692" y="261929"/>
                </a:cubicBezTo>
                <a:lnTo>
                  <a:pt x="177758" y="261929"/>
                </a:lnTo>
                <a:cubicBezTo>
                  <a:pt x="166850" y="252214"/>
                  <a:pt x="142662" y="232688"/>
                  <a:pt x="108893" y="232688"/>
                </a:cubicBezTo>
                <a:lnTo>
                  <a:pt x="72848" y="232688"/>
                </a:lnTo>
                <a:lnTo>
                  <a:pt x="72848" y="226020"/>
                </a:lnTo>
                <a:cubicBezTo>
                  <a:pt x="72848" y="222401"/>
                  <a:pt x="70382" y="218686"/>
                  <a:pt x="65545" y="218686"/>
                </a:cubicBezTo>
                <a:lnTo>
                  <a:pt x="7304" y="218686"/>
                </a:lnTo>
                <a:cubicBezTo>
                  <a:pt x="3699" y="218686"/>
                  <a:pt x="0" y="222305"/>
                  <a:pt x="0" y="226020"/>
                </a:cubicBezTo>
                <a:lnTo>
                  <a:pt x="0" y="328128"/>
                </a:lnTo>
                <a:cubicBezTo>
                  <a:pt x="0" y="332986"/>
                  <a:pt x="3604" y="335462"/>
                  <a:pt x="7304" y="335462"/>
                </a:cubicBezTo>
                <a:lnTo>
                  <a:pt x="65545" y="335462"/>
                </a:lnTo>
                <a:cubicBezTo>
                  <a:pt x="70382" y="335462"/>
                  <a:pt x="72848" y="332986"/>
                  <a:pt x="72848" y="328128"/>
                </a:cubicBezTo>
                <a:lnTo>
                  <a:pt x="72848" y="317651"/>
                </a:lnTo>
                <a:cubicBezTo>
                  <a:pt x="84895" y="321556"/>
                  <a:pt x="95803" y="325556"/>
                  <a:pt x="106617" y="329462"/>
                </a:cubicBezTo>
                <a:cubicBezTo>
                  <a:pt x="144179" y="342892"/>
                  <a:pt x="165996" y="350131"/>
                  <a:pt x="185441" y="350131"/>
                </a:cubicBezTo>
                <a:cubicBezTo>
                  <a:pt x="208491" y="350131"/>
                  <a:pt x="229074" y="339177"/>
                  <a:pt x="273941" y="314793"/>
                </a:cubicBezTo>
                <a:cubicBezTo>
                  <a:pt x="293291" y="305078"/>
                  <a:pt x="316341" y="292886"/>
                  <a:pt x="345461" y="278217"/>
                </a:cubicBezTo>
                <a:cubicBezTo>
                  <a:pt x="347927" y="276979"/>
                  <a:pt x="349066" y="274598"/>
                  <a:pt x="349066" y="272121"/>
                </a:cubicBezTo>
                <a:cubicBezTo>
                  <a:pt x="350299" y="269645"/>
                  <a:pt x="349066" y="267263"/>
                  <a:pt x="347832" y="266025"/>
                </a:cubicBezTo>
                <a:close/>
                <a:moveTo>
                  <a:pt x="14702" y="320794"/>
                </a:moveTo>
                <a:lnTo>
                  <a:pt x="14702" y="233259"/>
                </a:lnTo>
                <a:lnTo>
                  <a:pt x="58431" y="233259"/>
                </a:lnTo>
                <a:lnTo>
                  <a:pt x="58431" y="239260"/>
                </a:lnTo>
                <a:cubicBezTo>
                  <a:pt x="58431" y="239260"/>
                  <a:pt x="58241" y="239736"/>
                  <a:pt x="58241" y="239927"/>
                </a:cubicBezTo>
                <a:cubicBezTo>
                  <a:pt x="58241" y="240212"/>
                  <a:pt x="58336" y="240498"/>
                  <a:pt x="58431" y="240784"/>
                </a:cubicBezTo>
                <a:lnTo>
                  <a:pt x="58431" y="320794"/>
                </a:lnTo>
                <a:lnTo>
                  <a:pt x="14702" y="320794"/>
                </a:lnTo>
                <a:close/>
                <a:moveTo>
                  <a:pt x="267965" y="302601"/>
                </a:moveTo>
                <a:cubicBezTo>
                  <a:pt x="216240" y="329398"/>
                  <a:pt x="163719" y="333462"/>
                  <a:pt x="110411" y="314793"/>
                </a:cubicBezTo>
                <a:cubicBezTo>
                  <a:pt x="99598" y="311555"/>
                  <a:pt x="87551" y="307173"/>
                  <a:pt x="73038" y="301934"/>
                </a:cubicBezTo>
                <a:lnTo>
                  <a:pt x="73038" y="247166"/>
                </a:lnTo>
                <a:lnTo>
                  <a:pt x="109083" y="247166"/>
                </a:lnTo>
                <a:cubicBezTo>
                  <a:pt x="139342" y="247166"/>
                  <a:pt x="162297" y="266692"/>
                  <a:pt x="169505" y="275169"/>
                </a:cubicBezTo>
                <a:cubicBezTo>
                  <a:pt x="170739" y="276407"/>
                  <a:pt x="173110" y="276407"/>
                  <a:pt x="174343" y="276407"/>
                </a:cubicBezTo>
                <a:lnTo>
                  <a:pt x="217881" y="276407"/>
                </a:lnTo>
                <a:cubicBezTo>
                  <a:pt x="226323" y="276407"/>
                  <a:pt x="228790" y="281265"/>
                  <a:pt x="228790" y="283742"/>
                </a:cubicBezTo>
                <a:cubicBezTo>
                  <a:pt x="228790" y="287361"/>
                  <a:pt x="226418" y="291076"/>
                  <a:pt x="217881" y="291076"/>
                </a:cubicBezTo>
                <a:lnTo>
                  <a:pt x="138109" y="291076"/>
                </a:lnTo>
                <a:cubicBezTo>
                  <a:pt x="134504" y="291076"/>
                  <a:pt x="130900" y="294695"/>
                  <a:pt x="130900" y="298410"/>
                </a:cubicBezTo>
                <a:cubicBezTo>
                  <a:pt x="130900" y="303268"/>
                  <a:pt x="134504" y="305744"/>
                  <a:pt x="138109" y="305744"/>
                </a:cubicBezTo>
                <a:lnTo>
                  <a:pt x="217881" y="305744"/>
                </a:lnTo>
                <a:cubicBezTo>
                  <a:pt x="234766" y="305744"/>
                  <a:pt x="243302" y="294791"/>
                  <a:pt x="243302" y="283837"/>
                </a:cubicBezTo>
                <a:cubicBezTo>
                  <a:pt x="243302" y="283646"/>
                  <a:pt x="243302" y="283456"/>
                  <a:pt x="243302" y="283265"/>
                </a:cubicBezTo>
                <a:cubicBezTo>
                  <a:pt x="250796" y="280694"/>
                  <a:pt x="266732" y="275264"/>
                  <a:pt x="300879" y="263644"/>
                </a:cubicBezTo>
                <a:cubicBezTo>
                  <a:pt x="310555" y="261167"/>
                  <a:pt x="319091" y="261167"/>
                  <a:pt x="330000" y="269740"/>
                </a:cubicBezTo>
                <a:cubicBezTo>
                  <a:pt x="304579" y="281932"/>
                  <a:pt x="283900" y="292886"/>
                  <a:pt x="268154" y="302601"/>
                </a:cubicBezTo>
                <a:close/>
                <a:moveTo>
                  <a:pt x="40124" y="102005"/>
                </a:moveTo>
                <a:cubicBezTo>
                  <a:pt x="43728" y="102005"/>
                  <a:pt x="48566" y="102005"/>
                  <a:pt x="53498" y="100766"/>
                </a:cubicBezTo>
                <a:cubicBezTo>
                  <a:pt x="53498" y="100766"/>
                  <a:pt x="53688" y="100766"/>
                  <a:pt x="112972" y="80478"/>
                </a:cubicBezTo>
                <a:cubicBezTo>
                  <a:pt x="117051" y="84383"/>
                  <a:pt x="123027" y="87050"/>
                  <a:pt x="130710" y="87050"/>
                </a:cubicBezTo>
                <a:lnTo>
                  <a:pt x="171877" y="87050"/>
                </a:lnTo>
                <a:cubicBezTo>
                  <a:pt x="182785" y="97909"/>
                  <a:pt x="206973" y="116006"/>
                  <a:pt x="239698" y="116006"/>
                </a:cubicBezTo>
                <a:lnTo>
                  <a:pt x="275838" y="116006"/>
                </a:lnTo>
                <a:lnTo>
                  <a:pt x="275838" y="123531"/>
                </a:lnTo>
                <a:cubicBezTo>
                  <a:pt x="275838" y="128389"/>
                  <a:pt x="279442" y="130865"/>
                  <a:pt x="283141" y="130865"/>
                </a:cubicBezTo>
                <a:lnTo>
                  <a:pt x="341382" y="130865"/>
                </a:lnTo>
                <a:cubicBezTo>
                  <a:pt x="346220" y="130865"/>
                  <a:pt x="348686" y="128389"/>
                  <a:pt x="348686" y="123531"/>
                </a:cubicBezTo>
                <a:lnTo>
                  <a:pt x="348686" y="21423"/>
                </a:lnTo>
                <a:cubicBezTo>
                  <a:pt x="348686" y="17804"/>
                  <a:pt x="346220" y="14089"/>
                  <a:pt x="341382" y="14089"/>
                </a:cubicBezTo>
                <a:lnTo>
                  <a:pt x="283141" y="14089"/>
                </a:lnTo>
                <a:cubicBezTo>
                  <a:pt x="279537" y="14089"/>
                  <a:pt x="275838" y="17708"/>
                  <a:pt x="275838" y="21423"/>
                </a:cubicBezTo>
                <a:lnTo>
                  <a:pt x="275838" y="31710"/>
                </a:lnTo>
                <a:cubicBezTo>
                  <a:pt x="264076" y="27900"/>
                  <a:pt x="253167" y="24090"/>
                  <a:pt x="243682" y="20375"/>
                </a:cubicBezTo>
                <a:cubicBezTo>
                  <a:pt x="158787" y="-8866"/>
                  <a:pt x="157649" y="-8866"/>
                  <a:pt x="76358" y="35044"/>
                </a:cubicBezTo>
                <a:cubicBezTo>
                  <a:pt x="57008" y="44759"/>
                  <a:pt x="33958" y="56951"/>
                  <a:pt x="4838" y="72858"/>
                </a:cubicBezTo>
                <a:cubicBezTo>
                  <a:pt x="2371" y="72858"/>
                  <a:pt x="1233" y="75335"/>
                  <a:pt x="1233" y="77716"/>
                </a:cubicBezTo>
                <a:cubicBezTo>
                  <a:pt x="0" y="80192"/>
                  <a:pt x="1233" y="82574"/>
                  <a:pt x="2466" y="83812"/>
                </a:cubicBezTo>
                <a:cubicBezTo>
                  <a:pt x="15841" y="97242"/>
                  <a:pt x="26749" y="102100"/>
                  <a:pt x="40029" y="102100"/>
                </a:cubicBezTo>
                <a:close/>
                <a:moveTo>
                  <a:pt x="334173" y="28662"/>
                </a:moveTo>
                <a:lnTo>
                  <a:pt x="334173" y="116197"/>
                </a:lnTo>
                <a:lnTo>
                  <a:pt x="290445" y="116197"/>
                </a:lnTo>
                <a:lnTo>
                  <a:pt x="290445" y="109910"/>
                </a:lnTo>
                <a:cubicBezTo>
                  <a:pt x="290445" y="109910"/>
                  <a:pt x="290635" y="109244"/>
                  <a:pt x="290635" y="108767"/>
                </a:cubicBezTo>
                <a:cubicBezTo>
                  <a:pt x="290635" y="108482"/>
                  <a:pt x="290540" y="108101"/>
                  <a:pt x="290445" y="107815"/>
                </a:cubicBezTo>
                <a:lnTo>
                  <a:pt x="290445" y="45807"/>
                </a:lnTo>
                <a:cubicBezTo>
                  <a:pt x="290445" y="45807"/>
                  <a:pt x="290920" y="45140"/>
                  <a:pt x="291014" y="44664"/>
                </a:cubicBezTo>
                <a:cubicBezTo>
                  <a:pt x="291584" y="42854"/>
                  <a:pt x="291299" y="40759"/>
                  <a:pt x="290445" y="38949"/>
                </a:cubicBezTo>
                <a:lnTo>
                  <a:pt x="290445" y="28662"/>
                </a:lnTo>
                <a:lnTo>
                  <a:pt x="334173" y="28662"/>
                </a:lnTo>
                <a:close/>
                <a:moveTo>
                  <a:pt x="82619" y="48379"/>
                </a:moveTo>
                <a:cubicBezTo>
                  <a:pt x="134343" y="20756"/>
                  <a:pt x="186484" y="16280"/>
                  <a:pt x="239034" y="34949"/>
                </a:cubicBezTo>
                <a:cubicBezTo>
                  <a:pt x="250511" y="38092"/>
                  <a:pt x="262179" y="42188"/>
                  <a:pt x="276027" y="47141"/>
                </a:cubicBezTo>
                <a:lnTo>
                  <a:pt x="276027" y="101433"/>
                </a:lnTo>
                <a:lnTo>
                  <a:pt x="239888" y="101433"/>
                </a:lnTo>
                <a:cubicBezTo>
                  <a:pt x="210862" y="101433"/>
                  <a:pt x="187812" y="83336"/>
                  <a:pt x="180509" y="74954"/>
                </a:cubicBezTo>
                <a:cubicBezTo>
                  <a:pt x="179275" y="73715"/>
                  <a:pt x="176904" y="72572"/>
                  <a:pt x="174438" y="72572"/>
                </a:cubicBezTo>
                <a:lnTo>
                  <a:pt x="130805" y="72572"/>
                </a:lnTo>
                <a:cubicBezTo>
                  <a:pt x="126536" y="72572"/>
                  <a:pt x="124070" y="71239"/>
                  <a:pt x="122647" y="69524"/>
                </a:cubicBezTo>
                <a:cubicBezTo>
                  <a:pt x="122647" y="69334"/>
                  <a:pt x="122647" y="69239"/>
                  <a:pt x="122647" y="69143"/>
                </a:cubicBezTo>
                <a:cubicBezTo>
                  <a:pt x="122363" y="68286"/>
                  <a:pt x="121983" y="67715"/>
                  <a:pt x="121414" y="67143"/>
                </a:cubicBezTo>
                <a:cubicBezTo>
                  <a:pt x="121319" y="66572"/>
                  <a:pt x="121130" y="66000"/>
                  <a:pt x="121130" y="65429"/>
                </a:cubicBezTo>
                <a:cubicBezTo>
                  <a:pt x="121130" y="63047"/>
                  <a:pt x="123596" y="58190"/>
                  <a:pt x="130805" y="58190"/>
                </a:cubicBezTo>
                <a:lnTo>
                  <a:pt x="210767" y="58190"/>
                </a:lnTo>
                <a:cubicBezTo>
                  <a:pt x="215605" y="58190"/>
                  <a:pt x="218071" y="55808"/>
                  <a:pt x="218071" y="50951"/>
                </a:cubicBezTo>
                <a:cubicBezTo>
                  <a:pt x="218071" y="47331"/>
                  <a:pt x="215605" y="43712"/>
                  <a:pt x="210767" y="43712"/>
                </a:cubicBezTo>
                <a:lnTo>
                  <a:pt x="130805" y="43712"/>
                </a:lnTo>
                <a:cubicBezTo>
                  <a:pt x="115059" y="43712"/>
                  <a:pt x="106617" y="54570"/>
                  <a:pt x="106617" y="65429"/>
                </a:cubicBezTo>
                <a:cubicBezTo>
                  <a:pt x="106617" y="66095"/>
                  <a:pt x="106712" y="66857"/>
                  <a:pt x="106806" y="67524"/>
                </a:cubicBezTo>
                <a:cubicBezTo>
                  <a:pt x="99598" y="69905"/>
                  <a:pt x="84041" y="75049"/>
                  <a:pt x="49894" y="86193"/>
                </a:cubicBezTo>
                <a:cubicBezTo>
                  <a:pt x="40218" y="88670"/>
                  <a:pt x="31681" y="88670"/>
                  <a:pt x="20773" y="80097"/>
                </a:cubicBezTo>
                <a:cubicBezTo>
                  <a:pt x="46194" y="67905"/>
                  <a:pt x="66873" y="56951"/>
                  <a:pt x="82619" y="4837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5" name="Graphic 108">
            <a:extLst>
              <a:ext uri="{FF2B5EF4-FFF2-40B4-BE49-F238E27FC236}">
                <a16:creationId xmlns:a16="http://schemas.microsoft.com/office/drawing/2014/main" id="{F1EADB5B-9E8F-01BF-3B77-8A9FEEB0BA64}"/>
              </a:ext>
            </a:extLst>
          </p:cNvPr>
          <p:cNvSpPr/>
          <p:nvPr/>
        </p:nvSpPr>
        <p:spPr>
          <a:xfrm>
            <a:off x="4609211" y="1457747"/>
            <a:ext cx="462391" cy="463124"/>
          </a:xfrm>
          <a:custGeom>
            <a:avLst/>
            <a:gdLst>
              <a:gd name="connsiteX0" fmla="*/ 214467 w 349576"/>
              <a:gd name="connsiteY0" fmla="*/ 126198 h 350130"/>
              <a:gd name="connsiteX1" fmla="*/ 182975 w 349576"/>
              <a:gd name="connsiteY1" fmla="*/ 131056 h 350130"/>
              <a:gd name="connsiteX2" fmla="*/ 152716 w 349576"/>
              <a:gd name="connsiteY2" fmla="*/ 126198 h 350130"/>
              <a:gd name="connsiteX3" fmla="*/ 126062 w 349576"/>
              <a:gd name="connsiteY3" fmla="*/ 165155 h 350130"/>
              <a:gd name="connsiteX4" fmla="*/ 180509 w 349576"/>
              <a:gd name="connsiteY4" fmla="*/ 227258 h 350130"/>
              <a:gd name="connsiteX5" fmla="*/ 182975 w 349576"/>
              <a:gd name="connsiteY5" fmla="*/ 228497 h 350130"/>
              <a:gd name="connsiteX6" fmla="*/ 186579 w 349576"/>
              <a:gd name="connsiteY6" fmla="*/ 227258 h 350130"/>
              <a:gd name="connsiteX7" fmla="*/ 239793 w 349576"/>
              <a:gd name="connsiteY7" fmla="*/ 165155 h 350130"/>
              <a:gd name="connsiteX8" fmla="*/ 214372 w 349576"/>
              <a:gd name="connsiteY8" fmla="*/ 126198 h 350130"/>
              <a:gd name="connsiteX9" fmla="*/ 183070 w 349576"/>
              <a:gd name="connsiteY9" fmla="*/ 212685 h 350130"/>
              <a:gd name="connsiteX10" fmla="*/ 140764 w 349576"/>
              <a:gd name="connsiteY10" fmla="*/ 165155 h 350130"/>
              <a:gd name="connsiteX11" fmla="*/ 157743 w 349576"/>
              <a:gd name="connsiteY11" fmla="*/ 139533 h 350130"/>
              <a:gd name="connsiteX12" fmla="*/ 162581 w 349576"/>
              <a:gd name="connsiteY12" fmla="*/ 139533 h 350130"/>
              <a:gd name="connsiteX13" fmla="*/ 177094 w 349576"/>
              <a:gd name="connsiteY13" fmla="*/ 146867 h 350130"/>
              <a:gd name="connsiteX14" fmla="*/ 183165 w 349576"/>
              <a:gd name="connsiteY14" fmla="*/ 149344 h 350130"/>
              <a:gd name="connsiteX15" fmla="*/ 189235 w 349576"/>
              <a:gd name="connsiteY15" fmla="*/ 146867 h 350130"/>
              <a:gd name="connsiteX16" fmla="*/ 209819 w 349576"/>
              <a:gd name="connsiteY16" fmla="*/ 139533 h 350130"/>
              <a:gd name="connsiteX17" fmla="*/ 225565 w 349576"/>
              <a:gd name="connsiteY17" fmla="*/ 165155 h 350130"/>
              <a:gd name="connsiteX18" fmla="*/ 183259 w 349576"/>
              <a:gd name="connsiteY18" fmla="*/ 212685 h 350130"/>
              <a:gd name="connsiteX19" fmla="*/ 347927 w 349576"/>
              <a:gd name="connsiteY19" fmla="*/ 266120 h 350130"/>
              <a:gd name="connsiteX20" fmla="*/ 296990 w 349576"/>
              <a:gd name="connsiteY20" fmla="*/ 249071 h 350130"/>
              <a:gd name="connsiteX21" fmla="*/ 237042 w 349576"/>
              <a:gd name="connsiteY21" fmla="*/ 269168 h 350130"/>
              <a:gd name="connsiteX22" fmla="*/ 217692 w 349576"/>
              <a:gd name="connsiteY22" fmla="*/ 261929 h 350130"/>
              <a:gd name="connsiteX23" fmla="*/ 177758 w 349576"/>
              <a:gd name="connsiteY23" fmla="*/ 261929 h 350130"/>
              <a:gd name="connsiteX24" fmla="*/ 108893 w 349576"/>
              <a:gd name="connsiteY24" fmla="*/ 232688 h 350130"/>
              <a:gd name="connsiteX25" fmla="*/ 72848 w 349576"/>
              <a:gd name="connsiteY25" fmla="*/ 232688 h 350130"/>
              <a:gd name="connsiteX26" fmla="*/ 72848 w 349576"/>
              <a:gd name="connsiteY26" fmla="*/ 226020 h 350130"/>
              <a:gd name="connsiteX27" fmla="*/ 65545 w 349576"/>
              <a:gd name="connsiteY27" fmla="*/ 218686 h 350130"/>
              <a:gd name="connsiteX28" fmla="*/ 7304 w 349576"/>
              <a:gd name="connsiteY28" fmla="*/ 218686 h 350130"/>
              <a:gd name="connsiteX29" fmla="*/ 0 w 349576"/>
              <a:gd name="connsiteY29" fmla="*/ 226020 h 350130"/>
              <a:gd name="connsiteX30" fmla="*/ 0 w 349576"/>
              <a:gd name="connsiteY30" fmla="*/ 328128 h 350130"/>
              <a:gd name="connsiteX31" fmla="*/ 7304 w 349576"/>
              <a:gd name="connsiteY31" fmla="*/ 335462 h 350130"/>
              <a:gd name="connsiteX32" fmla="*/ 65545 w 349576"/>
              <a:gd name="connsiteY32" fmla="*/ 335462 h 350130"/>
              <a:gd name="connsiteX33" fmla="*/ 72848 w 349576"/>
              <a:gd name="connsiteY33" fmla="*/ 328128 h 350130"/>
              <a:gd name="connsiteX34" fmla="*/ 72848 w 349576"/>
              <a:gd name="connsiteY34" fmla="*/ 317651 h 350130"/>
              <a:gd name="connsiteX35" fmla="*/ 106617 w 349576"/>
              <a:gd name="connsiteY35" fmla="*/ 329462 h 350130"/>
              <a:gd name="connsiteX36" fmla="*/ 185441 w 349576"/>
              <a:gd name="connsiteY36" fmla="*/ 350131 h 350130"/>
              <a:gd name="connsiteX37" fmla="*/ 273941 w 349576"/>
              <a:gd name="connsiteY37" fmla="*/ 314793 h 350130"/>
              <a:gd name="connsiteX38" fmla="*/ 345461 w 349576"/>
              <a:gd name="connsiteY38" fmla="*/ 278217 h 350130"/>
              <a:gd name="connsiteX39" fmla="*/ 349066 w 349576"/>
              <a:gd name="connsiteY39" fmla="*/ 272121 h 350130"/>
              <a:gd name="connsiteX40" fmla="*/ 347832 w 349576"/>
              <a:gd name="connsiteY40" fmla="*/ 266025 h 350130"/>
              <a:gd name="connsiteX41" fmla="*/ 14702 w 349576"/>
              <a:gd name="connsiteY41" fmla="*/ 320794 h 350130"/>
              <a:gd name="connsiteX42" fmla="*/ 14702 w 349576"/>
              <a:gd name="connsiteY42" fmla="*/ 233259 h 350130"/>
              <a:gd name="connsiteX43" fmla="*/ 58431 w 349576"/>
              <a:gd name="connsiteY43" fmla="*/ 233259 h 350130"/>
              <a:gd name="connsiteX44" fmla="*/ 58431 w 349576"/>
              <a:gd name="connsiteY44" fmla="*/ 239260 h 350130"/>
              <a:gd name="connsiteX45" fmla="*/ 58241 w 349576"/>
              <a:gd name="connsiteY45" fmla="*/ 239927 h 350130"/>
              <a:gd name="connsiteX46" fmla="*/ 58431 w 349576"/>
              <a:gd name="connsiteY46" fmla="*/ 240784 h 350130"/>
              <a:gd name="connsiteX47" fmla="*/ 58431 w 349576"/>
              <a:gd name="connsiteY47" fmla="*/ 320794 h 350130"/>
              <a:gd name="connsiteX48" fmla="*/ 14702 w 349576"/>
              <a:gd name="connsiteY48" fmla="*/ 320794 h 350130"/>
              <a:gd name="connsiteX49" fmla="*/ 267965 w 349576"/>
              <a:gd name="connsiteY49" fmla="*/ 302601 h 350130"/>
              <a:gd name="connsiteX50" fmla="*/ 110411 w 349576"/>
              <a:gd name="connsiteY50" fmla="*/ 314793 h 350130"/>
              <a:gd name="connsiteX51" fmla="*/ 73038 w 349576"/>
              <a:gd name="connsiteY51" fmla="*/ 301934 h 350130"/>
              <a:gd name="connsiteX52" fmla="*/ 73038 w 349576"/>
              <a:gd name="connsiteY52" fmla="*/ 247166 h 350130"/>
              <a:gd name="connsiteX53" fmla="*/ 109083 w 349576"/>
              <a:gd name="connsiteY53" fmla="*/ 247166 h 350130"/>
              <a:gd name="connsiteX54" fmla="*/ 169505 w 349576"/>
              <a:gd name="connsiteY54" fmla="*/ 275169 h 350130"/>
              <a:gd name="connsiteX55" fmla="*/ 174343 w 349576"/>
              <a:gd name="connsiteY55" fmla="*/ 276407 h 350130"/>
              <a:gd name="connsiteX56" fmla="*/ 217881 w 349576"/>
              <a:gd name="connsiteY56" fmla="*/ 276407 h 350130"/>
              <a:gd name="connsiteX57" fmla="*/ 228790 w 349576"/>
              <a:gd name="connsiteY57" fmla="*/ 283742 h 350130"/>
              <a:gd name="connsiteX58" fmla="*/ 217881 w 349576"/>
              <a:gd name="connsiteY58" fmla="*/ 291076 h 350130"/>
              <a:gd name="connsiteX59" fmla="*/ 138109 w 349576"/>
              <a:gd name="connsiteY59" fmla="*/ 291076 h 350130"/>
              <a:gd name="connsiteX60" fmla="*/ 130900 w 349576"/>
              <a:gd name="connsiteY60" fmla="*/ 298410 h 350130"/>
              <a:gd name="connsiteX61" fmla="*/ 138109 w 349576"/>
              <a:gd name="connsiteY61" fmla="*/ 305744 h 350130"/>
              <a:gd name="connsiteX62" fmla="*/ 217881 w 349576"/>
              <a:gd name="connsiteY62" fmla="*/ 305744 h 350130"/>
              <a:gd name="connsiteX63" fmla="*/ 243302 w 349576"/>
              <a:gd name="connsiteY63" fmla="*/ 283837 h 350130"/>
              <a:gd name="connsiteX64" fmla="*/ 243302 w 349576"/>
              <a:gd name="connsiteY64" fmla="*/ 283265 h 350130"/>
              <a:gd name="connsiteX65" fmla="*/ 300879 w 349576"/>
              <a:gd name="connsiteY65" fmla="*/ 263644 h 350130"/>
              <a:gd name="connsiteX66" fmla="*/ 330000 w 349576"/>
              <a:gd name="connsiteY66" fmla="*/ 269740 h 350130"/>
              <a:gd name="connsiteX67" fmla="*/ 268154 w 349576"/>
              <a:gd name="connsiteY67" fmla="*/ 302601 h 350130"/>
              <a:gd name="connsiteX68" fmla="*/ 40124 w 349576"/>
              <a:gd name="connsiteY68" fmla="*/ 102005 h 350130"/>
              <a:gd name="connsiteX69" fmla="*/ 53498 w 349576"/>
              <a:gd name="connsiteY69" fmla="*/ 100766 h 350130"/>
              <a:gd name="connsiteX70" fmla="*/ 112972 w 349576"/>
              <a:gd name="connsiteY70" fmla="*/ 80478 h 350130"/>
              <a:gd name="connsiteX71" fmla="*/ 130710 w 349576"/>
              <a:gd name="connsiteY71" fmla="*/ 87050 h 350130"/>
              <a:gd name="connsiteX72" fmla="*/ 171877 w 349576"/>
              <a:gd name="connsiteY72" fmla="*/ 87050 h 350130"/>
              <a:gd name="connsiteX73" fmla="*/ 239698 w 349576"/>
              <a:gd name="connsiteY73" fmla="*/ 116006 h 350130"/>
              <a:gd name="connsiteX74" fmla="*/ 275838 w 349576"/>
              <a:gd name="connsiteY74" fmla="*/ 116006 h 350130"/>
              <a:gd name="connsiteX75" fmla="*/ 275838 w 349576"/>
              <a:gd name="connsiteY75" fmla="*/ 123531 h 350130"/>
              <a:gd name="connsiteX76" fmla="*/ 283141 w 349576"/>
              <a:gd name="connsiteY76" fmla="*/ 130865 h 350130"/>
              <a:gd name="connsiteX77" fmla="*/ 341382 w 349576"/>
              <a:gd name="connsiteY77" fmla="*/ 130865 h 350130"/>
              <a:gd name="connsiteX78" fmla="*/ 348686 w 349576"/>
              <a:gd name="connsiteY78" fmla="*/ 123531 h 350130"/>
              <a:gd name="connsiteX79" fmla="*/ 348686 w 349576"/>
              <a:gd name="connsiteY79" fmla="*/ 21423 h 350130"/>
              <a:gd name="connsiteX80" fmla="*/ 341382 w 349576"/>
              <a:gd name="connsiteY80" fmla="*/ 14089 h 350130"/>
              <a:gd name="connsiteX81" fmla="*/ 283141 w 349576"/>
              <a:gd name="connsiteY81" fmla="*/ 14089 h 350130"/>
              <a:gd name="connsiteX82" fmla="*/ 275838 w 349576"/>
              <a:gd name="connsiteY82" fmla="*/ 21423 h 350130"/>
              <a:gd name="connsiteX83" fmla="*/ 275838 w 349576"/>
              <a:gd name="connsiteY83" fmla="*/ 31710 h 350130"/>
              <a:gd name="connsiteX84" fmla="*/ 243682 w 349576"/>
              <a:gd name="connsiteY84" fmla="*/ 20375 h 350130"/>
              <a:gd name="connsiteX85" fmla="*/ 76358 w 349576"/>
              <a:gd name="connsiteY85" fmla="*/ 35044 h 350130"/>
              <a:gd name="connsiteX86" fmla="*/ 4838 w 349576"/>
              <a:gd name="connsiteY86" fmla="*/ 72858 h 350130"/>
              <a:gd name="connsiteX87" fmla="*/ 1233 w 349576"/>
              <a:gd name="connsiteY87" fmla="*/ 77716 h 350130"/>
              <a:gd name="connsiteX88" fmla="*/ 2466 w 349576"/>
              <a:gd name="connsiteY88" fmla="*/ 83812 h 350130"/>
              <a:gd name="connsiteX89" fmla="*/ 40029 w 349576"/>
              <a:gd name="connsiteY89" fmla="*/ 102100 h 350130"/>
              <a:gd name="connsiteX90" fmla="*/ 334173 w 349576"/>
              <a:gd name="connsiteY90" fmla="*/ 28662 h 350130"/>
              <a:gd name="connsiteX91" fmla="*/ 334173 w 349576"/>
              <a:gd name="connsiteY91" fmla="*/ 116197 h 350130"/>
              <a:gd name="connsiteX92" fmla="*/ 290445 w 349576"/>
              <a:gd name="connsiteY92" fmla="*/ 116197 h 350130"/>
              <a:gd name="connsiteX93" fmla="*/ 290445 w 349576"/>
              <a:gd name="connsiteY93" fmla="*/ 109910 h 350130"/>
              <a:gd name="connsiteX94" fmla="*/ 290635 w 349576"/>
              <a:gd name="connsiteY94" fmla="*/ 108767 h 350130"/>
              <a:gd name="connsiteX95" fmla="*/ 290445 w 349576"/>
              <a:gd name="connsiteY95" fmla="*/ 107815 h 350130"/>
              <a:gd name="connsiteX96" fmla="*/ 290445 w 349576"/>
              <a:gd name="connsiteY96" fmla="*/ 45807 h 350130"/>
              <a:gd name="connsiteX97" fmla="*/ 291014 w 349576"/>
              <a:gd name="connsiteY97" fmla="*/ 44664 h 350130"/>
              <a:gd name="connsiteX98" fmla="*/ 290445 w 349576"/>
              <a:gd name="connsiteY98" fmla="*/ 38949 h 350130"/>
              <a:gd name="connsiteX99" fmla="*/ 290445 w 349576"/>
              <a:gd name="connsiteY99" fmla="*/ 28662 h 350130"/>
              <a:gd name="connsiteX100" fmla="*/ 334173 w 349576"/>
              <a:gd name="connsiteY100" fmla="*/ 28662 h 350130"/>
              <a:gd name="connsiteX101" fmla="*/ 82619 w 349576"/>
              <a:gd name="connsiteY101" fmla="*/ 48379 h 350130"/>
              <a:gd name="connsiteX102" fmla="*/ 239034 w 349576"/>
              <a:gd name="connsiteY102" fmla="*/ 34949 h 350130"/>
              <a:gd name="connsiteX103" fmla="*/ 276027 w 349576"/>
              <a:gd name="connsiteY103" fmla="*/ 47141 h 350130"/>
              <a:gd name="connsiteX104" fmla="*/ 276027 w 349576"/>
              <a:gd name="connsiteY104" fmla="*/ 101433 h 350130"/>
              <a:gd name="connsiteX105" fmla="*/ 239888 w 349576"/>
              <a:gd name="connsiteY105" fmla="*/ 101433 h 350130"/>
              <a:gd name="connsiteX106" fmla="*/ 180509 w 349576"/>
              <a:gd name="connsiteY106" fmla="*/ 74954 h 350130"/>
              <a:gd name="connsiteX107" fmla="*/ 174438 w 349576"/>
              <a:gd name="connsiteY107" fmla="*/ 72572 h 350130"/>
              <a:gd name="connsiteX108" fmla="*/ 130805 w 349576"/>
              <a:gd name="connsiteY108" fmla="*/ 72572 h 350130"/>
              <a:gd name="connsiteX109" fmla="*/ 122647 w 349576"/>
              <a:gd name="connsiteY109" fmla="*/ 69524 h 350130"/>
              <a:gd name="connsiteX110" fmla="*/ 122647 w 349576"/>
              <a:gd name="connsiteY110" fmla="*/ 69143 h 350130"/>
              <a:gd name="connsiteX111" fmla="*/ 121414 w 349576"/>
              <a:gd name="connsiteY111" fmla="*/ 67143 h 350130"/>
              <a:gd name="connsiteX112" fmla="*/ 121130 w 349576"/>
              <a:gd name="connsiteY112" fmla="*/ 65429 h 350130"/>
              <a:gd name="connsiteX113" fmla="*/ 130805 w 349576"/>
              <a:gd name="connsiteY113" fmla="*/ 58190 h 350130"/>
              <a:gd name="connsiteX114" fmla="*/ 210767 w 349576"/>
              <a:gd name="connsiteY114" fmla="*/ 58190 h 350130"/>
              <a:gd name="connsiteX115" fmla="*/ 218071 w 349576"/>
              <a:gd name="connsiteY115" fmla="*/ 50951 h 350130"/>
              <a:gd name="connsiteX116" fmla="*/ 210767 w 349576"/>
              <a:gd name="connsiteY116" fmla="*/ 43712 h 350130"/>
              <a:gd name="connsiteX117" fmla="*/ 130805 w 349576"/>
              <a:gd name="connsiteY117" fmla="*/ 43712 h 350130"/>
              <a:gd name="connsiteX118" fmla="*/ 106617 w 349576"/>
              <a:gd name="connsiteY118" fmla="*/ 65429 h 350130"/>
              <a:gd name="connsiteX119" fmla="*/ 106806 w 349576"/>
              <a:gd name="connsiteY119" fmla="*/ 67524 h 350130"/>
              <a:gd name="connsiteX120" fmla="*/ 49894 w 349576"/>
              <a:gd name="connsiteY120" fmla="*/ 86193 h 350130"/>
              <a:gd name="connsiteX121" fmla="*/ 20773 w 349576"/>
              <a:gd name="connsiteY121" fmla="*/ 80097 h 350130"/>
              <a:gd name="connsiteX122" fmla="*/ 82619 w 349576"/>
              <a:gd name="connsiteY122" fmla="*/ 48379 h 350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349576" h="350130">
                <a:moveTo>
                  <a:pt x="214467" y="126198"/>
                </a:moveTo>
                <a:cubicBezTo>
                  <a:pt x="202325" y="122579"/>
                  <a:pt x="191512" y="124960"/>
                  <a:pt x="182975" y="131056"/>
                </a:cubicBezTo>
                <a:cubicBezTo>
                  <a:pt x="175671" y="124960"/>
                  <a:pt x="163624" y="122483"/>
                  <a:pt x="152716" y="126198"/>
                </a:cubicBezTo>
                <a:cubicBezTo>
                  <a:pt x="140575" y="129818"/>
                  <a:pt x="126062" y="142010"/>
                  <a:pt x="126062" y="165155"/>
                </a:cubicBezTo>
                <a:cubicBezTo>
                  <a:pt x="127295" y="200493"/>
                  <a:pt x="178137" y="226115"/>
                  <a:pt x="180509" y="227258"/>
                </a:cubicBezTo>
                <a:cubicBezTo>
                  <a:pt x="181334" y="228084"/>
                  <a:pt x="182150" y="228497"/>
                  <a:pt x="182975" y="228497"/>
                </a:cubicBezTo>
                <a:cubicBezTo>
                  <a:pt x="184208" y="228497"/>
                  <a:pt x="185441" y="228497"/>
                  <a:pt x="186579" y="227258"/>
                </a:cubicBezTo>
                <a:cubicBezTo>
                  <a:pt x="189046" y="226020"/>
                  <a:pt x="239793" y="200493"/>
                  <a:pt x="239793" y="165155"/>
                </a:cubicBezTo>
                <a:cubicBezTo>
                  <a:pt x="239793" y="142010"/>
                  <a:pt x="226513" y="129818"/>
                  <a:pt x="214372" y="126198"/>
                </a:cubicBezTo>
                <a:close/>
                <a:moveTo>
                  <a:pt x="183070" y="212685"/>
                </a:moveTo>
                <a:cubicBezTo>
                  <a:pt x="169790" y="205351"/>
                  <a:pt x="141903" y="185920"/>
                  <a:pt x="140764" y="165155"/>
                </a:cubicBezTo>
                <a:cubicBezTo>
                  <a:pt x="140764" y="151725"/>
                  <a:pt x="146835" y="143248"/>
                  <a:pt x="157743" y="139533"/>
                </a:cubicBezTo>
                <a:lnTo>
                  <a:pt x="162581" y="139533"/>
                </a:lnTo>
                <a:cubicBezTo>
                  <a:pt x="168652" y="139533"/>
                  <a:pt x="174722" y="142010"/>
                  <a:pt x="177094" y="146867"/>
                </a:cubicBezTo>
                <a:cubicBezTo>
                  <a:pt x="178327" y="148106"/>
                  <a:pt x="180698" y="149344"/>
                  <a:pt x="183165" y="149344"/>
                </a:cubicBezTo>
                <a:cubicBezTo>
                  <a:pt x="185631" y="149344"/>
                  <a:pt x="188002" y="148106"/>
                  <a:pt x="189235" y="146867"/>
                </a:cubicBezTo>
                <a:cubicBezTo>
                  <a:pt x="194073" y="139533"/>
                  <a:pt x="201377" y="137152"/>
                  <a:pt x="209819" y="139533"/>
                </a:cubicBezTo>
                <a:cubicBezTo>
                  <a:pt x="220727" y="143153"/>
                  <a:pt x="225565" y="151725"/>
                  <a:pt x="225565" y="165155"/>
                </a:cubicBezTo>
                <a:cubicBezTo>
                  <a:pt x="225565" y="185825"/>
                  <a:pt x="197772" y="205351"/>
                  <a:pt x="183259" y="212685"/>
                </a:cubicBezTo>
                <a:close/>
                <a:moveTo>
                  <a:pt x="347927" y="266120"/>
                </a:moveTo>
                <a:cubicBezTo>
                  <a:pt x="330948" y="249071"/>
                  <a:pt x="315202" y="244213"/>
                  <a:pt x="296990" y="249071"/>
                </a:cubicBezTo>
                <a:cubicBezTo>
                  <a:pt x="296990" y="249071"/>
                  <a:pt x="296801" y="249071"/>
                  <a:pt x="237042" y="269168"/>
                </a:cubicBezTo>
                <a:cubicBezTo>
                  <a:pt x="232774" y="264882"/>
                  <a:pt x="226418" y="261929"/>
                  <a:pt x="217692" y="261929"/>
                </a:cubicBezTo>
                <a:lnTo>
                  <a:pt x="177758" y="261929"/>
                </a:lnTo>
                <a:cubicBezTo>
                  <a:pt x="166850" y="252214"/>
                  <a:pt x="142662" y="232688"/>
                  <a:pt x="108893" y="232688"/>
                </a:cubicBezTo>
                <a:lnTo>
                  <a:pt x="72848" y="232688"/>
                </a:lnTo>
                <a:lnTo>
                  <a:pt x="72848" y="226020"/>
                </a:lnTo>
                <a:cubicBezTo>
                  <a:pt x="72848" y="222401"/>
                  <a:pt x="70382" y="218686"/>
                  <a:pt x="65545" y="218686"/>
                </a:cubicBezTo>
                <a:lnTo>
                  <a:pt x="7304" y="218686"/>
                </a:lnTo>
                <a:cubicBezTo>
                  <a:pt x="3699" y="218686"/>
                  <a:pt x="0" y="222305"/>
                  <a:pt x="0" y="226020"/>
                </a:cubicBezTo>
                <a:lnTo>
                  <a:pt x="0" y="328128"/>
                </a:lnTo>
                <a:cubicBezTo>
                  <a:pt x="0" y="332986"/>
                  <a:pt x="3604" y="335462"/>
                  <a:pt x="7304" y="335462"/>
                </a:cubicBezTo>
                <a:lnTo>
                  <a:pt x="65545" y="335462"/>
                </a:lnTo>
                <a:cubicBezTo>
                  <a:pt x="70382" y="335462"/>
                  <a:pt x="72848" y="332986"/>
                  <a:pt x="72848" y="328128"/>
                </a:cubicBezTo>
                <a:lnTo>
                  <a:pt x="72848" y="317651"/>
                </a:lnTo>
                <a:cubicBezTo>
                  <a:pt x="84895" y="321556"/>
                  <a:pt x="95803" y="325556"/>
                  <a:pt x="106617" y="329462"/>
                </a:cubicBezTo>
                <a:cubicBezTo>
                  <a:pt x="144179" y="342892"/>
                  <a:pt x="165996" y="350131"/>
                  <a:pt x="185441" y="350131"/>
                </a:cubicBezTo>
                <a:cubicBezTo>
                  <a:pt x="208491" y="350131"/>
                  <a:pt x="229074" y="339177"/>
                  <a:pt x="273941" y="314793"/>
                </a:cubicBezTo>
                <a:cubicBezTo>
                  <a:pt x="293291" y="305078"/>
                  <a:pt x="316341" y="292886"/>
                  <a:pt x="345461" y="278217"/>
                </a:cubicBezTo>
                <a:cubicBezTo>
                  <a:pt x="347927" y="276979"/>
                  <a:pt x="349066" y="274598"/>
                  <a:pt x="349066" y="272121"/>
                </a:cubicBezTo>
                <a:cubicBezTo>
                  <a:pt x="350299" y="269645"/>
                  <a:pt x="349066" y="267263"/>
                  <a:pt x="347832" y="266025"/>
                </a:cubicBezTo>
                <a:close/>
                <a:moveTo>
                  <a:pt x="14702" y="320794"/>
                </a:moveTo>
                <a:lnTo>
                  <a:pt x="14702" y="233259"/>
                </a:lnTo>
                <a:lnTo>
                  <a:pt x="58431" y="233259"/>
                </a:lnTo>
                <a:lnTo>
                  <a:pt x="58431" y="239260"/>
                </a:lnTo>
                <a:cubicBezTo>
                  <a:pt x="58431" y="239260"/>
                  <a:pt x="58241" y="239736"/>
                  <a:pt x="58241" y="239927"/>
                </a:cubicBezTo>
                <a:cubicBezTo>
                  <a:pt x="58241" y="240212"/>
                  <a:pt x="58336" y="240498"/>
                  <a:pt x="58431" y="240784"/>
                </a:cubicBezTo>
                <a:lnTo>
                  <a:pt x="58431" y="320794"/>
                </a:lnTo>
                <a:lnTo>
                  <a:pt x="14702" y="320794"/>
                </a:lnTo>
                <a:close/>
                <a:moveTo>
                  <a:pt x="267965" y="302601"/>
                </a:moveTo>
                <a:cubicBezTo>
                  <a:pt x="216240" y="329398"/>
                  <a:pt x="163719" y="333462"/>
                  <a:pt x="110411" y="314793"/>
                </a:cubicBezTo>
                <a:cubicBezTo>
                  <a:pt x="99598" y="311555"/>
                  <a:pt x="87551" y="307173"/>
                  <a:pt x="73038" y="301934"/>
                </a:cubicBezTo>
                <a:lnTo>
                  <a:pt x="73038" y="247166"/>
                </a:lnTo>
                <a:lnTo>
                  <a:pt x="109083" y="247166"/>
                </a:lnTo>
                <a:cubicBezTo>
                  <a:pt x="139342" y="247166"/>
                  <a:pt x="162297" y="266692"/>
                  <a:pt x="169505" y="275169"/>
                </a:cubicBezTo>
                <a:cubicBezTo>
                  <a:pt x="170739" y="276407"/>
                  <a:pt x="173110" y="276407"/>
                  <a:pt x="174343" y="276407"/>
                </a:cubicBezTo>
                <a:lnTo>
                  <a:pt x="217881" y="276407"/>
                </a:lnTo>
                <a:cubicBezTo>
                  <a:pt x="226323" y="276407"/>
                  <a:pt x="228790" y="281265"/>
                  <a:pt x="228790" y="283742"/>
                </a:cubicBezTo>
                <a:cubicBezTo>
                  <a:pt x="228790" y="287361"/>
                  <a:pt x="226418" y="291076"/>
                  <a:pt x="217881" y="291076"/>
                </a:cubicBezTo>
                <a:lnTo>
                  <a:pt x="138109" y="291076"/>
                </a:lnTo>
                <a:cubicBezTo>
                  <a:pt x="134504" y="291076"/>
                  <a:pt x="130900" y="294695"/>
                  <a:pt x="130900" y="298410"/>
                </a:cubicBezTo>
                <a:cubicBezTo>
                  <a:pt x="130900" y="303268"/>
                  <a:pt x="134504" y="305744"/>
                  <a:pt x="138109" y="305744"/>
                </a:cubicBezTo>
                <a:lnTo>
                  <a:pt x="217881" y="305744"/>
                </a:lnTo>
                <a:cubicBezTo>
                  <a:pt x="234766" y="305744"/>
                  <a:pt x="243302" y="294791"/>
                  <a:pt x="243302" y="283837"/>
                </a:cubicBezTo>
                <a:cubicBezTo>
                  <a:pt x="243302" y="283646"/>
                  <a:pt x="243302" y="283456"/>
                  <a:pt x="243302" y="283265"/>
                </a:cubicBezTo>
                <a:cubicBezTo>
                  <a:pt x="250796" y="280694"/>
                  <a:pt x="266732" y="275264"/>
                  <a:pt x="300879" y="263644"/>
                </a:cubicBezTo>
                <a:cubicBezTo>
                  <a:pt x="310555" y="261167"/>
                  <a:pt x="319091" y="261167"/>
                  <a:pt x="330000" y="269740"/>
                </a:cubicBezTo>
                <a:cubicBezTo>
                  <a:pt x="304579" y="281932"/>
                  <a:pt x="283900" y="292886"/>
                  <a:pt x="268154" y="302601"/>
                </a:cubicBezTo>
                <a:close/>
                <a:moveTo>
                  <a:pt x="40124" y="102005"/>
                </a:moveTo>
                <a:cubicBezTo>
                  <a:pt x="43728" y="102005"/>
                  <a:pt x="48566" y="102005"/>
                  <a:pt x="53498" y="100766"/>
                </a:cubicBezTo>
                <a:cubicBezTo>
                  <a:pt x="53498" y="100766"/>
                  <a:pt x="53688" y="100766"/>
                  <a:pt x="112972" y="80478"/>
                </a:cubicBezTo>
                <a:cubicBezTo>
                  <a:pt x="117051" y="84383"/>
                  <a:pt x="123027" y="87050"/>
                  <a:pt x="130710" y="87050"/>
                </a:cubicBezTo>
                <a:lnTo>
                  <a:pt x="171877" y="87050"/>
                </a:lnTo>
                <a:cubicBezTo>
                  <a:pt x="182785" y="97909"/>
                  <a:pt x="206973" y="116006"/>
                  <a:pt x="239698" y="116006"/>
                </a:cubicBezTo>
                <a:lnTo>
                  <a:pt x="275838" y="116006"/>
                </a:lnTo>
                <a:lnTo>
                  <a:pt x="275838" y="123531"/>
                </a:lnTo>
                <a:cubicBezTo>
                  <a:pt x="275838" y="128389"/>
                  <a:pt x="279442" y="130865"/>
                  <a:pt x="283141" y="130865"/>
                </a:cubicBezTo>
                <a:lnTo>
                  <a:pt x="341382" y="130865"/>
                </a:lnTo>
                <a:cubicBezTo>
                  <a:pt x="346220" y="130865"/>
                  <a:pt x="348686" y="128389"/>
                  <a:pt x="348686" y="123531"/>
                </a:cubicBezTo>
                <a:lnTo>
                  <a:pt x="348686" y="21423"/>
                </a:lnTo>
                <a:cubicBezTo>
                  <a:pt x="348686" y="17804"/>
                  <a:pt x="346220" y="14089"/>
                  <a:pt x="341382" y="14089"/>
                </a:cubicBezTo>
                <a:lnTo>
                  <a:pt x="283141" y="14089"/>
                </a:lnTo>
                <a:cubicBezTo>
                  <a:pt x="279537" y="14089"/>
                  <a:pt x="275838" y="17708"/>
                  <a:pt x="275838" y="21423"/>
                </a:cubicBezTo>
                <a:lnTo>
                  <a:pt x="275838" y="31710"/>
                </a:lnTo>
                <a:cubicBezTo>
                  <a:pt x="264076" y="27900"/>
                  <a:pt x="253167" y="24090"/>
                  <a:pt x="243682" y="20375"/>
                </a:cubicBezTo>
                <a:cubicBezTo>
                  <a:pt x="158787" y="-8866"/>
                  <a:pt x="157649" y="-8866"/>
                  <a:pt x="76358" y="35044"/>
                </a:cubicBezTo>
                <a:cubicBezTo>
                  <a:pt x="57008" y="44759"/>
                  <a:pt x="33958" y="56951"/>
                  <a:pt x="4838" y="72858"/>
                </a:cubicBezTo>
                <a:cubicBezTo>
                  <a:pt x="2371" y="72858"/>
                  <a:pt x="1233" y="75335"/>
                  <a:pt x="1233" y="77716"/>
                </a:cubicBezTo>
                <a:cubicBezTo>
                  <a:pt x="0" y="80192"/>
                  <a:pt x="1233" y="82574"/>
                  <a:pt x="2466" y="83812"/>
                </a:cubicBezTo>
                <a:cubicBezTo>
                  <a:pt x="15841" y="97242"/>
                  <a:pt x="26749" y="102100"/>
                  <a:pt x="40029" y="102100"/>
                </a:cubicBezTo>
                <a:close/>
                <a:moveTo>
                  <a:pt x="334173" y="28662"/>
                </a:moveTo>
                <a:lnTo>
                  <a:pt x="334173" y="116197"/>
                </a:lnTo>
                <a:lnTo>
                  <a:pt x="290445" y="116197"/>
                </a:lnTo>
                <a:lnTo>
                  <a:pt x="290445" y="109910"/>
                </a:lnTo>
                <a:cubicBezTo>
                  <a:pt x="290445" y="109910"/>
                  <a:pt x="290635" y="109244"/>
                  <a:pt x="290635" y="108767"/>
                </a:cubicBezTo>
                <a:cubicBezTo>
                  <a:pt x="290635" y="108482"/>
                  <a:pt x="290540" y="108101"/>
                  <a:pt x="290445" y="107815"/>
                </a:cubicBezTo>
                <a:lnTo>
                  <a:pt x="290445" y="45807"/>
                </a:lnTo>
                <a:cubicBezTo>
                  <a:pt x="290445" y="45807"/>
                  <a:pt x="290920" y="45140"/>
                  <a:pt x="291014" y="44664"/>
                </a:cubicBezTo>
                <a:cubicBezTo>
                  <a:pt x="291584" y="42854"/>
                  <a:pt x="291299" y="40759"/>
                  <a:pt x="290445" y="38949"/>
                </a:cubicBezTo>
                <a:lnTo>
                  <a:pt x="290445" y="28662"/>
                </a:lnTo>
                <a:lnTo>
                  <a:pt x="334173" y="28662"/>
                </a:lnTo>
                <a:close/>
                <a:moveTo>
                  <a:pt x="82619" y="48379"/>
                </a:moveTo>
                <a:cubicBezTo>
                  <a:pt x="134343" y="20756"/>
                  <a:pt x="186484" y="16280"/>
                  <a:pt x="239034" y="34949"/>
                </a:cubicBezTo>
                <a:cubicBezTo>
                  <a:pt x="250511" y="38092"/>
                  <a:pt x="262179" y="42188"/>
                  <a:pt x="276027" y="47141"/>
                </a:cubicBezTo>
                <a:lnTo>
                  <a:pt x="276027" y="101433"/>
                </a:lnTo>
                <a:lnTo>
                  <a:pt x="239888" y="101433"/>
                </a:lnTo>
                <a:cubicBezTo>
                  <a:pt x="210862" y="101433"/>
                  <a:pt x="187812" y="83336"/>
                  <a:pt x="180509" y="74954"/>
                </a:cubicBezTo>
                <a:cubicBezTo>
                  <a:pt x="179275" y="73715"/>
                  <a:pt x="176904" y="72572"/>
                  <a:pt x="174438" y="72572"/>
                </a:cubicBezTo>
                <a:lnTo>
                  <a:pt x="130805" y="72572"/>
                </a:lnTo>
                <a:cubicBezTo>
                  <a:pt x="126536" y="72572"/>
                  <a:pt x="124070" y="71239"/>
                  <a:pt x="122647" y="69524"/>
                </a:cubicBezTo>
                <a:cubicBezTo>
                  <a:pt x="122647" y="69334"/>
                  <a:pt x="122647" y="69239"/>
                  <a:pt x="122647" y="69143"/>
                </a:cubicBezTo>
                <a:cubicBezTo>
                  <a:pt x="122363" y="68286"/>
                  <a:pt x="121983" y="67715"/>
                  <a:pt x="121414" y="67143"/>
                </a:cubicBezTo>
                <a:cubicBezTo>
                  <a:pt x="121319" y="66572"/>
                  <a:pt x="121130" y="66000"/>
                  <a:pt x="121130" y="65429"/>
                </a:cubicBezTo>
                <a:cubicBezTo>
                  <a:pt x="121130" y="63047"/>
                  <a:pt x="123596" y="58190"/>
                  <a:pt x="130805" y="58190"/>
                </a:cubicBezTo>
                <a:lnTo>
                  <a:pt x="210767" y="58190"/>
                </a:lnTo>
                <a:cubicBezTo>
                  <a:pt x="215605" y="58190"/>
                  <a:pt x="218071" y="55808"/>
                  <a:pt x="218071" y="50951"/>
                </a:cubicBezTo>
                <a:cubicBezTo>
                  <a:pt x="218071" y="47331"/>
                  <a:pt x="215605" y="43712"/>
                  <a:pt x="210767" y="43712"/>
                </a:cubicBezTo>
                <a:lnTo>
                  <a:pt x="130805" y="43712"/>
                </a:lnTo>
                <a:cubicBezTo>
                  <a:pt x="115059" y="43712"/>
                  <a:pt x="106617" y="54570"/>
                  <a:pt x="106617" y="65429"/>
                </a:cubicBezTo>
                <a:cubicBezTo>
                  <a:pt x="106617" y="66095"/>
                  <a:pt x="106712" y="66857"/>
                  <a:pt x="106806" y="67524"/>
                </a:cubicBezTo>
                <a:cubicBezTo>
                  <a:pt x="99598" y="69905"/>
                  <a:pt x="84041" y="75049"/>
                  <a:pt x="49894" y="86193"/>
                </a:cubicBezTo>
                <a:cubicBezTo>
                  <a:pt x="40218" y="88670"/>
                  <a:pt x="31681" y="88670"/>
                  <a:pt x="20773" y="80097"/>
                </a:cubicBezTo>
                <a:cubicBezTo>
                  <a:pt x="46194" y="67905"/>
                  <a:pt x="66873" y="56951"/>
                  <a:pt x="82619" y="4837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8" name="Graphic 116">
            <a:extLst>
              <a:ext uri="{FF2B5EF4-FFF2-40B4-BE49-F238E27FC236}">
                <a16:creationId xmlns:a16="http://schemas.microsoft.com/office/drawing/2014/main" id="{C2B5867C-5D98-BCE3-0BC3-52FE36455B68}"/>
              </a:ext>
            </a:extLst>
          </p:cNvPr>
          <p:cNvSpPr/>
          <p:nvPr/>
        </p:nvSpPr>
        <p:spPr>
          <a:xfrm>
            <a:off x="5485510" y="856657"/>
            <a:ext cx="473831" cy="395570"/>
          </a:xfrm>
          <a:custGeom>
            <a:avLst/>
            <a:gdLst>
              <a:gd name="connsiteX0" fmla="*/ 354377 w 354377"/>
              <a:gd name="connsiteY0" fmla="*/ 72866 h 295846"/>
              <a:gd name="connsiteX1" fmla="*/ 324878 w 354377"/>
              <a:gd name="connsiteY1" fmla="*/ 43243 h 295846"/>
              <a:gd name="connsiteX2" fmla="*/ 295378 w 354377"/>
              <a:gd name="connsiteY2" fmla="*/ 72866 h 295846"/>
              <a:gd name="connsiteX3" fmla="*/ 315487 w 354377"/>
              <a:gd name="connsiteY3" fmla="*/ 100774 h 295846"/>
              <a:gd name="connsiteX4" fmla="*/ 250606 w 354377"/>
              <a:gd name="connsiteY4" fmla="*/ 162878 h 295846"/>
              <a:gd name="connsiteX5" fmla="*/ 185726 w 354377"/>
              <a:gd name="connsiteY5" fmla="*/ 72866 h 295846"/>
              <a:gd name="connsiteX6" fmla="*/ 213992 w 354377"/>
              <a:gd name="connsiteY6" fmla="*/ 37052 h 295846"/>
              <a:gd name="connsiteX7" fmla="*/ 177094 w 354377"/>
              <a:gd name="connsiteY7" fmla="*/ 0 h 295846"/>
              <a:gd name="connsiteX8" fmla="*/ 140195 w 354377"/>
              <a:gd name="connsiteY8" fmla="*/ 37052 h 295846"/>
              <a:gd name="connsiteX9" fmla="*/ 168462 w 354377"/>
              <a:gd name="connsiteY9" fmla="*/ 72962 h 295846"/>
              <a:gd name="connsiteX10" fmla="*/ 103676 w 354377"/>
              <a:gd name="connsiteY10" fmla="*/ 162878 h 295846"/>
              <a:gd name="connsiteX11" fmla="*/ 38132 w 354377"/>
              <a:gd name="connsiteY11" fmla="*/ 99251 h 295846"/>
              <a:gd name="connsiteX12" fmla="*/ 59000 w 354377"/>
              <a:gd name="connsiteY12" fmla="*/ 71152 h 295846"/>
              <a:gd name="connsiteX13" fmla="*/ 29500 w 354377"/>
              <a:gd name="connsiteY13" fmla="*/ 41529 h 295846"/>
              <a:gd name="connsiteX14" fmla="*/ 0 w 354377"/>
              <a:gd name="connsiteY14" fmla="*/ 71152 h 295846"/>
              <a:gd name="connsiteX15" fmla="*/ 22481 w 354377"/>
              <a:gd name="connsiteY15" fmla="*/ 99727 h 295846"/>
              <a:gd name="connsiteX16" fmla="*/ 52170 w 354377"/>
              <a:gd name="connsiteY16" fmla="*/ 260414 h 295846"/>
              <a:gd name="connsiteX17" fmla="*/ 59569 w 354377"/>
              <a:gd name="connsiteY17" fmla="*/ 266605 h 295846"/>
              <a:gd name="connsiteX18" fmla="*/ 294809 w 354377"/>
              <a:gd name="connsiteY18" fmla="*/ 266605 h 295846"/>
              <a:gd name="connsiteX19" fmla="*/ 302207 w 354377"/>
              <a:gd name="connsiteY19" fmla="*/ 260414 h 295846"/>
              <a:gd name="connsiteX20" fmla="*/ 330569 w 354377"/>
              <a:gd name="connsiteY20" fmla="*/ 101822 h 295846"/>
              <a:gd name="connsiteX21" fmla="*/ 354377 w 354377"/>
              <a:gd name="connsiteY21" fmla="*/ 72866 h 295846"/>
              <a:gd name="connsiteX22" fmla="*/ 154993 w 354377"/>
              <a:gd name="connsiteY22" fmla="*/ 36957 h 295846"/>
              <a:gd name="connsiteX23" fmla="*/ 177189 w 354377"/>
              <a:gd name="connsiteY23" fmla="*/ 14669 h 295846"/>
              <a:gd name="connsiteX24" fmla="*/ 199385 w 354377"/>
              <a:gd name="connsiteY24" fmla="*/ 36957 h 295846"/>
              <a:gd name="connsiteX25" fmla="*/ 177853 w 354377"/>
              <a:gd name="connsiteY25" fmla="*/ 59150 h 295846"/>
              <a:gd name="connsiteX26" fmla="*/ 177284 w 354377"/>
              <a:gd name="connsiteY26" fmla="*/ 59055 h 295846"/>
              <a:gd name="connsiteX27" fmla="*/ 176620 w 354377"/>
              <a:gd name="connsiteY27" fmla="*/ 59150 h 295846"/>
              <a:gd name="connsiteX28" fmla="*/ 155088 w 354377"/>
              <a:gd name="connsiteY28" fmla="*/ 36957 h 295846"/>
              <a:gd name="connsiteX29" fmla="*/ 14703 w 354377"/>
              <a:gd name="connsiteY29" fmla="*/ 71152 h 295846"/>
              <a:gd name="connsiteX30" fmla="*/ 29405 w 354377"/>
              <a:gd name="connsiteY30" fmla="*/ 56388 h 295846"/>
              <a:gd name="connsiteX31" fmla="*/ 44107 w 354377"/>
              <a:gd name="connsiteY31" fmla="*/ 71152 h 295846"/>
              <a:gd name="connsiteX32" fmla="*/ 29405 w 354377"/>
              <a:gd name="connsiteY32" fmla="*/ 85916 h 295846"/>
              <a:gd name="connsiteX33" fmla="*/ 14703 w 354377"/>
              <a:gd name="connsiteY33" fmla="*/ 71152 h 295846"/>
              <a:gd name="connsiteX34" fmla="*/ 288643 w 354377"/>
              <a:gd name="connsiteY34" fmla="*/ 251746 h 295846"/>
              <a:gd name="connsiteX35" fmla="*/ 65639 w 354377"/>
              <a:gd name="connsiteY35" fmla="*/ 251746 h 295846"/>
              <a:gd name="connsiteX36" fmla="*/ 46005 w 354377"/>
              <a:gd name="connsiteY36" fmla="*/ 148018 h 295846"/>
              <a:gd name="connsiteX37" fmla="*/ 103581 w 354377"/>
              <a:gd name="connsiteY37" fmla="*/ 177641 h 295846"/>
              <a:gd name="connsiteX38" fmla="*/ 177094 w 354377"/>
              <a:gd name="connsiteY38" fmla="*/ 98584 h 295846"/>
              <a:gd name="connsiteX39" fmla="*/ 250606 w 354377"/>
              <a:gd name="connsiteY39" fmla="*/ 177641 h 295846"/>
              <a:gd name="connsiteX40" fmla="*/ 306950 w 354377"/>
              <a:gd name="connsiteY40" fmla="*/ 148018 h 295846"/>
              <a:gd name="connsiteX41" fmla="*/ 288548 w 354377"/>
              <a:gd name="connsiteY41" fmla="*/ 251746 h 295846"/>
              <a:gd name="connsiteX42" fmla="*/ 326206 w 354377"/>
              <a:gd name="connsiteY42" fmla="*/ 87439 h 295846"/>
              <a:gd name="connsiteX43" fmla="*/ 322791 w 354377"/>
              <a:gd name="connsiteY43" fmla="*/ 87439 h 295846"/>
              <a:gd name="connsiteX44" fmla="*/ 310175 w 354377"/>
              <a:gd name="connsiteY44" fmla="*/ 72866 h 295846"/>
              <a:gd name="connsiteX45" fmla="*/ 324878 w 354377"/>
              <a:gd name="connsiteY45" fmla="*/ 58103 h 295846"/>
              <a:gd name="connsiteX46" fmla="*/ 339580 w 354377"/>
              <a:gd name="connsiteY46" fmla="*/ 72866 h 295846"/>
              <a:gd name="connsiteX47" fmla="*/ 326206 w 354377"/>
              <a:gd name="connsiteY47" fmla="*/ 87535 h 295846"/>
              <a:gd name="connsiteX48" fmla="*/ 302113 w 354377"/>
              <a:gd name="connsiteY48" fmla="*/ 288322 h 295846"/>
              <a:gd name="connsiteX49" fmla="*/ 294809 w 354377"/>
              <a:gd name="connsiteY49" fmla="*/ 295847 h 295846"/>
              <a:gd name="connsiteX50" fmla="*/ 59664 w 354377"/>
              <a:gd name="connsiteY50" fmla="*/ 295847 h 295846"/>
              <a:gd name="connsiteX51" fmla="*/ 52360 w 354377"/>
              <a:gd name="connsiteY51" fmla="*/ 288322 h 295846"/>
              <a:gd name="connsiteX52" fmla="*/ 59664 w 354377"/>
              <a:gd name="connsiteY52" fmla="*/ 280797 h 295846"/>
              <a:gd name="connsiteX53" fmla="*/ 294809 w 354377"/>
              <a:gd name="connsiteY53" fmla="*/ 280797 h 295846"/>
              <a:gd name="connsiteX54" fmla="*/ 302113 w 354377"/>
              <a:gd name="connsiteY54" fmla="*/ 288322 h 295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54377" h="295846">
                <a:moveTo>
                  <a:pt x="354377" y="72866"/>
                </a:moveTo>
                <a:cubicBezTo>
                  <a:pt x="354377" y="56864"/>
                  <a:pt x="340908" y="43243"/>
                  <a:pt x="324878" y="43243"/>
                </a:cubicBezTo>
                <a:cubicBezTo>
                  <a:pt x="308847" y="43243"/>
                  <a:pt x="295378" y="56769"/>
                  <a:pt x="295378" y="72866"/>
                </a:cubicBezTo>
                <a:cubicBezTo>
                  <a:pt x="295378" y="85630"/>
                  <a:pt x="304010" y="96679"/>
                  <a:pt x="315487" y="100774"/>
                </a:cubicBezTo>
                <a:cubicBezTo>
                  <a:pt x="309511" y="118301"/>
                  <a:pt x="291963" y="162878"/>
                  <a:pt x="250606" y="162878"/>
                </a:cubicBezTo>
                <a:cubicBezTo>
                  <a:pt x="209250" y="162878"/>
                  <a:pt x="190279" y="95822"/>
                  <a:pt x="185726" y="72866"/>
                </a:cubicBezTo>
                <a:cubicBezTo>
                  <a:pt x="201566" y="68675"/>
                  <a:pt x="213992" y="53816"/>
                  <a:pt x="213992" y="37052"/>
                </a:cubicBezTo>
                <a:cubicBezTo>
                  <a:pt x="213992" y="16002"/>
                  <a:pt x="196729" y="0"/>
                  <a:pt x="177094" y="0"/>
                </a:cubicBezTo>
                <a:cubicBezTo>
                  <a:pt x="156131" y="0"/>
                  <a:pt x="140195" y="16097"/>
                  <a:pt x="140195" y="37052"/>
                </a:cubicBezTo>
                <a:cubicBezTo>
                  <a:pt x="140195" y="54007"/>
                  <a:pt x="151957" y="68961"/>
                  <a:pt x="168462" y="72962"/>
                </a:cubicBezTo>
                <a:cubicBezTo>
                  <a:pt x="163909" y="96012"/>
                  <a:pt x="146551" y="162878"/>
                  <a:pt x="103676" y="162878"/>
                </a:cubicBezTo>
                <a:cubicBezTo>
                  <a:pt x="60802" y="162878"/>
                  <a:pt x="43349" y="116967"/>
                  <a:pt x="38132" y="99251"/>
                </a:cubicBezTo>
                <a:cubicBezTo>
                  <a:pt x="49989" y="95441"/>
                  <a:pt x="59000" y="84201"/>
                  <a:pt x="59000" y="71152"/>
                </a:cubicBezTo>
                <a:cubicBezTo>
                  <a:pt x="59000" y="55150"/>
                  <a:pt x="45530" y="41529"/>
                  <a:pt x="29500" y="41529"/>
                </a:cubicBezTo>
                <a:cubicBezTo>
                  <a:pt x="13469" y="41529"/>
                  <a:pt x="0" y="55055"/>
                  <a:pt x="0" y="71152"/>
                </a:cubicBezTo>
                <a:cubicBezTo>
                  <a:pt x="0" y="84772"/>
                  <a:pt x="9770" y="96488"/>
                  <a:pt x="22481" y="99727"/>
                </a:cubicBezTo>
                <a:cubicBezTo>
                  <a:pt x="24473" y="110585"/>
                  <a:pt x="31018" y="145923"/>
                  <a:pt x="52170" y="260414"/>
                </a:cubicBezTo>
                <a:cubicBezTo>
                  <a:pt x="52170" y="264128"/>
                  <a:pt x="55869" y="266605"/>
                  <a:pt x="59569" y="266605"/>
                </a:cubicBezTo>
                <a:lnTo>
                  <a:pt x="294809" y="266605"/>
                </a:lnTo>
                <a:cubicBezTo>
                  <a:pt x="298508" y="266605"/>
                  <a:pt x="300974" y="264128"/>
                  <a:pt x="302207" y="260414"/>
                </a:cubicBezTo>
                <a:cubicBezTo>
                  <a:pt x="302207" y="260414"/>
                  <a:pt x="311664" y="207550"/>
                  <a:pt x="330569" y="101822"/>
                </a:cubicBezTo>
                <a:cubicBezTo>
                  <a:pt x="343943" y="99060"/>
                  <a:pt x="354377" y="86963"/>
                  <a:pt x="354377" y="72866"/>
                </a:cubicBezTo>
                <a:close/>
                <a:moveTo>
                  <a:pt x="154993" y="36957"/>
                </a:moveTo>
                <a:cubicBezTo>
                  <a:pt x="154993" y="24574"/>
                  <a:pt x="164858" y="14669"/>
                  <a:pt x="177189" y="14669"/>
                </a:cubicBezTo>
                <a:cubicBezTo>
                  <a:pt x="189520" y="14669"/>
                  <a:pt x="199385" y="24574"/>
                  <a:pt x="199385" y="36957"/>
                </a:cubicBezTo>
                <a:cubicBezTo>
                  <a:pt x="199385" y="49339"/>
                  <a:pt x="189804" y="58864"/>
                  <a:pt x="177853" y="59150"/>
                </a:cubicBezTo>
                <a:cubicBezTo>
                  <a:pt x="177663" y="59150"/>
                  <a:pt x="177473" y="59055"/>
                  <a:pt x="177284" y="59055"/>
                </a:cubicBezTo>
                <a:cubicBezTo>
                  <a:pt x="177094" y="59055"/>
                  <a:pt x="176904" y="59055"/>
                  <a:pt x="176620" y="59150"/>
                </a:cubicBezTo>
                <a:cubicBezTo>
                  <a:pt x="164573" y="58769"/>
                  <a:pt x="155088" y="49149"/>
                  <a:pt x="155088" y="36957"/>
                </a:cubicBezTo>
                <a:close/>
                <a:moveTo>
                  <a:pt x="14703" y="71152"/>
                </a:moveTo>
                <a:cubicBezTo>
                  <a:pt x="14703" y="62484"/>
                  <a:pt x="20868" y="56388"/>
                  <a:pt x="29405" y="56388"/>
                </a:cubicBezTo>
                <a:cubicBezTo>
                  <a:pt x="36804" y="56388"/>
                  <a:pt x="44107" y="62579"/>
                  <a:pt x="44107" y="71152"/>
                </a:cubicBezTo>
                <a:cubicBezTo>
                  <a:pt x="44107" y="78581"/>
                  <a:pt x="36709" y="85916"/>
                  <a:pt x="29405" y="85916"/>
                </a:cubicBezTo>
                <a:cubicBezTo>
                  <a:pt x="20773" y="85916"/>
                  <a:pt x="14703" y="78486"/>
                  <a:pt x="14703" y="71152"/>
                </a:cubicBezTo>
                <a:close/>
                <a:moveTo>
                  <a:pt x="288643" y="251746"/>
                </a:moveTo>
                <a:lnTo>
                  <a:pt x="65639" y="251746"/>
                </a:lnTo>
                <a:lnTo>
                  <a:pt x="46005" y="148018"/>
                </a:lnTo>
                <a:cubicBezTo>
                  <a:pt x="59474" y="164116"/>
                  <a:pt x="77876" y="177641"/>
                  <a:pt x="103581" y="177641"/>
                </a:cubicBezTo>
                <a:cubicBezTo>
                  <a:pt x="145223" y="177641"/>
                  <a:pt x="167324" y="131921"/>
                  <a:pt x="177094" y="98584"/>
                </a:cubicBezTo>
                <a:cubicBezTo>
                  <a:pt x="186864" y="131921"/>
                  <a:pt x="207732" y="177641"/>
                  <a:pt x="250606" y="177641"/>
                </a:cubicBezTo>
                <a:cubicBezTo>
                  <a:pt x="276312" y="177641"/>
                  <a:pt x="294714" y="164020"/>
                  <a:pt x="306950" y="148018"/>
                </a:cubicBezTo>
                <a:lnTo>
                  <a:pt x="288548" y="251746"/>
                </a:lnTo>
                <a:close/>
                <a:moveTo>
                  <a:pt x="326206" y="87439"/>
                </a:moveTo>
                <a:cubicBezTo>
                  <a:pt x="324972" y="87154"/>
                  <a:pt x="323834" y="87154"/>
                  <a:pt x="322791" y="87439"/>
                </a:cubicBezTo>
                <a:cubicBezTo>
                  <a:pt x="315297" y="86392"/>
                  <a:pt x="310175" y="79629"/>
                  <a:pt x="310175" y="72866"/>
                </a:cubicBezTo>
                <a:cubicBezTo>
                  <a:pt x="310175" y="64199"/>
                  <a:pt x="316341" y="58103"/>
                  <a:pt x="324878" y="58103"/>
                </a:cubicBezTo>
                <a:cubicBezTo>
                  <a:pt x="332276" y="58103"/>
                  <a:pt x="339580" y="64294"/>
                  <a:pt x="339580" y="72866"/>
                </a:cubicBezTo>
                <a:cubicBezTo>
                  <a:pt x="339580" y="79820"/>
                  <a:pt x="333130" y="86678"/>
                  <a:pt x="326206" y="87535"/>
                </a:cubicBezTo>
                <a:close/>
                <a:moveTo>
                  <a:pt x="302113" y="288322"/>
                </a:moveTo>
                <a:cubicBezTo>
                  <a:pt x="302113" y="292037"/>
                  <a:pt x="298413" y="295847"/>
                  <a:pt x="294809" y="295847"/>
                </a:cubicBezTo>
                <a:lnTo>
                  <a:pt x="59664" y="295847"/>
                </a:lnTo>
                <a:cubicBezTo>
                  <a:pt x="55964" y="295847"/>
                  <a:pt x="52360" y="292132"/>
                  <a:pt x="52360" y="288322"/>
                </a:cubicBezTo>
                <a:cubicBezTo>
                  <a:pt x="52360" y="284512"/>
                  <a:pt x="56059" y="280797"/>
                  <a:pt x="59664" y="280797"/>
                </a:cubicBezTo>
                <a:lnTo>
                  <a:pt x="294809" y="280797"/>
                </a:lnTo>
                <a:cubicBezTo>
                  <a:pt x="298508" y="280797"/>
                  <a:pt x="302113" y="284512"/>
                  <a:pt x="302113" y="28832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9" name="Graphic 116">
            <a:extLst>
              <a:ext uri="{FF2B5EF4-FFF2-40B4-BE49-F238E27FC236}">
                <a16:creationId xmlns:a16="http://schemas.microsoft.com/office/drawing/2014/main" id="{A07C7F4F-7A1F-17D9-95A9-D32828F2369B}"/>
              </a:ext>
            </a:extLst>
          </p:cNvPr>
          <p:cNvSpPr/>
          <p:nvPr/>
        </p:nvSpPr>
        <p:spPr>
          <a:xfrm>
            <a:off x="6250685" y="856657"/>
            <a:ext cx="473831" cy="395570"/>
          </a:xfrm>
          <a:custGeom>
            <a:avLst/>
            <a:gdLst>
              <a:gd name="connsiteX0" fmla="*/ 354377 w 354377"/>
              <a:gd name="connsiteY0" fmla="*/ 72866 h 295846"/>
              <a:gd name="connsiteX1" fmla="*/ 324878 w 354377"/>
              <a:gd name="connsiteY1" fmla="*/ 43243 h 295846"/>
              <a:gd name="connsiteX2" fmla="*/ 295378 w 354377"/>
              <a:gd name="connsiteY2" fmla="*/ 72866 h 295846"/>
              <a:gd name="connsiteX3" fmla="*/ 315487 w 354377"/>
              <a:gd name="connsiteY3" fmla="*/ 100774 h 295846"/>
              <a:gd name="connsiteX4" fmla="*/ 250606 w 354377"/>
              <a:gd name="connsiteY4" fmla="*/ 162878 h 295846"/>
              <a:gd name="connsiteX5" fmla="*/ 185726 w 354377"/>
              <a:gd name="connsiteY5" fmla="*/ 72866 h 295846"/>
              <a:gd name="connsiteX6" fmla="*/ 213992 w 354377"/>
              <a:gd name="connsiteY6" fmla="*/ 37052 h 295846"/>
              <a:gd name="connsiteX7" fmla="*/ 177094 w 354377"/>
              <a:gd name="connsiteY7" fmla="*/ 0 h 295846"/>
              <a:gd name="connsiteX8" fmla="*/ 140195 w 354377"/>
              <a:gd name="connsiteY8" fmla="*/ 37052 h 295846"/>
              <a:gd name="connsiteX9" fmla="*/ 168462 w 354377"/>
              <a:gd name="connsiteY9" fmla="*/ 72962 h 295846"/>
              <a:gd name="connsiteX10" fmla="*/ 103676 w 354377"/>
              <a:gd name="connsiteY10" fmla="*/ 162878 h 295846"/>
              <a:gd name="connsiteX11" fmla="*/ 38132 w 354377"/>
              <a:gd name="connsiteY11" fmla="*/ 99251 h 295846"/>
              <a:gd name="connsiteX12" fmla="*/ 59000 w 354377"/>
              <a:gd name="connsiteY12" fmla="*/ 71152 h 295846"/>
              <a:gd name="connsiteX13" fmla="*/ 29500 w 354377"/>
              <a:gd name="connsiteY13" fmla="*/ 41529 h 295846"/>
              <a:gd name="connsiteX14" fmla="*/ 0 w 354377"/>
              <a:gd name="connsiteY14" fmla="*/ 71152 h 295846"/>
              <a:gd name="connsiteX15" fmla="*/ 22481 w 354377"/>
              <a:gd name="connsiteY15" fmla="*/ 99727 h 295846"/>
              <a:gd name="connsiteX16" fmla="*/ 52170 w 354377"/>
              <a:gd name="connsiteY16" fmla="*/ 260414 h 295846"/>
              <a:gd name="connsiteX17" fmla="*/ 59569 w 354377"/>
              <a:gd name="connsiteY17" fmla="*/ 266605 h 295846"/>
              <a:gd name="connsiteX18" fmla="*/ 294809 w 354377"/>
              <a:gd name="connsiteY18" fmla="*/ 266605 h 295846"/>
              <a:gd name="connsiteX19" fmla="*/ 302207 w 354377"/>
              <a:gd name="connsiteY19" fmla="*/ 260414 h 295846"/>
              <a:gd name="connsiteX20" fmla="*/ 330569 w 354377"/>
              <a:gd name="connsiteY20" fmla="*/ 101822 h 295846"/>
              <a:gd name="connsiteX21" fmla="*/ 354377 w 354377"/>
              <a:gd name="connsiteY21" fmla="*/ 72866 h 295846"/>
              <a:gd name="connsiteX22" fmla="*/ 154993 w 354377"/>
              <a:gd name="connsiteY22" fmla="*/ 36957 h 295846"/>
              <a:gd name="connsiteX23" fmla="*/ 177189 w 354377"/>
              <a:gd name="connsiteY23" fmla="*/ 14669 h 295846"/>
              <a:gd name="connsiteX24" fmla="*/ 199385 w 354377"/>
              <a:gd name="connsiteY24" fmla="*/ 36957 h 295846"/>
              <a:gd name="connsiteX25" fmla="*/ 177853 w 354377"/>
              <a:gd name="connsiteY25" fmla="*/ 59150 h 295846"/>
              <a:gd name="connsiteX26" fmla="*/ 177284 w 354377"/>
              <a:gd name="connsiteY26" fmla="*/ 59055 h 295846"/>
              <a:gd name="connsiteX27" fmla="*/ 176620 w 354377"/>
              <a:gd name="connsiteY27" fmla="*/ 59150 h 295846"/>
              <a:gd name="connsiteX28" fmla="*/ 155088 w 354377"/>
              <a:gd name="connsiteY28" fmla="*/ 36957 h 295846"/>
              <a:gd name="connsiteX29" fmla="*/ 14703 w 354377"/>
              <a:gd name="connsiteY29" fmla="*/ 71152 h 295846"/>
              <a:gd name="connsiteX30" fmla="*/ 29405 w 354377"/>
              <a:gd name="connsiteY30" fmla="*/ 56388 h 295846"/>
              <a:gd name="connsiteX31" fmla="*/ 44107 w 354377"/>
              <a:gd name="connsiteY31" fmla="*/ 71152 h 295846"/>
              <a:gd name="connsiteX32" fmla="*/ 29405 w 354377"/>
              <a:gd name="connsiteY32" fmla="*/ 85916 h 295846"/>
              <a:gd name="connsiteX33" fmla="*/ 14703 w 354377"/>
              <a:gd name="connsiteY33" fmla="*/ 71152 h 295846"/>
              <a:gd name="connsiteX34" fmla="*/ 288643 w 354377"/>
              <a:gd name="connsiteY34" fmla="*/ 251746 h 295846"/>
              <a:gd name="connsiteX35" fmla="*/ 65639 w 354377"/>
              <a:gd name="connsiteY35" fmla="*/ 251746 h 295846"/>
              <a:gd name="connsiteX36" fmla="*/ 46005 w 354377"/>
              <a:gd name="connsiteY36" fmla="*/ 148018 h 295846"/>
              <a:gd name="connsiteX37" fmla="*/ 103581 w 354377"/>
              <a:gd name="connsiteY37" fmla="*/ 177641 h 295846"/>
              <a:gd name="connsiteX38" fmla="*/ 177094 w 354377"/>
              <a:gd name="connsiteY38" fmla="*/ 98584 h 295846"/>
              <a:gd name="connsiteX39" fmla="*/ 250606 w 354377"/>
              <a:gd name="connsiteY39" fmla="*/ 177641 h 295846"/>
              <a:gd name="connsiteX40" fmla="*/ 306950 w 354377"/>
              <a:gd name="connsiteY40" fmla="*/ 148018 h 295846"/>
              <a:gd name="connsiteX41" fmla="*/ 288548 w 354377"/>
              <a:gd name="connsiteY41" fmla="*/ 251746 h 295846"/>
              <a:gd name="connsiteX42" fmla="*/ 326206 w 354377"/>
              <a:gd name="connsiteY42" fmla="*/ 87439 h 295846"/>
              <a:gd name="connsiteX43" fmla="*/ 322791 w 354377"/>
              <a:gd name="connsiteY43" fmla="*/ 87439 h 295846"/>
              <a:gd name="connsiteX44" fmla="*/ 310175 w 354377"/>
              <a:gd name="connsiteY44" fmla="*/ 72866 h 295846"/>
              <a:gd name="connsiteX45" fmla="*/ 324878 w 354377"/>
              <a:gd name="connsiteY45" fmla="*/ 58103 h 295846"/>
              <a:gd name="connsiteX46" fmla="*/ 339580 w 354377"/>
              <a:gd name="connsiteY46" fmla="*/ 72866 h 295846"/>
              <a:gd name="connsiteX47" fmla="*/ 326206 w 354377"/>
              <a:gd name="connsiteY47" fmla="*/ 87535 h 295846"/>
              <a:gd name="connsiteX48" fmla="*/ 302113 w 354377"/>
              <a:gd name="connsiteY48" fmla="*/ 288322 h 295846"/>
              <a:gd name="connsiteX49" fmla="*/ 294809 w 354377"/>
              <a:gd name="connsiteY49" fmla="*/ 295847 h 295846"/>
              <a:gd name="connsiteX50" fmla="*/ 59664 w 354377"/>
              <a:gd name="connsiteY50" fmla="*/ 295847 h 295846"/>
              <a:gd name="connsiteX51" fmla="*/ 52360 w 354377"/>
              <a:gd name="connsiteY51" fmla="*/ 288322 h 295846"/>
              <a:gd name="connsiteX52" fmla="*/ 59664 w 354377"/>
              <a:gd name="connsiteY52" fmla="*/ 280797 h 295846"/>
              <a:gd name="connsiteX53" fmla="*/ 294809 w 354377"/>
              <a:gd name="connsiteY53" fmla="*/ 280797 h 295846"/>
              <a:gd name="connsiteX54" fmla="*/ 302113 w 354377"/>
              <a:gd name="connsiteY54" fmla="*/ 288322 h 295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54377" h="295846">
                <a:moveTo>
                  <a:pt x="354377" y="72866"/>
                </a:moveTo>
                <a:cubicBezTo>
                  <a:pt x="354377" y="56864"/>
                  <a:pt x="340908" y="43243"/>
                  <a:pt x="324878" y="43243"/>
                </a:cubicBezTo>
                <a:cubicBezTo>
                  <a:pt x="308847" y="43243"/>
                  <a:pt x="295378" y="56769"/>
                  <a:pt x="295378" y="72866"/>
                </a:cubicBezTo>
                <a:cubicBezTo>
                  <a:pt x="295378" y="85630"/>
                  <a:pt x="304010" y="96679"/>
                  <a:pt x="315487" y="100774"/>
                </a:cubicBezTo>
                <a:cubicBezTo>
                  <a:pt x="309511" y="118301"/>
                  <a:pt x="291963" y="162878"/>
                  <a:pt x="250606" y="162878"/>
                </a:cubicBezTo>
                <a:cubicBezTo>
                  <a:pt x="209250" y="162878"/>
                  <a:pt x="190279" y="95822"/>
                  <a:pt x="185726" y="72866"/>
                </a:cubicBezTo>
                <a:cubicBezTo>
                  <a:pt x="201566" y="68675"/>
                  <a:pt x="213992" y="53816"/>
                  <a:pt x="213992" y="37052"/>
                </a:cubicBezTo>
                <a:cubicBezTo>
                  <a:pt x="213992" y="16002"/>
                  <a:pt x="196729" y="0"/>
                  <a:pt x="177094" y="0"/>
                </a:cubicBezTo>
                <a:cubicBezTo>
                  <a:pt x="156131" y="0"/>
                  <a:pt x="140195" y="16097"/>
                  <a:pt x="140195" y="37052"/>
                </a:cubicBezTo>
                <a:cubicBezTo>
                  <a:pt x="140195" y="54007"/>
                  <a:pt x="151957" y="68961"/>
                  <a:pt x="168462" y="72962"/>
                </a:cubicBezTo>
                <a:cubicBezTo>
                  <a:pt x="163909" y="96012"/>
                  <a:pt x="146551" y="162878"/>
                  <a:pt x="103676" y="162878"/>
                </a:cubicBezTo>
                <a:cubicBezTo>
                  <a:pt x="60802" y="162878"/>
                  <a:pt x="43349" y="116967"/>
                  <a:pt x="38132" y="99251"/>
                </a:cubicBezTo>
                <a:cubicBezTo>
                  <a:pt x="49989" y="95441"/>
                  <a:pt x="59000" y="84201"/>
                  <a:pt x="59000" y="71152"/>
                </a:cubicBezTo>
                <a:cubicBezTo>
                  <a:pt x="59000" y="55150"/>
                  <a:pt x="45530" y="41529"/>
                  <a:pt x="29500" y="41529"/>
                </a:cubicBezTo>
                <a:cubicBezTo>
                  <a:pt x="13469" y="41529"/>
                  <a:pt x="0" y="55055"/>
                  <a:pt x="0" y="71152"/>
                </a:cubicBezTo>
                <a:cubicBezTo>
                  <a:pt x="0" y="84772"/>
                  <a:pt x="9770" y="96488"/>
                  <a:pt x="22481" y="99727"/>
                </a:cubicBezTo>
                <a:cubicBezTo>
                  <a:pt x="24473" y="110585"/>
                  <a:pt x="31018" y="145923"/>
                  <a:pt x="52170" y="260414"/>
                </a:cubicBezTo>
                <a:cubicBezTo>
                  <a:pt x="52170" y="264128"/>
                  <a:pt x="55869" y="266605"/>
                  <a:pt x="59569" y="266605"/>
                </a:cubicBezTo>
                <a:lnTo>
                  <a:pt x="294809" y="266605"/>
                </a:lnTo>
                <a:cubicBezTo>
                  <a:pt x="298508" y="266605"/>
                  <a:pt x="300974" y="264128"/>
                  <a:pt x="302207" y="260414"/>
                </a:cubicBezTo>
                <a:cubicBezTo>
                  <a:pt x="302207" y="260414"/>
                  <a:pt x="311664" y="207550"/>
                  <a:pt x="330569" y="101822"/>
                </a:cubicBezTo>
                <a:cubicBezTo>
                  <a:pt x="343943" y="99060"/>
                  <a:pt x="354377" y="86963"/>
                  <a:pt x="354377" y="72866"/>
                </a:cubicBezTo>
                <a:close/>
                <a:moveTo>
                  <a:pt x="154993" y="36957"/>
                </a:moveTo>
                <a:cubicBezTo>
                  <a:pt x="154993" y="24574"/>
                  <a:pt x="164858" y="14669"/>
                  <a:pt x="177189" y="14669"/>
                </a:cubicBezTo>
                <a:cubicBezTo>
                  <a:pt x="189520" y="14669"/>
                  <a:pt x="199385" y="24574"/>
                  <a:pt x="199385" y="36957"/>
                </a:cubicBezTo>
                <a:cubicBezTo>
                  <a:pt x="199385" y="49339"/>
                  <a:pt x="189804" y="58864"/>
                  <a:pt x="177853" y="59150"/>
                </a:cubicBezTo>
                <a:cubicBezTo>
                  <a:pt x="177663" y="59150"/>
                  <a:pt x="177473" y="59055"/>
                  <a:pt x="177284" y="59055"/>
                </a:cubicBezTo>
                <a:cubicBezTo>
                  <a:pt x="177094" y="59055"/>
                  <a:pt x="176904" y="59055"/>
                  <a:pt x="176620" y="59150"/>
                </a:cubicBezTo>
                <a:cubicBezTo>
                  <a:pt x="164573" y="58769"/>
                  <a:pt x="155088" y="49149"/>
                  <a:pt x="155088" y="36957"/>
                </a:cubicBezTo>
                <a:close/>
                <a:moveTo>
                  <a:pt x="14703" y="71152"/>
                </a:moveTo>
                <a:cubicBezTo>
                  <a:pt x="14703" y="62484"/>
                  <a:pt x="20868" y="56388"/>
                  <a:pt x="29405" y="56388"/>
                </a:cubicBezTo>
                <a:cubicBezTo>
                  <a:pt x="36804" y="56388"/>
                  <a:pt x="44107" y="62579"/>
                  <a:pt x="44107" y="71152"/>
                </a:cubicBezTo>
                <a:cubicBezTo>
                  <a:pt x="44107" y="78581"/>
                  <a:pt x="36709" y="85916"/>
                  <a:pt x="29405" y="85916"/>
                </a:cubicBezTo>
                <a:cubicBezTo>
                  <a:pt x="20773" y="85916"/>
                  <a:pt x="14703" y="78486"/>
                  <a:pt x="14703" y="71152"/>
                </a:cubicBezTo>
                <a:close/>
                <a:moveTo>
                  <a:pt x="288643" y="251746"/>
                </a:moveTo>
                <a:lnTo>
                  <a:pt x="65639" y="251746"/>
                </a:lnTo>
                <a:lnTo>
                  <a:pt x="46005" y="148018"/>
                </a:lnTo>
                <a:cubicBezTo>
                  <a:pt x="59474" y="164116"/>
                  <a:pt x="77876" y="177641"/>
                  <a:pt x="103581" y="177641"/>
                </a:cubicBezTo>
                <a:cubicBezTo>
                  <a:pt x="145223" y="177641"/>
                  <a:pt x="167324" y="131921"/>
                  <a:pt x="177094" y="98584"/>
                </a:cubicBezTo>
                <a:cubicBezTo>
                  <a:pt x="186864" y="131921"/>
                  <a:pt x="207732" y="177641"/>
                  <a:pt x="250606" y="177641"/>
                </a:cubicBezTo>
                <a:cubicBezTo>
                  <a:pt x="276312" y="177641"/>
                  <a:pt x="294714" y="164020"/>
                  <a:pt x="306950" y="148018"/>
                </a:cubicBezTo>
                <a:lnTo>
                  <a:pt x="288548" y="251746"/>
                </a:lnTo>
                <a:close/>
                <a:moveTo>
                  <a:pt x="326206" y="87439"/>
                </a:moveTo>
                <a:cubicBezTo>
                  <a:pt x="324972" y="87154"/>
                  <a:pt x="323834" y="87154"/>
                  <a:pt x="322791" y="87439"/>
                </a:cubicBezTo>
                <a:cubicBezTo>
                  <a:pt x="315297" y="86392"/>
                  <a:pt x="310175" y="79629"/>
                  <a:pt x="310175" y="72866"/>
                </a:cubicBezTo>
                <a:cubicBezTo>
                  <a:pt x="310175" y="64199"/>
                  <a:pt x="316341" y="58103"/>
                  <a:pt x="324878" y="58103"/>
                </a:cubicBezTo>
                <a:cubicBezTo>
                  <a:pt x="332276" y="58103"/>
                  <a:pt x="339580" y="64294"/>
                  <a:pt x="339580" y="72866"/>
                </a:cubicBezTo>
                <a:cubicBezTo>
                  <a:pt x="339580" y="79820"/>
                  <a:pt x="333130" y="86678"/>
                  <a:pt x="326206" y="87535"/>
                </a:cubicBezTo>
                <a:close/>
                <a:moveTo>
                  <a:pt x="302113" y="288322"/>
                </a:moveTo>
                <a:cubicBezTo>
                  <a:pt x="302113" y="292037"/>
                  <a:pt x="298413" y="295847"/>
                  <a:pt x="294809" y="295847"/>
                </a:cubicBezTo>
                <a:lnTo>
                  <a:pt x="59664" y="295847"/>
                </a:lnTo>
                <a:cubicBezTo>
                  <a:pt x="55964" y="295847"/>
                  <a:pt x="52360" y="292132"/>
                  <a:pt x="52360" y="288322"/>
                </a:cubicBezTo>
                <a:cubicBezTo>
                  <a:pt x="52360" y="284512"/>
                  <a:pt x="56059" y="280797"/>
                  <a:pt x="59664" y="280797"/>
                </a:cubicBezTo>
                <a:lnTo>
                  <a:pt x="294809" y="280797"/>
                </a:lnTo>
                <a:cubicBezTo>
                  <a:pt x="298508" y="280797"/>
                  <a:pt x="302113" y="284512"/>
                  <a:pt x="302113" y="28832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0" name="Graphic 116">
            <a:extLst>
              <a:ext uri="{FF2B5EF4-FFF2-40B4-BE49-F238E27FC236}">
                <a16:creationId xmlns:a16="http://schemas.microsoft.com/office/drawing/2014/main" id="{8EF5164D-596F-DA5F-1318-26CFFF9FBBBF}"/>
              </a:ext>
            </a:extLst>
          </p:cNvPr>
          <p:cNvSpPr/>
          <p:nvPr/>
        </p:nvSpPr>
        <p:spPr>
          <a:xfrm>
            <a:off x="5485510" y="1513882"/>
            <a:ext cx="473831" cy="395570"/>
          </a:xfrm>
          <a:custGeom>
            <a:avLst/>
            <a:gdLst>
              <a:gd name="connsiteX0" fmla="*/ 354377 w 354377"/>
              <a:gd name="connsiteY0" fmla="*/ 72866 h 295846"/>
              <a:gd name="connsiteX1" fmla="*/ 324878 w 354377"/>
              <a:gd name="connsiteY1" fmla="*/ 43243 h 295846"/>
              <a:gd name="connsiteX2" fmla="*/ 295378 w 354377"/>
              <a:gd name="connsiteY2" fmla="*/ 72866 h 295846"/>
              <a:gd name="connsiteX3" fmla="*/ 315487 w 354377"/>
              <a:gd name="connsiteY3" fmla="*/ 100774 h 295846"/>
              <a:gd name="connsiteX4" fmla="*/ 250606 w 354377"/>
              <a:gd name="connsiteY4" fmla="*/ 162878 h 295846"/>
              <a:gd name="connsiteX5" fmla="*/ 185726 w 354377"/>
              <a:gd name="connsiteY5" fmla="*/ 72866 h 295846"/>
              <a:gd name="connsiteX6" fmla="*/ 213992 w 354377"/>
              <a:gd name="connsiteY6" fmla="*/ 37052 h 295846"/>
              <a:gd name="connsiteX7" fmla="*/ 177094 w 354377"/>
              <a:gd name="connsiteY7" fmla="*/ 0 h 295846"/>
              <a:gd name="connsiteX8" fmla="*/ 140195 w 354377"/>
              <a:gd name="connsiteY8" fmla="*/ 37052 h 295846"/>
              <a:gd name="connsiteX9" fmla="*/ 168462 w 354377"/>
              <a:gd name="connsiteY9" fmla="*/ 72962 h 295846"/>
              <a:gd name="connsiteX10" fmla="*/ 103676 w 354377"/>
              <a:gd name="connsiteY10" fmla="*/ 162878 h 295846"/>
              <a:gd name="connsiteX11" fmla="*/ 38132 w 354377"/>
              <a:gd name="connsiteY11" fmla="*/ 99251 h 295846"/>
              <a:gd name="connsiteX12" fmla="*/ 59000 w 354377"/>
              <a:gd name="connsiteY12" fmla="*/ 71152 h 295846"/>
              <a:gd name="connsiteX13" fmla="*/ 29500 w 354377"/>
              <a:gd name="connsiteY13" fmla="*/ 41529 h 295846"/>
              <a:gd name="connsiteX14" fmla="*/ 0 w 354377"/>
              <a:gd name="connsiteY14" fmla="*/ 71152 h 295846"/>
              <a:gd name="connsiteX15" fmla="*/ 22481 w 354377"/>
              <a:gd name="connsiteY15" fmla="*/ 99727 h 295846"/>
              <a:gd name="connsiteX16" fmla="*/ 52170 w 354377"/>
              <a:gd name="connsiteY16" fmla="*/ 260414 h 295846"/>
              <a:gd name="connsiteX17" fmla="*/ 59569 w 354377"/>
              <a:gd name="connsiteY17" fmla="*/ 266605 h 295846"/>
              <a:gd name="connsiteX18" fmla="*/ 294809 w 354377"/>
              <a:gd name="connsiteY18" fmla="*/ 266605 h 295846"/>
              <a:gd name="connsiteX19" fmla="*/ 302207 w 354377"/>
              <a:gd name="connsiteY19" fmla="*/ 260414 h 295846"/>
              <a:gd name="connsiteX20" fmla="*/ 330569 w 354377"/>
              <a:gd name="connsiteY20" fmla="*/ 101822 h 295846"/>
              <a:gd name="connsiteX21" fmla="*/ 354377 w 354377"/>
              <a:gd name="connsiteY21" fmla="*/ 72866 h 295846"/>
              <a:gd name="connsiteX22" fmla="*/ 154993 w 354377"/>
              <a:gd name="connsiteY22" fmla="*/ 36957 h 295846"/>
              <a:gd name="connsiteX23" fmla="*/ 177189 w 354377"/>
              <a:gd name="connsiteY23" fmla="*/ 14669 h 295846"/>
              <a:gd name="connsiteX24" fmla="*/ 199385 w 354377"/>
              <a:gd name="connsiteY24" fmla="*/ 36957 h 295846"/>
              <a:gd name="connsiteX25" fmla="*/ 177853 w 354377"/>
              <a:gd name="connsiteY25" fmla="*/ 59150 h 295846"/>
              <a:gd name="connsiteX26" fmla="*/ 177284 w 354377"/>
              <a:gd name="connsiteY26" fmla="*/ 59055 h 295846"/>
              <a:gd name="connsiteX27" fmla="*/ 176620 w 354377"/>
              <a:gd name="connsiteY27" fmla="*/ 59150 h 295846"/>
              <a:gd name="connsiteX28" fmla="*/ 155088 w 354377"/>
              <a:gd name="connsiteY28" fmla="*/ 36957 h 295846"/>
              <a:gd name="connsiteX29" fmla="*/ 14703 w 354377"/>
              <a:gd name="connsiteY29" fmla="*/ 71152 h 295846"/>
              <a:gd name="connsiteX30" fmla="*/ 29405 w 354377"/>
              <a:gd name="connsiteY30" fmla="*/ 56388 h 295846"/>
              <a:gd name="connsiteX31" fmla="*/ 44107 w 354377"/>
              <a:gd name="connsiteY31" fmla="*/ 71152 h 295846"/>
              <a:gd name="connsiteX32" fmla="*/ 29405 w 354377"/>
              <a:gd name="connsiteY32" fmla="*/ 85916 h 295846"/>
              <a:gd name="connsiteX33" fmla="*/ 14703 w 354377"/>
              <a:gd name="connsiteY33" fmla="*/ 71152 h 295846"/>
              <a:gd name="connsiteX34" fmla="*/ 288643 w 354377"/>
              <a:gd name="connsiteY34" fmla="*/ 251746 h 295846"/>
              <a:gd name="connsiteX35" fmla="*/ 65639 w 354377"/>
              <a:gd name="connsiteY35" fmla="*/ 251746 h 295846"/>
              <a:gd name="connsiteX36" fmla="*/ 46005 w 354377"/>
              <a:gd name="connsiteY36" fmla="*/ 148018 h 295846"/>
              <a:gd name="connsiteX37" fmla="*/ 103581 w 354377"/>
              <a:gd name="connsiteY37" fmla="*/ 177641 h 295846"/>
              <a:gd name="connsiteX38" fmla="*/ 177094 w 354377"/>
              <a:gd name="connsiteY38" fmla="*/ 98584 h 295846"/>
              <a:gd name="connsiteX39" fmla="*/ 250606 w 354377"/>
              <a:gd name="connsiteY39" fmla="*/ 177641 h 295846"/>
              <a:gd name="connsiteX40" fmla="*/ 306950 w 354377"/>
              <a:gd name="connsiteY40" fmla="*/ 148018 h 295846"/>
              <a:gd name="connsiteX41" fmla="*/ 288548 w 354377"/>
              <a:gd name="connsiteY41" fmla="*/ 251746 h 295846"/>
              <a:gd name="connsiteX42" fmla="*/ 326206 w 354377"/>
              <a:gd name="connsiteY42" fmla="*/ 87439 h 295846"/>
              <a:gd name="connsiteX43" fmla="*/ 322791 w 354377"/>
              <a:gd name="connsiteY43" fmla="*/ 87439 h 295846"/>
              <a:gd name="connsiteX44" fmla="*/ 310175 w 354377"/>
              <a:gd name="connsiteY44" fmla="*/ 72866 h 295846"/>
              <a:gd name="connsiteX45" fmla="*/ 324878 w 354377"/>
              <a:gd name="connsiteY45" fmla="*/ 58103 h 295846"/>
              <a:gd name="connsiteX46" fmla="*/ 339580 w 354377"/>
              <a:gd name="connsiteY46" fmla="*/ 72866 h 295846"/>
              <a:gd name="connsiteX47" fmla="*/ 326206 w 354377"/>
              <a:gd name="connsiteY47" fmla="*/ 87535 h 295846"/>
              <a:gd name="connsiteX48" fmla="*/ 302113 w 354377"/>
              <a:gd name="connsiteY48" fmla="*/ 288322 h 295846"/>
              <a:gd name="connsiteX49" fmla="*/ 294809 w 354377"/>
              <a:gd name="connsiteY49" fmla="*/ 295847 h 295846"/>
              <a:gd name="connsiteX50" fmla="*/ 59664 w 354377"/>
              <a:gd name="connsiteY50" fmla="*/ 295847 h 295846"/>
              <a:gd name="connsiteX51" fmla="*/ 52360 w 354377"/>
              <a:gd name="connsiteY51" fmla="*/ 288322 h 295846"/>
              <a:gd name="connsiteX52" fmla="*/ 59664 w 354377"/>
              <a:gd name="connsiteY52" fmla="*/ 280797 h 295846"/>
              <a:gd name="connsiteX53" fmla="*/ 294809 w 354377"/>
              <a:gd name="connsiteY53" fmla="*/ 280797 h 295846"/>
              <a:gd name="connsiteX54" fmla="*/ 302113 w 354377"/>
              <a:gd name="connsiteY54" fmla="*/ 288322 h 295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54377" h="295846">
                <a:moveTo>
                  <a:pt x="354377" y="72866"/>
                </a:moveTo>
                <a:cubicBezTo>
                  <a:pt x="354377" y="56864"/>
                  <a:pt x="340908" y="43243"/>
                  <a:pt x="324878" y="43243"/>
                </a:cubicBezTo>
                <a:cubicBezTo>
                  <a:pt x="308847" y="43243"/>
                  <a:pt x="295378" y="56769"/>
                  <a:pt x="295378" y="72866"/>
                </a:cubicBezTo>
                <a:cubicBezTo>
                  <a:pt x="295378" y="85630"/>
                  <a:pt x="304010" y="96679"/>
                  <a:pt x="315487" y="100774"/>
                </a:cubicBezTo>
                <a:cubicBezTo>
                  <a:pt x="309511" y="118301"/>
                  <a:pt x="291963" y="162878"/>
                  <a:pt x="250606" y="162878"/>
                </a:cubicBezTo>
                <a:cubicBezTo>
                  <a:pt x="209250" y="162878"/>
                  <a:pt x="190279" y="95822"/>
                  <a:pt x="185726" y="72866"/>
                </a:cubicBezTo>
                <a:cubicBezTo>
                  <a:pt x="201566" y="68675"/>
                  <a:pt x="213992" y="53816"/>
                  <a:pt x="213992" y="37052"/>
                </a:cubicBezTo>
                <a:cubicBezTo>
                  <a:pt x="213992" y="16002"/>
                  <a:pt x="196729" y="0"/>
                  <a:pt x="177094" y="0"/>
                </a:cubicBezTo>
                <a:cubicBezTo>
                  <a:pt x="156131" y="0"/>
                  <a:pt x="140195" y="16097"/>
                  <a:pt x="140195" y="37052"/>
                </a:cubicBezTo>
                <a:cubicBezTo>
                  <a:pt x="140195" y="54007"/>
                  <a:pt x="151957" y="68961"/>
                  <a:pt x="168462" y="72962"/>
                </a:cubicBezTo>
                <a:cubicBezTo>
                  <a:pt x="163909" y="96012"/>
                  <a:pt x="146551" y="162878"/>
                  <a:pt x="103676" y="162878"/>
                </a:cubicBezTo>
                <a:cubicBezTo>
                  <a:pt x="60802" y="162878"/>
                  <a:pt x="43349" y="116967"/>
                  <a:pt x="38132" y="99251"/>
                </a:cubicBezTo>
                <a:cubicBezTo>
                  <a:pt x="49989" y="95441"/>
                  <a:pt x="59000" y="84201"/>
                  <a:pt x="59000" y="71152"/>
                </a:cubicBezTo>
                <a:cubicBezTo>
                  <a:pt x="59000" y="55150"/>
                  <a:pt x="45530" y="41529"/>
                  <a:pt x="29500" y="41529"/>
                </a:cubicBezTo>
                <a:cubicBezTo>
                  <a:pt x="13469" y="41529"/>
                  <a:pt x="0" y="55055"/>
                  <a:pt x="0" y="71152"/>
                </a:cubicBezTo>
                <a:cubicBezTo>
                  <a:pt x="0" y="84772"/>
                  <a:pt x="9770" y="96488"/>
                  <a:pt x="22481" y="99727"/>
                </a:cubicBezTo>
                <a:cubicBezTo>
                  <a:pt x="24473" y="110585"/>
                  <a:pt x="31018" y="145923"/>
                  <a:pt x="52170" y="260414"/>
                </a:cubicBezTo>
                <a:cubicBezTo>
                  <a:pt x="52170" y="264128"/>
                  <a:pt x="55869" y="266605"/>
                  <a:pt x="59569" y="266605"/>
                </a:cubicBezTo>
                <a:lnTo>
                  <a:pt x="294809" y="266605"/>
                </a:lnTo>
                <a:cubicBezTo>
                  <a:pt x="298508" y="266605"/>
                  <a:pt x="300974" y="264128"/>
                  <a:pt x="302207" y="260414"/>
                </a:cubicBezTo>
                <a:cubicBezTo>
                  <a:pt x="302207" y="260414"/>
                  <a:pt x="311664" y="207550"/>
                  <a:pt x="330569" y="101822"/>
                </a:cubicBezTo>
                <a:cubicBezTo>
                  <a:pt x="343943" y="99060"/>
                  <a:pt x="354377" y="86963"/>
                  <a:pt x="354377" y="72866"/>
                </a:cubicBezTo>
                <a:close/>
                <a:moveTo>
                  <a:pt x="154993" y="36957"/>
                </a:moveTo>
                <a:cubicBezTo>
                  <a:pt x="154993" y="24574"/>
                  <a:pt x="164858" y="14669"/>
                  <a:pt x="177189" y="14669"/>
                </a:cubicBezTo>
                <a:cubicBezTo>
                  <a:pt x="189520" y="14669"/>
                  <a:pt x="199385" y="24574"/>
                  <a:pt x="199385" y="36957"/>
                </a:cubicBezTo>
                <a:cubicBezTo>
                  <a:pt x="199385" y="49339"/>
                  <a:pt x="189804" y="58864"/>
                  <a:pt x="177853" y="59150"/>
                </a:cubicBezTo>
                <a:cubicBezTo>
                  <a:pt x="177663" y="59150"/>
                  <a:pt x="177473" y="59055"/>
                  <a:pt x="177284" y="59055"/>
                </a:cubicBezTo>
                <a:cubicBezTo>
                  <a:pt x="177094" y="59055"/>
                  <a:pt x="176904" y="59055"/>
                  <a:pt x="176620" y="59150"/>
                </a:cubicBezTo>
                <a:cubicBezTo>
                  <a:pt x="164573" y="58769"/>
                  <a:pt x="155088" y="49149"/>
                  <a:pt x="155088" y="36957"/>
                </a:cubicBezTo>
                <a:close/>
                <a:moveTo>
                  <a:pt x="14703" y="71152"/>
                </a:moveTo>
                <a:cubicBezTo>
                  <a:pt x="14703" y="62484"/>
                  <a:pt x="20868" y="56388"/>
                  <a:pt x="29405" y="56388"/>
                </a:cubicBezTo>
                <a:cubicBezTo>
                  <a:pt x="36804" y="56388"/>
                  <a:pt x="44107" y="62579"/>
                  <a:pt x="44107" y="71152"/>
                </a:cubicBezTo>
                <a:cubicBezTo>
                  <a:pt x="44107" y="78581"/>
                  <a:pt x="36709" y="85916"/>
                  <a:pt x="29405" y="85916"/>
                </a:cubicBezTo>
                <a:cubicBezTo>
                  <a:pt x="20773" y="85916"/>
                  <a:pt x="14703" y="78486"/>
                  <a:pt x="14703" y="71152"/>
                </a:cubicBezTo>
                <a:close/>
                <a:moveTo>
                  <a:pt x="288643" y="251746"/>
                </a:moveTo>
                <a:lnTo>
                  <a:pt x="65639" y="251746"/>
                </a:lnTo>
                <a:lnTo>
                  <a:pt x="46005" y="148018"/>
                </a:lnTo>
                <a:cubicBezTo>
                  <a:pt x="59474" y="164116"/>
                  <a:pt x="77876" y="177641"/>
                  <a:pt x="103581" y="177641"/>
                </a:cubicBezTo>
                <a:cubicBezTo>
                  <a:pt x="145223" y="177641"/>
                  <a:pt x="167324" y="131921"/>
                  <a:pt x="177094" y="98584"/>
                </a:cubicBezTo>
                <a:cubicBezTo>
                  <a:pt x="186864" y="131921"/>
                  <a:pt x="207732" y="177641"/>
                  <a:pt x="250606" y="177641"/>
                </a:cubicBezTo>
                <a:cubicBezTo>
                  <a:pt x="276312" y="177641"/>
                  <a:pt x="294714" y="164020"/>
                  <a:pt x="306950" y="148018"/>
                </a:cubicBezTo>
                <a:lnTo>
                  <a:pt x="288548" y="251746"/>
                </a:lnTo>
                <a:close/>
                <a:moveTo>
                  <a:pt x="326206" y="87439"/>
                </a:moveTo>
                <a:cubicBezTo>
                  <a:pt x="324972" y="87154"/>
                  <a:pt x="323834" y="87154"/>
                  <a:pt x="322791" y="87439"/>
                </a:cubicBezTo>
                <a:cubicBezTo>
                  <a:pt x="315297" y="86392"/>
                  <a:pt x="310175" y="79629"/>
                  <a:pt x="310175" y="72866"/>
                </a:cubicBezTo>
                <a:cubicBezTo>
                  <a:pt x="310175" y="64199"/>
                  <a:pt x="316341" y="58103"/>
                  <a:pt x="324878" y="58103"/>
                </a:cubicBezTo>
                <a:cubicBezTo>
                  <a:pt x="332276" y="58103"/>
                  <a:pt x="339580" y="64294"/>
                  <a:pt x="339580" y="72866"/>
                </a:cubicBezTo>
                <a:cubicBezTo>
                  <a:pt x="339580" y="79820"/>
                  <a:pt x="333130" y="86678"/>
                  <a:pt x="326206" y="87535"/>
                </a:cubicBezTo>
                <a:close/>
                <a:moveTo>
                  <a:pt x="302113" y="288322"/>
                </a:moveTo>
                <a:cubicBezTo>
                  <a:pt x="302113" y="292037"/>
                  <a:pt x="298413" y="295847"/>
                  <a:pt x="294809" y="295847"/>
                </a:cubicBezTo>
                <a:lnTo>
                  <a:pt x="59664" y="295847"/>
                </a:lnTo>
                <a:cubicBezTo>
                  <a:pt x="55964" y="295847"/>
                  <a:pt x="52360" y="292132"/>
                  <a:pt x="52360" y="288322"/>
                </a:cubicBezTo>
                <a:cubicBezTo>
                  <a:pt x="52360" y="284512"/>
                  <a:pt x="56059" y="280797"/>
                  <a:pt x="59664" y="280797"/>
                </a:cubicBezTo>
                <a:lnTo>
                  <a:pt x="294809" y="280797"/>
                </a:lnTo>
                <a:cubicBezTo>
                  <a:pt x="298508" y="280797"/>
                  <a:pt x="302113" y="284512"/>
                  <a:pt x="302113" y="28832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1" name="Graphic 116">
            <a:extLst>
              <a:ext uri="{FF2B5EF4-FFF2-40B4-BE49-F238E27FC236}">
                <a16:creationId xmlns:a16="http://schemas.microsoft.com/office/drawing/2014/main" id="{4E3E0094-A3A4-B52C-7EF1-60B37D305276}"/>
              </a:ext>
            </a:extLst>
          </p:cNvPr>
          <p:cNvSpPr/>
          <p:nvPr/>
        </p:nvSpPr>
        <p:spPr>
          <a:xfrm>
            <a:off x="6250685" y="1513882"/>
            <a:ext cx="473831" cy="395570"/>
          </a:xfrm>
          <a:custGeom>
            <a:avLst/>
            <a:gdLst>
              <a:gd name="connsiteX0" fmla="*/ 354377 w 354377"/>
              <a:gd name="connsiteY0" fmla="*/ 72866 h 295846"/>
              <a:gd name="connsiteX1" fmla="*/ 324878 w 354377"/>
              <a:gd name="connsiteY1" fmla="*/ 43243 h 295846"/>
              <a:gd name="connsiteX2" fmla="*/ 295378 w 354377"/>
              <a:gd name="connsiteY2" fmla="*/ 72866 h 295846"/>
              <a:gd name="connsiteX3" fmla="*/ 315487 w 354377"/>
              <a:gd name="connsiteY3" fmla="*/ 100774 h 295846"/>
              <a:gd name="connsiteX4" fmla="*/ 250606 w 354377"/>
              <a:gd name="connsiteY4" fmla="*/ 162878 h 295846"/>
              <a:gd name="connsiteX5" fmla="*/ 185726 w 354377"/>
              <a:gd name="connsiteY5" fmla="*/ 72866 h 295846"/>
              <a:gd name="connsiteX6" fmla="*/ 213992 w 354377"/>
              <a:gd name="connsiteY6" fmla="*/ 37052 h 295846"/>
              <a:gd name="connsiteX7" fmla="*/ 177094 w 354377"/>
              <a:gd name="connsiteY7" fmla="*/ 0 h 295846"/>
              <a:gd name="connsiteX8" fmla="*/ 140195 w 354377"/>
              <a:gd name="connsiteY8" fmla="*/ 37052 h 295846"/>
              <a:gd name="connsiteX9" fmla="*/ 168462 w 354377"/>
              <a:gd name="connsiteY9" fmla="*/ 72962 h 295846"/>
              <a:gd name="connsiteX10" fmla="*/ 103676 w 354377"/>
              <a:gd name="connsiteY10" fmla="*/ 162878 h 295846"/>
              <a:gd name="connsiteX11" fmla="*/ 38132 w 354377"/>
              <a:gd name="connsiteY11" fmla="*/ 99251 h 295846"/>
              <a:gd name="connsiteX12" fmla="*/ 59000 w 354377"/>
              <a:gd name="connsiteY12" fmla="*/ 71152 h 295846"/>
              <a:gd name="connsiteX13" fmla="*/ 29500 w 354377"/>
              <a:gd name="connsiteY13" fmla="*/ 41529 h 295846"/>
              <a:gd name="connsiteX14" fmla="*/ 0 w 354377"/>
              <a:gd name="connsiteY14" fmla="*/ 71152 h 295846"/>
              <a:gd name="connsiteX15" fmla="*/ 22481 w 354377"/>
              <a:gd name="connsiteY15" fmla="*/ 99727 h 295846"/>
              <a:gd name="connsiteX16" fmla="*/ 52170 w 354377"/>
              <a:gd name="connsiteY16" fmla="*/ 260414 h 295846"/>
              <a:gd name="connsiteX17" fmla="*/ 59569 w 354377"/>
              <a:gd name="connsiteY17" fmla="*/ 266605 h 295846"/>
              <a:gd name="connsiteX18" fmla="*/ 294809 w 354377"/>
              <a:gd name="connsiteY18" fmla="*/ 266605 h 295846"/>
              <a:gd name="connsiteX19" fmla="*/ 302207 w 354377"/>
              <a:gd name="connsiteY19" fmla="*/ 260414 h 295846"/>
              <a:gd name="connsiteX20" fmla="*/ 330569 w 354377"/>
              <a:gd name="connsiteY20" fmla="*/ 101822 h 295846"/>
              <a:gd name="connsiteX21" fmla="*/ 354377 w 354377"/>
              <a:gd name="connsiteY21" fmla="*/ 72866 h 295846"/>
              <a:gd name="connsiteX22" fmla="*/ 154993 w 354377"/>
              <a:gd name="connsiteY22" fmla="*/ 36957 h 295846"/>
              <a:gd name="connsiteX23" fmla="*/ 177189 w 354377"/>
              <a:gd name="connsiteY23" fmla="*/ 14669 h 295846"/>
              <a:gd name="connsiteX24" fmla="*/ 199385 w 354377"/>
              <a:gd name="connsiteY24" fmla="*/ 36957 h 295846"/>
              <a:gd name="connsiteX25" fmla="*/ 177853 w 354377"/>
              <a:gd name="connsiteY25" fmla="*/ 59150 h 295846"/>
              <a:gd name="connsiteX26" fmla="*/ 177284 w 354377"/>
              <a:gd name="connsiteY26" fmla="*/ 59055 h 295846"/>
              <a:gd name="connsiteX27" fmla="*/ 176620 w 354377"/>
              <a:gd name="connsiteY27" fmla="*/ 59150 h 295846"/>
              <a:gd name="connsiteX28" fmla="*/ 155088 w 354377"/>
              <a:gd name="connsiteY28" fmla="*/ 36957 h 295846"/>
              <a:gd name="connsiteX29" fmla="*/ 14703 w 354377"/>
              <a:gd name="connsiteY29" fmla="*/ 71152 h 295846"/>
              <a:gd name="connsiteX30" fmla="*/ 29405 w 354377"/>
              <a:gd name="connsiteY30" fmla="*/ 56388 h 295846"/>
              <a:gd name="connsiteX31" fmla="*/ 44107 w 354377"/>
              <a:gd name="connsiteY31" fmla="*/ 71152 h 295846"/>
              <a:gd name="connsiteX32" fmla="*/ 29405 w 354377"/>
              <a:gd name="connsiteY32" fmla="*/ 85916 h 295846"/>
              <a:gd name="connsiteX33" fmla="*/ 14703 w 354377"/>
              <a:gd name="connsiteY33" fmla="*/ 71152 h 295846"/>
              <a:gd name="connsiteX34" fmla="*/ 288643 w 354377"/>
              <a:gd name="connsiteY34" fmla="*/ 251746 h 295846"/>
              <a:gd name="connsiteX35" fmla="*/ 65639 w 354377"/>
              <a:gd name="connsiteY35" fmla="*/ 251746 h 295846"/>
              <a:gd name="connsiteX36" fmla="*/ 46005 w 354377"/>
              <a:gd name="connsiteY36" fmla="*/ 148018 h 295846"/>
              <a:gd name="connsiteX37" fmla="*/ 103581 w 354377"/>
              <a:gd name="connsiteY37" fmla="*/ 177641 h 295846"/>
              <a:gd name="connsiteX38" fmla="*/ 177094 w 354377"/>
              <a:gd name="connsiteY38" fmla="*/ 98584 h 295846"/>
              <a:gd name="connsiteX39" fmla="*/ 250606 w 354377"/>
              <a:gd name="connsiteY39" fmla="*/ 177641 h 295846"/>
              <a:gd name="connsiteX40" fmla="*/ 306950 w 354377"/>
              <a:gd name="connsiteY40" fmla="*/ 148018 h 295846"/>
              <a:gd name="connsiteX41" fmla="*/ 288548 w 354377"/>
              <a:gd name="connsiteY41" fmla="*/ 251746 h 295846"/>
              <a:gd name="connsiteX42" fmla="*/ 326206 w 354377"/>
              <a:gd name="connsiteY42" fmla="*/ 87439 h 295846"/>
              <a:gd name="connsiteX43" fmla="*/ 322791 w 354377"/>
              <a:gd name="connsiteY43" fmla="*/ 87439 h 295846"/>
              <a:gd name="connsiteX44" fmla="*/ 310175 w 354377"/>
              <a:gd name="connsiteY44" fmla="*/ 72866 h 295846"/>
              <a:gd name="connsiteX45" fmla="*/ 324878 w 354377"/>
              <a:gd name="connsiteY45" fmla="*/ 58103 h 295846"/>
              <a:gd name="connsiteX46" fmla="*/ 339580 w 354377"/>
              <a:gd name="connsiteY46" fmla="*/ 72866 h 295846"/>
              <a:gd name="connsiteX47" fmla="*/ 326206 w 354377"/>
              <a:gd name="connsiteY47" fmla="*/ 87535 h 295846"/>
              <a:gd name="connsiteX48" fmla="*/ 302113 w 354377"/>
              <a:gd name="connsiteY48" fmla="*/ 288322 h 295846"/>
              <a:gd name="connsiteX49" fmla="*/ 294809 w 354377"/>
              <a:gd name="connsiteY49" fmla="*/ 295847 h 295846"/>
              <a:gd name="connsiteX50" fmla="*/ 59664 w 354377"/>
              <a:gd name="connsiteY50" fmla="*/ 295847 h 295846"/>
              <a:gd name="connsiteX51" fmla="*/ 52360 w 354377"/>
              <a:gd name="connsiteY51" fmla="*/ 288322 h 295846"/>
              <a:gd name="connsiteX52" fmla="*/ 59664 w 354377"/>
              <a:gd name="connsiteY52" fmla="*/ 280797 h 295846"/>
              <a:gd name="connsiteX53" fmla="*/ 294809 w 354377"/>
              <a:gd name="connsiteY53" fmla="*/ 280797 h 295846"/>
              <a:gd name="connsiteX54" fmla="*/ 302113 w 354377"/>
              <a:gd name="connsiteY54" fmla="*/ 288322 h 295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54377" h="295846">
                <a:moveTo>
                  <a:pt x="354377" y="72866"/>
                </a:moveTo>
                <a:cubicBezTo>
                  <a:pt x="354377" y="56864"/>
                  <a:pt x="340908" y="43243"/>
                  <a:pt x="324878" y="43243"/>
                </a:cubicBezTo>
                <a:cubicBezTo>
                  <a:pt x="308847" y="43243"/>
                  <a:pt x="295378" y="56769"/>
                  <a:pt x="295378" y="72866"/>
                </a:cubicBezTo>
                <a:cubicBezTo>
                  <a:pt x="295378" y="85630"/>
                  <a:pt x="304010" y="96679"/>
                  <a:pt x="315487" y="100774"/>
                </a:cubicBezTo>
                <a:cubicBezTo>
                  <a:pt x="309511" y="118301"/>
                  <a:pt x="291963" y="162878"/>
                  <a:pt x="250606" y="162878"/>
                </a:cubicBezTo>
                <a:cubicBezTo>
                  <a:pt x="209250" y="162878"/>
                  <a:pt x="190279" y="95822"/>
                  <a:pt x="185726" y="72866"/>
                </a:cubicBezTo>
                <a:cubicBezTo>
                  <a:pt x="201566" y="68675"/>
                  <a:pt x="213992" y="53816"/>
                  <a:pt x="213992" y="37052"/>
                </a:cubicBezTo>
                <a:cubicBezTo>
                  <a:pt x="213992" y="16002"/>
                  <a:pt x="196729" y="0"/>
                  <a:pt x="177094" y="0"/>
                </a:cubicBezTo>
                <a:cubicBezTo>
                  <a:pt x="156131" y="0"/>
                  <a:pt x="140195" y="16097"/>
                  <a:pt x="140195" y="37052"/>
                </a:cubicBezTo>
                <a:cubicBezTo>
                  <a:pt x="140195" y="54007"/>
                  <a:pt x="151957" y="68961"/>
                  <a:pt x="168462" y="72962"/>
                </a:cubicBezTo>
                <a:cubicBezTo>
                  <a:pt x="163909" y="96012"/>
                  <a:pt x="146551" y="162878"/>
                  <a:pt x="103676" y="162878"/>
                </a:cubicBezTo>
                <a:cubicBezTo>
                  <a:pt x="60802" y="162878"/>
                  <a:pt x="43349" y="116967"/>
                  <a:pt x="38132" y="99251"/>
                </a:cubicBezTo>
                <a:cubicBezTo>
                  <a:pt x="49989" y="95441"/>
                  <a:pt x="59000" y="84201"/>
                  <a:pt x="59000" y="71152"/>
                </a:cubicBezTo>
                <a:cubicBezTo>
                  <a:pt x="59000" y="55150"/>
                  <a:pt x="45530" y="41529"/>
                  <a:pt x="29500" y="41529"/>
                </a:cubicBezTo>
                <a:cubicBezTo>
                  <a:pt x="13469" y="41529"/>
                  <a:pt x="0" y="55055"/>
                  <a:pt x="0" y="71152"/>
                </a:cubicBezTo>
                <a:cubicBezTo>
                  <a:pt x="0" y="84772"/>
                  <a:pt x="9770" y="96488"/>
                  <a:pt x="22481" y="99727"/>
                </a:cubicBezTo>
                <a:cubicBezTo>
                  <a:pt x="24473" y="110585"/>
                  <a:pt x="31018" y="145923"/>
                  <a:pt x="52170" y="260414"/>
                </a:cubicBezTo>
                <a:cubicBezTo>
                  <a:pt x="52170" y="264128"/>
                  <a:pt x="55869" y="266605"/>
                  <a:pt x="59569" y="266605"/>
                </a:cubicBezTo>
                <a:lnTo>
                  <a:pt x="294809" y="266605"/>
                </a:lnTo>
                <a:cubicBezTo>
                  <a:pt x="298508" y="266605"/>
                  <a:pt x="300974" y="264128"/>
                  <a:pt x="302207" y="260414"/>
                </a:cubicBezTo>
                <a:cubicBezTo>
                  <a:pt x="302207" y="260414"/>
                  <a:pt x="311664" y="207550"/>
                  <a:pt x="330569" y="101822"/>
                </a:cubicBezTo>
                <a:cubicBezTo>
                  <a:pt x="343943" y="99060"/>
                  <a:pt x="354377" y="86963"/>
                  <a:pt x="354377" y="72866"/>
                </a:cubicBezTo>
                <a:close/>
                <a:moveTo>
                  <a:pt x="154993" y="36957"/>
                </a:moveTo>
                <a:cubicBezTo>
                  <a:pt x="154993" y="24574"/>
                  <a:pt x="164858" y="14669"/>
                  <a:pt x="177189" y="14669"/>
                </a:cubicBezTo>
                <a:cubicBezTo>
                  <a:pt x="189520" y="14669"/>
                  <a:pt x="199385" y="24574"/>
                  <a:pt x="199385" y="36957"/>
                </a:cubicBezTo>
                <a:cubicBezTo>
                  <a:pt x="199385" y="49339"/>
                  <a:pt x="189804" y="58864"/>
                  <a:pt x="177853" y="59150"/>
                </a:cubicBezTo>
                <a:cubicBezTo>
                  <a:pt x="177663" y="59150"/>
                  <a:pt x="177473" y="59055"/>
                  <a:pt x="177284" y="59055"/>
                </a:cubicBezTo>
                <a:cubicBezTo>
                  <a:pt x="177094" y="59055"/>
                  <a:pt x="176904" y="59055"/>
                  <a:pt x="176620" y="59150"/>
                </a:cubicBezTo>
                <a:cubicBezTo>
                  <a:pt x="164573" y="58769"/>
                  <a:pt x="155088" y="49149"/>
                  <a:pt x="155088" y="36957"/>
                </a:cubicBezTo>
                <a:close/>
                <a:moveTo>
                  <a:pt x="14703" y="71152"/>
                </a:moveTo>
                <a:cubicBezTo>
                  <a:pt x="14703" y="62484"/>
                  <a:pt x="20868" y="56388"/>
                  <a:pt x="29405" y="56388"/>
                </a:cubicBezTo>
                <a:cubicBezTo>
                  <a:pt x="36804" y="56388"/>
                  <a:pt x="44107" y="62579"/>
                  <a:pt x="44107" y="71152"/>
                </a:cubicBezTo>
                <a:cubicBezTo>
                  <a:pt x="44107" y="78581"/>
                  <a:pt x="36709" y="85916"/>
                  <a:pt x="29405" y="85916"/>
                </a:cubicBezTo>
                <a:cubicBezTo>
                  <a:pt x="20773" y="85916"/>
                  <a:pt x="14703" y="78486"/>
                  <a:pt x="14703" y="71152"/>
                </a:cubicBezTo>
                <a:close/>
                <a:moveTo>
                  <a:pt x="288643" y="251746"/>
                </a:moveTo>
                <a:lnTo>
                  <a:pt x="65639" y="251746"/>
                </a:lnTo>
                <a:lnTo>
                  <a:pt x="46005" y="148018"/>
                </a:lnTo>
                <a:cubicBezTo>
                  <a:pt x="59474" y="164116"/>
                  <a:pt x="77876" y="177641"/>
                  <a:pt x="103581" y="177641"/>
                </a:cubicBezTo>
                <a:cubicBezTo>
                  <a:pt x="145223" y="177641"/>
                  <a:pt x="167324" y="131921"/>
                  <a:pt x="177094" y="98584"/>
                </a:cubicBezTo>
                <a:cubicBezTo>
                  <a:pt x="186864" y="131921"/>
                  <a:pt x="207732" y="177641"/>
                  <a:pt x="250606" y="177641"/>
                </a:cubicBezTo>
                <a:cubicBezTo>
                  <a:pt x="276312" y="177641"/>
                  <a:pt x="294714" y="164020"/>
                  <a:pt x="306950" y="148018"/>
                </a:cubicBezTo>
                <a:lnTo>
                  <a:pt x="288548" y="251746"/>
                </a:lnTo>
                <a:close/>
                <a:moveTo>
                  <a:pt x="326206" y="87439"/>
                </a:moveTo>
                <a:cubicBezTo>
                  <a:pt x="324972" y="87154"/>
                  <a:pt x="323834" y="87154"/>
                  <a:pt x="322791" y="87439"/>
                </a:cubicBezTo>
                <a:cubicBezTo>
                  <a:pt x="315297" y="86392"/>
                  <a:pt x="310175" y="79629"/>
                  <a:pt x="310175" y="72866"/>
                </a:cubicBezTo>
                <a:cubicBezTo>
                  <a:pt x="310175" y="64199"/>
                  <a:pt x="316341" y="58103"/>
                  <a:pt x="324878" y="58103"/>
                </a:cubicBezTo>
                <a:cubicBezTo>
                  <a:pt x="332276" y="58103"/>
                  <a:pt x="339580" y="64294"/>
                  <a:pt x="339580" y="72866"/>
                </a:cubicBezTo>
                <a:cubicBezTo>
                  <a:pt x="339580" y="79820"/>
                  <a:pt x="333130" y="86678"/>
                  <a:pt x="326206" y="87535"/>
                </a:cubicBezTo>
                <a:close/>
                <a:moveTo>
                  <a:pt x="302113" y="288322"/>
                </a:moveTo>
                <a:cubicBezTo>
                  <a:pt x="302113" y="292037"/>
                  <a:pt x="298413" y="295847"/>
                  <a:pt x="294809" y="295847"/>
                </a:cubicBezTo>
                <a:lnTo>
                  <a:pt x="59664" y="295847"/>
                </a:lnTo>
                <a:cubicBezTo>
                  <a:pt x="55964" y="295847"/>
                  <a:pt x="52360" y="292132"/>
                  <a:pt x="52360" y="288322"/>
                </a:cubicBezTo>
                <a:cubicBezTo>
                  <a:pt x="52360" y="284512"/>
                  <a:pt x="56059" y="280797"/>
                  <a:pt x="59664" y="280797"/>
                </a:cubicBezTo>
                <a:lnTo>
                  <a:pt x="294809" y="280797"/>
                </a:lnTo>
                <a:cubicBezTo>
                  <a:pt x="298508" y="280797"/>
                  <a:pt x="302113" y="284512"/>
                  <a:pt x="302113" y="28832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4" name="Graphic 122">
            <a:extLst>
              <a:ext uri="{FF2B5EF4-FFF2-40B4-BE49-F238E27FC236}">
                <a16:creationId xmlns:a16="http://schemas.microsoft.com/office/drawing/2014/main" id="{5E5EF9E6-F86C-D1AB-4346-237234B2FFFB}"/>
              </a:ext>
            </a:extLst>
          </p:cNvPr>
          <p:cNvSpPr/>
          <p:nvPr/>
        </p:nvSpPr>
        <p:spPr>
          <a:xfrm>
            <a:off x="7172130" y="821299"/>
            <a:ext cx="393266" cy="474980"/>
          </a:xfrm>
          <a:custGeom>
            <a:avLst/>
            <a:gdLst>
              <a:gd name="connsiteX0" fmla="*/ 7494 w 294713"/>
              <a:gd name="connsiteY0" fmla="*/ 355949 h 355949"/>
              <a:gd name="connsiteX1" fmla="*/ 0 w 294713"/>
              <a:gd name="connsiteY1" fmla="*/ 348520 h 355949"/>
              <a:gd name="connsiteX2" fmla="*/ 0 w 294713"/>
              <a:gd name="connsiteY2" fmla="*/ 7430 h 355949"/>
              <a:gd name="connsiteX3" fmla="*/ 7494 w 294713"/>
              <a:gd name="connsiteY3" fmla="*/ 0 h 355949"/>
              <a:gd name="connsiteX4" fmla="*/ 14987 w 294713"/>
              <a:gd name="connsiteY4" fmla="*/ 7430 h 355949"/>
              <a:gd name="connsiteX5" fmla="*/ 14987 w 294713"/>
              <a:gd name="connsiteY5" fmla="*/ 348520 h 355949"/>
              <a:gd name="connsiteX6" fmla="*/ 7494 w 294713"/>
              <a:gd name="connsiteY6" fmla="*/ 355949 h 355949"/>
              <a:gd name="connsiteX7" fmla="*/ 43823 w 294713"/>
              <a:gd name="connsiteY7" fmla="*/ 204883 h 355949"/>
              <a:gd name="connsiteX8" fmla="*/ 43823 w 294713"/>
              <a:gd name="connsiteY8" fmla="*/ 42291 h 355949"/>
              <a:gd name="connsiteX9" fmla="*/ 150819 w 294713"/>
              <a:gd name="connsiteY9" fmla="*/ 28766 h 355949"/>
              <a:gd name="connsiteX10" fmla="*/ 154518 w 294713"/>
              <a:gd name="connsiteY10" fmla="*/ 37433 h 355949"/>
              <a:gd name="connsiteX11" fmla="*/ 164383 w 294713"/>
              <a:gd name="connsiteY11" fmla="*/ 58388 h 355949"/>
              <a:gd name="connsiteX12" fmla="*/ 280011 w 294713"/>
              <a:gd name="connsiteY12" fmla="*/ 57150 h 355949"/>
              <a:gd name="connsiteX13" fmla="*/ 280011 w 294713"/>
              <a:gd name="connsiteY13" fmla="*/ 219742 h 355949"/>
              <a:gd name="connsiteX14" fmla="*/ 174248 w 294713"/>
              <a:gd name="connsiteY14" fmla="*/ 223456 h 355949"/>
              <a:gd name="connsiteX15" fmla="*/ 169316 w 294713"/>
              <a:gd name="connsiteY15" fmla="*/ 214884 h 355949"/>
              <a:gd name="connsiteX16" fmla="*/ 159451 w 294713"/>
              <a:gd name="connsiteY16" fmla="*/ 195167 h 355949"/>
              <a:gd name="connsiteX17" fmla="*/ 128718 w 294713"/>
              <a:gd name="connsiteY17" fmla="*/ 187738 h 355949"/>
              <a:gd name="connsiteX18" fmla="*/ 43918 w 294713"/>
              <a:gd name="connsiteY18" fmla="*/ 204978 h 355949"/>
              <a:gd name="connsiteX19" fmla="*/ 289781 w 294713"/>
              <a:gd name="connsiteY19" fmla="*/ 231934 h 355949"/>
              <a:gd name="connsiteX20" fmla="*/ 294714 w 294713"/>
              <a:gd name="connsiteY20" fmla="*/ 225743 h 355949"/>
              <a:gd name="connsiteX21" fmla="*/ 294714 w 294713"/>
              <a:gd name="connsiteY21" fmla="*/ 47149 h 355949"/>
              <a:gd name="connsiteX22" fmla="*/ 292248 w 294713"/>
              <a:gd name="connsiteY22" fmla="*/ 40958 h 355949"/>
              <a:gd name="connsiteX23" fmla="*/ 284849 w 294713"/>
              <a:gd name="connsiteY23" fmla="*/ 39719 h 355949"/>
              <a:gd name="connsiteX24" fmla="*/ 174153 w 294713"/>
              <a:gd name="connsiteY24" fmla="*/ 45910 h 355949"/>
              <a:gd name="connsiteX25" fmla="*/ 169221 w 294713"/>
              <a:gd name="connsiteY25" fmla="*/ 37338 h 355949"/>
              <a:gd name="connsiteX26" fmla="*/ 159356 w 294713"/>
              <a:gd name="connsiteY26" fmla="*/ 17621 h 355949"/>
              <a:gd name="connsiteX27" fmla="*/ 33958 w 294713"/>
              <a:gd name="connsiteY27" fmla="*/ 29908 h 355949"/>
              <a:gd name="connsiteX28" fmla="*/ 29026 w 294713"/>
              <a:gd name="connsiteY28" fmla="*/ 37338 h 355949"/>
              <a:gd name="connsiteX29" fmla="*/ 29026 w 294713"/>
              <a:gd name="connsiteY29" fmla="*/ 214694 h 355949"/>
              <a:gd name="connsiteX30" fmla="*/ 32725 w 294713"/>
              <a:gd name="connsiteY30" fmla="*/ 220885 h 355949"/>
              <a:gd name="connsiteX31" fmla="*/ 38891 w 294713"/>
              <a:gd name="connsiteY31" fmla="*/ 220885 h 355949"/>
              <a:gd name="connsiteX32" fmla="*/ 150819 w 294713"/>
              <a:gd name="connsiteY32" fmla="*/ 206121 h 355949"/>
              <a:gd name="connsiteX33" fmla="*/ 154518 w 294713"/>
              <a:gd name="connsiteY33" fmla="*/ 214789 h 355949"/>
              <a:gd name="connsiteX34" fmla="*/ 164383 w 294713"/>
              <a:gd name="connsiteY34" fmla="*/ 235744 h 355949"/>
              <a:gd name="connsiteX35" fmla="*/ 206214 w 294713"/>
              <a:gd name="connsiteY35" fmla="*/ 244412 h 355949"/>
              <a:gd name="connsiteX36" fmla="*/ 289781 w 294713"/>
              <a:gd name="connsiteY36" fmla="*/ 232124 h 355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94713" h="355949">
                <a:moveTo>
                  <a:pt x="7494" y="355949"/>
                </a:moveTo>
                <a:cubicBezTo>
                  <a:pt x="3794" y="355949"/>
                  <a:pt x="0" y="352235"/>
                  <a:pt x="0" y="348520"/>
                </a:cubicBezTo>
                <a:lnTo>
                  <a:pt x="0" y="7430"/>
                </a:lnTo>
                <a:cubicBezTo>
                  <a:pt x="0" y="3715"/>
                  <a:pt x="3699" y="0"/>
                  <a:pt x="7494" y="0"/>
                </a:cubicBezTo>
                <a:cubicBezTo>
                  <a:pt x="11288" y="0"/>
                  <a:pt x="14987" y="3715"/>
                  <a:pt x="14987" y="7430"/>
                </a:cubicBezTo>
                <a:lnTo>
                  <a:pt x="14987" y="348520"/>
                </a:lnTo>
                <a:cubicBezTo>
                  <a:pt x="14987" y="352235"/>
                  <a:pt x="11288" y="355949"/>
                  <a:pt x="7494" y="355949"/>
                </a:cubicBezTo>
                <a:close/>
                <a:moveTo>
                  <a:pt x="43823" y="204883"/>
                </a:moveTo>
                <a:lnTo>
                  <a:pt x="43823" y="42291"/>
                </a:lnTo>
                <a:cubicBezTo>
                  <a:pt x="78255" y="31242"/>
                  <a:pt x="134789" y="17621"/>
                  <a:pt x="150819" y="28766"/>
                </a:cubicBezTo>
                <a:cubicBezTo>
                  <a:pt x="153285" y="31242"/>
                  <a:pt x="154518" y="33719"/>
                  <a:pt x="154518" y="37433"/>
                </a:cubicBezTo>
                <a:cubicBezTo>
                  <a:pt x="154518" y="46006"/>
                  <a:pt x="158218" y="52197"/>
                  <a:pt x="164383" y="58388"/>
                </a:cubicBezTo>
                <a:cubicBezTo>
                  <a:pt x="188951" y="76867"/>
                  <a:pt x="254116" y="63341"/>
                  <a:pt x="280011" y="57150"/>
                </a:cubicBezTo>
                <a:lnTo>
                  <a:pt x="280011" y="219742"/>
                </a:lnTo>
                <a:cubicBezTo>
                  <a:pt x="245579" y="228410"/>
                  <a:pt x="190279" y="235744"/>
                  <a:pt x="174248" y="223456"/>
                </a:cubicBezTo>
                <a:cubicBezTo>
                  <a:pt x="170549" y="220980"/>
                  <a:pt x="169316" y="218504"/>
                  <a:pt x="169316" y="214884"/>
                </a:cubicBezTo>
                <a:cubicBezTo>
                  <a:pt x="169316" y="206216"/>
                  <a:pt x="165616" y="198882"/>
                  <a:pt x="159451" y="195167"/>
                </a:cubicBezTo>
                <a:cubicBezTo>
                  <a:pt x="152052" y="190214"/>
                  <a:pt x="141049" y="187738"/>
                  <a:pt x="128718" y="187738"/>
                </a:cubicBezTo>
                <a:cubicBezTo>
                  <a:pt x="100451" y="187738"/>
                  <a:pt x="62320" y="198787"/>
                  <a:pt x="43918" y="204978"/>
                </a:cubicBezTo>
                <a:close/>
                <a:moveTo>
                  <a:pt x="289781" y="231934"/>
                </a:moveTo>
                <a:cubicBezTo>
                  <a:pt x="292248" y="231934"/>
                  <a:pt x="294714" y="228219"/>
                  <a:pt x="294714" y="225743"/>
                </a:cubicBezTo>
                <a:lnTo>
                  <a:pt x="294714" y="47149"/>
                </a:lnTo>
                <a:cubicBezTo>
                  <a:pt x="294714" y="44672"/>
                  <a:pt x="293481" y="43434"/>
                  <a:pt x="292248" y="40958"/>
                </a:cubicBezTo>
                <a:cubicBezTo>
                  <a:pt x="289781" y="39719"/>
                  <a:pt x="287315" y="39719"/>
                  <a:pt x="284849" y="39719"/>
                </a:cubicBezTo>
                <a:cubicBezTo>
                  <a:pt x="251650" y="49530"/>
                  <a:pt x="191417" y="59436"/>
                  <a:pt x="174153" y="45910"/>
                </a:cubicBezTo>
                <a:cubicBezTo>
                  <a:pt x="170454" y="43434"/>
                  <a:pt x="169221" y="40958"/>
                  <a:pt x="169221" y="37338"/>
                </a:cubicBezTo>
                <a:cubicBezTo>
                  <a:pt x="169221" y="28670"/>
                  <a:pt x="165522" y="21336"/>
                  <a:pt x="159356" y="17621"/>
                </a:cubicBezTo>
                <a:cubicBezTo>
                  <a:pt x="131089" y="-3334"/>
                  <a:pt x="43728" y="26289"/>
                  <a:pt x="33958" y="29908"/>
                </a:cubicBezTo>
                <a:cubicBezTo>
                  <a:pt x="31492" y="31147"/>
                  <a:pt x="29026" y="33623"/>
                  <a:pt x="29026" y="37338"/>
                </a:cubicBezTo>
                <a:lnTo>
                  <a:pt x="29026" y="214694"/>
                </a:lnTo>
                <a:cubicBezTo>
                  <a:pt x="29026" y="217170"/>
                  <a:pt x="30259" y="219646"/>
                  <a:pt x="32725" y="220885"/>
                </a:cubicBezTo>
                <a:cubicBezTo>
                  <a:pt x="33958" y="222123"/>
                  <a:pt x="36424" y="222123"/>
                  <a:pt x="38891" y="220885"/>
                </a:cubicBezTo>
                <a:cubicBezTo>
                  <a:pt x="73323" y="209836"/>
                  <a:pt x="133556" y="194977"/>
                  <a:pt x="150819" y="206121"/>
                </a:cubicBezTo>
                <a:cubicBezTo>
                  <a:pt x="153285" y="208598"/>
                  <a:pt x="154518" y="211074"/>
                  <a:pt x="154518" y="214789"/>
                </a:cubicBezTo>
                <a:cubicBezTo>
                  <a:pt x="154518" y="223361"/>
                  <a:pt x="158218" y="229552"/>
                  <a:pt x="164383" y="235744"/>
                </a:cubicBezTo>
                <a:cubicBezTo>
                  <a:pt x="174248" y="241935"/>
                  <a:pt x="190184" y="244412"/>
                  <a:pt x="206214" y="244412"/>
                </a:cubicBezTo>
                <a:cubicBezTo>
                  <a:pt x="241880" y="244412"/>
                  <a:pt x="282478" y="234601"/>
                  <a:pt x="289781" y="23212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5" name="Graphic 122">
            <a:extLst>
              <a:ext uri="{FF2B5EF4-FFF2-40B4-BE49-F238E27FC236}">
                <a16:creationId xmlns:a16="http://schemas.microsoft.com/office/drawing/2014/main" id="{62672781-5176-9E91-B253-2E114BFA8F76}"/>
              </a:ext>
            </a:extLst>
          </p:cNvPr>
          <p:cNvSpPr/>
          <p:nvPr/>
        </p:nvSpPr>
        <p:spPr>
          <a:xfrm>
            <a:off x="7943655" y="821299"/>
            <a:ext cx="393266" cy="474980"/>
          </a:xfrm>
          <a:custGeom>
            <a:avLst/>
            <a:gdLst>
              <a:gd name="connsiteX0" fmla="*/ 7494 w 294713"/>
              <a:gd name="connsiteY0" fmla="*/ 355949 h 355949"/>
              <a:gd name="connsiteX1" fmla="*/ 0 w 294713"/>
              <a:gd name="connsiteY1" fmla="*/ 348520 h 355949"/>
              <a:gd name="connsiteX2" fmla="*/ 0 w 294713"/>
              <a:gd name="connsiteY2" fmla="*/ 7430 h 355949"/>
              <a:gd name="connsiteX3" fmla="*/ 7494 w 294713"/>
              <a:gd name="connsiteY3" fmla="*/ 0 h 355949"/>
              <a:gd name="connsiteX4" fmla="*/ 14987 w 294713"/>
              <a:gd name="connsiteY4" fmla="*/ 7430 h 355949"/>
              <a:gd name="connsiteX5" fmla="*/ 14987 w 294713"/>
              <a:gd name="connsiteY5" fmla="*/ 348520 h 355949"/>
              <a:gd name="connsiteX6" fmla="*/ 7494 w 294713"/>
              <a:gd name="connsiteY6" fmla="*/ 355949 h 355949"/>
              <a:gd name="connsiteX7" fmla="*/ 43823 w 294713"/>
              <a:gd name="connsiteY7" fmla="*/ 204883 h 355949"/>
              <a:gd name="connsiteX8" fmla="*/ 43823 w 294713"/>
              <a:gd name="connsiteY8" fmla="*/ 42291 h 355949"/>
              <a:gd name="connsiteX9" fmla="*/ 150819 w 294713"/>
              <a:gd name="connsiteY9" fmla="*/ 28766 h 355949"/>
              <a:gd name="connsiteX10" fmla="*/ 154518 w 294713"/>
              <a:gd name="connsiteY10" fmla="*/ 37433 h 355949"/>
              <a:gd name="connsiteX11" fmla="*/ 164383 w 294713"/>
              <a:gd name="connsiteY11" fmla="*/ 58388 h 355949"/>
              <a:gd name="connsiteX12" fmla="*/ 280011 w 294713"/>
              <a:gd name="connsiteY12" fmla="*/ 57150 h 355949"/>
              <a:gd name="connsiteX13" fmla="*/ 280011 w 294713"/>
              <a:gd name="connsiteY13" fmla="*/ 219742 h 355949"/>
              <a:gd name="connsiteX14" fmla="*/ 174248 w 294713"/>
              <a:gd name="connsiteY14" fmla="*/ 223456 h 355949"/>
              <a:gd name="connsiteX15" fmla="*/ 169316 w 294713"/>
              <a:gd name="connsiteY15" fmla="*/ 214884 h 355949"/>
              <a:gd name="connsiteX16" fmla="*/ 159451 w 294713"/>
              <a:gd name="connsiteY16" fmla="*/ 195167 h 355949"/>
              <a:gd name="connsiteX17" fmla="*/ 128718 w 294713"/>
              <a:gd name="connsiteY17" fmla="*/ 187738 h 355949"/>
              <a:gd name="connsiteX18" fmla="*/ 43918 w 294713"/>
              <a:gd name="connsiteY18" fmla="*/ 204978 h 355949"/>
              <a:gd name="connsiteX19" fmla="*/ 289781 w 294713"/>
              <a:gd name="connsiteY19" fmla="*/ 231934 h 355949"/>
              <a:gd name="connsiteX20" fmla="*/ 294714 w 294713"/>
              <a:gd name="connsiteY20" fmla="*/ 225743 h 355949"/>
              <a:gd name="connsiteX21" fmla="*/ 294714 w 294713"/>
              <a:gd name="connsiteY21" fmla="*/ 47149 h 355949"/>
              <a:gd name="connsiteX22" fmla="*/ 292248 w 294713"/>
              <a:gd name="connsiteY22" fmla="*/ 40958 h 355949"/>
              <a:gd name="connsiteX23" fmla="*/ 284849 w 294713"/>
              <a:gd name="connsiteY23" fmla="*/ 39719 h 355949"/>
              <a:gd name="connsiteX24" fmla="*/ 174153 w 294713"/>
              <a:gd name="connsiteY24" fmla="*/ 45910 h 355949"/>
              <a:gd name="connsiteX25" fmla="*/ 169221 w 294713"/>
              <a:gd name="connsiteY25" fmla="*/ 37338 h 355949"/>
              <a:gd name="connsiteX26" fmla="*/ 159356 w 294713"/>
              <a:gd name="connsiteY26" fmla="*/ 17621 h 355949"/>
              <a:gd name="connsiteX27" fmla="*/ 33958 w 294713"/>
              <a:gd name="connsiteY27" fmla="*/ 29908 h 355949"/>
              <a:gd name="connsiteX28" fmla="*/ 29026 w 294713"/>
              <a:gd name="connsiteY28" fmla="*/ 37338 h 355949"/>
              <a:gd name="connsiteX29" fmla="*/ 29026 w 294713"/>
              <a:gd name="connsiteY29" fmla="*/ 214694 h 355949"/>
              <a:gd name="connsiteX30" fmla="*/ 32725 w 294713"/>
              <a:gd name="connsiteY30" fmla="*/ 220885 h 355949"/>
              <a:gd name="connsiteX31" fmla="*/ 38891 w 294713"/>
              <a:gd name="connsiteY31" fmla="*/ 220885 h 355949"/>
              <a:gd name="connsiteX32" fmla="*/ 150819 w 294713"/>
              <a:gd name="connsiteY32" fmla="*/ 206121 h 355949"/>
              <a:gd name="connsiteX33" fmla="*/ 154518 w 294713"/>
              <a:gd name="connsiteY33" fmla="*/ 214789 h 355949"/>
              <a:gd name="connsiteX34" fmla="*/ 164383 w 294713"/>
              <a:gd name="connsiteY34" fmla="*/ 235744 h 355949"/>
              <a:gd name="connsiteX35" fmla="*/ 206214 w 294713"/>
              <a:gd name="connsiteY35" fmla="*/ 244412 h 355949"/>
              <a:gd name="connsiteX36" fmla="*/ 289781 w 294713"/>
              <a:gd name="connsiteY36" fmla="*/ 232124 h 355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94713" h="355949">
                <a:moveTo>
                  <a:pt x="7494" y="355949"/>
                </a:moveTo>
                <a:cubicBezTo>
                  <a:pt x="3794" y="355949"/>
                  <a:pt x="0" y="352235"/>
                  <a:pt x="0" y="348520"/>
                </a:cubicBezTo>
                <a:lnTo>
                  <a:pt x="0" y="7430"/>
                </a:lnTo>
                <a:cubicBezTo>
                  <a:pt x="0" y="3715"/>
                  <a:pt x="3699" y="0"/>
                  <a:pt x="7494" y="0"/>
                </a:cubicBezTo>
                <a:cubicBezTo>
                  <a:pt x="11288" y="0"/>
                  <a:pt x="14987" y="3715"/>
                  <a:pt x="14987" y="7430"/>
                </a:cubicBezTo>
                <a:lnTo>
                  <a:pt x="14987" y="348520"/>
                </a:lnTo>
                <a:cubicBezTo>
                  <a:pt x="14987" y="352235"/>
                  <a:pt x="11288" y="355949"/>
                  <a:pt x="7494" y="355949"/>
                </a:cubicBezTo>
                <a:close/>
                <a:moveTo>
                  <a:pt x="43823" y="204883"/>
                </a:moveTo>
                <a:lnTo>
                  <a:pt x="43823" y="42291"/>
                </a:lnTo>
                <a:cubicBezTo>
                  <a:pt x="78255" y="31242"/>
                  <a:pt x="134789" y="17621"/>
                  <a:pt x="150819" y="28766"/>
                </a:cubicBezTo>
                <a:cubicBezTo>
                  <a:pt x="153285" y="31242"/>
                  <a:pt x="154518" y="33719"/>
                  <a:pt x="154518" y="37433"/>
                </a:cubicBezTo>
                <a:cubicBezTo>
                  <a:pt x="154518" y="46006"/>
                  <a:pt x="158218" y="52197"/>
                  <a:pt x="164383" y="58388"/>
                </a:cubicBezTo>
                <a:cubicBezTo>
                  <a:pt x="188951" y="76867"/>
                  <a:pt x="254116" y="63341"/>
                  <a:pt x="280011" y="57150"/>
                </a:cubicBezTo>
                <a:lnTo>
                  <a:pt x="280011" y="219742"/>
                </a:lnTo>
                <a:cubicBezTo>
                  <a:pt x="245579" y="228410"/>
                  <a:pt x="190279" y="235744"/>
                  <a:pt x="174248" y="223456"/>
                </a:cubicBezTo>
                <a:cubicBezTo>
                  <a:pt x="170549" y="220980"/>
                  <a:pt x="169316" y="218504"/>
                  <a:pt x="169316" y="214884"/>
                </a:cubicBezTo>
                <a:cubicBezTo>
                  <a:pt x="169316" y="206216"/>
                  <a:pt x="165616" y="198882"/>
                  <a:pt x="159451" y="195167"/>
                </a:cubicBezTo>
                <a:cubicBezTo>
                  <a:pt x="152052" y="190214"/>
                  <a:pt x="141049" y="187738"/>
                  <a:pt x="128718" y="187738"/>
                </a:cubicBezTo>
                <a:cubicBezTo>
                  <a:pt x="100451" y="187738"/>
                  <a:pt x="62320" y="198787"/>
                  <a:pt x="43918" y="204978"/>
                </a:cubicBezTo>
                <a:close/>
                <a:moveTo>
                  <a:pt x="289781" y="231934"/>
                </a:moveTo>
                <a:cubicBezTo>
                  <a:pt x="292248" y="231934"/>
                  <a:pt x="294714" y="228219"/>
                  <a:pt x="294714" y="225743"/>
                </a:cubicBezTo>
                <a:lnTo>
                  <a:pt x="294714" y="47149"/>
                </a:lnTo>
                <a:cubicBezTo>
                  <a:pt x="294714" y="44672"/>
                  <a:pt x="293481" y="43434"/>
                  <a:pt x="292248" y="40958"/>
                </a:cubicBezTo>
                <a:cubicBezTo>
                  <a:pt x="289781" y="39719"/>
                  <a:pt x="287315" y="39719"/>
                  <a:pt x="284849" y="39719"/>
                </a:cubicBezTo>
                <a:cubicBezTo>
                  <a:pt x="251650" y="49530"/>
                  <a:pt x="191417" y="59436"/>
                  <a:pt x="174153" y="45910"/>
                </a:cubicBezTo>
                <a:cubicBezTo>
                  <a:pt x="170454" y="43434"/>
                  <a:pt x="169221" y="40958"/>
                  <a:pt x="169221" y="37338"/>
                </a:cubicBezTo>
                <a:cubicBezTo>
                  <a:pt x="169221" y="28670"/>
                  <a:pt x="165522" y="21336"/>
                  <a:pt x="159356" y="17621"/>
                </a:cubicBezTo>
                <a:cubicBezTo>
                  <a:pt x="131089" y="-3334"/>
                  <a:pt x="43728" y="26289"/>
                  <a:pt x="33958" y="29908"/>
                </a:cubicBezTo>
                <a:cubicBezTo>
                  <a:pt x="31492" y="31147"/>
                  <a:pt x="29026" y="33623"/>
                  <a:pt x="29026" y="37338"/>
                </a:cubicBezTo>
                <a:lnTo>
                  <a:pt x="29026" y="214694"/>
                </a:lnTo>
                <a:cubicBezTo>
                  <a:pt x="29026" y="217170"/>
                  <a:pt x="30259" y="219646"/>
                  <a:pt x="32725" y="220885"/>
                </a:cubicBezTo>
                <a:cubicBezTo>
                  <a:pt x="33958" y="222123"/>
                  <a:pt x="36424" y="222123"/>
                  <a:pt x="38891" y="220885"/>
                </a:cubicBezTo>
                <a:cubicBezTo>
                  <a:pt x="73323" y="209836"/>
                  <a:pt x="133556" y="194977"/>
                  <a:pt x="150819" y="206121"/>
                </a:cubicBezTo>
                <a:cubicBezTo>
                  <a:pt x="153285" y="208598"/>
                  <a:pt x="154518" y="211074"/>
                  <a:pt x="154518" y="214789"/>
                </a:cubicBezTo>
                <a:cubicBezTo>
                  <a:pt x="154518" y="223361"/>
                  <a:pt x="158218" y="229552"/>
                  <a:pt x="164383" y="235744"/>
                </a:cubicBezTo>
                <a:cubicBezTo>
                  <a:pt x="174248" y="241935"/>
                  <a:pt x="190184" y="244412"/>
                  <a:pt x="206214" y="244412"/>
                </a:cubicBezTo>
                <a:cubicBezTo>
                  <a:pt x="241880" y="244412"/>
                  <a:pt x="282478" y="234601"/>
                  <a:pt x="289781" y="23212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7" name="Graphic 122">
            <a:extLst>
              <a:ext uri="{FF2B5EF4-FFF2-40B4-BE49-F238E27FC236}">
                <a16:creationId xmlns:a16="http://schemas.microsoft.com/office/drawing/2014/main" id="{AAE97AA9-9394-D966-753B-BD71E8B14544}"/>
              </a:ext>
            </a:extLst>
          </p:cNvPr>
          <p:cNvSpPr/>
          <p:nvPr/>
        </p:nvSpPr>
        <p:spPr>
          <a:xfrm>
            <a:off x="7943655" y="1472174"/>
            <a:ext cx="393266" cy="474980"/>
          </a:xfrm>
          <a:custGeom>
            <a:avLst/>
            <a:gdLst>
              <a:gd name="connsiteX0" fmla="*/ 7494 w 294713"/>
              <a:gd name="connsiteY0" fmla="*/ 355949 h 355949"/>
              <a:gd name="connsiteX1" fmla="*/ 0 w 294713"/>
              <a:gd name="connsiteY1" fmla="*/ 348520 h 355949"/>
              <a:gd name="connsiteX2" fmla="*/ 0 w 294713"/>
              <a:gd name="connsiteY2" fmla="*/ 7430 h 355949"/>
              <a:gd name="connsiteX3" fmla="*/ 7494 w 294713"/>
              <a:gd name="connsiteY3" fmla="*/ 0 h 355949"/>
              <a:gd name="connsiteX4" fmla="*/ 14987 w 294713"/>
              <a:gd name="connsiteY4" fmla="*/ 7430 h 355949"/>
              <a:gd name="connsiteX5" fmla="*/ 14987 w 294713"/>
              <a:gd name="connsiteY5" fmla="*/ 348520 h 355949"/>
              <a:gd name="connsiteX6" fmla="*/ 7494 w 294713"/>
              <a:gd name="connsiteY6" fmla="*/ 355949 h 355949"/>
              <a:gd name="connsiteX7" fmla="*/ 43823 w 294713"/>
              <a:gd name="connsiteY7" fmla="*/ 204883 h 355949"/>
              <a:gd name="connsiteX8" fmla="*/ 43823 w 294713"/>
              <a:gd name="connsiteY8" fmla="*/ 42291 h 355949"/>
              <a:gd name="connsiteX9" fmla="*/ 150819 w 294713"/>
              <a:gd name="connsiteY9" fmla="*/ 28766 h 355949"/>
              <a:gd name="connsiteX10" fmla="*/ 154518 w 294713"/>
              <a:gd name="connsiteY10" fmla="*/ 37433 h 355949"/>
              <a:gd name="connsiteX11" fmla="*/ 164383 w 294713"/>
              <a:gd name="connsiteY11" fmla="*/ 58388 h 355949"/>
              <a:gd name="connsiteX12" fmla="*/ 280011 w 294713"/>
              <a:gd name="connsiteY12" fmla="*/ 57150 h 355949"/>
              <a:gd name="connsiteX13" fmla="*/ 280011 w 294713"/>
              <a:gd name="connsiteY13" fmla="*/ 219742 h 355949"/>
              <a:gd name="connsiteX14" fmla="*/ 174248 w 294713"/>
              <a:gd name="connsiteY14" fmla="*/ 223456 h 355949"/>
              <a:gd name="connsiteX15" fmla="*/ 169316 w 294713"/>
              <a:gd name="connsiteY15" fmla="*/ 214884 h 355949"/>
              <a:gd name="connsiteX16" fmla="*/ 159451 w 294713"/>
              <a:gd name="connsiteY16" fmla="*/ 195167 h 355949"/>
              <a:gd name="connsiteX17" fmla="*/ 128718 w 294713"/>
              <a:gd name="connsiteY17" fmla="*/ 187738 h 355949"/>
              <a:gd name="connsiteX18" fmla="*/ 43918 w 294713"/>
              <a:gd name="connsiteY18" fmla="*/ 204978 h 355949"/>
              <a:gd name="connsiteX19" fmla="*/ 289781 w 294713"/>
              <a:gd name="connsiteY19" fmla="*/ 231934 h 355949"/>
              <a:gd name="connsiteX20" fmla="*/ 294714 w 294713"/>
              <a:gd name="connsiteY20" fmla="*/ 225743 h 355949"/>
              <a:gd name="connsiteX21" fmla="*/ 294714 w 294713"/>
              <a:gd name="connsiteY21" fmla="*/ 47149 h 355949"/>
              <a:gd name="connsiteX22" fmla="*/ 292248 w 294713"/>
              <a:gd name="connsiteY22" fmla="*/ 40958 h 355949"/>
              <a:gd name="connsiteX23" fmla="*/ 284849 w 294713"/>
              <a:gd name="connsiteY23" fmla="*/ 39719 h 355949"/>
              <a:gd name="connsiteX24" fmla="*/ 174153 w 294713"/>
              <a:gd name="connsiteY24" fmla="*/ 45910 h 355949"/>
              <a:gd name="connsiteX25" fmla="*/ 169221 w 294713"/>
              <a:gd name="connsiteY25" fmla="*/ 37338 h 355949"/>
              <a:gd name="connsiteX26" fmla="*/ 159356 w 294713"/>
              <a:gd name="connsiteY26" fmla="*/ 17621 h 355949"/>
              <a:gd name="connsiteX27" fmla="*/ 33958 w 294713"/>
              <a:gd name="connsiteY27" fmla="*/ 29908 h 355949"/>
              <a:gd name="connsiteX28" fmla="*/ 29026 w 294713"/>
              <a:gd name="connsiteY28" fmla="*/ 37338 h 355949"/>
              <a:gd name="connsiteX29" fmla="*/ 29026 w 294713"/>
              <a:gd name="connsiteY29" fmla="*/ 214694 h 355949"/>
              <a:gd name="connsiteX30" fmla="*/ 32725 w 294713"/>
              <a:gd name="connsiteY30" fmla="*/ 220885 h 355949"/>
              <a:gd name="connsiteX31" fmla="*/ 38891 w 294713"/>
              <a:gd name="connsiteY31" fmla="*/ 220885 h 355949"/>
              <a:gd name="connsiteX32" fmla="*/ 150819 w 294713"/>
              <a:gd name="connsiteY32" fmla="*/ 206121 h 355949"/>
              <a:gd name="connsiteX33" fmla="*/ 154518 w 294713"/>
              <a:gd name="connsiteY33" fmla="*/ 214789 h 355949"/>
              <a:gd name="connsiteX34" fmla="*/ 164383 w 294713"/>
              <a:gd name="connsiteY34" fmla="*/ 235744 h 355949"/>
              <a:gd name="connsiteX35" fmla="*/ 206214 w 294713"/>
              <a:gd name="connsiteY35" fmla="*/ 244412 h 355949"/>
              <a:gd name="connsiteX36" fmla="*/ 289781 w 294713"/>
              <a:gd name="connsiteY36" fmla="*/ 232124 h 355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94713" h="355949">
                <a:moveTo>
                  <a:pt x="7494" y="355949"/>
                </a:moveTo>
                <a:cubicBezTo>
                  <a:pt x="3794" y="355949"/>
                  <a:pt x="0" y="352235"/>
                  <a:pt x="0" y="348520"/>
                </a:cubicBezTo>
                <a:lnTo>
                  <a:pt x="0" y="7430"/>
                </a:lnTo>
                <a:cubicBezTo>
                  <a:pt x="0" y="3715"/>
                  <a:pt x="3699" y="0"/>
                  <a:pt x="7494" y="0"/>
                </a:cubicBezTo>
                <a:cubicBezTo>
                  <a:pt x="11288" y="0"/>
                  <a:pt x="14987" y="3715"/>
                  <a:pt x="14987" y="7430"/>
                </a:cubicBezTo>
                <a:lnTo>
                  <a:pt x="14987" y="348520"/>
                </a:lnTo>
                <a:cubicBezTo>
                  <a:pt x="14987" y="352235"/>
                  <a:pt x="11288" y="355949"/>
                  <a:pt x="7494" y="355949"/>
                </a:cubicBezTo>
                <a:close/>
                <a:moveTo>
                  <a:pt x="43823" y="204883"/>
                </a:moveTo>
                <a:lnTo>
                  <a:pt x="43823" y="42291"/>
                </a:lnTo>
                <a:cubicBezTo>
                  <a:pt x="78255" y="31242"/>
                  <a:pt x="134789" y="17621"/>
                  <a:pt x="150819" y="28766"/>
                </a:cubicBezTo>
                <a:cubicBezTo>
                  <a:pt x="153285" y="31242"/>
                  <a:pt x="154518" y="33719"/>
                  <a:pt x="154518" y="37433"/>
                </a:cubicBezTo>
                <a:cubicBezTo>
                  <a:pt x="154518" y="46006"/>
                  <a:pt x="158218" y="52197"/>
                  <a:pt x="164383" y="58388"/>
                </a:cubicBezTo>
                <a:cubicBezTo>
                  <a:pt x="188951" y="76867"/>
                  <a:pt x="254116" y="63341"/>
                  <a:pt x="280011" y="57150"/>
                </a:cubicBezTo>
                <a:lnTo>
                  <a:pt x="280011" y="219742"/>
                </a:lnTo>
                <a:cubicBezTo>
                  <a:pt x="245579" y="228410"/>
                  <a:pt x="190279" y="235744"/>
                  <a:pt x="174248" y="223456"/>
                </a:cubicBezTo>
                <a:cubicBezTo>
                  <a:pt x="170549" y="220980"/>
                  <a:pt x="169316" y="218504"/>
                  <a:pt x="169316" y="214884"/>
                </a:cubicBezTo>
                <a:cubicBezTo>
                  <a:pt x="169316" y="206216"/>
                  <a:pt x="165616" y="198882"/>
                  <a:pt x="159451" y="195167"/>
                </a:cubicBezTo>
                <a:cubicBezTo>
                  <a:pt x="152052" y="190214"/>
                  <a:pt x="141049" y="187738"/>
                  <a:pt x="128718" y="187738"/>
                </a:cubicBezTo>
                <a:cubicBezTo>
                  <a:pt x="100451" y="187738"/>
                  <a:pt x="62320" y="198787"/>
                  <a:pt x="43918" y="204978"/>
                </a:cubicBezTo>
                <a:close/>
                <a:moveTo>
                  <a:pt x="289781" y="231934"/>
                </a:moveTo>
                <a:cubicBezTo>
                  <a:pt x="292248" y="231934"/>
                  <a:pt x="294714" y="228219"/>
                  <a:pt x="294714" y="225743"/>
                </a:cubicBezTo>
                <a:lnTo>
                  <a:pt x="294714" y="47149"/>
                </a:lnTo>
                <a:cubicBezTo>
                  <a:pt x="294714" y="44672"/>
                  <a:pt x="293481" y="43434"/>
                  <a:pt x="292248" y="40958"/>
                </a:cubicBezTo>
                <a:cubicBezTo>
                  <a:pt x="289781" y="39719"/>
                  <a:pt x="287315" y="39719"/>
                  <a:pt x="284849" y="39719"/>
                </a:cubicBezTo>
                <a:cubicBezTo>
                  <a:pt x="251650" y="49530"/>
                  <a:pt x="191417" y="59436"/>
                  <a:pt x="174153" y="45910"/>
                </a:cubicBezTo>
                <a:cubicBezTo>
                  <a:pt x="170454" y="43434"/>
                  <a:pt x="169221" y="40958"/>
                  <a:pt x="169221" y="37338"/>
                </a:cubicBezTo>
                <a:cubicBezTo>
                  <a:pt x="169221" y="28670"/>
                  <a:pt x="165522" y="21336"/>
                  <a:pt x="159356" y="17621"/>
                </a:cubicBezTo>
                <a:cubicBezTo>
                  <a:pt x="131089" y="-3334"/>
                  <a:pt x="43728" y="26289"/>
                  <a:pt x="33958" y="29908"/>
                </a:cubicBezTo>
                <a:cubicBezTo>
                  <a:pt x="31492" y="31147"/>
                  <a:pt x="29026" y="33623"/>
                  <a:pt x="29026" y="37338"/>
                </a:cubicBezTo>
                <a:lnTo>
                  <a:pt x="29026" y="214694"/>
                </a:lnTo>
                <a:cubicBezTo>
                  <a:pt x="29026" y="217170"/>
                  <a:pt x="30259" y="219646"/>
                  <a:pt x="32725" y="220885"/>
                </a:cubicBezTo>
                <a:cubicBezTo>
                  <a:pt x="33958" y="222123"/>
                  <a:pt x="36424" y="222123"/>
                  <a:pt x="38891" y="220885"/>
                </a:cubicBezTo>
                <a:cubicBezTo>
                  <a:pt x="73323" y="209836"/>
                  <a:pt x="133556" y="194977"/>
                  <a:pt x="150819" y="206121"/>
                </a:cubicBezTo>
                <a:cubicBezTo>
                  <a:pt x="153285" y="208598"/>
                  <a:pt x="154518" y="211074"/>
                  <a:pt x="154518" y="214789"/>
                </a:cubicBezTo>
                <a:cubicBezTo>
                  <a:pt x="154518" y="223361"/>
                  <a:pt x="158218" y="229552"/>
                  <a:pt x="164383" y="235744"/>
                </a:cubicBezTo>
                <a:cubicBezTo>
                  <a:pt x="174248" y="241935"/>
                  <a:pt x="190184" y="244412"/>
                  <a:pt x="206214" y="244412"/>
                </a:cubicBezTo>
                <a:cubicBezTo>
                  <a:pt x="241880" y="244412"/>
                  <a:pt x="282478" y="234601"/>
                  <a:pt x="289781" y="23212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8" name="Graphic 122">
            <a:extLst>
              <a:ext uri="{FF2B5EF4-FFF2-40B4-BE49-F238E27FC236}">
                <a16:creationId xmlns:a16="http://schemas.microsoft.com/office/drawing/2014/main" id="{9C31B931-8E79-463F-032E-E1290E17CA59}"/>
              </a:ext>
            </a:extLst>
          </p:cNvPr>
          <p:cNvSpPr/>
          <p:nvPr/>
        </p:nvSpPr>
        <p:spPr>
          <a:xfrm>
            <a:off x="7172130" y="1475349"/>
            <a:ext cx="393266" cy="474980"/>
          </a:xfrm>
          <a:custGeom>
            <a:avLst/>
            <a:gdLst>
              <a:gd name="connsiteX0" fmla="*/ 7494 w 294713"/>
              <a:gd name="connsiteY0" fmla="*/ 355949 h 355949"/>
              <a:gd name="connsiteX1" fmla="*/ 0 w 294713"/>
              <a:gd name="connsiteY1" fmla="*/ 348520 h 355949"/>
              <a:gd name="connsiteX2" fmla="*/ 0 w 294713"/>
              <a:gd name="connsiteY2" fmla="*/ 7430 h 355949"/>
              <a:gd name="connsiteX3" fmla="*/ 7494 w 294713"/>
              <a:gd name="connsiteY3" fmla="*/ 0 h 355949"/>
              <a:gd name="connsiteX4" fmla="*/ 14987 w 294713"/>
              <a:gd name="connsiteY4" fmla="*/ 7430 h 355949"/>
              <a:gd name="connsiteX5" fmla="*/ 14987 w 294713"/>
              <a:gd name="connsiteY5" fmla="*/ 348520 h 355949"/>
              <a:gd name="connsiteX6" fmla="*/ 7494 w 294713"/>
              <a:gd name="connsiteY6" fmla="*/ 355949 h 355949"/>
              <a:gd name="connsiteX7" fmla="*/ 43823 w 294713"/>
              <a:gd name="connsiteY7" fmla="*/ 204883 h 355949"/>
              <a:gd name="connsiteX8" fmla="*/ 43823 w 294713"/>
              <a:gd name="connsiteY8" fmla="*/ 42291 h 355949"/>
              <a:gd name="connsiteX9" fmla="*/ 150819 w 294713"/>
              <a:gd name="connsiteY9" fmla="*/ 28766 h 355949"/>
              <a:gd name="connsiteX10" fmla="*/ 154518 w 294713"/>
              <a:gd name="connsiteY10" fmla="*/ 37433 h 355949"/>
              <a:gd name="connsiteX11" fmla="*/ 164383 w 294713"/>
              <a:gd name="connsiteY11" fmla="*/ 58388 h 355949"/>
              <a:gd name="connsiteX12" fmla="*/ 280011 w 294713"/>
              <a:gd name="connsiteY12" fmla="*/ 57150 h 355949"/>
              <a:gd name="connsiteX13" fmla="*/ 280011 w 294713"/>
              <a:gd name="connsiteY13" fmla="*/ 219742 h 355949"/>
              <a:gd name="connsiteX14" fmla="*/ 174248 w 294713"/>
              <a:gd name="connsiteY14" fmla="*/ 223456 h 355949"/>
              <a:gd name="connsiteX15" fmla="*/ 169316 w 294713"/>
              <a:gd name="connsiteY15" fmla="*/ 214884 h 355949"/>
              <a:gd name="connsiteX16" fmla="*/ 159451 w 294713"/>
              <a:gd name="connsiteY16" fmla="*/ 195167 h 355949"/>
              <a:gd name="connsiteX17" fmla="*/ 128718 w 294713"/>
              <a:gd name="connsiteY17" fmla="*/ 187738 h 355949"/>
              <a:gd name="connsiteX18" fmla="*/ 43918 w 294713"/>
              <a:gd name="connsiteY18" fmla="*/ 204978 h 355949"/>
              <a:gd name="connsiteX19" fmla="*/ 289781 w 294713"/>
              <a:gd name="connsiteY19" fmla="*/ 231934 h 355949"/>
              <a:gd name="connsiteX20" fmla="*/ 294714 w 294713"/>
              <a:gd name="connsiteY20" fmla="*/ 225743 h 355949"/>
              <a:gd name="connsiteX21" fmla="*/ 294714 w 294713"/>
              <a:gd name="connsiteY21" fmla="*/ 47149 h 355949"/>
              <a:gd name="connsiteX22" fmla="*/ 292248 w 294713"/>
              <a:gd name="connsiteY22" fmla="*/ 40958 h 355949"/>
              <a:gd name="connsiteX23" fmla="*/ 284849 w 294713"/>
              <a:gd name="connsiteY23" fmla="*/ 39719 h 355949"/>
              <a:gd name="connsiteX24" fmla="*/ 174153 w 294713"/>
              <a:gd name="connsiteY24" fmla="*/ 45910 h 355949"/>
              <a:gd name="connsiteX25" fmla="*/ 169221 w 294713"/>
              <a:gd name="connsiteY25" fmla="*/ 37338 h 355949"/>
              <a:gd name="connsiteX26" fmla="*/ 159356 w 294713"/>
              <a:gd name="connsiteY26" fmla="*/ 17621 h 355949"/>
              <a:gd name="connsiteX27" fmla="*/ 33958 w 294713"/>
              <a:gd name="connsiteY27" fmla="*/ 29908 h 355949"/>
              <a:gd name="connsiteX28" fmla="*/ 29026 w 294713"/>
              <a:gd name="connsiteY28" fmla="*/ 37338 h 355949"/>
              <a:gd name="connsiteX29" fmla="*/ 29026 w 294713"/>
              <a:gd name="connsiteY29" fmla="*/ 214694 h 355949"/>
              <a:gd name="connsiteX30" fmla="*/ 32725 w 294713"/>
              <a:gd name="connsiteY30" fmla="*/ 220885 h 355949"/>
              <a:gd name="connsiteX31" fmla="*/ 38891 w 294713"/>
              <a:gd name="connsiteY31" fmla="*/ 220885 h 355949"/>
              <a:gd name="connsiteX32" fmla="*/ 150819 w 294713"/>
              <a:gd name="connsiteY32" fmla="*/ 206121 h 355949"/>
              <a:gd name="connsiteX33" fmla="*/ 154518 w 294713"/>
              <a:gd name="connsiteY33" fmla="*/ 214789 h 355949"/>
              <a:gd name="connsiteX34" fmla="*/ 164383 w 294713"/>
              <a:gd name="connsiteY34" fmla="*/ 235744 h 355949"/>
              <a:gd name="connsiteX35" fmla="*/ 206214 w 294713"/>
              <a:gd name="connsiteY35" fmla="*/ 244412 h 355949"/>
              <a:gd name="connsiteX36" fmla="*/ 289781 w 294713"/>
              <a:gd name="connsiteY36" fmla="*/ 232124 h 355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94713" h="355949">
                <a:moveTo>
                  <a:pt x="7494" y="355949"/>
                </a:moveTo>
                <a:cubicBezTo>
                  <a:pt x="3794" y="355949"/>
                  <a:pt x="0" y="352235"/>
                  <a:pt x="0" y="348520"/>
                </a:cubicBezTo>
                <a:lnTo>
                  <a:pt x="0" y="7430"/>
                </a:lnTo>
                <a:cubicBezTo>
                  <a:pt x="0" y="3715"/>
                  <a:pt x="3699" y="0"/>
                  <a:pt x="7494" y="0"/>
                </a:cubicBezTo>
                <a:cubicBezTo>
                  <a:pt x="11288" y="0"/>
                  <a:pt x="14987" y="3715"/>
                  <a:pt x="14987" y="7430"/>
                </a:cubicBezTo>
                <a:lnTo>
                  <a:pt x="14987" y="348520"/>
                </a:lnTo>
                <a:cubicBezTo>
                  <a:pt x="14987" y="352235"/>
                  <a:pt x="11288" y="355949"/>
                  <a:pt x="7494" y="355949"/>
                </a:cubicBezTo>
                <a:close/>
                <a:moveTo>
                  <a:pt x="43823" y="204883"/>
                </a:moveTo>
                <a:lnTo>
                  <a:pt x="43823" y="42291"/>
                </a:lnTo>
                <a:cubicBezTo>
                  <a:pt x="78255" y="31242"/>
                  <a:pt x="134789" y="17621"/>
                  <a:pt x="150819" y="28766"/>
                </a:cubicBezTo>
                <a:cubicBezTo>
                  <a:pt x="153285" y="31242"/>
                  <a:pt x="154518" y="33719"/>
                  <a:pt x="154518" y="37433"/>
                </a:cubicBezTo>
                <a:cubicBezTo>
                  <a:pt x="154518" y="46006"/>
                  <a:pt x="158218" y="52197"/>
                  <a:pt x="164383" y="58388"/>
                </a:cubicBezTo>
                <a:cubicBezTo>
                  <a:pt x="188951" y="76867"/>
                  <a:pt x="254116" y="63341"/>
                  <a:pt x="280011" y="57150"/>
                </a:cubicBezTo>
                <a:lnTo>
                  <a:pt x="280011" y="219742"/>
                </a:lnTo>
                <a:cubicBezTo>
                  <a:pt x="245579" y="228410"/>
                  <a:pt x="190279" y="235744"/>
                  <a:pt x="174248" y="223456"/>
                </a:cubicBezTo>
                <a:cubicBezTo>
                  <a:pt x="170549" y="220980"/>
                  <a:pt x="169316" y="218504"/>
                  <a:pt x="169316" y="214884"/>
                </a:cubicBezTo>
                <a:cubicBezTo>
                  <a:pt x="169316" y="206216"/>
                  <a:pt x="165616" y="198882"/>
                  <a:pt x="159451" y="195167"/>
                </a:cubicBezTo>
                <a:cubicBezTo>
                  <a:pt x="152052" y="190214"/>
                  <a:pt x="141049" y="187738"/>
                  <a:pt x="128718" y="187738"/>
                </a:cubicBezTo>
                <a:cubicBezTo>
                  <a:pt x="100451" y="187738"/>
                  <a:pt x="62320" y="198787"/>
                  <a:pt x="43918" y="204978"/>
                </a:cubicBezTo>
                <a:close/>
                <a:moveTo>
                  <a:pt x="289781" y="231934"/>
                </a:moveTo>
                <a:cubicBezTo>
                  <a:pt x="292248" y="231934"/>
                  <a:pt x="294714" y="228219"/>
                  <a:pt x="294714" y="225743"/>
                </a:cubicBezTo>
                <a:lnTo>
                  <a:pt x="294714" y="47149"/>
                </a:lnTo>
                <a:cubicBezTo>
                  <a:pt x="294714" y="44672"/>
                  <a:pt x="293481" y="43434"/>
                  <a:pt x="292248" y="40958"/>
                </a:cubicBezTo>
                <a:cubicBezTo>
                  <a:pt x="289781" y="39719"/>
                  <a:pt x="287315" y="39719"/>
                  <a:pt x="284849" y="39719"/>
                </a:cubicBezTo>
                <a:cubicBezTo>
                  <a:pt x="251650" y="49530"/>
                  <a:pt x="191417" y="59436"/>
                  <a:pt x="174153" y="45910"/>
                </a:cubicBezTo>
                <a:cubicBezTo>
                  <a:pt x="170454" y="43434"/>
                  <a:pt x="169221" y="40958"/>
                  <a:pt x="169221" y="37338"/>
                </a:cubicBezTo>
                <a:cubicBezTo>
                  <a:pt x="169221" y="28670"/>
                  <a:pt x="165522" y="21336"/>
                  <a:pt x="159356" y="17621"/>
                </a:cubicBezTo>
                <a:cubicBezTo>
                  <a:pt x="131089" y="-3334"/>
                  <a:pt x="43728" y="26289"/>
                  <a:pt x="33958" y="29908"/>
                </a:cubicBezTo>
                <a:cubicBezTo>
                  <a:pt x="31492" y="31147"/>
                  <a:pt x="29026" y="33623"/>
                  <a:pt x="29026" y="37338"/>
                </a:cubicBezTo>
                <a:lnTo>
                  <a:pt x="29026" y="214694"/>
                </a:lnTo>
                <a:cubicBezTo>
                  <a:pt x="29026" y="217170"/>
                  <a:pt x="30259" y="219646"/>
                  <a:pt x="32725" y="220885"/>
                </a:cubicBezTo>
                <a:cubicBezTo>
                  <a:pt x="33958" y="222123"/>
                  <a:pt x="36424" y="222123"/>
                  <a:pt x="38891" y="220885"/>
                </a:cubicBezTo>
                <a:cubicBezTo>
                  <a:pt x="73323" y="209836"/>
                  <a:pt x="133556" y="194977"/>
                  <a:pt x="150819" y="206121"/>
                </a:cubicBezTo>
                <a:cubicBezTo>
                  <a:pt x="153285" y="208598"/>
                  <a:pt x="154518" y="211074"/>
                  <a:pt x="154518" y="214789"/>
                </a:cubicBezTo>
                <a:cubicBezTo>
                  <a:pt x="154518" y="223361"/>
                  <a:pt x="158218" y="229552"/>
                  <a:pt x="164383" y="235744"/>
                </a:cubicBezTo>
                <a:cubicBezTo>
                  <a:pt x="174248" y="241935"/>
                  <a:pt x="190184" y="244412"/>
                  <a:pt x="206214" y="244412"/>
                </a:cubicBezTo>
                <a:cubicBezTo>
                  <a:pt x="241880" y="244412"/>
                  <a:pt x="282478" y="234601"/>
                  <a:pt x="289781" y="23212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1" name="Graphic 129">
            <a:extLst>
              <a:ext uri="{FF2B5EF4-FFF2-40B4-BE49-F238E27FC236}">
                <a16:creationId xmlns:a16="http://schemas.microsoft.com/office/drawing/2014/main" id="{500D9600-880D-14DF-719D-3482DBAA694C}"/>
              </a:ext>
            </a:extLst>
          </p:cNvPr>
          <p:cNvSpPr/>
          <p:nvPr/>
        </p:nvSpPr>
        <p:spPr>
          <a:xfrm>
            <a:off x="8773663" y="842945"/>
            <a:ext cx="436880" cy="418471"/>
          </a:xfrm>
          <a:custGeom>
            <a:avLst/>
            <a:gdLst>
              <a:gd name="connsiteX0" fmla="*/ 162202 w 326110"/>
              <a:gd name="connsiteY0" fmla="*/ 240983 h 312368"/>
              <a:gd name="connsiteX1" fmla="*/ 167324 w 326110"/>
              <a:gd name="connsiteY1" fmla="*/ 242697 h 312368"/>
              <a:gd name="connsiteX2" fmla="*/ 244156 w 326110"/>
              <a:gd name="connsiteY2" fmla="*/ 282321 h 312368"/>
              <a:gd name="connsiteX3" fmla="*/ 228790 w 326110"/>
              <a:gd name="connsiteY3" fmla="*/ 197929 h 312368"/>
              <a:gd name="connsiteX4" fmla="*/ 232204 w 326110"/>
              <a:gd name="connsiteY4" fmla="*/ 189357 h 312368"/>
              <a:gd name="connsiteX5" fmla="*/ 293670 w 326110"/>
              <a:gd name="connsiteY5" fmla="*/ 129064 h 312368"/>
              <a:gd name="connsiteX6" fmla="*/ 208301 w 326110"/>
              <a:gd name="connsiteY6" fmla="*/ 116967 h 312368"/>
              <a:gd name="connsiteX7" fmla="*/ 201472 w 326110"/>
              <a:gd name="connsiteY7" fmla="*/ 110109 h 312368"/>
              <a:gd name="connsiteX8" fmla="*/ 162202 w 326110"/>
              <a:gd name="connsiteY8" fmla="*/ 34290 h 312368"/>
              <a:gd name="connsiteX9" fmla="*/ 124639 w 326110"/>
              <a:gd name="connsiteY9" fmla="*/ 110109 h 312368"/>
              <a:gd name="connsiteX10" fmla="*/ 117810 w 326110"/>
              <a:gd name="connsiteY10" fmla="*/ 116967 h 312368"/>
              <a:gd name="connsiteX11" fmla="*/ 32440 w 326110"/>
              <a:gd name="connsiteY11" fmla="*/ 129064 h 312368"/>
              <a:gd name="connsiteX12" fmla="*/ 93906 w 326110"/>
              <a:gd name="connsiteY12" fmla="*/ 189357 h 312368"/>
              <a:gd name="connsiteX13" fmla="*/ 97321 w 326110"/>
              <a:gd name="connsiteY13" fmla="*/ 197929 h 312368"/>
              <a:gd name="connsiteX14" fmla="*/ 81955 w 326110"/>
              <a:gd name="connsiteY14" fmla="*/ 282321 h 312368"/>
              <a:gd name="connsiteX15" fmla="*/ 158787 w 326110"/>
              <a:gd name="connsiteY15" fmla="*/ 242697 h 312368"/>
              <a:gd name="connsiteX16" fmla="*/ 162202 w 326110"/>
              <a:gd name="connsiteY16" fmla="*/ 240983 h 312368"/>
              <a:gd name="connsiteX17" fmla="*/ 257815 w 326110"/>
              <a:gd name="connsiteY17" fmla="*/ 311658 h 312368"/>
              <a:gd name="connsiteX18" fmla="*/ 252693 w 326110"/>
              <a:gd name="connsiteY18" fmla="*/ 311658 h 312368"/>
              <a:gd name="connsiteX19" fmla="*/ 162202 w 326110"/>
              <a:gd name="connsiteY19" fmla="*/ 263462 h 312368"/>
              <a:gd name="connsiteX20" fmla="*/ 73418 w 326110"/>
              <a:gd name="connsiteY20" fmla="*/ 311658 h 312368"/>
              <a:gd name="connsiteX21" fmla="*/ 63173 w 326110"/>
              <a:gd name="connsiteY21" fmla="*/ 309944 h 312368"/>
              <a:gd name="connsiteX22" fmla="*/ 58051 w 326110"/>
              <a:gd name="connsiteY22" fmla="*/ 299561 h 312368"/>
              <a:gd name="connsiteX23" fmla="*/ 75125 w 326110"/>
              <a:gd name="connsiteY23" fmla="*/ 199644 h 312368"/>
              <a:gd name="connsiteX24" fmla="*/ 3415 w 326110"/>
              <a:gd name="connsiteY24" fmla="*/ 129064 h 312368"/>
              <a:gd name="connsiteX25" fmla="*/ 0 w 326110"/>
              <a:gd name="connsiteY25" fmla="*/ 118777 h 312368"/>
              <a:gd name="connsiteX26" fmla="*/ 8537 w 326110"/>
              <a:gd name="connsiteY26" fmla="*/ 111919 h 312368"/>
              <a:gd name="connsiteX27" fmla="*/ 109273 w 326110"/>
              <a:gd name="connsiteY27" fmla="*/ 96393 h 312368"/>
              <a:gd name="connsiteX28" fmla="*/ 153665 w 326110"/>
              <a:gd name="connsiteY28" fmla="*/ 5144 h 312368"/>
              <a:gd name="connsiteX29" fmla="*/ 162202 w 326110"/>
              <a:gd name="connsiteY29" fmla="*/ 0 h 312368"/>
              <a:gd name="connsiteX30" fmla="*/ 172446 w 326110"/>
              <a:gd name="connsiteY30" fmla="*/ 5144 h 312368"/>
              <a:gd name="connsiteX31" fmla="*/ 216838 w 326110"/>
              <a:gd name="connsiteY31" fmla="*/ 96393 h 312368"/>
              <a:gd name="connsiteX32" fmla="*/ 317574 w 326110"/>
              <a:gd name="connsiteY32" fmla="*/ 111919 h 312368"/>
              <a:gd name="connsiteX33" fmla="*/ 326111 w 326110"/>
              <a:gd name="connsiteY33" fmla="*/ 118777 h 312368"/>
              <a:gd name="connsiteX34" fmla="*/ 322696 w 326110"/>
              <a:gd name="connsiteY34" fmla="*/ 129064 h 312368"/>
              <a:gd name="connsiteX35" fmla="*/ 250986 w 326110"/>
              <a:gd name="connsiteY35" fmla="*/ 199644 h 312368"/>
              <a:gd name="connsiteX36" fmla="*/ 268060 w 326110"/>
              <a:gd name="connsiteY36" fmla="*/ 299561 h 312368"/>
              <a:gd name="connsiteX37" fmla="*/ 262937 w 326110"/>
              <a:gd name="connsiteY37" fmla="*/ 309944 h 312368"/>
              <a:gd name="connsiteX38" fmla="*/ 257815 w 326110"/>
              <a:gd name="connsiteY38" fmla="*/ 311658 h 31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6110" h="312368">
                <a:moveTo>
                  <a:pt x="162202" y="240983"/>
                </a:moveTo>
                <a:cubicBezTo>
                  <a:pt x="163909" y="240983"/>
                  <a:pt x="165616" y="242697"/>
                  <a:pt x="167324" y="242697"/>
                </a:cubicBezTo>
                <a:lnTo>
                  <a:pt x="244156" y="282321"/>
                </a:lnTo>
                <a:lnTo>
                  <a:pt x="228790" y="197929"/>
                </a:lnTo>
                <a:cubicBezTo>
                  <a:pt x="228790" y="194500"/>
                  <a:pt x="230497" y="191072"/>
                  <a:pt x="232204" y="189357"/>
                </a:cubicBezTo>
                <a:lnTo>
                  <a:pt x="293670" y="129064"/>
                </a:lnTo>
                <a:lnTo>
                  <a:pt x="208301" y="116967"/>
                </a:lnTo>
                <a:cubicBezTo>
                  <a:pt x="204886" y="115252"/>
                  <a:pt x="203179" y="113538"/>
                  <a:pt x="201472" y="110109"/>
                </a:cubicBezTo>
                <a:lnTo>
                  <a:pt x="162202" y="34290"/>
                </a:lnTo>
                <a:lnTo>
                  <a:pt x="124639" y="110109"/>
                </a:lnTo>
                <a:cubicBezTo>
                  <a:pt x="122932" y="113538"/>
                  <a:pt x="121224" y="115252"/>
                  <a:pt x="117810" y="116967"/>
                </a:cubicBezTo>
                <a:lnTo>
                  <a:pt x="32440" y="129064"/>
                </a:lnTo>
                <a:lnTo>
                  <a:pt x="93906" y="189357"/>
                </a:lnTo>
                <a:cubicBezTo>
                  <a:pt x="95614" y="191072"/>
                  <a:pt x="97321" y="194500"/>
                  <a:pt x="97321" y="197929"/>
                </a:cubicBezTo>
                <a:lnTo>
                  <a:pt x="81955" y="282321"/>
                </a:lnTo>
                <a:lnTo>
                  <a:pt x="158787" y="242697"/>
                </a:lnTo>
                <a:cubicBezTo>
                  <a:pt x="160494" y="242697"/>
                  <a:pt x="160494" y="240983"/>
                  <a:pt x="162202" y="240983"/>
                </a:cubicBezTo>
                <a:close/>
                <a:moveTo>
                  <a:pt x="257815" y="311658"/>
                </a:moveTo>
                <a:lnTo>
                  <a:pt x="252693" y="311658"/>
                </a:lnTo>
                <a:lnTo>
                  <a:pt x="162202" y="263462"/>
                </a:lnTo>
                <a:lnTo>
                  <a:pt x="73418" y="311658"/>
                </a:lnTo>
                <a:cubicBezTo>
                  <a:pt x="70003" y="313373"/>
                  <a:pt x="64881" y="311658"/>
                  <a:pt x="63173" y="309944"/>
                </a:cubicBezTo>
                <a:cubicBezTo>
                  <a:pt x="59758" y="308229"/>
                  <a:pt x="58051" y="303086"/>
                  <a:pt x="58051" y="299561"/>
                </a:cubicBezTo>
                <a:lnTo>
                  <a:pt x="75125" y="199644"/>
                </a:lnTo>
                <a:lnTo>
                  <a:pt x="3415" y="129064"/>
                </a:lnTo>
                <a:cubicBezTo>
                  <a:pt x="0" y="125635"/>
                  <a:pt x="0" y="122206"/>
                  <a:pt x="0" y="118777"/>
                </a:cubicBezTo>
                <a:cubicBezTo>
                  <a:pt x="1707" y="115348"/>
                  <a:pt x="5122" y="111919"/>
                  <a:pt x="8537" y="111919"/>
                </a:cubicBezTo>
                <a:lnTo>
                  <a:pt x="109273" y="96393"/>
                </a:lnTo>
                <a:lnTo>
                  <a:pt x="153665" y="5144"/>
                </a:lnTo>
                <a:cubicBezTo>
                  <a:pt x="155372" y="1715"/>
                  <a:pt x="158787" y="0"/>
                  <a:pt x="162202" y="0"/>
                </a:cubicBezTo>
                <a:cubicBezTo>
                  <a:pt x="167324" y="0"/>
                  <a:pt x="170739" y="1715"/>
                  <a:pt x="172446" y="5144"/>
                </a:cubicBezTo>
                <a:lnTo>
                  <a:pt x="216838" y="96393"/>
                </a:lnTo>
                <a:lnTo>
                  <a:pt x="317574" y="111919"/>
                </a:lnTo>
                <a:cubicBezTo>
                  <a:pt x="320989" y="111919"/>
                  <a:pt x="324403" y="115348"/>
                  <a:pt x="326111" y="118777"/>
                </a:cubicBezTo>
                <a:cubicBezTo>
                  <a:pt x="326111" y="122206"/>
                  <a:pt x="326111" y="125635"/>
                  <a:pt x="322696" y="129064"/>
                </a:cubicBezTo>
                <a:lnTo>
                  <a:pt x="250986" y="199644"/>
                </a:lnTo>
                <a:lnTo>
                  <a:pt x="268060" y="299561"/>
                </a:lnTo>
                <a:cubicBezTo>
                  <a:pt x="268060" y="302990"/>
                  <a:pt x="266352" y="308134"/>
                  <a:pt x="262937" y="309944"/>
                </a:cubicBezTo>
                <a:cubicBezTo>
                  <a:pt x="261230" y="311658"/>
                  <a:pt x="259523" y="311658"/>
                  <a:pt x="257815" y="31165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2" name="Graphic 129">
            <a:extLst>
              <a:ext uri="{FF2B5EF4-FFF2-40B4-BE49-F238E27FC236}">
                <a16:creationId xmlns:a16="http://schemas.microsoft.com/office/drawing/2014/main" id="{8C9716E7-3DC7-0A39-CE42-F5F3E731A979}"/>
              </a:ext>
            </a:extLst>
          </p:cNvPr>
          <p:cNvSpPr/>
          <p:nvPr/>
        </p:nvSpPr>
        <p:spPr>
          <a:xfrm>
            <a:off x="9545188" y="842945"/>
            <a:ext cx="436880" cy="418471"/>
          </a:xfrm>
          <a:custGeom>
            <a:avLst/>
            <a:gdLst>
              <a:gd name="connsiteX0" fmla="*/ 162202 w 326110"/>
              <a:gd name="connsiteY0" fmla="*/ 240983 h 312368"/>
              <a:gd name="connsiteX1" fmla="*/ 167324 w 326110"/>
              <a:gd name="connsiteY1" fmla="*/ 242697 h 312368"/>
              <a:gd name="connsiteX2" fmla="*/ 244156 w 326110"/>
              <a:gd name="connsiteY2" fmla="*/ 282321 h 312368"/>
              <a:gd name="connsiteX3" fmla="*/ 228790 w 326110"/>
              <a:gd name="connsiteY3" fmla="*/ 197929 h 312368"/>
              <a:gd name="connsiteX4" fmla="*/ 232204 w 326110"/>
              <a:gd name="connsiteY4" fmla="*/ 189357 h 312368"/>
              <a:gd name="connsiteX5" fmla="*/ 293670 w 326110"/>
              <a:gd name="connsiteY5" fmla="*/ 129064 h 312368"/>
              <a:gd name="connsiteX6" fmla="*/ 208301 w 326110"/>
              <a:gd name="connsiteY6" fmla="*/ 116967 h 312368"/>
              <a:gd name="connsiteX7" fmla="*/ 201472 w 326110"/>
              <a:gd name="connsiteY7" fmla="*/ 110109 h 312368"/>
              <a:gd name="connsiteX8" fmla="*/ 162202 w 326110"/>
              <a:gd name="connsiteY8" fmla="*/ 34290 h 312368"/>
              <a:gd name="connsiteX9" fmla="*/ 124639 w 326110"/>
              <a:gd name="connsiteY9" fmla="*/ 110109 h 312368"/>
              <a:gd name="connsiteX10" fmla="*/ 117810 w 326110"/>
              <a:gd name="connsiteY10" fmla="*/ 116967 h 312368"/>
              <a:gd name="connsiteX11" fmla="*/ 32440 w 326110"/>
              <a:gd name="connsiteY11" fmla="*/ 129064 h 312368"/>
              <a:gd name="connsiteX12" fmla="*/ 93906 w 326110"/>
              <a:gd name="connsiteY12" fmla="*/ 189357 h 312368"/>
              <a:gd name="connsiteX13" fmla="*/ 97321 w 326110"/>
              <a:gd name="connsiteY13" fmla="*/ 197929 h 312368"/>
              <a:gd name="connsiteX14" fmla="*/ 81955 w 326110"/>
              <a:gd name="connsiteY14" fmla="*/ 282321 h 312368"/>
              <a:gd name="connsiteX15" fmla="*/ 158787 w 326110"/>
              <a:gd name="connsiteY15" fmla="*/ 242697 h 312368"/>
              <a:gd name="connsiteX16" fmla="*/ 162202 w 326110"/>
              <a:gd name="connsiteY16" fmla="*/ 240983 h 312368"/>
              <a:gd name="connsiteX17" fmla="*/ 257815 w 326110"/>
              <a:gd name="connsiteY17" fmla="*/ 311658 h 312368"/>
              <a:gd name="connsiteX18" fmla="*/ 252693 w 326110"/>
              <a:gd name="connsiteY18" fmla="*/ 311658 h 312368"/>
              <a:gd name="connsiteX19" fmla="*/ 162202 w 326110"/>
              <a:gd name="connsiteY19" fmla="*/ 263462 h 312368"/>
              <a:gd name="connsiteX20" fmla="*/ 73418 w 326110"/>
              <a:gd name="connsiteY20" fmla="*/ 311658 h 312368"/>
              <a:gd name="connsiteX21" fmla="*/ 63173 w 326110"/>
              <a:gd name="connsiteY21" fmla="*/ 309944 h 312368"/>
              <a:gd name="connsiteX22" fmla="*/ 58051 w 326110"/>
              <a:gd name="connsiteY22" fmla="*/ 299561 h 312368"/>
              <a:gd name="connsiteX23" fmla="*/ 75125 w 326110"/>
              <a:gd name="connsiteY23" fmla="*/ 199644 h 312368"/>
              <a:gd name="connsiteX24" fmla="*/ 3415 w 326110"/>
              <a:gd name="connsiteY24" fmla="*/ 129064 h 312368"/>
              <a:gd name="connsiteX25" fmla="*/ 0 w 326110"/>
              <a:gd name="connsiteY25" fmla="*/ 118777 h 312368"/>
              <a:gd name="connsiteX26" fmla="*/ 8537 w 326110"/>
              <a:gd name="connsiteY26" fmla="*/ 111919 h 312368"/>
              <a:gd name="connsiteX27" fmla="*/ 109273 w 326110"/>
              <a:gd name="connsiteY27" fmla="*/ 96393 h 312368"/>
              <a:gd name="connsiteX28" fmla="*/ 153665 w 326110"/>
              <a:gd name="connsiteY28" fmla="*/ 5144 h 312368"/>
              <a:gd name="connsiteX29" fmla="*/ 162202 w 326110"/>
              <a:gd name="connsiteY29" fmla="*/ 0 h 312368"/>
              <a:gd name="connsiteX30" fmla="*/ 172446 w 326110"/>
              <a:gd name="connsiteY30" fmla="*/ 5144 h 312368"/>
              <a:gd name="connsiteX31" fmla="*/ 216838 w 326110"/>
              <a:gd name="connsiteY31" fmla="*/ 96393 h 312368"/>
              <a:gd name="connsiteX32" fmla="*/ 317574 w 326110"/>
              <a:gd name="connsiteY32" fmla="*/ 111919 h 312368"/>
              <a:gd name="connsiteX33" fmla="*/ 326111 w 326110"/>
              <a:gd name="connsiteY33" fmla="*/ 118777 h 312368"/>
              <a:gd name="connsiteX34" fmla="*/ 322696 w 326110"/>
              <a:gd name="connsiteY34" fmla="*/ 129064 h 312368"/>
              <a:gd name="connsiteX35" fmla="*/ 250986 w 326110"/>
              <a:gd name="connsiteY35" fmla="*/ 199644 h 312368"/>
              <a:gd name="connsiteX36" fmla="*/ 268060 w 326110"/>
              <a:gd name="connsiteY36" fmla="*/ 299561 h 312368"/>
              <a:gd name="connsiteX37" fmla="*/ 262937 w 326110"/>
              <a:gd name="connsiteY37" fmla="*/ 309944 h 312368"/>
              <a:gd name="connsiteX38" fmla="*/ 257815 w 326110"/>
              <a:gd name="connsiteY38" fmla="*/ 311658 h 31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6110" h="312368">
                <a:moveTo>
                  <a:pt x="162202" y="240983"/>
                </a:moveTo>
                <a:cubicBezTo>
                  <a:pt x="163909" y="240983"/>
                  <a:pt x="165616" y="242697"/>
                  <a:pt x="167324" y="242697"/>
                </a:cubicBezTo>
                <a:lnTo>
                  <a:pt x="244156" y="282321"/>
                </a:lnTo>
                <a:lnTo>
                  <a:pt x="228790" y="197929"/>
                </a:lnTo>
                <a:cubicBezTo>
                  <a:pt x="228790" y="194500"/>
                  <a:pt x="230497" y="191072"/>
                  <a:pt x="232204" y="189357"/>
                </a:cubicBezTo>
                <a:lnTo>
                  <a:pt x="293670" y="129064"/>
                </a:lnTo>
                <a:lnTo>
                  <a:pt x="208301" y="116967"/>
                </a:lnTo>
                <a:cubicBezTo>
                  <a:pt x="204886" y="115252"/>
                  <a:pt x="203179" y="113538"/>
                  <a:pt x="201472" y="110109"/>
                </a:cubicBezTo>
                <a:lnTo>
                  <a:pt x="162202" y="34290"/>
                </a:lnTo>
                <a:lnTo>
                  <a:pt x="124639" y="110109"/>
                </a:lnTo>
                <a:cubicBezTo>
                  <a:pt x="122932" y="113538"/>
                  <a:pt x="121224" y="115252"/>
                  <a:pt x="117810" y="116967"/>
                </a:cubicBezTo>
                <a:lnTo>
                  <a:pt x="32440" y="129064"/>
                </a:lnTo>
                <a:lnTo>
                  <a:pt x="93906" y="189357"/>
                </a:lnTo>
                <a:cubicBezTo>
                  <a:pt x="95614" y="191072"/>
                  <a:pt x="97321" y="194500"/>
                  <a:pt x="97321" y="197929"/>
                </a:cubicBezTo>
                <a:lnTo>
                  <a:pt x="81955" y="282321"/>
                </a:lnTo>
                <a:lnTo>
                  <a:pt x="158787" y="242697"/>
                </a:lnTo>
                <a:cubicBezTo>
                  <a:pt x="160494" y="242697"/>
                  <a:pt x="160494" y="240983"/>
                  <a:pt x="162202" y="240983"/>
                </a:cubicBezTo>
                <a:close/>
                <a:moveTo>
                  <a:pt x="257815" y="311658"/>
                </a:moveTo>
                <a:lnTo>
                  <a:pt x="252693" y="311658"/>
                </a:lnTo>
                <a:lnTo>
                  <a:pt x="162202" y="263462"/>
                </a:lnTo>
                <a:lnTo>
                  <a:pt x="73418" y="311658"/>
                </a:lnTo>
                <a:cubicBezTo>
                  <a:pt x="70003" y="313373"/>
                  <a:pt x="64881" y="311658"/>
                  <a:pt x="63173" y="309944"/>
                </a:cubicBezTo>
                <a:cubicBezTo>
                  <a:pt x="59758" y="308229"/>
                  <a:pt x="58051" y="303086"/>
                  <a:pt x="58051" y="299561"/>
                </a:cubicBezTo>
                <a:lnTo>
                  <a:pt x="75125" y="199644"/>
                </a:lnTo>
                <a:lnTo>
                  <a:pt x="3415" y="129064"/>
                </a:lnTo>
                <a:cubicBezTo>
                  <a:pt x="0" y="125635"/>
                  <a:pt x="0" y="122206"/>
                  <a:pt x="0" y="118777"/>
                </a:cubicBezTo>
                <a:cubicBezTo>
                  <a:pt x="1707" y="115348"/>
                  <a:pt x="5122" y="111919"/>
                  <a:pt x="8537" y="111919"/>
                </a:cubicBezTo>
                <a:lnTo>
                  <a:pt x="109273" y="96393"/>
                </a:lnTo>
                <a:lnTo>
                  <a:pt x="153665" y="5144"/>
                </a:lnTo>
                <a:cubicBezTo>
                  <a:pt x="155372" y="1715"/>
                  <a:pt x="158787" y="0"/>
                  <a:pt x="162202" y="0"/>
                </a:cubicBezTo>
                <a:cubicBezTo>
                  <a:pt x="167324" y="0"/>
                  <a:pt x="170739" y="1715"/>
                  <a:pt x="172446" y="5144"/>
                </a:cubicBezTo>
                <a:lnTo>
                  <a:pt x="216838" y="96393"/>
                </a:lnTo>
                <a:lnTo>
                  <a:pt x="317574" y="111919"/>
                </a:lnTo>
                <a:cubicBezTo>
                  <a:pt x="320989" y="111919"/>
                  <a:pt x="324403" y="115348"/>
                  <a:pt x="326111" y="118777"/>
                </a:cubicBezTo>
                <a:cubicBezTo>
                  <a:pt x="326111" y="122206"/>
                  <a:pt x="326111" y="125635"/>
                  <a:pt x="322696" y="129064"/>
                </a:cubicBezTo>
                <a:lnTo>
                  <a:pt x="250986" y="199644"/>
                </a:lnTo>
                <a:lnTo>
                  <a:pt x="268060" y="299561"/>
                </a:lnTo>
                <a:cubicBezTo>
                  <a:pt x="268060" y="302990"/>
                  <a:pt x="266352" y="308134"/>
                  <a:pt x="262937" y="309944"/>
                </a:cubicBezTo>
                <a:cubicBezTo>
                  <a:pt x="261230" y="311658"/>
                  <a:pt x="259523" y="311658"/>
                  <a:pt x="257815" y="31165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29">
            <a:extLst>
              <a:ext uri="{FF2B5EF4-FFF2-40B4-BE49-F238E27FC236}">
                <a16:creationId xmlns:a16="http://schemas.microsoft.com/office/drawing/2014/main" id="{F3066F44-5972-E3C1-F211-653163FE1DB9}"/>
              </a:ext>
            </a:extLst>
          </p:cNvPr>
          <p:cNvSpPr/>
          <p:nvPr/>
        </p:nvSpPr>
        <p:spPr>
          <a:xfrm>
            <a:off x="8773663" y="1484295"/>
            <a:ext cx="436880" cy="418471"/>
          </a:xfrm>
          <a:custGeom>
            <a:avLst/>
            <a:gdLst>
              <a:gd name="connsiteX0" fmla="*/ 162202 w 326110"/>
              <a:gd name="connsiteY0" fmla="*/ 240983 h 312368"/>
              <a:gd name="connsiteX1" fmla="*/ 167324 w 326110"/>
              <a:gd name="connsiteY1" fmla="*/ 242697 h 312368"/>
              <a:gd name="connsiteX2" fmla="*/ 244156 w 326110"/>
              <a:gd name="connsiteY2" fmla="*/ 282321 h 312368"/>
              <a:gd name="connsiteX3" fmla="*/ 228790 w 326110"/>
              <a:gd name="connsiteY3" fmla="*/ 197929 h 312368"/>
              <a:gd name="connsiteX4" fmla="*/ 232204 w 326110"/>
              <a:gd name="connsiteY4" fmla="*/ 189357 h 312368"/>
              <a:gd name="connsiteX5" fmla="*/ 293670 w 326110"/>
              <a:gd name="connsiteY5" fmla="*/ 129064 h 312368"/>
              <a:gd name="connsiteX6" fmla="*/ 208301 w 326110"/>
              <a:gd name="connsiteY6" fmla="*/ 116967 h 312368"/>
              <a:gd name="connsiteX7" fmla="*/ 201472 w 326110"/>
              <a:gd name="connsiteY7" fmla="*/ 110109 h 312368"/>
              <a:gd name="connsiteX8" fmla="*/ 162202 w 326110"/>
              <a:gd name="connsiteY8" fmla="*/ 34290 h 312368"/>
              <a:gd name="connsiteX9" fmla="*/ 124639 w 326110"/>
              <a:gd name="connsiteY9" fmla="*/ 110109 h 312368"/>
              <a:gd name="connsiteX10" fmla="*/ 117810 w 326110"/>
              <a:gd name="connsiteY10" fmla="*/ 116967 h 312368"/>
              <a:gd name="connsiteX11" fmla="*/ 32440 w 326110"/>
              <a:gd name="connsiteY11" fmla="*/ 129064 h 312368"/>
              <a:gd name="connsiteX12" fmla="*/ 93906 w 326110"/>
              <a:gd name="connsiteY12" fmla="*/ 189357 h 312368"/>
              <a:gd name="connsiteX13" fmla="*/ 97321 w 326110"/>
              <a:gd name="connsiteY13" fmla="*/ 197929 h 312368"/>
              <a:gd name="connsiteX14" fmla="*/ 81955 w 326110"/>
              <a:gd name="connsiteY14" fmla="*/ 282321 h 312368"/>
              <a:gd name="connsiteX15" fmla="*/ 158787 w 326110"/>
              <a:gd name="connsiteY15" fmla="*/ 242697 h 312368"/>
              <a:gd name="connsiteX16" fmla="*/ 162202 w 326110"/>
              <a:gd name="connsiteY16" fmla="*/ 240983 h 312368"/>
              <a:gd name="connsiteX17" fmla="*/ 257815 w 326110"/>
              <a:gd name="connsiteY17" fmla="*/ 311658 h 312368"/>
              <a:gd name="connsiteX18" fmla="*/ 252693 w 326110"/>
              <a:gd name="connsiteY18" fmla="*/ 311658 h 312368"/>
              <a:gd name="connsiteX19" fmla="*/ 162202 w 326110"/>
              <a:gd name="connsiteY19" fmla="*/ 263462 h 312368"/>
              <a:gd name="connsiteX20" fmla="*/ 73418 w 326110"/>
              <a:gd name="connsiteY20" fmla="*/ 311658 h 312368"/>
              <a:gd name="connsiteX21" fmla="*/ 63173 w 326110"/>
              <a:gd name="connsiteY21" fmla="*/ 309944 h 312368"/>
              <a:gd name="connsiteX22" fmla="*/ 58051 w 326110"/>
              <a:gd name="connsiteY22" fmla="*/ 299561 h 312368"/>
              <a:gd name="connsiteX23" fmla="*/ 75125 w 326110"/>
              <a:gd name="connsiteY23" fmla="*/ 199644 h 312368"/>
              <a:gd name="connsiteX24" fmla="*/ 3415 w 326110"/>
              <a:gd name="connsiteY24" fmla="*/ 129064 h 312368"/>
              <a:gd name="connsiteX25" fmla="*/ 0 w 326110"/>
              <a:gd name="connsiteY25" fmla="*/ 118777 h 312368"/>
              <a:gd name="connsiteX26" fmla="*/ 8537 w 326110"/>
              <a:gd name="connsiteY26" fmla="*/ 111919 h 312368"/>
              <a:gd name="connsiteX27" fmla="*/ 109273 w 326110"/>
              <a:gd name="connsiteY27" fmla="*/ 96393 h 312368"/>
              <a:gd name="connsiteX28" fmla="*/ 153665 w 326110"/>
              <a:gd name="connsiteY28" fmla="*/ 5144 h 312368"/>
              <a:gd name="connsiteX29" fmla="*/ 162202 w 326110"/>
              <a:gd name="connsiteY29" fmla="*/ 0 h 312368"/>
              <a:gd name="connsiteX30" fmla="*/ 172446 w 326110"/>
              <a:gd name="connsiteY30" fmla="*/ 5144 h 312368"/>
              <a:gd name="connsiteX31" fmla="*/ 216838 w 326110"/>
              <a:gd name="connsiteY31" fmla="*/ 96393 h 312368"/>
              <a:gd name="connsiteX32" fmla="*/ 317574 w 326110"/>
              <a:gd name="connsiteY32" fmla="*/ 111919 h 312368"/>
              <a:gd name="connsiteX33" fmla="*/ 326111 w 326110"/>
              <a:gd name="connsiteY33" fmla="*/ 118777 h 312368"/>
              <a:gd name="connsiteX34" fmla="*/ 322696 w 326110"/>
              <a:gd name="connsiteY34" fmla="*/ 129064 h 312368"/>
              <a:gd name="connsiteX35" fmla="*/ 250986 w 326110"/>
              <a:gd name="connsiteY35" fmla="*/ 199644 h 312368"/>
              <a:gd name="connsiteX36" fmla="*/ 268060 w 326110"/>
              <a:gd name="connsiteY36" fmla="*/ 299561 h 312368"/>
              <a:gd name="connsiteX37" fmla="*/ 262937 w 326110"/>
              <a:gd name="connsiteY37" fmla="*/ 309944 h 312368"/>
              <a:gd name="connsiteX38" fmla="*/ 257815 w 326110"/>
              <a:gd name="connsiteY38" fmla="*/ 311658 h 31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6110" h="312368">
                <a:moveTo>
                  <a:pt x="162202" y="240983"/>
                </a:moveTo>
                <a:cubicBezTo>
                  <a:pt x="163909" y="240983"/>
                  <a:pt x="165616" y="242697"/>
                  <a:pt x="167324" y="242697"/>
                </a:cubicBezTo>
                <a:lnTo>
                  <a:pt x="244156" y="282321"/>
                </a:lnTo>
                <a:lnTo>
                  <a:pt x="228790" y="197929"/>
                </a:lnTo>
                <a:cubicBezTo>
                  <a:pt x="228790" y="194500"/>
                  <a:pt x="230497" y="191072"/>
                  <a:pt x="232204" y="189357"/>
                </a:cubicBezTo>
                <a:lnTo>
                  <a:pt x="293670" y="129064"/>
                </a:lnTo>
                <a:lnTo>
                  <a:pt x="208301" y="116967"/>
                </a:lnTo>
                <a:cubicBezTo>
                  <a:pt x="204886" y="115252"/>
                  <a:pt x="203179" y="113538"/>
                  <a:pt x="201472" y="110109"/>
                </a:cubicBezTo>
                <a:lnTo>
                  <a:pt x="162202" y="34290"/>
                </a:lnTo>
                <a:lnTo>
                  <a:pt x="124639" y="110109"/>
                </a:lnTo>
                <a:cubicBezTo>
                  <a:pt x="122932" y="113538"/>
                  <a:pt x="121224" y="115252"/>
                  <a:pt x="117810" y="116967"/>
                </a:cubicBezTo>
                <a:lnTo>
                  <a:pt x="32440" y="129064"/>
                </a:lnTo>
                <a:lnTo>
                  <a:pt x="93906" y="189357"/>
                </a:lnTo>
                <a:cubicBezTo>
                  <a:pt x="95614" y="191072"/>
                  <a:pt x="97321" y="194500"/>
                  <a:pt x="97321" y="197929"/>
                </a:cubicBezTo>
                <a:lnTo>
                  <a:pt x="81955" y="282321"/>
                </a:lnTo>
                <a:lnTo>
                  <a:pt x="158787" y="242697"/>
                </a:lnTo>
                <a:cubicBezTo>
                  <a:pt x="160494" y="242697"/>
                  <a:pt x="160494" y="240983"/>
                  <a:pt x="162202" y="240983"/>
                </a:cubicBezTo>
                <a:close/>
                <a:moveTo>
                  <a:pt x="257815" y="311658"/>
                </a:moveTo>
                <a:lnTo>
                  <a:pt x="252693" y="311658"/>
                </a:lnTo>
                <a:lnTo>
                  <a:pt x="162202" y="263462"/>
                </a:lnTo>
                <a:lnTo>
                  <a:pt x="73418" y="311658"/>
                </a:lnTo>
                <a:cubicBezTo>
                  <a:pt x="70003" y="313373"/>
                  <a:pt x="64881" y="311658"/>
                  <a:pt x="63173" y="309944"/>
                </a:cubicBezTo>
                <a:cubicBezTo>
                  <a:pt x="59758" y="308229"/>
                  <a:pt x="58051" y="303086"/>
                  <a:pt x="58051" y="299561"/>
                </a:cubicBezTo>
                <a:lnTo>
                  <a:pt x="75125" y="199644"/>
                </a:lnTo>
                <a:lnTo>
                  <a:pt x="3415" y="129064"/>
                </a:lnTo>
                <a:cubicBezTo>
                  <a:pt x="0" y="125635"/>
                  <a:pt x="0" y="122206"/>
                  <a:pt x="0" y="118777"/>
                </a:cubicBezTo>
                <a:cubicBezTo>
                  <a:pt x="1707" y="115348"/>
                  <a:pt x="5122" y="111919"/>
                  <a:pt x="8537" y="111919"/>
                </a:cubicBezTo>
                <a:lnTo>
                  <a:pt x="109273" y="96393"/>
                </a:lnTo>
                <a:lnTo>
                  <a:pt x="153665" y="5144"/>
                </a:lnTo>
                <a:cubicBezTo>
                  <a:pt x="155372" y="1715"/>
                  <a:pt x="158787" y="0"/>
                  <a:pt x="162202" y="0"/>
                </a:cubicBezTo>
                <a:cubicBezTo>
                  <a:pt x="167324" y="0"/>
                  <a:pt x="170739" y="1715"/>
                  <a:pt x="172446" y="5144"/>
                </a:cubicBezTo>
                <a:lnTo>
                  <a:pt x="216838" y="96393"/>
                </a:lnTo>
                <a:lnTo>
                  <a:pt x="317574" y="111919"/>
                </a:lnTo>
                <a:cubicBezTo>
                  <a:pt x="320989" y="111919"/>
                  <a:pt x="324403" y="115348"/>
                  <a:pt x="326111" y="118777"/>
                </a:cubicBezTo>
                <a:cubicBezTo>
                  <a:pt x="326111" y="122206"/>
                  <a:pt x="326111" y="125635"/>
                  <a:pt x="322696" y="129064"/>
                </a:cubicBezTo>
                <a:lnTo>
                  <a:pt x="250986" y="199644"/>
                </a:lnTo>
                <a:lnTo>
                  <a:pt x="268060" y="299561"/>
                </a:lnTo>
                <a:cubicBezTo>
                  <a:pt x="268060" y="302990"/>
                  <a:pt x="266352" y="308134"/>
                  <a:pt x="262937" y="309944"/>
                </a:cubicBezTo>
                <a:cubicBezTo>
                  <a:pt x="261230" y="311658"/>
                  <a:pt x="259523" y="311658"/>
                  <a:pt x="257815" y="31165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4" name="Graphic 129">
            <a:extLst>
              <a:ext uri="{FF2B5EF4-FFF2-40B4-BE49-F238E27FC236}">
                <a16:creationId xmlns:a16="http://schemas.microsoft.com/office/drawing/2014/main" id="{428DD97A-E9B8-3190-C706-7723079C9E2B}"/>
              </a:ext>
            </a:extLst>
          </p:cNvPr>
          <p:cNvSpPr/>
          <p:nvPr/>
        </p:nvSpPr>
        <p:spPr>
          <a:xfrm>
            <a:off x="9545188" y="1484295"/>
            <a:ext cx="436880" cy="418471"/>
          </a:xfrm>
          <a:custGeom>
            <a:avLst/>
            <a:gdLst>
              <a:gd name="connsiteX0" fmla="*/ 162202 w 326110"/>
              <a:gd name="connsiteY0" fmla="*/ 240983 h 312368"/>
              <a:gd name="connsiteX1" fmla="*/ 167324 w 326110"/>
              <a:gd name="connsiteY1" fmla="*/ 242697 h 312368"/>
              <a:gd name="connsiteX2" fmla="*/ 244156 w 326110"/>
              <a:gd name="connsiteY2" fmla="*/ 282321 h 312368"/>
              <a:gd name="connsiteX3" fmla="*/ 228790 w 326110"/>
              <a:gd name="connsiteY3" fmla="*/ 197929 h 312368"/>
              <a:gd name="connsiteX4" fmla="*/ 232204 w 326110"/>
              <a:gd name="connsiteY4" fmla="*/ 189357 h 312368"/>
              <a:gd name="connsiteX5" fmla="*/ 293670 w 326110"/>
              <a:gd name="connsiteY5" fmla="*/ 129064 h 312368"/>
              <a:gd name="connsiteX6" fmla="*/ 208301 w 326110"/>
              <a:gd name="connsiteY6" fmla="*/ 116967 h 312368"/>
              <a:gd name="connsiteX7" fmla="*/ 201472 w 326110"/>
              <a:gd name="connsiteY7" fmla="*/ 110109 h 312368"/>
              <a:gd name="connsiteX8" fmla="*/ 162202 w 326110"/>
              <a:gd name="connsiteY8" fmla="*/ 34290 h 312368"/>
              <a:gd name="connsiteX9" fmla="*/ 124639 w 326110"/>
              <a:gd name="connsiteY9" fmla="*/ 110109 h 312368"/>
              <a:gd name="connsiteX10" fmla="*/ 117810 w 326110"/>
              <a:gd name="connsiteY10" fmla="*/ 116967 h 312368"/>
              <a:gd name="connsiteX11" fmla="*/ 32440 w 326110"/>
              <a:gd name="connsiteY11" fmla="*/ 129064 h 312368"/>
              <a:gd name="connsiteX12" fmla="*/ 93906 w 326110"/>
              <a:gd name="connsiteY12" fmla="*/ 189357 h 312368"/>
              <a:gd name="connsiteX13" fmla="*/ 97321 w 326110"/>
              <a:gd name="connsiteY13" fmla="*/ 197929 h 312368"/>
              <a:gd name="connsiteX14" fmla="*/ 81955 w 326110"/>
              <a:gd name="connsiteY14" fmla="*/ 282321 h 312368"/>
              <a:gd name="connsiteX15" fmla="*/ 158787 w 326110"/>
              <a:gd name="connsiteY15" fmla="*/ 242697 h 312368"/>
              <a:gd name="connsiteX16" fmla="*/ 162202 w 326110"/>
              <a:gd name="connsiteY16" fmla="*/ 240983 h 312368"/>
              <a:gd name="connsiteX17" fmla="*/ 257815 w 326110"/>
              <a:gd name="connsiteY17" fmla="*/ 311658 h 312368"/>
              <a:gd name="connsiteX18" fmla="*/ 252693 w 326110"/>
              <a:gd name="connsiteY18" fmla="*/ 311658 h 312368"/>
              <a:gd name="connsiteX19" fmla="*/ 162202 w 326110"/>
              <a:gd name="connsiteY19" fmla="*/ 263462 h 312368"/>
              <a:gd name="connsiteX20" fmla="*/ 73418 w 326110"/>
              <a:gd name="connsiteY20" fmla="*/ 311658 h 312368"/>
              <a:gd name="connsiteX21" fmla="*/ 63173 w 326110"/>
              <a:gd name="connsiteY21" fmla="*/ 309944 h 312368"/>
              <a:gd name="connsiteX22" fmla="*/ 58051 w 326110"/>
              <a:gd name="connsiteY22" fmla="*/ 299561 h 312368"/>
              <a:gd name="connsiteX23" fmla="*/ 75125 w 326110"/>
              <a:gd name="connsiteY23" fmla="*/ 199644 h 312368"/>
              <a:gd name="connsiteX24" fmla="*/ 3415 w 326110"/>
              <a:gd name="connsiteY24" fmla="*/ 129064 h 312368"/>
              <a:gd name="connsiteX25" fmla="*/ 0 w 326110"/>
              <a:gd name="connsiteY25" fmla="*/ 118777 h 312368"/>
              <a:gd name="connsiteX26" fmla="*/ 8537 w 326110"/>
              <a:gd name="connsiteY26" fmla="*/ 111919 h 312368"/>
              <a:gd name="connsiteX27" fmla="*/ 109273 w 326110"/>
              <a:gd name="connsiteY27" fmla="*/ 96393 h 312368"/>
              <a:gd name="connsiteX28" fmla="*/ 153665 w 326110"/>
              <a:gd name="connsiteY28" fmla="*/ 5144 h 312368"/>
              <a:gd name="connsiteX29" fmla="*/ 162202 w 326110"/>
              <a:gd name="connsiteY29" fmla="*/ 0 h 312368"/>
              <a:gd name="connsiteX30" fmla="*/ 172446 w 326110"/>
              <a:gd name="connsiteY30" fmla="*/ 5144 h 312368"/>
              <a:gd name="connsiteX31" fmla="*/ 216838 w 326110"/>
              <a:gd name="connsiteY31" fmla="*/ 96393 h 312368"/>
              <a:gd name="connsiteX32" fmla="*/ 317574 w 326110"/>
              <a:gd name="connsiteY32" fmla="*/ 111919 h 312368"/>
              <a:gd name="connsiteX33" fmla="*/ 326111 w 326110"/>
              <a:gd name="connsiteY33" fmla="*/ 118777 h 312368"/>
              <a:gd name="connsiteX34" fmla="*/ 322696 w 326110"/>
              <a:gd name="connsiteY34" fmla="*/ 129064 h 312368"/>
              <a:gd name="connsiteX35" fmla="*/ 250986 w 326110"/>
              <a:gd name="connsiteY35" fmla="*/ 199644 h 312368"/>
              <a:gd name="connsiteX36" fmla="*/ 268060 w 326110"/>
              <a:gd name="connsiteY36" fmla="*/ 299561 h 312368"/>
              <a:gd name="connsiteX37" fmla="*/ 262937 w 326110"/>
              <a:gd name="connsiteY37" fmla="*/ 309944 h 312368"/>
              <a:gd name="connsiteX38" fmla="*/ 257815 w 326110"/>
              <a:gd name="connsiteY38" fmla="*/ 311658 h 31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26110" h="312368">
                <a:moveTo>
                  <a:pt x="162202" y="240983"/>
                </a:moveTo>
                <a:cubicBezTo>
                  <a:pt x="163909" y="240983"/>
                  <a:pt x="165616" y="242697"/>
                  <a:pt x="167324" y="242697"/>
                </a:cubicBezTo>
                <a:lnTo>
                  <a:pt x="244156" y="282321"/>
                </a:lnTo>
                <a:lnTo>
                  <a:pt x="228790" y="197929"/>
                </a:lnTo>
                <a:cubicBezTo>
                  <a:pt x="228790" y="194500"/>
                  <a:pt x="230497" y="191072"/>
                  <a:pt x="232204" y="189357"/>
                </a:cubicBezTo>
                <a:lnTo>
                  <a:pt x="293670" y="129064"/>
                </a:lnTo>
                <a:lnTo>
                  <a:pt x="208301" y="116967"/>
                </a:lnTo>
                <a:cubicBezTo>
                  <a:pt x="204886" y="115252"/>
                  <a:pt x="203179" y="113538"/>
                  <a:pt x="201472" y="110109"/>
                </a:cubicBezTo>
                <a:lnTo>
                  <a:pt x="162202" y="34290"/>
                </a:lnTo>
                <a:lnTo>
                  <a:pt x="124639" y="110109"/>
                </a:lnTo>
                <a:cubicBezTo>
                  <a:pt x="122932" y="113538"/>
                  <a:pt x="121224" y="115252"/>
                  <a:pt x="117810" y="116967"/>
                </a:cubicBezTo>
                <a:lnTo>
                  <a:pt x="32440" y="129064"/>
                </a:lnTo>
                <a:lnTo>
                  <a:pt x="93906" y="189357"/>
                </a:lnTo>
                <a:cubicBezTo>
                  <a:pt x="95614" y="191072"/>
                  <a:pt x="97321" y="194500"/>
                  <a:pt x="97321" y="197929"/>
                </a:cubicBezTo>
                <a:lnTo>
                  <a:pt x="81955" y="282321"/>
                </a:lnTo>
                <a:lnTo>
                  <a:pt x="158787" y="242697"/>
                </a:lnTo>
                <a:cubicBezTo>
                  <a:pt x="160494" y="242697"/>
                  <a:pt x="160494" y="240983"/>
                  <a:pt x="162202" y="240983"/>
                </a:cubicBezTo>
                <a:close/>
                <a:moveTo>
                  <a:pt x="257815" y="311658"/>
                </a:moveTo>
                <a:lnTo>
                  <a:pt x="252693" y="311658"/>
                </a:lnTo>
                <a:lnTo>
                  <a:pt x="162202" y="263462"/>
                </a:lnTo>
                <a:lnTo>
                  <a:pt x="73418" y="311658"/>
                </a:lnTo>
                <a:cubicBezTo>
                  <a:pt x="70003" y="313373"/>
                  <a:pt x="64881" y="311658"/>
                  <a:pt x="63173" y="309944"/>
                </a:cubicBezTo>
                <a:cubicBezTo>
                  <a:pt x="59758" y="308229"/>
                  <a:pt x="58051" y="303086"/>
                  <a:pt x="58051" y="299561"/>
                </a:cubicBezTo>
                <a:lnTo>
                  <a:pt x="75125" y="199644"/>
                </a:lnTo>
                <a:lnTo>
                  <a:pt x="3415" y="129064"/>
                </a:lnTo>
                <a:cubicBezTo>
                  <a:pt x="0" y="125635"/>
                  <a:pt x="0" y="122206"/>
                  <a:pt x="0" y="118777"/>
                </a:cubicBezTo>
                <a:cubicBezTo>
                  <a:pt x="1707" y="115348"/>
                  <a:pt x="5122" y="111919"/>
                  <a:pt x="8537" y="111919"/>
                </a:cubicBezTo>
                <a:lnTo>
                  <a:pt x="109273" y="96393"/>
                </a:lnTo>
                <a:lnTo>
                  <a:pt x="153665" y="5144"/>
                </a:lnTo>
                <a:cubicBezTo>
                  <a:pt x="155372" y="1715"/>
                  <a:pt x="158787" y="0"/>
                  <a:pt x="162202" y="0"/>
                </a:cubicBezTo>
                <a:cubicBezTo>
                  <a:pt x="167324" y="0"/>
                  <a:pt x="170739" y="1715"/>
                  <a:pt x="172446" y="5144"/>
                </a:cubicBezTo>
                <a:lnTo>
                  <a:pt x="216838" y="96393"/>
                </a:lnTo>
                <a:lnTo>
                  <a:pt x="317574" y="111919"/>
                </a:lnTo>
                <a:cubicBezTo>
                  <a:pt x="320989" y="111919"/>
                  <a:pt x="324403" y="115348"/>
                  <a:pt x="326111" y="118777"/>
                </a:cubicBezTo>
                <a:cubicBezTo>
                  <a:pt x="326111" y="122206"/>
                  <a:pt x="326111" y="125635"/>
                  <a:pt x="322696" y="129064"/>
                </a:cubicBezTo>
                <a:lnTo>
                  <a:pt x="250986" y="199644"/>
                </a:lnTo>
                <a:lnTo>
                  <a:pt x="268060" y="299561"/>
                </a:lnTo>
                <a:cubicBezTo>
                  <a:pt x="268060" y="302990"/>
                  <a:pt x="266352" y="308134"/>
                  <a:pt x="262937" y="309944"/>
                </a:cubicBezTo>
                <a:cubicBezTo>
                  <a:pt x="261230" y="311658"/>
                  <a:pt x="259523" y="311658"/>
                  <a:pt x="257815" y="31165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7" name="Graphic 135">
            <a:extLst>
              <a:ext uri="{FF2B5EF4-FFF2-40B4-BE49-F238E27FC236}">
                <a16:creationId xmlns:a16="http://schemas.microsoft.com/office/drawing/2014/main" id="{70ABCCEB-0C8D-290E-DD10-804A6E97CDAA}"/>
              </a:ext>
            </a:extLst>
          </p:cNvPr>
          <p:cNvSpPr/>
          <p:nvPr/>
        </p:nvSpPr>
        <p:spPr>
          <a:xfrm>
            <a:off x="10457659" y="822355"/>
            <a:ext cx="357462" cy="439061"/>
          </a:xfrm>
          <a:custGeom>
            <a:avLst/>
            <a:gdLst>
              <a:gd name="connsiteX0" fmla="*/ 256582 w 270525"/>
              <a:gd name="connsiteY0" fmla="*/ 148161 h 332279"/>
              <a:gd name="connsiteX1" fmla="*/ 142377 w 270525"/>
              <a:gd name="connsiteY1" fmla="*/ 148161 h 332279"/>
              <a:gd name="connsiteX2" fmla="*/ 142377 w 270525"/>
              <a:gd name="connsiteY2" fmla="*/ 105680 h 332279"/>
              <a:gd name="connsiteX3" fmla="*/ 256582 w 270525"/>
              <a:gd name="connsiteY3" fmla="*/ 105680 h 332279"/>
              <a:gd name="connsiteX4" fmla="*/ 256582 w 270525"/>
              <a:gd name="connsiteY4" fmla="*/ 148161 h 332279"/>
              <a:gd name="connsiteX5" fmla="*/ 242449 w 270525"/>
              <a:gd name="connsiteY5" fmla="*/ 318183 h 332279"/>
              <a:gd name="connsiteX6" fmla="*/ 142377 w 270525"/>
              <a:gd name="connsiteY6" fmla="*/ 318183 h 332279"/>
              <a:gd name="connsiteX7" fmla="*/ 142377 w 270525"/>
              <a:gd name="connsiteY7" fmla="*/ 162258 h 332279"/>
              <a:gd name="connsiteX8" fmla="*/ 242449 w 270525"/>
              <a:gd name="connsiteY8" fmla="*/ 162258 h 332279"/>
              <a:gd name="connsiteX9" fmla="*/ 242449 w 270525"/>
              <a:gd name="connsiteY9" fmla="*/ 318183 h 332279"/>
              <a:gd name="connsiteX10" fmla="*/ 28172 w 270525"/>
              <a:gd name="connsiteY10" fmla="*/ 162354 h 332279"/>
              <a:gd name="connsiteX11" fmla="*/ 128244 w 270525"/>
              <a:gd name="connsiteY11" fmla="*/ 162354 h 332279"/>
              <a:gd name="connsiteX12" fmla="*/ 128244 w 270525"/>
              <a:gd name="connsiteY12" fmla="*/ 318278 h 332279"/>
              <a:gd name="connsiteX13" fmla="*/ 28172 w 270525"/>
              <a:gd name="connsiteY13" fmla="*/ 318278 h 332279"/>
              <a:gd name="connsiteX14" fmla="*/ 28172 w 270525"/>
              <a:gd name="connsiteY14" fmla="*/ 162354 h 332279"/>
              <a:gd name="connsiteX15" fmla="*/ 14038 w 270525"/>
              <a:gd name="connsiteY15" fmla="*/ 148161 h 332279"/>
              <a:gd name="connsiteX16" fmla="*/ 14038 w 270525"/>
              <a:gd name="connsiteY16" fmla="*/ 105680 h 332279"/>
              <a:gd name="connsiteX17" fmla="*/ 128244 w 270525"/>
              <a:gd name="connsiteY17" fmla="*/ 105680 h 332279"/>
              <a:gd name="connsiteX18" fmla="*/ 128244 w 270525"/>
              <a:gd name="connsiteY18" fmla="*/ 148161 h 332279"/>
              <a:gd name="connsiteX19" fmla="*/ 14038 w 270525"/>
              <a:gd name="connsiteY19" fmla="*/ 148161 h 332279"/>
              <a:gd name="connsiteX20" fmla="*/ 59948 w 270525"/>
              <a:gd name="connsiteY20" fmla="*/ 61960 h 332279"/>
              <a:gd name="connsiteX21" fmla="*/ 59948 w 270525"/>
              <a:gd name="connsiteY21" fmla="*/ 21765 h 332279"/>
              <a:gd name="connsiteX22" fmla="*/ 79963 w 270525"/>
              <a:gd name="connsiteY22" fmla="*/ 13478 h 332279"/>
              <a:gd name="connsiteX23" fmla="*/ 99977 w 270525"/>
              <a:gd name="connsiteY23" fmla="*/ 21765 h 332279"/>
              <a:gd name="connsiteX24" fmla="*/ 125872 w 270525"/>
              <a:gd name="connsiteY24" fmla="*/ 86725 h 332279"/>
              <a:gd name="connsiteX25" fmla="*/ 59948 w 270525"/>
              <a:gd name="connsiteY25" fmla="*/ 61960 h 332279"/>
              <a:gd name="connsiteX26" fmla="*/ 170644 w 270525"/>
              <a:gd name="connsiteY26" fmla="*/ 21765 h 332279"/>
              <a:gd name="connsiteX27" fmla="*/ 190658 w 270525"/>
              <a:gd name="connsiteY27" fmla="*/ 13478 h 332279"/>
              <a:gd name="connsiteX28" fmla="*/ 210672 w 270525"/>
              <a:gd name="connsiteY28" fmla="*/ 21765 h 332279"/>
              <a:gd name="connsiteX29" fmla="*/ 210672 w 270525"/>
              <a:gd name="connsiteY29" fmla="*/ 61960 h 332279"/>
              <a:gd name="connsiteX30" fmla="*/ 144748 w 270525"/>
              <a:gd name="connsiteY30" fmla="*/ 86725 h 332279"/>
              <a:gd name="connsiteX31" fmla="*/ 170644 w 270525"/>
              <a:gd name="connsiteY31" fmla="*/ 21765 h 332279"/>
              <a:gd name="connsiteX32" fmla="*/ 263696 w 270525"/>
              <a:gd name="connsiteY32" fmla="*/ 91488 h 332279"/>
              <a:gd name="connsiteX33" fmla="*/ 180129 w 270525"/>
              <a:gd name="connsiteY33" fmla="*/ 91488 h 332279"/>
              <a:gd name="connsiteX34" fmla="*/ 220158 w 270525"/>
              <a:gd name="connsiteY34" fmla="*/ 72628 h 332279"/>
              <a:gd name="connsiteX35" fmla="*/ 220158 w 270525"/>
              <a:gd name="connsiteY35" fmla="*/ 12430 h 332279"/>
              <a:gd name="connsiteX36" fmla="*/ 160115 w 270525"/>
              <a:gd name="connsiteY36" fmla="*/ 12430 h 332279"/>
              <a:gd name="connsiteX37" fmla="*/ 135358 w 270525"/>
              <a:gd name="connsiteY37" fmla="*/ 70342 h 332279"/>
              <a:gd name="connsiteX38" fmla="*/ 110601 w 270525"/>
              <a:gd name="connsiteY38" fmla="*/ 12430 h 332279"/>
              <a:gd name="connsiteX39" fmla="*/ 50558 w 270525"/>
              <a:gd name="connsiteY39" fmla="*/ 12430 h 332279"/>
              <a:gd name="connsiteX40" fmla="*/ 50558 w 270525"/>
              <a:gd name="connsiteY40" fmla="*/ 72628 h 332279"/>
              <a:gd name="connsiteX41" fmla="*/ 90586 w 270525"/>
              <a:gd name="connsiteY41" fmla="*/ 91488 h 332279"/>
              <a:gd name="connsiteX42" fmla="*/ 7019 w 270525"/>
              <a:gd name="connsiteY42" fmla="*/ 91488 h 332279"/>
              <a:gd name="connsiteX43" fmla="*/ 0 w 270525"/>
              <a:gd name="connsiteY43" fmla="*/ 98536 h 332279"/>
              <a:gd name="connsiteX44" fmla="*/ 0 w 270525"/>
              <a:gd name="connsiteY44" fmla="*/ 155210 h 332279"/>
              <a:gd name="connsiteX45" fmla="*/ 7019 w 270525"/>
              <a:gd name="connsiteY45" fmla="*/ 162258 h 332279"/>
              <a:gd name="connsiteX46" fmla="*/ 14038 w 270525"/>
              <a:gd name="connsiteY46" fmla="*/ 162258 h 332279"/>
              <a:gd name="connsiteX47" fmla="*/ 14038 w 270525"/>
              <a:gd name="connsiteY47" fmla="*/ 325231 h 332279"/>
              <a:gd name="connsiteX48" fmla="*/ 21058 w 270525"/>
              <a:gd name="connsiteY48" fmla="*/ 332280 h 332279"/>
              <a:gd name="connsiteX49" fmla="*/ 249468 w 270525"/>
              <a:gd name="connsiteY49" fmla="*/ 332280 h 332279"/>
              <a:gd name="connsiteX50" fmla="*/ 256487 w 270525"/>
              <a:gd name="connsiteY50" fmla="*/ 325231 h 332279"/>
              <a:gd name="connsiteX51" fmla="*/ 256487 w 270525"/>
              <a:gd name="connsiteY51" fmla="*/ 162258 h 332279"/>
              <a:gd name="connsiteX52" fmla="*/ 263507 w 270525"/>
              <a:gd name="connsiteY52" fmla="*/ 162258 h 332279"/>
              <a:gd name="connsiteX53" fmla="*/ 270526 w 270525"/>
              <a:gd name="connsiteY53" fmla="*/ 155210 h 332279"/>
              <a:gd name="connsiteX54" fmla="*/ 270526 w 270525"/>
              <a:gd name="connsiteY54" fmla="*/ 98536 h 332279"/>
              <a:gd name="connsiteX55" fmla="*/ 263507 w 270525"/>
              <a:gd name="connsiteY55" fmla="*/ 91488 h 33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270525" h="332279">
                <a:moveTo>
                  <a:pt x="256582" y="148161"/>
                </a:moveTo>
                <a:lnTo>
                  <a:pt x="142377" y="148161"/>
                </a:lnTo>
                <a:lnTo>
                  <a:pt x="142377" y="105680"/>
                </a:lnTo>
                <a:lnTo>
                  <a:pt x="256582" y="105680"/>
                </a:lnTo>
                <a:lnTo>
                  <a:pt x="256582" y="148161"/>
                </a:lnTo>
                <a:close/>
                <a:moveTo>
                  <a:pt x="242449" y="318183"/>
                </a:moveTo>
                <a:lnTo>
                  <a:pt x="142377" y="318183"/>
                </a:lnTo>
                <a:lnTo>
                  <a:pt x="142377" y="162258"/>
                </a:lnTo>
                <a:lnTo>
                  <a:pt x="242449" y="162258"/>
                </a:lnTo>
                <a:lnTo>
                  <a:pt x="242449" y="318183"/>
                </a:lnTo>
                <a:close/>
                <a:moveTo>
                  <a:pt x="28172" y="162354"/>
                </a:moveTo>
                <a:lnTo>
                  <a:pt x="128244" y="162354"/>
                </a:lnTo>
                <a:lnTo>
                  <a:pt x="128244" y="318278"/>
                </a:lnTo>
                <a:lnTo>
                  <a:pt x="28172" y="318278"/>
                </a:lnTo>
                <a:lnTo>
                  <a:pt x="28172" y="162354"/>
                </a:lnTo>
                <a:close/>
                <a:moveTo>
                  <a:pt x="14038" y="148161"/>
                </a:moveTo>
                <a:lnTo>
                  <a:pt x="14038" y="105680"/>
                </a:lnTo>
                <a:lnTo>
                  <a:pt x="128244" y="105680"/>
                </a:lnTo>
                <a:lnTo>
                  <a:pt x="128244" y="148161"/>
                </a:lnTo>
                <a:lnTo>
                  <a:pt x="14038" y="148161"/>
                </a:lnTo>
                <a:close/>
                <a:moveTo>
                  <a:pt x="59948" y="61960"/>
                </a:moveTo>
                <a:cubicBezTo>
                  <a:pt x="49324" y="51292"/>
                  <a:pt x="49324" y="32433"/>
                  <a:pt x="59948" y="21765"/>
                </a:cubicBezTo>
                <a:cubicBezTo>
                  <a:pt x="65829" y="15859"/>
                  <a:pt x="72943" y="13478"/>
                  <a:pt x="79963" y="13478"/>
                </a:cubicBezTo>
                <a:cubicBezTo>
                  <a:pt x="88215" y="13478"/>
                  <a:pt x="95234" y="15859"/>
                  <a:pt x="99977" y="21765"/>
                </a:cubicBezTo>
                <a:cubicBezTo>
                  <a:pt x="108229" y="30051"/>
                  <a:pt x="118853" y="61960"/>
                  <a:pt x="125872" y="86725"/>
                </a:cubicBezTo>
                <a:cubicBezTo>
                  <a:pt x="101115" y="80820"/>
                  <a:pt x="68201" y="70152"/>
                  <a:pt x="59948" y="61960"/>
                </a:cubicBezTo>
                <a:close/>
                <a:moveTo>
                  <a:pt x="170644" y="21765"/>
                </a:moveTo>
                <a:cubicBezTo>
                  <a:pt x="175386" y="15859"/>
                  <a:pt x="183639" y="13478"/>
                  <a:pt x="190658" y="13478"/>
                </a:cubicBezTo>
                <a:cubicBezTo>
                  <a:pt x="197677" y="13478"/>
                  <a:pt x="204791" y="15859"/>
                  <a:pt x="210672" y="21765"/>
                </a:cubicBezTo>
                <a:cubicBezTo>
                  <a:pt x="221296" y="32433"/>
                  <a:pt x="221296" y="51292"/>
                  <a:pt x="210672" y="61960"/>
                </a:cubicBezTo>
                <a:cubicBezTo>
                  <a:pt x="202420" y="70247"/>
                  <a:pt x="169411" y="80820"/>
                  <a:pt x="144748" y="86725"/>
                </a:cubicBezTo>
                <a:cubicBezTo>
                  <a:pt x="151768" y="61960"/>
                  <a:pt x="162391" y="30051"/>
                  <a:pt x="170644" y="21765"/>
                </a:cubicBezTo>
                <a:close/>
                <a:moveTo>
                  <a:pt x="263696" y="91488"/>
                </a:moveTo>
                <a:lnTo>
                  <a:pt x="180129" y="91488"/>
                </a:lnTo>
                <a:cubicBezTo>
                  <a:pt x="196634" y="85582"/>
                  <a:pt x="213139" y="78534"/>
                  <a:pt x="220158" y="72628"/>
                </a:cubicBezTo>
                <a:cubicBezTo>
                  <a:pt x="236663" y="54912"/>
                  <a:pt x="236663" y="28908"/>
                  <a:pt x="220158" y="12430"/>
                </a:cubicBezTo>
                <a:cubicBezTo>
                  <a:pt x="203653" y="-4143"/>
                  <a:pt x="176620" y="-4143"/>
                  <a:pt x="160115" y="12430"/>
                </a:cubicBezTo>
                <a:cubicBezTo>
                  <a:pt x="150724" y="20717"/>
                  <a:pt x="141239" y="49006"/>
                  <a:pt x="135358" y="70342"/>
                </a:cubicBezTo>
                <a:cubicBezTo>
                  <a:pt x="129477" y="49101"/>
                  <a:pt x="120086" y="20717"/>
                  <a:pt x="110601" y="12430"/>
                </a:cubicBezTo>
                <a:cubicBezTo>
                  <a:pt x="94096" y="-4143"/>
                  <a:pt x="67062" y="-4143"/>
                  <a:pt x="50558" y="12430"/>
                </a:cubicBezTo>
                <a:cubicBezTo>
                  <a:pt x="34053" y="29004"/>
                  <a:pt x="34053" y="54912"/>
                  <a:pt x="50558" y="72628"/>
                </a:cubicBezTo>
                <a:cubicBezTo>
                  <a:pt x="57577" y="78534"/>
                  <a:pt x="74082" y="85582"/>
                  <a:pt x="90586" y="91488"/>
                </a:cubicBezTo>
                <a:lnTo>
                  <a:pt x="7019" y="91488"/>
                </a:lnTo>
                <a:cubicBezTo>
                  <a:pt x="3510" y="91488"/>
                  <a:pt x="0" y="95012"/>
                  <a:pt x="0" y="98536"/>
                </a:cubicBezTo>
                <a:lnTo>
                  <a:pt x="0" y="155210"/>
                </a:lnTo>
                <a:cubicBezTo>
                  <a:pt x="0" y="158734"/>
                  <a:pt x="3510" y="162258"/>
                  <a:pt x="7019" y="162258"/>
                </a:cubicBezTo>
                <a:lnTo>
                  <a:pt x="14038" y="162258"/>
                </a:lnTo>
                <a:lnTo>
                  <a:pt x="14038" y="325231"/>
                </a:lnTo>
                <a:cubicBezTo>
                  <a:pt x="14038" y="328755"/>
                  <a:pt x="17548" y="332280"/>
                  <a:pt x="21058" y="332280"/>
                </a:cubicBezTo>
                <a:lnTo>
                  <a:pt x="249468" y="332280"/>
                </a:lnTo>
                <a:cubicBezTo>
                  <a:pt x="252978" y="332280"/>
                  <a:pt x="256487" y="328755"/>
                  <a:pt x="256487" y="325231"/>
                </a:cubicBezTo>
                <a:lnTo>
                  <a:pt x="256487" y="162258"/>
                </a:lnTo>
                <a:lnTo>
                  <a:pt x="263507" y="162258"/>
                </a:lnTo>
                <a:cubicBezTo>
                  <a:pt x="267016" y="162258"/>
                  <a:pt x="270526" y="158734"/>
                  <a:pt x="270526" y="155210"/>
                </a:cubicBezTo>
                <a:lnTo>
                  <a:pt x="270526" y="98536"/>
                </a:lnTo>
                <a:cubicBezTo>
                  <a:pt x="270526" y="95012"/>
                  <a:pt x="267016" y="91488"/>
                  <a:pt x="263507" y="9148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8" name="Graphic 135">
            <a:extLst>
              <a:ext uri="{FF2B5EF4-FFF2-40B4-BE49-F238E27FC236}">
                <a16:creationId xmlns:a16="http://schemas.microsoft.com/office/drawing/2014/main" id="{A4532069-7DBD-13CA-DED9-C80D25FB43A0}"/>
              </a:ext>
            </a:extLst>
          </p:cNvPr>
          <p:cNvSpPr/>
          <p:nvPr/>
        </p:nvSpPr>
        <p:spPr>
          <a:xfrm>
            <a:off x="11229184" y="822355"/>
            <a:ext cx="357462" cy="439061"/>
          </a:xfrm>
          <a:custGeom>
            <a:avLst/>
            <a:gdLst>
              <a:gd name="connsiteX0" fmla="*/ 256582 w 270525"/>
              <a:gd name="connsiteY0" fmla="*/ 148161 h 332279"/>
              <a:gd name="connsiteX1" fmla="*/ 142377 w 270525"/>
              <a:gd name="connsiteY1" fmla="*/ 148161 h 332279"/>
              <a:gd name="connsiteX2" fmla="*/ 142377 w 270525"/>
              <a:gd name="connsiteY2" fmla="*/ 105680 h 332279"/>
              <a:gd name="connsiteX3" fmla="*/ 256582 w 270525"/>
              <a:gd name="connsiteY3" fmla="*/ 105680 h 332279"/>
              <a:gd name="connsiteX4" fmla="*/ 256582 w 270525"/>
              <a:gd name="connsiteY4" fmla="*/ 148161 h 332279"/>
              <a:gd name="connsiteX5" fmla="*/ 242449 w 270525"/>
              <a:gd name="connsiteY5" fmla="*/ 318183 h 332279"/>
              <a:gd name="connsiteX6" fmla="*/ 142377 w 270525"/>
              <a:gd name="connsiteY6" fmla="*/ 318183 h 332279"/>
              <a:gd name="connsiteX7" fmla="*/ 142377 w 270525"/>
              <a:gd name="connsiteY7" fmla="*/ 162258 h 332279"/>
              <a:gd name="connsiteX8" fmla="*/ 242449 w 270525"/>
              <a:gd name="connsiteY8" fmla="*/ 162258 h 332279"/>
              <a:gd name="connsiteX9" fmla="*/ 242449 w 270525"/>
              <a:gd name="connsiteY9" fmla="*/ 318183 h 332279"/>
              <a:gd name="connsiteX10" fmla="*/ 28172 w 270525"/>
              <a:gd name="connsiteY10" fmla="*/ 162354 h 332279"/>
              <a:gd name="connsiteX11" fmla="*/ 128244 w 270525"/>
              <a:gd name="connsiteY11" fmla="*/ 162354 h 332279"/>
              <a:gd name="connsiteX12" fmla="*/ 128244 w 270525"/>
              <a:gd name="connsiteY12" fmla="*/ 318278 h 332279"/>
              <a:gd name="connsiteX13" fmla="*/ 28172 w 270525"/>
              <a:gd name="connsiteY13" fmla="*/ 318278 h 332279"/>
              <a:gd name="connsiteX14" fmla="*/ 28172 w 270525"/>
              <a:gd name="connsiteY14" fmla="*/ 162354 h 332279"/>
              <a:gd name="connsiteX15" fmla="*/ 14038 w 270525"/>
              <a:gd name="connsiteY15" fmla="*/ 148161 h 332279"/>
              <a:gd name="connsiteX16" fmla="*/ 14038 w 270525"/>
              <a:gd name="connsiteY16" fmla="*/ 105680 h 332279"/>
              <a:gd name="connsiteX17" fmla="*/ 128244 w 270525"/>
              <a:gd name="connsiteY17" fmla="*/ 105680 h 332279"/>
              <a:gd name="connsiteX18" fmla="*/ 128244 w 270525"/>
              <a:gd name="connsiteY18" fmla="*/ 148161 h 332279"/>
              <a:gd name="connsiteX19" fmla="*/ 14038 w 270525"/>
              <a:gd name="connsiteY19" fmla="*/ 148161 h 332279"/>
              <a:gd name="connsiteX20" fmla="*/ 59948 w 270525"/>
              <a:gd name="connsiteY20" fmla="*/ 61960 h 332279"/>
              <a:gd name="connsiteX21" fmla="*/ 59948 w 270525"/>
              <a:gd name="connsiteY21" fmla="*/ 21765 h 332279"/>
              <a:gd name="connsiteX22" fmla="*/ 79963 w 270525"/>
              <a:gd name="connsiteY22" fmla="*/ 13478 h 332279"/>
              <a:gd name="connsiteX23" fmla="*/ 99977 w 270525"/>
              <a:gd name="connsiteY23" fmla="*/ 21765 h 332279"/>
              <a:gd name="connsiteX24" fmla="*/ 125872 w 270525"/>
              <a:gd name="connsiteY24" fmla="*/ 86725 h 332279"/>
              <a:gd name="connsiteX25" fmla="*/ 59948 w 270525"/>
              <a:gd name="connsiteY25" fmla="*/ 61960 h 332279"/>
              <a:gd name="connsiteX26" fmla="*/ 170644 w 270525"/>
              <a:gd name="connsiteY26" fmla="*/ 21765 h 332279"/>
              <a:gd name="connsiteX27" fmla="*/ 190658 w 270525"/>
              <a:gd name="connsiteY27" fmla="*/ 13478 h 332279"/>
              <a:gd name="connsiteX28" fmla="*/ 210672 w 270525"/>
              <a:gd name="connsiteY28" fmla="*/ 21765 h 332279"/>
              <a:gd name="connsiteX29" fmla="*/ 210672 w 270525"/>
              <a:gd name="connsiteY29" fmla="*/ 61960 h 332279"/>
              <a:gd name="connsiteX30" fmla="*/ 144748 w 270525"/>
              <a:gd name="connsiteY30" fmla="*/ 86725 h 332279"/>
              <a:gd name="connsiteX31" fmla="*/ 170644 w 270525"/>
              <a:gd name="connsiteY31" fmla="*/ 21765 h 332279"/>
              <a:gd name="connsiteX32" fmla="*/ 263696 w 270525"/>
              <a:gd name="connsiteY32" fmla="*/ 91488 h 332279"/>
              <a:gd name="connsiteX33" fmla="*/ 180129 w 270525"/>
              <a:gd name="connsiteY33" fmla="*/ 91488 h 332279"/>
              <a:gd name="connsiteX34" fmla="*/ 220158 w 270525"/>
              <a:gd name="connsiteY34" fmla="*/ 72628 h 332279"/>
              <a:gd name="connsiteX35" fmla="*/ 220158 w 270525"/>
              <a:gd name="connsiteY35" fmla="*/ 12430 h 332279"/>
              <a:gd name="connsiteX36" fmla="*/ 160115 w 270525"/>
              <a:gd name="connsiteY36" fmla="*/ 12430 h 332279"/>
              <a:gd name="connsiteX37" fmla="*/ 135358 w 270525"/>
              <a:gd name="connsiteY37" fmla="*/ 70342 h 332279"/>
              <a:gd name="connsiteX38" fmla="*/ 110601 w 270525"/>
              <a:gd name="connsiteY38" fmla="*/ 12430 h 332279"/>
              <a:gd name="connsiteX39" fmla="*/ 50558 w 270525"/>
              <a:gd name="connsiteY39" fmla="*/ 12430 h 332279"/>
              <a:gd name="connsiteX40" fmla="*/ 50558 w 270525"/>
              <a:gd name="connsiteY40" fmla="*/ 72628 h 332279"/>
              <a:gd name="connsiteX41" fmla="*/ 90586 w 270525"/>
              <a:gd name="connsiteY41" fmla="*/ 91488 h 332279"/>
              <a:gd name="connsiteX42" fmla="*/ 7019 w 270525"/>
              <a:gd name="connsiteY42" fmla="*/ 91488 h 332279"/>
              <a:gd name="connsiteX43" fmla="*/ 0 w 270525"/>
              <a:gd name="connsiteY43" fmla="*/ 98536 h 332279"/>
              <a:gd name="connsiteX44" fmla="*/ 0 w 270525"/>
              <a:gd name="connsiteY44" fmla="*/ 155210 h 332279"/>
              <a:gd name="connsiteX45" fmla="*/ 7019 w 270525"/>
              <a:gd name="connsiteY45" fmla="*/ 162258 h 332279"/>
              <a:gd name="connsiteX46" fmla="*/ 14038 w 270525"/>
              <a:gd name="connsiteY46" fmla="*/ 162258 h 332279"/>
              <a:gd name="connsiteX47" fmla="*/ 14038 w 270525"/>
              <a:gd name="connsiteY47" fmla="*/ 325231 h 332279"/>
              <a:gd name="connsiteX48" fmla="*/ 21058 w 270525"/>
              <a:gd name="connsiteY48" fmla="*/ 332280 h 332279"/>
              <a:gd name="connsiteX49" fmla="*/ 249468 w 270525"/>
              <a:gd name="connsiteY49" fmla="*/ 332280 h 332279"/>
              <a:gd name="connsiteX50" fmla="*/ 256487 w 270525"/>
              <a:gd name="connsiteY50" fmla="*/ 325231 h 332279"/>
              <a:gd name="connsiteX51" fmla="*/ 256487 w 270525"/>
              <a:gd name="connsiteY51" fmla="*/ 162258 h 332279"/>
              <a:gd name="connsiteX52" fmla="*/ 263507 w 270525"/>
              <a:gd name="connsiteY52" fmla="*/ 162258 h 332279"/>
              <a:gd name="connsiteX53" fmla="*/ 270526 w 270525"/>
              <a:gd name="connsiteY53" fmla="*/ 155210 h 332279"/>
              <a:gd name="connsiteX54" fmla="*/ 270526 w 270525"/>
              <a:gd name="connsiteY54" fmla="*/ 98536 h 332279"/>
              <a:gd name="connsiteX55" fmla="*/ 263507 w 270525"/>
              <a:gd name="connsiteY55" fmla="*/ 91488 h 33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270525" h="332279">
                <a:moveTo>
                  <a:pt x="256582" y="148161"/>
                </a:moveTo>
                <a:lnTo>
                  <a:pt x="142377" y="148161"/>
                </a:lnTo>
                <a:lnTo>
                  <a:pt x="142377" y="105680"/>
                </a:lnTo>
                <a:lnTo>
                  <a:pt x="256582" y="105680"/>
                </a:lnTo>
                <a:lnTo>
                  <a:pt x="256582" y="148161"/>
                </a:lnTo>
                <a:close/>
                <a:moveTo>
                  <a:pt x="242449" y="318183"/>
                </a:moveTo>
                <a:lnTo>
                  <a:pt x="142377" y="318183"/>
                </a:lnTo>
                <a:lnTo>
                  <a:pt x="142377" y="162258"/>
                </a:lnTo>
                <a:lnTo>
                  <a:pt x="242449" y="162258"/>
                </a:lnTo>
                <a:lnTo>
                  <a:pt x="242449" y="318183"/>
                </a:lnTo>
                <a:close/>
                <a:moveTo>
                  <a:pt x="28172" y="162354"/>
                </a:moveTo>
                <a:lnTo>
                  <a:pt x="128244" y="162354"/>
                </a:lnTo>
                <a:lnTo>
                  <a:pt x="128244" y="318278"/>
                </a:lnTo>
                <a:lnTo>
                  <a:pt x="28172" y="318278"/>
                </a:lnTo>
                <a:lnTo>
                  <a:pt x="28172" y="162354"/>
                </a:lnTo>
                <a:close/>
                <a:moveTo>
                  <a:pt x="14038" y="148161"/>
                </a:moveTo>
                <a:lnTo>
                  <a:pt x="14038" y="105680"/>
                </a:lnTo>
                <a:lnTo>
                  <a:pt x="128244" y="105680"/>
                </a:lnTo>
                <a:lnTo>
                  <a:pt x="128244" y="148161"/>
                </a:lnTo>
                <a:lnTo>
                  <a:pt x="14038" y="148161"/>
                </a:lnTo>
                <a:close/>
                <a:moveTo>
                  <a:pt x="59948" y="61960"/>
                </a:moveTo>
                <a:cubicBezTo>
                  <a:pt x="49324" y="51292"/>
                  <a:pt x="49324" y="32433"/>
                  <a:pt x="59948" y="21765"/>
                </a:cubicBezTo>
                <a:cubicBezTo>
                  <a:pt x="65829" y="15859"/>
                  <a:pt x="72943" y="13478"/>
                  <a:pt x="79963" y="13478"/>
                </a:cubicBezTo>
                <a:cubicBezTo>
                  <a:pt x="88215" y="13478"/>
                  <a:pt x="95234" y="15859"/>
                  <a:pt x="99977" y="21765"/>
                </a:cubicBezTo>
                <a:cubicBezTo>
                  <a:pt x="108229" y="30051"/>
                  <a:pt x="118853" y="61960"/>
                  <a:pt x="125872" y="86725"/>
                </a:cubicBezTo>
                <a:cubicBezTo>
                  <a:pt x="101115" y="80820"/>
                  <a:pt x="68201" y="70152"/>
                  <a:pt x="59948" y="61960"/>
                </a:cubicBezTo>
                <a:close/>
                <a:moveTo>
                  <a:pt x="170644" y="21765"/>
                </a:moveTo>
                <a:cubicBezTo>
                  <a:pt x="175386" y="15859"/>
                  <a:pt x="183639" y="13478"/>
                  <a:pt x="190658" y="13478"/>
                </a:cubicBezTo>
                <a:cubicBezTo>
                  <a:pt x="197677" y="13478"/>
                  <a:pt x="204791" y="15859"/>
                  <a:pt x="210672" y="21765"/>
                </a:cubicBezTo>
                <a:cubicBezTo>
                  <a:pt x="221296" y="32433"/>
                  <a:pt x="221296" y="51292"/>
                  <a:pt x="210672" y="61960"/>
                </a:cubicBezTo>
                <a:cubicBezTo>
                  <a:pt x="202420" y="70247"/>
                  <a:pt x="169411" y="80820"/>
                  <a:pt x="144748" y="86725"/>
                </a:cubicBezTo>
                <a:cubicBezTo>
                  <a:pt x="151768" y="61960"/>
                  <a:pt x="162391" y="30051"/>
                  <a:pt x="170644" y="21765"/>
                </a:cubicBezTo>
                <a:close/>
                <a:moveTo>
                  <a:pt x="263696" y="91488"/>
                </a:moveTo>
                <a:lnTo>
                  <a:pt x="180129" y="91488"/>
                </a:lnTo>
                <a:cubicBezTo>
                  <a:pt x="196634" y="85582"/>
                  <a:pt x="213139" y="78534"/>
                  <a:pt x="220158" y="72628"/>
                </a:cubicBezTo>
                <a:cubicBezTo>
                  <a:pt x="236663" y="54912"/>
                  <a:pt x="236663" y="28908"/>
                  <a:pt x="220158" y="12430"/>
                </a:cubicBezTo>
                <a:cubicBezTo>
                  <a:pt x="203653" y="-4143"/>
                  <a:pt x="176620" y="-4143"/>
                  <a:pt x="160115" y="12430"/>
                </a:cubicBezTo>
                <a:cubicBezTo>
                  <a:pt x="150724" y="20717"/>
                  <a:pt x="141239" y="49006"/>
                  <a:pt x="135358" y="70342"/>
                </a:cubicBezTo>
                <a:cubicBezTo>
                  <a:pt x="129477" y="49101"/>
                  <a:pt x="120086" y="20717"/>
                  <a:pt x="110601" y="12430"/>
                </a:cubicBezTo>
                <a:cubicBezTo>
                  <a:pt x="94096" y="-4143"/>
                  <a:pt x="67062" y="-4143"/>
                  <a:pt x="50558" y="12430"/>
                </a:cubicBezTo>
                <a:cubicBezTo>
                  <a:pt x="34053" y="29004"/>
                  <a:pt x="34053" y="54912"/>
                  <a:pt x="50558" y="72628"/>
                </a:cubicBezTo>
                <a:cubicBezTo>
                  <a:pt x="57577" y="78534"/>
                  <a:pt x="74082" y="85582"/>
                  <a:pt x="90586" y="91488"/>
                </a:cubicBezTo>
                <a:lnTo>
                  <a:pt x="7019" y="91488"/>
                </a:lnTo>
                <a:cubicBezTo>
                  <a:pt x="3510" y="91488"/>
                  <a:pt x="0" y="95012"/>
                  <a:pt x="0" y="98536"/>
                </a:cubicBezTo>
                <a:lnTo>
                  <a:pt x="0" y="155210"/>
                </a:lnTo>
                <a:cubicBezTo>
                  <a:pt x="0" y="158734"/>
                  <a:pt x="3510" y="162258"/>
                  <a:pt x="7019" y="162258"/>
                </a:cubicBezTo>
                <a:lnTo>
                  <a:pt x="14038" y="162258"/>
                </a:lnTo>
                <a:lnTo>
                  <a:pt x="14038" y="325231"/>
                </a:lnTo>
                <a:cubicBezTo>
                  <a:pt x="14038" y="328755"/>
                  <a:pt x="17548" y="332280"/>
                  <a:pt x="21058" y="332280"/>
                </a:cubicBezTo>
                <a:lnTo>
                  <a:pt x="249468" y="332280"/>
                </a:lnTo>
                <a:cubicBezTo>
                  <a:pt x="252978" y="332280"/>
                  <a:pt x="256487" y="328755"/>
                  <a:pt x="256487" y="325231"/>
                </a:cubicBezTo>
                <a:lnTo>
                  <a:pt x="256487" y="162258"/>
                </a:lnTo>
                <a:lnTo>
                  <a:pt x="263507" y="162258"/>
                </a:lnTo>
                <a:cubicBezTo>
                  <a:pt x="267016" y="162258"/>
                  <a:pt x="270526" y="158734"/>
                  <a:pt x="270526" y="155210"/>
                </a:cubicBezTo>
                <a:lnTo>
                  <a:pt x="270526" y="98536"/>
                </a:lnTo>
                <a:cubicBezTo>
                  <a:pt x="270526" y="95012"/>
                  <a:pt x="267016" y="91488"/>
                  <a:pt x="263507" y="9148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9" name="Graphic 135">
            <a:extLst>
              <a:ext uri="{FF2B5EF4-FFF2-40B4-BE49-F238E27FC236}">
                <a16:creationId xmlns:a16="http://schemas.microsoft.com/office/drawing/2014/main" id="{7F36794D-0552-770F-FF50-1CFD35FF60D0}"/>
              </a:ext>
            </a:extLst>
          </p:cNvPr>
          <p:cNvSpPr/>
          <p:nvPr/>
        </p:nvSpPr>
        <p:spPr>
          <a:xfrm>
            <a:off x="10457659" y="1457355"/>
            <a:ext cx="357462" cy="439061"/>
          </a:xfrm>
          <a:custGeom>
            <a:avLst/>
            <a:gdLst>
              <a:gd name="connsiteX0" fmla="*/ 256582 w 270525"/>
              <a:gd name="connsiteY0" fmla="*/ 148161 h 332279"/>
              <a:gd name="connsiteX1" fmla="*/ 142377 w 270525"/>
              <a:gd name="connsiteY1" fmla="*/ 148161 h 332279"/>
              <a:gd name="connsiteX2" fmla="*/ 142377 w 270525"/>
              <a:gd name="connsiteY2" fmla="*/ 105680 h 332279"/>
              <a:gd name="connsiteX3" fmla="*/ 256582 w 270525"/>
              <a:gd name="connsiteY3" fmla="*/ 105680 h 332279"/>
              <a:gd name="connsiteX4" fmla="*/ 256582 w 270525"/>
              <a:gd name="connsiteY4" fmla="*/ 148161 h 332279"/>
              <a:gd name="connsiteX5" fmla="*/ 242449 w 270525"/>
              <a:gd name="connsiteY5" fmla="*/ 318183 h 332279"/>
              <a:gd name="connsiteX6" fmla="*/ 142377 w 270525"/>
              <a:gd name="connsiteY6" fmla="*/ 318183 h 332279"/>
              <a:gd name="connsiteX7" fmla="*/ 142377 w 270525"/>
              <a:gd name="connsiteY7" fmla="*/ 162258 h 332279"/>
              <a:gd name="connsiteX8" fmla="*/ 242449 w 270525"/>
              <a:gd name="connsiteY8" fmla="*/ 162258 h 332279"/>
              <a:gd name="connsiteX9" fmla="*/ 242449 w 270525"/>
              <a:gd name="connsiteY9" fmla="*/ 318183 h 332279"/>
              <a:gd name="connsiteX10" fmla="*/ 28172 w 270525"/>
              <a:gd name="connsiteY10" fmla="*/ 162354 h 332279"/>
              <a:gd name="connsiteX11" fmla="*/ 128244 w 270525"/>
              <a:gd name="connsiteY11" fmla="*/ 162354 h 332279"/>
              <a:gd name="connsiteX12" fmla="*/ 128244 w 270525"/>
              <a:gd name="connsiteY12" fmla="*/ 318278 h 332279"/>
              <a:gd name="connsiteX13" fmla="*/ 28172 w 270525"/>
              <a:gd name="connsiteY13" fmla="*/ 318278 h 332279"/>
              <a:gd name="connsiteX14" fmla="*/ 28172 w 270525"/>
              <a:gd name="connsiteY14" fmla="*/ 162354 h 332279"/>
              <a:gd name="connsiteX15" fmla="*/ 14038 w 270525"/>
              <a:gd name="connsiteY15" fmla="*/ 148161 h 332279"/>
              <a:gd name="connsiteX16" fmla="*/ 14038 w 270525"/>
              <a:gd name="connsiteY16" fmla="*/ 105680 h 332279"/>
              <a:gd name="connsiteX17" fmla="*/ 128244 w 270525"/>
              <a:gd name="connsiteY17" fmla="*/ 105680 h 332279"/>
              <a:gd name="connsiteX18" fmla="*/ 128244 w 270525"/>
              <a:gd name="connsiteY18" fmla="*/ 148161 h 332279"/>
              <a:gd name="connsiteX19" fmla="*/ 14038 w 270525"/>
              <a:gd name="connsiteY19" fmla="*/ 148161 h 332279"/>
              <a:gd name="connsiteX20" fmla="*/ 59948 w 270525"/>
              <a:gd name="connsiteY20" fmla="*/ 61960 h 332279"/>
              <a:gd name="connsiteX21" fmla="*/ 59948 w 270525"/>
              <a:gd name="connsiteY21" fmla="*/ 21765 h 332279"/>
              <a:gd name="connsiteX22" fmla="*/ 79963 w 270525"/>
              <a:gd name="connsiteY22" fmla="*/ 13478 h 332279"/>
              <a:gd name="connsiteX23" fmla="*/ 99977 w 270525"/>
              <a:gd name="connsiteY23" fmla="*/ 21765 h 332279"/>
              <a:gd name="connsiteX24" fmla="*/ 125872 w 270525"/>
              <a:gd name="connsiteY24" fmla="*/ 86725 h 332279"/>
              <a:gd name="connsiteX25" fmla="*/ 59948 w 270525"/>
              <a:gd name="connsiteY25" fmla="*/ 61960 h 332279"/>
              <a:gd name="connsiteX26" fmla="*/ 170644 w 270525"/>
              <a:gd name="connsiteY26" fmla="*/ 21765 h 332279"/>
              <a:gd name="connsiteX27" fmla="*/ 190658 w 270525"/>
              <a:gd name="connsiteY27" fmla="*/ 13478 h 332279"/>
              <a:gd name="connsiteX28" fmla="*/ 210672 w 270525"/>
              <a:gd name="connsiteY28" fmla="*/ 21765 h 332279"/>
              <a:gd name="connsiteX29" fmla="*/ 210672 w 270525"/>
              <a:gd name="connsiteY29" fmla="*/ 61960 h 332279"/>
              <a:gd name="connsiteX30" fmla="*/ 144748 w 270525"/>
              <a:gd name="connsiteY30" fmla="*/ 86725 h 332279"/>
              <a:gd name="connsiteX31" fmla="*/ 170644 w 270525"/>
              <a:gd name="connsiteY31" fmla="*/ 21765 h 332279"/>
              <a:gd name="connsiteX32" fmla="*/ 263696 w 270525"/>
              <a:gd name="connsiteY32" fmla="*/ 91488 h 332279"/>
              <a:gd name="connsiteX33" fmla="*/ 180129 w 270525"/>
              <a:gd name="connsiteY33" fmla="*/ 91488 h 332279"/>
              <a:gd name="connsiteX34" fmla="*/ 220158 w 270525"/>
              <a:gd name="connsiteY34" fmla="*/ 72628 h 332279"/>
              <a:gd name="connsiteX35" fmla="*/ 220158 w 270525"/>
              <a:gd name="connsiteY35" fmla="*/ 12430 h 332279"/>
              <a:gd name="connsiteX36" fmla="*/ 160115 w 270525"/>
              <a:gd name="connsiteY36" fmla="*/ 12430 h 332279"/>
              <a:gd name="connsiteX37" fmla="*/ 135358 w 270525"/>
              <a:gd name="connsiteY37" fmla="*/ 70342 h 332279"/>
              <a:gd name="connsiteX38" fmla="*/ 110601 w 270525"/>
              <a:gd name="connsiteY38" fmla="*/ 12430 h 332279"/>
              <a:gd name="connsiteX39" fmla="*/ 50558 w 270525"/>
              <a:gd name="connsiteY39" fmla="*/ 12430 h 332279"/>
              <a:gd name="connsiteX40" fmla="*/ 50558 w 270525"/>
              <a:gd name="connsiteY40" fmla="*/ 72628 h 332279"/>
              <a:gd name="connsiteX41" fmla="*/ 90586 w 270525"/>
              <a:gd name="connsiteY41" fmla="*/ 91488 h 332279"/>
              <a:gd name="connsiteX42" fmla="*/ 7019 w 270525"/>
              <a:gd name="connsiteY42" fmla="*/ 91488 h 332279"/>
              <a:gd name="connsiteX43" fmla="*/ 0 w 270525"/>
              <a:gd name="connsiteY43" fmla="*/ 98536 h 332279"/>
              <a:gd name="connsiteX44" fmla="*/ 0 w 270525"/>
              <a:gd name="connsiteY44" fmla="*/ 155210 h 332279"/>
              <a:gd name="connsiteX45" fmla="*/ 7019 w 270525"/>
              <a:gd name="connsiteY45" fmla="*/ 162258 h 332279"/>
              <a:gd name="connsiteX46" fmla="*/ 14038 w 270525"/>
              <a:gd name="connsiteY46" fmla="*/ 162258 h 332279"/>
              <a:gd name="connsiteX47" fmla="*/ 14038 w 270525"/>
              <a:gd name="connsiteY47" fmla="*/ 325231 h 332279"/>
              <a:gd name="connsiteX48" fmla="*/ 21058 w 270525"/>
              <a:gd name="connsiteY48" fmla="*/ 332280 h 332279"/>
              <a:gd name="connsiteX49" fmla="*/ 249468 w 270525"/>
              <a:gd name="connsiteY49" fmla="*/ 332280 h 332279"/>
              <a:gd name="connsiteX50" fmla="*/ 256487 w 270525"/>
              <a:gd name="connsiteY50" fmla="*/ 325231 h 332279"/>
              <a:gd name="connsiteX51" fmla="*/ 256487 w 270525"/>
              <a:gd name="connsiteY51" fmla="*/ 162258 h 332279"/>
              <a:gd name="connsiteX52" fmla="*/ 263507 w 270525"/>
              <a:gd name="connsiteY52" fmla="*/ 162258 h 332279"/>
              <a:gd name="connsiteX53" fmla="*/ 270526 w 270525"/>
              <a:gd name="connsiteY53" fmla="*/ 155210 h 332279"/>
              <a:gd name="connsiteX54" fmla="*/ 270526 w 270525"/>
              <a:gd name="connsiteY54" fmla="*/ 98536 h 332279"/>
              <a:gd name="connsiteX55" fmla="*/ 263507 w 270525"/>
              <a:gd name="connsiteY55" fmla="*/ 91488 h 33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270525" h="332279">
                <a:moveTo>
                  <a:pt x="256582" y="148161"/>
                </a:moveTo>
                <a:lnTo>
                  <a:pt x="142377" y="148161"/>
                </a:lnTo>
                <a:lnTo>
                  <a:pt x="142377" y="105680"/>
                </a:lnTo>
                <a:lnTo>
                  <a:pt x="256582" y="105680"/>
                </a:lnTo>
                <a:lnTo>
                  <a:pt x="256582" y="148161"/>
                </a:lnTo>
                <a:close/>
                <a:moveTo>
                  <a:pt x="242449" y="318183"/>
                </a:moveTo>
                <a:lnTo>
                  <a:pt x="142377" y="318183"/>
                </a:lnTo>
                <a:lnTo>
                  <a:pt x="142377" y="162258"/>
                </a:lnTo>
                <a:lnTo>
                  <a:pt x="242449" y="162258"/>
                </a:lnTo>
                <a:lnTo>
                  <a:pt x="242449" y="318183"/>
                </a:lnTo>
                <a:close/>
                <a:moveTo>
                  <a:pt x="28172" y="162354"/>
                </a:moveTo>
                <a:lnTo>
                  <a:pt x="128244" y="162354"/>
                </a:lnTo>
                <a:lnTo>
                  <a:pt x="128244" y="318278"/>
                </a:lnTo>
                <a:lnTo>
                  <a:pt x="28172" y="318278"/>
                </a:lnTo>
                <a:lnTo>
                  <a:pt x="28172" y="162354"/>
                </a:lnTo>
                <a:close/>
                <a:moveTo>
                  <a:pt x="14038" y="148161"/>
                </a:moveTo>
                <a:lnTo>
                  <a:pt x="14038" y="105680"/>
                </a:lnTo>
                <a:lnTo>
                  <a:pt x="128244" y="105680"/>
                </a:lnTo>
                <a:lnTo>
                  <a:pt x="128244" y="148161"/>
                </a:lnTo>
                <a:lnTo>
                  <a:pt x="14038" y="148161"/>
                </a:lnTo>
                <a:close/>
                <a:moveTo>
                  <a:pt x="59948" y="61960"/>
                </a:moveTo>
                <a:cubicBezTo>
                  <a:pt x="49324" y="51292"/>
                  <a:pt x="49324" y="32433"/>
                  <a:pt x="59948" y="21765"/>
                </a:cubicBezTo>
                <a:cubicBezTo>
                  <a:pt x="65829" y="15859"/>
                  <a:pt x="72943" y="13478"/>
                  <a:pt x="79963" y="13478"/>
                </a:cubicBezTo>
                <a:cubicBezTo>
                  <a:pt x="88215" y="13478"/>
                  <a:pt x="95234" y="15859"/>
                  <a:pt x="99977" y="21765"/>
                </a:cubicBezTo>
                <a:cubicBezTo>
                  <a:pt x="108229" y="30051"/>
                  <a:pt x="118853" y="61960"/>
                  <a:pt x="125872" y="86725"/>
                </a:cubicBezTo>
                <a:cubicBezTo>
                  <a:pt x="101115" y="80820"/>
                  <a:pt x="68201" y="70152"/>
                  <a:pt x="59948" y="61960"/>
                </a:cubicBezTo>
                <a:close/>
                <a:moveTo>
                  <a:pt x="170644" y="21765"/>
                </a:moveTo>
                <a:cubicBezTo>
                  <a:pt x="175386" y="15859"/>
                  <a:pt x="183639" y="13478"/>
                  <a:pt x="190658" y="13478"/>
                </a:cubicBezTo>
                <a:cubicBezTo>
                  <a:pt x="197677" y="13478"/>
                  <a:pt x="204791" y="15859"/>
                  <a:pt x="210672" y="21765"/>
                </a:cubicBezTo>
                <a:cubicBezTo>
                  <a:pt x="221296" y="32433"/>
                  <a:pt x="221296" y="51292"/>
                  <a:pt x="210672" y="61960"/>
                </a:cubicBezTo>
                <a:cubicBezTo>
                  <a:pt x="202420" y="70247"/>
                  <a:pt x="169411" y="80820"/>
                  <a:pt x="144748" y="86725"/>
                </a:cubicBezTo>
                <a:cubicBezTo>
                  <a:pt x="151768" y="61960"/>
                  <a:pt x="162391" y="30051"/>
                  <a:pt x="170644" y="21765"/>
                </a:cubicBezTo>
                <a:close/>
                <a:moveTo>
                  <a:pt x="263696" y="91488"/>
                </a:moveTo>
                <a:lnTo>
                  <a:pt x="180129" y="91488"/>
                </a:lnTo>
                <a:cubicBezTo>
                  <a:pt x="196634" y="85582"/>
                  <a:pt x="213139" y="78534"/>
                  <a:pt x="220158" y="72628"/>
                </a:cubicBezTo>
                <a:cubicBezTo>
                  <a:pt x="236663" y="54912"/>
                  <a:pt x="236663" y="28908"/>
                  <a:pt x="220158" y="12430"/>
                </a:cubicBezTo>
                <a:cubicBezTo>
                  <a:pt x="203653" y="-4143"/>
                  <a:pt x="176620" y="-4143"/>
                  <a:pt x="160115" y="12430"/>
                </a:cubicBezTo>
                <a:cubicBezTo>
                  <a:pt x="150724" y="20717"/>
                  <a:pt x="141239" y="49006"/>
                  <a:pt x="135358" y="70342"/>
                </a:cubicBezTo>
                <a:cubicBezTo>
                  <a:pt x="129477" y="49101"/>
                  <a:pt x="120086" y="20717"/>
                  <a:pt x="110601" y="12430"/>
                </a:cubicBezTo>
                <a:cubicBezTo>
                  <a:pt x="94096" y="-4143"/>
                  <a:pt x="67062" y="-4143"/>
                  <a:pt x="50558" y="12430"/>
                </a:cubicBezTo>
                <a:cubicBezTo>
                  <a:pt x="34053" y="29004"/>
                  <a:pt x="34053" y="54912"/>
                  <a:pt x="50558" y="72628"/>
                </a:cubicBezTo>
                <a:cubicBezTo>
                  <a:pt x="57577" y="78534"/>
                  <a:pt x="74082" y="85582"/>
                  <a:pt x="90586" y="91488"/>
                </a:cubicBezTo>
                <a:lnTo>
                  <a:pt x="7019" y="91488"/>
                </a:lnTo>
                <a:cubicBezTo>
                  <a:pt x="3510" y="91488"/>
                  <a:pt x="0" y="95012"/>
                  <a:pt x="0" y="98536"/>
                </a:cubicBezTo>
                <a:lnTo>
                  <a:pt x="0" y="155210"/>
                </a:lnTo>
                <a:cubicBezTo>
                  <a:pt x="0" y="158734"/>
                  <a:pt x="3510" y="162258"/>
                  <a:pt x="7019" y="162258"/>
                </a:cubicBezTo>
                <a:lnTo>
                  <a:pt x="14038" y="162258"/>
                </a:lnTo>
                <a:lnTo>
                  <a:pt x="14038" y="325231"/>
                </a:lnTo>
                <a:cubicBezTo>
                  <a:pt x="14038" y="328755"/>
                  <a:pt x="17548" y="332280"/>
                  <a:pt x="21058" y="332280"/>
                </a:cubicBezTo>
                <a:lnTo>
                  <a:pt x="249468" y="332280"/>
                </a:lnTo>
                <a:cubicBezTo>
                  <a:pt x="252978" y="332280"/>
                  <a:pt x="256487" y="328755"/>
                  <a:pt x="256487" y="325231"/>
                </a:cubicBezTo>
                <a:lnTo>
                  <a:pt x="256487" y="162258"/>
                </a:lnTo>
                <a:lnTo>
                  <a:pt x="263507" y="162258"/>
                </a:lnTo>
                <a:cubicBezTo>
                  <a:pt x="267016" y="162258"/>
                  <a:pt x="270526" y="158734"/>
                  <a:pt x="270526" y="155210"/>
                </a:cubicBezTo>
                <a:lnTo>
                  <a:pt x="270526" y="98536"/>
                </a:lnTo>
                <a:cubicBezTo>
                  <a:pt x="270526" y="95012"/>
                  <a:pt x="267016" y="91488"/>
                  <a:pt x="263507" y="9148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0" name="Graphic 135">
            <a:extLst>
              <a:ext uri="{FF2B5EF4-FFF2-40B4-BE49-F238E27FC236}">
                <a16:creationId xmlns:a16="http://schemas.microsoft.com/office/drawing/2014/main" id="{9C00E07A-5913-7ED7-EA84-92474BF9F280}"/>
              </a:ext>
            </a:extLst>
          </p:cNvPr>
          <p:cNvSpPr/>
          <p:nvPr/>
        </p:nvSpPr>
        <p:spPr>
          <a:xfrm>
            <a:off x="11229184" y="1457355"/>
            <a:ext cx="357462" cy="439061"/>
          </a:xfrm>
          <a:custGeom>
            <a:avLst/>
            <a:gdLst>
              <a:gd name="connsiteX0" fmla="*/ 256582 w 270525"/>
              <a:gd name="connsiteY0" fmla="*/ 148161 h 332279"/>
              <a:gd name="connsiteX1" fmla="*/ 142377 w 270525"/>
              <a:gd name="connsiteY1" fmla="*/ 148161 h 332279"/>
              <a:gd name="connsiteX2" fmla="*/ 142377 w 270525"/>
              <a:gd name="connsiteY2" fmla="*/ 105680 h 332279"/>
              <a:gd name="connsiteX3" fmla="*/ 256582 w 270525"/>
              <a:gd name="connsiteY3" fmla="*/ 105680 h 332279"/>
              <a:gd name="connsiteX4" fmla="*/ 256582 w 270525"/>
              <a:gd name="connsiteY4" fmla="*/ 148161 h 332279"/>
              <a:gd name="connsiteX5" fmla="*/ 242449 w 270525"/>
              <a:gd name="connsiteY5" fmla="*/ 318183 h 332279"/>
              <a:gd name="connsiteX6" fmla="*/ 142377 w 270525"/>
              <a:gd name="connsiteY6" fmla="*/ 318183 h 332279"/>
              <a:gd name="connsiteX7" fmla="*/ 142377 w 270525"/>
              <a:gd name="connsiteY7" fmla="*/ 162258 h 332279"/>
              <a:gd name="connsiteX8" fmla="*/ 242449 w 270525"/>
              <a:gd name="connsiteY8" fmla="*/ 162258 h 332279"/>
              <a:gd name="connsiteX9" fmla="*/ 242449 w 270525"/>
              <a:gd name="connsiteY9" fmla="*/ 318183 h 332279"/>
              <a:gd name="connsiteX10" fmla="*/ 28172 w 270525"/>
              <a:gd name="connsiteY10" fmla="*/ 162354 h 332279"/>
              <a:gd name="connsiteX11" fmla="*/ 128244 w 270525"/>
              <a:gd name="connsiteY11" fmla="*/ 162354 h 332279"/>
              <a:gd name="connsiteX12" fmla="*/ 128244 w 270525"/>
              <a:gd name="connsiteY12" fmla="*/ 318278 h 332279"/>
              <a:gd name="connsiteX13" fmla="*/ 28172 w 270525"/>
              <a:gd name="connsiteY13" fmla="*/ 318278 h 332279"/>
              <a:gd name="connsiteX14" fmla="*/ 28172 w 270525"/>
              <a:gd name="connsiteY14" fmla="*/ 162354 h 332279"/>
              <a:gd name="connsiteX15" fmla="*/ 14038 w 270525"/>
              <a:gd name="connsiteY15" fmla="*/ 148161 h 332279"/>
              <a:gd name="connsiteX16" fmla="*/ 14038 w 270525"/>
              <a:gd name="connsiteY16" fmla="*/ 105680 h 332279"/>
              <a:gd name="connsiteX17" fmla="*/ 128244 w 270525"/>
              <a:gd name="connsiteY17" fmla="*/ 105680 h 332279"/>
              <a:gd name="connsiteX18" fmla="*/ 128244 w 270525"/>
              <a:gd name="connsiteY18" fmla="*/ 148161 h 332279"/>
              <a:gd name="connsiteX19" fmla="*/ 14038 w 270525"/>
              <a:gd name="connsiteY19" fmla="*/ 148161 h 332279"/>
              <a:gd name="connsiteX20" fmla="*/ 59948 w 270525"/>
              <a:gd name="connsiteY20" fmla="*/ 61960 h 332279"/>
              <a:gd name="connsiteX21" fmla="*/ 59948 w 270525"/>
              <a:gd name="connsiteY21" fmla="*/ 21765 h 332279"/>
              <a:gd name="connsiteX22" fmla="*/ 79963 w 270525"/>
              <a:gd name="connsiteY22" fmla="*/ 13478 h 332279"/>
              <a:gd name="connsiteX23" fmla="*/ 99977 w 270525"/>
              <a:gd name="connsiteY23" fmla="*/ 21765 h 332279"/>
              <a:gd name="connsiteX24" fmla="*/ 125872 w 270525"/>
              <a:gd name="connsiteY24" fmla="*/ 86725 h 332279"/>
              <a:gd name="connsiteX25" fmla="*/ 59948 w 270525"/>
              <a:gd name="connsiteY25" fmla="*/ 61960 h 332279"/>
              <a:gd name="connsiteX26" fmla="*/ 170644 w 270525"/>
              <a:gd name="connsiteY26" fmla="*/ 21765 h 332279"/>
              <a:gd name="connsiteX27" fmla="*/ 190658 w 270525"/>
              <a:gd name="connsiteY27" fmla="*/ 13478 h 332279"/>
              <a:gd name="connsiteX28" fmla="*/ 210672 w 270525"/>
              <a:gd name="connsiteY28" fmla="*/ 21765 h 332279"/>
              <a:gd name="connsiteX29" fmla="*/ 210672 w 270525"/>
              <a:gd name="connsiteY29" fmla="*/ 61960 h 332279"/>
              <a:gd name="connsiteX30" fmla="*/ 144748 w 270525"/>
              <a:gd name="connsiteY30" fmla="*/ 86725 h 332279"/>
              <a:gd name="connsiteX31" fmla="*/ 170644 w 270525"/>
              <a:gd name="connsiteY31" fmla="*/ 21765 h 332279"/>
              <a:gd name="connsiteX32" fmla="*/ 263696 w 270525"/>
              <a:gd name="connsiteY32" fmla="*/ 91488 h 332279"/>
              <a:gd name="connsiteX33" fmla="*/ 180129 w 270525"/>
              <a:gd name="connsiteY33" fmla="*/ 91488 h 332279"/>
              <a:gd name="connsiteX34" fmla="*/ 220158 w 270525"/>
              <a:gd name="connsiteY34" fmla="*/ 72628 h 332279"/>
              <a:gd name="connsiteX35" fmla="*/ 220158 w 270525"/>
              <a:gd name="connsiteY35" fmla="*/ 12430 h 332279"/>
              <a:gd name="connsiteX36" fmla="*/ 160115 w 270525"/>
              <a:gd name="connsiteY36" fmla="*/ 12430 h 332279"/>
              <a:gd name="connsiteX37" fmla="*/ 135358 w 270525"/>
              <a:gd name="connsiteY37" fmla="*/ 70342 h 332279"/>
              <a:gd name="connsiteX38" fmla="*/ 110601 w 270525"/>
              <a:gd name="connsiteY38" fmla="*/ 12430 h 332279"/>
              <a:gd name="connsiteX39" fmla="*/ 50558 w 270525"/>
              <a:gd name="connsiteY39" fmla="*/ 12430 h 332279"/>
              <a:gd name="connsiteX40" fmla="*/ 50558 w 270525"/>
              <a:gd name="connsiteY40" fmla="*/ 72628 h 332279"/>
              <a:gd name="connsiteX41" fmla="*/ 90586 w 270525"/>
              <a:gd name="connsiteY41" fmla="*/ 91488 h 332279"/>
              <a:gd name="connsiteX42" fmla="*/ 7019 w 270525"/>
              <a:gd name="connsiteY42" fmla="*/ 91488 h 332279"/>
              <a:gd name="connsiteX43" fmla="*/ 0 w 270525"/>
              <a:gd name="connsiteY43" fmla="*/ 98536 h 332279"/>
              <a:gd name="connsiteX44" fmla="*/ 0 w 270525"/>
              <a:gd name="connsiteY44" fmla="*/ 155210 h 332279"/>
              <a:gd name="connsiteX45" fmla="*/ 7019 w 270525"/>
              <a:gd name="connsiteY45" fmla="*/ 162258 h 332279"/>
              <a:gd name="connsiteX46" fmla="*/ 14038 w 270525"/>
              <a:gd name="connsiteY46" fmla="*/ 162258 h 332279"/>
              <a:gd name="connsiteX47" fmla="*/ 14038 w 270525"/>
              <a:gd name="connsiteY47" fmla="*/ 325231 h 332279"/>
              <a:gd name="connsiteX48" fmla="*/ 21058 w 270525"/>
              <a:gd name="connsiteY48" fmla="*/ 332280 h 332279"/>
              <a:gd name="connsiteX49" fmla="*/ 249468 w 270525"/>
              <a:gd name="connsiteY49" fmla="*/ 332280 h 332279"/>
              <a:gd name="connsiteX50" fmla="*/ 256487 w 270525"/>
              <a:gd name="connsiteY50" fmla="*/ 325231 h 332279"/>
              <a:gd name="connsiteX51" fmla="*/ 256487 w 270525"/>
              <a:gd name="connsiteY51" fmla="*/ 162258 h 332279"/>
              <a:gd name="connsiteX52" fmla="*/ 263507 w 270525"/>
              <a:gd name="connsiteY52" fmla="*/ 162258 h 332279"/>
              <a:gd name="connsiteX53" fmla="*/ 270526 w 270525"/>
              <a:gd name="connsiteY53" fmla="*/ 155210 h 332279"/>
              <a:gd name="connsiteX54" fmla="*/ 270526 w 270525"/>
              <a:gd name="connsiteY54" fmla="*/ 98536 h 332279"/>
              <a:gd name="connsiteX55" fmla="*/ 263507 w 270525"/>
              <a:gd name="connsiteY55" fmla="*/ 91488 h 33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270525" h="332279">
                <a:moveTo>
                  <a:pt x="256582" y="148161"/>
                </a:moveTo>
                <a:lnTo>
                  <a:pt x="142377" y="148161"/>
                </a:lnTo>
                <a:lnTo>
                  <a:pt x="142377" y="105680"/>
                </a:lnTo>
                <a:lnTo>
                  <a:pt x="256582" y="105680"/>
                </a:lnTo>
                <a:lnTo>
                  <a:pt x="256582" y="148161"/>
                </a:lnTo>
                <a:close/>
                <a:moveTo>
                  <a:pt x="242449" y="318183"/>
                </a:moveTo>
                <a:lnTo>
                  <a:pt x="142377" y="318183"/>
                </a:lnTo>
                <a:lnTo>
                  <a:pt x="142377" y="162258"/>
                </a:lnTo>
                <a:lnTo>
                  <a:pt x="242449" y="162258"/>
                </a:lnTo>
                <a:lnTo>
                  <a:pt x="242449" y="318183"/>
                </a:lnTo>
                <a:close/>
                <a:moveTo>
                  <a:pt x="28172" y="162354"/>
                </a:moveTo>
                <a:lnTo>
                  <a:pt x="128244" y="162354"/>
                </a:lnTo>
                <a:lnTo>
                  <a:pt x="128244" y="318278"/>
                </a:lnTo>
                <a:lnTo>
                  <a:pt x="28172" y="318278"/>
                </a:lnTo>
                <a:lnTo>
                  <a:pt x="28172" y="162354"/>
                </a:lnTo>
                <a:close/>
                <a:moveTo>
                  <a:pt x="14038" y="148161"/>
                </a:moveTo>
                <a:lnTo>
                  <a:pt x="14038" y="105680"/>
                </a:lnTo>
                <a:lnTo>
                  <a:pt x="128244" y="105680"/>
                </a:lnTo>
                <a:lnTo>
                  <a:pt x="128244" y="148161"/>
                </a:lnTo>
                <a:lnTo>
                  <a:pt x="14038" y="148161"/>
                </a:lnTo>
                <a:close/>
                <a:moveTo>
                  <a:pt x="59948" y="61960"/>
                </a:moveTo>
                <a:cubicBezTo>
                  <a:pt x="49324" y="51292"/>
                  <a:pt x="49324" y="32433"/>
                  <a:pt x="59948" y="21765"/>
                </a:cubicBezTo>
                <a:cubicBezTo>
                  <a:pt x="65829" y="15859"/>
                  <a:pt x="72943" y="13478"/>
                  <a:pt x="79963" y="13478"/>
                </a:cubicBezTo>
                <a:cubicBezTo>
                  <a:pt x="88215" y="13478"/>
                  <a:pt x="95234" y="15859"/>
                  <a:pt x="99977" y="21765"/>
                </a:cubicBezTo>
                <a:cubicBezTo>
                  <a:pt x="108229" y="30051"/>
                  <a:pt x="118853" y="61960"/>
                  <a:pt x="125872" y="86725"/>
                </a:cubicBezTo>
                <a:cubicBezTo>
                  <a:pt x="101115" y="80820"/>
                  <a:pt x="68201" y="70152"/>
                  <a:pt x="59948" y="61960"/>
                </a:cubicBezTo>
                <a:close/>
                <a:moveTo>
                  <a:pt x="170644" y="21765"/>
                </a:moveTo>
                <a:cubicBezTo>
                  <a:pt x="175386" y="15859"/>
                  <a:pt x="183639" y="13478"/>
                  <a:pt x="190658" y="13478"/>
                </a:cubicBezTo>
                <a:cubicBezTo>
                  <a:pt x="197677" y="13478"/>
                  <a:pt x="204791" y="15859"/>
                  <a:pt x="210672" y="21765"/>
                </a:cubicBezTo>
                <a:cubicBezTo>
                  <a:pt x="221296" y="32433"/>
                  <a:pt x="221296" y="51292"/>
                  <a:pt x="210672" y="61960"/>
                </a:cubicBezTo>
                <a:cubicBezTo>
                  <a:pt x="202420" y="70247"/>
                  <a:pt x="169411" y="80820"/>
                  <a:pt x="144748" y="86725"/>
                </a:cubicBezTo>
                <a:cubicBezTo>
                  <a:pt x="151768" y="61960"/>
                  <a:pt x="162391" y="30051"/>
                  <a:pt x="170644" y="21765"/>
                </a:cubicBezTo>
                <a:close/>
                <a:moveTo>
                  <a:pt x="263696" y="91488"/>
                </a:moveTo>
                <a:lnTo>
                  <a:pt x="180129" y="91488"/>
                </a:lnTo>
                <a:cubicBezTo>
                  <a:pt x="196634" y="85582"/>
                  <a:pt x="213139" y="78534"/>
                  <a:pt x="220158" y="72628"/>
                </a:cubicBezTo>
                <a:cubicBezTo>
                  <a:pt x="236663" y="54912"/>
                  <a:pt x="236663" y="28908"/>
                  <a:pt x="220158" y="12430"/>
                </a:cubicBezTo>
                <a:cubicBezTo>
                  <a:pt x="203653" y="-4143"/>
                  <a:pt x="176620" y="-4143"/>
                  <a:pt x="160115" y="12430"/>
                </a:cubicBezTo>
                <a:cubicBezTo>
                  <a:pt x="150724" y="20717"/>
                  <a:pt x="141239" y="49006"/>
                  <a:pt x="135358" y="70342"/>
                </a:cubicBezTo>
                <a:cubicBezTo>
                  <a:pt x="129477" y="49101"/>
                  <a:pt x="120086" y="20717"/>
                  <a:pt x="110601" y="12430"/>
                </a:cubicBezTo>
                <a:cubicBezTo>
                  <a:pt x="94096" y="-4143"/>
                  <a:pt x="67062" y="-4143"/>
                  <a:pt x="50558" y="12430"/>
                </a:cubicBezTo>
                <a:cubicBezTo>
                  <a:pt x="34053" y="29004"/>
                  <a:pt x="34053" y="54912"/>
                  <a:pt x="50558" y="72628"/>
                </a:cubicBezTo>
                <a:cubicBezTo>
                  <a:pt x="57577" y="78534"/>
                  <a:pt x="74082" y="85582"/>
                  <a:pt x="90586" y="91488"/>
                </a:cubicBezTo>
                <a:lnTo>
                  <a:pt x="7019" y="91488"/>
                </a:lnTo>
                <a:cubicBezTo>
                  <a:pt x="3510" y="91488"/>
                  <a:pt x="0" y="95012"/>
                  <a:pt x="0" y="98536"/>
                </a:cubicBezTo>
                <a:lnTo>
                  <a:pt x="0" y="155210"/>
                </a:lnTo>
                <a:cubicBezTo>
                  <a:pt x="0" y="158734"/>
                  <a:pt x="3510" y="162258"/>
                  <a:pt x="7019" y="162258"/>
                </a:cubicBezTo>
                <a:lnTo>
                  <a:pt x="14038" y="162258"/>
                </a:lnTo>
                <a:lnTo>
                  <a:pt x="14038" y="325231"/>
                </a:lnTo>
                <a:cubicBezTo>
                  <a:pt x="14038" y="328755"/>
                  <a:pt x="17548" y="332280"/>
                  <a:pt x="21058" y="332280"/>
                </a:cubicBezTo>
                <a:lnTo>
                  <a:pt x="249468" y="332280"/>
                </a:lnTo>
                <a:cubicBezTo>
                  <a:pt x="252978" y="332280"/>
                  <a:pt x="256487" y="328755"/>
                  <a:pt x="256487" y="325231"/>
                </a:cubicBezTo>
                <a:lnTo>
                  <a:pt x="256487" y="162258"/>
                </a:lnTo>
                <a:lnTo>
                  <a:pt x="263507" y="162258"/>
                </a:lnTo>
                <a:cubicBezTo>
                  <a:pt x="267016" y="162258"/>
                  <a:pt x="270526" y="158734"/>
                  <a:pt x="270526" y="155210"/>
                </a:cubicBezTo>
                <a:lnTo>
                  <a:pt x="270526" y="98536"/>
                </a:lnTo>
                <a:cubicBezTo>
                  <a:pt x="270526" y="95012"/>
                  <a:pt x="267016" y="91488"/>
                  <a:pt x="263507" y="9148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3" name="Graphic 141">
            <a:extLst>
              <a:ext uri="{FF2B5EF4-FFF2-40B4-BE49-F238E27FC236}">
                <a16:creationId xmlns:a16="http://schemas.microsoft.com/office/drawing/2014/main" id="{43ED60CD-D465-B103-64B8-820BF8CDA61D}"/>
              </a:ext>
            </a:extLst>
          </p:cNvPr>
          <p:cNvSpPr/>
          <p:nvPr/>
        </p:nvSpPr>
        <p:spPr>
          <a:xfrm>
            <a:off x="580386" y="2911213"/>
            <a:ext cx="441196" cy="405978"/>
          </a:xfrm>
          <a:custGeom>
            <a:avLst/>
            <a:gdLst>
              <a:gd name="connsiteX0" fmla="*/ 29405 w 335691"/>
              <a:gd name="connsiteY0" fmla="*/ 146399 h 308895"/>
              <a:gd name="connsiteX1" fmla="*/ 14797 w 335691"/>
              <a:gd name="connsiteY1" fmla="*/ 161068 h 308895"/>
              <a:gd name="connsiteX2" fmla="*/ 29405 w 335691"/>
              <a:gd name="connsiteY2" fmla="*/ 175736 h 308895"/>
              <a:gd name="connsiteX3" fmla="*/ 146076 w 335691"/>
              <a:gd name="connsiteY3" fmla="*/ 175736 h 308895"/>
              <a:gd name="connsiteX4" fmla="*/ 152147 w 335691"/>
              <a:gd name="connsiteY4" fmla="*/ 179356 h 308895"/>
              <a:gd name="connsiteX5" fmla="*/ 153380 w 335691"/>
              <a:gd name="connsiteY5" fmla="*/ 185452 h 308895"/>
              <a:gd name="connsiteX6" fmla="*/ 138773 w 335691"/>
              <a:gd name="connsiteY6" fmla="*/ 267272 h 308895"/>
              <a:gd name="connsiteX7" fmla="*/ 144843 w 335691"/>
              <a:gd name="connsiteY7" fmla="*/ 289274 h 308895"/>
              <a:gd name="connsiteX8" fmla="*/ 156985 w 335691"/>
              <a:gd name="connsiteY8" fmla="*/ 294132 h 308895"/>
              <a:gd name="connsiteX9" fmla="*/ 167893 w 335691"/>
              <a:gd name="connsiteY9" fmla="*/ 285560 h 308895"/>
              <a:gd name="connsiteX10" fmla="*/ 284564 w 335691"/>
              <a:gd name="connsiteY10" fmla="*/ 161068 h 308895"/>
              <a:gd name="connsiteX11" fmla="*/ 321083 w 335691"/>
              <a:gd name="connsiteY11" fmla="*/ 161068 h 308895"/>
              <a:gd name="connsiteX12" fmla="*/ 321083 w 335691"/>
              <a:gd name="connsiteY12" fmla="*/ 42672 h 308895"/>
              <a:gd name="connsiteX13" fmla="*/ 215320 w 335691"/>
              <a:gd name="connsiteY13" fmla="*/ 24384 h 308895"/>
              <a:gd name="connsiteX14" fmla="*/ 167893 w 335691"/>
              <a:gd name="connsiteY14" fmla="*/ 14573 h 308895"/>
              <a:gd name="connsiteX15" fmla="*/ 73038 w 335691"/>
              <a:gd name="connsiteY15" fmla="*/ 14573 h 308895"/>
              <a:gd name="connsiteX16" fmla="*/ 58431 w 335691"/>
              <a:gd name="connsiteY16" fmla="*/ 29242 h 308895"/>
              <a:gd name="connsiteX17" fmla="*/ 73038 w 335691"/>
              <a:gd name="connsiteY17" fmla="*/ 43910 h 308895"/>
              <a:gd name="connsiteX18" fmla="*/ 80342 w 335691"/>
              <a:gd name="connsiteY18" fmla="*/ 51245 h 308895"/>
              <a:gd name="connsiteX19" fmla="*/ 73038 w 335691"/>
              <a:gd name="connsiteY19" fmla="*/ 58579 h 308895"/>
              <a:gd name="connsiteX20" fmla="*/ 58431 w 335691"/>
              <a:gd name="connsiteY20" fmla="*/ 58579 h 308895"/>
              <a:gd name="connsiteX21" fmla="*/ 43823 w 335691"/>
              <a:gd name="connsiteY21" fmla="*/ 73247 h 308895"/>
              <a:gd name="connsiteX22" fmla="*/ 58431 w 335691"/>
              <a:gd name="connsiteY22" fmla="*/ 87916 h 308895"/>
              <a:gd name="connsiteX23" fmla="*/ 65734 w 335691"/>
              <a:gd name="connsiteY23" fmla="*/ 95250 h 308895"/>
              <a:gd name="connsiteX24" fmla="*/ 58431 w 335691"/>
              <a:gd name="connsiteY24" fmla="*/ 102584 h 308895"/>
              <a:gd name="connsiteX25" fmla="*/ 43823 w 335691"/>
              <a:gd name="connsiteY25" fmla="*/ 102584 h 308895"/>
              <a:gd name="connsiteX26" fmla="*/ 29215 w 335691"/>
              <a:gd name="connsiteY26" fmla="*/ 117253 h 308895"/>
              <a:gd name="connsiteX27" fmla="*/ 43823 w 335691"/>
              <a:gd name="connsiteY27" fmla="*/ 131921 h 308895"/>
              <a:gd name="connsiteX28" fmla="*/ 51127 w 335691"/>
              <a:gd name="connsiteY28" fmla="*/ 139255 h 308895"/>
              <a:gd name="connsiteX29" fmla="*/ 43823 w 335691"/>
              <a:gd name="connsiteY29" fmla="*/ 146590 h 308895"/>
              <a:gd name="connsiteX30" fmla="*/ 29215 w 335691"/>
              <a:gd name="connsiteY30" fmla="*/ 146590 h 308895"/>
              <a:gd name="connsiteX31" fmla="*/ 156985 w 335691"/>
              <a:gd name="connsiteY31" fmla="*/ 308801 h 308895"/>
              <a:gd name="connsiteX32" fmla="*/ 133840 w 335691"/>
              <a:gd name="connsiteY32" fmla="*/ 298990 h 308895"/>
              <a:gd name="connsiteX33" fmla="*/ 124070 w 335691"/>
              <a:gd name="connsiteY33" fmla="*/ 267272 h 308895"/>
              <a:gd name="connsiteX34" fmla="*/ 137445 w 335691"/>
              <a:gd name="connsiteY34" fmla="*/ 190405 h 308895"/>
              <a:gd name="connsiteX35" fmla="*/ 29215 w 335691"/>
              <a:gd name="connsiteY35" fmla="*/ 190405 h 308895"/>
              <a:gd name="connsiteX36" fmla="*/ 0 w 335691"/>
              <a:gd name="connsiteY36" fmla="*/ 161068 h 308895"/>
              <a:gd name="connsiteX37" fmla="*/ 19445 w 335691"/>
              <a:gd name="connsiteY37" fmla="*/ 134207 h 308895"/>
              <a:gd name="connsiteX38" fmla="*/ 14608 w 335691"/>
              <a:gd name="connsiteY38" fmla="*/ 117157 h 308895"/>
              <a:gd name="connsiteX39" fmla="*/ 34053 w 335691"/>
              <a:gd name="connsiteY39" fmla="*/ 90297 h 308895"/>
              <a:gd name="connsiteX40" fmla="*/ 29215 w 335691"/>
              <a:gd name="connsiteY40" fmla="*/ 73247 h 308895"/>
              <a:gd name="connsiteX41" fmla="*/ 48660 w 335691"/>
              <a:gd name="connsiteY41" fmla="*/ 46387 h 308895"/>
              <a:gd name="connsiteX42" fmla="*/ 43823 w 335691"/>
              <a:gd name="connsiteY42" fmla="*/ 29337 h 308895"/>
              <a:gd name="connsiteX43" fmla="*/ 73038 w 335691"/>
              <a:gd name="connsiteY43" fmla="*/ 0 h 308895"/>
              <a:gd name="connsiteX44" fmla="*/ 167893 w 335691"/>
              <a:gd name="connsiteY44" fmla="*/ 0 h 308895"/>
              <a:gd name="connsiteX45" fmla="*/ 220158 w 335691"/>
              <a:gd name="connsiteY45" fmla="*/ 10954 h 308895"/>
              <a:gd name="connsiteX46" fmla="*/ 328387 w 335691"/>
              <a:gd name="connsiteY46" fmla="*/ 28003 h 308895"/>
              <a:gd name="connsiteX47" fmla="*/ 335691 w 335691"/>
              <a:gd name="connsiteY47" fmla="*/ 35338 h 308895"/>
              <a:gd name="connsiteX48" fmla="*/ 335691 w 335691"/>
              <a:gd name="connsiteY48" fmla="*/ 168402 h 308895"/>
              <a:gd name="connsiteX49" fmla="*/ 328387 w 335691"/>
              <a:gd name="connsiteY49" fmla="*/ 175736 h 308895"/>
              <a:gd name="connsiteX50" fmla="*/ 284659 w 335691"/>
              <a:gd name="connsiteY50" fmla="*/ 175736 h 308895"/>
              <a:gd name="connsiteX51" fmla="*/ 182501 w 335691"/>
              <a:gd name="connsiteY51" fmla="*/ 285655 h 308895"/>
              <a:gd name="connsiteX52" fmla="*/ 156985 w 335691"/>
              <a:gd name="connsiteY52" fmla="*/ 308896 h 308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691" h="308895">
                <a:moveTo>
                  <a:pt x="29405" y="146399"/>
                </a:moveTo>
                <a:cubicBezTo>
                  <a:pt x="22101" y="146399"/>
                  <a:pt x="14797" y="153734"/>
                  <a:pt x="14797" y="161068"/>
                </a:cubicBezTo>
                <a:cubicBezTo>
                  <a:pt x="14797" y="169640"/>
                  <a:pt x="22101" y="175736"/>
                  <a:pt x="29405" y="175736"/>
                </a:cubicBezTo>
                <a:lnTo>
                  <a:pt x="146076" y="175736"/>
                </a:lnTo>
                <a:cubicBezTo>
                  <a:pt x="148543" y="175736"/>
                  <a:pt x="150914" y="176974"/>
                  <a:pt x="152147" y="179356"/>
                </a:cubicBezTo>
                <a:cubicBezTo>
                  <a:pt x="153380" y="180594"/>
                  <a:pt x="154613" y="182975"/>
                  <a:pt x="153380" y="185452"/>
                </a:cubicBezTo>
                <a:cubicBezTo>
                  <a:pt x="153380" y="185452"/>
                  <a:pt x="138773" y="239173"/>
                  <a:pt x="138773" y="267272"/>
                </a:cubicBezTo>
                <a:cubicBezTo>
                  <a:pt x="138773" y="277082"/>
                  <a:pt x="141239" y="284321"/>
                  <a:pt x="144843" y="289274"/>
                </a:cubicBezTo>
                <a:cubicBezTo>
                  <a:pt x="149681" y="294132"/>
                  <a:pt x="154613" y="294132"/>
                  <a:pt x="156985" y="294132"/>
                </a:cubicBezTo>
                <a:cubicBezTo>
                  <a:pt x="163055" y="294132"/>
                  <a:pt x="167893" y="291656"/>
                  <a:pt x="167893" y="285560"/>
                </a:cubicBezTo>
                <a:cubicBezTo>
                  <a:pt x="167893" y="211074"/>
                  <a:pt x="228695" y="161068"/>
                  <a:pt x="284564" y="161068"/>
                </a:cubicBezTo>
                <a:lnTo>
                  <a:pt x="321083" y="161068"/>
                </a:lnTo>
                <a:lnTo>
                  <a:pt x="321083" y="42672"/>
                </a:lnTo>
                <a:cubicBezTo>
                  <a:pt x="256677" y="41434"/>
                  <a:pt x="233532" y="32861"/>
                  <a:pt x="215320" y="24384"/>
                </a:cubicBezTo>
                <a:cubicBezTo>
                  <a:pt x="201946" y="19526"/>
                  <a:pt x="191038" y="14573"/>
                  <a:pt x="167893" y="14573"/>
                </a:cubicBezTo>
                <a:lnTo>
                  <a:pt x="73038" y="14573"/>
                </a:lnTo>
                <a:cubicBezTo>
                  <a:pt x="65734" y="14573"/>
                  <a:pt x="58431" y="21907"/>
                  <a:pt x="58431" y="29242"/>
                </a:cubicBezTo>
                <a:cubicBezTo>
                  <a:pt x="58431" y="37814"/>
                  <a:pt x="65734" y="43910"/>
                  <a:pt x="73038" y="43910"/>
                </a:cubicBezTo>
                <a:cubicBezTo>
                  <a:pt x="77876" y="43910"/>
                  <a:pt x="80342" y="47530"/>
                  <a:pt x="80342" y="51245"/>
                </a:cubicBezTo>
                <a:cubicBezTo>
                  <a:pt x="80342" y="56102"/>
                  <a:pt x="77876" y="58579"/>
                  <a:pt x="73038" y="58579"/>
                </a:cubicBezTo>
                <a:lnTo>
                  <a:pt x="58431" y="58579"/>
                </a:lnTo>
                <a:cubicBezTo>
                  <a:pt x="51127" y="58579"/>
                  <a:pt x="43823" y="65913"/>
                  <a:pt x="43823" y="73247"/>
                </a:cubicBezTo>
                <a:cubicBezTo>
                  <a:pt x="43823" y="81820"/>
                  <a:pt x="51127" y="87916"/>
                  <a:pt x="58431" y="87916"/>
                </a:cubicBezTo>
                <a:cubicBezTo>
                  <a:pt x="63268" y="87916"/>
                  <a:pt x="65734" y="91535"/>
                  <a:pt x="65734" y="95250"/>
                </a:cubicBezTo>
                <a:cubicBezTo>
                  <a:pt x="65734" y="100108"/>
                  <a:pt x="63268" y="102584"/>
                  <a:pt x="58431" y="102584"/>
                </a:cubicBezTo>
                <a:lnTo>
                  <a:pt x="43823" y="102584"/>
                </a:lnTo>
                <a:cubicBezTo>
                  <a:pt x="36519" y="102584"/>
                  <a:pt x="29215" y="109918"/>
                  <a:pt x="29215" y="117253"/>
                </a:cubicBezTo>
                <a:cubicBezTo>
                  <a:pt x="29215" y="125825"/>
                  <a:pt x="36519" y="131921"/>
                  <a:pt x="43823" y="131921"/>
                </a:cubicBezTo>
                <a:cubicBezTo>
                  <a:pt x="48660" y="131921"/>
                  <a:pt x="51127" y="135541"/>
                  <a:pt x="51127" y="139255"/>
                </a:cubicBezTo>
                <a:cubicBezTo>
                  <a:pt x="51127" y="144113"/>
                  <a:pt x="48660" y="146590"/>
                  <a:pt x="43823" y="146590"/>
                </a:cubicBezTo>
                <a:lnTo>
                  <a:pt x="29215" y="146590"/>
                </a:lnTo>
                <a:close/>
                <a:moveTo>
                  <a:pt x="156985" y="308801"/>
                </a:moveTo>
                <a:cubicBezTo>
                  <a:pt x="148448" y="308801"/>
                  <a:pt x="140006" y="305181"/>
                  <a:pt x="133840" y="298990"/>
                </a:cubicBezTo>
                <a:cubicBezTo>
                  <a:pt x="127769" y="291656"/>
                  <a:pt x="124070" y="280702"/>
                  <a:pt x="124070" y="267272"/>
                </a:cubicBezTo>
                <a:cubicBezTo>
                  <a:pt x="124070" y="245269"/>
                  <a:pt x="132607" y="207455"/>
                  <a:pt x="137445" y="190405"/>
                </a:cubicBezTo>
                <a:lnTo>
                  <a:pt x="29215" y="190405"/>
                </a:lnTo>
                <a:cubicBezTo>
                  <a:pt x="13375" y="190405"/>
                  <a:pt x="0" y="178213"/>
                  <a:pt x="0" y="161068"/>
                </a:cubicBezTo>
                <a:cubicBezTo>
                  <a:pt x="0" y="148876"/>
                  <a:pt x="8537" y="137827"/>
                  <a:pt x="19445" y="134207"/>
                </a:cubicBezTo>
                <a:cubicBezTo>
                  <a:pt x="16979" y="129349"/>
                  <a:pt x="14608" y="123253"/>
                  <a:pt x="14608" y="117157"/>
                </a:cubicBezTo>
                <a:cubicBezTo>
                  <a:pt x="14608" y="104966"/>
                  <a:pt x="23145" y="93916"/>
                  <a:pt x="34053" y="90297"/>
                </a:cubicBezTo>
                <a:cubicBezTo>
                  <a:pt x="31587" y="85439"/>
                  <a:pt x="29215" y="79343"/>
                  <a:pt x="29215" y="73247"/>
                </a:cubicBezTo>
                <a:cubicBezTo>
                  <a:pt x="29215" y="61055"/>
                  <a:pt x="37752" y="50006"/>
                  <a:pt x="48660" y="46387"/>
                </a:cubicBezTo>
                <a:cubicBezTo>
                  <a:pt x="46194" y="41529"/>
                  <a:pt x="43823" y="35433"/>
                  <a:pt x="43823" y="29337"/>
                </a:cubicBezTo>
                <a:cubicBezTo>
                  <a:pt x="43823" y="13430"/>
                  <a:pt x="57197" y="0"/>
                  <a:pt x="73038" y="0"/>
                </a:cubicBezTo>
                <a:lnTo>
                  <a:pt x="167893" y="0"/>
                </a:lnTo>
                <a:cubicBezTo>
                  <a:pt x="193409" y="0"/>
                  <a:pt x="206783" y="6096"/>
                  <a:pt x="220158" y="10954"/>
                </a:cubicBezTo>
                <a:cubicBezTo>
                  <a:pt x="238370" y="18288"/>
                  <a:pt x="261515" y="28003"/>
                  <a:pt x="328387" y="28003"/>
                </a:cubicBezTo>
                <a:cubicBezTo>
                  <a:pt x="333225" y="28003"/>
                  <a:pt x="335691" y="30480"/>
                  <a:pt x="335691" y="35338"/>
                </a:cubicBezTo>
                <a:lnTo>
                  <a:pt x="335691" y="168402"/>
                </a:lnTo>
                <a:cubicBezTo>
                  <a:pt x="335691" y="173260"/>
                  <a:pt x="333225" y="175736"/>
                  <a:pt x="328387" y="175736"/>
                </a:cubicBezTo>
                <a:lnTo>
                  <a:pt x="284659" y="175736"/>
                </a:lnTo>
                <a:cubicBezTo>
                  <a:pt x="237232" y="175736"/>
                  <a:pt x="182501" y="220885"/>
                  <a:pt x="182501" y="285655"/>
                </a:cubicBezTo>
                <a:cubicBezTo>
                  <a:pt x="182501" y="299085"/>
                  <a:pt x="171592" y="308896"/>
                  <a:pt x="156985" y="30889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4" name="Graphic 141">
            <a:extLst>
              <a:ext uri="{FF2B5EF4-FFF2-40B4-BE49-F238E27FC236}">
                <a16:creationId xmlns:a16="http://schemas.microsoft.com/office/drawing/2014/main" id="{0C6D86DC-5B50-0784-F242-9820645931B6}"/>
              </a:ext>
            </a:extLst>
          </p:cNvPr>
          <p:cNvSpPr/>
          <p:nvPr/>
        </p:nvSpPr>
        <p:spPr>
          <a:xfrm>
            <a:off x="1345561" y="2911213"/>
            <a:ext cx="441196" cy="405978"/>
          </a:xfrm>
          <a:custGeom>
            <a:avLst/>
            <a:gdLst>
              <a:gd name="connsiteX0" fmla="*/ 29405 w 335691"/>
              <a:gd name="connsiteY0" fmla="*/ 146399 h 308895"/>
              <a:gd name="connsiteX1" fmla="*/ 14797 w 335691"/>
              <a:gd name="connsiteY1" fmla="*/ 161068 h 308895"/>
              <a:gd name="connsiteX2" fmla="*/ 29405 w 335691"/>
              <a:gd name="connsiteY2" fmla="*/ 175736 h 308895"/>
              <a:gd name="connsiteX3" fmla="*/ 146076 w 335691"/>
              <a:gd name="connsiteY3" fmla="*/ 175736 h 308895"/>
              <a:gd name="connsiteX4" fmla="*/ 152147 w 335691"/>
              <a:gd name="connsiteY4" fmla="*/ 179356 h 308895"/>
              <a:gd name="connsiteX5" fmla="*/ 153380 w 335691"/>
              <a:gd name="connsiteY5" fmla="*/ 185452 h 308895"/>
              <a:gd name="connsiteX6" fmla="*/ 138773 w 335691"/>
              <a:gd name="connsiteY6" fmla="*/ 267272 h 308895"/>
              <a:gd name="connsiteX7" fmla="*/ 144843 w 335691"/>
              <a:gd name="connsiteY7" fmla="*/ 289274 h 308895"/>
              <a:gd name="connsiteX8" fmla="*/ 156985 w 335691"/>
              <a:gd name="connsiteY8" fmla="*/ 294132 h 308895"/>
              <a:gd name="connsiteX9" fmla="*/ 167893 w 335691"/>
              <a:gd name="connsiteY9" fmla="*/ 285560 h 308895"/>
              <a:gd name="connsiteX10" fmla="*/ 284564 w 335691"/>
              <a:gd name="connsiteY10" fmla="*/ 161068 h 308895"/>
              <a:gd name="connsiteX11" fmla="*/ 321083 w 335691"/>
              <a:gd name="connsiteY11" fmla="*/ 161068 h 308895"/>
              <a:gd name="connsiteX12" fmla="*/ 321083 w 335691"/>
              <a:gd name="connsiteY12" fmla="*/ 42672 h 308895"/>
              <a:gd name="connsiteX13" fmla="*/ 215320 w 335691"/>
              <a:gd name="connsiteY13" fmla="*/ 24384 h 308895"/>
              <a:gd name="connsiteX14" fmla="*/ 167893 w 335691"/>
              <a:gd name="connsiteY14" fmla="*/ 14573 h 308895"/>
              <a:gd name="connsiteX15" fmla="*/ 73038 w 335691"/>
              <a:gd name="connsiteY15" fmla="*/ 14573 h 308895"/>
              <a:gd name="connsiteX16" fmla="*/ 58431 w 335691"/>
              <a:gd name="connsiteY16" fmla="*/ 29242 h 308895"/>
              <a:gd name="connsiteX17" fmla="*/ 73038 w 335691"/>
              <a:gd name="connsiteY17" fmla="*/ 43910 h 308895"/>
              <a:gd name="connsiteX18" fmla="*/ 80342 w 335691"/>
              <a:gd name="connsiteY18" fmla="*/ 51245 h 308895"/>
              <a:gd name="connsiteX19" fmla="*/ 73038 w 335691"/>
              <a:gd name="connsiteY19" fmla="*/ 58579 h 308895"/>
              <a:gd name="connsiteX20" fmla="*/ 58431 w 335691"/>
              <a:gd name="connsiteY20" fmla="*/ 58579 h 308895"/>
              <a:gd name="connsiteX21" fmla="*/ 43823 w 335691"/>
              <a:gd name="connsiteY21" fmla="*/ 73247 h 308895"/>
              <a:gd name="connsiteX22" fmla="*/ 58431 w 335691"/>
              <a:gd name="connsiteY22" fmla="*/ 87916 h 308895"/>
              <a:gd name="connsiteX23" fmla="*/ 65734 w 335691"/>
              <a:gd name="connsiteY23" fmla="*/ 95250 h 308895"/>
              <a:gd name="connsiteX24" fmla="*/ 58431 w 335691"/>
              <a:gd name="connsiteY24" fmla="*/ 102584 h 308895"/>
              <a:gd name="connsiteX25" fmla="*/ 43823 w 335691"/>
              <a:gd name="connsiteY25" fmla="*/ 102584 h 308895"/>
              <a:gd name="connsiteX26" fmla="*/ 29215 w 335691"/>
              <a:gd name="connsiteY26" fmla="*/ 117253 h 308895"/>
              <a:gd name="connsiteX27" fmla="*/ 43823 w 335691"/>
              <a:gd name="connsiteY27" fmla="*/ 131921 h 308895"/>
              <a:gd name="connsiteX28" fmla="*/ 51127 w 335691"/>
              <a:gd name="connsiteY28" fmla="*/ 139255 h 308895"/>
              <a:gd name="connsiteX29" fmla="*/ 43823 w 335691"/>
              <a:gd name="connsiteY29" fmla="*/ 146590 h 308895"/>
              <a:gd name="connsiteX30" fmla="*/ 29215 w 335691"/>
              <a:gd name="connsiteY30" fmla="*/ 146590 h 308895"/>
              <a:gd name="connsiteX31" fmla="*/ 156985 w 335691"/>
              <a:gd name="connsiteY31" fmla="*/ 308801 h 308895"/>
              <a:gd name="connsiteX32" fmla="*/ 133840 w 335691"/>
              <a:gd name="connsiteY32" fmla="*/ 298990 h 308895"/>
              <a:gd name="connsiteX33" fmla="*/ 124070 w 335691"/>
              <a:gd name="connsiteY33" fmla="*/ 267272 h 308895"/>
              <a:gd name="connsiteX34" fmla="*/ 137445 w 335691"/>
              <a:gd name="connsiteY34" fmla="*/ 190405 h 308895"/>
              <a:gd name="connsiteX35" fmla="*/ 29215 w 335691"/>
              <a:gd name="connsiteY35" fmla="*/ 190405 h 308895"/>
              <a:gd name="connsiteX36" fmla="*/ 0 w 335691"/>
              <a:gd name="connsiteY36" fmla="*/ 161068 h 308895"/>
              <a:gd name="connsiteX37" fmla="*/ 19445 w 335691"/>
              <a:gd name="connsiteY37" fmla="*/ 134207 h 308895"/>
              <a:gd name="connsiteX38" fmla="*/ 14608 w 335691"/>
              <a:gd name="connsiteY38" fmla="*/ 117157 h 308895"/>
              <a:gd name="connsiteX39" fmla="*/ 34053 w 335691"/>
              <a:gd name="connsiteY39" fmla="*/ 90297 h 308895"/>
              <a:gd name="connsiteX40" fmla="*/ 29215 w 335691"/>
              <a:gd name="connsiteY40" fmla="*/ 73247 h 308895"/>
              <a:gd name="connsiteX41" fmla="*/ 48660 w 335691"/>
              <a:gd name="connsiteY41" fmla="*/ 46387 h 308895"/>
              <a:gd name="connsiteX42" fmla="*/ 43823 w 335691"/>
              <a:gd name="connsiteY42" fmla="*/ 29337 h 308895"/>
              <a:gd name="connsiteX43" fmla="*/ 73038 w 335691"/>
              <a:gd name="connsiteY43" fmla="*/ 0 h 308895"/>
              <a:gd name="connsiteX44" fmla="*/ 167893 w 335691"/>
              <a:gd name="connsiteY44" fmla="*/ 0 h 308895"/>
              <a:gd name="connsiteX45" fmla="*/ 220158 w 335691"/>
              <a:gd name="connsiteY45" fmla="*/ 10954 h 308895"/>
              <a:gd name="connsiteX46" fmla="*/ 328387 w 335691"/>
              <a:gd name="connsiteY46" fmla="*/ 28003 h 308895"/>
              <a:gd name="connsiteX47" fmla="*/ 335691 w 335691"/>
              <a:gd name="connsiteY47" fmla="*/ 35338 h 308895"/>
              <a:gd name="connsiteX48" fmla="*/ 335691 w 335691"/>
              <a:gd name="connsiteY48" fmla="*/ 168402 h 308895"/>
              <a:gd name="connsiteX49" fmla="*/ 328387 w 335691"/>
              <a:gd name="connsiteY49" fmla="*/ 175736 h 308895"/>
              <a:gd name="connsiteX50" fmla="*/ 284659 w 335691"/>
              <a:gd name="connsiteY50" fmla="*/ 175736 h 308895"/>
              <a:gd name="connsiteX51" fmla="*/ 182501 w 335691"/>
              <a:gd name="connsiteY51" fmla="*/ 285655 h 308895"/>
              <a:gd name="connsiteX52" fmla="*/ 156985 w 335691"/>
              <a:gd name="connsiteY52" fmla="*/ 308896 h 308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691" h="308895">
                <a:moveTo>
                  <a:pt x="29405" y="146399"/>
                </a:moveTo>
                <a:cubicBezTo>
                  <a:pt x="22101" y="146399"/>
                  <a:pt x="14797" y="153734"/>
                  <a:pt x="14797" y="161068"/>
                </a:cubicBezTo>
                <a:cubicBezTo>
                  <a:pt x="14797" y="169640"/>
                  <a:pt x="22101" y="175736"/>
                  <a:pt x="29405" y="175736"/>
                </a:cubicBezTo>
                <a:lnTo>
                  <a:pt x="146076" y="175736"/>
                </a:lnTo>
                <a:cubicBezTo>
                  <a:pt x="148543" y="175736"/>
                  <a:pt x="150914" y="176974"/>
                  <a:pt x="152147" y="179356"/>
                </a:cubicBezTo>
                <a:cubicBezTo>
                  <a:pt x="153380" y="180594"/>
                  <a:pt x="154613" y="182975"/>
                  <a:pt x="153380" y="185452"/>
                </a:cubicBezTo>
                <a:cubicBezTo>
                  <a:pt x="153380" y="185452"/>
                  <a:pt x="138773" y="239173"/>
                  <a:pt x="138773" y="267272"/>
                </a:cubicBezTo>
                <a:cubicBezTo>
                  <a:pt x="138773" y="277082"/>
                  <a:pt x="141239" y="284321"/>
                  <a:pt x="144843" y="289274"/>
                </a:cubicBezTo>
                <a:cubicBezTo>
                  <a:pt x="149681" y="294132"/>
                  <a:pt x="154613" y="294132"/>
                  <a:pt x="156985" y="294132"/>
                </a:cubicBezTo>
                <a:cubicBezTo>
                  <a:pt x="163055" y="294132"/>
                  <a:pt x="167893" y="291656"/>
                  <a:pt x="167893" y="285560"/>
                </a:cubicBezTo>
                <a:cubicBezTo>
                  <a:pt x="167893" y="211074"/>
                  <a:pt x="228695" y="161068"/>
                  <a:pt x="284564" y="161068"/>
                </a:cubicBezTo>
                <a:lnTo>
                  <a:pt x="321083" y="161068"/>
                </a:lnTo>
                <a:lnTo>
                  <a:pt x="321083" y="42672"/>
                </a:lnTo>
                <a:cubicBezTo>
                  <a:pt x="256677" y="41434"/>
                  <a:pt x="233532" y="32861"/>
                  <a:pt x="215320" y="24384"/>
                </a:cubicBezTo>
                <a:cubicBezTo>
                  <a:pt x="201946" y="19526"/>
                  <a:pt x="191038" y="14573"/>
                  <a:pt x="167893" y="14573"/>
                </a:cubicBezTo>
                <a:lnTo>
                  <a:pt x="73038" y="14573"/>
                </a:lnTo>
                <a:cubicBezTo>
                  <a:pt x="65734" y="14573"/>
                  <a:pt x="58431" y="21907"/>
                  <a:pt x="58431" y="29242"/>
                </a:cubicBezTo>
                <a:cubicBezTo>
                  <a:pt x="58431" y="37814"/>
                  <a:pt x="65734" y="43910"/>
                  <a:pt x="73038" y="43910"/>
                </a:cubicBezTo>
                <a:cubicBezTo>
                  <a:pt x="77876" y="43910"/>
                  <a:pt x="80342" y="47530"/>
                  <a:pt x="80342" y="51245"/>
                </a:cubicBezTo>
                <a:cubicBezTo>
                  <a:pt x="80342" y="56102"/>
                  <a:pt x="77876" y="58579"/>
                  <a:pt x="73038" y="58579"/>
                </a:cubicBezTo>
                <a:lnTo>
                  <a:pt x="58431" y="58579"/>
                </a:lnTo>
                <a:cubicBezTo>
                  <a:pt x="51127" y="58579"/>
                  <a:pt x="43823" y="65913"/>
                  <a:pt x="43823" y="73247"/>
                </a:cubicBezTo>
                <a:cubicBezTo>
                  <a:pt x="43823" y="81820"/>
                  <a:pt x="51127" y="87916"/>
                  <a:pt x="58431" y="87916"/>
                </a:cubicBezTo>
                <a:cubicBezTo>
                  <a:pt x="63268" y="87916"/>
                  <a:pt x="65734" y="91535"/>
                  <a:pt x="65734" y="95250"/>
                </a:cubicBezTo>
                <a:cubicBezTo>
                  <a:pt x="65734" y="100108"/>
                  <a:pt x="63268" y="102584"/>
                  <a:pt x="58431" y="102584"/>
                </a:cubicBezTo>
                <a:lnTo>
                  <a:pt x="43823" y="102584"/>
                </a:lnTo>
                <a:cubicBezTo>
                  <a:pt x="36519" y="102584"/>
                  <a:pt x="29215" y="109918"/>
                  <a:pt x="29215" y="117253"/>
                </a:cubicBezTo>
                <a:cubicBezTo>
                  <a:pt x="29215" y="125825"/>
                  <a:pt x="36519" y="131921"/>
                  <a:pt x="43823" y="131921"/>
                </a:cubicBezTo>
                <a:cubicBezTo>
                  <a:pt x="48660" y="131921"/>
                  <a:pt x="51127" y="135541"/>
                  <a:pt x="51127" y="139255"/>
                </a:cubicBezTo>
                <a:cubicBezTo>
                  <a:pt x="51127" y="144113"/>
                  <a:pt x="48660" y="146590"/>
                  <a:pt x="43823" y="146590"/>
                </a:cubicBezTo>
                <a:lnTo>
                  <a:pt x="29215" y="146590"/>
                </a:lnTo>
                <a:close/>
                <a:moveTo>
                  <a:pt x="156985" y="308801"/>
                </a:moveTo>
                <a:cubicBezTo>
                  <a:pt x="148448" y="308801"/>
                  <a:pt x="140006" y="305181"/>
                  <a:pt x="133840" y="298990"/>
                </a:cubicBezTo>
                <a:cubicBezTo>
                  <a:pt x="127769" y="291656"/>
                  <a:pt x="124070" y="280702"/>
                  <a:pt x="124070" y="267272"/>
                </a:cubicBezTo>
                <a:cubicBezTo>
                  <a:pt x="124070" y="245269"/>
                  <a:pt x="132607" y="207455"/>
                  <a:pt x="137445" y="190405"/>
                </a:cubicBezTo>
                <a:lnTo>
                  <a:pt x="29215" y="190405"/>
                </a:lnTo>
                <a:cubicBezTo>
                  <a:pt x="13375" y="190405"/>
                  <a:pt x="0" y="178213"/>
                  <a:pt x="0" y="161068"/>
                </a:cubicBezTo>
                <a:cubicBezTo>
                  <a:pt x="0" y="148876"/>
                  <a:pt x="8537" y="137827"/>
                  <a:pt x="19445" y="134207"/>
                </a:cubicBezTo>
                <a:cubicBezTo>
                  <a:pt x="16979" y="129349"/>
                  <a:pt x="14608" y="123253"/>
                  <a:pt x="14608" y="117157"/>
                </a:cubicBezTo>
                <a:cubicBezTo>
                  <a:pt x="14608" y="104966"/>
                  <a:pt x="23145" y="93916"/>
                  <a:pt x="34053" y="90297"/>
                </a:cubicBezTo>
                <a:cubicBezTo>
                  <a:pt x="31587" y="85439"/>
                  <a:pt x="29215" y="79343"/>
                  <a:pt x="29215" y="73247"/>
                </a:cubicBezTo>
                <a:cubicBezTo>
                  <a:pt x="29215" y="61055"/>
                  <a:pt x="37752" y="50006"/>
                  <a:pt x="48660" y="46387"/>
                </a:cubicBezTo>
                <a:cubicBezTo>
                  <a:pt x="46194" y="41529"/>
                  <a:pt x="43823" y="35433"/>
                  <a:pt x="43823" y="29337"/>
                </a:cubicBezTo>
                <a:cubicBezTo>
                  <a:pt x="43823" y="13430"/>
                  <a:pt x="57197" y="0"/>
                  <a:pt x="73038" y="0"/>
                </a:cubicBezTo>
                <a:lnTo>
                  <a:pt x="167893" y="0"/>
                </a:lnTo>
                <a:cubicBezTo>
                  <a:pt x="193409" y="0"/>
                  <a:pt x="206783" y="6096"/>
                  <a:pt x="220158" y="10954"/>
                </a:cubicBezTo>
                <a:cubicBezTo>
                  <a:pt x="238370" y="18288"/>
                  <a:pt x="261515" y="28003"/>
                  <a:pt x="328387" y="28003"/>
                </a:cubicBezTo>
                <a:cubicBezTo>
                  <a:pt x="333225" y="28003"/>
                  <a:pt x="335691" y="30480"/>
                  <a:pt x="335691" y="35338"/>
                </a:cubicBezTo>
                <a:lnTo>
                  <a:pt x="335691" y="168402"/>
                </a:lnTo>
                <a:cubicBezTo>
                  <a:pt x="335691" y="173260"/>
                  <a:pt x="333225" y="175736"/>
                  <a:pt x="328387" y="175736"/>
                </a:cubicBezTo>
                <a:lnTo>
                  <a:pt x="284659" y="175736"/>
                </a:lnTo>
                <a:cubicBezTo>
                  <a:pt x="237232" y="175736"/>
                  <a:pt x="182501" y="220885"/>
                  <a:pt x="182501" y="285655"/>
                </a:cubicBezTo>
                <a:cubicBezTo>
                  <a:pt x="182501" y="299085"/>
                  <a:pt x="171592" y="308896"/>
                  <a:pt x="156985" y="30889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5" name="Graphic 141">
            <a:extLst>
              <a:ext uri="{FF2B5EF4-FFF2-40B4-BE49-F238E27FC236}">
                <a16:creationId xmlns:a16="http://schemas.microsoft.com/office/drawing/2014/main" id="{912CB6BD-DD1F-97FA-BC67-C77DC3175834}"/>
              </a:ext>
            </a:extLst>
          </p:cNvPr>
          <p:cNvSpPr/>
          <p:nvPr/>
        </p:nvSpPr>
        <p:spPr>
          <a:xfrm>
            <a:off x="580386" y="3552563"/>
            <a:ext cx="441196" cy="405978"/>
          </a:xfrm>
          <a:custGeom>
            <a:avLst/>
            <a:gdLst>
              <a:gd name="connsiteX0" fmla="*/ 29405 w 335691"/>
              <a:gd name="connsiteY0" fmla="*/ 146399 h 308895"/>
              <a:gd name="connsiteX1" fmla="*/ 14797 w 335691"/>
              <a:gd name="connsiteY1" fmla="*/ 161068 h 308895"/>
              <a:gd name="connsiteX2" fmla="*/ 29405 w 335691"/>
              <a:gd name="connsiteY2" fmla="*/ 175736 h 308895"/>
              <a:gd name="connsiteX3" fmla="*/ 146076 w 335691"/>
              <a:gd name="connsiteY3" fmla="*/ 175736 h 308895"/>
              <a:gd name="connsiteX4" fmla="*/ 152147 w 335691"/>
              <a:gd name="connsiteY4" fmla="*/ 179356 h 308895"/>
              <a:gd name="connsiteX5" fmla="*/ 153380 w 335691"/>
              <a:gd name="connsiteY5" fmla="*/ 185452 h 308895"/>
              <a:gd name="connsiteX6" fmla="*/ 138773 w 335691"/>
              <a:gd name="connsiteY6" fmla="*/ 267272 h 308895"/>
              <a:gd name="connsiteX7" fmla="*/ 144843 w 335691"/>
              <a:gd name="connsiteY7" fmla="*/ 289274 h 308895"/>
              <a:gd name="connsiteX8" fmla="*/ 156985 w 335691"/>
              <a:gd name="connsiteY8" fmla="*/ 294132 h 308895"/>
              <a:gd name="connsiteX9" fmla="*/ 167893 w 335691"/>
              <a:gd name="connsiteY9" fmla="*/ 285560 h 308895"/>
              <a:gd name="connsiteX10" fmla="*/ 284564 w 335691"/>
              <a:gd name="connsiteY10" fmla="*/ 161068 h 308895"/>
              <a:gd name="connsiteX11" fmla="*/ 321083 w 335691"/>
              <a:gd name="connsiteY11" fmla="*/ 161068 h 308895"/>
              <a:gd name="connsiteX12" fmla="*/ 321083 w 335691"/>
              <a:gd name="connsiteY12" fmla="*/ 42672 h 308895"/>
              <a:gd name="connsiteX13" fmla="*/ 215320 w 335691"/>
              <a:gd name="connsiteY13" fmla="*/ 24384 h 308895"/>
              <a:gd name="connsiteX14" fmla="*/ 167893 w 335691"/>
              <a:gd name="connsiteY14" fmla="*/ 14573 h 308895"/>
              <a:gd name="connsiteX15" fmla="*/ 73038 w 335691"/>
              <a:gd name="connsiteY15" fmla="*/ 14573 h 308895"/>
              <a:gd name="connsiteX16" fmla="*/ 58431 w 335691"/>
              <a:gd name="connsiteY16" fmla="*/ 29242 h 308895"/>
              <a:gd name="connsiteX17" fmla="*/ 73038 w 335691"/>
              <a:gd name="connsiteY17" fmla="*/ 43910 h 308895"/>
              <a:gd name="connsiteX18" fmla="*/ 80342 w 335691"/>
              <a:gd name="connsiteY18" fmla="*/ 51245 h 308895"/>
              <a:gd name="connsiteX19" fmla="*/ 73038 w 335691"/>
              <a:gd name="connsiteY19" fmla="*/ 58579 h 308895"/>
              <a:gd name="connsiteX20" fmla="*/ 58431 w 335691"/>
              <a:gd name="connsiteY20" fmla="*/ 58579 h 308895"/>
              <a:gd name="connsiteX21" fmla="*/ 43823 w 335691"/>
              <a:gd name="connsiteY21" fmla="*/ 73247 h 308895"/>
              <a:gd name="connsiteX22" fmla="*/ 58431 w 335691"/>
              <a:gd name="connsiteY22" fmla="*/ 87916 h 308895"/>
              <a:gd name="connsiteX23" fmla="*/ 65734 w 335691"/>
              <a:gd name="connsiteY23" fmla="*/ 95250 h 308895"/>
              <a:gd name="connsiteX24" fmla="*/ 58431 w 335691"/>
              <a:gd name="connsiteY24" fmla="*/ 102584 h 308895"/>
              <a:gd name="connsiteX25" fmla="*/ 43823 w 335691"/>
              <a:gd name="connsiteY25" fmla="*/ 102584 h 308895"/>
              <a:gd name="connsiteX26" fmla="*/ 29215 w 335691"/>
              <a:gd name="connsiteY26" fmla="*/ 117253 h 308895"/>
              <a:gd name="connsiteX27" fmla="*/ 43823 w 335691"/>
              <a:gd name="connsiteY27" fmla="*/ 131921 h 308895"/>
              <a:gd name="connsiteX28" fmla="*/ 51127 w 335691"/>
              <a:gd name="connsiteY28" fmla="*/ 139255 h 308895"/>
              <a:gd name="connsiteX29" fmla="*/ 43823 w 335691"/>
              <a:gd name="connsiteY29" fmla="*/ 146590 h 308895"/>
              <a:gd name="connsiteX30" fmla="*/ 29215 w 335691"/>
              <a:gd name="connsiteY30" fmla="*/ 146590 h 308895"/>
              <a:gd name="connsiteX31" fmla="*/ 156985 w 335691"/>
              <a:gd name="connsiteY31" fmla="*/ 308801 h 308895"/>
              <a:gd name="connsiteX32" fmla="*/ 133840 w 335691"/>
              <a:gd name="connsiteY32" fmla="*/ 298990 h 308895"/>
              <a:gd name="connsiteX33" fmla="*/ 124070 w 335691"/>
              <a:gd name="connsiteY33" fmla="*/ 267272 h 308895"/>
              <a:gd name="connsiteX34" fmla="*/ 137445 w 335691"/>
              <a:gd name="connsiteY34" fmla="*/ 190405 h 308895"/>
              <a:gd name="connsiteX35" fmla="*/ 29215 w 335691"/>
              <a:gd name="connsiteY35" fmla="*/ 190405 h 308895"/>
              <a:gd name="connsiteX36" fmla="*/ 0 w 335691"/>
              <a:gd name="connsiteY36" fmla="*/ 161068 h 308895"/>
              <a:gd name="connsiteX37" fmla="*/ 19445 w 335691"/>
              <a:gd name="connsiteY37" fmla="*/ 134207 h 308895"/>
              <a:gd name="connsiteX38" fmla="*/ 14608 w 335691"/>
              <a:gd name="connsiteY38" fmla="*/ 117157 h 308895"/>
              <a:gd name="connsiteX39" fmla="*/ 34053 w 335691"/>
              <a:gd name="connsiteY39" fmla="*/ 90297 h 308895"/>
              <a:gd name="connsiteX40" fmla="*/ 29215 w 335691"/>
              <a:gd name="connsiteY40" fmla="*/ 73247 h 308895"/>
              <a:gd name="connsiteX41" fmla="*/ 48660 w 335691"/>
              <a:gd name="connsiteY41" fmla="*/ 46387 h 308895"/>
              <a:gd name="connsiteX42" fmla="*/ 43823 w 335691"/>
              <a:gd name="connsiteY42" fmla="*/ 29337 h 308895"/>
              <a:gd name="connsiteX43" fmla="*/ 73038 w 335691"/>
              <a:gd name="connsiteY43" fmla="*/ 0 h 308895"/>
              <a:gd name="connsiteX44" fmla="*/ 167893 w 335691"/>
              <a:gd name="connsiteY44" fmla="*/ 0 h 308895"/>
              <a:gd name="connsiteX45" fmla="*/ 220158 w 335691"/>
              <a:gd name="connsiteY45" fmla="*/ 10954 h 308895"/>
              <a:gd name="connsiteX46" fmla="*/ 328387 w 335691"/>
              <a:gd name="connsiteY46" fmla="*/ 28003 h 308895"/>
              <a:gd name="connsiteX47" fmla="*/ 335691 w 335691"/>
              <a:gd name="connsiteY47" fmla="*/ 35338 h 308895"/>
              <a:gd name="connsiteX48" fmla="*/ 335691 w 335691"/>
              <a:gd name="connsiteY48" fmla="*/ 168402 h 308895"/>
              <a:gd name="connsiteX49" fmla="*/ 328387 w 335691"/>
              <a:gd name="connsiteY49" fmla="*/ 175736 h 308895"/>
              <a:gd name="connsiteX50" fmla="*/ 284659 w 335691"/>
              <a:gd name="connsiteY50" fmla="*/ 175736 h 308895"/>
              <a:gd name="connsiteX51" fmla="*/ 182501 w 335691"/>
              <a:gd name="connsiteY51" fmla="*/ 285655 h 308895"/>
              <a:gd name="connsiteX52" fmla="*/ 156985 w 335691"/>
              <a:gd name="connsiteY52" fmla="*/ 308896 h 308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691" h="308895">
                <a:moveTo>
                  <a:pt x="29405" y="146399"/>
                </a:moveTo>
                <a:cubicBezTo>
                  <a:pt x="22101" y="146399"/>
                  <a:pt x="14797" y="153734"/>
                  <a:pt x="14797" y="161068"/>
                </a:cubicBezTo>
                <a:cubicBezTo>
                  <a:pt x="14797" y="169640"/>
                  <a:pt x="22101" y="175736"/>
                  <a:pt x="29405" y="175736"/>
                </a:cubicBezTo>
                <a:lnTo>
                  <a:pt x="146076" y="175736"/>
                </a:lnTo>
                <a:cubicBezTo>
                  <a:pt x="148543" y="175736"/>
                  <a:pt x="150914" y="176974"/>
                  <a:pt x="152147" y="179356"/>
                </a:cubicBezTo>
                <a:cubicBezTo>
                  <a:pt x="153380" y="180594"/>
                  <a:pt x="154613" y="182975"/>
                  <a:pt x="153380" y="185452"/>
                </a:cubicBezTo>
                <a:cubicBezTo>
                  <a:pt x="153380" y="185452"/>
                  <a:pt x="138773" y="239173"/>
                  <a:pt x="138773" y="267272"/>
                </a:cubicBezTo>
                <a:cubicBezTo>
                  <a:pt x="138773" y="277082"/>
                  <a:pt x="141239" y="284321"/>
                  <a:pt x="144843" y="289274"/>
                </a:cubicBezTo>
                <a:cubicBezTo>
                  <a:pt x="149681" y="294132"/>
                  <a:pt x="154613" y="294132"/>
                  <a:pt x="156985" y="294132"/>
                </a:cubicBezTo>
                <a:cubicBezTo>
                  <a:pt x="163055" y="294132"/>
                  <a:pt x="167893" y="291656"/>
                  <a:pt x="167893" y="285560"/>
                </a:cubicBezTo>
                <a:cubicBezTo>
                  <a:pt x="167893" y="211074"/>
                  <a:pt x="228695" y="161068"/>
                  <a:pt x="284564" y="161068"/>
                </a:cubicBezTo>
                <a:lnTo>
                  <a:pt x="321083" y="161068"/>
                </a:lnTo>
                <a:lnTo>
                  <a:pt x="321083" y="42672"/>
                </a:lnTo>
                <a:cubicBezTo>
                  <a:pt x="256677" y="41434"/>
                  <a:pt x="233532" y="32861"/>
                  <a:pt x="215320" y="24384"/>
                </a:cubicBezTo>
                <a:cubicBezTo>
                  <a:pt x="201946" y="19526"/>
                  <a:pt x="191038" y="14573"/>
                  <a:pt x="167893" y="14573"/>
                </a:cubicBezTo>
                <a:lnTo>
                  <a:pt x="73038" y="14573"/>
                </a:lnTo>
                <a:cubicBezTo>
                  <a:pt x="65734" y="14573"/>
                  <a:pt x="58431" y="21907"/>
                  <a:pt x="58431" y="29242"/>
                </a:cubicBezTo>
                <a:cubicBezTo>
                  <a:pt x="58431" y="37814"/>
                  <a:pt x="65734" y="43910"/>
                  <a:pt x="73038" y="43910"/>
                </a:cubicBezTo>
                <a:cubicBezTo>
                  <a:pt x="77876" y="43910"/>
                  <a:pt x="80342" y="47530"/>
                  <a:pt x="80342" y="51245"/>
                </a:cubicBezTo>
                <a:cubicBezTo>
                  <a:pt x="80342" y="56102"/>
                  <a:pt x="77876" y="58579"/>
                  <a:pt x="73038" y="58579"/>
                </a:cubicBezTo>
                <a:lnTo>
                  <a:pt x="58431" y="58579"/>
                </a:lnTo>
                <a:cubicBezTo>
                  <a:pt x="51127" y="58579"/>
                  <a:pt x="43823" y="65913"/>
                  <a:pt x="43823" y="73247"/>
                </a:cubicBezTo>
                <a:cubicBezTo>
                  <a:pt x="43823" y="81820"/>
                  <a:pt x="51127" y="87916"/>
                  <a:pt x="58431" y="87916"/>
                </a:cubicBezTo>
                <a:cubicBezTo>
                  <a:pt x="63268" y="87916"/>
                  <a:pt x="65734" y="91535"/>
                  <a:pt x="65734" y="95250"/>
                </a:cubicBezTo>
                <a:cubicBezTo>
                  <a:pt x="65734" y="100108"/>
                  <a:pt x="63268" y="102584"/>
                  <a:pt x="58431" y="102584"/>
                </a:cubicBezTo>
                <a:lnTo>
                  <a:pt x="43823" y="102584"/>
                </a:lnTo>
                <a:cubicBezTo>
                  <a:pt x="36519" y="102584"/>
                  <a:pt x="29215" y="109918"/>
                  <a:pt x="29215" y="117253"/>
                </a:cubicBezTo>
                <a:cubicBezTo>
                  <a:pt x="29215" y="125825"/>
                  <a:pt x="36519" y="131921"/>
                  <a:pt x="43823" y="131921"/>
                </a:cubicBezTo>
                <a:cubicBezTo>
                  <a:pt x="48660" y="131921"/>
                  <a:pt x="51127" y="135541"/>
                  <a:pt x="51127" y="139255"/>
                </a:cubicBezTo>
                <a:cubicBezTo>
                  <a:pt x="51127" y="144113"/>
                  <a:pt x="48660" y="146590"/>
                  <a:pt x="43823" y="146590"/>
                </a:cubicBezTo>
                <a:lnTo>
                  <a:pt x="29215" y="146590"/>
                </a:lnTo>
                <a:close/>
                <a:moveTo>
                  <a:pt x="156985" y="308801"/>
                </a:moveTo>
                <a:cubicBezTo>
                  <a:pt x="148448" y="308801"/>
                  <a:pt x="140006" y="305181"/>
                  <a:pt x="133840" y="298990"/>
                </a:cubicBezTo>
                <a:cubicBezTo>
                  <a:pt x="127769" y="291656"/>
                  <a:pt x="124070" y="280702"/>
                  <a:pt x="124070" y="267272"/>
                </a:cubicBezTo>
                <a:cubicBezTo>
                  <a:pt x="124070" y="245269"/>
                  <a:pt x="132607" y="207455"/>
                  <a:pt x="137445" y="190405"/>
                </a:cubicBezTo>
                <a:lnTo>
                  <a:pt x="29215" y="190405"/>
                </a:lnTo>
                <a:cubicBezTo>
                  <a:pt x="13375" y="190405"/>
                  <a:pt x="0" y="178213"/>
                  <a:pt x="0" y="161068"/>
                </a:cubicBezTo>
                <a:cubicBezTo>
                  <a:pt x="0" y="148876"/>
                  <a:pt x="8537" y="137827"/>
                  <a:pt x="19445" y="134207"/>
                </a:cubicBezTo>
                <a:cubicBezTo>
                  <a:pt x="16979" y="129349"/>
                  <a:pt x="14608" y="123253"/>
                  <a:pt x="14608" y="117157"/>
                </a:cubicBezTo>
                <a:cubicBezTo>
                  <a:pt x="14608" y="104966"/>
                  <a:pt x="23145" y="93916"/>
                  <a:pt x="34053" y="90297"/>
                </a:cubicBezTo>
                <a:cubicBezTo>
                  <a:pt x="31587" y="85439"/>
                  <a:pt x="29215" y="79343"/>
                  <a:pt x="29215" y="73247"/>
                </a:cubicBezTo>
                <a:cubicBezTo>
                  <a:pt x="29215" y="61055"/>
                  <a:pt x="37752" y="50006"/>
                  <a:pt x="48660" y="46387"/>
                </a:cubicBezTo>
                <a:cubicBezTo>
                  <a:pt x="46194" y="41529"/>
                  <a:pt x="43823" y="35433"/>
                  <a:pt x="43823" y="29337"/>
                </a:cubicBezTo>
                <a:cubicBezTo>
                  <a:pt x="43823" y="13430"/>
                  <a:pt x="57197" y="0"/>
                  <a:pt x="73038" y="0"/>
                </a:cubicBezTo>
                <a:lnTo>
                  <a:pt x="167893" y="0"/>
                </a:lnTo>
                <a:cubicBezTo>
                  <a:pt x="193409" y="0"/>
                  <a:pt x="206783" y="6096"/>
                  <a:pt x="220158" y="10954"/>
                </a:cubicBezTo>
                <a:cubicBezTo>
                  <a:pt x="238370" y="18288"/>
                  <a:pt x="261515" y="28003"/>
                  <a:pt x="328387" y="28003"/>
                </a:cubicBezTo>
                <a:cubicBezTo>
                  <a:pt x="333225" y="28003"/>
                  <a:pt x="335691" y="30480"/>
                  <a:pt x="335691" y="35338"/>
                </a:cubicBezTo>
                <a:lnTo>
                  <a:pt x="335691" y="168402"/>
                </a:lnTo>
                <a:cubicBezTo>
                  <a:pt x="335691" y="173260"/>
                  <a:pt x="333225" y="175736"/>
                  <a:pt x="328387" y="175736"/>
                </a:cubicBezTo>
                <a:lnTo>
                  <a:pt x="284659" y="175736"/>
                </a:lnTo>
                <a:cubicBezTo>
                  <a:pt x="237232" y="175736"/>
                  <a:pt x="182501" y="220885"/>
                  <a:pt x="182501" y="285655"/>
                </a:cubicBezTo>
                <a:cubicBezTo>
                  <a:pt x="182501" y="299085"/>
                  <a:pt x="171592" y="308896"/>
                  <a:pt x="156985" y="30889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6" name="Graphic 141">
            <a:extLst>
              <a:ext uri="{FF2B5EF4-FFF2-40B4-BE49-F238E27FC236}">
                <a16:creationId xmlns:a16="http://schemas.microsoft.com/office/drawing/2014/main" id="{C14EA0DE-E343-68C7-A7CE-7ED4D97830DC}"/>
              </a:ext>
            </a:extLst>
          </p:cNvPr>
          <p:cNvSpPr/>
          <p:nvPr/>
        </p:nvSpPr>
        <p:spPr>
          <a:xfrm>
            <a:off x="1345561" y="3552563"/>
            <a:ext cx="441196" cy="405978"/>
          </a:xfrm>
          <a:custGeom>
            <a:avLst/>
            <a:gdLst>
              <a:gd name="connsiteX0" fmla="*/ 29405 w 335691"/>
              <a:gd name="connsiteY0" fmla="*/ 146399 h 308895"/>
              <a:gd name="connsiteX1" fmla="*/ 14797 w 335691"/>
              <a:gd name="connsiteY1" fmla="*/ 161068 h 308895"/>
              <a:gd name="connsiteX2" fmla="*/ 29405 w 335691"/>
              <a:gd name="connsiteY2" fmla="*/ 175736 h 308895"/>
              <a:gd name="connsiteX3" fmla="*/ 146076 w 335691"/>
              <a:gd name="connsiteY3" fmla="*/ 175736 h 308895"/>
              <a:gd name="connsiteX4" fmla="*/ 152147 w 335691"/>
              <a:gd name="connsiteY4" fmla="*/ 179356 h 308895"/>
              <a:gd name="connsiteX5" fmla="*/ 153380 w 335691"/>
              <a:gd name="connsiteY5" fmla="*/ 185452 h 308895"/>
              <a:gd name="connsiteX6" fmla="*/ 138773 w 335691"/>
              <a:gd name="connsiteY6" fmla="*/ 267272 h 308895"/>
              <a:gd name="connsiteX7" fmla="*/ 144843 w 335691"/>
              <a:gd name="connsiteY7" fmla="*/ 289274 h 308895"/>
              <a:gd name="connsiteX8" fmla="*/ 156985 w 335691"/>
              <a:gd name="connsiteY8" fmla="*/ 294132 h 308895"/>
              <a:gd name="connsiteX9" fmla="*/ 167893 w 335691"/>
              <a:gd name="connsiteY9" fmla="*/ 285560 h 308895"/>
              <a:gd name="connsiteX10" fmla="*/ 284564 w 335691"/>
              <a:gd name="connsiteY10" fmla="*/ 161068 h 308895"/>
              <a:gd name="connsiteX11" fmla="*/ 321083 w 335691"/>
              <a:gd name="connsiteY11" fmla="*/ 161068 h 308895"/>
              <a:gd name="connsiteX12" fmla="*/ 321083 w 335691"/>
              <a:gd name="connsiteY12" fmla="*/ 42672 h 308895"/>
              <a:gd name="connsiteX13" fmla="*/ 215320 w 335691"/>
              <a:gd name="connsiteY13" fmla="*/ 24384 h 308895"/>
              <a:gd name="connsiteX14" fmla="*/ 167893 w 335691"/>
              <a:gd name="connsiteY14" fmla="*/ 14573 h 308895"/>
              <a:gd name="connsiteX15" fmla="*/ 73038 w 335691"/>
              <a:gd name="connsiteY15" fmla="*/ 14573 h 308895"/>
              <a:gd name="connsiteX16" fmla="*/ 58431 w 335691"/>
              <a:gd name="connsiteY16" fmla="*/ 29242 h 308895"/>
              <a:gd name="connsiteX17" fmla="*/ 73038 w 335691"/>
              <a:gd name="connsiteY17" fmla="*/ 43910 h 308895"/>
              <a:gd name="connsiteX18" fmla="*/ 80342 w 335691"/>
              <a:gd name="connsiteY18" fmla="*/ 51245 h 308895"/>
              <a:gd name="connsiteX19" fmla="*/ 73038 w 335691"/>
              <a:gd name="connsiteY19" fmla="*/ 58579 h 308895"/>
              <a:gd name="connsiteX20" fmla="*/ 58431 w 335691"/>
              <a:gd name="connsiteY20" fmla="*/ 58579 h 308895"/>
              <a:gd name="connsiteX21" fmla="*/ 43823 w 335691"/>
              <a:gd name="connsiteY21" fmla="*/ 73247 h 308895"/>
              <a:gd name="connsiteX22" fmla="*/ 58431 w 335691"/>
              <a:gd name="connsiteY22" fmla="*/ 87916 h 308895"/>
              <a:gd name="connsiteX23" fmla="*/ 65734 w 335691"/>
              <a:gd name="connsiteY23" fmla="*/ 95250 h 308895"/>
              <a:gd name="connsiteX24" fmla="*/ 58431 w 335691"/>
              <a:gd name="connsiteY24" fmla="*/ 102584 h 308895"/>
              <a:gd name="connsiteX25" fmla="*/ 43823 w 335691"/>
              <a:gd name="connsiteY25" fmla="*/ 102584 h 308895"/>
              <a:gd name="connsiteX26" fmla="*/ 29215 w 335691"/>
              <a:gd name="connsiteY26" fmla="*/ 117253 h 308895"/>
              <a:gd name="connsiteX27" fmla="*/ 43823 w 335691"/>
              <a:gd name="connsiteY27" fmla="*/ 131921 h 308895"/>
              <a:gd name="connsiteX28" fmla="*/ 51127 w 335691"/>
              <a:gd name="connsiteY28" fmla="*/ 139255 h 308895"/>
              <a:gd name="connsiteX29" fmla="*/ 43823 w 335691"/>
              <a:gd name="connsiteY29" fmla="*/ 146590 h 308895"/>
              <a:gd name="connsiteX30" fmla="*/ 29215 w 335691"/>
              <a:gd name="connsiteY30" fmla="*/ 146590 h 308895"/>
              <a:gd name="connsiteX31" fmla="*/ 156985 w 335691"/>
              <a:gd name="connsiteY31" fmla="*/ 308801 h 308895"/>
              <a:gd name="connsiteX32" fmla="*/ 133840 w 335691"/>
              <a:gd name="connsiteY32" fmla="*/ 298990 h 308895"/>
              <a:gd name="connsiteX33" fmla="*/ 124070 w 335691"/>
              <a:gd name="connsiteY33" fmla="*/ 267272 h 308895"/>
              <a:gd name="connsiteX34" fmla="*/ 137445 w 335691"/>
              <a:gd name="connsiteY34" fmla="*/ 190405 h 308895"/>
              <a:gd name="connsiteX35" fmla="*/ 29215 w 335691"/>
              <a:gd name="connsiteY35" fmla="*/ 190405 h 308895"/>
              <a:gd name="connsiteX36" fmla="*/ 0 w 335691"/>
              <a:gd name="connsiteY36" fmla="*/ 161068 h 308895"/>
              <a:gd name="connsiteX37" fmla="*/ 19445 w 335691"/>
              <a:gd name="connsiteY37" fmla="*/ 134207 h 308895"/>
              <a:gd name="connsiteX38" fmla="*/ 14608 w 335691"/>
              <a:gd name="connsiteY38" fmla="*/ 117157 h 308895"/>
              <a:gd name="connsiteX39" fmla="*/ 34053 w 335691"/>
              <a:gd name="connsiteY39" fmla="*/ 90297 h 308895"/>
              <a:gd name="connsiteX40" fmla="*/ 29215 w 335691"/>
              <a:gd name="connsiteY40" fmla="*/ 73247 h 308895"/>
              <a:gd name="connsiteX41" fmla="*/ 48660 w 335691"/>
              <a:gd name="connsiteY41" fmla="*/ 46387 h 308895"/>
              <a:gd name="connsiteX42" fmla="*/ 43823 w 335691"/>
              <a:gd name="connsiteY42" fmla="*/ 29337 h 308895"/>
              <a:gd name="connsiteX43" fmla="*/ 73038 w 335691"/>
              <a:gd name="connsiteY43" fmla="*/ 0 h 308895"/>
              <a:gd name="connsiteX44" fmla="*/ 167893 w 335691"/>
              <a:gd name="connsiteY44" fmla="*/ 0 h 308895"/>
              <a:gd name="connsiteX45" fmla="*/ 220158 w 335691"/>
              <a:gd name="connsiteY45" fmla="*/ 10954 h 308895"/>
              <a:gd name="connsiteX46" fmla="*/ 328387 w 335691"/>
              <a:gd name="connsiteY46" fmla="*/ 28003 h 308895"/>
              <a:gd name="connsiteX47" fmla="*/ 335691 w 335691"/>
              <a:gd name="connsiteY47" fmla="*/ 35338 h 308895"/>
              <a:gd name="connsiteX48" fmla="*/ 335691 w 335691"/>
              <a:gd name="connsiteY48" fmla="*/ 168402 h 308895"/>
              <a:gd name="connsiteX49" fmla="*/ 328387 w 335691"/>
              <a:gd name="connsiteY49" fmla="*/ 175736 h 308895"/>
              <a:gd name="connsiteX50" fmla="*/ 284659 w 335691"/>
              <a:gd name="connsiteY50" fmla="*/ 175736 h 308895"/>
              <a:gd name="connsiteX51" fmla="*/ 182501 w 335691"/>
              <a:gd name="connsiteY51" fmla="*/ 285655 h 308895"/>
              <a:gd name="connsiteX52" fmla="*/ 156985 w 335691"/>
              <a:gd name="connsiteY52" fmla="*/ 308896 h 308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691" h="308895">
                <a:moveTo>
                  <a:pt x="29405" y="146399"/>
                </a:moveTo>
                <a:cubicBezTo>
                  <a:pt x="22101" y="146399"/>
                  <a:pt x="14797" y="153734"/>
                  <a:pt x="14797" y="161068"/>
                </a:cubicBezTo>
                <a:cubicBezTo>
                  <a:pt x="14797" y="169640"/>
                  <a:pt x="22101" y="175736"/>
                  <a:pt x="29405" y="175736"/>
                </a:cubicBezTo>
                <a:lnTo>
                  <a:pt x="146076" y="175736"/>
                </a:lnTo>
                <a:cubicBezTo>
                  <a:pt x="148543" y="175736"/>
                  <a:pt x="150914" y="176974"/>
                  <a:pt x="152147" y="179356"/>
                </a:cubicBezTo>
                <a:cubicBezTo>
                  <a:pt x="153380" y="180594"/>
                  <a:pt x="154613" y="182975"/>
                  <a:pt x="153380" y="185452"/>
                </a:cubicBezTo>
                <a:cubicBezTo>
                  <a:pt x="153380" y="185452"/>
                  <a:pt x="138773" y="239173"/>
                  <a:pt x="138773" y="267272"/>
                </a:cubicBezTo>
                <a:cubicBezTo>
                  <a:pt x="138773" y="277082"/>
                  <a:pt x="141239" y="284321"/>
                  <a:pt x="144843" y="289274"/>
                </a:cubicBezTo>
                <a:cubicBezTo>
                  <a:pt x="149681" y="294132"/>
                  <a:pt x="154613" y="294132"/>
                  <a:pt x="156985" y="294132"/>
                </a:cubicBezTo>
                <a:cubicBezTo>
                  <a:pt x="163055" y="294132"/>
                  <a:pt x="167893" y="291656"/>
                  <a:pt x="167893" y="285560"/>
                </a:cubicBezTo>
                <a:cubicBezTo>
                  <a:pt x="167893" y="211074"/>
                  <a:pt x="228695" y="161068"/>
                  <a:pt x="284564" y="161068"/>
                </a:cubicBezTo>
                <a:lnTo>
                  <a:pt x="321083" y="161068"/>
                </a:lnTo>
                <a:lnTo>
                  <a:pt x="321083" y="42672"/>
                </a:lnTo>
                <a:cubicBezTo>
                  <a:pt x="256677" y="41434"/>
                  <a:pt x="233532" y="32861"/>
                  <a:pt x="215320" y="24384"/>
                </a:cubicBezTo>
                <a:cubicBezTo>
                  <a:pt x="201946" y="19526"/>
                  <a:pt x="191038" y="14573"/>
                  <a:pt x="167893" y="14573"/>
                </a:cubicBezTo>
                <a:lnTo>
                  <a:pt x="73038" y="14573"/>
                </a:lnTo>
                <a:cubicBezTo>
                  <a:pt x="65734" y="14573"/>
                  <a:pt x="58431" y="21907"/>
                  <a:pt x="58431" y="29242"/>
                </a:cubicBezTo>
                <a:cubicBezTo>
                  <a:pt x="58431" y="37814"/>
                  <a:pt x="65734" y="43910"/>
                  <a:pt x="73038" y="43910"/>
                </a:cubicBezTo>
                <a:cubicBezTo>
                  <a:pt x="77876" y="43910"/>
                  <a:pt x="80342" y="47530"/>
                  <a:pt x="80342" y="51245"/>
                </a:cubicBezTo>
                <a:cubicBezTo>
                  <a:pt x="80342" y="56102"/>
                  <a:pt x="77876" y="58579"/>
                  <a:pt x="73038" y="58579"/>
                </a:cubicBezTo>
                <a:lnTo>
                  <a:pt x="58431" y="58579"/>
                </a:lnTo>
                <a:cubicBezTo>
                  <a:pt x="51127" y="58579"/>
                  <a:pt x="43823" y="65913"/>
                  <a:pt x="43823" y="73247"/>
                </a:cubicBezTo>
                <a:cubicBezTo>
                  <a:pt x="43823" y="81820"/>
                  <a:pt x="51127" y="87916"/>
                  <a:pt x="58431" y="87916"/>
                </a:cubicBezTo>
                <a:cubicBezTo>
                  <a:pt x="63268" y="87916"/>
                  <a:pt x="65734" y="91535"/>
                  <a:pt x="65734" y="95250"/>
                </a:cubicBezTo>
                <a:cubicBezTo>
                  <a:pt x="65734" y="100108"/>
                  <a:pt x="63268" y="102584"/>
                  <a:pt x="58431" y="102584"/>
                </a:cubicBezTo>
                <a:lnTo>
                  <a:pt x="43823" y="102584"/>
                </a:lnTo>
                <a:cubicBezTo>
                  <a:pt x="36519" y="102584"/>
                  <a:pt x="29215" y="109918"/>
                  <a:pt x="29215" y="117253"/>
                </a:cubicBezTo>
                <a:cubicBezTo>
                  <a:pt x="29215" y="125825"/>
                  <a:pt x="36519" y="131921"/>
                  <a:pt x="43823" y="131921"/>
                </a:cubicBezTo>
                <a:cubicBezTo>
                  <a:pt x="48660" y="131921"/>
                  <a:pt x="51127" y="135541"/>
                  <a:pt x="51127" y="139255"/>
                </a:cubicBezTo>
                <a:cubicBezTo>
                  <a:pt x="51127" y="144113"/>
                  <a:pt x="48660" y="146590"/>
                  <a:pt x="43823" y="146590"/>
                </a:cubicBezTo>
                <a:lnTo>
                  <a:pt x="29215" y="146590"/>
                </a:lnTo>
                <a:close/>
                <a:moveTo>
                  <a:pt x="156985" y="308801"/>
                </a:moveTo>
                <a:cubicBezTo>
                  <a:pt x="148448" y="308801"/>
                  <a:pt x="140006" y="305181"/>
                  <a:pt x="133840" y="298990"/>
                </a:cubicBezTo>
                <a:cubicBezTo>
                  <a:pt x="127769" y="291656"/>
                  <a:pt x="124070" y="280702"/>
                  <a:pt x="124070" y="267272"/>
                </a:cubicBezTo>
                <a:cubicBezTo>
                  <a:pt x="124070" y="245269"/>
                  <a:pt x="132607" y="207455"/>
                  <a:pt x="137445" y="190405"/>
                </a:cubicBezTo>
                <a:lnTo>
                  <a:pt x="29215" y="190405"/>
                </a:lnTo>
                <a:cubicBezTo>
                  <a:pt x="13375" y="190405"/>
                  <a:pt x="0" y="178213"/>
                  <a:pt x="0" y="161068"/>
                </a:cubicBezTo>
                <a:cubicBezTo>
                  <a:pt x="0" y="148876"/>
                  <a:pt x="8537" y="137827"/>
                  <a:pt x="19445" y="134207"/>
                </a:cubicBezTo>
                <a:cubicBezTo>
                  <a:pt x="16979" y="129349"/>
                  <a:pt x="14608" y="123253"/>
                  <a:pt x="14608" y="117157"/>
                </a:cubicBezTo>
                <a:cubicBezTo>
                  <a:pt x="14608" y="104966"/>
                  <a:pt x="23145" y="93916"/>
                  <a:pt x="34053" y="90297"/>
                </a:cubicBezTo>
                <a:cubicBezTo>
                  <a:pt x="31587" y="85439"/>
                  <a:pt x="29215" y="79343"/>
                  <a:pt x="29215" y="73247"/>
                </a:cubicBezTo>
                <a:cubicBezTo>
                  <a:pt x="29215" y="61055"/>
                  <a:pt x="37752" y="50006"/>
                  <a:pt x="48660" y="46387"/>
                </a:cubicBezTo>
                <a:cubicBezTo>
                  <a:pt x="46194" y="41529"/>
                  <a:pt x="43823" y="35433"/>
                  <a:pt x="43823" y="29337"/>
                </a:cubicBezTo>
                <a:cubicBezTo>
                  <a:pt x="43823" y="13430"/>
                  <a:pt x="57197" y="0"/>
                  <a:pt x="73038" y="0"/>
                </a:cubicBezTo>
                <a:lnTo>
                  <a:pt x="167893" y="0"/>
                </a:lnTo>
                <a:cubicBezTo>
                  <a:pt x="193409" y="0"/>
                  <a:pt x="206783" y="6096"/>
                  <a:pt x="220158" y="10954"/>
                </a:cubicBezTo>
                <a:cubicBezTo>
                  <a:pt x="238370" y="18288"/>
                  <a:pt x="261515" y="28003"/>
                  <a:pt x="328387" y="28003"/>
                </a:cubicBezTo>
                <a:cubicBezTo>
                  <a:pt x="333225" y="28003"/>
                  <a:pt x="335691" y="30480"/>
                  <a:pt x="335691" y="35338"/>
                </a:cubicBezTo>
                <a:lnTo>
                  <a:pt x="335691" y="168402"/>
                </a:lnTo>
                <a:cubicBezTo>
                  <a:pt x="335691" y="173260"/>
                  <a:pt x="333225" y="175736"/>
                  <a:pt x="328387" y="175736"/>
                </a:cubicBezTo>
                <a:lnTo>
                  <a:pt x="284659" y="175736"/>
                </a:lnTo>
                <a:cubicBezTo>
                  <a:pt x="237232" y="175736"/>
                  <a:pt x="182501" y="220885"/>
                  <a:pt x="182501" y="285655"/>
                </a:cubicBezTo>
                <a:cubicBezTo>
                  <a:pt x="182501" y="299085"/>
                  <a:pt x="171592" y="308896"/>
                  <a:pt x="156985" y="30889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9" name="Graphic 147">
            <a:extLst>
              <a:ext uri="{FF2B5EF4-FFF2-40B4-BE49-F238E27FC236}">
                <a16:creationId xmlns:a16="http://schemas.microsoft.com/office/drawing/2014/main" id="{7F624AEB-1FB4-DC3E-A2CD-63B3BE21A207}"/>
              </a:ext>
            </a:extLst>
          </p:cNvPr>
          <p:cNvSpPr/>
          <p:nvPr/>
        </p:nvSpPr>
        <p:spPr>
          <a:xfrm>
            <a:off x="2212129" y="2911213"/>
            <a:ext cx="437598" cy="404893"/>
          </a:xfrm>
          <a:custGeom>
            <a:avLst/>
            <a:gdLst>
              <a:gd name="connsiteX0" fmla="*/ 14702 w 335596"/>
              <a:gd name="connsiteY0" fmla="*/ 266510 h 310514"/>
              <a:gd name="connsiteX1" fmla="*/ 120466 w 335596"/>
              <a:gd name="connsiteY1" fmla="*/ 284893 h 310514"/>
              <a:gd name="connsiteX2" fmla="*/ 167893 w 335596"/>
              <a:gd name="connsiteY2" fmla="*/ 295942 h 310514"/>
              <a:gd name="connsiteX3" fmla="*/ 262748 w 335596"/>
              <a:gd name="connsiteY3" fmla="*/ 295942 h 310514"/>
              <a:gd name="connsiteX4" fmla="*/ 277355 w 335596"/>
              <a:gd name="connsiteY4" fmla="*/ 281273 h 310514"/>
              <a:gd name="connsiteX5" fmla="*/ 262748 w 335596"/>
              <a:gd name="connsiteY5" fmla="*/ 266605 h 310514"/>
              <a:gd name="connsiteX6" fmla="*/ 255444 w 335596"/>
              <a:gd name="connsiteY6" fmla="*/ 259270 h 310514"/>
              <a:gd name="connsiteX7" fmla="*/ 262748 w 335596"/>
              <a:gd name="connsiteY7" fmla="*/ 251936 h 310514"/>
              <a:gd name="connsiteX8" fmla="*/ 277355 w 335596"/>
              <a:gd name="connsiteY8" fmla="*/ 251936 h 310514"/>
              <a:gd name="connsiteX9" fmla="*/ 291963 w 335596"/>
              <a:gd name="connsiteY9" fmla="*/ 237268 h 310514"/>
              <a:gd name="connsiteX10" fmla="*/ 277355 w 335596"/>
              <a:gd name="connsiteY10" fmla="*/ 222599 h 310514"/>
              <a:gd name="connsiteX11" fmla="*/ 270051 w 335596"/>
              <a:gd name="connsiteY11" fmla="*/ 215265 h 310514"/>
              <a:gd name="connsiteX12" fmla="*/ 277355 w 335596"/>
              <a:gd name="connsiteY12" fmla="*/ 207931 h 310514"/>
              <a:gd name="connsiteX13" fmla="*/ 291963 w 335596"/>
              <a:gd name="connsiteY13" fmla="*/ 207931 h 310514"/>
              <a:gd name="connsiteX14" fmla="*/ 306571 w 335596"/>
              <a:gd name="connsiteY14" fmla="*/ 193262 h 310514"/>
              <a:gd name="connsiteX15" fmla="*/ 291963 w 335596"/>
              <a:gd name="connsiteY15" fmla="*/ 178594 h 310514"/>
              <a:gd name="connsiteX16" fmla="*/ 284659 w 335596"/>
              <a:gd name="connsiteY16" fmla="*/ 171260 h 310514"/>
              <a:gd name="connsiteX17" fmla="*/ 291963 w 335596"/>
              <a:gd name="connsiteY17" fmla="*/ 163925 h 310514"/>
              <a:gd name="connsiteX18" fmla="*/ 306571 w 335596"/>
              <a:gd name="connsiteY18" fmla="*/ 163925 h 310514"/>
              <a:gd name="connsiteX19" fmla="*/ 321178 w 335596"/>
              <a:gd name="connsiteY19" fmla="*/ 149257 h 310514"/>
              <a:gd name="connsiteX20" fmla="*/ 306571 w 335596"/>
              <a:gd name="connsiteY20" fmla="*/ 134588 h 310514"/>
              <a:gd name="connsiteX21" fmla="*/ 189899 w 335596"/>
              <a:gd name="connsiteY21" fmla="*/ 134588 h 310514"/>
              <a:gd name="connsiteX22" fmla="*/ 183829 w 335596"/>
              <a:gd name="connsiteY22" fmla="*/ 130874 h 310514"/>
              <a:gd name="connsiteX23" fmla="*/ 182595 w 335596"/>
              <a:gd name="connsiteY23" fmla="*/ 124777 h 310514"/>
              <a:gd name="connsiteX24" fmla="*/ 197203 w 335596"/>
              <a:gd name="connsiteY24" fmla="*/ 41624 h 310514"/>
              <a:gd name="connsiteX25" fmla="*/ 189899 w 335596"/>
              <a:gd name="connsiteY25" fmla="*/ 20860 h 310514"/>
              <a:gd name="connsiteX26" fmla="*/ 178991 w 335596"/>
              <a:gd name="connsiteY26" fmla="*/ 14764 h 310514"/>
              <a:gd name="connsiteX27" fmla="*/ 168083 w 335596"/>
              <a:gd name="connsiteY27" fmla="*/ 24574 h 310514"/>
              <a:gd name="connsiteX28" fmla="*/ 51411 w 335596"/>
              <a:gd name="connsiteY28" fmla="*/ 149257 h 310514"/>
              <a:gd name="connsiteX29" fmla="*/ 14892 w 335596"/>
              <a:gd name="connsiteY29" fmla="*/ 149257 h 310514"/>
              <a:gd name="connsiteX30" fmla="*/ 14892 w 335596"/>
              <a:gd name="connsiteY30" fmla="*/ 266605 h 310514"/>
              <a:gd name="connsiteX31" fmla="*/ 262653 w 335596"/>
              <a:gd name="connsiteY31" fmla="*/ 310515 h 310514"/>
              <a:gd name="connsiteX32" fmla="*/ 167798 w 335596"/>
              <a:gd name="connsiteY32" fmla="*/ 310515 h 310514"/>
              <a:gd name="connsiteX33" fmla="*/ 115533 w 335596"/>
              <a:gd name="connsiteY33" fmla="*/ 298323 h 310514"/>
              <a:gd name="connsiteX34" fmla="*/ 7304 w 335596"/>
              <a:gd name="connsiteY34" fmla="*/ 281178 h 310514"/>
              <a:gd name="connsiteX35" fmla="*/ 0 w 335596"/>
              <a:gd name="connsiteY35" fmla="*/ 273844 h 310514"/>
              <a:gd name="connsiteX36" fmla="*/ 0 w 335596"/>
              <a:gd name="connsiteY36" fmla="*/ 141827 h 310514"/>
              <a:gd name="connsiteX37" fmla="*/ 7304 w 335596"/>
              <a:gd name="connsiteY37" fmla="*/ 134493 h 310514"/>
              <a:gd name="connsiteX38" fmla="*/ 51032 w 335596"/>
              <a:gd name="connsiteY38" fmla="*/ 134493 h 310514"/>
              <a:gd name="connsiteX39" fmla="*/ 153190 w 335596"/>
              <a:gd name="connsiteY39" fmla="*/ 24479 h 310514"/>
              <a:gd name="connsiteX40" fmla="*/ 178706 w 335596"/>
              <a:gd name="connsiteY40" fmla="*/ 0 h 310514"/>
              <a:gd name="connsiteX41" fmla="*/ 200618 w 335596"/>
              <a:gd name="connsiteY41" fmla="*/ 11049 h 310514"/>
              <a:gd name="connsiteX42" fmla="*/ 211526 w 335596"/>
              <a:gd name="connsiteY42" fmla="*/ 41624 h 310514"/>
              <a:gd name="connsiteX43" fmla="*/ 198152 w 335596"/>
              <a:gd name="connsiteY43" fmla="*/ 119824 h 310514"/>
              <a:gd name="connsiteX44" fmla="*/ 306381 w 335596"/>
              <a:gd name="connsiteY44" fmla="*/ 119824 h 310514"/>
              <a:gd name="connsiteX45" fmla="*/ 335596 w 335596"/>
              <a:gd name="connsiteY45" fmla="*/ 149162 h 310514"/>
              <a:gd name="connsiteX46" fmla="*/ 316151 w 335596"/>
              <a:gd name="connsiteY46" fmla="*/ 176022 h 310514"/>
              <a:gd name="connsiteX47" fmla="*/ 320989 w 335596"/>
              <a:gd name="connsiteY47" fmla="*/ 193167 h 310514"/>
              <a:gd name="connsiteX48" fmla="*/ 301543 w 335596"/>
              <a:gd name="connsiteY48" fmla="*/ 220027 h 310514"/>
              <a:gd name="connsiteX49" fmla="*/ 306381 w 335596"/>
              <a:gd name="connsiteY49" fmla="*/ 237172 h 310514"/>
              <a:gd name="connsiteX50" fmla="*/ 286936 w 335596"/>
              <a:gd name="connsiteY50" fmla="*/ 264033 h 310514"/>
              <a:gd name="connsiteX51" fmla="*/ 291773 w 335596"/>
              <a:gd name="connsiteY51" fmla="*/ 281178 h 310514"/>
              <a:gd name="connsiteX52" fmla="*/ 262558 w 335596"/>
              <a:gd name="connsiteY52" fmla="*/ 310515 h 31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596" h="310514">
                <a:moveTo>
                  <a:pt x="14702" y="266510"/>
                </a:moveTo>
                <a:cubicBezTo>
                  <a:pt x="79109" y="266510"/>
                  <a:pt x="102253" y="276320"/>
                  <a:pt x="120466" y="284893"/>
                </a:cubicBezTo>
                <a:cubicBezTo>
                  <a:pt x="133840" y="290989"/>
                  <a:pt x="144748" y="295942"/>
                  <a:pt x="167893" y="295942"/>
                </a:cubicBezTo>
                <a:lnTo>
                  <a:pt x="262748" y="295942"/>
                </a:lnTo>
                <a:cubicBezTo>
                  <a:pt x="270051" y="295942"/>
                  <a:pt x="277355" y="288608"/>
                  <a:pt x="277355" y="281273"/>
                </a:cubicBezTo>
                <a:cubicBezTo>
                  <a:pt x="277355" y="272701"/>
                  <a:pt x="270051" y="266605"/>
                  <a:pt x="262748" y="266605"/>
                </a:cubicBezTo>
                <a:cubicBezTo>
                  <a:pt x="257910" y="266605"/>
                  <a:pt x="255444" y="262985"/>
                  <a:pt x="255444" y="259270"/>
                </a:cubicBezTo>
                <a:cubicBezTo>
                  <a:pt x="255444" y="254413"/>
                  <a:pt x="257910" y="251936"/>
                  <a:pt x="262748" y="251936"/>
                </a:cubicBezTo>
                <a:lnTo>
                  <a:pt x="277355" y="251936"/>
                </a:lnTo>
                <a:cubicBezTo>
                  <a:pt x="284659" y="251936"/>
                  <a:pt x="291963" y="244602"/>
                  <a:pt x="291963" y="237268"/>
                </a:cubicBezTo>
                <a:cubicBezTo>
                  <a:pt x="291963" y="228695"/>
                  <a:pt x="284659" y="222599"/>
                  <a:pt x="277355" y="222599"/>
                </a:cubicBezTo>
                <a:cubicBezTo>
                  <a:pt x="272518" y="222599"/>
                  <a:pt x="270051" y="218885"/>
                  <a:pt x="270051" y="215265"/>
                </a:cubicBezTo>
                <a:cubicBezTo>
                  <a:pt x="270051" y="210407"/>
                  <a:pt x="272518" y="207931"/>
                  <a:pt x="277355" y="207931"/>
                </a:cubicBezTo>
                <a:lnTo>
                  <a:pt x="291963" y="207931"/>
                </a:lnTo>
                <a:cubicBezTo>
                  <a:pt x="299267" y="207931"/>
                  <a:pt x="306571" y="200597"/>
                  <a:pt x="306571" y="193262"/>
                </a:cubicBezTo>
                <a:cubicBezTo>
                  <a:pt x="306571" y="184690"/>
                  <a:pt x="299267" y="178594"/>
                  <a:pt x="291963" y="178594"/>
                </a:cubicBezTo>
                <a:cubicBezTo>
                  <a:pt x="287125" y="178594"/>
                  <a:pt x="284659" y="174879"/>
                  <a:pt x="284659" y="171260"/>
                </a:cubicBezTo>
                <a:cubicBezTo>
                  <a:pt x="284659" y="166402"/>
                  <a:pt x="287125" y="163925"/>
                  <a:pt x="291963" y="163925"/>
                </a:cubicBezTo>
                <a:lnTo>
                  <a:pt x="306571" y="163925"/>
                </a:lnTo>
                <a:cubicBezTo>
                  <a:pt x="313874" y="163925"/>
                  <a:pt x="321178" y="156591"/>
                  <a:pt x="321178" y="149257"/>
                </a:cubicBezTo>
                <a:cubicBezTo>
                  <a:pt x="321178" y="140684"/>
                  <a:pt x="313874" y="134588"/>
                  <a:pt x="306571" y="134588"/>
                </a:cubicBezTo>
                <a:lnTo>
                  <a:pt x="189899" y="134588"/>
                </a:lnTo>
                <a:cubicBezTo>
                  <a:pt x="187433" y="134588"/>
                  <a:pt x="185062" y="133350"/>
                  <a:pt x="183829" y="130874"/>
                </a:cubicBezTo>
                <a:cubicBezTo>
                  <a:pt x="182595" y="129635"/>
                  <a:pt x="181362" y="127159"/>
                  <a:pt x="182595" y="124777"/>
                </a:cubicBezTo>
                <a:cubicBezTo>
                  <a:pt x="182595" y="124777"/>
                  <a:pt x="197203" y="69723"/>
                  <a:pt x="197203" y="41624"/>
                </a:cubicBezTo>
                <a:cubicBezTo>
                  <a:pt x="197203" y="33052"/>
                  <a:pt x="194737" y="25717"/>
                  <a:pt x="189899" y="20860"/>
                </a:cubicBezTo>
                <a:cubicBezTo>
                  <a:pt x="186295" y="16002"/>
                  <a:pt x="181362" y="14764"/>
                  <a:pt x="178991" y="14764"/>
                </a:cubicBezTo>
                <a:cubicBezTo>
                  <a:pt x="172920" y="14764"/>
                  <a:pt x="168083" y="17240"/>
                  <a:pt x="168083" y="24574"/>
                </a:cubicBezTo>
                <a:cubicBezTo>
                  <a:pt x="168083" y="97917"/>
                  <a:pt x="106048" y="149257"/>
                  <a:pt x="51411" y="149257"/>
                </a:cubicBezTo>
                <a:lnTo>
                  <a:pt x="14892" y="149257"/>
                </a:lnTo>
                <a:lnTo>
                  <a:pt x="14892" y="266605"/>
                </a:lnTo>
                <a:close/>
                <a:moveTo>
                  <a:pt x="262653" y="310515"/>
                </a:moveTo>
                <a:lnTo>
                  <a:pt x="167798" y="310515"/>
                </a:lnTo>
                <a:cubicBezTo>
                  <a:pt x="142282" y="310515"/>
                  <a:pt x="128908" y="304419"/>
                  <a:pt x="115533" y="298323"/>
                </a:cubicBezTo>
                <a:cubicBezTo>
                  <a:pt x="96088" y="290989"/>
                  <a:pt x="74176" y="281178"/>
                  <a:pt x="7304" y="281178"/>
                </a:cubicBezTo>
                <a:cubicBezTo>
                  <a:pt x="2466" y="281178"/>
                  <a:pt x="0" y="277463"/>
                  <a:pt x="0" y="273844"/>
                </a:cubicBezTo>
                <a:lnTo>
                  <a:pt x="0" y="141827"/>
                </a:lnTo>
                <a:cubicBezTo>
                  <a:pt x="0" y="136970"/>
                  <a:pt x="2466" y="134493"/>
                  <a:pt x="7304" y="134493"/>
                </a:cubicBezTo>
                <a:lnTo>
                  <a:pt x="51032" y="134493"/>
                </a:lnTo>
                <a:cubicBezTo>
                  <a:pt x="98459" y="134493"/>
                  <a:pt x="153190" y="89249"/>
                  <a:pt x="153190" y="24479"/>
                </a:cubicBezTo>
                <a:cubicBezTo>
                  <a:pt x="153190" y="9811"/>
                  <a:pt x="164099" y="0"/>
                  <a:pt x="178706" y="0"/>
                </a:cubicBezTo>
                <a:cubicBezTo>
                  <a:pt x="187243" y="0"/>
                  <a:pt x="194547" y="3619"/>
                  <a:pt x="200618" y="11049"/>
                </a:cubicBezTo>
                <a:cubicBezTo>
                  <a:pt x="207922" y="18383"/>
                  <a:pt x="211526" y="29432"/>
                  <a:pt x="211526" y="41624"/>
                </a:cubicBezTo>
                <a:cubicBezTo>
                  <a:pt x="211526" y="64865"/>
                  <a:pt x="202989" y="102775"/>
                  <a:pt x="198152" y="119824"/>
                </a:cubicBezTo>
                <a:lnTo>
                  <a:pt x="306381" y="119824"/>
                </a:lnTo>
                <a:cubicBezTo>
                  <a:pt x="322222" y="119824"/>
                  <a:pt x="335596" y="132016"/>
                  <a:pt x="335596" y="149162"/>
                </a:cubicBezTo>
                <a:cubicBezTo>
                  <a:pt x="335596" y="161353"/>
                  <a:pt x="327059" y="172402"/>
                  <a:pt x="316151" y="176022"/>
                </a:cubicBezTo>
                <a:cubicBezTo>
                  <a:pt x="318617" y="180880"/>
                  <a:pt x="320989" y="187071"/>
                  <a:pt x="320989" y="193167"/>
                </a:cubicBezTo>
                <a:cubicBezTo>
                  <a:pt x="320989" y="205359"/>
                  <a:pt x="312452" y="216408"/>
                  <a:pt x="301543" y="220027"/>
                </a:cubicBezTo>
                <a:cubicBezTo>
                  <a:pt x="304010" y="224885"/>
                  <a:pt x="306381" y="231076"/>
                  <a:pt x="306381" y="237172"/>
                </a:cubicBezTo>
                <a:cubicBezTo>
                  <a:pt x="306381" y="249364"/>
                  <a:pt x="297844" y="260414"/>
                  <a:pt x="286936" y="264033"/>
                </a:cubicBezTo>
                <a:cubicBezTo>
                  <a:pt x="289402" y="268891"/>
                  <a:pt x="291773" y="275082"/>
                  <a:pt x="291773" y="281178"/>
                </a:cubicBezTo>
                <a:cubicBezTo>
                  <a:pt x="291773" y="297085"/>
                  <a:pt x="278399" y="310515"/>
                  <a:pt x="262558" y="31051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0" name="Graphic 147">
            <a:extLst>
              <a:ext uri="{FF2B5EF4-FFF2-40B4-BE49-F238E27FC236}">
                <a16:creationId xmlns:a16="http://schemas.microsoft.com/office/drawing/2014/main" id="{D2EFE848-449E-B7D5-E251-6B754E782181}"/>
              </a:ext>
            </a:extLst>
          </p:cNvPr>
          <p:cNvSpPr/>
          <p:nvPr/>
        </p:nvSpPr>
        <p:spPr>
          <a:xfrm>
            <a:off x="2961429" y="2911213"/>
            <a:ext cx="437598" cy="404893"/>
          </a:xfrm>
          <a:custGeom>
            <a:avLst/>
            <a:gdLst>
              <a:gd name="connsiteX0" fmla="*/ 14702 w 335596"/>
              <a:gd name="connsiteY0" fmla="*/ 266510 h 310514"/>
              <a:gd name="connsiteX1" fmla="*/ 120466 w 335596"/>
              <a:gd name="connsiteY1" fmla="*/ 284893 h 310514"/>
              <a:gd name="connsiteX2" fmla="*/ 167893 w 335596"/>
              <a:gd name="connsiteY2" fmla="*/ 295942 h 310514"/>
              <a:gd name="connsiteX3" fmla="*/ 262748 w 335596"/>
              <a:gd name="connsiteY3" fmla="*/ 295942 h 310514"/>
              <a:gd name="connsiteX4" fmla="*/ 277355 w 335596"/>
              <a:gd name="connsiteY4" fmla="*/ 281273 h 310514"/>
              <a:gd name="connsiteX5" fmla="*/ 262748 w 335596"/>
              <a:gd name="connsiteY5" fmla="*/ 266605 h 310514"/>
              <a:gd name="connsiteX6" fmla="*/ 255444 w 335596"/>
              <a:gd name="connsiteY6" fmla="*/ 259270 h 310514"/>
              <a:gd name="connsiteX7" fmla="*/ 262748 w 335596"/>
              <a:gd name="connsiteY7" fmla="*/ 251936 h 310514"/>
              <a:gd name="connsiteX8" fmla="*/ 277355 w 335596"/>
              <a:gd name="connsiteY8" fmla="*/ 251936 h 310514"/>
              <a:gd name="connsiteX9" fmla="*/ 291963 w 335596"/>
              <a:gd name="connsiteY9" fmla="*/ 237268 h 310514"/>
              <a:gd name="connsiteX10" fmla="*/ 277355 w 335596"/>
              <a:gd name="connsiteY10" fmla="*/ 222599 h 310514"/>
              <a:gd name="connsiteX11" fmla="*/ 270051 w 335596"/>
              <a:gd name="connsiteY11" fmla="*/ 215265 h 310514"/>
              <a:gd name="connsiteX12" fmla="*/ 277355 w 335596"/>
              <a:gd name="connsiteY12" fmla="*/ 207931 h 310514"/>
              <a:gd name="connsiteX13" fmla="*/ 291963 w 335596"/>
              <a:gd name="connsiteY13" fmla="*/ 207931 h 310514"/>
              <a:gd name="connsiteX14" fmla="*/ 306571 w 335596"/>
              <a:gd name="connsiteY14" fmla="*/ 193262 h 310514"/>
              <a:gd name="connsiteX15" fmla="*/ 291963 w 335596"/>
              <a:gd name="connsiteY15" fmla="*/ 178594 h 310514"/>
              <a:gd name="connsiteX16" fmla="*/ 284659 w 335596"/>
              <a:gd name="connsiteY16" fmla="*/ 171260 h 310514"/>
              <a:gd name="connsiteX17" fmla="*/ 291963 w 335596"/>
              <a:gd name="connsiteY17" fmla="*/ 163925 h 310514"/>
              <a:gd name="connsiteX18" fmla="*/ 306571 w 335596"/>
              <a:gd name="connsiteY18" fmla="*/ 163925 h 310514"/>
              <a:gd name="connsiteX19" fmla="*/ 321178 w 335596"/>
              <a:gd name="connsiteY19" fmla="*/ 149257 h 310514"/>
              <a:gd name="connsiteX20" fmla="*/ 306571 w 335596"/>
              <a:gd name="connsiteY20" fmla="*/ 134588 h 310514"/>
              <a:gd name="connsiteX21" fmla="*/ 189899 w 335596"/>
              <a:gd name="connsiteY21" fmla="*/ 134588 h 310514"/>
              <a:gd name="connsiteX22" fmla="*/ 183829 w 335596"/>
              <a:gd name="connsiteY22" fmla="*/ 130874 h 310514"/>
              <a:gd name="connsiteX23" fmla="*/ 182595 w 335596"/>
              <a:gd name="connsiteY23" fmla="*/ 124777 h 310514"/>
              <a:gd name="connsiteX24" fmla="*/ 197203 w 335596"/>
              <a:gd name="connsiteY24" fmla="*/ 41624 h 310514"/>
              <a:gd name="connsiteX25" fmla="*/ 189899 w 335596"/>
              <a:gd name="connsiteY25" fmla="*/ 20860 h 310514"/>
              <a:gd name="connsiteX26" fmla="*/ 178991 w 335596"/>
              <a:gd name="connsiteY26" fmla="*/ 14764 h 310514"/>
              <a:gd name="connsiteX27" fmla="*/ 168083 w 335596"/>
              <a:gd name="connsiteY27" fmla="*/ 24574 h 310514"/>
              <a:gd name="connsiteX28" fmla="*/ 51411 w 335596"/>
              <a:gd name="connsiteY28" fmla="*/ 149257 h 310514"/>
              <a:gd name="connsiteX29" fmla="*/ 14892 w 335596"/>
              <a:gd name="connsiteY29" fmla="*/ 149257 h 310514"/>
              <a:gd name="connsiteX30" fmla="*/ 14892 w 335596"/>
              <a:gd name="connsiteY30" fmla="*/ 266605 h 310514"/>
              <a:gd name="connsiteX31" fmla="*/ 262653 w 335596"/>
              <a:gd name="connsiteY31" fmla="*/ 310515 h 310514"/>
              <a:gd name="connsiteX32" fmla="*/ 167798 w 335596"/>
              <a:gd name="connsiteY32" fmla="*/ 310515 h 310514"/>
              <a:gd name="connsiteX33" fmla="*/ 115533 w 335596"/>
              <a:gd name="connsiteY33" fmla="*/ 298323 h 310514"/>
              <a:gd name="connsiteX34" fmla="*/ 7304 w 335596"/>
              <a:gd name="connsiteY34" fmla="*/ 281178 h 310514"/>
              <a:gd name="connsiteX35" fmla="*/ 0 w 335596"/>
              <a:gd name="connsiteY35" fmla="*/ 273844 h 310514"/>
              <a:gd name="connsiteX36" fmla="*/ 0 w 335596"/>
              <a:gd name="connsiteY36" fmla="*/ 141827 h 310514"/>
              <a:gd name="connsiteX37" fmla="*/ 7304 w 335596"/>
              <a:gd name="connsiteY37" fmla="*/ 134493 h 310514"/>
              <a:gd name="connsiteX38" fmla="*/ 51032 w 335596"/>
              <a:gd name="connsiteY38" fmla="*/ 134493 h 310514"/>
              <a:gd name="connsiteX39" fmla="*/ 153190 w 335596"/>
              <a:gd name="connsiteY39" fmla="*/ 24479 h 310514"/>
              <a:gd name="connsiteX40" fmla="*/ 178706 w 335596"/>
              <a:gd name="connsiteY40" fmla="*/ 0 h 310514"/>
              <a:gd name="connsiteX41" fmla="*/ 200618 w 335596"/>
              <a:gd name="connsiteY41" fmla="*/ 11049 h 310514"/>
              <a:gd name="connsiteX42" fmla="*/ 211526 w 335596"/>
              <a:gd name="connsiteY42" fmla="*/ 41624 h 310514"/>
              <a:gd name="connsiteX43" fmla="*/ 198152 w 335596"/>
              <a:gd name="connsiteY43" fmla="*/ 119824 h 310514"/>
              <a:gd name="connsiteX44" fmla="*/ 306381 w 335596"/>
              <a:gd name="connsiteY44" fmla="*/ 119824 h 310514"/>
              <a:gd name="connsiteX45" fmla="*/ 335596 w 335596"/>
              <a:gd name="connsiteY45" fmla="*/ 149162 h 310514"/>
              <a:gd name="connsiteX46" fmla="*/ 316151 w 335596"/>
              <a:gd name="connsiteY46" fmla="*/ 176022 h 310514"/>
              <a:gd name="connsiteX47" fmla="*/ 320989 w 335596"/>
              <a:gd name="connsiteY47" fmla="*/ 193167 h 310514"/>
              <a:gd name="connsiteX48" fmla="*/ 301543 w 335596"/>
              <a:gd name="connsiteY48" fmla="*/ 220027 h 310514"/>
              <a:gd name="connsiteX49" fmla="*/ 306381 w 335596"/>
              <a:gd name="connsiteY49" fmla="*/ 237172 h 310514"/>
              <a:gd name="connsiteX50" fmla="*/ 286936 w 335596"/>
              <a:gd name="connsiteY50" fmla="*/ 264033 h 310514"/>
              <a:gd name="connsiteX51" fmla="*/ 291773 w 335596"/>
              <a:gd name="connsiteY51" fmla="*/ 281178 h 310514"/>
              <a:gd name="connsiteX52" fmla="*/ 262558 w 335596"/>
              <a:gd name="connsiteY52" fmla="*/ 310515 h 31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596" h="310514">
                <a:moveTo>
                  <a:pt x="14702" y="266510"/>
                </a:moveTo>
                <a:cubicBezTo>
                  <a:pt x="79109" y="266510"/>
                  <a:pt x="102253" y="276320"/>
                  <a:pt x="120466" y="284893"/>
                </a:cubicBezTo>
                <a:cubicBezTo>
                  <a:pt x="133840" y="290989"/>
                  <a:pt x="144748" y="295942"/>
                  <a:pt x="167893" y="295942"/>
                </a:cubicBezTo>
                <a:lnTo>
                  <a:pt x="262748" y="295942"/>
                </a:lnTo>
                <a:cubicBezTo>
                  <a:pt x="270051" y="295942"/>
                  <a:pt x="277355" y="288608"/>
                  <a:pt x="277355" y="281273"/>
                </a:cubicBezTo>
                <a:cubicBezTo>
                  <a:pt x="277355" y="272701"/>
                  <a:pt x="270051" y="266605"/>
                  <a:pt x="262748" y="266605"/>
                </a:cubicBezTo>
                <a:cubicBezTo>
                  <a:pt x="257910" y="266605"/>
                  <a:pt x="255444" y="262985"/>
                  <a:pt x="255444" y="259270"/>
                </a:cubicBezTo>
                <a:cubicBezTo>
                  <a:pt x="255444" y="254413"/>
                  <a:pt x="257910" y="251936"/>
                  <a:pt x="262748" y="251936"/>
                </a:cubicBezTo>
                <a:lnTo>
                  <a:pt x="277355" y="251936"/>
                </a:lnTo>
                <a:cubicBezTo>
                  <a:pt x="284659" y="251936"/>
                  <a:pt x="291963" y="244602"/>
                  <a:pt x="291963" y="237268"/>
                </a:cubicBezTo>
                <a:cubicBezTo>
                  <a:pt x="291963" y="228695"/>
                  <a:pt x="284659" y="222599"/>
                  <a:pt x="277355" y="222599"/>
                </a:cubicBezTo>
                <a:cubicBezTo>
                  <a:pt x="272518" y="222599"/>
                  <a:pt x="270051" y="218885"/>
                  <a:pt x="270051" y="215265"/>
                </a:cubicBezTo>
                <a:cubicBezTo>
                  <a:pt x="270051" y="210407"/>
                  <a:pt x="272518" y="207931"/>
                  <a:pt x="277355" y="207931"/>
                </a:cubicBezTo>
                <a:lnTo>
                  <a:pt x="291963" y="207931"/>
                </a:lnTo>
                <a:cubicBezTo>
                  <a:pt x="299267" y="207931"/>
                  <a:pt x="306571" y="200597"/>
                  <a:pt x="306571" y="193262"/>
                </a:cubicBezTo>
                <a:cubicBezTo>
                  <a:pt x="306571" y="184690"/>
                  <a:pt x="299267" y="178594"/>
                  <a:pt x="291963" y="178594"/>
                </a:cubicBezTo>
                <a:cubicBezTo>
                  <a:pt x="287125" y="178594"/>
                  <a:pt x="284659" y="174879"/>
                  <a:pt x="284659" y="171260"/>
                </a:cubicBezTo>
                <a:cubicBezTo>
                  <a:pt x="284659" y="166402"/>
                  <a:pt x="287125" y="163925"/>
                  <a:pt x="291963" y="163925"/>
                </a:cubicBezTo>
                <a:lnTo>
                  <a:pt x="306571" y="163925"/>
                </a:lnTo>
                <a:cubicBezTo>
                  <a:pt x="313874" y="163925"/>
                  <a:pt x="321178" y="156591"/>
                  <a:pt x="321178" y="149257"/>
                </a:cubicBezTo>
                <a:cubicBezTo>
                  <a:pt x="321178" y="140684"/>
                  <a:pt x="313874" y="134588"/>
                  <a:pt x="306571" y="134588"/>
                </a:cubicBezTo>
                <a:lnTo>
                  <a:pt x="189899" y="134588"/>
                </a:lnTo>
                <a:cubicBezTo>
                  <a:pt x="187433" y="134588"/>
                  <a:pt x="185062" y="133350"/>
                  <a:pt x="183829" y="130874"/>
                </a:cubicBezTo>
                <a:cubicBezTo>
                  <a:pt x="182595" y="129635"/>
                  <a:pt x="181362" y="127159"/>
                  <a:pt x="182595" y="124777"/>
                </a:cubicBezTo>
                <a:cubicBezTo>
                  <a:pt x="182595" y="124777"/>
                  <a:pt x="197203" y="69723"/>
                  <a:pt x="197203" y="41624"/>
                </a:cubicBezTo>
                <a:cubicBezTo>
                  <a:pt x="197203" y="33052"/>
                  <a:pt x="194737" y="25717"/>
                  <a:pt x="189899" y="20860"/>
                </a:cubicBezTo>
                <a:cubicBezTo>
                  <a:pt x="186295" y="16002"/>
                  <a:pt x="181362" y="14764"/>
                  <a:pt x="178991" y="14764"/>
                </a:cubicBezTo>
                <a:cubicBezTo>
                  <a:pt x="172920" y="14764"/>
                  <a:pt x="168083" y="17240"/>
                  <a:pt x="168083" y="24574"/>
                </a:cubicBezTo>
                <a:cubicBezTo>
                  <a:pt x="168083" y="97917"/>
                  <a:pt x="106048" y="149257"/>
                  <a:pt x="51411" y="149257"/>
                </a:cubicBezTo>
                <a:lnTo>
                  <a:pt x="14892" y="149257"/>
                </a:lnTo>
                <a:lnTo>
                  <a:pt x="14892" y="266605"/>
                </a:lnTo>
                <a:close/>
                <a:moveTo>
                  <a:pt x="262653" y="310515"/>
                </a:moveTo>
                <a:lnTo>
                  <a:pt x="167798" y="310515"/>
                </a:lnTo>
                <a:cubicBezTo>
                  <a:pt x="142282" y="310515"/>
                  <a:pt x="128908" y="304419"/>
                  <a:pt x="115533" y="298323"/>
                </a:cubicBezTo>
                <a:cubicBezTo>
                  <a:pt x="96088" y="290989"/>
                  <a:pt x="74176" y="281178"/>
                  <a:pt x="7304" y="281178"/>
                </a:cubicBezTo>
                <a:cubicBezTo>
                  <a:pt x="2466" y="281178"/>
                  <a:pt x="0" y="277463"/>
                  <a:pt x="0" y="273844"/>
                </a:cubicBezTo>
                <a:lnTo>
                  <a:pt x="0" y="141827"/>
                </a:lnTo>
                <a:cubicBezTo>
                  <a:pt x="0" y="136970"/>
                  <a:pt x="2466" y="134493"/>
                  <a:pt x="7304" y="134493"/>
                </a:cubicBezTo>
                <a:lnTo>
                  <a:pt x="51032" y="134493"/>
                </a:lnTo>
                <a:cubicBezTo>
                  <a:pt x="98459" y="134493"/>
                  <a:pt x="153190" y="89249"/>
                  <a:pt x="153190" y="24479"/>
                </a:cubicBezTo>
                <a:cubicBezTo>
                  <a:pt x="153190" y="9811"/>
                  <a:pt x="164099" y="0"/>
                  <a:pt x="178706" y="0"/>
                </a:cubicBezTo>
                <a:cubicBezTo>
                  <a:pt x="187243" y="0"/>
                  <a:pt x="194547" y="3619"/>
                  <a:pt x="200618" y="11049"/>
                </a:cubicBezTo>
                <a:cubicBezTo>
                  <a:pt x="207922" y="18383"/>
                  <a:pt x="211526" y="29432"/>
                  <a:pt x="211526" y="41624"/>
                </a:cubicBezTo>
                <a:cubicBezTo>
                  <a:pt x="211526" y="64865"/>
                  <a:pt x="202989" y="102775"/>
                  <a:pt x="198152" y="119824"/>
                </a:cubicBezTo>
                <a:lnTo>
                  <a:pt x="306381" y="119824"/>
                </a:lnTo>
                <a:cubicBezTo>
                  <a:pt x="322222" y="119824"/>
                  <a:pt x="335596" y="132016"/>
                  <a:pt x="335596" y="149162"/>
                </a:cubicBezTo>
                <a:cubicBezTo>
                  <a:pt x="335596" y="161353"/>
                  <a:pt x="327059" y="172402"/>
                  <a:pt x="316151" y="176022"/>
                </a:cubicBezTo>
                <a:cubicBezTo>
                  <a:pt x="318617" y="180880"/>
                  <a:pt x="320989" y="187071"/>
                  <a:pt x="320989" y="193167"/>
                </a:cubicBezTo>
                <a:cubicBezTo>
                  <a:pt x="320989" y="205359"/>
                  <a:pt x="312452" y="216408"/>
                  <a:pt x="301543" y="220027"/>
                </a:cubicBezTo>
                <a:cubicBezTo>
                  <a:pt x="304010" y="224885"/>
                  <a:pt x="306381" y="231076"/>
                  <a:pt x="306381" y="237172"/>
                </a:cubicBezTo>
                <a:cubicBezTo>
                  <a:pt x="306381" y="249364"/>
                  <a:pt x="297844" y="260414"/>
                  <a:pt x="286936" y="264033"/>
                </a:cubicBezTo>
                <a:cubicBezTo>
                  <a:pt x="289402" y="268891"/>
                  <a:pt x="291773" y="275082"/>
                  <a:pt x="291773" y="281178"/>
                </a:cubicBezTo>
                <a:cubicBezTo>
                  <a:pt x="291773" y="297085"/>
                  <a:pt x="278399" y="310515"/>
                  <a:pt x="262558" y="31051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1" name="Graphic 147">
            <a:extLst>
              <a:ext uri="{FF2B5EF4-FFF2-40B4-BE49-F238E27FC236}">
                <a16:creationId xmlns:a16="http://schemas.microsoft.com/office/drawing/2014/main" id="{458E6423-BB86-F11F-9156-5040707F9137}"/>
              </a:ext>
            </a:extLst>
          </p:cNvPr>
          <p:cNvSpPr/>
          <p:nvPr/>
        </p:nvSpPr>
        <p:spPr>
          <a:xfrm>
            <a:off x="2212129" y="3555738"/>
            <a:ext cx="437598" cy="404893"/>
          </a:xfrm>
          <a:custGeom>
            <a:avLst/>
            <a:gdLst>
              <a:gd name="connsiteX0" fmla="*/ 14702 w 335596"/>
              <a:gd name="connsiteY0" fmla="*/ 266510 h 310514"/>
              <a:gd name="connsiteX1" fmla="*/ 120466 w 335596"/>
              <a:gd name="connsiteY1" fmla="*/ 284893 h 310514"/>
              <a:gd name="connsiteX2" fmla="*/ 167893 w 335596"/>
              <a:gd name="connsiteY2" fmla="*/ 295942 h 310514"/>
              <a:gd name="connsiteX3" fmla="*/ 262748 w 335596"/>
              <a:gd name="connsiteY3" fmla="*/ 295942 h 310514"/>
              <a:gd name="connsiteX4" fmla="*/ 277355 w 335596"/>
              <a:gd name="connsiteY4" fmla="*/ 281273 h 310514"/>
              <a:gd name="connsiteX5" fmla="*/ 262748 w 335596"/>
              <a:gd name="connsiteY5" fmla="*/ 266605 h 310514"/>
              <a:gd name="connsiteX6" fmla="*/ 255444 w 335596"/>
              <a:gd name="connsiteY6" fmla="*/ 259270 h 310514"/>
              <a:gd name="connsiteX7" fmla="*/ 262748 w 335596"/>
              <a:gd name="connsiteY7" fmla="*/ 251936 h 310514"/>
              <a:gd name="connsiteX8" fmla="*/ 277355 w 335596"/>
              <a:gd name="connsiteY8" fmla="*/ 251936 h 310514"/>
              <a:gd name="connsiteX9" fmla="*/ 291963 w 335596"/>
              <a:gd name="connsiteY9" fmla="*/ 237268 h 310514"/>
              <a:gd name="connsiteX10" fmla="*/ 277355 w 335596"/>
              <a:gd name="connsiteY10" fmla="*/ 222599 h 310514"/>
              <a:gd name="connsiteX11" fmla="*/ 270051 w 335596"/>
              <a:gd name="connsiteY11" fmla="*/ 215265 h 310514"/>
              <a:gd name="connsiteX12" fmla="*/ 277355 w 335596"/>
              <a:gd name="connsiteY12" fmla="*/ 207931 h 310514"/>
              <a:gd name="connsiteX13" fmla="*/ 291963 w 335596"/>
              <a:gd name="connsiteY13" fmla="*/ 207931 h 310514"/>
              <a:gd name="connsiteX14" fmla="*/ 306571 w 335596"/>
              <a:gd name="connsiteY14" fmla="*/ 193262 h 310514"/>
              <a:gd name="connsiteX15" fmla="*/ 291963 w 335596"/>
              <a:gd name="connsiteY15" fmla="*/ 178594 h 310514"/>
              <a:gd name="connsiteX16" fmla="*/ 284659 w 335596"/>
              <a:gd name="connsiteY16" fmla="*/ 171260 h 310514"/>
              <a:gd name="connsiteX17" fmla="*/ 291963 w 335596"/>
              <a:gd name="connsiteY17" fmla="*/ 163925 h 310514"/>
              <a:gd name="connsiteX18" fmla="*/ 306571 w 335596"/>
              <a:gd name="connsiteY18" fmla="*/ 163925 h 310514"/>
              <a:gd name="connsiteX19" fmla="*/ 321178 w 335596"/>
              <a:gd name="connsiteY19" fmla="*/ 149257 h 310514"/>
              <a:gd name="connsiteX20" fmla="*/ 306571 w 335596"/>
              <a:gd name="connsiteY20" fmla="*/ 134588 h 310514"/>
              <a:gd name="connsiteX21" fmla="*/ 189899 w 335596"/>
              <a:gd name="connsiteY21" fmla="*/ 134588 h 310514"/>
              <a:gd name="connsiteX22" fmla="*/ 183829 w 335596"/>
              <a:gd name="connsiteY22" fmla="*/ 130874 h 310514"/>
              <a:gd name="connsiteX23" fmla="*/ 182595 w 335596"/>
              <a:gd name="connsiteY23" fmla="*/ 124777 h 310514"/>
              <a:gd name="connsiteX24" fmla="*/ 197203 w 335596"/>
              <a:gd name="connsiteY24" fmla="*/ 41624 h 310514"/>
              <a:gd name="connsiteX25" fmla="*/ 189899 w 335596"/>
              <a:gd name="connsiteY25" fmla="*/ 20860 h 310514"/>
              <a:gd name="connsiteX26" fmla="*/ 178991 w 335596"/>
              <a:gd name="connsiteY26" fmla="*/ 14764 h 310514"/>
              <a:gd name="connsiteX27" fmla="*/ 168083 w 335596"/>
              <a:gd name="connsiteY27" fmla="*/ 24574 h 310514"/>
              <a:gd name="connsiteX28" fmla="*/ 51411 w 335596"/>
              <a:gd name="connsiteY28" fmla="*/ 149257 h 310514"/>
              <a:gd name="connsiteX29" fmla="*/ 14892 w 335596"/>
              <a:gd name="connsiteY29" fmla="*/ 149257 h 310514"/>
              <a:gd name="connsiteX30" fmla="*/ 14892 w 335596"/>
              <a:gd name="connsiteY30" fmla="*/ 266605 h 310514"/>
              <a:gd name="connsiteX31" fmla="*/ 262653 w 335596"/>
              <a:gd name="connsiteY31" fmla="*/ 310515 h 310514"/>
              <a:gd name="connsiteX32" fmla="*/ 167798 w 335596"/>
              <a:gd name="connsiteY32" fmla="*/ 310515 h 310514"/>
              <a:gd name="connsiteX33" fmla="*/ 115533 w 335596"/>
              <a:gd name="connsiteY33" fmla="*/ 298323 h 310514"/>
              <a:gd name="connsiteX34" fmla="*/ 7304 w 335596"/>
              <a:gd name="connsiteY34" fmla="*/ 281178 h 310514"/>
              <a:gd name="connsiteX35" fmla="*/ 0 w 335596"/>
              <a:gd name="connsiteY35" fmla="*/ 273844 h 310514"/>
              <a:gd name="connsiteX36" fmla="*/ 0 w 335596"/>
              <a:gd name="connsiteY36" fmla="*/ 141827 h 310514"/>
              <a:gd name="connsiteX37" fmla="*/ 7304 w 335596"/>
              <a:gd name="connsiteY37" fmla="*/ 134493 h 310514"/>
              <a:gd name="connsiteX38" fmla="*/ 51032 w 335596"/>
              <a:gd name="connsiteY38" fmla="*/ 134493 h 310514"/>
              <a:gd name="connsiteX39" fmla="*/ 153190 w 335596"/>
              <a:gd name="connsiteY39" fmla="*/ 24479 h 310514"/>
              <a:gd name="connsiteX40" fmla="*/ 178706 w 335596"/>
              <a:gd name="connsiteY40" fmla="*/ 0 h 310514"/>
              <a:gd name="connsiteX41" fmla="*/ 200618 w 335596"/>
              <a:gd name="connsiteY41" fmla="*/ 11049 h 310514"/>
              <a:gd name="connsiteX42" fmla="*/ 211526 w 335596"/>
              <a:gd name="connsiteY42" fmla="*/ 41624 h 310514"/>
              <a:gd name="connsiteX43" fmla="*/ 198152 w 335596"/>
              <a:gd name="connsiteY43" fmla="*/ 119824 h 310514"/>
              <a:gd name="connsiteX44" fmla="*/ 306381 w 335596"/>
              <a:gd name="connsiteY44" fmla="*/ 119824 h 310514"/>
              <a:gd name="connsiteX45" fmla="*/ 335596 w 335596"/>
              <a:gd name="connsiteY45" fmla="*/ 149162 h 310514"/>
              <a:gd name="connsiteX46" fmla="*/ 316151 w 335596"/>
              <a:gd name="connsiteY46" fmla="*/ 176022 h 310514"/>
              <a:gd name="connsiteX47" fmla="*/ 320989 w 335596"/>
              <a:gd name="connsiteY47" fmla="*/ 193167 h 310514"/>
              <a:gd name="connsiteX48" fmla="*/ 301543 w 335596"/>
              <a:gd name="connsiteY48" fmla="*/ 220027 h 310514"/>
              <a:gd name="connsiteX49" fmla="*/ 306381 w 335596"/>
              <a:gd name="connsiteY49" fmla="*/ 237172 h 310514"/>
              <a:gd name="connsiteX50" fmla="*/ 286936 w 335596"/>
              <a:gd name="connsiteY50" fmla="*/ 264033 h 310514"/>
              <a:gd name="connsiteX51" fmla="*/ 291773 w 335596"/>
              <a:gd name="connsiteY51" fmla="*/ 281178 h 310514"/>
              <a:gd name="connsiteX52" fmla="*/ 262558 w 335596"/>
              <a:gd name="connsiteY52" fmla="*/ 310515 h 31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596" h="310514">
                <a:moveTo>
                  <a:pt x="14702" y="266510"/>
                </a:moveTo>
                <a:cubicBezTo>
                  <a:pt x="79109" y="266510"/>
                  <a:pt x="102253" y="276320"/>
                  <a:pt x="120466" y="284893"/>
                </a:cubicBezTo>
                <a:cubicBezTo>
                  <a:pt x="133840" y="290989"/>
                  <a:pt x="144748" y="295942"/>
                  <a:pt x="167893" y="295942"/>
                </a:cubicBezTo>
                <a:lnTo>
                  <a:pt x="262748" y="295942"/>
                </a:lnTo>
                <a:cubicBezTo>
                  <a:pt x="270051" y="295942"/>
                  <a:pt x="277355" y="288608"/>
                  <a:pt x="277355" y="281273"/>
                </a:cubicBezTo>
                <a:cubicBezTo>
                  <a:pt x="277355" y="272701"/>
                  <a:pt x="270051" y="266605"/>
                  <a:pt x="262748" y="266605"/>
                </a:cubicBezTo>
                <a:cubicBezTo>
                  <a:pt x="257910" y="266605"/>
                  <a:pt x="255444" y="262985"/>
                  <a:pt x="255444" y="259270"/>
                </a:cubicBezTo>
                <a:cubicBezTo>
                  <a:pt x="255444" y="254413"/>
                  <a:pt x="257910" y="251936"/>
                  <a:pt x="262748" y="251936"/>
                </a:cubicBezTo>
                <a:lnTo>
                  <a:pt x="277355" y="251936"/>
                </a:lnTo>
                <a:cubicBezTo>
                  <a:pt x="284659" y="251936"/>
                  <a:pt x="291963" y="244602"/>
                  <a:pt x="291963" y="237268"/>
                </a:cubicBezTo>
                <a:cubicBezTo>
                  <a:pt x="291963" y="228695"/>
                  <a:pt x="284659" y="222599"/>
                  <a:pt x="277355" y="222599"/>
                </a:cubicBezTo>
                <a:cubicBezTo>
                  <a:pt x="272518" y="222599"/>
                  <a:pt x="270051" y="218885"/>
                  <a:pt x="270051" y="215265"/>
                </a:cubicBezTo>
                <a:cubicBezTo>
                  <a:pt x="270051" y="210407"/>
                  <a:pt x="272518" y="207931"/>
                  <a:pt x="277355" y="207931"/>
                </a:cubicBezTo>
                <a:lnTo>
                  <a:pt x="291963" y="207931"/>
                </a:lnTo>
                <a:cubicBezTo>
                  <a:pt x="299267" y="207931"/>
                  <a:pt x="306571" y="200597"/>
                  <a:pt x="306571" y="193262"/>
                </a:cubicBezTo>
                <a:cubicBezTo>
                  <a:pt x="306571" y="184690"/>
                  <a:pt x="299267" y="178594"/>
                  <a:pt x="291963" y="178594"/>
                </a:cubicBezTo>
                <a:cubicBezTo>
                  <a:pt x="287125" y="178594"/>
                  <a:pt x="284659" y="174879"/>
                  <a:pt x="284659" y="171260"/>
                </a:cubicBezTo>
                <a:cubicBezTo>
                  <a:pt x="284659" y="166402"/>
                  <a:pt x="287125" y="163925"/>
                  <a:pt x="291963" y="163925"/>
                </a:cubicBezTo>
                <a:lnTo>
                  <a:pt x="306571" y="163925"/>
                </a:lnTo>
                <a:cubicBezTo>
                  <a:pt x="313874" y="163925"/>
                  <a:pt x="321178" y="156591"/>
                  <a:pt x="321178" y="149257"/>
                </a:cubicBezTo>
                <a:cubicBezTo>
                  <a:pt x="321178" y="140684"/>
                  <a:pt x="313874" y="134588"/>
                  <a:pt x="306571" y="134588"/>
                </a:cubicBezTo>
                <a:lnTo>
                  <a:pt x="189899" y="134588"/>
                </a:lnTo>
                <a:cubicBezTo>
                  <a:pt x="187433" y="134588"/>
                  <a:pt x="185062" y="133350"/>
                  <a:pt x="183829" y="130874"/>
                </a:cubicBezTo>
                <a:cubicBezTo>
                  <a:pt x="182595" y="129635"/>
                  <a:pt x="181362" y="127159"/>
                  <a:pt x="182595" y="124777"/>
                </a:cubicBezTo>
                <a:cubicBezTo>
                  <a:pt x="182595" y="124777"/>
                  <a:pt x="197203" y="69723"/>
                  <a:pt x="197203" y="41624"/>
                </a:cubicBezTo>
                <a:cubicBezTo>
                  <a:pt x="197203" y="33052"/>
                  <a:pt x="194737" y="25717"/>
                  <a:pt x="189899" y="20860"/>
                </a:cubicBezTo>
                <a:cubicBezTo>
                  <a:pt x="186295" y="16002"/>
                  <a:pt x="181362" y="14764"/>
                  <a:pt x="178991" y="14764"/>
                </a:cubicBezTo>
                <a:cubicBezTo>
                  <a:pt x="172920" y="14764"/>
                  <a:pt x="168083" y="17240"/>
                  <a:pt x="168083" y="24574"/>
                </a:cubicBezTo>
                <a:cubicBezTo>
                  <a:pt x="168083" y="97917"/>
                  <a:pt x="106048" y="149257"/>
                  <a:pt x="51411" y="149257"/>
                </a:cubicBezTo>
                <a:lnTo>
                  <a:pt x="14892" y="149257"/>
                </a:lnTo>
                <a:lnTo>
                  <a:pt x="14892" y="266605"/>
                </a:lnTo>
                <a:close/>
                <a:moveTo>
                  <a:pt x="262653" y="310515"/>
                </a:moveTo>
                <a:lnTo>
                  <a:pt x="167798" y="310515"/>
                </a:lnTo>
                <a:cubicBezTo>
                  <a:pt x="142282" y="310515"/>
                  <a:pt x="128908" y="304419"/>
                  <a:pt x="115533" y="298323"/>
                </a:cubicBezTo>
                <a:cubicBezTo>
                  <a:pt x="96088" y="290989"/>
                  <a:pt x="74176" y="281178"/>
                  <a:pt x="7304" y="281178"/>
                </a:cubicBezTo>
                <a:cubicBezTo>
                  <a:pt x="2466" y="281178"/>
                  <a:pt x="0" y="277463"/>
                  <a:pt x="0" y="273844"/>
                </a:cubicBezTo>
                <a:lnTo>
                  <a:pt x="0" y="141827"/>
                </a:lnTo>
                <a:cubicBezTo>
                  <a:pt x="0" y="136970"/>
                  <a:pt x="2466" y="134493"/>
                  <a:pt x="7304" y="134493"/>
                </a:cubicBezTo>
                <a:lnTo>
                  <a:pt x="51032" y="134493"/>
                </a:lnTo>
                <a:cubicBezTo>
                  <a:pt x="98459" y="134493"/>
                  <a:pt x="153190" y="89249"/>
                  <a:pt x="153190" y="24479"/>
                </a:cubicBezTo>
                <a:cubicBezTo>
                  <a:pt x="153190" y="9811"/>
                  <a:pt x="164099" y="0"/>
                  <a:pt x="178706" y="0"/>
                </a:cubicBezTo>
                <a:cubicBezTo>
                  <a:pt x="187243" y="0"/>
                  <a:pt x="194547" y="3619"/>
                  <a:pt x="200618" y="11049"/>
                </a:cubicBezTo>
                <a:cubicBezTo>
                  <a:pt x="207922" y="18383"/>
                  <a:pt x="211526" y="29432"/>
                  <a:pt x="211526" y="41624"/>
                </a:cubicBezTo>
                <a:cubicBezTo>
                  <a:pt x="211526" y="64865"/>
                  <a:pt x="202989" y="102775"/>
                  <a:pt x="198152" y="119824"/>
                </a:cubicBezTo>
                <a:lnTo>
                  <a:pt x="306381" y="119824"/>
                </a:lnTo>
                <a:cubicBezTo>
                  <a:pt x="322222" y="119824"/>
                  <a:pt x="335596" y="132016"/>
                  <a:pt x="335596" y="149162"/>
                </a:cubicBezTo>
                <a:cubicBezTo>
                  <a:pt x="335596" y="161353"/>
                  <a:pt x="327059" y="172402"/>
                  <a:pt x="316151" y="176022"/>
                </a:cubicBezTo>
                <a:cubicBezTo>
                  <a:pt x="318617" y="180880"/>
                  <a:pt x="320989" y="187071"/>
                  <a:pt x="320989" y="193167"/>
                </a:cubicBezTo>
                <a:cubicBezTo>
                  <a:pt x="320989" y="205359"/>
                  <a:pt x="312452" y="216408"/>
                  <a:pt x="301543" y="220027"/>
                </a:cubicBezTo>
                <a:cubicBezTo>
                  <a:pt x="304010" y="224885"/>
                  <a:pt x="306381" y="231076"/>
                  <a:pt x="306381" y="237172"/>
                </a:cubicBezTo>
                <a:cubicBezTo>
                  <a:pt x="306381" y="249364"/>
                  <a:pt x="297844" y="260414"/>
                  <a:pt x="286936" y="264033"/>
                </a:cubicBezTo>
                <a:cubicBezTo>
                  <a:pt x="289402" y="268891"/>
                  <a:pt x="291773" y="275082"/>
                  <a:pt x="291773" y="281178"/>
                </a:cubicBezTo>
                <a:cubicBezTo>
                  <a:pt x="291773" y="297085"/>
                  <a:pt x="278399" y="310515"/>
                  <a:pt x="262558" y="31051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2" name="Graphic 147">
            <a:extLst>
              <a:ext uri="{FF2B5EF4-FFF2-40B4-BE49-F238E27FC236}">
                <a16:creationId xmlns:a16="http://schemas.microsoft.com/office/drawing/2014/main" id="{2F85F09B-EA17-8459-7388-E40B973D7ECF}"/>
              </a:ext>
            </a:extLst>
          </p:cNvPr>
          <p:cNvSpPr/>
          <p:nvPr/>
        </p:nvSpPr>
        <p:spPr>
          <a:xfrm>
            <a:off x="2961429" y="3555738"/>
            <a:ext cx="437598" cy="404893"/>
          </a:xfrm>
          <a:custGeom>
            <a:avLst/>
            <a:gdLst>
              <a:gd name="connsiteX0" fmla="*/ 14702 w 335596"/>
              <a:gd name="connsiteY0" fmla="*/ 266510 h 310514"/>
              <a:gd name="connsiteX1" fmla="*/ 120466 w 335596"/>
              <a:gd name="connsiteY1" fmla="*/ 284893 h 310514"/>
              <a:gd name="connsiteX2" fmla="*/ 167893 w 335596"/>
              <a:gd name="connsiteY2" fmla="*/ 295942 h 310514"/>
              <a:gd name="connsiteX3" fmla="*/ 262748 w 335596"/>
              <a:gd name="connsiteY3" fmla="*/ 295942 h 310514"/>
              <a:gd name="connsiteX4" fmla="*/ 277355 w 335596"/>
              <a:gd name="connsiteY4" fmla="*/ 281273 h 310514"/>
              <a:gd name="connsiteX5" fmla="*/ 262748 w 335596"/>
              <a:gd name="connsiteY5" fmla="*/ 266605 h 310514"/>
              <a:gd name="connsiteX6" fmla="*/ 255444 w 335596"/>
              <a:gd name="connsiteY6" fmla="*/ 259270 h 310514"/>
              <a:gd name="connsiteX7" fmla="*/ 262748 w 335596"/>
              <a:gd name="connsiteY7" fmla="*/ 251936 h 310514"/>
              <a:gd name="connsiteX8" fmla="*/ 277355 w 335596"/>
              <a:gd name="connsiteY8" fmla="*/ 251936 h 310514"/>
              <a:gd name="connsiteX9" fmla="*/ 291963 w 335596"/>
              <a:gd name="connsiteY9" fmla="*/ 237268 h 310514"/>
              <a:gd name="connsiteX10" fmla="*/ 277355 w 335596"/>
              <a:gd name="connsiteY10" fmla="*/ 222599 h 310514"/>
              <a:gd name="connsiteX11" fmla="*/ 270051 w 335596"/>
              <a:gd name="connsiteY11" fmla="*/ 215265 h 310514"/>
              <a:gd name="connsiteX12" fmla="*/ 277355 w 335596"/>
              <a:gd name="connsiteY12" fmla="*/ 207931 h 310514"/>
              <a:gd name="connsiteX13" fmla="*/ 291963 w 335596"/>
              <a:gd name="connsiteY13" fmla="*/ 207931 h 310514"/>
              <a:gd name="connsiteX14" fmla="*/ 306571 w 335596"/>
              <a:gd name="connsiteY14" fmla="*/ 193262 h 310514"/>
              <a:gd name="connsiteX15" fmla="*/ 291963 w 335596"/>
              <a:gd name="connsiteY15" fmla="*/ 178594 h 310514"/>
              <a:gd name="connsiteX16" fmla="*/ 284659 w 335596"/>
              <a:gd name="connsiteY16" fmla="*/ 171260 h 310514"/>
              <a:gd name="connsiteX17" fmla="*/ 291963 w 335596"/>
              <a:gd name="connsiteY17" fmla="*/ 163925 h 310514"/>
              <a:gd name="connsiteX18" fmla="*/ 306571 w 335596"/>
              <a:gd name="connsiteY18" fmla="*/ 163925 h 310514"/>
              <a:gd name="connsiteX19" fmla="*/ 321178 w 335596"/>
              <a:gd name="connsiteY19" fmla="*/ 149257 h 310514"/>
              <a:gd name="connsiteX20" fmla="*/ 306571 w 335596"/>
              <a:gd name="connsiteY20" fmla="*/ 134588 h 310514"/>
              <a:gd name="connsiteX21" fmla="*/ 189899 w 335596"/>
              <a:gd name="connsiteY21" fmla="*/ 134588 h 310514"/>
              <a:gd name="connsiteX22" fmla="*/ 183829 w 335596"/>
              <a:gd name="connsiteY22" fmla="*/ 130874 h 310514"/>
              <a:gd name="connsiteX23" fmla="*/ 182595 w 335596"/>
              <a:gd name="connsiteY23" fmla="*/ 124777 h 310514"/>
              <a:gd name="connsiteX24" fmla="*/ 197203 w 335596"/>
              <a:gd name="connsiteY24" fmla="*/ 41624 h 310514"/>
              <a:gd name="connsiteX25" fmla="*/ 189899 w 335596"/>
              <a:gd name="connsiteY25" fmla="*/ 20860 h 310514"/>
              <a:gd name="connsiteX26" fmla="*/ 178991 w 335596"/>
              <a:gd name="connsiteY26" fmla="*/ 14764 h 310514"/>
              <a:gd name="connsiteX27" fmla="*/ 168083 w 335596"/>
              <a:gd name="connsiteY27" fmla="*/ 24574 h 310514"/>
              <a:gd name="connsiteX28" fmla="*/ 51411 w 335596"/>
              <a:gd name="connsiteY28" fmla="*/ 149257 h 310514"/>
              <a:gd name="connsiteX29" fmla="*/ 14892 w 335596"/>
              <a:gd name="connsiteY29" fmla="*/ 149257 h 310514"/>
              <a:gd name="connsiteX30" fmla="*/ 14892 w 335596"/>
              <a:gd name="connsiteY30" fmla="*/ 266605 h 310514"/>
              <a:gd name="connsiteX31" fmla="*/ 262653 w 335596"/>
              <a:gd name="connsiteY31" fmla="*/ 310515 h 310514"/>
              <a:gd name="connsiteX32" fmla="*/ 167798 w 335596"/>
              <a:gd name="connsiteY32" fmla="*/ 310515 h 310514"/>
              <a:gd name="connsiteX33" fmla="*/ 115533 w 335596"/>
              <a:gd name="connsiteY33" fmla="*/ 298323 h 310514"/>
              <a:gd name="connsiteX34" fmla="*/ 7304 w 335596"/>
              <a:gd name="connsiteY34" fmla="*/ 281178 h 310514"/>
              <a:gd name="connsiteX35" fmla="*/ 0 w 335596"/>
              <a:gd name="connsiteY35" fmla="*/ 273844 h 310514"/>
              <a:gd name="connsiteX36" fmla="*/ 0 w 335596"/>
              <a:gd name="connsiteY36" fmla="*/ 141827 h 310514"/>
              <a:gd name="connsiteX37" fmla="*/ 7304 w 335596"/>
              <a:gd name="connsiteY37" fmla="*/ 134493 h 310514"/>
              <a:gd name="connsiteX38" fmla="*/ 51032 w 335596"/>
              <a:gd name="connsiteY38" fmla="*/ 134493 h 310514"/>
              <a:gd name="connsiteX39" fmla="*/ 153190 w 335596"/>
              <a:gd name="connsiteY39" fmla="*/ 24479 h 310514"/>
              <a:gd name="connsiteX40" fmla="*/ 178706 w 335596"/>
              <a:gd name="connsiteY40" fmla="*/ 0 h 310514"/>
              <a:gd name="connsiteX41" fmla="*/ 200618 w 335596"/>
              <a:gd name="connsiteY41" fmla="*/ 11049 h 310514"/>
              <a:gd name="connsiteX42" fmla="*/ 211526 w 335596"/>
              <a:gd name="connsiteY42" fmla="*/ 41624 h 310514"/>
              <a:gd name="connsiteX43" fmla="*/ 198152 w 335596"/>
              <a:gd name="connsiteY43" fmla="*/ 119824 h 310514"/>
              <a:gd name="connsiteX44" fmla="*/ 306381 w 335596"/>
              <a:gd name="connsiteY44" fmla="*/ 119824 h 310514"/>
              <a:gd name="connsiteX45" fmla="*/ 335596 w 335596"/>
              <a:gd name="connsiteY45" fmla="*/ 149162 h 310514"/>
              <a:gd name="connsiteX46" fmla="*/ 316151 w 335596"/>
              <a:gd name="connsiteY46" fmla="*/ 176022 h 310514"/>
              <a:gd name="connsiteX47" fmla="*/ 320989 w 335596"/>
              <a:gd name="connsiteY47" fmla="*/ 193167 h 310514"/>
              <a:gd name="connsiteX48" fmla="*/ 301543 w 335596"/>
              <a:gd name="connsiteY48" fmla="*/ 220027 h 310514"/>
              <a:gd name="connsiteX49" fmla="*/ 306381 w 335596"/>
              <a:gd name="connsiteY49" fmla="*/ 237172 h 310514"/>
              <a:gd name="connsiteX50" fmla="*/ 286936 w 335596"/>
              <a:gd name="connsiteY50" fmla="*/ 264033 h 310514"/>
              <a:gd name="connsiteX51" fmla="*/ 291773 w 335596"/>
              <a:gd name="connsiteY51" fmla="*/ 281178 h 310514"/>
              <a:gd name="connsiteX52" fmla="*/ 262558 w 335596"/>
              <a:gd name="connsiteY52" fmla="*/ 310515 h 31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5596" h="310514">
                <a:moveTo>
                  <a:pt x="14702" y="266510"/>
                </a:moveTo>
                <a:cubicBezTo>
                  <a:pt x="79109" y="266510"/>
                  <a:pt x="102253" y="276320"/>
                  <a:pt x="120466" y="284893"/>
                </a:cubicBezTo>
                <a:cubicBezTo>
                  <a:pt x="133840" y="290989"/>
                  <a:pt x="144748" y="295942"/>
                  <a:pt x="167893" y="295942"/>
                </a:cubicBezTo>
                <a:lnTo>
                  <a:pt x="262748" y="295942"/>
                </a:lnTo>
                <a:cubicBezTo>
                  <a:pt x="270051" y="295942"/>
                  <a:pt x="277355" y="288608"/>
                  <a:pt x="277355" y="281273"/>
                </a:cubicBezTo>
                <a:cubicBezTo>
                  <a:pt x="277355" y="272701"/>
                  <a:pt x="270051" y="266605"/>
                  <a:pt x="262748" y="266605"/>
                </a:cubicBezTo>
                <a:cubicBezTo>
                  <a:pt x="257910" y="266605"/>
                  <a:pt x="255444" y="262985"/>
                  <a:pt x="255444" y="259270"/>
                </a:cubicBezTo>
                <a:cubicBezTo>
                  <a:pt x="255444" y="254413"/>
                  <a:pt x="257910" y="251936"/>
                  <a:pt x="262748" y="251936"/>
                </a:cubicBezTo>
                <a:lnTo>
                  <a:pt x="277355" y="251936"/>
                </a:lnTo>
                <a:cubicBezTo>
                  <a:pt x="284659" y="251936"/>
                  <a:pt x="291963" y="244602"/>
                  <a:pt x="291963" y="237268"/>
                </a:cubicBezTo>
                <a:cubicBezTo>
                  <a:pt x="291963" y="228695"/>
                  <a:pt x="284659" y="222599"/>
                  <a:pt x="277355" y="222599"/>
                </a:cubicBezTo>
                <a:cubicBezTo>
                  <a:pt x="272518" y="222599"/>
                  <a:pt x="270051" y="218885"/>
                  <a:pt x="270051" y="215265"/>
                </a:cubicBezTo>
                <a:cubicBezTo>
                  <a:pt x="270051" y="210407"/>
                  <a:pt x="272518" y="207931"/>
                  <a:pt x="277355" y="207931"/>
                </a:cubicBezTo>
                <a:lnTo>
                  <a:pt x="291963" y="207931"/>
                </a:lnTo>
                <a:cubicBezTo>
                  <a:pt x="299267" y="207931"/>
                  <a:pt x="306571" y="200597"/>
                  <a:pt x="306571" y="193262"/>
                </a:cubicBezTo>
                <a:cubicBezTo>
                  <a:pt x="306571" y="184690"/>
                  <a:pt x="299267" y="178594"/>
                  <a:pt x="291963" y="178594"/>
                </a:cubicBezTo>
                <a:cubicBezTo>
                  <a:pt x="287125" y="178594"/>
                  <a:pt x="284659" y="174879"/>
                  <a:pt x="284659" y="171260"/>
                </a:cubicBezTo>
                <a:cubicBezTo>
                  <a:pt x="284659" y="166402"/>
                  <a:pt x="287125" y="163925"/>
                  <a:pt x="291963" y="163925"/>
                </a:cubicBezTo>
                <a:lnTo>
                  <a:pt x="306571" y="163925"/>
                </a:lnTo>
                <a:cubicBezTo>
                  <a:pt x="313874" y="163925"/>
                  <a:pt x="321178" y="156591"/>
                  <a:pt x="321178" y="149257"/>
                </a:cubicBezTo>
                <a:cubicBezTo>
                  <a:pt x="321178" y="140684"/>
                  <a:pt x="313874" y="134588"/>
                  <a:pt x="306571" y="134588"/>
                </a:cubicBezTo>
                <a:lnTo>
                  <a:pt x="189899" y="134588"/>
                </a:lnTo>
                <a:cubicBezTo>
                  <a:pt x="187433" y="134588"/>
                  <a:pt x="185062" y="133350"/>
                  <a:pt x="183829" y="130874"/>
                </a:cubicBezTo>
                <a:cubicBezTo>
                  <a:pt x="182595" y="129635"/>
                  <a:pt x="181362" y="127159"/>
                  <a:pt x="182595" y="124777"/>
                </a:cubicBezTo>
                <a:cubicBezTo>
                  <a:pt x="182595" y="124777"/>
                  <a:pt x="197203" y="69723"/>
                  <a:pt x="197203" y="41624"/>
                </a:cubicBezTo>
                <a:cubicBezTo>
                  <a:pt x="197203" y="33052"/>
                  <a:pt x="194737" y="25717"/>
                  <a:pt x="189899" y="20860"/>
                </a:cubicBezTo>
                <a:cubicBezTo>
                  <a:pt x="186295" y="16002"/>
                  <a:pt x="181362" y="14764"/>
                  <a:pt x="178991" y="14764"/>
                </a:cubicBezTo>
                <a:cubicBezTo>
                  <a:pt x="172920" y="14764"/>
                  <a:pt x="168083" y="17240"/>
                  <a:pt x="168083" y="24574"/>
                </a:cubicBezTo>
                <a:cubicBezTo>
                  <a:pt x="168083" y="97917"/>
                  <a:pt x="106048" y="149257"/>
                  <a:pt x="51411" y="149257"/>
                </a:cubicBezTo>
                <a:lnTo>
                  <a:pt x="14892" y="149257"/>
                </a:lnTo>
                <a:lnTo>
                  <a:pt x="14892" y="266605"/>
                </a:lnTo>
                <a:close/>
                <a:moveTo>
                  <a:pt x="262653" y="310515"/>
                </a:moveTo>
                <a:lnTo>
                  <a:pt x="167798" y="310515"/>
                </a:lnTo>
                <a:cubicBezTo>
                  <a:pt x="142282" y="310515"/>
                  <a:pt x="128908" y="304419"/>
                  <a:pt x="115533" y="298323"/>
                </a:cubicBezTo>
                <a:cubicBezTo>
                  <a:pt x="96088" y="290989"/>
                  <a:pt x="74176" y="281178"/>
                  <a:pt x="7304" y="281178"/>
                </a:cubicBezTo>
                <a:cubicBezTo>
                  <a:pt x="2466" y="281178"/>
                  <a:pt x="0" y="277463"/>
                  <a:pt x="0" y="273844"/>
                </a:cubicBezTo>
                <a:lnTo>
                  <a:pt x="0" y="141827"/>
                </a:lnTo>
                <a:cubicBezTo>
                  <a:pt x="0" y="136970"/>
                  <a:pt x="2466" y="134493"/>
                  <a:pt x="7304" y="134493"/>
                </a:cubicBezTo>
                <a:lnTo>
                  <a:pt x="51032" y="134493"/>
                </a:lnTo>
                <a:cubicBezTo>
                  <a:pt x="98459" y="134493"/>
                  <a:pt x="153190" y="89249"/>
                  <a:pt x="153190" y="24479"/>
                </a:cubicBezTo>
                <a:cubicBezTo>
                  <a:pt x="153190" y="9811"/>
                  <a:pt x="164099" y="0"/>
                  <a:pt x="178706" y="0"/>
                </a:cubicBezTo>
                <a:cubicBezTo>
                  <a:pt x="187243" y="0"/>
                  <a:pt x="194547" y="3619"/>
                  <a:pt x="200618" y="11049"/>
                </a:cubicBezTo>
                <a:cubicBezTo>
                  <a:pt x="207922" y="18383"/>
                  <a:pt x="211526" y="29432"/>
                  <a:pt x="211526" y="41624"/>
                </a:cubicBezTo>
                <a:cubicBezTo>
                  <a:pt x="211526" y="64865"/>
                  <a:pt x="202989" y="102775"/>
                  <a:pt x="198152" y="119824"/>
                </a:cubicBezTo>
                <a:lnTo>
                  <a:pt x="306381" y="119824"/>
                </a:lnTo>
                <a:cubicBezTo>
                  <a:pt x="322222" y="119824"/>
                  <a:pt x="335596" y="132016"/>
                  <a:pt x="335596" y="149162"/>
                </a:cubicBezTo>
                <a:cubicBezTo>
                  <a:pt x="335596" y="161353"/>
                  <a:pt x="327059" y="172402"/>
                  <a:pt x="316151" y="176022"/>
                </a:cubicBezTo>
                <a:cubicBezTo>
                  <a:pt x="318617" y="180880"/>
                  <a:pt x="320989" y="187071"/>
                  <a:pt x="320989" y="193167"/>
                </a:cubicBezTo>
                <a:cubicBezTo>
                  <a:pt x="320989" y="205359"/>
                  <a:pt x="312452" y="216408"/>
                  <a:pt x="301543" y="220027"/>
                </a:cubicBezTo>
                <a:cubicBezTo>
                  <a:pt x="304010" y="224885"/>
                  <a:pt x="306381" y="231076"/>
                  <a:pt x="306381" y="237172"/>
                </a:cubicBezTo>
                <a:cubicBezTo>
                  <a:pt x="306381" y="249364"/>
                  <a:pt x="297844" y="260414"/>
                  <a:pt x="286936" y="264033"/>
                </a:cubicBezTo>
                <a:cubicBezTo>
                  <a:pt x="289402" y="268891"/>
                  <a:pt x="291773" y="275082"/>
                  <a:pt x="291773" y="281178"/>
                </a:cubicBezTo>
                <a:cubicBezTo>
                  <a:pt x="291773" y="297085"/>
                  <a:pt x="278399" y="310515"/>
                  <a:pt x="262558" y="31051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5" name="Graphic 153">
            <a:extLst>
              <a:ext uri="{FF2B5EF4-FFF2-40B4-BE49-F238E27FC236}">
                <a16:creationId xmlns:a16="http://schemas.microsoft.com/office/drawing/2014/main" id="{871B4350-BBE1-EB95-F389-17E0EAF0D7B3}"/>
              </a:ext>
            </a:extLst>
          </p:cNvPr>
          <p:cNvSpPr/>
          <p:nvPr/>
        </p:nvSpPr>
        <p:spPr>
          <a:xfrm>
            <a:off x="3829424" y="2844263"/>
            <a:ext cx="470881" cy="471843"/>
          </a:xfrm>
          <a:custGeom>
            <a:avLst/>
            <a:gdLst>
              <a:gd name="connsiteX0" fmla="*/ 277640 w 358930"/>
              <a:gd name="connsiteY0" fmla="*/ 207740 h 359663"/>
              <a:gd name="connsiteX1" fmla="*/ 281339 w 358930"/>
              <a:gd name="connsiteY1" fmla="*/ 208978 h 359663"/>
              <a:gd name="connsiteX2" fmla="*/ 283806 w 358930"/>
              <a:gd name="connsiteY2" fmla="*/ 218885 h 359663"/>
              <a:gd name="connsiteX3" fmla="*/ 180604 w 358930"/>
              <a:gd name="connsiteY3" fmla="*/ 278606 h 359663"/>
              <a:gd name="connsiteX4" fmla="*/ 76168 w 358930"/>
              <a:gd name="connsiteY4" fmla="*/ 218885 h 359663"/>
              <a:gd name="connsiteX5" fmla="*/ 78635 w 358930"/>
              <a:gd name="connsiteY5" fmla="*/ 208978 h 359663"/>
              <a:gd name="connsiteX6" fmla="*/ 89827 w 358930"/>
              <a:gd name="connsiteY6" fmla="*/ 212693 h 359663"/>
              <a:gd name="connsiteX7" fmla="*/ 180604 w 358930"/>
              <a:gd name="connsiteY7" fmla="*/ 263652 h 359663"/>
              <a:gd name="connsiteX8" fmla="*/ 271379 w 358930"/>
              <a:gd name="connsiteY8" fmla="*/ 211455 h 359663"/>
              <a:gd name="connsiteX9" fmla="*/ 277640 w 358930"/>
              <a:gd name="connsiteY9" fmla="*/ 207740 h 359663"/>
              <a:gd name="connsiteX10" fmla="*/ 108798 w 358930"/>
              <a:gd name="connsiteY10" fmla="*/ 112966 h 359663"/>
              <a:gd name="connsiteX11" fmla="*/ 93906 w 358930"/>
              <a:gd name="connsiteY11" fmla="*/ 127921 h 359663"/>
              <a:gd name="connsiteX12" fmla="*/ 108798 w 358930"/>
              <a:gd name="connsiteY12" fmla="*/ 142875 h 359663"/>
              <a:gd name="connsiteX13" fmla="*/ 123691 w 358930"/>
              <a:gd name="connsiteY13" fmla="*/ 127921 h 359663"/>
              <a:gd name="connsiteX14" fmla="*/ 108798 w 358930"/>
              <a:gd name="connsiteY14" fmla="*/ 112966 h 359663"/>
              <a:gd name="connsiteX15" fmla="*/ 242449 w 358930"/>
              <a:gd name="connsiteY15" fmla="*/ 112966 h 359663"/>
              <a:gd name="connsiteX16" fmla="*/ 227557 w 358930"/>
              <a:gd name="connsiteY16" fmla="*/ 127921 h 359663"/>
              <a:gd name="connsiteX17" fmla="*/ 242449 w 358930"/>
              <a:gd name="connsiteY17" fmla="*/ 142875 h 359663"/>
              <a:gd name="connsiteX18" fmla="*/ 257341 w 358930"/>
              <a:gd name="connsiteY18" fmla="*/ 127921 h 359663"/>
              <a:gd name="connsiteX19" fmla="*/ 242449 w 358930"/>
              <a:gd name="connsiteY19" fmla="*/ 112966 h 359663"/>
              <a:gd name="connsiteX20" fmla="*/ 179465 w 358930"/>
              <a:gd name="connsiteY20" fmla="*/ 15050 h 359663"/>
              <a:gd name="connsiteX21" fmla="*/ 14987 w 358930"/>
              <a:gd name="connsiteY21" fmla="*/ 179832 h 359663"/>
              <a:gd name="connsiteX22" fmla="*/ 179465 w 358930"/>
              <a:gd name="connsiteY22" fmla="*/ 344614 h 359663"/>
              <a:gd name="connsiteX23" fmla="*/ 343943 w 358930"/>
              <a:gd name="connsiteY23" fmla="*/ 179832 h 359663"/>
              <a:gd name="connsiteX24" fmla="*/ 179465 w 358930"/>
              <a:gd name="connsiteY24" fmla="*/ 15050 h 359663"/>
              <a:gd name="connsiteX25" fmla="*/ 358931 w 358930"/>
              <a:gd name="connsiteY25" fmla="*/ 179832 h 359663"/>
              <a:gd name="connsiteX26" fmla="*/ 179465 w 358930"/>
              <a:gd name="connsiteY26" fmla="*/ 0 h 359663"/>
              <a:gd name="connsiteX27" fmla="*/ 0 w 358930"/>
              <a:gd name="connsiteY27" fmla="*/ 179832 h 359663"/>
              <a:gd name="connsiteX28" fmla="*/ 179465 w 358930"/>
              <a:gd name="connsiteY28" fmla="*/ 359664 h 359663"/>
              <a:gd name="connsiteX29" fmla="*/ 358931 w 358930"/>
              <a:gd name="connsiteY29" fmla="*/ 179832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930" h="359663">
                <a:moveTo>
                  <a:pt x="277640" y="207740"/>
                </a:moveTo>
                <a:cubicBezTo>
                  <a:pt x="278873" y="207740"/>
                  <a:pt x="280106" y="207740"/>
                  <a:pt x="281339" y="208978"/>
                </a:cubicBezTo>
                <a:cubicBezTo>
                  <a:pt x="285039" y="211455"/>
                  <a:pt x="286272" y="215170"/>
                  <a:pt x="283806" y="218885"/>
                </a:cubicBezTo>
                <a:cubicBezTo>
                  <a:pt x="262653" y="256222"/>
                  <a:pt x="224142" y="278606"/>
                  <a:pt x="180604" y="278606"/>
                </a:cubicBezTo>
                <a:cubicBezTo>
                  <a:pt x="137065" y="278606"/>
                  <a:pt x="95993" y="256222"/>
                  <a:pt x="76168" y="218885"/>
                </a:cubicBezTo>
                <a:cubicBezTo>
                  <a:pt x="73702" y="215170"/>
                  <a:pt x="76168" y="211455"/>
                  <a:pt x="78635" y="208978"/>
                </a:cubicBezTo>
                <a:cubicBezTo>
                  <a:pt x="82334" y="207740"/>
                  <a:pt x="87361" y="208978"/>
                  <a:pt x="89827" y="212693"/>
                </a:cubicBezTo>
                <a:cubicBezTo>
                  <a:pt x="107281" y="245078"/>
                  <a:pt x="140859" y="263652"/>
                  <a:pt x="180604" y="263652"/>
                </a:cubicBezTo>
                <a:cubicBezTo>
                  <a:pt x="220348" y="263652"/>
                  <a:pt x="252693" y="243745"/>
                  <a:pt x="271379" y="211455"/>
                </a:cubicBezTo>
                <a:cubicBezTo>
                  <a:pt x="272613" y="208978"/>
                  <a:pt x="275079" y="207740"/>
                  <a:pt x="277640" y="207740"/>
                </a:cubicBezTo>
                <a:close/>
                <a:moveTo>
                  <a:pt x="108798" y="112966"/>
                </a:moveTo>
                <a:cubicBezTo>
                  <a:pt x="100072" y="112966"/>
                  <a:pt x="93906" y="120491"/>
                  <a:pt x="93906" y="127921"/>
                </a:cubicBezTo>
                <a:cubicBezTo>
                  <a:pt x="93906" y="136684"/>
                  <a:pt x="100167" y="142875"/>
                  <a:pt x="108798" y="142875"/>
                </a:cubicBezTo>
                <a:cubicBezTo>
                  <a:pt x="117430" y="142875"/>
                  <a:pt x="123691" y="136589"/>
                  <a:pt x="123691" y="127921"/>
                </a:cubicBezTo>
                <a:cubicBezTo>
                  <a:pt x="123691" y="120396"/>
                  <a:pt x="117430" y="112966"/>
                  <a:pt x="108798" y="112966"/>
                </a:cubicBezTo>
                <a:close/>
                <a:moveTo>
                  <a:pt x="242449" y="112966"/>
                </a:moveTo>
                <a:cubicBezTo>
                  <a:pt x="233722" y="112966"/>
                  <a:pt x="227557" y="120491"/>
                  <a:pt x="227557" y="127921"/>
                </a:cubicBezTo>
                <a:cubicBezTo>
                  <a:pt x="227557" y="136684"/>
                  <a:pt x="233817" y="142875"/>
                  <a:pt x="242449" y="142875"/>
                </a:cubicBezTo>
                <a:cubicBezTo>
                  <a:pt x="251081" y="142875"/>
                  <a:pt x="257341" y="136589"/>
                  <a:pt x="257341" y="127921"/>
                </a:cubicBezTo>
                <a:cubicBezTo>
                  <a:pt x="257341" y="120396"/>
                  <a:pt x="251081" y="112966"/>
                  <a:pt x="242449" y="112966"/>
                </a:cubicBezTo>
                <a:close/>
                <a:moveTo>
                  <a:pt x="179465" y="15050"/>
                </a:moveTo>
                <a:cubicBezTo>
                  <a:pt x="88500" y="15050"/>
                  <a:pt x="14987" y="89916"/>
                  <a:pt x="14987" y="179832"/>
                </a:cubicBezTo>
                <a:cubicBezTo>
                  <a:pt x="14987" y="269748"/>
                  <a:pt x="88500" y="344614"/>
                  <a:pt x="179465" y="344614"/>
                </a:cubicBezTo>
                <a:cubicBezTo>
                  <a:pt x="270431" y="344614"/>
                  <a:pt x="343943" y="270986"/>
                  <a:pt x="343943" y="179832"/>
                </a:cubicBezTo>
                <a:cubicBezTo>
                  <a:pt x="343943" y="88678"/>
                  <a:pt x="270431" y="15050"/>
                  <a:pt x="179465" y="15050"/>
                </a:cubicBezTo>
                <a:close/>
                <a:moveTo>
                  <a:pt x="358931" y="179832"/>
                </a:moveTo>
                <a:cubicBezTo>
                  <a:pt x="358931" y="81248"/>
                  <a:pt x="277924" y="0"/>
                  <a:pt x="179465" y="0"/>
                </a:cubicBezTo>
                <a:cubicBezTo>
                  <a:pt x="81006" y="0"/>
                  <a:pt x="0" y="81153"/>
                  <a:pt x="0" y="179832"/>
                </a:cubicBezTo>
                <a:cubicBezTo>
                  <a:pt x="0" y="278511"/>
                  <a:pt x="81006" y="359664"/>
                  <a:pt x="179465" y="359664"/>
                </a:cubicBezTo>
                <a:cubicBezTo>
                  <a:pt x="277924" y="359664"/>
                  <a:pt x="358931" y="279749"/>
                  <a:pt x="358931" y="17983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6" name="Graphic 153">
            <a:extLst>
              <a:ext uri="{FF2B5EF4-FFF2-40B4-BE49-F238E27FC236}">
                <a16:creationId xmlns:a16="http://schemas.microsoft.com/office/drawing/2014/main" id="{895A00A7-B251-2FDE-249A-C26EAEED222C}"/>
              </a:ext>
            </a:extLst>
          </p:cNvPr>
          <p:cNvSpPr/>
          <p:nvPr/>
        </p:nvSpPr>
        <p:spPr>
          <a:xfrm>
            <a:off x="4600949" y="2844263"/>
            <a:ext cx="470881" cy="471843"/>
          </a:xfrm>
          <a:custGeom>
            <a:avLst/>
            <a:gdLst>
              <a:gd name="connsiteX0" fmla="*/ 277640 w 358930"/>
              <a:gd name="connsiteY0" fmla="*/ 207740 h 359663"/>
              <a:gd name="connsiteX1" fmla="*/ 281339 w 358930"/>
              <a:gd name="connsiteY1" fmla="*/ 208978 h 359663"/>
              <a:gd name="connsiteX2" fmla="*/ 283806 w 358930"/>
              <a:gd name="connsiteY2" fmla="*/ 218885 h 359663"/>
              <a:gd name="connsiteX3" fmla="*/ 180604 w 358930"/>
              <a:gd name="connsiteY3" fmla="*/ 278606 h 359663"/>
              <a:gd name="connsiteX4" fmla="*/ 76168 w 358930"/>
              <a:gd name="connsiteY4" fmla="*/ 218885 h 359663"/>
              <a:gd name="connsiteX5" fmla="*/ 78635 w 358930"/>
              <a:gd name="connsiteY5" fmla="*/ 208978 h 359663"/>
              <a:gd name="connsiteX6" fmla="*/ 89827 w 358930"/>
              <a:gd name="connsiteY6" fmla="*/ 212693 h 359663"/>
              <a:gd name="connsiteX7" fmla="*/ 180604 w 358930"/>
              <a:gd name="connsiteY7" fmla="*/ 263652 h 359663"/>
              <a:gd name="connsiteX8" fmla="*/ 271379 w 358930"/>
              <a:gd name="connsiteY8" fmla="*/ 211455 h 359663"/>
              <a:gd name="connsiteX9" fmla="*/ 277640 w 358930"/>
              <a:gd name="connsiteY9" fmla="*/ 207740 h 359663"/>
              <a:gd name="connsiteX10" fmla="*/ 108798 w 358930"/>
              <a:gd name="connsiteY10" fmla="*/ 112966 h 359663"/>
              <a:gd name="connsiteX11" fmla="*/ 93906 w 358930"/>
              <a:gd name="connsiteY11" fmla="*/ 127921 h 359663"/>
              <a:gd name="connsiteX12" fmla="*/ 108798 w 358930"/>
              <a:gd name="connsiteY12" fmla="*/ 142875 h 359663"/>
              <a:gd name="connsiteX13" fmla="*/ 123691 w 358930"/>
              <a:gd name="connsiteY13" fmla="*/ 127921 h 359663"/>
              <a:gd name="connsiteX14" fmla="*/ 108798 w 358930"/>
              <a:gd name="connsiteY14" fmla="*/ 112966 h 359663"/>
              <a:gd name="connsiteX15" fmla="*/ 242449 w 358930"/>
              <a:gd name="connsiteY15" fmla="*/ 112966 h 359663"/>
              <a:gd name="connsiteX16" fmla="*/ 227557 w 358930"/>
              <a:gd name="connsiteY16" fmla="*/ 127921 h 359663"/>
              <a:gd name="connsiteX17" fmla="*/ 242449 w 358930"/>
              <a:gd name="connsiteY17" fmla="*/ 142875 h 359663"/>
              <a:gd name="connsiteX18" fmla="*/ 257341 w 358930"/>
              <a:gd name="connsiteY18" fmla="*/ 127921 h 359663"/>
              <a:gd name="connsiteX19" fmla="*/ 242449 w 358930"/>
              <a:gd name="connsiteY19" fmla="*/ 112966 h 359663"/>
              <a:gd name="connsiteX20" fmla="*/ 179465 w 358930"/>
              <a:gd name="connsiteY20" fmla="*/ 15050 h 359663"/>
              <a:gd name="connsiteX21" fmla="*/ 14987 w 358930"/>
              <a:gd name="connsiteY21" fmla="*/ 179832 h 359663"/>
              <a:gd name="connsiteX22" fmla="*/ 179465 w 358930"/>
              <a:gd name="connsiteY22" fmla="*/ 344614 h 359663"/>
              <a:gd name="connsiteX23" fmla="*/ 343943 w 358930"/>
              <a:gd name="connsiteY23" fmla="*/ 179832 h 359663"/>
              <a:gd name="connsiteX24" fmla="*/ 179465 w 358930"/>
              <a:gd name="connsiteY24" fmla="*/ 15050 h 359663"/>
              <a:gd name="connsiteX25" fmla="*/ 358931 w 358930"/>
              <a:gd name="connsiteY25" fmla="*/ 179832 h 359663"/>
              <a:gd name="connsiteX26" fmla="*/ 179465 w 358930"/>
              <a:gd name="connsiteY26" fmla="*/ 0 h 359663"/>
              <a:gd name="connsiteX27" fmla="*/ 0 w 358930"/>
              <a:gd name="connsiteY27" fmla="*/ 179832 h 359663"/>
              <a:gd name="connsiteX28" fmla="*/ 179465 w 358930"/>
              <a:gd name="connsiteY28" fmla="*/ 359664 h 359663"/>
              <a:gd name="connsiteX29" fmla="*/ 358931 w 358930"/>
              <a:gd name="connsiteY29" fmla="*/ 179832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930" h="359663">
                <a:moveTo>
                  <a:pt x="277640" y="207740"/>
                </a:moveTo>
                <a:cubicBezTo>
                  <a:pt x="278873" y="207740"/>
                  <a:pt x="280106" y="207740"/>
                  <a:pt x="281339" y="208978"/>
                </a:cubicBezTo>
                <a:cubicBezTo>
                  <a:pt x="285039" y="211455"/>
                  <a:pt x="286272" y="215170"/>
                  <a:pt x="283806" y="218885"/>
                </a:cubicBezTo>
                <a:cubicBezTo>
                  <a:pt x="262653" y="256222"/>
                  <a:pt x="224142" y="278606"/>
                  <a:pt x="180604" y="278606"/>
                </a:cubicBezTo>
                <a:cubicBezTo>
                  <a:pt x="137065" y="278606"/>
                  <a:pt x="95993" y="256222"/>
                  <a:pt x="76168" y="218885"/>
                </a:cubicBezTo>
                <a:cubicBezTo>
                  <a:pt x="73702" y="215170"/>
                  <a:pt x="76168" y="211455"/>
                  <a:pt x="78635" y="208978"/>
                </a:cubicBezTo>
                <a:cubicBezTo>
                  <a:pt x="82334" y="207740"/>
                  <a:pt x="87361" y="208978"/>
                  <a:pt x="89827" y="212693"/>
                </a:cubicBezTo>
                <a:cubicBezTo>
                  <a:pt x="107281" y="245078"/>
                  <a:pt x="140859" y="263652"/>
                  <a:pt x="180604" y="263652"/>
                </a:cubicBezTo>
                <a:cubicBezTo>
                  <a:pt x="220348" y="263652"/>
                  <a:pt x="252693" y="243745"/>
                  <a:pt x="271379" y="211455"/>
                </a:cubicBezTo>
                <a:cubicBezTo>
                  <a:pt x="272613" y="208978"/>
                  <a:pt x="275079" y="207740"/>
                  <a:pt x="277640" y="207740"/>
                </a:cubicBezTo>
                <a:close/>
                <a:moveTo>
                  <a:pt x="108798" y="112966"/>
                </a:moveTo>
                <a:cubicBezTo>
                  <a:pt x="100072" y="112966"/>
                  <a:pt x="93906" y="120491"/>
                  <a:pt x="93906" y="127921"/>
                </a:cubicBezTo>
                <a:cubicBezTo>
                  <a:pt x="93906" y="136684"/>
                  <a:pt x="100167" y="142875"/>
                  <a:pt x="108798" y="142875"/>
                </a:cubicBezTo>
                <a:cubicBezTo>
                  <a:pt x="117430" y="142875"/>
                  <a:pt x="123691" y="136589"/>
                  <a:pt x="123691" y="127921"/>
                </a:cubicBezTo>
                <a:cubicBezTo>
                  <a:pt x="123691" y="120396"/>
                  <a:pt x="117430" y="112966"/>
                  <a:pt x="108798" y="112966"/>
                </a:cubicBezTo>
                <a:close/>
                <a:moveTo>
                  <a:pt x="242449" y="112966"/>
                </a:moveTo>
                <a:cubicBezTo>
                  <a:pt x="233722" y="112966"/>
                  <a:pt x="227557" y="120491"/>
                  <a:pt x="227557" y="127921"/>
                </a:cubicBezTo>
                <a:cubicBezTo>
                  <a:pt x="227557" y="136684"/>
                  <a:pt x="233817" y="142875"/>
                  <a:pt x="242449" y="142875"/>
                </a:cubicBezTo>
                <a:cubicBezTo>
                  <a:pt x="251081" y="142875"/>
                  <a:pt x="257341" y="136589"/>
                  <a:pt x="257341" y="127921"/>
                </a:cubicBezTo>
                <a:cubicBezTo>
                  <a:pt x="257341" y="120396"/>
                  <a:pt x="251081" y="112966"/>
                  <a:pt x="242449" y="112966"/>
                </a:cubicBezTo>
                <a:close/>
                <a:moveTo>
                  <a:pt x="179465" y="15050"/>
                </a:moveTo>
                <a:cubicBezTo>
                  <a:pt x="88500" y="15050"/>
                  <a:pt x="14987" y="89916"/>
                  <a:pt x="14987" y="179832"/>
                </a:cubicBezTo>
                <a:cubicBezTo>
                  <a:pt x="14987" y="269748"/>
                  <a:pt x="88500" y="344614"/>
                  <a:pt x="179465" y="344614"/>
                </a:cubicBezTo>
                <a:cubicBezTo>
                  <a:pt x="270431" y="344614"/>
                  <a:pt x="343943" y="270986"/>
                  <a:pt x="343943" y="179832"/>
                </a:cubicBezTo>
                <a:cubicBezTo>
                  <a:pt x="343943" y="88678"/>
                  <a:pt x="270431" y="15050"/>
                  <a:pt x="179465" y="15050"/>
                </a:cubicBezTo>
                <a:close/>
                <a:moveTo>
                  <a:pt x="358931" y="179832"/>
                </a:moveTo>
                <a:cubicBezTo>
                  <a:pt x="358931" y="81248"/>
                  <a:pt x="277924" y="0"/>
                  <a:pt x="179465" y="0"/>
                </a:cubicBezTo>
                <a:cubicBezTo>
                  <a:pt x="81006" y="0"/>
                  <a:pt x="0" y="81153"/>
                  <a:pt x="0" y="179832"/>
                </a:cubicBezTo>
                <a:cubicBezTo>
                  <a:pt x="0" y="278511"/>
                  <a:pt x="81006" y="359664"/>
                  <a:pt x="179465" y="359664"/>
                </a:cubicBezTo>
                <a:cubicBezTo>
                  <a:pt x="277924" y="359664"/>
                  <a:pt x="358931" y="279749"/>
                  <a:pt x="358931" y="17983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7" name="Graphic 153">
            <a:extLst>
              <a:ext uri="{FF2B5EF4-FFF2-40B4-BE49-F238E27FC236}">
                <a16:creationId xmlns:a16="http://schemas.microsoft.com/office/drawing/2014/main" id="{1C70DF3F-7032-2BBE-C13A-58FE0650CB8C}"/>
              </a:ext>
            </a:extLst>
          </p:cNvPr>
          <p:cNvSpPr/>
          <p:nvPr/>
        </p:nvSpPr>
        <p:spPr>
          <a:xfrm>
            <a:off x="3829424" y="3479263"/>
            <a:ext cx="470881" cy="471843"/>
          </a:xfrm>
          <a:custGeom>
            <a:avLst/>
            <a:gdLst>
              <a:gd name="connsiteX0" fmla="*/ 277640 w 358930"/>
              <a:gd name="connsiteY0" fmla="*/ 207740 h 359663"/>
              <a:gd name="connsiteX1" fmla="*/ 281339 w 358930"/>
              <a:gd name="connsiteY1" fmla="*/ 208978 h 359663"/>
              <a:gd name="connsiteX2" fmla="*/ 283806 w 358930"/>
              <a:gd name="connsiteY2" fmla="*/ 218885 h 359663"/>
              <a:gd name="connsiteX3" fmla="*/ 180604 w 358930"/>
              <a:gd name="connsiteY3" fmla="*/ 278606 h 359663"/>
              <a:gd name="connsiteX4" fmla="*/ 76168 w 358930"/>
              <a:gd name="connsiteY4" fmla="*/ 218885 h 359663"/>
              <a:gd name="connsiteX5" fmla="*/ 78635 w 358930"/>
              <a:gd name="connsiteY5" fmla="*/ 208978 h 359663"/>
              <a:gd name="connsiteX6" fmla="*/ 89827 w 358930"/>
              <a:gd name="connsiteY6" fmla="*/ 212693 h 359663"/>
              <a:gd name="connsiteX7" fmla="*/ 180604 w 358930"/>
              <a:gd name="connsiteY7" fmla="*/ 263652 h 359663"/>
              <a:gd name="connsiteX8" fmla="*/ 271379 w 358930"/>
              <a:gd name="connsiteY8" fmla="*/ 211455 h 359663"/>
              <a:gd name="connsiteX9" fmla="*/ 277640 w 358930"/>
              <a:gd name="connsiteY9" fmla="*/ 207740 h 359663"/>
              <a:gd name="connsiteX10" fmla="*/ 108798 w 358930"/>
              <a:gd name="connsiteY10" fmla="*/ 112966 h 359663"/>
              <a:gd name="connsiteX11" fmla="*/ 93906 w 358930"/>
              <a:gd name="connsiteY11" fmla="*/ 127921 h 359663"/>
              <a:gd name="connsiteX12" fmla="*/ 108798 w 358930"/>
              <a:gd name="connsiteY12" fmla="*/ 142875 h 359663"/>
              <a:gd name="connsiteX13" fmla="*/ 123691 w 358930"/>
              <a:gd name="connsiteY13" fmla="*/ 127921 h 359663"/>
              <a:gd name="connsiteX14" fmla="*/ 108798 w 358930"/>
              <a:gd name="connsiteY14" fmla="*/ 112966 h 359663"/>
              <a:gd name="connsiteX15" fmla="*/ 242449 w 358930"/>
              <a:gd name="connsiteY15" fmla="*/ 112966 h 359663"/>
              <a:gd name="connsiteX16" fmla="*/ 227557 w 358930"/>
              <a:gd name="connsiteY16" fmla="*/ 127921 h 359663"/>
              <a:gd name="connsiteX17" fmla="*/ 242449 w 358930"/>
              <a:gd name="connsiteY17" fmla="*/ 142875 h 359663"/>
              <a:gd name="connsiteX18" fmla="*/ 257341 w 358930"/>
              <a:gd name="connsiteY18" fmla="*/ 127921 h 359663"/>
              <a:gd name="connsiteX19" fmla="*/ 242449 w 358930"/>
              <a:gd name="connsiteY19" fmla="*/ 112966 h 359663"/>
              <a:gd name="connsiteX20" fmla="*/ 179465 w 358930"/>
              <a:gd name="connsiteY20" fmla="*/ 15050 h 359663"/>
              <a:gd name="connsiteX21" fmla="*/ 14987 w 358930"/>
              <a:gd name="connsiteY21" fmla="*/ 179832 h 359663"/>
              <a:gd name="connsiteX22" fmla="*/ 179465 w 358930"/>
              <a:gd name="connsiteY22" fmla="*/ 344614 h 359663"/>
              <a:gd name="connsiteX23" fmla="*/ 343943 w 358930"/>
              <a:gd name="connsiteY23" fmla="*/ 179832 h 359663"/>
              <a:gd name="connsiteX24" fmla="*/ 179465 w 358930"/>
              <a:gd name="connsiteY24" fmla="*/ 15050 h 359663"/>
              <a:gd name="connsiteX25" fmla="*/ 358931 w 358930"/>
              <a:gd name="connsiteY25" fmla="*/ 179832 h 359663"/>
              <a:gd name="connsiteX26" fmla="*/ 179465 w 358930"/>
              <a:gd name="connsiteY26" fmla="*/ 0 h 359663"/>
              <a:gd name="connsiteX27" fmla="*/ 0 w 358930"/>
              <a:gd name="connsiteY27" fmla="*/ 179832 h 359663"/>
              <a:gd name="connsiteX28" fmla="*/ 179465 w 358930"/>
              <a:gd name="connsiteY28" fmla="*/ 359664 h 359663"/>
              <a:gd name="connsiteX29" fmla="*/ 358931 w 358930"/>
              <a:gd name="connsiteY29" fmla="*/ 179832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930" h="359663">
                <a:moveTo>
                  <a:pt x="277640" y="207740"/>
                </a:moveTo>
                <a:cubicBezTo>
                  <a:pt x="278873" y="207740"/>
                  <a:pt x="280106" y="207740"/>
                  <a:pt x="281339" y="208978"/>
                </a:cubicBezTo>
                <a:cubicBezTo>
                  <a:pt x="285039" y="211455"/>
                  <a:pt x="286272" y="215170"/>
                  <a:pt x="283806" y="218885"/>
                </a:cubicBezTo>
                <a:cubicBezTo>
                  <a:pt x="262653" y="256222"/>
                  <a:pt x="224142" y="278606"/>
                  <a:pt x="180604" y="278606"/>
                </a:cubicBezTo>
                <a:cubicBezTo>
                  <a:pt x="137065" y="278606"/>
                  <a:pt x="95993" y="256222"/>
                  <a:pt x="76168" y="218885"/>
                </a:cubicBezTo>
                <a:cubicBezTo>
                  <a:pt x="73702" y="215170"/>
                  <a:pt x="76168" y="211455"/>
                  <a:pt x="78635" y="208978"/>
                </a:cubicBezTo>
                <a:cubicBezTo>
                  <a:pt x="82334" y="207740"/>
                  <a:pt x="87361" y="208978"/>
                  <a:pt x="89827" y="212693"/>
                </a:cubicBezTo>
                <a:cubicBezTo>
                  <a:pt x="107281" y="245078"/>
                  <a:pt x="140859" y="263652"/>
                  <a:pt x="180604" y="263652"/>
                </a:cubicBezTo>
                <a:cubicBezTo>
                  <a:pt x="220348" y="263652"/>
                  <a:pt x="252693" y="243745"/>
                  <a:pt x="271379" y="211455"/>
                </a:cubicBezTo>
                <a:cubicBezTo>
                  <a:pt x="272613" y="208978"/>
                  <a:pt x="275079" y="207740"/>
                  <a:pt x="277640" y="207740"/>
                </a:cubicBezTo>
                <a:close/>
                <a:moveTo>
                  <a:pt x="108798" y="112966"/>
                </a:moveTo>
                <a:cubicBezTo>
                  <a:pt x="100072" y="112966"/>
                  <a:pt x="93906" y="120491"/>
                  <a:pt x="93906" y="127921"/>
                </a:cubicBezTo>
                <a:cubicBezTo>
                  <a:pt x="93906" y="136684"/>
                  <a:pt x="100167" y="142875"/>
                  <a:pt x="108798" y="142875"/>
                </a:cubicBezTo>
                <a:cubicBezTo>
                  <a:pt x="117430" y="142875"/>
                  <a:pt x="123691" y="136589"/>
                  <a:pt x="123691" y="127921"/>
                </a:cubicBezTo>
                <a:cubicBezTo>
                  <a:pt x="123691" y="120396"/>
                  <a:pt x="117430" y="112966"/>
                  <a:pt x="108798" y="112966"/>
                </a:cubicBezTo>
                <a:close/>
                <a:moveTo>
                  <a:pt x="242449" y="112966"/>
                </a:moveTo>
                <a:cubicBezTo>
                  <a:pt x="233722" y="112966"/>
                  <a:pt x="227557" y="120491"/>
                  <a:pt x="227557" y="127921"/>
                </a:cubicBezTo>
                <a:cubicBezTo>
                  <a:pt x="227557" y="136684"/>
                  <a:pt x="233817" y="142875"/>
                  <a:pt x="242449" y="142875"/>
                </a:cubicBezTo>
                <a:cubicBezTo>
                  <a:pt x="251081" y="142875"/>
                  <a:pt x="257341" y="136589"/>
                  <a:pt x="257341" y="127921"/>
                </a:cubicBezTo>
                <a:cubicBezTo>
                  <a:pt x="257341" y="120396"/>
                  <a:pt x="251081" y="112966"/>
                  <a:pt x="242449" y="112966"/>
                </a:cubicBezTo>
                <a:close/>
                <a:moveTo>
                  <a:pt x="179465" y="15050"/>
                </a:moveTo>
                <a:cubicBezTo>
                  <a:pt x="88500" y="15050"/>
                  <a:pt x="14987" y="89916"/>
                  <a:pt x="14987" y="179832"/>
                </a:cubicBezTo>
                <a:cubicBezTo>
                  <a:pt x="14987" y="269748"/>
                  <a:pt x="88500" y="344614"/>
                  <a:pt x="179465" y="344614"/>
                </a:cubicBezTo>
                <a:cubicBezTo>
                  <a:pt x="270431" y="344614"/>
                  <a:pt x="343943" y="270986"/>
                  <a:pt x="343943" y="179832"/>
                </a:cubicBezTo>
                <a:cubicBezTo>
                  <a:pt x="343943" y="88678"/>
                  <a:pt x="270431" y="15050"/>
                  <a:pt x="179465" y="15050"/>
                </a:cubicBezTo>
                <a:close/>
                <a:moveTo>
                  <a:pt x="358931" y="179832"/>
                </a:moveTo>
                <a:cubicBezTo>
                  <a:pt x="358931" y="81248"/>
                  <a:pt x="277924" y="0"/>
                  <a:pt x="179465" y="0"/>
                </a:cubicBezTo>
                <a:cubicBezTo>
                  <a:pt x="81006" y="0"/>
                  <a:pt x="0" y="81153"/>
                  <a:pt x="0" y="179832"/>
                </a:cubicBezTo>
                <a:cubicBezTo>
                  <a:pt x="0" y="278511"/>
                  <a:pt x="81006" y="359664"/>
                  <a:pt x="179465" y="359664"/>
                </a:cubicBezTo>
                <a:cubicBezTo>
                  <a:pt x="277924" y="359664"/>
                  <a:pt x="358931" y="279749"/>
                  <a:pt x="358931" y="17983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8" name="Graphic 153">
            <a:extLst>
              <a:ext uri="{FF2B5EF4-FFF2-40B4-BE49-F238E27FC236}">
                <a16:creationId xmlns:a16="http://schemas.microsoft.com/office/drawing/2014/main" id="{35C7A6E3-2E7D-9C7F-82FF-303F5BBD0A50}"/>
              </a:ext>
            </a:extLst>
          </p:cNvPr>
          <p:cNvSpPr/>
          <p:nvPr/>
        </p:nvSpPr>
        <p:spPr>
          <a:xfrm>
            <a:off x="4600949" y="3479263"/>
            <a:ext cx="470881" cy="471843"/>
          </a:xfrm>
          <a:custGeom>
            <a:avLst/>
            <a:gdLst>
              <a:gd name="connsiteX0" fmla="*/ 277640 w 358930"/>
              <a:gd name="connsiteY0" fmla="*/ 207740 h 359663"/>
              <a:gd name="connsiteX1" fmla="*/ 281339 w 358930"/>
              <a:gd name="connsiteY1" fmla="*/ 208978 h 359663"/>
              <a:gd name="connsiteX2" fmla="*/ 283806 w 358930"/>
              <a:gd name="connsiteY2" fmla="*/ 218885 h 359663"/>
              <a:gd name="connsiteX3" fmla="*/ 180604 w 358930"/>
              <a:gd name="connsiteY3" fmla="*/ 278606 h 359663"/>
              <a:gd name="connsiteX4" fmla="*/ 76168 w 358930"/>
              <a:gd name="connsiteY4" fmla="*/ 218885 h 359663"/>
              <a:gd name="connsiteX5" fmla="*/ 78635 w 358930"/>
              <a:gd name="connsiteY5" fmla="*/ 208978 h 359663"/>
              <a:gd name="connsiteX6" fmla="*/ 89827 w 358930"/>
              <a:gd name="connsiteY6" fmla="*/ 212693 h 359663"/>
              <a:gd name="connsiteX7" fmla="*/ 180604 w 358930"/>
              <a:gd name="connsiteY7" fmla="*/ 263652 h 359663"/>
              <a:gd name="connsiteX8" fmla="*/ 271379 w 358930"/>
              <a:gd name="connsiteY8" fmla="*/ 211455 h 359663"/>
              <a:gd name="connsiteX9" fmla="*/ 277640 w 358930"/>
              <a:gd name="connsiteY9" fmla="*/ 207740 h 359663"/>
              <a:gd name="connsiteX10" fmla="*/ 108798 w 358930"/>
              <a:gd name="connsiteY10" fmla="*/ 112966 h 359663"/>
              <a:gd name="connsiteX11" fmla="*/ 93906 w 358930"/>
              <a:gd name="connsiteY11" fmla="*/ 127921 h 359663"/>
              <a:gd name="connsiteX12" fmla="*/ 108798 w 358930"/>
              <a:gd name="connsiteY12" fmla="*/ 142875 h 359663"/>
              <a:gd name="connsiteX13" fmla="*/ 123691 w 358930"/>
              <a:gd name="connsiteY13" fmla="*/ 127921 h 359663"/>
              <a:gd name="connsiteX14" fmla="*/ 108798 w 358930"/>
              <a:gd name="connsiteY14" fmla="*/ 112966 h 359663"/>
              <a:gd name="connsiteX15" fmla="*/ 242449 w 358930"/>
              <a:gd name="connsiteY15" fmla="*/ 112966 h 359663"/>
              <a:gd name="connsiteX16" fmla="*/ 227557 w 358930"/>
              <a:gd name="connsiteY16" fmla="*/ 127921 h 359663"/>
              <a:gd name="connsiteX17" fmla="*/ 242449 w 358930"/>
              <a:gd name="connsiteY17" fmla="*/ 142875 h 359663"/>
              <a:gd name="connsiteX18" fmla="*/ 257341 w 358930"/>
              <a:gd name="connsiteY18" fmla="*/ 127921 h 359663"/>
              <a:gd name="connsiteX19" fmla="*/ 242449 w 358930"/>
              <a:gd name="connsiteY19" fmla="*/ 112966 h 359663"/>
              <a:gd name="connsiteX20" fmla="*/ 179465 w 358930"/>
              <a:gd name="connsiteY20" fmla="*/ 15050 h 359663"/>
              <a:gd name="connsiteX21" fmla="*/ 14987 w 358930"/>
              <a:gd name="connsiteY21" fmla="*/ 179832 h 359663"/>
              <a:gd name="connsiteX22" fmla="*/ 179465 w 358930"/>
              <a:gd name="connsiteY22" fmla="*/ 344614 h 359663"/>
              <a:gd name="connsiteX23" fmla="*/ 343943 w 358930"/>
              <a:gd name="connsiteY23" fmla="*/ 179832 h 359663"/>
              <a:gd name="connsiteX24" fmla="*/ 179465 w 358930"/>
              <a:gd name="connsiteY24" fmla="*/ 15050 h 359663"/>
              <a:gd name="connsiteX25" fmla="*/ 358931 w 358930"/>
              <a:gd name="connsiteY25" fmla="*/ 179832 h 359663"/>
              <a:gd name="connsiteX26" fmla="*/ 179465 w 358930"/>
              <a:gd name="connsiteY26" fmla="*/ 0 h 359663"/>
              <a:gd name="connsiteX27" fmla="*/ 0 w 358930"/>
              <a:gd name="connsiteY27" fmla="*/ 179832 h 359663"/>
              <a:gd name="connsiteX28" fmla="*/ 179465 w 358930"/>
              <a:gd name="connsiteY28" fmla="*/ 359664 h 359663"/>
              <a:gd name="connsiteX29" fmla="*/ 358931 w 358930"/>
              <a:gd name="connsiteY29" fmla="*/ 179832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930" h="359663">
                <a:moveTo>
                  <a:pt x="277640" y="207740"/>
                </a:moveTo>
                <a:cubicBezTo>
                  <a:pt x="278873" y="207740"/>
                  <a:pt x="280106" y="207740"/>
                  <a:pt x="281339" y="208978"/>
                </a:cubicBezTo>
                <a:cubicBezTo>
                  <a:pt x="285039" y="211455"/>
                  <a:pt x="286272" y="215170"/>
                  <a:pt x="283806" y="218885"/>
                </a:cubicBezTo>
                <a:cubicBezTo>
                  <a:pt x="262653" y="256222"/>
                  <a:pt x="224142" y="278606"/>
                  <a:pt x="180604" y="278606"/>
                </a:cubicBezTo>
                <a:cubicBezTo>
                  <a:pt x="137065" y="278606"/>
                  <a:pt x="95993" y="256222"/>
                  <a:pt x="76168" y="218885"/>
                </a:cubicBezTo>
                <a:cubicBezTo>
                  <a:pt x="73702" y="215170"/>
                  <a:pt x="76168" y="211455"/>
                  <a:pt x="78635" y="208978"/>
                </a:cubicBezTo>
                <a:cubicBezTo>
                  <a:pt x="82334" y="207740"/>
                  <a:pt x="87361" y="208978"/>
                  <a:pt x="89827" y="212693"/>
                </a:cubicBezTo>
                <a:cubicBezTo>
                  <a:pt x="107281" y="245078"/>
                  <a:pt x="140859" y="263652"/>
                  <a:pt x="180604" y="263652"/>
                </a:cubicBezTo>
                <a:cubicBezTo>
                  <a:pt x="220348" y="263652"/>
                  <a:pt x="252693" y="243745"/>
                  <a:pt x="271379" y="211455"/>
                </a:cubicBezTo>
                <a:cubicBezTo>
                  <a:pt x="272613" y="208978"/>
                  <a:pt x="275079" y="207740"/>
                  <a:pt x="277640" y="207740"/>
                </a:cubicBezTo>
                <a:close/>
                <a:moveTo>
                  <a:pt x="108798" y="112966"/>
                </a:moveTo>
                <a:cubicBezTo>
                  <a:pt x="100072" y="112966"/>
                  <a:pt x="93906" y="120491"/>
                  <a:pt x="93906" y="127921"/>
                </a:cubicBezTo>
                <a:cubicBezTo>
                  <a:pt x="93906" y="136684"/>
                  <a:pt x="100167" y="142875"/>
                  <a:pt x="108798" y="142875"/>
                </a:cubicBezTo>
                <a:cubicBezTo>
                  <a:pt x="117430" y="142875"/>
                  <a:pt x="123691" y="136589"/>
                  <a:pt x="123691" y="127921"/>
                </a:cubicBezTo>
                <a:cubicBezTo>
                  <a:pt x="123691" y="120396"/>
                  <a:pt x="117430" y="112966"/>
                  <a:pt x="108798" y="112966"/>
                </a:cubicBezTo>
                <a:close/>
                <a:moveTo>
                  <a:pt x="242449" y="112966"/>
                </a:moveTo>
                <a:cubicBezTo>
                  <a:pt x="233722" y="112966"/>
                  <a:pt x="227557" y="120491"/>
                  <a:pt x="227557" y="127921"/>
                </a:cubicBezTo>
                <a:cubicBezTo>
                  <a:pt x="227557" y="136684"/>
                  <a:pt x="233817" y="142875"/>
                  <a:pt x="242449" y="142875"/>
                </a:cubicBezTo>
                <a:cubicBezTo>
                  <a:pt x="251081" y="142875"/>
                  <a:pt x="257341" y="136589"/>
                  <a:pt x="257341" y="127921"/>
                </a:cubicBezTo>
                <a:cubicBezTo>
                  <a:pt x="257341" y="120396"/>
                  <a:pt x="251081" y="112966"/>
                  <a:pt x="242449" y="112966"/>
                </a:cubicBezTo>
                <a:close/>
                <a:moveTo>
                  <a:pt x="179465" y="15050"/>
                </a:moveTo>
                <a:cubicBezTo>
                  <a:pt x="88500" y="15050"/>
                  <a:pt x="14987" y="89916"/>
                  <a:pt x="14987" y="179832"/>
                </a:cubicBezTo>
                <a:cubicBezTo>
                  <a:pt x="14987" y="269748"/>
                  <a:pt x="88500" y="344614"/>
                  <a:pt x="179465" y="344614"/>
                </a:cubicBezTo>
                <a:cubicBezTo>
                  <a:pt x="270431" y="344614"/>
                  <a:pt x="343943" y="270986"/>
                  <a:pt x="343943" y="179832"/>
                </a:cubicBezTo>
                <a:cubicBezTo>
                  <a:pt x="343943" y="88678"/>
                  <a:pt x="270431" y="15050"/>
                  <a:pt x="179465" y="15050"/>
                </a:cubicBezTo>
                <a:close/>
                <a:moveTo>
                  <a:pt x="358931" y="179832"/>
                </a:moveTo>
                <a:cubicBezTo>
                  <a:pt x="358931" y="81248"/>
                  <a:pt x="277924" y="0"/>
                  <a:pt x="179465" y="0"/>
                </a:cubicBezTo>
                <a:cubicBezTo>
                  <a:pt x="81006" y="0"/>
                  <a:pt x="0" y="81153"/>
                  <a:pt x="0" y="179832"/>
                </a:cubicBezTo>
                <a:cubicBezTo>
                  <a:pt x="0" y="278511"/>
                  <a:pt x="81006" y="359664"/>
                  <a:pt x="179465" y="359664"/>
                </a:cubicBezTo>
                <a:cubicBezTo>
                  <a:pt x="277924" y="359664"/>
                  <a:pt x="358931" y="279749"/>
                  <a:pt x="358931" y="17983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1" name="Graphic 159">
            <a:extLst>
              <a:ext uri="{FF2B5EF4-FFF2-40B4-BE49-F238E27FC236}">
                <a16:creationId xmlns:a16="http://schemas.microsoft.com/office/drawing/2014/main" id="{5922B86C-0B58-989B-D2C3-5CF199476CB1}"/>
              </a:ext>
            </a:extLst>
          </p:cNvPr>
          <p:cNvSpPr/>
          <p:nvPr/>
        </p:nvSpPr>
        <p:spPr>
          <a:xfrm>
            <a:off x="5474517" y="2837766"/>
            <a:ext cx="474115" cy="476090"/>
          </a:xfrm>
          <a:custGeom>
            <a:avLst/>
            <a:gdLst>
              <a:gd name="connsiteX0" fmla="*/ 123121 w 358171"/>
              <a:gd name="connsiteY0" fmla="*/ 112966 h 359663"/>
              <a:gd name="connsiteX1" fmla="*/ 108229 w 358171"/>
              <a:gd name="connsiteY1" fmla="*/ 127921 h 359663"/>
              <a:gd name="connsiteX2" fmla="*/ 123121 w 358171"/>
              <a:gd name="connsiteY2" fmla="*/ 142875 h 359663"/>
              <a:gd name="connsiteX3" fmla="*/ 138014 w 358171"/>
              <a:gd name="connsiteY3" fmla="*/ 127921 h 359663"/>
              <a:gd name="connsiteX4" fmla="*/ 123121 w 358171"/>
              <a:gd name="connsiteY4" fmla="*/ 112966 h 359663"/>
              <a:gd name="connsiteX5" fmla="*/ 227367 w 358171"/>
              <a:gd name="connsiteY5" fmla="*/ 112966 h 359663"/>
              <a:gd name="connsiteX6" fmla="*/ 212475 w 358171"/>
              <a:gd name="connsiteY6" fmla="*/ 127921 h 359663"/>
              <a:gd name="connsiteX7" fmla="*/ 227367 w 358171"/>
              <a:gd name="connsiteY7" fmla="*/ 142875 h 359663"/>
              <a:gd name="connsiteX8" fmla="*/ 242259 w 358171"/>
              <a:gd name="connsiteY8" fmla="*/ 127921 h 359663"/>
              <a:gd name="connsiteX9" fmla="*/ 227367 w 358171"/>
              <a:gd name="connsiteY9" fmla="*/ 112966 h 359663"/>
              <a:gd name="connsiteX10" fmla="*/ 179086 w 358171"/>
              <a:gd name="connsiteY10" fmla="*/ 15050 h 359663"/>
              <a:gd name="connsiteX11" fmla="*/ 14987 w 358171"/>
              <a:gd name="connsiteY11" fmla="*/ 179832 h 359663"/>
              <a:gd name="connsiteX12" fmla="*/ 179086 w 358171"/>
              <a:gd name="connsiteY12" fmla="*/ 344614 h 359663"/>
              <a:gd name="connsiteX13" fmla="*/ 343185 w 358171"/>
              <a:gd name="connsiteY13" fmla="*/ 179832 h 359663"/>
              <a:gd name="connsiteX14" fmla="*/ 179086 w 358171"/>
              <a:gd name="connsiteY14" fmla="*/ 15050 h 359663"/>
              <a:gd name="connsiteX15" fmla="*/ 179086 w 358171"/>
              <a:gd name="connsiteY15" fmla="*/ 359664 h 359663"/>
              <a:gd name="connsiteX16" fmla="*/ 0 w 358171"/>
              <a:gd name="connsiteY16" fmla="*/ 179832 h 359663"/>
              <a:gd name="connsiteX17" fmla="*/ 179086 w 358171"/>
              <a:gd name="connsiteY17" fmla="*/ 0 h 359663"/>
              <a:gd name="connsiteX18" fmla="*/ 358172 w 358171"/>
              <a:gd name="connsiteY18" fmla="*/ 179832 h 359663"/>
              <a:gd name="connsiteX19" fmla="*/ 179086 w 358171"/>
              <a:gd name="connsiteY19" fmla="*/ 359664 h 359663"/>
              <a:gd name="connsiteX20" fmla="*/ 283426 w 358171"/>
              <a:gd name="connsiteY20" fmla="*/ 254984 h 359663"/>
              <a:gd name="connsiteX21" fmla="*/ 74746 w 358171"/>
              <a:gd name="connsiteY21" fmla="*/ 254984 h 359663"/>
              <a:gd name="connsiteX22" fmla="*/ 67252 w 358171"/>
              <a:gd name="connsiteY22" fmla="*/ 247364 h 359663"/>
              <a:gd name="connsiteX23" fmla="*/ 74746 w 358171"/>
              <a:gd name="connsiteY23" fmla="*/ 239744 h 359663"/>
              <a:gd name="connsiteX24" fmla="*/ 283426 w 358171"/>
              <a:gd name="connsiteY24" fmla="*/ 239744 h 359663"/>
              <a:gd name="connsiteX25" fmla="*/ 290920 w 358171"/>
              <a:gd name="connsiteY25" fmla="*/ 247364 h 359663"/>
              <a:gd name="connsiteX26" fmla="*/ 283426 w 358171"/>
              <a:gd name="connsiteY26" fmla="*/ 254984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58171" h="359663">
                <a:moveTo>
                  <a:pt x="123121" y="112966"/>
                </a:moveTo>
                <a:cubicBezTo>
                  <a:pt x="114395" y="112966"/>
                  <a:pt x="108229" y="120491"/>
                  <a:pt x="108229" y="127921"/>
                </a:cubicBezTo>
                <a:cubicBezTo>
                  <a:pt x="108229" y="136684"/>
                  <a:pt x="114490" y="142875"/>
                  <a:pt x="123121" y="142875"/>
                </a:cubicBezTo>
                <a:cubicBezTo>
                  <a:pt x="130615" y="142875"/>
                  <a:pt x="138014" y="136589"/>
                  <a:pt x="138014" y="127921"/>
                </a:cubicBezTo>
                <a:cubicBezTo>
                  <a:pt x="138014" y="120396"/>
                  <a:pt x="130520" y="112966"/>
                  <a:pt x="123121" y="112966"/>
                </a:cubicBezTo>
                <a:close/>
                <a:moveTo>
                  <a:pt x="227367" y="112966"/>
                </a:moveTo>
                <a:cubicBezTo>
                  <a:pt x="218640" y="112966"/>
                  <a:pt x="212475" y="120491"/>
                  <a:pt x="212475" y="127921"/>
                </a:cubicBezTo>
                <a:cubicBezTo>
                  <a:pt x="212475" y="136684"/>
                  <a:pt x="218735" y="142875"/>
                  <a:pt x="227367" y="142875"/>
                </a:cubicBezTo>
                <a:cubicBezTo>
                  <a:pt x="234860" y="142875"/>
                  <a:pt x="242259" y="136589"/>
                  <a:pt x="242259" y="127921"/>
                </a:cubicBezTo>
                <a:cubicBezTo>
                  <a:pt x="242259" y="120396"/>
                  <a:pt x="234766" y="112966"/>
                  <a:pt x="227367" y="112966"/>
                </a:cubicBezTo>
                <a:close/>
                <a:moveTo>
                  <a:pt x="179086" y="15050"/>
                </a:moveTo>
                <a:cubicBezTo>
                  <a:pt x="88310" y="15050"/>
                  <a:pt x="14987" y="89916"/>
                  <a:pt x="14987" y="179832"/>
                </a:cubicBezTo>
                <a:cubicBezTo>
                  <a:pt x="14987" y="269748"/>
                  <a:pt x="88310" y="344614"/>
                  <a:pt x="179086" y="344614"/>
                </a:cubicBezTo>
                <a:cubicBezTo>
                  <a:pt x="269862" y="344614"/>
                  <a:pt x="343185" y="270986"/>
                  <a:pt x="343185" y="179832"/>
                </a:cubicBezTo>
                <a:cubicBezTo>
                  <a:pt x="343185" y="88678"/>
                  <a:pt x="268629" y="15050"/>
                  <a:pt x="179086" y="15050"/>
                </a:cubicBezTo>
                <a:close/>
                <a:moveTo>
                  <a:pt x="179086" y="359664"/>
                </a:moveTo>
                <a:cubicBezTo>
                  <a:pt x="79583" y="359664"/>
                  <a:pt x="0" y="279749"/>
                  <a:pt x="0" y="179832"/>
                </a:cubicBezTo>
                <a:cubicBezTo>
                  <a:pt x="0" y="79915"/>
                  <a:pt x="79583" y="0"/>
                  <a:pt x="179086" y="0"/>
                </a:cubicBezTo>
                <a:cubicBezTo>
                  <a:pt x="278588" y="0"/>
                  <a:pt x="358172" y="81153"/>
                  <a:pt x="358172" y="179832"/>
                </a:cubicBezTo>
                <a:cubicBezTo>
                  <a:pt x="358172" y="278511"/>
                  <a:pt x="277355" y="359664"/>
                  <a:pt x="179086" y="359664"/>
                </a:cubicBezTo>
                <a:close/>
                <a:moveTo>
                  <a:pt x="283426" y="254984"/>
                </a:moveTo>
                <a:lnTo>
                  <a:pt x="74746" y="254984"/>
                </a:lnTo>
                <a:cubicBezTo>
                  <a:pt x="69813" y="254984"/>
                  <a:pt x="67252" y="252413"/>
                  <a:pt x="67252" y="247364"/>
                </a:cubicBezTo>
                <a:cubicBezTo>
                  <a:pt x="67252" y="243554"/>
                  <a:pt x="69718" y="239744"/>
                  <a:pt x="74746" y="239744"/>
                </a:cubicBezTo>
                <a:lnTo>
                  <a:pt x="283426" y="239744"/>
                </a:lnTo>
                <a:cubicBezTo>
                  <a:pt x="287125" y="239744"/>
                  <a:pt x="290920" y="243554"/>
                  <a:pt x="290920" y="247364"/>
                </a:cubicBezTo>
                <a:cubicBezTo>
                  <a:pt x="290920" y="252413"/>
                  <a:pt x="287220" y="254984"/>
                  <a:pt x="283426" y="25498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2" name="Graphic 159">
            <a:extLst>
              <a:ext uri="{FF2B5EF4-FFF2-40B4-BE49-F238E27FC236}">
                <a16:creationId xmlns:a16="http://schemas.microsoft.com/office/drawing/2014/main" id="{E933981B-F6F3-0F87-89E5-37419CCF8BF9}"/>
              </a:ext>
            </a:extLst>
          </p:cNvPr>
          <p:cNvSpPr/>
          <p:nvPr/>
        </p:nvSpPr>
        <p:spPr>
          <a:xfrm>
            <a:off x="6252392" y="2837766"/>
            <a:ext cx="474115" cy="476090"/>
          </a:xfrm>
          <a:custGeom>
            <a:avLst/>
            <a:gdLst>
              <a:gd name="connsiteX0" fmla="*/ 123121 w 358171"/>
              <a:gd name="connsiteY0" fmla="*/ 112966 h 359663"/>
              <a:gd name="connsiteX1" fmla="*/ 108229 w 358171"/>
              <a:gd name="connsiteY1" fmla="*/ 127921 h 359663"/>
              <a:gd name="connsiteX2" fmla="*/ 123121 w 358171"/>
              <a:gd name="connsiteY2" fmla="*/ 142875 h 359663"/>
              <a:gd name="connsiteX3" fmla="*/ 138014 w 358171"/>
              <a:gd name="connsiteY3" fmla="*/ 127921 h 359663"/>
              <a:gd name="connsiteX4" fmla="*/ 123121 w 358171"/>
              <a:gd name="connsiteY4" fmla="*/ 112966 h 359663"/>
              <a:gd name="connsiteX5" fmla="*/ 227367 w 358171"/>
              <a:gd name="connsiteY5" fmla="*/ 112966 h 359663"/>
              <a:gd name="connsiteX6" fmla="*/ 212475 w 358171"/>
              <a:gd name="connsiteY6" fmla="*/ 127921 h 359663"/>
              <a:gd name="connsiteX7" fmla="*/ 227367 w 358171"/>
              <a:gd name="connsiteY7" fmla="*/ 142875 h 359663"/>
              <a:gd name="connsiteX8" fmla="*/ 242259 w 358171"/>
              <a:gd name="connsiteY8" fmla="*/ 127921 h 359663"/>
              <a:gd name="connsiteX9" fmla="*/ 227367 w 358171"/>
              <a:gd name="connsiteY9" fmla="*/ 112966 h 359663"/>
              <a:gd name="connsiteX10" fmla="*/ 179086 w 358171"/>
              <a:gd name="connsiteY10" fmla="*/ 15050 h 359663"/>
              <a:gd name="connsiteX11" fmla="*/ 14987 w 358171"/>
              <a:gd name="connsiteY11" fmla="*/ 179832 h 359663"/>
              <a:gd name="connsiteX12" fmla="*/ 179086 w 358171"/>
              <a:gd name="connsiteY12" fmla="*/ 344614 h 359663"/>
              <a:gd name="connsiteX13" fmla="*/ 343185 w 358171"/>
              <a:gd name="connsiteY13" fmla="*/ 179832 h 359663"/>
              <a:gd name="connsiteX14" fmla="*/ 179086 w 358171"/>
              <a:gd name="connsiteY14" fmla="*/ 15050 h 359663"/>
              <a:gd name="connsiteX15" fmla="*/ 179086 w 358171"/>
              <a:gd name="connsiteY15" fmla="*/ 359664 h 359663"/>
              <a:gd name="connsiteX16" fmla="*/ 0 w 358171"/>
              <a:gd name="connsiteY16" fmla="*/ 179832 h 359663"/>
              <a:gd name="connsiteX17" fmla="*/ 179086 w 358171"/>
              <a:gd name="connsiteY17" fmla="*/ 0 h 359663"/>
              <a:gd name="connsiteX18" fmla="*/ 358172 w 358171"/>
              <a:gd name="connsiteY18" fmla="*/ 179832 h 359663"/>
              <a:gd name="connsiteX19" fmla="*/ 179086 w 358171"/>
              <a:gd name="connsiteY19" fmla="*/ 359664 h 359663"/>
              <a:gd name="connsiteX20" fmla="*/ 283426 w 358171"/>
              <a:gd name="connsiteY20" fmla="*/ 254984 h 359663"/>
              <a:gd name="connsiteX21" fmla="*/ 74746 w 358171"/>
              <a:gd name="connsiteY21" fmla="*/ 254984 h 359663"/>
              <a:gd name="connsiteX22" fmla="*/ 67252 w 358171"/>
              <a:gd name="connsiteY22" fmla="*/ 247364 h 359663"/>
              <a:gd name="connsiteX23" fmla="*/ 74746 w 358171"/>
              <a:gd name="connsiteY23" fmla="*/ 239744 h 359663"/>
              <a:gd name="connsiteX24" fmla="*/ 283426 w 358171"/>
              <a:gd name="connsiteY24" fmla="*/ 239744 h 359663"/>
              <a:gd name="connsiteX25" fmla="*/ 290920 w 358171"/>
              <a:gd name="connsiteY25" fmla="*/ 247364 h 359663"/>
              <a:gd name="connsiteX26" fmla="*/ 283426 w 358171"/>
              <a:gd name="connsiteY26" fmla="*/ 254984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58171" h="359663">
                <a:moveTo>
                  <a:pt x="123121" y="112966"/>
                </a:moveTo>
                <a:cubicBezTo>
                  <a:pt x="114395" y="112966"/>
                  <a:pt x="108229" y="120491"/>
                  <a:pt x="108229" y="127921"/>
                </a:cubicBezTo>
                <a:cubicBezTo>
                  <a:pt x="108229" y="136684"/>
                  <a:pt x="114490" y="142875"/>
                  <a:pt x="123121" y="142875"/>
                </a:cubicBezTo>
                <a:cubicBezTo>
                  <a:pt x="130615" y="142875"/>
                  <a:pt x="138014" y="136589"/>
                  <a:pt x="138014" y="127921"/>
                </a:cubicBezTo>
                <a:cubicBezTo>
                  <a:pt x="138014" y="120396"/>
                  <a:pt x="130520" y="112966"/>
                  <a:pt x="123121" y="112966"/>
                </a:cubicBezTo>
                <a:close/>
                <a:moveTo>
                  <a:pt x="227367" y="112966"/>
                </a:moveTo>
                <a:cubicBezTo>
                  <a:pt x="218640" y="112966"/>
                  <a:pt x="212475" y="120491"/>
                  <a:pt x="212475" y="127921"/>
                </a:cubicBezTo>
                <a:cubicBezTo>
                  <a:pt x="212475" y="136684"/>
                  <a:pt x="218735" y="142875"/>
                  <a:pt x="227367" y="142875"/>
                </a:cubicBezTo>
                <a:cubicBezTo>
                  <a:pt x="234860" y="142875"/>
                  <a:pt x="242259" y="136589"/>
                  <a:pt x="242259" y="127921"/>
                </a:cubicBezTo>
                <a:cubicBezTo>
                  <a:pt x="242259" y="120396"/>
                  <a:pt x="234766" y="112966"/>
                  <a:pt x="227367" y="112966"/>
                </a:cubicBezTo>
                <a:close/>
                <a:moveTo>
                  <a:pt x="179086" y="15050"/>
                </a:moveTo>
                <a:cubicBezTo>
                  <a:pt x="88310" y="15050"/>
                  <a:pt x="14987" y="89916"/>
                  <a:pt x="14987" y="179832"/>
                </a:cubicBezTo>
                <a:cubicBezTo>
                  <a:pt x="14987" y="269748"/>
                  <a:pt x="88310" y="344614"/>
                  <a:pt x="179086" y="344614"/>
                </a:cubicBezTo>
                <a:cubicBezTo>
                  <a:pt x="269862" y="344614"/>
                  <a:pt x="343185" y="270986"/>
                  <a:pt x="343185" y="179832"/>
                </a:cubicBezTo>
                <a:cubicBezTo>
                  <a:pt x="343185" y="88678"/>
                  <a:pt x="268629" y="15050"/>
                  <a:pt x="179086" y="15050"/>
                </a:cubicBezTo>
                <a:close/>
                <a:moveTo>
                  <a:pt x="179086" y="359664"/>
                </a:moveTo>
                <a:cubicBezTo>
                  <a:pt x="79583" y="359664"/>
                  <a:pt x="0" y="279749"/>
                  <a:pt x="0" y="179832"/>
                </a:cubicBezTo>
                <a:cubicBezTo>
                  <a:pt x="0" y="79915"/>
                  <a:pt x="79583" y="0"/>
                  <a:pt x="179086" y="0"/>
                </a:cubicBezTo>
                <a:cubicBezTo>
                  <a:pt x="278588" y="0"/>
                  <a:pt x="358172" y="81153"/>
                  <a:pt x="358172" y="179832"/>
                </a:cubicBezTo>
                <a:cubicBezTo>
                  <a:pt x="358172" y="278511"/>
                  <a:pt x="277355" y="359664"/>
                  <a:pt x="179086" y="359664"/>
                </a:cubicBezTo>
                <a:close/>
                <a:moveTo>
                  <a:pt x="283426" y="254984"/>
                </a:moveTo>
                <a:lnTo>
                  <a:pt x="74746" y="254984"/>
                </a:lnTo>
                <a:cubicBezTo>
                  <a:pt x="69813" y="254984"/>
                  <a:pt x="67252" y="252413"/>
                  <a:pt x="67252" y="247364"/>
                </a:cubicBezTo>
                <a:cubicBezTo>
                  <a:pt x="67252" y="243554"/>
                  <a:pt x="69718" y="239744"/>
                  <a:pt x="74746" y="239744"/>
                </a:cubicBezTo>
                <a:lnTo>
                  <a:pt x="283426" y="239744"/>
                </a:lnTo>
                <a:cubicBezTo>
                  <a:pt x="287125" y="239744"/>
                  <a:pt x="290920" y="243554"/>
                  <a:pt x="290920" y="247364"/>
                </a:cubicBezTo>
                <a:cubicBezTo>
                  <a:pt x="290920" y="252413"/>
                  <a:pt x="287220" y="254984"/>
                  <a:pt x="283426" y="25498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3" name="Graphic 159">
            <a:extLst>
              <a:ext uri="{FF2B5EF4-FFF2-40B4-BE49-F238E27FC236}">
                <a16:creationId xmlns:a16="http://schemas.microsoft.com/office/drawing/2014/main" id="{6BFFE0C7-ADBE-7E72-C4E8-8AEEC833BF03}"/>
              </a:ext>
            </a:extLst>
          </p:cNvPr>
          <p:cNvSpPr/>
          <p:nvPr/>
        </p:nvSpPr>
        <p:spPr>
          <a:xfrm>
            <a:off x="5474517" y="3479116"/>
            <a:ext cx="474115" cy="476090"/>
          </a:xfrm>
          <a:custGeom>
            <a:avLst/>
            <a:gdLst>
              <a:gd name="connsiteX0" fmla="*/ 123121 w 358171"/>
              <a:gd name="connsiteY0" fmla="*/ 112966 h 359663"/>
              <a:gd name="connsiteX1" fmla="*/ 108229 w 358171"/>
              <a:gd name="connsiteY1" fmla="*/ 127921 h 359663"/>
              <a:gd name="connsiteX2" fmla="*/ 123121 w 358171"/>
              <a:gd name="connsiteY2" fmla="*/ 142875 h 359663"/>
              <a:gd name="connsiteX3" fmla="*/ 138014 w 358171"/>
              <a:gd name="connsiteY3" fmla="*/ 127921 h 359663"/>
              <a:gd name="connsiteX4" fmla="*/ 123121 w 358171"/>
              <a:gd name="connsiteY4" fmla="*/ 112966 h 359663"/>
              <a:gd name="connsiteX5" fmla="*/ 227367 w 358171"/>
              <a:gd name="connsiteY5" fmla="*/ 112966 h 359663"/>
              <a:gd name="connsiteX6" fmla="*/ 212475 w 358171"/>
              <a:gd name="connsiteY6" fmla="*/ 127921 h 359663"/>
              <a:gd name="connsiteX7" fmla="*/ 227367 w 358171"/>
              <a:gd name="connsiteY7" fmla="*/ 142875 h 359663"/>
              <a:gd name="connsiteX8" fmla="*/ 242259 w 358171"/>
              <a:gd name="connsiteY8" fmla="*/ 127921 h 359663"/>
              <a:gd name="connsiteX9" fmla="*/ 227367 w 358171"/>
              <a:gd name="connsiteY9" fmla="*/ 112966 h 359663"/>
              <a:gd name="connsiteX10" fmla="*/ 179086 w 358171"/>
              <a:gd name="connsiteY10" fmla="*/ 15050 h 359663"/>
              <a:gd name="connsiteX11" fmla="*/ 14987 w 358171"/>
              <a:gd name="connsiteY11" fmla="*/ 179832 h 359663"/>
              <a:gd name="connsiteX12" fmla="*/ 179086 w 358171"/>
              <a:gd name="connsiteY12" fmla="*/ 344614 h 359663"/>
              <a:gd name="connsiteX13" fmla="*/ 343185 w 358171"/>
              <a:gd name="connsiteY13" fmla="*/ 179832 h 359663"/>
              <a:gd name="connsiteX14" fmla="*/ 179086 w 358171"/>
              <a:gd name="connsiteY14" fmla="*/ 15050 h 359663"/>
              <a:gd name="connsiteX15" fmla="*/ 179086 w 358171"/>
              <a:gd name="connsiteY15" fmla="*/ 359664 h 359663"/>
              <a:gd name="connsiteX16" fmla="*/ 0 w 358171"/>
              <a:gd name="connsiteY16" fmla="*/ 179832 h 359663"/>
              <a:gd name="connsiteX17" fmla="*/ 179086 w 358171"/>
              <a:gd name="connsiteY17" fmla="*/ 0 h 359663"/>
              <a:gd name="connsiteX18" fmla="*/ 358172 w 358171"/>
              <a:gd name="connsiteY18" fmla="*/ 179832 h 359663"/>
              <a:gd name="connsiteX19" fmla="*/ 179086 w 358171"/>
              <a:gd name="connsiteY19" fmla="*/ 359664 h 359663"/>
              <a:gd name="connsiteX20" fmla="*/ 283426 w 358171"/>
              <a:gd name="connsiteY20" fmla="*/ 254984 h 359663"/>
              <a:gd name="connsiteX21" fmla="*/ 74746 w 358171"/>
              <a:gd name="connsiteY21" fmla="*/ 254984 h 359663"/>
              <a:gd name="connsiteX22" fmla="*/ 67252 w 358171"/>
              <a:gd name="connsiteY22" fmla="*/ 247364 h 359663"/>
              <a:gd name="connsiteX23" fmla="*/ 74746 w 358171"/>
              <a:gd name="connsiteY23" fmla="*/ 239744 h 359663"/>
              <a:gd name="connsiteX24" fmla="*/ 283426 w 358171"/>
              <a:gd name="connsiteY24" fmla="*/ 239744 h 359663"/>
              <a:gd name="connsiteX25" fmla="*/ 290920 w 358171"/>
              <a:gd name="connsiteY25" fmla="*/ 247364 h 359663"/>
              <a:gd name="connsiteX26" fmla="*/ 283426 w 358171"/>
              <a:gd name="connsiteY26" fmla="*/ 254984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58171" h="359663">
                <a:moveTo>
                  <a:pt x="123121" y="112966"/>
                </a:moveTo>
                <a:cubicBezTo>
                  <a:pt x="114395" y="112966"/>
                  <a:pt x="108229" y="120491"/>
                  <a:pt x="108229" y="127921"/>
                </a:cubicBezTo>
                <a:cubicBezTo>
                  <a:pt x="108229" y="136684"/>
                  <a:pt x="114490" y="142875"/>
                  <a:pt x="123121" y="142875"/>
                </a:cubicBezTo>
                <a:cubicBezTo>
                  <a:pt x="130615" y="142875"/>
                  <a:pt x="138014" y="136589"/>
                  <a:pt x="138014" y="127921"/>
                </a:cubicBezTo>
                <a:cubicBezTo>
                  <a:pt x="138014" y="120396"/>
                  <a:pt x="130520" y="112966"/>
                  <a:pt x="123121" y="112966"/>
                </a:cubicBezTo>
                <a:close/>
                <a:moveTo>
                  <a:pt x="227367" y="112966"/>
                </a:moveTo>
                <a:cubicBezTo>
                  <a:pt x="218640" y="112966"/>
                  <a:pt x="212475" y="120491"/>
                  <a:pt x="212475" y="127921"/>
                </a:cubicBezTo>
                <a:cubicBezTo>
                  <a:pt x="212475" y="136684"/>
                  <a:pt x="218735" y="142875"/>
                  <a:pt x="227367" y="142875"/>
                </a:cubicBezTo>
                <a:cubicBezTo>
                  <a:pt x="234860" y="142875"/>
                  <a:pt x="242259" y="136589"/>
                  <a:pt x="242259" y="127921"/>
                </a:cubicBezTo>
                <a:cubicBezTo>
                  <a:pt x="242259" y="120396"/>
                  <a:pt x="234766" y="112966"/>
                  <a:pt x="227367" y="112966"/>
                </a:cubicBezTo>
                <a:close/>
                <a:moveTo>
                  <a:pt x="179086" y="15050"/>
                </a:moveTo>
                <a:cubicBezTo>
                  <a:pt x="88310" y="15050"/>
                  <a:pt x="14987" y="89916"/>
                  <a:pt x="14987" y="179832"/>
                </a:cubicBezTo>
                <a:cubicBezTo>
                  <a:pt x="14987" y="269748"/>
                  <a:pt x="88310" y="344614"/>
                  <a:pt x="179086" y="344614"/>
                </a:cubicBezTo>
                <a:cubicBezTo>
                  <a:pt x="269862" y="344614"/>
                  <a:pt x="343185" y="270986"/>
                  <a:pt x="343185" y="179832"/>
                </a:cubicBezTo>
                <a:cubicBezTo>
                  <a:pt x="343185" y="88678"/>
                  <a:pt x="268629" y="15050"/>
                  <a:pt x="179086" y="15050"/>
                </a:cubicBezTo>
                <a:close/>
                <a:moveTo>
                  <a:pt x="179086" y="359664"/>
                </a:moveTo>
                <a:cubicBezTo>
                  <a:pt x="79583" y="359664"/>
                  <a:pt x="0" y="279749"/>
                  <a:pt x="0" y="179832"/>
                </a:cubicBezTo>
                <a:cubicBezTo>
                  <a:pt x="0" y="79915"/>
                  <a:pt x="79583" y="0"/>
                  <a:pt x="179086" y="0"/>
                </a:cubicBezTo>
                <a:cubicBezTo>
                  <a:pt x="278588" y="0"/>
                  <a:pt x="358172" y="81153"/>
                  <a:pt x="358172" y="179832"/>
                </a:cubicBezTo>
                <a:cubicBezTo>
                  <a:pt x="358172" y="278511"/>
                  <a:pt x="277355" y="359664"/>
                  <a:pt x="179086" y="359664"/>
                </a:cubicBezTo>
                <a:close/>
                <a:moveTo>
                  <a:pt x="283426" y="254984"/>
                </a:moveTo>
                <a:lnTo>
                  <a:pt x="74746" y="254984"/>
                </a:lnTo>
                <a:cubicBezTo>
                  <a:pt x="69813" y="254984"/>
                  <a:pt x="67252" y="252413"/>
                  <a:pt x="67252" y="247364"/>
                </a:cubicBezTo>
                <a:cubicBezTo>
                  <a:pt x="67252" y="243554"/>
                  <a:pt x="69718" y="239744"/>
                  <a:pt x="74746" y="239744"/>
                </a:cubicBezTo>
                <a:lnTo>
                  <a:pt x="283426" y="239744"/>
                </a:lnTo>
                <a:cubicBezTo>
                  <a:pt x="287125" y="239744"/>
                  <a:pt x="290920" y="243554"/>
                  <a:pt x="290920" y="247364"/>
                </a:cubicBezTo>
                <a:cubicBezTo>
                  <a:pt x="290920" y="252413"/>
                  <a:pt x="287220" y="254984"/>
                  <a:pt x="283426" y="25498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4" name="Graphic 159">
            <a:extLst>
              <a:ext uri="{FF2B5EF4-FFF2-40B4-BE49-F238E27FC236}">
                <a16:creationId xmlns:a16="http://schemas.microsoft.com/office/drawing/2014/main" id="{D71267EB-54C6-B335-C93B-7F5CF8C212A5}"/>
              </a:ext>
            </a:extLst>
          </p:cNvPr>
          <p:cNvSpPr/>
          <p:nvPr/>
        </p:nvSpPr>
        <p:spPr>
          <a:xfrm>
            <a:off x="6252392" y="3479116"/>
            <a:ext cx="474115" cy="476090"/>
          </a:xfrm>
          <a:custGeom>
            <a:avLst/>
            <a:gdLst>
              <a:gd name="connsiteX0" fmla="*/ 123121 w 358171"/>
              <a:gd name="connsiteY0" fmla="*/ 112966 h 359663"/>
              <a:gd name="connsiteX1" fmla="*/ 108229 w 358171"/>
              <a:gd name="connsiteY1" fmla="*/ 127921 h 359663"/>
              <a:gd name="connsiteX2" fmla="*/ 123121 w 358171"/>
              <a:gd name="connsiteY2" fmla="*/ 142875 h 359663"/>
              <a:gd name="connsiteX3" fmla="*/ 138014 w 358171"/>
              <a:gd name="connsiteY3" fmla="*/ 127921 h 359663"/>
              <a:gd name="connsiteX4" fmla="*/ 123121 w 358171"/>
              <a:gd name="connsiteY4" fmla="*/ 112966 h 359663"/>
              <a:gd name="connsiteX5" fmla="*/ 227367 w 358171"/>
              <a:gd name="connsiteY5" fmla="*/ 112966 h 359663"/>
              <a:gd name="connsiteX6" fmla="*/ 212475 w 358171"/>
              <a:gd name="connsiteY6" fmla="*/ 127921 h 359663"/>
              <a:gd name="connsiteX7" fmla="*/ 227367 w 358171"/>
              <a:gd name="connsiteY7" fmla="*/ 142875 h 359663"/>
              <a:gd name="connsiteX8" fmla="*/ 242259 w 358171"/>
              <a:gd name="connsiteY8" fmla="*/ 127921 h 359663"/>
              <a:gd name="connsiteX9" fmla="*/ 227367 w 358171"/>
              <a:gd name="connsiteY9" fmla="*/ 112966 h 359663"/>
              <a:gd name="connsiteX10" fmla="*/ 179086 w 358171"/>
              <a:gd name="connsiteY10" fmla="*/ 15050 h 359663"/>
              <a:gd name="connsiteX11" fmla="*/ 14987 w 358171"/>
              <a:gd name="connsiteY11" fmla="*/ 179832 h 359663"/>
              <a:gd name="connsiteX12" fmla="*/ 179086 w 358171"/>
              <a:gd name="connsiteY12" fmla="*/ 344614 h 359663"/>
              <a:gd name="connsiteX13" fmla="*/ 343185 w 358171"/>
              <a:gd name="connsiteY13" fmla="*/ 179832 h 359663"/>
              <a:gd name="connsiteX14" fmla="*/ 179086 w 358171"/>
              <a:gd name="connsiteY14" fmla="*/ 15050 h 359663"/>
              <a:gd name="connsiteX15" fmla="*/ 179086 w 358171"/>
              <a:gd name="connsiteY15" fmla="*/ 359664 h 359663"/>
              <a:gd name="connsiteX16" fmla="*/ 0 w 358171"/>
              <a:gd name="connsiteY16" fmla="*/ 179832 h 359663"/>
              <a:gd name="connsiteX17" fmla="*/ 179086 w 358171"/>
              <a:gd name="connsiteY17" fmla="*/ 0 h 359663"/>
              <a:gd name="connsiteX18" fmla="*/ 358172 w 358171"/>
              <a:gd name="connsiteY18" fmla="*/ 179832 h 359663"/>
              <a:gd name="connsiteX19" fmla="*/ 179086 w 358171"/>
              <a:gd name="connsiteY19" fmla="*/ 359664 h 359663"/>
              <a:gd name="connsiteX20" fmla="*/ 283426 w 358171"/>
              <a:gd name="connsiteY20" fmla="*/ 254984 h 359663"/>
              <a:gd name="connsiteX21" fmla="*/ 74746 w 358171"/>
              <a:gd name="connsiteY21" fmla="*/ 254984 h 359663"/>
              <a:gd name="connsiteX22" fmla="*/ 67252 w 358171"/>
              <a:gd name="connsiteY22" fmla="*/ 247364 h 359663"/>
              <a:gd name="connsiteX23" fmla="*/ 74746 w 358171"/>
              <a:gd name="connsiteY23" fmla="*/ 239744 h 359663"/>
              <a:gd name="connsiteX24" fmla="*/ 283426 w 358171"/>
              <a:gd name="connsiteY24" fmla="*/ 239744 h 359663"/>
              <a:gd name="connsiteX25" fmla="*/ 290920 w 358171"/>
              <a:gd name="connsiteY25" fmla="*/ 247364 h 359663"/>
              <a:gd name="connsiteX26" fmla="*/ 283426 w 358171"/>
              <a:gd name="connsiteY26" fmla="*/ 254984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58171" h="359663">
                <a:moveTo>
                  <a:pt x="123121" y="112966"/>
                </a:moveTo>
                <a:cubicBezTo>
                  <a:pt x="114395" y="112966"/>
                  <a:pt x="108229" y="120491"/>
                  <a:pt x="108229" y="127921"/>
                </a:cubicBezTo>
                <a:cubicBezTo>
                  <a:pt x="108229" y="136684"/>
                  <a:pt x="114490" y="142875"/>
                  <a:pt x="123121" y="142875"/>
                </a:cubicBezTo>
                <a:cubicBezTo>
                  <a:pt x="130615" y="142875"/>
                  <a:pt x="138014" y="136589"/>
                  <a:pt x="138014" y="127921"/>
                </a:cubicBezTo>
                <a:cubicBezTo>
                  <a:pt x="138014" y="120396"/>
                  <a:pt x="130520" y="112966"/>
                  <a:pt x="123121" y="112966"/>
                </a:cubicBezTo>
                <a:close/>
                <a:moveTo>
                  <a:pt x="227367" y="112966"/>
                </a:moveTo>
                <a:cubicBezTo>
                  <a:pt x="218640" y="112966"/>
                  <a:pt x="212475" y="120491"/>
                  <a:pt x="212475" y="127921"/>
                </a:cubicBezTo>
                <a:cubicBezTo>
                  <a:pt x="212475" y="136684"/>
                  <a:pt x="218735" y="142875"/>
                  <a:pt x="227367" y="142875"/>
                </a:cubicBezTo>
                <a:cubicBezTo>
                  <a:pt x="234860" y="142875"/>
                  <a:pt x="242259" y="136589"/>
                  <a:pt x="242259" y="127921"/>
                </a:cubicBezTo>
                <a:cubicBezTo>
                  <a:pt x="242259" y="120396"/>
                  <a:pt x="234766" y="112966"/>
                  <a:pt x="227367" y="112966"/>
                </a:cubicBezTo>
                <a:close/>
                <a:moveTo>
                  <a:pt x="179086" y="15050"/>
                </a:moveTo>
                <a:cubicBezTo>
                  <a:pt x="88310" y="15050"/>
                  <a:pt x="14987" y="89916"/>
                  <a:pt x="14987" y="179832"/>
                </a:cubicBezTo>
                <a:cubicBezTo>
                  <a:pt x="14987" y="269748"/>
                  <a:pt x="88310" y="344614"/>
                  <a:pt x="179086" y="344614"/>
                </a:cubicBezTo>
                <a:cubicBezTo>
                  <a:pt x="269862" y="344614"/>
                  <a:pt x="343185" y="270986"/>
                  <a:pt x="343185" y="179832"/>
                </a:cubicBezTo>
                <a:cubicBezTo>
                  <a:pt x="343185" y="88678"/>
                  <a:pt x="268629" y="15050"/>
                  <a:pt x="179086" y="15050"/>
                </a:cubicBezTo>
                <a:close/>
                <a:moveTo>
                  <a:pt x="179086" y="359664"/>
                </a:moveTo>
                <a:cubicBezTo>
                  <a:pt x="79583" y="359664"/>
                  <a:pt x="0" y="279749"/>
                  <a:pt x="0" y="179832"/>
                </a:cubicBezTo>
                <a:cubicBezTo>
                  <a:pt x="0" y="79915"/>
                  <a:pt x="79583" y="0"/>
                  <a:pt x="179086" y="0"/>
                </a:cubicBezTo>
                <a:cubicBezTo>
                  <a:pt x="278588" y="0"/>
                  <a:pt x="358172" y="81153"/>
                  <a:pt x="358172" y="179832"/>
                </a:cubicBezTo>
                <a:cubicBezTo>
                  <a:pt x="358172" y="278511"/>
                  <a:pt x="277355" y="359664"/>
                  <a:pt x="179086" y="359664"/>
                </a:cubicBezTo>
                <a:close/>
                <a:moveTo>
                  <a:pt x="283426" y="254984"/>
                </a:moveTo>
                <a:lnTo>
                  <a:pt x="74746" y="254984"/>
                </a:lnTo>
                <a:cubicBezTo>
                  <a:pt x="69813" y="254984"/>
                  <a:pt x="67252" y="252413"/>
                  <a:pt x="67252" y="247364"/>
                </a:cubicBezTo>
                <a:cubicBezTo>
                  <a:pt x="67252" y="243554"/>
                  <a:pt x="69718" y="239744"/>
                  <a:pt x="74746" y="239744"/>
                </a:cubicBezTo>
                <a:lnTo>
                  <a:pt x="283426" y="239744"/>
                </a:lnTo>
                <a:cubicBezTo>
                  <a:pt x="287125" y="239744"/>
                  <a:pt x="290920" y="243554"/>
                  <a:pt x="290920" y="247364"/>
                </a:cubicBezTo>
                <a:cubicBezTo>
                  <a:pt x="290920" y="252413"/>
                  <a:pt x="287220" y="254984"/>
                  <a:pt x="283426" y="25498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9" name="Graphic 167">
            <a:extLst>
              <a:ext uri="{FF2B5EF4-FFF2-40B4-BE49-F238E27FC236}">
                <a16:creationId xmlns:a16="http://schemas.microsoft.com/office/drawing/2014/main" id="{5D2D9652-7597-98D0-802A-C57D629A1909}"/>
              </a:ext>
            </a:extLst>
          </p:cNvPr>
          <p:cNvSpPr/>
          <p:nvPr/>
        </p:nvSpPr>
        <p:spPr>
          <a:xfrm>
            <a:off x="7129096" y="2834054"/>
            <a:ext cx="480695" cy="481677"/>
          </a:xfrm>
          <a:custGeom>
            <a:avLst/>
            <a:gdLst>
              <a:gd name="connsiteX0" fmla="*/ 82619 w 358930"/>
              <a:gd name="connsiteY0" fmla="*/ 278606 h 359663"/>
              <a:gd name="connsiteX1" fmla="*/ 78919 w 358930"/>
              <a:gd name="connsiteY1" fmla="*/ 277368 h 359663"/>
              <a:gd name="connsiteX2" fmla="*/ 76453 w 358930"/>
              <a:gd name="connsiteY2" fmla="*/ 267462 h 359663"/>
              <a:gd name="connsiteX3" fmla="*/ 179655 w 358930"/>
              <a:gd name="connsiteY3" fmla="*/ 207740 h 359663"/>
              <a:gd name="connsiteX4" fmla="*/ 284090 w 358930"/>
              <a:gd name="connsiteY4" fmla="*/ 267462 h 359663"/>
              <a:gd name="connsiteX5" fmla="*/ 281624 w 358930"/>
              <a:gd name="connsiteY5" fmla="*/ 277368 h 359663"/>
              <a:gd name="connsiteX6" fmla="*/ 270431 w 358930"/>
              <a:gd name="connsiteY6" fmla="*/ 273653 h 359663"/>
              <a:gd name="connsiteX7" fmla="*/ 179655 w 358930"/>
              <a:gd name="connsiteY7" fmla="*/ 222695 h 359663"/>
              <a:gd name="connsiteX8" fmla="*/ 88879 w 358930"/>
              <a:gd name="connsiteY8" fmla="*/ 274891 h 359663"/>
              <a:gd name="connsiteX9" fmla="*/ 82619 w 358930"/>
              <a:gd name="connsiteY9" fmla="*/ 278606 h 359663"/>
              <a:gd name="connsiteX10" fmla="*/ 108798 w 358930"/>
              <a:gd name="connsiteY10" fmla="*/ 112966 h 359663"/>
              <a:gd name="connsiteX11" fmla="*/ 93906 w 358930"/>
              <a:gd name="connsiteY11" fmla="*/ 127921 h 359663"/>
              <a:gd name="connsiteX12" fmla="*/ 108798 w 358930"/>
              <a:gd name="connsiteY12" fmla="*/ 142875 h 359663"/>
              <a:gd name="connsiteX13" fmla="*/ 123691 w 358930"/>
              <a:gd name="connsiteY13" fmla="*/ 127921 h 359663"/>
              <a:gd name="connsiteX14" fmla="*/ 108798 w 358930"/>
              <a:gd name="connsiteY14" fmla="*/ 112966 h 359663"/>
              <a:gd name="connsiteX15" fmla="*/ 242449 w 358930"/>
              <a:gd name="connsiteY15" fmla="*/ 112966 h 359663"/>
              <a:gd name="connsiteX16" fmla="*/ 227557 w 358930"/>
              <a:gd name="connsiteY16" fmla="*/ 127921 h 359663"/>
              <a:gd name="connsiteX17" fmla="*/ 242449 w 358930"/>
              <a:gd name="connsiteY17" fmla="*/ 142875 h 359663"/>
              <a:gd name="connsiteX18" fmla="*/ 257341 w 358930"/>
              <a:gd name="connsiteY18" fmla="*/ 127921 h 359663"/>
              <a:gd name="connsiteX19" fmla="*/ 242449 w 358930"/>
              <a:gd name="connsiteY19" fmla="*/ 112966 h 359663"/>
              <a:gd name="connsiteX20" fmla="*/ 179465 w 358930"/>
              <a:gd name="connsiteY20" fmla="*/ 15050 h 359663"/>
              <a:gd name="connsiteX21" fmla="*/ 14987 w 358930"/>
              <a:gd name="connsiteY21" fmla="*/ 179832 h 359663"/>
              <a:gd name="connsiteX22" fmla="*/ 179465 w 358930"/>
              <a:gd name="connsiteY22" fmla="*/ 344614 h 359663"/>
              <a:gd name="connsiteX23" fmla="*/ 343943 w 358930"/>
              <a:gd name="connsiteY23" fmla="*/ 179832 h 359663"/>
              <a:gd name="connsiteX24" fmla="*/ 179465 w 358930"/>
              <a:gd name="connsiteY24" fmla="*/ 15050 h 359663"/>
              <a:gd name="connsiteX25" fmla="*/ 358931 w 358930"/>
              <a:gd name="connsiteY25" fmla="*/ 179832 h 359663"/>
              <a:gd name="connsiteX26" fmla="*/ 179465 w 358930"/>
              <a:gd name="connsiteY26" fmla="*/ 0 h 359663"/>
              <a:gd name="connsiteX27" fmla="*/ 0 w 358930"/>
              <a:gd name="connsiteY27" fmla="*/ 179832 h 359663"/>
              <a:gd name="connsiteX28" fmla="*/ 179465 w 358930"/>
              <a:gd name="connsiteY28" fmla="*/ 359664 h 359663"/>
              <a:gd name="connsiteX29" fmla="*/ 358931 w 358930"/>
              <a:gd name="connsiteY29" fmla="*/ 179832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930" h="359663">
                <a:moveTo>
                  <a:pt x="82619" y="278606"/>
                </a:moveTo>
                <a:cubicBezTo>
                  <a:pt x="81385" y="278606"/>
                  <a:pt x="80152" y="278606"/>
                  <a:pt x="78919" y="277368"/>
                </a:cubicBezTo>
                <a:cubicBezTo>
                  <a:pt x="75220" y="274891"/>
                  <a:pt x="73987" y="271177"/>
                  <a:pt x="76453" y="267462"/>
                </a:cubicBezTo>
                <a:cubicBezTo>
                  <a:pt x="97606" y="230124"/>
                  <a:pt x="136117" y="207740"/>
                  <a:pt x="179655" y="207740"/>
                </a:cubicBezTo>
                <a:cubicBezTo>
                  <a:pt x="223193" y="207740"/>
                  <a:pt x="264265" y="230124"/>
                  <a:pt x="284090" y="267462"/>
                </a:cubicBezTo>
                <a:cubicBezTo>
                  <a:pt x="286556" y="271177"/>
                  <a:pt x="284090" y="274891"/>
                  <a:pt x="281624" y="277368"/>
                </a:cubicBezTo>
                <a:cubicBezTo>
                  <a:pt x="277924" y="278606"/>
                  <a:pt x="272897" y="277368"/>
                  <a:pt x="270431" y="273653"/>
                </a:cubicBezTo>
                <a:cubicBezTo>
                  <a:pt x="252978" y="241268"/>
                  <a:pt x="219399" y="222695"/>
                  <a:pt x="179655" y="222695"/>
                </a:cubicBezTo>
                <a:cubicBezTo>
                  <a:pt x="139911" y="222695"/>
                  <a:pt x="107565" y="242602"/>
                  <a:pt x="88879" y="274891"/>
                </a:cubicBezTo>
                <a:cubicBezTo>
                  <a:pt x="87646" y="277368"/>
                  <a:pt x="85180" y="278606"/>
                  <a:pt x="82619" y="278606"/>
                </a:cubicBezTo>
                <a:close/>
                <a:moveTo>
                  <a:pt x="108798" y="112966"/>
                </a:moveTo>
                <a:cubicBezTo>
                  <a:pt x="100072" y="112966"/>
                  <a:pt x="93906" y="120491"/>
                  <a:pt x="93906" y="127921"/>
                </a:cubicBezTo>
                <a:cubicBezTo>
                  <a:pt x="93906" y="136684"/>
                  <a:pt x="100167" y="142875"/>
                  <a:pt x="108798" y="142875"/>
                </a:cubicBezTo>
                <a:cubicBezTo>
                  <a:pt x="117430" y="142875"/>
                  <a:pt x="123691" y="136589"/>
                  <a:pt x="123691" y="127921"/>
                </a:cubicBezTo>
                <a:cubicBezTo>
                  <a:pt x="123691" y="120396"/>
                  <a:pt x="117430" y="112966"/>
                  <a:pt x="108798" y="112966"/>
                </a:cubicBezTo>
                <a:close/>
                <a:moveTo>
                  <a:pt x="242449" y="112966"/>
                </a:moveTo>
                <a:cubicBezTo>
                  <a:pt x="233722" y="112966"/>
                  <a:pt x="227557" y="120491"/>
                  <a:pt x="227557" y="127921"/>
                </a:cubicBezTo>
                <a:cubicBezTo>
                  <a:pt x="227557" y="136684"/>
                  <a:pt x="233817" y="142875"/>
                  <a:pt x="242449" y="142875"/>
                </a:cubicBezTo>
                <a:cubicBezTo>
                  <a:pt x="251081" y="142875"/>
                  <a:pt x="257341" y="136589"/>
                  <a:pt x="257341" y="127921"/>
                </a:cubicBezTo>
                <a:cubicBezTo>
                  <a:pt x="257341" y="120396"/>
                  <a:pt x="251081" y="112966"/>
                  <a:pt x="242449" y="112966"/>
                </a:cubicBezTo>
                <a:close/>
                <a:moveTo>
                  <a:pt x="179465" y="15050"/>
                </a:moveTo>
                <a:cubicBezTo>
                  <a:pt x="88500" y="15050"/>
                  <a:pt x="14987" y="89916"/>
                  <a:pt x="14987" y="179832"/>
                </a:cubicBezTo>
                <a:cubicBezTo>
                  <a:pt x="14987" y="269748"/>
                  <a:pt x="88500" y="344614"/>
                  <a:pt x="179465" y="344614"/>
                </a:cubicBezTo>
                <a:cubicBezTo>
                  <a:pt x="270431" y="344614"/>
                  <a:pt x="343943" y="270986"/>
                  <a:pt x="343943" y="179832"/>
                </a:cubicBezTo>
                <a:cubicBezTo>
                  <a:pt x="343943" y="88678"/>
                  <a:pt x="270431" y="15050"/>
                  <a:pt x="179465" y="15050"/>
                </a:cubicBezTo>
                <a:close/>
                <a:moveTo>
                  <a:pt x="358931" y="179832"/>
                </a:moveTo>
                <a:cubicBezTo>
                  <a:pt x="358931" y="81248"/>
                  <a:pt x="277924" y="0"/>
                  <a:pt x="179465" y="0"/>
                </a:cubicBezTo>
                <a:cubicBezTo>
                  <a:pt x="81006" y="0"/>
                  <a:pt x="0" y="81153"/>
                  <a:pt x="0" y="179832"/>
                </a:cubicBezTo>
                <a:cubicBezTo>
                  <a:pt x="0" y="278511"/>
                  <a:pt x="81006" y="359664"/>
                  <a:pt x="179465" y="359664"/>
                </a:cubicBezTo>
                <a:cubicBezTo>
                  <a:pt x="277924" y="359664"/>
                  <a:pt x="358931" y="279749"/>
                  <a:pt x="358931" y="17983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0" name="Graphic 167">
            <a:extLst>
              <a:ext uri="{FF2B5EF4-FFF2-40B4-BE49-F238E27FC236}">
                <a16:creationId xmlns:a16="http://schemas.microsoft.com/office/drawing/2014/main" id="{5FE04A9F-72FE-424D-AEEF-39B73A416914}"/>
              </a:ext>
            </a:extLst>
          </p:cNvPr>
          <p:cNvSpPr/>
          <p:nvPr/>
        </p:nvSpPr>
        <p:spPr>
          <a:xfrm>
            <a:off x="7903796" y="2834054"/>
            <a:ext cx="480695" cy="481677"/>
          </a:xfrm>
          <a:custGeom>
            <a:avLst/>
            <a:gdLst>
              <a:gd name="connsiteX0" fmla="*/ 82619 w 358930"/>
              <a:gd name="connsiteY0" fmla="*/ 278606 h 359663"/>
              <a:gd name="connsiteX1" fmla="*/ 78919 w 358930"/>
              <a:gd name="connsiteY1" fmla="*/ 277368 h 359663"/>
              <a:gd name="connsiteX2" fmla="*/ 76453 w 358930"/>
              <a:gd name="connsiteY2" fmla="*/ 267462 h 359663"/>
              <a:gd name="connsiteX3" fmla="*/ 179655 w 358930"/>
              <a:gd name="connsiteY3" fmla="*/ 207740 h 359663"/>
              <a:gd name="connsiteX4" fmla="*/ 284090 w 358930"/>
              <a:gd name="connsiteY4" fmla="*/ 267462 h 359663"/>
              <a:gd name="connsiteX5" fmla="*/ 281624 w 358930"/>
              <a:gd name="connsiteY5" fmla="*/ 277368 h 359663"/>
              <a:gd name="connsiteX6" fmla="*/ 270431 w 358930"/>
              <a:gd name="connsiteY6" fmla="*/ 273653 h 359663"/>
              <a:gd name="connsiteX7" fmla="*/ 179655 w 358930"/>
              <a:gd name="connsiteY7" fmla="*/ 222695 h 359663"/>
              <a:gd name="connsiteX8" fmla="*/ 88879 w 358930"/>
              <a:gd name="connsiteY8" fmla="*/ 274891 h 359663"/>
              <a:gd name="connsiteX9" fmla="*/ 82619 w 358930"/>
              <a:gd name="connsiteY9" fmla="*/ 278606 h 359663"/>
              <a:gd name="connsiteX10" fmla="*/ 108798 w 358930"/>
              <a:gd name="connsiteY10" fmla="*/ 112966 h 359663"/>
              <a:gd name="connsiteX11" fmla="*/ 93906 w 358930"/>
              <a:gd name="connsiteY11" fmla="*/ 127921 h 359663"/>
              <a:gd name="connsiteX12" fmla="*/ 108798 w 358930"/>
              <a:gd name="connsiteY12" fmla="*/ 142875 h 359663"/>
              <a:gd name="connsiteX13" fmla="*/ 123691 w 358930"/>
              <a:gd name="connsiteY13" fmla="*/ 127921 h 359663"/>
              <a:gd name="connsiteX14" fmla="*/ 108798 w 358930"/>
              <a:gd name="connsiteY14" fmla="*/ 112966 h 359663"/>
              <a:gd name="connsiteX15" fmla="*/ 242449 w 358930"/>
              <a:gd name="connsiteY15" fmla="*/ 112966 h 359663"/>
              <a:gd name="connsiteX16" fmla="*/ 227557 w 358930"/>
              <a:gd name="connsiteY16" fmla="*/ 127921 h 359663"/>
              <a:gd name="connsiteX17" fmla="*/ 242449 w 358930"/>
              <a:gd name="connsiteY17" fmla="*/ 142875 h 359663"/>
              <a:gd name="connsiteX18" fmla="*/ 257341 w 358930"/>
              <a:gd name="connsiteY18" fmla="*/ 127921 h 359663"/>
              <a:gd name="connsiteX19" fmla="*/ 242449 w 358930"/>
              <a:gd name="connsiteY19" fmla="*/ 112966 h 359663"/>
              <a:gd name="connsiteX20" fmla="*/ 179465 w 358930"/>
              <a:gd name="connsiteY20" fmla="*/ 15050 h 359663"/>
              <a:gd name="connsiteX21" fmla="*/ 14987 w 358930"/>
              <a:gd name="connsiteY21" fmla="*/ 179832 h 359663"/>
              <a:gd name="connsiteX22" fmla="*/ 179465 w 358930"/>
              <a:gd name="connsiteY22" fmla="*/ 344614 h 359663"/>
              <a:gd name="connsiteX23" fmla="*/ 343943 w 358930"/>
              <a:gd name="connsiteY23" fmla="*/ 179832 h 359663"/>
              <a:gd name="connsiteX24" fmla="*/ 179465 w 358930"/>
              <a:gd name="connsiteY24" fmla="*/ 15050 h 359663"/>
              <a:gd name="connsiteX25" fmla="*/ 358931 w 358930"/>
              <a:gd name="connsiteY25" fmla="*/ 179832 h 359663"/>
              <a:gd name="connsiteX26" fmla="*/ 179465 w 358930"/>
              <a:gd name="connsiteY26" fmla="*/ 0 h 359663"/>
              <a:gd name="connsiteX27" fmla="*/ 0 w 358930"/>
              <a:gd name="connsiteY27" fmla="*/ 179832 h 359663"/>
              <a:gd name="connsiteX28" fmla="*/ 179465 w 358930"/>
              <a:gd name="connsiteY28" fmla="*/ 359664 h 359663"/>
              <a:gd name="connsiteX29" fmla="*/ 358931 w 358930"/>
              <a:gd name="connsiteY29" fmla="*/ 179832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930" h="359663">
                <a:moveTo>
                  <a:pt x="82619" y="278606"/>
                </a:moveTo>
                <a:cubicBezTo>
                  <a:pt x="81385" y="278606"/>
                  <a:pt x="80152" y="278606"/>
                  <a:pt x="78919" y="277368"/>
                </a:cubicBezTo>
                <a:cubicBezTo>
                  <a:pt x="75220" y="274891"/>
                  <a:pt x="73987" y="271177"/>
                  <a:pt x="76453" y="267462"/>
                </a:cubicBezTo>
                <a:cubicBezTo>
                  <a:pt x="97606" y="230124"/>
                  <a:pt x="136117" y="207740"/>
                  <a:pt x="179655" y="207740"/>
                </a:cubicBezTo>
                <a:cubicBezTo>
                  <a:pt x="223193" y="207740"/>
                  <a:pt x="264265" y="230124"/>
                  <a:pt x="284090" y="267462"/>
                </a:cubicBezTo>
                <a:cubicBezTo>
                  <a:pt x="286556" y="271177"/>
                  <a:pt x="284090" y="274891"/>
                  <a:pt x="281624" y="277368"/>
                </a:cubicBezTo>
                <a:cubicBezTo>
                  <a:pt x="277924" y="278606"/>
                  <a:pt x="272897" y="277368"/>
                  <a:pt x="270431" y="273653"/>
                </a:cubicBezTo>
                <a:cubicBezTo>
                  <a:pt x="252978" y="241268"/>
                  <a:pt x="219399" y="222695"/>
                  <a:pt x="179655" y="222695"/>
                </a:cubicBezTo>
                <a:cubicBezTo>
                  <a:pt x="139911" y="222695"/>
                  <a:pt x="107565" y="242602"/>
                  <a:pt x="88879" y="274891"/>
                </a:cubicBezTo>
                <a:cubicBezTo>
                  <a:pt x="87646" y="277368"/>
                  <a:pt x="85180" y="278606"/>
                  <a:pt x="82619" y="278606"/>
                </a:cubicBezTo>
                <a:close/>
                <a:moveTo>
                  <a:pt x="108798" y="112966"/>
                </a:moveTo>
                <a:cubicBezTo>
                  <a:pt x="100072" y="112966"/>
                  <a:pt x="93906" y="120491"/>
                  <a:pt x="93906" y="127921"/>
                </a:cubicBezTo>
                <a:cubicBezTo>
                  <a:pt x="93906" y="136684"/>
                  <a:pt x="100167" y="142875"/>
                  <a:pt x="108798" y="142875"/>
                </a:cubicBezTo>
                <a:cubicBezTo>
                  <a:pt x="117430" y="142875"/>
                  <a:pt x="123691" y="136589"/>
                  <a:pt x="123691" y="127921"/>
                </a:cubicBezTo>
                <a:cubicBezTo>
                  <a:pt x="123691" y="120396"/>
                  <a:pt x="117430" y="112966"/>
                  <a:pt x="108798" y="112966"/>
                </a:cubicBezTo>
                <a:close/>
                <a:moveTo>
                  <a:pt x="242449" y="112966"/>
                </a:moveTo>
                <a:cubicBezTo>
                  <a:pt x="233722" y="112966"/>
                  <a:pt x="227557" y="120491"/>
                  <a:pt x="227557" y="127921"/>
                </a:cubicBezTo>
                <a:cubicBezTo>
                  <a:pt x="227557" y="136684"/>
                  <a:pt x="233817" y="142875"/>
                  <a:pt x="242449" y="142875"/>
                </a:cubicBezTo>
                <a:cubicBezTo>
                  <a:pt x="251081" y="142875"/>
                  <a:pt x="257341" y="136589"/>
                  <a:pt x="257341" y="127921"/>
                </a:cubicBezTo>
                <a:cubicBezTo>
                  <a:pt x="257341" y="120396"/>
                  <a:pt x="251081" y="112966"/>
                  <a:pt x="242449" y="112966"/>
                </a:cubicBezTo>
                <a:close/>
                <a:moveTo>
                  <a:pt x="179465" y="15050"/>
                </a:moveTo>
                <a:cubicBezTo>
                  <a:pt x="88500" y="15050"/>
                  <a:pt x="14987" y="89916"/>
                  <a:pt x="14987" y="179832"/>
                </a:cubicBezTo>
                <a:cubicBezTo>
                  <a:pt x="14987" y="269748"/>
                  <a:pt x="88500" y="344614"/>
                  <a:pt x="179465" y="344614"/>
                </a:cubicBezTo>
                <a:cubicBezTo>
                  <a:pt x="270431" y="344614"/>
                  <a:pt x="343943" y="270986"/>
                  <a:pt x="343943" y="179832"/>
                </a:cubicBezTo>
                <a:cubicBezTo>
                  <a:pt x="343943" y="88678"/>
                  <a:pt x="270431" y="15050"/>
                  <a:pt x="179465" y="15050"/>
                </a:cubicBezTo>
                <a:close/>
                <a:moveTo>
                  <a:pt x="358931" y="179832"/>
                </a:moveTo>
                <a:cubicBezTo>
                  <a:pt x="358931" y="81248"/>
                  <a:pt x="277924" y="0"/>
                  <a:pt x="179465" y="0"/>
                </a:cubicBezTo>
                <a:cubicBezTo>
                  <a:pt x="81006" y="0"/>
                  <a:pt x="0" y="81153"/>
                  <a:pt x="0" y="179832"/>
                </a:cubicBezTo>
                <a:cubicBezTo>
                  <a:pt x="0" y="278511"/>
                  <a:pt x="81006" y="359664"/>
                  <a:pt x="179465" y="359664"/>
                </a:cubicBezTo>
                <a:cubicBezTo>
                  <a:pt x="277924" y="359664"/>
                  <a:pt x="358931" y="279749"/>
                  <a:pt x="358931" y="17983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1" name="object 68">
            <a:extLst>
              <a:ext uri="{FF2B5EF4-FFF2-40B4-BE49-F238E27FC236}">
                <a16:creationId xmlns:a16="http://schemas.microsoft.com/office/drawing/2014/main" id="{C3954BB5-3668-3080-5E6E-486120704A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129096" y="3479120"/>
            <a:ext cx="480695" cy="479425"/>
          </a:xfrm>
          <a:custGeom>
            <a:avLst/>
            <a:gdLst/>
            <a:ahLst/>
            <a:cxnLst/>
            <a:rect l="l" t="t" r="r" b="b"/>
            <a:pathLst>
              <a:path w="480695" h="479425">
                <a:moveTo>
                  <a:pt x="240284" y="0"/>
                </a:moveTo>
                <a:lnTo>
                  <a:pt x="192110" y="4906"/>
                </a:lnTo>
                <a:lnTo>
                  <a:pt x="147125" y="18961"/>
                </a:lnTo>
                <a:lnTo>
                  <a:pt x="106325" y="41171"/>
                </a:lnTo>
                <a:lnTo>
                  <a:pt x="70707" y="70540"/>
                </a:lnTo>
                <a:lnTo>
                  <a:pt x="41268" y="106074"/>
                </a:lnTo>
                <a:lnTo>
                  <a:pt x="19006" y="146777"/>
                </a:lnTo>
                <a:lnTo>
                  <a:pt x="4917" y="191655"/>
                </a:lnTo>
                <a:lnTo>
                  <a:pt x="0" y="239712"/>
                </a:lnTo>
                <a:lnTo>
                  <a:pt x="4917" y="288247"/>
                </a:lnTo>
                <a:lnTo>
                  <a:pt x="19006" y="333349"/>
                </a:lnTo>
                <a:lnTo>
                  <a:pt x="41268" y="374081"/>
                </a:lnTo>
                <a:lnTo>
                  <a:pt x="70707" y="409508"/>
                </a:lnTo>
                <a:lnTo>
                  <a:pt x="106325" y="438692"/>
                </a:lnTo>
                <a:lnTo>
                  <a:pt x="147125" y="460697"/>
                </a:lnTo>
                <a:lnTo>
                  <a:pt x="192110" y="474586"/>
                </a:lnTo>
                <a:lnTo>
                  <a:pt x="240284" y="479425"/>
                </a:lnTo>
                <a:lnTo>
                  <a:pt x="288452" y="474586"/>
                </a:lnTo>
                <a:lnTo>
                  <a:pt x="333435" y="460697"/>
                </a:lnTo>
                <a:lnTo>
                  <a:pt x="335751" y="459447"/>
                </a:lnTo>
                <a:lnTo>
                  <a:pt x="240284" y="459447"/>
                </a:lnTo>
                <a:lnTo>
                  <a:pt x="195848" y="454990"/>
                </a:lnTo>
                <a:lnTo>
                  <a:pt x="154482" y="442203"/>
                </a:lnTo>
                <a:lnTo>
                  <a:pt x="117065" y="421965"/>
                </a:lnTo>
                <a:lnTo>
                  <a:pt x="84478" y="395152"/>
                </a:lnTo>
                <a:lnTo>
                  <a:pt x="57601" y="362643"/>
                </a:lnTo>
                <a:lnTo>
                  <a:pt x="37313" y="325315"/>
                </a:lnTo>
                <a:lnTo>
                  <a:pt x="24496" y="284045"/>
                </a:lnTo>
                <a:lnTo>
                  <a:pt x="20027" y="239712"/>
                </a:lnTo>
                <a:lnTo>
                  <a:pt x="24496" y="195857"/>
                </a:lnTo>
                <a:lnTo>
                  <a:pt x="37313" y="154811"/>
                </a:lnTo>
                <a:lnTo>
                  <a:pt x="57601" y="117512"/>
                </a:lnTo>
                <a:lnTo>
                  <a:pt x="84478" y="84896"/>
                </a:lnTo>
                <a:lnTo>
                  <a:pt x="117065" y="57898"/>
                </a:lnTo>
                <a:lnTo>
                  <a:pt x="154482" y="37455"/>
                </a:lnTo>
                <a:lnTo>
                  <a:pt x="195848" y="24502"/>
                </a:lnTo>
                <a:lnTo>
                  <a:pt x="240284" y="19977"/>
                </a:lnTo>
                <a:lnTo>
                  <a:pt x="335300" y="19977"/>
                </a:lnTo>
                <a:lnTo>
                  <a:pt x="333435" y="18961"/>
                </a:lnTo>
                <a:lnTo>
                  <a:pt x="288452" y="4906"/>
                </a:lnTo>
                <a:lnTo>
                  <a:pt x="240284" y="0"/>
                </a:lnTo>
                <a:close/>
              </a:path>
              <a:path w="480695" h="479425">
                <a:moveTo>
                  <a:pt x="335300" y="19977"/>
                </a:moveTo>
                <a:lnTo>
                  <a:pt x="240284" y="19977"/>
                </a:lnTo>
                <a:lnTo>
                  <a:pt x="284719" y="24502"/>
                </a:lnTo>
                <a:lnTo>
                  <a:pt x="326083" y="37455"/>
                </a:lnTo>
                <a:lnTo>
                  <a:pt x="363498" y="57898"/>
                </a:lnTo>
                <a:lnTo>
                  <a:pt x="396082" y="84896"/>
                </a:lnTo>
                <a:lnTo>
                  <a:pt x="422957" y="117512"/>
                </a:lnTo>
                <a:lnTo>
                  <a:pt x="443243" y="154811"/>
                </a:lnTo>
                <a:lnTo>
                  <a:pt x="456059" y="195857"/>
                </a:lnTo>
                <a:lnTo>
                  <a:pt x="460527" y="239712"/>
                </a:lnTo>
                <a:lnTo>
                  <a:pt x="456059" y="284045"/>
                </a:lnTo>
                <a:lnTo>
                  <a:pt x="443243" y="325315"/>
                </a:lnTo>
                <a:lnTo>
                  <a:pt x="422957" y="362643"/>
                </a:lnTo>
                <a:lnTo>
                  <a:pt x="396082" y="395152"/>
                </a:lnTo>
                <a:lnTo>
                  <a:pt x="363498" y="421965"/>
                </a:lnTo>
                <a:lnTo>
                  <a:pt x="326083" y="442203"/>
                </a:lnTo>
                <a:lnTo>
                  <a:pt x="284719" y="454990"/>
                </a:lnTo>
                <a:lnTo>
                  <a:pt x="240284" y="459447"/>
                </a:lnTo>
                <a:lnTo>
                  <a:pt x="335751" y="459447"/>
                </a:lnTo>
                <a:lnTo>
                  <a:pt x="374233" y="438692"/>
                </a:lnTo>
                <a:lnTo>
                  <a:pt x="409849" y="409508"/>
                </a:lnTo>
                <a:lnTo>
                  <a:pt x="439287" y="374081"/>
                </a:lnTo>
                <a:lnTo>
                  <a:pt x="461549" y="333349"/>
                </a:lnTo>
                <a:lnTo>
                  <a:pt x="475637" y="288247"/>
                </a:lnTo>
                <a:lnTo>
                  <a:pt x="480555" y="239712"/>
                </a:lnTo>
                <a:lnTo>
                  <a:pt x="475637" y="191655"/>
                </a:lnTo>
                <a:lnTo>
                  <a:pt x="461549" y="146777"/>
                </a:lnTo>
                <a:lnTo>
                  <a:pt x="439287" y="106074"/>
                </a:lnTo>
                <a:lnTo>
                  <a:pt x="409849" y="70540"/>
                </a:lnTo>
                <a:lnTo>
                  <a:pt x="374233" y="41171"/>
                </a:lnTo>
                <a:lnTo>
                  <a:pt x="335300" y="19977"/>
                </a:lnTo>
                <a:close/>
              </a:path>
              <a:path w="480695" h="479425">
                <a:moveTo>
                  <a:pt x="240576" y="276847"/>
                </a:moveTo>
                <a:lnTo>
                  <a:pt x="198375" y="282290"/>
                </a:lnTo>
                <a:lnTo>
                  <a:pt x="160235" y="297995"/>
                </a:lnTo>
                <a:lnTo>
                  <a:pt x="127715" y="323031"/>
                </a:lnTo>
                <a:lnTo>
                  <a:pt x="102374" y="356463"/>
                </a:lnTo>
                <a:lnTo>
                  <a:pt x="99047" y="361429"/>
                </a:lnTo>
                <a:lnTo>
                  <a:pt x="100711" y="366407"/>
                </a:lnTo>
                <a:lnTo>
                  <a:pt x="105702" y="369722"/>
                </a:lnTo>
                <a:lnTo>
                  <a:pt x="107365" y="371386"/>
                </a:lnTo>
                <a:lnTo>
                  <a:pt x="114033" y="371386"/>
                </a:lnTo>
                <a:lnTo>
                  <a:pt x="117360" y="369722"/>
                </a:lnTo>
                <a:lnTo>
                  <a:pt x="119024" y="366407"/>
                </a:lnTo>
                <a:lnTo>
                  <a:pt x="141290" y="337333"/>
                </a:lnTo>
                <a:lnTo>
                  <a:pt x="169803" y="315409"/>
                </a:lnTo>
                <a:lnTo>
                  <a:pt x="203315" y="301569"/>
                </a:lnTo>
                <a:lnTo>
                  <a:pt x="240576" y="296748"/>
                </a:lnTo>
                <a:lnTo>
                  <a:pt x="319895" y="296748"/>
                </a:lnTo>
                <a:lnTo>
                  <a:pt x="283972" y="282290"/>
                </a:lnTo>
                <a:lnTo>
                  <a:pt x="240576" y="276847"/>
                </a:lnTo>
                <a:close/>
              </a:path>
              <a:path w="480695" h="479425">
                <a:moveTo>
                  <a:pt x="319895" y="296748"/>
                </a:moveTo>
                <a:lnTo>
                  <a:pt x="240576" y="296748"/>
                </a:lnTo>
                <a:lnTo>
                  <a:pt x="278765" y="301309"/>
                </a:lnTo>
                <a:lnTo>
                  <a:pt x="312586" y="314579"/>
                </a:lnTo>
                <a:lnTo>
                  <a:pt x="340790" y="335935"/>
                </a:lnTo>
                <a:lnTo>
                  <a:pt x="362127" y="364756"/>
                </a:lnTo>
                <a:lnTo>
                  <a:pt x="365455" y="369722"/>
                </a:lnTo>
                <a:lnTo>
                  <a:pt x="372110" y="371386"/>
                </a:lnTo>
                <a:lnTo>
                  <a:pt x="377113" y="369722"/>
                </a:lnTo>
                <a:lnTo>
                  <a:pt x="380441" y="366407"/>
                </a:lnTo>
                <a:lnTo>
                  <a:pt x="383768" y="361429"/>
                </a:lnTo>
                <a:lnTo>
                  <a:pt x="380441" y="356463"/>
                </a:lnTo>
                <a:lnTo>
                  <a:pt x="355776" y="323031"/>
                </a:lnTo>
                <a:lnTo>
                  <a:pt x="322995" y="297995"/>
                </a:lnTo>
                <a:lnTo>
                  <a:pt x="319895" y="296748"/>
                </a:lnTo>
                <a:close/>
              </a:path>
              <a:path w="480695" h="479425">
                <a:moveTo>
                  <a:pt x="145745" y="150520"/>
                </a:moveTo>
                <a:lnTo>
                  <a:pt x="137710" y="152238"/>
                </a:lnTo>
                <a:lnTo>
                  <a:pt x="131389" y="156765"/>
                </a:lnTo>
                <a:lnTo>
                  <a:pt x="127251" y="163164"/>
                </a:lnTo>
                <a:lnTo>
                  <a:pt x="125768" y="170497"/>
                </a:lnTo>
                <a:lnTo>
                  <a:pt x="127251" y="178537"/>
                </a:lnTo>
                <a:lnTo>
                  <a:pt x="131389" y="184858"/>
                </a:lnTo>
                <a:lnTo>
                  <a:pt x="137710" y="188992"/>
                </a:lnTo>
                <a:lnTo>
                  <a:pt x="145745" y="190474"/>
                </a:lnTo>
                <a:lnTo>
                  <a:pt x="153785" y="188992"/>
                </a:lnTo>
                <a:lnTo>
                  <a:pt x="160105" y="184858"/>
                </a:lnTo>
                <a:lnTo>
                  <a:pt x="164240" y="178537"/>
                </a:lnTo>
                <a:lnTo>
                  <a:pt x="165722" y="170497"/>
                </a:lnTo>
                <a:lnTo>
                  <a:pt x="164240" y="163164"/>
                </a:lnTo>
                <a:lnTo>
                  <a:pt x="160105" y="156765"/>
                </a:lnTo>
                <a:lnTo>
                  <a:pt x="153785" y="152238"/>
                </a:lnTo>
                <a:lnTo>
                  <a:pt x="145745" y="150520"/>
                </a:lnTo>
                <a:close/>
              </a:path>
              <a:path w="480695" h="479425">
                <a:moveTo>
                  <a:pt x="324688" y="150520"/>
                </a:moveTo>
                <a:lnTo>
                  <a:pt x="316648" y="152238"/>
                </a:lnTo>
                <a:lnTo>
                  <a:pt x="310327" y="156765"/>
                </a:lnTo>
                <a:lnTo>
                  <a:pt x="306193" y="163164"/>
                </a:lnTo>
                <a:lnTo>
                  <a:pt x="304711" y="170497"/>
                </a:lnTo>
                <a:lnTo>
                  <a:pt x="306193" y="178537"/>
                </a:lnTo>
                <a:lnTo>
                  <a:pt x="310327" y="184858"/>
                </a:lnTo>
                <a:lnTo>
                  <a:pt x="316648" y="188992"/>
                </a:lnTo>
                <a:lnTo>
                  <a:pt x="324688" y="190474"/>
                </a:lnTo>
                <a:lnTo>
                  <a:pt x="332722" y="188992"/>
                </a:lnTo>
                <a:lnTo>
                  <a:pt x="339043" y="184858"/>
                </a:lnTo>
                <a:lnTo>
                  <a:pt x="343181" y="178537"/>
                </a:lnTo>
                <a:lnTo>
                  <a:pt x="344665" y="170497"/>
                </a:lnTo>
                <a:lnTo>
                  <a:pt x="343181" y="163164"/>
                </a:lnTo>
                <a:lnTo>
                  <a:pt x="339043" y="156765"/>
                </a:lnTo>
                <a:lnTo>
                  <a:pt x="332722" y="152238"/>
                </a:lnTo>
                <a:lnTo>
                  <a:pt x="324688" y="15052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Graphic 167">
            <a:extLst>
              <a:ext uri="{FF2B5EF4-FFF2-40B4-BE49-F238E27FC236}">
                <a16:creationId xmlns:a16="http://schemas.microsoft.com/office/drawing/2014/main" id="{F8544DFD-352F-2D6C-A458-5F10084837A7}"/>
              </a:ext>
            </a:extLst>
          </p:cNvPr>
          <p:cNvSpPr/>
          <p:nvPr/>
        </p:nvSpPr>
        <p:spPr>
          <a:xfrm>
            <a:off x="7903796" y="3475404"/>
            <a:ext cx="480695" cy="481677"/>
          </a:xfrm>
          <a:custGeom>
            <a:avLst/>
            <a:gdLst>
              <a:gd name="connsiteX0" fmla="*/ 82619 w 358930"/>
              <a:gd name="connsiteY0" fmla="*/ 278606 h 359663"/>
              <a:gd name="connsiteX1" fmla="*/ 78919 w 358930"/>
              <a:gd name="connsiteY1" fmla="*/ 277368 h 359663"/>
              <a:gd name="connsiteX2" fmla="*/ 76453 w 358930"/>
              <a:gd name="connsiteY2" fmla="*/ 267462 h 359663"/>
              <a:gd name="connsiteX3" fmla="*/ 179655 w 358930"/>
              <a:gd name="connsiteY3" fmla="*/ 207740 h 359663"/>
              <a:gd name="connsiteX4" fmla="*/ 284090 w 358930"/>
              <a:gd name="connsiteY4" fmla="*/ 267462 h 359663"/>
              <a:gd name="connsiteX5" fmla="*/ 281624 w 358930"/>
              <a:gd name="connsiteY5" fmla="*/ 277368 h 359663"/>
              <a:gd name="connsiteX6" fmla="*/ 270431 w 358930"/>
              <a:gd name="connsiteY6" fmla="*/ 273653 h 359663"/>
              <a:gd name="connsiteX7" fmla="*/ 179655 w 358930"/>
              <a:gd name="connsiteY7" fmla="*/ 222695 h 359663"/>
              <a:gd name="connsiteX8" fmla="*/ 88879 w 358930"/>
              <a:gd name="connsiteY8" fmla="*/ 274891 h 359663"/>
              <a:gd name="connsiteX9" fmla="*/ 82619 w 358930"/>
              <a:gd name="connsiteY9" fmla="*/ 278606 h 359663"/>
              <a:gd name="connsiteX10" fmla="*/ 108798 w 358930"/>
              <a:gd name="connsiteY10" fmla="*/ 112966 h 359663"/>
              <a:gd name="connsiteX11" fmla="*/ 93906 w 358930"/>
              <a:gd name="connsiteY11" fmla="*/ 127921 h 359663"/>
              <a:gd name="connsiteX12" fmla="*/ 108798 w 358930"/>
              <a:gd name="connsiteY12" fmla="*/ 142875 h 359663"/>
              <a:gd name="connsiteX13" fmla="*/ 123691 w 358930"/>
              <a:gd name="connsiteY13" fmla="*/ 127921 h 359663"/>
              <a:gd name="connsiteX14" fmla="*/ 108798 w 358930"/>
              <a:gd name="connsiteY14" fmla="*/ 112966 h 359663"/>
              <a:gd name="connsiteX15" fmla="*/ 242449 w 358930"/>
              <a:gd name="connsiteY15" fmla="*/ 112966 h 359663"/>
              <a:gd name="connsiteX16" fmla="*/ 227557 w 358930"/>
              <a:gd name="connsiteY16" fmla="*/ 127921 h 359663"/>
              <a:gd name="connsiteX17" fmla="*/ 242449 w 358930"/>
              <a:gd name="connsiteY17" fmla="*/ 142875 h 359663"/>
              <a:gd name="connsiteX18" fmla="*/ 257341 w 358930"/>
              <a:gd name="connsiteY18" fmla="*/ 127921 h 359663"/>
              <a:gd name="connsiteX19" fmla="*/ 242449 w 358930"/>
              <a:gd name="connsiteY19" fmla="*/ 112966 h 359663"/>
              <a:gd name="connsiteX20" fmla="*/ 179465 w 358930"/>
              <a:gd name="connsiteY20" fmla="*/ 15050 h 359663"/>
              <a:gd name="connsiteX21" fmla="*/ 14987 w 358930"/>
              <a:gd name="connsiteY21" fmla="*/ 179832 h 359663"/>
              <a:gd name="connsiteX22" fmla="*/ 179465 w 358930"/>
              <a:gd name="connsiteY22" fmla="*/ 344614 h 359663"/>
              <a:gd name="connsiteX23" fmla="*/ 343943 w 358930"/>
              <a:gd name="connsiteY23" fmla="*/ 179832 h 359663"/>
              <a:gd name="connsiteX24" fmla="*/ 179465 w 358930"/>
              <a:gd name="connsiteY24" fmla="*/ 15050 h 359663"/>
              <a:gd name="connsiteX25" fmla="*/ 358931 w 358930"/>
              <a:gd name="connsiteY25" fmla="*/ 179832 h 359663"/>
              <a:gd name="connsiteX26" fmla="*/ 179465 w 358930"/>
              <a:gd name="connsiteY26" fmla="*/ 0 h 359663"/>
              <a:gd name="connsiteX27" fmla="*/ 0 w 358930"/>
              <a:gd name="connsiteY27" fmla="*/ 179832 h 359663"/>
              <a:gd name="connsiteX28" fmla="*/ 179465 w 358930"/>
              <a:gd name="connsiteY28" fmla="*/ 359664 h 359663"/>
              <a:gd name="connsiteX29" fmla="*/ 358931 w 358930"/>
              <a:gd name="connsiteY29" fmla="*/ 179832 h 359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930" h="359663">
                <a:moveTo>
                  <a:pt x="82619" y="278606"/>
                </a:moveTo>
                <a:cubicBezTo>
                  <a:pt x="81385" y="278606"/>
                  <a:pt x="80152" y="278606"/>
                  <a:pt x="78919" y="277368"/>
                </a:cubicBezTo>
                <a:cubicBezTo>
                  <a:pt x="75220" y="274891"/>
                  <a:pt x="73987" y="271177"/>
                  <a:pt x="76453" y="267462"/>
                </a:cubicBezTo>
                <a:cubicBezTo>
                  <a:pt x="97606" y="230124"/>
                  <a:pt x="136117" y="207740"/>
                  <a:pt x="179655" y="207740"/>
                </a:cubicBezTo>
                <a:cubicBezTo>
                  <a:pt x="223193" y="207740"/>
                  <a:pt x="264265" y="230124"/>
                  <a:pt x="284090" y="267462"/>
                </a:cubicBezTo>
                <a:cubicBezTo>
                  <a:pt x="286556" y="271177"/>
                  <a:pt x="284090" y="274891"/>
                  <a:pt x="281624" y="277368"/>
                </a:cubicBezTo>
                <a:cubicBezTo>
                  <a:pt x="277924" y="278606"/>
                  <a:pt x="272897" y="277368"/>
                  <a:pt x="270431" y="273653"/>
                </a:cubicBezTo>
                <a:cubicBezTo>
                  <a:pt x="252978" y="241268"/>
                  <a:pt x="219399" y="222695"/>
                  <a:pt x="179655" y="222695"/>
                </a:cubicBezTo>
                <a:cubicBezTo>
                  <a:pt x="139911" y="222695"/>
                  <a:pt x="107565" y="242602"/>
                  <a:pt x="88879" y="274891"/>
                </a:cubicBezTo>
                <a:cubicBezTo>
                  <a:pt x="87646" y="277368"/>
                  <a:pt x="85180" y="278606"/>
                  <a:pt x="82619" y="278606"/>
                </a:cubicBezTo>
                <a:close/>
                <a:moveTo>
                  <a:pt x="108798" y="112966"/>
                </a:moveTo>
                <a:cubicBezTo>
                  <a:pt x="100072" y="112966"/>
                  <a:pt x="93906" y="120491"/>
                  <a:pt x="93906" y="127921"/>
                </a:cubicBezTo>
                <a:cubicBezTo>
                  <a:pt x="93906" y="136684"/>
                  <a:pt x="100167" y="142875"/>
                  <a:pt x="108798" y="142875"/>
                </a:cubicBezTo>
                <a:cubicBezTo>
                  <a:pt x="117430" y="142875"/>
                  <a:pt x="123691" y="136589"/>
                  <a:pt x="123691" y="127921"/>
                </a:cubicBezTo>
                <a:cubicBezTo>
                  <a:pt x="123691" y="120396"/>
                  <a:pt x="117430" y="112966"/>
                  <a:pt x="108798" y="112966"/>
                </a:cubicBezTo>
                <a:close/>
                <a:moveTo>
                  <a:pt x="242449" y="112966"/>
                </a:moveTo>
                <a:cubicBezTo>
                  <a:pt x="233722" y="112966"/>
                  <a:pt x="227557" y="120491"/>
                  <a:pt x="227557" y="127921"/>
                </a:cubicBezTo>
                <a:cubicBezTo>
                  <a:pt x="227557" y="136684"/>
                  <a:pt x="233817" y="142875"/>
                  <a:pt x="242449" y="142875"/>
                </a:cubicBezTo>
                <a:cubicBezTo>
                  <a:pt x="251081" y="142875"/>
                  <a:pt x="257341" y="136589"/>
                  <a:pt x="257341" y="127921"/>
                </a:cubicBezTo>
                <a:cubicBezTo>
                  <a:pt x="257341" y="120396"/>
                  <a:pt x="251081" y="112966"/>
                  <a:pt x="242449" y="112966"/>
                </a:cubicBezTo>
                <a:close/>
                <a:moveTo>
                  <a:pt x="179465" y="15050"/>
                </a:moveTo>
                <a:cubicBezTo>
                  <a:pt x="88500" y="15050"/>
                  <a:pt x="14987" y="89916"/>
                  <a:pt x="14987" y="179832"/>
                </a:cubicBezTo>
                <a:cubicBezTo>
                  <a:pt x="14987" y="269748"/>
                  <a:pt x="88500" y="344614"/>
                  <a:pt x="179465" y="344614"/>
                </a:cubicBezTo>
                <a:cubicBezTo>
                  <a:pt x="270431" y="344614"/>
                  <a:pt x="343943" y="270986"/>
                  <a:pt x="343943" y="179832"/>
                </a:cubicBezTo>
                <a:cubicBezTo>
                  <a:pt x="343943" y="88678"/>
                  <a:pt x="270431" y="15050"/>
                  <a:pt x="179465" y="15050"/>
                </a:cubicBezTo>
                <a:close/>
                <a:moveTo>
                  <a:pt x="358931" y="179832"/>
                </a:moveTo>
                <a:cubicBezTo>
                  <a:pt x="358931" y="81248"/>
                  <a:pt x="277924" y="0"/>
                  <a:pt x="179465" y="0"/>
                </a:cubicBezTo>
                <a:cubicBezTo>
                  <a:pt x="81006" y="0"/>
                  <a:pt x="0" y="81153"/>
                  <a:pt x="0" y="179832"/>
                </a:cubicBezTo>
                <a:cubicBezTo>
                  <a:pt x="0" y="278511"/>
                  <a:pt x="81006" y="359664"/>
                  <a:pt x="179465" y="359664"/>
                </a:cubicBezTo>
                <a:cubicBezTo>
                  <a:pt x="277924" y="359664"/>
                  <a:pt x="358931" y="279749"/>
                  <a:pt x="358931" y="17983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5" name="Graphic 173">
            <a:extLst>
              <a:ext uri="{FF2B5EF4-FFF2-40B4-BE49-F238E27FC236}">
                <a16:creationId xmlns:a16="http://schemas.microsoft.com/office/drawing/2014/main" id="{B2820A16-66A1-F25B-8A45-3143554ADFA6}"/>
              </a:ext>
            </a:extLst>
          </p:cNvPr>
          <p:cNvSpPr/>
          <p:nvPr/>
        </p:nvSpPr>
        <p:spPr>
          <a:xfrm>
            <a:off x="8747946" y="2828909"/>
            <a:ext cx="488315" cy="492247"/>
          </a:xfrm>
          <a:custGeom>
            <a:avLst/>
            <a:gdLst>
              <a:gd name="connsiteX0" fmla="*/ 362292 w 363216"/>
              <a:gd name="connsiteY0" fmla="*/ 307848 h 366141"/>
              <a:gd name="connsiteX1" fmla="*/ 308983 w 363216"/>
              <a:gd name="connsiteY1" fmla="*/ 216979 h 366141"/>
              <a:gd name="connsiteX2" fmla="*/ 328428 w 363216"/>
              <a:gd name="connsiteY2" fmla="*/ 145161 h 366141"/>
              <a:gd name="connsiteX3" fmla="*/ 183396 w 363216"/>
              <a:gd name="connsiteY3" fmla="*/ 0 h 366141"/>
              <a:gd name="connsiteX4" fmla="*/ 38363 w 363216"/>
              <a:gd name="connsiteY4" fmla="*/ 145161 h 366141"/>
              <a:gd name="connsiteX5" fmla="*/ 55626 w 363216"/>
              <a:gd name="connsiteY5" fmla="*/ 213360 h 366141"/>
              <a:gd name="connsiteX6" fmla="*/ 1464 w 363216"/>
              <a:gd name="connsiteY6" fmla="*/ 307848 h 366141"/>
              <a:gd name="connsiteX7" fmla="*/ 1464 w 363216"/>
              <a:gd name="connsiteY7" fmla="*/ 316706 h 366141"/>
              <a:gd name="connsiteX8" fmla="*/ 9052 w 363216"/>
              <a:gd name="connsiteY8" fmla="*/ 319278 h 366141"/>
              <a:gd name="connsiteX9" fmla="*/ 61223 w 363216"/>
              <a:gd name="connsiteY9" fmla="*/ 310420 h 366141"/>
              <a:gd name="connsiteX10" fmla="*/ 79055 w 363216"/>
              <a:gd name="connsiteY10" fmla="*/ 361093 h 366141"/>
              <a:gd name="connsiteX11" fmla="*/ 85411 w 363216"/>
              <a:gd name="connsiteY11" fmla="*/ 366141 h 366141"/>
              <a:gd name="connsiteX12" fmla="*/ 86644 w 363216"/>
              <a:gd name="connsiteY12" fmla="*/ 366141 h 366141"/>
              <a:gd name="connsiteX13" fmla="*/ 92999 w 363216"/>
              <a:gd name="connsiteY13" fmla="*/ 362331 h 366141"/>
              <a:gd name="connsiteX14" fmla="*/ 140711 w 363216"/>
              <a:gd name="connsiteY14" fmla="*/ 283845 h 366141"/>
              <a:gd name="connsiteX15" fmla="*/ 183301 w 363216"/>
              <a:gd name="connsiteY15" fmla="*/ 290322 h 366141"/>
              <a:gd name="connsiteX16" fmla="*/ 223614 w 363216"/>
              <a:gd name="connsiteY16" fmla="*/ 284417 h 366141"/>
              <a:gd name="connsiteX17" fmla="*/ 269713 w 363216"/>
              <a:gd name="connsiteY17" fmla="*/ 362331 h 366141"/>
              <a:gd name="connsiteX18" fmla="*/ 277302 w 363216"/>
              <a:gd name="connsiteY18" fmla="*/ 366141 h 366141"/>
              <a:gd name="connsiteX19" fmla="*/ 283657 w 363216"/>
              <a:gd name="connsiteY19" fmla="*/ 361093 h 366141"/>
              <a:gd name="connsiteX20" fmla="*/ 302723 w 363216"/>
              <a:gd name="connsiteY20" fmla="*/ 310420 h 366141"/>
              <a:gd name="connsiteX21" fmla="*/ 354703 w 363216"/>
              <a:gd name="connsiteY21" fmla="*/ 319278 h 366141"/>
              <a:gd name="connsiteX22" fmla="*/ 362292 w 363216"/>
              <a:gd name="connsiteY22" fmla="*/ 316706 h 366141"/>
              <a:gd name="connsiteX23" fmla="*/ 362292 w 363216"/>
              <a:gd name="connsiteY23" fmla="*/ 307848 h 366141"/>
              <a:gd name="connsiteX24" fmla="*/ 87877 w 363216"/>
              <a:gd name="connsiteY24" fmla="*/ 340805 h 366141"/>
              <a:gd name="connsiteX25" fmla="*/ 73838 w 363216"/>
              <a:gd name="connsiteY25" fmla="*/ 300228 h 366141"/>
              <a:gd name="connsiteX26" fmla="*/ 64922 w 363216"/>
              <a:gd name="connsiteY26" fmla="*/ 295180 h 366141"/>
              <a:gd name="connsiteX27" fmla="*/ 21668 w 363216"/>
              <a:gd name="connsiteY27" fmla="*/ 301562 h 366141"/>
              <a:gd name="connsiteX28" fmla="*/ 65017 w 363216"/>
              <a:gd name="connsiteY28" fmla="*/ 228505 h 366141"/>
              <a:gd name="connsiteX29" fmla="*/ 125060 w 363216"/>
              <a:gd name="connsiteY29" fmla="*/ 277940 h 366141"/>
              <a:gd name="connsiteX30" fmla="*/ 87877 w 363216"/>
              <a:gd name="connsiteY30" fmla="*/ 340900 h 366141"/>
              <a:gd name="connsiteX31" fmla="*/ 53539 w 363216"/>
              <a:gd name="connsiteY31" fmla="*/ 145161 h 366141"/>
              <a:gd name="connsiteX32" fmla="*/ 183301 w 363216"/>
              <a:gd name="connsiteY32" fmla="*/ 15240 h 366141"/>
              <a:gd name="connsiteX33" fmla="*/ 313062 w 363216"/>
              <a:gd name="connsiteY33" fmla="*/ 145161 h 366141"/>
              <a:gd name="connsiteX34" fmla="*/ 183301 w 363216"/>
              <a:gd name="connsiteY34" fmla="*/ 275082 h 366141"/>
              <a:gd name="connsiteX35" fmla="*/ 53539 w 363216"/>
              <a:gd name="connsiteY35" fmla="*/ 145161 h 366141"/>
              <a:gd name="connsiteX36" fmla="*/ 298834 w 363216"/>
              <a:gd name="connsiteY36" fmla="*/ 295180 h 366141"/>
              <a:gd name="connsiteX37" fmla="*/ 289917 w 363216"/>
              <a:gd name="connsiteY37" fmla="*/ 300228 h 366141"/>
              <a:gd name="connsiteX38" fmla="*/ 274741 w 363216"/>
              <a:gd name="connsiteY38" fmla="*/ 340805 h 366141"/>
              <a:gd name="connsiteX39" fmla="*/ 237937 w 363216"/>
              <a:gd name="connsiteY39" fmla="*/ 279464 h 366141"/>
              <a:gd name="connsiteX40" fmla="*/ 299877 w 363216"/>
              <a:gd name="connsiteY40" fmla="*/ 230886 h 366141"/>
              <a:gd name="connsiteX41" fmla="*/ 340760 w 363216"/>
              <a:gd name="connsiteY41" fmla="*/ 301562 h 366141"/>
              <a:gd name="connsiteX42" fmla="*/ 298929 w 363216"/>
              <a:gd name="connsiteY42" fmla="*/ 295180 h 366141"/>
              <a:gd name="connsiteX43" fmla="*/ 245620 w 363216"/>
              <a:gd name="connsiteY43" fmla="*/ 90392 h 366141"/>
              <a:gd name="connsiteX44" fmla="*/ 246853 w 363216"/>
              <a:gd name="connsiteY44" fmla="*/ 101822 h 366141"/>
              <a:gd name="connsiteX45" fmla="*/ 171918 w 363216"/>
              <a:gd name="connsiteY45" fmla="*/ 197263 h 366141"/>
              <a:gd name="connsiteX46" fmla="*/ 165563 w 363216"/>
              <a:gd name="connsiteY46" fmla="*/ 199835 h 366141"/>
              <a:gd name="connsiteX47" fmla="*/ 160441 w 363216"/>
              <a:gd name="connsiteY47" fmla="*/ 198596 h 366141"/>
              <a:gd name="connsiteX48" fmla="*/ 119748 w 363216"/>
              <a:gd name="connsiteY48" fmla="*/ 157829 h 366141"/>
              <a:gd name="connsiteX49" fmla="*/ 119748 w 363216"/>
              <a:gd name="connsiteY49" fmla="*/ 146399 h 366141"/>
              <a:gd name="connsiteX50" fmla="*/ 129897 w 363216"/>
              <a:gd name="connsiteY50" fmla="*/ 146399 h 366141"/>
              <a:gd name="connsiteX51" fmla="*/ 165468 w 363216"/>
              <a:gd name="connsiteY51" fmla="*/ 180785 h 366141"/>
              <a:gd name="connsiteX52" fmla="*/ 235376 w 363216"/>
              <a:gd name="connsiteY52" fmla="*/ 91726 h 366141"/>
              <a:gd name="connsiteX53" fmla="*/ 245525 w 363216"/>
              <a:gd name="connsiteY53" fmla="*/ 90488 h 36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63216" h="366141">
                <a:moveTo>
                  <a:pt x="362292" y="307848"/>
                </a:moveTo>
                <a:cubicBezTo>
                  <a:pt x="362292" y="307848"/>
                  <a:pt x="362292" y="307848"/>
                  <a:pt x="308983" y="216979"/>
                </a:cubicBezTo>
                <a:cubicBezTo>
                  <a:pt x="321220" y="195644"/>
                  <a:pt x="328428" y="171164"/>
                  <a:pt x="328428" y="145161"/>
                </a:cubicBezTo>
                <a:cubicBezTo>
                  <a:pt x="328428" y="64960"/>
                  <a:pt x="263548" y="0"/>
                  <a:pt x="183396" y="0"/>
                </a:cubicBezTo>
                <a:cubicBezTo>
                  <a:pt x="103243" y="0"/>
                  <a:pt x="38363" y="64960"/>
                  <a:pt x="38363" y="145161"/>
                </a:cubicBezTo>
                <a:cubicBezTo>
                  <a:pt x="38363" y="169640"/>
                  <a:pt x="44623" y="192881"/>
                  <a:pt x="55626" y="213360"/>
                </a:cubicBezTo>
                <a:cubicBezTo>
                  <a:pt x="51832" y="220027"/>
                  <a:pt x="39691" y="241173"/>
                  <a:pt x="1464" y="307848"/>
                </a:cubicBezTo>
                <a:cubicBezTo>
                  <a:pt x="-1097" y="310420"/>
                  <a:pt x="231" y="314230"/>
                  <a:pt x="1464" y="316706"/>
                </a:cubicBezTo>
                <a:cubicBezTo>
                  <a:pt x="2697" y="319278"/>
                  <a:pt x="6586" y="320516"/>
                  <a:pt x="9052" y="319278"/>
                </a:cubicBezTo>
                <a:lnTo>
                  <a:pt x="61223" y="310420"/>
                </a:lnTo>
                <a:lnTo>
                  <a:pt x="79055" y="361093"/>
                </a:lnTo>
                <a:cubicBezTo>
                  <a:pt x="80288" y="363665"/>
                  <a:pt x="82849" y="364903"/>
                  <a:pt x="85411" y="366141"/>
                </a:cubicBezTo>
                <a:lnTo>
                  <a:pt x="86644" y="366141"/>
                </a:lnTo>
                <a:cubicBezTo>
                  <a:pt x="89205" y="366141"/>
                  <a:pt x="91766" y="364903"/>
                  <a:pt x="92999" y="362331"/>
                </a:cubicBezTo>
                <a:cubicBezTo>
                  <a:pt x="92999" y="362331"/>
                  <a:pt x="93094" y="362140"/>
                  <a:pt x="140711" y="283845"/>
                </a:cubicBezTo>
                <a:cubicBezTo>
                  <a:pt x="154180" y="288036"/>
                  <a:pt x="168503" y="290322"/>
                  <a:pt x="183301" y="290322"/>
                </a:cubicBezTo>
                <a:cubicBezTo>
                  <a:pt x="197339" y="290322"/>
                  <a:pt x="210809" y="288227"/>
                  <a:pt x="223614" y="284417"/>
                </a:cubicBezTo>
                <a:cubicBezTo>
                  <a:pt x="228452" y="292608"/>
                  <a:pt x="240308" y="312706"/>
                  <a:pt x="269713" y="362331"/>
                </a:cubicBezTo>
                <a:cubicBezTo>
                  <a:pt x="272274" y="364903"/>
                  <a:pt x="274741" y="366141"/>
                  <a:pt x="277302" y="366141"/>
                </a:cubicBezTo>
                <a:cubicBezTo>
                  <a:pt x="281096" y="364903"/>
                  <a:pt x="282329" y="363569"/>
                  <a:pt x="283657" y="361093"/>
                </a:cubicBezTo>
                <a:lnTo>
                  <a:pt x="302723" y="310420"/>
                </a:lnTo>
                <a:lnTo>
                  <a:pt x="354703" y="319278"/>
                </a:lnTo>
                <a:cubicBezTo>
                  <a:pt x="357264" y="320516"/>
                  <a:pt x="359731" y="319278"/>
                  <a:pt x="362292" y="316706"/>
                </a:cubicBezTo>
                <a:cubicBezTo>
                  <a:pt x="363525" y="314135"/>
                  <a:pt x="363525" y="310325"/>
                  <a:pt x="362292" y="307848"/>
                </a:cubicBezTo>
                <a:close/>
                <a:moveTo>
                  <a:pt x="87877" y="340805"/>
                </a:moveTo>
                <a:lnTo>
                  <a:pt x="73838" y="300228"/>
                </a:lnTo>
                <a:cubicBezTo>
                  <a:pt x="72605" y="296418"/>
                  <a:pt x="68716" y="293846"/>
                  <a:pt x="64922" y="295180"/>
                </a:cubicBezTo>
                <a:lnTo>
                  <a:pt x="21668" y="301562"/>
                </a:lnTo>
                <a:cubicBezTo>
                  <a:pt x="21668" y="301562"/>
                  <a:pt x="21763" y="301371"/>
                  <a:pt x="65017" y="228505"/>
                </a:cubicBezTo>
                <a:cubicBezTo>
                  <a:pt x="80099" y="249936"/>
                  <a:pt x="100872" y="267176"/>
                  <a:pt x="125060" y="277940"/>
                </a:cubicBezTo>
                <a:cubicBezTo>
                  <a:pt x="120033" y="286512"/>
                  <a:pt x="109599" y="304133"/>
                  <a:pt x="87877" y="340900"/>
                </a:cubicBezTo>
                <a:close/>
                <a:moveTo>
                  <a:pt x="53539" y="145161"/>
                </a:moveTo>
                <a:cubicBezTo>
                  <a:pt x="53539" y="72581"/>
                  <a:pt x="112065" y="15240"/>
                  <a:pt x="183301" y="15240"/>
                </a:cubicBezTo>
                <a:cubicBezTo>
                  <a:pt x="254537" y="15240"/>
                  <a:pt x="313062" y="72581"/>
                  <a:pt x="313062" y="145161"/>
                </a:cubicBezTo>
                <a:cubicBezTo>
                  <a:pt x="313062" y="217742"/>
                  <a:pt x="254537" y="275082"/>
                  <a:pt x="183301" y="275082"/>
                </a:cubicBezTo>
                <a:cubicBezTo>
                  <a:pt x="112065" y="275082"/>
                  <a:pt x="53539" y="216503"/>
                  <a:pt x="53539" y="145161"/>
                </a:cubicBezTo>
                <a:close/>
                <a:moveTo>
                  <a:pt x="298834" y="295180"/>
                </a:moveTo>
                <a:cubicBezTo>
                  <a:pt x="295040" y="293942"/>
                  <a:pt x="291245" y="296418"/>
                  <a:pt x="289917" y="300228"/>
                </a:cubicBezTo>
                <a:lnTo>
                  <a:pt x="274741" y="340805"/>
                </a:lnTo>
                <a:cubicBezTo>
                  <a:pt x="274741" y="340805"/>
                  <a:pt x="274646" y="340614"/>
                  <a:pt x="237937" y="279464"/>
                </a:cubicBezTo>
                <a:cubicBezTo>
                  <a:pt x="262789" y="269177"/>
                  <a:pt x="284131" y="252222"/>
                  <a:pt x="299877" y="230886"/>
                </a:cubicBezTo>
                <a:cubicBezTo>
                  <a:pt x="305758" y="241078"/>
                  <a:pt x="317520" y="261366"/>
                  <a:pt x="340760" y="301562"/>
                </a:cubicBezTo>
                <a:lnTo>
                  <a:pt x="298929" y="295180"/>
                </a:lnTo>
                <a:close/>
                <a:moveTo>
                  <a:pt x="245620" y="90392"/>
                </a:moveTo>
                <a:cubicBezTo>
                  <a:pt x="249414" y="92964"/>
                  <a:pt x="249414" y="98012"/>
                  <a:pt x="246853" y="101822"/>
                </a:cubicBezTo>
                <a:lnTo>
                  <a:pt x="171918" y="197263"/>
                </a:lnTo>
                <a:cubicBezTo>
                  <a:pt x="170685" y="198501"/>
                  <a:pt x="168124" y="199835"/>
                  <a:pt x="165563" y="199835"/>
                </a:cubicBezTo>
                <a:cubicBezTo>
                  <a:pt x="163002" y="199835"/>
                  <a:pt x="161769" y="199835"/>
                  <a:pt x="160441" y="198596"/>
                </a:cubicBezTo>
                <a:lnTo>
                  <a:pt x="119748" y="157829"/>
                </a:lnTo>
                <a:cubicBezTo>
                  <a:pt x="117187" y="154019"/>
                  <a:pt x="117187" y="150209"/>
                  <a:pt x="119748" y="146399"/>
                </a:cubicBezTo>
                <a:cubicBezTo>
                  <a:pt x="122309" y="143827"/>
                  <a:pt x="127336" y="143827"/>
                  <a:pt x="129897" y="146399"/>
                </a:cubicBezTo>
                <a:lnTo>
                  <a:pt x="165468" y="180785"/>
                </a:lnTo>
                <a:lnTo>
                  <a:pt x="235376" y="91726"/>
                </a:lnTo>
                <a:cubicBezTo>
                  <a:pt x="237937" y="89154"/>
                  <a:pt x="242964" y="87916"/>
                  <a:pt x="245525" y="9048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6" name="Graphic 173">
            <a:extLst>
              <a:ext uri="{FF2B5EF4-FFF2-40B4-BE49-F238E27FC236}">
                <a16:creationId xmlns:a16="http://schemas.microsoft.com/office/drawing/2014/main" id="{E9D5B7FE-A8F7-D4FD-43E8-981391BFCDCE}"/>
              </a:ext>
            </a:extLst>
          </p:cNvPr>
          <p:cNvSpPr/>
          <p:nvPr/>
        </p:nvSpPr>
        <p:spPr>
          <a:xfrm>
            <a:off x="9519471" y="2828909"/>
            <a:ext cx="488315" cy="492247"/>
          </a:xfrm>
          <a:custGeom>
            <a:avLst/>
            <a:gdLst>
              <a:gd name="connsiteX0" fmla="*/ 362292 w 363216"/>
              <a:gd name="connsiteY0" fmla="*/ 307848 h 366141"/>
              <a:gd name="connsiteX1" fmla="*/ 308983 w 363216"/>
              <a:gd name="connsiteY1" fmla="*/ 216979 h 366141"/>
              <a:gd name="connsiteX2" fmla="*/ 328428 w 363216"/>
              <a:gd name="connsiteY2" fmla="*/ 145161 h 366141"/>
              <a:gd name="connsiteX3" fmla="*/ 183396 w 363216"/>
              <a:gd name="connsiteY3" fmla="*/ 0 h 366141"/>
              <a:gd name="connsiteX4" fmla="*/ 38363 w 363216"/>
              <a:gd name="connsiteY4" fmla="*/ 145161 h 366141"/>
              <a:gd name="connsiteX5" fmla="*/ 55626 w 363216"/>
              <a:gd name="connsiteY5" fmla="*/ 213360 h 366141"/>
              <a:gd name="connsiteX6" fmla="*/ 1464 w 363216"/>
              <a:gd name="connsiteY6" fmla="*/ 307848 h 366141"/>
              <a:gd name="connsiteX7" fmla="*/ 1464 w 363216"/>
              <a:gd name="connsiteY7" fmla="*/ 316706 h 366141"/>
              <a:gd name="connsiteX8" fmla="*/ 9052 w 363216"/>
              <a:gd name="connsiteY8" fmla="*/ 319278 h 366141"/>
              <a:gd name="connsiteX9" fmla="*/ 61223 w 363216"/>
              <a:gd name="connsiteY9" fmla="*/ 310420 h 366141"/>
              <a:gd name="connsiteX10" fmla="*/ 79055 w 363216"/>
              <a:gd name="connsiteY10" fmla="*/ 361093 h 366141"/>
              <a:gd name="connsiteX11" fmla="*/ 85411 w 363216"/>
              <a:gd name="connsiteY11" fmla="*/ 366141 h 366141"/>
              <a:gd name="connsiteX12" fmla="*/ 86644 w 363216"/>
              <a:gd name="connsiteY12" fmla="*/ 366141 h 366141"/>
              <a:gd name="connsiteX13" fmla="*/ 92999 w 363216"/>
              <a:gd name="connsiteY13" fmla="*/ 362331 h 366141"/>
              <a:gd name="connsiteX14" fmla="*/ 140711 w 363216"/>
              <a:gd name="connsiteY14" fmla="*/ 283845 h 366141"/>
              <a:gd name="connsiteX15" fmla="*/ 183301 w 363216"/>
              <a:gd name="connsiteY15" fmla="*/ 290322 h 366141"/>
              <a:gd name="connsiteX16" fmla="*/ 223614 w 363216"/>
              <a:gd name="connsiteY16" fmla="*/ 284417 h 366141"/>
              <a:gd name="connsiteX17" fmla="*/ 269713 w 363216"/>
              <a:gd name="connsiteY17" fmla="*/ 362331 h 366141"/>
              <a:gd name="connsiteX18" fmla="*/ 277302 w 363216"/>
              <a:gd name="connsiteY18" fmla="*/ 366141 h 366141"/>
              <a:gd name="connsiteX19" fmla="*/ 283657 w 363216"/>
              <a:gd name="connsiteY19" fmla="*/ 361093 h 366141"/>
              <a:gd name="connsiteX20" fmla="*/ 302723 w 363216"/>
              <a:gd name="connsiteY20" fmla="*/ 310420 h 366141"/>
              <a:gd name="connsiteX21" fmla="*/ 354703 w 363216"/>
              <a:gd name="connsiteY21" fmla="*/ 319278 h 366141"/>
              <a:gd name="connsiteX22" fmla="*/ 362292 w 363216"/>
              <a:gd name="connsiteY22" fmla="*/ 316706 h 366141"/>
              <a:gd name="connsiteX23" fmla="*/ 362292 w 363216"/>
              <a:gd name="connsiteY23" fmla="*/ 307848 h 366141"/>
              <a:gd name="connsiteX24" fmla="*/ 87877 w 363216"/>
              <a:gd name="connsiteY24" fmla="*/ 340805 h 366141"/>
              <a:gd name="connsiteX25" fmla="*/ 73838 w 363216"/>
              <a:gd name="connsiteY25" fmla="*/ 300228 h 366141"/>
              <a:gd name="connsiteX26" fmla="*/ 64922 w 363216"/>
              <a:gd name="connsiteY26" fmla="*/ 295180 h 366141"/>
              <a:gd name="connsiteX27" fmla="*/ 21668 w 363216"/>
              <a:gd name="connsiteY27" fmla="*/ 301562 h 366141"/>
              <a:gd name="connsiteX28" fmla="*/ 65017 w 363216"/>
              <a:gd name="connsiteY28" fmla="*/ 228505 h 366141"/>
              <a:gd name="connsiteX29" fmla="*/ 125060 w 363216"/>
              <a:gd name="connsiteY29" fmla="*/ 277940 h 366141"/>
              <a:gd name="connsiteX30" fmla="*/ 87877 w 363216"/>
              <a:gd name="connsiteY30" fmla="*/ 340900 h 366141"/>
              <a:gd name="connsiteX31" fmla="*/ 53539 w 363216"/>
              <a:gd name="connsiteY31" fmla="*/ 145161 h 366141"/>
              <a:gd name="connsiteX32" fmla="*/ 183301 w 363216"/>
              <a:gd name="connsiteY32" fmla="*/ 15240 h 366141"/>
              <a:gd name="connsiteX33" fmla="*/ 313062 w 363216"/>
              <a:gd name="connsiteY33" fmla="*/ 145161 h 366141"/>
              <a:gd name="connsiteX34" fmla="*/ 183301 w 363216"/>
              <a:gd name="connsiteY34" fmla="*/ 275082 h 366141"/>
              <a:gd name="connsiteX35" fmla="*/ 53539 w 363216"/>
              <a:gd name="connsiteY35" fmla="*/ 145161 h 366141"/>
              <a:gd name="connsiteX36" fmla="*/ 298834 w 363216"/>
              <a:gd name="connsiteY36" fmla="*/ 295180 h 366141"/>
              <a:gd name="connsiteX37" fmla="*/ 289917 w 363216"/>
              <a:gd name="connsiteY37" fmla="*/ 300228 h 366141"/>
              <a:gd name="connsiteX38" fmla="*/ 274741 w 363216"/>
              <a:gd name="connsiteY38" fmla="*/ 340805 h 366141"/>
              <a:gd name="connsiteX39" fmla="*/ 237937 w 363216"/>
              <a:gd name="connsiteY39" fmla="*/ 279464 h 366141"/>
              <a:gd name="connsiteX40" fmla="*/ 299877 w 363216"/>
              <a:gd name="connsiteY40" fmla="*/ 230886 h 366141"/>
              <a:gd name="connsiteX41" fmla="*/ 340760 w 363216"/>
              <a:gd name="connsiteY41" fmla="*/ 301562 h 366141"/>
              <a:gd name="connsiteX42" fmla="*/ 298929 w 363216"/>
              <a:gd name="connsiteY42" fmla="*/ 295180 h 366141"/>
              <a:gd name="connsiteX43" fmla="*/ 245620 w 363216"/>
              <a:gd name="connsiteY43" fmla="*/ 90392 h 366141"/>
              <a:gd name="connsiteX44" fmla="*/ 246853 w 363216"/>
              <a:gd name="connsiteY44" fmla="*/ 101822 h 366141"/>
              <a:gd name="connsiteX45" fmla="*/ 171918 w 363216"/>
              <a:gd name="connsiteY45" fmla="*/ 197263 h 366141"/>
              <a:gd name="connsiteX46" fmla="*/ 165563 w 363216"/>
              <a:gd name="connsiteY46" fmla="*/ 199835 h 366141"/>
              <a:gd name="connsiteX47" fmla="*/ 160441 w 363216"/>
              <a:gd name="connsiteY47" fmla="*/ 198596 h 366141"/>
              <a:gd name="connsiteX48" fmla="*/ 119748 w 363216"/>
              <a:gd name="connsiteY48" fmla="*/ 157829 h 366141"/>
              <a:gd name="connsiteX49" fmla="*/ 119748 w 363216"/>
              <a:gd name="connsiteY49" fmla="*/ 146399 h 366141"/>
              <a:gd name="connsiteX50" fmla="*/ 129897 w 363216"/>
              <a:gd name="connsiteY50" fmla="*/ 146399 h 366141"/>
              <a:gd name="connsiteX51" fmla="*/ 165468 w 363216"/>
              <a:gd name="connsiteY51" fmla="*/ 180785 h 366141"/>
              <a:gd name="connsiteX52" fmla="*/ 235376 w 363216"/>
              <a:gd name="connsiteY52" fmla="*/ 91726 h 366141"/>
              <a:gd name="connsiteX53" fmla="*/ 245525 w 363216"/>
              <a:gd name="connsiteY53" fmla="*/ 90488 h 36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63216" h="366141">
                <a:moveTo>
                  <a:pt x="362292" y="307848"/>
                </a:moveTo>
                <a:cubicBezTo>
                  <a:pt x="362292" y="307848"/>
                  <a:pt x="362292" y="307848"/>
                  <a:pt x="308983" y="216979"/>
                </a:cubicBezTo>
                <a:cubicBezTo>
                  <a:pt x="321220" y="195644"/>
                  <a:pt x="328428" y="171164"/>
                  <a:pt x="328428" y="145161"/>
                </a:cubicBezTo>
                <a:cubicBezTo>
                  <a:pt x="328428" y="64960"/>
                  <a:pt x="263548" y="0"/>
                  <a:pt x="183396" y="0"/>
                </a:cubicBezTo>
                <a:cubicBezTo>
                  <a:pt x="103243" y="0"/>
                  <a:pt x="38363" y="64960"/>
                  <a:pt x="38363" y="145161"/>
                </a:cubicBezTo>
                <a:cubicBezTo>
                  <a:pt x="38363" y="169640"/>
                  <a:pt x="44623" y="192881"/>
                  <a:pt x="55626" y="213360"/>
                </a:cubicBezTo>
                <a:cubicBezTo>
                  <a:pt x="51832" y="220027"/>
                  <a:pt x="39691" y="241173"/>
                  <a:pt x="1464" y="307848"/>
                </a:cubicBezTo>
                <a:cubicBezTo>
                  <a:pt x="-1097" y="310420"/>
                  <a:pt x="231" y="314230"/>
                  <a:pt x="1464" y="316706"/>
                </a:cubicBezTo>
                <a:cubicBezTo>
                  <a:pt x="2697" y="319278"/>
                  <a:pt x="6586" y="320516"/>
                  <a:pt x="9052" y="319278"/>
                </a:cubicBezTo>
                <a:lnTo>
                  <a:pt x="61223" y="310420"/>
                </a:lnTo>
                <a:lnTo>
                  <a:pt x="79055" y="361093"/>
                </a:lnTo>
                <a:cubicBezTo>
                  <a:pt x="80288" y="363665"/>
                  <a:pt x="82849" y="364903"/>
                  <a:pt x="85411" y="366141"/>
                </a:cubicBezTo>
                <a:lnTo>
                  <a:pt x="86644" y="366141"/>
                </a:lnTo>
                <a:cubicBezTo>
                  <a:pt x="89205" y="366141"/>
                  <a:pt x="91766" y="364903"/>
                  <a:pt x="92999" y="362331"/>
                </a:cubicBezTo>
                <a:cubicBezTo>
                  <a:pt x="92999" y="362331"/>
                  <a:pt x="93094" y="362140"/>
                  <a:pt x="140711" y="283845"/>
                </a:cubicBezTo>
                <a:cubicBezTo>
                  <a:pt x="154180" y="288036"/>
                  <a:pt x="168503" y="290322"/>
                  <a:pt x="183301" y="290322"/>
                </a:cubicBezTo>
                <a:cubicBezTo>
                  <a:pt x="197339" y="290322"/>
                  <a:pt x="210809" y="288227"/>
                  <a:pt x="223614" y="284417"/>
                </a:cubicBezTo>
                <a:cubicBezTo>
                  <a:pt x="228452" y="292608"/>
                  <a:pt x="240308" y="312706"/>
                  <a:pt x="269713" y="362331"/>
                </a:cubicBezTo>
                <a:cubicBezTo>
                  <a:pt x="272274" y="364903"/>
                  <a:pt x="274741" y="366141"/>
                  <a:pt x="277302" y="366141"/>
                </a:cubicBezTo>
                <a:cubicBezTo>
                  <a:pt x="281096" y="364903"/>
                  <a:pt x="282329" y="363569"/>
                  <a:pt x="283657" y="361093"/>
                </a:cubicBezTo>
                <a:lnTo>
                  <a:pt x="302723" y="310420"/>
                </a:lnTo>
                <a:lnTo>
                  <a:pt x="354703" y="319278"/>
                </a:lnTo>
                <a:cubicBezTo>
                  <a:pt x="357264" y="320516"/>
                  <a:pt x="359731" y="319278"/>
                  <a:pt x="362292" y="316706"/>
                </a:cubicBezTo>
                <a:cubicBezTo>
                  <a:pt x="363525" y="314135"/>
                  <a:pt x="363525" y="310325"/>
                  <a:pt x="362292" y="307848"/>
                </a:cubicBezTo>
                <a:close/>
                <a:moveTo>
                  <a:pt x="87877" y="340805"/>
                </a:moveTo>
                <a:lnTo>
                  <a:pt x="73838" y="300228"/>
                </a:lnTo>
                <a:cubicBezTo>
                  <a:pt x="72605" y="296418"/>
                  <a:pt x="68716" y="293846"/>
                  <a:pt x="64922" y="295180"/>
                </a:cubicBezTo>
                <a:lnTo>
                  <a:pt x="21668" y="301562"/>
                </a:lnTo>
                <a:cubicBezTo>
                  <a:pt x="21668" y="301562"/>
                  <a:pt x="21763" y="301371"/>
                  <a:pt x="65017" y="228505"/>
                </a:cubicBezTo>
                <a:cubicBezTo>
                  <a:pt x="80099" y="249936"/>
                  <a:pt x="100872" y="267176"/>
                  <a:pt x="125060" y="277940"/>
                </a:cubicBezTo>
                <a:cubicBezTo>
                  <a:pt x="120033" y="286512"/>
                  <a:pt x="109599" y="304133"/>
                  <a:pt x="87877" y="340900"/>
                </a:cubicBezTo>
                <a:close/>
                <a:moveTo>
                  <a:pt x="53539" y="145161"/>
                </a:moveTo>
                <a:cubicBezTo>
                  <a:pt x="53539" y="72581"/>
                  <a:pt x="112065" y="15240"/>
                  <a:pt x="183301" y="15240"/>
                </a:cubicBezTo>
                <a:cubicBezTo>
                  <a:pt x="254537" y="15240"/>
                  <a:pt x="313062" y="72581"/>
                  <a:pt x="313062" y="145161"/>
                </a:cubicBezTo>
                <a:cubicBezTo>
                  <a:pt x="313062" y="217742"/>
                  <a:pt x="254537" y="275082"/>
                  <a:pt x="183301" y="275082"/>
                </a:cubicBezTo>
                <a:cubicBezTo>
                  <a:pt x="112065" y="275082"/>
                  <a:pt x="53539" y="216503"/>
                  <a:pt x="53539" y="145161"/>
                </a:cubicBezTo>
                <a:close/>
                <a:moveTo>
                  <a:pt x="298834" y="295180"/>
                </a:moveTo>
                <a:cubicBezTo>
                  <a:pt x="295040" y="293942"/>
                  <a:pt x="291245" y="296418"/>
                  <a:pt x="289917" y="300228"/>
                </a:cubicBezTo>
                <a:lnTo>
                  <a:pt x="274741" y="340805"/>
                </a:lnTo>
                <a:cubicBezTo>
                  <a:pt x="274741" y="340805"/>
                  <a:pt x="274646" y="340614"/>
                  <a:pt x="237937" y="279464"/>
                </a:cubicBezTo>
                <a:cubicBezTo>
                  <a:pt x="262789" y="269177"/>
                  <a:pt x="284131" y="252222"/>
                  <a:pt x="299877" y="230886"/>
                </a:cubicBezTo>
                <a:cubicBezTo>
                  <a:pt x="305758" y="241078"/>
                  <a:pt x="317520" y="261366"/>
                  <a:pt x="340760" y="301562"/>
                </a:cubicBezTo>
                <a:lnTo>
                  <a:pt x="298929" y="295180"/>
                </a:lnTo>
                <a:close/>
                <a:moveTo>
                  <a:pt x="245620" y="90392"/>
                </a:moveTo>
                <a:cubicBezTo>
                  <a:pt x="249414" y="92964"/>
                  <a:pt x="249414" y="98012"/>
                  <a:pt x="246853" y="101822"/>
                </a:cubicBezTo>
                <a:lnTo>
                  <a:pt x="171918" y="197263"/>
                </a:lnTo>
                <a:cubicBezTo>
                  <a:pt x="170685" y="198501"/>
                  <a:pt x="168124" y="199835"/>
                  <a:pt x="165563" y="199835"/>
                </a:cubicBezTo>
                <a:cubicBezTo>
                  <a:pt x="163002" y="199835"/>
                  <a:pt x="161769" y="199835"/>
                  <a:pt x="160441" y="198596"/>
                </a:cubicBezTo>
                <a:lnTo>
                  <a:pt x="119748" y="157829"/>
                </a:lnTo>
                <a:cubicBezTo>
                  <a:pt x="117187" y="154019"/>
                  <a:pt x="117187" y="150209"/>
                  <a:pt x="119748" y="146399"/>
                </a:cubicBezTo>
                <a:cubicBezTo>
                  <a:pt x="122309" y="143827"/>
                  <a:pt x="127336" y="143827"/>
                  <a:pt x="129897" y="146399"/>
                </a:cubicBezTo>
                <a:lnTo>
                  <a:pt x="165468" y="180785"/>
                </a:lnTo>
                <a:lnTo>
                  <a:pt x="235376" y="91726"/>
                </a:lnTo>
                <a:cubicBezTo>
                  <a:pt x="237937" y="89154"/>
                  <a:pt x="242964" y="87916"/>
                  <a:pt x="245525" y="9048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7" name="Graphic 173">
            <a:extLst>
              <a:ext uri="{FF2B5EF4-FFF2-40B4-BE49-F238E27FC236}">
                <a16:creationId xmlns:a16="http://schemas.microsoft.com/office/drawing/2014/main" id="{2050D165-2E27-FD21-9876-C79227A42BD4}"/>
              </a:ext>
            </a:extLst>
          </p:cNvPr>
          <p:cNvSpPr/>
          <p:nvPr/>
        </p:nvSpPr>
        <p:spPr>
          <a:xfrm>
            <a:off x="8747946" y="3470259"/>
            <a:ext cx="488315" cy="492247"/>
          </a:xfrm>
          <a:custGeom>
            <a:avLst/>
            <a:gdLst>
              <a:gd name="connsiteX0" fmla="*/ 362292 w 363216"/>
              <a:gd name="connsiteY0" fmla="*/ 307848 h 366141"/>
              <a:gd name="connsiteX1" fmla="*/ 308983 w 363216"/>
              <a:gd name="connsiteY1" fmla="*/ 216979 h 366141"/>
              <a:gd name="connsiteX2" fmla="*/ 328428 w 363216"/>
              <a:gd name="connsiteY2" fmla="*/ 145161 h 366141"/>
              <a:gd name="connsiteX3" fmla="*/ 183396 w 363216"/>
              <a:gd name="connsiteY3" fmla="*/ 0 h 366141"/>
              <a:gd name="connsiteX4" fmla="*/ 38363 w 363216"/>
              <a:gd name="connsiteY4" fmla="*/ 145161 h 366141"/>
              <a:gd name="connsiteX5" fmla="*/ 55626 w 363216"/>
              <a:gd name="connsiteY5" fmla="*/ 213360 h 366141"/>
              <a:gd name="connsiteX6" fmla="*/ 1464 w 363216"/>
              <a:gd name="connsiteY6" fmla="*/ 307848 h 366141"/>
              <a:gd name="connsiteX7" fmla="*/ 1464 w 363216"/>
              <a:gd name="connsiteY7" fmla="*/ 316706 h 366141"/>
              <a:gd name="connsiteX8" fmla="*/ 9052 w 363216"/>
              <a:gd name="connsiteY8" fmla="*/ 319278 h 366141"/>
              <a:gd name="connsiteX9" fmla="*/ 61223 w 363216"/>
              <a:gd name="connsiteY9" fmla="*/ 310420 h 366141"/>
              <a:gd name="connsiteX10" fmla="*/ 79055 w 363216"/>
              <a:gd name="connsiteY10" fmla="*/ 361093 h 366141"/>
              <a:gd name="connsiteX11" fmla="*/ 85411 w 363216"/>
              <a:gd name="connsiteY11" fmla="*/ 366141 h 366141"/>
              <a:gd name="connsiteX12" fmla="*/ 86644 w 363216"/>
              <a:gd name="connsiteY12" fmla="*/ 366141 h 366141"/>
              <a:gd name="connsiteX13" fmla="*/ 92999 w 363216"/>
              <a:gd name="connsiteY13" fmla="*/ 362331 h 366141"/>
              <a:gd name="connsiteX14" fmla="*/ 140711 w 363216"/>
              <a:gd name="connsiteY14" fmla="*/ 283845 h 366141"/>
              <a:gd name="connsiteX15" fmla="*/ 183301 w 363216"/>
              <a:gd name="connsiteY15" fmla="*/ 290322 h 366141"/>
              <a:gd name="connsiteX16" fmla="*/ 223614 w 363216"/>
              <a:gd name="connsiteY16" fmla="*/ 284417 h 366141"/>
              <a:gd name="connsiteX17" fmla="*/ 269713 w 363216"/>
              <a:gd name="connsiteY17" fmla="*/ 362331 h 366141"/>
              <a:gd name="connsiteX18" fmla="*/ 277302 w 363216"/>
              <a:gd name="connsiteY18" fmla="*/ 366141 h 366141"/>
              <a:gd name="connsiteX19" fmla="*/ 283657 w 363216"/>
              <a:gd name="connsiteY19" fmla="*/ 361093 h 366141"/>
              <a:gd name="connsiteX20" fmla="*/ 302723 w 363216"/>
              <a:gd name="connsiteY20" fmla="*/ 310420 h 366141"/>
              <a:gd name="connsiteX21" fmla="*/ 354703 w 363216"/>
              <a:gd name="connsiteY21" fmla="*/ 319278 h 366141"/>
              <a:gd name="connsiteX22" fmla="*/ 362292 w 363216"/>
              <a:gd name="connsiteY22" fmla="*/ 316706 h 366141"/>
              <a:gd name="connsiteX23" fmla="*/ 362292 w 363216"/>
              <a:gd name="connsiteY23" fmla="*/ 307848 h 366141"/>
              <a:gd name="connsiteX24" fmla="*/ 87877 w 363216"/>
              <a:gd name="connsiteY24" fmla="*/ 340805 h 366141"/>
              <a:gd name="connsiteX25" fmla="*/ 73838 w 363216"/>
              <a:gd name="connsiteY25" fmla="*/ 300228 h 366141"/>
              <a:gd name="connsiteX26" fmla="*/ 64922 w 363216"/>
              <a:gd name="connsiteY26" fmla="*/ 295180 h 366141"/>
              <a:gd name="connsiteX27" fmla="*/ 21668 w 363216"/>
              <a:gd name="connsiteY27" fmla="*/ 301562 h 366141"/>
              <a:gd name="connsiteX28" fmla="*/ 65017 w 363216"/>
              <a:gd name="connsiteY28" fmla="*/ 228505 h 366141"/>
              <a:gd name="connsiteX29" fmla="*/ 125060 w 363216"/>
              <a:gd name="connsiteY29" fmla="*/ 277940 h 366141"/>
              <a:gd name="connsiteX30" fmla="*/ 87877 w 363216"/>
              <a:gd name="connsiteY30" fmla="*/ 340900 h 366141"/>
              <a:gd name="connsiteX31" fmla="*/ 53539 w 363216"/>
              <a:gd name="connsiteY31" fmla="*/ 145161 h 366141"/>
              <a:gd name="connsiteX32" fmla="*/ 183301 w 363216"/>
              <a:gd name="connsiteY32" fmla="*/ 15240 h 366141"/>
              <a:gd name="connsiteX33" fmla="*/ 313062 w 363216"/>
              <a:gd name="connsiteY33" fmla="*/ 145161 h 366141"/>
              <a:gd name="connsiteX34" fmla="*/ 183301 w 363216"/>
              <a:gd name="connsiteY34" fmla="*/ 275082 h 366141"/>
              <a:gd name="connsiteX35" fmla="*/ 53539 w 363216"/>
              <a:gd name="connsiteY35" fmla="*/ 145161 h 366141"/>
              <a:gd name="connsiteX36" fmla="*/ 298834 w 363216"/>
              <a:gd name="connsiteY36" fmla="*/ 295180 h 366141"/>
              <a:gd name="connsiteX37" fmla="*/ 289917 w 363216"/>
              <a:gd name="connsiteY37" fmla="*/ 300228 h 366141"/>
              <a:gd name="connsiteX38" fmla="*/ 274741 w 363216"/>
              <a:gd name="connsiteY38" fmla="*/ 340805 h 366141"/>
              <a:gd name="connsiteX39" fmla="*/ 237937 w 363216"/>
              <a:gd name="connsiteY39" fmla="*/ 279464 h 366141"/>
              <a:gd name="connsiteX40" fmla="*/ 299877 w 363216"/>
              <a:gd name="connsiteY40" fmla="*/ 230886 h 366141"/>
              <a:gd name="connsiteX41" fmla="*/ 340760 w 363216"/>
              <a:gd name="connsiteY41" fmla="*/ 301562 h 366141"/>
              <a:gd name="connsiteX42" fmla="*/ 298929 w 363216"/>
              <a:gd name="connsiteY42" fmla="*/ 295180 h 366141"/>
              <a:gd name="connsiteX43" fmla="*/ 245620 w 363216"/>
              <a:gd name="connsiteY43" fmla="*/ 90392 h 366141"/>
              <a:gd name="connsiteX44" fmla="*/ 246853 w 363216"/>
              <a:gd name="connsiteY44" fmla="*/ 101822 h 366141"/>
              <a:gd name="connsiteX45" fmla="*/ 171918 w 363216"/>
              <a:gd name="connsiteY45" fmla="*/ 197263 h 366141"/>
              <a:gd name="connsiteX46" fmla="*/ 165563 w 363216"/>
              <a:gd name="connsiteY46" fmla="*/ 199835 h 366141"/>
              <a:gd name="connsiteX47" fmla="*/ 160441 w 363216"/>
              <a:gd name="connsiteY47" fmla="*/ 198596 h 366141"/>
              <a:gd name="connsiteX48" fmla="*/ 119748 w 363216"/>
              <a:gd name="connsiteY48" fmla="*/ 157829 h 366141"/>
              <a:gd name="connsiteX49" fmla="*/ 119748 w 363216"/>
              <a:gd name="connsiteY49" fmla="*/ 146399 h 366141"/>
              <a:gd name="connsiteX50" fmla="*/ 129897 w 363216"/>
              <a:gd name="connsiteY50" fmla="*/ 146399 h 366141"/>
              <a:gd name="connsiteX51" fmla="*/ 165468 w 363216"/>
              <a:gd name="connsiteY51" fmla="*/ 180785 h 366141"/>
              <a:gd name="connsiteX52" fmla="*/ 235376 w 363216"/>
              <a:gd name="connsiteY52" fmla="*/ 91726 h 366141"/>
              <a:gd name="connsiteX53" fmla="*/ 245525 w 363216"/>
              <a:gd name="connsiteY53" fmla="*/ 90488 h 36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63216" h="366141">
                <a:moveTo>
                  <a:pt x="362292" y="307848"/>
                </a:moveTo>
                <a:cubicBezTo>
                  <a:pt x="362292" y="307848"/>
                  <a:pt x="362292" y="307848"/>
                  <a:pt x="308983" y="216979"/>
                </a:cubicBezTo>
                <a:cubicBezTo>
                  <a:pt x="321220" y="195644"/>
                  <a:pt x="328428" y="171164"/>
                  <a:pt x="328428" y="145161"/>
                </a:cubicBezTo>
                <a:cubicBezTo>
                  <a:pt x="328428" y="64960"/>
                  <a:pt x="263548" y="0"/>
                  <a:pt x="183396" y="0"/>
                </a:cubicBezTo>
                <a:cubicBezTo>
                  <a:pt x="103243" y="0"/>
                  <a:pt x="38363" y="64960"/>
                  <a:pt x="38363" y="145161"/>
                </a:cubicBezTo>
                <a:cubicBezTo>
                  <a:pt x="38363" y="169640"/>
                  <a:pt x="44623" y="192881"/>
                  <a:pt x="55626" y="213360"/>
                </a:cubicBezTo>
                <a:cubicBezTo>
                  <a:pt x="51832" y="220027"/>
                  <a:pt x="39691" y="241173"/>
                  <a:pt x="1464" y="307848"/>
                </a:cubicBezTo>
                <a:cubicBezTo>
                  <a:pt x="-1097" y="310420"/>
                  <a:pt x="231" y="314230"/>
                  <a:pt x="1464" y="316706"/>
                </a:cubicBezTo>
                <a:cubicBezTo>
                  <a:pt x="2697" y="319278"/>
                  <a:pt x="6586" y="320516"/>
                  <a:pt x="9052" y="319278"/>
                </a:cubicBezTo>
                <a:lnTo>
                  <a:pt x="61223" y="310420"/>
                </a:lnTo>
                <a:lnTo>
                  <a:pt x="79055" y="361093"/>
                </a:lnTo>
                <a:cubicBezTo>
                  <a:pt x="80288" y="363665"/>
                  <a:pt x="82849" y="364903"/>
                  <a:pt x="85411" y="366141"/>
                </a:cubicBezTo>
                <a:lnTo>
                  <a:pt x="86644" y="366141"/>
                </a:lnTo>
                <a:cubicBezTo>
                  <a:pt x="89205" y="366141"/>
                  <a:pt x="91766" y="364903"/>
                  <a:pt x="92999" y="362331"/>
                </a:cubicBezTo>
                <a:cubicBezTo>
                  <a:pt x="92999" y="362331"/>
                  <a:pt x="93094" y="362140"/>
                  <a:pt x="140711" y="283845"/>
                </a:cubicBezTo>
                <a:cubicBezTo>
                  <a:pt x="154180" y="288036"/>
                  <a:pt x="168503" y="290322"/>
                  <a:pt x="183301" y="290322"/>
                </a:cubicBezTo>
                <a:cubicBezTo>
                  <a:pt x="197339" y="290322"/>
                  <a:pt x="210809" y="288227"/>
                  <a:pt x="223614" y="284417"/>
                </a:cubicBezTo>
                <a:cubicBezTo>
                  <a:pt x="228452" y="292608"/>
                  <a:pt x="240308" y="312706"/>
                  <a:pt x="269713" y="362331"/>
                </a:cubicBezTo>
                <a:cubicBezTo>
                  <a:pt x="272274" y="364903"/>
                  <a:pt x="274741" y="366141"/>
                  <a:pt x="277302" y="366141"/>
                </a:cubicBezTo>
                <a:cubicBezTo>
                  <a:pt x="281096" y="364903"/>
                  <a:pt x="282329" y="363569"/>
                  <a:pt x="283657" y="361093"/>
                </a:cubicBezTo>
                <a:lnTo>
                  <a:pt x="302723" y="310420"/>
                </a:lnTo>
                <a:lnTo>
                  <a:pt x="354703" y="319278"/>
                </a:lnTo>
                <a:cubicBezTo>
                  <a:pt x="357264" y="320516"/>
                  <a:pt x="359731" y="319278"/>
                  <a:pt x="362292" y="316706"/>
                </a:cubicBezTo>
                <a:cubicBezTo>
                  <a:pt x="363525" y="314135"/>
                  <a:pt x="363525" y="310325"/>
                  <a:pt x="362292" y="307848"/>
                </a:cubicBezTo>
                <a:close/>
                <a:moveTo>
                  <a:pt x="87877" y="340805"/>
                </a:moveTo>
                <a:lnTo>
                  <a:pt x="73838" y="300228"/>
                </a:lnTo>
                <a:cubicBezTo>
                  <a:pt x="72605" y="296418"/>
                  <a:pt x="68716" y="293846"/>
                  <a:pt x="64922" y="295180"/>
                </a:cubicBezTo>
                <a:lnTo>
                  <a:pt x="21668" y="301562"/>
                </a:lnTo>
                <a:cubicBezTo>
                  <a:pt x="21668" y="301562"/>
                  <a:pt x="21763" y="301371"/>
                  <a:pt x="65017" y="228505"/>
                </a:cubicBezTo>
                <a:cubicBezTo>
                  <a:pt x="80099" y="249936"/>
                  <a:pt x="100872" y="267176"/>
                  <a:pt x="125060" y="277940"/>
                </a:cubicBezTo>
                <a:cubicBezTo>
                  <a:pt x="120033" y="286512"/>
                  <a:pt x="109599" y="304133"/>
                  <a:pt x="87877" y="340900"/>
                </a:cubicBezTo>
                <a:close/>
                <a:moveTo>
                  <a:pt x="53539" y="145161"/>
                </a:moveTo>
                <a:cubicBezTo>
                  <a:pt x="53539" y="72581"/>
                  <a:pt x="112065" y="15240"/>
                  <a:pt x="183301" y="15240"/>
                </a:cubicBezTo>
                <a:cubicBezTo>
                  <a:pt x="254537" y="15240"/>
                  <a:pt x="313062" y="72581"/>
                  <a:pt x="313062" y="145161"/>
                </a:cubicBezTo>
                <a:cubicBezTo>
                  <a:pt x="313062" y="217742"/>
                  <a:pt x="254537" y="275082"/>
                  <a:pt x="183301" y="275082"/>
                </a:cubicBezTo>
                <a:cubicBezTo>
                  <a:pt x="112065" y="275082"/>
                  <a:pt x="53539" y="216503"/>
                  <a:pt x="53539" y="145161"/>
                </a:cubicBezTo>
                <a:close/>
                <a:moveTo>
                  <a:pt x="298834" y="295180"/>
                </a:moveTo>
                <a:cubicBezTo>
                  <a:pt x="295040" y="293942"/>
                  <a:pt x="291245" y="296418"/>
                  <a:pt x="289917" y="300228"/>
                </a:cubicBezTo>
                <a:lnTo>
                  <a:pt x="274741" y="340805"/>
                </a:lnTo>
                <a:cubicBezTo>
                  <a:pt x="274741" y="340805"/>
                  <a:pt x="274646" y="340614"/>
                  <a:pt x="237937" y="279464"/>
                </a:cubicBezTo>
                <a:cubicBezTo>
                  <a:pt x="262789" y="269177"/>
                  <a:pt x="284131" y="252222"/>
                  <a:pt x="299877" y="230886"/>
                </a:cubicBezTo>
                <a:cubicBezTo>
                  <a:pt x="305758" y="241078"/>
                  <a:pt x="317520" y="261366"/>
                  <a:pt x="340760" y="301562"/>
                </a:cubicBezTo>
                <a:lnTo>
                  <a:pt x="298929" y="295180"/>
                </a:lnTo>
                <a:close/>
                <a:moveTo>
                  <a:pt x="245620" y="90392"/>
                </a:moveTo>
                <a:cubicBezTo>
                  <a:pt x="249414" y="92964"/>
                  <a:pt x="249414" y="98012"/>
                  <a:pt x="246853" y="101822"/>
                </a:cubicBezTo>
                <a:lnTo>
                  <a:pt x="171918" y="197263"/>
                </a:lnTo>
                <a:cubicBezTo>
                  <a:pt x="170685" y="198501"/>
                  <a:pt x="168124" y="199835"/>
                  <a:pt x="165563" y="199835"/>
                </a:cubicBezTo>
                <a:cubicBezTo>
                  <a:pt x="163002" y="199835"/>
                  <a:pt x="161769" y="199835"/>
                  <a:pt x="160441" y="198596"/>
                </a:cubicBezTo>
                <a:lnTo>
                  <a:pt x="119748" y="157829"/>
                </a:lnTo>
                <a:cubicBezTo>
                  <a:pt x="117187" y="154019"/>
                  <a:pt x="117187" y="150209"/>
                  <a:pt x="119748" y="146399"/>
                </a:cubicBezTo>
                <a:cubicBezTo>
                  <a:pt x="122309" y="143827"/>
                  <a:pt x="127336" y="143827"/>
                  <a:pt x="129897" y="146399"/>
                </a:cubicBezTo>
                <a:lnTo>
                  <a:pt x="165468" y="180785"/>
                </a:lnTo>
                <a:lnTo>
                  <a:pt x="235376" y="91726"/>
                </a:lnTo>
                <a:cubicBezTo>
                  <a:pt x="237937" y="89154"/>
                  <a:pt x="242964" y="87916"/>
                  <a:pt x="245525" y="9048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8" name="Graphic 173">
            <a:extLst>
              <a:ext uri="{FF2B5EF4-FFF2-40B4-BE49-F238E27FC236}">
                <a16:creationId xmlns:a16="http://schemas.microsoft.com/office/drawing/2014/main" id="{648D6C2A-D70F-B810-BF04-62EE7A5D1E68}"/>
              </a:ext>
            </a:extLst>
          </p:cNvPr>
          <p:cNvSpPr/>
          <p:nvPr/>
        </p:nvSpPr>
        <p:spPr>
          <a:xfrm>
            <a:off x="9519471" y="3470259"/>
            <a:ext cx="488315" cy="492247"/>
          </a:xfrm>
          <a:custGeom>
            <a:avLst/>
            <a:gdLst>
              <a:gd name="connsiteX0" fmla="*/ 362292 w 363216"/>
              <a:gd name="connsiteY0" fmla="*/ 307848 h 366141"/>
              <a:gd name="connsiteX1" fmla="*/ 308983 w 363216"/>
              <a:gd name="connsiteY1" fmla="*/ 216979 h 366141"/>
              <a:gd name="connsiteX2" fmla="*/ 328428 w 363216"/>
              <a:gd name="connsiteY2" fmla="*/ 145161 h 366141"/>
              <a:gd name="connsiteX3" fmla="*/ 183396 w 363216"/>
              <a:gd name="connsiteY3" fmla="*/ 0 h 366141"/>
              <a:gd name="connsiteX4" fmla="*/ 38363 w 363216"/>
              <a:gd name="connsiteY4" fmla="*/ 145161 h 366141"/>
              <a:gd name="connsiteX5" fmla="*/ 55626 w 363216"/>
              <a:gd name="connsiteY5" fmla="*/ 213360 h 366141"/>
              <a:gd name="connsiteX6" fmla="*/ 1464 w 363216"/>
              <a:gd name="connsiteY6" fmla="*/ 307848 h 366141"/>
              <a:gd name="connsiteX7" fmla="*/ 1464 w 363216"/>
              <a:gd name="connsiteY7" fmla="*/ 316706 h 366141"/>
              <a:gd name="connsiteX8" fmla="*/ 9052 w 363216"/>
              <a:gd name="connsiteY8" fmla="*/ 319278 h 366141"/>
              <a:gd name="connsiteX9" fmla="*/ 61223 w 363216"/>
              <a:gd name="connsiteY9" fmla="*/ 310420 h 366141"/>
              <a:gd name="connsiteX10" fmla="*/ 79055 w 363216"/>
              <a:gd name="connsiteY10" fmla="*/ 361093 h 366141"/>
              <a:gd name="connsiteX11" fmla="*/ 85411 w 363216"/>
              <a:gd name="connsiteY11" fmla="*/ 366141 h 366141"/>
              <a:gd name="connsiteX12" fmla="*/ 86644 w 363216"/>
              <a:gd name="connsiteY12" fmla="*/ 366141 h 366141"/>
              <a:gd name="connsiteX13" fmla="*/ 92999 w 363216"/>
              <a:gd name="connsiteY13" fmla="*/ 362331 h 366141"/>
              <a:gd name="connsiteX14" fmla="*/ 140711 w 363216"/>
              <a:gd name="connsiteY14" fmla="*/ 283845 h 366141"/>
              <a:gd name="connsiteX15" fmla="*/ 183301 w 363216"/>
              <a:gd name="connsiteY15" fmla="*/ 290322 h 366141"/>
              <a:gd name="connsiteX16" fmla="*/ 223614 w 363216"/>
              <a:gd name="connsiteY16" fmla="*/ 284417 h 366141"/>
              <a:gd name="connsiteX17" fmla="*/ 269713 w 363216"/>
              <a:gd name="connsiteY17" fmla="*/ 362331 h 366141"/>
              <a:gd name="connsiteX18" fmla="*/ 277302 w 363216"/>
              <a:gd name="connsiteY18" fmla="*/ 366141 h 366141"/>
              <a:gd name="connsiteX19" fmla="*/ 283657 w 363216"/>
              <a:gd name="connsiteY19" fmla="*/ 361093 h 366141"/>
              <a:gd name="connsiteX20" fmla="*/ 302723 w 363216"/>
              <a:gd name="connsiteY20" fmla="*/ 310420 h 366141"/>
              <a:gd name="connsiteX21" fmla="*/ 354703 w 363216"/>
              <a:gd name="connsiteY21" fmla="*/ 319278 h 366141"/>
              <a:gd name="connsiteX22" fmla="*/ 362292 w 363216"/>
              <a:gd name="connsiteY22" fmla="*/ 316706 h 366141"/>
              <a:gd name="connsiteX23" fmla="*/ 362292 w 363216"/>
              <a:gd name="connsiteY23" fmla="*/ 307848 h 366141"/>
              <a:gd name="connsiteX24" fmla="*/ 87877 w 363216"/>
              <a:gd name="connsiteY24" fmla="*/ 340805 h 366141"/>
              <a:gd name="connsiteX25" fmla="*/ 73838 w 363216"/>
              <a:gd name="connsiteY25" fmla="*/ 300228 h 366141"/>
              <a:gd name="connsiteX26" fmla="*/ 64922 w 363216"/>
              <a:gd name="connsiteY26" fmla="*/ 295180 h 366141"/>
              <a:gd name="connsiteX27" fmla="*/ 21668 w 363216"/>
              <a:gd name="connsiteY27" fmla="*/ 301562 h 366141"/>
              <a:gd name="connsiteX28" fmla="*/ 65017 w 363216"/>
              <a:gd name="connsiteY28" fmla="*/ 228505 h 366141"/>
              <a:gd name="connsiteX29" fmla="*/ 125060 w 363216"/>
              <a:gd name="connsiteY29" fmla="*/ 277940 h 366141"/>
              <a:gd name="connsiteX30" fmla="*/ 87877 w 363216"/>
              <a:gd name="connsiteY30" fmla="*/ 340900 h 366141"/>
              <a:gd name="connsiteX31" fmla="*/ 53539 w 363216"/>
              <a:gd name="connsiteY31" fmla="*/ 145161 h 366141"/>
              <a:gd name="connsiteX32" fmla="*/ 183301 w 363216"/>
              <a:gd name="connsiteY32" fmla="*/ 15240 h 366141"/>
              <a:gd name="connsiteX33" fmla="*/ 313062 w 363216"/>
              <a:gd name="connsiteY33" fmla="*/ 145161 h 366141"/>
              <a:gd name="connsiteX34" fmla="*/ 183301 w 363216"/>
              <a:gd name="connsiteY34" fmla="*/ 275082 h 366141"/>
              <a:gd name="connsiteX35" fmla="*/ 53539 w 363216"/>
              <a:gd name="connsiteY35" fmla="*/ 145161 h 366141"/>
              <a:gd name="connsiteX36" fmla="*/ 298834 w 363216"/>
              <a:gd name="connsiteY36" fmla="*/ 295180 h 366141"/>
              <a:gd name="connsiteX37" fmla="*/ 289917 w 363216"/>
              <a:gd name="connsiteY37" fmla="*/ 300228 h 366141"/>
              <a:gd name="connsiteX38" fmla="*/ 274741 w 363216"/>
              <a:gd name="connsiteY38" fmla="*/ 340805 h 366141"/>
              <a:gd name="connsiteX39" fmla="*/ 237937 w 363216"/>
              <a:gd name="connsiteY39" fmla="*/ 279464 h 366141"/>
              <a:gd name="connsiteX40" fmla="*/ 299877 w 363216"/>
              <a:gd name="connsiteY40" fmla="*/ 230886 h 366141"/>
              <a:gd name="connsiteX41" fmla="*/ 340760 w 363216"/>
              <a:gd name="connsiteY41" fmla="*/ 301562 h 366141"/>
              <a:gd name="connsiteX42" fmla="*/ 298929 w 363216"/>
              <a:gd name="connsiteY42" fmla="*/ 295180 h 366141"/>
              <a:gd name="connsiteX43" fmla="*/ 245620 w 363216"/>
              <a:gd name="connsiteY43" fmla="*/ 90392 h 366141"/>
              <a:gd name="connsiteX44" fmla="*/ 246853 w 363216"/>
              <a:gd name="connsiteY44" fmla="*/ 101822 h 366141"/>
              <a:gd name="connsiteX45" fmla="*/ 171918 w 363216"/>
              <a:gd name="connsiteY45" fmla="*/ 197263 h 366141"/>
              <a:gd name="connsiteX46" fmla="*/ 165563 w 363216"/>
              <a:gd name="connsiteY46" fmla="*/ 199835 h 366141"/>
              <a:gd name="connsiteX47" fmla="*/ 160441 w 363216"/>
              <a:gd name="connsiteY47" fmla="*/ 198596 h 366141"/>
              <a:gd name="connsiteX48" fmla="*/ 119748 w 363216"/>
              <a:gd name="connsiteY48" fmla="*/ 157829 h 366141"/>
              <a:gd name="connsiteX49" fmla="*/ 119748 w 363216"/>
              <a:gd name="connsiteY49" fmla="*/ 146399 h 366141"/>
              <a:gd name="connsiteX50" fmla="*/ 129897 w 363216"/>
              <a:gd name="connsiteY50" fmla="*/ 146399 h 366141"/>
              <a:gd name="connsiteX51" fmla="*/ 165468 w 363216"/>
              <a:gd name="connsiteY51" fmla="*/ 180785 h 366141"/>
              <a:gd name="connsiteX52" fmla="*/ 235376 w 363216"/>
              <a:gd name="connsiteY52" fmla="*/ 91726 h 366141"/>
              <a:gd name="connsiteX53" fmla="*/ 245525 w 363216"/>
              <a:gd name="connsiteY53" fmla="*/ 90488 h 36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63216" h="366141">
                <a:moveTo>
                  <a:pt x="362292" y="307848"/>
                </a:moveTo>
                <a:cubicBezTo>
                  <a:pt x="362292" y="307848"/>
                  <a:pt x="362292" y="307848"/>
                  <a:pt x="308983" y="216979"/>
                </a:cubicBezTo>
                <a:cubicBezTo>
                  <a:pt x="321220" y="195644"/>
                  <a:pt x="328428" y="171164"/>
                  <a:pt x="328428" y="145161"/>
                </a:cubicBezTo>
                <a:cubicBezTo>
                  <a:pt x="328428" y="64960"/>
                  <a:pt x="263548" y="0"/>
                  <a:pt x="183396" y="0"/>
                </a:cubicBezTo>
                <a:cubicBezTo>
                  <a:pt x="103243" y="0"/>
                  <a:pt x="38363" y="64960"/>
                  <a:pt x="38363" y="145161"/>
                </a:cubicBezTo>
                <a:cubicBezTo>
                  <a:pt x="38363" y="169640"/>
                  <a:pt x="44623" y="192881"/>
                  <a:pt x="55626" y="213360"/>
                </a:cubicBezTo>
                <a:cubicBezTo>
                  <a:pt x="51832" y="220027"/>
                  <a:pt x="39691" y="241173"/>
                  <a:pt x="1464" y="307848"/>
                </a:cubicBezTo>
                <a:cubicBezTo>
                  <a:pt x="-1097" y="310420"/>
                  <a:pt x="231" y="314230"/>
                  <a:pt x="1464" y="316706"/>
                </a:cubicBezTo>
                <a:cubicBezTo>
                  <a:pt x="2697" y="319278"/>
                  <a:pt x="6586" y="320516"/>
                  <a:pt x="9052" y="319278"/>
                </a:cubicBezTo>
                <a:lnTo>
                  <a:pt x="61223" y="310420"/>
                </a:lnTo>
                <a:lnTo>
                  <a:pt x="79055" y="361093"/>
                </a:lnTo>
                <a:cubicBezTo>
                  <a:pt x="80288" y="363665"/>
                  <a:pt x="82849" y="364903"/>
                  <a:pt x="85411" y="366141"/>
                </a:cubicBezTo>
                <a:lnTo>
                  <a:pt x="86644" y="366141"/>
                </a:lnTo>
                <a:cubicBezTo>
                  <a:pt x="89205" y="366141"/>
                  <a:pt x="91766" y="364903"/>
                  <a:pt x="92999" y="362331"/>
                </a:cubicBezTo>
                <a:cubicBezTo>
                  <a:pt x="92999" y="362331"/>
                  <a:pt x="93094" y="362140"/>
                  <a:pt x="140711" y="283845"/>
                </a:cubicBezTo>
                <a:cubicBezTo>
                  <a:pt x="154180" y="288036"/>
                  <a:pt x="168503" y="290322"/>
                  <a:pt x="183301" y="290322"/>
                </a:cubicBezTo>
                <a:cubicBezTo>
                  <a:pt x="197339" y="290322"/>
                  <a:pt x="210809" y="288227"/>
                  <a:pt x="223614" y="284417"/>
                </a:cubicBezTo>
                <a:cubicBezTo>
                  <a:pt x="228452" y="292608"/>
                  <a:pt x="240308" y="312706"/>
                  <a:pt x="269713" y="362331"/>
                </a:cubicBezTo>
                <a:cubicBezTo>
                  <a:pt x="272274" y="364903"/>
                  <a:pt x="274741" y="366141"/>
                  <a:pt x="277302" y="366141"/>
                </a:cubicBezTo>
                <a:cubicBezTo>
                  <a:pt x="281096" y="364903"/>
                  <a:pt x="282329" y="363569"/>
                  <a:pt x="283657" y="361093"/>
                </a:cubicBezTo>
                <a:lnTo>
                  <a:pt x="302723" y="310420"/>
                </a:lnTo>
                <a:lnTo>
                  <a:pt x="354703" y="319278"/>
                </a:lnTo>
                <a:cubicBezTo>
                  <a:pt x="357264" y="320516"/>
                  <a:pt x="359731" y="319278"/>
                  <a:pt x="362292" y="316706"/>
                </a:cubicBezTo>
                <a:cubicBezTo>
                  <a:pt x="363525" y="314135"/>
                  <a:pt x="363525" y="310325"/>
                  <a:pt x="362292" y="307848"/>
                </a:cubicBezTo>
                <a:close/>
                <a:moveTo>
                  <a:pt x="87877" y="340805"/>
                </a:moveTo>
                <a:lnTo>
                  <a:pt x="73838" y="300228"/>
                </a:lnTo>
                <a:cubicBezTo>
                  <a:pt x="72605" y="296418"/>
                  <a:pt x="68716" y="293846"/>
                  <a:pt x="64922" y="295180"/>
                </a:cubicBezTo>
                <a:lnTo>
                  <a:pt x="21668" y="301562"/>
                </a:lnTo>
                <a:cubicBezTo>
                  <a:pt x="21668" y="301562"/>
                  <a:pt x="21763" y="301371"/>
                  <a:pt x="65017" y="228505"/>
                </a:cubicBezTo>
                <a:cubicBezTo>
                  <a:pt x="80099" y="249936"/>
                  <a:pt x="100872" y="267176"/>
                  <a:pt x="125060" y="277940"/>
                </a:cubicBezTo>
                <a:cubicBezTo>
                  <a:pt x="120033" y="286512"/>
                  <a:pt x="109599" y="304133"/>
                  <a:pt x="87877" y="340900"/>
                </a:cubicBezTo>
                <a:close/>
                <a:moveTo>
                  <a:pt x="53539" y="145161"/>
                </a:moveTo>
                <a:cubicBezTo>
                  <a:pt x="53539" y="72581"/>
                  <a:pt x="112065" y="15240"/>
                  <a:pt x="183301" y="15240"/>
                </a:cubicBezTo>
                <a:cubicBezTo>
                  <a:pt x="254537" y="15240"/>
                  <a:pt x="313062" y="72581"/>
                  <a:pt x="313062" y="145161"/>
                </a:cubicBezTo>
                <a:cubicBezTo>
                  <a:pt x="313062" y="217742"/>
                  <a:pt x="254537" y="275082"/>
                  <a:pt x="183301" y="275082"/>
                </a:cubicBezTo>
                <a:cubicBezTo>
                  <a:pt x="112065" y="275082"/>
                  <a:pt x="53539" y="216503"/>
                  <a:pt x="53539" y="145161"/>
                </a:cubicBezTo>
                <a:close/>
                <a:moveTo>
                  <a:pt x="298834" y="295180"/>
                </a:moveTo>
                <a:cubicBezTo>
                  <a:pt x="295040" y="293942"/>
                  <a:pt x="291245" y="296418"/>
                  <a:pt x="289917" y="300228"/>
                </a:cubicBezTo>
                <a:lnTo>
                  <a:pt x="274741" y="340805"/>
                </a:lnTo>
                <a:cubicBezTo>
                  <a:pt x="274741" y="340805"/>
                  <a:pt x="274646" y="340614"/>
                  <a:pt x="237937" y="279464"/>
                </a:cubicBezTo>
                <a:cubicBezTo>
                  <a:pt x="262789" y="269177"/>
                  <a:pt x="284131" y="252222"/>
                  <a:pt x="299877" y="230886"/>
                </a:cubicBezTo>
                <a:cubicBezTo>
                  <a:pt x="305758" y="241078"/>
                  <a:pt x="317520" y="261366"/>
                  <a:pt x="340760" y="301562"/>
                </a:cubicBezTo>
                <a:lnTo>
                  <a:pt x="298929" y="295180"/>
                </a:lnTo>
                <a:close/>
                <a:moveTo>
                  <a:pt x="245620" y="90392"/>
                </a:moveTo>
                <a:cubicBezTo>
                  <a:pt x="249414" y="92964"/>
                  <a:pt x="249414" y="98012"/>
                  <a:pt x="246853" y="101822"/>
                </a:cubicBezTo>
                <a:lnTo>
                  <a:pt x="171918" y="197263"/>
                </a:lnTo>
                <a:cubicBezTo>
                  <a:pt x="170685" y="198501"/>
                  <a:pt x="168124" y="199835"/>
                  <a:pt x="165563" y="199835"/>
                </a:cubicBezTo>
                <a:cubicBezTo>
                  <a:pt x="163002" y="199835"/>
                  <a:pt x="161769" y="199835"/>
                  <a:pt x="160441" y="198596"/>
                </a:cubicBezTo>
                <a:lnTo>
                  <a:pt x="119748" y="157829"/>
                </a:lnTo>
                <a:cubicBezTo>
                  <a:pt x="117187" y="154019"/>
                  <a:pt x="117187" y="150209"/>
                  <a:pt x="119748" y="146399"/>
                </a:cubicBezTo>
                <a:cubicBezTo>
                  <a:pt x="122309" y="143827"/>
                  <a:pt x="127336" y="143827"/>
                  <a:pt x="129897" y="146399"/>
                </a:cubicBezTo>
                <a:lnTo>
                  <a:pt x="165468" y="180785"/>
                </a:lnTo>
                <a:lnTo>
                  <a:pt x="235376" y="91726"/>
                </a:lnTo>
                <a:cubicBezTo>
                  <a:pt x="237937" y="89154"/>
                  <a:pt x="242964" y="87916"/>
                  <a:pt x="245525" y="9048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1" name="Graphic 179">
            <a:extLst>
              <a:ext uri="{FF2B5EF4-FFF2-40B4-BE49-F238E27FC236}">
                <a16:creationId xmlns:a16="http://schemas.microsoft.com/office/drawing/2014/main" id="{FA35F423-746B-1F9D-AC4D-A14B3C3F0C43}"/>
              </a:ext>
            </a:extLst>
          </p:cNvPr>
          <p:cNvSpPr/>
          <p:nvPr/>
        </p:nvSpPr>
        <p:spPr>
          <a:xfrm>
            <a:off x="10471312" y="2813884"/>
            <a:ext cx="335915" cy="505972"/>
          </a:xfrm>
          <a:custGeom>
            <a:avLst/>
            <a:gdLst>
              <a:gd name="connsiteX0" fmla="*/ 125303 w 250606"/>
              <a:gd name="connsiteY0" fmla="*/ 125825 h 377475"/>
              <a:gd name="connsiteX1" fmla="*/ 0 w 250606"/>
              <a:gd name="connsiteY1" fmla="*/ 251651 h 377475"/>
              <a:gd name="connsiteX2" fmla="*/ 125303 w 250606"/>
              <a:gd name="connsiteY2" fmla="*/ 377476 h 377475"/>
              <a:gd name="connsiteX3" fmla="*/ 250606 w 250606"/>
              <a:gd name="connsiteY3" fmla="*/ 251651 h 377475"/>
              <a:gd name="connsiteX4" fmla="*/ 125303 w 250606"/>
              <a:gd name="connsiteY4" fmla="*/ 125825 h 377475"/>
              <a:gd name="connsiteX5" fmla="*/ 125303 w 250606"/>
              <a:gd name="connsiteY5" fmla="*/ 361760 h 377475"/>
              <a:gd name="connsiteX6" fmla="*/ 15651 w 250606"/>
              <a:gd name="connsiteY6" fmla="*/ 251651 h 377475"/>
              <a:gd name="connsiteX7" fmla="*/ 125303 w 250606"/>
              <a:gd name="connsiteY7" fmla="*/ 141541 h 377475"/>
              <a:gd name="connsiteX8" fmla="*/ 234955 w 250606"/>
              <a:gd name="connsiteY8" fmla="*/ 251651 h 377475"/>
              <a:gd name="connsiteX9" fmla="*/ 125303 w 250606"/>
              <a:gd name="connsiteY9" fmla="*/ 361760 h 377475"/>
              <a:gd name="connsiteX10" fmla="*/ 203369 w 250606"/>
              <a:gd name="connsiteY10" fmla="*/ 225457 h 377475"/>
              <a:gd name="connsiteX11" fmla="*/ 195496 w 250606"/>
              <a:gd name="connsiteY11" fmla="*/ 220218 h 377475"/>
              <a:gd name="connsiteX12" fmla="*/ 153760 w 250606"/>
              <a:gd name="connsiteY12" fmla="*/ 220218 h 377475"/>
              <a:gd name="connsiteX13" fmla="*/ 131564 w 250606"/>
              <a:gd name="connsiteY13" fmla="*/ 178022 h 377475"/>
              <a:gd name="connsiteX14" fmla="*/ 125019 w 250606"/>
              <a:gd name="connsiteY14" fmla="*/ 172784 h 377475"/>
              <a:gd name="connsiteX15" fmla="*/ 118474 w 250606"/>
              <a:gd name="connsiteY15" fmla="*/ 178022 h 377475"/>
              <a:gd name="connsiteX16" fmla="*/ 96278 w 250606"/>
              <a:gd name="connsiteY16" fmla="*/ 220218 h 377475"/>
              <a:gd name="connsiteX17" fmla="*/ 54541 w 250606"/>
              <a:gd name="connsiteY17" fmla="*/ 220218 h 377475"/>
              <a:gd name="connsiteX18" fmla="*/ 46669 w 250606"/>
              <a:gd name="connsiteY18" fmla="*/ 225457 h 377475"/>
              <a:gd name="connsiteX19" fmla="*/ 49324 w 250606"/>
              <a:gd name="connsiteY19" fmla="*/ 234696 h 377475"/>
              <a:gd name="connsiteX20" fmla="*/ 84610 w 250606"/>
              <a:gd name="connsiteY20" fmla="*/ 263652 h 377475"/>
              <a:gd name="connsiteX21" fmla="*/ 70287 w 250606"/>
              <a:gd name="connsiteY21" fmla="*/ 313754 h 377475"/>
              <a:gd name="connsiteX22" fmla="*/ 72943 w 250606"/>
              <a:gd name="connsiteY22" fmla="*/ 321659 h 377475"/>
              <a:gd name="connsiteX23" fmla="*/ 82049 w 250606"/>
              <a:gd name="connsiteY23" fmla="*/ 322993 h 377475"/>
              <a:gd name="connsiteX24" fmla="*/ 125113 w 250606"/>
              <a:gd name="connsiteY24" fmla="*/ 295370 h 377475"/>
              <a:gd name="connsiteX25" fmla="*/ 168178 w 250606"/>
              <a:gd name="connsiteY25" fmla="*/ 322993 h 377475"/>
              <a:gd name="connsiteX26" fmla="*/ 172067 w 250606"/>
              <a:gd name="connsiteY26" fmla="*/ 322993 h 377475"/>
              <a:gd name="connsiteX27" fmla="*/ 177284 w 250606"/>
              <a:gd name="connsiteY27" fmla="*/ 321659 h 377475"/>
              <a:gd name="connsiteX28" fmla="*/ 179940 w 250606"/>
              <a:gd name="connsiteY28" fmla="*/ 313754 h 377475"/>
              <a:gd name="connsiteX29" fmla="*/ 165616 w 250606"/>
              <a:gd name="connsiteY29" fmla="*/ 263652 h 377475"/>
              <a:gd name="connsiteX30" fmla="*/ 200902 w 250606"/>
              <a:gd name="connsiteY30" fmla="*/ 234696 h 377475"/>
              <a:gd name="connsiteX31" fmla="*/ 203558 w 250606"/>
              <a:gd name="connsiteY31" fmla="*/ 225457 h 377475"/>
              <a:gd name="connsiteX32" fmla="*/ 151199 w 250606"/>
              <a:gd name="connsiteY32" fmla="*/ 254413 h 377475"/>
              <a:gd name="connsiteX33" fmla="*/ 148543 w 250606"/>
              <a:gd name="connsiteY33" fmla="*/ 262318 h 377475"/>
              <a:gd name="connsiteX34" fmla="*/ 158977 w 250606"/>
              <a:gd name="connsiteY34" fmla="*/ 297847 h 377475"/>
              <a:gd name="connsiteX35" fmla="*/ 128908 w 250606"/>
              <a:gd name="connsiteY35" fmla="*/ 279368 h 377475"/>
              <a:gd name="connsiteX36" fmla="*/ 125019 w 250606"/>
              <a:gd name="connsiteY36" fmla="*/ 278035 h 377475"/>
              <a:gd name="connsiteX37" fmla="*/ 121130 w 250606"/>
              <a:gd name="connsiteY37" fmla="*/ 279368 h 377475"/>
              <a:gd name="connsiteX38" fmla="*/ 91061 w 250606"/>
              <a:gd name="connsiteY38" fmla="*/ 297847 h 377475"/>
              <a:gd name="connsiteX39" fmla="*/ 101495 w 250606"/>
              <a:gd name="connsiteY39" fmla="*/ 262318 h 377475"/>
              <a:gd name="connsiteX40" fmla="*/ 98839 w 250606"/>
              <a:gd name="connsiteY40" fmla="*/ 254413 h 377475"/>
              <a:gd name="connsiteX41" fmla="*/ 76643 w 250606"/>
              <a:gd name="connsiteY41" fmla="*/ 235934 h 377475"/>
              <a:gd name="connsiteX42" fmla="*/ 101400 w 250606"/>
              <a:gd name="connsiteY42" fmla="*/ 235934 h 377475"/>
              <a:gd name="connsiteX43" fmla="*/ 107945 w 250606"/>
              <a:gd name="connsiteY43" fmla="*/ 231934 h 377475"/>
              <a:gd name="connsiteX44" fmla="*/ 124924 w 250606"/>
              <a:gd name="connsiteY44" fmla="*/ 198977 h 377475"/>
              <a:gd name="connsiteX45" fmla="*/ 141903 w 250606"/>
              <a:gd name="connsiteY45" fmla="*/ 231934 h 377475"/>
              <a:gd name="connsiteX46" fmla="*/ 148448 w 250606"/>
              <a:gd name="connsiteY46" fmla="*/ 235934 h 377475"/>
              <a:gd name="connsiteX47" fmla="*/ 173205 w 250606"/>
              <a:gd name="connsiteY47" fmla="*/ 235934 h 377475"/>
              <a:gd name="connsiteX48" fmla="*/ 151009 w 250606"/>
              <a:gd name="connsiteY48" fmla="*/ 254413 h 377475"/>
              <a:gd name="connsiteX49" fmla="*/ 56439 w 250606"/>
              <a:gd name="connsiteY49" fmla="*/ 120587 h 377475"/>
              <a:gd name="connsiteX50" fmla="*/ 31682 w 250606"/>
              <a:gd name="connsiteY50" fmla="*/ 49816 h 377475"/>
              <a:gd name="connsiteX51" fmla="*/ 31682 w 250606"/>
              <a:gd name="connsiteY51" fmla="*/ 7906 h 377475"/>
              <a:gd name="connsiteX52" fmla="*/ 39460 w 250606"/>
              <a:gd name="connsiteY52" fmla="*/ 0 h 377475"/>
              <a:gd name="connsiteX53" fmla="*/ 227651 w 250606"/>
              <a:gd name="connsiteY53" fmla="*/ 0 h 377475"/>
              <a:gd name="connsiteX54" fmla="*/ 235524 w 250606"/>
              <a:gd name="connsiteY54" fmla="*/ 7906 h 377475"/>
              <a:gd name="connsiteX55" fmla="*/ 235524 w 250606"/>
              <a:gd name="connsiteY55" fmla="*/ 49816 h 377475"/>
              <a:gd name="connsiteX56" fmla="*/ 211906 w 250606"/>
              <a:gd name="connsiteY56" fmla="*/ 120587 h 377475"/>
              <a:gd name="connsiteX57" fmla="*/ 205361 w 250606"/>
              <a:gd name="connsiteY57" fmla="*/ 125825 h 377475"/>
              <a:gd name="connsiteX58" fmla="*/ 202705 w 250606"/>
              <a:gd name="connsiteY58" fmla="*/ 125825 h 377475"/>
              <a:gd name="connsiteX59" fmla="*/ 197488 w 250606"/>
              <a:gd name="connsiteY59" fmla="*/ 116681 h 377475"/>
              <a:gd name="connsiteX60" fmla="*/ 219778 w 250606"/>
              <a:gd name="connsiteY60" fmla="*/ 45910 h 377475"/>
              <a:gd name="connsiteX61" fmla="*/ 219778 w 250606"/>
              <a:gd name="connsiteY61" fmla="*/ 15811 h 377475"/>
              <a:gd name="connsiteX62" fmla="*/ 187907 w 250606"/>
              <a:gd name="connsiteY62" fmla="*/ 15811 h 377475"/>
              <a:gd name="connsiteX63" fmla="*/ 187907 w 250606"/>
              <a:gd name="connsiteY63" fmla="*/ 102965 h 377475"/>
              <a:gd name="connsiteX64" fmla="*/ 179940 w 250606"/>
              <a:gd name="connsiteY64" fmla="*/ 110871 h 377475"/>
              <a:gd name="connsiteX65" fmla="*/ 171972 w 250606"/>
              <a:gd name="connsiteY65" fmla="*/ 102965 h 377475"/>
              <a:gd name="connsiteX66" fmla="*/ 171972 w 250606"/>
              <a:gd name="connsiteY66" fmla="*/ 15811 h 377475"/>
              <a:gd name="connsiteX67" fmla="*/ 141049 w 250606"/>
              <a:gd name="connsiteY67" fmla="*/ 15811 h 377475"/>
              <a:gd name="connsiteX68" fmla="*/ 141049 w 250606"/>
              <a:gd name="connsiteY68" fmla="*/ 102965 h 377475"/>
              <a:gd name="connsiteX69" fmla="*/ 133081 w 250606"/>
              <a:gd name="connsiteY69" fmla="*/ 110871 h 377475"/>
              <a:gd name="connsiteX70" fmla="*/ 125113 w 250606"/>
              <a:gd name="connsiteY70" fmla="*/ 102965 h 377475"/>
              <a:gd name="connsiteX71" fmla="*/ 125113 w 250606"/>
              <a:gd name="connsiteY71" fmla="*/ 15811 h 377475"/>
              <a:gd name="connsiteX72" fmla="*/ 94191 w 250606"/>
              <a:gd name="connsiteY72" fmla="*/ 15811 h 377475"/>
              <a:gd name="connsiteX73" fmla="*/ 94191 w 250606"/>
              <a:gd name="connsiteY73" fmla="*/ 102965 h 377475"/>
              <a:gd name="connsiteX74" fmla="*/ 86223 w 250606"/>
              <a:gd name="connsiteY74" fmla="*/ 110871 h 377475"/>
              <a:gd name="connsiteX75" fmla="*/ 78255 w 250606"/>
              <a:gd name="connsiteY75" fmla="*/ 102965 h 377475"/>
              <a:gd name="connsiteX76" fmla="*/ 78255 w 250606"/>
              <a:gd name="connsiteY76" fmla="*/ 15811 h 377475"/>
              <a:gd name="connsiteX77" fmla="*/ 47143 w 250606"/>
              <a:gd name="connsiteY77" fmla="*/ 15811 h 377475"/>
              <a:gd name="connsiteX78" fmla="*/ 47143 w 250606"/>
              <a:gd name="connsiteY78" fmla="*/ 45910 h 377475"/>
              <a:gd name="connsiteX79" fmla="*/ 70572 w 250606"/>
              <a:gd name="connsiteY79" fmla="*/ 115348 h 377475"/>
              <a:gd name="connsiteX80" fmla="*/ 65355 w 250606"/>
              <a:gd name="connsiteY80" fmla="*/ 125825 h 377475"/>
              <a:gd name="connsiteX81" fmla="*/ 64027 w 250606"/>
              <a:gd name="connsiteY81" fmla="*/ 125825 h 377475"/>
              <a:gd name="connsiteX82" fmla="*/ 56249 w 250606"/>
              <a:gd name="connsiteY82" fmla="*/ 120587 h 377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50606" h="377475">
                <a:moveTo>
                  <a:pt x="125303" y="125825"/>
                </a:moveTo>
                <a:cubicBezTo>
                  <a:pt x="56154" y="125825"/>
                  <a:pt x="0" y="183451"/>
                  <a:pt x="0" y="251651"/>
                </a:cubicBezTo>
                <a:cubicBezTo>
                  <a:pt x="0" y="319849"/>
                  <a:pt x="56154" y="377476"/>
                  <a:pt x="125303" y="377476"/>
                </a:cubicBezTo>
                <a:cubicBezTo>
                  <a:pt x="194452" y="377476"/>
                  <a:pt x="250606" y="321088"/>
                  <a:pt x="250606" y="251651"/>
                </a:cubicBezTo>
                <a:cubicBezTo>
                  <a:pt x="250606" y="182213"/>
                  <a:pt x="194452" y="125825"/>
                  <a:pt x="125303" y="125825"/>
                </a:cubicBezTo>
                <a:close/>
                <a:moveTo>
                  <a:pt x="125303" y="361760"/>
                </a:moveTo>
                <a:cubicBezTo>
                  <a:pt x="65260" y="361760"/>
                  <a:pt x="15651" y="313277"/>
                  <a:pt x="15651" y="251651"/>
                </a:cubicBezTo>
                <a:cubicBezTo>
                  <a:pt x="15651" y="190024"/>
                  <a:pt x="65260" y="141541"/>
                  <a:pt x="125303" y="141541"/>
                </a:cubicBezTo>
                <a:cubicBezTo>
                  <a:pt x="185346" y="141541"/>
                  <a:pt x="234955" y="191357"/>
                  <a:pt x="234955" y="251651"/>
                </a:cubicBezTo>
                <a:cubicBezTo>
                  <a:pt x="234955" y="311944"/>
                  <a:pt x="185346" y="361760"/>
                  <a:pt x="125303" y="361760"/>
                </a:cubicBezTo>
                <a:close/>
                <a:moveTo>
                  <a:pt x="203369" y="225457"/>
                </a:moveTo>
                <a:cubicBezTo>
                  <a:pt x="202041" y="222790"/>
                  <a:pt x="199480" y="220218"/>
                  <a:pt x="195496" y="220218"/>
                </a:cubicBezTo>
                <a:lnTo>
                  <a:pt x="153760" y="220218"/>
                </a:lnTo>
                <a:lnTo>
                  <a:pt x="131564" y="178022"/>
                </a:lnTo>
                <a:cubicBezTo>
                  <a:pt x="130236" y="175355"/>
                  <a:pt x="127675" y="172784"/>
                  <a:pt x="125019" y="172784"/>
                </a:cubicBezTo>
                <a:cubicBezTo>
                  <a:pt x="122363" y="172784"/>
                  <a:pt x="119802" y="175451"/>
                  <a:pt x="118474" y="178022"/>
                </a:cubicBezTo>
                <a:lnTo>
                  <a:pt x="96278" y="220218"/>
                </a:lnTo>
                <a:lnTo>
                  <a:pt x="54541" y="220218"/>
                </a:lnTo>
                <a:cubicBezTo>
                  <a:pt x="50652" y="220218"/>
                  <a:pt x="47996" y="222885"/>
                  <a:pt x="46669" y="225457"/>
                </a:cubicBezTo>
                <a:cubicBezTo>
                  <a:pt x="46669" y="229457"/>
                  <a:pt x="46669" y="233363"/>
                  <a:pt x="49324" y="234696"/>
                </a:cubicBezTo>
                <a:lnTo>
                  <a:pt x="84610" y="263652"/>
                </a:lnTo>
                <a:lnTo>
                  <a:pt x="70287" y="313754"/>
                </a:lnTo>
                <a:cubicBezTo>
                  <a:pt x="70287" y="316420"/>
                  <a:pt x="70287" y="320326"/>
                  <a:pt x="72943" y="321659"/>
                </a:cubicBezTo>
                <a:cubicBezTo>
                  <a:pt x="75599" y="324326"/>
                  <a:pt x="79488" y="324326"/>
                  <a:pt x="82049" y="322993"/>
                </a:cubicBezTo>
                <a:lnTo>
                  <a:pt x="125113" y="295370"/>
                </a:lnTo>
                <a:lnTo>
                  <a:pt x="168178" y="322993"/>
                </a:lnTo>
                <a:lnTo>
                  <a:pt x="172067" y="322993"/>
                </a:lnTo>
                <a:cubicBezTo>
                  <a:pt x="173395" y="322993"/>
                  <a:pt x="175956" y="322993"/>
                  <a:pt x="177284" y="321659"/>
                </a:cubicBezTo>
                <a:cubicBezTo>
                  <a:pt x="179940" y="320326"/>
                  <a:pt x="179940" y="316420"/>
                  <a:pt x="179940" y="313754"/>
                </a:cubicBezTo>
                <a:lnTo>
                  <a:pt x="165616" y="263652"/>
                </a:lnTo>
                <a:lnTo>
                  <a:pt x="200902" y="234696"/>
                </a:lnTo>
                <a:cubicBezTo>
                  <a:pt x="203558" y="233363"/>
                  <a:pt x="204791" y="229457"/>
                  <a:pt x="203558" y="225457"/>
                </a:cubicBezTo>
                <a:close/>
                <a:moveTo>
                  <a:pt x="151199" y="254413"/>
                </a:moveTo>
                <a:cubicBezTo>
                  <a:pt x="148543" y="255746"/>
                  <a:pt x="148543" y="259651"/>
                  <a:pt x="148543" y="262318"/>
                </a:cubicBezTo>
                <a:lnTo>
                  <a:pt x="158977" y="297847"/>
                </a:lnTo>
                <a:lnTo>
                  <a:pt x="128908" y="279368"/>
                </a:lnTo>
                <a:cubicBezTo>
                  <a:pt x="127580" y="278035"/>
                  <a:pt x="126252" y="278035"/>
                  <a:pt x="125019" y="278035"/>
                </a:cubicBezTo>
                <a:cubicBezTo>
                  <a:pt x="123786" y="278035"/>
                  <a:pt x="122363" y="278035"/>
                  <a:pt x="121130" y="279368"/>
                </a:cubicBezTo>
                <a:lnTo>
                  <a:pt x="91061" y="297847"/>
                </a:lnTo>
                <a:lnTo>
                  <a:pt x="101495" y="262318"/>
                </a:lnTo>
                <a:cubicBezTo>
                  <a:pt x="101495" y="259651"/>
                  <a:pt x="101495" y="255746"/>
                  <a:pt x="98839" y="254413"/>
                </a:cubicBezTo>
                <a:lnTo>
                  <a:pt x="76643" y="235934"/>
                </a:lnTo>
                <a:lnTo>
                  <a:pt x="101400" y="235934"/>
                </a:lnTo>
                <a:cubicBezTo>
                  <a:pt x="104056" y="235934"/>
                  <a:pt x="106617" y="234601"/>
                  <a:pt x="107945" y="231934"/>
                </a:cubicBezTo>
                <a:lnTo>
                  <a:pt x="124924" y="198977"/>
                </a:lnTo>
                <a:lnTo>
                  <a:pt x="141903" y="231934"/>
                </a:lnTo>
                <a:cubicBezTo>
                  <a:pt x="143231" y="234601"/>
                  <a:pt x="145792" y="235934"/>
                  <a:pt x="148448" y="235934"/>
                </a:cubicBezTo>
                <a:lnTo>
                  <a:pt x="173205" y="235934"/>
                </a:lnTo>
                <a:lnTo>
                  <a:pt x="151009" y="254413"/>
                </a:lnTo>
                <a:close/>
                <a:moveTo>
                  <a:pt x="56439" y="120587"/>
                </a:moveTo>
                <a:lnTo>
                  <a:pt x="31682" y="49816"/>
                </a:lnTo>
                <a:lnTo>
                  <a:pt x="31682" y="7906"/>
                </a:lnTo>
                <a:cubicBezTo>
                  <a:pt x="31682" y="4001"/>
                  <a:pt x="35571" y="0"/>
                  <a:pt x="39460" y="0"/>
                </a:cubicBezTo>
                <a:lnTo>
                  <a:pt x="227651" y="0"/>
                </a:lnTo>
                <a:cubicBezTo>
                  <a:pt x="232869" y="0"/>
                  <a:pt x="235524" y="3905"/>
                  <a:pt x="235524" y="7906"/>
                </a:cubicBezTo>
                <a:lnTo>
                  <a:pt x="235524" y="49816"/>
                </a:lnTo>
                <a:lnTo>
                  <a:pt x="211906" y="120587"/>
                </a:lnTo>
                <a:cubicBezTo>
                  <a:pt x="211906" y="124492"/>
                  <a:pt x="207922" y="125825"/>
                  <a:pt x="205361" y="125825"/>
                </a:cubicBezTo>
                <a:lnTo>
                  <a:pt x="202705" y="125825"/>
                </a:lnTo>
                <a:cubicBezTo>
                  <a:pt x="198721" y="124492"/>
                  <a:pt x="196160" y="120587"/>
                  <a:pt x="197488" y="116681"/>
                </a:cubicBezTo>
                <a:lnTo>
                  <a:pt x="219778" y="45910"/>
                </a:lnTo>
                <a:lnTo>
                  <a:pt x="219778" y="15811"/>
                </a:lnTo>
                <a:lnTo>
                  <a:pt x="187907" y="15811"/>
                </a:lnTo>
                <a:lnTo>
                  <a:pt x="187907" y="102965"/>
                </a:lnTo>
                <a:cubicBezTo>
                  <a:pt x="187907" y="108204"/>
                  <a:pt x="183923" y="110871"/>
                  <a:pt x="179940" y="110871"/>
                </a:cubicBezTo>
                <a:cubicBezTo>
                  <a:pt x="175956" y="110871"/>
                  <a:pt x="171972" y="108204"/>
                  <a:pt x="171972" y="102965"/>
                </a:cubicBezTo>
                <a:lnTo>
                  <a:pt x="171972" y="15811"/>
                </a:lnTo>
                <a:lnTo>
                  <a:pt x="141049" y="15811"/>
                </a:lnTo>
                <a:lnTo>
                  <a:pt x="141049" y="102965"/>
                </a:lnTo>
                <a:cubicBezTo>
                  <a:pt x="141049" y="108204"/>
                  <a:pt x="137065" y="110871"/>
                  <a:pt x="133081" y="110871"/>
                </a:cubicBezTo>
                <a:cubicBezTo>
                  <a:pt x="129097" y="110871"/>
                  <a:pt x="125113" y="108204"/>
                  <a:pt x="125113" y="102965"/>
                </a:cubicBezTo>
                <a:lnTo>
                  <a:pt x="125113" y="15811"/>
                </a:lnTo>
                <a:lnTo>
                  <a:pt x="94191" y="15811"/>
                </a:lnTo>
                <a:lnTo>
                  <a:pt x="94191" y="102965"/>
                </a:lnTo>
                <a:cubicBezTo>
                  <a:pt x="94191" y="108204"/>
                  <a:pt x="90207" y="110871"/>
                  <a:pt x="86223" y="110871"/>
                </a:cubicBezTo>
                <a:cubicBezTo>
                  <a:pt x="82239" y="110871"/>
                  <a:pt x="78255" y="108204"/>
                  <a:pt x="78255" y="102965"/>
                </a:cubicBezTo>
                <a:lnTo>
                  <a:pt x="78255" y="15811"/>
                </a:lnTo>
                <a:lnTo>
                  <a:pt x="47143" y="15811"/>
                </a:lnTo>
                <a:lnTo>
                  <a:pt x="47143" y="45910"/>
                </a:lnTo>
                <a:lnTo>
                  <a:pt x="70572" y="115348"/>
                </a:lnTo>
                <a:cubicBezTo>
                  <a:pt x="71900" y="120587"/>
                  <a:pt x="70572" y="124492"/>
                  <a:pt x="65355" y="125825"/>
                </a:cubicBezTo>
                <a:lnTo>
                  <a:pt x="64027" y="125825"/>
                </a:lnTo>
                <a:cubicBezTo>
                  <a:pt x="60138" y="125825"/>
                  <a:pt x="57482" y="124492"/>
                  <a:pt x="56249" y="12058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2" name="Graphic 179">
            <a:extLst>
              <a:ext uri="{FF2B5EF4-FFF2-40B4-BE49-F238E27FC236}">
                <a16:creationId xmlns:a16="http://schemas.microsoft.com/office/drawing/2014/main" id="{4089761F-2E02-6468-7E11-82B5E17FDE63}"/>
              </a:ext>
            </a:extLst>
          </p:cNvPr>
          <p:cNvSpPr/>
          <p:nvPr/>
        </p:nvSpPr>
        <p:spPr>
          <a:xfrm>
            <a:off x="11239662" y="2813884"/>
            <a:ext cx="335915" cy="505972"/>
          </a:xfrm>
          <a:custGeom>
            <a:avLst/>
            <a:gdLst>
              <a:gd name="connsiteX0" fmla="*/ 125303 w 250606"/>
              <a:gd name="connsiteY0" fmla="*/ 125825 h 377475"/>
              <a:gd name="connsiteX1" fmla="*/ 0 w 250606"/>
              <a:gd name="connsiteY1" fmla="*/ 251651 h 377475"/>
              <a:gd name="connsiteX2" fmla="*/ 125303 w 250606"/>
              <a:gd name="connsiteY2" fmla="*/ 377476 h 377475"/>
              <a:gd name="connsiteX3" fmla="*/ 250606 w 250606"/>
              <a:gd name="connsiteY3" fmla="*/ 251651 h 377475"/>
              <a:gd name="connsiteX4" fmla="*/ 125303 w 250606"/>
              <a:gd name="connsiteY4" fmla="*/ 125825 h 377475"/>
              <a:gd name="connsiteX5" fmla="*/ 125303 w 250606"/>
              <a:gd name="connsiteY5" fmla="*/ 361760 h 377475"/>
              <a:gd name="connsiteX6" fmla="*/ 15651 w 250606"/>
              <a:gd name="connsiteY6" fmla="*/ 251651 h 377475"/>
              <a:gd name="connsiteX7" fmla="*/ 125303 w 250606"/>
              <a:gd name="connsiteY7" fmla="*/ 141541 h 377475"/>
              <a:gd name="connsiteX8" fmla="*/ 234955 w 250606"/>
              <a:gd name="connsiteY8" fmla="*/ 251651 h 377475"/>
              <a:gd name="connsiteX9" fmla="*/ 125303 w 250606"/>
              <a:gd name="connsiteY9" fmla="*/ 361760 h 377475"/>
              <a:gd name="connsiteX10" fmla="*/ 203369 w 250606"/>
              <a:gd name="connsiteY10" fmla="*/ 225457 h 377475"/>
              <a:gd name="connsiteX11" fmla="*/ 195496 w 250606"/>
              <a:gd name="connsiteY11" fmla="*/ 220218 h 377475"/>
              <a:gd name="connsiteX12" fmla="*/ 153760 w 250606"/>
              <a:gd name="connsiteY12" fmla="*/ 220218 h 377475"/>
              <a:gd name="connsiteX13" fmla="*/ 131564 w 250606"/>
              <a:gd name="connsiteY13" fmla="*/ 178022 h 377475"/>
              <a:gd name="connsiteX14" fmla="*/ 125019 w 250606"/>
              <a:gd name="connsiteY14" fmla="*/ 172784 h 377475"/>
              <a:gd name="connsiteX15" fmla="*/ 118474 w 250606"/>
              <a:gd name="connsiteY15" fmla="*/ 178022 h 377475"/>
              <a:gd name="connsiteX16" fmla="*/ 96278 w 250606"/>
              <a:gd name="connsiteY16" fmla="*/ 220218 h 377475"/>
              <a:gd name="connsiteX17" fmla="*/ 54541 w 250606"/>
              <a:gd name="connsiteY17" fmla="*/ 220218 h 377475"/>
              <a:gd name="connsiteX18" fmla="*/ 46669 w 250606"/>
              <a:gd name="connsiteY18" fmla="*/ 225457 h 377475"/>
              <a:gd name="connsiteX19" fmla="*/ 49324 w 250606"/>
              <a:gd name="connsiteY19" fmla="*/ 234696 h 377475"/>
              <a:gd name="connsiteX20" fmla="*/ 84610 w 250606"/>
              <a:gd name="connsiteY20" fmla="*/ 263652 h 377475"/>
              <a:gd name="connsiteX21" fmla="*/ 70287 w 250606"/>
              <a:gd name="connsiteY21" fmla="*/ 313754 h 377475"/>
              <a:gd name="connsiteX22" fmla="*/ 72943 w 250606"/>
              <a:gd name="connsiteY22" fmla="*/ 321659 h 377475"/>
              <a:gd name="connsiteX23" fmla="*/ 82049 w 250606"/>
              <a:gd name="connsiteY23" fmla="*/ 322993 h 377475"/>
              <a:gd name="connsiteX24" fmla="*/ 125113 w 250606"/>
              <a:gd name="connsiteY24" fmla="*/ 295370 h 377475"/>
              <a:gd name="connsiteX25" fmla="*/ 168178 w 250606"/>
              <a:gd name="connsiteY25" fmla="*/ 322993 h 377475"/>
              <a:gd name="connsiteX26" fmla="*/ 172067 w 250606"/>
              <a:gd name="connsiteY26" fmla="*/ 322993 h 377475"/>
              <a:gd name="connsiteX27" fmla="*/ 177284 w 250606"/>
              <a:gd name="connsiteY27" fmla="*/ 321659 h 377475"/>
              <a:gd name="connsiteX28" fmla="*/ 179940 w 250606"/>
              <a:gd name="connsiteY28" fmla="*/ 313754 h 377475"/>
              <a:gd name="connsiteX29" fmla="*/ 165616 w 250606"/>
              <a:gd name="connsiteY29" fmla="*/ 263652 h 377475"/>
              <a:gd name="connsiteX30" fmla="*/ 200902 w 250606"/>
              <a:gd name="connsiteY30" fmla="*/ 234696 h 377475"/>
              <a:gd name="connsiteX31" fmla="*/ 203558 w 250606"/>
              <a:gd name="connsiteY31" fmla="*/ 225457 h 377475"/>
              <a:gd name="connsiteX32" fmla="*/ 151199 w 250606"/>
              <a:gd name="connsiteY32" fmla="*/ 254413 h 377475"/>
              <a:gd name="connsiteX33" fmla="*/ 148543 w 250606"/>
              <a:gd name="connsiteY33" fmla="*/ 262318 h 377475"/>
              <a:gd name="connsiteX34" fmla="*/ 158977 w 250606"/>
              <a:gd name="connsiteY34" fmla="*/ 297847 h 377475"/>
              <a:gd name="connsiteX35" fmla="*/ 128908 w 250606"/>
              <a:gd name="connsiteY35" fmla="*/ 279368 h 377475"/>
              <a:gd name="connsiteX36" fmla="*/ 125019 w 250606"/>
              <a:gd name="connsiteY36" fmla="*/ 278035 h 377475"/>
              <a:gd name="connsiteX37" fmla="*/ 121130 w 250606"/>
              <a:gd name="connsiteY37" fmla="*/ 279368 h 377475"/>
              <a:gd name="connsiteX38" fmla="*/ 91061 w 250606"/>
              <a:gd name="connsiteY38" fmla="*/ 297847 h 377475"/>
              <a:gd name="connsiteX39" fmla="*/ 101495 w 250606"/>
              <a:gd name="connsiteY39" fmla="*/ 262318 h 377475"/>
              <a:gd name="connsiteX40" fmla="*/ 98839 w 250606"/>
              <a:gd name="connsiteY40" fmla="*/ 254413 h 377475"/>
              <a:gd name="connsiteX41" fmla="*/ 76643 w 250606"/>
              <a:gd name="connsiteY41" fmla="*/ 235934 h 377475"/>
              <a:gd name="connsiteX42" fmla="*/ 101400 w 250606"/>
              <a:gd name="connsiteY42" fmla="*/ 235934 h 377475"/>
              <a:gd name="connsiteX43" fmla="*/ 107945 w 250606"/>
              <a:gd name="connsiteY43" fmla="*/ 231934 h 377475"/>
              <a:gd name="connsiteX44" fmla="*/ 124924 w 250606"/>
              <a:gd name="connsiteY44" fmla="*/ 198977 h 377475"/>
              <a:gd name="connsiteX45" fmla="*/ 141903 w 250606"/>
              <a:gd name="connsiteY45" fmla="*/ 231934 h 377475"/>
              <a:gd name="connsiteX46" fmla="*/ 148448 w 250606"/>
              <a:gd name="connsiteY46" fmla="*/ 235934 h 377475"/>
              <a:gd name="connsiteX47" fmla="*/ 173205 w 250606"/>
              <a:gd name="connsiteY47" fmla="*/ 235934 h 377475"/>
              <a:gd name="connsiteX48" fmla="*/ 151009 w 250606"/>
              <a:gd name="connsiteY48" fmla="*/ 254413 h 377475"/>
              <a:gd name="connsiteX49" fmla="*/ 56439 w 250606"/>
              <a:gd name="connsiteY49" fmla="*/ 120587 h 377475"/>
              <a:gd name="connsiteX50" fmla="*/ 31682 w 250606"/>
              <a:gd name="connsiteY50" fmla="*/ 49816 h 377475"/>
              <a:gd name="connsiteX51" fmla="*/ 31682 w 250606"/>
              <a:gd name="connsiteY51" fmla="*/ 7906 h 377475"/>
              <a:gd name="connsiteX52" fmla="*/ 39460 w 250606"/>
              <a:gd name="connsiteY52" fmla="*/ 0 h 377475"/>
              <a:gd name="connsiteX53" fmla="*/ 227651 w 250606"/>
              <a:gd name="connsiteY53" fmla="*/ 0 h 377475"/>
              <a:gd name="connsiteX54" fmla="*/ 235524 w 250606"/>
              <a:gd name="connsiteY54" fmla="*/ 7906 h 377475"/>
              <a:gd name="connsiteX55" fmla="*/ 235524 w 250606"/>
              <a:gd name="connsiteY55" fmla="*/ 49816 h 377475"/>
              <a:gd name="connsiteX56" fmla="*/ 211906 w 250606"/>
              <a:gd name="connsiteY56" fmla="*/ 120587 h 377475"/>
              <a:gd name="connsiteX57" fmla="*/ 205361 w 250606"/>
              <a:gd name="connsiteY57" fmla="*/ 125825 h 377475"/>
              <a:gd name="connsiteX58" fmla="*/ 202705 w 250606"/>
              <a:gd name="connsiteY58" fmla="*/ 125825 h 377475"/>
              <a:gd name="connsiteX59" fmla="*/ 197488 w 250606"/>
              <a:gd name="connsiteY59" fmla="*/ 116681 h 377475"/>
              <a:gd name="connsiteX60" fmla="*/ 219778 w 250606"/>
              <a:gd name="connsiteY60" fmla="*/ 45910 h 377475"/>
              <a:gd name="connsiteX61" fmla="*/ 219778 w 250606"/>
              <a:gd name="connsiteY61" fmla="*/ 15811 h 377475"/>
              <a:gd name="connsiteX62" fmla="*/ 187907 w 250606"/>
              <a:gd name="connsiteY62" fmla="*/ 15811 h 377475"/>
              <a:gd name="connsiteX63" fmla="*/ 187907 w 250606"/>
              <a:gd name="connsiteY63" fmla="*/ 102965 h 377475"/>
              <a:gd name="connsiteX64" fmla="*/ 179940 w 250606"/>
              <a:gd name="connsiteY64" fmla="*/ 110871 h 377475"/>
              <a:gd name="connsiteX65" fmla="*/ 171972 w 250606"/>
              <a:gd name="connsiteY65" fmla="*/ 102965 h 377475"/>
              <a:gd name="connsiteX66" fmla="*/ 171972 w 250606"/>
              <a:gd name="connsiteY66" fmla="*/ 15811 h 377475"/>
              <a:gd name="connsiteX67" fmla="*/ 141049 w 250606"/>
              <a:gd name="connsiteY67" fmla="*/ 15811 h 377475"/>
              <a:gd name="connsiteX68" fmla="*/ 141049 w 250606"/>
              <a:gd name="connsiteY68" fmla="*/ 102965 h 377475"/>
              <a:gd name="connsiteX69" fmla="*/ 133081 w 250606"/>
              <a:gd name="connsiteY69" fmla="*/ 110871 h 377475"/>
              <a:gd name="connsiteX70" fmla="*/ 125113 w 250606"/>
              <a:gd name="connsiteY70" fmla="*/ 102965 h 377475"/>
              <a:gd name="connsiteX71" fmla="*/ 125113 w 250606"/>
              <a:gd name="connsiteY71" fmla="*/ 15811 h 377475"/>
              <a:gd name="connsiteX72" fmla="*/ 94191 w 250606"/>
              <a:gd name="connsiteY72" fmla="*/ 15811 h 377475"/>
              <a:gd name="connsiteX73" fmla="*/ 94191 w 250606"/>
              <a:gd name="connsiteY73" fmla="*/ 102965 h 377475"/>
              <a:gd name="connsiteX74" fmla="*/ 86223 w 250606"/>
              <a:gd name="connsiteY74" fmla="*/ 110871 h 377475"/>
              <a:gd name="connsiteX75" fmla="*/ 78255 w 250606"/>
              <a:gd name="connsiteY75" fmla="*/ 102965 h 377475"/>
              <a:gd name="connsiteX76" fmla="*/ 78255 w 250606"/>
              <a:gd name="connsiteY76" fmla="*/ 15811 h 377475"/>
              <a:gd name="connsiteX77" fmla="*/ 47143 w 250606"/>
              <a:gd name="connsiteY77" fmla="*/ 15811 h 377475"/>
              <a:gd name="connsiteX78" fmla="*/ 47143 w 250606"/>
              <a:gd name="connsiteY78" fmla="*/ 45910 h 377475"/>
              <a:gd name="connsiteX79" fmla="*/ 70572 w 250606"/>
              <a:gd name="connsiteY79" fmla="*/ 115348 h 377475"/>
              <a:gd name="connsiteX80" fmla="*/ 65355 w 250606"/>
              <a:gd name="connsiteY80" fmla="*/ 125825 h 377475"/>
              <a:gd name="connsiteX81" fmla="*/ 64027 w 250606"/>
              <a:gd name="connsiteY81" fmla="*/ 125825 h 377475"/>
              <a:gd name="connsiteX82" fmla="*/ 56249 w 250606"/>
              <a:gd name="connsiteY82" fmla="*/ 120587 h 377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50606" h="377475">
                <a:moveTo>
                  <a:pt x="125303" y="125825"/>
                </a:moveTo>
                <a:cubicBezTo>
                  <a:pt x="56154" y="125825"/>
                  <a:pt x="0" y="183451"/>
                  <a:pt x="0" y="251651"/>
                </a:cubicBezTo>
                <a:cubicBezTo>
                  <a:pt x="0" y="319849"/>
                  <a:pt x="56154" y="377476"/>
                  <a:pt x="125303" y="377476"/>
                </a:cubicBezTo>
                <a:cubicBezTo>
                  <a:pt x="194452" y="377476"/>
                  <a:pt x="250606" y="321088"/>
                  <a:pt x="250606" y="251651"/>
                </a:cubicBezTo>
                <a:cubicBezTo>
                  <a:pt x="250606" y="182213"/>
                  <a:pt x="194452" y="125825"/>
                  <a:pt x="125303" y="125825"/>
                </a:cubicBezTo>
                <a:close/>
                <a:moveTo>
                  <a:pt x="125303" y="361760"/>
                </a:moveTo>
                <a:cubicBezTo>
                  <a:pt x="65260" y="361760"/>
                  <a:pt x="15651" y="313277"/>
                  <a:pt x="15651" y="251651"/>
                </a:cubicBezTo>
                <a:cubicBezTo>
                  <a:pt x="15651" y="190024"/>
                  <a:pt x="65260" y="141541"/>
                  <a:pt x="125303" y="141541"/>
                </a:cubicBezTo>
                <a:cubicBezTo>
                  <a:pt x="185346" y="141541"/>
                  <a:pt x="234955" y="191357"/>
                  <a:pt x="234955" y="251651"/>
                </a:cubicBezTo>
                <a:cubicBezTo>
                  <a:pt x="234955" y="311944"/>
                  <a:pt x="185346" y="361760"/>
                  <a:pt x="125303" y="361760"/>
                </a:cubicBezTo>
                <a:close/>
                <a:moveTo>
                  <a:pt x="203369" y="225457"/>
                </a:moveTo>
                <a:cubicBezTo>
                  <a:pt x="202041" y="222790"/>
                  <a:pt x="199480" y="220218"/>
                  <a:pt x="195496" y="220218"/>
                </a:cubicBezTo>
                <a:lnTo>
                  <a:pt x="153760" y="220218"/>
                </a:lnTo>
                <a:lnTo>
                  <a:pt x="131564" y="178022"/>
                </a:lnTo>
                <a:cubicBezTo>
                  <a:pt x="130236" y="175355"/>
                  <a:pt x="127675" y="172784"/>
                  <a:pt x="125019" y="172784"/>
                </a:cubicBezTo>
                <a:cubicBezTo>
                  <a:pt x="122363" y="172784"/>
                  <a:pt x="119802" y="175451"/>
                  <a:pt x="118474" y="178022"/>
                </a:cubicBezTo>
                <a:lnTo>
                  <a:pt x="96278" y="220218"/>
                </a:lnTo>
                <a:lnTo>
                  <a:pt x="54541" y="220218"/>
                </a:lnTo>
                <a:cubicBezTo>
                  <a:pt x="50652" y="220218"/>
                  <a:pt x="47996" y="222885"/>
                  <a:pt x="46669" y="225457"/>
                </a:cubicBezTo>
                <a:cubicBezTo>
                  <a:pt x="46669" y="229457"/>
                  <a:pt x="46669" y="233363"/>
                  <a:pt x="49324" y="234696"/>
                </a:cubicBezTo>
                <a:lnTo>
                  <a:pt x="84610" y="263652"/>
                </a:lnTo>
                <a:lnTo>
                  <a:pt x="70287" y="313754"/>
                </a:lnTo>
                <a:cubicBezTo>
                  <a:pt x="70287" y="316420"/>
                  <a:pt x="70287" y="320326"/>
                  <a:pt x="72943" y="321659"/>
                </a:cubicBezTo>
                <a:cubicBezTo>
                  <a:pt x="75599" y="324326"/>
                  <a:pt x="79488" y="324326"/>
                  <a:pt x="82049" y="322993"/>
                </a:cubicBezTo>
                <a:lnTo>
                  <a:pt x="125113" y="295370"/>
                </a:lnTo>
                <a:lnTo>
                  <a:pt x="168178" y="322993"/>
                </a:lnTo>
                <a:lnTo>
                  <a:pt x="172067" y="322993"/>
                </a:lnTo>
                <a:cubicBezTo>
                  <a:pt x="173395" y="322993"/>
                  <a:pt x="175956" y="322993"/>
                  <a:pt x="177284" y="321659"/>
                </a:cubicBezTo>
                <a:cubicBezTo>
                  <a:pt x="179940" y="320326"/>
                  <a:pt x="179940" y="316420"/>
                  <a:pt x="179940" y="313754"/>
                </a:cubicBezTo>
                <a:lnTo>
                  <a:pt x="165616" y="263652"/>
                </a:lnTo>
                <a:lnTo>
                  <a:pt x="200902" y="234696"/>
                </a:lnTo>
                <a:cubicBezTo>
                  <a:pt x="203558" y="233363"/>
                  <a:pt x="204791" y="229457"/>
                  <a:pt x="203558" y="225457"/>
                </a:cubicBezTo>
                <a:close/>
                <a:moveTo>
                  <a:pt x="151199" y="254413"/>
                </a:moveTo>
                <a:cubicBezTo>
                  <a:pt x="148543" y="255746"/>
                  <a:pt x="148543" y="259651"/>
                  <a:pt x="148543" y="262318"/>
                </a:cubicBezTo>
                <a:lnTo>
                  <a:pt x="158977" y="297847"/>
                </a:lnTo>
                <a:lnTo>
                  <a:pt x="128908" y="279368"/>
                </a:lnTo>
                <a:cubicBezTo>
                  <a:pt x="127580" y="278035"/>
                  <a:pt x="126252" y="278035"/>
                  <a:pt x="125019" y="278035"/>
                </a:cubicBezTo>
                <a:cubicBezTo>
                  <a:pt x="123786" y="278035"/>
                  <a:pt x="122363" y="278035"/>
                  <a:pt x="121130" y="279368"/>
                </a:cubicBezTo>
                <a:lnTo>
                  <a:pt x="91061" y="297847"/>
                </a:lnTo>
                <a:lnTo>
                  <a:pt x="101495" y="262318"/>
                </a:lnTo>
                <a:cubicBezTo>
                  <a:pt x="101495" y="259651"/>
                  <a:pt x="101495" y="255746"/>
                  <a:pt x="98839" y="254413"/>
                </a:cubicBezTo>
                <a:lnTo>
                  <a:pt x="76643" y="235934"/>
                </a:lnTo>
                <a:lnTo>
                  <a:pt x="101400" y="235934"/>
                </a:lnTo>
                <a:cubicBezTo>
                  <a:pt x="104056" y="235934"/>
                  <a:pt x="106617" y="234601"/>
                  <a:pt x="107945" y="231934"/>
                </a:cubicBezTo>
                <a:lnTo>
                  <a:pt x="124924" y="198977"/>
                </a:lnTo>
                <a:lnTo>
                  <a:pt x="141903" y="231934"/>
                </a:lnTo>
                <a:cubicBezTo>
                  <a:pt x="143231" y="234601"/>
                  <a:pt x="145792" y="235934"/>
                  <a:pt x="148448" y="235934"/>
                </a:cubicBezTo>
                <a:lnTo>
                  <a:pt x="173205" y="235934"/>
                </a:lnTo>
                <a:lnTo>
                  <a:pt x="151009" y="254413"/>
                </a:lnTo>
                <a:close/>
                <a:moveTo>
                  <a:pt x="56439" y="120587"/>
                </a:moveTo>
                <a:lnTo>
                  <a:pt x="31682" y="49816"/>
                </a:lnTo>
                <a:lnTo>
                  <a:pt x="31682" y="7906"/>
                </a:lnTo>
                <a:cubicBezTo>
                  <a:pt x="31682" y="4001"/>
                  <a:pt x="35571" y="0"/>
                  <a:pt x="39460" y="0"/>
                </a:cubicBezTo>
                <a:lnTo>
                  <a:pt x="227651" y="0"/>
                </a:lnTo>
                <a:cubicBezTo>
                  <a:pt x="232869" y="0"/>
                  <a:pt x="235524" y="3905"/>
                  <a:pt x="235524" y="7906"/>
                </a:cubicBezTo>
                <a:lnTo>
                  <a:pt x="235524" y="49816"/>
                </a:lnTo>
                <a:lnTo>
                  <a:pt x="211906" y="120587"/>
                </a:lnTo>
                <a:cubicBezTo>
                  <a:pt x="211906" y="124492"/>
                  <a:pt x="207922" y="125825"/>
                  <a:pt x="205361" y="125825"/>
                </a:cubicBezTo>
                <a:lnTo>
                  <a:pt x="202705" y="125825"/>
                </a:lnTo>
                <a:cubicBezTo>
                  <a:pt x="198721" y="124492"/>
                  <a:pt x="196160" y="120587"/>
                  <a:pt x="197488" y="116681"/>
                </a:cubicBezTo>
                <a:lnTo>
                  <a:pt x="219778" y="45910"/>
                </a:lnTo>
                <a:lnTo>
                  <a:pt x="219778" y="15811"/>
                </a:lnTo>
                <a:lnTo>
                  <a:pt x="187907" y="15811"/>
                </a:lnTo>
                <a:lnTo>
                  <a:pt x="187907" y="102965"/>
                </a:lnTo>
                <a:cubicBezTo>
                  <a:pt x="187907" y="108204"/>
                  <a:pt x="183923" y="110871"/>
                  <a:pt x="179940" y="110871"/>
                </a:cubicBezTo>
                <a:cubicBezTo>
                  <a:pt x="175956" y="110871"/>
                  <a:pt x="171972" y="108204"/>
                  <a:pt x="171972" y="102965"/>
                </a:cubicBezTo>
                <a:lnTo>
                  <a:pt x="171972" y="15811"/>
                </a:lnTo>
                <a:lnTo>
                  <a:pt x="141049" y="15811"/>
                </a:lnTo>
                <a:lnTo>
                  <a:pt x="141049" y="102965"/>
                </a:lnTo>
                <a:cubicBezTo>
                  <a:pt x="141049" y="108204"/>
                  <a:pt x="137065" y="110871"/>
                  <a:pt x="133081" y="110871"/>
                </a:cubicBezTo>
                <a:cubicBezTo>
                  <a:pt x="129097" y="110871"/>
                  <a:pt x="125113" y="108204"/>
                  <a:pt x="125113" y="102965"/>
                </a:cubicBezTo>
                <a:lnTo>
                  <a:pt x="125113" y="15811"/>
                </a:lnTo>
                <a:lnTo>
                  <a:pt x="94191" y="15811"/>
                </a:lnTo>
                <a:lnTo>
                  <a:pt x="94191" y="102965"/>
                </a:lnTo>
                <a:cubicBezTo>
                  <a:pt x="94191" y="108204"/>
                  <a:pt x="90207" y="110871"/>
                  <a:pt x="86223" y="110871"/>
                </a:cubicBezTo>
                <a:cubicBezTo>
                  <a:pt x="82239" y="110871"/>
                  <a:pt x="78255" y="108204"/>
                  <a:pt x="78255" y="102965"/>
                </a:cubicBezTo>
                <a:lnTo>
                  <a:pt x="78255" y="15811"/>
                </a:lnTo>
                <a:lnTo>
                  <a:pt x="47143" y="15811"/>
                </a:lnTo>
                <a:lnTo>
                  <a:pt x="47143" y="45910"/>
                </a:lnTo>
                <a:lnTo>
                  <a:pt x="70572" y="115348"/>
                </a:lnTo>
                <a:cubicBezTo>
                  <a:pt x="71900" y="120587"/>
                  <a:pt x="70572" y="124492"/>
                  <a:pt x="65355" y="125825"/>
                </a:cubicBezTo>
                <a:lnTo>
                  <a:pt x="64027" y="125825"/>
                </a:lnTo>
                <a:cubicBezTo>
                  <a:pt x="60138" y="125825"/>
                  <a:pt x="57482" y="124492"/>
                  <a:pt x="56249" y="12058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3" name="Graphic 179">
            <a:extLst>
              <a:ext uri="{FF2B5EF4-FFF2-40B4-BE49-F238E27FC236}">
                <a16:creationId xmlns:a16="http://schemas.microsoft.com/office/drawing/2014/main" id="{964E9645-A09C-C920-B9A3-BAE4FECF8A8A}"/>
              </a:ext>
            </a:extLst>
          </p:cNvPr>
          <p:cNvSpPr/>
          <p:nvPr/>
        </p:nvSpPr>
        <p:spPr>
          <a:xfrm>
            <a:off x="10471312" y="3464759"/>
            <a:ext cx="335915" cy="505972"/>
          </a:xfrm>
          <a:custGeom>
            <a:avLst/>
            <a:gdLst>
              <a:gd name="connsiteX0" fmla="*/ 125303 w 250606"/>
              <a:gd name="connsiteY0" fmla="*/ 125825 h 377475"/>
              <a:gd name="connsiteX1" fmla="*/ 0 w 250606"/>
              <a:gd name="connsiteY1" fmla="*/ 251651 h 377475"/>
              <a:gd name="connsiteX2" fmla="*/ 125303 w 250606"/>
              <a:gd name="connsiteY2" fmla="*/ 377476 h 377475"/>
              <a:gd name="connsiteX3" fmla="*/ 250606 w 250606"/>
              <a:gd name="connsiteY3" fmla="*/ 251651 h 377475"/>
              <a:gd name="connsiteX4" fmla="*/ 125303 w 250606"/>
              <a:gd name="connsiteY4" fmla="*/ 125825 h 377475"/>
              <a:gd name="connsiteX5" fmla="*/ 125303 w 250606"/>
              <a:gd name="connsiteY5" fmla="*/ 361760 h 377475"/>
              <a:gd name="connsiteX6" fmla="*/ 15651 w 250606"/>
              <a:gd name="connsiteY6" fmla="*/ 251651 h 377475"/>
              <a:gd name="connsiteX7" fmla="*/ 125303 w 250606"/>
              <a:gd name="connsiteY7" fmla="*/ 141541 h 377475"/>
              <a:gd name="connsiteX8" fmla="*/ 234955 w 250606"/>
              <a:gd name="connsiteY8" fmla="*/ 251651 h 377475"/>
              <a:gd name="connsiteX9" fmla="*/ 125303 w 250606"/>
              <a:gd name="connsiteY9" fmla="*/ 361760 h 377475"/>
              <a:gd name="connsiteX10" fmla="*/ 203369 w 250606"/>
              <a:gd name="connsiteY10" fmla="*/ 225457 h 377475"/>
              <a:gd name="connsiteX11" fmla="*/ 195496 w 250606"/>
              <a:gd name="connsiteY11" fmla="*/ 220218 h 377475"/>
              <a:gd name="connsiteX12" fmla="*/ 153760 w 250606"/>
              <a:gd name="connsiteY12" fmla="*/ 220218 h 377475"/>
              <a:gd name="connsiteX13" fmla="*/ 131564 w 250606"/>
              <a:gd name="connsiteY13" fmla="*/ 178022 h 377475"/>
              <a:gd name="connsiteX14" fmla="*/ 125019 w 250606"/>
              <a:gd name="connsiteY14" fmla="*/ 172784 h 377475"/>
              <a:gd name="connsiteX15" fmla="*/ 118474 w 250606"/>
              <a:gd name="connsiteY15" fmla="*/ 178022 h 377475"/>
              <a:gd name="connsiteX16" fmla="*/ 96278 w 250606"/>
              <a:gd name="connsiteY16" fmla="*/ 220218 h 377475"/>
              <a:gd name="connsiteX17" fmla="*/ 54541 w 250606"/>
              <a:gd name="connsiteY17" fmla="*/ 220218 h 377475"/>
              <a:gd name="connsiteX18" fmla="*/ 46669 w 250606"/>
              <a:gd name="connsiteY18" fmla="*/ 225457 h 377475"/>
              <a:gd name="connsiteX19" fmla="*/ 49324 w 250606"/>
              <a:gd name="connsiteY19" fmla="*/ 234696 h 377475"/>
              <a:gd name="connsiteX20" fmla="*/ 84610 w 250606"/>
              <a:gd name="connsiteY20" fmla="*/ 263652 h 377475"/>
              <a:gd name="connsiteX21" fmla="*/ 70287 w 250606"/>
              <a:gd name="connsiteY21" fmla="*/ 313754 h 377475"/>
              <a:gd name="connsiteX22" fmla="*/ 72943 w 250606"/>
              <a:gd name="connsiteY22" fmla="*/ 321659 h 377475"/>
              <a:gd name="connsiteX23" fmla="*/ 82049 w 250606"/>
              <a:gd name="connsiteY23" fmla="*/ 322993 h 377475"/>
              <a:gd name="connsiteX24" fmla="*/ 125113 w 250606"/>
              <a:gd name="connsiteY24" fmla="*/ 295370 h 377475"/>
              <a:gd name="connsiteX25" fmla="*/ 168178 w 250606"/>
              <a:gd name="connsiteY25" fmla="*/ 322993 h 377475"/>
              <a:gd name="connsiteX26" fmla="*/ 172067 w 250606"/>
              <a:gd name="connsiteY26" fmla="*/ 322993 h 377475"/>
              <a:gd name="connsiteX27" fmla="*/ 177284 w 250606"/>
              <a:gd name="connsiteY27" fmla="*/ 321659 h 377475"/>
              <a:gd name="connsiteX28" fmla="*/ 179940 w 250606"/>
              <a:gd name="connsiteY28" fmla="*/ 313754 h 377475"/>
              <a:gd name="connsiteX29" fmla="*/ 165616 w 250606"/>
              <a:gd name="connsiteY29" fmla="*/ 263652 h 377475"/>
              <a:gd name="connsiteX30" fmla="*/ 200902 w 250606"/>
              <a:gd name="connsiteY30" fmla="*/ 234696 h 377475"/>
              <a:gd name="connsiteX31" fmla="*/ 203558 w 250606"/>
              <a:gd name="connsiteY31" fmla="*/ 225457 h 377475"/>
              <a:gd name="connsiteX32" fmla="*/ 151199 w 250606"/>
              <a:gd name="connsiteY32" fmla="*/ 254413 h 377475"/>
              <a:gd name="connsiteX33" fmla="*/ 148543 w 250606"/>
              <a:gd name="connsiteY33" fmla="*/ 262318 h 377475"/>
              <a:gd name="connsiteX34" fmla="*/ 158977 w 250606"/>
              <a:gd name="connsiteY34" fmla="*/ 297847 h 377475"/>
              <a:gd name="connsiteX35" fmla="*/ 128908 w 250606"/>
              <a:gd name="connsiteY35" fmla="*/ 279368 h 377475"/>
              <a:gd name="connsiteX36" fmla="*/ 125019 w 250606"/>
              <a:gd name="connsiteY36" fmla="*/ 278035 h 377475"/>
              <a:gd name="connsiteX37" fmla="*/ 121130 w 250606"/>
              <a:gd name="connsiteY37" fmla="*/ 279368 h 377475"/>
              <a:gd name="connsiteX38" fmla="*/ 91061 w 250606"/>
              <a:gd name="connsiteY38" fmla="*/ 297847 h 377475"/>
              <a:gd name="connsiteX39" fmla="*/ 101495 w 250606"/>
              <a:gd name="connsiteY39" fmla="*/ 262318 h 377475"/>
              <a:gd name="connsiteX40" fmla="*/ 98839 w 250606"/>
              <a:gd name="connsiteY40" fmla="*/ 254413 h 377475"/>
              <a:gd name="connsiteX41" fmla="*/ 76643 w 250606"/>
              <a:gd name="connsiteY41" fmla="*/ 235934 h 377475"/>
              <a:gd name="connsiteX42" fmla="*/ 101400 w 250606"/>
              <a:gd name="connsiteY42" fmla="*/ 235934 h 377475"/>
              <a:gd name="connsiteX43" fmla="*/ 107945 w 250606"/>
              <a:gd name="connsiteY43" fmla="*/ 231934 h 377475"/>
              <a:gd name="connsiteX44" fmla="*/ 124924 w 250606"/>
              <a:gd name="connsiteY44" fmla="*/ 198977 h 377475"/>
              <a:gd name="connsiteX45" fmla="*/ 141903 w 250606"/>
              <a:gd name="connsiteY45" fmla="*/ 231934 h 377475"/>
              <a:gd name="connsiteX46" fmla="*/ 148448 w 250606"/>
              <a:gd name="connsiteY46" fmla="*/ 235934 h 377475"/>
              <a:gd name="connsiteX47" fmla="*/ 173205 w 250606"/>
              <a:gd name="connsiteY47" fmla="*/ 235934 h 377475"/>
              <a:gd name="connsiteX48" fmla="*/ 151009 w 250606"/>
              <a:gd name="connsiteY48" fmla="*/ 254413 h 377475"/>
              <a:gd name="connsiteX49" fmla="*/ 56439 w 250606"/>
              <a:gd name="connsiteY49" fmla="*/ 120587 h 377475"/>
              <a:gd name="connsiteX50" fmla="*/ 31682 w 250606"/>
              <a:gd name="connsiteY50" fmla="*/ 49816 h 377475"/>
              <a:gd name="connsiteX51" fmla="*/ 31682 w 250606"/>
              <a:gd name="connsiteY51" fmla="*/ 7906 h 377475"/>
              <a:gd name="connsiteX52" fmla="*/ 39460 w 250606"/>
              <a:gd name="connsiteY52" fmla="*/ 0 h 377475"/>
              <a:gd name="connsiteX53" fmla="*/ 227651 w 250606"/>
              <a:gd name="connsiteY53" fmla="*/ 0 h 377475"/>
              <a:gd name="connsiteX54" fmla="*/ 235524 w 250606"/>
              <a:gd name="connsiteY54" fmla="*/ 7906 h 377475"/>
              <a:gd name="connsiteX55" fmla="*/ 235524 w 250606"/>
              <a:gd name="connsiteY55" fmla="*/ 49816 h 377475"/>
              <a:gd name="connsiteX56" fmla="*/ 211906 w 250606"/>
              <a:gd name="connsiteY56" fmla="*/ 120587 h 377475"/>
              <a:gd name="connsiteX57" fmla="*/ 205361 w 250606"/>
              <a:gd name="connsiteY57" fmla="*/ 125825 h 377475"/>
              <a:gd name="connsiteX58" fmla="*/ 202705 w 250606"/>
              <a:gd name="connsiteY58" fmla="*/ 125825 h 377475"/>
              <a:gd name="connsiteX59" fmla="*/ 197488 w 250606"/>
              <a:gd name="connsiteY59" fmla="*/ 116681 h 377475"/>
              <a:gd name="connsiteX60" fmla="*/ 219778 w 250606"/>
              <a:gd name="connsiteY60" fmla="*/ 45910 h 377475"/>
              <a:gd name="connsiteX61" fmla="*/ 219778 w 250606"/>
              <a:gd name="connsiteY61" fmla="*/ 15811 h 377475"/>
              <a:gd name="connsiteX62" fmla="*/ 187907 w 250606"/>
              <a:gd name="connsiteY62" fmla="*/ 15811 h 377475"/>
              <a:gd name="connsiteX63" fmla="*/ 187907 w 250606"/>
              <a:gd name="connsiteY63" fmla="*/ 102965 h 377475"/>
              <a:gd name="connsiteX64" fmla="*/ 179940 w 250606"/>
              <a:gd name="connsiteY64" fmla="*/ 110871 h 377475"/>
              <a:gd name="connsiteX65" fmla="*/ 171972 w 250606"/>
              <a:gd name="connsiteY65" fmla="*/ 102965 h 377475"/>
              <a:gd name="connsiteX66" fmla="*/ 171972 w 250606"/>
              <a:gd name="connsiteY66" fmla="*/ 15811 h 377475"/>
              <a:gd name="connsiteX67" fmla="*/ 141049 w 250606"/>
              <a:gd name="connsiteY67" fmla="*/ 15811 h 377475"/>
              <a:gd name="connsiteX68" fmla="*/ 141049 w 250606"/>
              <a:gd name="connsiteY68" fmla="*/ 102965 h 377475"/>
              <a:gd name="connsiteX69" fmla="*/ 133081 w 250606"/>
              <a:gd name="connsiteY69" fmla="*/ 110871 h 377475"/>
              <a:gd name="connsiteX70" fmla="*/ 125113 w 250606"/>
              <a:gd name="connsiteY70" fmla="*/ 102965 h 377475"/>
              <a:gd name="connsiteX71" fmla="*/ 125113 w 250606"/>
              <a:gd name="connsiteY71" fmla="*/ 15811 h 377475"/>
              <a:gd name="connsiteX72" fmla="*/ 94191 w 250606"/>
              <a:gd name="connsiteY72" fmla="*/ 15811 h 377475"/>
              <a:gd name="connsiteX73" fmla="*/ 94191 w 250606"/>
              <a:gd name="connsiteY73" fmla="*/ 102965 h 377475"/>
              <a:gd name="connsiteX74" fmla="*/ 86223 w 250606"/>
              <a:gd name="connsiteY74" fmla="*/ 110871 h 377475"/>
              <a:gd name="connsiteX75" fmla="*/ 78255 w 250606"/>
              <a:gd name="connsiteY75" fmla="*/ 102965 h 377475"/>
              <a:gd name="connsiteX76" fmla="*/ 78255 w 250606"/>
              <a:gd name="connsiteY76" fmla="*/ 15811 h 377475"/>
              <a:gd name="connsiteX77" fmla="*/ 47143 w 250606"/>
              <a:gd name="connsiteY77" fmla="*/ 15811 h 377475"/>
              <a:gd name="connsiteX78" fmla="*/ 47143 w 250606"/>
              <a:gd name="connsiteY78" fmla="*/ 45910 h 377475"/>
              <a:gd name="connsiteX79" fmla="*/ 70572 w 250606"/>
              <a:gd name="connsiteY79" fmla="*/ 115348 h 377475"/>
              <a:gd name="connsiteX80" fmla="*/ 65355 w 250606"/>
              <a:gd name="connsiteY80" fmla="*/ 125825 h 377475"/>
              <a:gd name="connsiteX81" fmla="*/ 64027 w 250606"/>
              <a:gd name="connsiteY81" fmla="*/ 125825 h 377475"/>
              <a:gd name="connsiteX82" fmla="*/ 56249 w 250606"/>
              <a:gd name="connsiteY82" fmla="*/ 120587 h 377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50606" h="377475">
                <a:moveTo>
                  <a:pt x="125303" y="125825"/>
                </a:moveTo>
                <a:cubicBezTo>
                  <a:pt x="56154" y="125825"/>
                  <a:pt x="0" y="183451"/>
                  <a:pt x="0" y="251651"/>
                </a:cubicBezTo>
                <a:cubicBezTo>
                  <a:pt x="0" y="319849"/>
                  <a:pt x="56154" y="377476"/>
                  <a:pt x="125303" y="377476"/>
                </a:cubicBezTo>
                <a:cubicBezTo>
                  <a:pt x="194452" y="377476"/>
                  <a:pt x="250606" y="321088"/>
                  <a:pt x="250606" y="251651"/>
                </a:cubicBezTo>
                <a:cubicBezTo>
                  <a:pt x="250606" y="182213"/>
                  <a:pt x="194452" y="125825"/>
                  <a:pt x="125303" y="125825"/>
                </a:cubicBezTo>
                <a:close/>
                <a:moveTo>
                  <a:pt x="125303" y="361760"/>
                </a:moveTo>
                <a:cubicBezTo>
                  <a:pt x="65260" y="361760"/>
                  <a:pt x="15651" y="313277"/>
                  <a:pt x="15651" y="251651"/>
                </a:cubicBezTo>
                <a:cubicBezTo>
                  <a:pt x="15651" y="190024"/>
                  <a:pt x="65260" y="141541"/>
                  <a:pt x="125303" y="141541"/>
                </a:cubicBezTo>
                <a:cubicBezTo>
                  <a:pt x="185346" y="141541"/>
                  <a:pt x="234955" y="191357"/>
                  <a:pt x="234955" y="251651"/>
                </a:cubicBezTo>
                <a:cubicBezTo>
                  <a:pt x="234955" y="311944"/>
                  <a:pt x="185346" y="361760"/>
                  <a:pt x="125303" y="361760"/>
                </a:cubicBezTo>
                <a:close/>
                <a:moveTo>
                  <a:pt x="203369" y="225457"/>
                </a:moveTo>
                <a:cubicBezTo>
                  <a:pt x="202041" y="222790"/>
                  <a:pt x="199480" y="220218"/>
                  <a:pt x="195496" y="220218"/>
                </a:cubicBezTo>
                <a:lnTo>
                  <a:pt x="153760" y="220218"/>
                </a:lnTo>
                <a:lnTo>
                  <a:pt x="131564" y="178022"/>
                </a:lnTo>
                <a:cubicBezTo>
                  <a:pt x="130236" y="175355"/>
                  <a:pt x="127675" y="172784"/>
                  <a:pt x="125019" y="172784"/>
                </a:cubicBezTo>
                <a:cubicBezTo>
                  <a:pt x="122363" y="172784"/>
                  <a:pt x="119802" y="175451"/>
                  <a:pt x="118474" y="178022"/>
                </a:cubicBezTo>
                <a:lnTo>
                  <a:pt x="96278" y="220218"/>
                </a:lnTo>
                <a:lnTo>
                  <a:pt x="54541" y="220218"/>
                </a:lnTo>
                <a:cubicBezTo>
                  <a:pt x="50652" y="220218"/>
                  <a:pt x="47996" y="222885"/>
                  <a:pt x="46669" y="225457"/>
                </a:cubicBezTo>
                <a:cubicBezTo>
                  <a:pt x="46669" y="229457"/>
                  <a:pt x="46669" y="233363"/>
                  <a:pt x="49324" y="234696"/>
                </a:cubicBezTo>
                <a:lnTo>
                  <a:pt x="84610" y="263652"/>
                </a:lnTo>
                <a:lnTo>
                  <a:pt x="70287" y="313754"/>
                </a:lnTo>
                <a:cubicBezTo>
                  <a:pt x="70287" y="316420"/>
                  <a:pt x="70287" y="320326"/>
                  <a:pt x="72943" y="321659"/>
                </a:cubicBezTo>
                <a:cubicBezTo>
                  <a:pt x="75599" y="324326"/>
                  <a:pt x="79488" y="324326"/>
                  <a:pt x="82049" y="322993"/>
                </a:cubicBezTo>
                <a:lnTo>
                  <a:pt x="125113" y="295370"/>
                </a:lnTo>
                <a:lnTo>
                  <a:pt x="168178" y="322993"/>
                </a:lnTo>
                <a:lnTo>
                  <a:pt x="172067" y="322993"/>
                </a:lnTo>
                <a:cubicBezTo>
                  <a:pt x="173395" y="322993"/>
                  <a:pt x="175956" y="322993"/>
                  <a:pt x="177284" y="321659"/>
                </a:cubicBezTo>
                <a:cubicBezTo>
                  <a:pt x="179940" y="320326"/>
                  <a:pt x="179940" y="316420"/>
                  <a:pt x="179940" y="313754"/>
                </a:cubicBezTo>
                <a:lnTo>
                  <a:pt x="165616" y="263652"/>
                </a:lnTo>
                <a:lnTo>
                  <a:pt x="200902" y="234696"/>
                </a:lnTo>
                <a:cubicBezTo>
                  <a:pt x="203558" y="233363"/>
                  <a:pt x="204791" y="229457"/>
                  <a:pt x="203558" y="225457"/>
                </a:cubicBezTo>
                <a:close/>
                <a:moveTo>
                  <a:pt x="151199" y="254413"/>
                </a:moveTo>
                <a:cubicBezTo>
                  <a:pt x="148543" y="255746"/>
                  <a:pt x="148543" y="259651"/>
                  <a:pt x="148543" y="262318"/>
                </a:cubicBezTo>
                <a:lnTo>
                  <a:pt x="158977" y="297847"/>
                </a:lnTo>
                <a:lnTo>
                  <a:pt x="128908" y="279368"/>
                </a:lnTo>
                <a:cubicBezTo>
                  <a:pt x="127580" y="278035"/>
                  <a:pt x="126252" y="278035"/>
                  <a:pt x="125019" y="278035"/>
                </a:cubicBezTo>
                <a:cubicBezTo>
                  <a:pt x="123786" y="278035"/>
                  <a:pt x="122363" y="278035"/>
                  <a:pt x="121130" y="279368"/>
                </a:cubicBezTo>
                <a:lnTo>
                  <a:pt x="91061" y="297847"/>
                </a:lnTo>
                <a:lnTo>
                  <a:pt x="101495" y="262318"/>
                </a:lnTo>
                <a:cubicBezTo>
                  <a:pt x="101495" y="259651"/>
                  <a:pt x="101495" y="255746"/>
                  <a:pt x="98839" y="254413"/>
                </a:cubicBezTo>
                <a:lnTo>
                  <a:pt x="76643" y="235934"/>
                </a:lnTo>
                <a:lnTo>
                  <a:pt x="101400" y="235934"/>
                </a:lnTo>
                <a:cubicBezTo>
                  <a:pt x="104056" y="235934"/>
                  <a:pt x="106617" y="234601"/>
                  <a:pt x="107945" y="231934"/>
                </a:cubicBezTo>
                <a:lnTo>
                  <a:pt x="124924" y="198977"/>
                </a:lnTo>
                <a:lnTo>
                  <a:pt x="141903" y="231934"/>
                </a:lnTo>
                <a:cubicBezTo>
                  <a:pt x="143231" y="234601"/>
                  <a:pt x="145792" y="235934"/>
                  <a:pt x="148448" y="235934"/>
                </a:cubicBezTo>
                <a:lnTo>
                  <a:pt x="173205" y="235934"/>
                </a:lnTo>
                <a:lnTo>
                  <a:pt x="151009" y="254413"/>
                </a:lnTo>
                <a:close/>
                <a:moveTo>
                  <a:pt x="56439" y="120587"/>
                </a:moveTo>
                <a:lnTo>
                  <a:pt x="31682" y="49816"/>
                </a:lnTo>
                <a:lnTo>
                  <a:pt x="31682" y="7906"/>
                </a:lnTo>
                <a:cubicBezTo>
                  <a:pt x="31682" y="4001"/>
                  <a:pt x="35571" y="0"/>
                  <a:pt x="39460" y="0"/>
                </a:cubicBezTo>
                <a:lnTo>
                  <a:pt x="227651" y="0"/>
                </a:lnTo>
                <a:cubicBezTo>
                  <a:pt x="232869" y="0"/>
                  <a:pt x="235524" y="3905"/>
                  <a:pt x="235524" y="7906"/>
                </a:cubicBezTo>
                <a:lnTo>
                  <a:pt x="235524" y="49816"/>
                </a:lnTo>
                <a:lnTo>
                  <a:pt x="211906" y="120587"/>
                </a:lnTo>
                <a:cubicBezTo>
                  <a:pt x="211906" y="124492"/>
                  <a:pt x="207922" y="125825"/>
                  <a:pt x="205361" y="125825"/>
                </a:cubicBezTo>
                <a:lnTo>
                  <a:pt x="202705" y="125825"/>
                </a:lnTo>
                <a:cubicBezTo>
                  <a:pt x="198721" y="124492"/>
                  <a:pt x="196160" y="120587"/>
                  <a:pt x="197488" y="116681"/>
                </a:cubicBezTo>
                <a:lnTo>
                  <a:pt x="219778" y="45910"/>
                </a:lnTo>
                <a:lnTo>
                  <a:pt x="219778" y="15811"/>
                </a:lnTo>
                <a:lnTo>
                  <a:pt x="187907" y="15811"/>
                </a:lnTo>
                <a:lnTo>
                  <a:pt x="187907" y="102965"/>
                </a:lnTo>
                <a:cubicBezTo>
                  <a:pt x="187907" y="108204"/>
                  <a:pt x="183923" y="110871"/>
                  <a:pt x="179940" y="110871"/>
                </a:cubicBezTo>
                <a:cubicBezTo>
                  <a:pt x="175956" y="110871"/>
                  <a:pt x="171972" y="108204"/>
                  <a:pt x="171972" y="102965"/>
                </a:cubicBezTo>
                <a:lnTo>
                  <a:pt x="171972" y="15811"/>
                </a:lnTo>
                <a:lnTo>
                  <a:pt x="141049" y="15811"/>
                </a:lnTo>
                <a:lnTo>
                  <a:pt x="141049" y="102965"/>
                </a:lnTo>
                <a:cubicBezTo>
                  <a:pt x="141049" y="108204"/>
                  <a:pt x="137065" y="110871"/>
                  <a:pt x="133081" y="110871"/>
                </a:cubicBezTo>
                <a:cubicBezTo>
                  <a:pt x="129097" y="110871"/>
                  <a:pt x="125113" y="108204"/>
                  <a:pt x="125113" y="102965"/>
                </a:cubicBezTo>
                <a:lnTo>
                  <a:pt x="125113" y="15811"/>
                </a:lnTo>
                <a:lnTo>
                  <a:pt x="94191" y="15811"/>
                </a:lnTo>
                <a:lnTo>
                  <a:pt x="94191" y="102965"/>
                </a:lnTo>
                <a:cubicBezTo>
                  <a:pt x="94191" y="108204"/>
                  <a:pt x="90207" y="110871"/>
                  <a:pt x="86223" y="110871"/>
                </a:cubicBezTo>
                <a:cubicBezTo>
                  <a:pt x="82239" y="110871"/>
                  <a:pt x="78255" y="108204"/>
                  <a:pt x="78255" y="102965"/>
                </a:cubicBezTo>
                <a:lnTo>
                  <a:pt x="78255" y="15811"/>
                </a:lnTo>
                <a:lnTo>
                  <a:pt x="47143" y="15811"/>
                </a:lnTo>
                <a:lnTo>
                  <a:pt x="47143" y="45910"/>
                </a:lnTo>
                <a:lnTo>
                  <a:pt x="70572" y="115348"/>
                </a:lnTo>
                <a:cubicBezTo>
                  <a:pt x="71900" y="120587"/>
                  <a:pt x="70572" y="124492"/>
                  <a:pt x="65355" y="125825"/>
                </a:cubicBezTo>
                <a:lnTo>
                  <a:pt x="64027" y="125825"/>
                </a:lnTo>
                <a:cubicBezTo>
                  <a:pt x="60138" y="125825"/>
                  <a:pt x="57482" y="124492"/>
                  <a:pt x="56249" y="12058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4" name="Graphic 179">
            <a:extLst>
              <a:ext uri="{FF2B5EF4-FFF2-40B4-BE49-F238E27FC236}">
                <a16:creationId xmlns:a16="http://schemas.microsoft.com/office/drawing/2014/main" id="{82D38F0D-7989-7967-D358-6EC0648C62E9}"/>
              </a:ext>
            </a:extLst>
          </p:cNvPr>
          <p:cNvSpPr/>
          <p:nvPr/>
        </p:nvSpPr>
        <p:spPr>
          <a:xfrm>
            <a:off x="11239662" y="3464759"/>
            <a:ext cx="335915" cy="505972"/>
          </a:xfrm>
          <a:custGeom>
            <a:avLst/>
            <a:gdLst>
              <a:gd name="connsiteX0" fmla="*/ 125303 w 250606"/>
              <a:gd name="connsiteY0" fmla="*/ 125825 h 377475"/>
              <a:gd name="connsiteX1" fmla="*/ 0 w 250606"/>
              <a:gd name="connsiteY1" fmla="*/ 251651 h 377475"/>
              <a:gd name="connsiteX2" fmla="*/ 125303 w 250606"/>
              <a:gd name="connsiteY2" fmla="*/ 377476 h 377475"/>
              <a:gd name="connsiteX3" fmla="*/ 250606 w 250606"/>
              <a:gd name="connsiteY3" fmla="*/ 251651 h 377475"/>
              <a:gd name="connsiteX4" fmla="*/ 125303 w 250606"/>
              <a:gd name="connsiteY4" fmla="*/ 125825 h 377475"/>
              <a:gd name="connsiteX5" fmla="*/ 125303 w 250606"/>
              <a:gd name="connsiteY5" fmla="*/ 361760 h 377475"/>
              <a:gd name="connsiteX6" fmla="*/ 15651 w 250606"/>
              <a:gd name="connsiteY6" fmla="*/ 251651 h 377475"/>
              <a:gd name="connsiteX7" fmla="*/ 125303 w 250606"/>
              <a:gd name="connsiteY7" fmla="*/ 141541 h 377475"/>
              <a:gd name="connsiteX8" fmla="*/ 234955 w 250606"/>
              <a:gd name="connsiteY8" fmla="*/ 251651 h 377475"/>
              <a:gd name="connsiteX9" fmla="*/ 125303 w 250606"/>
              <a:gd name="connsiteY9" fmla="*/ 361760 h 377475"/>
              <a:gd name="connsiteX10" fmla="*/ 203369 w 250606"/>
              <a:gd name="connsiteY10" fmla="*/ 225457 h 377475"/>
              <a:gd name="connsiteX11" fmla="*/ 195496 w 250606"/>
              <a:gd name="connsiteY11" fmla="*/ 220218 h 377475"/>
              <a:gd name="connsiteX12" fmla="*/ 153760 w 250606"/>
              <a:gd name="connsiteY12" fmla="*/ 220218 h 377475"/>
              <a:gd name="connsiteX13" fmla="*/ 131564 w 250606"/>
              <a:gd name="connsiteY13" fmla="*/ 178022 h 377475"/>
              <a:gd name="connsiteX14" fmla="*/ 125019 w 250606"/>
              <a:gd name="connsiteY14" fmla="*/ 172784 h 377475"/>
              <a:gd name="connsiteX15" fmla="*/ 118474 w 250606"/>
              <a:gd name="connsiteY15" fmla="*/ 178022 h 377475"/>
              <a:gd name="connsiteX16" fmla="*/ 96278 w 250606"/>
              <a:gd name="connsiteY16" fmla="*/ 220218 h 377475"/>
              <a:gd name="connsiteX17" fmla="*/ 54541 w 250606"/>
              <a:gd name="connsiteY17" fmla="*/ 220218 h 377475"/>
              <a:gd name="connsiteX18" fmla="*/ 46669 w 250606"/>
              <a:gd name="connsiteY18" fmla="*/ 225457 h 377475"/>
              <a:gd name="connsiteX19" fmla="*/ 49324 w 250606"/>
              <a:gd name="connsiteY19" fmla="*/ 234696 h 377475"/>
              <a:gd name="connsiteX20" fmla="*/ 84610 w 250606"/>
              <a:gd name="connsiteY20" fmla="*/ 263652 h 377475"/>
              <a:gd name="connsiteX21" fmla="*/ 70287 w 250606"/>
              <a:gd name="connsiteY21" fmla="*/ 313754 h 377475"/>
              <a:gd name="connsiteX22" fmla="*/ 72943 w 250606"/>
              <a:gd name="connsiteY22" fmla="*/ 321659 h 377475"/>
              <a:gd name="connsiteX23" fmla="*/ 82049 w 250606"/>
              <a:gd name="connsiteY23" fmla="*/ 322993 h 377475"/>
              <a:gd name="connsiteX24" fmla="*/ 125113 w 250606"/>
              <a:gd name="connsiteY24" fmla="*/ 295370 h 377475"/>
              <a:gd name="connsiteX25" fmla="*/ 168178 w 250606"/>
              <a:gd name="connsiteY25" fmla="*/ 322993 h 377475"/>
              <a:gd name="connsiteX26" fmla="*/ 172067 w 250606"/>
              <a:gd name="connsiteY26" fmla="*/ 322993 h 377475"/>
              <a:gd name="connsiteX27" fmla="*/ 177284 w 250606"/>
              <a:gd name="connsiteY27" fmla="*/ 321659 h 377475"/>
              <a:gd name="connsiteX28" fmla="*/ 179940 w 250606"/>
              <a:gd name="connsiteY28" fmla="*/ 313754 h 377475"/>
              <a:gd name="connsiteX29" fmla="*/ 165616 w 250606"/>
              <a:gd name="connsiteY29" fmla="*/ 263652 h 377475"/>
              <a:gd name="connsiteX30" fmla="*/ 200902 w 250606"/>
              <a:gd name="connsiteY30" fmla="*/ 234696 h 377475"/>
              <a:gd name="connsiteX31" fmla="*/ 203558 w 250606"/>
              <a:gd name="connsiteY31" fmla="*/ 225457 h 377475"/>
              <a:gd name="connsiteX32" fmla="*/ 151199 w 250606"/>
              <a:gd name="connsiteY32" fmla="*/ 254413 h 377475"/>
              <a:gd name="connsiteX33" fmla="*/ 148543 w 250606"/>
              <a:gd name="connsiteY33" fmla="*/ 262318 h 377475"/>
              <a:gd name="connsiteX34" fmla="*/ 158977 w 250606"/>
              <a:gd name="connsiteY34" fmla="*/ 297847 h 377475"/>
              <a:gd name="connsiteX35" fmla="*/ 128908 w 250606"/>
              <a:gd name="connsiteY35" fmla="*/ 279368 h 377475"/>
              <a:gd name="connsiteX36" fmla="*/ 125019 w 250606"/>
              <a:gd name="connsiteY36" fmla="*/ 278035 h 377475"/>
              <a:gd name="connsiteX37" fmla="*/ 121130 w 250606"/>
              <a:gd name="connsiteY37" fmla="*/ 279368 h 377475"/>
              <a:gd name="connsiteX38" fmla="*/ 91061 w 250606"/>
              <a:gd name="connsiteY38" fmla="*/ 297847 h 377475"/>
              <a:gd name="connsiteX39" fmla="*/ 101495 w 250606"/>
              <a:gd name="connsiteY39" fmla="*/ 262318 h 377475"/>
              <a:gd name="connsiteX40" fmla="*/ 98839 w 250606"/>
              <a:gd name="connsiteY40" fmla="*/ 254413 h 377475"/>
              <a:gd name="connsiteX41" fmla="*/ 76643 w 250606"/>
              <a:gd name="connsiteY41" fmla="*/ 235934 h 377475"/>
              <a:gd name="connsiteX42" fmla="*/ 101400 w 250606"/>
              <a:gd name="connsiteY42" fmla="*/ 235934 h 377475"/>
              <a:gd name="connsiteX43" fmla="*/ 107945 w 250606"/>
              <a:gd name="connsiteY43" fmla="*/ 231934 h 377475"/>
              <a:gd name="connsiteX44" fmla="*/ 124924 w 250606"/>
              <a:gd name="connsiteY44" fmla="*/ 198977 h 377475"/>
              <a:gd name="connsiteX45" fmla="*/ 141903 w 250606"/>
              <a:gd name="connsiteY45" fmla="*/ 231934 h 377475"/>
              <a:gd name="connsiteX46" fmla="*/ 148448 w 250606"/>
              <a:gd name="connsiteY46" fmla="*/ 235934 h 377475"/>
              <a:gd name="connsiteX47" fmla="*/ 173205 w 250606"/>
              <a:gd name="connsiteY47" fmla="*/ 235934 h 377475"/>
              <a:gd name="connsiteX48" fmla="*/ 151009 w 250606"/>
              <a:gd name="connsiteY48" fmla="*/ 254413 h 377475"/>
              <a:gd name="connsiteX49" fmla="*/ 56439 w 250606"/>
              <a:gd name="connsiteY49" fmla="*/ 120587 h 377475"/>
              <a:gd name="connsiteX50" fmla="*/ 31682 w 250606"/>
              <a:gd name="connsiteY50" fmla="*/ 49816 h 377475"/>
              <a:gd name="connsiteX51" fmla="*/ 31682 w 250606"/>
              <a:gd name="connsiteY51" fmla="*/ 7906 h 377475"/>
              <a:gd name="connsiteX52" fmla="*/ 39460 w 250606"/>
              <a:gd name="connsiteY52" fmla="*/ 0 h 377475"/>
              <a:gd name="connsiteX53" fmla="*/ 227651 w 250606"/>
              <a:gd name="connsiteY53" fmla="*/ 0 h 377475"/>
              <a:gd name="connsiteX54" fmla="*/ 235524 w 250606"/>
              <a:gd name="connsiteY54" fmla="*/ 7906 h 377475"/>
              <a:gd name="connsiteX55" fmla="*/ 235524 w 250606"/>
              <a:gd name="connsiteY55" fmla="*/ 49816 h 377475"/>
              <a:gd name="connsiteX56" fmla="*/ 211906 w 250606"/>
              <a:gd name="connsiteY56" fmla="*/ 120587 h 377475"/>
              <a:gd name="connsiteX57" fmla="*/ 205361 w 250606"/>
              <a:gd name="connsiteY57" fmla="*/ 125825 h 377475"/>
              <a:gd name="connsiteX58" fmla="*/ 202705 w 250606"/>
              <a:gd name="connsiteY58" fmla="*/ 125825 h 377475"/>
              <a:gd name="connsiteX59" fmla="*/ 197488 w 250606"/>
              <a:gd name="connsiteY59" fmla="*/ 116681 h 377475"/>
              <a:gd name="connsiteX60" fmla="*/ 219778 w 250606"/>
              <a:gd name="connsiteY60" fmla="*/ 45910 h 377475"/>
              <a:gd name="connsiteX61" fmla="*/ 219778 w 250606"/>
              <a:gd name="connsiteY61" fmla="*/ 15811 h 377475"/>
              <a:gd name="connsiteX62" fmla="*/ 187907 w 250606"/>
              <a:gd name="connsiteY62" fmla="*/ 15811 h 377475"/>
              <a:gd name="connsiteX63" fmla="*/ 187907 w 250606"/>
              <a:gd name="connsiteY63" fmla="*/ 102965 h 377475"/>
              <a:gd name="connsiteX64" fmla="*/ 179940 w 250606"/>
              <a:gd name="connsiteY64" fmla="*/ 110871 h 377475"/>
              <a:gd name="connsiteX65" fmla="*/ 171972 w 250606"/>
              <a:gd name="connsiteY65" fmla="*/ 102965 h 377475"/>
              <a:gd name="connsiteX66" fmla="*/ 171972 w 250606"/>
              <a:gd name="connsiteY66" fmla="*/ 15811 h 377475"/>
              <a:gd name="connsiteX67" fmla="*/ 141049 w 250606"/>
              <a:gd name="connsiteY67" fmla="*/ 15811 h 377475"/>
              <a:gd name="connsiteX68" fmla="*/ 141049 w 250606"/>
              <a:gd name="connsiteY68" fmla="*/ 102965 h 377475"/>
              <a:gd name="connsiteX69" fmla="*/ 133081 w 250606"/>
              <a:gd name="connsiteY69" fmla="*/ 110871 h 377475"/>
              <a:gd name="connsiteX70" fmla="*/ 125113 w 250606"/>
              <a:gd name="connsiteY70" fmla="*/ 102965 h 377475"/>
              <a:gd name="connsiteX71" fmla="*/ 125113 w 250606"/>
              <a:gd name="connsiteY71" fmla="*/ 15811 h 377475"/>
              <a:gd name="connsiteX72" fmla="*/ 94191 w 250606"/>
              <a:gd name="connsiteY72" fmla="*/ 15811 h 377475"/>
              <a:gd name="connsiteX73" fmla="*/ 94191 w 250606"/>
              <a:gd name="connsiteY73" fmla="*/ 102965 h 377475"/>
              <a:gd name="connsiteX74" fmla="*/ 86223 w 250606"/>
              <a:gd name="connsiteY74" fmla="*/ 110871 h 377475"/>
              <a:gd name="connsiteX75" fmla="*/ 78255 w 250606"/>
              <a:gd name="connsiteY75" fmla="*/ 102965 h 377475"/>
              <a:gd name="connsiteX76" fmla="*/ 78255 w 250606"/>
              <a:gd name="connsiteY76" fmla="*/ 15811 h 377475"/>
              <a:gd name="connsiteX77" fmla="*/ 47143 w 250606"/>
              <a:gd name="connsiteY77" fmla="*/ 15811 h 377475"/>
              <a:gd name="connsiteX78" fmla="*/ 47143 w 250606"/>
              <a:gd name="connsiteY78" fmla="*/ 45910 h 377475"/>
              <a:gd name="connsiteX79" fmla="*/ 70572 w 250606"/>
              <a:gd name="connsiteY79" fmla="*/ 115348 h 377475"/>
              <a:gd name="connsiteX80" fmla="*/ 65355 w 250606"/>
              <a:gd name="connsiteY80" fmla="*/ 125825 h 377475"/>
              <a:gd name="connsiteX81" fmla="*/ 64027 w 250606"/>
              <a:gd name="connsiteY81" fmla="*/ 125825 h 377475"/>
              <a:gd name="connsiteX82" fmla="*/ 56249 w 250606"/>
              <a:gd name="connsiteY82" fmla="*/ 120587 h 377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50606" h="377475">
                <a:moveTo>
                  <a:pt x="125303" y="125825"/>
                </a:moveTo>
                <a:cubicBezTo>
                  <a:pt x="56154" y="125825"/>
                  <a:pt x="0" y="183451"/>
                  <a:pt x="0" y="251651"/>
                </a:cubicBezTo>
                <a:cubicBezTo>
                  <a:pt x="0" y="319849"/>
                  <a:pt x="56154" y="377476"/>
                  <a:pt x="125303" y="377476"/>
                </a:cubicBezTo>
                <a:cubicBezTo>
                  <a:pt x="194452" y="377476"/>
                  <a:pt x="250606" y="321088"/>
                  <a:pt x="250606" y="251651"/>
                </a:cubicBezTo>
                <a:cubicBezTo>
                  <a:pt x="250606" y="182213"/>
                  <a:pt x="194452" y="125825"/>
                  <a:pt x="125303" y="125825"/>
                </a:cubicBezTo>
                <a:close/>
                <a:moveTo>
                  <a:pt x="125303" y="361760"/>
                </a:moveTo>
                <a:cubicBezTo>
                  <a:pt x="65260" y="361760"/>
                  <a:pt x="15651" y="313277"/>
                  <a:pt x="15651" y="251651"/>
                </a:cubicBezTo>
                <a:cubicBezTo>
                  <a:pt x="15651" y="190024"/>
                  <a:pt x="65260" y="141541"/>
                  <a:pt x="125303" y="141541"/>
                </a:cubicBezTo>
                <a:cubicBezTo>
                  <a:pt x="185346" y="141541"/>
                  <a:pt x="234955" y="191357"/>
                  <a:pt x="234955" y="251651"/>
                </a:cubicBezTo>
                <a:cubicBezTo>
                  <a:pt x="234955" y="311944"/>
                  <a:pt x="185346" y="361760"/>
                  <a:pt x="125303" y="361760"/>
                </a:cubicBezTo>
                <a:close/>
                <a:moveTo>
                  <a:pt x="203369" y="225457"/>
                </a:moveTo>
                <a:cubicBezTo>
                  <a:pt x="202041" y="222790"/>
                  <a:pt x="199480" y="220218"/>
                  <a:pt x="195496" y="220218"/>
                </a:cubicBezTo>
                <a:lnTo>
                  <a:pt x="153760" y="220218"/>
                </a:lnTo>
                <a:lnTo>
                  <a:pt x="131564" y="178022"/>
                </a:lnTo>
                <a:cubicBezTo>
                  <a:pt x="130236" y="175355"/>
                  <a:pt x="127675" y="172784"/>
                  <a:pt x="125019" y="172784"/>
                </a:cubicBezTo>
                <a:cubicBezTo>
                  <a:pt x="122363" y="172784"/>
                  <a:pt x="119802" y="175451"/>
                  <a:pt x="118474" y="178022"/>
                </a:cubicBezTo>
                <a:lnTo>
                  <a:pt x="96278" y="220218"/>
                </a:lnTo>
                <a:lnTo>
                  <a:pt x="54541" y="220218"/>
                </a:lnTo>
                <a:cubicBezTo>
                  <a:pt x="50652" y="220218"/>
                  <a:pt x="47996" y="222885"/>
                  <a:pt x="46669" y="225457"/>
                </a:cubicBezTo>
                <a:cubicBezTo>
                  <a:pt x="46669" y="229457"/>
                  <a:pt x="46669" y="233363"/>
                  <a:pt x="49324" y="234696"/>
                </a:cubicBezTo>
                <a:lnTo>
                  <a:pt x="84610" y="263652"/>
                </a:lnTo>
                <a:lnTo>
                  <a:pt x="70287" y="313754"/>
                </a:lnTo>
                <a:cubicBezTo>
                  <a:pt x="70287" y="316420"/>
                  <a:pt x="70287" y="320326"/>
                  <a:pt x="72943" y="321659"/>
                </a:cubicBezTo>
                <a:cubicBezTo>
                  <a:pt x="75599" y="324326"/>
                  <a:pt x="79488" y="324326"/>
                  <a:pt x="82049" y="322993"/>
                </a:cubicBezTo>
                <a:lnTo>
                  <a:pt x="125113" y="295370"/>
                </a:lnTo>
                <a:lnTo>
                  <a:pt x="168178" y="322993"/>
                </a:lnTo>
                <a:lnTo>
                  <a:pt x="172067" y="322993"/>
                </a:lnTo>
                <a:cubicBezTo>
                  <a:pt x="173395" y="322993"/>
                  <a:pt x="175956" y="322993"/>
                  <a:pt x="177284" y="321659"/>
                </a:cubicBezTo>
                <a:cubicBezTo>
                  <a:pt x="179940" y="320326"/>
                  <a:pt x="179940" y="316420"/>
                  <a:pt x="179940" y="313754"/>
                </a:cubicBezTo>
                <a:lnTo>
                  <a:pt x="165616" y="263652"/>
                </a:lnTo>
                <a:lnTo>
                  <a:pt x="200902" y="234696"/>
                </a:lnTo>
                <a:cubicBezTo>
                  <a:pt x="203558" y="233363"/>
                  <a:pt x="204791" y="229457"/>
                  <a:pt x="203558" y="225457"/>
                </a:cubicBezTo>
                <a:close/>
                <a:moveTo>
                  <a:pt x="151199" y="254413"/>
                </a:moveTo>
                <a:cubicBezTo>
                  <a:pt x="148543" y="255746"/>
                  <a:pt x="148543" y="259651"/>
                  <a:pt x="148543" y="262318"/>
                </a:cubicBezTo>
                <a:lnTo>
                  <a:pt x="158977" y="297847"/>
                </a:lnTo>
                <a:lnTo>
                  <a:pt x="128908" y="279368"/>
                </a:lnTo>
                <a:cubicBezTo>
                  <a:pt x="127580" y="278035"/>
                  <a:pt x="126252" y="278035"/>
                  <a:pt x="125019" y="278035"/>
                </a:cubicBezTo>
                <a:cubicBezTo>
                  <a:pt x="123786" y="278035"/>
                  <a:pt x="122363" y="278035"/>
                  <a:pt x="121130" y="279368"/>
                </a:cubicBezTo>
                <a:lnTo>
                  <a:pt x="91061" y="297847"/>
                </a:lnTo>
                <a:lnTo>
                  <a:pt x="101495" y="262318"/>
                </a:lnTo>
                <a:cubicBezTo>
                  <a:pt x="101495" y="259651"/>
                  <a:pt x="101495" y="255746"/>
                  <a:pt x="98839" y="254413"/>
                </a:cubicBezTo>
                <a:lnTo>
                  <a:pt x="76643" y="235934"/>
                </a:lnTo>
                <a:lnTo>
                  <a:pt x="101400" y="235934"/>
                </a:lnTo>
                <a:cubicBezTo>
                  <a:pt x="104056" y="235934"/>
                  <a:pt x="106617" y="234601"/>
                  <a:pt x="107945" y="231934"/>
                </a:cubicBezTo>
                <a:lnTo>
                  <a:pt x="124924" y="198977"/>
                </a:lnTo>
                <a:lnTo>
                  <a:pt x="141903" y="231934"/>
                </a:lnTo>
                <a:cubicBezTo>
                  <a:pt x="143231" y="234601"/>
                  <a:pt x="145792" y="235934"/>
                  <a:pt x="148448" y="235934"/>
                </a:cubicBezTo>
                <a:lnTo>
                  <a:pt x="173205" y="235934"/>
                </a:lnTo>
                <a:lnTo>
                  <a:pt x="151009" y="254413"/>
                </a:lnTo>
                <a:close/>
                <a:moveTo>
                  <a:pt x="56439" y="120587"/>
                </a:moveTo>
                <a:lnTo>
                  <a:pt x="31682" y="49816"/>
                </a:lnTo>
                <a:lnTo>
                  <a:pt x="31682" y="7906"/>
                </a:lnTo>
                <a:cubicBezTo>
                  <a:pt x="31682" y="4001"/>
                  <a:pt x="35571" y="0"/>
                  <a:pt x="39460" y="0"/>
                </a:cubicBezTo>
                <a:lnTo>
                  <a:pt x="227651" y="0"/>
                </a:lnTo>
                <a:cubicBezTo>
                  <a:pt x="232869" y="0"/>
                  <a:pt x="235524" y="3905"/>
                  <a:pt x="235524" y="7906"/>
                </a:cubicBezTo>
                <a:lnTo>
                  <a:pt x="235524" y="49816"/>
                </a:lnTo>
                <a:lnTo>
                  <a:pt x="211906" y="120587"/>
                </a:lnTo>
                <a:cubicBezTo>
                  <a:pt x="211906" y="124492"/>
                  <a:pt x="207922" y="125825"/>
                  <a:pt x="205361" y="125825"/>
                </a:cubicBezTo>
                <a:lnTo>
                  <a:pt x="202705" y="125825"/>
                </a:lnTo>
                <a:cubicBezTo>
                  <a:pt x="198721" y="124492"/>
                  <a:pt x="196160" y="120587"/>
                  <a:pt x="197488" y="116681"/>
                </a:cubicBezTo>
                <a:lnTo>
                  <a:pt x="219778" y="45910"/>
                </a:lnTo>
                <a:lnTo>
                  <a:pt x="219778" y="15811"/>
                </a:lnTo>
                <a:lnTo>
                  <a:pt x="187907" y="15811"/>
                </a:lnTo>
                <a:lnTo>
                  <a:pt x="187907" y="102965"/>
                </a:lnTo>
                <a:cubicBezTo>
                  <a:pt x="187907" y="108204"/>
                  <a:pt x="183923" y="110871"/>
                  <a:pt x="179940" y="110871"/>
                </a:cubicBezTo>
                <a:cubicBezTo>
                  <a:pt x="175956" y="110871"/>
                  <a:pt x="171972" y="108204"/>
                  <a:pt x="171972" y="102965"/>
                </a:cubicBezTo>
                <a:lnTo>
                  <a:pt x="171972" y="15811"/>
                </a:lnTo>
                <a:lnTo>
                  <a:pt x="141049" y="15811"/>
                </a:lnTo>
                <a:lnTo>
                  <a:pt x="141049" y="102965"/>
                </a:lnTo>
                <a:cubicBezTo>
                  <a:pt x="141049" y="108204"/>
                  <a:pt x="137065" y="110871"/>
                  <a:pt x="133081" y="110871"/>
                </a:cubicBezTo>
                <a:cubicBezTo>
                  <a:pt x="129097" y="110871"/>
                  <a:pt x="125113" y="108204"/>
                  <a:pt x="125113" y="102965"/>
                </a:cubicBezTo>
                <a:lnTo>
                  <a:pt x="125113" y="15811"/>
                </a:lnTo>
                <a:lnTo>
                  <a:pt x="94191" y="15811"/>
                </a:lnTo>
                <a:lnTo>
                  <a:pt x="94191" y="102965"/>
                </a:lnTo>
                <a:cubicBezTo>
                  <a:pt x="94191" y="108204"/>
                  <a:pt x="90207" y="110871"/>
                  <a:pt x="86223" y="110871"/>
                </a:cubicBezTo>
                <a:cubicBezTo>
                  <a:pt x="82239" y="110871"/>
                  <a:pt x="78255" y="108204"/>
                  <a:pt x="78255" y="102965"/>
                </a:cubicBezTo>
                <a:lnTo>
                  <a:pt x="78255" y="15811"/>
                </a:lnTo>
                <a:lnTo>
                  <a:pt x="47143" y="15811"/>
                </a:lnTo>
                <a:lnTo>
                  <a:pt x="47143" y="45910"/>
                </a:lnTo>
                <a:lnTo>
                  <a:pt x="70572" y="115348"/>
                </a:lnTo>
                <a:cubicBezTo>
                  <a:pt x="71900" y="120587"/>
                  <a:pt x="70572" y="124492"/>
                  <a:pt x="65355" y="125825"/>
                </a:cubicBezTo>
                <a:lnTo>
                  <a:pt x="64027" y="125825"/>
                </a:lnTo>
                <a:cubicBezTo>
                  <a:pt x="60138" y="125825"/>
                  <a:pt x="57482" y="124492"/>
                  <a:pt x="56249" y="12058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7" name="Graphic 185">
            <a:extLst>
              <a:ext uri="{FF2B5EF4-FFF2-40B4-BE49-F238E27FC236}">
                <a16:creationId xmlns:a16="http://schemas.microsoft.com/office/drawing/2014/main" id="{57AE2843-E9F2-B601-1988-4AF98F09A646}"/>
              </a:ext>
            </a:extLst>
          </p:cNvPr>
          <p:cNvSpPr/>
          <p:nvPr/>
        </p:nvSpPr>
        <p:spPr>
          <a:xfrm>
            <a:off x="571869" y="4869258"/>
            <a:ext cx="468596" cy="470533"/>
          </a:xfrm>
          <a:custGeom>
            <a:avLst/>
            <a:gdLst>
              <a:gd name="connsiteX0" fmla="*/ 219209 w 351258"/>
              <a:gd name="connsiteY0" fmla="*/ 73819 h 352710"/>
              <a:gd name="connsiteX1" fmla="*/ 194832 w 351258"/>
              <a:gd name="connsiteY1" fmla="*/ 73819 h 352710"/>
              <a:gd name="connsiteX2" fmla="*/ 181457 w 351258"/>
              <a:gd name="connsiteY2" fmla="*/ 48292 h 352710"/>
              <a:gd name="connsiteX3" fmla="*/ 175386 w 351258"/>
              <a:gd name="connsiteY3" fmla="*/ 44672 h 352710"/>
              <a:gd name="connsiteX4" fmla="*/ 169316 w 351258"/>
              <a:gd name="connsiteY4" fmla="*/ 48292 h 352710"/>
              <a:gd name="connsiteX5" fmla="*/ 155941 w 351258"/>
              <a:gd name="connsiteY5" fmla="*/ 73819 h 352710"/>
              <a:gd name="connsiteX6" fmla="*/ 131564 w 351258"/>
              <a:gd name="connsiteY6" fmla="*/ 73819 h 352710"/>
              <a:gd name="connsiteX7" fmla="*/ 124260 w 351258"/>
              <a:gd name="connsiteY7" fmla="*/ 78677 h 352710"/>
              <a:gd name="connsiteX8" fmla="*/ 127959 w 351258"/>
              <a:gd name="connsiteY8" fmla="*/ 87154 h 352710"/>
              <a:gd name="connsiteX9" fmla="*/ 148637 w 351258"/>
              <a:gd name="connsiteY9" fmla="*/ 101727 h 352710"/>
              <a:gd name="connsiteX10" fmla="*/ 138867 w 351258"/>
              <a:gd name="connsiteY10" fmla="*/ 129731 h 352710"/>
              <a:gd name="connsiteX11" fmla="*/ 142567 w 351258"/>
              <a:gd name="connsiteY11" fmla="*/ 138208 h 352710"/>
              <a:gd name="connsiteX12" fmla="*/ 151104 w 351258"/>
              <a:gd name="connsiteY12" fmla="*/ 138208 h 352710"/>
              <a:gd name="connsiteX13" fmla="*/ 175481 w 351258"/>
              <a:gd name="connsiteY13" fmla="*/ 119920 h 352710"/>
              <a:gd name="connsiteX14" fmla="*/ 199859 w 351258"/>
              <a:gd name="connsiteY14" fmla="*/ 138208 h 352710"/>
              <a:gd name="connsiteX15" fmla="*/ 204697 w 351258"/>
              <a:gd name="connsiteY15" fmla="*/ 139446 h 352710"/>
              <a:gd name="connsiteX16" fmla="*/ 208396 w 351258"/>
              <a:gd name="connsiteY16" fmla="*/ 138208 h 352710"/>
              <a:gd name="connsiteX17" fmla="*/ 212095 w 351258"/>
              <a:gd name="connsiteY17" fmla="*/ 129731 h 352710"/>
              <a:gd name="connsiteX18" fmla="*/ 203558 w 351258"/>
              <a:gd name="connsiteY18" fmla="*/ 101727 h 352710"/>
              <a:gd name="connsiteX19" fmla="*/ 224237 w 351258"/>
              <a:gd name="connsiteY19" fmla="*/ 87154 h 352710"/>
              <a:gd name="connsiteX20" fmla="*/ 226703 w 351258"/>
              <a:gd name="connsiteY20" fmla="*/ 78677 h 352710"/>
              <a:gd name="connsiteX21" fmla="*/ 219399 w 351258"/>
              <a:gd name="connsiteY21" fmla="*/ 73819 h 352710"/>
              <a:gd name="connsiteX22" fmla="*/ 188761 w 351258"/>
              <a:gd name="connsiteY22" fmla="*/ 100584 h 352710"/>
              <a:gd name="connsiteX23" fmla="*/ 192460 w 351258"/>
              <a:gd name="connsiteY23" fmla="*/ 114014 h 352710"/>
              <a:gd name="connsiteX24" fmla="*/ 180224 w 351258"/>
              <a:gd name="connsiteY24" fmla="*/ 104299 h 352710"/>
              <a:gd name="connsiteX25" fmla="*/ 175386 w 351258"/>
              <a:gd name="connsiteY25" fmla="*/ 103061 h 352710"/>
              <a:gd name="connsiteX26" fmla="*/ 170549 w 351258"/>
              <a:gd name="connsiteY26" fmla="*/ 104299 h 352710"/>
              <a:gd name="connsiteX27" fmla="*/ 160779 w 351258"/>
              <a:gd name="connsiteY27" fmla="*/ 111633 h 352710"/>
              <a:gd name="connsiteX28" fmla="*/ 164478 w 351258"/>
              <a:gd name="connsiteY28" fmla="*/ 101918 h 352710"/>
              <a:gd name="connsiteX29" fmla="*/ 162012 w 351258"/>
              <a:gd name="connsiteY29" fmla="*/ 93440 h 352710"/>
              <a:gd name="connsiteX30" fmla="*/ 154708 w 351258"/>
              <a:gd name="connsiteY30" fmla="*/ 88583 h 352710"/>
              <a:gd name="connsiteX31" fmla="*/ 160779 w 351258"/>
              <a:gd name="connsiteY31" fmla="*/ 88583 h 352710"/>
              <a:gd name="connsiteX32" fmla="*/ 166850 w 351258"/>
              <a:gd name="connsiteY32" fmla="*/ 84963 h 352710"/>
              <a:gd name="connsiteX33" fmla="*/ 175386 w 351258"/>
              <a:gd name="connsiteY33" fmla="*/ 67913 h 352710"/>
              <a:gd name="connsiteX34" fmla="*/ 183923 w 351258"/>
              <a:gd name="connsiteY34" fmla="*/ 84963 h 352710"/>
              <a:gd name="connsiteX35" fmla="*/ 189994 w 351258"/>
              <a:gd name="connsiteY35" fmla="*/ 88583 h 352710"/>
              <a:gd name="connsiteX36" fmla="*/ 197298 w 351258"/>
              <a:gd name="connsiteY36" fmla="*/ 88583 h 352710"/>
              <a:gd name="connsiteX37" fmla="*/ 191227 w 351258"/>
              <a:gd name="connsiteY37" fmla="*/ 93440 h 352710"/>
              <a:gd name="connsiteX38" fmla="*/ 188761 w 351258"/>
              <a:gd name="connsiteY38" fmla="*/ 100775 h 352710"/>
              <a:gd name="connsiteX39" fmla="*/ 350678 w 351258"/>
              <a:gd name="connsiteY39" fmla="*/ 40767 h 352710"/>
              <a:gd name="connsiteX40" fmla="*/ 350678 w 351258"/>
              <a:gd name="connsiteY40" fmla="*/ 37052 h 352710"/>
              <a:gd name="connsiteX41" fmla="*/ 343374 w 351258"/>
              <a:gd name="connsiteY41" fmla="*/ 29718 h 352710"/>
              <a:gd name="connsiteX42" fmla="*/ 313685 w 351258"/>
              <a:gd name="connsiteY42" fmla="*/ 29718 h 352710"/>
              <a:gd name="connsiteX43" fmla="*/ 314064 w 351258"/>
              <a:gd name="connsiteY43" fmla="*/ 7334 h 352710"/>
              <a:gd name="connsiteX44" fmla="*/ 306760 w 351258"/>
              <a:gd name="connsiteY44" fmla="*/ 0 h 352710"/>
              <a:gd name="connsiteX45" fmla="*/ 44202 w 351258"/>
              <a:gd name="connsiteY45" fmla="*/ 0 h 352710"/>
              <a:gd name="connsiteX46" fmla="*/ 36899 w 351258"/>
              <a:gd name="connsiteY46" fmla="*/ 7334 h 352710"/>
              <a:gd name="connsiteX47" fmla="*/ 37373 w 351258"/>
              <a:gd name="connsiteY47" fmla="*/ 29718 h 352710"/>
              <a:gd name="connsiteX48" fmla="*/ 7304 w 351258"/>
              <a:gd name="connsiteY48" fmla="*/ 29718 h 352710"/>
              <a:gd name="connsiteX49" fmla="*/ 0 w 351258"/>
              <a:gd name="connsiteY49" fmla="*/ 37052 h 352710"/>
              <a:gd name="connsiteX50" fmla="*/ 0 w 351258"/>
              <a:gd name="connsiteY50" fmla="*/ 40767 h 352710"/>
              <a:gd name="connsiteX51" fmla="*/ 28077 w 351258"/>
              <a:gd name="connsiteY51" fmla="*/ 143542 h 352710"/>
              <a:gd name="connsiteX52" fmla="*/ 71520 w 351258"/>
              <a:gd name="connsiteY52" fmla="*/ 161735 h 352710"/>
              <a:gd name="connsiteX53" fmla="*/ 120940 w 351258"/>
              <a:gd name="connsiteY53" fmla="*/ 204502 h 352710"/>
              <a:gd name="connsiteX54" fmla="*/ 153760 w 351258"/>
              <a:gd name="connsiteY54" fmla="*/ 249841 h 352710"/>
              <a:gd name="connsiteX55" fmla="*/ 95424 w 351258"/>
              <a:gd name="connsiteY55" fmla="*/ 308610 h 352710"/>
              <a:gd name="connsiteX56" fmla="*/ 88120 w 351258"/>
              <a:gd name="connsiteY56" fmla="*/ 315944 h 352710"/>
              <a:gd name="connsiteX57" fmla="*/ 88120 w 351258"/>
              <a:gd name="connsiteY57" fmla="*/ 345377 h 352710"/>
              <a:gd name="connsiteX58" fmla="*/ 95424 w 351258"/>
              <a:gd name="connsiteY58" fmla="*/ 352711 h 352710"/>
              <a:gd name="connsiteX59" fmla="*/ 255918 w 351258"/>
              <a:gd name="connsiteY59" fmla="*/ 352711 h 352710"/>
              <a:gd name="connsiteX60" fmla="*/ 263222 w 351258"/>
              <a:gd name="connsiteY60" fmla="*/ 345377 h 352710"/>
              <a:gd name="connsiteX61" fmla="*/ 263222 w 351258"/>
              <a:gd name="connsiteY61" fmla="*/ 315944 h 352710"/>
              <a:gd name="connsiteX62" fmla="*/ 255918 w 351258"/>
              <a:gd name="connsiteY62" fmla="*/ 308610 h 352710"/>
              <a:gd name="connsiteX63" fmla="*/ 197582 w 351258"/>
              <a:gd name="connsiteY63" fmla="*/ 249841 h 352710"/>
              <a:gd name="connsiteX64" fmla="*/ 230402 w 351258"/>
              <a:gd name="connsiteY64" fmla="*/ 204502 h 352710"/>
              <a:gd name="connsiteX65" fmla="*/ 280011 w 351258"/>
              <a:gd name="connsiteY65" fmla="*/ 161735 h 352710"/>
              <a:gd name="connsiteX66" fmla="*/ 324024 w 351258"/>
              <a:gd name="connsiteY66" fmla="*/ 143542 h 352710"/>
              <a:gd name="connsiteX67" fmla="*/ 350868 w 351258"/>
              <a:gd name="connsiteY67" fmla="*/ 40767 h 352710"/>
              <a:gd name="connsiteX68" fmla="*/ 37752 w 351258"/>
              <a:gd name="connsiteY68" fmla="*/ 132493 h 352710"/>
              <a:gd name="connsiteX69" fmla="*/ 14513 w 351258"/>
              <a:gd name="connsiteY69" fmla="*/ 44387 h 352710"/>
              <a:gd name="connsiteX70" fmla="*/ 38037 w 351258"/>
              <a:gd name="connsiteY70" fmla="*/ 44387 h 352710"/>
              <a:gd name="connsiteX71" fmla="*/ 61656 w 351258"/>
              <a:gd name="connsiteY71" fmla="*/ 145542 h 352710"/>
              <a:gd name="connsiteX72" fmla="*/ 37752 w 351258"/>
              <a:gd name="connsiteY72" fmla="*/ 132493 h 352710"/>
              <a:gd name="connsiteX73" fmla="*/ 222909 w 351258"/>
              <a:gd name="connsiteY73" fmla="*/ 190976 h 352710"/>
              <a:gd name="connsiteX74" fmla="*/ 182785 w 351258"/>
              <a:gd name="connsiteY74" fmla="*/ 249746 h 352710"/>
              <a:gd name="connsiteX75" fmla="*/ 248425 w 351258"/>
              <a:gd name="connsiteY75" fmla="*/ 323183 h 352710"/>
              <a:gd name="connsiteX76" fmla="*/ 248425 w 351258"/>
              <a:gd name="connsiteY76" fmla="*/ 337852 h 352710"/>
              <a:gd name="connsiteX77" fmla="*/ 102538 w 351258"/>
              <a:gd name="connsiteY77" fmla="*/ 337852 h 352710"/>
              <a:gd name="connsiteX78" fmla="*/ 102538 w 351258"/>
              <a:gd name="connsiteY78" fmla="*/ 323183 h 352710"/>
              <a:gd name="connsiteX79" fmla="*/ 168177 w 351258"/>
              <a:gd name="connsiteY79" fmla="*/ 249746 h 352710"/>
              <a:gd name="connsiteX80" fmla="*/ 128054 w 351258"/>
              <a:gd name="connsiteY80" fmla="*/ 192215 h 352710"/>
              <a:gd name="connsiteX81" fmla="*/ 52644 w 351258"/>
              <a:gd name="connsiteY81" fmla="*/ 14669 h 352710"/>
              <a:gd name="connsiteX82" fmla="*/ 299456 w 351258"/>
              <a:gd name="connsiteY82" fmla="*/ 14669 h 352710"/>
              <a:gd name="connsiteX83" fmla="*/ 222909 w 351258"/>
              <a:gd name="connsiteY83" fmla="*/ 190976 h 352710"/>
              <a:gd name="connsiteX84" fmla="*/ 289497 w 351258"/>
              <a:gd name="connsiteY84" fmla="*/ 145447 h 352710"/>
              <a:gd name="connsiteX85" fmla="*/ 312926 w 351258"/>
              <a:gd name="connsiteY85" fmla="*/ 44387 h 352710"/>
              <a:gd name="connsiteX86" fmla="*/ 336070 w 351258"/>
              <a:gd name="connsiteY86" fmla="*/ 44387 h 352710"/>
              <a:gd name="connsiteX87" fmla="*/ 312831 w 351258"/>
              <a:gd name="connsiteY87" fmla="*/ 132493 h 352710"/>
              <a:gd name="connsiteX88" fmla="*/ 289497 w 351258"/>
              <a:gd name="connsiteY88" fmla="*/ 145447 h 352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51258" h="352710">
                <a:moveTo>
                  <a:pt x="219209" y="73819"/>
                </a:moveTo>
                <a:lnTo>
                  <a:pt x="194832" y="73819"/>
                </a:lnTo>
                <a:lnTo>
                  <a:pt x="181457" y="48292"/>
                </a:lnTo>
                <a:cubicBezTo>
                  <a:pt x="180224" y="45815"/>
                  <a:pt x="177758" y="44672"/>
                  <a:pt x="175386" y="44672"/>
                </a:cubicBezTo>
                <a:cubicBezTo>
                  <a:pt x="173015" y="44672"/>
                  <a:pt x="170549" y="45910"/>
                  <a:pt x="169316" y="48292"/>
                </a:cubicBezTo>
                <a:lnTo>
                  <a:pt x="155941" y="73819"/>
                </a:lnTo>
                <a:lnTo>
                  <a:pt x="131564" y="73819"/>
                </a:lnTo>
                <a:cubicBezTo>
                  <a:pt x="127864" y="73819"/>
                  <a:pt x="125493" y="76295"/>
                  <a:pt x="124260" y="78677"/>
                </a:cubicBezTo>
                <a:cubicBezTo>
                  <a:pt x="124260" y="82296"/>
                  <a:pt x="124260" y="84773"/>
                  <a:pt x="127959" y="87154"/>
                </a:cubicBezTo>
                <a:lnTo>
                  <a:pt x="148637" y="101727"/>
                </a:lnTo>
                <a:lnTo>
                  <a:pt x="138867" y="129731"/>
                </a:lnTo>
                <a:cubicBezTo>
                  <a:pt x="138867" y="133350"/>
                  <a:pt x="138867" y="135827"/>
                  <a:pt x="142567" y="138208"/>
                </a:cubicBezTo>
                <a:cubicBezTo>
                  <a:pt x="145033" y="139446"/>
                  <a:pt x="148637" y="139446"/>
                  <a:pt x="151104" y="138208"/>
                </a:cubicBezTo>
                <a:lnTo>
                  <a:pt x="175481" y="119920"/>
                </a:lnTo>
                <a:lnTo>
                  <a:pt x="199859" y="138208"/>
                </a:lnTo>
                <a:cubicBezTo>
                  <a:pt x="202325" y="139446"/>
                  <a:pt x="203558" y="139446"/>
                  <a:pt x="204697" y="139446"/>
                </a:cubicBezTo>
                <a:cubicBezTo>
                  <a:pt x="205835" y="139446"/>
                  <a:pt x="207163" y="139446"/>
                  <a:pt x="208396" y="138208"/>
                </a:cubicBezTo>
                <a:cubicBezTo>
                  <a:pt x="212095" y="136970"/>
                  <a:pt x="213233" y="133350"/>
                  <a:pt x="212095" y="129731"/>
                </a:cubicBezTo>
                <a:lnTo>
                  <a:pt x="203558" y="101727"/>
                </a:lnTo>
                <a:lnTo>
                  <a:pt x="224237" y="87154"/>
                </a:lnTo>
                <a:cubicBezTo>
                  <a:pt x="226703" y="84677"/>
                  <a:pt x="227936" y="82296"/>
                  <a:pt x="226703" y="78677"/>
                </a:cubicBezTo>
                <a:cubicBezTo>
                  <a:pt x="225470" y="76200"/>
                  <a:pt x="223004" y="73819"/>
                  <a:pt x="219399" y="73819"/>
                </a:cubicBezTo>
                <a:close/>
                <a:moveTo>
                  <a:pt x="188761" y="100584"/>
                </a:moveTo>
                <a:lnTo>
                  <a:pt x="192460" y="114014"/>
                </a:lnTo>
                <a:lnTo>
                  <a:pt x="180224" y="104299"/>
                </a:lnTo>
                <a:cubicBezTo>
                  <a:pt x="178991" y="103061"/>
                  <a:pt x="176525" y="103061"/>
                  <a:pt x="175386" y="103061"/>
                </a:cubicBezTo>
                <a:cubicBezTo>
                  <a:pt x="174248" y="103061"/>
                  <a:pt x="172920" y="103061"/>
                  <a:pt x="170549" y="104299"/>
                </a:cubicBezTo>
                <a:lnTo>
                  <a:pt x="160779" y="111633"/>
                </a:lnTo>
                <a:lnTo>
                  <a:pt x="164478" y="101918"/>
                </a:lnTo>
                <a:cubicBezTo>
                  <a:pt x="165711" y="98298"/>
                  <a:pt x="164478" y="94583"/>
                  <a:pt x="162012" y="93440"/>
                </a:cubicBezTo>
                <a:lnTo>
                  <a:pt x="154708" y="88583"/>
                </a:lnTo>
                <a:lnTo>
                  <a:pt x="160779" y="88583"/>
                </a:lnTo>
                <a:cubicBezTo>
                  <a:pt x="163245" y="88583"/>
                  <a:pt x="165616" y="87344"/>
                  <a:pt x="166850" y="84963"/>
                </a:cubicBezTo>
                <a:lnTo>
                  <a:pt x="175386" y="67913"/>
                </a:lnTo>
                <a:lnTo>
                  <a:pt x="183923" y="84963"/>
                </a:lnTo>
                <a:cubicBezTo>
                  <a:pt x="185156" y="87440"/>
                  <a:pt x="187623" y="88583"/>
                  <a:pt x="189994" y="88583"/>
                </a:cubicBezTo>
                <a:lnTo>
                  <a:pt x="197298" y="88583"/>
                </a:lnTo>
                <a:lnTo>
                  <a:pt x="191227" y="93440"/>
                </a:lnTo>
                <a:cubicBezTo>
                  <a:pt x="188761" y="95917"/>
                  <a:pt x="187528" y="98298"/>
                  <a:pt x="188761" y="100775"/>
                </a:cubicBezTo>
                <a:close/>
                <a:moveTo>
                  <a:pt x="350678" y="40767"/>
                </a:moveTo>
                <a:lnTo>
                  <a:pt x="350678" y="37052"/>
                </a:lnTo>
                <a:cubicBezTo>
                  <a:pt x="350678" y="33338"/>
                  <a:pt x="348212" y="29718"/>
                  <a:pt x="343374" y="29718"/>
                </a:cubicBezTo>
                <a:lnTo>
                  <a:pt x="313685" y="29718"/>
                </a:lnTo>
                <a:cubicBezTo>
                  <a:pt x="313969" y="22574"/>
                  <a:pt x="314064" y="15145"/>
                  <a:pt x="314064" y="7334"/>
                </a:cubicBezTo>
                <a:cubicBezTo>
                  <a:pt x="314064" y="3620"/>
                  <a:pt x="311598" y="0"/>
                  <a:pt x="306760" y="0"/>
                </a:cubicBezTo>
                <a:lnTo>
                  <a:pt x="44202" y="0"/>
                </a:lnTo>
                <a:cubicBezTo>
                  <a:pt x="40598" y="0"/>
                  <a:pt x="36899" y="3715"/>
                  <a:pt x="36899" y="7334"/>
                </a:cubicBezTo>
                <a:cubicBezTo>
                  <a:pt x="36899" y="15145"/>
                  <a:pt x="37088" y="22574"/>
                  <a:pt x="37373" y="29718"/>
                </a:cubicBezTo>
                <a:lnTo>
                  <a:pt x="7304" y="29718"/>
                </a:lnTo>
                <a:cubicBezTo>
                  <a:pt x="3604" y="29718"/>
                  <a:pt x="0" y="33433"/>
                  <a:pt x="0" y="37052"/>
                </a:cubicBezTo>
                <a:lnTo>
                  <a:pt x="0" y="40767"/>
                </a:lnTo>
                <a:cubicBezTo>
                  <a:pt x="0" y="61531"/>
                  <a:pt x="0" y="114205"/>
                  <a:pt x="28077" y="143542"/>
                </a:cubicBezTo>
                <a:cubicBezTo>
                  <a:pt x="39365" y="154877"/>
                  <a:pt x="53878" y="160877"/>
                  <a:pt x="71520" y="161735"/>
                </a:cubicBezTo>
                <a:cubicBezTo>
                  <a:pt x="86982" y="183737"/>
                  <a:pt x="105289" y="194786"/>
                  <a:pt x="120940" y="204502"/>
                </a:cubicBezTo>
                <a:cubicBezTo>
                  <a:pt x="140385" y="216789"/>
                  <a:pt x="153760" y="224123"/>
                  <a:pt x="153760" y="249841"/>
                </a:cubicBezTo>
                <a:cubicBezTo>
                  <a:pt x="152526" y="298799"/>
                  <a:pt x="130710" y="308610"/>
                  <a:pt x="95424" y="308610"/>
                </a:cubicBezTo>
                <a:cubicBezTo>
                  <a:pt x="91819" y="308610"/>
                  <a:pt x="88120" y="312325"/>
                  <a:pt x="88120" y="315944"/>
                </a:cubicBezTo>
                <a:lnTo>
                  <a:pt x="88120" y="345377"/>
                </a:lnTo>
                <a:cubicBezTo>
                  <a:pt x="88120" y="349091"/>
                  <a:pt x="91725" y="352711"/>
                  <a:pt x="95424" y="352711"/>
                </a:cubicBezTo>
                <a:lnTo>
                  <a:pt x="255918" y="352711"/>
                </a:lnTo>
                <a:cubicBezTo>
                  <a:pt x="260756" y="352711"/>
                  <a:pt x="263222" y="348996"/>
                  <a:pt x="263222" y="345377"/>
                </a:cubicBezTo>
                <a:lnTo>
                  <a:pt x="263222" y="315944"/>
                </a:lnTo>
                <a:cubicBezTo>
                  <a:pt x="263222" y="312230"/>
                  <a:pt x="260756" y="308610"/>
                  <a:pt x="255918" y="308610"/>
                </a:cubicBezTo>
                <a:cubicBezTo>
                  <a:pt x="214561" y="308610"/>
                  <a:pt x="197582" y="291465"/>
                  <a:pt x="197582" y="249841"/>
                </a:cubicBezTo>
                <a:cubicBezTo>
                  <a:pt x="197582" y="224123"/>
                  <a:pt x="210957" y="215551"/>
                  <a:pt x="230402" y="204502"/>
                </a:cubicBezTo>
                <a:cubicBezTo>
                  <a:pt x="246433" y="194786"/>
                  <a:pt x="264645" y="183642"/>
                  <a:pt x="280011" y="161735"/>
                </a:cubicBezTo>
                <a:cubicBezTo>
                  <a:pt x="297844" y="160973"/>
                  <a:pt x="312546" y="154972"/>
                  <a:pt x="324024" y="143542"/>
                </a:cubicBezTo>
                <a:cubicBezTo>
                  <a:pt x="352101" y="114205"/>
                  <a:pt x="352101" y="61531"/>
                  <a:pt x="350868" y="40767"/>
                </a:cubicBezTo>
                <a:close/>
                <a:moveTo>
                  <a:pt x="37752" y="132493"/>
                </a:moveTo>
                <a:cubicBezTo>
                  <a:pt x="15746" y="109252"/>
                  <a:pt x="14513" y="65246"/>
                  <a:pt x="14513" y="44387"/>
                </a:cubicBezTo>
                <a:lnTo>
                  <a:pt x="38037" y="44387"/>
                </a:lnTo>
                <a:cubicBezTo>
                  <a:pt x="41072" y="90964"/>
                  <a:pt x="49988" y="122777"/>
                  <a:pt x="61656" y="145542"/>
                </a:cubicBezTo>
                <a:cubicBezTo>
                  <a:pt x="52360" y="143446"/>
                  <a:pt x="44392" y="139160"/>
                  <a:pt x="37752" y="132493"/>
                </a:cubicBezTo>
                <a:close/>
                <a:moveTo>
                  <a:pt x="222909" y="190976"/>
                </a:moveTo>
                <a:cubicBezTo>
                  <a:pt x="202230" y="204406"/>
                  <a:pt x="182785" y="215456"/>
                  <a:pt x="182785" y="249746"/>
                </a:cubicBezTo>
                <a:cubicBezTo>
                  <a:pt x="182785" y="297466"/>
                  <a:pt x="203463" y="320802"/>
                  <a:pt x="248425" y="323183"/>
                </a:cubicBezTo>
                <a:lnTo>
                  <a:pt x="248425" y="337852"/>
                </a:lnTo>
                <a:lnTo>
                  <a:pt x="102538" y="337852"/>
                </a:lnTo>
                <a:lnTo>
                  <a:pt x="102538" y="323183"/>
                </a:lnTo>
                <a:cubicBezTo>
                  <a:pt x="147499" y="320707"/>
                  <a:pt x="166944" y="297466"/>
                  <a:pt x="168177" y="249746"/>
                </a:cubicBezTo>
                <a:cubicBezTo>
                  <a:pt x="168177" y="215456"/>
                  <a:pt x="148732" y="204406"/>
                  <a:pt x="128054" y="192215"/>
                </a:cubicBezTo>
                <a:cubicBezTo>
                  <a:pt x="95234" y="171355"/>
                  <a:pt x="53878" y="146875"/>
                  <a:pt x="52644" y="14669"/>
                </a:cubicBezTo>
                <a:lnTo>
                  <a:pt x="299456" y="14669"/>
                </a:lnTo>
                <a:cubicBezTo>
                  <a:pt x="298223" y="145637"/>
                  <a:pt x="256867" y="171355"/>
                  <a:pt x="222909" y="190976"/>
                </a:cubicBezTo>
                <a:close/>
                <a:moveTo>
                  <a:pt x="289497" y="145447"/>
                </a:moveTo>
                <a:cubicBezTo>
                  <a:pt x="301069" y="122682"/>
                  <a:pt x="309891" y="90869"/>
                  <a:pt x="312926" y="44387"/>
                </a:cubicBezTo>
                <a:lnTo>
                  <a:pt x="336070" y="44387"/>
                </a:lnTo>
                <a:cubicBezTo>
                  <a:pt x="337304" y="65151"/>
                  <a:pt x="336070" y="109252"/>
                  <a:pt x="312831" y="132493"/>
                </a:cubicBezTo>
                <a:cubicBezTo>
                  <a:pt x="306191" y="139160"/>
                  <a:pt x="298413" y="143351"/>
                  <a:pt x="289497" y="14544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8" name="Graphic 185">
            <a:extLst>
              <a:ext uri="{FF2B5EF4-FFF2-40B4-BE49-F238E27FC236}">
                <a16:creationId xmlns:a16="http://schemas.microsoft.com/office/drawing/2014/main" id="{10C220D2-5EF7-8BAE-D841-020A2043BAC2}"/>
              </a:ext>
            </a:extLst>
          </p:cNvPr>
          <p:cNvSpPr/>
          <p:nvPr/>
        </p:nvSpPr>
        <p:spPr>
          <a:xfrm>
            <a:off x="1340219" y="4869258"/>
            <a:ext cx="468596" cy="470533"/>
          </a:xfrm>
          <a:custGeom>
            <a:avLst/>
            <a:gdLst>
              <a:gd name="connsiteX0" fmla="*/ 219209 w 351258"/>
              <a:gd name="connsiteY0" fmla="*/ 73819 h 352710"/>
              <a:gd name="connsiteX1" fmla="*/ 194832 w 351258"/>
              <a:gd name="connsiteY1" fmla="*/ 73819 h 352710"/>
              <a:gd name="connsiteX2" fmla="*/ 181457 w 351258"/>
              <a:gd name="connsiteY2" fmla="*/ 48292 h 352710"/>
              <a:gd name="connsiteX3" fmla="*/ 175386 w 351258"/>
              <a:gd name="connsiteY3" fmla="*/ 44672 h 352710"/>
              <a:gd name="connsiteX4" fmla="*/ 169316 w 351258"/>
              <a:gd name="connsiteY4" fmla="*/ 48292 h 352710"/>
              <a:gd name="connsiteX5" fmla="*/ 155941 w 351258"/>
              <a:gd name="connsiteY5" fmla="*/ 73819 h 352710"/>
              <a:gd name="connsiteX6" fmla="*/ 131564 w 351258"/>
              <a:gd name="connsiteY6" fmla="*/ 73819 h 352710"/>
              <a:gd name="connsiteX7" fmla="*/ 124260 w 351258"/>
              <a:gd name="connsiteY7" fmla="*/ 78677 h 352710"/>
              <a:gd name="connsiteX8" fmla="*/ 127959 w 351258"/>
              <a:gd name="connsiteY8" fmla="*/ 87154 h 352710"/>
              <a:gd name="connsiteX9" fmla="*/ 148637 w 351258"/>
              <a:gd name="connsiteY9" fmla="*/ 101727 h 352710"/>
              <a:gd name="connsiteX10" fmla="*/ 138867 w 351258"/>
              <a:gd name="connsiteY10" fmla="*/ 129731 h 352710"/>
              <a:gd name="connsiteX11" fmla="*/ 142567 w 351258"/>
              <a:gd name="connsiteY11" fmla="*/ 138208 h 352710"/>
              <a:gd name="connsiteX12" fmla="*/ 151104 w 351258"/>
              <a:gd name="connsiteY12" fmla="*/ 138208 h 352710"/>
              <a:gd name="connsiteX13" fmla="*/ 175481 w 351258"/>
              <a:gd name="connsiteY13" fmla="*/ 119920 h 352710"/>
              <a:gd name="connsiteX14" fmla="*/ 199859 w 351258"/>
              <a:gd name="connsiteY14" fmla="*/ 138208 h 352710"/>
              <a:gd name="connsiteX15" fmla="*/ 204697 w 351258"/>
              <a:gd name="connsiteY15" fmla="*/ 139446 h 352710"/>
              <a:gd name="connsiteX16" fmla="*/ 208396 w 351258"/>
              <a:gd name="connsiteY16" fmla="*/ 138208 h 352710"/>
              <a:gd name="connsiteX17" fmla="*/ 212095 w 351258"/>
              <a:gd name="connsiteY17" fmla="*/ 129731 h 352710"/>
              <a:gd name="connsiteX18" fmla="*/ 203558 w 351258"/>
              <a:gd name="connsiteY18" fmla="*/ 101727 h 352710"/>
              <a:gd name="connsiteX19" fmla="*/ 224237 w 351258"/>
              <a:gd name="connsiteY19" fmla="*/ 87154 h 352710"/>
              <a:gd name="connsiteX20" fmla="*/ 226703 w 351258"/>
              <a:gd name="connsiteY20" fmla="*/ 78677 h 352710"/>
              <a:gd name="connsiteX21" fmla="*/ 219399 w 351258"/>
              <a:gd name="connsiteY21" fmla="*/ 73819 h 352710"/>
              <a:gd name="connsiteX22" fmla="*/ 188761 w 351258"/>
              <a:gd name="connsiteY22" fmla="*/ 100584 h 352710"/>
              <a:gd name="connsiteX23" fmla="*/ 192460 w 351258"/>
              <a:gd name="connsiteY23" fmla="*/ 114014 h 352710"/>
              <a:gd name="connsiteX24" fmla="*/ 180224 w 351258"/>
              <a:gd name="connsiteY24" fmla="*/ 104299 h 352710"/>
              <a:gd name="connsiteX25" fmla="*/ 175386 w 351258"/>
              <a:gd name="connsiteY25" fmla="*/ 103061 h 352710"/>
              <a:gd name="connsiteX26" fmla="*/ 170549 w 351258"/>
              <a:gd name="connsiteY26" fmla="*/ 104299 h 352710"/>
              <a:gd name="connsiteX27" fmla="*/ 160779 w 351258"/>
              <a:gd name="connsiteY27" fmla="*/ 111633 h 352710"/>
              <a:gd name="connsiteX28" fmla="*/ 164478 w 351258"/>
              <a:gd name="connsiteY28" fmla="*/ 101918 h 352710"/>
              <a:gd name="connsiteX29" fmla="*/ 162012 w 351258"/>
              <a:gd name="connsiteY29" fmla="*/ 93440 h 352710"/>
              <a:gd name="connsiteX30" fmla="*/ 154708 w 351258"/>
              <a:gd name="connsiteY30" fmla="*/ 88583 h 352710"/>
              <a:gd name="connsiteX31" fmla="*/ 160779 w 351258"/>
              <a:gd name="connsiteY31" fmla="*/ 88583 h 352710"/>
              <a:gd name="connsiteX32" fmla="*/ 166850 w 351258"/>
              <a:gd name="connsiteY32" fmla="*/ 84963 h 352710"/>
              <a:gd name="connsiteX33" fmla="*/ 175386 w 351258"/>
              <a:gd name="connsiteY33" fmla="*/ 67913 h 352710"/>
              <a:gd name="connsiteX34" fmla="*/ 183923 w 351258"/>
              <a:gd name="connsiteY34" fmla="*/ 84963 h 352710"/>
              <a:gd name="connsiteX35" fmla="*/ 189994 w 351258"/>
              <a:gd name="connsiteY35" fmla="*/ 88583 h 352710"/>
              <a:gd name="connsiteX36" fmla="*/ 197298 w 351258"/>
              <a:gd name="connsiteY36" fmla="*/ 88583 h 352710"/>
              <a:gd name="connsiteX37" fmla="*/ 191227 w 351258"/>
              <a:gd name="connsiteY37" fmla="*/ 93440 h 352710"/>
              <a:gd name="connsiteX38" fmla="*/ 188761 w 351258"/>
              <a:gd name="connsiteY38" fmla="*/ 100775 h 352710"/>
              <a:gd name="connsiteX39" fmla="*/ 350678 w 351258"/>
              <a:gd name="connsiteY39" fmla="*/ 40767 h 352710"/>
              <a:gd name="connsiteX40" fmla="*/ 350678 w 351258"/>
              <a:gd name="connsiteY40" fmla="*/ 37052 h 352710"/>
              <a:gd name="connsiteX41" fmla="*/ 343374 w 351258"/>
              <a:gd name="connsiteY41" fmla="*/ 29718 h 352710"/>
              <a:gd name="connsiteX42" fmla="*/ 313685 w 351258"/>
              <a:gd name="connsiteY42" fmla="*/ 29718 h 352710"/>
              <a:gd name="connsiteX43" fmla="*/ 314064 w 351258"/>
              <a:gd name="connsiteY43" fmla="*/ 7334 h 352710"/>
              <a:gd name="connsiteX44" fmla="*/ 306760 w 351258"/>
              <a:gd name="connsiteY44" fmla="*/ 0 h 352710"/>
              <a:gd name="connsiteX45" fmla="*/ 44202 w 351258"/>
              <a:gd name="connsiteY45" fmla="*/ 0 h 352710"/>
              <a:gd name="connsiteX46" fmla="*/ 36899 w 351258"/>
              <a:gd name="connsiteY46" fmla="*/ 7334 h 352710"/>
              <a:gd name="connsiteX47" fmla="*/ 37373 w 351258"/>
              <a:gd name="connsiteY47" fmla="*/ 29718 h 352710"/>
              <a:gd name="connsiteX48" fmla="*/ 7304 w 351258"/>
              <a:gd name="connsiteY48" fmla="*/ 29718 h 352710"/>
              <a:gd name="connsiteX49" fmla="*/ 0 w 351258"/>
              <a:gd name="connsiteY49" fmla="*/ 37052 h 352710"/>
              <a:gd name="connsiteX50" fmla="*/ 0 w 351258"/>
              <a:gd name="connsiteY50" fmla="*/ 40767 h 352710"/>
              <a:gd name="connsiteX51" fmla="*/ 28077 w 351258"/>
              <a:gd name="connsiteY51" fmla="*/ 143542 h 352710"/>
              <a:gd name="connsiteX52" fmla="*/ 71520 w 351258"/>
              <a:gd name="connsiteY52" fmla="*/ 161735 h 352710"/>
              <a:gd name="connsiteX53" fmla="*/ 120940 w 351258"/>
              <a:gd name="connsiteY53" fmla="*/ 204502 h 352710"/>
              <a:gd name="connsiteX54" fmla="*/ 153760 w 351258"/>
              <a:gd name="connsiteY54" fmla="*/ 249841 h 352710"/>
              <a:gd name="connsiteX55" fmla="*/ 95424 w 351258"/>
              <a:gd name="connsiteY55" fmla="*/ 308610 h 352710"/>
              <a:gd name="connsiteX56" fmla="*/ 88120 w 351258"/>
              <a:gd name="connsiteY56" fmla="*/ 315944 h 352710"/>
              <a:gd name="connsiteX57" fmla="*/ 88120 w 351258"/>
              <a:gd name="connsiteY57" fmla="*/ 345377 h 352710"/>
              <a:gd name="connsiteX58" fmla="*/ 95424 w 351258"/>
              <a:gd name="connsiteY58" fmla="*/ 352711 h 352710"/>
              <a:gd name="connsiteX59" fmla="*/ 255918 w 351258"/>
              <a:gd name="connsiteY59" fmla="*/ 352711 h 352710"/>
              <a:gd name="connsiteX60" fmla="*/ 263222 w 351258"/>
              <a:gd name="connsiteY60" fmla="*/ 345377 h 352710"/>
              <a:gd name="connsiteX61" fmla="*/ 263222 w 351258"/>
              <a:gd name="connsiteY61" fmla="*/ 315944 h 352710"/>
              <a:gd name="connsiteX62" fmla="*/ 255918 w 351258"/>
              <a:gd name="connsiteY62" fmla="*/ 308610 h 352710"/>
              <a:gd name="connsiteX63" fmla="*/ 197582 w 351258"/>
              <a:gd name="connsiteY63" fmla="*/ 249841 h 352710"/>
              <a:gd name="connsiteX64" fmla="*/ 230402 w 351258"/>
              <a:gd name="connsiteY64" fmla="*/ 204502 h 352710"/>
              <a:gd name="connsiteX65" fmla="*/ 280011 w 351258"/>
              <a:gd name="connsiteY65" fmla="*/ 161735 h 352710"/>
              <a:gd name="connsiteX66" fmla="*/ 324024 w 351258"/>
              <a:gd name="connsiteY66" fmla="*/ 143542 h 352710"/>
              <a:gd name="connsiteX67" fmla="*/ 350868 w 351258"/>
              <a:gd name="connsiteY67" fmla="*/ 40767 h 352710"/>
              <a:gd name="connsiteX68" fmla="*/ 37752 w 351258"/>
              <a:gd name="connsiteY68" fmla="*/ 132493 h 352710"/>
              <a:gd name="connsiteX69" fmla="*/ 14513 w 351258"/>
              <a:gd name="connsiteY69" fmla="*/ 44387 h 352710"/>
              <a:gd name="connsiteX70" fmla="*/ 38037 w 351258"/>
              <a:gd name="connsiteY70" fmla="*/ 44387 h 352710"/>
              <a:gd name="connsiteX71" fmla="*/ 61656 w 351258"/>
              <a:gd name="connsiteY71" fmla="*/ 145542 h 352710"/>
              <a:gd name="connsiteX72" fmla="*/ 37752 w 351258"/>
              <a:gd name="connsiteY72" fmla="*/ 132493 h 352710"/>
              <a:gd name="connsiteX73" fmla="*/ 222909 w 351258"/>
              <a:gd name="connsiteY73" fmla="*/ 190976 h 352710"/>
              <a:gd name="connsiteX74" fmla="*/ 182785 w 351258"/>
              <a:gd name="connsiteY74" fmla="*/ 249746 h 352710"/>
              <a:gd name="connsiteX75" fmla="*/ 248425 w 351258"/>
              <a:gd name="connsiteY75" fmla="*/ 323183 h 352710"/>
              <a:gd name="connsiteX76" fmla="*/ 248425 w 351258"/>
              <a:gd name="connsiteY76" fmla="*/ 337852 h 352710"/>
              <a:gd name="connsiteX77" fmla="*/ 102538 w 351258"/>
              <a:gd name="connsiteY77" fmla="*/ 337852 h 352710"/>
              <a:gd name="connsiteX78" fmla="*/ 102538 w 351258"/>
              <a:gd name="connsiteY78" fmla="*/ 323183 h 352710"/>
              <a:gd name="connsiteX79" fmla="*/ 168177 w 351258"/>
              <a:gd name="connsiteY79" fmla="*/ 249746 h 352710"/>
              <a:gd name="connsiteX80" fmla="*/ 128054 w 351258"/>
              <a:gd name="connsiteY80" fmla="*/ 192215 h 352710"/>
              <a:gd name="connsiteX81" fmla="*/ 52644 w 351258"/>
              <a:gd name="connsiteY81" fmla="*/ 14669 h 352710"/>
              <a:gd name="connsiteX82" fmla="*/ 299456 w 351258"/>
              <a:gd name="connsiteY82" fmla="*/ 14669 h 352710"/>
              <a:gd name="connsiteX83" fmla="*/ 222909 w 351258"/>
              <a:gd name="connsiteY83" fmla="*/ 190976 h 352710"/>
              <a:gd name="connsiteX84" fmla="*/ 289497 w 351258"/>
              <a:gd name="connsiteY84" fmla="*/ 145447 h 352710"/>
              <a:gd name="connsiteX85" fmla="*/ 312926 w 351258"/>
              <a:gd name="connsiteY85" fmla="*/ 44387 h 352710"/>
              <a:gd name="connsiteX86" fmla="*/ 336070 w 351258"/>
              <a:gd name="connsiteY86" fmla="*/ 44387 h 352710"/>
              <a:gd name="connsiteX87" fmla="*/ 312831 w 351258"/>
              <a:gd name="connsiteY87" fmla="*/ 132493 h 352710"/>
              <a:gd name="connsiteX88" fmla="*/ 289497 w 351258"/>
              <a:gd name="connsiteY88" fmla="*/ 145447 h 352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51258" h="352710">
                <a:moveTo>
                  <a:pt x="219209" y="73819"/>
                </a:moveTo>
                <a:lnTo>
                  <a:pt x="194832" y="73819"/>
                </a:lnTo>
                <a:lnTo>
                  <a:pt x="181457" y="48292"/>
                </a:lnTo>
                <a:cubicBezTo>
                  <a:pt x="180224" y="45815"/>
                  <a:pt x="177758" y="44672"/>
                  <a:pt x="175386" y="44672"/>
                </a:cubicBezTo>
                <a:cubicBezTo>
                  <a:pt x="173015" y="44672"/>
                  <a:pt x="170549" y="45910"/>
                  <a:pt x="169316" y="48292"/>
                </a:cubicBezTo>
                <a:lnTo>
                  <a:pt x="155941" y="73819"/>
                </a:lnTo>
                <a:lnTo>
                  <a:pt x="131564" y="73819"/>
                </a:lnTo>
                <a:cubicBezTo>
                  <a:pt x="127864" y="73819"/>
                  <a:pt x="125493" y="76295"/>
                  <a:pt x="124260" y="78677"/>
                </a:cubicBezTo>
                <a:cubicBezTo>
                  <a:pt x="124260" y="82296"/>
                  <a:pt x="124260" y="84773"/>
                  <a:pt x="127959" y="87154"/>
                </a:cubicBezTo>
                <a:lnTo>
                  <a:pt x="148637" y="101727"/>
                </a:lnTo>
                <a:lnTo>
                  <a:pt x="138867" y="129731"/>
                </a:lnTo>
                <a:cubicBezTo>
                  <a:pt x="138867" y="133350"/>
                  <a:pt x="138867" y="135827"/>
                  <a:pt x="142567" y="138208"/>
                </a:cubicBezTo>
                <a:cubicBezTo>
                  <a:pt x="145033" y="139446"/>
                  <a:pt x="148637" y="139446"/>
                  <a:pt x="151104" y="138208"/>
                </a:cubicBezTo>
                <a:lnTo>
                  <a:pt x="175481" y="119920"/>
                </a:lnTo>
                <a:lnTo>
                  <a:pt x="199859" y="138208"/>
                </a:lnTo>
                <a:cubicBezTo>
                  <a:pt x="202325" y="139446"/>
                  <a:pt x="203558" y="139446"/>
                  <a:pt x="204697" y="139446"/>
                </a:cubicBezTo>
                <a:cubicBezTo>
                  <a:pt x="205835" y="139446"/>
                  <a:pt x="207163" y="139446"/>
                  <a:pt x="208396" y="138208"/>
                </a:cubicBezTo>
                <a:cubicBezTo>
                  <a:pt x="212095" y="136970"/>
                  <a:pt x="213233" y="133350"/>
                  <a:pt x="212095" y="129731"/>
                </a:cubicBezTo>
                <a:lnTo>
                  <a:pt x="203558" y="101727"/>
                </a:lnTo>
                <a:lnTo>
                  <a:pt x="224237" y="87154"/>
                </a:lnTo>
                <a:cubicBezTo>
                  <a:pt x="226703" y="84677"/>
                  <a:pt x="227936" y="82296"/>
                  <a:pt x="226703" y="78677"/>
                </a:cubicBezTo>
                <a:cubicBezTo>
                  <a:pt x="225470" y="76200"/>
                  <a:pt x="223004" y="73819"/>
                  <a:pt x="219399" y="73819"/>
                </a:cubicBezTo>
                <a:close/>
                <a:moveTo>
                  <a:pt x="188761" y="100584"/>
                </a:moveTo>
                <a:lnTo>
                  <a:pt x="192460" y="114014"/>
                </a:lnTo>
                <a:lnTo>
                  <a:pt x="180224" y="104299"/>
                </a:lnTo>
                <a:cubicBezTo>
                  <a:pt x="178991" y="103061"/>
                  <a:pt x="176525" y="103061"/>
                  <a:pt x="175386" y="103061"/>
                </a:cubicBezTo>
                <a:cubicBezTo>
                  <a:pt x="174248" y="103061"/>
                  <a:pt x="172920" y="103061"/>
                  <a:pt x="170549" y="104299"/>
                </a:cubicBezTo>
                <a:lnTo>
                  <a:pt x="160779" y="111633"/>
                </a:lnTo>
                <a:lnTo>
                  <a:pt x="164478" y="101918"/>
                </a:lnTo>
                <a:cubicBezTo>
                  <a:pt x="165711" y="98298"/>
                  <a:pt x="164478" y="94583"/>
                  <a:pt x="162012" y="93440"/>
                </a:cubicBezTo>
                <a:lnTo>
                  <a:pt x="154708" y="88583"/>
                </a:lnTo>
                <a:lnTo>
                  <a:pt x="160779" y="88583"/>
                </a:lnTo>
                <a:cubicBezTo>
                  <a:pt x="163245" y="88583"/>
                  <a:pt x="165616" y="87344"/>
                  <a:pt x="166850" y="84963"/>
                </a:cubicBezTo>
                <a:lnTo>
                  <a:pt x="175386" y="67913"/>
                </a:lnTo>
                <a:lnTo>
                  <a:pt x="183923" y="84963"/>
                </a:lnTo>
                <a:cubicBezTo>
                  <a:pt x="185156" y="87440"/>
                  <a:pt x="187623" y="88583"/>
                  <a:pt x="189994" y="88583"/>
                </a:cubicBezTo>
                <a:lnTo>
                  <a:pt x="197298" y="88583"/>
                </a:lnTo>
                <a:lnTo>
                  <a:pt x="191227" y="93440"/>
                </a:lnTo>
                <a:cubicBezTo>
                  <a:pt x="188761" y="95917"/>
                  <a:pt x="187528" y="98298"/>
                  <a:pt x="188761" y="100775"/>
                </a:cubicBezTo>
                <a:close/>
                <a:moveTo>
                  <a:pt x="350678" y="40767"/>
                </a:moveTo>
                <a:lnTo>
                  <a:pt x="350678" y="37052"/>
                </a:lnTo>
                <a:cubicBezTo>
                  <a:pt x="350678" y="33338"/>
                  <a:pt x="348212" y="29718"/>
                  <a:pt x="343374" y="29718"/>
                </a:cubicBezTo>
                <a:lnTo>
                  <a:pt x="313685" y="29718"/>
                </a:lnTo>
                <a:cubicBezTo>
                  <a:pt x="313969" y="22574"/>
                  <a:pt x="314064" y="15145"/>
                  <a:pt x="314064" y="7334"/>
                </a:cubicBezTo>
                <a:cubicBezTo>
                  <a:pt x="314064" y="3620"/>
                  <a:pt x="311598" y="0"/>
                  <a:pt x="306760" y="0"/>
                </a:cubicBezTo>
                <a:lnTo>
                  <a:pt x="44202" y="0"/>
                </a:lnTo>
                <a:cubicBezTo>
                  <a:pt x="40598" y="0"/>
                  <a:pt x="36899" y="3715"/>
                  <a:pt x="36899" y="7334"/>
                </a:cubicBezTo>
                <a:cubicBezTo>
                  <a:pt x="36899" y="15145"/>
                  <a:pt x="37088" y="22574"/>
                  <a:pt x="37373" y="29718"/>
                </a:cubicBezTo>
                <a:lnTo>
                  <a:pt x="7304" y="29718"/>
                </a:lnTo>
                <a:cubicBezTo>
                  <a:pt x="3604" y="29718"/>
                  <a:pt x="0" y="33433"/>
                  <a:pt x="0" y="37052"/>
                </a:cubicBezTo>
                <a:lnTo>
                  <a:pt x="0" y="40767"/>
                </a:lnTo>
                <a:cubicBezTo>
                  <a:pt x="0" y="61531"/>
                  <a:pt x="0" y="114205"/>
                  <a:pt x="28077" y="143542"/>
                </a:cubicBezTo>
                <a:cubicBezTo>
                  <a:pt x="39365" y="154877"/>
                  <a:pt x="53878" y="160877"/>
                  <a:pt x="71520" y="161735"/>
                </a:cubicBezTo>
                <a:cubicBezTo>
                  <a:pt x="86982" y="183737"/>
                  <a:pt x="105289" y="194786"/>
                  <a:pt x="120940" y="204502"/>
                </a:cubicBezTo>
                <a:cubicBezTo>
                  <a:pt x="140385" y="216789"/>
                  <a:pt x="153760" y="224123"/>
                  <a:pt x="153760" y="249841"/>
                </a:cubicBezTo>
                <a:cubicBezTo>
                  <a:pt x="152526" y="298799"/>
                  <a:pt x="130710" y="308610"/>
                  <a:pt x="95424" y="308610"/>
                </a:cubicBezTo>
                <a:cubicBezTo>
                  <a:pt x="91819" y="308610"/>
                  <a:pt x="88120" y="312325"/>
                  <a:pt x="88120" y="315944"/>
                </a:cubicBezTo>
                <a:lnTo>
                  <a:pt x="88120" y="345377"/>
                </a:lnTo>
                <a:cubicBezTo>
                  <a:pt x="88120" y="349091"/>
                  <a:pt x="91725" y="352711"/>
                  <a:pt x="95424" y="352711"/>
                </a:cubicBezTo>
                <a:lnTo>
                  <a:pt x="255918" y="352711"/>
                </a:lnTo>
                <a:cubicBezTo>
                  <a:pt x="260756" y="352711"/>
                  <a:pt x="263222" y="348996"/>
                  <a:pt x="263222" y="345377"/>
                </a:cubicBezTo>
                <a:lnTo>
                  <a:pt x="263222" y="315944"/>
                </a:lnTo>
                <a:cubicBezTo>
                  <a:pt x="263222" y="312230"/>
                  <a:pt x="260756" y="308610"/>
                  <a:pt x="255918" y="308610"/>
                </a:cubicBezTo>
                <a:cubicBezTo>
                  <a:pt x="214561" y="308610"/>
                  <a:pt x="197582" y="291465"/>
                  <a:pt x="197582" y="249841"/>
                </a:cubicBezTo>
                <a:cubicBezTo>
                  <a:pt x="197582" y="224123"/>
                  <a:pt x="210957" y="215551"/>
                  <a:pt x="230402" y="204502"/>
                </a:cubicBezTo>
                <a:cubicBezTo>
                  <a:pt x="246433" y="194786"/>
                  <a:pt x="264645" y="183642"/>
                  <a:pt x="280011" y="161735"/>
                </a:cubicBezTo>
                <a:cubicBezTo>
                  <a:pt x="297844" y="160973"/>
                  <a:pt x="312546" y="154972"/>
                  <a:pt x="324024" y="143542"/>
                </a:cubicBezTo>
                <a:cubicBezTo>
                  <a:pt x="352101" y="114205"/>
                  <a:pt x="352101" y="61531"/>
                  <a:pt x="350868" y="40767"/>
                </a:cubicBezTo>
                <a:close/>
                <a:moveTo>
                  <a:pt x="37752" y="132493"/>
                </a:moveTo>
                <a:cubicBezTo>
                  <a:pt x="15746" y="109252"/>
                  <a:pt x="14513" y="65246"/>
                  <a:pt x="14513" y="44387"/>
                </a:cubicBezTo>
                <a:lnTo>
                  <a:pt x="38037" y="44387"/>
                </a:lnTo>
                <a:cubicBezTo>
                  <a:pt x="41072" y="90964"/>
                  <a:pt x="49988" y="122777"/>
                  <a:pt x="61656" y="145542"/>
                </a:cubicBezTo>
                <a:cubicBezTo>
                  <a:pt x="52360" y="143446"/>
                  <a:pt x="44392" y="139160"/>
                  <a:pt x="37752" y="132493"/>
                </a:cubicBezTo>
                <a:close/>
                <a:moveTo>
                  <a:pt x="222909" y="190976"/>
                </a:moveTo>
                <a:cubicBezTo>
                  <a:pt x="202230" y="204406"/>
                  <a:pt x="182785" y="215456"/>
                  <a:pt x="182785" y="249746"/>
                </a:cubicBezTo>
                <a:cubicBezTo>
                  <a:pt x="182785" y="297466"/>
                  <a:pt x="203463" y="320802"/>
                  <a:pt x="248425" y="323183"/>
                </a:cubicBezTo>
                <a:lnTo>
                  <a:pt x="248425" y="337852"/>
                </a:lnTo>
                <a:lnTo>
                  <a:pt x="102538" y="337852"/>
                </a:lnTo>
                <a:lnTo>
                  <a:pt x="102538" y="323183"/>
                </a:lnTo>
                <a:cubicBezTo>
                  <a:pt x="147499" y="320707"/>
                  <a:pt x="166944" y="297466"/>
                  <a:pt x="168177" y="249746"/>
                </a:cubicBezTo>
                <a:cubicBezTo>
                  <a:pt x="168177" y="215456"/>
                  <a:pt x="148732" y="204406"/>
                  <a:pt x="128054" y="192215"/>
                </a:cubicBezTo>
                <a:cubicBezTo>
                  <a:pt x="95234" y="171355"/>
                  <a:pt x="53878" y="146875"/>
                  <a:pt x="52644" y="14669"/>
                </a:cubicBezTo>
                <a:lnTo>
                  <a:pt x="299456" y="14669"/>
                </a:lnTo>
                <a:cubicBezTo>
                  <a:pt x="298223" y="145637"/>
                  <a:pt x="256867" y="171355"/>
                  <a:pt x="222909" y="190976"/>
                </a:cubicBezTo>
                <a:close/>
                <a:moveTo>
                  <a:pt x="289497" y="145447"/>
                </a:moveTo>
                <a:cubicBezTo>
                  <a:pt x="301069" y="122682"/>
                  <a:pt x="309891" y="90869"/>
                  <a:pt x="312926" y="44387"/>
                </a:cubicBezTo>
                <a:lnTo>
                  <a:pt x="336070" y="44387"/>
                </a:lnTo>
                <a:cubicBezTo>
                  <a:pt x="337304" y="65151"/>
                  <a:pt x="336070" y="109252"/>
                  <a:pt x="312831" y="132493"/>
                </a:cubicBezTo>
                <a:cubicBezTo>
                  <a:pt x="306191" y="139160"/>
                  <a:pt x="298413" y="143351"/>
                  <a:pt x="289497" y="14544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1" name="Graphic 185">
            <a:extLst>
              <a:ext uri="{FF2B5EF4-FFF2-40B4-BE49-F238E27FC236}">
                <a16:creationId xmlns:a16="http://schemas.microsoft.com/office/drawing/2014/main" id="{B7428CA6-549D-0297-D563-9FBE21BA58AD}"/>
              </a:ext>
            </a:extLst>
          </p:cNvPr>
          <p:cNvSpPr/>
          <p:nvPr/>
        </p:nvSpPr>
        <p:spPr>
          <a:xfrm>
            <a:off x="571869" y="5526483"/>
            <a:ext cx="468596" cy="470533"/>
          </a:xfrm>
          <a:custGeom>
            <a:avLst/>
            <a:gdLst>
              <a:gd name="connsiteX0" fmla="*/ 219209 w 351258"/>
              <a:gd name="connsiteY0" fmla="*/ 73819 h 352710"/>
              <a:gd name="connsiteX1" fmla="*/ 194832 w 351258"/>
              <a:gd name="connsiteY1" fmla="*/ 73819 h 352710"/>
              <a:gd name="connsiteX2" fmla="*/ 181457 w 351258"/>
              <a:gd name="connsiteY2" fmla="*/ 48292 h 352710"/>
              <a:gd name="connsiteX3" fmla="*/ 175386 w 351258"/>
              <a:gd name="connsiteY3" fmla="*/ 44672 h 352710"/>
              <a:gd name="connsiteX4" fmla="*/ 169316 w 351258"/>
              <a:gd name="connsiteY4" fmla="*/ 48292 h 352710"/>
              <a:gd name="connsiteX5" fmla="*/ 155941 w 351258"/>
              <a:gd name="connsiteY5" fmla="*/ 73819 h 352710"/>
              <a:gd name="connsiteX6" fmla="*/ 131564 w 351258"/>
              <a:gd name="connsiteY6" fmla="*/ 73819 h 352710"/>
              <a:gd name="connsiteX7" fmla="*/ 124260 w 351258"/>
              <a:gd name="connsiteY7" fmla="*/ 78677 h 352710"/>
              <a:gd name="connsiteX8" fmla="*/ 127959 w 351258"/>
              <a:gd name="connsiteY8" fmla="*/ 87154 h 352710"/>
              <a:gd name="connsiteX9" fmla="*/ 148637 w 351258"/>
              <a:gd name="connsiteY9" fmla="*/ 101727 h 352710"/>
              <a:gd name="connsiteX10" fmla="*/ 138867 w 351258"/>
              <a:gd name="connsiteY10" fmla="*/ 129731 h 352710"/>
              <a:gd name="connsiteX11" fmla="*/ 142567 w 351258"/>
              <a:gd name="connsiteY11" fmla="*/ 138208 h 352710"/>
              <a:gd name="connsiteX12" fmla="*/ 151104 w 351258"/>
              <a:gd name="connsiteY12" fmla="*/ 138208 h 352710"/>
              <a:gd name="connsiteX13" fmla="*/ 175481 w 351258"/>
              <a:gd name="connsiteY13" fmla="*/ 119920 h 352710"/>
              <a:gd name="connsiteX14" fmla="*/ 199859 w 351258"/>
              <a:gd name="connsiteY14" fmla="*/ 138208 h 352710"/>
              <a:gd name="connsiteX15" fmla="*/ 204697 w 351258"/>
              <a:gd name="connsiteY15" fmla="*/ 139446 h 352710"/>
              <a:gd name="connsiteX16" fmla="*/ 208396 w 351258"/>
              <a:gd name="connsiteY16" fmla="*/ 138208 h 352710"/>
              <a:gd name="connsiteX17" fmla="*/ 212095 w 351258"/>
              <a:gd name="connsiteY17" fmla="*/ 129731 h 352710"/>
              <a:gd name="connsiteX18" fmla="*/ 203558 w 351258"/>
              <a:gd name="connsiteY18" fmla="*/ 101727 h 352710"/>
              <a:gd name="connsiteX19" fmla="*/ 224237 w 351258"/>
              <a:gd name="connsiteY19" fmla="*/ 87154 h 352710"/>
              <a:gd name="connsiteX20" fmla="*/ 226703 w 351258"/>
              <a:gd name="connsiteY20" fmla="*/ 78677 h 352710"/>
              <a:gd name="connsiteX21" fmla="*/ 219399 w 351258"/>
              <a:gd name="connsiteY21" fmla="*/ 73819 h 352710"/>
              <a:gd name="connsiteX22" fmla="*/ 188761 w 351258"/>
              <a:gd name="connsiteY22" fmla="*/ 100584 h 352710"/>
              <a:gd name="connsiteX23" fmla="*/ 192460 w 351258"/>
              <a:gd name="connsiteY23" fmla="*/ 114014 h 352710"/>
              <a:gd name="connsiteX24" fmla="*/ 180224 w 351258"/>
              <a:gd name="connsiteY24" fmla="*/ 104299 h 352710"/>
              <a:gd name="connsiteX25" fmla="*/ 175386 w 351258"/>
              <a:gd name="connsiteY25" fmla="*/ 103061 h 352710"/>
              <a:gd name="connsiteX26" fmla="*/ 170549 w 351258"/>
              <a:gd name="connsiteY26" fmla="*/ 104299 h 352710"/>
              <a:gd name="connsiteX27" fmla="*/ 160779 w 351258"/>
              <a:gd name="connsiteY27" fmla="*/ 111633 h 352710"/>
              <a:gd name="connsiteX28" fmla="*/ 164478 w 351258"/>
              <a:gd name="connsiteY28" fmla="*/ 101918 h 352710"/>
              <a:gd name="connsiteX29" fmla="*/ 162012 w 351258"/>
              <a:gd name="connsiteY29" fmla="*/ 93440 h 352710"/>
              <a:gd name="connsiteX30" fmla="*/ 154708 w 351258"/>
              <a:gd name="connsiteY30" fmla="*/ 88583 h 352710"/>
              <a:gd name="connsiteX31" fmla="*/ 160779 w 351258"/>
              <a:gd name="connsiteY31" fmla="*/ 88583 h 352710"/>
              <a:gd name="connsiteX32" fmla="*/ 166850 w 351258"/>
              <a:gd name="connsiteY32" fmla="*/ 84963 h 352710"/>
              <a:gd name="connsiteX33" fmla="*/ 175386 w 351258"/>
              <a:gd name="connsiteY33" fmla="*/ 67913 h 352710"/>
              <a:gd name="connsiteX34" fmla="*/ 183923 w 351258"/>
              <a:gd name="connsiteY34" fmla="*/ 84963 h 352710"/>
              <a:gd name="connsiteX35" fmla="*/ 189994 w 351258"/>
              <a:gd name="connsiteY35" fmla="*/ 88583 h 352710"/>
              <a:gd name="connsiteX36" fmla="*/ 197298 w 351258"/>
              <a:gd name="connsiteY36" fmla="*/ 88583 h 352710"/>
              <a:gd name="connsiteX37" fmla="*/ 191227 w 351258"/>
              <a:gd name="connsiteY37" fmla="*/ 93440 h 352710"/>
              <a:gd name="connsiteX38" fmla="*/ 188761 w 351258"/>
              <a:gd name="connsiteY38" fmla="*/ 100775 h 352710"/>
              <a:gd name="connsiteX39" fmla="*/ 350678 w 351258"/>
              <a:gd name="connsiteY39" fmla="*/ 40767 h 352710"/>
              <a:gd name="connsiteX40" fmla="*/ 350678 w 351258"/>
              <a:gd name="connsiteY40" fmla="*/ 37052 h 352710"/>
              <a:gd name="connsiteX41" fmla="*/ 343374 w 351258"/>
              <a:gd name="connsiteY41" fmla="*/ 29718 h 352710"/>
              <a:gd name="connsiteX42" fmla="*/ 313685 w 351258"/>
              <a:gd name="connsiteY42" fmla="*/ 29718 h 352710"/>
              <a:gd name="connsiteX43" fmla="*/ 314064 w 351258"/>
              <a:gd name="connsiteY43" fmla="*/ 7334 h 352710"/>
              <a:gd name="connsiteX44" fmla="*/ 306760 w 351258"/>
              <a:gd name="connsiteY44" fmla="*/ 0 h 352710"/>
              <a:gd name="connsiteX45" fmla="*/ 44202 w 351258"/>
              <a:gd name="connsiteY45" fmla="*/ 0 h 352710"/>
              <a:gd name="connsiteX46" fmla="*/ 36899 w 351258"/>
              <a:gd name="connsiteY46" fmla="*/ 7334 h 352710"/>
              <a:gd name="connsiteX47" fmla="*/ 37373 w 351258"/>
              <a:gd name="connsiteY47" fmla="*/ 29718 h 352710"/>
              <a:gd name="connsiteX48" fmla="*/ 7304 w 351258"/>
              <a:gd name="connsiteY48" fmla="*/ 29718 h 352710"/>
              <a:gd name="connsiteX49" fmla="*/ 0 w 351258"/>
              <a:gd name="connsiteY49" fmla="*/ 37052 h 352710"/>
              <a:gd name="connsiteX50" fmla="*/ 0 w 351258"/>
              <a:gd name="connsiteY50" fmla="*/ 40767 h 352710"/>
              <a:gd name="connsiteX51" fmla="*/ 28077 w 351258"/>
              <a:gd name="connsiteY51" fmla="*/ 143542 h 352710"/>
              <a:gd name="connsiteX52" fmla="*/ 71520 w 351258"/>
              <a:gd name="connsiteY52" fmla="*/ 161735 h 352710"/>
              <a:gd name="connsiteX53" fmla="*/ 120940 w 351258"/>
              <a:gd name="connsiteY53" fmla="*/ 204502 h 352710"/>
              <a:gd name="connsiteX54" fmla="*/ 153760 w 351258"/>
              <a:gd name="connsiteY54" fmla="*/ 249841 h 352710"/>
              <a:gd name="connsiteX55" fmla="*/ 95424 w 351258"/>
              <a:gd name="connsiteY55" fmla="*/ 308610 h 352710"/>
              <a:gd name="connsiteX56" fmla="*/ 88120 w 351258"/>
              <a:gd name="connsiteY56" fmla="*/ 315944 h 352710"/>
              <a:gd name="connsiteX57" fmla="*/ 88120 w 351258"/>
              <a:gd name="connsiteY57" fmla="*/ 345377 h 352710"/>
              <a:gd name="connsiteX58" fmla="*/ 95424 w 351258"/>
              <a:gd name="connsiteY58" fmla="*/ 352711 h 352710"/>
              <a:gd name="connsiteX59" fmla="*/ 255918 w 351258"/>
              <a:gd name="connsiteY59" fmla="*/ 352711 h 352710"/>
              <a:gd name="connsiteX60" fmla="*/ 263222 w 351258"/>
              <a:gd name="connsiteY60" fmla="*/ 345377 h 352710"/>
              <a:gd name="connsiteX61" fmla="*/ 263222 w 351258"/>
              <a:gd name="connsiteY61" fmla="*/ 315944 h 352710"/>
              <a:gd name="connsiteX62" fmla="*/ 255918 w 351258"/>
              <a:gd name="connsiteY62" fmla="*/ 308610 h 352710"/>
              <a:gd name="connsiteX63" fmla="*/ 197582 w 351258"/>
              <a:gd name="connsiteY63" fmla="*/ 249841 h 352710"/>
              <a:gd name="connsiteX64" fmla="*/ 230402 w 351258"/>
              <a:gd name="connsiteY64" fmla="*/ 204502 h 352710"/>
              <a:gd name="connsiteX65" fmla="*/ 280011 w 351258"/>
              <a:gd name="connsiteY65" fmla="*/ 161735 h 352710"/>
              <a:gd name="connsiteX66" fmla="*/ 324024 w 351258"/>
              <a:gd name="connsiteY66" fmla="*/ 143542 h 352710"/>
              <a:gd name="connsiteX67" fmla="*/ 350868 w 351258"/>
              <a:gd name="connsiteY67" fmla="*/ 40767 h 352710"/>
              <a:gd name="connsiteX68" fmla="*/ 37752 w 351258"/>
              <a:gd name="connsiteY68" fmla="*/ 132493 h 352710"/>
              <a:gd name="connsiteX69" fmla="*/ 14513 w 351258"/>
              <a:gd name="connsiteY69" fmla="*/ 44387 h 352710"/>
              <a:gd name="connsiteX70" fmla="*/ 38037 w 351258"/>
              <a:gd name="connsiteY70" fmla="*/ 44387 h 352710"/>
              <a:gd name="connsiteX71" fmla="*/ 61656 w 351258"/>
              <a:gd name="connsiteY71" fmla="*/ 145542 h 352710"/>
              <a:gd name="connsiteX72" fmla="*/ 37752 w 351258"/>
              <a:gd name="connsiteY72" fmla="*/ 132493 h 352710"/>
              <a:gd name="connsiteX73" fmla="*/ 222909 w 351258"/>
              <a:gd name="connsiteY73" fmla="*/ 190976 h 352710"/>
              <a:gd name="connsiteX74" fmla="*/ 182785 w 351258"/>
              <a:gd name="connsiteY74" fmla="*/ 249746 h 352710"/>
              <a:gd name="connsiteX75" fmla="*/ 248425 w 351258"/>
              <a:gd name="connsiteY75" fmla="*/ 323183 h 352710"/>
              <a:gd name="connsiteX76" fmla="*/ 248425 w 351258"/>
              <a:gd name="connsiteY76" fmla="*/ 337852 h 352710"/>
              <a:gd name="connsiteX77" fmla="*/ 102538 w 351258"/>
              <a:gd name="connsiteY77" fmla="*/ 337852 h 352710"/>
              <a:gd name="connsiteX78" fmla="*/ 102538 w 351258"/>
              <a:gd name="connsiteY78" fmla="*/ 323183 h 352710"/>
              <a:gd name="connsiteX79" fmla="*/ 168177 w 351258"/>
              <a:gd name="connsiteY79" fmla="*/ 249746 h 352710"/>
              <a:gd name="connsiteX80" fmla="*/ 128054 w 351258"/>
              <a:gd name="connsiteY80" fmla="*/ 192215 h 352710"/>
              <a:gd name="connsiteX81" fmla="*/ 52644 w 351258"/>
              <a:gd name="connsiteY81" fmla="*/ 14669 h 352710"/>
              <a:gd name="connsiteX82" fmla="*/ 299456 w 351258"/>
              <a:gd name="connsiteY82" fmla="*/ 14669 h 352710"/>
              <a:gd name="connsiteX83" fmla="*/ 222909 w 351258"/>
              <a:gd name="connsiteY83" fmla="*/ 190976 h 352710"/>
              <a:gd name="connsiteX84" fmla="*/ 289497 w 351258"/>
              <a:gd name="connsiteY84" fmla="*/ 145447 h 352710"/>
              <a:gd name="connsiteX85" fmla="*/ 312926 w 351258"/>
              <a:gd name="connsiteY85" fmla="*/ 44387 h 352710"/>
              <a:gd name="connsiteX86" fmla="*/ 336070 w 351258"/>
              <a:gd name="connsiteY86" fmla="*/ 44387 h 352710"/>
              <a:gd name="connsiteX87" fmla="*/ 312831 w 351258"/>
              <a:gd name="connsiteY87" fmla="*/ 132493 h 352710"/>
              <a:gd name="connsiteX88" fmla="*/ 289497 w 351258"/>
              <a:gd name="connsiteY88" fmla="*/ 145447 h 352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51258" h="352710">
                <a:moveTo>
                  <a:pt x="219209" y="73819"/>
                </a:moveTo>
                <a:lnTo>
                  <a:pt x="194832" y="73819"/>
                </a:lnTo>
                <a:lnTo>
                  <a:pt x="181457" y="48292"/>
                </a:lnTo>
                <a:cubicBezTo>
                  <a:pt x="180224" y="45815"/>
                  <a:pt x="177758" y="44672"/>
                  <a:pt x="175386" y="44672"/>
                </a:cubicBezTo>
                <a:cubicBezTo>
                  <a:pt x="173015" y="44672"/>
                  <a:pt x="170549" y="45910"/>
                  <a:pt x="169316" y="48292"/>
                </a:cubicBezTo>
                <a:lnTo>
                  <a:pt x="155941" y="73819"/>
                </a:lnTo>
                <a:lnTo>
                  <a:pt x="131564" y="73819"/>
                </a:lnTo>
                <a:cubicBezTo>
                  <a:pt x="127864" y="73819"/>
                  <a:pt x="125493" y="76295"/>
                  <a:pt x="124260" y="78677"/>
                </a:cubicBezTo>
                <a:cubicBezTo>
                  <a:pt x="124260" y="82296"/>
                  <a:pt x="124260" y="84773"/>
                  <a:pt x="127959" y="87154"/>
                </a:cubicBezTo>
                <a:lnTo>
                  <a:pt x="148637" y="101727"/>
                </a:lnTo>
                <a:lnTo>
                  <a:pt x="138867" y="129731"/>
                </a:lnTo>
                <a:cubicBezTo>
                  <a:pt x="138867" y="133350"/>
                  <a:pt x="138867" y="135827"/>
                  <a:pt x="142567" y="138208"/>
                </a:cubicBezTo>
                <a:cubicBezTo>
                  <a:pt x="145033" y="139446"/>
                  <a:pt x="148637" y="139446"/>
                  <a:pt x="151104" y="138208"/>
                </a:cubicBezTo>
                <a:lnTo>
                  <a:pt x="175481" y="119920"/>
                </a:lnTo>
                <a:lnTo>
                  <a:pt x="199859" y="138208"/>
                </a:lnTo>
                <a:cubicBezTo>
                  <a:pt x="202325" y="139446"/>
                  <a:pt x="203558" y="139446"/>
                  <a:pt x="204697" y="139446"/>
                </a:cubicBezTo>
                <a:cubicBezTo>
                  <a:pt x="205835" y="139446"/>
                  <a:pt x="207163" y="139446"/>
                  <a:pt x="208396" y="138208"/>
                </a:cubicBezTo>
                <a:cubicBezTo>
                  <a:pt x="212095" y="136970"/>
                  <a:pt x="213233" y="133350"/>
                  <a:pt x="212095" y="129731"/>
                </a:cubicBezTo>
                <a:lnTo>
                  <a:pt x="203558" y="101727"/>
                </a:lnTo>
                <a:lnTo>
                  <a:pt x="224237" y="87154"/>
                </a:lnTo>
                <a:cubicBezTo>
                  <a:pt x="226703" y="84677"/>
                  <a:pt x="227936" y="82296"/>
                  <a:pt x="226703" y="78677"/>
                </a:cubicBezTo>
                <a:cubicBezTo>
                  <a:pt x="225470" y="76200"/>
                  <a:pt x="223004" y="73819"/>
                  <a:pt x="219399" y="73819"/>
                </a:cubicBezTo>
                <a:close/>
                <a:moveTo>
                  <a:pt x="188761" y="100584"/>
                </a:moveTo>
                <a:lnTo>
                  <a:pt x="192460" y="114014"/>
                </a:lnTo>
                <a:lnTo>
                  <a:pt x="180224" y="104299"/>
                </a:lnTo>
                <a:cubicBezTo>
                  <a:pt x="178991" y="103061"/>
                  <a:pt x="176525" y="103061"/>
                  <a:pt x="175386" y="103061"/>
                </a:cubicBezTo>
                <a:cubicBezTo>
                  <a:pt x="174248" y="103061"/>
                  <a:pt x="172920" y="103061"/>
                  <a:pt x="170549" y="104299"/>
                </a:cubicBezTo>
                <a:lnTo>
                  <a:pt x="160779" y="111633"/>
                </a:lnTo>
                <a:lnTo>
                  <a:pt x="164478" y="101918"/>
                </a:lnTo>
                <a:cubicBezTo>
                  <a:pt x="165711" y="98298"/>
                  <a:pt x="164478" y="94583"/>
                  <a:pt x="162012" y="93440"/>
                </a:cubicBezTo>
                <a:lnTo>
                  <a:pt x="154708" y="88583"/>
                </a:lnTo>
                <a:lnTo>
                  <a:pt x="160779" y="88583"/>
                </a:lnTo>
                <a:cubicBezTo>
                  <a:pt x="163245" y="88583"/>
                  <a:pt x="165616" y="87344"/>
                  <a:pt x="166850" y="84963"/>
                </a:cubicBezTo>
                <a:lnTo>
                  <a:pt x="175386" y="67913"/>
                </a:lnTo>
                <a:lnTo>
                  <a:pt x="183923" y="84963"/>
                </a:lnTo>
                <a:cubicBezTo>
                  <a:pt x="185156" y="87440"/>
                  <a:pt x="187623" y="88583"/>
                  <a:pt x="189994" y="88583"/>
                </a:cubicBezTo>
                <a:lnTo>
                  <a:pt x="197298" y="88583"/>
                </a:lnTo>
                <a:lnTo>
                  <a:pt x="191227" y="93440"/>
                </a:lnTo>
                <a:cubicBezTo>
                  <a:pt x="188761" y="95917"/>
                  <a:pt x="187528" y="98298"/>
                  <a:pt x="188761" y="100775"/>
                </a:cubicBezTo>
                <a:close/>
                <a:moveTo>
                  <a:pt x="350678" y="40767"/>
                </a:moveTo>
                <a:lnTo>
                  <a:pt x="350678" y="37052"/>
                </a:lnTo>
                <a:cubicBezTo>
                  <a:pt x="350678" y="33338"/>
                  <a:pt x="348212" y="29718"/>
                  <a:pt x="343374" y="29718"/>
                </a:cubicBezTo>
                <a:lnTo>
                  <a:pt x="313685" y="29718"/>
                </a:lnTo>
                <a:cubicBezTo>
                  <a:pt x="313969" y="22574"/>
                  <a:pt x="314064" y="15145"/>
                  <a:pt x="314064" y="7334"/>
                </a:cubicBezTo>
                <a:cubicBezTo>
                  <a:pt x="314064" y="3620"/>
                  <a:pt x="311598" y="0"/>
                  <a:pt x="306760" y="0"/>
                </a:cubicBezTo>
                <a:lnTo>
                  <a:pt x="44202" y="0"/>
                </a:lnTo>
                <a:cubicBezTo>
                  <a:pt x="40598" y="0"/>
                  <a:pt x="36899" y="3715"/>
                  <a:pt x="36899" y="7334"/>
                </a:cubicBezTo>
                <a:cubicBezTo>
                  <a:pt x="36899" y="15145"/>
                  <a:pt x="37088" y="22574"/>
                  <a:pt x="37373" y="29718"/>
                </a:cubicBezTo>
                <a:lnTo>
                  <a:pt x="7304" y="29718"/>
                </a:lnTo>
                <a:cubicBezTo>
                  <a:pt x="3604" y="29718"/>
                  <a:pt x="0" y="33433"/>
                  <a:pt x="0" y="37052"/>
                </a:cubicBezTo>
                <a:lnTo>
                  <a:pt x="0" y="40767"/>
                </a:lnTo>
                <a:cubicBezTo>
                  <a:pt x="0" y="61531"/>
                  <a:pt x="0" y="114205"/>
                  <a:pt x="28077" y="143542"/>
                </a:cubicBezTo>
                <a:cubicBezTo>
                  <a:pt x="39365" y="154877"/>
                  <a:pt x="53878" y="160877"/>
                  <a:pt x="71520" y="161735"/>
                </a:cubicBezTo>
                <a:cubicBezTo>
                  <a:pt x="86982" y="183737"/>
                  <a:pt x="105289" y="194786"/>
                  <a:pt x="120940" y="204502"/>
                </a:cubicBezTo>
                <a:cubicBezTo>
                  <a:pt x="140385" y="216789"/>
                  <a:pt x="153760" y="224123"/>
                  <a:pt x="153760" y="249841"/>
                </a:cubicBezTo>
                <a:cubicBezTo>
                  <a:pt x="152526" y="298799"/>
                  <a:pt x="130710" y="308610"/>
                  <a:pt x="95424" y="308610"/>
                </a:cubicBezTo>
                <a:cubicBezTo>
                  <a:pt x="91819" y="308610"/>
                  <a:pt x="88120" y="312325"/>
                  <a:pt x="88120" y="315944"/>
                </a:cubicBezTo>
                <a:lnTo>
                  <a:pt x="88120" y="345377"/>
                </a:lnTo>
                <a:cubicBezTo>
                  <a:pt x="88120" y="349091"/>
                  <a:pt x="91725" y="352711"/>
                  <a:pt x="95424" y="352711"/>
                </a:cubicBezTo>
                <a:lnTo>
                  <a:pt x="255918" y="352711"/>
                </a:lnTo>
                <a:cubicBezTo>
                  <a:pt x="260756" y="352711"/>
                  <a:pt x="263222" y="348996"/>
                  <a:pt x="263222" y="345377"/>
                </a:cubicBezTo>
                <a:lnTo>
                  <a:pt x="263222" y="315944"/>
                </a:lnTo>
                <a:cubicBezTo>
                  <a:pt x="263222" y="312230"/>
                  <a:pt x="260756" y="308610"/>
                  <a:pt x="255918" y="308610"/>
                </a:cubicBezTo>
                <a:cubicBezTo>
                  <a:pt x="214561" y="308610"/>
                  <a:pt x="197582" y="291465"/>
                  <a:pt x="197582" y="249841"/>
                </a:cubicBezTo>
                <a:cubicBezTo>
                  <a:pt x="197582" y="224123"/>
                  <a:pt x="210957" y="215551"/>
                  <a:pt x="230402" y="204502"/>
                </a:cubicBezTo>
                <a:cubicBezTo>
                  <a:pt x="246433" y="194786"/>
                  <a:pt x="264645" y="183642"/>
                  <a:pt x="280011" y="161735"/>
                </a:cubicBezTo>
                <a:cubicBezTo>
                  <a:pt x="297844" y="160973"/>
                  <a:pt x="312546" y="154972"/>
                  <a:pt x="324024" y="143542"/>
                </a:cubicBezTo>
                <a:cubicBezTo>
                  <a:pt x="352101" y="114205"/>
                  <a:pt x="352101" y="61531"/>
                  <a:pt x="350868" y="40767"/>
                </a:cubicBezTo>
                <a:close/>
                <a:moveTo>
                  <a:pt x="37752" y="132493"/>
                </a:moveTo>
                <a:cubicBezTo>
                  <a:pt x="15746" y="109252"/>
                  <a:pt x="14513" y="65246"/>
                  <a:pt x="14513" y="44387"/>
                </a:cubicBezTo>
                <a:lnTo>
                  <a:pt x="38037" y="44387"/>
                </a:lnTo>
                <a:cubicBezTo>
                  <a:pt x="41072" y="90964"/>
                  <a:pt x="49988" y="122777"/>
                  <a:pt x="61656" y="145542"/>
                </a:cubicBezTo>
                <a:cubicBezTo>
                  <a:pt x="52360" y="143446"/>
                  <a:pt x="44392" y="139160"/>
                  <a:pt x="37752" y="132493"/>
                </a:cubicBezTo>
                <a:close/>
                <a:moveTo>
                  <a:pt x="222909" y="190976"/>
                </a:moveTo>
                <a:cubicBezTo>
                  <a:pt x="202230" y="204406"/>
                  <a:pt x="182785" y="215456"/>
                  <a:pt x="182785" y="249746"/>
                </a:cubicBezTo>
                <a:cubicBezTo>
                  <a:pt x="182785" y="297466"/>
                  <a:pt x="203463" y="320802"/>
                  <a:pt x="248425" y="323183"/>
                </a:cubicBezTo>
                <a:lnTo>
                  <a:pt x="248425" y="337852"/>
                </a:lnTo>
                <a:lnTo>
                  <a:pt x="102538" y="337852"/>
                </a:lnTo>
                <a:lnTo>
                  <a:pt x="102538" y="323183"/>
                </a:lnTo>
                <a:cubicBezTo>
                  <a:pt x="147499" y="320707"/>
                  <a:pt x="166944" y="297466"/>
                  <a:pt x="168177" y="249746"/>
                </a:cubicBezTo>
                <a:cubicBezTo>
                  <a:pt x="168177" y="215456"/>
                  <a:pt x="148732" y="204406"/>
                  <a:pt x="128054" y="192215"/>
                </a:cubicBezTo>
                <a:cubicBezTo>
                  <a:pt x="95234" y="171355"/>
                  <a:pt x="53878" y="146875"/>
                  <a:pt x="52644" y="14669"/>
                </a:cubicBezTo>
                <a:lnTo>
                  <a:pt x="299456" y="14669"/>
                </a:lnTo>
                <a:cubicBezTo>
                  <a:pt x="298223" y="145637"/>
                  <a:pt x="256867" y="171355"/>
                  <a:pt x="222909" y="190976"/>
                </a:cubicBezTo>
                <a:close/>
                <a:moveTo>
                  <a:pt x="289497" y="145447"/>
                </a:moveTo>
                <a:cubicBezTo>
                  <a:pt x="301069" y="122682"/>
                  <a:pt x="309891" y="90869"/>
                  <a:pt x="312926" y="44387"/>
                </a:cubicBezTo>
                <a:lnTo>
                  <a:pt x="336070" y="44387"/>
                </a:lnTo>
                <a:cubicBezTo>
                  <a:pt x="337304" y="65151"/>
                  <a:pt x="336070" y="109252"/>
                  <a:pt x="312831" y="132493"/>
                </a:cubicBezTo>
                <a:cubicBezTo>
                  <a:pt x="306191" y="139160"/>
                  <a:pt x="298413" y="143351"/>
                  <a:pt x="289497" y="14544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2" name="Graphic 185">
            <a:extLst>
              <a:ext uri="{FF2B5EF4-FFF2-40B4-BE49-F238E27FC236}">
                <a16:creationId xmlns:a16="http://schemas.microsoft.com/office/drawing/2014/main" id="{36307141-9CD4-1641-1A2E-B9DAD0944175}"/>
              </a:ext>
            </a:extLst>
          </p:cNvPr>
          <p:cNvSpPr/>
          <p:nvPr/>
        </p:nvSpPr>
        <p:spPr>
          <a:xfrm>
            <a:off x="1340219" y="5526483"/>
            <a:ext cx="468596" cy="470533"/>
          </a:xfrm>
          <a:custGeom>
            <a:avLst/>
            <a:gdLst>
              <a:gd name="connsiteX0" fmla="*/ 219209 w 351258"/>
              <a:gd name="connsiteY0" fmla="*/ 73819 h 352710"/>
              <a:gd name="connsiteX1" fmla="*/ 194832 w 351258"/>
              <a:gd name="connsiteY1" fmla="*/ 73819 h 352710"/>
              <a:gd name="connsiteX2" fmla="*/ 181457 w 351258"/>
              <a:gd name="connsiteY2" fmla="*/ 48292 h 352710"/>
              <a:gd name="connsiteX3" fmla="*/ 175386 w 351258"/>
              <a:gd name="connsiteY3" fmla="*/ 44672 h 352710"/>
              <a:gd name="connsiteX4" fmla="*/ 169316 w 351258"/>
              <a:gd name="connsiteY4" fmla="*/ 48292 h 352710"/>
              <a:gd name="connsiteX5" fmla="*/ 155941 w 351258"/>
              <a:gd name="connsiteY5" fmla="*/ 73819 h 352710"/>
              <a:gd name="connsiteX6" fmla="*/ 131564 w 351258"/>
              <a:gd name="connsiteY6" fmla="*/ 73819 h 352710"/>
              <a:gd name="connsiteX7" fmla="*/ 124260 w 351258"/>
              <a:gd name="connsiteY7" fmla="*/ 78677 h 352710"/>
              <a:gd name="connsiteX8" fmla="*/ 127959 w 351258"/>
              <a:gd name="connsiteY8" fmla="*/ 87154 h 352710"/>
              <a:gd name="connsiteX9" fmla="*/ 148637 w 351258"/>
              <a:gd name="connsiteY9" fmla="*/ 101727 h 352710"/>
              <a:gd name="connsiteX10" fmla="*/ 138867 w 351258"/>
              <a:gd name="connsiteY10" fmla="*/ 129731 h 352710"/>
              <a:gd name="connsiteX11" fmla="*/ 142567 w 351258"/>
              <a:gd name="connsiteY11" fmla="*/ 138208 h 352710"/>
              <a:gd name="connsiteX12" fmla="*/ 151104 w 351258"/>
              <a:gd name="connsiteY12" fmla="*/ 138208 h 352710"/>
              <a:gd name="connsiteX13" fmla="*/ 175481 w 351258"/>
              <a:gd name="connsiteY13" fmla="*/ 119920 h 352710"/>
              <a:gd name="connsiteX14" fmla="*/ 199859 w 351258"/>
              <a:gd name="connsiteY14" fmla="*/ 138208 h 352710"/>
              <a:gd name="connsiteX15" fmla="*/ 204697 w 351258"/>
              <a:gd name="connsiteY15" fmla="*/ 139446 h 352710"/>
              <a:gd name="connsiteX16" fmla="*/ 208396 w 351258"/>
              <a:gd name="connsiteY16" fmla="*/ 138208 h 352710"/>
              <a:gd name="connsiteX17" fmla="*/ 212095 w 351258"/>
              <a:gd name="connsiteY17" fmla="*/ 129731 h 352710"/>
              <a:gd name="connsiteX18" fmla="*/ 203558 w 351258"/>
              <a:gd name="connsiteY18" fmla="*/ 101727 h 352710"/>
              <a:gd name="connsiteX19" fmla="*/ 224237 w 351258"/>
              <a:gd name="connsiteY19" fmla="*/ 87154 h 352710"/>
              <a:gd name="connsiteX20" fmla="*/ 226703 w 351258"/>
              <a:gd name="connsiteY20" fmla="*/ 78677 h 352710"/>
              <a:gd name="connsiteX21" fmla="*/ 219399 w 351258"/>
              <a:gd name="connsiteY21" fmla="*/ 73819 h 352710"/>
              <a:gd name="connsiteX22" fmla="*/ 188761 w 351258"/>
              <a:gd name="connsiteY22" fmla="*/ 100584 h 352710"/>
              <a:gd name="connsiteX23" fmla="*/ 192460 w 351258"/>
              <a:gd name="connsiteY23" fmla="*/ 114014 h 352710"/>
              <a:gd name="connsiteX24" fmla="*/ 180224 w 351258"/>
              <a:gd name="connsiteY24" fmla="*/ 104299 h 352710"/>
              <a:gd name="connsiteX25" fmla="*/ 175386 w 351258"/>
              <a:gd name="connsiteY25" fmla="*/ 103061 h 352710"/>
              <a:gd name="connsiteX26" fmla="*/ 170549 w 351258"/>
              <a:gd name="connsiteY26" fmla="*/ 104299 h 352710"/>
              <a:gd name="connsiteX27" fmla="*/ 160779 w 351258"/>
              <a:gd name="connsiteY27" fmla="*/ 111633 h 352710"/>
              <a:gd name="connsiteX28" fmla="*/ 164478 w 351258"/>
              <a:gd name="connsiteY28" fmla="*/ 101918 h 352710"/>
              <a:gd name="connsiteX29" fmla="*/ 162012 w 351258"/>
              <a:gd name="connsiteY29" fmla="*/ 93440 h 352710"/>
              <a:gd name="connsiteX30" fmla="*/ 154708 w 351258"/>
              <a:gd name="connsiteY30" fmla="*/ 88583 h 352710"/>
              <a:gd name="connsiteX31" fmla="*/ 160779 w 351258"/>
              <a:gd name="connsiteY31" fmla="*/ 88583 h 352710"/>
              <a:gd name="connsiteX32" fmla="*/ 166850 w 351258"/>
              <a:gd name="connsiteY32" fmla="*/ 84963 h 352710"/>
              <a:gd name="connsiteX33" fmla="*/ 175386 w 351258"/>
              <a:gd name="connsiteY33" fmla="*/ 67913 h 352710"/>
              <a:gd name="connsiteX34" fmla="*/ 183923 w 351258"/>
              <a:gd name="connsiteY34" fmla="*/ 84963 h 352710"/>
              <a:gd name="connsiteX35" fmla="*/ 189994 w 351258"/>
              <a:gd name="connsiteY35" fmla="*/ 88583 h 352710"/>
              <a:gd name="connsiteX36" fmla="*/ 197298 w 351258"/>
              <a:gd name="connsiteY36" fmla="*/ 88583 h 352710"/>
              <a:gd name="connsiteX37" fmla="*/ 191227 w 351258"/>
              <a:gd name="connsiteY37" fmla="*/ 93440 h 352710"/>
              <a:gd name="connsiteX38" fmla="*/ 188761 w 351258"/>
              <a:gd name="connsiteY38" fmla="*/ 100775 h 352710"/>
              <a:gd name="connsiteX39" fmla="*/ 350678 w 351258"/>
              <a:gd name="connsiteY39" fmla="*/ 40767 h 352710"/>
              <a:gd name="connsiteX40" fmla="*/ 350678 w 351258"/>
              <a:gd name="connsiteY40" fmla="*/ 37052 h 352710"/>
              <a:gd name="connsiteX41" fmla="*/ 343374 w 351258"/>
              <a:gd name="connsiteY41" fmla="*/ 29718 h 352710"/>
              <a:gd name="connsiteX42" fmla="*/ 313685 w 351258"/>
              <a:gd name="connsiteY42" fmla="*/ 29718 h 352710"/>
              <a:gd name="connsiteX43" fmla="*/ 314064 w 351258"/>
              <a:gd name="connsiteY43" fmla="*/ 7334 h 352710"/>
              <a:gd name="connsiteX44" fmla="*/ 306760 w 351258"/>
              <a:gd name="connsiteY44" fmla="*/ 0 h 352710"/>
              <a:gd name="connsiteX45" fmla="*/ 44202 w 351258"/>
              <a:gd name="connsiteY45" fmla="*/ 0 h 352710"/>
              <a:gd name="connsiteX46" fmla="*/ 36899 w 351258"/>
              <a:gd name="connsiteY46" fmla="*/ 7334 h 352710"/>
              <a:gd name="connsiteX47" fmla="*/ 37373 w 351258"/>
              <a:gd name="connsiteY47" fmla="*/ 29718 h 352710"/>
              <a:gd name="connsiteX48" fmla="*/ 7304 w 351258"/>
              <a:gd name="connsiteY48" fmla="*/ 29718 h 352710"/>
              <a:gd name="connsiteX49" fmla="*/ 0 w 351258"/>
              <a:gd name="connsiteY49" fmla="*/ 37052 h 352710"/>
              <a:gd name="connsiteX50" fmla="*/ 0 w 351258"/>
              <a:gd name="connsiteY50" fmla="*/ 40767 h 352710"/>
              <a:gd name="connsiteX51" fmla="*/ 28077 w 351258"/>
              <a:gd name="connsiteY51" fmla="*/ 143542 h 352710"/>
              <a:gd name="connsiteX52" fmla="*/ 71520 w 351258"/>
              <a:gd name="connsiteY52" fmla="*/ 161735 h 352710"/>
              <a:gd name="connsiteX53" fmla="*/ 120940 w 351258"/>
              <a:gd name="connsiteY53" fmla="*/ 204502 h 352710"/>
              <a:gd name="connsiteX54" fmla="*/ 153760 w 351258"/>
              <a:gd name="connsiteY54" fmla="*/ 249841 h 352710"/>
              <a:gd name="connsiteX55" fmla="*/ 95424 w 351258"/>
              <a:gd name="connsiteY55" fmla="*/ 308610 h 352710"/>
              <a:gd name="connsiteX56" fmla="*/ 88120 w 351258"/>
              <a:gd name="connsiteY56" fmla="*/ 315944 h 352710"/>
              <a:gd name="connsiteX57" fmla="*/ 88120 w 351258"/>
              <a:gd name="connsiteY57" fmla="*/ 345377 h 352710"/>
              <a:gd name="connsiteX58" fmla="*/ 95424 w 351258"/>
              <a:gd name="connsiteY58" fmla="*/ 352711 h 352710"/>
              <a:gd name="connsiteX59" fmla="*/ 255918 w 351258"/>
              <a:gd name="connsiteY59" fmla="*/ 352711 h 352710"/>
              <a:gd name="connsiteX60" fmla="*/ 263222 w 351258"/>
              <a:gd name="connsiteY60" fmla="*/ 345377 h 352710"/>
              <a:gd name="connsiteX61" fmla="*/ 263222 w 351258"/>
              <a:gd name="connsiteY61" fmla="*/ 315944 h 352710"/>
              <a:gd name="connsiteX62" fmla="*/ 255918 w 351258"/>
              <a:gd name="connsiteY62" fmla="*/ 308610 h 352710"/>
              <a:gd name="connsiteX63" fmla="*/ 197582 w 351258"/>
              <a:gd name="connsiteY63" fmla="*/ 249841 h 352710"/>
              <a:gd name="connsiteX64" fmla="*/ 230402 w 351258"/>
              <a:gd name="connsiteY64" fmla="*/ 204502 h 352710"/>
              <a:gd name="connsiteX65" fmla="*/ 280011 w 351258"/>
              <a:gd name="connsiteY65" fmla="*/ 161735 h 352710"/>
              <a:gd name="connsiteX66" fmla="*/ 324024 w 351258"/>
              <a:gd name="connsiteY66" fmla="*/ 143542 h 352710"/>
              <a:gd name="connsiteX67" fmla="*/ 350868 w 351258"/>
              <a:gd name="connsiteY67" fmla="*/ 40767 h 352710"/>
              <a:gd name="connsiteX68" fmla="*/ 37752 w 351258"/>
              <a:gd name="connsiteY68" fmla="*/ 132493 h 352710"/>
              <a:gd name="connsiteX69" fmla="*/ 14513 w 351258"/>
              <a:gd name="connsiteY69" fmla="*/ 44387 h 352710"/>
              <a:gd name="connsiteX70" fmla="*/ 38037 w 351258"/>
              <a:gd name="connsiteY70" fmla="*/ 44387 h 352710"/>
              <a:gd name="connsiteX71" fmla="*/ 61656 w 351258"/>
              <a:gd name="connsiteY71" fmla="*/ 145542 h 352710"/>
              <a:gd name="connsiteX72" fmla="*/ 37752 w 351258"/>
              <a:gd name="connsiteY72" fmla="*/ 132493 h 352710"/>
              <a:gd name="connsiteX73" fmla="*/ 222909 w 351258"/>
              <a:gd name="connsiteY73" fmla="*/ 190976 h 352710"/>
              <a:gd name="connsiteX74" fmla="*/ 182785 w 351258"/>
              <a:gd name="connsiteY74" fmla="*/ 249746 h 352710"/>
              <a:gd name="connsiteX75" fmla="*/ 248425 w 351258"/>
              <a:gd name="connsiteY75" fmla="*/ 323183 h 352710"/>
              <a:gd name="connsiteX76" fmla="*/ 248425 w 351258"/>
              <a:gd name="connsiteY76" fmla="*/ 337852 h 352710"/>
              <a:gd name="connsiteX77" fmla="*/ 102538 w 351258"/>
              <a:gd name="connsiteY77" fmla="*/ 337852 h 352710"/>
              <a:gd name="connsiteX78" fmla="*/ 102538 w 351258"/>
              <a:gd name="connsiteY78" fmla="*/ 323183 h 352710"/>
              <a:gd name="connsiteX79" fmla="*/ 168177 w 351258"/>
              <a:gd name="connsiteY79" fmla="*/ 249746 h 352710"/>
              <a:gd name="connsiteX80" fmla="*/ 128054 w 351258"/>
              <a:gd name="connsiteY80" fmla="*/ 192215 h 352710"/>
              <a:gd name="connsiteX81" fmla="*/ 52644 w 351258"/>
              <a:gd name="connsiteY81" fmla="*/ 14669 h 352710"/>
              <a:gd name="connsiteX82" fmla="*/ 299456 w 351258"/>
              <a:gd name="connsiteY82" fmla="*/ 14669 h 352710"/>
              <a:gd name="connsiteX83" fmla="*/ 222909 w 351258"/>
              <a:gd name="connsiteY83" fmla="*/ 190976 h 352710"/>
              <a:gd name="connsiteX84" fmla="*/ 289497 w 351258"/>
              <a:gd name="connsiteY84" fmla="*/ 145447 h 352710"/>
              <a:gd name="connsiteX85" fmla="*/ 312926 w 351258"/>
              <a:gd name="connsiteY85" fmla="*/ 44387 h 352710"/>
              <a:gd name="connsiteX86" fmla="*/ 336070 w 351258"/>
              <a:gd name="connsiteY86" fmla="*/ 44387 h 352710"/>
              <a:gd name="connsiteX87" fmla="*/ 312831 w 351258"/>
              <a:gd name="connsiteY87" fmla="*/ 132493 h 352710"/>
              <a:gd name="connsiteX88" fmla="*/ 289497 w 351258"/>
              <a:gd name="connsiteY88" fmla="*/ 145447 h 352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51258" h="352710">
                <a:moveTo>
                  <a:pt x="219209" y="73819"/>
                </a:moveTo>
                <a:lnTo>
                  <a:pt x="194832" y="73819"/>
                </a:lnTo>
                <a:lnTo>
                  <a:pt x="181457" y="48292"/>
                </a:lnTo>
                <a:cubicBezTo>
                  <a:pt x="180224" y="45815"/>
                  <a:pt x="177758" y="44672"/>
                  <a:pt x="175386" y="44672"/>
                </a:cubicBezTo>
                <a:cubicBezTo>
                  <a:pt x="173015" y="44672"/>
                  <a:pt x="170549" y="45910"/>
                  <a:pt x="169316" y="48292"/>
                </a:cubicBezTo>
                <a:lnTo>
                  <a:pt x="155941" y="73819"/>
                </a:lnTo>
                <a:lnTo>
                  <a:pt x="131564" y="73819"/>
                </a:lnTo>
                <a:cubicBezTo>
                  <a:pt x="127864" y="73819"/>
                  <a:pt x="125493" y="76295"/>
                  <a:pt x="124260" y="78677"/>
                </a:cubicBezTo>
                <a:cubicBezTo>
                  <a:pt x="124260" y="82296"/>
                  <a:pt x="124260" y="84773"/>
                  <a:pt x="127959" y="87154"/>
                </a:cubicBezTo>
                <a:lnTo>
                  <a:pt x="148637" y="101727"/>
                </a:lnTo>
                <a:lnTo>
                  <a:pt x="138867" y="129731"/>
                </a:lnTo>
                <a:cubicBezTo>
                  <a:pt x="138867" y="133350"/>
                  <a:pt x="138867" y="135827"/>
                  <a:pt x="142567" y="138208"/>
                </a:cubicBezTo>
                <a:cubicBezTo>
                  <a:pt x="145033" y="139446"/>
                  <a:pt x="148637" y="139446"/>
                  <a:pt x="151104" y="138208"/>
                </a:cubicBezTo>
                <a:lnTo>
                  <a:pt x="175481" y="119920"/>
                </a:lnTo>
                <a:lnTo>
                  <a:pt x="199859" y="138208"/>
                </a:lnTo>
                <a:cubicBezTo>
                  <a:pt x="202325" y="139446"/>
                  <a:pt x="203558" y="139446"/>
                  <a:pt x="204697" y="139446"/>
                </a:cubicBezTo>
                <a:cubicBezTo>
                  <a:pt x="205835" y="139446"/>
                  <a:pt x="207163" y="139446"/>
                  <a:pt x="208396" y="138208"/>
                </a:cubicBezTo>
                <a:cubicBezTo>
                  <a:pt x="212095" y="136970"/>
                  <a:pt x="213233" y="133350"/>
                  <a:pt x="212095" y="129731"/>
                </a:cubicBezTo>
                <a:lnTo>
                  <a:pt x="203558" y="101727"/>
                </a:lnTo>
                <a:lnTo>
                  <a:pt x="224237" y="87154"/>
                </a:lnTo>
                <a:cubicBezTo>
                  <a:pt x="226703" y="84677"/>
                  <a:pt x="227936" y="82296"/>
                  <a:pt x="226703" y="78677"/>
                </a:cubicBezTo>
                <a:cubicBezTo>
                  <a:pt x="225470" y="76200"/>
                  <a:pt x="223004" y="73819"/>
                  <a:pt x="219399" y="73819"/>
                </a:cubicBezTo>
                <a:close/>
                <a:moveTo>
                  <a:pt x="188761" y="100584"/>
                </a:moveTo>
                <a:lnTo>
                  <a:pt x="192460" y="114014"/>
                </a:lnTo>
                <a:lnTo>
                  <a:pt x="180224" y="104299"/>
                </a:lnTo>
                <a:cubicBezTo>
                  <a:pt x="178991" y="103061"/>
                  <a:pt x="176525" y="103061"/>
                  <a:pt x="175386" y="103061"/>
                </a:cubicBezTo>
                <a:cubicBezTo>
                  <a:pt x="174248" y="103061"/>
                  <a:pt x="172920" y="103061"/>
                  <a:pt x="170549" y="104299"/>
                </a:cubicBezTo>
                <a:lnTo>
                  <a:pt x="160779" y="111633"/>
                </a:lnTo>
                <a:lnTo>
                  <a:pt x="164478" y="101918"/>
                </a:lnTo>
                <a:cubicBezTo>
                  <a:pt x="165711" y="98298"/>
                  <a:pt x="164478" y="94583"/>
                  <a:pt x="162012" y="93440"/>
                </a:cubicBezTo>
                <a:lnTo>
                  <a:pt x="154708" y="88583"/>
                </a:lnTo>
                <a:lnTo>
                  <a:pt x="160779" y="88583"/>
                </a:lnTo>
                <a:cubicBezTo>
                  <a:pt x="163245" y="88583"/>
                  <a:pt x="165616" y="87344"/>
                  <a:pt x="166850" y="84963"/>
                </a:cubicBezTo>
                <a:lnTo>
                  <a:pt x="175386" y="67913"/>
                </a:lnTo>
                <a:lnTo>
                  <a:pt x="183923" y="84963"/>
                </a:lnTo>
                <a:cubicBezTo>
                  <a:pt x="185156" y="87440"/>
                  <a:pt x="187623" y="88583"/>
                  <a:pt x="189994" y="88583"/>
                </a:cubicBezTo>
                <a:lnTo>
                  <a:pt x="197298" y="88583"/>
                </a:lnTo>
                <a:lnTo>
                  <a:pt x="191227" y="93440"/>
                </a:lnTo>
                <a:cubicBezTo>
                  <a:pt x="188761" y="95917"/>
                  <a:pt x="187528" y="98298"/>
                  <a:pt x="188761" y="100775"/>
                </a:cubicBezTo>
                <a:close/>
                <a:moveTo>
                  <a:pt x="350678" y="40767"/>
                </a:moveTo>
                <a:lnTo>
                  <a:pt x="350678" y="37052"/>
                </a:lnTo>
                <a:cubicBezTo>
                  <a:pt x="350678" y="33338"/>
                  <a:pt x="348212" y="29718"/>
                  <a:pt x="343374" y="29718"/>
                </a:cubicBezTo>
                <a:lnTo>
                  <a:pt x="313685" y="29718"/>
                </a:lnTo>
                <a:cubicBezTo>
                  <a:pt x="313969" y="22574"/>
                  <a:pt x="314064" y="15145"/>
                  <a:pt x="314064" y="7334"/>
                </a:cubicBezTo>
                <a:cubicBezTo>
                  <a:pt x="314064" y="3620"/>
                  <a:pt x="311598" y="0"/>
                  <a:pt x="306760" y="0"/>
                </a:cubicBezTo>
                <a:lnTo>
                  <a:pt x="44202" y="0"/>
                </a:lnTo>
                <a:cubicBezTo>
                  <a:pt x="40598" y="0"/>
                  <a:pt x="36899" y="3715"/>
                  <a:pt x="36899" y="7334"/>
                </a:cubicBezTo>
                <a:cubicBezTo>
                  <a:pt x="36899" y="15145"/>
                  <a:pt x="37088" y="22574"/>
                  <a:pt x="37373" y="29718"/>
                </a:cubicBezTo>
                <a:lnTo>
                  <a:pt x="7304" y="29718"/>
                </a:lnTo>
                <a:cubicBezTo>
                  <a:pt x="3604" y="29718"/>
                  <a:pt x="0" y="33433"/>
                  <a:pt x="0" y="37052"/>
                </a:cubicBezTo>
                <a:lnTo>
                  <a:pt x="0" y="40767"/>
                </a:lnTo>
                <a:cubicBezTo>
                  <a:pt x="0" y="61531"/>
                  <a:pt x="0" y="114205"/>
                  <a:pt x="28077" y="143542"/>
                </a:cubicBezTo>
                <a:cubicBezTo>
                  <a:pt x="39365" y="154877"/>
                  <a:pt x="53878" y="160877"/>
                  <a:pt x="71520" y="161735"/>
                </a:cubicBezTo>
                <a:cubicBezTo>
                  <a:pt x="86982" y="183737"/>
                  <a:pt x="105289" y="194786"/>
                  <a:pt x="120940" y="204502"/>
                </a:cubicBezTo>
                <a:cubicBezTo>
                  <a:pt x="140385" y="216789"/>
                  <a:pt x="153760" y="224123"/>
                  <a:pt x="153760" y="249841"/>
                </a:cubicBezTo>
                <a:cubicBezTo>
                  <a:pt x="152526" y="298799"/>
                  <a:pt x="130710" y="308610"/>
                  <a:pt x="95424" y="308610"/>
                </a:cubicBezTo>
                <a:cubicBezTo>
                  <a:pt x="91819" y="308610"/>
                  <a:pt x="88120" y="312325"/>
                  <a:pt x="88120" y="315944"/>
                </a:cubicBezTo>
                <a:lnTo>
                  <a:pt x="88120" y="345377"/>
                </a:lnTo>
                <a:cubicBezTo>
                  <a:pt x="88120" y="349091"/>
                  <a:pt x="91725" y="352711"/>
                  <a:pt x="95424" y="352711"/>
                </a:cubicBezTo>
                <a:lnTo>
                  <a:pt x="255918" y="352711"/>
                </a:lnTo>
                <a:cubicBezTo>
                  <a:pt x="260756" y="352711"/>
                  <a:pt x="263222" y="348996"/>
                  <a:pt x="263222" y="345377"/>
                </a:cubicBezTo>
                <a:lnTo>
                  <a:pt x="263222" y="315944"/>
                </a:lnTo>
                <a:cubicBezTo>
                  <a:pt x="263222" y="312230"/>
                  <a:pt x="260756" y="308610"/>
                  <a:pt x="255918" y="308610"/>
                </a:cubicBezTo>
                <a:cubicBezTo>
                  <a:pt x="214561" y="308610"/>
                  <a:pt x="197582" y="291465"/>
                  <a:pt x="197582" y="249841"/>
                </a:cubicBezTo>
                <a:cubicBezTo>
                  <a:pt x="197582" y="224123"/>
                  <a:pt x="210957" y="215551"/>
                  <a:pt x="230402" y="204502"/>
                </a:cubicBezTo>
                <a:cubicBezTo>
                  <a:pt x="246433" y="194786"/>
                  <a:pt x="264645" y="183642"/>
                  <a:pt x="280011" y="161735"/>
                </a:cubicBezTo>
                <a:cubicBezTo>
                  <a:pt x="297844" y="160973"/>
                  <a:pt x="312546" y="154972"/>
                  <a:pt x="324024" y="143542"/>
                </a:cubicBezTo>
                <a:cubicBezTo>
                  <a:pt x="352101" y="114205"/>
                  <a:pt x="352101" y="61531"/>
                  <a:pt x="350868" y="40767"/>
                </a:cubicBezTo>
                <a:close/>
                <a:moveTo>
                  <a:pt x="37752" y="132493"/>
                </a:moveTo>
                <a:cubicBezTo>
                  <a:pt x="15746" y="109252"/>
                  <a:pt x="14513" y="65246"/>
                  <a:pt x="14513" y="44387"/>
                </a:cubicBezTo>
                <a:lnTo>
                  <a:pt x="38037" y="44387"/>
                </a:lnTo>
                <a:cubicBezTo>
                  <a:pt x="41072" y="90964"/>
                  <a:pt x="49988" y="122777"/>
                  <a:pt x="61656" y="145542"/>
                </a:cubicBezTo>
                <a:cubicBezTo>
                  <a:pt x="52360" y="143446"/>
                  <a:pt x="44392" y="139160"/>
                  <a:pt x="37752" y="132493"/>
                </a:cubicBezTo>
                <a:close/>
                <a:moveTo>
                  <a:pt x="222909" y="190976"/>
                </a:moveTo>
                <a:cubicBezTo>
                  <a:pt x="202230" y="204406"/>
                  <a:pt x="182785" y="215456"/>
                  <a:pt x="182785" y="249746"/>
                </a:cubicBezTo>
                <a:cubicBezTo>
                  <a:pt x="182785" y="297466"/>
                  <a:pt x="203463" y="320802"/>
                  <a:pt x="248425" y="323183"/>
                </a:cubicBezTo>
                <a:lnTo>
                  <a:pt x="248425" y="337852"/>
                </a:lnTo>
                <a:lnTo>
                  <a:pt x="102538" y="337852"/>
                </a:lnTo>
                <a:lnTo>
                  <a:pt x="102538" y="323183"/>
                </a:lnTo>
                <a:cubicBezTo>
                  <a:pt x="147499" y="320707"/>
                  <a:pt x="166944" y="297466"/>
                  <a:pt x="168177" y="249746"/>
                </a:cubicBezTo>
                <a:cubicBezTo>
                  <a:pt x="168177" y="215456"/>
                  <a:pt x="148732" y="204406"/>
                  <a:pt x="128054" y="192215"/>
                </a:cubicBezTo>
                <a:cubicBezTo>
                  <a:pt x="95234" y="171355"/>
                  <a:pt x="53878" y="146875"/>
                  <a:pt x="52644" y="14669"/>
                </a:cubicBezTo>
                <a:lnTo>
                  <a:pt x="299456" y="14669"/>
                </a:lnTo>
                <a:cubicBezTo>
                  <a:pt x="298223" y="145637"/>
                  <a:pt x="256867" y="171355"/>
                  <a:pt x="222909" y="190976"/>
                </a:cubicBezTo>
                <a:close/>
                <a:moveTo>
                  <a:pt x="289497" y="145447"/>
                </a:moveTo>
                <a:cubicBezTo>
                  <a:pt x="301069" y="122682"/>
                  <a:pt x="309891" y="90869"/>
                  <a:pt x="312926" y="44387"/>
                </a:cubicBezTo>
                <a:lnTo>
                  <a:pt x="336070" y="44387"/>
                </a:lnTo>
                <a:cubicBezTo>
                  <a:pt x="337304" y="65151"/>
                  <a:pt x="336070" y="109252"/>
                  <a:pt x="312831" y="132493"/>
                </a:cubicBezTo>
                <a:cubicBezTo>
                  <a:pt x="306191" y="139160"/>
                  <a:pt x="298413" y="143351"/>
                  <a:pt x="289497" y="14544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5" name="Graphic 193">
            <a:extLst>
              <a:ext uri="{FF2B5EF4-FFF2-40B4-BE49-F238E27FC236}">
                <a16:creationId xmlns:a16="http://schemas.microsoft.com/office/drawing/2014/main" id="{86BD993D-E062-7D5B-07F9-9403340A4E56}"/>
              </a:ext>
            </a:extLst>
          </p:cNvPr>
          <p:cNvSpPr/>
          <p:nvPr/>
        </p:nvSpPr>
        <p:spPr>
          <a:xfrm>
            <a:off x="2200740" y="4881988"/>
            <a:ext cx="460375" cy="462037"/>
          </a:xfrm>
          <a:custGeom>
            <a:avLst/>
            <a:gdLst>
              <a:gd name="connsiteX0" fmla="*/ 342805 w 343943"/>
              <a:gd name="connsiteY0" fmla="*/ 111061 h 345185"/>
              <a:gd name="connsiteX1" fmla="*/ 343943 w 343943"/>
              <a:gd name="connsiteY1" fmla="*/ 107823 h 345185"/>
              <a:gd name="connsiteX2" fmla="*/ 343185 w 343943"/>
              <a:gd name="connsiteY2" fmla="*/ 105156 h 345185"/>
              <a:gd name="connsiteX3" fmla="*/ 342710 w 343943"/>
              <a:gd name="connsiteY3" fmla="*/ 102965 h 345185"/>
              <a:gd name="connsiteX4" fmla="*/ 271095 w 343943"/>
              <a:gd name="connsiteY4" fmla="*/ 2286 h 345185"/>
              <a:gd name="connsiteX5" fmla="*/ 267301 w 343943"/>
              <a:gd name="connsiteY5" fmla="*/ 381 h 345185"/>
              <a:gd name="connsiteX6" fmla="*/ 267111 w 343943"/>
              <a:gd name="connsiteY6" fmla="*/ 381 h 345185"/>
              <a:gd name="connsiteX7" fmla="*/ 266732 w 343943"/>
              <a:gd name="connsiteY7" fmla="*/ 381 h 345185"/>
              <a:gd name="connsiteX8" fmla="*/ 265119 w 343943"/>
              <a:gd name="connsiteY8" fmla="*/ 0 h 345185"/>
              <a:gd name="connsiteX9" fmla="*/ 78824 w 343943"/>
              <a:gd name="connsiteY9" fmla="*/ 0 h 345185"/>
              <a:gd name="connsiteX10" fmla="*/ 77212 w 343943"/>
              <a:gd name="connsiteY10" fmla="*/ 381 h 345185"/>
              <a:gd name="connsiteX11" fmla="*/ 76832 w 343943"/>
              <a:gd name="connsiteY11" fmla="*/ 381 h 345185"/>
              <a:gd name="connsiteX12" fmla="*/ 76643 w 343943"/>
              <a:gd name="connsiteY12" fmla="*/ 381 h 345185"/>
              <a:gd name="connsiteX13" fmla="*/ 72848 w 343943"/>
              <a:gd name="connsiteY13" fmla="*/ 2286 h 345185"/>
              <a:gd name="connsiteX14" fmla="*/ 1233 w 343943"/>
              <a:gd name="connsiteY14" fmla="*/ 102965 h 345185"/>
              <a:gd name="connsiteX15" fmla="*/ 759 w 343943"/>
              <a:gd name="connsiteY15" fmla="*/ 105156 h 345185"/>
              <a:gd name="connsiteX16" fmla="*/ 0 w 343943"/>
              <a:gd name="connsiteY16" fmla="*/ 107823 h 345185"/>
              <a:gd name="connsiteX17" fmla="*/ 1138 w 343943"/>
              <a:gd name="connsiteY17" fmla="*/ 111061 h 345185"/>
              <a:gd name="connsiteX18" fmla="*/ 1138 w 343943"/>
              <a:gd name="connsiteY18" fmla="*/ 111442 h 345185"/>
              <a:gd name="connsiteX19" fmla="*/ 165711 w 343943"/>
              <a:gd name="connsiteY19" fmla="*/ 341376 h 345185"/>
              <a:gd name="connsiteX20" fmla="*/ 168178 w 343943"/>
              <a:gd name="connsiteY20" fmla="*/ 344043 h 345185"/>
              <a:gd name="connsiteX21" fmla="*/ 168842 w 343943"/>
              <a:gd name="connsiteY21" fmla="*/ 344424 h 345185"/>
              <a:gd name="connsiteX22" fmla="*/ 171877 w 343943"/>
              <a:gd name="connsiteY22" fmla="*/ 345186 h 345185"/>
              <a:gd name="connsiteX23" fmla="*/ 174912 w 343943"/>
              <a:gd name="connsiteY23" fmla="*/ 344424 h 345185"/>
              <a:gd name="connsiteX24" fmla="*/ 175576 w 343943"/>
              <a:gd name="connsiteY24" fmla="*/ 344043 h 345185"/>
              <a:gd name="connsiteX25" fmla="*/ 178042 w 343943"/>
              <a:gd name="connsiteY25" fmla="*/ 341376 h 345185"/>
              <a:gd name="connsiteX26" fmla="*/ 342615 w 343943"/>
              <a:gd name="connsiteY26" fmla="*/ 111442 h 345185"/>
              <a:gd name="connsiteX27" fmla="*/ 342615 w 343943"/>
              <a:gd name="connsiteY27" fmla="*/ 111061 h 345185"/>
              <a:gd name="connsiteX28" fmla="*/ 76263 w 343943"/>
              <a:gd name="connsiteY28" fmla="*/ 22955 h 345185"/>
              <a:gd name="connsiteX29" fmla="*/ 98459 w 343943"/>
              <a:gd name="connsiteY29" fmla="*/ 100965 h 345185"/>
              <a:gd name="connsiteX30" fmla="*/ 20583 w 343943"/>
              <a:gd name="connsiteY30" fmla="*/ 100965 h 345185"/>
              <a:gd name="connsiteX31" fmla="*/ 76358 w 343943"/>
              <a:gd name="connsiteY31" fmla="*/ 22955 h 345185"/>
              <a:gd name="connsiteX32" fmla="*/ 227557 w 343943"/>
              <a:gd name="connsiteY32" fmla="*/ 114681 h 345185"/>
              <a:gd name="connsiteX33" fmla="*/ 172067 w 343943"/>
              <a:gd name="connsiteY33" fmla="*/ 311563 h 345185"/>
              <a:gd name="connsiteX34" fmla="*/ 117715 w 343943"/>
              <a:gd name="connsiteY34" fmla="*/ 114681 h 345185"/>
              <a:gd name="connsiteX35" fmla="*/ 227557 w 343943"/>
              <a:gd name="connsiteY35" fmla="*/ 114681 h 345185"/>
              <a:gd name="connsiteX36" fmla="*/ 121414 w 343943"/>
              <a:gd name="connsiteY36" fmla="*/ 100965 h 345185"/>
              <a:gd name="connsiteX37" fmla="*/ 172067 w 343943"/>
              <a:gd name="connsiteY37" fmla="*/ 20669 h 345185"/>
              <a:gd name="connsiteX38" fmla="*/ 223762 w 343943"/>
              <a:gd name="connsiteY38" fmla="*/ 100965 h 345185"/>
              <a:gd name="connsiteX39" fmla="*/ 121509 w 343943"/>
              <a:gd name="connsiteY39" fmla="*/ 100965 h 345185"/>
              <a:gd name="connsiteX40" fmla="*/ 184587 w 343943"/>
              <a:gd name="connsiteY40" fmla="*/ 14288 h 345185"/>
              <a:gd name="connsiteX41" fmla="*/ 255065 w 343943"/>
              <a:gd name="connsiteY41" fmla="*/ 14288 h 345185"/>
              <a:gd name="connsiteX42" fmla="*/ 233343 w 343943"/>
              <a:gd name="connsiteY42" fmla="*/ 90678 h 345185"/>
              <a:gd name="connsiteX43" fmla="*/ 184682 w 343943"/>
              <a:gd name="connsiteY43" fmla="*/ 14288 h 345185"/>
              <a:gd name="connsiteX44" fmla="*/ 110790 w 343943"/>
              <a:gd name="connsiteY44" fmla="*/ 90678 h 345185"/>
              <a:gd name="connsiteX45" fmla="*/ 89069 w 343943"/>
              <a:gd name="connsiteY45" fmla="*/ 14288 h 345185"/>
              <a:gd name="connsiteX46" fmla="*/ 159546 w 343943"/>
              <a:gd name="connsiteY46" fmla="*/ 14288 h 345185"/>
              <a:gd name="connsiteX47" fmla="*/ 110885 w 343943"/>
              <a:gd name="connsiteY47" fmla="*/ 90678 h 345185"/>
              <a:gd name="connsiteX48" fmla="*/ 102253 w 343943"/>
              <a:gd name="connsiteY48" fmla="*/ 114681 h 345185"/>
              <a:gd name="connsiteX49" fmla="*/ 154329 w 343943"/>
              <a:gd name="connsiteY49" fmla="*/ 301276 h 345185"/>
              <a:gd name="connsiteX50" fmla="*/ 20583 w 343943"/>
              <a:gd name="connsiteY50" fmla="*/ 114681 h 345185"/>
              <a:gd name="connsiteX51" fmla="*/ 102253 w 343943"/>
              <a:gd name="connsiteY51" fmla="*/ 114681 h 345185"/>
              <a:gd name="connsiteX52" fmla="*/ 241785 w 343943"/>
              <a:gd name="connsiteY52" fmla="*/ 114681 h 345185"/>
              <a:gd name="connsiteX53" fmla="*/ 323455 w 343943"/>
              <a:gd name="connsiteY53" fmla="*/ 114681 h 345185"/>
              <a:gd name="connsiteX54" fmla="*/ 189710 w 343943"/>
              <a:gd name="connsiteY54" fmla="*/ 301276 h 345185"/>
              <a:gd name="connsiteX55" fmla="*/ 241785 w 343943"/>
              <a:gd name="connsiteY55" fmla="*/ 114681 h 345185"/>
              <a:gd name="connsiteX56" fmla="*/ 245674 w 343943"/>
              <a:gd name="connsiteY56" fmla="*/ 100965 h 345185"/>
              <a:gd name="connsiteX57" fmla="*/ 267870 w 343943"/>
              <a:gd name="connsiteY57" fmla="*/ 22955 h 345185"/>
              <a:gd name="connsiteX58" fmla="*/ 323645 w 343943"/>
              <a:gd name="connsiteY58" fmla="*/ 100965 h 345185"/>
              <a:gd name="connsiteX59" fmla="*/ 245769 w 343943"/>
              <a:gd name="connsiteY59" fmla="*/ 100965 h 345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43943" h="345185">
                <a:moveTo>
                  <a:pt x="342805" y="111061"/>
                </a:moveTo>
                <a:cubicBezTo>
                  <a:pt x="343469" y="110014"/>
                  <a:pt x="343943" y="108966"/>
                  <a:pt x="343943" y="107823"/>
                </a:cubicBezTo>
                <a:cubicBezTo>
                  <a:pt x="343943" y="106871"/>
                  <a:pt x="343659" y="106013"/>
                  <a:pt x="343185" y="105156"/>
                </a:cubicBezTo>
                <a:cubicBezTo>
                  <a:pt x="342995" y="104394"/>
                  <a:pt x="342995" y="103632"/>
                  <a:pt x="342710" y="102965"/>
                </a:cubicBezTo>
                <a:lnTo>
                  <a:pt x="271095" y="2286"/>
                </a:lnTo>
                <a:cubicBezTo>
                  <a:pt x="270241" y="1429"/>
                  <a:pt x="268818" y="762"/>
                  <a:pt x="267301" y="381"/>
                </a:cubicBezTo>
                <a:cubicBezTo>
                  <a:pt x="267301" y="381"/>
                  <a:pt x="267206" y="381"/>
                  <a:pt x="267111" y="381"/>
                </a:cubicBezTo>
                <a:cubicBezTo>
                  <a:pt x="267016" y="381"/>
                  <a:pt x="266826" y="381"/>
                  <a:pt x="266732" y="381"/>
                </a:cubicBezTo>
                <a:cubicBezTo>
                  <a:pt x="266163" y="286"/>
                  <a:pt x="265688" y="0"/>
                  <a:pt x="265119" y="0"/>
                </a:cubicBezTo>
                <a:lnTo>
                  <a:pt x="78824" y="0"/>
                </a:lnTo>
                <a:cubicBezTo>
                  <a:pt x="78255" y="0"/>
                  <a:pt x="77781" y="191"/>
                  <a:pt x="77212" y="381"/>
                </a:cubicBezTo>
                <a:cubicBezTo>
                  <a:pt x="77117" y="381"/>
                  <a:pt x="76927" y="381"/>
                  <a:pt x="76832" y="381"/>
                </a:cubicBezTo>
                <a:cubicBezTo>
                  <a:pt x="76832" y="381"/>
                  <a:pt x="76738" y="381"/>
                  <a:pt x="76643" y="381"/>
                </a:cubicBezTo>
                <a:cubicBezTo>
                  <a:pt x="75125" y="857"/>
                  <a:pt x="73702" y="1524"/>
                  <a:pt x="72848" y="2286"/>
                </a:cubicBezTo>
                <a:lnTo>
                  <a:pt x="1233" y="102965"/>
                </a:lnTo>
                <a:cubicBezTo>
                  <a:pt x="949" y="103537"/>
                  <a:pt x="949" y="104394"/>
                  <a:pt x="759" y="105156"/>
                </a:cubicBezTo>
                <a:cubicBezTo>
                  <a:pt x="285" y="106013"/>
                  <a:pt x="0" y="106871"/>
                  <a:pt x="0" y="107823"/>
                </a:cubicBezTo>
                <a:cubicBezTo>
                  <a:pt x="0" y="108966"/>
                  <a:pt x="474" y="110014"/>
                  <a:pt x="1138" y="111061"/>
                </a:cubicBezTo>
                <a:cubicBezTo>
                  <a:pt x="1138" y="111157"/>
                  <a:pt x="1138" y="111347"/>
                  <a:pt x="1138" y="111442"/>
                </a:cubicBezTo>
                <a:cubicBezTo>
                  <a:pt x="1138" y="111442"/>
                  <a:pt x="55993" y="188087"/>
                  <a:pt x="165711" y="341376"/>
                </a:cubicBezTo>
                <a:cubicBezTo>
                  <a:pt x="166375" y="342519"/>
                  <a:pt x="167229" y="343376"/>
                  <a:pt x="168178" y="344043"/>
                </a:cubicBezTo>
                <a:cubicBezTo>
                  <a:pt x="168367" y="344234"/>
                  <a:pt x="168557" y="344329"/>
                  <a:pt x="168842" y="344424"/>
                </a:cubicBezTo>
                <a:cubicBezTo>
                  <a:pt x="169790" y="344900"/>
                  <a:pt x="170739" y="345186"/>
                  <a:pt x="171877" y="345186"/>
                </a:cubicBezTo>
                <a:cubicBezTo>
                  <a:pt x="173015" y="345186"/>
                  <a:pt x="174058" y="344805"/>
                  <a:pt x="174912" y="344424"/>
                </a:cubicBezTo>
                <a:cubicBezTo>
                  <a:pt x="175102" y="344329"/>
                  <a:pt x="175386" y="344138"/>
                  <a:pt x="175576" y="344043"/>
                </a:cubicBezTo>
                <a:cubicBezTo>
                  <a:pt x="176525" y="343376"/>
                  <a:pt x="177378" y="342519"/>
                  <a:pt x="178042" y="341376"/>
                </a:cubicBezTo>
                <a:cubicBezTo>
                  <a:pt x="179655" y="339185"/>
                  <a:pt x="194927" y="317754"/>
                  <a:pt x="342615" y="111442"/>
                </a:cubicBezTo>
                <a:cubicBezTo>
                  <a:pt x="342615" y="111347"/>
                  <a:pt x="342615" y="111252"/>
                  <a:pt x="342615" y="111061"/>
                </a:cubicBezTo>
                <a:close/>
                <a:moveTo>
                  <a:pt x="76263" y="22955"/>
                </a:moveTo>
                <a:cubicBezTo>
                  <a:pt x="79773" y="35338"/>
                  <a:pt x="86318" y="58293"/>
                  <a:pt x="98459" y="100965"/>
                </a:cubicBezTo>
                <a:lnTo>
                  <a:pt x="20583" y="100965"/>
                </a:lnTo>
                <a:lnTo>
                  <a:pt x="76358" y="22955"/>
                </a:lnTo>
                <a:close/>
                <a:moveTo>
                  <a:pt x="227557" y="114681"/>
                </a:moveTo>
                <a:cubicBezTo>
                  <a:pt x="223952" y="127349"/>
                  <a:pt x="212000" y="169736"/>
                  <a:pt x="172067" y="311563"/>
                </a:cubicBezTo>
                <a:cubicBezTo>
                  <a:pt x="172067" y="311563"/>
                  <a:pt x="153949" y="245936"/>
                  <a:pt x="117715" y="114681"/>
                </a:cubicBezTo>
                <a:lnTo>
                  <a:pt x="227557" y="114681"/>
                </a:lnTo>
                <a:close/>
                <a:moveTo>
                  <a:pt x="121414" y="100965"/>
                </a:moveTo>
                <a:lnTo>
                  <a:pt x="172067" y="20669"/>
                </a:lnTo>
                <a:cubicBezTo>
                  <a:pt x="172067" y="20669"/>
                  <a:pt x="172256" y="20955"/>
                  <a:pt x="223762" y="100965"/>
                </a:cubicBezTo>
                <a:lnTo>
                  <a:pt x="121509" y="100965"/>
                </a:lnTo>
                <a:close/>
                <a:moveTo>
                  <a:pt x="184587" y="14288"/>
                </a:moveTo>
                <a:lnTo>
                  <a:pt x="255065" y="14288"/>
                </a:lnTo>
                <a:cubicBezTo>
                  <a:pt x="252219" y="24479"/>
                  <a:pt x="246053" y="45815"/>
                  <a:pt x="233343" y="90678"/>
                </a:cubicBezTo>
                <a:cubicBezTo>
                  <a:pt x="225660" y="78677"/>
                  <a:pt x="211431" y="56293"/>
                  <a:pt x="184682" y="14288"/>
                </a:cubicBezTo>
                <a:close/>
                <a:moveTo>
                  <a:pt x="110790" y="90678"/>
                </a:moveTo>
                <a:cubicBezTo>
                  <a:pt x="107281" y="78486"/>
                  <a:pt x="100925" y="55912"/>
                  <a:pt x="89069" y="14288"/>
                </a:cubicBezTo>
                <a:lnTo>
                  <a:pt x="159546" y="14288"/>
                </a:lnTo>
                <a:cubicBezTo>
                  <a:pt x="152716" y="24955"/>
                  <a:pt x="138867" y="46768"/>
                  <a:pt x="110885" y="90678"/>
                </a:cubicBezTo>
                <a:close/>
                <a:moveTo>
                  <a:pt x="102253" y="114681"/>
                </a:moveTo>
                <a:cubicBezTo>
                  <a:pt x="105668" y="127063"/>
                  <a:pt x="117051" y="167831"/>
                  <a:pt x="154329" y="301276"/>
                </a:cubicBezTo>
                <a:cubicBezTo>
                  <a:pt x="135832" y="275463"/>
                  <a:pt x="97985" y="222694"/>
                  <a:pt x="20583" y="114681"/>
                </a:cubicBezTo>
                <a:lnTo>
                  <a:pt x="102253" y="114681"/>
                </a:lnTo>
                <a:close/>
                <a:moveTo>
                  <a:pt x="241785" y="114681"/>
                </a:moveTo>
                <a:lnTo>
                  <a:pt x="323455" y="114681"/>
                </a:lnTo>
                <a:cubicBezTo>
                  <a:pt x="313400" y="128778"/>
                  <a:pt x="282667" y="171545"/>
                  <a:pt x="189710" y="301276"/>
                </a:cubicBezTo>
                <a:cubicBezTo>
                  <a:pt x="198246" y="270605"/>
                  <a:pt x="213708" y="215170"/>
                  <a:pt x="241785" y="114681"/>
                </a:cubicBezTo>
                <a:close/>
                <a:moveTo>
                  <a:pt x="245674" y="100965"/>
                </a:moveTo>
                <a:cubicBezTo>
                  <a:pt x="248425" y="91440"/>
                  <a:pt x="254401" y="70199"/>
                  <a:pt x="267870" y="22955"/>
                </a:cubicBezTo>
                <a:cubicBezTo>
                  <a:pt x="275079" y="32956"/>
                  <a:pt x="290445" y="54578"/>
                  <a:pt x="323645" y="100965"/>
                </a:cubicBezTo>
                <a:lnTo>
                  <a:pt x="245769" y="100965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6" name="Graphic 193">
            <a:extLst>
              <a:ext uri="{FF2B5EF4-FFF2-40B4-BE49-F238E27FC236}">
                <a16:creationId xmlns:a16="http://schemas.microsoft.com/office/drawing/2014/main" id="{8E496850-C41C-CC43-7B4A-3103A954AEFC}"/>
              </a:ext>
            </a:extLst>
          </p:cNvPr>
          <p:cNvSpPr/>
          <p:nvPr/>
        </p:nvSpPr>
        <p:spPr>
          <a:xfrm>
            <a:off x="2950040" y="4881988"/>
            <a:ext cx="460375" cy="462037"/>
          </a:xfrm>
          <a:custGeom>
            <a:avLst/>
            <a:gdLst>
              <a:gd name="connsiteX0" fmla="*/ 342805 w 343943"/>
              <a:gd name="connsiteY0" fmla="*/ 111061 h 345185"/>
              <a:gd name="connsiteX1" fmla="*/ 343943 w 343943"/>
              <a:gd name="connsiteY1" fmla="*/ 107823 h 345185"/>
              <a:gd name="connsiteX2" fmla="*/ 343185 w 343943"/>
              <a:gd name="connsiteY2" fmla="*/ 105156 h 345185"/>
              <a:gd name="connsiteX3" fmla="*/ 342710 w 343943"/>
              <a:gd name="connsiteY3" fmla="*/ 102965 h 345185"/>
              <a:gd name="connsiteX4" fmla="*/ 271095 w 343943"/>
              <a:gd name="connsiteY4" fmla="*/ 2286 h 345185"/>
              <a:gd name="connsiteX5" fmla="*/ 267301 w 343943"/>
              <a:gd name="connsiteY5" fmla="*/ 381 h 345185"/>
              <a:gd name="connsiteX6" fmla="*/ 267111 w 343943"/>
              <a:gd name="connsiteY6" fmla="*/ 381 h 345185"/>
              <a:gd name="connsiteX7" fmla="*/ 266732 w 343943"/>
              <a:gd name="connsiteY7" fmla="*/ 381 h 345185"/>
              <a:gd name="connsiteX8" fmla="*/ 265119 w 343943"/>
              <a:gd name="connsiteY8" fmla="*/ 0 h 345185"/>
              <a:gd name="connsiteX9" fmla="*/ 78824 w 343943"/>
              <a:gd name="connsiteY9" fmla="*/ 0 h 345185"/>
              <a:gd name="connsiteX10" fmla="*/ 77212 w 343943"/>
              <a:gd name="connsiteY10" fmla="*/ 381 h 345185"/>
              <a:gd name="connsiteX11" fmla="*/ 76832 w 343943"/>
              <a:gd name="connsiteY11" fmla="*/ 381 h 345185"/>
              <a:gd name="connsiteX12" fmla="*/ 76643 w 343943"/>
              <a:gd name="connsiteY12" fmla="*/ 381 h 345185"/>
              <a:gd name="connsiteX13" fmla="*/ 72848 w 343943"/>
              <a:gd name="connsiteY13" fmla="*/ 2286 h 345185"/>
              <a:gd name="connsiteX14" fmla="*/ 1233 w 343943"/>
              <a:gd name="connsiteY14" fmla="*/ 102965 h 345185"/>
              <a:gd name="connsiteX15" fmla="*/ 759 w 343943"/>
              <a:gd name="connsiteY15" fmla="*/ 105156 h 345185"/>
              <a:gd name="connsiteX16" fmla="*/ 0 w 343943"/>
              <a:gd name="connsiteY16" fmla="*/ 107823 h 345185"/>
              <a:gd name="connsiteX17" fmla="*/ 1138 w 343943"/>
              <a:gd name="connsiteY17" fmla="*/ 111061 h 345185"/>
              <a:gd name="connsiteX18" fmla="*/ 1138 w 343943"/>
              <a:gd name="connsiteY18" fmla="*/ 111442 h 345185"/>
              <a:gd name="connsiteX19" fmla="*/ 165711 w 343943"/>
              <a:gd name="connsiteY19" fmla="*/ 341376 h 345185"/>
              <a:gd name="connsiteX20" fmla="*/ 168178 w 343943"/>
              <a:gd name="connsiteY20" fmla="*/ 344043 h 345185"/>
              <a:gd name="connsiteX21" fmla="*/ 168842 w 343943"/>
              <a:gd name="connsiteY21" fmla="*/ 344424 h 345185"/>
              <a:gd name="connsiteX22" fmla="*/ 171877 w 343943"/>
              <a:gd name="connsiteY22" fmla="*/ 345186 h 345185"/>
              <a:gd name="connsiteX23" fmla="*/ 174912 w 343943"/>
              <a:gd name="connsiteY23" fmla="*/ 344424 h 345185"/>
              <a:gd name="connsiteX24" fmla="*/ 175576 w 343943"/>
              <a:gd name="connsiteY24" fmla="*/ 344043 h 345185"/>
              <a:gd name="connsiteX25" fmla="*/ 178042 w 343943"/>
              <a:gd name="connsiteY25" fmla="*/ 341376 h 345185"/>
              <a:gd name="connsiteX26" fmla="*/ 342615 w 343943"/>
              <a:gd name="connsiteY26" fmla="*/ 111442 h 345185"/>
              <a:gd name="connsiteX27" fmla="*/ 342615 w 343943"/>
              <a:gd name="connsiteY27" fmla="*/ 111061 h 345185"/>
              <a:gd name="connsiteX28" fmla="*/ 76263 w 343943"/>
              <a:gd name="connsiteY28" fmla="*/ 22955 h 345185"/>
              <a:gd name="connsiteX29" fmla="*/ 98459 w 343943"/>
              <a:gd name="connsiteY29" fmla="*/ 100965 h 345185"/>
              <a:gd name="connsiteX30" fmla="*/ 20583 w 343943"/>
              <a:gd name="connsiteY30" fmla="*/ 100965 h 345185"/>
              <a:gd name="connsiteX31" fmla="*/ 76358 w 343943"/>
              <a:gd name="connsiteY31" fmla="*/ 22955 h 345185"/>
              <a:gd name="connsiteX32" fmla="*/ 227557 w 343943"/>
              <a:gd name="connsiteY32" fmla="*/ 114681 h 345185"/>
              <a:gd name="connsiteX33" fmla="*/ 172067 w 343943"/>
              <a:gd name="connsiteY33" fmla="*/ 311563 h 345185"/>
              <a:gd name="connsiteX34" fmla="*/ 117715 w 343943"/>
              <a:gd name="connsiteY34" fmla="*/ 114681 h 345185"/>
              <a:gd name="connsiteX35" fmla="*/ 227557 w 343943"/>
              <a:gd name="connsiteY35" fmla="*/ 114681 h 345185"/>
              <a:gd name="connsiteX36" fmla="*/ 121414 w 343943"/>
              <a:gd name="connsiteY36" fmla="*/ 100965 h 345185"/>
              <a:gd name="connsiteX37" fmla="*/ 172067 w 343943"/>
              <a:gd name="connsiteY37" fmla="*/ 20669 h 345185"/>
              <a:gd name="connsiteX38" fmla="*/ 223762 w 343943"/>
              <a:gd name="connsiteY38" fmla="*/ 100965 h 345185"/>
              <a:gd name="connsiteX39" fmla="*/ 121509 w 343943"/>
              <a:gd name="connsiteY39" fmla="*/ 100965 h 345185"/>
              <a:gd name="connsiteX40" fmla="*/ 184587 w 343943"/>
              <a:gd name="connsiteY40" fmla="*/ 14288 h 345185"/>
              <a:gd name="connsiteX41" fmla="*/ 255065 w 343943"/>
              <a:gd name="connsiteY41" fmla="*/ 14288 h 345185"/>
              <a:gd name="connsiteX42" fmla="*/ 233343 w 343943"/>
              <a:gd name="connsiteY42" fmla="*/ 90678 h 345185"/>
              <a:gd name="connsiteX43" fmla="*/ 184682 w 343943"/>
              <a:gd name="connsiteY43" fmla="*/ 14288 h 345185"/>
              <a:gd name="connsiteX44" fmla="*/ 110790 w 343943"/>
              <a:gd name="connsiteY44" fmla="*/ 90678 h 345185"/>
              <a:gd name="connsiteX45" fmla="*/ 89069 w 343943"/>
              <a:gd name="connsiteY45" fmla="*/ 14288 h 345185"/>
              <a:gd name="connsiteX46" fmla="*/ 159546 w 343943"/>
              <a:gd name="connsiteY46" fmla="*/ 14288 h 345185"/>
              <a:gd name="connsiteX47" fmla="*/ 110885 w 343943"/>
              <a:gd name="connsiteY47" fmla="*/ 90678 h 345185"/>
              <a:gd name="connsiteX48" fmla="*/ 102253 w 343943"/>
              <a:gd name="connsiteY48" fmla="*/ 114681 h 345185"/>
              <a:gd name="connsiteX49" fmla="*/ 154329 w 343943"/>
              <a:gd name="connsiteY49" fmla="*/ 301276 h 345185"/>
              <a:gd name="connsiteX50" fmla="*/ 20583 w 343943"/>
              <a:gd name="connsiteY50" fmla="*/ 114681 h 345185"/>
              <a:gd name="connsiteX51" fmla="*/ 102253 w 343943"/>
              <a:gd name="connsiteY51" fmla="*/ 114681 h 345185"/>
              <a:gd name="connsiteX52" fmla="*/ 241785 w 343943"/>
              <a:gd name="connsiteY52" fmla="*/ 114681 h 345185"/>
              <a:gd name="connsiteX53" fmla="*/ 323455 w 343943"/>
              <a:gd name="connsiteY53" fmla="*/ 114681 h 345185"/>
              <a:gd name="connsiteX54" fmla="*/ 189710 w 343943"/>
              <a:gd name="connsiteY54" fmla="*/ 301276 h 345185"/>
              <a:gd name="connsiteX55" fmla="*/ 241785 w 343943"/>
              <a:gd name="connsiteY55" fmla="*/ 114681 h 345185"/>
              <a:gd name="connsiteX56" fmla="*/ 245674 w 343943"/>
              <a:gd name="connsiteY56" fmla="*/ 100965 h 345185"/>
              <a:gd name="connsiteX57" fmla="*/ 267870 w 343943"/>
              <a:gd name="connsiteY57" fmla="*/ 22955 h 345185"/>
              <a:gd name="connsiteX58" fmla="*/ 323645 w 343943"/>
              <a:gd name="connsiteY58" fmla="*/ 100965 h 345185"/>
              <a:gd name="connsiteX59" fmla="*/ 245769 w 343943"/>
              <a:gd name="connsiteY59" fmla="*/ 100965 h 345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43943" h="345185">
                <a:moveTo>
                  <a:pt x="342805" y="111061"/>
                </a:moveTo>
                <a:cubicBezTo>
                  <a:pt x="343469" y="110014"/>
                  <a:pt x="343943" y="108966"/>
                  <a:pt x="343943" y="107823"/>
                </a:cubicBezTo>
                <a:cubicBezTo>
                  <a:pt x="343943" y="106871"/>
                  <a:pt x="343659" y="106013"/>
                  <a:pt x="343185" y="105156"/>
                </a:cubicBezTo>
                <a:cubicBezTo>
                  <a:pt x="342995" y="104394"/>
                  <a:pt x="342995" y="103632"/>
                  <a:pt x="342710" y="102965"/>
                </a:cubicBezTo>
                <a:lnTo>
                  <a:pt x="271095" y="2286"/>
                </a:lnTo>
                <a:cubicBezTo>
                  <a:pt x="270241" y="1429"/>
                  <a:pt x="268818" y="762"/>
                  <a:pt x="267301" y="381"/>
                </a:cubicBezTo>
                <a:cubicBezTo>
                  <a:pt x="267301" y="381"/>
                  <a:pt x="267206" y="381"/>
                  <a:pt x="267111" y="381"/>
                </a:cubicBezTo>
                <a:cubicBezTo>
                  <a:pt x="267016" y="381"/>
                  <a:pt x="266826" y="381"/>
                  <a:pt x="266732" y="381"/>
                </a:cubicBezTo>
                <a:cubicBezTo>
                  <a:pt x="266163" y="286"/>
                  <a:pt x="265688" y="0"/>
                  <a:pt x="265119" y="0"/>
                </a:cubicBezTo>
                <a:lnTo>
                  <a:pt x="78824" y="0"/>
                </a:lnTo>
                <a:cubicBezTo>
                  <a:pt x="78255" y="0"/>
                  <a:pt x="77781" y="191"/>
                  <a:pt x="77212" y="381"/>
                </a:cubicBezTo>
                <a:cubicBezTo>
                  <a:pt x="77117" y="381"/>
                  <a:pt x="76927" y="381"/>
                  <a:pt x="76832" y="381"/>
                </a:cubicBezTo>
                <a:cubicBezTo>
                  <a:pt x="76832" y="381"/>
                  <a:pt x="76738" y="381"/>
                  <a:pt x="76643" y="381"/>
                </a:cubicBezTo>
                <a:cubicBezTo>
                  <a:pt x="75125" y="857"/>
                  <a:pt x="73702" y="1524"/>
                  <a:pt x="72848" y="2286"/>
                </a:cubicBezTo>
                <a:lnTo>
                  <a:pt x="1233" y="102965"/>
                </a:lnTo>
                <a:cubicBezTo>
                  <a:pt x="949" y="103537"/>
                  <a:pt x="949" y="104394"/>
                  <a:pt x="759" y="105156"/>
                </a:cubicBezTo>
                <a:cubicBezTo>
                  <a:pt x="285" y="106013"/>
                  <a:pt x="0" y="106871"/>
                  <a:pt x="0" y="107823"/>
                </a:cubicBezTo>
                <a:cubicBezTo>
                  <a:pt x="0" y="108966"/>
                  <a:pt x="474" y="110014"/>
                  <a:pt x="1138" y="111061"/>
                </a:cubicBezTo>
                <a:cubicBezTo>
                  <a:pt x="1138" y="111157"/>
                  <a:pt x="1138" y="111347"/>
                  <a:pt x="1138" y="111442"/>
                </a:cubicBezTo>
                <a:cubicBezTo>
                  <a:pt x="1138" y="111442"/>
                  <a:pt x="55993" y="188087"/>
                  <a:pt x="165711" y="341376"/>
                </a:cubicBezTo>
                <a:cubicBezTo>
                  <a:pt x="166375" y="342519"/>
                  <a:pt x="167229" y="343376"/>
                  <a:pt x="168178" y="344043"/>
                </a:cubicBezTo>
                <a:cubicBezTo>
                  <a:pt x="168367" y="344234"/>
                  <a:pt x="168557" y="344329"/>
                  <a:pt x="168842" y="344424"/>
                </a:cubicBezTo>
                <a:cubicBezTo>
                  <a:pt x="169790" y="344900"/>
                  <a:pt x="170739" y="345186"/>
                  <a:pt x="171877" y="345186"/>
                </a:cubicBezTo>
                <a:cubicBezTo>
                  <a:pt x="173015" y="345186"/>
                  <a:pt x="174058" y="344805"/>
                  <a:pt x="174912" y="344424"/>
                </a:cubicBezTo>
                <a:cubicBezTo>
                  <a:pt x="175102" y="344329"/>
                  <a:pt x="175386" y="344138"/>
                  <a:pt x="175576" y="344043"/>
                </a:cubicBezTo>
                <a:cubicBezTo>
                  <a:pt x="176525" y="343376"/>
                  <a:pt x="177378" y="342519"/>
                  <a:pt x="178042" y="341376"/>
                </a:cubicBezTo>
                <a:cubicBezTo>
                  <a:pt x="179655" y="339185"/>
                  <a:pt x="194927" y="317754"/>
                  <a:pt x="342615" y="111442"/>
                </a:cubicBezTo>
                <a:cubicBezTo>
                  <a:pt x="342615" y="111347"/>
                  <a:pt x="342615" y="111252"/>
                  <a:pt x="342615" y="111061"/>
                </a:cubicBezTo>
                <a:close/>
                <a:moveTo>
                  <a:pt x="76263" y="22955"/>
                </a:moveTo>
                <a:cubicBezTo>
                  <a:pt x="79773" y="35338"/>
                  <a:pt x="86318" y="58293"/>
                  <a:pt x="98459" y="100965"/>
                </a:cubicBezTo>
                <a:lnTo>
                  <a:pt x="20583" y="100965"/>
                </a:lnTo>
                <a:lnTo>
                  <a:pt x="76358" y="22955"/>
                </a:lnTo>
                <a:close/>
                <a:moveTo>
                  <a:pt x="227557" y="114681"/>
                </a:moveTo>
                <a:cubicBezTo>
                  <a:pt x="223952" y="127349"/>
                  <a:pt x="212000" y="169736"/>
                  <a:pt x="172067" y="311563"/>
                </a:cubicBezTo>
                <a:cubicBezTo>
                  <a:pt x="172067" y="311563"/>
                  <a:pt x="153949" y="245936"/>
                  <a:pt x="117715" y="114681"/>
                </a:cubicBezTo>
                <a:lnTo>
                  <a:pt x="227557" y="114681"/>
                </a:lnTo>
                <a:close/>
                <a:moveTo>
                  <a:pt x="121414" y="100965"/>
                </a:moveTo>
                <a:lnTo>
                  <a:pt x="172067" y="20669"/>
                </a:lnTo>
                <a:cubicBezTo>
                  <a:pt x="172067" y="20669"/>
                  <a:pt x="172256" y="20955"/>
                  <a:pt x="223762" y="100965"/>
                </a:cubicBezTo>
                <a:lnTo>
                  <a:pt x="121509" y="100965"/>
                </a:lnTo>
                <a:close/>
                <a:moveTo>
                  <a:pt x="184587" y="14288"/>
                </a:moveTo>
                <a:lnTo>
                  <a:pt x="255065" y="14288"/>
                </a:lnTo>
                <a:cubicBezTo>
                  <a:pt x="252219" y="24479"/>
                  <a:pt x="246053" y="45815"/>
                  <a:pt x="233343" y="90678"/>
                </a:cubicBezTo>
                <a:cubicBezTo>
                  <a:pt x="225660" y="78677"/>
                  <a:pt x="211431" y="56293"/>
                  <a:pt x="184682" y="14288"/>
                </a:cubicBezTo>
                <a:close/>
                <a:moveTo>
                  <a:pt x="110790" y="90678"/>
                </a:moveTo>
                <a:cubicBezTo>
                  <a:pt x="107281" y="78486"/>
                  <a:pt x="100925" y="55912"/>
                  <a:pt x="89069" y="14288"/>
                </a:cubicBezTo>
                <a:lnTo>
                  <a:pt x="159546" y="14288"/>
                </a:lnTo>
                <a:cubicBezTo>
                  <a:pt x="152716" y="24955"/>
                  <a:pt x="138867" y="46768"/>
                  <a:pt x="110885" y="90678"/>
                </a:cubicBezTo>
                <a:close/>
                <a:moveTo>
                  <a:pt x="102253" y="114681"/>
                </a:moveTo>
                <a:cubicBezTo>
                  <a:pt x="105668" y="127063"/>
                  <a:pt x="117051" y="167831"/>
                  <a:pt x="154329" y="301276"/>
                </a:cubicBezTo>
                <a:cubicBezTo>
                  <a:pt x="135832" y="275463"/>
                  <a:pt x="97985" y="222694"/>
                  <a:pt x="20583" y="114681"/>
                </a:cubicBezTo>
                <a:lnTo>
                  <a:pt x="102253" y="114681"/>
                </a:lnTo>
                <a:close/>
                <a:moveTo>
                  <a:pt x="241785" y="114681"/>
                </a:moveTo>
                <a:lnTo>
                  <a:pt x="323455" y="114681"/>
                </a:lnTo>
                <a:cubicBezTo>
                  <a:pt x="313400" y="128778"/>
                  <a:pt x="282667" y="171545"/>
                  <a:pt x="189710" y="301276"/>
                </a:cubicBezTo>
                <a:cubicBezTo>
                  <a:pt x="198246" y="270605"/>
                  <a:pt x="213708" y="215170"/>
                  <a:pt x="241785" y="114681"/>
                </a:cubicBezTo>
                <a:close/>
                <a:moveTo>
                  <a:pt x="245674" y="100965"/>
                </a:moveTo>
                <a:cubicBezTo>
                  <a:pt x="248425" y="91440"/>
                  <a:pt x="254401" y="70199"/>
                  <a:pt x="267870" y="22955"/>
                </a:cubicBezTo>
                <a:cubicBezTo>
                  <a:pt x="275079" y="32956"/>
                  <a:pt x="290445" y="54578"/>
                  <a:pt x="323645" y="100965"/>
                </a:cubicBezTo>
                <a:lnTo>
                  <a:pt x="245769" y="100965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7" name="Graphic 193">
            <a:extLst>
              <a:ext uri="{FF2B5EF4-FFF2-40B4-BE49-F238E27FC236}">
                <a16:creationId xmlns:a16="http://schemas.microsoft.com/office/drawing/2014/main" id="{90F2783E-C0BF-3435-F6E3-1DE02BC70914}"/>
              </a:ext>
            </a:extLst>
          </p:cNvPr>
          <p:cNvSpPr/>
          <p:nvPr/>
        </p:nvSpPr>
        <p:spPr>
          <a:xfrm>
            <a:off x="2200740" y="5539213"/>
            <a:ext cx="460375" cy="462037"/>
          </a:xfrm>
          <a:custGeom>
            <a:avLst/>
            <a:gdLst>
              <a:gd name="connsiteX0" fmla="*/ 342805 w 343943"/>
              <a:gd name="connsiteY0" fmla="*/ 111061 h 345185"/>
              <a:gd name="connsiteX1" fmla="*/ 343943 w 343943"/>
              <a:gd name="connsiteY1" fmla="*/ 107823 h 345185"/>
              <a:gd name="connsiteX2" fmla="*/ 343185 w 343943"/>
              <a:gd name="connsiteY2" fmla="*/ 105156 h 345185"/>
              <a:gd name="connsiteX3" fmla="*/ 342710 w 343943"/>
              <a:gd name="connsiteY3" fmla="*/ 102965 h 345185"/>
              <a:gd name="connsiteX4" fmla="*/ 271095 w 343943"/>
              <a:gd name="connsiteY4" fmla="*/ 2286 h 345185"/>
              <a:gd name="connsiteX5" fmla="*/ 267301 w 343943"/>
              <a:gd name="connsiteY5" fmla="*/ 381 h 345185"/>
              <a:gd name="connsiteX6" fmla="*/ 267111 w 343943"/>
              <a:gd name="connsiteY6" fmla="*/ 381 h 345185"/>
              <a:gd name="connsiteX7" fmla="*/ 266732 w 343943"/>
              <a:gd name="connsiteY7" fmla="*/ 381 h 345185"/>
              <a:gd name="connsiteX8" fmla="*/ 265119 w 343943"/>
              <a:gd name="connsiteY8" fmla="*/ 0 h 345185"/>
              <a:gd name="connsiteX9" fmla="*/ 78824 w 343943"/>
              <a:gd name="connsiteY9" fmla="*/ 0 h 345185"/>
              <a:gd name="connsiteX10" fmla="*/ 77212 w 343943"/>
              <a:gd name="connsiteY10" fmla="*/ 381 h 345185"/>
              <a:gd name="connsiteX11" fmla="*/ 76832 w 343943"/>
              <a:gd name="connsiteY11" fmla="*/ 381 h 345185"/>
              <a:gd name="connsiteX12" fmla="*/ 76643 w 343943"/>
              <a:gd name="connsiteY12" fmla="*/ 381 h 345185"/>
              <a:gd name="connsiteX13" fmla="*/ 72848 w 343943"/>
              <a:gd name="connsiteY13" fmla="*/ 2286 h 345185"/>
              <a:gd name="connsiteX14" fmla="*/ 1233 w 343943"/>
              <a:gd name="connsiteY14" fmla="*/ 102965 h 345185"/>
              <a:gd name="connsiteX15" fmla="*/ 759 w 343943"/>
              <a:gd name="connsiteY15" fmla="*/ 105156 h 345185"/>
              <a:gd name="connsiteX16" fmla="*/ 0 w 343943"/>
              <a:gd name="connsiteY16" fmla="*/ 107823 h 345185"/>
              <a:gd name="connsiteX17" fmla="*/ 1138 w 343943"/>
              <a:gd name="connsiteY17" fmla="*/ 111061 h 345185"/>
              <a:gd name="connsiteX18" fmla="*/ 1138 w 343943"/>
              <a:gd name="connsiteY18" fmla="*/ 111442 h 345185"/>
              <a:gd name="connsiteX19" fmla="*/ 165711 w 343943"/>
              <a:gd name="connsiteY19" fmla="*/ 341376 h 345185"/>
              <a:gd name="connsiteX20" fmla="*/ 168178 w 343943"/>
              <a:gd name="connsiteY20" fmla="*/ 344043 h 345185"/>
              <a:gd name="connsiteX21" fmla="*/ 168842 w 343943"/>
              <a:gd name="connsiteY21" fmla="*/ 344424 h 345185"/>
              <a:gd name="connsiteX22" fmla="*/ 171877 w 343943"/>
              <a:gd name="connsiteY22" fmla="*/ 345186 h 345185"/>
              <a:gd name="connsiteX23" fmla="*/ 174912 w 343943"/>
              <a:gd name="connsiteY23" fmla="*/ 344424 h 345185"/>
              <a:gd name="connsiteX24" fmla="*/ 175576 w 343943"/>
              <a:gd name="connsiteY24" fmla="*/ 344043 h 345185"/>
              <a:gd name="connsiteX25" fmla="*/ 178042 w 343943"/>
              <a:gd name="connsiteY25" fmla="*/ 341376 h 345185"/>
              <a:gd name="connsiteX26" fmla="*/ 342615 w 343943"/>
              <a:gd name="connsiteY26" fmla="*/ 111442 h 345185"/>
              <a:gd name="connsiteX27" fmla="*/ 342615 w 343943"/>
              <a:gd name="connsiteY27" fmla="*/ 111061 h 345185"/>
              <a:gd name="connsiteX28" fmla="*/ 76263 w 343943"/>
              <a:gd name="connsiteY28" fmla="*/ 22955 h 345185"/>
              <a:gd name="connsiteX29" fmla="*/ 98459 w 343943"/>
              <a:gd name="connsiteY29" fmla="*/ 100965 h 345185"/>
              <a:gd name="connsiteX30" fmla="*/ 20583 w 343943"/>
              <a:gd name="connsiteY30" fmla="*/ 100965 h 345185"/>
              <a:gd name="connsiteX31" fmla="*/ 76358 w 343943"/>
              <a:gd name="connsiteY31" fmla="*/ 22955 h 345185"/>
              <a:gd name="connsiteX32" fmla="*/ 227557 w 343943"/>
              <a:gd name="connsiteY32" fmla="*/ 114681 h 345185"/>
              <a:gd name="connsiteX33" fmla="*/ 172067 w 343943"/>
              <a:gd name="connsiteY33" fmla="*/ 311563 h 345185"/>
              <a:gd name="connsiteX34" fmla="*/ 117715 w 343943"/>
              <a:gd name="connsiteY34" fmla="*/ 114681 h 345185"/>
              <a:gd name="connsiteX35" fmla="*/ 227557 w 343943"/>
              <a:gd name="connsiteY35" fmla="*/ 114681 h 345185"/>
              <a:gd name="connsiteX36" fmla="*/ 121414 w 343943"/>
              <a:gd name="connsiteY36" fmla="*/ 100965 h 345185"/>
              <a:gd name="connsiteX37" fmla="*/ 172067 w 343943"/>
              <a:gd name="connsiteY37" fmla="*/ 20669 h 345185"/>
              <a:gd name="connsiteX38" fmla="*/ 223762 w 343943"/>
              <a:gd name="connsiteY38" fmla="*/ 100965 h 345185"/>
              <a:gd name="connsiteX39" fmla="*/ 121509 w 343943"/>
              <a:gd name="connsiteY39" fmla="*/ 100965 h 345185"/>
              <a:gd name="connsiteX40" fmla="*/ 184587 w 343943"/>
              <a:gd name="connsiteY40" fmla="*/ 14288 h 345185"/>
              <a:gd name="connsiteX41" fmla="*/ 255065 w 343943"/>
              <a:gd name="connsiteY41" fmla="*/ 14288 h 345185"/>
              <a:gd name="connsiteX42" fmla="*/ 233343 w 343943"/>
              <a:gd name="connsiteY42" fmla="*/ 90678 h 345185"/>
              <a:gd name="connsiteX43" fmla="*/ 184682 w 343943"/>
              <a:gd name="connsiteY43" fmla="*/ 14288 h 345185"/>
              <a:gd name="connsiteX44" fmla="*/ 110790 w 343943"/>
              <a:gd name="connsiteY44" fmla="*/ 90678 h 345185"/>
              <a:gd name="connsiteX45" fmla="*/ 89069 w 343943"/>
              <a:gd name="connsiteY45" fmla="*/ 14288 h 345185"/>
              <a:gd name="connsiteX46" fmla="*/ 159546 w 343943"/>
              <a:gd name="connsiteY46" fmla="*/ 14288 h 345185"/>
              <a:gd name="connsiteX47" fmla="*/ 110885 w 343943"/>
              <a:gd name="connsiteY47" fmla="*/ 90678 h 345185"/>
              <a:gd name="connsiteX48" fmla="*/ 102253 w 343943"/>
              <a:gd name="connsiteY48" fmla="*/ 114681 h 345185"/>
              <a:gd name="connsiteX49" fmla="*/ 154329 w 343943"/>
              <a:gd name="connsiteY49" fmla="*/ 301276 h 345185"/>
              <a:gd name="connsiteX50" fmla="*/ 20583 w 343943"/>
              <a:gd name="connsiteY50" fmla="*/ 114681 h 345185"/>
              <a:gd name="connsiteX51" fmla="*/ 102253 w 343943"/>
              <a:gd name="connsiteY51" fmla="*/ 114681 h 345185"/>
              <a:gd name="connsiteX52" fmla="*/ 241785 w 343943"/>
              <a:gd name="connsiteY52" fmla="*/ 114681 h 345185"/>
              <a:gd name="connsiteX53" fmla="*/ 323455 w 343943"/>
              <a:gd name="connsiteY53" fmla="*/ 114681 h 345185"/>
              <a:gd name="connsiteX54" fmla="*/ 189710 w 343943"/>
              <a:gd name="connsiteY54" fmla="*/ 301276 h 345185"/>
              <a:gd name="connsiteX55" fmla="*/ 241785 w 343943"/>
              <a:gd name="connsiteY55" fmla="*/ 114681 h 345185"/>
              <a:gd name="connsiteX56" fmla="*/ 245674 w 343943"/>
              <a:gd name="connsiteY56" fmla="*/ 100965 h 345185"/>
              <a:gd name="connsiteX57" fmla="*/ 267870 w 343943"/>
              <a:gd name="connsiteY57" fmla="*/ 22955 h 345185"/>
              <a:gd name="connsiteX58" fmla="*/ 323645 w 343943"/>
              <a:gd name="connsiteY58" fmla="*/ 100965 h 345185"/>
              <a:gd name="connsiteX59" fmla="*/ 245769 w 343943"/>
              <a:gd name="connsiteY59" fmla="*/ 100965 h 345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43943" h="345185">
                <a:moveTo>
                  <a:pt x="342805" y="111061"/>
                </a:moveTo>
                <a:cubicBezTo>
                  <a:pt x="343469" y="110014"/>
                  <a:pt x="343943" y="108966"/>
                  <a:pt x="343943" y="107823"/>
                </a:cubicBezTo>
                <a:cubicBezTo>
                  <a:pt x="343943" y="106871"/>
                  <a:pt x="343659" y="106013"/>
                  <a:pt x="343185" y="105156"/>
                </a:cubicBezTo>
                <a:cubicBezTo>
                  <a:pt x="342995" y="104394"/>
                  <a:pt x="342995" y="103632"/>
                  <a:pt x="342710" y="102965"/>
                </a:cubicBezTo>
                <a:lnTo>
                  <a:pt x="271095" y="2286"/>
                </a:lnTo>
                <a:cubicBezTo>
                  <a:pt x="270241" y="1429"/>
                  <a:pt x="268818" y="762"/>
                  <a:pt x="267301" y="381"/>
                </a:cubicBezTo>
                <a:cubicBezTo>
                  <a:pt x="267301" y="381"/>
                  <a:pt x="267206" y="381"/>
                  <a:pt x="267111" y="381"/>
                </a:cubicBezTo>
                <a:cubicBezTo>
                  <a:pt x="267016" y="381"/>
                  <a:pt x="266826" y="381"/>
                  <a:pt x="266732" y="381"/>
                </a:cubicBezTo>
                <a:cubicBezTo>
                  <a:pt x="266163" y="286"/>
                  <a:pt x="265688" y="0"/>
                  <a:pt x="265119" y="0"/>
                </a:cubicBezTo>
                <a:lnTo>
                  <a:pt x="78824" y="0"/>
                </a:lnTo>
                <a:cubicBezTo>
                  <a:pt x="78255" y="0"/>
                  <a:pt x="77781" y="191"/>
                  <a:pt x="77212" y="381"/>
                </a:cubicBezTo>
                <a:cubicBezTo>
                  <a:pt x="77117" y="381"/>
                  <a:pt x="76927" y="381"/>
                  <a:pt x="76832" y="381"/>
                </a:cubicBezTo>
                <a:cubicBezTo>
                  <a:pt x="76832" y="381"/>
                  <a:pt x="76738" y="381"/>
                  <a:pt x="76643" y="381"/>
                </a:cubicBezTo>
                <a:cubicBezTo>
                  <a:pt x="75125" y="857"/>
                  <a:pt x="73702" y="1524"/>
                  <a:pt x="72848" y="2286"/>
                </a:cubicBezTo>
                <a:lnTo>
                  <a:pt x="1233" y="102965"/>
                </a:lnTo>
                <a:cubicBezTo>
                  <a:pt x="949" y="103537"/>
                  <a:pt x="949" y="104394"/>
                  <a:pt x="759" y="105156"/>
                </a:cubicBezTo>
                <a:cubicBezTo>
                  <a:pt x="285" y="106013"/>
                  <a:pt x="0" y="106871"/>
                  <a:pt x="0" y="107823"/>
                </a:cubicBezTo>
                <a:cubicBezTo>
                  <a:pt x="0" y="108966"/>
                  <a:pt x="474" y="110014"/>
                  <a:pt x="1138" y="111061"/>
                </a:cubicBezTo>
                <a:cubicBezTo>
                  <a:pt x="1138" y="111157"/>
                  <a:pt x="1138" y="111347"/>
                  <a:pt x="1138" y="111442"/>
                </a:cubicBezTo>
                <a:cubicBezTo>
                  <a:pt x="1138" y="111442"/>
                  <a:pt x="55993" y="188087"/>
                  <a:pt x="165711" y="341376"/>
                </a:cubicBezTo>
                <a:cubicBezTo>
                  <a:pt x="166375" y="342519"/>
                  <a:pt x="167229" y="343376"/>
                  <a:pt x="168178" y="344043"/>
                </a:cubicBezTo>
                <a:cubicBezTo>
                  <a:pt x="168367" y="344234"/>
                  <a:pt x="168557" y="344329"/>
                  <a:pt x="168842" y="344424"/>
                </a:cubicBezTo>
                <a:cubicBezTo>
                  <a:pt x="169790" y="344900"/>
                  <a:pt x="170739" y="345186"/>
                  <a:pt x="171877" y="345186"/>
                </a:cubicBezTo>
                <a:cubicBezTo>
                  <a:pt x="173015" y="345186"/>
                  <a:pt x="174058" y="344805"/>
                  <a:pt x="174912" y="344424"/>
                </a:cubicBezTo>
                <a:cubicBezTo>
                  <a:pt x="175102" y="344329"/>
                  <a:pt x="175386" y="344138"/>
                  <a:pt x="175576" y="344043"/>
                </a:cubicBezTo>
                <a:cubicBezTo>
                  <a:pt x="176525" y="343376"/>
                  <a:pt x="177378" y="342519"/>
                  <a:pt x="178042" y="341376"/>
                </a:cubicBezTo>
                <a:cubicBezTo>
                  <a:pt x="179655" y="339185"/>
                  <a:pt x="194927" y="317754"/>
                  <a:pt x="342615" y="111442"/>
                </a:cubicBezTo>
                <a:cubicBezTo>
                  <a:pt x="342615" y="111347"/>
                  <a:pt x="342615" y="111252"/>
                  <a:pt x="342615" y="111061"/>
                </a:cubicBezTo>
                <a:close/>
                <a:moveTo>
                  <a:pt x="76263" y="22955"/>
                </a:moveTo>
                <a:cubicBezTo>
                  <a:pt x="79773" y="35338"/>
                  <a:pt x="86318" y="58293"/>
                  <a:pt x="98459" y="100965"/>
                </a:cubicBezTo>
                <a:lnTo>
                  <a:pt x="20583" y="100965"/>
                </a:lnTo>
                <a:lnTo>
                  <a:pt x="76358" y="22955"/>
                </a:lnTo>
                <a:close/>
                <a:moveTo>
                  <a:pt x="227557" y="114681"/>
                </a:moveTo>
                <a:cubicBezTo>
                  <a:pt x="223952" y="127349"/>
                  <a:pt x="212000" y="169736"/>
                  <a:pt x="172067" y="311563"/>
                </a:cubicBezTo>
                <a:cubicBezTo>
                  <a:pt x="172067" y="311563"/>
                  <a:pt x="153949" y="245936"/>
                  <a:pt x="117715" y="114681"/>
                </a:cubicBezTo>
                <a:lnTo>
                  <a:pt x="227557" y="114681"/>
                </a:lnTo>
                <a:close/>
                <a:moveTo>
                  <a:pt x="121414" y="100965"/>
                </a:moveTo>
                <a:lnTo>
                  <a:pt x="172067" y="20669"/>
                </a:lnTo>
                <a:cubicBezTo>
                  <a:pt x="172067" y="20669"/>
                  <a:pt x="172256" y="20955"/>
                  <a:pt x="223762" y="100965"/>
                </a:cubicBezTo>
                <a:lnTo>
                  <a:pt x="121509" y="100965"/>
                </a:lnTo>
                <a:close/>
                <a:moveTo>
                  <a:pt x="184587" y="14288"/>
                </a:moveTo>
                <a:lnTo>
                  <a:pt x="255065" y="14288"/>
                </a:lnTo>
                <a:cubicBezTo>
                  <a:pt x="252219" y="24479"/>
                  <a:pt x="246053" y="45815"/>
                  <a:pt x="233343" y="90678"/>
                </a:cubicBezTo>
                <a:cubicBezTo>
                  <a:pt x="225660" y="78677"/>
                  <a:pt x="211431" y="56293"/>
                  <a:pt x="184682" y="14288"/>
                </a:cubicBezTo>
                <a:close/>
                <a:moveTo>
                  <a:pt x="110790" y="90678"/>
                </a:moveTo>
                <a:cubicBezTo>
                  <a:pt x="107281" y="78486"/>
                  <a:pt x="100925" y="55912"/>
                  <a:pt x="89069" y="14288"/>
                </a:cubicBezTo>
                <a:lnTo>
                  <a:pt x="159546" y="14288"/>
                </a:lnTo>
                <a:cubicBezTo>
                  <a:pt x="152716" y="24955"/>
                  <a:pt x="138867" y="46768"/>
                  <a:pt x="110885" y="90678"/>
                </a:cubicBezTo>
                <a:close/>
                <a:moveTo>
                  <a:pt x="102253" y="114681"/>
                </a:moveTo>
                <a:cubicBezTo>
                  <a:pt x="105668" y="127063"/>
                  <a:pt x="117051" y="167831"/>
                  <a:pt x="154329" y="301276"/>
                </a:cubicBezTo>
                <a:cubicBezTo>
                  <a:pt x="135832" y="275463"/>
                  <a:pt x="97985" y="222694"/>
                  <a:pt x="20583" y="114681"/>
                </a:cubicBezTo>
                <a:lnTo>
                  <a:pt x="102253" y="114681"/>
                </a:lnTo>
                <a:close/>
                <a:moveTo>
                  <a:pt x="241785" y="114681"/>
                </a:moveTo>
                <a:lnTo>
                  <a:pt x="323455" y="114681"/>
                </a:lnTo>
                <a:cubicBezTo>
                  <a:pt x="313400" y="128778"/>
                  <a:pt x="282667" y="171545"/>
                  <a:pt x="189710" y="301276"/>
                </a:cubicBezTo>
                <a:cubicBezTo>
                  <a:pt x="198246" y="270605"/>
                  <a:pt x="213708" y="215170"/>
                  <a:pt x="241785" y="114681"/>
                </a:cubicBezTo>
                <a:close/>
                <a:moveTo>
                  <a:pt x="245674" y="100965"/>
                </a:moveTo>
                <a:cubicBezTo>
                  <a:pt x="248425" y="91440"/>
                  <a:pt x="254401" y="70199"/>
                  <a:pt x="267870" y="22955"/>
                </a:cubicBezTo>
                <a:cubicBezTo>
                  <a:pt x="275079" y="32956"/>
                  <a:pt x="290445" y="54578"/>
                  <a:pt x="323645" y="100965"/>
                </a:cubicBezTo>
                <a:lnTo>
                  <a:pt x="245769" y="100965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8" name="Graphic 193">
            <a:extLst>
              <a:ext uri="{FF2B5EF4-FFF2-40B4-BE49-F238E27FC236}">
                <a16:creationId xmlns:a16="http://schemas.microsoft.com/office/drawing/2014/main" id="{E58BBC9C-4F78-7A8B-1806-B4E0C7B13326}"/>
              </a:ext>
            </a:extLst>
          </p:cNvPr>
          <p:cNvSpPr/>
          <p:nvPr/>
        </p:nvSpPr>
        <p:spPr>
          <a:xfrm>
            <a:off x="2950040" y="5539213"/>
            <a:ext cx="460375" cy="462037"/>
          </a:xfrm>
          <a:custGeom>
            <a:avLst/>
            <a:gdLst>
              <a:gd name="connsiteX0" fmla="*/ 342805 w 343943"/>
              <a:gd name="connsiteY0" fmla="*/ 111061 h 345185"/>
              <a:gd name="connsiteX1" fmla="*/ 343943 w 343943"/>
              <a:gd name="connsiteY1" fmla="*/ 107823 h 345185"/>
              <a:gd name="connsiteX2" fmla="*/ 343185 w 343943"/>
              <a:gd name="connsiteY2" fmla="*/ 105156 h 345185"/>
              <a:gd name="connsiteX3" fmla="*/ 342710 w 343943"/>
              <a:gd name="connsiteY3" fmla="*/ 102965 h 345185"/>
              <a:gd name="connsiteX4" fmla="*/ 271095 w 343943"/>
              <a:gd name="connsiteY4" fmla="*/ 2286 h 345185"/>
              <a:gd name="connsiteX5" fmla="*/ 267301 w 343943"/>
              <a:gd name="connsiteY5" fmla="*/ 381 h 345185"/>
              <a:gd name="connsiteX6" fmla="*/ 267111 w 343943"/>
              <a:gd name="connsiteY6" fmla="*/ 381 h 345185"/>
              <a:gd name="connsiteX7" fmla="*/ 266732 w 343943"/>
              <a:gd name="connsiteY7" fmla="*/ 381 h 345185"/>
              <a:gd name="connsiteX8" fmla="*/ 265119 w 343943"/>
              <a:gd name="connsiteY8" fmla="*/ 0 h 345185"/>
              <a:gd name="connsiteX9" fmla="*/ 78824 w 343943"/>
              <a:gd name="connsiteY9" fmla="*/ 0 h 345185"/>
              <a:gd name="connsiteX10" fmla="*/ 77212 w 343943"/>
              <a:gd name="connsiteY10" fmla="*/ 381 h 345185"/>
              <a:gd name="connsiteX11" fmla="*/ 76832 w 343943"/>
              <a:gd name="connsiteY11" fmla="*/ 381 h 345185"/>
              <a:gd name="connsiteX12" fmla="*/ 76643 w 343943"/>
              <a:gd name="connsiteY12" fmla="*/ 381 h 345185"/>
              <a:gd name="connsiteX13" fmla="*/ 72848 w 343943"/>
              <a:gd name="connsiteY13" fmla="*/ 2286 h 345185"/>
              <a:gd name="connsiteX14" fmla="*/ 1233 w 343943"/>
              <a:gd name="connsiteY14" fmla="*/ 102965 h 345185"/>
              <a:gd name="connsiteX15" fmla="*/ 759 w 343943"/>
              <a:gd name="connsiteY15" fmla="*/ 105156 h 345185"/>
              <a:gd name="connsiteX16" fmla="*/ 0 w 343943"/>
              <a:gd name="connsiteY16" fmla="*/ 107823 h 345185"/>
              <a:gd name="connsiteX17" fmla="*/ 1138 w 343943"/>
              <a:gd name="connsiteY17" fmla="*/ 111061 h 345185"/>
              <a:gd name="connsiteX18" fmla="*/ 1138 w 343943"/>
              <a:gd name="connsiteY18" fmla="*/ 111442 h 345185"/>
              <a:gd name="connsiteX19" fmla="*/ 165711 w 343943"/>
              <a:gd name="connsiteY19" fmla="*/ 341376 h 345185"/>
              <a:gd name="connsiteX20" fmla="*/ 168178 w 343943"/>
              <a:gd name="connsiteY20" fmla="*/ 344043 h 345185"/>
              <a:gd name="connsiteX21" fmla="*/ 168842 w 343943"/>
              <a:gd name="connsiteY21" fmla="*/ 344424 h 345185"/>
              <a:gd name="connsiteX22" fmla="*/ 171877 w 343943"/>
              <a:gd name="connsiteY22" fmla="*/ 345186 h 345185"/>
              <a:gd name="connsiteX23" fmla="*/ 174912 w 343943"/>
              <a:gd name="connsiteY23" fmla="*/ 344424 h 345185"/>
              <a:gd name="connsiteX24" fmla="*/ 175576 w 343943"/>
              <a:gd name="connsiteY24" fmla="*/ 344043 h 345185"/>
              <a:gd name="connsiteX25" fmla="*/ 178042 w 343943"/>
              <a:gd name="connsiteY25" fmla="*/ 341376 h 345185"/>
              <a:gd name="connsiteX26" fmla="*/ 342615 w 343943"/>
              <a:gd name="connsiteY26" fmla="*/ 111442 h 345185"/>
              <a:gd name="connsiteX27" fmla="*/ 342615 w 343943"/>
              <a:gd name="connsiteY27" fmla="*/ 111061 h 345185"/>
              <a:gd name="connsiteX28" fmla="*/ 76263 w 343943"/>
              <a:gd name="connsiteY28" fmla="*/ 22955 h 345185"/>
              <a:gd name="connsiteX29" fmla="*/ 98459 w 343943"/>
              <a:gd name="connsiteY29" fmla="*/ 100965 h 345185"/>
              <a:gd name="connsiteX30" fmla="*/ 20583 w 343943"/>
              <a:gd name="connsiteY30" fmla="*/ 100965 h 345185"/>
              <a:gd name="connsiteX31" fmla="*/ 76358 w 343943"/>
              <a:gd name="connsiteY31" fmla="*/ 22955 h 345185"/>
              <a:gd name="connsiteX32" fmla="*/ 227557 w 343943"/>
              <a:gd name="connsiteY32" fmla="*/ 114681 h 345185"/>
              <a:gd name="connsiteX33" fmla="*/ 172067 w 343943"/>
              <a:gd name="connsiteY33" fmla="*/ 311563 h 345185"/>
              <a:gd name="connsiteX34" fmla="*/ 117715 w 343943"/>
              <a:gd name="connsiteY34" fmla="*/ 114681 h 345185"/>
              <a:gd name="connsiteX35" fmla="*/ 227557 w 343943"/>
              <a:gd name="connsiteY35" fmla="*/ 114681 h 345185"/>
              <a:gd name="connsiteX36" fmla="*/ 121414 w 343943"/>
              <a:gd name="connsiteY36" fmla="*/ 100965 h 345185"/>
              <a:gd name="connsiteX37" fmla="*/ 172067 w 343943"/>
              <a:gd name="connsiteY37" fmla="*/ 20669 h 345185"/>
              <a:gd name="connsiteX38" fmla="*/ 223762 w 343943"/>
              <a:gd name="connsiteY38" fmla="*/ 100965 h 345185"/>
              <a:gd name="connsiteX39" fmla="*/ 121509 w 343943"/>
              <a:gd name="connsiteY39" fmla="*/ 100965 h 345185"/>
              <a:gd name="connsiteX40" fmla="*/ 184587 w 343943"/>
              <a:gd name="connsiteY40" fmla="*/ 14288 h 345185"/>
              <a:gd name="connsiteX41" fmla="*/ 255065 w 343943"/>
              <a:gd name="connsiteY41" fmla="*/ 14288 h 345185"/>
              <a:gd name="connsiteX42" fmla="*/ 233343 w 343943"/>
              <a:gd name="connsiteY42" fmla="*/ 90678 h 345185"/>
              <a:gd name="connsiteX43" fmla="*/ 184682 w 343943"/>
              <a:gd name="connsiteY43" fmla="*/ 14288 h 345185"/>
              <a:gd name="connsiteX44" fmla="*/ 110790 w 343943"/>
              <a:gd name="connsiteY44" fmla="*/ 90678 h 345185"/>
              <a:gd name="connsiteX45" fmla="*/ 89069 w 343943"/>
              <a:gd name="connsiteY45" fmla="*/ 14288 h 345185"/>
              <a:gd name="connsiteX46" fmla="*/ 159546 w 343943"/>
              <a:gd name="connsiteY46" fmla="*/ 14288 h 345185"/>
              <a:gd name="connsiteX47" fmla="*/ 110885 w 343943"/>
              <a:gd name="connsiteY47" fmla="*/ 90678 h 345185"/>
              <a:gd name="connsiteX48" fmla="*/ 102253 w 343943"/>
              <a:gd name="connsiteY48" fmla="*/ 114681 h 345185"/>
              <a:gd name="connsiteX49" fmla="*/ 154329 w 343943"/>
              <a:gd name="connsiteY49" fmla="*/ 301276 h 345185"/>
              <a:gd name="connsiteX50" fmla="*/ 20583 w 343943"/>
              <a:gd name="connsiteY50" fmla="*/ 114681 h 345185"/>
              <a:gd name="connsiteX51" fmla="*/ 102253 w 343943"/>
              <a:gd name="connsiteY51" fmla="*/ 114681 h 345185"/>
              <a:gd name="connsiteX52" fmla="*/ 241785 w 343943"/>
              <a:gd name="connsiteY52" fmla="*/ 114681 h 345185"/>
              <a:gd name="connsiteX53" fmla="*/ 323455 w 343943"/>
              <a:gd name="connsiteY53" fmla="*/ 114681 h 345185"/>
              <a:gd name="connsiteX54" fmla="*/ 189710 w 343943"/>
              <a:gd name="connsiteY54" fmla="*/ 301276 h 345185"/>
              <a:gd name="connsiteX55" fmla="*/ 241785 w 343943"/>
              <a:gd name="connsiteY55" fmla="*/ 114681 h 345185"/>
              <a:gd name="connsiteX56" fmla="*/ 245674 w 343943"/>
              <a:gd name="connsiteY56" fmla="*/ 100965 h 345185"/>
              <a:gd name="connsiteX57" fmla="*/ 267870 w 343943"/>
              <a:gd name="connsiteY57" fmla="*/ 22955 h 345185"/>
              <a:gd name="connsiteX58" fmla="*/ 323645 w 343943"/>
              <a:gd name="connsiteY58" fmla="*/ 100965 h 345185"/>
              <a:gd name="connsiteX59" fmla="*/ 245769 w 343943"/>
              <a:gd name="connsiteY59" fmla="*/ 100965 h 345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43943" h="345185">
                <a:moveTo>
                  <a:pt x="342805" y="111061"/>
                </a:moveTo>
                <a:cubicBezTo>
                  <a:pt x="343469" y="110014"/>
                  <a:pt x="343943" y="108966"/>
                  <a:pt x="343943" y="107823"/>
                </a:cubicBezTo>
                <a:cubicBezTo>
                  <a:pt x="343943" y="106871"/>
                  <a:pt x="343659" y="106013"/>
                  <a:pt x="343185" y="105156"/>
                </a:cubicBezTo>
                <a:cubicBezTo>
                  <a:pt x="342995" y="104394"/>
                  <a:pt x="342995" y="103632"/>
                  <a:pt x="342710" y="102965"/>
                </a:cubicBezTo>
                <a:lnTo>
                  <a:pt x="271095" y="2286"/>
                </a:lnTo>
                <a:cubicBezTo>
                  <a:pt x="270241" y="1429"/>
                  <a:pt x="268818" y="762"/>
                  <a:pt x="267301" y="381"/>
                </a:cubicBezTo>
                <a:cubicBezTo>
                  <a:pt x="267301" y="381"/>
                  <a:pt x="267206" y="381"/>
                  <a:pt x="267111" y="381"/>
                </a:cubicBezTo>
                <a:cubicBezTo>
                  <a:pt x="267016" y="381"/>
                  <a:pt x="266826" y="381"/>
                  <a:pt x="266732" y="381"/>
                </a:cubicBezTo>
                <a:cubicBezTo>
                  <a:pt x="266163" y="286"/>
                  <a:pt x="265688" y="0"/>
                  <a:pt x="265119" y="0"/>
                </a:cubicBezTo>
                <a:lnTo>
                  <a:pt x="78824" y="0"/>
                </a:lnTo>
                <a:cubicBezTo>
                  <a:pt x="78255" y="0"/>
                  <a:pt x="77781" y="191"/>
                  <a:pt x="77212" y="381"/>
                </a:cubicBezTo>
                <a:cubicBezTo>
                  <a:pt x="77117" y="381"/>
                  <a:pt x="76927" y="381"/>
                  <a:pt x="76832" y="381"/>
                </a:cubicBezTo>
                <a:cubicBezTo>
                  <a:pt x="76832" y="381"/>
                  <a:pt x="76738" y="381"/>
                  <a:pt x="76643" y="381"/>
                </a:cubicBezTo>
                <a:cubicBezTo>
                  <a:pt x="75125" y="857"/>
                  <a:pt x="73702" y="1524"/>
                  <a:pt x="72848" y="2286"/>
                </a:cubicBezTo>
                <a:lnTo>
                  <a:pt x="1233" y="102965"/>
                </a:lnTo>
                <a:cubicBezTo>
                  <a:pt x="949" y="103537"/>
                  <a:pt x="949" y="104394"/>
                  <a:pt x="759" y="105156"/>
                </a:cubicBezTo>
                <a:cubicBezTo>
                  <a:pt x="285" y="106013"/>
                  <a:pt x="0" y="106871"/>
                  <a:pt x="0" y="107823"/>
                </a:cubicBezTo>
                <a:cubicBezTo>
                  <a:pt x="0" y="108966"/>
                  <a:pt x="474" y="110014"/>
                  <a:pt x="1138" y="111061"/>
                </a:cubicBezTo>
                <a:cubicBezTo>
                  <a:pt x="1138" y="111157"/>
                  <a:pt x="1138" y="111347"/>
                  <a:pt x="1138" y="111442"/>
                </a:cubicBezTo>
                <a:cubicBezTo>
                  <a:pt x="1138" y="111442"/>
                  <a:pt x="55993" y="188087"/>
                  <a:pt x="165711" y="341376"/>
                </a:cubicBezTo>
                <a:cubicBezTo>
                  <a:pt x="166375" y="342519"/>
                  <a:pt x="167229" y="343376"/>
                  <a:pt x="168178" y="344043"/>
                </a:cubicBezTo>
                <a:cubicBezTo>
                  <a:pt x="168367" y="344234"/>
                  <a:pt x="168557" y="344329"/>
                  <a:pt x="168842" y="344424"/>
                </a:cubicBezTo>
                <a:cubicBezTo>
                  <a:pt x="169790" y="344900"/>
                  <a:pt x="170739" y="345186"/>
                  <a:pt x="171877" y="345186"/>
                </a:cubicBezTo>
                <a:cubicBezTo>
                  <a:pt x="173015" y="345186"/>
                  <a:pt x="174058" y="344805"/>
                  <a:pt x="174912" y="344424"/>
                </a:cubicBezTo>
                <a:cubicBezTo>
                  <a:pt x="175102" y="344329"/>
                  <a:pt x="175386" y="344138"/>
                  <a:pt x="175576" y="344043"/>
                </a:cubicBezTo>
                <a:cubicBezTo>
                  <a:pt x="176525" y="343376"/>
                  <a:pt x="177378" y="342519"/>
                  <a:pt x="178042" y="341376"/>
                </a:cubicBezTo>
                <a:cubicBezTo>
                  <a:pt x="179655" y="339185"/>
                  <a:pt x="194927" y="317754"/>
                  <a:pt x="342615" y="111442"/>
                </a:cubicBezTo>
                <a:cubicBezTo>
                  <a:pt x="342615" y="111347"/>
                  <a:pt x="342615" y="111252"/>
                  <a:pt x="342615" y="111061"/>
                </a:cubicBezTo>
                <a:close/>
                <a:moveTo>
                  <a:pt x="76263" y="22955"/>
                </a:moveTo>
                <a:cubicBezTo>
                  <a:pt x="79773" y="35338"/>
                  <a:pt x="86318" y="58293"/>
                  <a:pt x="98459" y="100965"/>
                </a:cubicBezTo>
                <a:lnTo>
                  <a:pt x="20583" y="100965"/>
                </a:lnTo>
                <a:lnTo>
                  <a:pt x="76358" y="22955"/>
                </a:lnTo>
                <a:close/>
                <a:moveTo>
                  <a:pt x="227557" y="114681"/>
                </a:moveTo>
                <a:cubicBezTo>
                  <a:pt x="223952" y="127349"/>
                  <a:pt x="212000" y="169736"/>
                  <a:pt x="172067" y="311563"/>
                </a:cubicBezTo>
                <a:cubicBezTo>
                  <a:pt x="172067" y="311563"/>
                  <a:pt x="153949" y="245936"/>
                  <a:pt x="117715" y="114681"/>
                </a:cubicBezTo>
                <a:lnTo>
                  <a:pt x="227557" y="114681"/>
                </a:lnTo>
                <a:close/>
                <a:moveTo>
                  <a:pt x="121414" y="100965"/>
                </a:moveTo>
                <a:lnTo>
                  <a:pt x="172067" y="20669"/>
                </a:lnTo>
                <a:cubicBezTo>
                  <a:pt x="172067" y="20669"/>
                  <a:pt x="172256" y="20955"/>
                  <a:pt x="223762" y="100965"/>
                </a:cubicBezTo>
                <a:lnTo>
                  <a:pt x="121509" y="100965"/>
                </a:lnTo>
                <a:close/>
                <a:moveTo>
                  <a:pt x="184587" y="14288"/>
                </a:moveTo>
                <a:lnTo>
                  <a:pt x="255065" y="14288"/>
                </a:lnTo>
                <a:cubicBezTo>
                  <a:pt x="252219" y="24479"/>
                  <a:pt x="246053" y="45815"/>
                  <a:pt x="233343" y="90678"/>
                </a:cubicBezTo>
                <a:cubicBezTo>
                  <a:pt x="225660" y="78677"/>
                  <a:pt x="211431" y="56293"/>
                  <a:pt x="184682" y="14288"/>
                </a:cubicBezTo>
                <a:close/>
                <a:moveTo>
                  <a:pt x="110790" y="90678"/>
                </a:moveTo>
                <a:cubicBezTo>
                  <a:pt x="107281" y="78486"/>
                  <a:pt x="100925" y="55912"/>
                  <a:pt x="89069" y="14288"/>
                </a:cubicBezTo>
                <a:lnTo>
                  <a:pt x="159546" y="14288"/>
                </a:lnTo>
                <a:cubicBezTo>
                  <a:pt x="152716" y="24955"/>
                  <a:pt x="138867" y="46768"/>
                  <a:pt x="110885" y="90678"/>
                </a:cubicBezTo>
                <a:close/>
                <a:moveTo>
                  <a:pt x="102253" y="114681"/>
                </a:moveTo>
                <a:cubicBezTo>
                  <a:pt x="105668" y="127063"/>
                  <a:pt x="117051" y="167831"/>
                  <a:pt x="154329" y="301276"/>
                </a:cubicBezTo>
                <a:cubicBezTo>
                  <a:pt x="135832" y="275463"/>
                  <a:pt x="97985" y="222694"/>
                  <a:pt x="20583" y="114681"/>
                </a:cubicBezTo>
                <a:lnTo>
                  <a:pt x="102253" y="114681"/>
                </a:lnTo>
                <a:close/>
                <a:moveTo>
                  <a:pt x="241785" y="114681"/>
                </a:moveTo>
                <a:lnTo>
                  <a:pt x="323455" y="114681"/>
                </a:lnTo>
                <a:cubicBezTo>
                  <a:pt x="313400" y="128778"/>
                  <a:pt x="282667" y="171545"/>
                  <a:pt x="189710" y="301276"/>
                </a:cubicBezTo>
                <a:cubicBezTo>
                  <a:pt x="198246" y="270605"/>
                  <a:pt x="213708" y="215170"/>
                  <a:pt x="241785" y="114681"/>
                </a:cubicBezTo>
                <a:close/>
                <a:moveTo>
                  <a:pt x="245674" y="100965"/>
                </a:moveTo>
                <a:cubicBezTo>
                  <a:pt x="248425" y="91440"/>
                  <a:pt x="254401" y="70199"/>
                  <a:pt x="267870" y="22955"/>
                </a:cubicBezTo>
                <a:cubicBezTo>
                  <a:pt x="275079" y="32956"/>
                  <a:pt x="290445" y="54578"/>
                  <a:pt x="323645" y="100965"/>
                </a:cubicBezTo>
                <a:lnTo>
                  <a:pt x="245769" y="100965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</p:spPr>
        <p:txBody>
          <a:bodyPr vert="horz" wrap="square" lIns="0" tIns="12700" rIns="0" bIns="0" rtlCol="0">
            <a:spAutoFit/>
          </a:bodyPr>
          <a:lstStyle/>
          <a:p>
            <a:r>
              <a:rPr lang="en-US" dirty="0"/>
              <a:t>Health</a:t>
            </a:r>
          </a:p>
        </p:txBody>
      </p:sp>
      <p:sp>
        <p:nvSpPr>
          <p:cNvPr id="101" name="Text Placeholder 100">
            <a:extLst>
              <a:ext uri="{FF2B5EF4-FFF2-40B4-BE49-F238E27FC236}">
                <a16:creationId xmlns:a16="http://schemas.microsoft.com/office/drawing/2014/main" id="{C9FEF2D3-89AC-C51F-7D9D-EADE162429D5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ambulance; emergency</a:t>
            </a:r>
          </a:p>
        </p:txBody>
      </p:sp>
      <p:sp>
        <p:nvSpPr>
          <p:cNvPr id="102" name="Text Placeholder 101">
            <a:extLst>
              <a:ext uri="{FF2B5EF4-FFF2-40B4-BE49-F238E27FC236}">
                <a16:creationId xmlns:a16="http://schemas.microsoft.com/office/drawing/2014/main" id="{41DAD66D-AB86-2218-6F49-75546E7B7035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blood; drop; droplet</a:t>
            </a:r>
          </a:p>
        </p:txBody>
      </p:sp>
      <p:sp>
        <p:nvSpPr>
          <p:cNvPr id="103" name="Text Placeholder 102">
            <a:extLst>
              <a:ext uri="{FF2B5EF4-FFF2-40B4-BE49-F238E27FC236}">
                <a16:creationId xmlns:a16="http://schemas.microsoft.com/office/drawing/2014/main" id="{4C501CE8-5B7E-9649-FD15-6C464AF7453B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dental</a:t>
            </a:r>
          </a:p>
        </p:txBody>
      </p:sp>
      <p:sp>
        <p:nvSpPr>
          <p:cNvPr id="104" name="Text Placeholder 103">
            <a:extLst>
              <a:ext uri="{FF2B5EF4-FFF2-40B4-BE49-F238E27FC236}">
                <a16:creationId xmlns:a16="http://schemas.microsoft.com/office/drawing/2014/main" id="{A6AE3E04-4E2A-7714-769F-A6BB2B18E2CC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heartbeat; life; alive</a:t>
            </a:r>
          </a:p>
        </p:txBody>
      </p:sp>
      <p:sp>
        <p:nvSpPr>
          <p:cNvPr id="105" name="Text Placeholder 104">
            <a:extLst>
              <a:ext uri="{FF2B5EF4-FFF2-40B4-BE49-F238E27FC236}">
                <a16:creationId xmlns:a16="http://schemas.microsoft.com/office/drawing/2014/main" id="{5CDF9AB3-450F-A473-9093-D7FB530E9162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hospital</a:t>
            </a:r>
          </a:p>
        </p:txBody>
      </p:sp>
      <p:sp>
        <p:nvSpPr>
          <p:cNvPr id="106" name="Text Placeholder 105">
            <a:extLst>
              <a:ext uri="{FF2B5EF4-FFF2-40B4-BE49-F238E27FC236}">
                <a16:creationId xmlns:a16="http://schemas.microsoft.com/office/drawing/2014/main" id="{6A75CEB2-0612-FDCA-6D3C-BC351A99B521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medical; tools; kit</a:t>
            </a:r>
          </a:p>
        </p:txBody>
      </p:sp>
      <p:sp>
        <p:nvSpPr>
          <p:cNvPr id="107" name="Text Placeholder 106">
            <a:extLst>
              <a:ext uri="{FF2B5EF4-FFF2-40B4-BE49-F238E27FC236}">
                <a16:creationId xmlns:a16="http://schemas.microsoft.com/office/drawing/2014/main" id="{E0C3739F-8CF1-CDF1-F8CF-2FB0A19016F9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pill; medicine; pharma; rx; meds; pharmaceutical; prescription</a:t>
            </a:r>
          </a:p>
        </p:txBody>
      </p:sp>
      <p:sp>
        <p:nvSpPr>
          <p:cNvPr id="94" name="Text Placeholder 93">
            <a:extLst>
              <a:ext uri="{FF2B5EF4-FFF2-40B4-BE49-F238E27FC236}">
                <a16:creationId xmlns:a16="http://schemas.microsoft.com/office/drawing/2014/main" id="{A7E5D9BB-7669-D735-B01E-2B9BAC03BD1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medical; chart</a:t>
            </a:r>
            <a:endParaRPr lang="en-US"/>
          </a:p>
        </p:txBody>
      </p:sp>
      <p:sp>
        <p:nvSpPr>
          <p:cNvPr id="95" name="Text Placeholder 94">
            <a:extLst>
              <a:ext uri="{FF2B5EF4-FFF2-40B4-BE49-F238E27FC236}">
                <a16:creationId xmlns:a16="http://schemas.microsoft.com/office/drawing/2014/main" id="{625E5683-5B6F-77E2-2C4D-0538475B710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genome; dna</a:t>
            </a:r>
            <a:endParaRPr lang="en-US"/>
          </a:p>
          <a:p>
            <a:endParaRPr lang="en-US"/>
          </a:p>
        </p:txBody>
      </p:sp>
      <p:sp>
        <p:nvSpPr>
          <p:cNvPr id="96" name="Text Placeholder 95">
            <a:extLst>
              <a:ext uri="{FF2B5EF4-FFF2-40B4-BE49-F238E27FC236}">
                <a16:creationId xmlns:a16="http://schemas.microsoft.com/office/drawing/2014/main" id="{9A5FC1C7-D912-9B7C-D16B-269FAB060A9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chemistry; physical; science; composition</a:t>
            </a:r>
            <a:endParaRPr lang="en-US"/>
          </a:p>
        </p:txBody>
      </p:sp>
      <p:sp>
        <p:nvSpPr>
          <p:cNvPr id="97" name="Text Placeholder 96">
            <a:extLst>
              <a:ext uri="{FF2B5EF4-FFF2-40B4-BE49-F238E27FC236}">
                <a16:creationId xmlns:a16="http://schemas.microsoft.com/office/drawing/2014/main" id="{4771F363-E101-C785-9545-AF3B13E89D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 lIns="216000" rIns="216000"/>
          <a:lstStyle/>
          <a:p>
            <a:r>
              <a:rPr lang="en-US" dirty="0"/>
              <a:t>lab experiments; chemistry</a:t>
            </a:r>
            <a:endParaRPr lang="en-US"/>
          </a:p>
        </p:txBody>
      </p:sp>
      <p:sp>
        <p:nvSpPr>
          <p:cNvPr id="98" name="Text Placeholder 97">
            <a:extLst>
              <a:ext uri="{FF2B5EF4-FFF2-40B4-BE49-F238E27FC236}">
                <a16:creationId xmlns:a16="http://schemas.microsoft.com/office/drawing/2014/main" id="{9CB9E941-C7A3-BE91-3975-B5E420ADF7F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wave; alive; life; blip; signal; beat; heartbeat; heart</a:t>
            </a:r>
            <a:endParaRPr lang="en-US"/>
          </a:p>
        </p:txBody>
      </p:sp>
      <p:sp>
        <p:nvSpPr>
          <p:cNvPr id="99" name="Text Placeholder 98">
            <a:extLst>
              <a:ext uri="{FF2B5EF4-FFF2-40B4-BE49-F238E27FC236}">
                <a16:creationId xmlns:a16="http://schemas.microsoft.com/office/drawing/2014/main" id="{D2814870-18AB-CB3E-5A27-C0F4E366ECA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medical; doctor</a:t>
            </a:r>
            <a:endParaRPr lang="en-US"/>
          </a:p>
        </p:txBody>
      </p:sp>
      <p:sp>
        <p:nvSpPr>
          <p:cNvPr id="100" name="Text Placeholder 99">
            <a:extLst>
              <a:ext uri="{FF2B5EF4-FFF2-40B4-BE49-F238E27FC236}">
                <a16:creationId xmlns:a16="http://schemas.microsoft.com/office/drawing/2014/main" id="{91C4210B-63FB-A409-E48F-D2AA276F852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medical; certificate; regulation; regulatory</a:t>
            </a:r>
            <a:endParaRPr lang="en-US"/>
          </a:p>
        </p:txBody>
      </p:sp>
      <p:sp>
        <p:nvSpPr>
          <p:cNvPr id="86" name="object 8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095035" y="2880706"/>
            <a:ext cx="502920" cy="419100"/>
          </a:xfrm>
          <a:custGeom>
            <a:avLst/>
            <a:gdLst/>
            <a:ahLst/>
            <a:cxnLst/>
            <a:rect l="l" t="t" r="r" b="b"/>
            <a:pathLst>
              <a:path w="502920" h="419100">
                <a:moveTo>
                  <a:pt x="204304" y="0"/>
                </a:moveTo>
                <a:lnTo>
                  <a:pt x="193827" y="0"/>
                </a:lnTo>
                <a:lnTo>
                  <a:pt x="190334" y="3492"/>
                </a:lnTo>
                <a:lnTo>
                  <a:pt x="188595" y="6984"/>
                </a:lnTo>
                <a:lnTo>
                  <a:pt x="127469" y="209550"/>
                </a:lnTo>
                <a:lnTo>
                  <a:pt x="3492" y="209550"/>
                </a:lnTo>
                <a:lnTo>
                  <a:pt x="0" y="214782"/>
                </a:lnTo>
                <a:lnTo>
                  <a:pt x="0" y="225259"/>
                </a:lnTo>
                <a:lnTo>
                  <a:pt x="3492" y="230504"/>
                </a:lnTo>
                <a:lnTo>
                  <a:pt x="139700" y="230504"/>
                </a:lnTo>
                <a:lnTo>
                  <a:pt x="144932" y="227012"/>
                </a:lnTo>
                <a:lnTo>
                  <a:pt x="144932" y="223520"/>
                </a:lnTo>
                <a:lnTo>
                  <a:pt x="195580" y="57619"/>
                </a:lnTo>
                <a:lnTo>
                  <a:pt x="251460" y="410375"/>
                </a:lnTo>
                <a:lnTo>
                  <a:pt x="251460" y="415607"/>
                </a:lnTo>
                <a:lnTo>
                  <a:pt x="256692" y="419100"/>
                </a:lnTo>
                <a:lnTo>
                  <a:pt x="261937" y="419100"/>
                </a:lnTo>
                <a:lnTo>
                  <a:pt x="265430" y="419100"/>
                </a:lnTo>
                <a:lnTo>
                  <a:pt x="270662" y="415607"/>
                </a:lnTo>
                <a:lnTo>
                  <a:pt x="272415" y="410375"/>
                </a:lnTo>
                <a:lnTo>
                  <a:pt x="326542" y="151917"/>
                </a:lnTo>
                <a:lnTo>
                  <a:pt x="356235" y="223520"/>
                </a:lnTo>
                <a:lnTo>
                  <a:pt x="357974" y="228752"/>
                </a:lnTo>
                <a:lnTo>
                  <a:pt x="361467" y="230504"/>
                </a:lnTo>
                <a:lnTo>
                  <a:pt x="497674" y="230504"/>
                </a:lnTo>
                <a:lnTo>
                  <a:pt x="502920" y="225259"/>
                </a:lnTo>
                <a:lnTo>
                  <a:pt x="502920" y="214782"/>
                </a:lnTo>
                <a:lnTo>
                  <a:pt x="497674" y="209550"/>
                </a:lnTo>
                <a:lnTo>
                  <a:pt x="373697" y="209550"/>
                </a:lnTo>
                <a:lnTo>
                  <a:pt x="333540" y="111760"/>
                </a:lnTo>
                <a:lnTo>
                  <a:pt x="331787" y="106514"/>
                </a:lnTo>
                <a:lnTo>
                  <a:pt x="328295" y="104775"/>
                </a:lnTo>
                <a:lnTo>
                  <a:pt x="319557" y="104775"/>
                </a:lnTo>
                <a:lnTo>
                  <a:pt x="314325" y="108267"/>
                </a:lnTo>
                <a:lnTo>
                  <a:pt x="314325" y="113499"/>
                </a:lnTo>
                <a:lnTo>
                  <a:pt x="263690" y="351002"/>
                </a:lnTo>
                <a:lnTo>
                  <a:pt x="209550" y="8724"/>
                </a:lnTo>
                <a:lnTo>
                  <a:pt x="207797" y="3492"/>
                </a:lnTo>
                <a:lnTo>
                  <a:pt x="204304" y="0"/>
                </a:lnTo>
                <a:close/>
              </a:path>
            </a:pathLst>
          </a:custGeom>
          <a:solidFill>
            <a:srgbClr val="9595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863517" y="2880706"/>
            <a:ext cx="502920" cy="419100"/>
          </a:xfrm>
          <a:custGeom>
            <a:avLst/>
            <a:gdLst/>
            <a:ahLst/>
            <a:cxnLst/>
            <a:rect l="l" t="t" r="r" b="b"/>
            <a:pathLst>
              <a:path w="502920" h="419100">
                <a:moveTo>
                  <a:pt x="204317" y="0"/>
                </a:moveTo>
                <a:lnTo>
                  <a:pt x="193840" y="0"/>
                </a:lnTo>
                <a:lnTo>
                  <a:pt x="190347" y="3492"/>
                </a:lnTo>
                <a:lnTo>
                  <a:pt x="188595" y="6984"/>
                </a:lnTo>
                <a:lnTo>
                  <a:pt x="127482" y="209550"/>
                </a:lnTo>
                <a:lnTo>
                  <a:pt x="3492" y="209550"/>
                </a:lnTo>
                <a:lnTo>
                  <a:pt x="0" y="214782"/>
                </a:lnTo>
                <a:lnTo>
                  <a:pt x="0" y="225259"/>
                </a:lnTo>
                <a:lnTo>
                  <a:pt x="3492" y="230504"/>
                </a:lnTo>
                <a:lnTo>
                  <a:pt x="139700" y="230504"/>
                </a:lnTo>
                <a:lnTo>
                  <a:pt x="144945" y="227012"/>
                </a:lnTo>
                <a:lnTo>
                  <a:pt x="144945" y="223520"/>
                </a:lnTo>
                <a:lnTo>
                  <a:pt x="195580" y="57619"/>
                </a:lnTo>
                <a:lnTo>
                  <a:pt x="251460" y="410375"/>
                </a:lnTo>
                <a:lnTo>
                  <a:pt x="251460" y="415607"/>
                </a:lnTo>
                <a:lnTo>
                  <a:pt x="256705" y="419100"/>
                </a:lnTo>
                <a:lnTo>
                  <a:pt x="261937" y="419100"/>
                </a:lnTo>
                <a:lnTo>
                  <a:pt x="265430" y="419100"/>
                </a:lnTo>
                <a:lnTo>
                  <a:pt x="270662" y="415607"/>
                </a:lnTo>
                <a:lnTo>
                  <a:pt x="272415" y="410375"/>
                </a:lnTo>
                <a:lnTo>
                  <a:pt x="326555" y="151917"/>
                </a:lnTo>
                <a:lnTo>
                  <a:pt x="356235" y="223520"/>
                </a:lnTo>
                <a:lnTo>
                  <a:pt x="357974" y="228752"/>
                </a:lnTo>
                <a:lnTo>
                  <a:pt x="361480" y="230504"/>
                </a:lnTo>
                <a:lnTo>
                  <a:pt x="497687" y="230504"/>
                </a:lnTo>
                <a:lnTo>
                  <a:pt x="502920" y="225259"/>
                </a:lnTo>
                <a:lnTo>
                  <a:pt x="502920" y="214782"/>
                </a:lnTo>
                <a:lnTo>
                  <a:pt x="497687" y="209550"/>
                </a:lnTo>
                <a:lnTo>
                  <a:pt x="373697" y="209550"/>
                </a:lnTo>
                <a:lnTo>
                  <a:pt x="333540" y="111760"/>
                </a:lnTo>
                <a:lnTo>
                  <a:pt x="331787" y="106514"/>
                </a:lnTo>
                <a:lnTo>
                  <a:pt x="328295" y="104775"/>
                </a:lnTo>
                <a:lnTo>
                  <a:pt x="319570" y="104775"/>
                </a:lnTo>
                <a:lnTo>
                  <a:pt x="314325" y="108267"/>
                </a:lnTo>
                <a:lnTo>
                  <a:pt x="314325" y="113499"/>
                </a:lnTo>
                <a:lnTo>
                  <a:pt x="263690" y="351002"/>
                </a:lnTo>
                <a:lnTo>
                  <a:pt x="209550" y="8724"/>
                </a:lnTo>
                <a:lnTo>
                  <a:pt x="207810" y="3492"/>
                </a:lnTo>
                <a:lnTo>
                  <a:pt x="204317" y="0"/>
                </a:lnTo>
                <a:close/>
              </a:path>
            </a:pathLst>
          </a:custGeom>
          <a:solidFill>
            <a:srgbClr val="A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095035" y="3523885"/>
            <a:ext cx="502920" cy="419100"/>
          </a:xfrm>
          <a:custGeom>
            <a:avLst/>
            <a:gdLst/>
            <a:ahLst/>
            <a:cxnLst/>
            <a:rect l="l" t="t" r="r" b="b"/>
            <a:pathLst>
              <a:path w="502920" h="419100">
                <a:moveTo>
                  <a:pt x="204304" y="0"/>
                </a:moveTo>
                <a:lnTo>
                  <a:pt x="193827" y="0"/>
                </a:lnTo>
                <a:lnTo>
                  <a:pt x="190334" y="3492"/>
                </a:lnTo>
                <a:lnTo>
                  <a:pt x="188595" y="6984"/>
                </a:lnTo>
                <a:lnTo>
                  <a:pt x="127469" y="209549"/>
                </a:lnTo>
                <a:lnTo>
                  <a:pt x="3492" y="209549"/>
                </a:lnTo>
                <a:lnTo>
                  <a:pt x="0" y="214782"/>
                </a:lnTo>
                <a:lnTo>
                  <a:pt x="0" y="225259"/>
                </a:lnTo>
                <a:lnTo>
                  <a:pt x="3492" y="230504"/>
                </a:lnTo>
                <a:lnTo>
                  <a:pt x="139700" y="230504"/>
                </a:lnTo>
                <a:lnTo>
                  <a:pt x="144932" y="227012"/>
                </a:lnTo>
                <a:lnTo>
                  <a:pt x="144932" y="223519"/>
                </a:lnTo>
                <a:lnTo>
                  <a:pt x="195580" y="57619"/>
                </a:lnTo>
                <a:lnTo>
                  <a:pt x="251460" y="410375"/>
                </a:lnTo>
                <a:lnTo>
                  <a:pt x="251460" y="415607"/>
                </a:lnTo>
                <a:lnTo>
                  <a:pt x="256692" y="419099"/>
                </a:lnTo>
                <a:lnTo>
                  <a:pt x="261937" y="419099"/>
                </a:lnTo>
                <a:lnTo>
                  <a:pt x="265430" y="419099"/>
                </a:lnTo>
                <a:lnTo>
                  <a:pt x="270662" y="415607"/>
                </a:lnTo>
                <a:lnTo>
                  <a:pt x="272415" y="410375"/>
                </a:lnTo>
                <a:lnTo>
                  <a:pt x="326542" y="151917"/>
                </a:lnTo>
                <a:lnTo>
                  <a:pt x="356235" y="223519"/>
                </a:lnTo>
                <a:lnTo>
                  <a:pt x="357974" y="228752"/>
                </a:lnTo>
                <a:lnTo>
                  <a:pt x="361467" y="230504"/>
                </a:lnTo>
                <a:lnTo>
                  <a:pt x="497674" y="230504"/>
                </a:lnTo>
                <a:lnTo>
                  <a:pt x="502920" y="225259"/>
                </a:lnTo>
                <a:lnTo>
                  <a:pt x="502920" y="214782"/>
                </a:lnTo>
                <a:lnTo>
                  <a:pt x="497674" y="209549"/>
                </a:lnTo>
                <a:lnTo>
                  <a:pt x="373697" y="209549"/>
                </a:lnTo>
                <a:lnTo>
                  <a:pt x="333540" y="111759"/>
                </a:lnTo>
                <a:lnTo>
                  <a:pt x="331787" y="106514"/>
                </a:lnTo>
                <a:lnTo>
                  <a:pt x="328295" y="104774"/>
                </a:lnTo>
                <a:lnTo>
                  <a:pt x="319557" y="104774"/>
                </a:lnTo>
                <a:lnTo>
                  <a:pt x="314325" y="108267"/>
                </a:lnTo>
                <a:lnTo>
                  <a:pt x="314325" y="113499"/>
                </a:lnTo>
                <a:lnTo>
                  <a:pt x="263690" y="351002"/>
                </a:lnTo>
                <a:lnTo>
                  <a:pt x="209550" y="8724"/>
                </a:lnTo>
                <a:lnTo>
                  <a:pt x="207797" y="3492"/>
                </a:lnTo>
                <a:lnTo>
                  <a:pt x="20430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863517" y="3523885"/>
            <a:ext cx="502920" cy="419100"/>
          </a:xfrm>
          <a:custGeom>
            <a:avLst/>
            <a:gdLst/>
            <a:ahLst/>
            <a:cxnLst/>
            <a:rect l="l" t="t" r="r" b="b"/>
            <a:pathLst>
              <a:path w="502920" h="419100">
                <a:moveTo>
                  <a:pt x="204317" y="0"/>
                </a:moveTo>
                <a:lnTo>
                  <a:pt x="193840" y="0"/>
                </a:lnTo>
                <a:lnTo>
                  <a:pt x="190347" y="3492"/>
                </a:lnTo>
                <a:lnTo>
                  <a:pt x="188595" y="6984"/>
                </a:lnTo>
                <a:lnTo>
                  <a:pt x="127482" y="209549"/>
                </a:lnTo>
                <a:lnTo>
                  <a:pt x="3492" y="209549"/>
                </a:lnTo>
                <a:lnTo>
                  <a:pt x="0" y="214782"/>
                </a:lnTo>
                <a:lnTo>
                  <a:pt x="0" y="225259"/>
                </a:lnTo>
                <a:lnTo>
                  <a:pt x="3492" y="230504"/>
                </a:lnTo>
                <a:lnTo>
                  <a:pt x="139700" y="230504"/>
                </a:lnTo>
                <a:lnTo>
                  <a:pt x="144945" y="227012"/>
                </a:lnTo>
                <a:lnTo>
                  <a:pt x="144945" y="223519"/>
                </a:lnTo>
                <a:lnTo>
                  <a:pt x="195580" y="57619"/>
                </a:lnTo>
                <a:lnTo>
                  <a:pt x="251460" y="410375"/>
                </a:lnTo>
                <a:lnTo>
                  <a:pt x="251460" y="415607"/>
                </a:lnTo>
                <a:lnTo>
                  <a:pt x="256705" y="419099"/>
                </a:lnTo>
                <a:lnTo>
                  <a:pt x="261937" y="419099"/>
                </a:lnTo>
                <a:lnTo>
                  <a:pt x="265430" y="419099"/>
                </a:lnTo>
                <a:lnTo>
                  <a:pt x="270662" y="415607"/>
                </a:lnTo>
                <a:lnTo>
                  <a:pt x="272415" y="410375"/>
                </a:lnTo>
                <a:lnTo>
                  <a:pt x="326555" y="151917"/>
                </a:lnTo>
                <a:lnTo>
                  <a:pt x="356235" y="223519"/>
                </a:lnTo>
                <a:lnTo>
                  <a:pt x="357974" y="228752"/>
                </a:lnTo>
                <a:lnTo>
                  <a:pt x="361480" y="230504"/>
                </a:lnTo>
                <a:lnTo>
                  <a:pt x="497687" y="230504"/>
                </a:lnTo>
                <a:lnTo>
                  <a:pt x="502920" y="225259"/>
                </a:lnTo>
                <a:lnTo>
                  <a:pt x="502920" y="214782"/>
                </a:lnTo>
                <a:lnTo>
                  <a:pt x="497687" y="209549"/>
                </a:lnTo>
                <a:lnTo>
                  <a:pt x="373697" y="209549"/>
                </a:lnTo>
                <a:lnTo>
                  <a:pt x="333540" y="111759"/>
                </a:lnTo>
                <a:lnTo>
                  <a:pt x="331787" y="106514"/>
                </a:lnTo>
                <a:lnTo>
                  <a:pt x="328295" y="104774"/>
                </a:lnTo>
                <a:lnTo>
                  <a:pt x="319570" y="104774"/>
                </a:lnTo>
                <a:lnTo>
                  <a:pt x="314325" y="108267"/>
                </a:lnTo>
                <a:lnTo>
                  <a:pt x="314325" y="113499"/>
                </a:lnTo>
                <a:lnTo>
                  <a:pt x="263690" y="351002"/>
                </a:lnTo>
                <a:lnTo>
                  <a:pt x="209550" y="8724"/>
                </a:lnTo>
                <a:lnTo>
                  <a:pt x="207810" y="3492"/>
                </a:lnTo>
                <a:lnTo>
                  <a:pt x="2043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Graphic 3">
            <a:extLst>
              <a:ext uri="{FF2B5EF4-FFF2-40B4-BE49-F238E27FC236}">
                <a16:creationId xmlns:a16="http://schemas.microsoft.com/office/drawing/2014/main" id="{15630F73-EE26-1DC9-1C4D-3E7EBD728316}"/>
              </a:ext>
            </a:extLst>
          </p:cNvPr>
          <p:cNvSpPr/>
          <p:nvPr/>
        </p:nvSpPr>
        <p:spPr>
          <a:xfrm>
            <a:off x="576637" y="884306"/>
            <a:ext cx="484505" cy="395124"/>
          </a:xfrm>
          <a:custGeom>
            <a:avLst/>
            <a:gdLst>
              <a:gd name="connsiteX0" fmla="*/ 359974 w 362535"/>
              <a:gd name="connsiteY0" fmla="*/ 172498 h 295655"/>
              <a:gd name="connsiteX1" fmla="*/ 331043 w 362535"/>
              <a:gd name="connsiteY1" fmla="*/ 142970 h 295655"/>
              <a:gd name="connsiteX2" fmla="*/ 293291 w 362535"/>
              <a:gd name="connsiteY2" fmla="*/ 77724 h 295655"/>
              <a:gd name="connsiteX3" fmla="*/ 287031 w 362535"/>
              <a:gd name="connsiteY3" fmla="*/ 74009 h 295655"/>
              <a:gd name="connsiteX4" fmla="*/ 226608 w 362535"/>
              <a:gd name="connsiteY4" fmla="*/ 74009 h 295655"/>
              <a:gd name="connsiteX5" fmla="*/ 226608 w 362535"/>
              <a:gd name="connsiteY5" fmla="*/ 51816 h 295655"/>
              <a:gd name="connsiteX6" fmla="*/ 226418 w 362535"/>
              <a:gd name="connsiteY6" fmla="*/ 50959 h 295655"/>
              <a:gd name="connsiteX7" fmla="*/ 226418 w 362535"/>
              <a:gd name="connsiteY7" fmla="*/ 37052 h 295655"/>
              <a:gd name="connsiteX8" fmla="*/ 188666 w 362535"/>
              <a:gd name="connsiteY8" fmla="*/ 0 h 295655"/>
              <a:gd name="connsiteX9" fmla="*/ 150914 w 362535"/>
              <a:gd name="connsiteY9" fmla="*/ 37052 h 295655"/>
              <a:gd name="connsiteX10" fmla="*/ 150914 w 362535"/>
              <a:gd name="connsiteY10" fmla="*/ 44482 h 295655"/>
              <a:gd name="connsiteX11" fmla="*/ 7588 w 362535"/>
              <a:gd name="connsiteY11" fmla="*/ 44482 h 295655"/>
              <a:gd name="connsiteX12" fmla="*/ 0 w 362535"/>
              <a:gd name="connsiteY12" fmla="*/ 51911 h 295655"/>
              <a:gd name="connsiteX13" fmla="*/ 0 w 362535"/>
              <a:gd name="connsiteY13" fmla="*/ 258699 h 295655"/>
              <a:gd name="connsiteX14" fmla="*/ 7588 w 362535"/>
              <a:gd name="connsiteY14" fmla="*/ 266033 h 295655"/>
              <a:gd name="connsiteX15" fmla="*/ 38511 w 362535"/>
              <a:gd name="connsiteY15" fmla="*/ 266033 h 295655"/>
              <a:gd name="connsiteX16" fmla="*/ 75504 w 362535"/>
              <a:gd name="connsiteY16" fmla="*/ 295656 h 295655"/>
              <a:gd name="connsiteX17" fmla="*/ 112498 w 362535"/>
              <a:gd name="connsiteY17" fmla="*/ 266033 h 295655"/>
              <a:gd name="connsiteX18" fmla="*/ 250132 w 362535"/>
              <a:gd name="connsiteY18" fmla="*/ 266033 h 295655"/>
              <a:gd name="connsiteX19" fmla="*/ 287125 w 362535"/>
              <a:gd name="connsiteY19" fmla="*/ 295656 h 295655"/>
              <a:gd name="connsiteX20" fmla="*/ 324024 w 362535"/>
              <a:gd name="connsiteY20" fmla="*/ 266033 h 295655"/>
              <a:gd name="connsiteX21" fmla="*/ 354947 w 362535"/>
              <a:gd name="connsiteY21" fmla="*/ 266033 h 295655"/>
              <a:gd name="connsiteX22" fmla="*/ 362535 w 362535"/>
              <a:gd name="connsiteY22" fmla="*/ 258699 h 295655"/>
              <a:gd name="connsiteX23" fmla="*/ 362535 w 362535"/>
              <a:gd name="connsiteY23" fmla="*/ 177451 h 295655"/>
              <a:gd name="connsiteX24" fmla="*/ 359974 w 362535"/>
              <a:gd name="connsiteY24" fmla="*/ 172498 h 295655"/>
              <a:gd name="connsiteX25" fmla="*/ 281908 w 362535"/>
              <a:gd name="connsiteY25" fmla="*/ 88773 h 295655"/>
              <a:gd name="connsiteX26" fmla="*/ 318427 w 362535"/>
              <a:gd name="connsiteY26" fmla="*/ 151543 h 295655"/>
              <a:gd name="connsiteX27" fmla="*/ 319661 w 362535"/>
              <a:gd name="connsiteY27" fmla="*/ 152781 h 295655"/>
              <a:gd name="connsiteX28" fmla="*/ 347358 w 362535"/>
              <a:gd name="connsiteY28" fmla="*/ 181070 h 295655"/>
              <a:gd name="connsiteX29" fmla="*/ 347358 w 362535"/>
              <a:gd name="connsiteY29" fmla="*/ 221551 h 295655"/>
              <a:gd name="connsiteX30" fmla="*/ 226323 w 362535"/>
              <a:gd name="connsiteY30" fmla="*/ 221551 h 295655"/>
              <a:gd name="connsiteX31" fmla="*/ 226323 w 362535"/>
              <a:gd name="connsiteY31" fmla="*/ 88773 h 295655"/>
              <a:gd name="connsiteX32" fmla="*/ 281908 w 362535"/>
              <a:gd name="connsiteY32" fmla="*/ 88773 h 295655"/>
              <a:gd name="connsiteX33" fmla="*/ 250037 w 362535"/>
              <a:gd name="connsiteY33" fmla="*/ 251174 h 295655"/>
              <a:gd name="connsiteX34" fmla="*/ 112403 w 362535"/>
              <a:gd name="connsiteY34" fmla="*/ 251174 h 295655"/>
              <a:gd name="connsiteX35" fmla="*/ 105479 w 362535"/>
              <a:gd name="connsiteY35" fmla="*/ 236315 h 295655"/>
              <a:gd name="connsiteX36" fmla="*/ 256677 w 362535"/>
              <a:gd name="connsiteY36" fmla="*/ 236315 h 295655"/>
              <a:gd name="connsiteX37" fmla="*/ 250037 w 362535"/>
              <a:gd name="connsiteY37" fmla="*/ 251174 h 295655"/>
              <a:gd name="connsiteX38" fmla="*/ 165996 w 362535"/>
              <a:gd name="connsiteY38" fmla="*/ 37052 h 295655"/>
              <a:gd name="connsiteX39" fmla="*/ 188666 w 362535"/>
              <a:gd name="connsiteY39" fmla="*/ 14859 h 295655"/>
              <a:gd name="connsiteX40" fmla="*/ 211336 w 362535"/>
              <a:gd name="connsiteY40" fmla="*/ 37052 h 295655"/>
              <a:gd name="connsiteX41" fmla="*/ 211336 w 362535"/>
              <a:gd name="connsiteY41" fmla="*/ 44482 h 295655"/>
              <a:gd name="connsiteX42" fmla="*/ 166091 w 362535"/>
              <a:gd name="connsiteY42" fmla="*/ 44482 h 295655"/>
              <a:gd name="connsiteX43" fmla="*/ 166091 w 362535"/>
              <a:gd name="connsiteY43" fmla="*/ 37052 h 295655"/>
              <a:gd name="connsiteX44" fmla="*/ 158123 w 362535"/>
              <a:gd name="connsiteY44" fmla="*/ 59245 h 295655"/>
              <a:gd name="connsiteX45" fmla="*/ 158408 w 362535"/>
              <a:gd name="connsiteY45" fmla="*/ 59245 h 295655"/>
              <a:gd name="connsiteX46" fmla="*/ 211431 w 362535"/>
              <a:gd name="connsiteY46" fmla="*/ 59245 h 295655"/>
              <a:gd name="connsiteX47" fmla="*/ 211431 w 362535"/>
              <a:gd name="connsiteY47" fmla="*/ 81343 h 295655"/>
              <a:gd name="connsiteX48" fmla="*/ 211526 w 362535"/>
              <a:gd name="connsiteY48" fmla="*/ 82105 h 295655"/>
              <a:gd name="connsiteX49" fmla="*/ 211526 w 362535"/>
              <a:gd name="connsiteY49" fmla="*/ 221456 h 295655"/>
              <a:gd name="connsiteX50" fmla="*/ 15082 w 362535"/>
              <a:gd name="connsiteY50" fmla="*/ 221456 h 295655"/>
              <a:gd name="connsiteX51" fmla="*/ 15082 w 362535"/>
              <a:gd name="connsiteY51" fmla="*/ 59150 h 295655"/>
              <a:gd name="connsiteX52" fmla="*/ 158123 w 362535"/>
              <a:gd name="connsiteY52" fmla="*/ 59150 h 295655"/>
              <a:gd name="connsiteX53" fmla="*/ 15082 w 362535"/>
              <a:gd name="connsiteY53" fmla="*/ 236410 h 295655"/>
              <a:gd name="connsiteX54" fmla="*/ 45056 w 362535"/>
              <a:gd name="connsiteY54" fmla="*/ 236410 h 295655"/>
              <a:gd name="connsiteX55" fmla="*/ 38416 w 362535"/>
              <a:gd name="connsiteY55" fmla="*/ 251270 h 295655"/>
              <a:gd name="connsiteX56" fmla="*/ 15082 w 362535"/>
              <a:gd name="connsiteY56" fmla="*/ 251270 h 295655"/>
              <a:gd name="connsiteX57" fmla="*/ 15082 w 362535"/>
              <a:gd name="connsiteY57" fmla="*/ 236410 h 295655"/>
              <a:gd name="connsiteX58" fmla="*/ 75410 w 362535"/>
              <a:gd name="connsiteY58" fmla="*/ 280797 h 295655"/>
              <a:gd name="connsiteX59" fmla="*/ 52834 w 362535"/>
              <a:gd name="connsiteY59" fmla="*/ 258699 h 295655"/>
              <a:gd name="connsiteX60" fmla="*/ 52834 w 362535"/>
              <a:gd name="connsiteY60" fmla="*/ 258604 h 295655"/>
              <a:gd name="connsiteX61" fmla="*/ 52834 w 362535"/>
              <a:gd name="connsiteY61" fmla="*/ 258413 h 295655"/>
              <a:gd name="connsiteX62" fmla="*/ 75410 w 362535"/>
              <a:gd name="connsiteY62" fmla="*/ 236315 h 295655"/>
              <a:gd name="connsiteX63" fmla="*/ 98080 w 362535"/>
              <a:gd name="connsiteY63" fmla="*/ 258509 h 295655"/>
              <a:gd name="connsiteX64" fmla="*/ 75410 w 362535"/>
              <a:gd name="connsiteY64" fmla="*/ 280702 h 295655"/>
              <a:gd name="connsiteX65" fmla="*/ 287031 w 362535"/>
              <a:gd name="connsiteY65" fmla="*/ 280797 h 295655"/>
              <a:gd name="connsiteX66" fmla="*/ 264360 w 362535"/>
              <a:gd name="connsiteY66" fmla="*/ 258604 h 295655"/>
              <a:gd name="connsiteX67" fmla="*/ 287031 w 362535"/>
              <a:gd name="connsiteY67" fmla="*/ 236410 h 295655"/>
              <a:gd name="connsiteX68" fmla="*/ 309606 w 362535"/>
              <a:gd name="connsiteY68" fmla="*/ 258413 h 295655"/>
              <a:gd name="connsiteX69" fmla="*/ 309606 w 362535"/>
              <a:gd name="connsiteY69" fmla="*/ 258604 h 295655"/>
              <a:gd name="connsiteX70" fmla="*/ 309606 w 362535"/>
              <a:gd name="connsiteY70" fmla="*/ 258794 h 295655"/>
              <a:gd name="connsiteX71" fmla="*/ 287031 w 362535"/>
              <a:gd name="connsiteY71" fmla="*/ 280797 h 295655"/>
              <a:gd name="connsiteX72" fmla="*/ 323929 w 362535"/>
              <a:gd name="connsiteY72" fmla="*/ 251270 h 295655"/>
              <a:gd name="connsiteX73" fmla="*/ 317005 w 362535"/>
              <a:gd name="connsiteY73" fmla="*/ 236410 h 295655"/>
              <a:gd name="connsiteX74" fmla="*/ 347358 w 362535"/>
              <a:gd name="connsiteY74" fmla="*/ 236410 h 295655"/>
              <a:gd name="connsiteX75" fmla="*/ 347358 w 362535"/>
              <a:gd name="connsiteY75" fmla="*/ 251270 h 295655"/>
              <a:gd name="connsiteX76" fmla="*/ 323929 w 362535"/>
              <a:gd name="connsiteY76" fmla="*/ 251270 h 295655"/>
              <a:gd name="connsiteX77" fmla="*/ 241880 w 362535"/>
              <a:gd name="connsiteY77" fmla="*/ 111062 h 295655"/>
              <a:gd name="connsiteX78" fmla="*/ 249373 w 362535"/>
              <a:gd name="connsiteY78" fmla="*/ 103727 h 295655"/>
              <a:gd name="connsiteX79" fmla="*/ 271949 w 362535"/>
              <a:gd name="connsiteY79" fmla="*/ 103727 h 295655"/>
              <a:gd name="connsiteX80" fmla="*/ 278209 w 362535"/>
              <a:gd name="connsiteY80" fmla="*/ 107347 h 295655"/>
              <a:gd name="connsiteX81" fmla="*/ 300784 w 362535"/>
              <a:gd name="connsiteY81" fmla="*/ 151162 h 295655"/>
              <a:gd name="connsiteX82" fmla="*/ 296990 w 362535"/>
              <a:gd name="connsiteY82" fmla="*/ 160877 h 295655"/>
              <a:gd name="connsiteX83" fmla="*/ 294524 w 362535"/>
              <a:gd name="connsiteY83" fmla="*/ 162116 h 295655"/>
              <a:gd name="connsiteX84" fmla="*/ 287031 w 362535"/>
              <a:gd name="connsiteY84" fmla="*/ 158496 h 295655"/>
              <a:gd name="connsiteX85" fmla="*/ 266921 w 362535"/>
              <a:gd name="connsiteY85" fmla="*/ 118301 h 295655"/>
              <a:gd name="connsiteX86" fmla="*/ 249373 w 362535"/>
              <a:gd name="connsiteY86" fmla="*/ 118301 h 295655"/>
              <a:gd name="connsiteX87" fmla="*/ 241880 w 362535"/>
              <a:gd name="connsiteY87" fmla="*/ 110966 h 295655"/>
              <a:gd name="connsiteX88" fmla="*/ 68295 w 362535"/>
              <a:gd name="connsiteY88" fmla="*/ 162497 h 295655"/>
              <a:gd name="connsiteX89" fmla="*/ 90966 w 362535"/>
              <a:gd name="connsiteY89" fmla="*/ 162497 h 295655"/>
              <a:gd name="connsiteX90" fmla="*/ 90966 w 362535"/>
              <a:gd name="connsiteY90" fmla="*/ 184595 h 295655"/>
              <a:gd name="connsiteX91" fmla="*/ 98554 w 362535"/>
              <a:gd name="connsiteY91" fmla="*/ 191929 h 295655"/>
              <a:gd name="connsiteX92" fmla="*/ 128813 w 362535"/>
              <a:gd name="connsiteY92" fmla="*/ 191929 h 295655"/>
              <a:gd name="connsiteX93" fmla="*/ 136401 w 362535"/>
              <a:gd name="connsiteY93" fmla="*/ 184595 h 295655"/>
              <a:gd name="connsiteX94" fmla="*/ 136401 w 362535"/>
              <a:gd name="connsiteY94" fmla="*/ 162497 h 295655"/>
              <a:gd name="connsiteX95" fmla="*/ 159072 w 362535"/>
              <a:gd name="connsiteY95" fmla="*/ 162497 h 295655"/>
              <a:gd name="connsiteX96" fmla="*/ 166660 w 362535"/>
              <a:gd name="connsiteY96" fmla="*/ 155162 h 295655"/>
              <a:gd name="connsiteX97" fmla="*/ 166660 w 362535"/>
              <a:gd name="connsiteY97" fmla="*/ 125730 h 295655"/>
              <a:gd name="connsiteX98" fmla="*/ 159072 w 362535"/>
              <a:gd name="connsiteY98" fmla="*/ 118396 h 295655"/>
              <a:gd name="connsiteX99" fmla="*/ 136401 w 362535"/>
              <a:gd name="connsiteY99" fmla="*/ 118396 h 295655"/>
              <a:gd name="connsiteX100" fmla="*/ 136401 w 362535"/>
              <a:gd name="connsiteY100" fmla="*/ 96298 h 295655"/>
              <a:gd name="connsiteX101" fmla="*/ 128813 w 362535"/>
              <a:gd name="connsiteY101" fmla="*/ 88964 h 295655"/>
              <a:gd name="connsiteX102" fmla="*/ 98554 w 362535"/>
              <a:gd name="connsiteY102" fmla="*/ 88964 h 295655"/>
              <a:gd name="connsiteX103" fmla="*/ 90966 w 362535"/>
              <a:gd name="connsiteY103" fmla="*/ 96298 h 295655"/>
              <a:gd name="connsiteX104" fmla="*/ 90966 w 362535"/>
              <a:gd name="connsiteY104" fmla="*/ 118396 h 295655"/>
              <a:gd name="connsiteX105" fmla="*/ 68295 w 362535"/>
              <a:gd name="connsiteY105" fmla="*/ 118396 h 295655"/>
              <a:gd name="connsiteX106" fmla="*/ 60707 w 362535"/>
              <a:gd name="connsiteY106" fmla="*/ 125730 h 295655"/>
              <a:gd name="connsiteX107" fmla="*/ 60707 w 362535"/>
              <a:gd name="connsiteY107" fmla="*/ 155162 h 295655"/>
              <a:gd name="connsiteX108" fmla="*/ 68295 w 362535"/>
              <a:gd name="connsiteY108" fmla="*/ 162497 h 295655"/>
              <a:gd name="connsiteX109" fmla="*/ 75789 w 362535"/>
              <a:gd name="connsiteY109" fmla="*/ 133064 h 295655"/>
              <a:gd name="connsiteX110" fmla="*/ 98459 w 362535"/>
              <a:gd name="connsiteY110" fmla="*/ 133064 h 295655"/>
              <a:gd name="connsiteX111" fmla="*/ 106048 w 362535"/>
              <a:gd name="connsiteY111" fmla="*/ 125730 h 295655"/>
              <a:gd name="connsiteX112" fmla="*/ 106048 w 362535"/>
              <a:gd name="connsiteY112" fmla="*/ 103632 h 295655"/>
              <a:gd name="connsiteX113" fmla="*/ 121130 w 362535"/>
              <a:gd name="connsiteY113" fmla="*/ 103632 h 295655"/>
              <a:gd name="connsiteX114" fmla="*/ 121130 w 362535"/>
              <a:gd name="connsiteY114" fmla="*/ 125730 h 295655"/>
              <a:gd name="connsiteX115" fmla="*/ 128718 w 362535"/>
              <a:gd name="connsiteY115" fmla="*/ 133064 h 295655"/>
              <a:gd name="connsiteX116" fmla="*/ 151388 w 362535"/>
              <a:gd name="connsiteY116" fmla="*/ 133064 h 295655"/>
              <a:gd name="connsiteX117" fmla="*/ 151388 w 362535"/>
              <a:gd name="connsiteY117" fmla="*/ 147733 h 295655"/>
              <a:gd name="connsiteX118" fmla="*/ 128718 w 362535"/>
              <a:gd name="connsiteY118" fmla="*/ 147733 h 295655"/>
              <a:gd name="connsiteX119" fmla="*/ 121130 w 362535"/>
              <a:gd name="connsiteY119" fmla="*/ 155067 h 295655"/>
              <a:gd name="connsiteX120" fmla="*/ 121130 w 362535"/>
              <a:gd name="connsiteY120" fmla="*/ 177165 h 295655"/>
              <a:gd name="connsiteX121" fmla="*/ 106048 w 362535"/>
              <a:gd name="connsiteY121" fmla="*/ 177165 h 295655"/>
              <a:gd name="connsiteX122" fmla="*/ 106048 w 362535"/>
              <a:gd name="connsiteY122" fmla="*/ 155067 h 295655"/>
              <a:gd name="connsiteX123" fmla="*/ 98459 w 362535"/>
              <a:gd name="connsiteY123" fmla="*/ 147733 h 295655"/>
              <a:gd name="connsiteX124" fmla="*/ 75789 w 362535"/>
              <a:gd name="connsiteY124" fmla="*/ 147733 h 295655"/>
              <a:gd name="connsiteX125" fmla="*/ 75789 w 362535"/>
              <a:gd name="connsiteY125" fmla="*/ 133064 h 295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362535" h="295655">
                <a:moveTo>
                  <a:pt x="359974" y="172498"/>
                </a:moveTo>
                <a:lnTo>
                  <a:pt x="331043" y="142970"/>
                </a:lnTo>
                <a:lnTo>
                  <a:pt x="293291" y="77724"/>
                </a:lnTo>
                <a:cubicBezTo>
                  <a:pt x="292058" y="75247"/>
                  <a:pt x="289497" y="74009"/>
                  <a:pt x="287031" y="74009"/>
                </a:cubicBezTo>
                <a:lnTo>
                  <a:pt x="226608" y="74009"/>
                </a:lnTo>
                <a:lnTo>
                  <a:pt x="226608" y="51816"/>
                </a:lnTo>
                <a:cubicBezTo>
                  <a:pt x="226608" y="51816"/>
                  <a:pt x="226418" y="51245"/>
                  <a:pt x="226418" y="50959"/>
                </a:cubicBezTo>
                <a:lnTo>
                  <a:pt x="226418" y="37052"/>
                </a:lnTo>
                <a:cubicBezTo>
                  <a:pt x="226418" y="16097"/>
                  <a:pt x="208775" y="0"/>
                  <a:pt x="188666" y="0"/>
                </a:cubicBezTo>
                <a:cubicBezTo>
                  <a:pt x="167324" y="0"/>
                  <a:pt x="150914" y="16097"/>
                  <a:pt x="150914" y="37052"/>
                </a:cubicBezTo>
                <a:lnTo>
                  <a:pt x="150914" y="44482"/>
                </a:lnTo>
                <a:lnTo>
                  <a:pt x="7588" y="44482"/>
                </a:lnTo>
                <a:cubicBezTo>
                  <a:pt x="2561" y="44482"/>
                  <a:pt x="0" y="48197"/>
                  <a:pt x="0" y="51911"/>
                </a:cubicBezTo>
                <a:lnTo>
                  <a:pt x="0" y="258699"/>
                </a:lnTo>
                <a:cubicBezTo>
                  <a:pt x="0" y="262414"/>
                  <a:pt x="2561" y="266033"/>
                  <a:pt x="7588" y="266033"/>
                </a:cubicBezTo>
                <a:lnTo>
                  <a:pt x="38511" y="266033"/>
                </a:lnTo>
                <a:cubicBezTo>
                  <a:pt x="41831" y="283274"/>
                  <a:pt x="56723" y="295656"/>
                  <a:pt x="75504" y="295656"/>
                </a:cubicBezTo>
                <a:cubicBezTo>
                  <a:pt x="93147" y="295656"/>
                  <a:pt x="108893" y="283274"/>
                  <a:pt x="112498" y="266033"/>
                </a:cubicBezTo>
                <a:lnTo>
                  <a:pt x="250132" y="266033"/>
                </a:lnTo>
                <a:cubicBezTo>
                  <a:pt x="253452" y="283274"/>
                  <a:pt x="268344" y="295656"/>
                  <a:pt x="287125" y="295656"/>
                </a:cubicBezTo>
                <a:cubicBezTo>
                  <a:pt x="304768" y="295656"/>
                  <a:pt x="320514" y="283274"/>
                  <a:pt x="324024" y="266033"/>
                </a:cubicBezTo>
                <a:lnTo>
                  <a:pt x="354947" y="266033"/>
                </a:lnTo>
                <a:cubicBezTo>
                  <a:pt x="358741" y="266033"/>
                  <a:pt x="362535" y="262318"/>
                  <a:pt x="362535" y="258699"/>
                </a:cubicBezTo>
                <a:lnTo>
                  <a:pt x="362535" y="177451"/>
                </a:lnTo>
                <a:cubicBezTo>
                  <a:pt x="362535" y="174974"/>
                  <a:pt x="361302" y="173736"/>
                  <a:pt x="359974" y="172498"/>
                </a:cubicBezTo>
                <a:close/>
                <a:moveTo>
                  <a:pt x="281908" y="88773"/>
                </a:moveTo>
                <a:lnTo>
                  <a:pt x="318427" y="151543"/>
                </a:lnTo>
                <a:cubicBezTo>
                  <a:pt x="318427" y="151543"/>
                  <a:pt x="318427" y="152781"/>
                  <a:pt x="319661" y="152781"/>
                </a:cubicBezTo>
                <a:lnTo>
                  <a:pt x="347358" y="181070"/>
                </a:lnTo>
                <a:lnTo>
                  <a:pt x="347358" y="221551"/>
                </a:lnTo>
                <a:lnTo>
                  <a:pt x="226323" y="221551"/>
                </a:lnTo>
                <a:lnTo>
                  <a:pt x="226323" y="88773"/>
                </a:lnTo>
                <a:lnTo>
                  <a:pt x="281908" y="88773"/>
                </a:lnTo>
                <a:close/>
                <a:moveTo>
                  <a:pt x="250037" y="251174"/>
                </a:moveTo>
                <a:lnTo>
                  <a:pt x="112403" y="251174"/>
                </a:lnTo>
                <a:cubicBezTo>
                  <a:pt x="111265" y="245650"/>
                  <a:pt x="108798" y="240601"/>
                  <a:pt x="105479" y="236315"/>
                </a:cubicBezTo>
                <a:lnTo>
                  <a:pt x="256677" y="236315"/>
                </a:lnTo>
                <a:cubicBezTo>
                  <a:pt x="253452" y="240601"/>
                  <a:pt x="251081" y="245555"/>
                  <a:pt x="250037" y="251174"/>
                </a:cubicBezTo>
                <a:close/>
                <a:moveTo>
                  <a:pt x="165996" y="37052"/>
                </a:moveTo>
                <a:cubicBezTo>
                  <a:pt x="165996" y="24670"/>
                  <a:pt x="176051" y="14859"/>
                  <a:pt x="188666" y="14859"/>
                </a:cubicBezTo>
                <a:cubicBezTo>
                  <a:pt x="201282" y="14859"/>
                  <a:pt x="211336" y="24765"/>
                  <a:pt x="211336" y="37052"/>
                </a:cubicBezTo>
                <a:lnTo>
                  <a:pt x="211336" y="44482"/>
                </a:lnTo>
                <a:lnTo>
                  <a:pt x="166091" y="44482"/>
                </a:lnTo>
                <a:lnTo>
                  <a:pt x="166091" y="37052"/>
                </a:lnTo>
                <a:close/>
                <a:moveTo>
                  <a:pt x="158123" y="59245"/>
                </a:moveTo>
                <a:cubicBezTo>
                  <a:pt x="158123" y="59245"/>
                  <a:pt x="158313" y="59245"/>
                  <a:pt x="158408" y="59245"/>
                </a:cubicBezTo>
                <a:lnTo>
                  <a:pt x="211431" y="59245"/>
                </a:lnTo>
                <a:lnTo>
                  <a:pt x="211431" y="81343"/>
                </a:lnTo>
                <a:cubicBezTo>
                  <a:pt x="211431" y="81343"/>
                  <a:pt x="211526" y="81915"/>
                  <a:pt x="211526" y="82105"/>
                </a:cubicBezTo>
                <a:lnTo>
                  <a:pt x="211526" y="221456"/>
                </a:lnTo>
                <a:lnTo>
                  <a:pt x="15082" y="221456"/>
                </a:lnTo>
                <a:lnTo>
                  <a:pt x="15082" y="59150"/>
                </a:lnTo>
                <a:lnTo>
                  <a:pt x="158123" y="59150"/>
                </a:lnTo>
                <a:close/>
                <a:moveTo>
                  <a:pt x="15082" y="236410"/>
                </a:moveTo>
                <a:lnTo>
                  <a:pt x="45056" y="236410"/>
                </a:lnTo>
                <a:cubicBezTo>
                  <a:pt x="41831" y="240697"/>
                  <a:pt x="39460" y="245745"/>
                  <a:pt x="38416" y="251270"/>
                </a:cubicBezTo>
                <a:lnTo>
                  <a:pt x="15082" y="251270"/>
                </a:lnTo>
                <a:lnTo>
                  <a:pt x="15082" y="236410"/>
                </a:lnTo>
                <a:close/>
                <a:moveTo>
                  <a:pt x="75410" y="280797"/>
                </a:moveTo>
                <a:cubicBezTo>
                  <a:pt x="62889" y="280797"/>
                  <a:pt x="52834" y="270986"/>
                  <a:pt x="52834" y="258699"/>
                </a:cubicBezTo>
                <a:cubicBezTo>
                  <a:pt x="52834" y="258699"/>
                  <a:pt x="52834" y="258699"/>
                  <a:pt x="52834" y="258604"/>
                </a:cubicBezTo>
                <a:cubicBezTo>
                  <a:pt x="52834" y="258604"/>
                  <a:pt x="52834" y="258604"/>
                  <a:pt x="52834" y="258413"/>
                </a:cubicBezTo>
                <a:cubicBezTo>
                  <a:pt x="52834" y="246126"/>
                  <a:pt x="62889" y="236315"/>
                  <a:pt x="75410" y="236315"/>
                </a:cubicBezTo>
                <a:cubicBezTo>
                  <a:pt x="87930" y="236315"/>
                  <a:pt x="98080" y="246221"/>
                  <a:pt x="98080" y="258509"/>
                </a:cubicBezTo>
                <a:cubicBezTo>
                  <a:pt x="98080" y="270796"/>
                  <a:pt x="88025" y="280702"/>
                  <a:pt x="75410" y="280702"/>
                </a:cubicBezTo>
                <a:close/>
                <a:moveTo>
                  <a:pt x="287031" y="280797"/>
                </a:moveTo>
                <a:cubicBezTo>
                  <a:pt x="274415" y="280797"/>
                  <a:pt x="264360" y="270891"/>
                  <a:pt x="264360" y="258604"/>
                </a:cubicBezTo>
                <a:cubicBezTo>
                  <a:pt x="264360" y="246316"/>
                  <a:pt x="274415" y="236410"/>
                  <a:pt x="287031" y="236410"/>
                </a:cubicBezTo>
                <a:cubicBezTo>
                  <a:pt x="299646" y="236410"/>
                  <a:pt x="309511" y="246221"/>
                  <a:pt x="309606" y="258413"/>
                </a:cubicBezTo>
                <a:cubicBezTo>
                  <a:pt x="309606" y="258413"/>
                  <a:pt x="309606" y="258509"/>
                  <a:pt x="309606" y="258604"/>
                </a:cubicBezTo>
                <a:cubicBezTo>
                  <a:pt x="309606" y="258604"/>
                  <a:pt x="309606" y="258699"/>
                  <a:pt x="309606" y="258794"/>
                </a:cubicBezTo>
                <a:cubicBezTo>
                  <a:pt x="309511" y="271082"/>
                  <a:pt x="299457" y="280797"/>
                  <a:pt x="287031" y="280797"/>
                </a:cubicBezTo>
                <a:close/>
                <a:moveTo>
                  <a:pt x="323929" y="251270"/>
                </a:moveTo>
                <a:cubicBezTo>
                  <a:pt x="322791" y="245745"/>
                  <a:pt x="320325" y="240697"/>
                  <a:pt x="317005" y="236410"/>
                </a:cubicBezTo>
                <a:lnTo>
                  <a:pt x="347358" y="236410"/>
                </a:lnTo>
                <a:lnTo>
                  <a:pt x="347358" y="251270"/>
                </a:lnTo>
                <a:lnTo>
                  <a:pt x="323929" y="251270"/>
                </a:lnTo>
                <a:close/>
                <a:moveTo>
                  <a:pt x="241880" y="111062"/>
                </a:moveTo>
                <a:cubicBezTo>
                  <a:pt x="241880" y="107442"/>
                  <a:pt x="244346" y="103727"/>
                  <a:pt x="249373" y="103727"/>
                </a:cubicBezTo>
                <a:lnTo>
                  <a:pt x="271949" y="103727"/>
                </a:lnTo>
                <a:cubicBezTo>
                  <a:pt x="274415" y="103727"/>
                  <a:pt x="276976" y="104966"/>
                  <a:pt x="278209" y="107347"/>
                </a:cubicBezTo>
                <a:lnTo>
                  <a:pt x="300784" y="151162"/>
                </a:lnTo>
                <a:cubicBezTo>
                  <a:pt x="303251" y="154781"/>
                  <a:pt x="300784" y="159734"/>
                  <a:pt x="296990" y="160877"/>
                </a:cubicBezTo>
                <a:cubicBezTo>
                  <a:pt x="296990" y="162116"/>
                  <a:pt x="295757" y="162116"/>
                  <a:pt x="294524" y="162116"/>
                </a:cubicBezTo>
                <a:cubicBezTo>
                  <a:pt x="292058" y="162116"/>
                  <a:pt x="288264" y="160877"/>
                  <a:pt x="287031" y="158496"/>
                </a:cubicBezTo>
                <a:lnTo>
                  <a:pt x="266921" y="118301"/>
                </a:lnTo>
                <a:lnTo>
                  <a:pt x="249373" y="118301"/>
                </a:lnTo>
                <a:cubicBezTo>
                  <a:pt x="244346" y="118301"/>
                  <a:pt x="241880" y="114681"/>
                  <a:pt x="241880" y="110966"/>
                </a:cubicBezTo>
                <a:close/>
                <a:moveTo>
                  <a:pt x="68295" y="162497"/>
                </a:moveTo>
                <a:lnTo>
                  <a:pt x="90966" y="162497"/>
                </a:lnTo>
                <a:lnTo>
                  <a:pt x="90966" y="184595"/>
                </a:lnTo>
                <a:cubicBezTo>
                  <a:pt x="90966" y="188309"/>
                  <a:pt x="93527" y="191929"/>
                  <a:pt x="98554" y="191929"/>
                </a:cubicBezTo>
                <a:lnTo>
                  <a:pt x="128813" y="191929"/>
                </a:lnTo>
                <a:cubicBezTo>
                  <a:pt x="132607" y="191929"/>
                  <a:pt x="136401" y="188214"/>
                  <a:pt x="136401" y="184595"/>
                </a:cubicBezTo>
                <a:lnTo>
                  <a:pt x="136401" y="162497"/>
                </a:lnTo>
                <a:lnTo>
                  <a:pt x="159072" y="162497"/>
                </a:lnTo>
                <a:cubicBezTo>
                  <a:pt x="162866" y="162497"/>
                  <a:pt x="166660" y="158782"/>
                  <a:pt x="166660" y="155162"/>
                </a:cubicBezTo>
                <a:lnTo>
                  <a:pt x="166660" y="125730"/>
                </a:lnTo>
                <a:cubicBezTo>
                  <a:pt x="166660" y="122015"/>
                  <a:pt x="162866" y="118396"/>
                  <a:pt x="159072" y="118396"/>
                </a:cubicBezTo>
                <a:lnTo>
                  <a:pt x="136401" y="118396"/>
                </a:lnTo>
                <a:lnTo>
                  <a:pt x="136401" y="96298"/>
                </a:lnTo>
                <a:cubicBezTo>
                  <a:pt x="136401" y="92583"/>
                  <a:pt x="132607" y="88964"/>
                  <a:pt x="128813" y="88964"/>
                </a:cubicBezTo>
                <a:lnTo>
                  <a:pt x="98554" y="88964"/>
                </a:lnTo>
                <a:cubicBezTo>
                  <a:pt x="93527" y="88964"/>
                  <a:pt x="90966" y="92678"/>
                  <a:pt x="90966" y="96298"/>
                </a:cubicBezTo>
                <a:lnTo>
                  <a:pt x="90966" y="118396"/>
                </a:lnTo>
                <a:lnTo>
                  <a:pt x="68295" y="118396"/>
                </a:lnTo>
                <a:cubicBezTo>
                  <a:pt x="63268" y="118396"/>
                  <a:pt x="60707" y="122110"/>
                  <a:pt x="60707" y="125730"/>
                </a:cubicBezTo>
                <a:lnTo>
                  <a:pt x="60707" y="155162"/>
                </a:lnTo>
                <a:cubicBezTo>
                  <a:pt x="60707" y="158877"/>
                  <a:pt x="63268" y="162497"/>
                  <a:pt x="68295" y="162497"/>
                </a:cubicBezTo>
                <a:close/>
                <a:moveTo>
                  <a:pt x="75789" y="133064"/>
                </a:moveTo>
                <a:lnTo>
                  <a:pt x="98459" y="133064"/>
                </a:lnTo>
                <a:cubicBezTo>
                  <a:pt x="102253" y="133064"/>
                  <a:pt x="106048" y="129349"/>
                  <a:pt x="106048" y="125730"/>
                </a:cubicBezTo>
                <a:lnTo>
                  <a:pt x="106048" y="103632"/>
                </a:lnTo>
                <a:lnTo>
                  <a:pt x="121130" y="103632"/>
                </a:lnTo>
                <a:lnTo>
                  <a:pt x="121130" y="125730"/>
                </a:lnTo>
                <a:cubicBezTo>
                  <a:pt x="121130" y="129445"/>
                  <a:pt x="123691" y="133064"/>
                  <a:pt x="128718" y="133064"/>
                </a:cubicBezTo>
                <a:lnTo>
                  <a:pt x="151388" y="133064"/>
                </a:lnTo>
                <a:lnTo>
                  <a:pt x="151388" y="147733"/>
                </a:lnTo>
                <a:lnTo>
                  <a:pt x="128718" y="147733"/>
                </a:lnTo>
                <a:cubicBezTo>
                  <a:pt x="123691" y="147733"/>
                  <a:pt x="121130" y="151447"/>
                  <a:pt x="121130" y="155067"/>
                </a:cubicBezTo>
                <a:lnTo>
                  <a:pt x="121130" y="177165"/>
                </a:lnTo>
                <a:lnTo>
                  <a:pt x="106048" y="177165"/>
                </a:lnTo>
                <a:lnTo>
                  <a:pt x="106048" y="155067"/>
                </a:lnTo>
                <a:cubicBezTo>
                  <a:pt x="106048" y="151352"/>
                  <a:pt x="102253" y="147733"/>
                  <a:pt x="98459" y="147733"/>
                </a:cubicBezTo>
                <a:lnTo>
                  <a:pt x="75789" y="147733"/>
                </a:lnTo>
                <a:lnTo>
                  <a:pt x="75789" y="133064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05E6C1A3-4741-DD1E-5CFE-65DE93430342}"/>
              </a:ext>
            </a:extLst>
          </p:cNvPr>
          <p:cNvSpPr/>
          <p:nvPr/>
        </p:nvSpPr>
        <p:spPr>
          <a:xfrm>
            <a:off x="1329112" y="884306"/>
            <a:ext cx="484505" cy="395124"/>
          </a:xfrm>
          <a:custGeom>
            <a:avLst/>
            <a:gdLst>
              <a:gd name="connsiteX0" fmla="*/ 359974 w 362535"/>
              <a:gd name="connsiteY0" fmla="*/ 172498 h 295655"/>
              <a:gd name="connsiteX1" fmla="*/ 331043 w 362535"/>
              <a:gd name="connsiteY1" fmla="*/ 142970 h 295655"/>
              <a:gd name="connsiteX2" fmla="*/ 293291 w 362535"/>
              <a:gd name="connsiteY2" fmla="*/ 77724 h 295655"/>
              <a:gd name="connsiteX3" fmla="*/ 287031 w 362535"/>
              <a:gd name="connsiteY3" fmla="*/ 74009 h 295655"/>
              <a:gd name="connsiteX4" fmla="*/ 226608 w 362535"/>
              <a:gd name="connsiteY4" fmla="*/ 74009 h 295655"/>
              <a:gd name="connsiteX5" fmla="*/ 226608 w 362535"/>
              <a:gd name="connsiteY5" fmla="*/ 51816 h 295655"/>
              <a:gd name="connsiteX6" fmla="*/ 226418 w 362535"/>
              <a:gd name="connsiteY6" fmla="*/ 50959 h 295655"/>
              <a:gd name="connsiteX7" fmla="*/ 226418 w 362535"/>
              <a:gd name="connsiteY7" fmla="*/ 37052 h 295655"/>
              <a:gd name="connsiteX8" fmla="*/ 188666 w 362535"/>
              <a:gd name="connsiteY8" fmla="*/ 0 h 295655"/>
              <a:gd name="connsiteX9" fmla="*/ 150914 w 362535"/>
              <a:gd name="connsiteY9" fmla="*/ 37052 h 295655"/>
              <a:gd name="connsiteX10" fmla="*/ 150914 w 362535"/>
              <a:gd name="connsiteY10" fmla="*/ 44482 h 295655"/>
              <a:gd name="connsiteX11" fmla="*/ 7588 w 362535"/>
              <a:gd name="connsiteY11" fmla="*/ 44482 h 295655"/>
              <a:gd name="connsiteX12" fmla="*/ 0 w 362535"/>
              <a:gd name="connsiteY12" fmla="*/ 51911 h 295655"/>
              <a:gd name="connsiteX13" fmla="*/ 0 w 362535"/>
              <a:gd name="connsiteY13" fmla="*/ 258699 h 295655"/>
              <a:gd name="connsiteX14" fmla="*/ 7588 w 362535"/>
              <a:gd name="connsiteY14" fmla="*/ 266033 h 295655"/>
              <a:gd name="connsiteX15" fmla="*/ 38511 w 362535"/>
              <a:gd name="connsiteY15" fmla="*/ 266033 h 295655"/>
              <a:gd name="connsiteX16" fmla="*/ 75504 w 362535"/>
              <a:gd name="connsiteY16" fmla="*/ 295656 h 295655"/>
              <a:gd name="connsiteX17" fmla="*/ 112498 w 362535"/>
              <a:gd name="connsiteY17" fmla="*/ 266033 h 295655"/>
              <a:gd name="connsiteX18" fmla="*/ 250132 w 362535"/>
              <a:gd name="connsiteY18" fmla="*/ 266033 h 295655"/>
              <a:gd name="connsiteX19" fmla="*/ 287125 w 362535"/>
              <a:gd name="connsiteY19" fmla="*/ 295656 h 295655"/>
              <a:gd name="connsiteX20" fmla="*/ 324024 w 362535"/>
              <a:gd name="connsiteY20" fmla="*/ 266033 h 295655"/>
              <a:gd name="connsiteX21" fmla="*/ 354947 w 362535"/>
              <a:gd name="connsiteY21" fmla="*/ 266033 h 295655"/>
              <a:gd name="connsiteX22" fmla="*/ 362535 w 362535"/>
              <a:gd name="connsiteY22" fmla="*/ 258699 h 295655"/>
              <a:gd name="connsiteX23" fmla="*/ 362535 w 362535"/>
              <a:gd name="connsiteY23" fmla="*/ 177451 h 295655"/>
              <a:gd name="connsiteX24" fmla="*/ 359974 w 362535"/>
              <a:gd name="connsiteY24" fmla="*/ 172498 h 295655"/>
              <a:gd name="connsiteX25" fmla="*/ 281908 w 362535"/>
              <a:gd name="connsiteY25" fmla="*/ 88773 h 295655"/>
              <a:gd name="connsiteX26" fmla="*/ 318427 w 362535"/>
              <a:gd name="connsiteY26" fmla="*/ 151543 h 295655"/>
              <a:gd name="connsiteX27" fmla="*/ 319661 w 362535"/>
              <a:gd name="connsiteY27" fmla="*/ 152781 h 295655"/>
              <a:gd name="connsiteX28" fmla="*/ 347358 w 362535"/>
              <a:gd name="connsiteY28" fmla="*/ 181070 h 295655"/>
              <a:gd name="connsiteX29" fmla="*/ 347358 w 362535"/>
              <a:gd name="connsiteY29" fmla="*/ 221551 h 295655"/>
              <a:gd name="connsiteX30" fmla="*/ 226323 w 362535"/>
              <a:gd name="connsiteY30" fmla="*/ 221551 h 295655"/>
              <a:gd name="connsiteX31" fmla="*/ 226323 w 362535"/>
              <a:gd name="connsiteY31" fmla="*/ 88773 h 295655"/>
              <a:gd name="connsiteX32" fmla="*/ 281908 w 362535"/>
              <a:gd name="connsiteY32" fmla="*/ 88773 h 295655"/>
              <a:gd name="connsiteX33" fmla="*/ 250037 w 362535"/>
              <a:gd name="connsiteY33" fmla="*/ 251174 h 295655"/>
              <a:gd name="connsiteX34" fmla="*/ 112403 w 362535"/>
              <a:gd name="connsiteY34" fmla="*/ 251174 h 295655"/>
              <a:gd name="connsiteX35" fmla="*/ 105479 w 362535"/>
              <a:gd name="connsiteY35" fmla="*/ 236315 h 295655"/>
              <a:gd name="connsiteX36" fmla="*/ 256677 w 362535"/>
              <a:gd name="connsiteY36" fmla="*/ 236315 h 295655"/>
              <a:gd name="connsiteX37" fmla="*/ 250037 w 362535"/>
              <a:gd name="connsiteY37" fmla="*/ 251174 h 295655"/>
              <a:gd name="connsiteX38" fmla="*/ 165996 w 362535"/>
              <a:gd name="connsiteY38" fmla="*/ 37052 h 295655"/>
              <a:gd name="connsiteX39" fmla="*/ 188666 w 362535"/>
              <a:gd name="connsiteY39" fmla="*/ 14859 h 295655"/>
              <a:gd name="connsiteX40" fmla="*/ 211336 w 362535"/>
              <a:gd name="connsiteY40" fmla="*/ 37052 h 295655"/>
              <a:gd name="connsiteX41" fmla="*/ 211336 w 362535"/>
              <a:gd name="connsiteY41" fmla="*/ 44482 h 295655"/>
              <a:gd name="connsiteX42" fmla="*/ 166091 w 362535"/>
              <a:gd name="connsiteY42" fmla="*/ 44482 h 295655"/>
              <a:gd name="connsiteX43" fmla="*/ 166091 w 362535"/>
              <a:gd name="connsiteY43" fmla="*/ 37052 h 295655"/>
              <a:gd name="connsiteX44" fmla="*/ 158123 w 362535"/>
              <a:gd name="connsiteY44" fmla="*/ 59245 h 295655"/>
              <a:gd name="connsiteX45" fmla="*/ 158408 w 362535"/>
              <a:gd name="connsiteY45" fmla="*/ 59245 h 295655"/>
              <a:gd name="connsiteX46" fmla="*/ 211431 w 362535"/>
              <a:gd name="connsiteY46" fmla="*/ 59245 h 295655"/>
              <a:gd name="connsiteX47" fmla="*/ 211431 w 362535"/>
              <a:gd name="connsiteY47" fmla="*/ 81343 h 295655"/>
              <a:gd name="connsiteX48" fmla="*/ 211526 w 362535"/>
              <a:gd name="connsiteY48" fmla="*/ 82105 h 295655"/>
              <a:gd name="connsiteX49" fmla="*/ 211526 w 362535"/>
              <a:gd name="connsiteY49" fmla="*/ 221456 h 295655"/>
              <a:gd name="connsiteX50" fmla="*/ 15082 w 362535"/>
              <a:gd name="connsiteY50" fmla="*/ 221456 h 295655"/>
              <a:gd name="connsiteX51" fmla="*/ 15082 w 362535"/>
              <a:gd name="connsiteY51" fmla="*/ 59150 h 295655"/>
              <a:gd name="connsiteX52" fmla="*/ 158123 w 362535"/>
              <a:gd name="connsiteY52" fmla="*/ 59150 h 295655"/>
              <a:gd name="connsiteX53" fmla="*/ 15082 w 362535"/>
              <a:gd name="connsiteY53" fmla="*/ 236410 h 295655"/>
              <a:gd name="connsiteX54" fmla="*/ 45056 w 362535"/>
              <a:gd name="connsiteY54" fmla="*/ 236410 h 295655"/>
              <a:gd name="connsiteX55" fmla="*/ 38416 w 362535"/>
              <a:gd name="connsiteY55" fmla="*/ 251270 h 295655"/>
              <a:gd name="connsiteX56" fmla="*/ 15082 w 362535"/>
              <a:gd name="connsiteY56" fmla="*/ 251270 h 295655"/>
              <a:gd name="connsiteX57" fmla="*/ 15082 w 362535"/>
              <a:gd name="connsiteY57" fmla="*/ 236410 h 295655"/>
              <a:gd name="connsiteX58" fmla="*/ 75410 w 362535"/>
              <a:gd name="connsiteY58" fmla="*/ 280797 h 295655"/>
              <a:gd name="connsiteX59" fmla="*/ 52834 w 362535"/>
              <a:gd name="connsiteY59" fmla="*/ 258699 h 295655"/>
              <a:gd name="connsiteX60" fmla="*/ 52834 w 362535"/>
              <a:gd name="connsiteY60" fmla="*/ 258604 h 295655"/>
              <a:gd name="connsiteX61" fmla="*/ 52834 w 362535"/>
              <a:gd name="connsiteY61" fmla="*/ 258413 h 295655"/>
              <a:gd name="connsiteX62" fmla="*/ 75410 w 362535"/>
              <a:gd name="connsiteY62" fmla="*/ 236315 h 295655"/>
              <a:gd name="connsiteX63" fmla="*/ 98080 w 362535"/>
              <a:gd name="connsiteY63" fmla="*/ 258509 h 295655"/>
              <a:gd name="connsiteX64" fmla="*/ 75410 w 362535"/>
              <a:gd name="connsiteY64" fmla="*/ 280702 h 295655"/>
              <a:gd name="connsiteX65" fmla="*/ 287031 w 362535"/>
              <a:gd name="connsiteY65" fmla="*/ 280797 h 295655"/>
              <a:gd name="connsiteX66" fmla="*/ 264360 w 362535"/>
              <a:gd name="connsiteY66" fmla="*/ 258604 h 295655"/>
              <a:gd name="connsiteX67" fmla="*/ 287031 w 362535"/>
              <a:gd name="connsiteY67" fmla="*/ 236410 h 295655"/>
              <a:gd name="connsiteX68" fmla="*/ 309606 w 362535"/>
              <a:gd name="connsiteY68" fmla="*/ 258413 h 295655"/>
              <a:gd name="connsiteX69" fmla="*/ 309606 w 362535"/>
              <a:gd name="connsiteY69" fmla="*/ 258604 h 295655"/>
              <a:gd name="connsiteX70" fmla="*/ 309606 w 362535"/>
              <a:gd name="connsiteY70" fmla="*/ 258794 h 295655"/>
              <a:gd name="connsiteX71" fmla="*/ 287031 w 362535"/>
              <a:gd name="connsiteY71" fmla="*/ 280797 h 295655"/>
              <a:gd name="connsiteX72" fmla="*/ 323929 w 362535"/>
              <a:gd name="connsiteY72" fmla="*/ 251270 h 295655"/>
              <a:gd name="connsiteX73" fmla="*/ 317005 w 362535"/>
              <a:gd name="connsiteY73" fmla="*/ 236410 h 295655"/>
              <a:gd name="connsiteX74" fmla="*/ 347358 w 362535"/>
              <a:gd name="connsiteY74" fmla="*/ 236410 h 295655"/>
              <a:gd name="connsiteX75" fmla="*/ 347358 w 362535"/>
              <a:gd name="connsiteY75" fmla="*/ 251270 h 295655"/>
              <a:gd name="connsiteX76" fmla="*/ 323929 w 362535"/>
              <a:gd name="connsiteY76" fmla="*/ 251270 h 295655"/>
              <a:gd name="connsiteX77" fmla="*/ 241880 w 362535"/>
              <a:gd name="connsiteY77" fmla="*/ 111062 h 295655"/>
              <a:gd name="connsiteX78" fmla="*/ 249373 w 362535"/>
              <a:gd name="connsiteY78" fmla="*/ 103727 h 295655"/>
              <a:gd name="connsiteX79" fmla="*/ 271949 w 362535"/>
              <a:gd name="connsiteY79" fmla="*/ 103727 h 295655"/>
              <a:gd name="connsiteX80" fmla="*/ 278209 w 362535"/>
              <a:gd name="connsiteY80" fmla="*/ 107347 h 295655"/>
              <a:gd name="connsiteX81" fmla="*/ 300784 w 362535"/>
              <a:gd name="connsiteY81" fmla="*/ 151162 h 295655"/>
              <a:gd name="connsiteX82" fmla="*/ 296990 w 362535"/>
              <a:gd name="connsiteY82" fmla="*/ 160877 h 295655"/>
              <a:gd name="connsiteX83" fmla="*/ 294524 w 362535"/>
              <a:gd name="connsiteY83" fmla="*/ 162116 h 295655"/>
              <a:gd name="connsiteX84" fmla="*/ 287031 w 362535"/>
              <a:gd name="connsiteY84" fmla="*/ 158496 h 295655"/>
              <a:gd name="connsiteX85" fmla="*/ 266921 w 362535"/>
              <a:gd name="connsiteY85" fmla="*/ 118301 h 295655"/>
              <a:gd name="connsiteX86" fmla="*/ 249373 w 362535"/>
              <a:gd name="connsiteY86" fmla="*/ 118301 h 295655"/>
              <a:gd name="connsiteX87" fmla="*/ 241880 w 362535"/>
              <a:gd name="connsiteY87" fmla="*/ 110966 h 295655"/>
              <a:gd name="connsiteX88" fmla="*/ 68295 w 362535"/>
              <a:gd name="connsiteY88" fmla="*/ 162497 h 295655"/>
              <a:gd name="connsiteX89" fmla="*/ 90966 w 362535"/>
              <a:gd name="connsiteY89" fmla="*/ 162497 h 295655"/>
              <a:gd name="connsiteX90" fmla="*/ 90966 w 362535"/>
              <a:gd name="connsiteY90" fmla="*/ 184595 h 295655"/>
              <a:gd name="connsiteX91" fmla="*/ 98554 w 362535"/>
              <a:gd name="connsiteY91" fmla="*/ 191929 h 295655"/>
              <a:gd name="connsiteX92" fmla="*/ 128813 w 362535"/>
              <a:gd name="connsiteY92" fmla="*/ 191929 h 295655"/>
              <a:gd name="connsiteX93" fmla="*/ 136401 w 362535"/>
              <a:gd name="connsiteY93" fmla="*/ 184595 h 295655"/>
              <a:gd name="connsiteX94" fmla="*/ 136401 w 362535"/>
              <a:gd name="connsiteY94" fmla="*/ 162497 h 295655"/>
              <a:gd name="connsiteX95" fmla="*/ 159072 w 362535"/>
              <a:gd name="connsiteY95" fmla="*/ 162497 h 295655"/>
              <a:gd name="connsiteX96" fmla="*/ 166660 w 362535"/>
              <a:gd name="connsiteY96" fmla="*/ 155162 h 295655"/>
              <a:gd name="connsiteX97" fmla="*/ 166660 w 362535"/>
              <a:gd name="connsiteY97" fmla="*/ 125730 h 295655"/>
              <a:gd name="connsiteX98" fmla="*/ 159072 w 362535"/>
              <a:gd name="connsiteY98" fmla="*/ 118396 h 295655"/>
              <a:gd name="connsiteX99" fmla="*/ 136401 w 362535"/>
              <a:gd name="connsiteY99" fmla="*/ 118396 h 295655"/>
              <a:gd name="connsiteX100" fmla="*/ 136401 w 362535"/>
              <a:gd name="connsiteY100" fmla="*/ 96298 h 295655"/>
              <a:gd name="connsiteX101" fmla="*/ 128813 w 362535"/>
              <a:gd name="connsiteY101" fmla="*/ 88964 h 295655"/>
              <a:gd name="connsiteX102" fmla="*/ 98554 w 362535"/>
              <a:gd name="connsiteY102" fmla="*/ 88964 h 295655"/>
              <a:gd name="connsiteX103" fmla="*/ 90966 w 362535"/>
              <a:gd name="connsiteY103" fmla="*/ 96298 h 295655"/>
              <a:gd name="connsiteX104" fmla="*/ 90966 w 362535"/>
              <a:gd name="connsiteY104" fmla="*/ 118396 h 295655"/>
              <a:gd name="connsiteX105" fmla="*/ 68295 w 362535"/>
              <a:gd name="connsiteY105" fmla="*/ 118396 h 295655"/>
              <a:gd name="connsiteX106" fmla="*/ 60707 w 362535"/>
              <a:gd name="connsiteY106" fmla="*/ 125730 h 295655"/>
              <a:gd name="connsiteX107" fmla="*/ 60707 w 362535"/>
              <a:gd name="connsiteY107" fmla="*/ 155162 h 295655"/>
              <a:gd name="connsiteX108" fmla="*/ 68295 w 362535"/>
              <a:gd name="connsiteY108" fmla="*/ 162497 h 295655"/>
              <a:gd name="connsiteX109" fmla="*/ 75789 w 362535"/>
              <a:gd name="connsiteY109" fmla="*/ 133064 h 295655"/>
              <a:gd name="connsiteX110" fmla="*/ 98459 w 362535"/>
              <a:gd name="connsiteY110" fmla="*/ 133064 h 295655"/>
              <a:gd name="connsiteX111" fmla="*/ 106048 w 362535"/>
              <a:gd name="connsiteY111" fmla="*/ 125730 h 295655"/>
              <a:gd name="connsiteX112" fmla="*/ 106048 w 362535"/>
              <a:gd name="connsiteY112" fmla="*/ 103632 h 295655"/>
              <a:gd name="connsiteX113" fmla="*/ 121130 w 362535"/>
              <a:gd name="connsiteY113" fmla="*/ 103632 h 295655"/>
              <a:gd name="connsiteX114" fmla="*/ 121130 w 362535"/>
              <a:gd name="connsiteY114" fmla="*/ 125730 h 295655"/>
              <a:gd name="connsiteX115" fmla="*/ 128718 w 362535"/>
              <a:gd name="connsiteY115" fmla="*/ 133064 h 295655"/>
              <a:gd name="connsiteX116" fmla="*/ 151388 w 362535"/>
              <a:gd name="connsiteY116" fmla="*/ 133064 h 295655"/>
              <a:gd name="connsiteX117" fmla="*/ 151388 w 362535"/>
              <a:gd name="connsiteY117" fmla="*/ 147733 h 295655"/>
              <a:gd name="connsiteX118" fmla="*/ 128718 w 362535"/>
              <a:gd name="connsiteY118" fmla="*/ 147733 h 295655"/>
              <a:gd name="connsiteX119" fmla="*/ 121130 w 362535"/>
              <a:gd name="connsiteY119" fmla="*/ 155067 h 295655"/>
              <a:gd name="connsiteX120" fmla="*/ 121130 w 362535"/>
              <a:gd name="connsiteY120" fmla="*/ 177165 h 295655"/>
              <a:gd name="connsiteX121" fmla="*/ 106048 w 362535"/>
              <a:gd name="connsiteY121" fmla="*/ 177165 h 295655"/>
              <a:gd name="connsiteX122" fmla="*/ 106048 w 362535"/>
              <a:gd name="connsiteY122" fmla="*/ 155067 h 295655"/>
              <a:gd name="connsiteX123" fmla="*/ 98459 w 362535"/>
              <a:gd name="connsiteY123" fmla="*/ 147733 h 295655"/>
              <a:gd name="connsiteX124" fmla="*/ 75789 w 362535"/>
              <a:gd name="connsiteY124" fmla="*/ 147733 h 295655"/>
              <a:gd name="connsiteX125" fmla="*/ 75789 w 362535"/>
              <a:gd name="connsiteY125" fmla="*/ 133064 h 295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362535" h="295655">
                <a:moveTo>
                  <a:pt x="359974" y="172498"/>
                </a:moveTo>
                <a:lnTo>
                  <a:pt x="331043" y="142970"/>
                </a:lnTo>
                <a:lnTo>
                  <a:pt x="293291" y="77724"/>
                </a:lnTo>
                <a:cubicBezTo>
                  <a:pt x="292058" y="75247"/>
                  <a:pt x="289497" y="74009"/>
                  <a:pt x="287031" y="74009"/>
                </a:cubicBezTo>
                <a:lnTo>
                  <a:pt x="226608" y="74009"/>
                </a:lnTo>
                <a:lnTo>
                  <a:pt x="226608" y="51816"/>
                </a:lnTo>
                <a:cubicBezTo>
                  <a:pt x="226608" y="51816"/>
                  <a:pt x="226418" y="51245"/>
                  <a:pt x="226418" y="50959"/>
                </a:cubicBezTo>
                <a:lnTo>
                  <a:pt x="226418" y="37052"/>
                </a:lnTo>
                <a:cubicBezTo>
                  <a:pt x="226418" y="16097"/>
                  <a:pt x="208775" y="0"/>
                  <a:pt x="188666" y="0"/>
                </a:cubicBezTo>
                <a:cubicBezTo>
                  <a:pt x="167324" y="0"/>
                  <a:pt x="150914" y="16097"/>
                  <a:pt x="150914" y="37052"/>
                </a:cubicBezTo>
                <a:lnTo>
                  <a:pt x="150914" y="44482"/>
                </a:lnTo>
                <a:lnTo>
                  <a:pt x="7588" y="44482"/>
                </a:lnTo>
                <a:cubicBezTo>
                  <a:pt x="2561" y="44482"/>
                  <a:pt x="0" y="48197"/>
                  <a:pt x="0" y="51911"/>
                </a:cubicBezTo>
                <a:lnTo>
                  <a:pt x="0" y="258699"/>
                </a:lnTo>
                <a:cubicBezTo>
                  <a:pt x="0" y="262414"/>
                  <a:pt x="2561" y="266033"/>
                  <a:pt x="7588" y="266033"/>
                </a:cubicBezTo>
                <a:lnTo>
                  <a:pt x="38511" y="266033"/>
                </a:lnTo>
                <a:cubicBezTo>
                  <a:pt x="41831" y="283274"/>
                  <a:pt x="56723" y="295656"/>
                  <a:pt x="75504" y="295656"/>
                </a:cubicBezTo>
                <a:cubicBezTo>
                  <a:pt x="93147" y="295656"/>
                  <a:pt x="108893" y="283274"/>
                  <a:pt x="112498" y="266033"/>
                </a:cubicBezTo>
                <a:lnTo>
                  <a:pt x="250132" y="266033"/>
                </a:lnTo>
                <a:cubicBezTo>
                  <a:pt x="253452" y="283274"/>
                  <a:pt x="268344" y="295656"/>
                  <a:pt x="287125" y="295656"/>
                </a:cubicBezTo>
                <a:cubicBezTo>
                  <a:pt x="304768" y="295656"/>
                  <a:pt x="320514" y="283274"/>
                  <a:pt x="324024" y="266033"/>
                </a:cubicBezTo>
                <a:lnTo>
                  <a:pt x="354947" y="266033"/>
                </a:lnTo>
                <a:cubicBezTo>
                  <a:pt x="358741" y="266033"/>
                  <a:pt x="362535" y="262318"/>
                  <a:pt x="362535" y="258699"/>
                </a:cubicBezTo>
                <a:lnTo>
                  <a:pt x="362535" y="177451"/>
                </a:lnTo>
                <a:cubicBezTo>
                  <a:pt x="362535" y="174974"/>
                  <a:pt x="361302" y="173736"/>
                  <a:pt x="359974" y="172498"/>
                </a:cubicBezTo>
                <a:close/>
                <a:moveTo>
                  <a:pt x="281908" y="88773"/>
                </a:moveTo>
                <a:lnTo>
                  <a:pt x="318427" y="151543"/>
                </a:lnTo>
                <a:cubicBezTo>
                  <a:pt x="318427" y="151543"/>
                  <a:pt x="318427" y="152781"/>
                  <a:pt x="319661" y="152781"/>
                </a:cubicBezTo>
                <a:lnTo>
                  <a:pt x="347358" y="181070"/>
                </a:lnTo>
                <a:lnTo>
                  <a:pt x="347358" y="221551"/>
                </a:lnTo>
                <a:lnTo>
                  <a:pt x="226323" y="221551"/>
                </a:lnTo>
                <a:lnTo>
                  <a:pt x="226323" y="88773"/>
                </a:lnTo>
                <a:lnTo>
                  <a:pt x="281908" y="88773"/>
                </a:lnTo>
                <a:close/>
                <a:moveTo>
                  <a:pt x="250037" y="251174"/>
                </a:moveTo>
                <a:lnTo>
                  <a:pt x="112403" y="251174"/>
                </a:lnTo>
                <a:cubicBezTo>
                  <a:pt x="111265" y="245650"/>
                  <a:pt x="108798" y="240601"/>
                  <a:pt x="105479" y="236315"/>
                </a:cubicBezTo>
                <a:lnTo>
                  <a:pt x="256677" y="236315"/>
                </a:lnTo>
                <a:cubicBezTo>
                  <a:pt x="253452" y="240601"/>
                  <a:pt x="251081" y="245555"/>
                  <a:pt x="250037" y="251174"/>
                </a:cubicBezTo>
                <a:close/>
                <a:moveTo>
                  <a:pt x="165996" y="37052"/>
                </a:moveTo>
                <a:cubicBezTo>
                  <a:pt x="165996" y="24670"/>
                  <a:pt x="176051" y="14859"/>
                  <a:pt x="188666" y="14859"/>
                </a:cubicBezTo>
                <a:cubicBezTo>
                  <a:pt x="201282" y="14859"/>
                  <a:pt x="211336" y="24765"/>
                  <a:pt x="211336" y="37052"/>
                </a:cubicBezTo>
                <a:lnTo>
                  <a:pt x="211336" y="44482"/>
                </a:lnTo>
                <a:lnTo>
                  <a:pt x="166091" y="44482"/>
                </a:lnTo>
                <a:lnTo>
                  <a:pt x="166091" y="37052"/>
                </a:lnTo>
                <a:close/>
                <a:moveTo>
                  <a:pt x="158123" y="59245"/>
                </a:moveTo>
                <a:cubicBezTo>
                  <a:pt x="158123" y="59245"/>
                  <a:pt x="158313" y="59245"/>
                  <a:pt x="158408" y="59245"/>
                </a:cubicBezTo>
                <a:lnTo>
                  <a:pt x="211431" y="59245"/>
                </a:lnTo>
                <a:lnTo>
                  <a:pt x="211431" y="81343"/>
                </a:lnTo>
                <a:cubicBezTo>
                  <a:pt x="211431" y="81343"/>
                  <a:pt x="211526" y="81915"/>
                  <a:pt x="211526" y="82105"/>
                </a:cubicBezTo>
                <a:lnTo>
                  <a:pt x="211526" y="221456"/>
                </a:lnTo>
                <a:lnTo>
                  <a:pt x="15082" y="221456"/>
                </a:lnTo>
                <a:lnTo>
                  <a:pt x="15082" y="59150"/>
                </a:lnTo>
                <a:lnTo>
                  <a:pt x="158123" y="59150"/>
                </a:lnTo>
                <a:close/>
                <a:moveTo>
                  <a:pt x="15082" y="236410"/>
                </a:moveTo>
                <a:lnTo>
                  <a:pt x="45056" y="236410"/>
                </a:lnTo>
                <a:cubicBezTo>
                  <a:pt x="41831" y="240697"/>
                  <a:pt x="39460" y="245745"/>
                  <a:pt x="38416" y="251270"/>
                </a:cubicBezTo>
                <a:lnTo>
                  <a:pt x="15082" y="251270"/>
                </a:lnTo>
                <a:lnTo>
                  <a:pt x="15082" y="236410"/>
                </a:lnTo>
                <a:close/>
                <a:moveTo>
                  <a:pt x="75410" y="280797"/>
                </a:moveTo>
                <a:cubicBezTo>
                  <a:pt x="62889" y="280797"/>
                  <a:pt x="52834" y="270986"/>
                  <a:pt x="52834" y="258699"/>
                </a:cubicBezTo>
                <a:cubicBezTo>
                  <a:pt x="52834" y="258699"/>
                  <a:pt x="52834" y="258699"/>
                  <a:pt x="52834" y="258604"/>
                </a:cubicBezTo>
                <a:cubicBezTo>
                  <a:pt x="52834" y="258604"/>
                  <a:pt x="52834" y="258604"/>
                  <a:pt x="52834" y="258413"/>
                </a:cubicBezTo>
                <a:cubicBezTo>
                  <a:pt x="52834" y="246126"/>
                  <a:pt x="62889" y="236315"/>
                  <a:pt x="75410" y="236315"/>
                </a:cubicBezTo>
                <a:cubicBezTo>
                  <a:pt x="87930" y="236315"/>
                  <a:pt x="98080" y="246221"/>
                  <a:pt x="98080" y="258509"/>
                </a:cubicBezTo>
                <a:cubicBezTo>
                  <a:pt x="98080" y="270796"/>
                  <a:pt x="88025" y="280702"/>
                  <a:pt x="75410" y="280702"/>
                </a:cubicBezTo>
                <a:close/>
                <a:moveTo>
                  <a:pt x="287031" y="280797"/>
                </a:moveTo>
                <a:cubicBezTo>
                  <a:pt x="274415" y="280797"/>
                  <a:pt x="264360" y="270891"/>
                  <a:pt x="264360" y="258604"/>
                </a:cubicBezTo>
                <a:cubicBezTo>
                  <a:pt x="264360" y="246316"/>
                  <a:pt x="274415" y="236410"/>
                  <a:pt x="287031" y="236410"/>
                </a:cubicBezTo>
                <a:cubicBezTo>
                  <a:pt x="299646" y="236410"/>
                  <a:pt x="309511" y="246221"/>
                  <a:pt x="309606" y="258413"/>
                </a:cubicBezTo>
                <a:cubicBezTo>
                  <a:pt x="309606" y="258413"/>
                  <a:pt x="309606" y="258509"/>
                  <a:pt x="309606" y="258604"/>
                </a:cubicBezTo>
                <a:cubicBezTo>
                  <a:pt x="309606" y="258604"/>
                  <a:pt x="309606" y="258699"/>
                  <a:pt x="309606" y="258794"/>
                </a:cubicBezTo>
                <a:cubicBezTo>
                  <a:pt x="309511" y="271082"/>
                  <a:pt x="299457" y="280797"/>
                  <a:pt x="287031" y="280797"/>
                </a:cubicBezTo>
                <a:close/>
                <a:moveTo>
                  <a:pt x="323929" y="251270"/>
                </a:moveTo>
                <a:cubicBezTo>
                  <a:pt x="322791" y="245745"/>
                  <a:pt x="320325" y="240697"/>
                  <a:pt x="317005" y="236410"/>
                </a:cubicBezTo>
                <a:lnTo>
                  <a:pt x="347358" y="236410"/>
                </a:lnTo>
                <a:lnTo>
                  <a:pt x="347358" y="251270"/>
                </a:lnTo>
                <a:lnTo>
                  <a:pt x="323929" y="251270"/>
                </a:lnTo>
                <a:close/>
                <a:moveTo>
                  <a:pt x="241880" y="111062"/>
                </a:moveTo>
                <a:cubicBezTo>
                  <a:pt x="241880" y="107442"/>
                  <a:pt x="244346" y="103727"/>
                  <a:pt x="249373" y="103727"/>
                </a:cubicBezTo>
                <a:lnTo>
                  <a:pt x="271949" y="103727"/>
                </a:lnTo>
                <a:cubicBezTo>
                  <a:pt x="274415" y="103727"/>
                  <a:pt x="276976" y="104966"/>
                  <a:pt x="278209" y="107347"/>
                </a:cubicBezTo>
                <a:lnTo>
                  <a:pt x="300784" y="151162"/>
                </a:lnTo>
                <a:cubicBezTo>
                  <a:pt x="303251" y="154781"/>
                  <a:pt x="300784" y="159734"/>
                  <a:pt x="296990" y="160877"/>
                </a:cubicBezTo>
                <a:cubicBezTo>
                  <a:pt x="296990" y="162116"/>
                  <a:pt x="295757" y="162116"/>
                  <a:pt x="294524" y="162116"/>
                </a:cubicBezTo>
                <a:cubicBezTo>
                  <a:pt x="292058" y="162116"/>
                  <a:pt x="288264" y="160877"/>
                  <a:pt x="287031" y="158496"/>
                </a:cubicBezTo>
                <a:lnTo>
                  <a:pt x="266921" y="118301"/>
                </a:lnTo>
                <a:lnTo>
                  <a:pt x="249373" y="118301"/>
                </a:lnTo>
                <a:cubicBezTo>
                  <a:pt x="244346" y="118301"/>
                  <a:pt x="241880" y="114681"/>
                  <a:pt x="241880" y="110966"/>
                </a:cubicBezTo>
                <a:close/>
                <a:moveTo>
                  <a:pt x="68295" y="162497"/>
                </a:moveTo>
                <a:lnTo>
                  <a:pt x="90966" y="162497"/>
                </a:lnTo>
                <a:lnTo>
                  <a:pt x="90966" y="184595"/>
                </a:lnTo>
                <a:cubicBezTo>
                  <a:pt x="90966" y="188309"/>
                  <a:pt x="93527" y="191929"/>
                  <a:pt x="98554" y="191929"/>
                </a:cubicBezTo>
                <a:lnTo>
                  <a:pt x="128813" y="191929"/>
                </a:lnTo>
                <a:cubicBezTo>
                  <a:pt x="132607" y="191929"/>
                  <a:pt x="136401" y="188214"/>
                  <a:pt x="136401" y="184595"/>
                </a:cubicBezTo>
                <a:lnTo>
                  <a:pt x="136401" y="162497"/>
                </a:lnTo>
                <a:lnTo>
                  <a:pt x="159072" y="162497"/>
                </a:lnTo>
                <a:cubicBezTo>
                  <a:pt x="162866" y="162497"/>
                  <a:pt x="166660" y="158782"/>
                  <a:pt x="166660" y="155162"/>
                </a:cubicBezTo>
                <a:lnTo>
                  <a:pt x="166660" y="125730"/>
                </a:lnTo>
                <a:cubicBezTo>
                  <a:pt x="166660" y="122015"/>
                  <a:pt x="162866" y="118396"/>
                  <a:pt x="159072" y="118396"/>
                </a:cubicBezTo>
                <a:lnTo>
                  <a:pt x="136401" y="118396"/>
                </a:lnTo>
                <a:lnTo>
                  <a:pt x="136401" y="96298"/>
                </a:lnTo>
                <a:cubicBezTo>
                  <a:pt x="136401" y="92583"/>
                  <a:pt x="132607" y="88964"/>
                  <a:pt x="128813" y="88964"/>
                </a:cubicBezTo>
                <a:lnTo>
                  <a:pt x="98554" y="88964"/>
                </a:lnTo>
                <a:cubicBezTo>
                  <a:pt x="93527" y="88964"/>
                  <a:pt x="90966" y="92678"/>
                  <a:pt x="90966" y="96298"/>
                </a:cubicBezTo>
                <a:lnTo>
                  <a:pt x="90966" y="118396"/>
                </a:lnTo>
                <a:lnTo>
                  <a:pt x="68295" y="118396"/>
                </a:lnTo>
                <a:cubicBezTo>
                  <a:pt x="63268" y="118396"/>
                  <a:pt x="60707" y="122110"/>
                  <a:pt x="60707" y="125730"/>
                </a:cubicBezTo>
                <a:lnTo>
                  <a:pt x="60707" y="155162"/>
                </a:lnTo>
                <a:cubicBezTo>
                  <a:pt x="60707" y="158877"/>
                  <a:pt x="63268" y="162497"/>
                  <a:pt x="68295" y="162497"/>
                </a:cubicBezTo>
                <a:close/>
                <a:moveTo>
                  <a:pt x="75789" y="133064"/>
                </a:moveTo>
                <a:lnTo>
                  <a:pt x="98459" y="133064"/>
                </a:lnTo>
                <a:cubicBezTo>
                  <a:pt x="102253" y="133064"/>
                  <a:pt x="106048" y="129349"/>
                  <a:pt x="106048" y="125730"/>
                </a:cubicBezTo>
                <a:lnTo>
                  <a:pt x="106048" y="103632"/>
                </a:lnTo>
                <a:lnTo>
                  <a:pt x="121130" y="103632"/>
                </a:lnTo>
                <a:lnTo>
                  <a:pt x="121130" y="125730"/>
                </a:lnTo>
                <a:cubicBezTo>
                  <a:pt x="121130" y="129445"/>
                  <a:pt x="123691" y="133064"/>
                  <a:pt x="128718" y="133064"/>
                </a:cubicBezTo>
                <a:lnTo>
                  <a:pt x="151388" y="133064"/>
                </a:lnTo>
                <a:lnTo>
                  <a:pt x="151388" y="147733"/>
                </a:lnTo>
                <a:lnTo>
                  <a:pt x="128718" y="147733"/>
                </a:lnTo>
                <a:cubicBezTo>
                  <a:pt x="123691" y="147733"/>
                  <a:pt x="121130" y="151447"/>
                  <a:pt x="121130" y="155067"/>
                </a:cubicBezTo>
                <a:lnTo>
                  <a:pt x="121130" y="177165"/>
                </a:lnTo>
                <a:lnTo>
                  <a:pt x="106048" y="177165"/>
                </a:lnTo>
                <a:lnTo>
                  <a:pt x="106048" y="155067"/>
                </a:lnTo>
                <a:cubicBezTo>
                  <a:pt x="106048" y="151352"/>
                  <a:pt x="102253" y="147733"/>
                  <a:pt x="98459" y="147733"/>
                </a:cubicBezTo>
                <a:lnTo>
                  <a:pt x="75789" y="147733"/>
                </a:lnTo>
                <a:lnTo>
                  <a:pt x="75789" y="133064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" name="Graphic 3">
            <a:extLst>
              <a:ext uri="{FF2B5EF4-FFF2-40B4-BE49-F238E27FC236}">
                <a16:creationId xmlns:a16="http://schemas.microsoft.com/office/drawing/2014/main" id="{E5966081-5BF9-7E74-1783-71C84FE76EAB}"/>
              </a:ext>
            </a:extLst>
          </p:cNvPr>
          <p:cNvSpPr/>
          <p:nvPr/>
        </p:nvSpPr>
        <p:spPr>
          <a:xfrm>
            <a:off x="576637" y="1532006"/>
            <a:ext cx="484505" cy="395124"/>
          </a:xfrm>
          <a:custGeom>
            <a:avLst/>
            <a:gdLst>
              <a:gd name="connsiteX0" fmla="*/ 359974 w 362535"/>
              <a:gd name="connsiteY0" fmla="*/ 172498 h 295655"/>
              <a:gd name="connsiteX1" fmla="*/ 331043 w 362535"/>
              <a:gd name="connsiteY1" fmla="*/ 142970 h 295655"/>
              <a:gd name="connsiteX2" fmla="*/ 293291 w 362535"/>
              <a:gd name="connsiteY2" fmla="*/ 77724 h 295655"/>
              <a:gd name="connsiteX3" fmla="*/ 287031 w 362535"/>
              <a:gd name="connsiteY3" fmla="*/ 74009 h 295655"/>
              <a:gd name="connsiteX4" fmla="*/ 226608 w 362535"/>
              <a:gd name="connsiteY4" fmla="*/ 74009 h 295655"/>
              <a:gd name="connsiteX5" fmla="*/ 226608 w 362535"/>
              <a:gd name="connsiteY5" fmla="*/ 51816 h 295655"/>
              <a:gd name="connsiteX6" fmla="*/ 226418 w 362535"/>
              <a:gd name="connsiteY6" fmla="*/ 50959 h 295655"/>
              <a:gd name="connsiteX7" fmla="*/ 226418 w 362535"/>
              <a:gd name="connsiteY7" fmla="*/ 37052 h 295655"/>
              <a:gd name="connsiteX8" fmla="*/ 188666 w 362535"/>
              <a:gd name="connsiteY8" fmla="*/ 0 h 295655"/>
              <a:gd name="connsiteX9" fmla="*/ 150914 w 362535"/>
              <a:gd name="connsiteY9" fmla="*/ 37052 h 295655"/>
              <a:gd name="connsiteX10" fmla="*/ 150914 w 362535"/>
              <a:gd name="connsiteY10" fmla="*/ 44482 h 295655"/>
              <a:gd name="connsiteX11" fmla="*/ 7588 w 362535"/>
              <a:gd name="connsiteY11" fmla="*/ 44482 h 295655"/>
              <a:gd name="connsiteX12" fmla="*/ 0 w 362535"/>
              <a:gd name="connsiteY12" fmla="*/ 51911 h 295655"/>
              <a:gd name="connsiteX13" fmla="*/ 0 w 362535"/>
              <a:gd name="connsiteY13" fmla="*/ 258699 h 295655"/>
              <a:gd name="connsiteX14" fmla="*/ 7588 w 362535"/>
              <a:gd name="connsiteY14" fmla="*/ 266033 h 295655"/>
              <a:gd name="connsiteX15" fmla="*/ 38511 w 362535"/>
              <a:gd name="connsiteY15" fmla="*/ 266033 h 295655"/>
              <a:gd name="connsiteX16" fmla="*/ 75504 w 362535"/>
              <a:gd name="connsiteY16" fmla="*/ 295656 h 295655"/>
              <a:gd name="connsiteX17" fmla="*/ 112498 w 362535"/>
              <a:gd name="connsiteY17" fmla="*/ 266033 h 295655"/>
              <a:gd name="connsiteX18" fmla="*/ 250132 w 362535"/>
              <a:gd name="connsiteY18" fmla="*/ 266033 h 295655"/>
              <a:gd name="connsiteX19" fmla="*/ 287125 w 362535"/>
              <a:gd name="connsiteY19" fmla="*/ 295656 h 295655"/>
              <a:gd name="connsiteX20" fmla="*/ 324024 w 362535"/>
              <a:gd name="connsiteY20" fmla="*/ 266033 h 295655"/>
              <a:gd name="connsiteX21" fmla="*/ 354947 w 362535"/>
              <a:gd name="connsiteY21" fmla="*/ 266033 h 295655"/>
              <a:gd name="connsiteX22" fmla="*/ 362535 w 362535"/>
              <a:gd name="connsiteY22" fmla="*/ 258699 h 295655"/>
              <a:gd name="connsiteX23" fmla="*/ 362535 w 362535"/>
              <a:gd name="connsiteY23" fmla="*/ 177451 h 295655"/>
              <a:gd name="connsiteX24" fmla="*/ 359974 w 362535"/>
              <a:gd name="connsiteY24" fmla="*/ 172498 h 295655"/>
              <a:gd name="connsiteX25" fmla="*/ 281908 w 362535"/>
              <a:gd name="connsiteY25" fmla="*/ 88773 h 295655"/>
              <a:gd name="connsiteX26" fmla="*/ 318427 w 362535"/>
              <a:gd name="connsiteY26" fmla="*/ 151543 h 295655"/>
              <a:gd name="connsiteX27" fmla="*/ 319661 w 362535"/>
              <a:gd name="connsiteY27" fmla="*/ 152781 h 295655"/>
              <a:gd name="connsiteX28" fmla="*/ 347358 w 362535"/>
              <a:gd name="connsiteY28" fmla="*/ 181070 h 295655"/>
              <a:gd name="connsiteX29" fmla="*/ 347358 w 362535"/>
              <a:gd name="connsiteY29" fmla="*/ 221551 h 295655"/>
              <a:gd name="connsiteX30" fmla="*/ 226323 w 362535"/>
              <a:gd name="connsiteY30" fmla="*/ 221551 h 295655"/>
              <a:gd name="connsiteX31" fmla="*/ 226323 w 362535"/>
              <a:gd name="connsiteY31" fmla="*/ 88773 h 295655"/>
              <a:gd name="connsiteX32" fmla="*/ 281908 w 362535"/>
              <a:gd name="connsiteY32" fmla="*/ 88773 h 295655"/>
              <a:gd name="connsiteX33" fmla="*/ 250037 w 362535"/>
              <a:gd name="connsiteY33" fmla="*/ 251174 h 295655"/>
              <a:gd name="connsiteX34" fmla="*/ 112403 w 362535"/>
              <a:gd name="connsiteY34" fmla="*/ 251174 h 295655"/>
              <a:gd name="connsiteX35" fmla="*/ 105479 w 362535"/>
              <a:gd name="connsiteY35" fmla="*/ 236315 h 295655"/>
              <a:gd name="connsiteX36" fmla="*/ 256677 w 362535"/>
              <a:gd name="connsiteY36" fmla="*/ 236315 h 295655"/>
              <a:gd name="connsiteX37" fmla="*/ 250037 w 362535"/>
              <a:gd name="connsiteY37" fmla="*/ 251174 h 295655"/>
              <a:gd name="connsiteX38" fmla="*/ 165996 w 362535"/>
              <a:gd name="connsiteY38" fmla="*/ 37052 h 295655"/>
              <a:gd name="connsiteX39" fmla="*/ 188666 w 362535"/>
              <a:gd name="connsiteY39" fmla="*/ 14859 h 295655"/>
              <a:gd name="connsiteX40" fmla="*/ 211336 w 362535"/>
              <a:gd name="connsiteY40" fmla="*/ 37052 h 295655"/>
              <a:gd name="connsiteX41" fmla="*/ 211336 w 362535"/>
              <a:gd name="connsiteY41" fmla="*/ 44482 h 295655"/>
              <a:gd name="connsiteX42" fmla="*/ 166091 w 362535"/>
              <a:gd name="connsiteY42" fmla="*/ 44482 h 295655"/>
              <a:gd name="connsiteX43" fmla="*/ 166091 w 362535"/>
              <a:gd name="connsiteY43" fmla="*/ 37052 h 295655"/>
              <a:gd name="connsiteX44" fmla="*/ 158123 w 362535"/>
              <a:gd name="connsiteY44" fmla="*/ 59245 h 295655"/>
              <a:gd name="connsiteX45" fmla="*/ 158408 w 362535"/>
              <a:gd name="connsiteY45" fmla="*/ 59245 h 295655"/>
              <a:gd name="connsiteX46" fmla="*/ 211431 w 362535"/>
              <a:gd name="connsiteY46" fmla="*/ 59245 h 295655"/>
              <a:gd name="connsiteX47" fmla="*/ 211431 w 362535"/>
              <a:gd name="connsiteY47" fmla="*/ 81343 h 295655"/>
              <a:gd name="connsiteX48" fmla="*/ 211526 w 362535"/>
              <a:gd name="connsiteY48" fmla="*/ 82105 h 295655"/>
              <a:gd name="connsiteX49" fmla="*/ 211526 w 362535"/>
              <a:gd name="connsiteY49" fmla="*/ 221456 h 295655"/>
              <a:gd name="connsiteX50" fmla="*/ 15082 w 362535"/>
              <a:gd name="connsiteY50" fmla="*/ 221456 h 295655"/>
              <a:gd name="connsiteX51" fmla="*/ 15082 w 362535"/>
              <a:gd name="connsiteY51" fmla="*/ 59150 h 295655"/>
              <a:gd name="connsiteX52" fmla="*/ 158123 w 362535"/>
              <a:gd name="connsiteY52" fmla="*/ 59150 h 295655"/>
              <a:gd name="connsiteX53" fmla="*/ 15082 w 362535"/>
              <a:gd name="connsiteY53" fmla="*/ 236410 h 295655"/>
              <a:gd name="connsiteX54" fmla="*/ 45056 w 362535"/>
              <a:gd name="connsiteY54" fmla="*/ 236410 h 295655"/>
              <a:gd name="connsiteX55" fmla="*/ 38416 w 362535"/>
              <a:gd name="connsiteY55" fmla="*/ 251270 h 295655"/>
              <a:gd name="connsiteX56" fmla="*/ 15082 w 362535"/>
              <a:gd name="connsiteY56" fmla="*/ 251270 h 295655"/>
              <a:gd name="connsiteX57" fmla="*/ 15082 w 362535"/>
              <a:gd name="connsiteY57" fmla="*/ 236410 h 295655"/>
              <a:gd name="connsiteX58" fmla="*/ 75410 w 362535"/>
              <a:gd name="connsiteY58" fmla="*/ 280797 h 295655"/>
              <a:gd name="connsiteX59" fmla="*/ 52834 w 362535"/>
              <a:gd name="connsiteY59" fmla="*/ 258699 h 295655"/>
              <a:gd name="connsiteX60" fmla="*/ 52834 w 362535"/>
              <a:gd name="connsiteY60" fmla="*/ 258604 h 295655"/>
              <a:gd name="connsiteX61" fmla="*/ 52834 w 362535"/>
              <a:gd name="connsiteY61" fmla="*/ 258413 h 295655"/>
              <a:gd name="connsiteX62" fmla="*/ 75410 w 362535"/>
              <a:gd name="connsiteY62" fmla="*/ 236315 h 295655"/>
              <a:gd name="connsiteX63" fmla="*/ 98080 w 362535"/>
              <a:gd name="connsiteY63" fmla="*/ 258509 h 295655"/>
              <a:gd name="connsiteX64" fmla="*/ 75410 w 362535"/>
              <a:gd name="connsiteY64" fmla="*/ 280702 h 295655"/>
              <a:gd name="connsiteX65" fmla="*/ 287031 w 362535"/>
              <a:gd name="connsiteY65" fmla="*/ 280797 h 295655"/>
              <a:gd name="connsiteX66" fmla="*/ 264360 w 362535"/>
              <a:gd name="connsiteY66" fmla="*/ 258604 h 295655"/>
              <a:gd name="connsiteX67" fmla="*/ 287031 w 362535"/>
              <a:gd name="connsiteY67" fmla="*/ 236410 h 295655"/>
              <a:gd name="connsiteX68" fmla="*/ 309606 w 362535"/>
              <a:gd name="connsiteY68" fmla="*/ 258413 h 295655"/>
              <a:gd name="connsiteX69" fmla="*/ 309606 w 362535"/>
              <a:gd name="connsiteY69" fmla="*/ 258604 h 295655"/>
              <a:gd name="connsiteX70" fmla="*/ 309606 w 362535"/>
              <a:gd name="connsiteY70" fmla="*/ 258794 h 295655"/>
              <a:gd name="connsiteX71" fmla="*/ 287031 w 362535"/>
              <a:gd name="connsiteY71" fmla="*/ 280797 h 295655"/>
              <a:gd name="connsiteX72" fmla="*/ 323929 w 362535"/>
              <a:gd name="connsiteY72" fmla="*/ 251270 h 295655"/>
              <a:gd name="connsiteX73" fmla="*/ 317005 w 362535"/>
              <a:gd name="connsiteY73" fmla="*/ 236410 h 295655"/>
              <a:gd name="connsiteX74" fmla="*/ 347358 w 362535"/>
              <a:gd name="connsiteY74" fmla="*/ 236410 h 295655"/>
              <a:gd name="connsiteX75" fmla="*/ 347358 w 362535"/>
              <a:gd name="connsiteY75" fmla="*/ 251270 h 295655"/>
              <a:gd name="connsiteX76" fmla="*/ 323929 w 362535"/>
              <a:gd name="connsiteY76" fmla="*/ 251270 h 295655"/>
              <a:gd name="connsiteX77" fmla="*/ 241880 w 362535"/>
              <a:gd name="connsiteY77" fmla="*/ 111062 h 295655"/>
              <a:gd name="connsiteX78" fmla="*/ 249373 w 362535"/>
              <a:gd name="connsiteY78" fmla="*/ 103727 h 295655"/>
              <a:gd name="connsiteX79" fmla="*/ 271949 w 362535"/>
              <a:gd name="connsiteY79" fmla="*/ 103727 h 295655"/>
              <a:gd name="connsiteX80" fmla="*/ 278209 w 362535"/>
              <a:gd name="connsiteY80" fmla="*/ 107347 h 295655"/>
              <a:gd name="connsiteX81" fmla="*/ 300784 w 362535"/>
              <a:gd name="connsiteY81" fmla="*/ 151162 h 295655"/>
              <a:gd name="connsiteX82" fmla="*/ 296990 w 362535"/>
              <a:gd name="connsiteY82" fmla="*/ 160877 h 295655"/>
              <a:gd name="connsiteX83" fmla="*/ 294524 w 362535"/>
              <a:gd name="connsiteY83" fmla="*/ 162116 h 295655"/>
              <a:gd name="connsiteX84" fmla="*/ 287031 w 362535"/>
              <a:gd name="connsiteY84" fmla="*/ 158496 h 295655"/>
              <a:gd name="connsiteX85" fmla="*/ 266921 w 362535"/>
              <a:gd name="connsiteY85" fmla="*/ 118301 h 295655"/>
              <a:gd name="connsiteX86" fmla="*/ 249373 w 362535"/>
              <a:gd name="connsiteY86" fmla="*/ 118301 h 295655"/>
              <a:gd name="connsiteX87" fmla="*/ 241880 w 362535"/>
              <a:gd name="connsiteY87" fmla="*/ 110966 h 295655"/>
              <a:gd name="connsiteX88" fmla="*/ 68295 w 362535"/>
              <a:gd name="connsiteY88" fmla="*/ 162497 h 295655"/>
              <a:gd name="connsiteX89" fmla="*/ 90966 w 362535"/>
              <a:gd name="connsiteY89" fmla="*/ 162497 h 295655"/>
              <a:gd name="connsiteX90" fmla="*/ 90966 w 362535"/>
              <a:gd name="connsiteY90" fmla="*/ 184595 h 295655"/>
              <a:gd name="connsiteX91" fmla="*/ 98554 w 362535"/>
              <a:gd name="connsiteY91" fmla="*/ 191929 h 295655"/>
              <a:gd name="connsiteX92" fmla="*/ 128813 w 362535"/>
              <a:gd name="connsiteY92" fmla="*/ 191929 h 295655"/>
              <a:gd name="connsiteX93" fmla="*/ 136401 w 362535"/>
              <a:gd name="connsiteY93" fmla="*/ 184595 h 295655"/>
              <a:gd name="connsiteX94" fmla="*/ 136401 w 362535"/>
              <a:gd name="connsiteY94" fmla="*/ 162497 h 295655"/>
              <a:gd name="connsiteX95" fmla="*/ 159072 w 362535"/>
              <a:gd name="connsiteY95" fmla="*/ 162497 h 295655"/>
              <a:gd name="connsiteX96" fmla="*/ 166660 w 362535"/>
              <a:gd name="connsiteY96" fmla="*/ 155162 h 295655"/>
              <a:gd name="connsiteX97" fmla="*/ 166660 w 362535"/>
              <a:gd name="connsiteY97" fmla="*/ 125730 h 295655"/>
              <a:gd name="connsiteX98" fmla="*/ 159072 w 362535"/>
              <a:gd name="connsiteY98" fmla="*/ 118396 h 295655"/>
              <a:gd name="connsiteX99" fmla="*/ 136401 w 362535"/>
              <a:gd name="connsiteY99" fmla="*/ 118396 h 295655"/>
              <a:gd name="connsiteX100" fmla="*/ 136401 w 362535"/>
              <a:gd name="connsiteY100" fmla="*/ 96298 h 295655"/>
              <a:gd name="connsiteX101" fmla="*/ 128813 w 362535"/>
              <a:gd name="connsiteY101" fmla="*/ 88964 h 295655"/>
              <a:gd name="connsiteX102" fmla="*/ 98554 w 362535"/>
              <a:gd name="connsiteY102" fmla="*/ 88964 h 295655"/>
              <a:gd name="connsiteX103" fmla="*/ 90966 w 362535"/>
              <a:gd name="connsiteY103" fmla="*/ 96298 h 295655"/>
              <a:gd name="connsiteX104" fmla="*/ 90966 w 362535"/>
              <a:gd name="connsiteY104" fmla="*/ 118396 h 295655"/>
              <a:gd name="connsiteX105" fmla="*/ 68295 w 362535"/>
              <a:gd name="connsiteY105" fmla="*/ 118396 h 295655"/>
              <a:gd name="connsiteX106" fmla="*/ 60707 w 362535"/>
              <a:gd name="connsiteY106" fmla="*/ 125730 h 295655"/>
              <a:gd name="connsiteX107" fmla="*/ 60707 w 362535"/>
              <a:gd name="connsiteY107" fmla="*/ 155162 h 295655"/>
              <a:gd name="connsiteX108" fmla="*/ 68295 w 362535"/>
              <a:gd name="connsiteY108" fmla="*/ 162497 h 295655"/>
              <a:gd name="connsiteX109" fmla="*/ 75789 w 362535"/>
              <a:gd name="connsiteY109" fmla="*/ 133064 h 295655"/>
              <a:gd name="connsiteX110" fmla="*/ 98459 w 362535"/>
              <a:gd name="connsiteY110" fmla="*/ 133064 h 295655"/>
              <a:gd name="connsiteX111" fmla="*/ 106048 w 362535"/>
              <a:gd name="connsiteY111" fmla="*/ 125730 h 295655"/>
              <a:gd name="connsiteX112" fmla="*/ 106048 w 362535"/>
              <a:gd name="connsiteY112" fmla="*/ 103632 h 295655"/>
              <a:gd name="connsiteX113" fmla="*/ 121130 w 362535"/>
              <a:gd name="connsiteY113" fmla="*/ 103632 h 295655"/>
              <a:gd name="connsiteX114" fmla="*/ 121130 w 362535"/>
              <a:gd name="connsiteY114" fmla="*/ 125730 h 295655"/>
              <a:gd name="connsiteX115" fmla="*/ 128718 w 362535"/>
              <a:gd name="connsiteY115" fmla="*/ 133064 h 295655"/>
              <a:gd name="connsiteX116" fmla="*/ 151388 w 362535"/>
              <a:gd name="connsiteY116" fmla="*/ 133064 h 295655"/>
              <a:gd name="connsiteX117" fmla="*/ 151388 w 362535"/>
              <a:gd name="connsiteY117" fmla="*/ 147733 h 295655"/>
              <a:gd name="connsiteX118" fmla="*/ 128718 w 362535"/>
              <a:gd name="connsiteY118" fmla="*/ 147733 h 295655"/>
              <a:gd name="connsiteX119" fmla="*/ 121130 w 362535"/>
              <a:gd name="connsiteY119" fmla="*/ 155067 h 295655"/>
              <a:gd name="connsiteX120" fmla="*/ 121130 w 362535"/>
              <a:gd name="connsiteY120" fmla="*/ 177165 h 295655"/>
              <a:gd name="connsiteX121" fmla="*/ 106048 w 362535"/>
              <a:gd name="connsiteY121" fmla="*/ 177165 h 295655"/>
              <a:gd name="connsiteX122" fmla="*/ 106048 w 362535"/>
              <a:gd name="connsiteY122" fmla="*/ 155067 h 295655"/>
              <a:gd name="connsiteX123" fmla="*/ 98459 w 362535"/>
              <a:gd name="connsiteY123" fmla="*/ 147733 h 295655"/>
              <a:gd name="connsiteX124" fmla="*/ 75789 w 362535"/>
              <a:gd name="connsiteY124" fmla="*/ 147733 h 295655"/>
              <a:gd name="connsiteX125" fmla="*/ 75789 w 362535"/>
              <a:gd name="connsiteY125" fmla="*/ 133064 h 295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362535" h="295655">
                <a:moveTo>
                  <a:pt x="359974" y="172498"/>
                </a:moveTo>
                <a:lnTo>
                  <a:pt x="331043" y="142970"/>
                </a:lnTo>
                <a:lnTo>
                  <a:pt x="293291" y="77724"/>
                </a:lnTo>
                <a:cubicBezTo>
                  <a:pt x="292058" y="75247"/>
                  <a:pt x="289497" y="74009"/>
                  <a:pt x="287031" y="74009"/>
                </a:cubicBezTo>
                <a:lnTo>
                  <a:pt x="226608" y="74009"/>
                </a:lnTo>
                <a:lnTo>
                  <a:pt x="226608" y="51816"/>
                </a:lnTo>
                <a:cubicBezTo>
                  <a:pt x="226608" y="51816"/>
                  <a:pt x="226418" y="51245"/>
                  <a:pt x="226418" y="50959"/>
                </a:cubicBezTo>
                <a:lnTo>
                  <a:pt x="226418" y="37052"/>
                </a:lnTo>
                <a:cubicBezTo>
                  <a:pt x="226418" y="16097"/>
                  <a:pt x="208775" y="0"/>
                  <a:pt x="188666" y="0"/>
                </a:cubicBezTo>
                <a:cubicBezTo>
                  <a:pt x="167324" y="0"/>
                  <a:pt x="150914" y="16097"/>
                  <a:pt x="150914" y="37052"/>
                </a:cubicBezTo>
                <a:lnTo>
                  <a:pt x="150914" y="44482"/>
                </a:lnTo>
                <a:lnTo>
                  <a:pt x="7588" y="44482"/>
                </a:lnTo>
                <a:cubicBezTo>
                  <a:pt x="2561" y="44482"/>
                  <a:pt x="0" y="48197"/>
                  <a:pt x="0" y="51911"/>
                </a:cubicBezTo>
                <a:lnTo>
                  <a:pt x="0" y="258699"/>
                </a:lnTo>
                <a:cubicBezTo>
                  <a:pt x="0" y="262414"/>
                  <a:pt x="2561" y="266033"/>
                  <a:pt x="7588" y="266033"/>
                </a:cubicBezTo>
                <a:lnTo>
                  <a:pt x="38511" y="266033"/>
                </a:lnTo>
                <a:cubicBezTo>
                  <a:pt x="41831" y="283274"/>
                  <a:pt x="56723" y="295656"/>
                  <a:pt x="75504" y="295656"/>
                </a:cubicBezTo>
                <a:cubicBezTo>
                  <a:pt x="93147" y="295656"/>
                  <a:pt x="108893" y="283274"/>
                  <a:pt x="112498" y="266033"/>
                </a:cubicBezTo>
                <a:lnTo>
                  <a:pt x="250132" y="266033"/>
                </a:lnTo>
                <a:cubicBezTo>
                  <a:pt x="253452" y="283274"/>
                  <a:pt x="268344" y="295656"/>
                  <a:pt x="287125" y="295656"/>
                </a:cubicBezTo>
                <a:cubicBezTo>
                  <a:pt x="304768" y="295656"/>
                  <a:pt x="320514" y="283274"/>
                  <a:pt x="324024" y="266033"/>
                </a:cubicBezTo>
                <a:lnTo>
                  <a:pt x="354947" y="266033"/>
                </a:lnTo>
                <a:cubicBezTo>
                  <a:pt x="358741" y="266033"/>
                  <a:pt x="362535" y="262318"/>
                  <a:pt x="362535" y="258699"/>
                </a:cubicBezTo>
                <a:lnTo>
                  <a:pt x="362535" y="177451"/>
                </a:lnTo>
                <a:cubicBezTo>
                  <a:pt x="362535" y="174974"/>
                  <a:pt x="361302" y="173736"/>
                  <a:pt x="359974" y="172498"/>
                </a:cubicBezTo>
                <a:close/>
                <a:moveTo>
                  <a:pt x="281908" y="88773"/>
                </a:moveTo>
                <a:lnTo>
                  <a:pt x="318427" y="151543"/>
                </a:lnTo>
                <a:cubicBezTo>
                  <a:pt x="318427" y="151543"/>
                  <a:pt x="318427" y="152781"/>
                  <a:pt x="319661" y="152781"/>
                </a:cubicBezTo>
                <a:lnTo>
                  <a:pt x="347358" y="181070"/>
                </a:lnTo>
                <a:lnTo>
                  <a:pt x="347358" y="221551"/>
                </a:lnTo>
                <a:lnTo>
                  <a:pt x="226323" y="221551"/>
                </a:lnTo>
                <a:lnTo>
                  <a:pt x="226323" y="88773"/>
                </a:lnTo>
                <a:lnTo>
                  <a:pt x="281908" y="88773"/>
                </a:lnTo>
                <a:close/>
                <a:moveTo>
                  <a:pt x="250037" y="251174"/>
                </a:moveTo>
                <a:lnTo>
                  <a:pt x="112403" y="251174"/>
                </a:lnTo>
                <a:cubicBezTo>
                  <a:pt x="111265" y="245650"/>
                  <a:pt x="108798" y="240601"/>
                  <a:pt x="105479" y="236315"/>
                </a:cubicBezTo>
                <a:lnTo>
                  <a:pt x="256677" y="236315"/>
                </a:lnTo>
                <a:cubicBezTo>
                  <a:pt x="253452" y="240601"/>
                  <a:pt x="251081" y="245555"/>
                  <a:pt x="250037" y="251174"/>
                </a:cubicBezTo>
                <a:close/>
                <a:moveTo>
                  <a:pt x="165996" y="37052"/>
                </a:moveTo>
                <a:cubicBezTo>
                  <a:pt x="165996" y="24670"/>
                  <a:pt x="176051" y="14859"/>
                  <a:pt x="188666" y="14859"/>
                </a:cubicBezTo>
                <a:cubicBezTo>
                  <a:pt x="201282" y="14859"/>
                  <a:pt x="211336" y="24765"/>
                  <a:pt x="211336" y="37052"/>
                </a:cubicBezTo>
                <a:lnTo>
                  <a:pt x="211336" y="44482"/>
                </a:lnTo>
                <a:lnTo>
                  <a:pt x="166091" y="44482"/>
                </a:lnTo>
                <a:lnTo>
                  <a:pt x="166091" y="37052"/>
                </a:lnTo>
                <a:close/>
                <a:moveTo>
                  <a:pt x="158123" y="59245"/>
                </a:moveTo>
                <a:cubicBezTo>
                  <a:pt x="158123" y="59245"/>
                  <a:pt x="158313" y="59245"/>
                  <a:pt x="158408" y="59245"/>
                </a:cubicBezTo>
                <a:lnTo>
                  <a:pt x="211431" y="59245"/>
                </a:lnTo>
                <a:lnTo>
                  <a:pt x="211431" y="81343"/>
                </a:lnTo>
                <a:cubicBezTo>
                  <a:pt x="211431" y="81343"/>
                  <a:pt x="211526" y="81915"/>
                  <a:pt x="211526" y="82105"/>
                </a:cubicBezTo>
                <a:lnTo>
                  <a:pt x="211526" y="221456"/>
                </a:lnTo>
                <a:lnTo>
                  <a:pt x="15082" y="221456"/>
                </a:lnTo>
                <a:lnTo>
                  <a:pt x="15082" y="59150"/>
                </a:lnTo>
                <a:lnTo>
                  <a:pt x="158123" y="59150"/>
                </a:lnTo>
                <a:close/>
                <a:moveTo>
                  <a:pt x="15082" y="236410"/>
                </a:moveTo>
                <a:lnTo>
                  <a:pt x="45056" y="236410"/>
                </a:lnTo>
                <a:cubicBezTo>
                  <a:pt x="41831" y="240697"/>
                  <a:pt x="39460" y="245745"/>
                  <a:pt x="38416" y="251270"/>
                </a:cubicBezTo>
                <a:lnTo>
                  <a:pt x="15082" y="251270"/>
                </a:lnTo>
                <a:lnTo>
                  <a:pt x="15082" y="236410"/>
                </a:lnTo>
                <a:close/>
                <a:moveTo>
                  <a:pt x="75410" y="280797"/>
                </a:moveTo>
                <a:cubicBezTo>
                  <a:pt x="62889" y="280797"/>
                  <a:pt x="52834" y="270986"/>
                  <a:pt x="52834" y="258699"/>
                </a:cubicBezTo>
                <a:cubicBezTo>
                  <a:pt x="52834" y="258699"/>
                  <a:pt x="52834" y="258699"/>
                  <a:pt x="52834" y="258604"/>
                </a:cubicBezTo>
                <a:cubicBezTo>
                  <a:pt x="52834" y="258604"/>
                  <a:pt x="52834" y="258604"/>
                  <a:pt x="52834" y="258413"/>
                </a:cubicBezTo>
                <a:cubicBezTo>
                  <a:pt x="52834" y="246126"/>
                  <a:pt x="62889" y="236315"/>
                  <a:pt x="75410" y="236315"/>
                </a:cubicBezTo>
                <a:cubicBezTo>
                  <a:pt x="87930" y="236315"/>
                  <a:pt x="98080" y="246221"/>
                  <a:pt x="98080" y="258509"/>
                </a:cubicBezTo>
                <a:cubicBezTo>
                  <a:pt x="98080" y="270796"/>
                  <a:pt x="88025" y="280702"/>
                  <a:pt x="75410" y="280702"/>
                </a:cubicBezTo>
                <a:close/>
                <a:moveTo>
                  <a:pt x="287031" y="280797"/>
                </a:moveTo>
                <a:cubicBezTo>
                  <a:pt x="274415" y="280797"/>
                  <a:pt x="264360" y="270891"/>
                  <a:pt x="264360" y="258604"/>
                </a:cubicBezTo>
                <a:cubicBezTo>
                  <a:pt x="264360" y="246316"/>
                  <a:pt x="274415" y="236410"/>
                  <a:pt x="287031" y="236410"/>
                </a:cubicBezTo>
                <a:cubicBezTo>
                  <a:pt x="299646" y="236410"/>
                  <a:pt x="309511" y="246221"/>
                  <a:pt x="309606" y="258413"/>
                </a:cubicBezTo>
                <a:cubicBezTo>
                  <a:pt x="309606" y="258413"/>
                  <a:pt x="309606" y="258509"/>
                  <a:pt x="309606" y="258604"/>
                </a:cubicBezTo>
                <a:cubicBezTo>
                  <a:pt x="309606" y="258604"/>
                  <a:pt x="309606" y="258699"/>
                  <a:pt x="309606" y="258794"/>
                </a:cubicBezTo>
                <a:cubicBezTo>
                  <a:pt x="309511" y="271082"/>
                  <a:pt x="299457" y="280797"/>
                  <a:pt x="287031" y="280797"/>
                </a:cubicBezTo>
                <a:close/>
                <a:moveTo>
                  <a:pt x="323929" y="251270"/>
                </a:moveTo>
                <a:cubicBezTo>
                  <a:pt x="322791" y="245745"/>
                  <a:pt x="320325" y="240697"/>
                  <a:pt x="317005" y="236410"/>
                </a:cubicBezTo>
                <a:lnTo>
                  <a:pt x="347358" y="236410"/>
                </a:lnTo>
                <a:lnTo>
                  <a:pt x="347358" y="251270"/>
                </a:lnTo>
                <a:lnTo>
                  <a:pt x="323929" y="251270"/>
                </a:lnTo>
                <a:close/>
                <a:moveTo>
                  <a:pt x="241880" y="111062"/>
                </a:moveTo>
                <a:cubicBezTo>
                  <a:pt x="241880" y="107442"/>
                  <a:pt x="244346" y="103727"/>
                  <a:pt x="249373" y="103727"/>
                </a:cubicBezTo>
                <a:lnTo>
                  <a:pt x="271949" y="103727"/>
                </a:lnTo>
                <a:cubicBezTo>
                  <a:pt x="274415" y="103727"/>
                  <a:pt x="276976" y="104966"/>
                  <a:pt x="278209" y="107347"/>
                </a:cubicBezTo>
                <a:lnTo>
                  <a:pt x="300784" y="151162"/>
                </a:lnTo>
                <a:cubicBezTo>
                  <a:pt x="303251" y="154781"/>
                  <a:pt x="300784" y="159734"/>
                  <a:pt x="296990" y="160877"/>
                </a:cubicBezTo>
                <a:cubicBezTo>
                  <a:pt x="296990" y="162116"/>
                  <a:pt x="295757" y="162116"/>
                  <a:pt x="294524" y="162116"/>
                </a:cubicBezTo>
                <a:cubicBezTo>
                  <a:pt x="292058" y="162116"/>
                  <a:pt x="288264" y="160877"/>
                  <a:pt x="287031" y="158496"/>
                </a:cubicBezTo>
                <a:lnTo>
                  <a:pt x="266921" y="118301"/>
                </a:lnTo>
                <a:lnTo>
                  <a:pt x="249373" y="118301"/>
                </a:lnTo>
                <a:cubicBezTo>
                  <a:pt x="244346" y="118301"/>
                  <a:pt x="241880" y="114681"/>
                  <a:pt x="241880" y="110966"/>
                </a:cubicBezTo>
                <a:close/>
                <a:moveTo>
                  <a:pt x="68295" y="162497"/>
                </a:moveTo>
                <a:lnTo>
                  <a:pt x="90966" y="162497"/>
                </a:lnTo>
                <a:lnTo>
                  <a:pt x="90966" y="184595"/>
                </a:lnTo>
                <a:cubicBezTo>
                  <a:pt x="90966" y="188309"/>
                  <a:pt x="93527" y="191929"/>
                  <a:pt x="98554" y="191929"/>
                </a:cubicBezTo>
                <a:lnTo>
                  <a:pt x="128813" y="191929"/>
                </a:lnTo>
                <a:cubicBezTo>
                  <a:pt x="132607" y="191929"/>
                  <a:pt x="136401" y="188214"/>
                  <a:pt x="136401" y="184595"/>
                </a:cubicBezTo>
                <a:lnTo>
                  <a:pt x="136401" y="162497"/>
                </a:lnTo>
                <a:lnTo>
                  <a:pt x="159072" y="162497"/>
                </a:lnTo>
                <a:cubicBezTo>
                  <a:pt x="162866" y="162497"/>
                  <a:pt x="166660" y="158782"/>
                  <a:pt x="166660" y="155162"/>
                </a:cubicBezTo>
                <a:lnTo>
                  <a:pt x="166660" y="125730"/>
                </a:lnTo>
                <a:cubicBezTo>
                  <a:pt x="166660" y="122015"/>
                  <a:pt x="162866" y="118396"/>
                  <a:pt x="159072" y="118396"/>
                </a:cubicBezTo>
                <a:lnTo>
                  <a:pt x="136401" y="118396"/>
                </a:lnTo>
                <a:lnTo>
                  <a:pt x="136401" y="96298"/>
                </a:lnTo>
                <a:cubicBezTo>
                  <a:pt x="136401" y="92583"/>
                  <a:pt x="132607" y="88964"/>
                  <a:pt x="128813" y="88964"/>
                </a:cubicBezTo>
                <a:lnTo>
                  <a:pt x="98554" y="88964"/>
                </a:lnTo>
                <a:cubicBezTo>
                  <a:pt x="93527" y="88964"/>
                  <a:pt x="90966" y="92678"/>
                  <a:pt x="90966" y="96298"/>
                </a:cubicBezTo>
                <a:lnTo>
                  <a:pt x="90966" y="118396"/>
                </a:lnTo>
                <a:lnTo>
                  <a:pt x="68295" y="118396"/>
                </a:lnTo>
                <a:cubicBezTo>
                  <a:pt x="63268" y="118396"/>
                  <a:pt x="60707" y="122110"/>
                  <a:pt x="60707" y="125730"/>
                </a:cubicBezTo>
                <a:lnTo>
                  <a:pt x="60707" y="155162"/>
                </a:lnTo>
                <a:cubicBezTo>
                  <a:pt x="60707" y="158877"/>
                  <a:pt x="63268" y="162497"/>
                  <a:pt x="68295" y="162497"/>
                </a:cubicBezTo>
                <a:close/>
                <a:moveTo>
                  <a:pt x="75789" y="133064"/>
                </a:moveTo>
                <a:lnTo>
                  <a:pt x="98459" y="133064"/>
                </a:lnTo>
                <a:cubicBezTo>
                  <a:pt x="102253" y="133064"/>
                  <a:pt x="106048" y="129349"/>
                  <a:pt x="106048" y="125730"/>
                </a:cubicBezTo>
                <a:lnTo>
                  <a:pt x="106048" y="103632"/>
                </a:lnTo>
                <a:lnTo>
                  <a:pt x="121130" y="103632"/>
                </a:lnTo>
                <a:lnTo>
                  <a:pt x="121130" y="125730"/>
                </a:lnTo>
                <a:cubicBezTo>
                  <a:pt x="121130" y="129445"/>
                  <a:pt x="123691" y="133064"/>
                  <a:pt x="128718" y="133064"/>
                </a:cubicBezTo>
                <a:lnTo>
                  <a:pt x="151388" y="133064"/>
                </a:lnTo>
                <a:lnTo>
                  <a:pt x="151388" y="147733"/>
                </a:lnTo>
                <a:lnTo>
                  <a:pt x="128718" y="147733"/>
                </a:lnTo>
                <a:cubicBezTo>
                  <a:pt x="123691" y="147733"/>
                  <a:pt x="121130" y="151447"/>
                  <a:pt x="121130" y="155067"/>
                </a:cubicBezTo>
                <a:lnTo>
                  <a:pt x="121130" y="177165"/>
                </a:lnTo>
                <a:lnTo>
                  <a:pt x="106048" y="177165"/>
                </a:lnTo>
                <a:lnTo>
                  <a:pt x="106048" y="155067"/>
                </a:lnTo>
                <a:cubicBezTo>
                  <a:pt x="106048" y="151352"/>
                  <a:pt x="102253" y="147733"/>
                  <a:pt x="98459" y="147733"/>
                </a:cubicBezTo>
                <a:lnTo>
                  <a:pt x="75789" y="147733"/>
                </a:lnTo>
                <a:lnTo>
                  <a:pt x="75789" y="133064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" name="Graphic 3">
            <a:extLst>
              <a:ext uri="{FF2B5EF4-FFF2-40B4-BE49-F238E27FC236}">
                <a16:creationId xmlns:a16="http://schemas.microsoft.com/office/drawing/2014/main" id="{DAC02EC8-C984-7B9B-B515-04798F4B32E7}"/>
              </a:ext>
            </a:extLst>
          </p:cNvPr>
          <p:cNvSpPr/>
          <p:nvPr/>
        </p:nvSpPr>
        <p:spPr>
          <a:xfrm>
            <a:off x="1329112" y="1532006"/>
            <a:ext cx="484505" cy="395124"/>
          </a:xfrm>
          <a:custGeom>
            <a:avLst/>
            <a:gdLst>
              <a:gd name="connsiteX0" fmla="*/ 359974 w 362535"/>
              <a:gd name="connsiteY0" fmla="*/ 172498 h 295655"/>
              <a:gd name="connsiteX1" fmla="*/ 331043 w 362535"/>
              <a:gd name="connsiteY1" fmla="*/ 142970 h 295655"/>
              <a:gd name="connsiteX2" fmla="*/ 293291 w 362535"/>
              <a:gd name="connsiteY2" fmla="*/ 77724 h 295655"/>
              <a:gd name="connsiteX3" fmla="*/ 287031 w 362535"/>
              <a:gd name="connsiteY3" fmla="*/ 74009 h 295655"/>
              <a:gd name="connsiteX4" fmla="*/ 226608 w 362535"/>
              <a:gd name="connsiteY4" fmla="*/ 74009 h 295655"/>
              <a:gd name="connsiteX5" fmla="*/ 226608 w 362535"/>
              <a:gd name="connsiteY5" fmla="*/ 51816 h 295655"/>
              <a:gd name="connsiteX6" fmla="*/ 226418 w 362535"/>
              <a:gd name="connsiteY6" fmla="*/ 50959 h 295655"/>
              <a:gd name="connsiteX7" fmla="*/ 226418 w 362535"/>
              <a:gd name="connsiteY7" fmla="*/ 37052 h 295655"/>
              <a:gd name="connsiteX8" fmla="*/ 188666 w 362535"/>
              <a:gd name="connsiteY8" fmla="*/ 0 h 295655"/>
              <a:gd name="connsiteX9" fmla="*/ 150914 w 362535"/>
              <a:gd name="connsiteY9" fmla="*/ 37052 h 295655"/>
              <a:gd name="connsiteX10" fmla="*/ 150914 w 362535"/>
              <a:gd name="connsiteY10" fmla="*/ 44482 h 295655"/>
              <a:gd name="connsiteX11" fmla="*/ 7588 w 362535"/>
              <a:gd name="connsiteY11" fmla="*/ 44482 h 295655"/>
              <a:gd name="connsiteX12" fmla="*/ 0 w 362535"/>
              <a:gd name="connsiteY12" fmla="*/ 51911 h 295655"/>
              <a:gd name="connsiteX13" fmla="*/ 0 w 362535"/>
              <a:gd name="connsiteY13" fmla="*/ 258699 h 295655"/>
              <a:gd name="connsiteX14" fmla="*/ 7588 w 362535"/>
              <a:gd name="connsiteY14" fmla="*/ 266033 h 295655"/>
              <a:gd name="connsiteX15" fmla="*/ 38511 w 362535"/>
              <a:gd name="connsiteY15" fmla="*/ 266033 h 295655"/>
              <a:gd name="connsiteX16" fmla="*/ 75504 w 362535"/>
              <a:gd name="connsiteY16" fmla="*/ 295656 h 295655"/>
              <a:gd name="connsiteX17" fmla="*/ 112498 w 362535"/>
              <a:gd name="connsiteY17" fmla="*/ 266033 h 295655"/>
              <a:gd name="connsiteX18" fmla="*/ 250132 w 362535"/>
              <a:gd name="connsiteY18" fmla="*/ 266033 h 295655"/>
              <a:gd name="connsiteX19" fmla="*/ 287125 w 362535"/>
              <a:gd name="connsiteY19" fmla="*/ 295656 h 295655"/>
              <a:gd name="connsiteX20" fmla="*/ 324024 w 362535"/>
              <a:gd name="connsiteY20" fmla="*/ 266033 h 295655"/>
              <a:gd name="connsiteX21" fmla="*/ 354947 w 362535"/>
              <a:gd name="connsiteY21" fmla="*/ 266033 h 295655"/>
              <a:gd name="connsiteX22" fmla="*/ 362535 w 362535"/>
              <a:gd name="connsiteY22" fmla="*/ 258699 h 295655"/>
              <a:gd name="connsiteX23" fmla="*/ 362535 w 362535"/>
              <a:gd name="connsiteY23" fmla="*/ 177451 h 295655"/>
              <a:gd name="connsiteX24" fmla="*/ 359974 w 362535"/>
              <a:gd name="connsiteY24" fmla="*/ 172498 h 295655"/>
              <a:gd name="connsiteX25" fmla="*/ 281908 w 362535"/>
              <a:gd name="connsiteY25" fmla="*/ 88773 h 295655"/>
              <a:gd name="connsiteX26" fmla="*/ 318427 w 362535"/>
              <a:gd name="connsiteY26" fmla="*/ 151543 h 295655"/>
              <a:gd name="connsiteX27" fmla="*/ 319661 w 362535"/>
              <a:gd name="connsiteY27" fmla="*/ 152781 h 295655"/>
              <a:gd name="connsiteX28" fmla="*/ 347358 w 362535"/>
              <a:gd name="connsiteY28" fmla="*/ 181070 h 295655"/>
              <a:gd name="connsiteX29" fmla="*/ 347358 w 362535"/>
              <a:gd name="connsiteY29" fmla="*/ 221551 h 295655"/>
              <a:gd name="connsiteX30" fmla="*/ 226323 w 362535"/>
              <a:gd name="connsiteY30" fmla="*/ 221551 h 295655"/>
              <a:gd name="connsiteX31" fmla="*/ 226323 w 362535"/>
              <a:gd name="connsiteY31" fmla="*/ 88773 h 295655"/>
              <a:gd name="connsiteX32" fmla="*/ 281908 w 362535"/>
              <a:gd name="connsiteY32" fmla="*/ 88773 h 295655"/>
              <a:gd name="connsiteX33" fmla="*/ 250037 w 362535"/>
              <a:gd name="connsiteY33" fmla="*/ 251174 h 295655"/>
              <a:gd name="connsiteX34" fmla="*/ 112403 w 362535"/>
              <a:gd name="connsiteY34" fmla="*/ 251174 h 295655"/>
              <a:gd name="connsiteX35" fmla="*/ 105479 w 362535"/>
              <a:gd name="connsiteY35" fmla="*/ 236315 h 295655"/>
              <a:gd name="connsiteX36" fmla="*/ 256677 w 362535"/>
              <a:gd name="connsiteY36" fmla="*/ 236315 h 295655"/>
              <a:gd name="connsiteX37" fmla="*/ 250037 w 362535"/>
              <a:gd name="connsiteY37" fmla="*/ 251174 h 295655"/>
              <a:gd name="connsiteX38" fmla="*/ 165996 w 362535"/>
              <a:gd name="connsiteY38" fmla="*/ 37052 h 295655"/>
              <a:gd name="connsiteX39" fmla="*/ 188666 w 362535"/>
              <a:gd name="connsiteY39" fmla="*/ 14859 h 295655"/>
              <a:gd name="connsiteX40" fmla="*/ 211336 w 362535"/>
              <a:gd name="connsiteY40" fmla="*/ 37052 h 295655"/>
              <a:gd name="connsiteX41" fmla="*/ 211336 w 362535"/>
              <a:gd name="connsiteY41" fmla="*/ 44482 h 295655"/>
              <a:gd name="connsiteX42" fmla="*/ 166091 w 362535"/>
              <a:gd name="connsiteY42" fmla="*/ 44482 h 295655"/>
              <a:gd name="connsiteX43" fmla="*/ 166091 w 362535"/>
              <a:gd name="connsiteY43" fmla="*/ 37052 h 295655"/>
              <a:gd name="connsiteX44" fmla="*/ 158123 w 362535"/>
              <a:gd name="connsiteY44" fmla="*/ 59245 h 295655"/>
              <a:gd name="connsiteX45" fmla="*/ 158408 w 362535"/>
              <a:gd name="connsiteY45" fmla="*/ 59245 h 295655"/>
              <a:gd name="connsiteX46" fmla="*/ 211431 w 362535"/>
              <a:gd name="connsiteY46" fmla="*/ 59245 h 295655"/>
              <a:gd name="connsiteX47" fmla="*/ 211431 w 362535"/>
              <a:gd name="connsiteY47" fmla="*/ 81343 h 295655"/>
              <a:gd name="connsiteX48" fmla="*/ 211526 w 362535"/>
              <a:gd name="connsiteY48" fmla="*/ 82105 h 295655"/>
              <a:gd name="connsiteX49" fmla="*/ 211526 w 362535"/>
              <a:gd name="connsiteY49" fmla="*/ 221456 h 295655"/>
              <a:gd name="connsiteX50" fmla="*/ 15082 w 362535"/>
              <a:gd name="connsiteY50" fmla="*/ 221456 h 295655"/>
              <a:gd name="connsiteX51" fmla="*/ 15082 w 362535"/>
              <a:gd name="connsiteY51" fmla="*/ 59150 h 295655"/>
              <a:gd name="connsiteX52" fmla="*/ 158123 w 362535"/>
              <a:gd name="connsiteY52" fmla="*/ 59150 h 295655"/>
              <a:gd name="connsiteX53" fmla="*/ 15082 w 362535"/>
              <a:gd name="connsiteY53" fmla="*/ 236410 h 295655"/>
              <a:gd name="connsiteX54" fmla="*/ 45056 w 362535"/>
              <a:gd name="connsiteY54" fmla="*/ 236410 h 295655"/>
              <a:gd name="connsiteX55" fmla="*/ 38416 w 362535"/>
              <a:gd name="connsiteY55" fmla="*/ 251270 h 295655"/>
              <a:gd name="connsiteX56" fmla="*/ 15082 w 362535"/>
              <a:gd name="connsiteY56" fmla="*/ 251270 h 295655"/>
              <a:gd name="connsiteX57" fmla="*/ 15082 w 362535"/>
              <a:gd name="connsiteY57" fmla="*/ 236410 h 295655"/>
              <a:gd name="connsiteX58" fmla="*/ 75410 w 362535"/>
              <a:gd name="connsiteY58" fmla="*/ 280797 h 295655"/>
              <a:gd name="connsiteX59" fmla="*/ 52834 w 362535"/>
              <a:gd name="connsiteY59" fmla="*/ 258699 h 295655"/>
              <a:gd name="connsiteX60" fmla="*/ 52834 w 362535"/>
              <a:gd name="connsiteY60" fmla="*/ 258604 h 295655"/>
              <a:gd name="connsiteX61" fmla="*/ 52834 w 362535"/>
              <a:gd name="connsiteY61" fmla="*/ 258413 h 295655"/>
              <a:gd name="connsiteX62" fmla="*/ 75410 w 362535"/>
              <a:gd name="connsiteY62" fmla="*/ 236315 h 295655"/>
              <a:gd name="connsiteX63" fmla="*/ 98080 w 362535"/>
              <a:gd name="connsiteY63" fmla="*/ 258509 h 295655"/>
              <a:gd name="connsiteX64" fmla="*/ 75410 w 362535"/>
              <a:gd name="connsiteY64" fmla="*/ 280702 h 295655"/>
              <a:gd name="connsiteX65" fmla="*/ 287031 w 362535"/>
              <a:gd name="connsiteY65" fmla="*/ 280797 h 295655"/>
              <a:gd name="connsiteX66" fmla="*/ 264360 w 362535"/>
              <a:gd name="connsiteY66" fmla="*/ 258604 h 295655"/>
              <a:gd name="connsiteX67" fmla="*/ 287031 w 362535"/>
              <a:gd name="connsiteY67" fmla="*/ 236410 h 295655"/>
              <a:gd name="connsiteX68" fmla="*/ 309606 w 362535"/>
              <a:gd name="connsiteY68" fmla="*/ 258413 h 295655"/>
              <a:gd name="connsiteX69" fmla="*/ 309606 w 362535"/>
              <a:gd name="connsiteY69" fmla="*/ 258604 h 295655"/>
              <a:gd name="connsiteX70" fmla="*/ 309606 w 362535"/>
              <a:gd name="connsiteY70" fmla="*/ 258794 h 295655"/>
              <a:gd name="connsiteX71" fmla="*/ 287031 w 362535"/>
              <a:gd name="connsiteY71" fmla="*/ 280797 h 295655"/>
              <a:gd name="connsiteX72" fmla="*/ 323929 w 362535"/>
              <a:gd name="connsiteY72" fmla="*/ 251270 h 295655"/>
              <a:gd name="connsiteX73" fmla="*/ 317005 w 362535"/>
              <a:gd name="connsiteY73" fmla="*/ 236410 h 295655"/>
              <a:gd name="connsiteX74" fmla="*/ 347358 w 362535"/>
              <a:gd name="connsiteY74" fmla="*/ 236410 h 295655"/>
              <a:gd name="connsiteX75" fmla="*/ 347358 w 362535"/>
              <a:gd name="connsiteY75" fmla="*/ 251270 h 295655"/>
              <a:gd name="connsiteX76" fmla="*/ 323929 w 362535"/>
              <a:gd name="connsiteY76" fmla="*/ 251270 h 295655"/>
              <a:gd name="connsiteX77" fmla="*/ 241880 w 362535"/>
              <a:gd name="connsiteY77" fmla="*/ 111062 h 295655"/>
              <a:gd name="connsiteX78" fmla="*/ 249373 w 362535"/>
              <a:gd name="connsiteY78" fmla="*/ 103727 h 295655"/>
              <a:gd name="connsiteX79" fmla="*/ 271949 w 362535"/>
              <a:gd name="connsiteY79" fmla="*/ 103727 h 295655"/>
              <a:gd name="connsiteX80" fmla="*/ 278209 w 362535"/>
              <a:gd name="connsiteY80" fmla="*/ 107347 h 295655"/>
              <a:gd name="connsiteX81" fmla="*/ 300784 w 362535"/>
              <a:gd name="connsiteY81" fmla="*/ 151162 h 295655"/>
              <a:gd name="connsiteX82" fmla="*/ 296990 w 362535"/>
              <a:gd name="connsiteY82" fmla="*/ 160877 h 295655"/>
              <a:gd name="connsiteX83" fmla="*/ 294524 w 362535"/>
              <a:gd name="connsiteY83" fmla="*/ 162116 h 295655"/>
              <a:gd name="connsiteX84" fmla="*/ 287031 w 362535"/>
              <a:gd name="connsiteY84" fmla="*/ 158496 h 295655"/>
              <a:gd name="connsiteX85" fmla="*/ 266921 w 362535"/>
              <a:gd name="connsiteY85" fmla="*/ 118301 h 295655"/>
              <a:gd name="connsiteX86" fmla="*/ 249373 w 362535"/>
              <a:gd name="connsiteY86" fmla="*/ 118301 h 295655"/>
              <a:gd name="connsiteX87" fmla="*/ 241880 w 362535"/>
              <a:gd name="connsiteY87" fmla="*/ 110966 h 295655"/>
              <a:gd name="connsiteX88" fmla="*/ 68295 w 362535"/>
              <a:gd name="connsiteY88" fmla="*/ 162497 h 295655"/>
              <a:gd name="connsiteX89" fmla="*/ 90966 w 362535"/>
              <a:gd name="connsiteY89" fmla="*/ 162497 h 295655"/>
              <a:gd name="connsiteX90" fmla="*/ 90966 w 362535"/>
              <a:gd name="connsiteY90" fmla="*/ 184595 h 295655"/>
              <a:gd name="connsiteX91" fmla="*/ 98554 w 362535"/>
              <a:gd name="connsiteY91" fmla="*/ 191929 h 295655"/>
              <a:gd name="connsiteX92" fmla="*/ 128813 w 362535"/>
              <a:gd name="connsiteY92" fmla="*/ 191929 h 295655"/>
              <a:gd name="connsiteX93" fmla="*/ 136401 w 362535"/>
              <a:gd name="connsiteY93" fmla="*/ 184595 h 295655"/>
              <a:gd name="connsiteX94" fmla="*/ 136401 w 362535"/>
              <a:gd name="connsiteY94" fmla="*/ 162497 h 295655"/>
              <a:gd name="connsiteX95" fmla="*/ 159072 w 362535"/>
              <a:gd name="connsiteY95" fmla="*/ 162497 h 295655"/>
              <a:gd name="connsiteX96" fmla="*/ 166660 w 362535"/>
              <a:gd name="connsiteY96" fmla="*/ 155162 h 295655"/>
              <a:gd name="connsiteX97" fmla="*/ 166660 w 362535"/>
              <a:gd name="connsiteY97" fmla="*/ 125730 h 295655"/>
              <a:gd name="connsiteX98" fmla="*/ 159072 w 362535"/>
              <a:gd name="connsiteY98" fmla="*/ 118396 h 295655"/>
              <a:gd name="connsiteX99" fmla="*/ 136401 w 362535"/>
              <a:gd name="connsiteY99" fmla="*/ 118396 h 295655"/>
              <a:gd name="connsiteX100" fmla="*/ 136401 w 362535"/>
              <a:gd name="connsiteY100" fmla="*/ 96298 h 295655"/>
              <a:gd name="connsiteX101" fmla="*/ 128813 w 362535"/>
              <a:gd name="connsiteY101" fmla="*/ 88964 h 295655"/>
              <a:gd name="connsiteX102" fmla="*/ 98554 w 362535"/>
              <a:gd name="connsiteY102" fmla="*/ 88964 h 295655"/>
              <a:gd name="connsiteX103" fmla="*/ 90966 w 362535"/>
              <a:gd name="connsiteY103" fmla="*/ 96298 h 295655"/>
              <a:gd name="connsiteX104" fmla="*/ 90966 w 362535"/>
              <a:gd name="connsiteY104" fmla="*/ 118396 h 295655"/>
              <a:gd name="connsiteX105" fmla="*/ 68295 w 362535"/>
              <a:gd name="connsiteY105" fmla="*/ 118396 h 295655"/>
              <a:gd name="connsiteX106" fmla="*/ 60707 w 362535"/>
              <a:gd name="connsiteY106" fmla="*/ 125730 h 295655"/>
              <a:gd name="connsiteX107" fmla="*/ 60707 w 362535"/>
              <a:gd name="connsiteY107" fmla="*/ 155162 h 295655"/>
              <a:gd name="connsiteX108" fmla="*/ 68295 w 362535"/>
              <a:gd name="connsiteY108" fmla="*/ 162497 h 295655"/>
              <a:gd name="connsiteX109" fmla="*/ 75789 w 362535"/>
              <a:gd name="connsiteY109" fmla="*/ 133064 h 295655"/>
              <a:gd name="connsiteX110" fmla="*/ 98459 w 362535"/>
              <a:gd name="connsiteY110" fmla="*/ 133064 h 295655"/>
              <a:gd name="connsiteX111" fmla="*/ 106048 w 362535"/>
              <a:gd name="connsiteY111" fmla="*/ 125730 h 295655"/>
              <a:gd name="connsiteX112" fmla="*/ 106048 w 362535"/>
              <a:gd name="connsiteY112" fmla="*/ 103632 h 295655"/>
              <a:gd name="connsiteX113" fmla="*/ 121130 w 362535"/>
              <a:gd name="connsiteY113" fmla="*/ 103632 h 295655"/>
              <a:gd name="connsiteX114" fmla="*/ 121130 w 362535"/>
              <a:gd name="connsiteY114" fmla="*/ 125730 h 295655"/>
              <a:gd name="connsiteX115" fmla="*/ 128718 w 362535"/>
              <a:gd name="connsiteY115" fmla="*/ 133064 h 295655"/>
              <a:gd name="connsiteX116" fmla="*/ 151388 w 362535"/>
              <a:gd name="connsiteY116" fmla="*/ 133064 h 295655"/>
              <a:gd name="connsiteX117" fmla="*/ 151388 w 362535"/>
              <a:gd name="connsiteY117" fmla="*/ 147733 h 295655"/>
              <a:gd name="connsiteX118" fmla="*/ 128718 w 362535"/>
              <a:gd name="connsiteY118" fmla="*/ 147733 h 295655"/>
              <a:gd name="connsiteX119" fmla="*/ 121130 w 362535"/>
              <a:gd name="connsiteY119" fmla="*/ 155067 h 295655"/>
              <a:gd name="connsiteX120" fmla="*/ 121130 w 362535"/>
              <a:gd name="connsiteY120" fmla="*/ 177165 h 295655"/>
              <a:gd name="connsiteX121" fmla="*/ 106048 w 362535"/>
              <a:gd name="connsiteY121" fmla="*/ 177165 h 295655"/>
              <a:gd name="connsiteX122" fmla="*/ 106048 w 362535"/>
              <a:gd name="connsiteY122" fmla="*/ 155067 h 295655"/>
              <a:gd name="connsiteX123" fmla="*/ 98459 w 362535"/>
              <a:gd name="connsiteY123" fmla="*/ 147733 h 295655"/>
              <a:gd name="connsiteX124" fmla="*/ 75789 w 362535"/>
              <a:gd name="connsiteY124" fmla="*/ 147733 h 295655"/>
              <a:gd name="connsiteX125" fmla="*/ 75789 w 362535"/>
              <a:gd name="connsiteY125" fmla="*/ 133064 h 295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362535" h="295655">
                <a:moveTo>
                  <a:pt x="359974" y="172498"/>
                </a:moveTo>
                <a:lnTo>
                  <a:pt x="331043" y="142970"/>
                </a:lnTo>
                <a:lnTo>
                  <a:pt x="293291" y="77724"/>
                </a:lnTo>
                <a:cubicBezTo>
                  <a:pt x="292058" y="75247"/>
                  <a:pt x="289497" y="74009"/>
                  <a:pt x="287031" y="74009"/>
                </a:cubicBezTo>
                <a:lnTo>
                  <a:pt x="226608" y="74009"/>
                </a:lnTo>
                <a:lnTo>
                  <a:pt x="226608" y="51816"/>
                </a:lnTo>
                <a:cubicBezTo>
                  <a:pt x="226608" y="51816"/>
                  <a:pt x="226418" y="51245"/>
                  <a:pt x="226418" y="50959"/>
                </a:cubicBezTo>
                <a:lnTo>
                  <a:pt x="226418" y="37052"/>
                </a:lnTo>
                <a:cubicBezTo>
                  <a:pt x="226418" y="16097"/>
                  <a:pt x="208775" y="0"/>
                  <a:pt x="188666" y="0"/>
                </a:cubicBezTo>
                <a:cubicBezTo>
                  <a:pt x="167324" y="0"/>
                  <a:pt x="150914" y="16097"/>
                  <a:pt x="150914" y="37052"/>
                </a:cubicBezTo>
                <a:lnTo>
                  <a:pt x="150914" y="44482"/>
                </a:lnTo>
                <a:lnTo>
                  <a:pt x="7588" y="44482"/>
                </a:lnTo>
                <a:cubicBezTo>
                  <a:pt x="2561" y="44482"/>
                  <a:pt x="0" y="48197"/>
                  <a:pt x="0" y="51911"/>
                </a:cubicBezTo>
                <a:lnTo>
                  <a:pt x="0" y="258699"/>
                </a:lnTo>
                <a:cubicBezTo>
                  <a:pt x="0" y="262414"/>
                  <a:pt x="2561" y="266033"/>
                  <a:pt x="7588" y="266033"/>
                </a:cubicBezTo>
                <a:lnTo>
                  <a:pt x="38511" y="266033"/>
                </a:lnTo>
                <a:cubicBezTo>
                  <a:pt x="41831" y="283274"/>
                  <a:pt x="56723" y="295656"/>
                  <a:pt x="75504" y="295656"/>
                </a:cubicBezTo>
                <a:cubicBezTo>
                  <a:pt x="93147" y="295656"/>
                  <a:pt x="108893" y="283274"/>
                  <a:pt x="112498" y="266033"/>
                </a:cubicBezTo>
                <a:lnTo>
                  <a:pt x="250132" y="266033"/>
                </a:lnTo>
                <a:cubicBezTo>
                  <a:pt x="253452" y="283274"/>
                  <a:pt x="268344" y="295656"/>
                  <a:pt x="287125" y="295656"/>
                </a:cubicBezTo>
                <a:cubicBezTo>
                  <a:pt x="304768" y="295656"/>
                  <a:pt x="320514" y="283274"/>
                  <a:pt x="324024" y="266033"/>
                </a:cubicBezTo>
                <a:lnTo>
                  <a:pt x="354947" y="266033"/>
                </a:lnTo>
                <a:cubicBezTo>
                  <a:pt x="358741" y="266033"/>
                  <a:pt x="362535" y="262318"/>
                  <a:pt x="362535" y="258699"/>
                </a:cubicBezTo>
                <a:lnTo>
                  <a:pt x="362535" y="177451"/>
                </a:lnTo>
                <a:cubicBezTo>
                  <a:pt x="362535" y="174974"/>
                  <a:pt x="361302" y="173736"/>
                  <a:pt x="359974" y="172498"/>
                </a:cubicBezTo>
                <a:close/>
                <a:moveTo>
                  <a:pt x="281908" y="88773"/>
                </a:moveTo>
                <a:lnTo>
                  <a:pt x="318427" y="151543"/>
                </a:lnTo>
                <a:cubicBezTo>
                  <a:pt x="318427" y="151543"/>
                  <a:pt x="318427" y="152781"/>
                  <a:pt x="319661" y="152781"/>
                </a:cubicBezTo>
                <a:lnTo>
                  <a:pt x="347358" y="181070"/>
                </a:lnTo>
                <a:lnTo>
                  <a:pt x="347358" y="221551"/>
                </a:lnTo>
                <a:lnTo>
                  <a:pt x="226323" y="221551"/>
                </a:lnTo>
                <a:lnTo>
                  <a:pt x="226323" y="88773"/>
                </a:lnTo>
                <a:lnTo>
                  <a:pt x="281908" y="88773"/>
                </a:lnTo>
                <a:close/>
                <a:moveTo>
                  <a:pt x="250037" y="251174"/>
                </a:moveTo>
                <a:lnTo>
                  <a:pt x="112403" y="251174"/>
                </a:lnTo>
                <a:cubicBezTo>
                  <a:pt x="111265" y="245650"/>
                  <a:pt x="108798" y="240601"/>
                  <a:pt x="105479" y="236315"/>
                </a:cubicBezTo>
                <a:lnTo>
                  <a:pt x="256677" y="236315"/>
                </a:lnTo>
                <a:cubicBezTo>
                  <a:pt x="253452" y="240601"/>
                  <a:pt x="251081" y="245555"/>
                  <a:pt x="250037" y="251174"/>
                </a:cubicBezTo>
                <a:close/>
                <a:moveTo>
                  <a:pt x="165996" y="37052"/>
                </a:moveTo>
                <a:cubicBezTo>
                  <a:pt x="165996" y="24670"/>
                  <a:pt x="176051" y="14859"/>
                  <a:pt x="188666" y="14859"/>
                </a:cubicBezTo>
                <a:cubicBezTo>
                  <a:pt x="201282" y="14859"/>
                  <a:pt x="211336" y="24765"/>
                  <a:pt x="211336" y="37052"/>
                </a:cubicBezTo>
                <a:lnTo>
                  <a:pt x="211336" y="44482"/>
                </a:lnTo>
                <a:lnTo>
                  <a:pt x="166091" y="44482"/>
                </a:lnTo>
                <a:lnTo>
                  <a:pt x="166091" y="37052"/>
                </a:lnTo>
                <a:close/>
                <a:moveTo>
                  <a:pt x="158123" y="59245"/>
                </a:moveTo>
                <a:cubicBezTo>
                  <a:pt x="158123" y="59245"/>
                  <a:pt x="158313" y="59245"/>
                  <a:pt x="158408" y="59245"/>
                </a:cubicBezTo>
                <a:lnTo>
                  <a:pt x="211431" y="59245"/>
                </a:lnTo>
                <a:lnTo>
                  <a:pt x="211431" y="81343"/>
                </a:lnTo>
                <a:cubicBezTo>
                  <a:pt x="211431" y="81343"/>
                  <a:pt x="211526" y="81915"/>
                  <a:pt x="211526" y="82105"/>
                </a:cubicBezTo>
                <a:lnTo>
                  <a:pt x="211526" y="221456"/>
                </a:lnTo>
                <a:lnTo>
                  <a:pt x="15082" y="221456"/>
                </a:lnTo>
                <a:lnTo>
                  <a:pt x="15082" y="59150"/>
                </a:lnTo>
                <a:lnTo>
                  <a:pt x="158123" y="59150"/>
                </a:lnTo>
                <a:close/>
                <a:moveTo>
                  <a:pt x="15082" y="236410"/>
                </a:moveTo>
                <a:lnTo>
                  <a:pt x="45056" y="236410"/>
                </a:lnTo>
                <a:cubicBezTo>
                  <a:pt x="41831" y="240697"/>
                  <a:pt x="39460" y="245745"/>
                  <a:pt x="38416" y="251270"/>
                </a:cubicBezTo>
                <a:lnTo>
                  <a:pt x="15082" y="251270"/>
                </a:lnTo>
                <a:lnTo>
                  <a:pt x="15082" y="236410"/>
                </a:lnTo>
                <a:close/>
                <a:moveTo>
                  <a:pt x="75410" y="280797"/>
                </a:moveTo>
                <a:cubicBezTo>
                  <a:pt x="62889" y="280797"/>
                  <a:pt x="52834" y="270986"/>
                  <a:pt x="52834" y="258699"/>
                </a:cubicBezTo>
                <a:cubicBezTo>
                  <a:pt x="52834" y="258699"/>
                  <a:pt x="52834" y="258699"/>
                  <a:pt x="52834" y="258604"/>
                </a:cubicBezTo>
                <a:cubicBezTo>
                  <a:pt x="52834" y="258604"/>
                  <a:pt x="52834" y="258604"/>
                  <a:pt x="52834" y="258413"/>
                </a:cubicBezTo>
                <a:cubicBezTo>
                  <a:pt x="52834" y="246126"/>
                  <a:pt x="62889" y="236315"/>
                  <a:pt x="75410" y="236315"/>
                </a:cubicBezTo>
                <a:cubicBezTo>
                  <a:pt x="87930" y="236315"/>
                  <a:pt x="98080" y="246221"/>
                  <a:pt x="98080" y="258509"/>
                </a:cubicBezTo>
                <a:cubicBezTo>
                  <a:pt x="98080" y="270796"/>
                  <a:pt x="88025" y="280702"/>
                  <a:pt x="75410" y="280702"/>
                </a:cubicBezTo>
                <a:close/>
                <a:moveTo>
                  <a:pt x="287031" y="280797"/>
                </a:moveTo>
                <a:cubicBezTo>
                  <a:pt x="274415" y="280797"/>
                  <a:pt x="264360" y="270891"/>
                  <a:pt x="264360" y="258604"/>
                </a:cubicBezTo>
                <a:cubicBezTo>
                  <a:pt x="264360" y="246316"/>
                  <a:pt x="274415" y="236410"/>
                  <a:pt x="287031" y="236410"/>
                </a:cubicBezTo>
                <a:cubicBezTo>
                  <a:pt x="299646" y="236410"/>
                  <a:pt x="309511" y="246221"/>
                  <a:pt x="309606" y="258413"/>
                </a:cubicBezTo>
                <a:cubicBezTo>
                  <a:pt x="309606" y="258413"/>
                  <a:pt x="309606" y="258509"/>
                  <a:pt x="309606" y="258604"/>
                </a:cubicBezTo>
                <a:cubicBezTo>
                  <a:pt x="309606" y="258604"/>
                  <a:pt x="309606" y="258699"/>
                  <a:pt x="309606" y="258794"/>
                </a:cubicBezTo>
                <a:cubicBezTo>
                  <a:pt x="309511" y="271082"/>
                  <a:pt x="299457" y="280797"/>
                  <a:pt x="287031" y="280797"/>
                </a:cubicBezTo>
                <a:close/>
                <a:moveTo>
                  <a:pt x="323929" y="251270"/>
                </a:moveTo>
                <a:cubicBezTo>
                  <a:pt x="322791" y="245745"/>
                  <a:pt x="320325" y="240697"/>
                  <a:pt x="317005" y="236410"/>
                </a:cubicBezTo>
                <a:lnTo>
                  <a:pt x="347358" y="236410"/>
                </a:lnTo>
                <a:lnTo>
                  <a:pt x="347358" y="251270"/>
                </a:lnTo>
                <a:lnTo>
                  <a:pt x="323929" y="251270"/>
                </a:lnTo>
                <a:close/>
                <a:moveTo>
                  <a:pt x="241880" y="111062"/>
                </a:moveTo>
                <a:cubicBezTo>
                  <a:pt x="241880" y="107442"/>
                  <a:pt x="244346" y="103727"/>
                  <a:pt x="249373" y="103727"/>
                </a:cubicBezTo>
                <a:lnTo>
                  <a:pt x="271949" y="103727"/>
                </a:lnTo>
                <a:cubicBezTo>
                  <a:pt x="274415" y="103727"/>
                  <a:pt x="276976" y="104966"/>
                  <a:pt x="278209" y="107347"/>
                </a:cubicBezTo>
                <a:lnTo>
                  <a:pt x="300784" y="151162"/>
                </a:lnTo>
                <a:cubicBezTo>
                  <a:pt x="303251" y="154781"/>
                  <a:pt x="300784" y="159734"/>
                  <a:pt x="296990" y="160877"/>
                </a:cubicBezTo>
                <a:cubicBezTo>
                  <a:pt x="296990" y="162116"/>
                  <a:pt x="295757" y="162116"/>
                  <a:pt x="294524" y="162116"/>
                </a:cubicBezTo>
                <a:cubicBezTo>
                  <a:pt x="292058" y="162116"/>
                  <a:pt x="288264" y="160877"/>
                  <a:pt x="287031" y="158496"/>
                </a:cubicBezTo>
                <a:lnTo>
                  <a:pt x="266921" y="118301"/>
                </a:lnTo>
                <a:lnTo>
                  <a:pt x="249373" y="118301"/>
                </a:lnTo>
                <a:cubicBezTo>
                  <a:pt x="244346" y="118301"/>
                  <a:pt x="241880" y="114681"/>
                  <a:pt x="241880" y="110966"/>
                </a:cubicBezTo>
                <a:close/>
                <a:moveTo>
                  <a:pt x="68295" y="162497"/>
                </a:moveTo>
                <a:lnTo>
                  <a:pt x="90966" y="162497"/>
                </a:lnTo>
                <a:lnTo>
                  <a:pt x="90966" y="184595"/>
                </a:lnTo>
                <a:cubicBezTo>
                  <a:pt x="90966" y="188309"/>
                  <a:pt x="93527" y="191929"/>
                  <a:pt x="98554" y="191929"/>
                </a:cubicBezTo>
                <a:lnTo>
                  <a:pt x="128813" y="191929"/>
                </a:lnTo>
                <a:cubicBezTo>
                  <a:pt x="132607" y="191929"/>
                  <a:pt x="136401" y="188214"/>
                  <a:pt x="136401" y="184595"/>
                </a:cubicBezTo>
                <a:lnTo>
                  <a:pt x="136401" y="162497"/>
                </a:lnTo>
                <a:lnTo>
                  <a:pt x="159072" y="162497"/>
                </a:lnTo>
                <a:cubicBezTo>
                  <a:pt x="162866" y="162497"/>
                  <a:pt x="166660" y="158782"/>
                  <a:pt x="166660" y="155162"/>
                </a:cubicBezTo>
                <a:lnTo>
                  <a:pt x="166660" y="125730"/>
                </a:lnTo>
                <a:cubicBezTo>
                  <a:pt x="166660" y="122015"/>
                  <a:pt x="162866" y="118396"/>
                  <a:pt x="159072" y="118396"/>
                </a:cubicBezTo>
                <a:lnTo>
                  <a:pt x="136401" y="118396"/>
                </a:lnTo>
                <a:lnTo>
                  <a:pt x="136401" y="96298"/>
                </a:lnTo>
                <a:cubicBezTo>
                  <a:pt x="136401" y="92583"/>
                  <a:pt x="132607" y="88964"/>
                  <a:pt x="128813" y="88964"/>
                </a:cubicBezTo>
                <a:lnTo>
                  <a:pt x="98554" y="88964"/>
                </a:lnTo>
                <a:cubicBezTo>
                  <a:pt x="93527" y="88964"/>
                  <a:pt x="90966" y="92678"/>
                  <a:pt x="90966" y="96298"/>
                </a:cubicBezTo>
                <a:lnTo>
                  <a:pt x="90966" y="118396"/>
                </a:lnTo>
                <a:lnTo>
                  <a:pt x="68295" y="118396"/>
                </a:lnTo>
                <a:cubicBezTo>
                  <a:pt x="63268" y="118396"/>
                  <a:pt x="60707" y="122110"/>
                  <a:pt x="60707" y="125730"/>
                </a:cubicBezTo>
                <a:lnTo>
                  <a:pt x="60707" y="155162"/>
                </a:lnTo>
                <a:cubicBezTo>
                  <a:pt x="60707" y="158877"/>
                  <a:pt x="63268" y="162497"/>
                  <a:pt x="68295" y="162497"/>
                </a:cubicBezTo>
                <a:close/>
                <a:moveTo>
                  <a:pt x="75789" y="133064"/>
                </a:moveTo>
                <a:lnTo>
                  <a:pt x="98459" y="133064"/>
                </a:lnTo>
                <a:cubicBezTo>
                  <a:pt x="102253" y="133064"/>
                  <a:pt x="106048" y="129349"/>
                  <a:pt x="106048" y="125730"/>
                </a:cubicBezTo>
                <a:lnTo>
                  <a:pt x="106048" y="103632"/>
                </a:lnTo>
                <a:lnTo>
                  <a:pt x="121130" y="103632"/>
                </a:lnTo>
                <a:lnTo>
                  <a:pt x="121130" y="125730"/>
                </a:lnTo>
                <a:cubicBezTo>
                  <a:pt x="121130" y="129445"/>
                  <a:pt x="123691" y="133064"/>
                  <a:pt x="128718" y="133064"/>
                </a:cubicBezTo>
                <a:lnTo>
                  <a:pt x="151388" y="133064"/>
                </a:lnTo>
                <a:lnTo>
                  <a:pt x="151388" y="147733"/>
                </a:lnTo>
                <a:lnTo>
                  <a:pt x="128718" y="147733"/>
                </a:lnTo>
                <a:cubicBezTo>
                  <a:pt x="123691" y="147733"/>
                  <a:pt x="121130" y="151447"/>
                  <a:pt x="121130" y="155067"/>
                </a:cubicBezTo>
                <a:lnTo>
                  <a:pt x="121130" y="177165"/>
                </a:lnTo>
                <a:lnTo>
                  <a:pt x="106048" y="177165"/>
                </a:lnTo>
                <a:lnTo>
                  <a:pt x="106048" y="155067"/>
                </a:lnTo>
                <a:cubicBezTo>
                  <a:pt x="106048" y="151352"/>
                  <a:pt x="102253" y="147733"/>
                  <a:pt x="98459" y="147733"/>
                </a:cubicBezTo>
                <a:lnTo>
                  <a:pt x="75789" y="147733"/>
                </a:lnTo>
                <a:lnTo>
                  <a:pt x="75789" y="133064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" name="Graphic 9">
            <a:extLst>
              <a:ext uri="{FF2B5EF4-FFF2-40B4-BE49-F238E27FC236}">
                <a16:creationId xmlns:a16="http://schemas.microsoft.com/office/drawing/2014/main" id="{C60AFC2D-6682-A708-5669-23535B241E7E}"/>
              </a:ext>
            </a:extLst>
          </p:cNvPr>
          <p:cNvSpPr/>
          <p:nvPr/>
        </p:nvSpPr>
        <p:spPr>
          <a:xfrm>
            <a:off x="2253711" y="794221"/>
            <a:ext cx="323215" cy="475225"/>
          </a:xfrm>
          <a:custGeom>
            <a:avLst/>
            <a:gdLst>
              <a:gd name="connsiteX0" fmla="*/ 120560 w 241120"/>
              <a:gd name="connsiteY0" fmla="*/ 20860 h 354520"/>
              <a:gd name="connsiteX1" fmla="*/ 15082 w 241120"/>
              <a:gd name="connsiteY1" fmla="*/ 236220 h 354520"/>
              <a:gd name="connsiteX2" fmla="*/ 120560 w 241120"/>
              <a:gd name="connsiteY2" fmla="*/ 339662 h 354520"/>
              <a:gd name="connsiteX3" fmla="*/ 226039 w 241120"/>
              <a:gd name="connsiteY3" fmla="*/ 236220 h 354520"/>
              <a:gd name="connsiteX4" fmla="*/ 120560 w 241120"/>
              <a:gd name="connsiteY4" fmla="*/ 20860 h 354520"/>
              <a:gd name="connsiteX5" fmla="*/ 120560 w 241120"/>
              <a:gd name="connsiteY5" fmla="*/ 354521 h 354520"/>
              <a:gd name="connsiteX6" fmla="*/ 0 w 241120"/>
              <a:gd name="connsiteY6" fmla="*/ 236315 h 354520"/>
              <a:gd name="connsiteX7" fmla="*/ 114300 w 241120"/>
              <a:gd name="connsiteY7" fmla="*/ 3715 h 354520"/>
              <a:gd name="connsiteX8" fmla="*/ 126821 w 241120"/>
              <a:gd name="connsiteY8" fmla="*/ 3715 h 354520"/>
              <a:gd name="connsiteX9" fmla="*/ 241121 w 241120"/>
              <a:gd name="connsiteY9" fmla="*/ 236315 h 354520"/>
              <a:gd name="connsiteX10" fmla="*/ 120560 w 241120"/>
              <a:gd name="connsiteY10" fmla="*/ 354521 h 354520"/>
              <a:gd name="connsiteX11" fmla="*/ 75504 w 241120"/>
              <a:gd name="connsiteY11" fmla="*/ 292703 h 354520"/>
              <a:gd name="connsiteX12" fmla="*/ 70477 w 241120"/>
              <a:gd name="connsiteY12" fmla="*/ 291465 h 354520"/>
              <a:gd name="connsiteX13" fmla="*/ 45151 w 241120"/>
              <a:gd name="connsiteY13" fmla="*/ 236030 h 354520"/>
              <a:gd name="connsiteX14" fmla="*/ 85749 w 241120"/>
              <a:gd name="connsiteY14" fmla="*/ 136208 h 354520"/>
              <a:gd name="connsiteX15" fmla="*/ 95898 w 241120"/>
              <a:gd name="connsiteY15" fmla="*/ 133731 h 354520"/>
              <a:gd name="connsiteX16" fmla="*/ 98459 w 241120"/>
              <a:gd name="connsiteY16" fmla="*/ 143542 h 354520"/>
              <a:gd name="connsiteX17" fmla="*/ 60423 w 241120"/>
              <a:gd name="connsiteY17" fmla="*/ 235934 h 354520"/>
              <a:gd name="connsiteX18" fmla="*/ 80721 w 241120"/>
              <a:gd name="connsiteY18" fmla="*/ 280321 h 354520"/>
              <a:gd name="connsiteX19" fmla="*/ 81955 w 241120"/>
              <a:gd name="connsiteY19" fmla="*/ 290132 h 354520"/>
              <a:gd name="connsiteX20" fmla="*/ 75599 w 241120"/>
              <a:gd name="connsiteY20" fmla="*/ 292608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120" h="354520">
                <a:moveTo>
                  <a:pt x="120560" y="20860"/>
                </a:moveTo>
                <a:cubicBezTo>
                  <a:pt x="97985" y="56578"/>
                  <a:pt x="15082" y="185833"/>
                  <a:pt x="15082" y="236220"/>
                </a:cubicBezTo>
                <a:cubicBezTo>
                  <a:pt x="15082" y="292799"/>
                  <a:pt x="62794" y="339662"/>
                  <a:pt x="120560" y="339662"/>
                </a:cubicBezTo>
                <a:cubicBezTo>
                  <a:pt x="178327" y="339662"/>
                  <a:pt x="226039" y="292894"/>
                  <a:pt x="226039" y="236220"/>
                </a:cubicBezTo>
                <a:cubicBezTo>
                  <a:pt x="226039" y="185738"/>
                  <a:pt x="144464" y="56483"/>
                  <a:pt x="120560" y="20860"/>
                </a:cubicBezTo>
                <a:close/>
                <a:moveTo>
                  <a:pt x="120560" y="354521"/>
                </a:moveTo>
                <a:cubicBezTo>
                  <a:pt x="55300" y="354521"/>
                  <a:pt x="0" y="301562"/>
                  <a:pt x="0" y="236315"/>
                </a:cubicBezTo>
                <a:cubicBezTo>
                  <a:pt x="0" y="171069"/>
                  <a:pt x="110506" y="9811"/>
                  <a:pt x="114300" y="3715"/>
                </a:cubicBezTo>
                <a:cubicBezTo>
                  <a:pt x="118094" y="-1238"/>
                  <a:pt x="124355" y="-1238"/>
                  <a:pt x="126821" y="3715"/>
                </a:cubicBezTo>
                <a:cubicBezTo>
                  <a:pt x="131848" y="9906"/>
                  <a:pt x="241121" y="173546"/>
                  <a:pt x="241121" y="236315"/>
                </a:cubicBezTo>
                <a:cubicBezTo>
                  <a:pt x="241121" y="299085"/>
                  <a:pt x="187149" y="354521"/>
                  <a:pt x="120560" y="354521"/>
                </a:cubicBezTo>
                <a:close/>
                <a:moveTo>
                  <a:pt x="75504" y="292703"/>
                </a:moveTo>
                <a:cubicBezTo>
                  <a:pt x="74271" y="292703"/>
                  <a:pt x="72943" y="292703"/>
                  <a:pt x="70477" y="291465"/>
                </a:cubicBezTo>
                <a:cubicBezTo>
                  <a:pt x="55300" y="276701"/>
                  <a:pt x="45151" y="256985"/>
                  <a:pt x="45151" y="236030"/>
                </a:cubicBezTo>
                <a:cubicBezTo>
                  <a:pt x="45151" y="218789"/>
                  <a:pt x="59095" y="185547"/>
                  <a:pt x="85749" y="136208"/>
                </a:cubicBezTo>
                <a:cubicBezTo>
                  <a:pt x="86982" y="132493"/>
                  <a:pt x="92104" y="131255"/>
                  <a:pt x="95898" y="133731"/>
                </a:cubicBezTo>
                <a:cubicBezTo>
                  <a:pt x="99692" y="134969"/>
                  <a:pt x="100925" y="139922"/>
                  <a:pt x="98459" y="143542"/>
                </a:cubicBezTo>
                <a:cubicBezTo>
                  <a:pt x="65545" y="203930"/>
                  <a:pt x="60423" y="227362"/>
                  <a:pt x="60423" y="235934"/>
                </a:cubicBezTo>
                <a:cubicBezTo>
                  <a:pt x="60423" y="253175"/>
                  <a:pt x="68011" y="269177"/>
                  <a:pt x="80721" y="280321"/>
                </a:cubicBezTo>
                <a:cubicBezTo>
                  <a:pt x="84516" y="282797"/>
                  <a:pt x="84516" y="287750"/>
                  <a:pt x="81955" y="290132"/>
                </a:cubicBezTo>
                <a:cubicBezTo>
                  <a:pt x="80721" y="292608"/>
                  <a:pt x="78160" y="292608"/>
                  <a:pt x="75599" y="29260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" name="Graphic 9">
            <a:extLst>
              <a:ext uri="{FF2B5EF4-FFF2-40B4-BE49-F238E27FC236}">
                <a16:creationId xmlns:a16="http://schemas.microsoft.com/office/drawing/2014/main" id="{22D6B65E-A6FB-FFFA-D7E5-04782BD6587E}"/>
              </a:ext>
            </a:extLst>
          </p:cNvPr>
          <p:cNvSpPr/>
          <p:nvPr/>
        </p:nvSpPr>
        <p:spPr>
          <a:xfrm>
            <a:off x="3009361" y="794221"/>
            <a:ext cx="323215" cy="475225"/>
          </a:xfrm>
          <a:custGeom>
            <a:avLst/>
            <a:gdLst>
              <a:gd name="connsiteX0" fmla="*/ 120560 w 241120"/>
              <a:gd name="connsiteY0" fmla="*/ 20860 h 354520"/>
              <a:gd name="connsiteX1" fmla="*/ 15082 w 241120"/>
              <a:gd name="connsiteY1" fmla="*/ 236220 h 354520"/>
              <a:gd name="connsiteX2" fmla="*/ 120560 w 241120"/>
              <a:gd name="connsiteY2" fmla="*/ 339662 h 354520"/>
              <a:gd name="connsiteX3" fmla="*/ 226039 w 241120"/>
              <a:gd name="connsiteY3" fmla="*/ 236220 h 354520"/>
              <a:gd name="connsiteX4" fmla="*/ 120560 w 241120"/>
              <a:gd name="connsiteY4" fmla="*/ 20860 h 354520"/>
              <a:gd name="connsiteX5" fmla="*/ 120560 w 241120"/>
              <a:gd name="connsiteY5" fmla="*/ 354521 h 354520"/>
              <a:gd name="connsiteX6" fmla="*/ 0 w 241120"/>
              <a:gd name="connsiteY6" fmla="*/ 236315 h 354520"/>
              <a:gd name="connsiteX7" fmla="*/ 114300 w 241120"/>
              <a:gd name="connsiteY7" fmla="*/ 3715 h 354520"/>
              <a:gd name="connsiteX8" fmla="*/ 126821 w 241120"/>
              <a:gd name="connsiteY8" fmla="*/ 3715 h 354520"/>
              <a:gd name="connsiteX9" fmla="*/ 241121 w 241120"/>
              <a:gd name="connsiteY9" fmla="*/ 236315 h 354520"/>
              <a:gd name="connsiteX10" fmla="*/ 120560 w 241120"/>
              <a:gd name="connsiteY10" fmla="*/ 354521 h 354520"/>
              <a:gd name="connsiteX11" fmla="*/ 75504 w 241120"/>
              <a:gd name="connsiteY11" fmla="*/ 292703 h 354520"/>
              <a:gd name="connsiteX12" fmla="*/ 70477 w 241120"/>
              <a:gd name="connsiteY12" fmla="*/ 291465 h 354520"/>
              <a:gd name="connsiteX13" fmla="*/ 45151 w 241120"/>
              <a:gd name="connsiteY13" fmla="*/ 236030 h 354520"/>
              <a:gd name="connsiteX14" fmla="*/ 85749 w 241120"/>
              <a:gd name="connsiteY14" fmla="*/ 136208 h 354520"/>
              <a:gd name="connsiteX15" fmla="*/ 95898 w 241120"/>
              <a:gd name="connsiteY15" fmla="*/ 133731 h 354520"/>
              <a:gd name="connsiteX16" fmla="*/ 98459 w 241120"/>
              <a:gd name="connsiteY16" fmla="*/ 143542 h 354520"/>
              <a:gd name="connsiteX17" fmla="*/ 60423 w 241120"/>
              <a:gd name="connsiteY17" fmla="*/ 235934 h 354520"/>
              <a:gd name="connsiteX18" fmla="*/ 80721 w 241120"/>
              <a:gd name="connsiteY18" fmla="*/ 280321 h 354520"/>
              <a:gd name="connsiteX19" fmla="*/ 81955 w 241120"/>
              <a:gd name="connsiteY19" fmla="*/ 290132 h 354520"/>
              <a:gd name="connsiteX20" fmla="*/ 75599 w 241120"/>
              <a:gd name="connsiteY20" fmla="*/ 292608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120" h="354520">
                <a:moveTo>
                  <a:pt x="120560" y="20860"/>
                </a:moveTo>
                <a:cubicBezTo>
                  <a:pt x="97985" y="56578"/>
                  <a:pt x="15082" y="185833"/>
                  <a:pt x="15082" y="236220"/>
                </a:cubicBezTo>
                <a:cubicBezTo>
                  <a:pt x="15082" y="292799"/>
                  <a:pt x="62794" y="339662"/>
                  <a:pt x="120560" y="339662"/>
                </a:cubicBezTo>
                <a:cubicBezTo>
                  <a:pt x="178327" y="339662"/>
                  <a:pt x="226039" y="292894"/>
                  <a:pt x="226039" y="236220"/>
                </a:cubicBezTo>
                <a:cubicBezTo>
                  <a:pt x="226039" y="185738"/>
                  <a:pt x="144464" y="56483"/>
                  <a:pt x="120560" y="20860"/>
                </a:cubicBezTo>
                <a:close/>
                <a:moveTo>
                  <a:pt x="120560" y="354521"/>
                </a:moveTo>
                <a:cubicBezTo>
                  <a:pt x="55300" y="354521"/>
                  <a:pt x="0" y="301562"/>
                  <a:pt x="0" y="236315"/>
                </a:cubicBezTo>
                <a:cubicBezTo>
                  <a:pt x="0" y="171069"/>
                  <a:pt x="110506" y="9811"/>
                  <a:pt x="114300" y="3715"/>
                </a:cubicBezTo>
                <a:cubicBezTo>
                  <a:pt x="118094" y="-1238"/>
                  <a:pt x="124355" y="-1238"/>
                  <a:pt x="126821" y="3715"/>
                </a:cubicBezTo>
                <a:cubicBezTo>
                  <a:pt x="131848" y="9906"/>
                  <a:pt x="241121" y="173546"/>
                  <a:pt x="241121" y="236315"/>
                </a:cubicBezTo>
                <a:cubicBezTo>
                  <a:pt x="241121" y="299085"/>
                  <a:pt x="187149" y="354521"/>
                  <a:pt x="120560" y="354521"/>
                </a:cubicBezTo>
                <a:close/>
                <a:moveTo>
                  <a:pt x="75504" y="292703"/>
                </a:moveTo>
                <a:cubicBezTo>
                  <a:pt x="74271" y="292703"/>
                  <a:pt x="72943" y="292703"/>
                  <a:pt x="70477" y="291465"/>
                </a:cubicBezTo>
                <a:cubicBezTo>
                  <a:pt x="55300" y="276701"/>
                  <a:pt x="45151" y="256985"/>
                  <a:pt x="45151" y="236030"/>
                </a:cubicBezTo>
                <a:cubicBezTo>
                  <a:pt x="45151" y="218789"/>
                  <a:pt x="59095" y="185547"/>
                  <a:pt x="85749" y="136208"/>
                </a:cubicBezTo>
                <a:cubicBezTo>
                  <a:pt x="86982" y="132493"/>
                  <a:pt x="92104" y="131255"/>
                  <a:pt x="95898" y="133731"/>
                </a:cubicBezTo>
                <a:cubicBezTo>
                  <a:pt x="99692" y="134969"/>
                  <a:pt x="100925" y="139922"/>
                  <a:pt x="98459" y="143542"/>
                </a:cubicBezTo>
                <a:cubicBezTo>
                  <a:pt x="65545" y="203930"/>
                  <a:pt x="60423" y="227362"/>
                  <a:pt x="60423" y="235934"/>
                </a:cubicBezTo>
                <a:cubicBezTo>
                  <a:pt x="60423" y="253175"/>
                  <a:pt x="68011" y="269177"/>
                  <a:pt x="80721" y="280321"/>
                </a:cubicBezTo>
                <a:cubicBezTo>
                  <a:pt x="84516" y="282797"/>
                  <a:pt x="84516" y="287750"/>
                  <a:pt x="81955" y="290132"/>
                </a:cubicBezTo>
                <a:cubicBezTo>
                  <a:pt x="80721" y="292608"/>
                  <a:pt x="78160" y="292608"/>
                  <a:pt x="75599" y="29260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" name="Graphic 9">
            <a:extLst>
              <a:ext uri="{FF2B5EF4-FFF2-40B4-BE49-F238E27FC236}">
                <a16:creationId xmlns:a16="http://schemas.microsoft.com/office/drawing/2014/main" id="{7B851CEC-9A6E-F117-6456-CAF8892E8EED}"/>
              </a:ext>
            </a:extLst>
          </p:cNvPr>
          <p:cNvSpPr/>
          <p:nvPr/>
        </p:nvSpPr>
        <p:spPr>
          <a:xfrm>
            <a:off x="2253711" y="1432396"/>
            <a:ext cx="323215" cy="475225"/>
          </a:xfrm>
          <a:custGeom>
            <a:avLst/>
            <a:gdLst>
              <a:gd name="connsiteX0" fmla="*/ 120560 w 241120"/>
              <a:gd name="connsiteY0" fmla="*/ 20860 h 354520"/>
              <a:gd name="connsiteX1" fmla="*/ 15082 w 241120"/>
              <a:gd name="connsiteY1" fmla="*/ 236220 h 354520"/>
              <a:gd name="connsiteX2" fmla="*/ 120560 w 241120"/>
              <a:gd name="connsiteY2" fmla="*/ 339662 h 354520"/>
              <a:gd name="connsiteX3" fmla="*/ 226039 w 241120"/>
              <a:gd name="connsiteY3" fmla="*/ 236220 h 354520"/>
              <a:gd name="connsiteX4" fmla="*/ 120560 w 241120"/>
              <a:gd name="connsiteY4" fmla="*/ 20860 h 354520"/>
              <a:gd name="connsiteX5" fmla="*/ 120560 w 241120"/>
              <a:gd name="connsiteY5" fmla="*/ 354521 h 354520"/>
              <a:gd name="connsiteX6" fmla="*/ 0 w 241120"/>
              <a:gd name="connsiteY6" fmla="*/ 236315 h 354520"/>
              <a:gd name="connsiteX7" fmla="*/ 114300 w 241120"/>
              <a:gd name="connsiteY7" fmla="*/ 3715 h 354520"/>
              <a:gd name="connsiteX8" fmla="*/ 126821 w 241120"/>
              <a:gd name="connsiteY8" fmla="*/ 3715 h 354520"/>
              <a:gd name="connsiteX9" fmla="*/ 241121 w 241120"/>
              <a:gd name="connsiteY9" fmla="*/ 236315 h 354520"/>
              <a:gd name="connsiteX10" fmla="*/ 120560 w 241120"/>
              <a:gd name="connsiteY10" fmla="*/ 354521 h 354520"/>
              <a:gd name="connsiteX11" fmla="*/ 75504 w 241120"/>
              <a:gd name="connsiteY11" fmla="*/ 292703 h 354520"/>
              <a:gd name="connsiteX12" fmla="*/ 70477 w 241120"/>
              <a:gd name="connsiteY12" fmla="*/ 291465 h 354520"/>
              <a:gd name="connsiteX13" fmla="*/ 45151 w 241120"/>
              <a:gd name="connsiteY13" fmla="*/ 236030 h 354520"/>
              <a:gd name="connsiteX14" fmla="*/ 85749 w 241120"/>
              <a:gd name="connsiteY14" fmla="*/ 136208 h 354520"/>
              <a:gd name="connsiteX15" fmla="*/ 95898 w 241120"/>
              <a:gd name="connsiteY15" fmla="*/ 133731 h 354520"/>
              <a:gd name="connsiteX16" fmla="*/ 98459 w 241120"/>
              <a:gd name="connsiteY16" fmla="*/ 143542 h 354520"/>
              <a:gd name="connsiteX17" fmla="*/ 60423 w 241120"/>
              <a:gd name="connsiteY17" fmla="*/ 235934 h 354520"/>
              <a:gd name="connsiteX18" fmla="*/ 80721 w 241120"/>
              <a:gd name="connsiteY18" fmla="*/ 280321 h 354520"/>
              <a:gd name="connsiteX19" fmla="*/ 81955 w 241120"/>
              <a:gd name="connsiteY19" fmla="*/ 290132 h 354520"/>
              <a:gd name="connsiteX20" fmla="*/ 75599 w 241120"/>
              <a:gd name="connsiteY20" fmla="*/ 292608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120" h="354520">
                <a:moveTo>
                  <a:pt x="120560" y="20860"/>
                </a:moveTo>
                <a:cubicBezTo>
                  <a:pt x="97985" y="56578"/>
                  <a:pt x="15082" y="185833"/>
                  <a:pt x="15082" y="236220"/>
                </a:cubicBezTo>
                <a:cubicBezTo>
                  <a:pt x="15082" y="292799"/>
                  <a:pt x="62794" y="339662"/>
                  <a:pt x="120560" y="339662"/>
                </a:cubicBezTo>
                <a:cubicBezTo>
                  <a:pt x="178327" y="339662"/>
                  <a:pt x="226039" y="292894"/>
                  <a:pt x="226039" y="236220"/>
                </a:cubicBezTo>
                <a:cubicBezTo>
                  <a:pt x="226039" y="185738"/>
                  <a:pt x="144464" y="56483"/>
                  <a:pt x="120560" y="20860"/>
                </a:cubicBezTo>
                <a:close/>
                <a:moveTo>
                  <a:pt x="120560" y="354521"/>
                </a:moveTo>
                <a:cubicBezTo>
                  <a:pt x="55300" y="354521"/>
                  <a:pt x="0" y="301562"/>
                  <a:pt x="0" y="236315"/>
                </a:cubicBezTo>
                <a:cubicBezTo>
                  <a:pt x="0" y="171069"/>
                  <a:pt x="110506" y="9811"/>
                  <a:pt x="114300" y="3715"/>
                </a:cubicBezTo>
                <a:cubicBezTo>
                  <a:pt x="118094" y="-1238"/>
                  <a:pt x="124355" y="-1238"/>
                  <a:pt x="126821" y="3715"/>
                </a:cubicBezTo>
                <a:cubicBezTo>
                  <a:pt x="131848" y="9906"/>
                  <a:pt x="241121" y="173546"/>
                  <a:pt x="241121" y="236315"/>
                </a:cubicBezTo>
                <a:cubicBezTo>
                  <a:pt x="241121" y="299085"/>
                  <a:pt x="187149" y="354521"/>
                  <a:pt x="120560" y="354521"/>
                </a:cubicBezTo>
                <a:close/>
                <a:moveTo>
                  <a:pt x="75504" y="292703"/>
                </a:moveTo>
                <a:cubicBezTo>
                  <a:pt x="74271" y="292703"/>
                  <a:pt x="72943" y="292703"/>
                  <a:pt x="70477" y="291465"/>
                </a:cubicBezTo>
                <a:cubicBezTo>
                  <a:pt x="55300" y="276701"/>
                  <a:pt x="45151" y="256985"/>
                  <a:pt x="45151" y="236030"/>
                </a:cubicBezTo>
                <a:cubicBezTo>
                  <a:pt x="45151" y="218789"/>
                  <a:pt x="59095" y="185547"/>
                  <a:pt x="85749" y="136208"/>
                </a:cubicBezTo>
                <a:cubicBezTo>
                  <a:pt x="86982" y="132493"/>
                  <a:pt x="92104" y="131255"/>
                  <a:pt x="95898" y="133731"/>
                </a:cubicBezTo>
                <a:cubicBezTo>
                  <a:pt x="99692" y="134969"/>
                  <a:pt x="100925" y="139922"/>
                  <a:pt x="98459" y="143542"/>
                </a:cubicBezTo>
                <a:cubicBezTo>
                  <a:pt x="65545" y="203930"/>
                  <a:pt x="60423" y="227362"/>
                  <a:pt x="60423" y="235934"/>
                </a:cubicBezTo>
                <a:cubicBezTo>
                  <a:pt x="60423" y="253175"/>
                  <a:pt x="68011" y="269177"/>
                  <a:pt x="80721" y="280321"/>
                </a:cubicBezTo>
                <a:cubicBezTo>
                  <a:pt x="84516" y="282797"/>
                  <a:pt x="84516" y="287750"/>
                  <a:pt x="81955" y="290132"/>
                </a:cubicBezTo>
                <a:cubicBezTo>
                  <a:pt x="80721" y="292608"/>
                  <a:pt x="78160" y="292608"/>
                  <a:pt x="75599" y="29260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9">
            <a:extLst>
              <a:ext uri="{FF2B5EF4-FFF2-40B4-BE49-F238E27FC236}">
                <a16:creationId xmlns:a16="http://schemas.microsoft.com/office/drawing/2014/main" id="{863854D8-18C5-ADA3-D86A-D09447C936CD}"/>
              </a:ext>
            </a:extLst>
          </p:cNvPr>
          <p:cNvSpPr/>
          <p:nvPr/>
        </p:nvSpPr>
        <p:spPr>
          <a:xfrm>
            <a:off x="3009361" y="1432396"/>
            <a:ext cx="323215" cy="475225"/>
          </a:xfrm>
          <a:custGeom>
            <a:avLst/>
            <a:gdLst>
              <a:gd name="connsiteX0" fmla="*/ 120560 w 241120"/>
              <a:gd name="connsiteY0" fmla="*/ 20860 h 354520"/>
              <a:gd name="connsiteX1" fmla="*/ 15082 w 241120"/>
              <a:gd name="connsiteY1" fmla="*/ 236220 h 354520"/>
              <a:gd name="connsiteX2" fmla="*/ 120560 w 241120"/>
              <a:gd name="connsiteY2" fmla="*/ 339662 h 354520"/>
              <a:gd name="connsiteX3" fmla="*/ 226039 w 241120"/>
              <a:gd name="connsiteY3" fmla="*/ 236220 h 354520"/>
              <a:gd name="connsiteX4" fmla="*/ 120560 w 241120"/>
              <a:gd name="connsiteY4" fmla="*/ 20860 h 354520"/>
              <a:gd name="connsiteX5" fmla="*/ 120560 w 241120"/>
              <a:gd name="connsiteY5" fmla="*/ 354521 h 354520"/>
              <a:gd name="connsiteX6" fmla="*/ 0 w 241120"/>
              <a:gd name="connsiteY6" fmla="*/ 236315 h 354520"/>
              <a:gd name="connsiteX7" fmla="*/ 114300 w 241120"/>
              <a:gd name="connsiteY7" fmla="*/ 3715 h 354520"/>
              <a:gd name="connsiteX8" fmla="*/ 126821 w 241120"/>
              <a:gd name="connsiteY8" fmla="*/ 3715 h 354520"/>
              <a:gd name="connsiteX9" fmla="*/ 241121 w 241120"/>
              <a:gd name="connsiteY9" fmla="*/ 236315 h 354520"/>
              <a:gd name="connsiteX10" fmla="*/ 120560 w 241120"/>
              <a:gd name="connsiteY10" fmla="*/ 354521 h 354520"/>
              <a:gd name="connsiteX11" fmla="*/ 75504 w 241120"/>
              <a:gd name="connsiteY11" fmla="*/ 292703 h 354520"/>
              <a:gd name="connsiteX12" fmla="*/ 70477 w 241120"/>
              <a:gd name="connsiteY12" fmla="*/ 291465 h 354520"/>
              <a:gd name="connsiteX13" fmla="*/ 45151 w 241120"/>
              <a:gd name="connsiteY13" fmla="*/ 236030 h 354520"/>
              <a:gd name="connsiteX14" fmla="*/ 85749 w 241120"/>
              <a:gd name="connsiteY14" fmla="*/ 136208 h 354520"/>
              <a:gd name="connsiteX15" fmla="*/ 95898 w 241120"/>
              <a:gd name="connsiteY15" fmla="*/ 133731 h 354520"/>
              <a:gd name="connsiteX16" fmla="*/ 98459 w 241120"/>
              <a:gd name="connsiteY16" fmla="*/ 143542 h 354520"/>
              <a:gd name="connsiteX17" fmla="*/ 60423 w 241120"/>
              <a:gd name="connsiteY17" fmla="*/ 235934 h 354520"/>
              <a:gd name="connsiteX18" fmla="*/ 80721 w 241120"/>
              <a:gd name="connsiteY18" fmla="*/ 280321 h 354520"/>
              <a:gd name="connsiteX19" fmla="*/ 81955 w 241120"/>
              <a:gd name="connsiteY19" fmla="*/ 290132 h 354520"/>
              <a:gd name="connsiteX20" fmla="*/ 75599 w 241120"/>
              <a:gd name="connsiteY20" fmla="*/ 292608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1120" h="354520">
                <a:moveTo>
                  <a:pt x="120560" y="20860"/>
                </a:moveTo>
                <a:cubicBezTo>
                  <a:pt x="97985" y="56578"/>
                  <a:pt x="15082" y="185833"/>
                  <a:pt x="15082" y="236220"/>
                </a:cubicBezTo>
                <a:cubicBezTo>
                  <a:pt x="15082" y="292799"/>
                  <a:pt x="62794" y="339662"/>
                  <a:pt x="120560" y="339662"/>
                </a:cubicBezTo>
                <a:cubicBezTo>
                  <a:pt x="178327" y="339662"/>
                  <a:pt x="226039" y="292894"/>
                  <a:pt x="226039" y="236220"/>
                </a:cubicBezTo>
                <a:cubicBezTo>
                  <a:pt x="226039" y="185738"/>
                  <a:pt x="144464" y="56483"/>
                  <a:pt x="120560" y="20860"/>
                </a:cubicBezTo>
                <a:close/>
                <a:moveTo>
                  <a:pt x="120560" y="354521"/>
                </a:moveTo>
                <a:cubicBezTo>
                  <a:pt x="55300" y="354521"/>
                  <a:pt x="0" y="301562"/>
                  <a:pt x="0" y="236315"/>
                </a:cubicBezTo>
                <a:cubicBezTo>
                  <a:pt x="0" y="171069"/>
                  <a:pt x="110506" y="9811"/>
                  <a:pt x="114300" y="3715"/>
                </a:cubicBezTo>
                <a:cubicBezTo>
                  <a:pt x="118094" y="-1238"/>
                  <a:pt x="124355" y="-1238"/>
                  <a:pt x="126821" y="3715"/>
                </a:cubicBezTo>
                <a:cubicBezTo>
                  <a:pt x="131848" y="9906"/>
                  <a:pt x="241121" y="173546"/>
                  <a:pt x="241121" y="236315"/>
                </a:cubicBezTo>
                <a:cubicBezTo>
                  <a:pt x="241121" y="299085"/>
                  <a:pt x="187149" y="354521"/>
                  <a:pt x="120560" y="354521"/>
                </a:cubicBezTo>
                <a:close/>
                <a:moveTo>
                  <a:pt x="75504" y="292703"/>
                </a:moveTo>
                <a:cubicBezTo>
                  <a:pt x="74271" y="292703"/>
                  <a:pt x="72943" y="292703"/>
                  <a:pt x="70477" y="291465"/>
                </a:cubicBezTo>
                <a:cubicBezTo>
                  <a:pt x="55300" y="276701"/>
                  <a:pt x="45151" y="256985"/>
                  <a:pt x="45151" y="236030"/>
                </a:cubicBezTo>
                <a:cubicBezTo>
                  <a:pt x="45151" y="218789"/>
                  <a:pt x="59095" y="185547"/>
                  <a:pt x="85749" y="136208"/>
                </a:cubicBezTo>
                <a:cubicBezTo>
                  <a:pt x="86982" y="132493"/>
                  <a:pt x="92104" y="131255"/>
                  <a:pt x="95898" y="133731"/>
                </a:cubicBezTo>
                <a:cubicBezTo>
                  <a:pt x="99692" y="134969"/>
                  <a:pt x="100925" y="139922"/>
                  <a:pt x="98459" y="143542"/>
                </a:cubicBezTo>
                <a:cubicBezTo>
                  <a:pt x="65545" y="203930"/>
                  <a:pt x="60423" y="227362"/>
                  <a:pt x="60423" y="235934"/>
                </a:cubicBezTo>
                <a:cubicBezTo>
                  <a:pt x="60423" y="253175"/>
                  <a:pt x="68011" y="269177"/>
                  <a:pt x="80721" y="280321"/>
                </a:cubicBezTo>
                <a:cubicBezTo>
                  <a:pt x="84516" y="282797"/>
                  <a:pt x="84516" y="287750"/>
                  <a:pt x="81955" y="290132"/>
                </a:cubicBezTo>
                <a:cubicBezTo>
                  <a:pt x="80721" y="292608"/>
                  <a:pt x="78160" y="292608"/>
                  <a:pt x="75599" y="29260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" name="Graphic 15">
            <a:extLst>
              <a:ext uri="{FF2B5EF4-FFF2-40B4-BE49-F238E27FC236}">
                <a16:creationId xmlns:a16="http://schemas.microsoft.com/office/drawing/2014/main" id="{8BB1F45D-65A7-F7BD-3E7C-F5B5E1A4E016}"/>
              </a:ext>
            </a:extLst>
          </p:cNvPr>
          <p:cNvSpPr/>
          <p:nvPr/>
        </p:nvSpPr>
        <p:spPr>
          <a:xfrm>
            <a:off x="3851819" y="785882"/>
            <a:ext cx="432321" cy="482711"/>
          </a:xfrm>
          <a:custGeom>
            <a:avLst/>
            <a:gdLst>
              <a:gd name="connsiteX0" fmla="*/ 158692 w 317384"/>
              <a:gd name="connsiteY0" fmla="*/ 205121 h 354377"/>
              <a:gd name="connsiteX1" fmla="*/ 210388 w 317384"/>
              <a:gd name="connsiteY1" fmla="*/ 265128 h 354377"/>
              <a:gd name="connsiteX2" fmla="*/ 211621 w 317384"/>
              <a:gd name="connsiteY2" fmla="*/ 265128 h 354377"/>
              <a:gd name="connsiteX3" fmla="*/ 214182 w 317384"/>
              <a:gd name="connsiteY3" fmla="*/ 239411 h 354377"/>
              <a:gd name="connsiteX4" fmla="*/ 205361 w 317384"/>
              <a:gd name="connsiteY4" fmla="*/ 194072 h 354377"/>
              <a:gd name="connsiteX5" fmla="*/ 206594 w 317384"/>
              <a:gd name="connsiteY5" fmla="*/ 185499 h 354377"/>
              <a:gd name="connsiteX6" fmla="*/ 226798 w 317384"/>
              <a:gd name="connsiteY6" fmla="*/ 129111 h 354377"/>
              <a:gd name="connsiteX7" fmla="*/ 193978 w 317384"/>
              <a:gd name="connsiteY7" fmla="*/ 87487 h 354377"/>
              <a:gd name="connsiteX8" fmla="*/ 164952 w 317384"/>
              <a:gd name="connsiteY8" fmla="*/ 103394 h 354377"/>
              <a:gd name="connsiteX9" fmla="*/ 158692 w 317384"/>
              <a:gd name="connsiteY9" fmla="*/ 105870 h 354377"/>
              <a:gd name="connsiteX10" fmla="*/ 152432 w 317384"/>
              <a:gd name="connsiteY10" fmla="*/ 103394 h 354377"/>
              <a:gd name="connsiteX11" fmla="*/ 124734 w 317384"/>
              <a:gd name="connsiteY11" fmla="*/ 87487 h 354377"/>
              <a:gd name="connsiteX12" fmla="*/ 90681 w 317384"/>
              <a:gd name="connsiteY12" fmla="*/ 129111 h 354377"/>
              <a:gd name="connsiteX13" fmla="*/ 110885 w 317384"/>
              <a:gd name="connsiteY13" fmla="*/ 185499 h 354377"/>
              <a:gd name="connsiteX14" fmla="*/ 112118 w 317384"/>
              <a:gd name="connsiteY14" fmla="*/ 194072 h 354377"/>
              <a:gd name="connsiteX15" fmla="*/ 103297 w 317384"/>
              <a:gd name="connsiteY15" fmla="*/ 239411 h 354377"/>
              <a:gd name="connsiteX16" fmla="*/ 105858 w 317384"/>
              <a:gd name="connsiteY16" fmla="*/ 265128 h 354377"/>
              <a:gd name="connsiteX17" fmla="*/ 108419 w 317384"/>
              <a:gd name="connsiteY17" fmla="*/ 265128 h 354377"/>
              <a:gd name="connsiteX18" fmla="*/ 158882 w 317384"/>
              <a:gd name="connsiteY18" fmla="*/ 205121 h 354377"/>
              <a:gd name="connsiteX19" fmla="*/ 210388 w 317384"/>
              <a:gd name="connsiteY19" fmla="*/ 281130 h 354377"/>
              <a:gd name="connsiteX20" fmla="*/ 195211 w 317384"/>
              <a:gd name="connsiteY20" fmla="*/ 267605 h 354377"/>
              <a:gd name="connsiteX21" fmla="*/ 158597 w 317384"/>
              <a:gd name="connsiteY21" fmla="*/ 219789 h 354377"/>
              <a:gd name="connsiteX22" fmla="*/ 121983 w 317384"/>
              <a:gd name="connsiteY22" fmla="*/ 266367 h 354377"/>
              <a:gd name="connsiteX23" fmla="*/ 106806 w 317384"/>
              <a:gd name="connsiteY23" fmla="*/ 281035 h 354377"/>
              <a:gd name="connsiteX24" fmla="*/ 90397 w 317384"/>
              <a:gd name="connsiteY24" fmla="*/ 268748 h 354377"/>
              <a:gd name="connsiteX25" fmla="*/ 87835 w 317384"/>
              <a:gd name="connsiteY25" fmla="*/ 239316 h 354377"/>
              <a:gd name="connsiteX26" fmla="*/ 96657 w 317384"/>
              <a:gd name="connsiteY26" fmla="*/ 192738 h 354377"/>
              <a:gd name="connsiteX27" fmla="*/ 75220 w 317384"/>
              <a:gd name="connsiteY27" fmla="*/ 129016 h 354377"/>
              <a:gd name="connsiteX28" fmla="*/ 124449 w 317384"/>
              <a:gd name="connsiteY28" fmla="*/ 72628 h 354377"/>
              <a:gd name="connsiteX29" fmla="*/ 158502 w 317384"/>
              <a:gd name="connsiteY29" fmla="*/ 87297 h 354377"/>
              <a:gd name="connsiteX30" fmla="*/ 193788 w 317384"/>
              <a:gd name="connsiteY30" fmla="*/ 72628 h 354377"/>
              <a:gd name="connsiteX31" fmla="*/ 241690 w 317384"/>
              <a:gd name="connsiteY31" fmla="*/ 129016 h 354377"/>
              <a:gd name="connsiteX32" fmla="*/ 220253 w 317384"/>
              <a:gd name="connsiteY32" fmla="*/ 192738 h 354377"/>
              <a:gd name="connsiteX33" fmla="*/ 229074 w 317384"/>
              <a:gd name="connsiteY33" fmla="*/ 239316 h 354377"/>
              <a:gd name="connsiteX34" fmla="*/ 226513 w 317384"/>
              <a:gd name="connsiteY34" fmla="*/ 268748 h 354377"/>
              <a:gd name="connsiteX35" fmla="*/ 210103 w 317384"/>
              <a:gd name="connsiteY35" fmla="*/ 281035 h 354377"/>
              <a:gd name="connsiteX36" fmla="*/ 15082 w 317384"/>
              <a:gd name="connsiteY36" fmla="*/ 79581 h 354377"/>
              <a:gd name="connsiteX37" fmla="*/ 158692 w 317384"/>
              <a:gd name="connsiteY37" fmla="*/ 339614 h 354377"/>
              <a:gd name="connsiteX38" fmla="*/ 302302 w 317384"/>
              <a:gd name="connsiteY38" fmla="*/ 79581 h 354377"/>
              <a:gd name="connsiteX39" fmla="*/ 158692 w 317384"/>
              <a:gd name="connsiteY39" fmla="*/ 16716 h 354377"/>
              <a:gd name="connsiteX40" fmla="*/ 15082 w 317384"/>
              <a:gd name="connsiteY40" fmla="*/ 79581 h 354377"/>
              <a:gd name="connsiteX41" fmla="*/ 158692 w 317384"/>
              <a:gd name="connsiteY41" fmla="*/ 354378 h 354377"/>
              <a:gd name="connsiteX42" fmla="*/ 156131 w 317384"/>
              <a:gd name="connsiteY42" fmla="*/ 354378 h 354377"/>
              <a:gd name="connsiteX43" fmla="*/ 0 w 317384"/>
              <a:gd name="connsiteY43" fmla="*/ 73390 h 354377"/>
              <a:gd name="connsiteX44" fmla="*/ 5027 w 317384"/>
              <a:gd name="connsiteY44" fmla="*/ 65961 h 354377"/>
              <a:gd name="connsiteX45" fmla="*/ 153665 w 317384"/>
              <a:gd name="connsiteY45" fmla="*/ 1857 h 354377"/>
              <a:gd name="connsiteX46" fmla="*/ 163719 w 317384"/>
              <a:gd name="connsiteY46" fmla="*/ 1857 h 354377"/>
              <a:gd name="connsiteX47" fmla="*/ 312357 w 317384"/>
              <a:gd name="connsiteY47" fmla="*/ 65961 h 354377"/>
              <a:gd name="connsiteX48" fmla="*/ 317384 w 317384"/>
              <a:gd name="connsiteY48" fmla="*/ 73390 h 354377"/>
              <a:gd name="connsiteX49" fmla="*/ 161253 w 317384"/>
              <a:gd name="connsiteY49" fmla="*/ 354378 h 354377"/>
              <a:gd name="connsiteX50" fmla="*/ 158692 w 317384"/>
              <a:gd name="connsiteY50" fmla="*/ 354378 h 354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17384" h="354377">
                <a:moveTo>
                  <a:pt x="158692" y="205121"/>
                </a:moveTo>
                <a:cubicBezTo>
                  <a:pt x="183923" y="205121"/>
                  <a:pt x="206594" y="230838"/>
                  <a:pt x="210388" y="265128"/>
                </a:cubicBezTo>
                <a:cubicBezTo>
                  <a:pt x="210388" y="266367"/>
                  <a:pt x="211621" y="266367"/>
                  <a:pt x="211621" y="265128"/>
                </a:cubicBezTo>
                <a:cubicBezTo>
                  <a:pt x="212854" y="256556"/>
                  <a:pt x="214182" y="247983"/>
                  <a:pt x="214182" y="239411"/>
                </a:cubicBezTo>
                <a:cubicBezTo>
                  <a:pt x="214182" y="223504"/>
                  <a:pt x="211621" y="207502"/>
                  <a:pt x="205361" y="194072"/>
                </a:cubicBezTo>
                <a:cubicBezTo>
                  <a:pt x="204127" y="190357"/>
                  <a:pt x="204127" y="187976"/>
                  <a:pt x="206594" y="185499"/>
                </a:cubicBezTo>
                <a:cubicBezTo>
                  <a:pt x="220442" y="171974"/>
                  <a:pt x="226798" y="153591"/>
                  <a:pt x="226798" y="129111"/>
                </a:cubicBezTo>
                <a:cubicBezTo>
                  <a:pt x="226798" y="104632"/>
                  <a:pt x="211621" y="87487"/>
                  <a:pt x="193978" y="87487"/>
                </a:cubicBezTo>
                <a:cubicBezTo>
                  <a:pt x="181362" y="87487"/>
                  <a:pt x="171308" y="93583"/>
                  <a:pt x="164952" y="103394"/>
                </a:cubicBezTo>
                <a:cubicBezTo>
                  <a:pt x="163719" y="104632"/>
                  <a:pt x="161158" y="105870"/>
                  <a:pt x="158692" y="105870"/>
                </a:cubicBezTo>
                <a:cubicBezTo>
                  <a:pt x="156226" y="105870"/>
                  <a:pt x="153665" y="104632"/>
                  <a:pt x="152432" y="103394"/>
                </a:cubicBezTo>
                <a:cubicBezTo>
                  <a:pt x="146171" y="93583"/>
                  <a:pt x="136022" y="87487"/>
                  <a:pt x="124734" y="87487"/>
                </a:cubicBezTo>
                <a:cubicBezTo>
                  <a:pt x="105858" y="87487"/>
                  <a:pt x="90681" y="105870"/>
                  <a:pt x="90681" y="129111"/>
                </a:cubicBezTo>
                <a:cubicBezTo>
                  <a:pt x="90681" y="153591"/>
                  <a:pt x="96942" y="171974"/>
                  <a:pt x="110885" y="185499"/>
                </a:cubicBezTo>
                <a:cubicBezTo>
                  <a:pt x="113446" y="187976"/>
                  <a:pt x="113446" y="190357"/>
                  <a:pt x="112118" y="194072"/>
                </a:cubicBezTo>
                <a:cubicBezTo>
                  <a:pt x="107091" y="207597"/>
                  <a:pt x="103297" y="223504"/>
                  <a:pt x="103297" y="239411"/>
                </a:cubicBezTo>
                <a:cubicBezTo>
                  <a:pt x="103297" y="249222"/>
                  <a:pt x="104530" y="257794"/>
                  <a:pt x="105858" y="265128"/>
                </a:cubicBezTo>
                <a:cubicBezTo>
                  <a:pt x="105858" y="266367"/>
                  <a:pt x="107091" y="266367"/>
                  <a:pt x="108419" y="265128"/>
                </a:cubicBezTo>
                <a:cubicBezTo>
                  <a:pt x="112213" y="230838"/>
                  <a:pt x="133650" y="205121"/>
                  <a:pt x="158882" y="205121"/>
                </a:cubicBezTo>
                <a:close/>
                <a:moveTo>
                  <a:pt x="210388" y="281130"/>
                </a:moveTo>
                <a:cubicBezTo>
                  <a:pt x="202799" y="281130"/>
                  <a:pt x="195211" y="275034"/>
                  <a:pt x="195211" y="267605"/>
                </a:cubicBezTo>
                <a:cubicBezTo>
                  <a:pt x="191417" y="240649"/>
                  <a:pt x="176335" y="219789"/>
                  <a:pt x="158597" y="219789"/>
                </a:cubicBezTo>
                <a:cubicBezTo>
                  <a:pt x="140859" y="219789"/>
                  <a:pt x="125777" y="239411"/>
                  <a:pt x="121983" y="266367"/>
                </a:cubicBezTo>
                <a:cubicBezTo>
                  <a:pt x="121983" y="274939"/>
                  <a:pt x="114395" y="281035"/>
                  <a:pt x="106806" y="281035"/>
                </a:cubicBezTo>
                <a:cubicBezTo>
                  <a:pt x="99218" y="281035"/>
                  <a:pt x="92958" y="276177"/>
                  <a:pt x="90397" y="268748"/>
                </a:cubicBezTo>
                <a:cubicBezTo>
                  <a:pt x="89163" y="258937"/>
                  <a:pt x="87835" y="249126"/>
                  <a:pt x="87835" y="239316"/>
                </a:cubicBezTo>
                <a:cubicBezTo>
                  <a:pt x="87835" y="223409"/>
                  <a:pt x="90397" y="206264"/>
                  <a:pt x="96657" y="192738"/>
                </a:cubicBezTo>
                <a:cubicBezTo>
                  <a:pt x="82808" y="176832"/>
                  <a:pt x="75220" y="155972"/>
                  <a:pt x="75220" y="129016"/>
                </a:cubicBezTo>
                <a:cubicBezTo>
                  <a:pt x="75220" y="97107"/>
                  <a:pt x="96657" y="72628"/>
                  <a:pt x="124449" y="72628"/>
                </a:cubicBezTo>
                <a:cubicBezTo>
                  <a:pt x="137065" y="72628"/>
                  <a:pt x="149681" y="77486"/>
                  <a:pt x="158502" y="87297"/>
                </a:cubicBezTo>
                <a:cubicBezTo>
                  <a:pt x="167324" y="77486"/>
                  <a:pt x="179939" y="72628"/>
                  <a:pt x="193788" y="72628"/>
                </a:cubicBezTo>
                <a:cubicBezTo>
                  <a:pt x="220253" y="72628"/>
                  <a:pt x="241690" y="97107"/>
                  <a:pt x="241690" y="129016"/>
                </a:cubicBezTo>
                <a:cubicBezTo>
                  <a:pt x="241690" y="155972"/>
                  <a:pt x="234102" y="176832"/>
                  <a:pt x="220253" y="192738"/>
                </a:cubicBezTo>
                <a:cubicBezTo>
                  <a:pt x="226513" y="206264"/>
                  <a:pt x="229074" y="223409"/>
                  <a:pt x="229074" y="239316"/>
                </a:cubicBezTo>
                <a:cubicBezTo>
                  <a:pt x="229074" y="249126"/>
                  <a:pt x="227841" y="258937"/>
                  <a:pt x="226513" y="268748"/>
                </a:cubicBezTo>
                <a:cubicBezTo>
                  <a:pt x="225280" y="276082"/>
                  <a:pt x="217692" y="281035"/>
                  <a:pt x="210103" y="281035"/>
                </a:cubicBezTo>
                <a:close/>
                <a:moveTo>
                  <a:pt x="15082" y="79581"/>
                </a:moveTo>
                <a:cubicBezTo>
                  <a:pt x="15082" y="200358"/>
                  <a:pt x="27698" y="290274"/>
                  <a:pt x="158692" y="339614"/>
                </a:cubicBezTo>
                <a:cubicBezTo>
                  <a:pt x="289686" y="290370"/>
                  <a:pt x="302302" y="200358"/>
                  <a:pt x="302302" y="79581"/>
                </a:cubicBezTo>
                <a:cubicBezTo>
                  <a:pt x="279632" y="73390"/>
                  <a:pt x="196539" y="48816"/>
                  <a:pt x="158692" y="16716"/>
                </a:cubicBezTo>
                <a:cubicBezTo>
                  <a:pt x="120940" y="48720"/>
                  <a:pt x="37752" y="73390"/>
                  <a:pt x="15082" y="79581"/>
                </a:cubicBezTo>
                <a:close/>
                <a:moveTo>
                  <a:pt x="158692" y="354378"/>
                </a:moveTo>
                <a:lnTo>
                  <a:pt x="156131" y="354378"/>
                </a:lnTo>
                <a:cubicBezTo>
                  <a:pt x="11288" y="301419"/>
                  <a:pt x="0" y="200358"/>
                  <a:pt x="0" y="73390"/>
                </a:cubicBezTo>
                <a:cubicBezTo>
                  <a:pt x="0" y="70914"/>
                  <a:pt x="2561" y="67199"/>
                  <a:pt x="5027" y="65961"/>
                </a:cubicBezTo>
                <a:cubicBezTo>
                  <a:pt x="6260" y="65961"/>
                  <a:pt x="117146" y="36338"/>
                  <a:pt x="153665" y="1857"/>
                </a:cubicBezTo>
                <a:cubicBezTo>
                  <a:pt x="156226" y="-619"/>
                  <a:pt x="161253" y="-619"/>
                  <a:pt x="163719" y="1857"/>
                </a:cubicBezTo>
                <a:cubicBezTo>
                  <a:pt x="200238" y="36338"/>
                  <a:pt x="311029" y="65961"/>
                  <a:pt x="312357" y="65961"/>
                </a:cubicBezTo>
                <a:cubicBezTo>
                  <a:pt x="314918" y="67199"/>
                  <a:pt x="317384" y="70914"/>
                  <a:pt x="317384" y="73390"/>
                </a:cubicBezTo>
                <a:cubicBezTo>
                  <a:pt x="317384" y="200358"/>
                  <a:pt x="306096" y="301323"/>
                  <a:pt x="161253" y="354378"/>
                </a:cubicBezTo>
                <a:lnTo>
                  <a:pt x="158692" y="354378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" name="Graphic 15">
            <a:extLst>
              <a:ext uri="{FF2B5EF4-FFF2-40B4-BE49-F238E27FC236}">
                <a16:creationId xmlns:a16="http://schemas.microsoft.com/office/drawing/2014/main" id="{AE396AD9-13C0-BA70-92EA-E3BB20629645}"/>
              </a:ext>
            </a:extLst>
          </p:cNvPr>
          <p:cNvSpPr/>
          <p:nvPr/>
        </p:nvSpPr>
        <p:spPr>
          <a:xfrm>
            <a:off x="4613819" y="785882"/>
            <a:ext cx="432321" cy="482711"/>
          </a:xfrm>
          <a:custGeom>
            <a:avLst/>
            <a:gdLst>
              <a:gd name="connsiteX0" fmla="*/ 158692 w 317384"/>
              <a:gd name="connsiteY0" fmla="*/ 205121 h 354377"/>
              <a:gd name="connsiteX1" fmla="*/ 210388 w 317384"/>
              <a:gd name="connsiteY1" fmla="*/ 265128 h 354377"/>
              <a:gd name="connsiteX2" fmla="*/ 211621 w 317384"/>
              <a:gd name="connsiteY2" fmla="*/ 265128 h 354377"/>
              <a:gd name="connsiteX3" fmla="*/ 214182 w 317384"/>
              <a:gd name="connsiteY3" fmla="*/ 239411 h 354377"/>
              <a:gd name="connsiteX4" fmla="*/ 205361 w 317384"/>
              <a:gd name="connsiteY4" fmla="*/ 194072 h 354377"/>
              <a:gd name="connsiteX5" fmla="*/ 206594 w 317384"/>
              <a:gd name="connsiteY5" fmla="*/ 185499 h 354377"/>
              <a:gd name="connsiteX6" fmla="*/ 226798 w 317384"/>
              <a:gd name="connsiteY6" fmla="*/ 129111 h 354377"/>
              <a:gd name="connsiteX7" fmla="*/ 193978 w 317384"/>
              <a:gd name="connsiteY7" fmla="*/ 87487 h 354377"/>
              <a:gd name="connsiteX8" fmla="*/ 164952 w 317384"/>
              <a:gd name="connsiteY8" fmla="*/ 103394 h 354377"/>
              <a:gd name="connsiteX9" fmla="*/ 158692 w 317384"/>
              <a:gd name="connsiteY9" fmla="*/ 105870 h 354377"/>
              <a:gd name="connsiteX10" fmla="*/ 152432 w 317384"/>
              <a:gd name="connsiteY10" fmla="*/ 103394 h 354377"/>
              <a:gd name="connsiteX11" fmla="*/ 124734 w 317384"/>
              <a:gd name="connsiteY11" fmla="*/ 87487 h 354377"/>
              <a:gd name="connsiteX12" fmla="*/ 90681 w 317384"/>
              <a:gd name="connsiteY12" fmla="*/ 129111 h 354377"/>
              <a:gd name="connsiteX13" fmla="*/ 110885 w 317384"/>
              <a:gd name="connsiteY13" fmla="*/ 185499 h 354377"/>
              <a:gd name="connsiteX14" fmla="*/ 112118 w 317384"/>
              <a:gd name="connsiteY14" fmla="*/ 194072 h 354377"/>
              <a:gd name="connsiteX15" fmla="*/ 103297 w 317384"/>
              <a:gd name="connsiteY15" fmla="*/ 239411 h 354377"/>
              <a:gd name="connsiteX16" fmla="*/ 105858 w 317384"/>
              <a:gd name="connsiteY16" fmla="*/ 265128 h 354377"/>
              <a:gd name="connsiteX17" fmla="*/ 108419 w 317384"/>
              <a:gd name="connsiteY17" fmla="*/ 265128 h 354377"/>
              <a:gd name="connsiteX18" fmla="*/ 158882 w 317384"/>
              <a:gd name="connsiteY18" fmla="*/ 205121 h 354377"/>
              <a:gd name="connsiteX19" fmla="*/ 210388 w 317384"/>
              <a:gd name="connsiteY19" fmla="*/ 281130 h 354377"/>
              <a:gd name="connsiteX20" fmla="*/ 195211 w 317384"/>
              <a:gd name="connsiteY20" fmla="*/ 267605 h 354377"/>
              <a:gd name="connsiteX21" fmla="*/ 158597 w 317384"/>
              <a:gd name="connsiteY21" fmla="*/ 219789 h 354377"/>
              <a:gd name="connsiteX22" fmla="*/ 121983 w 317384"/>
              <a:gd name="connsiteY22" fmla="*/ 266367 h 354377"/>
              <a:gd name="connsiteX23" fmla="*/ 106806 w 317384"/>
              <a:gd name="connsiteY23" fmla="*/ 281035 h 354377"/>
              <a:gd name="connsiteX24" fmla="*/ 90397 w 317384"/>
              <a:gd name="connsiteY24" fmla="*/ 268748 h 354377"/>
              <a:gd name="connsiteX25" fmla="*/ 87835 w 317384"/>
              <a:gd name="connsiteY25" fmla="*/ 239316 h 354377"/>
              <a:gd name="connsiteX26" fmla="*/ 96657 w 317384"/>
              <a:gd name="connsiteY26" fmla="*/ 192738 h 354377"/>
              <a:gd name="connsiteX27" fmla="*/ 75220 w 317384"/>
              <a:gd name="connsiteY27" fmla="*/ 129016 h 354377"/>
              <a:gd name="connsiteX28" fmla="*/ 124449 w 317384"/>
              <a:gd name="connsiteY28" fmla="*/ 72628 h 354377"/>
              <a:gd name="connsiteX29" fmla="*/ 158502 w 317384"/>
              <a:gd name="connsiteY29" fmla="*/ 87297 h 354377"/>
              <a:gd name="connsiteX30" fmla="*/ 193788 w 317384"/>
              <a:gd name="connsiteY30" fmla="*/ 72628 h 354377"/>
              <a:gd name="connsiteX31" fmla="*/ 241690 w 317384"/>
              <a:gd name="connsiteY31" fmla="*/ 129016 h 354377"/>
              <a:gd name="connsiteX32" fmla="*/ 220253 w 317384"/>
              <a:gd name="connsiteY32" fmla="*/ 192738 h 354377"/>
              <a:gd name="connsiteX33" fmla="*/ 229074 w 317384"/>
              <a:gd name="connsiteY33" fmla="*/ 239316 h 354377"/>
              <a:gd name="connsiteX34" fmla="*/ 226513 w 317384"/>
              <a:gd name="connsiteY34" fmla="*/ 268748 h 354377"/>
              <a:gd name="connsiteX35" fmla="*/ 210103 w 317384"/>
              <a:gd name="connsiteY35" fmla="*/ 281035 h 354377"/>
              <a:gd name="connsiteX36" fmla="*/ 15082 w 317384"/>
              <a:gd name="connsiteY36" fmla="*/ 79581 h 354377"/>
              <a:gd name="connsiteX37" fmla="*/ 158692 w 317384"/>
              <a:gd name="connsiteY37" fmla="*/ 339614 h 354377"/>
              <a:gd name="connsiteX38" fmla="*/ 302302 w 317384"/>
              <a:gd name="connsiteY38" fmla="*/ 79581 h 354377"/>
              <a:gd name="connsiteX39" fmla="*/ 158692 w 317384"/>
              <a:gd name="connsiteY39" fmla="*/ 16716 h 354377"/>
              <a:gd name="connsiteX40" fmla="*/ 15082 w 317384"/>
              <a:gd name="connsiteY40" fmla="*/ 79581 h 354377"/>
              <a:gd name="connsiteX41" fmla="*/ 158692 w 317384"/>
              <a:gd name="connsiteY41" fmla="*/ 354378 h 354377"/>
              <a:gd name="connsiteX42" fmla="*/ 156131 w 317384"/>
              <a:gd name="connsiteY42" fmla="*/ 354378 h 354377"/>
              <a:gd name="connsiteX43" fmla="*/ 0 w 317384"/>
              <a:gd name="connsiteY43" fmla="*/ 73390 h 354377"/>
              <a:gd name="connsiteX44" fmla="*/ 5027 w 317384"/>
              <a:gd name="connsiteY44" fmla="*/ 65961 h 354377"/>
              <a:gd name="connsiteX45" fmla="*/ 153665 w 317384"/>
              <a:gd name="connsiteY45" fmla="*/ 1857 h 354377"/>
              <a:gd name="connsiteX46" fmla="*/ 163719 w 317384"/>
              <a:gd name="connsiteY46" fmla="*/ 1857 h 354377"/>
              <a:gd name="connsiteX47" fmla="*/ 312357 w 317384"/>
              <a:gd name="connsiteY47" fmla="*/ 65961 h 354377"/>
              <a:gd name="connsiteX48" fmla="*/ 317384 w 317384"/>
              <a:gd name="connsiteY48" fmla="*/ 73390 h 354377"/>
              <a:gd name="connsiteX49" fmla="*/ 161253 w 317384"/>
              <a:gd name="connsiteY49" fmla="*/ 354378 h 354377"/>
              <a:gd name="connsiteX50" fmla="*/ 158692 w 317384"/>
              <a:gd name="connsiteY50" fmla="*/ 354378 h 354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17384" h="354377">
                <a:moveTo>
                  <a:pt x="158692" y="205121"/>
                </a:moveTo>
                <a:cubicBezTo>
                  <a:pt x="183923" y="205121"/>
                  <a:pt x="206594" y="230838"/>
                  <a:pt x="210388" y="265128"/>
                </a:cubicBezTo>
                <a:cubicBezTo>
                  <a:pt x="210388" y="266367"/>
                  <a:pt x="211621" y="266367"/>
                  <a:pt x="211621" y="265128"/>
                </a:cubicBezTo>
                <a:cubicBezTo>
                  <a:pt x="212854" y="256556"/>
                  <a:pt x="214182" y="247983"/>
                  <a:pt x="214182" y="239411"/>
                </a:cubicBezTo>
                <a:cubicBezTo>
                  <a:pt x="214182" y="223504"/>
                  <a:pt x="211621" y="207502"/>
                  <a:pt x="205361" y="194072"/>
                </a:cubicBezTo>
                <a:cubicBezTo>
                  <a:pt x="204127" y="190357"/>
                  <a:pt x="204127" y="187976"/>
                  <a:pt x="206594" y="185499"/>
                </a:cubicBezTo>
                <a:cubicBezTo>
                  <a:pt x="220442" y="171974"/>
                  <a:pt x="226798" y="153591"/>
                  <a:pt x="226798" y="129111"/>
                </a:cubicBezTo>
                <a:cubicBezTo>
                  <a:pt x="226798" y="104632"/>
                  <a:pt x="211621" y="87487"/>
                  <a:pt x="193978" y="87487"/>
                </a:cubicBezTo>
                <a:cubicBezTo>
                  <a:pt x="181362" y="87487"/>
                  <a:pt x="171308" y="93583"/>
                  <a:pt x="164952" y="103394"/>
                </a:cubicBezTo>
                <a:cubicBezTo>
                  <a:pt x="163719" y="104632"/>
                  <a:pt x="161158" y="105870"/>
                  <a:pt x="158692" y="105870"/>
                </a:cubicBezTo>
                <a:cubicBezTo>
                  <a:pt x="156226" y="105870"/>
                  <a:pt x="153665" y="104632"/>
                  <a:pt x="152432" y="103394"/>
                </a:cubicBezTo>
                <a:cubicBezTo>
                  <a:pt x="146171" y="93583"/>
                  <a:pt x="136022" y="87487"/>
                  <a:pt x="124734" y="87487"/>
                </a:cubicBezTo>
                <a:cubicBezTo>
                  <a:pt x="105858" y="87487"/>
                  <a:pt x="90681" y="105870"/>
                  <a:pt x="90681" y="129111"/>
                </a:cubicBezTo>
                <a:cubicBezTo>
                  <a:pt x="90681" y="153591"/>
                  <a:pt x="96942" y="171974"/>
                  <a:pt x="110885" y="185499"/>
                </a:cubicBezTo>
                <a:cubicBezTo>
                  <a:pt x="113446" y="187976"/>
                  <a:pt x="113446" y="190357"/>
                  <a:pt x="112118" y="194072"/>
                </a:cubicBezTo>
                <a:cubicBezTo>
                  <a:pt x="107091" y="207597"/>
                  <a:pt x="103297" y="223504"/>
                  <a:pt x="103297" y="239411"/>
                </a:cubicBezTo>
                <a:cubicBezTo>
                  <a:pt x="103297" y="249222"/>
                  <a:pt x="104530" y="257794"/>
                  <a:pt x="105858" y="265128"/>
                </a:cubicBezTo>
                <a:cubicBezTo>
                  <a:pt x="105858" y="266367"/>
                  <a:pt x="107091" y="266367"/>
                  <a:pt x="108419" y="265128"/>
                </a:cubicBezTo>
                <a:cubicBezTo>
                  <a:pt x="112213" y="230838"/>
                  <a:pt x="133650" y="205121"/>
                  <a:pt x="158882" y="205121"/>
                </a:cubicBezTo>
                <a:close/>
                <a:moveTo>
                  <a:pt x="210388" y="281130"/>
                </a:moveTo>
                <a:cubicBezTo>
                  <a:pt x="202799" y="281130"/>
                  <a:pt x="195211" y="275034"/>
                  <a:pt x="195211" y="267605"/>
                </a:cubicBezTo>
                <a:cubicBezTo>
                  <a:pt x="191417" y="240649"/>
                  <a:pt x="176335" y="219789"/>
                  <a:pt x="158597" y="219789"/>
                </a:cubicBezTo>
                <a:cubicBezTo>
                  <a:pt x="140859" y="219789"/>
                  <a:pt x="125777" y="239411"/>
                  <a:pt x="121983" y="266367"/>
                </a:cubicBezTo>
                <a:cubicBezTo>
                  <a:pt x="121983" y="274939"/>
                  <a:pt x="114395" y="281035"/>
                  <a:pt x="106806" y="281035"/>
                </a:cubicBezTo>
                <a:cubicBezTo>
                  <a:pt x="99218" y="281035"/>
                  <a:pt x="92958" y="276177"/>
                  <a:pt x="90397" y="268748"/>
                </a:cubicBezTo>
                <a:cubicBezTo>
                  <a:pt x="89163" y="258937"/>
                  <a:pt x="87835" y="249126"/>
                  <a:pt x="87835" y="239316"/>
                </a:cubicBezTo>
                <a:cubicBezTo>
                  <a:pt x="87835" y="223409"/>
                  <a:pt x="90397" y="206264"/>
                  <a:pt x="96657" y="192738"/>
                </a:cubicBezTo>
                <a:cubicBezTo>
                  <a:pt x="82808" y="176832"/>
                  <a:pt x="75220" y="155972"/>
                  <a:pt x="75220" y="129016"/>
                </a:cubicBezTo>
                <a:cubicBezTo>
                  <a:pt x="75220" y="97107"/>
                  <a:pt x="96657" y="72628"/>
                  <a:pt x="124449" y="72628"/>
                </a:cubicBezTo>
                <a:cubicBezTo>
                  <a:pt x="137065" y="72628"/>
                  <a:pt x="149681" y="77486"/>
                  <a:pt x="158502" y="87297"/>
                </a:cubicBezTo>
                <a:cubicBezTo>
                  <a:pt x="167324" y="77486"/>
                  <a:pt x="179939" y="72628"/>
                  <a:pt x="193788" y="72628"/>
                </a:cubicBezTo>
                <a:cubicBezTo>
                  <a:pt x="220253" y="72628"/>
                  <a:pt x="241690" y="97107"/>
                  <a:pt x="241690" y="129016"/>
                </a:cubicBezTo>
                <a:cubicBezTo>
                  <a:pt x="241690" y="155972"/>
                  <a:pt x="234102" y="176832"/>
                  <a:pt x="220253" y="192738"/>
                </a:cubicBezTo>
                <a:cubicBezTo>
                  <a:pt x="226513" y="206264"/>
                  <a:pt x="229074" y="223409"/>
                  <a:pt x="229074" y="239316"/>
                </a:cubicBezTo>
                <a:cubicBezTo>
                  <a:pt x="229074" y="249126"/>
                  <a:pt x="227841" y="258937"/>
                  <a:pt x="226513" y="268748"/>
                </a:cubicBezTo>
                <a:cubicBezTo>
                  <a:pt x="225280" y="276082"/>
                  <a:pt x="217692" y="281035"/>
                  <a:pt x="210103" y="281035"/>
                </a:cubicBezTo>
                <a:close/>
                <a:moveTo>
                  <a:pt x="15082" y="79581"/>
                </a:moveTo>
                <a:cubicBezTo>
                  <a:pt x="15082" y="200358"/>
                  <a:pt x="27698" y="290274"/>
                  <a:pt x="158692" y="339614"/>
                </a:cubicBezTo>
                <a:cubicBezTo>
                  <a:pt x="289686" y="290370"/>
                  <a:pt x="302302" y="200358"/>
                  <a:pt x="302302" y="79581"/>
                </a:cubicBezTo>
                <a:cubicBezTo>
                  <a:pt x="279632" y="73390"/>
                  <a:pt x="196539" y="48816"/>
                  <a:pt x="158692" y="16716"/>
                </a:cubicBezTo>
                <a:cubicBezTo>
                  <a:pt x="120940" y="48720"/>
                  <a:pt x="37752" y="73390"/>
                  <a:pt x="15082" y="79581"/>
                </a:cubicBezTo>
                <a:close/>
                <a:moveTo>
                  <a:pt x="158692" y="354378"/>
                </a:moveTo>
                <a:lnTo>
                  <a:pt x="156131" y="354378"/>
                </a:lnTo>
                <a:cubicBezTo>
                  <a:pt x="11288" y="301419"/>
                  <a:pt x="0" y="200358"/>
                  <a:pt x="0" y="73390"/>
                </a:cubicBezTo>
                <a:cubicBezTo>
                  <a:pt x="0" y="70914"/>
                  <a:pt x="2561" y="67199"/>
                  <a:pt x="5027" y="65961"/>
                </a:cubicBezTo>
                <a:cubicBezTo>
                  <a:pt x="6260" y="65961"/>
                  <a:pt x="117146" y="36338"/>
                  <a:pt x="153665" y="1857"/>
                </a:cubicBezTo>
                <a:cubicBezTo>
                  <a:pt x="156226" y="-619"/>
                  <a:pt x="161253" y="-619"/>
                  <a:pt x="163719" y="1857"/>
                </a:cubicBezTo>
                <a:cubicBezTo>
                  <a:pt x="200238" y="36338"/>
                  <a:pt x="311029" y="65961"/>
                  <a:pt x="312357" y="65961"/>
                </a:cubicBezTo>
                <a:cubicBezTo>
                  <a:pt x="314918" y="67199"/>
                  <a:pt x="317384" y="70914"/>
                  <a:pt x="317384" y="73390"/>
                </a:cubicBezTo>
                <a:cubicBezTo>
                  <a:pt x="317384" y="200358"/>
                  <a:pt x="306096" y="301323"/>
                  <a:pt x="161253" y="354378"/>
                </a:cubicBezTo>
                <a:lnTo>
                  <a:pt x="158692" y="354378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" name="Graphic 15">
            <a:extLst>
              <a:ext uri="{FF2B5EF4-FFF2-40B4-BE49-F238E27FC236}">
                <a16:creationId xmlns:a16="http://schemas.microsoft.com/office/drawing/2014/main" id="{FF03D09A-2C04-9ED6-53DE-900A7F41E936}"/>
              </a:ext>
            </a:extLst>
          </p:cNvPr>
          <p:cNvSpPr/>
          <p:nvPr/>
        </p:nvSpPr>
        <p:spPr>
          <a:xfrm>
            <a:off x="3851819" y="1420882"/>
            <a:ext cx="432321" cy="482711"/>
          </a:xfrm>
          <a:custGeom>
            <a:avLst/>
            <a:gdLst>
              <a:gd name="connsiteX0" fmla="*/ 158692 w 317384"/>
              <a:gd name="connsiteY0" fmla="*/ 205121 h 354377"/>
              <a:gd name="connsiteX1" fmla="*/ 210388 w 317384"/>
              <a:gd name="connsiteY1" fmla="*/ 265128 h 354377"/>
              <a:gd name="connsiteX2" fmla="*/ 211621 w 317384"/>
              <a:gd name="connsiteY2" fmla="*/ 265128 h 354377"/>
              <a:gd name="connsiteX3" fmla="*/ 214182 w 317384"/>
              <a:gd name="connsiteY3" fmla="*/ 239411 h 354377"/>
              <a:gd name="connsiteX4" fmla="*/ 205361 w 317384"/>
              <a:gd name="connsiteY4" fmla="*/ 194072 h 354377"/>
              <a:gd name="connsiteX5" fmla="*/ 206594 w 317384"/>
              <a:gd name="connsiteY5" fmla="*/ 185499 h 354377"/>
              <a:gd name="connsiteX6" fmla="*/ 226798 w 317384"/>
              <a:gd name="connsiteY6" fmla="*/ 129111 h 354377"/>
              <a:gd name="connsiteX7" fmla="*/ 193978 w 317384"/>
              <a:gd name="connsiteY7" fmla="*/ 87487 h 354377"/>
              <a:gd name="connsiteX8" fmla="*/ 164952 w 317384"/>
              <a:gd name="connsiteY8" fmla="*/ 103394 h 354377"/>
              <a:gd name="connsiteX9" fmla="*/ 158692 w 317384"/>
              <a:gd name="connsiteY9" fmla="*/ 105870 h 354377"/>
              <a:gd name="connsiteX10" fmla="*/ 152432 w 317384"/>
              <a:gd name="connsiteY10" fmla="*/ 103394 h 354377"/>
              <a:gd name="connsiteX11" fmla="*/ 124734 w 317384"/>
              <a:gd name="connsiteY11" fmla="*/ 87487 h 354377"/>
              <a:gd name="connsiteX12" fmla="*/ 90681 w 317384"/>
              <a:gd name="connsiteY12" fmla="*/ 129111 h 354377"/>
              <a:gd name="connsiteX13" fmla="*/ 110885 w 317384"/>
              <a:gd name="connsiteY13" fmla="*/ 185499 h 354377"/>
              <a:gd name="connsiteX14" fmla="*/ 112118 w 317384"/>
              <a:gd name="connsiteY14" fmla="*/ 194072 h 354377"/>
              <a:gd name="connsiteX15" fmla="*/ 103297 w 317384"/>
              <a:gd name="connsiteY15" fmla="*/ 239411 h 354377"/>
              <a:gd name="connsiteX16" fmla="*/ 105858 w 317384"/>
              <a:gd name="connsiteY16" fmla="*/ 265128 h 354377"/>
              <a:gd name="connsiteX17" fmla="*/ 108419 w 317384"/>
              <a:gd name="connsiteY17" fmla="*/ 265128 h 354377"/>
              <a:gd name="connsiteX18" fmla="*/ 158882 w 317384"/>
              <a:gd name="connsiteY18" fmla="*/ 205121 h 354377"/>
              <a:gd name="connsiteX19" fmla="*/ 210388 w 317384"/>
              <a:gd name="connsiteY19" fmla="*/ 281130 h 354377"/>
              <a:gd name="connsiteX20" fmla="*/ 195211 w 317384"/>
              <a:gd name="connsiteY20" fmla="*/ 267605 h 354377"/>
              <a:gd name="connsiteX21" fmla="*/ 158597 w 317384"/>
              <a:gd name="connsiteY21" fmla="*/ 219789 h 354377"/>
              <a:gd name="connsiteX22" fmla="*/ 121983 w 317384"/>
              <a:gd name="connsiteY22" fmla="*/ 266367 h 354377"/>
              <a:gd name="connsiteX23" fmla="*/ 106806 w 317384"/>
              <a:gd name="connsiteY23" fmla="*/ 281035 h 354377"/>
              <a:gd name="connsiteX24" fmla="*/ 90397 w 317384"/>
              <a:gd name="connsiteY24" fmla="*/ 268748 h 354377"/>
              <a:gd name="connsiteX25" fmla="*/ 87835 w 317384"/>
              <a:gd name="connsiteY25" fmla="*/ 239316 h 354377"/>
              <a:gd name="connsiteX26" fmla="*/ 96657 w 317384"/>
              <a:gd name="connsiteY26" fmla="*/ 192738 h 354377"/>
              <a:gd name="connsiteX27" fmla="*/ 75220 w 317384"/>
              <a:gd name="connsiteY27" fmla="*/ 129016 h 354377"/>
              <a:gd name="connsiteX28" fmla="*/ 124449 w 317384"/>
              <a:gd name="connsiteY28" fmla="*/ 72628 h 354377"/>
              <a:gd name="connsiteX29" fmla="*/ 158502 w 317384"/>
              <a:gd name="connsiteY29" fmla="*/ 87297 h 354377"/>
              <a:gd name="connsiteX30" fmla="*/ 193788 w 317384"/>
              <a:gd name="connsiteY30" fmla="*/ 72628 h 354377"/>
              <a:gd name="connsiteX31" fmla="*/ 241690 w 317384"/>
              <a:gd name="connsiteY31" fmla="*/ 129016 h 354377"/>
              <a:gd name="connsiteX32" fmla="*/ 220253 w 317384"/>
              <a:gd name="connsiteY32" fmla="*/ 192738 h 354377"/>
              <a:gd name="connsiteX33" fmla="*/ 229074 w 317384"/>
              <a:gd name="connsiteY33" fmla="*/ 239316 h 354377"/>
              <a:gd name="connsiteX34" fmla="*/ 226513 w 317384"/>
              <a:gd name="connsiteY34" fmla="*/ 268748 h 354377"/>
              <a:gd name="connsiteX35" fmla="*/ 210103 w 317384"/>
              <a:gd name="connsiteY35" fmla="*/ 281035 h 354377"/>
              <a:gd name="connsiteX36" fmla="*/ 15082 w 317384"/>
              <a:gd name="connsiteY36" fmla="*/ 79581 h 354377"/>
              <a:gd name="connsiteX37" fmla="*/ 158692 w 317384"/>
              <a:gd name="connsiteY37" fmla="*/ 339614 h 354377"/>
              <a:gd name="connsiteX38" fmla="*/ 302302 w 317384"/>
              <a:gd name="connsiteY38" fmla="*/ 79581 h 354377"/>
              <a:gd name="connsiteX39" fmla="*/ 158692 w 317384"/>
              <a:gd name="connsiteY39" fmla="*/ 16716 h 354377"/>
              <a:gd name="connsiteX40" fmla="*/ 15082 w 317384"/>
              <a:gd name="connsiteY40" fmla="*/ 79581 h 354377"/>
              <a:gd name="connsiteX41" fmla="*/ 158692 w 317384"/>
              <a:gd name="connsiteY41" fmla="*/ 354378 h 354377"/>
              <a:gd name="connsiteX42" fmla="*/ 156131 w 317384"/>
              <a:gd name="connsiteY42" fmla="*/ 354378 h 354377"/>
              <a:gd name="connsiteX43" fmla="*/ 0 w 317384"/>
              <a:gd name="connsiteY43" fmla="*/ 73390 h 354377"/>
              <a:gd name="connsiteX44" fmla="*/ 5027 w 317384"/>
              <a:gd name="connsiteY44" fmla="*/ 65961 h 354377"/>
              <a:gd name="connsiteX45" fmla="*/ 153665 w 317384"/>
              <a:gd name="connsiteY45" fmla="*/ 1857 h 354377"/>
              <a:gd name="connsiteX46" fmla="*/ 163719 w 317384"/>
              <a:gd name="connsiteY46" fmla="*/ 1857 h 354377"/>
              <a:gd name="connsiteX47" fmla="*/ 312357 w 317384"/>
              <a:gd name="connsiteY47" fmla="*/ 65961 h 354377"/>
              <a:gd name="connsiteX48" fmla="*/ 317384 w 317384"/>
              <a:gd name="connsiteY48" fmla="*/ 73390 h 354377"/>
              <a:gd name="connsiteX49" fmla="*/ 161253 w 317384"/>
              <a:gd name="connsiteY49" fmla="*/ 354378 h 354377"/>
              <a:gd name="connsiteX50" fmla="*/ 158692 w 317384"/>
              <a:gd name="connsiteY50" fmla="*/ 354378 h 354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17384" h="354377">
                <a:moveTo>
                  <a:pt x="158692" y="205121"/>
                </a:moveTo>
                <a:cubicBezTo>
                  <a:pt x="183923" y="205121"/>
                  <a:pt x="206594" y="230838"/>
                  <a:pt x="210388" y="265128"/>
                </a:cubicBezTo>
                <a:cubicBezTo>
                  <a:pt x="210388" y="266367"/>
                  <a:pt x="211621" y="266367"/>
                  <a:pt x="211621" y="265128"/>
                </a:cubicBezTo>
                <a:cubicBezTo>
                  <a:pt x="212854" y="256556"/>
                  <a:pt x="214182" y="247983"/>
                  <a:pt x="214182" y="239411"/>
                </a:cubicBezTo>
                <a:cubicBezTo>
                  <a:pt x="214182" y="223504"/>
                  <a:pt x="211621" y="207502"/>
                  <a:pt x="205361" y="194072"/>
                </a:cubicBezTo>
                <a:cubicBezTo>
                  <a:pt x="204127" y="190357"/>
                  <a:pt x="204127" y="187976"/>
                  <a:pt x="206594" y="185499"/>
                </a:cubicBezTo>
                <a:cubicBezTo>
                  <a:pt x="220442" y="171974"/>
                  <a:pt x="226798" y="153591"/>
                  <a:pt x="226798" y="129111"/>
                </a:cubicBezTo>
                <a:cubicBezTo>
                  <a:pt x="226798" y="104632"/>
                  <a:pt x="211621" y="87487"/>
                  <a:pt x="193978" y="87487"/>
                </a:cubicBezTo>
                <a:cubicBezTo>
                  <a:pt x="181362" y="87487"/>
                  <a:pt x="171308" y="93583"/>
                  <a:pt x="164952" y="103394"/>
                </a:cubicBezTo>
                <a:cubicBezTo>
                  <a:pt x="163719" y="104632"/>
                  <a:pt x="161158" y="105870"/>
                  <a:pt x="158692" y="105870"/>
                </a:cubicBezTo>
                <a:cubicBezTo>
                  <a:pt x="156226" y="105870"/>
                  <a:pt x="153665" y="104632"/>
                  <a:pt x="152432" y="103394"/>
                </a:cubicBezTo>
                <a:cubicBezTo>
                  <a:pt x="146171" y="93583"/>
                  <a:pt x="136022" y="87487"/>
                  <a:pt x="124734" y="87487"/>
                </a:cubicBezTo>
                <a:cubicBezTo>
                  <a:pt x="105858" y="87487"/>
                  <a:pt x="90681" y="105870"/>
                  <a:pt x="90681" y="129111"/>
                </a:cubicBezTo>
                <a:cubicBezTo>
                  <a:pt x="90681" y="153591"/>
                  <a:pt x="96942" y="171974"/>
                  <a:pt x="110885" y="185499"/>
                </a:cubicBezTo>
                <a:cubicBezTo>
                  <a:pt x="113446" y="187976"/>
                  <a:pt x="113446" y="190357"/>
                  <a:pt x="112118" y="194072"/>
                </a:cubicBezTo>
                <a:cubicBezTo>
                  <a:pt x="107091" y="207597"/>
                  <a:pt x="103297" y="223504"/>
                  <a:pt x="103297" y="239411"/>
                </a:cubicBezTo>
                <a:cubicBezTo>
                  <a:pt x="103297" y="249222"/>
                  <a:pt x="104530" y="257794"/>
                  <a:pt x="105858" y="265128"/>
                </a:cubicBezTo>
                <a:cubicBezTo>
                  <a:pt x="105858" y="266367"/>
                  <a:pt x="107091" y="266367"/>
                  <a:pt x="108419" y="265128"/>
                </a:cubicBezTo>
                <a:cubicBezTo>
                  <a:pt x="112213" y="230838"/>
                  <a:pt x="133650" y="205121"/>
                  <a:pt x="158882" y="205121"/>
                </a:cubicBezTo>
                <a:close/>
                <a:moveTo>
                  <a:pt x="210388" y="281130"/>
                </a:moveTo>
                <a:cubicBezTo>
                  <a:pt x="202799" y="281130"/>
                  <a:pt x="195211" y="275034"/>
                  <a:pt x="195211" y="267605"/>
                </a:cubicBezTo>
                <a:cubicBezTo>
                  <a:pt x="191417" y="240649"/>
                  <a:pt x="176335" y="219789"/>
                  <a:pt x="158597" y="219789"/>
                </a:cubicBezTo>
                <a:cubicBezTo>
                  <a:pt x="140859" y="219789"/>
                  <a:pt x="125777" y="239411"/>
                  <a:pt x="121983" y="266367"/>
                </a:cubicBezTo>
                <a:cubicBezTo>
                  <a:pt x="121983" y="274939"/>
                  <a:pt x="114395" y="281035"/>
                  <a:pt x="106806" y="281035"/>
                </a:cubicBezTo>
                <a:cubicBezTo>
                  <a:pt x="99218" y="281035"/>
                  <a:pt x="92958" y="276177"/>
                  <a:pt x="90397" y="268748"/>
                </a:cubicBezTo>
                <a:cubicBezTo>
                  <a:pt x="89163" y="258937"/>
                  <a:pt x="87835" y="249126"/>
                  <a:pt x="87835" y="239316"/>
                </a:cubicBezTo>
                <a:cubicBezTo>
                  <a:pt x="87835" y="223409"/>
                  <a:pt x="90397" y="206264"/>
                  <a:pt x="96657" y="192738"/>
                </a:cubicBezTo>
                <a:cubicBezTo>
                  <a:pt x="82808" y="176832"/>
                  <a:pt x="75220" y="155972"/>
                  <a:pt x="75220" y="129016"/>
                </a:cubicBezTo>
                <a:cubicBezTo>
                  <a:pt x="75220" y="97107"/>
                  <a:pt x="96657" y="72628"/>
                  <a:pt x="124449" y="72628"/>
                </a:cubicBezTo>
                <a:cubicBezTo>
                  <a:pt x="137065" y="72628"/>
                  <a:pt x="149681" y="77486"/>
                  <a:pt x="158502" y="87297"/>
                </a:cubicBezTo>
                <a:cubicBezTo>
                  <a:pt x="167324" y="77486"/>
                  <a:pt x="179939" y="72628"/>
                  <a:pt x="193788" y="72628"/>
                </a:cubicBezTo>
                <a:cubicBezTo>
                  <a:pt x="220253" y="72628"/>
                  <a:pt x="241690" y="97107"/>
                  <a:pt x="241690" y="129016"/>
                </a:cubicBezTo>
                <a:cubicBezTo>
                  <a:pt x="241690" y="155972"/>
                  <a:pt x="234102" y="176832"/>
                  <a:pt x="220253" y="192738"/>
                </a:cubicBezTo>
                <a:cubicBezTo>
                  <a:pt x="226513" y="206264"/>
                  <a:pt x="229074" y="223409"/>
                  <a:pt x="229074" y="239316"/>
                </a:cubicBezTo>
                <a:cubicBezTo>
                  <a:pt x="229074" y="249126"/>
                  <a:pt x="227841" y="258937"/>
                  <a:pt x="226513" y="268748"/>
                </a:cubicBezTo>
                <a:cubicBezTo>
                  <a:pt x="225280" y="276082"/>
                  <a:pt x="217692" y="281035"/>
                  <a:pt x="210103" y="281035"/>
                </a:cubicBezTo>
                <a:close/>
                <a:moveTo>
                  <a:pt x="15082" y="79581"/>
                </a:moveTo>
                <a:cubicBezTo>
                  <a:pt x="15082" y="200358"/>
                  <a:pt x="27698" y="290274"/>
                  <a:pt x="158692" y="339614"/>
                </a:cubicBezTo>
                <a:cubicBezTo>
                  <a:pt x="289686" y="290370"/>
                  <a:pt x="302302" y="200358"/>
                  <a:pt x="302302" y="79581"/>
                </a:cubicBezTo>
                <a:cubicBezTo>
                  <a:pt x="279632" y="73390"/>
                  <a:pt x="196539" y="48816"/>
                  <a:pt x="158692" y="16716"/>
                </a:cubicBezTo>
                <a:cubicBezTo>
                  <a:pt x="120940" y="48720"/>
                  <a:pt x="37752" y="73390"/>
                  <a:pt x="15082" y="79581"/>
                </a:cubicBezTo>
                <a:close/>
                <a:moveTo>
                  <a:pt x="158692" y="354378"/>
                </a:moveTo>
                <a:lnTo>
                  <a:pt x="156131" y="354378"/>
                </a:lnTo>
                <a:cubicBezTo>
                  <a:pt x="11288" y="301419"/>
                  <a:pt x="0" y="200358"/>
                  <a:pt x="0" y="73390"/>
                </a:cubicBezTo>
                <a:cubicBezTo>
                  <a:pt x="0" y="70914"/>
                  <a:pt x="2561" y="67199"/>
                  <a:pt x="5027" y="65961"/>
                </a:cubicBezTo>
                <a:cubicBezTo>
                  <a:pt x="6260" y="65961"/>
                  <a:pt x="117146" y="36338"/>
                  <a:pt x="153665" y="1857"/>
                </a:cubicBezTo>
                <a:cubicBezTo>
                  <a:pt x="156226" y="-619"/>
                  <a:pt x="161253" y="-619"/>
                  <a:pt x="163719" y="1857"/>
                </a:cubicBezTo>
                <a:cubicBezTo>
                  <a:pt x="200238" y="36338"/>
                  <a:pt x="311029" y="65961"/>
                  <a:pt x="312357" y="65961"/>
                </a:cubicBezTo>
                <a:cubicBezTo>
                  <a:pt x="314918" y="67199"/>
                  <a:pt x="317384" y="70914"/>
                  <a:pt x="317384" y="73390"/>
                </a:cubicBezTo>
                <a:cubicBezTo>
                  <a:pt x="317384" y="200358"/>
                  <a:pt x="306096" y="301323"/>
                  <a:pt x="161253" y="354378"/>
                </a:cubicBezTo>
                <a:lnTo>
                  <a:pt x="158692" y="354378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5">
            <a:extLst>
              <a:ext uri="{FF2B5EF4-FFF2-40B4-BE49-F238E27FC236}">
                <a16:creationId xmlns:a16="http://schemas.microsoft.com/office/drawing/2014/main" id="{D4419BA3-8B78-8C4F-3580-7CF5E456EBA0}"/>
              </a:ext>
            </a:extLst>
          </p:cNvPr>
          <p:cNvSpPr/>
          <p:nvPr/>
        </p:nvSpPr>
        <p:spPr>
          <a:xfrm>
            <a:off x="4613819" y="1420882"/>
            <a:ext cx="432321" cy="482711"/>
          </a:xfrm>
          <a:custGeom>
            <a:avLst/>
            <a:gdLst>
              <a:gd name="connsiteX0" fmla="*/ 158692 w 317384"/>
              <a:gd name="connsiteY0" fmla="*/ 205121 h 354377"/>
              <a:gd name="connsiteX1" fmla="*/ 210388 w 317384"/>
              <a:gd name="connsiteY1" fmla="*/ 265128 h 354377"/>
              <a:gd name="connsiteX2" fmla="*/ 211621 w 317384"/>
              <a:gd name="connsiteY2" fmla="*/ 265128 h 354377"/>
              <a:gd name="connsiteX3" fmla="*/ 214182 w 317384"/>
              <a:gd name="connsiteY3" fmla="*/ 239411 h 354377"/>
              <a:gd name="connsiteX4" fmla="*/ 205361 w 317384"/>
              <a:gd name="connsiteY4" fmla="*/ 194072 h 354377"/>
              <a:gd name="connsiteX5" fmla="*/ 206594 w 317384"/>
              <a:gd name="connsiteY5" fmla="*/ 185499 h 354377"/>
              <a:gd name="connsiteX6" fmla="*/ 226798 w 317384"/>
              <a:gd name="connsiteY6" fmla="*/ 129111 h 354377"/>
              <a:gd name="connsiteX7" fmla="*/ 193978 w 317384"/>
              <a:gd name="connsiteY7" fmla="*/ 87487 h 354377"/>
              <a:gd name="connsiteX8" fmla="*/ 164952 w 317384"/>
              <a:gd name="connsiteY8" fmla="*/ 103394 h 354377"/>
              <a:gd name="connsiteX9" fmla="*/ 158692 w 317384"/>
              <a:gd name="connsiteY9" fmla="*/ 105870 h 354377"/>
              <a:gd name="connsiteX10" fmla="*/ 152432 w 317384"/>
              <a:gd name="connsiteY10" fmla="*/ 103394 h 354377"/>
              <a:gd name="connsiteX11" fmla="*/ 124734 w 317384"/>
              <a:gd name="connsiteY11" fmla="*/ 87487 h 354377"/>
              <a:gd name="connsiteX12" fmla="*/ 90681 w 317384"/>
              <a:gd name="connsiteY12" fmla="*/ 129111 h 354377"/>
              <a:gd name="connsiteX13" fmla="*/ 110885 w 317384"/>
              <a:gd name="connsiteY13" fmla="*/ 185499 h 354377"/>
              <a:gd name="connsiteX14" fmla="*/ 112118 w 317384"/>
              <a:gd name="connsiteY14" fmla="*/ 194072 h 354377"/>
              <a:gd name="connsiteX15" fmla="*/ 103297 w 317384"/>
              <a:gd name="connsiteY15" fmla="*/ 239411 h 354377"/>
              <a:gd name="connsiteX16" fmla="*/ 105858 w 317384"/>
              <a:gd name="connsiteY16" fmla="*/ 265128 h 354377"/>
              <a:gd name="connsiteX17" fmla="*/ 108419 w 317384"/>
              <a:gd name="connsiteY17" fmla="*/ 265128 h 354377"/>
              <a:gd name="connsiteX18" fmla="*/ 158882 w 317384"/>
              <a:gd name="connsiteY18" fmla="*/ 205121 h 354377"/>
              <a:gd name="connsiteX19" fmla="*/ 210388 w 317384"/>
              <a:gd name="connsiteY19" fmla="*/ 281130 h 354377"/>
              <a:gd name="connsiteX20" fmla="*/ 195211 w 317384"/>
              <a:gd name="connsiteY20" fmla="*/ 267605 h 354377"/>
              <a:gd name="connsiteX21" fmla="*/ 158597 w 317384"/>
              <a:gd name="connsiteY21" fmla="*/ 219789 h 354377"/>
              <a:gd name="connsiteX22" fmla="*/ 121983 w 317384"/>
              <a:gd name="connsiteY22" fmla="*/ 266367 h 354377"/>
              <a:gd name="connsiteX23" fmla="*/ 106806 w 317384"/>
              <a:gd name="connsiteY23" fmla="*/ 281035 h 354377"/>
              <a:gd name="connsiteX24" fmla="*/ 90397 w 317384"/>
              <a:gd name="connsiteY24" fmla="*/ 268748 h 354377"/>
              <a:gd name="connsiteX25" fmla="*/ 87835 w 317384"/>
              <a:gd name="connsiteY25" fmla="*/ 239316 h 354377"/>
              <a:gd name="connsiteX26" fmla="*/ 96657 w 317384"/>
              <a:gd name="connsiteY26" fmla="*/ 192738 h 354377"/>
              <a:gd name="connsiteX27" fmla="*/ 75220 w 317384"/>
              <a:gd name="connsiteY27" fmla="*/ 129016 h 354377"/>
              <a:gd name="connsiteX28" fmla="*/ 124449 w 317384"/>
              <a:gd name="connsiteY28" fmla="*/ 72628 h 354377"/>
              <a:gd name="connsiteX29" fmla="*/ 158502 w 317384"/>
              <a:gd name="connsiteY29" fmla="*/ 87297 h 354377"/>
              <a:gd name="connsiteX30" fmla="*/ 193788 w 317384"/>
              <a:gd name="connsiteY30" fmla="*/ 72628 h 354377"/>
              <a:gd name="connsiteX31" fmla="*/ 241690 w 317384"/>
              <a:gd name="connsiteY31" fmla="*/ 129016 h 354377"/>
              <a:gd name="connsiteX32" fmla="*/ 220253 w 317384"/>
              <a:gd name="connsiteY32" fmla="*/ 192738 h 354377"/>
              <a:gd name="connsiteX33" fmla="*/ 229074 w 317384"/>
              <a:gd name="connsiteY33" fmla="*/ 239316 h 354377"/>
              <a:gd name="connsiteX34" fmla="*/ 226513 w 317384"/>
              <a:gd name="connsiteY34" fmla="*/ 268748 h 354377"/>
              <a:gd name="connsiteX35" fmla="*/ 210103 w 317384"/>
              <a:gd name="connsiteY35" fmla="*/ 281035 h 354377"/>
              <a:gd name="connsiteX36" fmla="*/ 15082 w 317384"/>
              <a:gd name="connsiteY36" fmla="*/ 79581 h 354377"/>
              <a:gd name="connsiteX37" fmla="*/ 158692 w 317384"/>
              <a:gd name="connsiteY37" fmla="*/ 339614 h 354377"/>
              <a:gd name="connsiteX38" fmla="*/ 302302 w 317384"/>
              <a:gd name="connsiteY38" fmla="*/ 79581 h 354377"/>
              <a:gd name="connsiteX39" fmla="*/ 158692 w 317384"/>
              <a:gd name="connsiteY39" fmla="*/ 16716 h 354377"/>
              <a:gd name="connsiteX40" fmla="*/ 15082 w 317384"/>
              <a:gd name="connsiteY40" fmla="*/ 79581 h 354377"/>
              <a:gd name="connsiteX41" fmla="*/ 158692 w 317384"/>
              <a:gd name="connsiteY41" fmla="*/ 354378 h 354377"/>
              <a:gd name="connsiteX42" fmla="*/ 156131 w 317384"/>
              <a:gd name="connsiteY42" fmla="*/ 354378 h 354377"/>
              <a:gd name="connsiteX43" fmla="*/ 0 w 317384"/>
              <a:gd name="connsiteY43" fmla="*/ 73390 h 354377"/>
              <a:gd name="connsiteX44" fmla="*/ 5027 w 317384"/>
              <a:gd name="connsiteY44" fmla="*/ 65961 h 354377"/>
              <a:gd name="connsiteX45" fmla="*/ 153665 w 317384"/>
              <a:gd name="connsiteY45" fmla="*/ 1857 h 354377"/>
              <a:gd name="connsiteX46" fmla="*/ 163719 w 317384"/>
              <a:gd name="connsiteY46" fmla="*/ 1857 h 354377"/>
              <a:gd name="connsiteX47" fmla="*/ 312357 w 317384"/>
              <a:gd name="connsiteY47" fmla="*/ 65961 h 354377"/>
              <a:gd name="connsiteX48" fmla="*/ 317384 w 317384"/>
              <a:gd name="connsiteY48" fmla="*/ 73390 h 354377"/>
              <a:gd name="connsiteX49" fmla="*/ 161253 w 317384"/>
              <a:gd name="connsiteY49" fmla="*/ 354378 h 354377"/>
              <a:gd name="connsiteX50" fmla="*/ 158692 w 317384"/>
              <a:gd name="connsiteY50" fmla="*/ 354378 h 354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17384" h="354377">
                <a:moveTo>
                  <a:pt x="158692" y="205121"/>
                </a:moveTo>
                <a:cubicBezTo>
                  <a:pt x="183923" y="205121"/>
                  <a:pt x="206594" y="230838"/>
                  <a:pt x="210388" y="265128"/>
                </a:cubicBezTo>
                <a:cubicBezTo>
                  <a:pt x="210388" y="266367"/>
                  <a:pt x="211621" y="266367"/>
                  <a:pt x="211621" y="265128"/>
                </a:cubicBezTo>
                <a:cubicBezTo>
                  <a:pt x="212854" y="256556"/>
                  <a:pt x="214182" y="247983"/>
                  <a:pt x="214182" y="239411"/>
                </a:cubicBezTo>
                <a:cubicBezTo>
                  <a:pt x="214182" y="223504"/>
                  <a:pt x="211621" y="207502"/>
                  <a:pt x="205361" y="194072"/>
                </a:cubicBezTo>
                <a:cubicBezTo>
                  <a:pt x="204127" y="190357"/>
                  <a:pt x="204127" y="187976"/>
                  <a:pt x="206594" y="185499"/>
                </a:cubicBezTo>
                <a:cubicBezTo>
                  <a:pt x="220442" y="171974"/>
                  <a:pt x="226798" y="153591"/>
                  <a:pt x="226798" y="129111"/>
                </a:cubicBezTo>
                <a:cubicBezTo>
                  <a:pt x="226798" y="104632"/>
                  <a:pt x="211621" y="87487"/>
                  <a:pt x="193978" y="87487"/>
                </a:cubicBezTo>
                <a:cubicBezTo>
                  <a:pt x="181362" y="87487"/>
                  <a:pt x="171308" y="93583"/>
                  <a:pt x="164952" y="103394"/>
                </a:cubicBezTo>
                <a:cubicBezTo>
                  <a:pt x="163719" y="104632"/>
                  <a:pt x="161158" y="105870"/>
                  <a:pt x="158692" y="105870"/>
                </a:cubicBezTo>
                <a:cubicBezTo>
                  <a:pt x="156226" y="105870"/>
                  <a:pt x="153665" y="104632"/>
                  <a:pt x="152432" y="103394"/>
                </a:cubicBezTo>
                <a:cubicBezTo>
                  <a:pt x="146171" y="93583"/>
                  <a:pt x="136022" y="87487"/>
                  <a:pt x="124734" y="87487"/>
                </a:cubicBezTo>
                <a:cubicBezTo>
                  <a:pt x="105858" y="87487"/>
                  <a:pt x="90681" y="105870"/>
                  <a:pt x="90681" y="129111"/>
                </a:cubicBezTo>
                <a:cubicBezTo>
                  <a:pt x="90681" y="153591"/>
                  <a:pt x="96942" y="171974"/>
                  <a:pt x="110885" y="185499"/>
                </a:cubicBezTo>
                <a:cubicBezTo>
                  <a:pt x="113446" y="187976"/>
                  <a:pt x="113446" y="190357"/>
                  <a:pt x="112118" y="194072"/>
                </a:cubicBezTo>
                <a:cubicBezTo>
                  <a:pt x="107091" y="207597"/>
                  <a:pt x="103297" y="223504"/>
                  <a:pt x="103297" y="239411"/>
                </a:cubicBezTo>
                <a:cubicBezTo>
                  <a:pt x="103297" y="249222"/>
                  <a:pt x="104530" y="257794"/>
                  <a:pt x="105858" y="265128"/>
                </a:cubicBezTo>
                <a:cubicBezTo>
                  <a:pt x="105858" y="266367"/>
                  <a:pt x="107091" y="266367"/>
                  <a:pt x="108419" y="265128"/>
                </a:cubicBezTo>
                <a:cubicBezTo>
                  <a:pt x="112213" y="230838"/>
                  <a:pt x="133650" y="205121"/>
                  <a:pt x="158882" y="205121"/>
                </a:cubicBezTo>
                <a:close/>
                <a:moveTo>
                  <a:pt x="210388" y="281130"/>
                </a:moveTo>
                <a:cubicBezTo>
                  <a:pt x="202799" y="281130"/>
                  <a:pt x="195211" y="275034"/>
                  <a:pt x="195211" y="267605"/>
                </a:cubicBezTo>
                <a:cubicBezTo>
                  <a:pt x="191417" y="240649"/>
                  <a:pt x="176335" y="219789"/>
                  <a:pt x="158597" y="219789"/>
                </a:cubicBezTo>
                <a:cubicBezTo>
                  <a:pt x="140859" y="219789"/>
                  <a:pt x="125777" y="239411"/>
                  <a:pt x="121983" y="266367"/>
                </a:cubicBezTo>
                <a:cubicBezTo>
                  <a:pt x="121983" y="274939"/>
                  <a:pt x="114395" y="281035"/>
                  <a:pt x="106806" y="281035"/>
                </a:cubicBezTo>
                <a:cubicBezTo>
                  <a:pt x="99218" y="281035"/>
                  <a:pt x="92958" y="276177"/>
                  <a:pt x="90397" y="268748"/>
                </a:cubicBezTo>
                <a:cubicBezTo>
                  <a:pt x="89163" y="258937"/>
                  <a:pt x="87835" y="249126"/>
                  <a:pt x="87835" y="239316"/>
                </a:cubicBezTo>
                <a:cubicBezTo>
                  <a:pt x="87835" y="223409"/>
                  <a:pt x="90397" y="206264"/>
                  <a:pt x="96657" y="192738"/>
                </a:cubicBezTo>
                <a:cubicBezTo>
                  <a:pt x="82808" y="176832"/>
                  <a:pt x="75220" y="155972"/>
                  <a:pt x="75220" y="129016"/>
                </a:cubicBezTo>
                <a:cubicBezTo>
                  <a:pt x="75220" y="97107"/>
                  <a:pt x="96657" y="72628"/>
                  <a:pt x="124449" y="72628"/>
                </a:cubicBezTo>
                <a:cubicBezTo>
                  <a:pt x="137065" y="72628"/>
                  <a:pt x="149681" y="77486"/>
                  <a:pt x="158502" y="87297"/>
                </a:cubicBezTo>
                <a:cubicBezTo>
                  <a:pt x="167324" y="77486"/>
                  <a:pt x="179939" y="72628"/>
                  <a:pt x="193788" y="72628"/>
                </a:cubicBezTo>
                <a:cubicBezTo>
                  <a:pt x="220253" y="72628"/>
                  <a:pt x="241690" y="97107"/>
                  <a:pt x="241690" y="129016"/>
                </a:cubicBezTo>
                <a:cubicBezTo>
                  <a:pt x="241690" y="155972"/>
                  <a:pt x="234102" y="176832"/>
                  <a:pt x="220253" y="192738"/>
                </a:cubicBezTo>
                <a:cubicBezTo>
                  <a:pt x="226513" y="206264"/>
                  <a:pt x="229074" y="223409"/>
                  <a:pt x="229074" y="239316"/>
                </a:cubicBezTo>
                <a:cubicBezTo>
                  <a:pt x="229074" y="249126"/>
                  <a:pt x="227841" y="258937"/>
                  <a:pt x="226513" y="268748"/>
                </a:cubicBezTo>
                <a:cubicBezTo>
                  <a:pt x="225280" y="276082"/>
                  <a:pt x="217692" y="281035"/>
                  <a:pt x="210103" y="281035"/>
                </a:cubicBezTo>
                <a:close/>
                <a:moveTo>
                  <a:pt x="15082" y="79581"/>
                </a:moveTo>
                <a:cubicBezTo>
                  <a:pt x="15082" y="200358"/>
                  <a:pt x="27698" y="290274"/>
                  <a:pt x="158692" y="339614"/>
                </a:cubicBezTo>
                <a:cubicBezTo>
                  <a:pt x="289686" y="290370"/>
                  <a:pt x="302302" y="200358"/>
                  <a:pt x="302302" y="79581"/>
                </a:cubicBezTo>
                <a:cubicBezTo>
                  <a:pt x="279632" y="73390"/>
                  <a:pt x="196539" y="48816"/>
                  <a:pt x="158692" y="16716"/>
                </a:cubicBezTo>
                <a:cubicBezTo>
                  <a:pt x="120940" y="48720"/>
                  <a:pt x="37752" y="73390"/>
                  <a:pt x="15082" y="79581"/>
                </a:cubicBezTo>
                <a:close/>
                <a:moveTo>
                  <a:pt x="158692" y="354378"/>
                </a:moveTo>
                <a:lnTo>
                  <a:pt x="156131" y="354378"/>
                </a:lnTo>
                <a:cubicBezTo>
                  <a:pt x="11288" y="301419"/>
                  <a:pt x="0" y="200358"/>
                  <a:pt x="0" y="73390"/>
                </a:cubicBezTo>
                <a:cubicBezTo>
                  <a:pt x="0" y="70914"/>
                  <a:pt x="2561" y="67199"/>
                  <a:pt x="5027" y="65961"/>
                </a:cubicBezTo>
                <a:cubicBezTo>
                  <a:pt x="6260" y="65961"/>
                  <a:pt x="117146" y="36338"/>
                  <a:pt x="153665" y="1857"/>
                </a:cubicBezTo>
                <a:cubicBezTo>
                  <a:pt x="156226" y="-619"/>
                  <a:pt x="161253" y="-619"/>
                  <a:pt x="163719" y="1857"/>
                </a:cubicBezTo>
                <a:cubicBezTo>
                  <a:pt x="200238" y="36338"/>
                  <a:pt x="311029" y="65961"/>
                  <a:pt x="312357" y="65961"/>
                </a:cubicBezTo>
                <a:cubicBezTo>
                  <a:pt x="314918" y="67199"/>
                  <a:pt x="317384" y="70914"/>
                  <a:pt x="317384" y="73390"/>
                </a:cubicBezTo>
                <a:cubicBezTo>
                  <a:pt x="317384" y="200358"/>
                  <a:pt x="306096" y="301323"/>
                  <a:pt x="161253" y="354378"/>
                </a:cubicBezTo>
                <a:lnTo>
                  <a:pt x="158692" y="354378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" name="Graphic 21">
            <a:extLst>
              <a:ext uri="{FF2B5EF4-FFF2-40B4-BE49-F238E27FC236}">
                <a16:creationId xmlns:a16="http://schemas.microsoft.com/office/drawing/2014/main" id="{F28903AF-796F-B48D-4248-D9CD8C7BD45F}"/>
              </a:ext>
            </a:extLst>
          </p:cNvPr>
          <p:cNvSpPr/>
          <p:nvPr/>
        </p:nvSpPr>
        <p:spPr>
          <a:xfrm>
            <a:off x="5460018" y="794221"/>
            <a:ext cx="483186" cy="450215"/>
          </a:xfrm>
          <a:custGeom>
            <a:avLst/>
            <a:gdLst>
              <a:gd name="connsiteX0" fmla="*/ 362156 w 362535"/>
              <a:gd name="connsiteY0" fmla="*/ 199685 h 337797"/>
              <a:gd name="connsiteX1" fmla="*/ 354567 w 362535"/>
              <a:gd name="connsiteY1" fmla="*/ 207114 h 337797"/>
              <a:gd name="connsiteX2" fmla="*/ 245105 w 362535"/>
              <a:gd name="connsiteY2" fmla="*/ 207114 h 337797"/>
              <a:gd name="connsiteX3" fmla="*/ 224996 w 362535"/>
              <a:gd name="connsiteY3" fmla="*/ 246548 h 337797"/>
              <a:gd name="connsiteX4" fmla="*/ 218735 w 362535"/>
              <a:gd name="connsiteY4" fmla="*/ 251501 h 337797"/>
              <a:gd name="connsiteX5" fmla="*/ 217502 w 362535"/>
              <a:gd name="connsiteY5" fmla="*/ 251501 h 337797"/>
              <a:gd name="connsiteX6" fmla="*/ 211242 w 362535"/>
              <a:gd name="connsiteY6" fmla="*/ 245310 h 337797"/>
              <a:gd name="connsiteX7" fmla="*/ 186105 w 362535"/>
              <a:gd name="connsiteY7" fmla="*/ 160347 h 337797"/>
              <a:gd name="connsiteX8" fmla="*/ 157174 w 362535"/>
              <a:gd name="connsiteY8" fmla="*/ 216925 h 337797"/>
              <a:gd name="connsiteX9" fmla="*/ 150914 w 362535"/>
              <a:gd name="connsiteY9" fmla="*/ 221878 h 337797"/>
              <a:gd name="connsiteX10" fmla="*/ 144654 w 362535"/>
              <a:gd name="connsiteY10" fmla="*/ 218164 h 337797"/>
              <a:gd name="connsiteX11" fmla="*/ 119517 w 362535"/>
              <a:gd name="connsiteY11" fmla="*/ 182445 h 337797"/>
              <a:gd name="connsiteX12" fmla="*/ 103202 w 362535"/>
              <a:gd name="connsiteY12" fmla="*/ 203400 h 337797"/>
              <a:gd name="connsiteX13" fmla="*/ 98175 w 362535"/>
              <a:gd name="connsiteY13" fmla="*/ 207114 h 337797"/>
              <a:gd name="connsiteX14" fmla="*/ 7588 w 362535"/>
              <a:gd name="connsiteY14" fmla="*/ 207114 h 337797"/>
              <a:gd name="connsiteX15" fmla="*/ 0 w 362535"/>
              <a:gd name="connsiteY15" fmla="*/ 199685 h 337797"/>
              <a:gd name="connsiteX16" fmla="*/ 7588 w 362535"/>
              <a:gd name="connsiteY16" fmla="*/ 192255 h 337797"/>
              <a:gd name="connsiteX17" fmla="*/ 94475 w 362535"/>
              <a:gd name="connsiteY17" fmla="*/ 192255 h 337797"/>
              <a:gd name="connsiteX18" fmla="*/ 114585 w 362535"/>
              <a:gd name="connsiteY18" fmla="*/ 165204 h 337797"/>
              <a:gd name="connsiteX19" fmla="*/ 120845 w 362535"/>
              <a:gd name="connsiteY19" fmla="*/ 162728 h 337797"/>
              <a:gd name="connsiteX20" fmla="*/ 127105 w 362535"/>
              <a:gd name="connsiteY20" fmla="*/ 165204 h 337797"/>
              <a:gd name="connsiteX21" fmla="*/ 149776 w 362535"/>
              <a:gd name="connsiteY21" fmla="*/ 199685 h 337797"/>
              <a:gd name="connsiteX22" fmla="*/ 181267 w 362535"/>
              <a:gd name="connsiteY22" fmla="*/ 136915 h 337797"/>
              <a:gd name="connsiteX23" fmla="*/ 188856 w 362535"/>
              <a:gd name="connsiteY23" fmla="*/ 133201 h 337797"/>
              <a:gd name="connsiteX24" fmla="*/ 195116 w 362535"/>
              <a:gd name="connsiteY24" fmla="*/ 138153 h 337797"/>
              <a:gd name="connsiteX25" fmla="*/ 220253 w 362535"/>
              <a:gd name="connsiteY25" fmla="*/ 223116 h 337797"/>
              <a:gd name="connsiteX26" fmla="*/ 234102 w 362535"/>
              <a:gd name="connsiteY26" fmla="*/ 196066 h 337797"/>
              <a:gd name="connsiteX27" fmla="*/ 241690 w 362535"/>
              <a:gd name="connsiteY27" fmla="*/ 192351 h 337797"/>
              <a:gd name="connsiteX28" fmla="*/ 354947 w 362535"/>
              <a:gd name="connsiteY28" fmla="*/ 192351 h 337797"/>
              <a:gd name="connsiteX29" fmla="*/ 362535 w 362535"/>
              <a:gd name="connsiteY29" fmla="*/ 199780 h 337797"/>
              <a:gd name="connsiteX30" fmla="*/ 36614 w 362535"/>
              <a:gd name="connsiteY30" fmla="*/ 177682 h 337797"/>
              <a:gd name="connsiteX31" fmla="*/ 39080 w 362535"/>
              <a:gd name="connsiteY31" fmla="*/ 176444 h 337797"/>
              <a:gd name="connsiteX32" fmla="*/ 42874 w 362535"/>
              <a:gd name="connsiteY32" fmla="*/ 166538 h 337797"/>
              <a:gd name="connsiteX33" fmla="*/ 30354 w 362535"/>
              <a:gd name="connsiteY33" fmla="*/ 106149 h 337797"/>
              <a:gd name="connsiteX34" fmla="*/ 95614 w 362535"/>
              <a:gd name="connsiteY34" fmla="*/ 16138 h 337797"/>
              <a:gd name="connsiteX35" fmla="*/ 173395 w 362535"/>
              <a:gd name="connsiteY35" fmla="*/ 88814 h 337797"/>
              <a:gd name="connsiteX36" fmla="*/ 180888 w 362535"/>
              <a:gd name="connsiteY36" fmla="*/ 95005 h 337797"/>
              <a:gd name="connsiteX37" fmla="*/ 188382 w 362535"/>
              <a:gd name="connsiteY37" fmla="*/ 88814 h 337797"/>
              <a:gd name="connsiteX38" fmla="*/ 266163 w 362535"/>
              <a:gd name="connsiteY38" fmla="*/ 14900 h 337797"/>
              <a:gd name="connsiteX39" fmla="*/ 331423 w 362535"/>
              <a:gd name="connsiteY39" fmla="*/ 97482 h 337797"/>
              <a:gd name="connsiteX40" fmla="*/ 312641 w 362535"/>
              <a:gd name="connsiteY40" fmla="*/ 166538 h 337797"/>
              <a:gd name="connsiteX41" fmla="*/ 316436 w 362535"/>
              <a:gd name="connsiteY41" fmla="*/ 176444 h 337797"/>
              <a:gd name="connsiteX42" fmla="*/ 326490 w 362535"/>
              <a:gd name="connsiteY42" fmla="*/ 172729 h 337797"/>
              <a:gd name="connsiteX43" fmla="*/ 346599 w 362535"/>
              <a:gd name="connsiteY43" fmla="*/ 97577 h 337797"/>
              <a:gd name="connsiteX44" fmla="*/ 267585 w 362535"/>
              <a:gd name="connsiteY44" fmla="*/ 231 h 337797"/>
              <a:gd name="connsiteX45" fmla="*/ 180983 w 362535"/>
              <a:gd name="connsiteY45" fmla="*/ 59382 h 337797"/>
              <a:gd name="connsiteX46" fmla="*/ 95614 w 362535"/>
              <a:gd name="connsiteY46" fmla="*/ 1470 h 337797"/>
              <a:gd name="connsiteX47" fmla="*/ 15272 w 362535"/>
              <a:gd name="connsiteY47" fmla="*/ 106245 h 337797"/>
              <a:gd name="connsiteX48" fmla="*/ 29120 w 362535"/>
              <a:gd name="connsiteY48" fmla="*/ 172824 h 337797"/>
              <a:gd name="connsiteX49" fmla="*/ 36614 w 362535"/>
              <a:gd name="connsiteY49" fmla="*/ 177777 h 337797"/>
              <a:gd name="connsiteX50" fmla="*/ 276596 w 362535"/>
              <a:gd name="connsiteY50" fmla="*/ 224641 h 337797"/>
              <a:gd name="connsiteX51" fmla="*/ 179750 w 362535"/>
              <a:gd name="connsiteY51" fmla="*/ 321891 h 337797"/>
              <a:gd name="connsiteX52" fmla="*/ 76643 w 362535"/>
              <a:gd name="connsiteY52" fmla="*/ 224641 h 337797"/>
              <a:gd name="connsiteX53" fmla="*/ 66588 w 362535"/>
              <a:gd name="connsiteY53" fmla="*/ 223402 h 337797"/>
              <a:gd name="connsiteX54" fmla="*/ 65355 w 362535"/>
              <a:gd name="connsiteY54" fmla="*/ 233213 h 337797"/>
              <a:gd name="connsiteX55" fmla="*/ 175956 w 362535"/>
              <a:gd name="connsiteY55" fmla="*/ 336559 h 337797"/>
              <a:gd name="connsiteX56" fmla="*/ 180983 w 362535"/>
              <a:gd name="connsiteY56" fmla="*/ 337797 h 337797"/>
              <a:gd name="connsiteX57" fmla="*/ 184777 w 362535"/>
              <a:gd name="connsiteY57" fmla="*/ 336559 h 337797"/>
              <a:gd name="connsiteX58" fmla="*/ 289117 w 362535"/>
              <a:gd name="connsiteY58" fmla="*/ 233213 h 337797"/>
              <a:gd name="connsiteX59" fmla="*/ 287884 w 362535"/>
              <a:gd name="connsiteY59" fmla="*/ 223402 h 337797"/>
              <a:gd name="connsiteX60" fmla="*/ 276596 w 362535"/>
              <a:gd name="connsiteY60" fmla="*/ 224641 h 337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2535" h="337797">
                <a:moveTo>
                  <a:pt x="362156" y="199685"/>
                </a:moveTo>
                <a:cubicBezTo>
                  <a:pt x="362156" y="203400"/>
                  <a:pt x="358361" y="207114"/>
                  <a:pt x="354567" y="207114"/>
                </a:cubicBezTo>
                <a:lnTo>
                  <a:pt x="245105" y="207114"/>
                </a:lnTo>
                <a:lnTo>
                  <a:pt x="224996" y="246548"/>
                </a:lnTo>
                <a:cubicBezTo>
                  <a:pt x="223762" y="249024"/>
                  <a:pt x="221201" y="251501"/>
                  <a:pt x="218735" y="251501"/>
                </a:cubicBezTo>
                <a:lnTo>
                  <a:pt x="217502" y="251501"/>
                </a:lnTo>
                <a:cubicBezTo>
                  <a:pt x="215036" y="250263"/>
                  <a:pt x="212475" y="249024"/>
                  <a:pt x="211242" y="245310"/>
                </a:cubicBezTo>
                <a:lnTo>
                  <a:pt x="186105" y="160347"/>
                </a:lnTo>
                <a:lnTo>
                  <a:pt x="157174" y="216925"/>
                </a:lnTo>
                <a:cubicBezTo>
                  <a:pt x="155941" y="219402"/>
                  <a:pt x="153380" y="221878"/>
                  <a:pt x="150914" y="221878"/>
                </a:cubicBezTo>
                <a:cubicBezTo>
                  <a:pt x="148448" y="221878"/>
                  <a:pt x="145887" y="220640"/>
                  <a:pt x="144654" y="218164"/>
                </a:cubicBezTo>
                <a:lnTo>
                  <a:pt x="119517" y="182445"/>
                </a:lnTo>
                <a:lnTo>
                  <a:pt x="103202" y="203400"/>
                </a:lnTo>
                <a:cubicBezTo>
                  <a:pt x="101969" y="205876"/>
                  <a:pt x="100641" y="207114"/>
                  <a:pt x="98175" y="207114"/>
                </a:cubicBezTo>
                <a:lnTo>
                  <a:pt x="7588" y="207114"/>
                </a:lnTo>
                <a:cubicBezTo>
                  <a:pt x="2561" y="207114"/>
                  <a:pt x="0" y="203400"/>
                  <a:pt x="0" y="199685"/>
                </a:cubicBezTo>
                <a:cubicBezTo>
                  <a:pt x="0" y="194732"/>
                  <a:pt x="2561" y="192255"/>
                  <a:pt x="7588" y="192255"/>
                </a:cubicBezTo>
                <a:lnTo>
                  <a:pt x="94475" y="192255"/>
                </a:lnTo>
                <a:lnTo>
                  <a:pt x="114585" y="165204"/>
                </a:lnTo>
                <a:cubicBezTo>
                  <a:pt x="115818" y="163966"/>
                  <a:pt x="118379" y="162728"/>
                  <a:pt x="120845" y="162728"/>
                </a:cubicBezTo>
                <a:cubicBezTo>
                  <a:pt x="123311" y="162728"/>
                  <a:pt x="125872" y="163966"/>
                  <a:pt x="127105" y="165204"/>
                </a:cubicBezTo>
                <a:lnTo>
                  <a:pt x="149776" y="199685"/>
                </a:lnTo>
                <a:lnTo>
                  <a:pt x="181267" y="136915"/>
                </a:lnTo>
                <a:cubicBezTo>
                  <a:pt x="182501" y="134439"/>
                  <a:pt x="186295" y="131962"/>
                  <a:pt x="188856" y="133201"/>
                </a:cubicBezTo>
                <a:cubicBezTo>
                  <a:pt x="192650" y="133201"/>
                  <a:pt x="195116" y="135677"/>
                  <a:pt x="195116" y="138153"/>
                </a:cubicBezTo>
                <a:lnTo>
                  <a:pt x="220253" y="223116"/>
                </a:lnTo>
                <a:lnTo>
                  <a:pt x="234102" y="196066"/>
                </a:lnTo>
                <a:cubicBezTo>
                  <a:pt x="235335" y="193589"/>
                  <a:pt x="237896" y="192351"/>
                  <a:pt x="241690" y="192351"/>
                </a:cubicBezTo>
                <a:lnTo>
                  <a:pt x="354947" y="192351"/>
                </a:lnTo>
                <a:cubicBezTo>
                  <a:pt x="358741" y="192351"/>
                  <a:pt x="362535" y="194827"/>
                  <a:pt x="362535" y="199780"/>
                </a:cubicBezTo>
                <a:close/>
                <a:moveTo>
                  <a:pt x="36614" y="177682"/>
                </a:moveTo>
                <a:cubicBezTo>
                  <a:pt x="36614" y="177682"/>
                  <a:pt x="37847" y="177682"/>
                  <a:pt x="39080" y="176444"/>
                </a:cubicBezTo>
                <a:cubicBezTo>
                  <a:pt x="42874" y="175206"/>
                  <a:pt x="44107" y="170253"/>
                  <a:pt x="42874" y="166538"/>
                </a:cubicBezTo>
                <a:cubicBezTo>
                  <a:pt x="34053" y="145583"/>
                  <a:pt x="30354" y="125866"/>
                  <a:pt x="30354" y="106149"/>
                </a:cubicBezTo>
                <a:cubicBezTo>
                  <a:pt x="30354" y="46999"/>
                  <a:pt x="62984" y="18615"/>
                  <a:pt x="95614" y="16138"/>
                </a:cubicBezTo>
                <a:cubicBezTo>
                  <a:pt x="128244" y="13662"/>
                  <a:pt x="164668" y="34617"/>
                  <a:pt x="173395" y="88814"/>
                </a:cubicBezTo>
                <a:cubicBezTo>
                  <a:pt x="173395" y="92529"/>
                  <a:pt x="177189" y="95005"/>
                  <a:pt x="180888" y="95005"/>
                </a:cubicBezTo>
                <a:cubicBezTo>
                  <a:pt x="184587" y="95005"/>
                  <a:pt x="187149" y="92529"/>
                  <a:pt x="188382" y="88814"/>
                </a:cubicBezTo>
                <a:cubicBezTo>
                  <a:pt x="195875" y="34617"/>
                  <a:pt x="233532" y="12423"/>
                  <a:pt x="266163" y="14900"/>
                </a:cubicBezTo>
                <a:cubicBezTo>
                  <a:pt x="298793" y="17376"/>
                  <a:pt x="331423" y="43284"/>
                  <a:pt x="331423" y="97482"/>
                </a:cubicBezTo>
                <a:cubicBezTo>
                  <a:pt x="331423" y="118437"/>
                  <a:pt x="325162" y="141868"/>
                  <a:pt x="312641" y="166538"/>
                </a:cubicBezTo>
                <a:cubicBezTo>
                  <a:pt x="311408" y="170253"/>
                  <a:pt x="312641" y="175206"/>
                  <a:pt x="316436" y="176444"/>
                </a:cubicBezTo>
                <a:cubicBezTo>
                  <a:pt x="320230" y="178920"/>
                  <a:pt x="325257" y="176444"/>
                  <a:pt x="326490" y="172729"/>
                </a:cubicBezTo>
                <a:cubicBezTo>
                  <a:pt x="339011" y="146821"/>
                  <a:pt x="346599" y="121008"/>
                  <a:pt x="346599" y="97577"/>
                </a:cubicBezTo>
                <a:cubicBezTo>
                  <a:pt x="346599" y="34712"/>
                  <a:pt x="305148" y="2708"/>
                  <a:pt x="267585" y="231"/>
                </a:cubicBezTo>
                <a:cubicBezTo>
                  <a:pt x="234955" y="-2245"/>
                  <a:pt x="197298" y="14995"/>
                  <a:pt x="180983" y="59382"/>
                </a:cubicBezTo>
                <a:cubicBezTo>
                  <a:pt x="163435" y="16233"/>
                  <a:pt x="127011" y="-1007"/>
                  <a:pt x="95614" y="1470"/>
                </a:cubicBezTo>
                <a:cubicBezTo>
                  <a:pt x="55490" y="3946"/>
                  <a:pt x="15272" y="37189"/>
                  <a:pt x="15272" y="106245"/>
                </a:cubicBezTo>
                <a:cubicBezTo>
                  <a:pt x="15272" y="127200"/>
                  <a:pt x="19066" y="149393"/>
                  <a:pt x="29120" y="172824"/>
                </a:cubicBezTo>
                <a:cubicBezTo>
                  <a:pt x="30354" y="175301"/>
                  <a:pt x="32915" y="177777"/>
                  <a:pt x="36614" y="177777"/>
                </a:cubicBezTo>
                <a:close/>
                <a:moveTo>
                  <a:pt x="276596" y="224641"/>
                </a:moveTo>
                <a:cubicBezTo>
                  <a:pt x="240172" y="272647"/>
                  <a:pt x="193599" y="310842"/>
                  <a:pt x="179750" y="321891"/>
                </a:cubicBezTo>
                <a:cubicBezTo>
                  <a:pt x="164668" y="310842"/>
                  <a:pt x="115628" y="275123"/>
                  <a:pt x="76643" y="224641"/>
                </a:cubicBezTo>
                <a:cubicBezTo>
                  <a:pt x="74176" y="220926"/>
                  <a:pt x="69149" y="220926"/>
                  <a:pt x="66588" y="223402"/>
                </a:cubicBezTo>
                <a:cubicBezTo>
                  <a:pt x="62794" y="225879"/>
                  <a:pt x="62794" y="230832"/>
                  <a:pt x="65355" y="233213"/>
                </a:cubicBezTo>
                <a:cubicBezTo>
                  <a:pt x="111834" y="294745"/>
                  <a:pt x="173489" y="335416"/>
                  <a:pt x="175956" y="336559"/>
                </a:cubicBezTo>
                <a:cubicBezTo>
                  <a:pt x="177189" y="337797"/>
                  <a:pt x="178517" y="337797"/>
                  <a:pt x="180983" y="337797"/>
                </a:cubicBezTo>
                <a:cubicBezTo>
                  <a:pt x="182216" y="337797"/>
                  <a:pt x="183449" y="337797"/>
                  <a:pt x="184777" y="336559"/>
                </a:cubicBezTo>
                <a:cubicBezTo>
                  <a:pt x="187338" y="335321"/>
                  <a:pt x="242639" y="292268"/>
                  <a:pt x="289117" y="233213"/>
                </a:cubicBezTo>
                <a:cubicBezTo>
                  <a:pt x="291584" y="230737"/>
                  <a:pt x="290351" y="225783"/>
                  <a:pt x="287884" y="223402"/>
                </a:cubicBezTo>
                <a:cubicBezTo>
                  <a:pt x="284090" y="220926"/>
                  <a:pt x="279063" y="220926"/>
                  <a:pt x="276596" y="22464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" name="Graphic 21">
            <a:extLst>
              <a:ext uri="{FF2B5EF4-FFF2-40B4-BE49-F238E27FC236}">
                <a16:creationId xmlns:a16="http://schemas.microsoft.com/office/drawing/2014/main" id="{5945D42F-D38A-BCA2-8265-2AB080C46294}"/>
              </a:ext>
            </a:extLst>
          </p:cNvPr>
          <p:cNvSpPr/>
          <p:nvPr/>
        </p:nvSpPr>
        <p:spPr>
          <a:xfrm>
            <a:off x="6225193" y="794221"/>
            <a:ext cx="483186" cy="450215"/>
          </a:xfrm>
          <a:custGeom>
            <a:avLst/>
            <a:gdLst>
              <a:gd name="connsiteX0" fmla="*/ 362156 w 362535"/>
              <a:gd name="connsiteY0" fmla="*/ 199685 h 337797"/>
              <a:gd name="connsiteX1" fmla="*/ 354567 w 362535"/>
              <a:gd name="connsiteY1" fmla="*/ 207114 h 337797"/>
              <a:gd name="connsiteX2" fmla="*/ 245105 w 362535"/>
              <a:gd name="connsiteY2" fmla="*/ 207114 h 337797"/>
              <a:gd name="connsiteX3" fmla="*/ 224996 w 362535"/>
              <a:gd name="connsiteY3" fmla="*/ 246548 h 337797"/>
              <a:gd name="connsiteX4" fmla="*/ 218735 w 362535"/>
              <a:gd name="connsiteY4" fmla="*/ 251501 h 337797"/>
              <a:gd name="connsiteX5" fmla="*/ 217502 w 362535"/>
              <a:gd name="connsiteY5" fmla="*/ 251501 h 337797"/>
              <a:gd name="connsiteX6" fmla="*/ 211242 w 362535"/>
              <a:gd name="connsiteY6" fmla="*/ 245310 h 337797"/>
              <a:gd name="connsiteX7" fmla="*/ 186105 w 362535"/>
              <a:gd name="connsiteY7" fmla="*/ 160347 h 337797"/>
              <a:gd name="connsiteX8" fmla="*/ 157174 w 362535"/>
              <a:gd name="connsiteY8" fmla="*/ 216925 h 337797"/>
              <a:gd name="connsiteX9" fmla="*/ 150914 w 362535"/>
              <a:gd name="connsiteY9" fmla="*/ 221878 h 337797"/>
              <a:gd name="connsiteX10" fmla="*/ 144654 w 362535"/>
              <a:gd name="connsiteY10" fmla="*/ 218164 h 337797"/>
              <a:gd name="connsiteX11" fmla="*/ 119517 w 362535"/>
              <a:gd name="connsiteY11" fmla="*/ 182445 h 337797"/>
              <a:gd name="connsiteX12" fmla="*/ 103202 w 362535"/>
              <a:gd name="connsiteY12" fmla="*/ 203400 h 337797"/>
              <a:gd name="connsiteX13" fmla="*/ 98175 w 362535"/>
              <a:gd name="connsiteY13" fmla="*/ 207114 h 337797"/>
              <a:gd name="connsiteX14" fmla="*/ 7588 w 362535"/>
              <a:gd name="connsiteY14" fmla="*/ 207114 h 337797"/>
              <a:gd name="connsiteX15" fmla="*/ 0 w 362535"/>
              <a:gd name="connsiteY15" fmla="*/ 199685 h 337797"/>
              <a:gd name="connsiteX16" fmla="*/ 7588 w 362535"/>
              <a:gd name="connsiteY16" fmla="*/ 192255 h 337797"/>
              <a:gd name="connsiteX17" fmla="*/ 94475 w 362535"/>
              <a:gd name="connsiteY17" fmla="*/ 192255 h 337797"/>
              <a:gd name="connsiteX18" fmla="*/ 114585 w 362535"/>
              <a:gd name="connsiteY18" fmla="*/ 165204 h 337797"/>
              <a:gd name="connsiteX19" fmla="*/ 120845 w 362535"/>
              <a:gd name="connsiteY19" fmla="*/ 162728 h 337797"/>
              <a:gd name="connsiteX20" fmla="*/ 127105 w 362535"/>
              <a:gd name="connsiteY20" fmla="*/ 165204 h 337797"/>
              <a:gd name="connsiteX21" fmla="*/ 149776 w 362535"/>
              <a:gd name="connsiteY21" fmla="*/ 199685 h 337797"/>
              <a:gd name="connsiteX22" fmla="*/ 181267 w 362535"/>
              <a:gd name="connsiteY22" fmla="*/ 136915 h 337797"/>
              <a:gd name="connsiteX23" fmla="*/ 188856 w 362535"/>
              <a:gd name="connsiteY23" fmla="*/ 133201 h 337797"/>
              <a:gd name="connsiteX24" fmla="*/ 195116 w 362535"/>
              <a:gd name="connsiteY24" fmla="*/ 138153 h 337797"/>
              <a:gd name="connsiteX25" fmla="*/ 220253 w 362535"/>
              <a:gd name="connsiteY25" fmla="*/ 223116 h 337797"/>
              <a:gd name="connsiteX26" fmla="*/ 234102 w 362535"/>
              <a:gd name="connsiteY26" fmla="*/ 196066 h 337797"/>
              <a:gd name="connsiteX27" fmla="*/ 241690 w 362535"/>
              <a:gd name="connsiteY27" fmla="*/ 192351 h 337797"/>
              <a:gd name="connsiteX28" fmla="*/ 354947 w 362535"/>
              <a:gd name="connsiteY28" fmla="*/ 192351 h 337797"/>
              <a:gd name="connsiteX29" fmla="*/ 362535 w 362535"/>
              <a:gd name="connsiteY29" fmla="*/ 199780 h 337797"/>
              <a:gd name="connsiteX30" fmla="*/ 36614 w 362535"/>
              <a:gd name="connsiteY30" fmla="*/ 177682 h 337797"/>
              <a:gd name="connsiteX31" fmla="*/ 39080 w 362535"/>
              <a:gd name="connsiteY31" fmla="*/ 176444 h 337797"/>
              <a:gd name="connsiteX32" fmla="*/ 42874 w 362535"/>
              <a:gd name="connsiteY32" fmla="*/ 166538 h 337797"/>
              <a:gd name="connsiteX33" fmla="*/ 30354 w 362535"/>
              <a:gd name="connsiteY33" fmla="*/ 106149 h 337797"/>
              <a:gd name="connsiteX34" fmla="*/ 95614 w 362535"/>
              <a:gd name="connsiteY34" fmla="*/ 16138 h 337797"/>
              <a:gd name="connsiteX35" fmla="*/ 173395 w 362535"/>
              <a:gd name="connsiteY35" fmla="*/ 88814 h 337797"/>
              <a:gd name="connsiteX36" fmla="*/ 180888 w 362535"/>
              <a:gd name="connsiteY36" fmla="*/ 95005 h 337797"/>
              <a:gd name="connsiteX37" fmla="*/ 188382 w 362535"/>
              <a:gd name="connsiteY37" fmla="*/ 88814 h 337797"/>
              <a:gd name="connsiteX38" fmla="*/ 266163 w 362535"/>
              <a:gd name="connsiteY38" fmla="*/ 14900 h 337797"/>
              <a:gd name="connsiteX39" fmla="*/ 331423 w 362535"/>
              <a:gd name="connsiteY39" fmla="*/ 97482 h 337797"/>
              <a:gd name="connsiteX40" fmla="*/ 312641 w 362535"/>
              <a:gd name="connsiteY40" fmla="*/ 166538 h 337797"/>
              <a:gd name="connsiteX41" fmla="*/ 316436 w 362535"/>
              <a:gd name="connsiteY41" fmla="*/ 176444 h 337797"/>
              <a:gd name="connsiteX42" fmla="*/ 326490 w 362535"/>
              <a:gd name="connsiteY42" fmla="*/ 172729 h 337797"/>
              <a:gd name="connsiteX43" fmla="*/ 346599 w 362535"/>
              <a:gd name="connsiteY43" fmla="*/ 97577 h 337797"/>
              <a:gd name="connsiteX44" fmla="*/ 267585 w 362535"/>
              <a:gd name="connsiteY44" fmla="*/ 231 h 337797"/>
              <a:gd name="connsiteX45" fmla="*/ 180983 w 362535"/>
              <a:gd name="connsiteY45" fmla="*/ 59382 h 337797"/>
              <a:gd name="connsiteX46" fmla="*/ 95614 w 362535"/>
              <a:gd name="connsiteY46" fmla="*/ 1470 h 337797"/>
              <a:gd name="connsiteX47" fmla="*/ 15272 w 362535"/>
              <a:gd name="connsiteY47" fmla="*/ 106245 h 337797"/>
              <a:gd name="connsiteX48" fmla="*/ 29120 w 362535"/>
              <a:gd name="connsiteY48" fmla="*/ 172824 h 337797"/>
              <a:gd name="connsiteX49" fmla="*/ 36614 w 362535"/>
              <a:gd name="connsiteY49" fmla="*/ 177777 h 337797"/>
              <a:gd name="connsiteX50" fmla="*/ 276596 w 362535"/>
              <a:gd name="connsiteY50" fmla="*/ 224641 h 337797"/>
              <a:gd name="connsiteX51" fmla="*/ 179750 w 362535"/>
              <a:gd name="connsiteY51" fmla="*/ 321891 h 337797"/>
              <a:gd name="connsiteX52" fmla="*/ 76643 w 362535"/>
              <a:gd name="connsiteY52" fmla="*/ 224641 h 337797"/>
              <a:gd name="connsiteX53" fmla="*/ 66588 w 362535"/>
              <a:gd name="connsiteY53" fmla="*/ 223402 h 337797"/>
              <a:gd name="connsiteX54" fmla="*/ 65355 w 362535"/>
              <a:gd name="connsiteY54" fmla="*/ 233213 h 337797"/>
              <a:gd name="connsiteX55" fmla="*/ 175956 w 362535"/>
              <a:gd name="connsiteY55" fmla="*/ 336559 h 337797"/>
              <a:gd name="connsiteX56" fmla="*/ 180983 w 362535"/>
              <a:gd name="connsiteY56" fmla="*/ 337797 h 337797"/>
              <a:gd name="connsiteX57" fmla="*/ 184777 w 362535"/>
              <a:gd name="connsiteY57" fmla="*/ 336559 h 337797"/>
              <a:gd name="connsiteX58" fmla="*/ 289117 w 362535"/>
              <a:gd name="connsiteY58" fmla="*/ 233213 h 337797"/>
              <a:gd name="connsiteX59" fmla="*/ 287884 w 362535"/>
              <a:gd name="connsiteY59" fmla="*/ 223402 h 337797"/>
              <a:gd name="connsiteX60" fmla="*/ 276596 w 362535"/>
              <a:gd name="connsiteY60" fmla="*/ 224641 h 337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2535" h="337797">
                <a:moveTo>
                  <a:pt x="362156" y="199685"/>
                </a:moveTo>
                <a:cubicBezTo>
                  <a:pt x="362156" y="203400"/>
                  <a:pt x="358361" y="207114"/>
                  <a:pt x="354567" y="207114"/>
                </a:cubicBezTo>
                <a:lnTo>
                  <a:pt x="245105" y="207114"/>
                </a:lnTo>
                <a:lnTo>
                  <a:pt x="224996" y="246548"/>
                </a:lnTo>
                <a:cubicBezTo>
                  <a:pt x="223762" y="249024"/>
                  <a:pt x="221201" y="251501"/>
                  <a:pt x="218735" y="251501"/>
                </a:cubicBezTo>
                <a:lnTo>
                  <a:pt x="217502" y="251501"/>
                </a:lnTo>
                <a:cubicBezTo>
                  <a:pt x="215036" y="250263"/>
                  <a:pt x="212475" y="249024"/>
                  <a:pt x="211242" y="245310"/>
                </a:cubicBezTo>
                <a:lnTo>
                  <a:pt x="186105" y="160347"/>
                </a:lnTo>
                <a:lnTo>
                  <a:pt x="157174" y="216925"/>
                </a:lnTo>
                <a:cubicBezTo>
                  <a:pt x="155941" y="219402"/>
                  <a:pt x="153380" y="221878"/>
                  <a:pt x="150914" y="221878"/>
                </a:cubicBezTo>
                <a:cubicBezTo>
                  <a:pt x="148448" y="221878"/>
                  <a:pt x="145887" y="220640"/>
                  <a:pt x="144654" y="218164"/>
                </a:cubicBezTo>
                <a:lnTo>
                  <a:pt x="119517" y="182445"/>
                </a:lnTo>
                <a:lnTo>
                  <a:pt x="103202" y="203400"/>
                </a:lnTo>
                <a:cubicBezTo>
                  <a:pt x="101969" y="205876"/>
                  <a:pt x="100641" y="207114"/>
                  <a:pt x="98175" y="207114"/>
                </a:cubicBezTo>
                <a:lnTo>
                  <a:pt x="7588" y="207114"/>
                </a:lnTo>
                <a:cubicBezTo>
                  <a:pt x="2561" y="207114"/>
                  <a:pt x="0" y="203400"/>
                  <a:pt x="0" y="199685"/>
                </a:cubicBezTo>
                <a:cubicBezTo>
                  <a:pt x="0" y="194732"/>
                  <a:pt x="2561" y="192255"/>
                  <a:pt x="7588" y="192255"/>
                </a:cubicBezTo>
                <a:lnTo>
                  <a:pt x="94475" y="192255"/>
                </a:lnTo>
                <a:lnTo>
                  <a:pt x="114585" y="165204"/>
                </a:lnTo>
                <a:cubicBezTo>
                  <a:pt x="115818" y="163966"/>
                  <a:pt x="118379" y="162728"/>
                  <a:pt x="120845" y="162728"/>
                </a:cubicBezTo>
                <a:cubicBezTo>
                  <a:pt x="123311" y="162728"/>
                  <a:pt x="125872" y="163966"/>
                  <a:pt x="127105" y="165204"/>
                </a:cubicBezTo>
                <a:lnTo>
                  <a:pt x="149776" y="199685"/>
                </a:lnTo>
                <a:lnTo>
                  <a:pt x="181267" y="136915"/>
                </a:lnTo>
                <a:cubicBezTo>
                  <a:pt x="182501" y="134439"/>
                  <a:pt x="186295" y="131962"/>
                  <a:pt x="188856" y="133201"/>
                </a:cubicBezTo>
                <a:cubicBezTo>
                  <a:pt x="192650" y="133201"/>
                  <a:pt x="195116" y="135677"/>
                  <a:pt x="195116" y="138153"/>
                </a:cubicBezTo>
                <a:lnTo>
                  <a:pt x="220253" y="223116"/>
                </a:lnTo>
                <a:lnTo>
                  <a:pt x="234102" y="196066"/>
                </a:lnTo>
                <a:cubicBezTo>
                  <a:pt x="235335" y="193589"/>
                  <a:pt x="237896" y="192351"/>
                  <a:pt x="241690" y="192351"/>
                </a:cubicBezTo>
                <a:lnTo>
                  <a:pt x="354947" y="192351"/>
                </a:lnTo>
                <a:cubicBezTo>
                  <a:pt x="358741" y="192351"/>
                  <a:pt x="362535" y="194827"/>
                  <a:pt x="362535" y="199780"/>
                </a:cubicBezTo>
                <a:close/>
                <a:moveTo>
                  <a:pt x="36614" y="177682"/>
                </a:moveTo>
                <a:cubicBezTo>
                  <a:pt x="36614" y="177682"/>
                  <a:pt x="37847" y="177682"/>
                  <a:pt x="39080" y="176444"/>
                </a:cubicBezTo>
                <a:cubicBezTo>
                  <a:pt x="42874" y="175206"/>
                  <a:pt x="44107" y="170253"/>
                  <a:pt x="42874" y="166538"/>
                </a:cubicBezTo>
                <a:cubicBezTo>
                  <a:pt x="34053" y="145583"/>
                  <a:pt x="30354" y="125866"/>
                  <a:pt x="30354" y="106149"/>
                </a:cubicBezTo>
                <a:cubicBezTo>
                  <a:pt x="30354" y="46999"/>
                  <a:pt x="62984" y="18615"/>
                  <a:pt x="95614" y="16138"/>
                </a:cubicBezTo>
                <a:cubicBezTo>
                  <a:pt x="128244" y="13662"/>
                  <a:pt x="164668" y="34617"/>
                  <a:pt x="173395" y="88814"/>
                </a:cubicBezTo>
                <a:cubicBezTo>
                  <a:pt x="173395" y="92529"/>
                  <a:pt x="177189" y="95005"/>
                  <a:pt x="180888" y="95005"/>
                </a:cubicBezTo>
                <a:cubicBezTo>
                  <a:pt x="184587" y="95005"/>
                  <a:pt x="187149" y="92529"/>
                  <a:pt x="188382" y="88814"/>
                </a:cubicBezTo>
                <a:cubicBezTo>
                  <a:pt x="195875" y="34617"/>
                  <a:pt x="233532" y="12423"/>
                  <a:pt x="266163" y="14900"/>
                </a:cubicBezTo>
                <a:cubicBezTo>
                  <a:pt x="298793" y="17376"/>
                  <a:pt x="331423" y="43284"/>
                  <a:pt x="331423" y="97482"/>
                </a:cubicBezTo>
                <a:cubicBezTo>
                  <a:pt x="331423" y="118437"/>
                  <a:pt x="325162" y="141868"/>
                  <a:pt x="312641" y="166538"/>
                </a:cubicBezTo>
                <a:cubicBezTo>
                  <a:pt x="311408" y="170253"/>
                  <a:pt x="312641" y="175206"/>
                  <a:pt x="316436" y="176444"/>
                </a:cubicBezTo>
                <a:cubicBezTo>
                  <a:pt x="320230" y="178920"/>
                  <a:pt x="325257" y="176444"/>
                  <a:pt x="326490" y="172729"/>
                </a:cubicBezTo>
                <a:cubicBezTo>
                  <a:pt x="339011" y="146821"/>
                  <a:pt x="346599" y="121008"/>
                  <a:pt x="346599" y="97577"/>
                </a:cubicBezTo>
                <a:cubicBezTo>
                  <a:pt x="346599" y="34712"/>
                  <a:pt x="305148" y="2708"/>
                  <a:pt x="267585" y="231"/>
                </a:cubicBezTo>
                <a:cubicBezTo>
                  <a:pt x="234955" y="-2245"/>
                  <a:pt x="197298" y="14995"/>
                  <a:pt x="180983" y="59382"/>
                </a:cubicBezTo>
                <a:cubicBezTo>
                  <a:pt x="163435" y="16233"/>
                  <a:pt x="127011" y="-1007"/>
                  <a:pt x="95614" y="1470"/>
                </a:cubicBezTo>
                <a:cubicBezTo>
                  <a:pt x="55490" y="3946"/>
                  <a:pt x="15272" y="37189"/>
                  <a:pt x="15272" y="106245"/>
                </a:cubicBezTo>
                <a:cubicBezTo>
                  <a:pt x="15272" y="127200"/>
                  <a:pt x="19066" y="149393"/>
                  <a:pt x="29120" y="172824"/>
                </a:cubicBezTo>
                <a:cubicBezTo>
                  <a:pt x="30354" y="175301"/>
                  <a:pt x="32915" y="177777"/>
                  <a:pt x="36614" y="177777"/>
                </a:cubicBezTo>
                <a:close/>
                <a:moveTo>
                  <a:pt x="276596" y="224641"/>
                </a:moveTo>
                <a:cubicBezTo>
                  <a:pt x="240172" y="272647"/>
                  <a:pt x="193599" y="310842"/>
                  <a:pt x="179750" y="321891"/>
                </a:cubicBezTo>
                <a:cubicBezTo>
                  <a:pt x="164668" y="310842"/>
                  <a:pt x="115628" y="275123"/>
                  <a:pt x="76643" y="224641"/>
                </a:cubicBezTo>
                <a:cubicBezTo>
                  <a:pt x="74176" y="220926"/>
                  <a:pt x="69149" y="220926"/>
                  <a:pt x="66588" y="223402"/>
                </a:cubicBezTo>
                <a:cubicBezTo>
                  <a:pt x="62794" y="225879"/>
                  <a:pt x="62794" y="230832"/>
                  <a:pt x="65355" y="233213"/>
                </a:cubicBezTo>
                <a:cubicBezTo>
                  <a:pt x="111834" y="294745"/>
                  <a:pt x="173489" y="335416"/>
                  <a:pt x="175956" y="336559"/>
                </a:cubicBezTo>
                <a:cubicBezTo>
                  <a:pt x="177189" y="337797"/>
                  <a:pt x="178517" y="337797"/>
                  <a:pt x="180983" y="337797"/>
                </a:cubicBezTo>
                <a:cubicBezTo>
                  <a:pt x="182216" y="337797"/>
                  <a:pt x="183449" y="337797"/>
                  <a:pt x="184777" y="336559"/>
                </a:cubicBezTo>
                <a:cubicBezTo>
                  <a:pt x="187338" y="335321"/>
                  <a:pt x="242639" y="292268"/>
                  <a:pt x="289117" y="233213"/>
                </a:cubicBezTo>
                <a:cubicBezTo>
                  <a:pt x="291584" y="230737"/>
                  <a:pt x="290351" y="225783"/>
                  <a:pt x="287884" y="223402"/>
                </a:cubicBezTo>
                <a:cubicBezTo>
                  <a:pt x="284090" y="220926"/>
                  <a:pt x="279063" y="220926"/>
                  <a:pt x="276596" y="22464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1">
            <a:extLst>
              <a:ext uri="{FF2B5EF4-FFF2-40B4-BE49-F238E27FC236}">
                <a16:creationId xmlns:a16="http://schemas.microsoft.com/office/drawing/2014/main" id="{3107F62B-08C1-7911-6253-DC3C3A0883DA}"/>
              </a:ext>
            </a:extLst>
          </p:cNvPr>
          <p:cNvSpPr/>
          <p:nvPr/>
        </p:nvSpPr>
        <p:spPr>
          <a:xfrm>
            <a:off x="5460018" y="1441921"/>
            <a:ext cx="483186" cy="450215"/>
          </a:xfrm>
          <a:custGeom>
            <a:avLst/>
            <a:gdLst>
              <a:gd name="connsiteX0" fmla="*/ 362156 w 362535"/>
              <a:gd name="connsiteY0" fmla="*/ 199685 h 337797"/>
              <a:gd name="connsiteX1" fmla="*/ 354567 w 362535"/>
              <a:gd name="connsiteY1" fmla="*/ 207114 h 337797"/>
              <a:gd name="connsiteX2" fmla="*/ 245105 w 362535"/>
              <a:gd name="connsiteY2" fmla="*/ 207114 h 337797"/>
              <a:gd name="connsiteX3" fmla="*/ 224996 w 362535"/>
              <a:gd name="connsiteY3" fmla="*/ 246548 h 337797"/>
              <a:gd name="connsiteX4" fmla="*/ 218735 w 362535"/>
              <a:gd name="connsiteY4" fmla="*/ 251501 h 337797"/>
              <a:gd name="connsiteX5" fmla="*/ 217502 w 362535"/>
              <a:gd name="connsiteY5" fmla="*/ 251501 h 337797"/>
              <a:gd name="connsiteX6" fmla="*/ 211242 w 362535"/>
              <a:gd name="connsiteY6" fmla="*/ 245310 h 337797"/>
              <a:gd name="connsiteX7" fmla="*/ 186105 w 362535"/>
              <a:gd name="connsiteY7" fmla="*/ 160347 h 337797"/>
              <a:gd name="connsiteX8" fmla="*/ 157174 w 362535"/>
              <a:gd name="connsiteY8" fmla="*/ 216925 h 337797"/>
              <a:gd name="connsiteX9" fmla="*/ 150914 w 362535"/>
              <a:gd name="connsiteY9" fmla="*/ 221878 h 337797"/>
              <a:gd name="connsiteX10" fmla="*/ 144654 w 362535"/>
              <a:gd name="connsiteY10" fmla="*/ 218164 h 337797"/>
              <a:gd name="connsiteX11" fmla="*/ 119517 w 362535"/>
              <a:gd name="connsiteY11" fmla="*/ 182445 h 337797"/>
              <a:gd name="connsiteX12" fmla="*/ 103202 w 362535"/>
              <a:gd name="connsiteY12" fmla="*/ 203400 h 337797"/>
              <a:gd name="connsiteX13" fmla="*/ 98175 w 362535"/>
              <a:gd name="connsiteY13" fmla="*/ 207114 h 337797"/>
              <a:gd name="connsiteX14" fmla="*/ 7588 w 362535"/>
              <a:gd name="connsiteY14" fmla="*/ 207114 h 337797"/>
              <a:gd name="connsiteX15" fmla="*/ 0 w 362535"/>
              <a:gd name="connsiteY15" fmla="*/ 199685 h 337797"/>
              <a:gd name="connsiteX16" fmla="*/ 7588 w 362535"/>
              <a:gd name="connsiteY16" fmla="*/ 192255 h 337797"/>
              <a:gd name="connsiteX17" fmla="*/ 94475 w 362535"/>
              <a:gd name="connsiteY17" fmla="*/ 192255 h 337797"/>
              <a:gd name="connsiteX18" fmla="*/ 114585 w 362535"/>
              <a:gd name="connsiteY18" fmla="*/ 165204 h 337797"/>
              <a:gd name="connsiteX19" fmla="*/ 120845 w 362535"/>
              <a:gd name="connsiteY19" fmla="*/ 162728 h 337797"/>
              <a:gd name="connsiteX20" fmla="*/ 127105 w 362535"/>
              <a:gd name="connsiteY20" fmla="*/ 165204 h 337797"/>
              <a:gd name="connsiteX21" fmla="*/ 149776 w 362535"/>
              <a:gd name="connsiteY21" fmla="*/ 199685 h 337797"/>
              <a:gd name="connsiteX22" fmla="*/ 181267 w 362535"/>
              <a:gd name="connsiteY22" fmla="*/ 136915 h 337797"/>
              <a:gd name="connsiteX23" fmla="*/ 188856 w 362535"/>
              <a:gd name="connsiteY23" fmla="*/ 133201 h 337797"/>
              <a:gd name="connsiteX24" fmla="*/ 195116 w 362535"/>
              <a:gd name="connsiteY24" fmla="*/ 138153 h 337797"/>
              <a:gd name="connsiteX25" fmla="*/ 220253 w 362535"/>
              <a:gd name="connsiteY25" fmla="*/ 223116 h 337797"/>
              <a:gd name="connsiteX26" fmla="*/ 234102 w 362535"/>
              <a:gd name="connsiteY26" fmla="*/ 196066 h 337797"/>
              <a:gd name="connsiteX27" fmla="*/ 241690 w 362535"/>
              <a:gd name="connsiteY27" fmla="*/ 192351 h 337797"/>
              <a:gd name="connsiteX28" fmla="*/ 354947 w 362535"/>
              <a:gd name="connsiteY28" fmla="*/ 192351 h 337797"/>
              <a:gd name="connsiteX29" fmla="*/ 362535 w 362535"/>
              <a:gd name="connsiteY29" fmla="*/ 199780 h 337797"/>
              <a:gd name="connsiteX30" fmla="*/ 36614 w 362535"/>
              <a:gd name="connsiteY30" fmla="*/ 177682 h 337797"/>
              <a:gd name="connsiteX31" fmla="*/ 39080 w 362535"/>
              <a:gd name="connsiteY31" fmla="*/ 176444 h 337797"/>
              <a:gd name="connsiteX32" fmla="*/ 42874 w 362535"/>
              <a:gd name="connsiteY32" fmla="*/ 166538 h 337797"/>
              <a:gd name="connsiteX33" fmla="*/ 30354 w 362535"/>
              <a:gd name="connsiteY33" fmla="*/ 106149 h 337797"/>
              <a:gd name="connsiteX34" fmla="*/ 95614 w 362535"/>
              <a:gd name="connsiteY34" fmla="*/ 16138 h 337797"/>
              <a:gd name="connsiteX35" fmla="*/ 173395 w 362535"/>
              <a:gd name="connsiteY35" fmla="*/ 88814 h 337797"/>
              <a:gd name="connsiteX36" fmla="*/ 180888 w 362535"/>
              <a:gd name="connsiteY36" fmla="*/ 95005 h 337797"/>
              <a:gd name="connsiteX37" fmla="*/ 188382 w 362535"/>
              <a:gd name="connsiteY37" fmla="*/ 88814 h 337797"/>
              <a:gd name="connsiteX38" fmla="*/ 266163 w 362535"/>
              <a:gd name="connsiteY38" fmla="*/ 14900 h 337797"/>
              <a:gd name="connsiteX39" fmla="*/ 331423 w 362535"/>
              <a:gd name="connsiteY39" fmla="*/ 97482 h 337797"/>
              <a:gd name="connsiteX40" fmla="*/ 312641 w 362535"/>
              <a:gd name="connsiteY40" fmla="*/ 166538 h 337797"/>
              <a:gd name="connsiteX41" fmla="*/ 316436 w 362535"/>
              <a:gd name="connsiteY41" fmla="*/ 176444 h 337797"/>
              <a:gd name="connsiteX42" fmla="*/ 326490 w 362535"/>
              <a:gd name="connsiteY42" fmla="*/ 172729 h 337797"/>
              <a:gd name="connsiteX43" fmla="*/ 346599 w 362535"/>
              <a:gd name="connsiteY43" fmla="*/ 97577 h 337797"/>
              <a:gd name="connsiteX44" fmla="*/ 267585 w 362535"/>
              <a:gd name="connsiteY44" fmla="*/ 231 h 337797"/>
              <a:gd name="connsiteX45" fmla="*/ 180983 w 362535"/>
              <a:gd name="connsiteY45" fmla="*/ 59382 h 337797"/>
              <a:gd name="connsiteX46" fmla="*/ 95614 w 362535"/>
              <a:gd name="connsiteY46" fmla="*/ 1470 h 337797"/>
              <a:gd name="connsiteX47" fmla="*/ 15272 w 362535"/>
              <a:gd name="connsiteY47" fmla="*/ 106245 h 337797"/>
              <a:gd name="connsiteX48" fmla="*/ 29120 w 362535"/>
              <a:gd name="connsiteY48" fmla="*/ 172824 h 337797"/>
              <a:gd name="connsiteX49" fmla="*/ 36614 w 362535"/>
              <a:gd name="connsiteY49" fmla="*/ 177777 h 337797"/>
              <a:gd name="connsiteX50" fmla="*/ 276596 w 362535"/>
              <a:gd name="connsiteY50" fmla="*/ 224641 h 337797"/>
              <a:gd name="connsiteX51" fmla="*/ 179750 w 362535"/>
              <a:gd name="connsiteY51" fmla="*/ 321891 h 337797"/>
              <a:gd name="connsiteX52" fmla="*/ 76643 w 362535"/>
              <a:gd name="connsiteY52" fmla="*/ 224641 h 337797"/>
              <a:gd name="connsiteX53" fmla="*/ 66588 w 362535"/>
              <a:gd name="connsiteY53" fmla="*/ 223402 h 337797"/>
              <a:gd name="connsiteX54" fmla="*/ 65355 w 362535"/>
              <a:gd name="connsiteY54" fmla="*/ 233213 h 337797"/>
              <a:gd name="connsiteX55" fmla="*/ 175956 w 362535"/>
              <a:gd name="connsiteY55" fmla="*/ 336559 h 337797"/>
              <a:gd name="connsiteX56" fmla="*/ 180983 w 362535"/>
              <a:gd name="connsiteY56" fmla="*/ 337797 h 337797"/>
              <a:gd name="connsiteX57" fmla="*/ 184777 w 362535"/>
              <a:gd name="connsiteY57" fmla="*/ 336559 h 337797"/>
              <a:gd name="connsiteX58" fmla="*/ 289117 w 362535"/>
              <a:gd name="connsiteY58" fmla="*/ 233213 h 337797"/>
              <a:gd name="connsiteX59" fmla="*/ 287884 w 362535"/>
              <a:gd name="connsiteY59" fmla="*/ 223402 h 337797"/>
              <a:gd name="connsiteX60" fmla="*/ 276596 w 362535"/>
              <a:gd name="connsiteY60" fmla="*/ 224641 h 337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2535" h="337797">
                <a:moveTo>
                  <a:pt x="362156" y="199685"/>
                </a:moveTo>
                <a:cubicBezTo>
                  <a:pt x="362156" y="203400"/>
                  <a:pt x="358361" y="207114"/>
                  <a:pt x="354567" y="207114"/>
                </a:cubicBezTo>
                <a:lnTo>
                  <a:pt x="245105" y="207114"/>
                </a:lnTo>
                <a:lnTo>
                  <a:pt x="224996" y="246548"/>
                </a:lnTo>
                <a:cubicBezTo>
                  <a:pt x="223762" y="249024"/>
                  <a:pt x="221201" y="251501"/>
                  <a:pt x="218735" y="251501"/>
                </a:cubicBezTo>
                <a:lnTo>
                  <a:pt x="217502" y="251501"/>
                </a:lnTo>
                <a:cubicBezTo>
                  <a:pt x="215036" y="250263"/>
                  <a:pt x="212475" y="249024"/>
                  <a:pt x="211242" y="245310"/>
                </a:cubicBezTo>
                <a:lnTo>
                  <a:pt x="186105" y="160347"/>
                </a:lnTo>
                <a:lnTo>
                  <a:pt x="157174" y="216925"/>
                </a:lnTo>
                <a:cubicBezTo>
                  <a:pt x="155941" y="219402"/>
                  <a:pt x="153380" y="221878"/>
                  <a:pt x="150914" y="221878"/>
                </a:cubicBezTo>
                <a:cubicBezTo>
                  <a:pt x="148448" y="221878"/>
                  <a:pt x="145887" y="220640"/>
                  <a:pt x="144654" y="218164"/>
                </a:cubicBezTo>
                <a:lnTo>
                  <a:pt x="119517" y="182445"/>
                </a:lnTo>
                <a:lnTo>
                  <a:pt x="103202" y="203400"/>
                </a:lnTo>
                <a:cubicBezTo>
                  <a:pt x="101969" y="205876"/>
                  <a:pt x="100641" y="207114"/>
                  <a:pt x="98175" y="207114"/>
                </a:cubicBezTo>
                <a:lnTo>
                  <a:pt x="7588" y="207114"/>
                </a:lnTo>
                <a:cubicBezTo>
                  <a:pt x="2561" y="207114"/>
                  <a:pt x="0" y="203400"/>
                  <a:pt x="0" y="199685"/>
                </a:cubicBezTo>
                <a:cubicBezTo>
                  <a:pt x="0" y="194732"/>
                  <a:pt x="2561" y="192255"/>
                  <a:pt x="7588" y="192255"/>
                </a:cubicBezTo>
                <a:lnTo>
                  <a:pt x="94475" y="192255"/>
                </a:lnTo>
                <a:lnTo>
                  <a:pt x="114585" y="165204"/>
                </a:lnTo>
                <a:cubicBezTo>
                  <a:pt x="115818" y="163966"/>
                  <a:pt x="118379" y="162728"/>
                  <a:pt x="120845" y="162728"/>
                </a:cubicBezTo>
                <a:cubicBezTo>
                  <a:pt x="123311" y="162728"/>
                  <a:pt x="125872" y="163966"/>
                  <a:pt x="127105" y="165204"/>
                </a:cubicBezTo>
                <a:lnTo>
                  <a:pt x="149776" y="199685"/>
                </a:lnTo>
                <a:lnTo>
                  <a:pt x="181267" y="136915"/>
                </a:lnTo>
                <a:cubicBezTo>
                  <a:pt x="182501" y="134439"/>
                  <a:pt x="186295" y="131962"/>
                  <a:pt x="188856" y="133201"/>
                </a:cubicBezTo>
                <a:cubicBezTo>
                  <a:pt x="192650" y="133201"/>
                  <a:pt x="195116" y="135677"/>
                  <a:pt x="195116" y="138153"/>
                </a:cubicBezTo>
                <a:lnTo>
                  <a:pt x="220253" y="223116"/>
                </a:lnTo>
                <a:lnTo>
                  <a:pt x="234102" y="196066"/>
                </a:lnTo>
                <a:cubicBezTo>
                  <a:pt x="235335" y="193589"/>
                  <a:pt x="237896" y="192351"/>
                  <a:pt x="241690" y="192351"/>
                </a:cubicBezTo>
                <a:lnTo>
                  <a:pt x="354947" y="192351"/>
                </a:lnTo>
                <a:cubicBezTo>
                  <a:pt x="358741" y="192351"/>
                  <a:pt x="362535" y="194827"/>
                  <a:pt x="362535" y="199780"/>
                </a:cubicBezTo>
                <a:close/>
                <a:moveTo>
                  <a:pt x="36614" y="177682"/>
                </a:moveTo>
                <a:cubicBezTo>
                  <a:pt x="36614" y="177682"/>
                  <a:pt x="37847" y="177682"/>
                  <a:pt x="39080" y="176444"/>
                </a:cubicBezTo>
                <a:cubicBezTo>
                  <a:pt x="42874" y="175206"/>
                  <a:pt x="44107" y="170253"/>
                  <a:pt x="42874" y="166538"/>
                </a:cubicBezTo>
                <a:cubicBezTo>
                  <a:pt x="34053" y="145583"/>
                  <a:pt x="30354" y="125866"/>
                  <a:pt x="30354" y="106149"/>
                </a:cubicBezTo>
                <a:cubicBezTo>
                  <a:pt x="30354" y="46999"/>
                  <a:pt x="62984" y="18615"/>
                  <a:pt x="95614" y="16138"/>
                </a:cubicBezTo>
                <a:cubicBezTo>
                  <a:pt x="128244" y="13662"/>
                  <a:pt x="164668" y="34617"/>
                  <a:pt x="173395" y="88814"/>
                </a:cubicBezTo>
                <a:cubicBezTo>
                  <a:pt x="173395" y="92529"/>
                  <a:pt x="177189" y="95005"/>
                  <a:pt x="180888" y="95005"/>
                </a:cubicBezTo>
                <a:cubicBezTo>
                  <a:pt x="184587" y="95005"/>
                  <a:pt x="187149" y="92529"/>
                  <a:pt x="188382" y="88814"/>
                </a:cubicBezTo>
                <a:cubicBezTo>
                  <a:pt x="195875" y="34617"/>
                  <a:pt x="233532" y="12423"/>
                  <a:pt x="266163" y="14900"/>
                </a:cubicBezTo>
                <a:cubicBezTo>
                  <a:pt x="298793" y="17376"/>
                  <a:pt x="331423" y="43284"/>
                  <a:pt x="331423" y="97482"/>
                </a:cubicBezTo>
                <a:cubicBezTo>
                  <a:pt x="331423" y="118437"/>
                  <a:pt x="325162" y="141868"/>
                  <a:pt x="312641" y="166538"/>
                </a:cubicBezTo>
                <a:cubicBezTo>
                  <a:pt x="311408" y="170253"/>
                  <a:pt x="312641" y="175206"/>
                  <a:pt x="316436" y="176444"/>
                </a:cubicBezTo>
                <a:cubicBezTo>
                  <a:pt x="320230" y="178920"/>
                  <a:pt x="325257" y="176444"/>
                  <a:pt x="326490" y="172729"/>
                </a:cubicBezTo>
                <a:cubicBezTo>
                  <a:pt x="339011" y="146821"/>
                  <a:pt x="346599" y="121008"/>
                  <a:pt x="346599" y="97577"/>
                </a:cubicBezTo>
                <a:cubicBezTo>
                  <a:pt x="346599" y="34712"/>
                  <a:pt x="305148" y="2708"/>
                  <a:pt x="267585" y="231"/>
                </a:cubicBezTo>
                <a:cubicBezTo>
                  <a:pt x="234955" y="-2245"/>
                  <a:pt x="197298" y="14995"/>
                  <a:pt x="180983" y="59382"/>
                </a:cubicBezTo>
                <a:cubicBezTo>
                  <a:pt x="163435" y="16233"/>
                  <a:pt x="127011" y="-1007"/>
                  <a:pt x="95614" y="1470"/>
                </a:cubicBezTo>
                <a:cubicBezTo>
                  <a:pt x="55490" y="3946"/>
                  <a:pt x="15272" y="37189"/>
                  <a:pt x="15272" y="106245"/>
                </a:cubicBezTo>
                <a:cubicBezTo>
                  <a:pt x="15272" y="127200"/>
                  <a:pt x="19066" y="149393"/>
                  <a:pt x="29120" y="172824"/>
                </a:cubicBezTo>
                <a:cubicBezTo>
                  <a:pt x="30354" y="175301"/>
                  <a:pt x="32915" y="177777"/>
                  <a:pt x="36614" y="177777"/>
                </a:cubicBezTo>
                <a:close/>
                <a:moveTo>
                  <a:pt x="276596" y="224641"/>
                </a:moveTo>
                <a:cubicBezTo>
                  <a:pt x="240172" y="272647"/>
                  <a:pt x="193599" y="310842"/>
                  <a:pt x="179750" y="321891"/>
                </a:cubicBezTo>
                <a:cubicBezTo>
                  <a:pt x="164668" y="310842"/>
                  <a:pt x="115628" y="275123"/>
                  <a:pt x="76643" y="224641"/>
                </a:cubicBezTo>
                <a:cubicBezTo>
                  <a:pt x="74176" y="220926"/>
                  <a:pt x="69149" y="220926"/>
                  <a:pt x="66588" y="223402"/>
                </a:cubicBezTo>
                <a:cubicBezTo>
                  <a:pt x="62794" y="225879"/>
                  <a:pt x="62794" y="230832"/>
                  <a:pt x="65355" y="233213"/>
                </a:cubicBezTo>
                <a:cubicBezTo>
                  <a:pt x="111834" y="294745"/>
                  <a:pt x="173489" y="335416"/>
                  <a:pt x="175956" y="336559"/>
                </a:cubicBezTo>
                <a:cubicBezTo>
                  <a:pt x="177189" y="337797"/>
                  <a:pt x="178517" y="337797"/>
                  <a:pt x="180983" y="337797"/>
                </a:cubicBezTo>
                <a:cubicBezTo>
                  <a:pt x="182216" y="337797"/>
                  <a:pt x="183449" y="337797"/>
                  <a:pt x="184777" y="336559"/>
                </a:cubicBezTo>
                <a:cubicBezTo>
                  <a:pt x="187338" y="335321"/>
                  <a:pt x="242639" y="292268"/>
                  <a:pt x="289117" y="233213"/>
                </a:cubicBezTo>
                <a:cubicBezTo>
                  <a:pt x="291584" y="230737"/>
                  <a:pt x="290351" y="225783"/>
                  <a:pt x="287884" y="223402"/>
                </a:cubicBezTo>
                <a:cubicBezTo>
                  <a:pt x="284090" y="220926"/>
                  <a:pt x="279063" y="220926"/>
                  <a:pt x="276596" y="22464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1">
            <a:extLst>
              <a:ext uri="{FF2B5EF4-FFF2-40B4-BE49-F238E27FC236}">
                <a16:creationId xmlns:a16="http://schemas.microsoft.com/office/drawing/2014/main" id="{F20F078C-2E07-F986-D68F-B77C1D2BC618}"/>
              </a:ext>
            </a:extLst>
          </p:cNvPr>
          <p:cNvSpPr/>
          <p:nvPr/>
        </p:nvSpPr>
        <p:spPr>
          <a:xfrm>
            <a:off x="6225193" y="1441921"/>
            <a:ext cx="483186" cy="450215"/>
          </a:xfrm>
          <a:custGeom>
            <a:avLst/>
            <a:gdLst>
              <a:gd name="connsiteX0" fmla="*/ 362156 w 362535"/>
              <a:gd name="connsiteY0" fmla="*/ 199685 h 337797"/>
              <a:gd name="connsiteX1" fmla="*/ 354567 w 362535"/>
              <a:gd name="connsiteY1" fmla="*/ 207114 h 337797"/>
              <a:gd name="connsiteX2" fmla="*/ 245105 w 362535"/>
              <a:gd name="connsiteY2" fmla="*/ 207114 h 337797"/>
              <a:gd name="connsiteX3" fmla="*/ 224996 w 362535"/>
              <a:gd name="connsiteY3" fmla="*/ 246548 h 337797"/>
              <a:gd name="connsiteX4" fmla="*/ 218735 w 362535"/>
              <a:gd name="connsiteY4" fmla="*/ 251501 h 337797"/>
              <a:gd name="connsiteX5" fmla="*/ 217502 w 362535"/>
              <a:gd name="connsiteY5" fmla="*/ 251501 h 337797"/>
              <a:gd name="connsiteX6" fmla="*/ 211242 w 362535"/>
              <a:gd name="connsiteY6" fmla="*/ 245310 h 337797"/>
              <a:gd name="connsiteX7" fmla="*/ 186105 w 362535"/>
              <a:gd name="connsiteY7" fmla="*/ 160347 h 337797"/>
              <a:gd name="connsiteX8" fmla="*/ 157174 w 362535"/>
              <a:gd name="connsiteY8" fmla="*/ 216925 h 337797"/>
              <a:gd name="connsiteX9" fmla="*/ 150914 w 362535"/>
              <a:gd name="connsiteY9" fmla="*/ 221878 h 337797"/>
              <a:gd name="connsiteX10" fmla="*/ 144654 w 362535"/>
              <a:gd name="connsiteY10" fmla="*/ 218164 h 337797"/>
              <a:gd name="connsiteX11" fmla="*/ 119517 w 362535"/>
              <a:gd name="connsiteY11" fmla="*/ 182445 h 337797"/>
              <a:gd name="connsiteX12" fmla="*/ 103202 w 362535"/>
              <a:gd name="connsiteY12" fmla="*/ 203400 h 337797"/>
              <a:gd name="connsiteX13" fmla="*/ 98175 w 362535"/>
              <a:gd name="connsiteY13" fmla="*/ 207114 h 337797"/>
              <a:gd name="connsiteX14" fmla="*/ 7588 w 362535"/>
              <a:gd name="connsiteY14" fmla="*/ 207114 h 337797"/>
              <a:gd name="connsiteX15" fmla="*/ 0 w 362535"/>
              <a:gd name="connsiteY15" fmla="*/ 199685 h 337797"/>
              <a:gd name="connsiteX16" fmla="*/ 7588 w 362535"/>
              <a:gd name="connsiteY16" fmla="*/ 192255 h 337797"/>
              <a:gd name="connsiteX17" fmla="*/ 94475 w 362535"/>
              <a:gd name="connsiteY17" fmla="*/ 192255 h 337797"/>
              <a:gd name="connsiteX18" fmla="*/ 114585 w 362535"/>
              <a:gd name="connsiteY18" fmla="*/ 165204 h 337797"/>
              <a:gd name="connsiteX19" fmla="*/ 120845 w 362535"/>
              <a:gd name="connsiteY19" fmla="*/ 162728 h 337797"/>
              <a:gd name="connsiteX20" fmla="*/ 127105 w 362535"/>
              <a:gd name="connsiteY20" fmla="*/ 165204 h 337797"/>
              <a:gd name="connsiteX21" fmla="*/ 149776 w 362535"/>
              <a:gd name="connsiteY21" fmla="*/ 199685 h 337797"/>
              <a:gd name="connsiteX22" fmla="*/ 181267 w 362535"/>
              <a:gd name="connsiteY22" fmla="*/ 136915 h 337797"/>
              <a:gd name="connsiteX23" fmla="*/ 188856 w 362535"/>
              <a:gd name="connsiteY23" fmla="*/ 133201 h 337797"/>
              <a:gd name="connsiteX24" fmla="*/ 195116 w 362535"/>
              <a:gd name="connsiteY24" fmla="*/ 138153 h 337797"/>
              <a:gd name="connsiteX25" fmla="*/ 220253 w 362535"/>
              <a:gd name="connsiteY25" fmla="*/ 223116 h 337797"/>
              <a:gd name="connsiteX26" fmla="*/ 234102 w 362535"/>
              <a:gd name="connsiteY26" fmla="*/ 196066 h 337797"/>
              <a:gd name="connsiteX27" fmla="*/ 241690 w 362535"/>
              <a:gd name="connsiteY27" fmla="*/ 192351 h 337797"/>
              <a:gd name="connsiteX28" fmla="*/ 354947 w 362535"/>
              <a:gd name="connsiteY28" fmla="*/ 192351 h 337797"/>
              <a:gd name="connsiteX29" fmla="*/ 362535 w 362535"/>
              <a:gd name="connsiteY29" fmla="*/ 199780 h 337797"/>
              <a:gd name="connsiteX30" fmla="*/ 36614 w 362535"/>
              <a:gd name="connsiteY30" fmla="*/ 177682 h 337797"/>
              <a:gd name="connsiteX31" fmla="*/ 39080 w 362535"/>
              <a:gd name="connsiteY31" fmla="*/ 176444 h 337797"/>
              <a:gd name="connsiteX32" fmla="*/ 42874 w 362535"/>
              <a:gd name="connsiteY32" fmla="*/ 166538 h 337797"/>
              <a:gd name="connsiteX33" fmla="*/ 30354 w 362535"/>
              <a:gd name="connsiteY33" fmla="*/ 106149 h 337797"/>
              <a:gd name="connsiteX34" fmla="*/ 95614 w 362535"/>
              <a:gd name="connsiteY34" fmla="*/ 16138 h 337797"/>
              <a:gd name="connsiteX35" fmla="*/ 173395 w 362535"/>
              <a:gd name="connsiteY35" fmla="*/ 88814 h 337797"/>
              <a:gd name="connsiteX36" fmla="*/ 180888 w 362535"/>
              <a:gd name="connsiteY36" fmla="*/ 95005 h 337797"/>
              <a:gd name="connsiteX37" fmla="*/ 188382 w 362535"/>
              <a:gd name="connsiteY37" fmla="*/ 88814 h 337797"/>
              <a:gd name="connsiteX38" fmla="*/ 266163 w 362535"/>
              <a:gd name="connsiteY38" fmla="*/ 14900 h 337797"/>
              <a:gd name="connsiteX39" fmla="*/ 331423 w 362535"/>
              <a:gd name="connsiteY39" fmla="*/ 97482 h 337797"/>
              <a:gd name="connsiteX40" fmla="*/ 312641 w 362535"/>
              <a:gd name="connsiteY40" fmla="*/ 166538 h 337797"/>
              <a:gd name="connsiteX41" fmla="*/ 316436 w 362535"/>
              <a:gd name="connsiteY41" fmla="*/ 176444 h 337797"/>
              <a:gd name="connsiteX42" fmla="*/ 326490 w 362535"/>
              <a:gd name="connsiteY42" fmla="*/ 172729 h 337797"/>
              <a:gd name="connsiteX43" fmla="*/ 346599 w 362535"/>
              <a:gd name="connsiteY43" fmla="*/ 97577 h 337797"/>
              <a:gd name="connsiteX44" fmla="*/ 267585 w 362535"/>
              <a:gd name="connsiteY44" fmla="*/ 231 h 337797"/>
              <a:gd name="connsiteX45" fmla="*/ 180983 w 362535"/>
              <a:gd name="connsiteY45" fmla="*/ 59382 h 337797"/>
              <a:gd name="connsiteX46" fmla="*/ 95614 w 362535"/>
              <a:gd name="connsiteY46" fmla="*/ 1470 h 337797"/>
              <a:gd name="connsiteX47" fmla="*/ 15272 w 362535"/>
              <a:gd name="connsiteY47" fmla="*/ 106245 h 337797"/>
              <a:gd name="connsiteX48" fmla="*/ 29120 w 362535"/>
              <a:gd name="connsiteY48" fmla="*/ 172824 h 337797"/>
              <a:gd name="connsiteX49" fmla="*/ 36614 w 362535"/>
              <a:gd name="connsiteY49" fmla="*/ 177777 h 337797"/>
              <a:gd name="connsiteX50" fmla="*/ 276596 w 362535"/>
              <a:gd name="connsiteY50" fmla="*/ 224641 h 337797"/>
              <a:gd name="connsiteX51" fmla="*/ 179750 w 362535"/>
              <a:gd name="connsiteY51" fmla="*/ 321891 h 337797"/>
              <a:gd name="connsiteX52" fmla="*/ 76643 w 362535"/>
              <a:gd name="connsiteY52" fmla="*/ 224641 h 337797"/>
              <a:gd name="connsiteX53" fmla="*/ 66588 w 362535"/>
              <a:gd name="connsiteY53" fmla="*/ 223402 h 337797"/>
              <a:gd name="connsiteX54" fmla="*/ 65355 w 362535"/>
              <a:gd name="connsiteY54" fmla="*/ 233213 h 337797"/>
              <a:gd name="connsiteX55" fmla="*/ 175956 w 362535"/>
              <a:gd name="connsiteY55" fmla="*/ 336559 h 337797"/>
              <a:gd name="connsiteX56" fmla="*/ 180983 w 362535"/>
              <a:gd name="connsiteY56" fmla="*/ 337797 h 337797"/>
              <a:gd name="connsiteX57" fmla="*/ 184777 w 362535"/>
              <a:gd name="connsiteY57" fmla="*/ 336559 h 337797"/>
              <a:gd name="connsiteX58" fmla="*/ 289117 w 362535"/>
              <a:gd name="connsiteY58" fmla="*/ 233213 h 337797"/>
              <a:gd name="connsiteX59" fmla="*/ 287884 w 362535"/>
              <a:gd name="connsiteY59" fmla="*/ 223402 h 337797"/>
              <a:gd name="connsiteX60" fmla="*/ 276596 w 362535"/>
              <a:gd name="connsiteY60" fmla="*/ 224641 h 337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62535" h="337797">
                <a:moveTo>
                  <a:pt x="362156" y="199685"/>
                </a:moveTo>
                <a:cubicBezTo>
                  <a:pt x="362156" y="203400"/>
                  <a:pt x="358361" y="207114"/>
                  <a:pt x="354567" y="207114"/>
                </a:cubicBezTo>
                <a:lnTo>
                  <a:pt x="245105" y="207114"/>
                </a:lnTo>
                <a:lnTo>
                  <a:pt x="224996" y="246548"/>
                </a:lnTo>
                <a:cubicBezTo>
                  <a:pt x="223762" y="249024"/>
                  <a:pt x="221201" y="251501"/>
                  <a:pt x="218735" y="251501"/>
                </a:cubicBezTo>
                <a:lnTo>
                  <a:pt x="217502" y="251501"/>
                </a:lnTo>
                <a:cubicBezTo>
                  <a:pt x="215036" y="250263"/>
                  <a:pt x="212475" y="249024"/>
                  <a:pt x="211242" y="245310"/>
                </a:cubicBezTo>
                <a:lnTo>
                  <a:pt x="186105" y="160347"/>
                </a:lnTo>
                <a:lnTo>
                  <a:pt x="157174" y="216925"/>
                </a:lnTo>
                <a:cubicBezTo>
                  <a:pt x="155941" y="219402"/>
                  <a:pt x="153380" y="221878"/>
                  <a:pt x="150914" y="221878"/>
                </a:cubicBezTo>
                <a:cubicBezTo>
                  <a:pt x="148448" y="221878"/>
                  <a:pt x="145887" y="220640"/>
                  <a:pt x="144654" y="218164"/>
                </a:cubicBezTo>
                <a:lnTo>
                  <a:pt x="119517" y="182445"/>
                </a:lnTo>
                <a:lnTo>
                  <a:pt x="103202" y="203400"/>
                </a:lnTo>
                <a:cubicBezTo>
                  <a:pt x="101969" y="205876"/>
                  <a:pt x="100641" y="207114"/>
                  <a:pt x="98175" y="207114"/>
                </a:cubicBezTo>
                <a:lnTo>
                  <a:pt x="7588" y="207114"/>
                </a:lnTo>
                <a:cubicBezTo>
                  <a:pt x="2561" y="207114"/>
                  <a:pt x="0" y="203400"/>
                  <a:pt x="0" y="199685"/>
                </a:cubicBezTo>
                <a:cubicBezTo>
                  <a:pt x="0" y="194732"/>
                  <a:pt x="2561" y="192255"/>
                  <a:pt x="7588" y="192255"/>
                </a:cubicBezTo>
                <a:lnTo>
                  <a:pt x="94475" y="192255"/>
                </a:lnTo>
                <a:lnTo>
                  <a:pt x="114585" y="165204"/>
                </a:lnTo>
                <a:cubicBezTo>
                  <a:pt x="115818" y="163966"/>
                  <a:pt x="118379" y="162728"/>
                  <a:pt x="120845" y="162728"/>
                </a:cubicBezTo>
                <a:cubicBezTo>
                  <a:pt x="123311" y="162728"/>
                  <a:pt x="125872" y="163966"/>
                  <a:pt x="127105" y="165204"/>
                </a:cubicBezTo>
                <a:lnTo>
                  <a:pt x="149776" y="199685"/>
                </a:lnTo>
                <a:lnTo>
                  <a:pt x="181267" y="136915"/>
                </a:lnTo>
                <a:cubicBezTo>
                  <a:pt x="182501" y="134439"/>
                  <a:pt x="186295" y="131962"/>
                  <a:pt x="188856" y="133201"/>
                </a:cubicBezTo>
                <a:cubicBezTo>
                  <a:pt x="192650" y="133201"/>
                  <a:pt x="195116" y="135677"/>
                  <a:pt x="195116" y="138153"/>
                </a:cubicBezTo>
                <a:lnTo>
                  <a:pt x="220253" y="223116"/>
                </a:lnTo>
                <a:lnTo>
                  <a:pt x="234102" y="196066"/>
                </a:lnTo>
                <a:cubicBezTo>
                  <a:pt x="235335" y="193589"/>
                  <a:pt x="237896" y="192351"/>
                  <a:pt x="241690" y="192351"/>
                </a:cubicBezTo>
                <a:lnTo>
                  <a:pt x="354947" y="192351"/>
                </a:lnTo>
                <a:cubicBezTo>
                  <a:pt x="358741" y="192351"/>
                  <a:pt x="362535" y="194827"/>
                  <a:pt x="362535" y="199780"/>
                </a:cubicBezTo>
                <a:close/>
                <a:moveTo>
                  <a:pt x="36614" y="177682"/>
                </a:moveTo>
                <a:cubicBezTo>
                  <a:pt x="36614" y="177682"/>
                  <a:pt x="37847" y="177682"/>
                  <a:pt x="39080" y="176444"/>
                </a:cubicBezTo>
                <a:cubicBezTo>
                  <a:pt x="42874" y="175206"/>
                  <a:pt x="44107" y="170253"/>
                  <a:pt x="42874" y="166538"/>
                </a:cubicBezTo>
                <a:cubicBezTo>
                  <a:pt x="34053" y="145583"/>
                  <a:pt x="30354" y="125866"/>
                  <a:pt x="30354" y="106149"/>
                </a:cubicBezTo>
                <a:cubicBezTo>
                  <a:pt x="30354" y="46999"/>
                  <a:pt x="62984" y="18615"/>
                  <a:pt x="95614" y="16138"/>
                </a:cubicBezTo>
                <a:cubicBezTo>
                  <a:pt x="128244" y="13662"/>
                  <a:pt x="164668" y="34617"/>
                  <a:pt x="173395" y="88814"/>
                </a:cubicBezTo>
                <a:cubicBezTo>
                  <a:pt x="173395" y="92529"/>
                  <a:pt x="177189" y="95005"/>
                  <a:pt x="180888" y="95005"/>
                </a:cubicBezTo>
                <a:cubicBezTo>
                  <a:pt x="184587" y="95005"/>
                  <a:pt x="187149" y="92529"/>
                  <a:pt x="188382" y="88814"/>
                </a:cubicBezTo>
                <a:cubicBezTo>
                  <a:pt x="195875" y="34617"/>
                  <a:pt x="233532" y="12423"/>
                  <a:pt x="266163" y="14900"/>
                </a:cubicBezTo>
                <a:cubicBezTo>
                  <a:pt x="298793" y="17376"/>
                  <a:pt x="331423" y="43284"/>
                  <a:pt x="331423" y="97482"/>
                </a:cubicBezTo>
                <a:cubicBezTo>
                  <a:pt x="331423" y="118437"/>
                  <a:pt x="325162" y="141868"/>
                  <a:pt x="312641" y="166538"/>
                </a:cubicBezTo>
                <a:cubicBezTo>
                  <a:pt x="311408" y="170253"/>
                  <a:pt x="312641" y="175206"/>
                  <a:pt x="316436" y="176444"/>
                </a:cubicBezTo>
                <a:cubicBezTo>
                  <a:pt x="320230" y="178920"/>
                  <a:pt x="325257" y="176444"/>
                  <a:pt x="326490" y="172729"/>
                </a:cubicBezTo>
                <a:cubicBezTo>
                  <a:pt x="339011" y="146821"/>
                  <a:pt x="346599" y="121008"/>
                  <a:pt x="346599" y="97577"/>
                </a:cubicBezTo>
                <a:cubicBezTo>
                  <a:pt x="346599" y="34712"/>
                  <a:pt x="305148" y="2708"/>
                  <a:pt x="267585" y="231"/>
                </a:cubicBezTo>
                <a:cubicBezTo>
                  <a:pt x="234955" y="-2245"/>
                  <a:pt x="197298" y="14995"/>
                  <a:pt x="180983" y="59382"/>
                </a:cubicBezTo>
                <a:cubicBezTo>
                  <a:pt x="163435" y="16233"/>
                  <a:pt x="127011" y="-1007"/>
                  <a:pt x="95614" y="1470"/>
                </a:cubicBezTo>
                <a:cubicBezTo>
                  <a:pt x="55490" y="3946"/>
                  <a:pt x="15272" y="37189"/>
                  <a:pt x="15272" y="106245"/>
                </a:cubicBezTo>
                <a:cubicBezTo>
                  <a:pt x="15272" y="127200"/>
                  <a:pt x="19066" y="149393"/>
                  <a:pt x="29120" y="172824"/>
                </a:cubicBezTo>
                <a:cubicBezTo>
                  <a:pt x="30354" y="175301"/>
                  <a:pt x="32915" y="177777"/>
                  <a:pt x="36614" y="177777"/>
                </a:cubicBezTo>
                <a:close/>
                <a:moveTo>
                  <a:pt x="276596" y="224641"/>
                </a:moveTo>
                <a:cubicBezTo>
                  <a:pt x="240172" y="272647"/>
                  <a:pt x="193599" y="310842"/>
                  <a:pt x="179750" y="321891"/>
                </a:cubicBezTo>
                <a:cubicBezTo>
                  <a:pt x="164668" y="310842"/>
                  <a:pt x="115628" y="275123"/>
                  <a:pt x="76643" y="224641"/>
                </a:cubicBezTo>
                <a:cubicBezTo>
                  <a:pt x="74176" y="220926"/>
                  <a:pt x="69149" y="220926"/>
                  <a:pt x="66588" y="223402"/>
                </a:cubicBezTo>
                <a:cubicBezTo>
                  <a:pt x="62794" y="225879"/>
                  <a:pt x="62794" y="230832"/>
                  <a:pt x="65355" y="233213"/>
                </a:cubicBezTo>
                <a:cubicBezTo>
                  <a:pt x="111834" y="294745"/>
                  <a:pt x="173489" y="335416"/>
                  <a:pt x="175956" y="336559"/>
                </a:cubicBezTo>
                <a:cubicBezTo>
                  <a:pt x="177189" y="337797"/>
                  <a:pt x="178517" y="337797"/>
                  <a:pt x="180983" y="337797"/>
                </a:cubicBezTo>
                <a:cubicBezTo>
                  <a:pt x="182216" y="337797"/>
                  <a:pt x="183449" y="337797"/>
                  <a:pt x="184777" y="336559"/>
                </a:cubicBezTo>
                <a:cubicBezTo>
                  <a:pt x="187338" y="335321"/>
                  <a:pt x="242639" y="292268"/>
                  <a:pt x="289117" y="233213"/>
                </a:cubicBezTo>
                <a:cubicBezTo>
                  <a:pt x="291584" y="230737"/>
                  <a:pt x="290351" y="225783"/>
                  <a:pt x="287884" y="223402"/>
                </a:cubicBezTo>
                <a:cubicBezTo>
                  <a:pt x="284090" y="220926"/>
                  <a:pt x="279063" y="220926"/>
                  <a:pt x="276596" y="22464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" name="Graphic 27">
            <a:extLst>
              <a:ext uri="{FF2B5EF4-FFF2-40B4-BE49-F238E27FC236}">
                <a16:creationId xmlns:a16="http://schemas.microsoft.com/office/drawing/2014/main" id="{CC0F3EBD-F2EC-1A28-7D2F-AEDD287664F6}"/>
              </a:ext>
            </a:extLst>
          </p:cNvPr>
          <p:cNvSpPr/>
          <p:nvPr/>
        </p:nvSpPr>
        <p:spPr>
          <a:xfrm>
            <a:off x="7104949" y="788562"/>
            <a:ext cx="483234" cy="475170"/>
          </a:xfrm>
          <a:custGeom>
            <a:avLst/>
            <a:gdLst>
              <a:gd name="connsiteX0" fmla="*/ 360828 w 360827"/>
              <a:gd name="connsiteY0" fmla="*/ 185166 h 354806"/>
              <a:gd name="connsiteX1" fmla="*/ 353334 w 360827"/>
              <a:gd name="connsiteY1" fmla="*/ 177832 h 354806"/>
              <a:gd name="connsiteX2" fmla="*/ 270621 w 360827"/>
              <a:gd name="connsiteY2" fmla="*/ 177832 h 354806"/>
              <a:gd name="connsiteX3" fmla="*/ 270621 w 360827"/>
              <a:gd name="connsiteY3" fmla="*/ 157925 h 354806"/>
              <a:gd name="connsiteX4" fmla="*/ 286177 w 360827"/>
              <a:gd name="connsiteY4" fmla="*/ 103727 h 354806"/>
              <a:gd name="connsiteX5" fmla="*/ 180793 w 360827"/>
              <a:gd name="connsiteY5" fmla="*/ 0 h 354806"/>
              <a:gd name="connsiteX6" fmla="*/ 75410 w 360827"/>
              <a:gd name="connsiteY6" fmla="*/ 103727 h 354806"/>
              <a:gd name="connsiteX7" fmla="*/ 90207 w 360827"/>
              <a:gd name="connsiteY7" fmla="*/ 156115 h 354806"/>
              <a:gd name="connsiteX8" fmla="*/ 90207 w 360827"/>
              <a:gd name="connsiteY8" fmla="*/ 177832 h 354806"/>
              <a:gd name="connsiteX9" fmla="*/ 7494 w 360827"/>
              <a:gd name="connsiteY9" fmla="*/ 177832 h 354806"/>
              <a:gd name="connsiteX10" fmla="*/ 0 w 360827"/>
              <a:gd name="connsiteY10" fmla="*/ 185166 h 354806"/>
              <a:gd name="connsiteX11" fmla="*/ 0 w 360827"/>
              <a:gd name="connsiteY11" fmla="*/ 347472 h 354806"/>
              <a:gd name="connsiteX12" fmla="*/ 0 w 360827"/>
              <a:gd name="connsiteY12" fmla="*/ 347663 h 354806"/>
              <a:gd name="connsiteX13" fmla="*/ 0 w 360827"/>
              <a:gd name="connsiteY13" fmla="*/ 347853 h 354806"/>
              <a:gd name="connsiteX14" fmla="*/ 7209 w 360827"/>
              <a:gd name="connsiteY14" fmla="*/ 354806 h 354806"/>
              <a:gd name="connsiteX15" fmla="*/ 7494 w 360827"/>
              <a:gd name="connsiteY15" fmla="*/ 354806 h 354806"/>
              <a:gd name="connsiteX16" fmla="*/ 353334 w 360827"/>
              <a:gd name="connsiteY16" fmla="*/ 354806 h 354806"/>
              <a:gd name="connsiteX17" fmla="*/ 353713 w 360827"/>
              <a:gd name="connsiteY17" fmla="*/ 354806 h 354806"/>
              <a:gd name="connsiteX18" fmla="*/ 360828 w 360827"/>
              <a:gd name="connsiteY18" fmla="*/ 347853 h 354806"/>
              <a:gd name="connsiteX19" fmla="*/ 360828 w 360827"/>
              <a:gd name="connsiteY19" fmla="*/ 347663 h 354806"/>
              <a:gd name="connsiteX20" fmla="*/ 360828 w 360827"/>
              <a:gd name="connsiteY20" fmla="*/ 347472 h 354806"/>
              <a:gd name="connsiteX21" fmla="*/ 360828 w 360827"/>
              <a:gd name="connsiteY21" fmla="*/ 185166 h 354806"/>
              <a:gd name="connsiteX22" fmla="*/ 345840 w 360827"/>
              <a:gd name="connsiteY22" fmla="*/ 192500 h 354806"/>
              <a:gd name="connsiteX23" fmla="*/ 345840 w 360827"/>
              <a:gd name="connsiteY23" fmla="*/ 340805 h 354806"/>
              <a:gd name="connsiteX24" fmla="*/ 270905 w 360827"/>
              <a:gd name="connsiteY24" fmla="*/ 340805 h 354806"/>
              <a:gd name="connsiteX25" fmla="*/ 270905 w 360827"/>
              <a:gd name="connsiteY25" fmla="*/ 192500 h 354806"/>
              <a:gd name="connsiteX26" fmla="*/ 345840 w 360827"/>
              <a:gd name="connsiteY26" fmla="*/ 192500 h 354806"/>
              <a:gd name="connsiteX27" fmla="*/ 180793 w 360827"/>
              <a:gd name="connsiteY27" fmla="*/ 14764 h 354806"/>
              <a:gd name="connsiteX28" fmla="*/ 271095 w 360827"/>
              <a:gd name="connsiteY28" fmla="*/ 103727 h 354806"/>
              <a:gd name="connsiteX29" fmla="*/ 258195 w 360827"/>
              <a:gd name="connsiteY29" fmla="*/ 149638 h 354806"/>
              <a:gd name="connsiteX30" fmla="*/ 256298 w 360827"/>
              <a:gd name="connsiteY30" fmla="*/ 152686 h 354806"/>
              <a:gd name="connsiteX31" fmla="*/ 180793 w 360827"/>
              <a:gd name="connsiteY31" fmla="*/ 192596 h 354806"/>
              <a:gd name="connsiteX32" fmla="*/ 90491 w 360827"/>
              <a:gd name="connsiteY32" fmla="*/ 103632 h 354806"/>
              <a:gd name="connsiteX33" fmla="*/ 180793 w 360827"/>
              <a:gd name="connsiteY33" fmla="*/ 14669 h 354806"/>
              <a:gd name="connsiteX34" fmla="*/ 180793 w 360827"/>
              <a:gd name="connsiteY34" fmla="*/ 207454 h 354806"/>
              <a:gd name="connsiteX35" fmla="*/ 255823 w 360827"/>
              <a:gd name="connsiteY35" fmla="*/ 176594 h 354806"/>
              <a:gd name="connsiteX36" fmla="*/ 255823 w 360827"/>
              <a:gd name="connsiteY36" fmla="*/ 340805 h 354806"/>
              <a:gd name="connsiteX37" fmla="*/ 210767 w 360827"/>
              <a:gd name="connsiteY37" fmla="*/ 340805 h 354806"/>
              <a:gd name="connsiteX38" fmla="*/ 210767 w 360827"/>
              <a:gd name="connsiteY38" fmla="*/ 318421 h 354806"/>
              <a:gd name="connsiteX39" fmla="*/ 203179 w 360827"/>
              <a:gd name="connsiteY39" fmla="*/ 311182 h 354806"/>
              <a:gd name="connsiteX40" fmla="*/ 157649 w 360827"/>
              <a:gd name="connsiteY40" fmla="*/ 311182 h 354806"/>
              <a:gd name="connsiteX41" fmla="*/ 150060 w 360827"/>
              <a:gd name="connsiteY41" fmla="*/ 318421 h 354806"/>
              <a:gd name="connsiteX42" fmla="*/ 150060 w 360827"/>
              <a:gd name="connsiteY42" fmla="*/ 340805 h 354806"/>
              <a:gd name="connsiteX43" fmla="*/ 105004 w 360827"/>
              <a:gd name="connsiteY43" fmla="*/ 340805 h 354806"/>
              <a:gd name="connsiteX44" fmla="*/ 105004 w 360827"/>
              <a:gd name="connsiteY44" fmla="*/ 175165 h 354806"/>
              <a:gd name="connsiteX45" fmla="*/ 180888 w 360827"/>
              <a:gd name="connsiteY45" fmla="*/ 207359 h 354806"/>
              <a:gd name="connsiteX46" fmla="*/ 165237 w 360827"/>
              <a:gd name="connsiteY46" fmla="*/ 340233 h 354806"/>
              <a:gd name="connsiteX47" fmla="*/ 165237 w 360827"/>
              <a:gd name="connsiteY47" fmla="*/ 325660 h 354806"/>
              <a:gd name="connsiteX48" fmla="*/ 195591 w 360827"/>
              <a:gd name="connsiteY48" fmla="*/ 325660 h 354806"/>
              <a:gd name="connsiteX49" fmla="*/ 195591 w 360827"/>
              <a:gd name="connsiteY49" fmla="*/ 340233 h 354806"/>
              <a:gd name="connsiteX50" fmla="*/ 165237 w 360827"/>
              <a:gd name="connsiteY50" fmla="*/ 340233 h 354806"/>
              <a:gd name="connsiteX51" fmla="*/ 89922 w 360827"/>
              <a:gd name="connsiteY51" fmla="*/ 192500 h 354806"/>
              <a:gd name="connsiteX52" fmla="*/ 89922 w 360827"/>
              <a:gd name="connsiteY52" fmla="*/ 340805 h 354806"/>
              <a:gd name="connsiteX53" fmla="*/ 14987 w 360827"/>
              <a:gd name="connsiteY53" fmla="*/ 340805 h 354806"/>
              <a:gd name="connsiteX54" fmla="*/ 14987 w 360827"/>
              <a:gd name="connsiteY54" fmla="*/ 192500 h 354806"/>
              <a:gd name="connsiteX55" fmla="*/ 89922 w 360827"/>
              <a:gd name="connsiteY55" fmla="*/ 192500 h 354806"/>
              <a:gd name="connsiteX56" fmla="*/ 128054 w 360827"/>
              <a:gd name="connsiteY56" fmla="*/ 133350 h 354806"/>
              <a:gd name="connsiteX57" fmla="*/ 150629 w 360827"/>
              <a:gd name="connsiteY57" fmla="*/ 133350 h 354806"/>
              <a:gd name="connsiteX58" fmla="*/ 150629 w 360827"/>
              <a:gd name="connsiteY58" fmla="*/ 155543 h 354806"/>
              <a:gd name="connsiteX59" fmla="*/ 158123 w 360827"/>
              <a:gd name="connsiteY59" fmla="*/ 162973 h 354806"/>
              <a:gd name="connsiteX60" fmla="*/ 203369 w 360827"/>
              <a:gd name="connsiteY60" fmla="*/ 162973 h 354806"/>
              <a:gd name="connsiteX61" fmla="*/ 210862 w 360827"/>
              <a:gd name="connsiteY61" fmla="*/ 155543 h 354806"/>
              <a:gd name="connsiteX62" fmla="*/ 210862 w 360827"/>
              <a:gd name="connsiteY62" fmla="*/ 133350 h 354806"/>
              <a:gd name="connsiteX63" fmla="*/ 233438 w 360827"/>
              <a:gd name="connsiteY63" fmla="*/ 133350 h 354806"/>
              <a:gd name="connsiteX64" fmla="*/ 240931 w 360827"/>
              <a:gd name="connsiteY64" fmla="*/ 125921 h 354806"/>
              <a:gd name="connsiteX65" fmla="*/ 240931 w 360827"/>
              <a:gd name="connsiteY65" fmla="*/ 81439 h 354806"/>
              <a:gd name="connsiteX66" fmla="*/ 233438 w 360827"/>
              <a:gd name="connsiteY66" fmla="*/ 74009 h 354806"/>
              <a:gd name="connsiteX67" fmla="*/ 210862 w 360827"/>
              <a:gd name="connsiteY67" fmla="*/ 74009 h 354806"/>
              <a:gd name="connsiteX68" fmla="*/ 210862 w 360827"/>
              <a:gd name="connsiteY68" fmla="*/ 51816 h 354806"/>
              <a:gd name="connsiteX69" fmla="*/ 209629 w 360827"/>
              <a:gd name="connsiteY69" fmla="*/ 46863 h 354806"/>
              <a:gd name="connsiteX70" fmla="*/ 203369 w 360827"/>
              <a:gd name="connsiteY70" fmla="*/ 44387 h 354806"/>
              <a:gd name="connsiteX71" fmla="*/ 158123 w 360827"/>
              <a:gd name="connsiteY71" fmla="*/ 44387 h 354806"/>
              <a:gd name="connsiteX72" fmla="*/ 150629 w 360827"/>
              <a:gd name="connsiteY72" fmla="*/ 51816 h 354806"/>
              <a:gd name="connsiteX73" fmla="*/ 150629 w 360827"/>
              <a:gd name="connsiteY73" fmla="*/ 74009 h 354806"/>
              <a:gd name="connsiteX74" fmla="*/ 128054 w 360827"/>
              <a:gd name="connsiteY74" fmla="*/ 74009 h 354806"/>
              <a:gd name="connsiteX75" fmla="*/ 120560 w 360827"/>
              <a:gd name="connsiteY75" fmla="*/ 81439 h 354806"/>
              <a:gd name="connsiteX76" fmla="*/ 120560 w 360827"/>
              <a:gd name="connsiteY76" fmla="*/ 125921 h 354806"/>
              <a:gd name="connsiteX77" fmla="*/ 128054 w 360827"/>
              <a:gd name="connsiteY77" fmla="*/ 133350 h 354806"/>
              <a:gd name="connsiteX78" fmla="*/ 135547 w 360827"/>
              <a:gd name="connsiteY78" fmla="*/ 88868 h 354806"/>
              <a:gd name="connsiteX79" fmla="*/ 158123 w 360827"/>
              <a:gd name="connsiteY79" fmla="*/ 88868 h 354806"/>
              <a:gd name="connsiteX80" fmla="*/ 165616 w 360827"/>
              <a:gd name="connsiteY80" fmla="*/ 81439 h 354806"/>
              <a:gd name="connsiteX81" fmla="*/ 165616 w 360827"/>
              <a:gd name="connsiteY81" fmla="*/ 59246 h 354806"/>
              <a:gd name="connsiteX82" fmla="*/ 195780 w 360827"/>
              <a:gd name="connsiteY82" fmla="*/ 59246 h 354806"/>
              <a:gd name="connsiteX83" fmla="*/ 195780 w 360827"/>
              <a:gd name="connsiteY83" fmla="*/ 81439 h 354806"/>
              <a:gd name="connsiteX84" fmla="*/ 198246 w 360827"/>
              <a:gd name="connsiteY84" fmla="*/ 86392 h 354806"/>
              <a:gd name="connsiteX85" fmla="*/ 203274 w 360827"/>
              <a:gd name="connsiteY85" fmla="*/ 88868 h 354806"/>
              <a:gd name="connsiteX86" fmla="*/ 225849 w 360827"/>
              <a:gd name="connsiteY86" fmla="*/ 88868 h 354806"/>
              <a:gd name="connsiteX87" fmla="*/ 225849 w 360827"/>
              <a:gd name="connsiteY87" fmla="*/ 118491 h 354806"/>
              <a:gd name="connsiteX88" fmla="*/ 203274 w 360827"/>
              <a:gd name="connsiteY88" fmla="*/ 118491 h 354806"/>
              <a:gd name="connsiteX89" fmla="*/ 195780 w 360827"/>
              <a:gd name="connsiteY89" fmla="*/ 125921 h 354806"/>
              <a:gd name="connsiteX90" fmla="*/ 195780 w 360827"/>
              <a:gd name="connsiteY90" fmla="*/ 148114 h 354806"/>
              <a:gd name="connsiteX91" fmla="*/ 165616 w 360827"/>
              <a:gd name="connsiteY91" fmla="*/ 148114 h 354806"/>
              <a:gd name="connsiteX92" fmla="*/ 165616 w 360827"/>
              <a:gd name="connsiteY92" fmla="*/ 125921 h 354806"/>
              <a:gd name="connsiteX93" fmla="*/ 158123 w 360827"/>
              <a:gd name="connsiteY93" fmla="*/ 118491 h 354806"/>
              <a:gd name="connsiteX94" fmla="*/ 135547 w 360827"/>
              <a:gd name="connsiteY94" fmla="*/ 118491 h 354806"/>
              <a:gd name="connsiteX95" fmla="*/ 135547 w 360827"/>
              <a:gd name="connsiteY95" fmla="*/ 88868 h 354806"/>
              <a:gd name="connsiteX96" fmla="*/ 29500 w 360827"/>
              <a:gd name="connsiteY96" fmla="*/ 214884 h 354806"/>
              <a:gd name="connsiteX97" fmla="*/ 37183 w 360827"/>
              <a:gd name="connsiteY97" fmla="*/ 207454 h 354806"/>
              <a:gd name="connsiteX98" fmla="*/ 67821 w 360827"/>
              <a:gd name="connsiteY98" fmla="*/ 207454 h 354806"/>
              <a:gd name="connsiteX99" fmla="*/ 75504 w 360827"/>
              <a:gd name="connsiteY99" fmla="*/ 214884 h 354806"/>
              <a:gd name="connsiteX100" fmla="*/ 67821 w 360827"/>
              <a:gd name="connsiteY100" fmla="*/ 222314 h 354806"/>
              <a:gd name="connsiteX101" fmla="*/ 37183 w 360827"/>
              <a:gd name="connsiteY101" fmla="*/ 222314 h 354806"/>
              <a:gd name="connsiteX102" fmla="*/ 29500 w 360827"/>
              <a:gd name="connsiteY102" fmla="*/ 214884 h 354806"/>
              <a:gd name="connsiteX103" fmla="*/ 29500 w 360827"/>
              <a:gd name="connsiteY103" fmla="*/ 244507 h 354806"/>
              <a:gd name="connsiteX104" fmla="*/ 37183 w 360827"/>
              <a:gd name="connsiteY104" fmla="*/ 237077 h 354806"/>
              <a:gd name="connsiteX105" fmla="*/ 67821 w 360827"/>
              <a:gd name="connsiteY105" fmla="*/ 237077 h 354806"/>
              <a:gd name="connsiteX106" fmla="*/ 75504 w 360827"/>
              <a:gd name="connsiteY106" fmla="*/ 244507 h 354806"/>
              <a:gd name="connsiteX107" fmla="*/ 67821 w 360827"/>
              <a:gd name="connsiteY107" fmla="*/ 251936 h 354806"/>
              <a:gd name="connsiteX108" fmla="*/ 37183 w 360827"/>
              <a:gd name="connsiteY108" fmla="*/ 251936 h 354806"/>
              <a:gd name="connsiteX109" fmla="*/ 29500 w 360827"/>
              <a:gd name="connsiteY109" fmla="*/ 244507 h 354806"/>
              <a:gd name="connsiteX110" fmla="*/ 29500 w 360827"/>
              <a:gd name="connsiteY110" fmla="*/ 274130 h 354806"/>
              <a:gd name="connsiteX111" fmla="*/ 37183 w 360827"/>
              <a:gd name="connsiteY111" fmla="*/ 266700 h 354806"/>
              <a:gd name="connsiteX112" fmla="*/ 67821 w 360827"/>
              <a:gd name="connsiteY112" fmla="*/ 266700 h 354806"/>
              <a:gd name="connsiteX113" fmla="*/ 75504 w 360827"/>
              <a:gd name="connsiteY113" fmla="*/ 274130 h 354806"/>
              <a:gd name="connsiteX114" fmla="*/ 67821 w 360827"/>
              <a:gd name="connsiteY114" fmla="*/ 281559 h 354806"/>
              <a:gd name="connsiteX115" fmla="*/ 37183 w 360827"/>
              <a:gd name="connsiteY115" fmla="*/ 281559 h 354806"/>
              <a:gd name="connsiteX116" fmla="*/ 29500 w 360827"/>
              <a:gd name="connsiteY116" fmla="*/ 274130 h 354806"/>
              <a:gd name="connsiteX117" fmla="*/ 29500 w 360827"/>
              <a:gd name="connsiteY117" fmla="*/ 303752 h 354806"/>
              <a:gd name="connsiteX118" fmla="*/ 37183 w 360827"/>
              <a:gd name="connsiteY118" fmla="*/ 296323 h 354806"/>
              <a:gd name="connsiteX119" fmla="*/ 67821 w 360827"/>
              <a:gd name="connsiteY119" fmla="*/ 296323 h 354806"/>
              <a:gd name="connsiteX120" fmla="*/ 75504 w 360827"/>
              <a:gd name="connsiteY120" fmla="*/ 303752 h 354806"/>
              <a:gd name="connsiteX121" fmla="*/ 67821 w 360827"/>
              <a:gd name="connsiteY121" fmla="*/ 311182 h 354806"/>
              <a:gd name="connsiteX122" fmla="*/ 37183 w 360827"/>
              <a:gd name="connsiteY122" fmla="*/ 311182 h 354806"/>
              <a:gd name="connsiteX123" fmla="*/ 29500 w 360827"/>
              <a:gd name="connsiteY123" fmla="*/ 303752 h 354806"/>
              <a:gd name="connsiteX124" fmla="*/ 286177 w 360827"/>
              <a:gd name="connsiteY124" fmla="*/ 214884 h 354806"/>
              <a:gd name="connsiteX125" fmla="*/ 293670 w 360827"/>
              <a:gd name="connsiteY125" fmla="*/ 207454 h 354806"/>
              <a:gd name="connsiteX126" fmla="*/ 323739 w 360827"/>
              <a:gd name="connsiteY126" fmla="*/ 207454 h 354806"/>
              <a:gd name="connsiteX127" fmla="*/ 331233 w 360827"/>
              <a:gd name="connsiteY127" fmla="*/ 214884 h 354806"/>
              <a:gd name="connsiteX128" fmla="*/ 323739 w 360827"/>
              <a:gd name="connsiteY128" fmla="*/ 222314 h 354806"/>
              <a:gd name="connsiteX129" fmla="*/ 293670 w 360827"/>
              <a:gd name="connsiteY129" fmla="*/ 222314 h 354806"/>
              <a:gd name="connsiteX130" fmla="*/ 286177 w 360827"/>
              <a:gd name="connsiteY130" fmla="*/ 214884 h 354806"/>
              <a:gd name="connsiteX131" fmla="*/ 286177 w 360827"/>
              <a:gd name="connsiteY131" fmla="*/ 244507 h 354806"/>
              <a:gd name="connsiteX132" fmla="*/ 293670 w 360827"/>
              <a:gd name="connsiteY132" fmla="*/ 237077 h 354806"/>
              <a:gd name="connsiteX133" fmla="*/ 323739 w 360827"/>
              <a:gd name="connsiteY133" fmla="*/ 237077 h 354806"/>
              <a:gd name="connsiteX134" fmla="*/ 331233 w 360827"/>
              <a:gd name="connsiteY134" fmla="*/ 244507 h 354806"/>
              <a:gd name="connsiteX135" fmla="*/ 323739 w 360827"/>
              <a:gd name="connsiteY135" fmla="*/ 251936 h 354806"/>
              <a:gd name="connsiteX136" fmla="*/ 293670 w 360827"/>
              <a:gd name="connsiteY136" fmla="*/ 251936 h 354806"/>
              <a:gd name="connsiteX137" fmla="*/ 286177 w 360827"/>
              <a:gd name="connsiteY137" fmla="*/ 244507 h 354806"/>
              <a:gd name="connsiteX138" fmla="*/ 286177 w 360827"/>
              <a:gd name="connsiteY138" fmla="*/ 274130 h 354806"/>
              <a:gd name="connsiteX139" fmla="*/ 293670 w 360827"/>
              <a:gd name="connsiteY139" fmla="*/ 266700 h 354806"/>
              <a:gd name="connsiteX140" fmla="*/ 323739 w 360827"/>
              <a:gd name="connsiteY140" fmla="*/ 266700 h 354806"/>
              <a:gd name="connsiteX141" fmla="*/ 331233 w 360827"/>
              <a:gd name="connsiteY141" fmla="*/ 274130 h 354806"/>
              <a:gd name="connsiteX142" fmla="*/ 323739 w 360827"/>
              <a:gd name="connsiteY142" fmla="*/ 281559 h 354806"/>
              <a:gd name="connsiteX143" fmla="*/ 293670 w 360827"/>
              <a:gd name="connsiteY143" fmla="*/ 281559 h 354806"/>
              <a:gd name="connsiteX144" fmla="*/ 286177 w 360827"/>
              <a:gd name="connsiteY144" fmla="*/ 274130 h 354806"/>
              <a:gd name="connsiteX145" fmla="*/ 286177 w 360827"/>
              <a:gd name="connsiteY145" fmla="*/ 303752 h 354806"/>
              <a:gd name="connsiteX146" fmla="*/ 293670 w 360827"/>
              <a:gd name="connsiteY146" fmla="*/ 296323 h 354806"/>
              <a:gd name="connsiteX147" fmla="*/ 323739 w 360827"/>
              <a:gd name="connsiteY147" fmla="*/ 296323 h 354806"/>
              <a:gd name="connsiteX148" fmla="*/ 331233 w 360827"/>
              <a:gd name="connsiteY148" fmla="*/ 303752 h 354806"/>
              <a:gd name="connsiteX149" fmla="*/ 323739 w 360827"/>
              <a:gd name="connsiteY149" fmla="*/ 311182 h 354806"/>
              <a:gd name="connsiteX150" fmla="*/ 293670 w 360827"/>
              <a:gd name="connsiteY150" fmla="*/ 311182 h 354806"/>
              <a:gd name="connsiteX151" fmla="*/ 286177 w 360827"/>
              <a:gd name="connsiteY151" fmla="*/ 303752 h 354806"/>
              <a:gd name="connsiteX152" fmla="*/ 120560 w 360827"/>
              <a:gd name="connsiteY152" fmla="*/ 229648 h 354806"/>
              <a:gd name="connsiteX153" fmla="*/ 127959 w 360827"/>
              <a:gd name="connsiteY153" fmla="*/ 222218 h 354806"/>
              <a:gd name="connsiteX154" fmla="*/ 142756 w 360827"/>
              <a:gd name="connsiteY154" fmla="*/ 222218 h 354806"/>
              <a:gd name="connsiteX155" fmla="*/ 150155 w 360827"/>
              <a:gd name="connsiteY155" fmla="*/ 229648 h 354806"/>
              <a:gd name="connsiteX156" fmla="*/ 142756 w 360827"/>
              <a:gd name="connsiteY156" fmla="*/ 237077 h 354806"/>
              <a:gd name="connsiteX157" fmla="*/ 127959 w 360827"/>
              <a:gd name="connsiteY157" fmla="*/ 237077 h 354806"/>
              <a:gd name="connsiteX158" fmla="*/ 120560 w 360827"/>
              <a:gd name="connsiteY158" fmla="*/ 229648 h 354806"/>
              <a:gd name="connsiteX159" fmla="*/ 120560 w 360827"/>
              <a:gd name="connsiteY159" fmla="*/ 259271 h 354806"/>
              <a:gd name="connsiteX160" fmla="*/ 127959 w 360827"/>
              <a:gd name="connsiteY160" fmla="*/ 251841 h 354806"/>
              <a:gd name="connsiteX161" fmla="*/ 142756 w 360827"/>
              <a:gd name="connsiteY161" fmla="*/ 251841 h 354806"/>
              <a:gd name="connsiteX162" fmla="*/ 150155 w 360827"/>
              <a:gd name="connsiteY162" fmla="*/ 259271 h 354806"/>
              <a:gd name="connsiteX163" fmla="*/ 142756 w 360827"/>
              <a:gd name="connsiteY163" fmla="*/ 266700 h 354806"/>
              <a:gd name="connsiteX164" fmla="*/ 127959 w 360827"/>
              <a:gd name="connsiteY164" fmla="*/ 266700 h 354806"/>
              <a:gd name="connsiteX165" fmla="*/ 120560 w 360827"/>
              <a:gd name="connsiteY165" fmla="*/ 259271 h 354806"/>
              <a:gd name="connsiteX166" fmla="*/ 120560 w 360827"/>
              <a:gd name="connsiteY166" fmla="*/ 288989 h 354806"/>
              <a:gd name="connsiteX167" fmla="*/ 127959 w 360827"/>
              <a:gd name="connsiteY167" fmla="*/ 281559 h 354806"/>
              <a:gd name="connsiteX168" fmla="*/ 142756 w 360827"/>
              <a:gd name="connsiteY168" fmla="*/ 281559 h 354806"/>
              <a:gd name="connsiteX169" fmla="*/ 150155 w 360827"/>
              <a:gd name="connsiteY169" fmla="*/ 288989 h 354806"/>
              <a:gd name="connsiteX170" fmla="*/ 142756 w 360827"/>
              <a:gd name="connsiteY170" fmla="*/ 296418 h 354806"/>
              <a:gd name="connsiteX171" fmla="*/ 127959 w 360827"/>
              <a:gd name="connsiteY171" fmla="*/ 296418 h 354806"/>
              <a:gd name="connsiteX172" fmla="*/ 120560 w 360827"/>
              <a:gd name="connsiteY172" fmla="*/ 288989 h 354806"/>
              <a:gd name="connsiteX173" fmla="*/ 165616 w 360827"/>
              <a:gd name="connsiteY173" fmla="*/ 229648 h 354806"/>
              <a:gd name="connsiteX174" fmla="*/ 173015 w 360827"/>
              <a:gd name="connsiteY174" fmla="*/ 222218 h 354806"/>
              <a:gd name="connsiteX175" fmla="*/ 187812 w 360827"/>
              <a:gd name="connsiteY175" fmla="*/ 222218 h 354806"/>
              <a:gd name="connsiteX176" fmla="*/ 195211 w 360827"/>
              <a:gd name="connsiteY176" fmla="*/ 229648 h 354806"/>
              <a:gd name="connsiteX177" fmla="*/ 187812 w 360827"/>
              <a:gd name="connsiteY177" fmla="*/ 237077 h 354806"/>
              <a:gd name="connsiteX178" fmla="*/ 173015 w 360827"/>
              <a:gd name="connsiteY178" fmla="*/ 237077 h 354806"/>
              <a:gd name="connsiteX179" fmla="*/ 165616 w 360827"/>
              <a:gd name="connsiteY179" fmla="*/ 229648 h 354806"/>
              <a:gd name="connsiteX180" fmla="*/ 165616 w 360827"/>
              <a:gd name="connsiteY180" fmla="*/ 259271 h 354806"/>
              <a:gd name="connsiteX181" fmla="*/ 173015 w 360827"/>
              <a:gd name="connsiteY181" fmla="*/ 251841 h 354806"/>
              <a:gd name="connsiteX182" fmla="*/ 187812 w 360827"/>
              <a:gd name="connsiteY182" fmla="*/ 251841 h 354806"/>
              <a:gd name="connsiteX183" fmla="*/ 195211 w 360827"/>
              <a:gd name="connsiteY183" fmla="*/ 259271 h 354806"/>
              <a:gd name="connsiteX184" fmla="*/ 187812 w 360827"/>
              <a:gd name="connsiteY184" fmla="*/ 266700 h 354806"/>
              <a:gd name="connsiteX185" fmla="*/ 173015 w 360827"/>
              <a:gd name="connsiteY185" fmla="*/ 266700 h 354806"/>
              <a:gd name="connsiteX186" fmla="*/ 165616 w 360827"/>
              <a:gd name="connsiteY186" fmla="*/ 259271 h 354806"/>
              <a:gd name="connsiteX187" fmla="*/ 165616 w 360827"/>
              <a:gd name="connsiteY187" fmla="*/ 288989 h 354806"/>
              <a:gd name="connsiteX188" fmla="*/ 173015 w 360827"/>
              <a:gd name="connsiteY188" fmla="*/ 281559 h 354806"/>
              <a:gd name="connsiteX189" fmla="*/ 187812 w 360827"/>
              <a:gd name="connsiteY189" fmla="*/ 281559 h 354806"/>
              <a:gd name="connsiteX190" fmla="*/ 195211 w 360827"/>
              <a:gd name="connsiteY190" fmla="*/ 288989 h 354806"/>
              <a:gd name="connsiteX191" fmla="*/ 187812 w 360827"/>
              <a:gd name="connsiteY191" fmla="*/ 296418 h 354806"/>
              <a:gd name="connsiteX192" fmla="*/ 173015 w 360827"/>
              <a:gd name="connsiteY192" fmla="*/ 296418 h 354806"/>
              <a:gd name="connsiteX193" fmla="*/ 165616 w 360827"/>
              <a:gd name="connsiteY193" fmla="*/ 288989 h 354806"/>
              <a:gd name="connsiteX194" fmla="*/ 210767 w 360827"/>
              <a:gd name="connsiteY194" fmla="*/ 229648 h 354806"/>
              <a:gd name="connsiteX195" fmla="*/ 218356 w 360827"/>
              <a:gd name="connsiteY195" fmla="*/ 222218 h 354806"/>
              <a:gd name="connsiteX196" fmla="*/ 233532 w 360827"/>
              <a:gd name="connsiteY196" fmla="*/ 222218 h 354806"/>
              <a:gd name="connsiteX197" fmla="*/ 241121 w 360827"/>
              <a:gd name="connsiteY197" fmla="*/ 229648 h 354806"/>
              <a:gd name="connsiteX198" fmla="*/ 233532 w 360827"/>
              <a:gd name="connsiteY198" fmla="*/ 237077 h 354806"/>
              <a:gd name="connsiteX199" fmla="*/ 218356 w 360827"/>
              <a:gd name="connsiteY199" fmla="*/ 237077 h 354806"/>
              <a:gd name="connsiteX200" fmla="*/ 210767 w 360827"/>
              <a:gd name="connsiteY200" fmla="*/ 229648 h 354806"/>
              <a:gd name="connsiteX201" fmla="*/ 210767 w 360827"/>
              <a:gd name="connsiteY201" fmla="*/ 259271 h 354806"/>
              <a:gd name="connsiteX202" fmla="*/ 218356 w 360827"/>
              <a:gd name="connsiteY202" fmla="*/ 251841 h 354806"/>
              <a:gd name="connsiteX203" fmla="*/ 233532 w 360827"/>
              <a:gd name="connsiteY203" fmla="*/ 251841 h 354806"/>
              <a:gd name="connsiteX204" fmla="*/ 241121 w 360827"/>
              <a:gd name="connsiteY204" fmla="*/ 259271 h 354806"/>
              <a:gd name="connsiteX205" fmla="*/ 233532 w 360827"/>
              <a:gd name="connsiteY205" fmla="*/ 266700 h 354806"/>
              <a:gd name="connsiteX206" fmla="*/ 218356 w 360827"/>
              <a:gd name="connsiteY206" fmla="*/ 266700 h 354806"/>
              <a:gd name="connsiteX207" fmla="*/ 210767 w 360827"/>
              <a:gd name="connsiteY207" fmla="*/ 259271 h 354806"/>
              <a:gd name="connsiteX208" fmla="*/ 210767 w 360827"/>
              <a:gd name="connsiteY208" fmla="*/ 288989 h 354806"/>
              <a:gd name="connsiteX209" fmla="*/ 218356 w 360827"/>
              <a:gd name="connsiteY209" fmla="*/ 281559 h 354806"/>
              <a:gd name="connsiteX210" fmla="*/ 233532 w 360827"/>
              <a:gd name="connsiteY210" fmla="*/ 281559 h 354806"/>
              <a:gd name="connsiteX211" fmla="*/ 241121 w 360827"/>
              <a:gd name="connsiteY211" fmla="*/ 288989 h 354806"/>
              <a:gd name="connsiteX212" fmla="*/ 233532 w 360827"/>
              <a:gd name="connsiteY212" fmla="*/ 296418 h 354806"/>
              <a:gd name="connsiteX213" fmla="*/ 218356 w 360827"/>
              <a:gd name="connsiteY213" fmla="*/ 296418 h 354806"/>
              <a:gd name="connsiteX214" fmla="*/ 210767 w 360827"/>
              <a:gd name="connsiteY214" fmla="*/ 288989 h 354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360827" h="354806">
                <a:moveTo>
                  <a:pt x="360828" y="185166"/>
                </a:moveTo>
                <a:cubicBezTo>
                  <a:pt x="360828" y="181451"/>
                  <a:pt x="358361" y="177832"/>
                  <a:pt x="353334" y="177832"/>
                </a:cubicBezTo>
                <a:lnTo>
                  <a:pt x="270621" y="177832"/>
                </a:lnTo>
                <a:lnTo>
                  <a:pt x="270621" y="157925"/>
                </a:lnTo>
                <a:cubicBezTo>
                  <a:pt x="280486" y="142113"/>
                  <a:pt x="286177" y="123539"/>
                  <a:pt x="286177" y="103727"/>
                </a:cubicBezTo>
                <a:cubicBezTo>
                  <a:pt x="286177" y="46863"/>
                  <a:pt x="239793" y="0"/>
                  <a:pt x="180793" y="0"/>
                </a:cubicBezTo>
                <a:cubicBezTo>
                  <a:pt x="121793" y="0"/>
                  <a:pt x="75410" y="46958"/>
                  <a:pt x="75410" y="103727"/>
                </a:cubicBezTo>
                <a:cubicBezTo>
                  <a:pt x="75410" y="122777"/>
                  <a:pt x="80911" y="140684"/>
                  <a:pt x="90207" y="156115"/>
                </a:cubicBezTo>
                <a:lnTo>
                  <a:pt x="90207" y="177832"/>
                </a:lnTo>
                <a:lnTo>
                  <a:pt x="7494" y="177832"/>
                </a:lnTo>
                <a:cubicBezTo>
                  <a:pt x="3794" y="177832"/>
                  <a:pt x="0" y="181547"/>
                  <a:pt x="0" y="185166"/>
                </a:cubicBezTo>
                <a:lnTo>
                  <a:pt x="0" y="347472"/>
                </a:lnTo>
                <a:cubicBezTo>
                  <a:pt x="0" y="347472"/>
                  <a:pt x="0" y="347567"/>
                  <a:pt x="0" y="347663"/>
                </a:cubicBezTo>
                <a:cubicBezTo>
                  <a:pt x="0" y="347758"/>
                  <a:pt x="0" y="347758"/>
                  <a:pt x="0" y="347853"/>
                </a:cubicBezTo>
                <a:cubicBezTo>
                  <a:pt x="0" y="351282"/>
                  <a:pt x="3510" y="354616"/>
                  <a:pt x="7209" y="354806"/>
                </a:cubicBezTo>
                <a:cubicBezTo>
                  <a:pt x="7304" y="354806"/>
                  <a:pt x="7399" y="354806"/>
                  <a:pt x="7494" y="354806"/>
                </a:cubicBezTo>
                <a:lnTo>
                  <a:pt x="353334" y="354806"/>
                </a:lnTo>
                <a:cubicBezTo>
                  <a:pt x="353334" y="354806"/>
                  <a:pt x="353524" y="354806"/>
                  <a:pt x="353713" y="354806"/>
                </a:cubicBezTo>
                <a:cubicBezTo>
                  <a:pt x="358456" y="354616"/>
                  <a:pt x="360828" y="351282"/>
                  <a:pt x="360828" y="347853"/>
                </a:cubicBezTo>
                <a:cubicBezTo>
                  <a:pt x="360828" y="347853"/>
                  <a:pt x="360828" y="347758"/>
                  <a:pt x="360828" y="347663"/>
                </a:cubicBezTo>
                <a:cubicBezTo>
                  <a:pt x="360828" y="347663"/>
                  <a:pt x="360828" y="347567"/>
                  <a:pt x="360828" y="347472"/>
                </a:cubicBezTo>
                <a:lnTo>
                  <a:pt x="360828" y="185166"/>
                </a:lnTo>
                <a:close/>
                <a:moveTo>
                  <a:pt x="345840" y="192500"/>
                </a:moveTo>
                <a:lnTo>
                  <a:pt x="345840" y="340805"/>
                </a:lnTo>
                <a:lnTo>
                  <a:pt x="270905" y="340805"/>
                </a:lnTo>
                <a:lnTo>
                  <a:pt x="270905" y="192500"/>
                </a:lnTo>
                <a:lnTo>
                  <a:pt x="345840" y="192500"/>
                </a:lnTo>
                <a:close/>
                <a:moveTo>
                  <a:pt x="180793" y="14764"/>
                </a:moveTo>
                <a:cubicBezTo>
                  <a:pt x="230971" y="14764"/>
                  <a:pt x="271095" y="54293"/>
                  <a:pt x="271095" y="103727"/>
                </a:cubicBezTo>
                <a:cubicBezTo>
                  <a:pt x="271095" y="120587"/>
                  <a:pt x="266352" y="136208"/>
                  <a:pt x="258195" y="149638"/>
                </a:cubicBezTo>
                <a:cubicBezTo>
                  <a:pt x="257341" y="150495"/>
                  <a:pt x="256677" y="151543"/>
                  <a:pt x="256298" y="152686"/>
                </a:cubicBezTo>
                <a:cubicBezTo>
                  <a:pt x="240172" y="176784"/>
                  <a:pt x="212475" y="192596"/>
                  <a:pt x="180793" y="192596"/>
                </a:cubicBezTo>
                <a:cubicBezTo>
                  <a:pt x="131848" y="192596"/>
                  <a:pt x="90491" y="153067"/>
                  <a:pt x="90491" y="103632"/>
                </a:cubicBezTo>
                <a:cubicBezTo>
                  <a:pt x="90491" y="54197"/>
                  <a:pt x="131848" y="14669"/>
                  <a:pt x="180793" y="14669"/>
                </a:cubicBezTo>
                <a:close/>
                <a:moveTo>
                  <a:pt x="180793" y="207454"/>
                </a:moveTo>
                <a:cubicBezTo>
                  <a:pt x="210388" y="207454"/>
                  <a:pt x="236852" y="195644"/>
                  <a:pt x="255823" y="176594"/>
                </a:cubicBezTo>
                <a:lnTo>
                  <a:pt x="255823" y="340805"/>
                </a:lnTo>
                <a:lnTo>
                  <a:pt x="210767" y="340805"/>
                </a:lnTo>
                <a:lnTo>
                  <a:pt x="210767" y="318421"/>
                </a:lnTo>
                <a:cubicBezTo>
                  <a:pt x="210767" y="314801"/>
                  <a:pt x="208206" y="311182"/>
                  <a:pt x="203179" y="311182"/>
                </a:cubicBezTo>
                <a:lnTo>
                  <a:pt x="157649" y="311182"/>
                </a:lnTo>
                <a:cubicBezTo>
                  <a:pt x="153854" y="311182"/>
                  <a:pt x="150060" y="314801"/>
                  <a:pt x="150060" y="318421"/>
                </a:cubicBezTo>
                <a:lnTo>
                  <a:pt x="150060" y="340805"/>
                </a:lnTo>
                <a:lnTo>
                  <a:pt x="105004" y="340805"/>
                </a:lnTo>
                <a:lnTo>
                  <a:pt x="105004" y="175165"/>
                </a:lnTo>
                <a:cubicBezTo>
                  <a:pt x="124260" y="194977"/>
                  <a:pt x="151198" y="207359"/>
                  <a:pt x="180888" y="207359"/>
                </a:cubicBezTo>
                <a:close/>
                <a:moveTo>
                  <a:pt x="165237" y="340233"/>
                </a:moveTo>
                <a:lnTo>
                  <a:pt x="165237" y="325660"/>
                </a:lnTo>
                <a:lnTo>
                  <a:pt x="195591" y="325660"/>
                </a:lnTo>
                <a:lnTo>
                  <a:pt x="195591" y="340233"/>
                </a:lnTo>
                <a:lnTo>
                  <a:pt x="165237" y="340233"/>
                </a:lnTo>
                <a:close/>
                <a:moveTo>
                  <a:pt x="89922" y="192500"/>
                </a:moveTo>
                <a:lnTo>
                  <a:pt x="89922" y="340805"/>
                </a:lnTo>
                <a:lnTo>
                  <a:pt x="14987" y="340805"/>
                </a:lnTo>
                <a:lnTo>
                  <a:pt x="14987" y="192500"/>
                </a:lnTo>
                <a:lnTo>
                  <a:pt x="89922" y="192500"/>
                </a:lnTo>
                <a:close/>
                <a:moveTo>
                  <a:pt x="128054" y="133350"/>
                </a:moveTo>
                <a:lnTo>
                  <a:pt x="150629" y="133350"/>
                </a:lnTo>
                <a:lnTo>
                  <a:pt x="150629" y="155543"/>
                </a:lnTo>
                <a:cubicBezTo>
                  <a:pt x="150629" y="159258"/>
                  <a:pt x="154424" y="162973"/>
                  <a:pt x="158123" y="162973"/>
                </a:cubicBezTo>
                <a:lnTo>
                  <a:pt x="203369" y="162973"/>
                </a:lnTo>
                <a:cubicBezTo>
                  <a:pt x="208396" y="162973"/>
                  <a:pt x="210862" y="159258"/>
                  <a:pt x="210862" y="155543"/>
                </a:cubicBezTo>
                <a:lnTo>
                  <a:pt x="210862" y="133350"/>
                </a:lnTo>
                <a:lnTo>
                  <a:pt x="233438" y="133350"/>
                </a:lnTo>
                <a:cubicBezTo>
                  <a:pt x="238465" y="133350"/>
                  <a:pt x="240931" y="129635"/>
                  <a:pt x="240931" y="125921"/>
                </a:cubicBezTo>
                <a:lnTo>
                  <a:pt x="240931" y="81439"/>
                </a:lnTo>
                <a:cubicBezTo>
                  <a:pt x="240931" y="77724"/>
                  <a:pt x="238465" y="74009"/>
                  <a:pt x="233438" y="74009"/>
                </a:cubicBezTo>
                <a:lnTo>
                  <a:pt x="210862" y="74009"/>
                </a:lnTo>
                <a:lnTo>
                  <a:pt x="210862" y="51816"/>
                </a:lnTo>
                <a:cubicBezTo>
                  <a:pt x="210862" y="49340"/>
                  <a:pt x="210862" y="48101"/>
                  <a:pt x="209629" y="46863"/>
                </a:cubicBezTo>
                <a:cubicBezTo>
                  <a:pt x="207163" y="45625"/>
                  <a:pt x="205835" y="44387"/>
                  <a:pt x="203369" y="44387"/>
                </a:cubicBezTo>
                <a:lnTo>
                  <a:pt x="158123" y="44387"/>
                </a:lnTo>
                <a:cubicBezTo>
                  <a:pt x="154329" y="44387"/>
                  <a:pt x="150629" y="48101"/>
                  <a:pt x="150629" y="51816"/>
                </a:cubicBezTo>
                <a:lnTo>
                  <a:pt x="150629" y="74009"/>
                </a:lnTo>
                <a:lnTo>
                  <a:pt x="128054" y="74009"/>
                </a:lnTo>
                <a:cubicBezTo>
                  <a:pt x="124260" y="74009"/>
                  <a:pt x="120560" y="77724"/>
                  <a:pt x="120560" y="81439"/>
                </a:cubicBezTo>
                <a:lnTo>
                  <a:pt x="120560" y="125921"/>
                </a:lnTo>
                <a:cubicBezTo>
                  <a:pt x="120560" y="129635"/>
                  <a:pt x="124355" y="133350"/>
                  <a:pt x="128054" y="133350"/>
                </a:cubicBezTo>
                <a:close/>
                <a:moveTo>
                  <a:pt x="135547" y="88868"/>
                </a:moveTo>
                <a:lnTo>
                  <a:pt x="158123" y="88868"/>
                </a:lnTo>
                <a:cubicBezTo>
                  <a:pt x="163150" y="88868"/>
                  <a:pt x="165616" y="85154"/>
                  <a:pt x="165616" y="81439"/>
                </a:cubicBezTo>
                <a:lnTo>
                  <a:pt x="165616" y="59246"/>
                </a:lnTo>
                <a:lnTo>
                  <a:pt x="195780" y="59246"/>
                </a:lnTo>
                <a:lnTo>
                  <a:pt x="195780" y="81439"/>
                </a:lnTo>
                <a:cubicBezTo>
                  <a:pt x="195780" y="83915"/>
                  <a:pt x="197013" y="85154"/>
                  <a:pt x="198246" y="86392"/>
                </a:cubicBezTo>
                <a:cubicBezTo>
                  <a:pt x="199480" y="87630"/>
                  <a:pt x="202041" y="88868"/>
                  <a:pt x="203274" y="88868"/>
                </a:cubicBezTo>
                <a:lnTo>
                  <a:pt x="225849" y="88868"/>
                </a:lnTo>
                <a:lnTo>
                  <a:pt x="225849" y="118491"/>
                </a:lnTo>
                <a:lnTo>
                  <a:pt x="203274" y="118491"/>
                </a:lnTo>
                <a:cubicBezTo>
                  <a:pt x="199480" y="118491"/>
                  <a:pt x="195780" y="122206"/>
                  <a:pt x="195780" y="125921"/>
                </a:cubicBezTo>
                <a:lnTo>
                  <a:pt x="195780" y="148114"/>
                </a:lnTo>
                <a:lnTo>
                  <a:pt x="165616" y="148114"/>
                </a:lnTo>
                <a:lnTo>
                  <a:pt x="165616" y="125921"/>
                </a:lnTo>
                <a:cubicBezTo>
                  <a:pt x="165616" y="122206"/>
                  <a:pt x="163150" y="118491"/>
                  <a:pt x="158123" y="118491"/>
                </a:cubicBezTo>
                <a:lnTo>
                  <a:pt x="135547" y="118491"/>
                </a:lnTo>
                <a:lnTo>
                  <a:pt x="135547" y="88868"/>
                </a:lnTo>
                <a:close/>
                <a:moveTo>
                  <a:pt x="29500" y="214884"/>
                </a:moveTo>
                <a:cubicBezTo>
                  <a:pt x="29500" y="211169"/>
                  <a:pt x="33294" y="207454"/>
                  <a:pt x="37183" y="207454"/>
                </a:cubicBezTo>
                <a:lnTo>
                  <a:pt x="67821" y="207454"/>
                </a:lnTo>
                <a:cubicBezTo>
                  <a:pt x="72943" y="207454"/>
                  <a:pt x="75504" y="211169"/>
                  <a:pt x="75504" y="214884"/>
                </a:cubicBezTo>
                <a:cubicBezTo>
                  <a:pt x="75504" y="218599"/>
                  <a:pt x="72943" y="222314"/>
                  <a:pt x="67821" y="222314"/>
                </a:cubicBezTo>
                <a:lnTo>
                  <a:pt x="37183" y="222314"/>
                </a:lnTo>
                <a:cubicBezTo>
                  <a:pt x="33389" y="222314"/>
                  <a:pt x="29500" y="218599"/>
                  <a:pt x="29500" y="214884"/>
                </a:cubicBezTo>
                <a:close/>
                <a:moveTo>
                  <a:pt x="29500" y="244507"/>
                </a:moveTo>
                <a:cubicBezTo>
                  <a:pt x="29500" y="240792"/>
                  <a:pt x="33294" y="237077"/>
                  <a:pt x="37183" y="237077"/>
                </a:cubicBezTo>
                <a:lnTo>
                  <a:pt x="67821" y="237077"/>
                </a:lnTo>
                <a:cubicBezTo>
                  <a:pt x="72943" y="237077"/>
                  <a:pt x="75504" y="240792"/>
                  <a:pt x="75504" y="244507"/>
                </a:cubicBezTo>
                <a:cubicBezTo>
                  <a:pt x="75504" y="248222"/>
                  <a:pt x="72943" y="251936"/>
                  <a:pt x="67821" y="251936"/>
                </a:cubicBezTo>
                <a:lnTo>
                  <a:pt x="37183" y="251936"/>
                </a:lnTo>
                <a:cubicBezTo>
                  <a:pt x="33389" y="251936"/>
                  <a:pt x="29500" y="248222"/>
                  <a:pt x="29500" y="244507"/>
                </a:cubicBezTo>
                <a:close/>
                <a:moveTo>
                  <a:pt x="29500" y="274130"/>
                </a:moveTo>
                <a:cubicBezTo>
                  <a:pt x="29500" y="270415"/>
                  <a:pt x="33294" y="266700"/>
                  <a:pt x="37183" y="266700"/>
                </a:cubicBezTo>
                <a:lnTo>
                  <a:pt x="67821" y="266700"/>
                </a:lnTo>
                <a:cubicBezTo>
                  <a:pt x="72943" y="266700"/>
                  <a:pt x="75504" y="270415"/>
                  <a:pt x="75504" y="274130"/>
                </a:cubicBezTo>
                <a:cubicBezTo>
                  <a:pt x="75504" y="277844"/>
                  <a:pt x="72943" y="281559"/>
                  <a:pt x="67821" y="281559"/>
                </a:cubicBezTo>
                <a:lnTo>
                  <a:pt x="37183" y="281559"/>
                </a:lnTo>
                <a:cubicBezTo>
                  <a:pt x="33389" y="281559"/>
                  <a:pt x="29500" y="277844"/>
                  <a:pt x="29500" y="274130"/>
                </a:cubicBezTo>
                <a:close/>
                <a:moveTo>
                  <a:pt x="29500" y="303752"/>
                </a:moveTo>
                <a:cubicBezTo>
                  <a:pt x="29500" y="300038"/>
                  <a:pt x="33294" y="296323"/>
                  <a:pt x="37183" y="296323"/>
                </a:cubicBezTo>
                <a:lnTo>
                  <a:pt x="67821" y="296323"/>
                </a:lnTo>
                <a:cubicBezTo>
                  <a:pt x="72943" y="296323"/>
                  <a:pt x="75504" y="300038"/>
                  <a:pt x="75504" y="303752"/>
                </a:cubicBezTo>
                <a:cubicBezTo>
                  <a:pt x="75504" y="307467"/>
                  <a:pt x="72943" y="311182"/>
                  <a:pt x="67821" y="311182"/>
                </a:cubicBezTo>
                <a:lnTo>
                  <a:pt x="37183" y="311182"/>
                </a:lnTo>
                <a:cubicBezTo>
                  <a:pt x="33389" y="311182"/>
                  <a:pt x="29500" y="307467"/>
                  <a:pt x="29500" y="303752"/>
                </a:cubicBezTo>
                <a:close/>
                <a:moveTo>
                  <a:pt x="286177" y="214884"/>
                </a:moveTo>
                <a:cubicBezTo>
                  <a:pt x="286177" y="211169"/>
                  <a:pt x="289971" y="207454"/>
                  <a:pt x="293670" y="207454"/>
                </a:cubicBezTo>
                <a:lnTo>
                  <a:pt x="323739" y="207454"/>
                </a:lnTo>
                <a:cubicBezTo>
                  <a:pt x="328767" y="207454"/>
                  <a:pt x="331233" y="211169"/>
                  <a:pt x="331233" y="214884"/>
                </a:cubicBezTo>
                <a:cubicBezTo>
                  <a:pt x="331233" y="218599"/>
                  <a:pt x="328767" y="222314"/>
                  <a:pt x="323739" y="222314"/>
                </a:cubicBezTo>
                <a:lnTo>
                  <a:pt x="293670" y="222314"/>
                </a:lnTo>
                <a:cubicBezTo>
                  <a:pt x="289876" y="222314"/>
                  <a:pt x="286177" y="218599"/>
                  <a:pt x="286177" y="214884"/>
                </a:cubicBezTo>
                <a:close/>
                <a:moveTo>
                  <a:pt x="286177" y="244507"/>
                </a:moveTo>
                <a:cubicBezTo>
                  <a:pt x="286177" y="240792"/>
                  <a:pt x="289971" y="237077"/>
                  <a:pt x="293670" y="237077"/>
                </a:cubicBezTo>
                <a:lnTo>
                  <a:pt x="323739" y="237077"/>
                </a:lnTo>
                <a:cubicBezTo>
                  <a:pt x="328767" y="237077"/>
                  <a:pt x="331233" y="240792"/>
                  <a:pt x="331233" y="244507"/>
                </a:cubicBezTo>
                <a:cubicBezTo>
                  <a:pt x="331233" y="248222"/>
                  <a:pt x="328767" y="251936"/>
                  <a:pt x="323739" y="251936"/>
                </a:cubicBezTo>
                <a:lnTo>
                  <a:pt x="293670" y="251936"/>
                </a:lnTo>
                <a:cubicBezTo>
                  <a:pt x="289876" y="251936"/>
                  <a:pt x="286177" y="248222"/>
                  <a:pt x="286177" y="244507"/>
                </a:cubicBezTo>
                <a:close/>
                <a:moveTo>
                  <a:pt x="286177" y="274130"/>
                </a:moveTo>
                <a:cubicBezTo>
                  <a:pt x="286177" y="270415"/>
                  <a:pt x="289971" y="266700"/>
                  <a:pt x="293670" y="266700"/>
                </a:cubicBezTo>
                <a:lnTo>
                  <a:pt x="323739" y="266700"/>
                </a:lnTo>
                <a:cubicBezTo>
                  <a:pt x="328767" y="266700"/>
                  <a:pt x="331233" y="270415"/>
                  <a:pt x="331233" y="274130"/>
                </a:cubicBezTo>
                <a:cubicBezTo>
                  <a:pt x="331233" y="277844"/>
                  <a:pt x="328767" y="281559"/>
                  <a:pt x="323739" y="281559"/>
                </a:cubicBezTo>
                <a:lnTo>
                  <a:pt x="293670" y="281559"/>
                </a:lnTo>
                <a:cubicBezTo>
                  <a:pt x="289876" y="281559"/>
                  <a:pt x="286177" y="277844"/>
                  <a:pt x="286177" y="274130"/>
                </a:cubicBezTo>
                <a:close/>
                <a:moveTo>
                  <a:pt x="286177" y="303752"/>
                </a:moveTo>
                <a:cubicBezTo>
                  <a:pt x="286177" y="300038"/>
                  <a:pt x="289971" y="296323"/>
                  <a:pt x="293670" y="296323"/>
                </a:cubicBezTo>
                <a:lnTo>
                  <a:pt x="323739" y="296323"/>
                </a:lnTo>
                <a:cubicBezTo>
                  <a:pt x="328767" y="296323"/>
                  <a:pt x="331233" y="300038"/>
                  <a:pt x="331233" y="303752"/>
                </a:cubicBezTo>
                <a:cubicBezTo>
                  <a:pt x="331233" y="307467"/>
                  <a:pt x="328767" y="311182"/>
                  <a:pt x="323739" y="311182"/>
                </a:cubicBezTo>
                <a:lnTo>
                  <a:pt x="293670" y="311182"/>
                </a:lnTo>
                <a:cubicBezTo>
                  <a:pt x="289876" y="311182"/>
                  <a:pt x="286177" y="307467"/>
                  <a:pt x="286177" y="303752"/>
                </a:cubicBezTo>
                <a:close/>
                <a:moveTo>
                  <a:pt x="120560" y="229648"/>
                </a:moveTo>
                <a:cubicBezTo>
                  <a:pt x="120560" y="225933"/>
                  <a:pt x="124260" y="222218"/>
                  <a:pt x="127959" y="222218"/>
                </a:cubicBezTo>
                <a:lnTo>
                  <a:pt x="142756" y="222218"/>
                </a:lnTo>
                <a:cubicBezTo>
                  <a:pt x="147689" y="222218"/>
                  <a:pt x="150155" y="225933"/>
                  <a:pt x="150155" y="229648"/>
                </a:cubicBezTo>
                <a:cubicBezTo>
                  <a:pt x="150155" y="233363"/>
                  <a:pt x="147689" y="237077"/>
                  <a:pt x="142756" y="237077"/>
                </a:cubicBezTo>
                <a:lnTo>
                  <a:pt x="127959" y="237077"/>
                </a:lnTo>
                <a:cubicBezTo>
                  <a:pt x="124260" y="237077"/>
                  <a:pt x="120560" y="233363"/>
                  <a:pt x="120560" y="229648"/>
                </a:cubicBezTo>
                <a:close/>
                <a:moveTo>
                  <a:pt x="120560" y="259271"/>
                </a:moveTo>
                <a:cubicBezTo>
                  <a:pt x="120560" y="255556"/>
                  <a:pt x="124260" y="251841"/>
                  <a:pt x="127959" y="251841"/>
                </a:cubicBezTo>
                <a:lnTo>
                  <a:pt x="142756" y="251841"/>
                </a:lnTo>
                <a:cubicBezTo>
                  <a:pt x="147689" y="251841"/>
                  <a:pt x="150155" y="255556"/>
                  <a:pt x="150155" y="259271"/>
                </a:cubicBezTo>
                <a:cubicBezTo>
                  <a:pt x="150155" y="262985"/>
                  <a:pt x="147689" y="266700"/>
                  <a:pt x="142756" y="266700"/>
                </a:cubicBezTo>
                <a:lnTo>
                  <a:pt x="127959" y="266700"/>
                </a:lnTo>
                <a:cubicBezTo>
                  <a:pt x="124260" y="266700"/>
                  <a:pt x="120560" y="262985"/>
                  <a:pt x="120560" y="259271"/>
                </a:cubicBezTo>
                <a:close/>
                <a:moveTo>
                  <a:pt x="120560" y="288989"/>
                </a:moveTo>
                <a:cubicBezTo>
                  <a:pt x="120560" y="285274"/>
                  <a:pt x="124260" y="281559"/>
                  <a:pt x="127959" y="281559"/>
                </a:cubicBezTo>
                <a:lnTo>
                  <a:pt x="142756" y="281559"/>
                </a:lnTo>
                <a:cubicBezTo>
                  <a:pt x="147689" y="281559"/>
                  <a:pt x="150155" y="285274"/>
                  <a:pt x="150155" y="288989"/>
                </a:cubicBezTo>
                <a:cubicBezTo>
                  <a:pt x="150155" y="292703"/>
                  <a:pt x="147689" y="296418"/>
                  <a:pt x="142756" y="296418"/>
                </a:cubicBezTo>
                <a:lnTo>
                  <a:pt x="127959" y="296418"/>
                </a:lnTo>
                <a:cubicBezTo>
                  <a:pt x="124260" y="296418"/>
                  <a:pt x="120560" y="292703"/>
                  <a:pt x="120560" y="288989"/>
                </a:cubicBezTo>
                <a:close/>
                <a:moveTo>
                  <a:pt x="165616" y="229648"/>
                </a:moveTo>
                <a:cubicBezTo>
                  <a:pt x="165616" y="225933"/>
                  <a:pt x="169316" y="222218"/>
                  <a:pt x="173015" y="222218"/>
                </a:cubicBezTo>
                <a:lnTo>
                  <a:pt x="187812" y="222218"/>
                </a:lnTo>
                <a:cubicBezTo>
                  <a:pt x="192745" y="222218"/>
                  <a:pt x="195211" y="225933"/>
                  <a:pt x="195211" y="229648"/>
                </a:cubicBezTo>
                <a:cubicBezTo>
                  <a:pt x="195211" y="233363"/>
                  <a:pt x="192745" y="237077"/>
                  <a:pt x="187812" y="237077"/>
                </a:cubicBezTo>
                <a:lnTo>
                  <a:pt x="173015" y="237077"/>
                </a:lnTo>
                <a:cubicBezTo>
                  <a:pt x="169316" y="237077"/>
                  <a:pt x="165616" y="233363"/>
                  <a:pt x="165616" y="229648"/>
                </a:cubicBezTo>
                <a:close/>
                <a:moveTo>
                  <a:pt x="165616" y="259271"/>
                </a:moveTo>
                <a:cubicBezTo>
                  <a:pt x="165616" y="255556"/>
                  <a:pt x="169316" y="251841"/>
                  <a:pt x="173015" y="251841"/>
                </a:cubicBezTo>
                <a:lnTo>
                  <a:pt x="187812" y="251841"/>
                </a:lnTo>
                <a:cubicBezTo>
                  <a:pt x="192745" y="251841"/>
                  <a:pt x="195211" y="255556"/>
                  <a:pt x="195211" y="259271"/>
                </a:cubicBezTo>
                <a:cubicBezTo>
                  <a:pt x="195211" y="262985"/>
                  <a:pt x="192745" y="266700"/>
                  <a:pt x="187812" y="266700"/>
                </a:cubicBezTo>
                <a:lnTo>
                  <a:pt x="173015" y="266700"/>
                </a:lnTo>
                <a:cubicBezTo>
                  <a:pt x="169316" y="266700"/>
                  <a:pt x="165616" y="262985"/>
                  <a:pt x="165616" y="259271"/>
                </a:cubicBezTo>
                <a:close/>
                <a:moveTo>
                  <a:pt x="165616" y="288989"/>
                </a:moveTo>
                <a:cubicBezTo>
                  <a:pt x="165616" y="285274"/>
                  <a:pt x="169316" y="281559"/>
                  <a:pt x="173015" y="281559"/>
                </a:cubicBezTo>
                <a:lnTo>
                  <a:pt x="187812" y="281559"/>
                </a:lnTo>
                <a:cubicBezTo>
                  <a:pt x="192745" y="281559"/>
                  <a:pt x="195211" y="285274"/>
                  <a:pt x="195211" y="288989"/>
                </a:cubicBezTo>
                <a:cubicBezTo>
                  <a:pt x="195211" y="292703"/>
                  <a:pt x="192745" y="296418"/>
                  <a:pt x="187812" y="296418"/>
                </a:cubicBezTo>
                <a:lnTo>
                  <a:pt x="173015" y="296418"/>
                </a:lnTo>
                <a:cubicBezTo>
                  <a:pt x="169316" y="296418"/>
                  <a:pt x="165616" y="292703"/>
                  <a:pt x="165616" y="288989"/>
                </a:cubicBezTo>
                <a:close/>
                <a:moveTo>
                  <a:pt x="210767" y="229648"/>
                </a:moveTo>
                <a:cubicBezTo>
                  <a:pt x="210767" y="225933"/>
                  <a:pt x="214561" y="222218"/>
                  <a:pt x="218356" y="222218"/>
                </a:cubicBezTo>
                <a:lnTo>
                  <a:pt x="233532" y="222218"/>
                </a:lnTo>
                <a:cubicBezTo>
                  <a:pt x="238560" y="222218"/>
                  <a:pt x="241121" y="225933"/>
                  <a:pt x="241121" y="229648"/>
                </a:cubicBezTo>
                <a:cubicBezTo>
                  <a:pt x="241121" y="233363"/>
                  <a:pt x="238560" y="237077"/>
                  <a:pt x="233532" y="237077"/>
                </a:cubicBezTo>
                <a:lnTo>
                  <a:pt x="218356" y="237077"/>
                </a:lnTo>
                <a:cubicBezTo>
                  <a:pt x="214561" y="237077"/>
                  <a:pt x="210767" y="233363"/>
                  <a:pt x="210767" y="229648"/>
                </a:cubicBezTo>
                <a:close/>
                <a:moveTo>
                  <a:pt x="210767" y="259271"/>
                </a:moveTo>
                <a:cubicBezTo>
                  <a:pt x="210767" y="255556"/>
                  <a:pt x="214561" y="251841"/>
                  <a:pt x="218356" y="251841"/>
                </a:cubicBezTo>
                <a:lnTo>
                  <a:pt x="233532" y="251841"/>
                </a:lnTo>
                <a:cubicBezTo>
                  <a:pt x="238560" y="251841"/>
                  <a:pt x="241121" y="255556"/>
                  <a:pt x="241121" y="259271"/>
                </a:cubicBezTo>
                <a:cubicBezTo>
                  <a:pt x="241121" y="262985"/>
                  <a:pt x="238560" y="266700"/>
                  <a:pt x="233532" y="266700"/>
                </a:cubicBezTo>
                <a:lnTo>
                  <a:pt x="218356" y="266700"/>
                </a:lnTo>
                <a:cubicBezTo>
                  <a:pt x="214561" y="266700"/>
                  <a:pt x="210767" y="262985"/>
                  <a:pt x="210767" y="259271"/>
                </a:cubicBezTo>
                <a:close/>
                <a:moveTo>
                  <a:pt x="210767" y="288989"/>
                </a:moveTo>
                <a:cubicBezTo>
                  <a:pt x="210767" y="285274"/>
                  <a:pt x="214561" y="281559"/>
                  <a:pt x="218356" y="281559"/>
                </a:cubicBezTo>
                <a:lnTo>
                  <a:pt x="233532" y="281559"/>
                </a:lnTo>
                <a:cubicBezTo>
                  <a:pt x="238560" y="281559"/>
                  <a:pt x="241121" y="285274"/>
                  <a:pt x="241121" y="288989"/>
                </a:cubicBezTo>
                <a:cubicBezTo>
                  <a:pt x="241121" y="292703"/>
                  <a:pt x="238560" y="296418"/>
                  <a:pt x="233532" y="296418"/>
                </a:cubicBezTo>
                <a:lnTo>
                  <a:pt x="218356" y="296418"/>
                </a:lnTo>
                <a:cubicBezTo>
                  <a:pt x="214561" y="296418"/>
                  <a:pt x="210767" y="292703"/>
                  <a:pt x="210767" y="28898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" name="Graphic 27">
            <a:extLst>
              <a:ext uri="{FF2B5EF4-FFF2-40B4-BE49-F238E27FC236}">
                <a16:creationId xmlns:a16="http://schemas.microsoft.com/office/drawing/2014/main" id="{09EAE57B-D5BA-3E1E-BB31-500C835A6EDC}"/>
              </a:ext>
            </a:extLst>
          </p:cNvPr>
          <p:cNvSpPr/>
          <p:nvPr/>
        </p:nvSpPr>
        <p:spPr>
          <a:xfrm>
            <a:off x="7876474" y="788562"/>
            <a:ext cx="483234" cy="475170"/>
          </a:xfrm>
          <a:custGeom>
            <a:avLst/>
            <a:gdLst>
              <a:gd name="connsiteX0" fmla="*/ 360828 w 360827"/>
              <a:gd name="connsiteY0" fmla="*/ 185166 h 354806"/>
              <a:gd name="connsiteX1" fmla="*/ 353334 w 360827"/>
              <a:gd name="connsiteY1" fmla="*/ 177832 h 354806"/>
              <a:gd name="connsiteX2" fmla="*/ 270621 w 360827"/>
              <a:gd name="connsiteY2" fmla="*/ 177832 h 354806"/>
              <a:gd name="connsiteX3" fmla="*/ 270621 w 360827"/>
              <a:gd name="connsiteY3" fmla="*/ 157925 h 354806"/>
              <a:gd name="connsiteX4" fmla="*/ 286177 w 360827"/>
              <a:gd name="connsiteY4" fmla="*/ 103727 h 354806"/>
              <a:gd name="connsiteX5" fmla="*/ 180793 w 360827"/>
              <a:gd name="connsiteY5" fmla="*/ 0 h 354806"/>
              <a:gd name="connsiteX6" fmla="*/ 75410 w 360827"/>
              <a:gd name="connsiteY6" fmla="*/ 103727 h 354806"/>
              <a:gd name="connsiteX7" fmla="*/ 90207 w 360827"/>
              <a:gd name="connsiteY7" fmla="*/ 156115 h 354806"/>
              <a:gd name="connsiteX8" fmla="*/ 90207 w 360827"/>
              <a:gd name="connsiteY8" fmla="*/ 177832 h 354806"/>
              <a:gd name="connsiteX9" fmla="*/ 7494 w 360827"/>
              <a:gd name="connsiteY9" fmla="*/ 177832 h 354806"/>
              <a:gd name="connsiteX10" fmla="*/ 0 w 360827"/>
              <a:gd name="connsiteY10" fmla="*/ 185166 h 354806"/>
              <a:gd name="connsiteX11" fmla="*/ 0 w 360827"/>
              <a:gd name="connsiteY11" fmla="*/ 347472 h 354806"/>
              <a:gd name="connsiteX12" fmla="*/ 0 w 360827"/>
              <a:gd name="connsiteY12" fmla="*/ 347663 h 354806"/>
              <a:gd name="connsiteX13" fmla="*/ 0 w 360827"/>
              <a:gd name="connsiteY13" fmla="*/ 347853 h 354806"/>
              <a:gd name="connsiteX14" fmla="*/ 7209 w 360827"/>
              <a:gd name="connsiteY14" fmla="*/ 354806 h 354806"/>
              <a:gd name="connsiteX15" fmla="*/ 7494 w 360827"/>
              <a:gd name="connsiteY15" fmla="*/ 354806 h 354806"/>
              <a:gd name="connsiteX16" fmla="*/ 353334 w 360827"/>
              <a:gd name="connsiteY16" fmla="*/ 354806 h 354806"/>
              <a:gd name="connsiteX17" fmla="*/ 353713 w 360827"/>
              <a:gd name="connsiteY17" fmla="*/ 354806 h 354806"/>
              <a:gd name="connsiteX18" fmla="*/ 360828 w 360827"/>
              <a:gd name="connsiteY18" fmla="*/ 347853 h 354806"/>
              <a:gd name="connsiteX19" fmla="*/ 360828 w 360827"/>
              <a:gd name="connsiteY19" fmla="*/ 347663 h 354806"/>
              <a:gd name="connsiteX20" fmla="*/ 360828 w 360827"/>
              <a:gd name="connsiteY20" fmla="*/ 347472 h 354806"/>
              <a:gd name="connsiteX21" fmla="*/ 360828 w 360827"/>
              <a:gd name="connsiteY21" fmla="*/ 185166 h 354806"/>
              <a:gd name="connsiteX22" fmla="*/ 345840 w 360827"/>
              <a:gd name="connsiteY22" fmla="*/ 192500 h 354806"/>
              <a:gd name="connsiteX23" fmla="*/ 345840 w 360827"/>
              <a:gd name="connsiteY23" fmla="*/ 340805 h 354806"/>
              <a:gd name="connsiteX24" fmla="*/ 270905 w 360827"/>
              <a:gd name="connsiteY24" fmla="*/ 340805 h 354806"/>
              <a:gd name="connsiteX25" fmla="*/ 270905 w 360827"/>
              <a:gd name="connsiteY25" fmla="*/ 192500 h 354806"/>
              <a:gd name="connsiteX26" fmla="*/ 345840 w 360827"/>
              <a:gd name="connsiteY26" fmla="*/ 192500 h 354806"/>
              <a:gd name="connsiteX27" fmla="*/ 180793 w 360827"/>
              <a:gd name="connsiteY27" fmla="*/ 14764 h 354806"/>
              <a:gd name="connsiteX28" fmla="*/ 271095 w 360827"/>
              <a:gd name="connsiteY28" fmla="*/ 103727 h 354806"/>
              <a:gd name="connsiteX29" fmla="*/ 258195 w 360827"/>
              <a:gd name="connsiteY29" fmla="*/ 149638 h 354806"/>
              <a:gd name="connsiteX30" fmla="*/ 256298 w 360827"/>
              <a:gd name="connsiteY30" fmla="*/ 152686 h 354806"/>
              <a:gd name="connsiteX31" fmla="*/ 180793 w 360827"/>
              <a:gd name="connsiteY31" fmla="*/ 192596 h 354806"/>
              <a:gd name="connsiteX32" fmla="*/ 90491 w 360827"/>
              <a:gd name="connsiteY32" fmla="*/ 103632 h 354806"/>
              <a:gd name="connsiteX33" fmla="*/ 180793 w 360827"/>
              <a:gd name="connsiteY33" fmla="*/ 14669 h 354806"/>
              <a:gd name="connsiteX34" fmla="*/ 180793 w 360827"/>
              <a:gd name="connsiteY34" fmla="*/ 207454 h 354806"/>
              <a:gd name="connsiteX35" fmla="*/ 255823 w 360827"/>
              <a:gd name="connsiteY35" fmla="*/ 176594 h 354806"/>
              <a:gd name="connsiteX36" fmla="*/ 255823 w 360827"/>
              <a:gd name="connsiteY36" fmla="*/ 340805 h 354806"/>
              <a:gd name="connsiteX37" fmla="*/ 210767 w 360827"/>
              <a:gd name="connsiteY37" fmla="*/ 340805 h 354806"/>
              <a:gd name="connsiteX38" fmla="*/ 210767 w 360827"/>
              <a:gd name="connsiteY38" fmla="*/ 318421 h 354806"/>
              <a:gd name="connsiteX39" fmla="*/ 203179 w 360827"/>
              <a:gd name="connsiteY39" fmla="*/ 311182 h 354806"/>
              <a:gd name="connsiteX40" fmla="*/ 157649 w 360827"/>
              <a:gd name="connsiteY40" fmla="*/ 311182 h 354806"/>
              <a:gd name="connsiteX41" fmla="*/ 150060 w 360827"/>
              <a:gd name="connsiteY41" fmla="*/ 318421 h 354806"/>
              <a:gd name="connsiteX42" fmla="*/ 150060 w 360827"/>
              <a:gd name="connsiteY42" fmla="*/ 340805 h 354806"/>
              <a:gd name="connsiteX43" fmla="*/ 105004 w 360827"/>
              <a:gd name="connsiteY43" fmla="*/ 340805 h 354806"/>
              <a:gd name="connsiteX44" fmla="*/ 105004 w 360827"/>
              <a:gd name="connsiteY44" fmla="*/ 175165 h 354806"/>
              <a:gd name="connsiteX45" fmla="*/ 180888 w 360827"/>
              <a:gd name="connsiteY45" fmla="*/ 207359 h 354806"/>
              <a:gd name="connsiteX46" fmla="*/ 165237 w 360827"/>
              <a:gd name="connsiteY46" fmla="*/ 340233 h 354806"/>
              <a:gd name="connsiteX47" fmla="*/ 165237 w 360827"/>
              <a:gd name="connsiteY47" fmla="*/ 325660 h 354806"/>
              <a:gd name="connsiteX48" fmla="*/ 195591 w 360827"/>
              <a:gd name="connsiteY48" fmla="*/ 325660 h 354806"/>
              <a:gd name="connsiteX49" fmla="*/ 195591 w 360827"/>
              <a:gd name="connsiteY49" fmla="*/ 340233 h 354806"/>
              <a:gd name="connsiteX50" fmla="*/ 165237 w 360827"/>
              <a:gd name="connsiteY50" fmla="*/ 340233 h 354806"/>
              <a:gd name="connsiteX51" fmla="*/ 89922 w 360827"/>
              <a:gd name="connsiteY51" fmla="*/ 192500 h 354806"/>
              <a:gd name="connsiteX52" fmla="*/ 89922 w 360827"/>
              <a:gd name="connsiteY52" fmla="*/ 340805 h 354806"/>
              <a:gd name="connsiteX53" fmla="*/ 14987 w 360827"/>
              <a:gd name="connsiteY53" fmla="*/ 340805 h 354806"/>
              <a:gd name="connsiteX54" fmla="*/ 14987 w 360827"/>
              <a:gd name="connsiteY54" fmla="*/ 192500 h 354806"/>
              <a:gd name="connsiteX55" fmla="*/ 89922 w 360827"/>
              <a:gd name="connsiteY55" fmla="*/ 192500 h 354806"/>
              <a:gd name="connsiteX56" fmla="*/ 128054 w 360827"/>
              <a:gd name="connsiteY56" fmla="*/ 133350 h 354806"/>
              <a:gd name="connsiteX57" fmla="*/ 150629 w 360827"/>
              <a:gd name="connsiteY57" fmla="*/ 133350 h 354806"/>
              <a:gd name="connsiteX58" fmla="*/ 150629 w 360827"/>
              <a:gd name="connsiteY58" fmla="*/ 155543 h 354806"/>
              <a:gd name="connsiteX59" fmla="*/ 158123 w 360827"/>
              <a:gd name="connsiteY59" fmla="*/ 162973 h 354806"/>
              <a:gd name="connsiteX60" fmla="*/ 203369 w 360827"/>
              <a:gd name="connsiteY60" fmla="*/ 162973 h 354806"/>
              <a:gd name="connsiteX61" fmla="*/ 210862 w 360827"/>
              <a:gd name="connsiteY61" fmla="*/ 155543 h 354806"/>
              <a:gd name="connsiteX62" fmla="*/ 210862 w 360827"/>
              <a:gd name="connsiteY62" fmla="*/ 133350 h 354806"/>
              <a:gd name="connsiteX63" fmla="*/ 233438 w 360827"/>
              <a:gd name="connsiteY63" fmla="*/ 133350 h 354806"/>
              <a:gd name="connsiteX64" fmla="*/ 240931 w 360827"/>
              <a:gd name="connsiteY64" fmla="*/ 125921 h 354806"/>
              <a:gd name="connsiteX65" fmla="*/ 240931 w 360827"/>
              <a:gd name="connsiteY65" fmla="*/ 81439 h 354806"/>
              <a:gd name="connsiteX66" fmla="*/ 233438 w 360827"/>
              <a:gd name="connsiteY66" fmla="*/ 74009 h 354806"/>
              <a:gd name="connsiteX67" fmla="*/ 210862 w 360827"/>
              <a:gd name="connsiteY67" fmla="*/ 74009 h 354806"/>
              <a:gd name="connsiteX68" fmla="*/ 210862 w 360827"/>
              <a:gd name="connsiteY68" fmla="*/ 51816 h 354806"/>
              <a:gd name="connsiteX69" fmla="*/ 209629 w 360827"/>
              <a:gd name="connsiteY69" fmla="*/ 46863 h 354806"/>
              <a:gd name="connsiteX70" fmla="*/ 203369 w 360827"/>
              <a:gd name="connsiteY70" fmla="*/ 44387 h 354806"/>
              <a:gd name="connsiteX71" fmla="*/ 158123 w 360827"/>
              <a:gd name="connsiteY71" fmla="*/ 44387 h 354806"/>
              <a:gd name="connsiteX72" fmla="*/ 150629 w 360827"/>
              <a:gd name="connsiteY72" fmla="*/ 51816 h 354806"/>
              <a:gd name="connsiteX73" fmla="*/ 150629 w 360827"/>
              <a:gd name="connsiteY73" fmla="*/ 74009 h 354806"/>
              <a:gd name="connsiteX74" fmla="*/ 128054 w 360827"/>
              <a:gd name="connsiteY74" fmla="*/ 74009 h 354806"/>
              <a:gd name="connsiteX75" fmla="*/ 120560 w 360827"/>
              <a:gd name="connsiteY75" fmla="*/ 81439 h 354806"/>
              <a:gd name="connsiteX76" fmla="*/ 120560 w 360827"/>
              <a:gd name="connsiteY76" fmla="*/ 125921 h 354806"/>
              <a:gd name="connsiteX77" fmla="*/ 128054 w 360827"/>
              <a:gd name="connsiteY77" fmla="*/ 133350 h 354806"/>
              <a:gd name="connsiteX78" fmla="*/ 135547 w 360827"/>
              <a:gd name="connsiteY78" fmla="*/ 88868 h 354806"/>
              <a:gd name="connsiteX79" fmla="*/ 158123 w 360827"/>
              <a:gd name="connsiteY79" fmla="*/ 88868 h 354806"/>
              <a:gd name="connsiteX80" fmla="*/ 165616 w 360827"/>
              <a:gd name="connsiteY80" fmla="*/ 81439 h 354806"/>
              <a:gd name="connsiteX81" fmla="*/ 165616 w 360827"/>
              <a:gd name="connsiteY81" fmla="*/ 59246 h 354806"/>
              <a:gd name="connsiteX82" fmla="*/ 195780 w 360827"/>
              <a:gd name="connsiteY82" fmla="*/ 59246 h 354806"/>
              <a:gd name="connsiteX83" fmla="*/ 195780 w 360827"/>
              <a:gd name="connsiteY83" fmla="*/ 81439 h 354806"/>
              <a:gd name="connsiteX84" fmla="*/ 198246 w 360827"/>
              <a:gd name="connsiteY84" fmla="*/ 86392 h 354806"/>
              <a:gd name="connsiteX85" fmla="*/ 203274 w 360827"/>
              <a:gd name="connsiteY85" fmla="*/ 88868 h 354806"/>
              <a:gd name="connsiteX86" fmla="*/ 225849 w 360827"/>
              <a:gd name="connsiteY86" fmla="*/ 88868 h 354806"/>
              <a:gd name="connsiteX87" fmla="*/ 225849 w 360827"/>
              <a:gd name="connsiteY87" fmla="*/ 118491 h 354806"/>
              <a:gd name="connsiteX88" fmla="*/ 203274 w 360827"/>
              <a:gd name="connsiteY88" fmla="*/ 118491 h 354806"/>
              <a:gd name="connsiteX89" fmla="*/ 195780 w 360827"/>
              <a:gd name="connsiteY89" fmla="*/ 125921 h 354806"/>
              <a:gd name="connsiteX90" fmla="*/ 195780 w 360827"/>
              <a:gd name="connsiteY90" fmla="*/ 148114 h 354806"/>
              <a:gd name="connsiteX91" fmla="*/ 165616 w 360827"/>
              <a:gd name="connsiteY91" fmla="*/ 148114 h 354806"/>
              <a:gd name="connsiteX92" fmla="*/ 165616 w 360827"/>
              <a:gd name="connsiteY92" fmla="*/ 125921 h 354806"/>
              <a:gd name="connsiteX93" fmla="*/ 158123 w 360827"/>
              <a:gd name="connsiteY93" fmla="*/ 118491 h 354806"/>
              <a:gd name="connsiteX94" fmla="*/ 135547 w 360827"/>
              <a:gd name="connsiteY94" fmla="*/ 118491 h 354806"/>
              <a:gd name="connsiteX95" fmla="*/ 135547 w 360827"/>
              <a:gd name="connsiteY95" fmla="*/ 88868 h 354806"/>
              <a:gd name="connsiteX96" fmla="*/ 29500 w 360827"/>
              <a:gd name="connsiteY96" fmla="*/ 214884 h 354806"/>
              <a:gd name="connsiteX97" fmla="*/ 37183 w 360827"/>
              <a:gd name="connsiteY97" fmla="*/ 207454 h 354806"/>
              <a:gd name="connsiteX98" fmla="*/ 67821 w 360827"/>
              <a:gd name="connsiteY98" fmla="*/ 207454 h 354806"/>
              <a:gd name="connsiteX99" fmla="*/ 75504 w 360827"/>
              <a:gd name="connsiteY99" fmla="*/ 214884 h 354806"/>
              <a:gd name="connsiteX100" fmla="*/ 67821 w 360827"/>
              <a:gd name="connsiteY100" fmla="*/ 222314 h 354806"/>
              <a:gd name="connsiteX101" fmla="*/ 37183 w 360827"/>
              <a:gd name="connsiteY101" fmla="*/ 222314 h 354806"/>
              <a:gd name="connsiteX102" fmla="*/ 29500 w 360827"/>
              <a:gd name="connsiteY102" fmla="*/ 214884 h 354806"/>
              <a:gd name="connsiteX103" fmla="*/ 29500 w 360827"/>
              <a:gd name="connsiteY103" fmla="*/ 244507 h 354806"/>
              <a:gd name="connsiteX104" fmla="*/ 37183 w 360827"/>
              <a:gd name="connsiteY104" fmla="*/ 237077 h 354806"/>
              <a:gd name="connsiteX105" fmla="*/ 67821 w 360827"/>
              <a:gd name="connsiteY105" fmla="*/ 237077 h 354806"/>
              <a:gd name="connsiteX106" fmla="*/ 75504 w 360827"/>
              <a:gd name="connsiteY106" fmla="*/ 244507 h 354806"/>
              <a:gd name="connsiteX107" fmla="*/ 67821 w 360827"/>
              <a:gd name="connsiteY107" fmla="*/ 251936 h 354806"/>
              <a:gd name="connsiteX108" fmla="*/ 37183 w 360827"/>
              <a:gd name="connsiteY108" fmla="*/ 251936 h 354806"/>
              <a:gd name="connsiteX109" fmla="*/ 29500 w 360827"/>
              <a:gd name="connsiteY109" fmla="*/ 244507 h 354806"/>
              <a:gd name="connsiteX110" fmla="*/ 29500 w 360827"/>
              <a:gd name="connsiteY110" fmla="*/ 274130 h 354806"/>
              <a:gd name="connsiteX111" fmla="*/ 37183 w 360827"/>
              <a:gd name="connsiteY111" fmla="*/ 266700 h 354806"/>
              <a:gd name="connsiteX112" fmla="*/ 67821 w 360827"/>
              <a:gd name="connsiteY112" fmla="*/ 266700 h 354806"/>
              <a:gd name="connsiteX113" fmla="*/ 75504 w 360827"/>
              <a:gd name="connsiteY113" fmla="*/ 274130 h 354806"/>
              <a:gd name="connsiteX114" fmla="*/ 67821 w 360827"/>
              <a:gd name="connsiteY114" fmla="*/ 281559 h 354806"/>
              <a:gd name="connsiteX115" fmla="*/ 37183 w 360827"/>
              <a:gd name="connsiteY115" fmla="*/ 281559 h 354806"/>
              <a:gd name="connsiteX116" fmla="*/ 29500 w 360827"/>
              <a:gd name="connsiteY116" fmla="*/ 274130 h 354806"/>
              <a:gd name="connsiteX117" fmla="*/ 29500 w 360827"/>
              <a:gd name="connsiteY117" fmla="*/ 303752 h 354806"/>
              <a:gd name="connsiteX118" fmla="*/ 37183 w 360827"/>
              <a:gd name="connsiteY118" fmla="*/ 296323 h 354806"/>
              <a:gd name="connsiteX119" fmla="*/ 67821 w 360827"/>
              <a:gd name="connsiteY119" fmla="*/ 296323 h 354806"/>
              <a:gd name="connsiteX120" fmla="*/ 75504 w 360827"/>
              <a:gd name="connsiteY120" fmla="*/ 303752 h 354806"/>
              <a:gd name="connsiteX121" fmla="*/ 67821 w 360827"/>
              <a:gd name="connsiteY121" fmla="*/ 311182 h 354806"/>
              <a:gd name="connsiteX122" fmla="*/ 37183 w 360827"/>
              <a:gd name="connsiteY122" fmla="*/ 311182 h 354806"/>
              <a:gd name="connsiteX123" fmla="*/ 29500 w 360827"/>
              <a:gd name="connsiteY123" fmla="*/ 303752 h 354806"/>
              <a:gd name="connsiteX124" fmla="*/ 286177 w 360827"/>
              <a:gd name="connsiteY124" fmla="*/ 214884 h 354806"/>
              <a:gd name="connsiteX125" fmla="*/ 293670 w 360827"/>
              <a:gd name="connsiteY125" fmla="*/ 207454 h 354806"/>
              <a:gd name="connsiteX126" fmla="*/ 323739 w 360827"/>
              <a:gd name="connsiteY126" fmla="*/ 207454 h 354806"/>
              <a:gd name="connsiteX127" fmla="*/ 331233 w 360827"/>
              <a:gd name="connsiteY127" fmla="*/ 214884 h 354806"/>
              <a:gd name="connsiteX128" fmla="*/ 323739 w 360827"/>
              <a:gd name="connsiteY128" fmla="*/ 222314 h 354806"/>
              <a:gd name="connsiteX129" fmla="*/ 293670 w 360827"/>
              <a:gd name="connsiteY129" fmla="*/ 222314 h 354806"/>
              <a:gd name="connsiteX130" fmla="*/ 286177 w 360827"/>
              <a:gd name="connsiteY130" fmla="*/ 214884 h 354806"/>
              <a:gd name="connsiteX131" fmla="*/ 286177 w 360827"/>
              <a:gd name="connsiteY131" fmla="*/ 244507 h 354806"/>
              <a:gd name="connsiteX132" fmla="*/ 293670 w 360827"/>
              <a:gd name="connsiteY132" fmla="*/ 237077 h 354806"/>
              <a:gd name="connsiteX133" fmla="*/ 323739 w 360827"/>
              <a:gd name="connsiteY133" fmla="*/ 237077 h 354806"/>
              <a:gd name="connsiteX134" fmla="*/ 331233 w 360827"/>
              <a:gd name="connsiteY134" fmla="*/ 244507 h 354806"/>
              <a:gd name="connsiteX135" fmla="*/ 323739 w 360827"/>
              <a:gd name="connsiteY135" fmla="*/ 251936 h 354806"/>
              <a:gd name="connsiteX136" fmla="*/ 293670 w 360827"/>
              <a:gd name="connsiteY136" fmla="*/ 251936 h 354806"/>
              <a:gd name="connsiteX137" fmla="*/ 286177 w 360827"/>
              <a:gd name="connsiteY137" fmla="*/ 244507 h 354806"/>
              <a:gd name="connsiteX138" fmla="*/ 286177 w 360827"/>
              <a:gd name="connsiteY138" fmla="*/ 274130 h 354806"/>
              <a:gd name="connsiteX139" fmla="*/ 293670 w 360827"/>
              <a:gd name="connsiteY139" fmla="*/ 266700 h 354806"/>
              <a:gd name="connsiteX140" fmla="*/ 323739 w 360827"/>
              <a:gd name="connsiteY140" fmla="*/ 266700 h 354806"/>
              <a:gd name="connsiteX141" fmla="*/ 331233 w 360827"/>
              <a:gd name="connsiteY141" fmla="*/ 274130 h 354806"/>
              <a:gd name="connsiteX142" fmla="*/ 323739 w 360827"/>
              <a:gd name="connsiteY142" fmla="*/ 281559 h 354806"/>
              <a:gd name="connsiteX143" fmla="*/ 293670 w 360827"/>
              <a:gd name="connsiteY143" fmla="*/ 281559 h 354806"/>
              <a:gd name="connsiteX144" fmla="*/ 286177 w 360827"/>
              <a:gd name="connsiteY144" fmla="*/ 274130 h 354806"/>
              <a:gd name="connsiteX145" fmla="*/ 286177 w 360827"/>
              <a:gd name="connsiteY145" fmla="*/ 303752 h 354806"/>
              <a:gd name="connsiteX146" fmla="*/ 293670 w 360827"/>
              <a:gd name="connsiteY146" fmla="*/ 296323 h 354806"/>
              <a:gd name="connsiteX147" fmla="*/ 323739 w 360827"/>
              <a:gd name="connsiteY147" fmla="*/ 296323 h 354806"/>
              <a:gd name="connsiteX148" fmla="*/ 331233 w 360827"/>
              <a:gd name="connsiteY148" fmla="*/ 303752 h 354806"/>
              <a:gd name="connsiteX149" fmla="*/ 323739 w 360827"/>
              <a:gd name="connsiteY149" fmla="*/ 311182 h 354806"/>
              <a:gd name="connsiteX150" fmla="*/ 293670 w 360827"/>
              <a:gd name="connsiteY150" fmla="*/ 311182 h 354806"/>
              <a:gd name="connsiteX151" fmla="*/ 286177 w 360827"/>
              <a:gd name="connsiteY151" fmla="*/ 303752 h 354806"/>
              <a:gd name="connsiteX152" fmla="*/ 120560 w 360827"/>
              <a:gd name="connsiteY152" fmla="*/ 229648 h 354806"/>
              <a:gd name="connsiteX153" fmla="*/ 127959 w 360827"/>
              <a:gd name="connsiteY153" fmla="*/ 222218 h 354806"/>
              <a:gd name="connsiteX154" fmla="*/ 142756 w 360827"/>
              <a:gd name="connsiteY154" fmla="*/ 222218 h 354806"/>
              <a:gd name="connsiteX155" fmla="*/ 150155 w 360827"/>
              <a:gd name="connsiteY155" fmla="*/ 229648 h 354806"/>
              <a:gd name="connsiteX156" fmla="*/ 142756 w 360827"/>
              <a:gd name="connsiteY156" fmla="*/ 237077 h 354806"/>
              <a:gd name="connsiteX157" fmla="*/ 127959 w 360827"/>
              <a:gd name="connsiteY157" fmla="*/ 237077 h 354806"/>
              <a:gd name="connsiteX158" fmla="*/ 120560 w 360827"/>
              <a:gd name="connsiteY158" fmla="*/ 229648 h 354806"/>
              <a:gd name="connsiteX159" fmla="*/ 120560 w 360827"/>
              <a:gd name="connsiteY159" fmla="*/ 259271 h 354806"/>
              <a:gd name="connsiteX160" fmla="*/ 127959 w 360827"/>
              <a:gd name="connsiteY160" fmla="*/ 251841 h 354806"/>
              <a:gd name="connsiteX161" fmla="*/ 142756 w 360827"/>
              <a:gd name="connsiteY161" fmla="*/ 251841 h 354806"/>
              <a:gd name="connsiteX162" fmla="*/ 150155 w 360827"/>
              <a:gd name="connsiteY162" fmla="*/ 259271 h 354806"/>
              <a:gd name="connsiteX163" fmla="*/ 142756 w 360827"/>
              <a:gd name="connsiteY163" fmla="*/ 266700 h 354806"/>
              <a:gd name="connsiteX164" fmla="*/ 127959 w 360827"/>
              <a:gd name="connsiteY164" fmla="*/ 266700 h 354806"/>
              <a:gd name="connsiteX165" fmla="*/ 120560 w 360827"/>
              <a:gd name="connsiteY165" fmla="*/ 259271 h 354806"/>
              <a:gd name="connsiteX166" fmla="*/ 120560 w 360827"/>
              <a:gd name="connsiteY166" fmla="*/ 288989 h 354806"/>
              <a:gd name="connsiteX167" fmla="*/ 127959 w 360827"/>
              <a:gd name="connsiteY167" fmla="*/ 281559 h 354806"/>
              <a:gd name="connsiteX168" fmla="*/ 142756 w 360827"/>
              <a:gd name="connsiteY168" fmla="*/ 281559 h 354806"/>
              <a:gd name="connsiteX169" fmla="*/ 150155 w 360827"/>
              <a:gd name="connsiteY169" fmla="*/ 288989 h 354806"/>
              <a:gd name="connsiteX170" fmla="*/ 142756 w 360827"/>
              <a:gd name="connsiteY170" fmla="*/ 296418 h 354806"/>
              <a:gd name="connsiteX171" fmla="*/ 127959 w 360827"/>
              <a:gd name="connsiteY171" fmla="*/ 296418 h 354806"/>
              <a:gd name="connsiteX172" fmla="*/ 120560 w 360827"/>
              <a:gd name="connsiteY172" fmla="*/ 288989 h 354806"/>
              <a:gd name="connsiteX173" fmla="*/ 165616 w 360827"/>
              <a:gd name="connsiteY173" fmla="*/ 229648 h 354806"/>
              <a:gd name="connsiteX174" fmla="*/ 173015 w 360827"/>
              <a:gd name="connsiteY174" fmla="*/ 222218 h 354806"/>
              <a:gd name="connsiteX175" fmla="*/ 187812 w 360827"/>
              <a:gd name="connsiteY175" fmla="*/ 222218 h 354806"/>
              <a:gd name="connsiteX176" fmla="*/ 195211 w 360827"/>
              <a:gd name="connsiteY176" fmla="*/ 229648 h 354806"/>
              <a:gd name="connsiteX177" fmla="*/ 187812 w 360827"/>
              <a:gd name="connsiteY177" fmla="*/ 237077 h 354806"/>
              <a:gd name="connsiteX178" fmla="*/ 173015 w 360827"/>
              <a:gd name="connsiteY178" fmla="*/ 237077 h 354806"/>
              <a:gd name="connsiteX179" fmla="*/ 165616 w 360827"/>
              <a:gd name="connsiteY179" fmla="*/ 229648 h 354806"/>
              <a:gd name="connsiteX180" fmla="*/ 165616 w 360827"/>
              <a:gd name="connsiteY180" fmla="*/ 259271 h 354806"/>
              <a:gd name="connsiteX181" fmla="*/ 173015 w 360827"/>
              <a:gd name="connsiteY181" fmla="*/ 251841 h 354806"/>
              <a:gd name="connsiteX182" fmla="*/ 187812 w 360827"/>
              <a:gd name="connsiteY182" fmla="*/ 251841 h 354806"/>
              <a:gd name="connsiteX183" fmla="*/ 195211 w 360827"/>
              <a:gd name="connsiteY183" fmla="*/ 259271 h 354806"/>
              <a:gd name="connsiteX184" fmla="*/ 187812 w 360827"/>
              <a:gd name="connsiteY184" fmla="*/ 266700 h 354806"/>
              <a:gd name="connsiteX185" fmla="*/ 173015 w 360827"/>
              <a:gd name="connsiteY185" fmla="*/ 266700 h 354806"/>
              <a:gd name="connsiteX186" fmla="*/ 165616 w 360827"/>
              <a:gd name="connsiteY186" fmla="*/ 259271 h 354806"/>
              <a:gd name="connsiteX187" fmla="*/ 165616 w 360827"/>
              <a:gd name="connsiteY187" fmla="*/ 288989 h 354806"/>
              <a:gd name="connsiteX188" fmla="*/ 173015 w 360827"/>
              <a:gd name="connsiteY188" fmla="*/ 281559 h 354806"/>
              <a:gd name="connsiteX189" fmla="*/ 187812 w 360827"/>
              <a:gd name="connsiteY189" fmla="*/ 281559 h 354806"/>
              <a:gd name="connsiteX190" fmla="*/ 195211 w 360827"/>
              <a:gd name="connsiteY190" fmla="*/ 288989 h 354806"/>
              <a:gd name="connsiteX191" fmla="*/ 187812 w 360827"/>
              <a:gd name="connsiteY191" fmla="*/ 296418 h 354806"/>
              <a:gd name="connsiteX192" fmla="*/ 173015 w 360827"/>
              <a:gd name="connsiteY192" fmla="*/ 296418 h 354806"/>
              <a:gd name="connsiteX193" fmla="*/ 165616 w 360827"/>
              <a:gd name="connsiteY193" fmla="*/ 288989 h 354806"/>
              <a:gd name="connsiteX194" fmla="*/ 210767 w 360827"/>
              <a:gd name="connsiteY194" fmla="*/ 229648 h 354806"/>
              <a:gd name="connsiteX195" fmla="*/ 218356 w 360827"/>
              <a:gd name="connsiteY195" fmla="*/ 222218 h 354806"/>
              <a:gd name="connsiteX196" fmla="*/ 233532 w 360827"/>
              <a:gd name="connsiteY196" fmla="*/ 222218 h 354806"/>
              <a:gd name="connsiteX197" fmla="*/ 241121 w 360827"/>
              <a:gd name="connsiteY197" fmla="*/ 229648 h 354806"/>
              <a:gd name="connsiteX198" fmla="*/ 233532 w 360827"/>
              <a:gd name="connsiteY198" fmla="*/ 237077 h 354806"/>
              <a:gd name="connsiteX199" fmla="*/ 218356 w 360827"/>
              <a:gd name="connsiteY199" fmla="*/ 237077 h 354806"/>
              <a:gd name="connsiteX200" fmla="*/ 210767 w 360827"/>
              <a:gd name="connsiteY200" fmla="*/ 229648 h 354806"/>
              <a:gd name="connsiteX201" fmla="*/ 210767 w 360827"/>
              <a:gd name="connsiteY201" fmla="*/ 259271 h 354806"/>
              <a:gd name="connsiteX202" fmla="*/ 218356 w 360827"/>
              <a:gd name="connsiteY202" fmla="*/ 251841 h 354806"/>
              <a:gd name="connsiteX203" fmla="*/ 233532 w 360827"/>
              <a:gd name="connsiteY203" fmla="*/ 251841 h 354806"/>
              <a:gd name="connsiteX204" fmla="*/ 241121 w 360827"/>
              <a:gd name="connsiteY204" fmla="*/ 259271 h 354806"/>
              <a:gd name="connsiteX205" fmla="*/ 233532 w 360827"/>
              <a:gd name="connsiteY205" fmla="*/ 266700 h 354806"/>
              <a:gd name="connsiteX206" fmla="*/ 218356 w 360827"/>
              <a:gd name="connsiteY206" fmla="*/ 266700 h 354806"/>
              <a:gd name="connsiteX207" fmla="*/ 210767 w 360827"/>
              <a:gd name="connsiteY207" fmla="*/ 259271 h 354806"/>
              <a:gd name="connsiteX208" fmla="*/ 210767 w 360827"/>
              <a:gd name="connsiteY208" fmla="*/ 288989 h 354806"/>
              <a:gd name="connsiteX209" fmla="*/ 218356 w 360827"/>
              <a:gd name="connsiteY209" fmla="*/ 281559 h 354806"/>
              <a:gd name="connsiteX210" fmla="*/ 233532 w 360827"/>
              <a:gd name="connsiteY210" fmla="*/ 281559 h 354806"/>
              <a:gd name="connsiteX211" fmla="*/ 241121 w 360827"/>
              <a:gd name="connsiteY211" fmla="*/ 288989 h 354806"/>
              <a:gd name="connsiteX212" fmla="*/ 233532 w 360827"/>
              <a:gd name="connsiteY212" fmla="*/ 296418 h 354806"/>
              <a:gd name="connsiteX213" fmla="*/ 218356 w 360827"/>
              <a:gd name="connsiteY213" fmla="*/ 296418 h 354806"/>
              <a:gd name="connsiteX214" fmla="*/ 210767 w 360827"/>
              <a:gd name="connsiteY214" fmla="*/ 288989 h 354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360827" h="354806">
                <a:moveTo>
                  <a:pt x="360828" y="185166"/>
                </a:moveTo>
                <a:cubicBezTo>
                  <a:pt x="360828" y="181451"/>
                  <a:pt x="358361" y="177832"/>
                  <a:pt x="353334" y="177832"/>
                </a:cubicBezTo>
                <a:lnTo>
                  <a:pt x="270621" y="177832"/>
                </a:lnTo>
                <a:lnTo>
                  <a:pt x="270621" y="157925"/>
                </a:lnTo>
                <a:cubicBezTo>
                  <a:pt x="280486" y="142113"/>
                  <a:pt x="286177" y="123539"/>
                  <a:pt x="286177" y="103727"/>
                </a:cubicBezTo>
                <a:cubicBezTo>
                  <a:pt x="286177" y="46863"/>
                  <a:pt x="239793" y="0"/>
                  <a:pt x="180793" y="0"/>
                </a:cubicBezTo>
                <a:cubicBezTo>
                  <a:pt x="121793" y="0"/>
                  <a:pt x="75410" y="46958"/>
                  <a:pt x="75410" y="103727"/>
                </a:cubicBezTo>
                <a:cubicBezTo>
                  <a:pt x="75410" y="122777"/>
                  <a:pt x="80911" y="140684"/>
                  <a:pt x="90207" y="156115"/>
                </a:cubicBezTo>
                <a:lnTo>
                  <a:pt x="90207" y="177832"/>
                </a:lnTo>
                <a:lnTo>
                  <a:pt x="7494" y="177832"/>
                </a:lnTo>
                <a:cubicBezTo>
                  <a:pt x="3794" y="177832"/>
                  <a:pt x="0" y="181547"/>
                  <a:pt x="0" y="185166"/>
                </a:cubicBezTo>
                <a:lnTo>
                  <a:pt x="0" y="347472"/>
                </a:lnTo>
                <a:cubicBezTo>
                  <a:pt x="0" y="347472"/>
                  <a:pt x="0" y="347567"/>
                  <a:pt x="0" y="347663"/>
                </a:cubicBezTo>
                <a:cubicBezTo>
                  <a:pt x="0" y="347758"/>
                  <a:pt x="0" y="347758"/>
                  <a:pt x="0" y="347853"/>
                </a:cubicBezTo>
                <a:cubicBezTo>
                  <a:pt x="0" y="351282"/>
                  <a:pt x="3510" y="354616"/>
                  <a:pt x="7209" y="354806"/>
                </a:cubicBezTo>
                <a:cubicBezTo>
                  <a:pt x="7304" y="354806"/>
                  <a:pt x="7399" y="354806"/>
                  <a:pt x="7494" y="354806"/>
                </a:cubicBezTo>
                <a:lnTo>
                  <a:pt x="353334" y="354806"/>
                </a:lnTo>
                <a:cubicBezTo>
                  <a:pt x="353334" y="354806"/>
                  <a:pt x="353524" y="354806"/>
                  <a:pt x="353713" y="354806"/>
                </a:cubicBezTo>
                <a:cubicBezTo>
                  <a:pt x="358456" y="354616"/>
                  <a:pt x="360828" y="351282"/>
                  <a:pt x="360828" y="347853"/>
                </a:cubicBezTo>
                <a:cubicBezTo>
                  <a:pt x="360828" y="347853"/>
                  <a:pt x="360828" y="347758"/>
                  <a:pt x="360828" y="347663"/>
                </a:cubicBezTo>
                <a:cubicBezTo>
                  <a:pt x="360828" y="347663"/>
                  <a:pt x="360828" y="347567"/>
                  <a:pt x="360828" y="347472"/>
                </a:cubicBezTo>
                <a:lnTo>
                  <a:pt x="360828" y="185166"/>
                </a:lnTo>
                <a:close/>
                <a:moveTo>
                  <a:pt x="345840" y="192500"/>
                </a:moveTo>
                <a:lnTo>
                  <a:pt x="345840" y="340805"/>
                </a:lnTo>
                <a:lnTo>
                  <a:pt x="270905" y="340805"/>
                </a:lnTo>
                <a:lnTo>
                  <a:pt x="270905" y="192500"/>
                </a:lnTo>
                <a:lnTo>
                  <a:pt x="345840" y="192500"/>
                </a:lnTo>
                <a:close/>
                <a:moveTo>
                  <a:pt x="180793" y="14764"/>
                </a:moveTo>
                <a:cubicBezTo>
                  <a:pt x="230971" y="14764"/>
                  <a:pt x="271095" y="54293"/>
                  <a:pt x="271095" y="103727"/>
                </a:cubicBezTo>
                <a:cubicBezTo>
                  <a:pt x="271095" y="120587"/>
                  <a:pt x="266352" y="136208"/>
                  <a:pt x="258195" y="149638"/>
                </a:cubicBezTo>
                <a:cubicBezTo>
                  <a:pt x="257341" y="150495"/>
                  <a:pt x="256677" y="151543"/>
                  <a:pt x="256298" y="152686"/>
                </a:cubicBezTo>
                <a:cubicBezTo>
                  <a:pt x="240172" y="176784"/>
                  <a:pt x="212475" y="192596"/>
                  <a:pt x="180793" y="192596"/>
                </a:cubicBezTo>
                <a:cubicBezTo>
                  <a:pt x="131848" y="192596"/>
                  <a:pt x="90491" y="153067"/>
                  <a:pt x="90491" y="103632"/>
                </a:cubicBezTo>
                <a:cubicBezTo>
                  <a:pt x="90491" y="54197"/>
                  <a:pt x="131848" y="14669"/>
                  <a:pt x="180793" y="14669"/>
                </a:cubicBezTo>
                <a:close/>
                <a:moveTo>
                  <a:pt x="180793" y="207454"/>
                </a:moveTo>
                <a:cubicBezTo>
                  <a:pt x="210388" y="207454"/>
                  <a:pt x="236852" y="195644"/>
                  <a:pt x="255823" y="176594"/>
                </a:cubicBezTo>
                <a:lnTo>
                  <a:pt x="255823" y="340805"/>
                </a:lnTo>
                <a:lnTo>
                  <a:pt x="210767" y="340805"/>
                </a:lnTo>
                <a:lnTo>
                  <a:pt x="210767" y="318421"/>
                </a:lnTo>
                <a:cubicBezTo>
                  <a:pt x="210767" y="314801"/>
                  <a:pt x="208206" y="311182"/>
                  <a:pt x="203179" y="311182"/>
                </a:cubicBezTo>
                <a:lnTo>
                  <a:pt x="157649" y="311182"/>
                </a:lnTo>
                <a:cubicBezTo>
                  <a:pt x="153854" y="311182"/>
                  <a:pt x="150060" y="314801"/>
                  <a:pt x="150060" y="318421"/>
                </a:cubicBezTo>
                <a:lnTo>
                  <a:pt x="150060" y="340805"/>
                </a:lnTo>
                <a:lnTo>
                  <a:pt x="105004" y="340805"/>
                </a:lnTo>
                <a:lnTo>
                  <a:pt x="105004" y="175165"/>
                </a:lnTo>
                <a:cubicBezTo>
                  <a:pt x="124260" y="194977"/>
                  <a:pt x="151198" y="207359"/>
                  <a:pt x="180888" y="207359"/>
                </a:cubicBezTo>
                <a:close/>
                <a:moveTo>
                  <a:pt x="165237" y="340233"/>
                </a:moveTo>
                <a:lnTo>
                  <a:pt x="165237" y="325660"/>
                </a:lnTo>
                <a:lnTo>
                  <a:pt x="195591" y="325660"/>
                </a:lnTo>
                <a:lnTo>
                  <a:pt x="195591" y="340233"/>
                </a:lnTo>
                <a:lnTo>
                  <a:pt x="165237" y="340233"/>
                </a:lnTo>
                <a:close/>
                <a:moveTo>
                  <a:pt x="89922" y="192500"/>
                </a:moveTo>
                <a:lnTo>
                  <a:pt x="89922" y="340805"/>
                </a:lnTo>
                <a:lnTo>
                  <a:pt x="14987" y="340805"/>
                </a:lnTo>
                <a:lnTo>
                  <a:pt x="14987" y="192500"/>
                </a:lnTo>
                <a:lnTo>
                  <a:pt x="89922" y="192500"/>
                </a:lnTo>
                <a:close/>
                <a:moveTo>
                  <a:pt x="128054" y="133350"/>
                </a:moveTo>
                <a:lnTo>
                  <a:pt x="150629" y="133350"/>
                </a:lnTo>
                <a:lnTo>
                  <a:pt x="150629" y="155543"/>
                </a:lnTo>
                <a:cubicBezTo>
                  <a:pt x="150629" y="159258"/>
                  <a:pt x="154424" y="162973"/>
                  <a:pt x="158123" y="162973"/>
                </a:cubicBezTo>
                <a:lnTo>
                  <a:pt x="203369" y="162973"/>
                </a:lnTo>
                <a:cubicBezTo>
                  <a:pt x="208396" y="162973"/>
                  <a:pt x="210862" y="159258"/>
                  <a:pt x="210862" y="155543"/>
                </a:cubicBezTo>
                <a:lnTo>
                  <a:pt x="210862" y="133350"/>
                </a:lnTo>
                <a:lnTo>
                  <a:pt x="233438" y="133350"/>
                </a:lnTo>
                <a:cubicBezTo>
                  <a:pt x="238465" y="133350"/>
                  <a:pt x="240931" y="129635"/>
                  <a:pt x="240931" y="125921"/>
                </a:cubicBezTo>
                <a:lnTo>
                  <a:pt x="240931" y="81439"/>
                </a:lnTo>
                <a:cubicBezTo>
                  <a:pt x="240931" y="77724"/>
                  <a:pt x="238465" y="74009"/>
                  <a:pt x="233438" y="74009"/>
                </a:cubicBezTo>
                <a:lnTo>
                  <a:pt x="210862" y="74009"/>
                </a:lnTo>
                <a:lnTo>
                  <a:pt x="210862" y="51816"/>
                </a:lnTo>
                <a:cubicBezTo>
                  <a:pt x="210862" y="49340"/>
                  <a:pt x="210862" y="48101"/>
                  <a:pt x="209629" y="46863"/>
                </a:cubicBezTo>
                <a:cubicBezTo>
                  <a:pt x="207163" y="45625"/>
                  <a:pt x="205835" y="44387"/>
                  <a:pt x="203369" y="44387"/>
                </a:cubicBezTo>
                <a:lnTo>
                  <a:pt x="158123" y="44387"/>
                </a:lnTo>
                <a:cubicBezTo>
                  <a:pt x="154329" y="44387"/>
                  <a:pt x="150629" y="48101"/>
                  <a:pt x="150629" y="51816"/>
                </a:cubicBezTo>
                <a:lnTo>
                  <a:pt x="150629" y="74009"/>
                </a:lnTo>
                <a:lnTo>
                  <a:pt x="128054" y="74009"/>
                </a:lnTo>
                <a:cubicBezTo>
                  <a:pt x="124260" y="74009"/>
                  <a:pt x="120560" y="77724"/>
                  <a:pt x="120560" y="81439"/>
                </a:cubicBezTo>
                <a:lnTo>
                  <a:pt x="120560" y="125921"/>
                </a:lnTo>
                <a:cubicBezTo>
                  <a:pt x="120560" y="129635"/>
                  <a:pt x="124355" y="133350"/>
                  <a:pt x="128054" y="133350"/>
                </a:cubicBezTo>
                <a:close/>
                <a:moveTo>
                  <a:pt x="135547" y="88868"/>
                </a:moveTo>
                <a:lnTo>
                  <a:pt x="158123" y="88868"/>
                </a:lnTo>
                <a:cubicBezTo>
                  <a:pt x="163150" y="88868"/>
                  <a:pt x="165616" y="85154"/>
                  <a:pt x="165616" y="81439"/>
                </a:cubicBezTo>
                <a:lnTo>
                  <a:pt x="165616" y="59246"/>
                </a:lnTo>
                <a:lnTo>
                  <a:pt x="195780" y="59246"/>
                </a:lnTo>
                <a:lnTo>
                  <a:pt x="195780" y="81439"/>
                </a:lnTo>
                <a:cubicBezTo>
                  <a:pt x="195780" y="83915"/>
                  <a:pt x="197013" y="85154"/>
                  <a:pt x="198246" y="86392"/>
                </a:cubicBezTo>
                <a:cubicBezTo>
                  <a:pt x="199480" y="87630"/>
                  <a:pt x="202041" y="88868"/>
                  <a:pt x="203274" y="88868"/>
                </a:cubicBezTo>
                <a:lnTo>
                  <a:pt x="225849" y="88868"/>
                </a:lnTo>
                <a:lnTo>
                  <a:pt x="225849" y="118491"/>
                </a:lnTo>
                <a:lnTo>
                  <a:pt x="203274" y="118491"/>
                </a:lnTo>
                <a:cubicBezTo>
                  <a:pt x="199480" y="118491"/>
                  <a:pt x="195780" y="122206"/>
                  <a:pt x="195780" y="125921"/>
                </a:cubicBezTo>
                <a:lnTo>
                  <a:pt x="195780" y="148114"/>
                </a:lnTo>
                <a:lnTo>
                  <a:pt x="165616" y="148114"/>
                </a:lnTo>
                <a:lnTo>
                  <a:pt x="165616" y="125921"/>
                </a:lnTo>
                <a:cubicBezTo>
                  <a:pt x="165616" y="122206"/>
                  <a:pt x="163150" y="118491"/>
                  <a:pt x="158123" y="118491"/>
                </a:cubicBezTo>
                <a:lnTo>
                  <a:pt x="135547" y="118491"/>
                </a:lnTo>
                <a:lnTo>
                  <a:pt x="135547" y="88868"/>
                </a:lnTo>
                <a:close/>
                <a:moveTo>
                  <a:pt x="29500" y="214884"/>
                </a:moveTo>
                <a:cubicBezTo>
                  <a:pt x="29500" y="211169"/>
                  <a:pt x="33294" y="207454"/>
                  <a:pt x="37183" y="207454"/>
                </a:cubicBezTo>
                <a:lnTo>
                  <a:pt x="67821" y="207454"/>
                </a:lnTo>
                <a:cubicBezTo>
                  <a:pt x="72943" y="207454"/>
                  <a:pt x="75504" y="211169"/>
                  <a:pt x="75504" y="214884"/>
                </a:cubicBezTo>
                <a:cubicBezTo>
                  <a:pt x="75504" y="218599"/>
                  <a:pt x="72943" y="222314"/>
                  <a:pt x="67821" y="222314"/>
                </a:cubicBezTo>
                <a:lnTo>
                  <a:pt x="37183" y="222314"/>
                </a:lnTo>
                <a:cubicBezTo>
                  <a:pt x="33389" y="222314"/>
                  <a:pt x="29500" y="218599"/>
                  <a:pt x="29500" y="214884"/>
                </a:cubicBezTo>
                <a:close/>
                <a:moveTo>
                  <a:pt x="29500" y="244507"/>
                </a:moveTo>
                <a:cubicBezTo>
                  <a:pt x="29500" y="240792"/>
                  <a:pt x="33294" y="237077"/>
                  <a:pt x="37183" y="237077"/>
                </a:cubicBezTo>
                <a:lnTo>
                  <a:pt x="67821" y="237077"/>
                </a:lnTo>
                <a:cubicBezTo>
                  <a:pt x="72943" y="237077"/>
                  <a:pt x="75504" y="240792"/>
                  <a:pt x="75504" y="244507"/>
                </a:cubicBezTo>
                <a:cubicBezTo>
                  <a:pt x="75504" y="248222"/>
                  <a:pt x="72943" y="251936"/>
                  <a:pt x="67821" y="251936"/>
                </a:cubicBezTo>
                <a:lnTo>
                  <a:pt x="37183" y="251936"/>
                </a:lnTo>
                <a:cubicBezTo>
                  <a:pt x="33389" y="251936"/>
                  <a:pt x="29500" y="248222"/>
                  <a:pt x="29500" y="244507"/>
                </a:cubicBezTo>
                <a:close/>
                <a:moveTo>
                  <a:pt x="29500" y="274130"/>
                </a:moveTo>
                <a:cubicBezTo>
                  <a:pt x="29500" y="270415"/>
                  <a:pt x="33294" y="266700"/>
                  <a:pt x="37183" y="266700"/>
                </a:cubicBezTo>
                <a:lnTo>
                  <a:pt x="67821" y="266700"/>
                </a:lnTo>
                <a:cubicBezTo>
                  <a:pt x="72943" y="266700"/>
                  <a:pt x="75504" y="270415"/>
                  <a:pt x="75504" y="274130"/>
                </a:cubicBezTo>
                <a:cubicBezTo>
                  <a:pt x="75504" y="277844"/>
                  <a:pt x="72943" y="281559"/>
                  <a:pt x="67821" y="281559"/>
                </a:cubicBezTo>
                <a:lnTo>
                  <a:pt x="37183" y="281559"/>
                </a:lnTo>
                <a:cubicBezTo>
                  <a:pt x="33389" y="281559"/>
                  <a:pt x="29500" y="277844"/>
                  <a:pt x="29500" y="274130"/>
                </a:cubicBezTo>
                <a:close/>
                <a:moveTo>
                  <a:pt x="29500" y="303752"/>
                </a:moveTo>
                <a:cubicBezTo>
                  <a:pt x="29500" y="300038"/>
                  <a:pt x="33294" y="296323"/>
                  <a:pt x="37183" y="296323"/>
                </a:cubicBezTo>
                <a:lnTo>
                  <a:pt x="67821" y="296323"/>
                </a:lnTo>
                <a:cubicBezTo>
                  <a:pt x="72943" y="296323"/>
                  <a:pt x="75504" y="300038"/>
                  <a:pt x="75504" y="303752"/>
                </a:cubicBezTo>
                <a:cubicBezTo>
                  <a:pt x="75504" y="307467"/>
                  <a:pt x="72943" y="311182"/>
                  <a:pt x="67821" y="311182"/>
                </a:cubicBezTo>
                <a:lnTo>
                  <a:pt x="37183" y="311182"/>
                </a:lnTo>
                <a:cubicBezTo>
                  <a:pt x="33389" y="311182"/>
                  <a:pt x="29500" y="307467"/>
                  <a:pt x="29500" y="303752"/>
                </a:cubicBezTo>
                <a:close/>
                <a:moveTo>
                  <a:pt x="286177" y="214884"/>
                </a:moveTo>
                <a:cubicBezTo>
                  <a:pt x="286177" y="211169"/>
                  <a:pt x="289971" y="207454"/>
                  <a:pt x="293670" y="207454"/>
                </a:cubicBezTo>
                <a:lnTo>
                  <a:pt x="323739" y="207454"/>
                </a:lnTo>
                <a:cubicBezTo>
                  <a:pt x="328767" y="207454"/>
                  <a:pt x="331233" y="211169"/>
                  <a:pt x="331233" y="214884"/>
                </a:cubicBezTo>
                <a:cubicBezTo>
                  <a:pt x="331233" y="218599"/>
                  <a:pt x="328767" y="222314"/>
                  <a:pt x="323739" y="222314"/>
                </a:cubicBezTo>
                <a:lnTo>
                  <a:pt x="293670" y="222314"/>
                </a:lnTo>
                <a:cubicBezTo>
                  <a:pt x="289876" y="222314"/>
                  <a:pt x="286177" y="218599"/>
                  <a:pt x="286177" y="214884"/>
                </a:cubicBezTo>
                <a:close/>
                <a:moveTo>
                  <a:pt x="286177" y="244507"/>
                </a:moveTo>
                <a:cubicBezTo>
                  <a:pt x="286177" y="240792"/>
                  <a:pt x="289971" y="237077"/>
                  <a:pt x="293670" y="237077"/>
                </a:cubicBezTo>
                <a:lnTo>
                  <a:pt x="323739" y="237077"/>
                </a:lnTo>
                <a:cubicBezTo>
                  <a:pt x="328767" y="237077"/>
                  <a:pt x="331233" y="240792"/>
                  <a:pt x="331233" y="244507"/>
                </a:cubicBezTo>
                <a:cubicBezTo>
                  <a:pt x="331233" y="248222"/>
                  <a:pt x="328767" y="251936"/>
                  <a:pt x="323739" y="251936"/>
                </a:cubicBezTo>
                <a:lnTo>
                  <a:pt x="293670" y="251936"/>
                </a:lnTo>
                <a:cubicBezTo>
                  <a:pt x="289876" y="251936"/>
                  <a:pt x="286177" y="248222"/>
                  <a:pt x="286177" y="244507"/>
                </a:cubicBezTo>
                <a:close/>
                <a:moveTo>
                  <a:pt x="286177" y="274130"/>
                </a:moveTo>
                <a:cubicBezTo>
                  <a:pt x="286177" y="270415"/>
                  <a:pt x="289971" y="266700"/>
                  <a:pt x="293670" y="266700"/>
                </a:cubicBezTo>
                <a:lnTo>
                  <a:pt x="323739" y="266700"/>
                </a:lnTo>
                <a:cubicBezTo>
                  <a:pt x="328767" y="266700"/>
                  <a:pt x="331233" y="270415"/>
                  <a:pt x="331233" y="274130"/>
                </a:cubicBezTo>
                <a:cubicBezTo>
                  <a:pt x="331233" y="277844"/>
                  <a:pt x="328767" y="281559"/>
                  <a:pt x="323739" y="281559"/>
                </a:cubicBezTo>
                <a:lnTo>
                  <a:pt x="293670" y="281559"/>
                </a:lnTo>
                <a:cubicBezTo>
                  <a:pt x="289876" y="281559"/>
                  <a:pt x="286177" y="277844"/>
                  <a:pt x="286177" y="274130"/>
                </a:cubicBezTo>
                <a:close/>
                <a:moveTo>
                  <a:pt x="286177" y="303752"/>
                </a:moveTo>
                <a:cubicBezTo>
                  <a:pt x="286177" y="300038"/>
                  <a:pt x="289971" y="296323"/>
                  <a:pt x="293670" y="296323"/>
                </a:cubicBezTo>
                <a:lnTo>
                  <a:pt x="323739" y="296323"/>
                </a:lnTo>
                <a:cubicBezTo>
                  <a:pt x="328767" y="296323"/>
                  <a:pt x="331233" y="300038"/>
                  <a:pt x="331233" y="303752"/>
                </a:cubicBezTo>
                <a:cubicBezTo>
                  <a:pt x="331233" y="307467"/>
                  <a:pt x="328767" y="311182"/>
                  <a:pt x="323739" y="311182"/>
                </a:cubicBezTo>
                <a:lnTo>
                  <a:pt x="293670" y="311182"/>
                </a:lnTo>
                <a:cubicBezTo>
                  <a:pt x="289876" y="311182"/>
                  <a:pt x="286177" y="307467"/>
                  <a:pt x="286177" y="303752"/>
                </a:cubicBezTo>
                <a:close/>
                <a:moveTo>
                  <a:pt x="120560" y="229648"/>
                </a:moveTo>
                <a:cubicBezTo>
                  <a:pt x="120560" y="225933"/>
                  <a:pt x="124260" y="222218"/>
                  <a:pt x="127959" y="222218"/>
                </a:cubicBezTo>
                <a:lnTo>
                  <a:pt x="142756" y="222218"/>
                </a:lnTo>
                <a:cubicBezTo>
                  <a:pt x="147689" y="222218"/>
                  <a:pt x="150155" y="225933"/>
                  <a:pt x="150155" y="229648"/>
                </a:cubicBezTo>
                <a:cubicBezTo>
                  <a:pt x="150155" y="233363"/>
                  <a:pt x="147689" y="237077"/>
                  <a:pt x="142756" y="237077"/>
                </a:cubicBezTo>
                <a:lnTo>
                  <a:pt x="127959" y="237077"/>
                </a:lnTo>
                <a:cubicBezTo>
                  <a:pt x="124260" y="237077"/>
                  <a:pt x="120560" y="233363"/>
                  <a:pt x="120560" y="229648"/>
                </a:cubicBezTo>
                <a:close/>
                <a:moveTo>
                  <a:pt x="120560" y="259271"/>
                </a:moveTo>
                <a:cubicBezTo>
                  <a:pt x="120560" y="255556"/>
                  <a:pt x="124260" y="251841"/>
                  <a:pt x="127959" y="251841"/>
                </a:cubicBezTo>
                <a:lnTo>
                  <a:pt x="142756" y="251841"/>
                </a:lnTo>
                <a:cubicBezTo>
                  <a:pt x="147689" y="251841"/>
                  <a:pt x="150155" y="255556"/>
                  <a:pt x="150155" y="259271"/>
                </a:cubicBezTo>
                <a:cubicBezTo>
                  <a:pt x="150155" y="262985"/>
                  <a:pt x="147689" y="266700"/>
                  <a:pt x="142756" y="266700"/>
                </a:cubicBezTo>
                <a:lnTo>
                  <a:pt x="127959" y="266700"/>
                </a:lnTo>
                <a:cubicBezTo>
                  <a:pt x="124260" y="266700"/>
                  <a:pt x="120560" y="262985"/>
                  <a:pt x="120560" y="259271"/>
                </a:cubicBezTo>
                <a:close/>
                <a:moveTo>
                  <a:pt x="120560" y="288989"/>
                </a:moveTo>
                <a:cubicBezTo>
                  <a:pt x="120560" y="285274"/>
                  <a:pt x="124260" y="281559"/>
                  <a:pt x="127959" y="281559"/>
                </a:cubicBezTo>
                <a:lnTo>
                  <a:pt x="142756" y="281559"/>
                </a:lnTo>
                <a:cubicBezTo>
                  <a:pt x="147689" y="281559"/>
                  <a:pt x="150155" y="285274"/>
                  <a:pt x="150155" y="288989"/>
                </a:cubicBezTo>
                <a:cubicBezTo>
                  <a:pt x="150155" y="292703"/>
                  <a:pt x="147689" y="296418"/>
                  <a:pt x="142756" y="296418"/>
                </a:cubicBezTo>
                <a:lnTo>
                  <a:pt x="127959" y="296418"/>
                </a:lnTo>
                <a:cubicBezTo>
                  <a:pt x="124260" y="296418"/>
                  <a:pt x="120560" y="292703"/>
                  <a:pt x="120560" y="288989"/>
                </a:cubicBezTo>
                <a:close/>
                <a:moveTo>
                  <a:pt x="165616" y="229648"/>
                </a:moveTo>
                <a:cubicBezTo>
                  <a:pt x="165616" y="225933"/>
                  <a:pt x="169316" y="222218"/>
                  <a:pt x="173015" y="222218"/>
                </a:cubicBezTo>
                <a:lnTo>
                  <a:pt x="187812" y="222218"/>
                </a:lnTo>
                <a:cubicBezTo>
                  <a:pt x="192745" y="222218"/>
                  <a:pt x="195211" y="225933"/>
                  <a:pt x="195211" y="229648"/>
                </a:cubicBezTo>
                <a:cubicBezTo>
                  <a:pt x="195211" y="233363"/>
                  <a:pt x="192745" y="237077"/>
                  <a:pt x="187812" y="237077"/>
                </a:cubicBezTo>
                <a:lnTo>
                  <a:pt x="173015" y="237077"/>
                </a:lnTo>
                <a:cubicBezTo>
                  <a:pt x="169316" y="237077"/>
                  <a:pt x="165616" y="233363"/>
                  <a:pt x="165616" y="229648"/>
                </a:cubicBezTo>
                <a:close/>
                <a:moveTo>
                  <a:pt x="165616" y="259271"/>
                </a:moveTo>
                <a:cubicBezTo>
                  <a:pt x="165616" y="255556"/>
                  <a:pt x="169316" y="251841"/>
                  <a:pt x="173015" y="251841"/>
                </a:cubicBezTo>
                <a:lnTo>
                  <a:pt x="187812" y="251841"/>
                </a:lnTo>
                <a:cubicBezTo>
                  <a:pt x="192745" y="251841"/>
                  <a:pt x="195211" y="255556"/>
                  <a:pt x="195211" y="259271"/>
                </a:cubicBezTo>
                <a:cubicBezTo>
                  <a:pt x="195211" y="262985"/>
                  <a:pt x="192745" y="266700"/>
                  <a:pt x="187812" y="266700"/>
                </a:cubicBezTo>
                <a:lnTo>
                  <a:pt x="173015" y="266700"/>
                </a:lnTo>
                <a:cubicBezTo>
                  <a:pt x="169316" y="266700"/>
                  <a:pt x="165616" y="262985"/>
                  <a:pt x="165616" y="259271"/>
                </a:cubicBezTo>
                <a:close/>
                <a:moveTo>
                  <a:pt x="165616" y="288989"/>
                </a:moveTo>
                <a:cubicBezTo>
                  <a:pt x="165616" y="285274"/>
                  <a:pt x="169316" y="281559"/>
                  <a:pt x="173015" y="281559"/>
                </a:cubicBezTo>
                <a:lnTo>
                  <a:pt x="187812" y="281559"/>
                </a:lnTo>
                <a:cubicBezTo>
                  <a:pt x="192745" y="281559"/>
                  <a:pt x="195211" y="285274"/>
                  <a:pt x="195211" y="288989"/>
                </a:cubicBezTo>
                <a:cubicBezTo>
                  <a:pt x="195211" y="292703"/>
                  <a:pt x="192745" y="296418"/>
                  <a:pt x="187812" y="296418"/>
                </a:cubicBezTo>
                <a:lnTo>
                  <a:pt x="173015" y="296418"/>
                </a:lnTo>
                <a:cubicBezTo>
                  <a:pt x="169316" y="296418"/>
                  <a:pt x="165616" y="292703"/>
                  <a:pt x="165616" y="288989"/>
                </a:cubicBezTo>
                <a:close/>
                <a:moveTo>
                  <a:pt x="210767" y="229648"/>
                </a:moveTo>
                <a:cubicBezTo>
                  <a:pt x="210767" y="225933"/>
                  <a:pt x="214561" y="222218"/>
                  <a:pt x="218356" y="222218"/>
                </a:cubicBezTo>
                <a:lnTo>
                  <a:pt x="233532" y="222218"/>
                </a:lnTo>
                <a:cubicBezTo>
                  <a:pt x="238560" y="222218"/>
                  <a:pt x="241121" y="225933"/>
                  <a:pt x="241121" y="229648"/>
                </a:cubicBezTo>
                <a:cubicBezTo>
                  <a:pt x="241121" y="233363"/>
                  <a:pt x="238560" y="237077"/>
                  <a:pt x="233532" y="237077"/>
                </a:cubicBezTo>
                <a:lnTo>
                  <a:pt x="218356" y="237077"/>
                </a:lnTo>
                <a:cubicBezTo>
                  <a:pt x="214561" y="237077"/>
                  <a:pt x="210767" y="233363"/>
                  <a:pt x="210767" y="229648"/>
                </a:cubicBezTo>
                <a:close/>
                <a:moveTo>
                  <a:pt x="210767" y="259271"/>
                </a:moveTo>
                <a:cubicBezTo>
                  <a:pt x="210767" y="255556"/>
                  <a:pt x="214561" y="251841"/>
                  <a:pt x="218356" y="251841"/>
                </a:cubicBezTo>
                <a:lnTo>
                  <a:pt x="233532" y="251841"/>
                </a:lnTo>
                <a:cubicBezTo>
                  <a:pt x="238560" y="251841"/>
                  <a:pt x="241121" y="255556"/>
                  <a:pt x="241121" y="259271"/>
                </a:cubicBezTo>
                <a:cubicBezTo>
                  <a:pt x="241121" y="262985"/>
                  <a:pt x="238560" y="266700"/>
                  <a:pt x="233532" y="266700"/>
                </a:cubicBezTo>
                <a:lnTo>
                  <a:pt x="218356" y="266700"/>
                </a:lnTo>
                <a:cubicBezTo>
                  <a:pt x="214561" y="266700"/>
                  <a:pt x="210767" y="262985"/>
                  <a:pt x="210767" y="259271"/>
                </a:cubicBezTo>
                <a:close/>
                <a:moveTo>
                  <a:pt x="210767" y="288989"/>
                </a:moveTo>
                <a:cubicBezTo>
                  <a:pt x="210767" y="285274"/>
                  <a:pt x="214561" y="281559"/>
                  <a:pt x="218356" y="281559"/>
                </a:cubicBezTo>
                <a:lnTo>
                  <a:pt x="233532" y="281559"/>
                </a:lnTo>
                <a:cubicBezTo>
                  <a:pt x="238560" y="281559"/>
                  <a:pt x="241121" y="285274"/>
                  <a:pt x="241121" y="288989"/>
                </a:cubicBezTo>
                <a:cubicBezTo>
                  <a:pt x="241121" y="292703"/>
                  <a:pt x="238560" y="296418"/>
                  <a:pt x="233532" y="296418"/>
                </a:cubicBezTo>
                <a:lnTo>
                  <a:pt x="218356" y="296418"/>
                </a:lnTo>
                <a:cubicBezTo>
                  <a:pt x="214561" y="296418"/>
                  <a:pt x="210767" y="292703"/>
                  <a:pt x="210767" y="28898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7">
            <a:extLst>
              <a:ext uri="{FF2B5EF4-FFF2-40B4-BE49-F238E27FC236}">
                <a16:creationId xmlns:a16="http://schemas.microsoft.com/office/drawing/2014/main" id="{216CF008-DD8C-D4E7-1EAA-CA10CB179D35}"/>
              </a:ext>
            </a:extLst>
          </p:cNvPr>
          <p:cNvSpPr/>
          <p:nvPr/>
        </p:nvSpPr>
        <p:spPr>
          <a:xfrm>
            <a:off x="7104949" y="1433087"/>
            <a:ext cx="483234" cy="475170"/>
          </a:xfrm>
          <a:custGeom>
            <a:avLst/>
            <a:gdLst>
              <a:gd name="connsiteX0" fmla="*/ 360828 w 360827"/>
              <a:gd name="connsiteY0" fmla="*/ 185166 h 354806"/>
              <a:gd name="connsiteX1" fmla="*/ 353334 w 360827"/>
              <a:gd name="connsiteY1" fmla="*/ 177832 h 354806"/>
              <a:gd name="connsiteX2" fmla="*/ 270621 w 360827"/>
              <a:gd name="connsiteY2" fmla="*/ 177832 h 354806"/>
              <a:gd name="connsiteX3" fmla="*/ 270621 w 360827"/>
              <a:gd name="connsiteY3" fmla="*/ 157925 h 354806"/>
              <a:gd name="connsiteX4" fmla="*/ 286177 w 360827"/>
              <a:gd name="connsiteY4" fmla="*/ 103727 h 354806"/>
              <a:gd name="connsiteX5" fmla="*/ 180793 w 360827"/>
              <a:gd name="connsiteY5" fmla="*/ 0 h 354806"/>
              <a:gd name="connsiteX6" fmla="*/ 75410 w 360827"/>
              <a:gd name="connsiteY6" fmla="*/ 103727 h 354806"/>
              <a:gd name="connsiteX7" fmla="*/ 90207 w 360827"/>
              <a:gd name="connsiteY7" fmla="*/ 156115 h 354806"/>
              <a:gd name="connsiteX8" fmla="*/ 90207 w 360827"/>
              <a:gd name="connsiteY8" fmla="*/ 177832 h 354806"/>
              <a:gd name="connsiteX9" fmla="*/ 7494 w 360827"/>
              <a:gd name="connsiteY9" fmla="*/ 177832 h 354806"/>
              <a:gd name="connsiteX10" fmla="*/ 0 w 360827"/>
              <a:gd name="connsiteY10" fmla="*/ 185166 h 354806"/>
              <a:gd name="connsiteX11" fmla="*/ 0 w 360827"/>
              <a:gd name="connsiteY11" fmla="*/ 347472 h 354806"/>
              <a:gd name="connsiteX12" fmla="*/ 0 w 360827"/>
              <a:gd name="connsiteY12" fmla="*/ 347663 h 354806"/>
              <a:gd name="connsiteX13" fmla="*/ 0 w 360827"/>
              <a:gd name="connsiteY13" fmla="*/ 347853 h 354806"/>
              <a:gd name="connsiteX14" fmla="*/ 7209 w 360827"/>
              <a:gd name="connsiteY14" fmla="*/ 354806 h 354806"/>
              <a:gd name="connsiteX15" fmla="*/ 7494 w 360827"/>
              <a:gd name="connsiteY15" fmla="*/ 354806 h 354806"/>
              <a:gd name="connsiteX16" fmla="*/ 353334 w 360827"/>
              <a:gd name="connsiteY16" fmla="*/ 354806 h 354806"/>
              <a:gd name="connsiteX17" fmla="*/ 353713 w 360827"/>
              <a:gd name="connsiteY17" fmla="*/ 354806 h 354806"/>
              <a:gd name="connsiteX18" fmla="*/ 360828 w 360827"/>
              <a:gd name="connsiteY18" fmla="*/ 347853 h 354806"/>
              <a:gd name="connsiteX19" fmla="*/ 360828 w 360827"/>
              <a:gd name="connsiteY19" fmla="*/ 347663 h 354806"/>
              <a:gd name="connsiteX20" fmla="*/ 360828 w 360827"/>
              <a:gd name="connsiteY20" fmla="*/ 347472 h 354806"/>
              <a:gd name="connsiteX21" fmla="*/ 360828 w 360827"/>
              <a:gd name="connsiteY21" fmla="*/ 185166 h 354806"/>
              <a:gd name="connsiteX22" fmla="*/ 345840 w 360827"/>
              <a:gd name="connsiteY22" fmla="*/ 192500 h 354806"/>
              <a:gd name="connsiteX23" fmla="*/ 345840 w 360827"/>
              <a:gd name="connsiteY23" fmla="*/ 340805 h 354806"/>
              <a:gd name="connsiteX24" fmla="*/ 270905 w 360827"/>
              <a:gd name="connsiteY24" fmla="*/ 340805 h 354806"/>
              <a:gd name="connsiteX25" fmla="*/ 270905 w 360827"/>
              <a:gd name="connsiteY25" fmla="*/ 192500 h 354806"/>
              <a:gd name="connsiteX26" fmla="*/ 345840 w 360827"/>
              <a:gd name="connsiteY26" fmla="*/ 192500 h 354806"/>
              <a:gd name="connsiteX27" fmla="*/ 180793 w 360827"/>
              <a:gd name="connsiteY27" fmla="*/ 14764 h 354806"/>
              <a:gd name="connsiteX28" fmla="*/ 271095 w 360827"/>
              <a:gd name="connsiteY28" fmla="*/ 103727 h 354806"/>
              <a:gd name="connsiteX29" fmla="*/ 258195 w 360827"/>
              <a:gd name="connsiteY29" fmla="*/ 149638 h 354806"/>
              <a:gd name="connsiteX30" fmla="*/ 256298 w 360827"/>
              <a:gd name="connsiteY30" fmla="*/ 152686 h 354806"/>
              <a:gd name="connsiteX31" fmla="*/ 180793 w 360827"/>
              <a:gd name="connsiteY31" fmla="*/ 192596 h 354806"/>
              <a:gd name="connsiteX32" fmla="*/ 90491 w 360827"/>
              <a:gd name="connsiteY32" fmla="*/ 103632 h 354806"/>
              <a:gd name="connsiteX33" fmla="*/ 180793 w 360827"/>
              <a:gd name="connsiteY33" fmla="*/ 14669 h 354806"/>
              <a:gd name="connsiteX34" fmla="*/ 180793 w 360827"/>
              <a:gd name="connsiteY34" fmla="*/ 207454 h 354806"/>
              <a:gd name="connsiteX35" fmla="*/ 255823 w 360827"/>
              <a:gd name="connsiteY35" fmla="*/ 176594 h 354806"/>
              <a:gd name="connsiteX36" fmla="*/ 255823 w 360827"/>
              <a:gd name="connsiteY36" fmla="*/ 340805 h 354806"/>
              <a:gd name="connsiteX37" fmla="*/ 210767 w 360827"/>
              <a:gd name="connsiteY37" fmla="*/ 340805 h 354806"/>
              <a:gd name="connsiteX38" fmla="*/ 210767 w 360827"/>
              <a:gd name="connsiteY38" fmla="*/ 318421 h 354806"/>
              <a:gd name="connsiteX39" fmla="*/ 203179 w 360827"/>
              <a:gd name="connsiteY39" fmla="*/ 311182 h 354806"/>
              <a:gd name="connsiteX40" fmla="*/ 157649 w 360827"/>
              <a:gd name="connsiteY40" fmla="*/ 311182 h 354806"/>
              <a:gd name="connsiteX41" fmla="*/ 150060 w 360827"/>
              <a:gd name="connsiteY41" fmla="*/ 318421 h 354806"/>
              <a:gd name="connsiteX42" fmla="*/ 150060 w 360827"/>
              <a:gd name="connsiteY42" fmla="*/ 340805 h 354806"/>
              <a:gd name="connsiteX43" fmla="*/ 105004 w 360827"/>
              <a:gd name="connsiteY43" fmla="*/ 340805 h 354806"/>
              <a:gd name="connsiteX44" fmla="*/ 105004 w 360827"/>
              <a:gd name="connsiteY44" fmla="*/ 175165 h 354806"/>
              <a:gd name="connsiteX45" fmla="*/ 180888 w 360827"/>
              <a:gd name="connsiteY45" fmla="*/ 207359 h 354806"/>
              <a:gd name="connsiteX46" fmla="*/ 165237 w 360827"/>
              <a:gd name="connsiteY46" fmla="*/ 340233 h 354806"/>
              <a:gd name="connsiteX47" fmla="*/ 165237 w 360827"/>
              <a:gd name="connsiteY47" fmla="*/ 325660 h 354806"/>
              <a:gd name="connsiteX48" fmla="*/ 195591 w 360827"/>
              <a:gd name="connsiteY48" fmla="*/ 325660 h 354806"/>
              <a:gd name="connsiteX49" fmla="*/ 195591 w 360827"/>
              <a:gd name="connsiteY49" fmla="*/ 340233 h 354806"/>
              <a:gd name="connsiteX50" fmla="*/ 165237 w 360827"/>
              <a:gd name="connsiteY50" fmla="*/ 340233 h 354806"/>
              <a:gd name="connsiteX51" fmla="*/ 89922 w 360827"/>
              <a:gd name="connsiteY51" fmla="*/ 192500 h 354806"/>
              <a:gd name="connsiteX52" fmla="*/ 89922 w 360827"/>
              <a:gd name="connsiteY52" fmla="*/ 340805 h 354806"/>
              <a:gd name="connsiteX53" fmla="*/ 14987 w 360827"/>
              <a:gd name="connsiteY53" fmla="*/ 340805 h 354806"/>
              <a:gd name="connsiteX54" fmla="*/ 14987 w 360827"/>
              <a:gd name="connsiteY54" fmla="*/ 192500 h 354806"/>
              <a:gd name="connsiteX55" fmla="*/ 89922 w 360827"/>
              <a:gd name="connsiteY55" fmla="*/ 192500 h 354806"/>
              <a:gd name="connsiteX56" fmla="*/ 128054 w 360827"/>
              <a:gd name="connsiteY56" fmla="*/ 133350 h 354806"/>
              <a:gd name="connsiteX57" fmla="*/ 150629 w 360827"/>
              <a:gd name="connsiteY57" fmla="*/ 133350 h 354806"/>
              <a:gd name="connsiteX58" fmla="*/ 150629 w 360827"/>
              <a:gd name="connsiteY58" fmla="*/ 155543 h 354806"/>
              <a:gd name="connsiteX59" fmla="*/ 158123 w 360827"/>
              <a:gd name="connsiteY59" fmla="*/ 162973 h 354806"/>
              <a:gd name="connsiteX60" fmla="*/ 203369 w 360827"/>
              <a:gd name="connsiteY60" fmla="*/ 162973 h 354806"/>
              <a:gd name="connsiteX61" fmla="*/ 210862 w 360827"/>
              <a:gd name="connsiteY61" fmla="*/ 155543 h 354806"/>
              <a:gd name="connsiteX62" fmla="*/ 210862 w 360827"/>
              <a:gd name="connsiteY62" fmla="*/ 133350 h 354806"/>
              <a:gd name="connsiteX63" fmla="*/ 233438 w 360827"/>
              <a:gd name="connsiteY63" fmla="*/ 133350 h 354806"/>
              <a:gd name="connsiteX64" fmla="*/ 240931 w 360827"/>
              <a:gd name="connsiteY64" fmla="*/ 125921 h 354806"/>
              <a:gd name="connsiteX65" fmla="*/ 240931 w 360827"/>
              <a:gd name="connsiteY65" fmla="*/ 81439 h 354806"/>
              <a:gd name="connsiteX66" fmla="*/ 233438 w 360827"/>
              <a:gd name="connsiteY66" fmla="*/ 74009 h 354806"/>
              <a:gd name="connsiteX67" fmla="*/ 210862 w 360827"/>
              <a:gd name="connsiteY67" fmla="*/ 74009 h 354806"/>
              <a:gd name="connsiteX68" fmla="*/ 210862 w 360827"/>
              <a:gd name="connsiteY68" fmla="*/ 51816 h 354806"/>
              <a:gd name="connsiteX69" fmla="*/ 209629 w 360827"/>
              <a:gd name="connsiteY69" fmla="*/ 46863 h 354806"/>
              <a:gd name="connsiteX70" fmla="*/ 203369 w 360827"/>
              <a:gd name="connsiteY70" fmla="*/ 44387 h 354806"/>
              <a:gd name="connsiteX71" fmla="*/ 158123 w 360827"/>
              <a:gd name="connsiteY71" fmla="*/ 44387 h 354806"/>
              <a:gd name="connsiteX72" fmla="*/ 150629 w 360827"/>
              <a:gd name="connsiteY72" fmla="*/ 51816 h 354806"/>
              <a:gd name="connsiteX73" fmla="*/ 150629 w 360827"/>
              <a:gd name="connsiteY73" fmla="*/ 74009 h 354806"/>
              <a:gd name="connsiteX74" fmla="*/ 128054 w 360827"/>
              <a:gd name="connsiteY74" fmla="*/ 74009 h 354806"/>
              <a:gd name="connsiteX75" fmla="*/ 120560 w 360827"/>
              <a:gd name="connsiteY75" fmla="*/ 81439 h 354806"/>
              <a:gd name="connsiteX76" fmla="*/ 120560 w 360827"/>
              <a:gd name="connsiteY76" fmla="*/ 125921 h 354806"/>
              <a:gd name="connsiteX77" fmla="*/ 128054 w 360827"/>
              <a:gd name="connsiteY77" fmla="*/ 133350 h 354806"/>
              <a:gd name="connsiteX78" fmla="*/ 135547 w 360827"/>
              <a:gd name="connsiteY78" fmla="*/ 88868 h 354806"/>
              <a:gd name="connsiteX79" fmla="*/ 158123 w 360827"/>
              <a:gd name="connsiteY79" fmla="*/ 88868 h 354806"/>
              <a:gd name="connsiteX80" fmla="*/ 165616 w 360827"/>
              <a:gd name="connsiteY80" fmla="*/ 81439 h 354806"/>
              <a:gd name="connsiteX81" fmla="*/ 165616 w 360827"/>
              <a:gd name="connsiteY81" fmla="*/ 59246 h 354806"/>
              <a:gd name="connsiteX82" fmla="*/ 195780 w 360827"/>
              <a:gd name="connsiteY82" fmla="*/ 59246 h 354806"/>
              <a:gd name="connsiteX83" fmla="*/ 195780 w 360827"/>
              <a:gd name="connsiteY83" fmla="*/ 81439 h 354806"/>
              <a:gd name="connsiteX84" fmla="*/ 198246 w 360827"/>
              <a:gd name="connsiteY84" fmla="*/ 86392 h 354806"/>
              <a:gd name="connsiteX85" fmla="*/ 203274 w 360827"/>
              <a:gd name="connsiteY85" fmla="*/ 88868 h 354806"/>
              <a:gd name="connsiteX86" fmla="*/ 225849 w 360827"/>
              <a:gd name="connsiteY86" fmla="*/ 88868 h 354806"/>
              <a:gd name="connsiteX87" fmla="*/ 225849 w 360827"/>
              <a:gd name="connsiteY87" fmla="*/ 118491 h 354806"/>
              <a:gd name="connsiteX88" fmla="*/ 203274 w 360827"/>
              <a:gd name="connsiteY88" fmla="*/ 118491 h 354806"/>
              <a:gd name="connsiteX89" fmla="*/ 195780 w 360827"/>
              <a:gd name="connsiteY89" fmla="*/ 125921 h 354806"/>
              <a:gd name="connsiteX90" fmla="*/ 195780 w 360827"/>
              <a:gd name="connsiteY90" fmla="*/ 148114 h 354806"/>
              <a:gd name="connsiteX91" fmla="*/ 165616 w 360827"/>
              <a:gd name="connsiteY91" fmla="*/ 148114 h 354806"/>
              <a:gd name="connsiteX92" fmla="*/ 165616 w 360827"/>
              <a:gd name="connsiteY92" fmla="*/ 125921 h 354806"/>
              <a:gd name="connsiteX93" fmla="*/ 158123 w 360827"/>
              <a:gd name="connsiteY93" fmla="*/ 118491 h 354806"/>
              <a:gd name="connsiteX94" fmla="*/ 135547 w 360827"/>
              <a:gd name="connsiteY94" fmla="*/ 118491 h 354806"/>
              <a:gd name="connsiteX95" fmla="*/ 135547 w 360827"/>
              <a:gd name="connsiteY95" fmla="*/ 88868 h 354806"/>
              <a:gd name="connsiteX96" fmla="*/ 29500 w 360827"/>
              <a:gd name="connsiteY96" fmla="*/ 214884 h 354806"/>
              <a:gd name="connsiteX97" fmla="*/ 37183 w 360827"/>
              <a:gd name="connsiteY97" fmla="*/ 207454 h 354806"/>
              <a:gd name="connsiteX98" fmla="*/ 67821 w 360827"/>
              <a:gd name="connsiteY98" fmla="*/ 207454 h 354806"/>
              <a:gd name="connsiteX99" fmla="*/ 75504 w 360827"/>
              <a:gd name="connsiteY99" fmla="*/ 214884 h 354806"/>
              <a:gd name="connsiteX100" fmla="*/ 67821 w 360827"/>
              <a:gd name="connsiteY100" fmla="*/ 222314 h 354806"/>
              <a:gd name="connsiteX101" fmla="*/ 37183 w 360827"/>
              <a:gd name="connsiteY101" fmla="*/ 222314 h 354806"/>
              <a:gd name="connsiteX102" fmla="*/ 29500 w 360827"/>
              <a:gd name="connsiteY102" fmla="*/ 214884 h 354806"/>
              <a:gd name="connsiteX103" fmla="*/ 29500 w 360827"/>
              <a:gd name="connsiteY103" fmla="*/ 244507 h 354806"/>
              <a:gd name="connsiteX104" fmla="*/ 37183 w 360827"/>
              <a:gd name="connsiteY104" fmla="*/ 237077 h 354806"/>
              <a:gd name="connsiteX105" fmla="*/ 67821 w 360827"/>
              <a:gd name="connsiteY105" fmla="*/ 237077 h 354806"/>
              <a:gd name="connsiteX106" fmla="*/ 75504 w 360827"/>
              <a:gd name="connsiteY106" fmla="*/ 244507 h 354806"/>
              <a:gd name="connsiteX107" fmla="*/ 67821 w 360827"/>
              <a:gd name="connsiteY107" fmla="*/ 251936 h 354806"/>
              <a:gd name="connsiteX108" fmla="*/ 37183 w 360827"/>
              <a:gd name="connsiteY108" fmla="*/ 251936 h 354806"/>
              <a:gd name="connsiteX109" fmla="*/ 29500 w 360827"/>
              <a:gd name="connsiteY109" fmla="*/ 244507 h 354806"/>
              <a:gd name="connsiteX110" fmla="*/ 29500 w 360827"/>
              <a:gd name="connsiteY110" fmla="*/ 274130 h 354806"/>
              <a:gd name="connsiteX111" fmla="*/ 37183 w 360827"/>
              <a:gd name="connsiteY111" fmla="*/ 266700 h 354806"/>
              <a:gd name="connsiteX112" fmla="*/ 67821 w 360827"/>
              <a:gd name="connsiteY112" fmla="*/ 266700 h 354806"/>
              <a:gd name="connsiteX113" fmla="*/ 75504 w 360827"/>
              <a:gd name="connsiteY113" fmla="*/ 274130 h 354806"/>
              <a:gd name="connsiteX114" fmla="*/ 67821 w 360827"/>
              <a:gd name="connsiteY114" fmla="*/ 281559 h 354806"/>
              <a:gd name="connsiteX115" fmla="*/ 37183 w 360827"/>
              <a:gd name="connsiteY115" fmla="*/ 281559 h 354806"/>
              <a:gd name="connsiteX116" fmla="*/ 29500 w 360827"/>
              <a:gd name="connsiteY116" fmla="*/ 274130 h 354806"/>
              <a:gd name="connsiteX117" fmla="*/ 29500 w 360827"/>
              <a:gd name="connsiteY117" fmla="*/ 303752 h 354806"/>
              <a:gd name="connsiteX118" fmla="*/ 37183 w 360827"/>
              <a:gd name="connsiteY118" fmla="*/ 296323 h 354806"/>
              <a:gd name="connsiteX119" fmla="*/ 67821 w 360827"/>
              <a:gd name="connsiteY119" fmla="*/ 296323 h 354806"/>
              <a:gd name="connsiteX120" fmla="*/ 75504 w 360827"/>
              <a:gd name="connsiteY120" fmla="*/ 303752 h 354806"/>
              <a:gd name="connsiteX121" fmla="*/ 67821 w 360827"/>
              <a:gd name="connsiteY121" fmla="*/ 311182 h 354806"/>
              <a:gd name="connsiteX122" fmla="*/ 37183 w 360827"/>
              <a:gd name="connsiteY122" fmla="*/ 311182 h 354806"/>
              <a:gd name="connsiteX123" fmla="*/ 29500 w 360827"/>
              <a:gd name="connsiteY123" fmla="*/ 303752 h 354806"/>
              <a:gd name="connsiteX124" fmla="*/ 286177 w 360827"/>
              <a:gd name="connsiteY124" fmla="*/ 214884 h 354806"/>
              <a:gd name="connsiteX125" fmla="*/ 293670 w 360827"/>
              <a:gd name="connsiteY125" fmla="*/ 207454 h 354806"/>
              <a:gd name="connsiteX126" fmla="*/ 323739 w 360827"/>
              <a:gd name="connsiteY126" fmla="*/ 207454 h 354806"/>
              <a:gd name="connsiteX127" fmla="*/ 331233 w 360827"/>
              <a:gd name="connsiteY127" fmla="*/ 214884 h 354806"/>
              <a:gd name="connsiteX128" fmla="*/ 323739 w 360827"/>
              <a:gd name="connsiteY128" fmla="*/ 222314 h 354806"/>
              <a:gd name="connsiteX129" fmla="*/ 293670 w 360827"/>
              <a:gd name="connsiteY129" fmla="*/ 222314 h 354806"/>
              <a:gd name="connsiteX130" fmla="*/ 286177 w 360827"/>
              <a:gd name="connsiteY130" fmla="*/ 214884 h 354806"/>
              <a:gd name="connsiteX131" fmla="*/ 286177 w 360827"/>
              <a:gd name="connsiteY131" fmla="*/ 244507 h 354806"/>
              <a:gd name="connsiteX132" fmla="*/ 293670 w 360827"/>
              <a:gd name="connsiteY132" fmla="*/ 237077 h 354806"/>
              <a:gd name="connsiteX133" fmla="*/ 323739 w 360827"/>
              <a:gd name="connsiteY133" fmla="*/ 237077 h 354806"/>
              <a:gd name="connsiteX134" fmla="*/ 331233 w 360827"/>
              <a:gd name="connsiteY134" fmla="*/ 244507 h 354806"/>
              <a:gd name="connsiteX135" fmla="*/ 323739 w 360827"/>
              <a:gd name="connsiteY135" fmla="*/ 251936 h 354806"/>
              <a:gd name="connsiteX136" fmla="*/ 293670 w 360827"/>
              <a:gd name="connsiteY136" fmla="*/ 251936 h 354806"/>
              <a:gd name="connsiteX137" fmla="*/ 286177 w 360827"/>
              <a:gd name="connsiteY137" fmla="*/ 244507 h 354806"/>
              <a:gd name="connsiteX138" fmla="*/ 286177 w 360827"/>
              <a:gd name="connsiteY138" fmla="*/ 274130 h 354806"/>
              <a:gd name="connsiteX139" fmla="*/ 293670 w 360827"/>
              <a:gd name="connsiteY139" fmla="*/ 266700 h 354806"/>
              <a:gd name="connsiteX140" fmla="*/ 323739 w 360827"/>
              <a:gd name="connsiteY140" fmla="*/ 266700 h 354806"/>
              <a:gd name="connsiteX141" fmla="*/ 331233 w 360827"/>
              <a:gd name="connsiteY141" fmla="*/ 274130 h 354806"/>
              <a:gd name="connsiteX142" fmla="*/ 323739 w 360827"/>
              <a:gd name="connsiteY142" fmla="*/ 281559 h 354806"/>
              <a:gd name="connsiteX143" fmla="*/ 293670 w 360827"/>
              <a:gd name="connsiteY143" fmla="*/ 281559 h 354806"/>
              <a:gd name="connsiteX144" fmla="*/ 286177 w 360827"/>
              <a:gd name="connsiteY144" fmla="*/ 274130 h 354806"/>
              <a:gd name="connsiteX145" fmla="*/ 286177 w 360827"/>
              <a:gd name="connsiteY145" fmla="*/ 303752 h 354806"/>
              <a:gd name="connsiteX146" fmla="*/ 293670 w 360827"/>
              <a:gd name="connsiteY146" fmla="*/ 296323 h 354806"/>
              <a:gd name="connsiteX147" fmla="*/ 323739 w 360827"/>
              <a:gd name="connsiteY147" fmla="*/ 296323 h 354806"/>
              <a:gd name="connsiteX148" fmla="*/ 331233 w 360827"/>
              <a:gd name="connsiteY148" fmla="*/ 303752 h 354806"/>
              <a:gd name="connsiteX149" fmla="*/ 323739 w 360827"/>
              <a:gd name="connsiteY149" fmla="*/ 311182 h 354806"/>
              <a:gd name="connsiteX150" fmla="*/ 293670 w 360827"/>
              <a:gd name="connsiteY150" fmla="*/ 311182 h 354806"/>
              <a:gd name="connsiteX151" fmla="*/ 286177 w 360827"/>
              <a:gd name="connsiteY151" fmla="*/ 303752 h 354806"/>
              <a:gd name="connsiteX152" fmla="*/ 120560 w 360827"/>
              <a:gd name="connsiteY152" fmla="*/ 229648 h 354806"/>
              <a:gd name="connsiteX153" fmla="*/ 127959 w 360827"/>
              <a:gd name="connsiteY153" fmla="*/ 222218 h 354806"/>
              <a:gd name="connsiteX154" fmla="*/ 142756 w 360827"/>
              <a:gd name="connsiteY154" fmla="*/ 222218 h 354806"/>
              <a:gd name="connsiteX155" fmla="*/ 150155 w 360827"/>
              <a:gd name="connsiteY155" fmla="*/ 229648 h 354806"/>
              <a:gd name="connsiteX156" fmla="*/ 142756 w 360827"/>
              <a:gd name="connsiteY156" fmla="*/ 237077 h 354806"/>
              <a:gd name="connsiteX157" fmla="*/ 127959 w 360827"/>
              <a:gd name="connsiteY157" fmla="*/ 237077 h 354806"/>
              <a:gd name="connsiteX158" fmla="*/ 120560 w 360827"/>
              <a:gd name="connsiteY158" fmla="*/ 229648 h 354806"/>
              <a:gd name="connsiteX159" fmla="*/ 120560 w 360827"/>
              <a:gd name="connsiteY159" fmla="*/ 259271 h 354806"/>
              <a:gd name="connsiteX160" fmla="*/ 127959 w 360827"/>
              <a:gd name="connsiteY160" fmla="*/ 251841 h 354806"/>
              <a:gd name="connsiteX161" fmla="*/ 142756 w 360827"/>
              <a:gd name="connsiteY161" fmla="*/ 251841 h 354806"/>
              <a:gd name="connsiteX162" fmla="*/ 150155 w 360827"/>
              <a:gd name="connsiteY162" fmla="*/ 259271 h 354806"/>
              <a:gd name="connsiteX163" fmla="*/ 142756 w 360827"/>
              <a:gd name="connsiteY163" fmla="*/ 266700 h 354806"/>
              <a:gd name="connsiteX164" fmla="*/ 127959 w 360827"/>
              <a:gd name="connsiteY164" fmla="*/ 266700 h 354806"/>
              <a:gd name="connsiteX165" fmla="*/ 120560 w 360827"/>
              <a:gd name="connsiteY165" fmla="*/ 259271 h 354806"/>
              <a:gd name="connsiteX166" fmla="*/ 120560 w 360827"/>
              <a:gd name="connsiteY166" fmla="*/ 288989 h 354806"/>
              <a:gd name="connsiteX167" fmla="*/ 127959 w 360827"/>
              <a:gd name="connsiteY167" fmla="*/ 281559 h 354806"/>
              <a:gd name="connsiteX168" fmla="*/ 142756 w 360827"/>
              <a:gd name="connsiteY168" fmla="*/ 281559 h 354806"/>
              <a:gd name="connsiteX169" fmla="*/ 150155 w 360827"/>
              <a:gd name="connsiteY169" fmla="*/ 288989 h 354806"/>
              <a:gd name="connsiteX170" fmla="*/ 142756 w 360827"/>
              <a:gd name="connsiteY170" fmla="*/ 296418 h 354806"/>
              <a:gd name="connsiteX171" fmla="*/ 127959 w 360827"/>
              <a:gd name="connsiteY171" fmla="*/ 296418 h 354806"/>
              <a:gd name="connsiteX172" fmla="*/ 120560 w 360827"/>
              <a:gd name="connsiteY172" fmla="*/ 288989 h 354806"/>
              <a:gd name="connsiteX173" fmla="*/ 165616 w 360827"/>
              <a:gd name="connsiteY173" fmla="*/ 229648 h 354806"/>
              <a:gd name="connsiteX174" fmla="*/ 173015 w 360827"/>
              <a:gd name="connsiteY174" fmla="*/ 222218 h 354806"/>
              <a:gd name="connsiteX175" fmla="*/ 187812 w 360827"/>
              <a:gd name="connsiteY175" fmla="*/ 222218 h 354806"/>
              <a:gd name="connsiteX176" fmla="*/ 195211 w 360827"/>
              <a:gd name="connsiteY176" fmla="*/ 229648 h 354806"/>
              <a:gd name="connsiteX177" fmla="*/ 187812 w 360827"/>
              <a:gd name="connsiteY177" fmla="*/ 237077 h 354806"/>
              <a:gd name="connsiteX178" fmla="*/ 173015 w 360827"/>
              <a:gd name="connsiteY178" fmla="*/ 237077 h 354806"/>
              <a:gd name="connsiteX179" fmla="*/ 165616 w 360827"/>
              <a:gd name="connsiteY179" fmla="*/ 229648 h 354806"/>
              <a:gd name="connsiteX180" fmla="*/ 165616 w 360827"/>
              <a:gd name="connsiteY180" fmla="*/ 259271 h 354806"/>
              <a:gd name="connsiteX181" fmla="*/ 173015 w 360827"/>
              <a:gd name="connsiteY181" fmla="*/ 251841 h 354806"/>
              <a:gd name="connsiteX182" fmla="*/ 187812 w 360827"/>
              <a:gd name="connsiteY182" fmla="*/ 251841 h 354806"/>
              <a:gd name="connsiteX183" fmla="*/ 195211 w 360827"/>
              <a:gd name="connsiteY183" fmla="*/ 259271 h 354806"/>
              <a:gd name="connsiteX184" fmla="*/ 187812 w 360827"/>
              <a:gd name="connsiteY184" fmla="*/ 266700 h 354806"/>
              <a:gd name="connsiteX185" fmla="*/ 173015 w 360827"/>
              <a:gd name="connsiteY185" fmla="*/ 266700 h 354806"/>
              <a:gd name="connsiteX186" fmla="*/ 165616 w 360827"/>
              <a:gd name="connsiteY186" fmla="*/ 259271 h 354806"/>
              <a:gd name="connsiteX187" fmla="*/ 165616 w 360827"/>
              <a:gd name="connsiteY187" fmla="*/ 288989 h 354806"/>
              <a:gd name="connsiteX188" fmla="*/ 173015 w 360827"/>
              <a:gd name="connsiteY188" fmla="*/ 281559 h 354806"/>
              <a:gd name="connsiteX189" fmla="*/ 187812 w 360827"/>
              <a:gd name="connsiteY189" fmla="*/ 281559 h 354806"/>
              <a:gd name="connsiteX190" fmla="*/ 195211 w 360827"/>
              <a:gd name="connsiteY190" fmla="*/ 288989 h 354806"/>
              <a:gd name="connsiteX191" fmla="*/ 187812 w 360827"/>
              <a:gd name="connsiteY191" fmla="*/ 296418 h 354806"/>
              <a:gd name="connsiteX192" fmla="*/ 173015 w 360827"/>
              <a:gd name="connsiteY192" fmla="*/ 296418 h 354806"/>
              <a:gd name="connsiteX193" fmla="*/ 165616 w 360827"/>
              <a:gd name="connsiteY193" fmla="*/ 288989 h 354806"/>
              <a:gd name="connsiteX194" fmla="*/ 210767 w 360827"/>
              <a:gd name="connsiteY194" fmla="*/ 229648 h 354806"/>
              <a:gd name="connsiteX195" fmla="*/ 218356 w 360827"/>
              <a:gd name="connsiteY195" fmla="*/ 222218 h 354806"/>
              <a:gd name="connsiteX196" fmla="*/ 233532 w 360827"/>
              <a:gd name="connsiteY196" fmla="*/ 222218 h 354806"/>
              <a:gd name="connsiteX197" fmla="*/ 241121 w 360827"/>
              <a:gd name="connsiteY197" fmla="*/ 229648 h 354806"/>
              <a:gd name="connsiteX198" fmla="*/ 233532 w 360827"/>
              <a:gd name="connsiteY198" fmla="*/ 237077 h 354806"/>
              <a:gd name="connsiteX199" fmla="*/ 218356 w 360827"/>
              <a:gd name="connsiteY199" fmla="*/ 237077 h 354806"/>
              <a:gd name="connsiteX200" fmla="*/ 210767 w 360827"/>
              <a:gd name="connsiteY200" fmla="*/ 229648 h 354806"/>
              <a:gd name="connsiteX201" fmla="*/ 210767 w 360827"/>
              <a:gd name="connsiteY201" fmla="*/ 259271 h 354806"/>
              <a:gd name="connsiteX202" fmla="*/ 218356 w 360827"/>
              <a:gd name="connsiteY202" fmla="*/ 251841 h 354806"/>
              <a:gd name="connsiteX203" fmla="*/ 233532 w 360827"/>
              <a:gd name="connsiteY203" fmla="*/ 251841 h 354806"/>
              <a:gd name="connsiteX204" fmla="*/ 241121 w 360827"/>
              <a:gd name="connsiteY204" fmla="*/ 259271 h 354806"/>
              <a:gd name="connsiteX205" fmla="*/ 233532 w 360827"/>
              <a:gd name="connsiteY205" fmla="*/ 266700 h 354806"/>
              <a:gd name="connsiteX206" fmla="*/ 218356 w 360827"/>
              <a:gd name="connsiteY206" fmla="*/ 266700 h 354806"/>
              <a:gd name="connsiteX207" fmla="*/ 210767 w 360827"/>
              <a:gd name="connsiteY207" fmla="*/ 259271 h 354806"/>
              <a:gd name="connsiteX208" fmla="*/ 210767 w 360827"/>
              <a:gd name="connsiteY208" fmla="*/ 288989 h 354806"/>
              <a:gd name="connsiteX209" fmla="*/ 218356 w 360827"/>
              <a:gd name="connsiteY209" fmla="*/ 281559 h 354806"/>
              <a:gd name="connsiteX210" fmla="*/ 233532 w 360827"/>
              <a:gd name="connsiteY210" fmla="*/ 281559 h 354806"/>
              <a:gd name="connsiteX211" fmla="*/ 241121 w 360827"/>
              <a:gd name="connsiteY211" fmla="*/ 288989 h 354806"/>
              <a:gd name="connsiteX212" fmla="*/ 233532 w 360827"/>
              <a:gd name="connsiteY212" fmla="*/ 296418 h 354806"/>
              <a:gd name="connsiteX213" fmla="*/ 218356 w 360827"/>
              <a:gd name="connsiteY213" fmla="*/ 296418 h 354806"/>
              <a:gd name="connsiteX214" fmla="*/ 210767 w 360827"/>
              <a:gd name="connsiteY214" fmla="*/ 288989 h 354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360827" h="354806">
                <a:moveTo>
                  <a:pt x="360828" y="185166"/>
                </a:moveTo>
                <a:cubicBezTo>
                  <a:pt x="360828" y="181451"/>
                  <a:pt x="358361" y="177832"/>
                  <a:pt x="353334" y="177832"/>
                </a:cubicBezTo>
                <a:lnTo>
                  <a:pt x="270621" y="177832"/>
                </a:lnTo>
                <a:lnTo>
                  <a:pt x="270621" y="157925"/>
                </a:lnTo>
                <a:cubicBezTo>
                  <a:pt x="280486" y="142113"/>
                  <a:pt x="286177" y="123539"/>
                  <a:pt x="286177" y="103727"/>
                </a:cubicBezTo>
                <a:cubicBezTo>
                  <a:pt x="286177" y="46863"/>
                  <a:pt x="239793" y="0"/>
                  <a:pt x="180793" y="0"/>
                </a:cubicBezTo>
                <a:cubicBezTo>
                  <a:pt x="121793" y="0"/>
                  <a:pt x="75410" y="46958"/>
                  <a:pt x="75410" y="103727"/>
                </a:cubicBezTo>
                <a:cubicBezTo>
                  <a:pt x="75410" y="122777"/>
                  <a:pt x="80911" y="140684"/>
                  <a:pt x="90207" y="156115"/>
                </a:cubicBezTo>
                <a:lnTo>
                  <a:pt x="90207" y="177832"/>
                </a:lnTo>
                <a:lnTo>
                  <a:pt x="7494" y="177832"/>
                </a:lnTo>
                <a:cubicBezTo>
                  <a:pt x="3794" y="177832"/>
                  <a:pt x="0" y="181547"/>
                  <a:pt x="0" y="185166"/>
                </a:cubicBezTo>
                <a:lnTo>
                  <a:pt x="0" y="347472"/>
                </a:lnTo>
                <a:cubicBezTo>
                  <a:pt x="0" y="347472"/>
                  <a:pt x="0" y="347567"/>
                  <a:pt x="0" y="347663"/>
                </a:cubicBezTo>
                <a:cubicBezTo>
                  <a:pt x="0" y="347758"/>
                  <a:pt x="0" y="347758"/>
                  <a:pt x="0" y="347853"/>
                </a:cubicBezTo>
                <a:cubicBezTo>
                  <a:pt x="0" y="351282"/>
                  <a:pt x="3510" y="354616"/>
                  <a:pt x="7209" y="354806"/>
                </a:cubicBezTo>
                <a:cubicBezTo>
                  <a:pt x="7304" y="354806"/>
                  <a:pt x="7399" y="354806"/>
                  <a:pt x="7494" y="354806"/>
                </a:cubicBezTo>
                <a:lnTo>
                  <a:pt x="353334" y="354806"/>
                </a:lnTo>
                <a:cubicBezTo>
                  <a:pt x="353334" y="354806"/>
                  <a:pt x="353524" y="354806"/>
                  <a:pt x="353713" y="354806"/>
                </a:cubicBezTo>
                <a:cubicBezTo>
                  <a:pt x="358456" y="354616"/>
                  <a:pt x="360828" y="351282"/>
                  <a:pt x="360828" y="347853"/>
                </a:cubicBezTo>
                <a:cubicBezTo>
                  <a:pt x="360828" y="347853"/>
                  <a:pt x="360828" y="347758"/>
                  <a:pt x="360828" y="347663"/>
                </a:cubicBezTo>
                <a:cubicBezTo>
                  <a:pt x="360828" y="347663"/>
                  <a:pt x="360828" y="347567"/>
                  <a:pt x="360828" y="347472"/>
                </a:cubicBezTo>
                <a:lnTo>
                  <a:pt x="360828" y="185166"/>
                </a:lnTo>
                <a:close/>
                <a:moveTo>
                  <a:pt x="345840" y="192500"/>
                </a:moveTo>
                <a:lnTo>
                  <a:pt x="345840" y="340805"/>
                </a:lnTo>
                <a:lnTo>
                  <a:pt x="270905" y="340805"/>
                </a:lnTo>
                <a:lnTo>
                  <a:pt x="270905" y="192500"/>
                </a:lnTo>
                <a:lnTo>
                  <a:pt x="345840" y="192500"/>
                </a:lnTo>
                <a:close/>
                <a:moveTo>
                  <a:pt x="180793" y="14764"/>
                </a:moveTo>
                <a:cubicBezTo>
                  <a:pt x="230971" y="14764"/>
                  <a:pt x="271095" y="54293"/>
                  <a:pt x="271095" y="103727"/>
                </a:cubicBezTo>
                <a:cubicBezTo>
                  <a:pt x="271095" y="120587"/>
                  <a:pt x="266352" y="136208"/>
                  <a:pt x="258195" y="149638"/>
                </a:cubicBezTo>
                <a:cubicBezTo>
                  <a:pt x="257341" y="150495"/>
                  <a:pt x="256677" y="151543"/>
                  <a:pt x="256298" y="152686"/>
                </a:cubicBezTo>
                <a:cubicBezTo>
                  <a:pt x="240172" y="176784"/>
                  <a:pt x="212475" y="192596"/>
                  <a:pt x="180793" y="192596"/>
                </a:cubicBezTo>
                <a:cubicBezTo>
                  <a:pt x="131848" y="192596"/>
                  <a:pt x="90491" y="153067"/>
                  <a:pt x="90491" y="103632"/>
                </a:cubicBezTo>
                <a:cubicBezTo>
                  <a:pt x="90491" y="54197"/>
                  <a:pt x="131848" y="14669"/>
                  <a:pt x="180793" y="14669"/>
                </a:cubicBezTo>
                <a:close/>
                <a:moveTo>
                  <a:pt x="180793" y="207454"/>
                </a:moveTo>
                <a:cubicBezTo>
                  <a:pt x="210388" y="207454"/>
                  <a:pt x="236852" y="195644"/>
                  <a:pt x="255823" y="176594"/>
                </a:cubicBezTo>
                <a:lnTo>
                  <a:pt x="255823" y="340805"/>
                </a:lnTo>
                <a:lnTo>
                  <a:pt x="210767" y="340805"/>
                </a:lnTo>
                <a:lnTo>
                  <a:pt x="210767" y="318421"/>
                </a:lnTo>
                <a:cubicBezTo>
                  <a:pt x="210767" y="314801"/>
                  <a:pt x="208206" y="311182"/>
                  <a:pt x="203179" y="311182"/>
                </a:cubicBezTo>
                <a:lnTo>
                  <a:pt x="157649" y="311182"/>
                </a:lnTo>
                <a:cubicBezTo>
                  <a:pt x="153854" y="311182"/>
                  <a:pt x="150060" y="314801"/>
                  <a:pt x="150060" y="318421"/>
                </a:cubicBezTo>
                <a:lnTo>
                  <a:pt x="150060" y="340805"/>
                </a:lnTo>
                <a:lnTo>
                  <a:pt x="105004" y="340805"/>
                </a:lnTo>
                <a:lnTo>
                  <a:pt x="105004" y="175165"/>
                </a:lnTo>
                <a:cubicBezTo>
                  <a:pt x="124260" y="194977"/>
                  <a:pt x="151198" y="207359"/>
                  <a:pt x="180888" y="207359"/>
                </a:cubicBezTo>
                <a:close/>
                <a:moveTo>
                  <a:pt x="165237" y="340233"/>
                </a:moveTo>
                <a:lnTo>
                  <a:pt x="165237" y="325660"/>
                </a:lnTo>
                <a:lnTo>
                  <a:pt x="195591" y="325660"/>
                </a:lnTo>
                <a:lnTo>
                  <a:pt x="195591" y="340233"/>
                </a:lnTo>
                <a:lnTo>
                  <a:pt x="165237" y="340233"/>
                </a:lnTo>
                <a:close/>
                <a:moveTo>
                  <a:pt x="89922" y="192500"/>
                </a:moveTo>
                <a:lnTo>
                  <a:pt x="89922" y="340805"/>
                </a:lnTo>
                <a:lnTo>
                  <a:pt x="14987" y="340805"/>
                </a:lnTo>
                <a:lnTo>
                  <a:pt x="14987" y="192500"/>
                </a:lnTo>
                <a:lnTo>
                  <a:pt x="89922" y="192500"/>
                </a:lnTo>
                <a:close/>
                <a:moveTo>
                  <a:pt x="128054" y="133350"/>
                </a:moveTo>
                <a:lnTo>
                  <a:pt x="150629" y="133350"/>
                </a:lnTo>
                <a:lnTo>
                  <a:pt x="150629" y="155543"/>
                </a:lnTo>
                <a:cubicBezTo>
                  <a:pt x="150629" y="159258"/>
                  <a:pt x="154424" y="162973"/>
                  <a:pt x="158123" y="162973"/>
                </a:cubicBezTo>
                <a:lnTo>
                  <a:pt x="203369" y="162973"/>
                </a:lnTo>
                <a:cubicBezTo>
                  <a:pt x="208396" y="162973"/>
                  <a:pt x="210862" y="159258"/>
                  <a:pt x="210862" y="155543"/>
                </a:cubicBezTo>
                <a:lnTo>
                  <a:pt x="210862" y="133350"/>
                </a:lnTo>
                <a:lnTo>
                  <a:pt x="233438" y="133350"/>
                </a:lnTo>
                <a:cubicBezTo>
                  <a:pt x="238465" y="133350"/>
                  <a:pt x="240931" y="129635"/>
                  <a:pt x="240931" y="125921"/>
                </a:cubicBezTo>
                <a:lnTo>
                  <a:pt x="240931" y="81439"/>
                </a:lnTo>
                <a:cubicBezTo>
                  <a:pt x="240931" y="77724"/>
                  <a:pt x="238465" y="74009"/>
                  <a:pt x="233438" y="74009"/>
                </a:cubicBezTo>
                <a:lnTo>
                  <a:pt x="210862" y="74009"/>
                </a:lnTo>
                <a:lnTo>
                  <a:pt x="210862" y="51816"/>
                </a:lnTo>
                <a:cubicBezTo>
                  <a:pt x="210862" y="49340"/>
                  <a:pt x="210862" y="48101"/>
                  <a:pt x="209629" y="46863"/>
                </a:cubicBezTo>
                <a:cubicBezTo>
                  <a:pt x="207163" y="45625"/>
                  <a:pt x="205835" y="44387"/>
                  <a:pt x="203369" y="44387"/>
                </a:cubicBezTo>
                <a:lnTo>
                  <a:pt x="158123" y="44387"/>
                </a:lnTo>
                <a:cubicBezTo>
                  <a:pt x="154329" y="44387"/>
                  <a:pt x="150629" y="48101"/>
                  <a:pt x="150629" y="51816"/>
                </a:cubicBezTo>
                <a:lnTo>
                  <a:pt x="150629" y="74009"/>
                </a:lnTo>
                <a:lnTo>
                  <a:pt x="128054" y="74009"/>
                </a:lnTo>
                <a:cubicBezTo>
                  <a:pt x="124260" y="74009"/>
                  <a:pt x="120560" y="77724"/>
                  <a:pt x="120560" y="81439"/>
                </a:cubicBezTo>
                <a:lnTo>
                  <a:pt x="120560" y="125921"/>
                </a:lnTo>
                <a:cubicBezTo>
                  <a:pt x="120560" y="129635"/>
                  <a:pt x="124355" y="133350"/>
                  <a:pt x="128054" y="133350"/>
                </a:cubicBezTo>
                <a:close/>
                <a:moveTo>
                  <a:pt x="135547" y="88868"/>
                </a:moveTo>
                <a:lnTo>
                  <a:pt x="158123" y="88868"/>
                </a:lnTo>
                <a:cubicBezTo>
                  <a:pt x="163150" y="88868"/>
                  <a:pt x="165616" y="85154"/>
                  <a:pt x="165616" y="81439"/>
                </a:cubicBezTo>
                <a:lnTo>
                  <a:pt x="165616" y="59246"/>
                </a:lnTo>
                <a:lnTo>
                  <a:pt x="195780" y="59246"/>
                </a:lnTo>
                <a:lnTo>
                  <a:pt x="195780" y="81439"/>
                </a:lnTo>
                <a:cubicBezTo>
                  <a:pt x="195780" y="83915"/>
                  <a:pt x="197013" y="85154"/>
                  <a:pt x="198246" y="86392"/>
                </a:cubicBezTo>
                <a:cubicBezTo>
                  <a:pt x="199480" y="87630"/>
                  <a:pt x="202041" y="88868"/>
                  <a:pt x="203274" y="88868"/>
                </a:cubicBezTo>
                <a:lnTo>
                  <a:pt x="225849" y="88868"/>
                </a:lnTo>
                <a:lnTo>
                  <a:pt x="225849" y="118491"/>
                </a:lnTo>
                <a:lnTo>
                  <a:pt x="203274" y="118491"/>
                </a:lnTo>
                <a:cubicBezTo>
                  <a:pt x="199480" y="118491"/>
                  <a:pt x="195780" y="122206"/>
                  <a:pt x="195780" y="125921"/>
                </a:cubicBezTo>
                <a:lnTo>
                  <a:pt x="195780" y="148114"/>
                </a:lnTo>
                <a:lnTo>
                  <a:pt x="165616" y="148114"/>
                </a:lnTo>
                <a:lnTo>
                  <a:pt x="165616" y="125921"/>
                </a:lnTo>
                <a:cubicBezTo>
                  <a:pt x="165616" y="122206"/>
                  <a:pt x="163150" y="118491"/>
                  <a:pt x="158123" y="118491"/>
                </a:cubicBezTo>
                <a:lnTo>
                  <a:pt x="135547" y="118491"/>
                </a:lnTo>
                <a:lnTo>
                  <a:pt x="135547" y="88868"/>
                </a:lnTo>
                <a:close/>
                <a:moveTo>
                  <a:pt x="29500" y="214884"/>
                </a:moveTo>
                <a:cubicBezTo>
                  <a:pt x="29500" y="211169"/>
                  <a:pt x="33294" y="207454"/>
                  <a:pt x="37183" y="207454"/>
                </a:cubicBezTo>
                <a:lnTo>
                  <a:pt x="67821" y="207454"/>
                </a:lnTo>
                <a:cubicBezTo>
                  <a:pt x="72943" y="207454"/>
                  <a:pt x="75504" y="211169"/>
                  <a:pt x="75504" y="214884"/>
                </a:cubicBezTo>
                <a:cubicBezTo>
                  <a:pt x="75504" y="218599"/>
                  <a:pt x="72943" y="222314"/>
                  <a:pt x="67821" y="222314"/>
                </a:cubicBezTo>
                <a:lnTo>
                  <a:pt x="37183" y="222314"/>
                </a:lnTo>
                <a:cubicBezTo>
                  <a:pt x="33389" y="222314"/>
                  <a:pt x="29500" y="218599"/>
                  <a:pt x="29500" y="214884"/>
                </a:cubicBezTo>
                <a:close/>
                <a:moveTo>
                  <a:pt x="29500" y="244507"/>
                </a:moveTo>
                <a:cubicBezTo>
                  <a:pt x="29500" y="240792"/>
                  <a:pt x="33294" y="237077"/>
                  <a:pt x="37183" y="237077"/>
                </a:cubicBezTo>
                <a:lnTo>
                  <a:pt x="67821" y="237077"/>
                </a:lnTo>
                <a:cubicBezTo>
                  <a:pt x="72943" y="237077"/>
                  <a:pt x="75504" y="240792"/>
                  <a:pt x="75504" y="244507"/>
                </a:cubicBezTo>
                <a:cubicBezTo>
                  <a:pt x="75504" y="248222"/>
                  <a:pt x="72943" y="251936"/>
                  <a:pt x="67821" y="251936"/>
                </a:cubicBezTo>
                <a:lnTo>
                  <a:pt x="37183" y="251936"/>
                </a:lnTo>
                <a:cubicBezTo>
                  <a:pt x="33389" y="251936"/>
                  <a:pt x="29500" y="248222"/>
                  <a:pt x="29500" y="244507"/>
                </a:cubicBezTo>
                <a:close/>
                <a:moveTo>
                  <a:pt x="29500" y="274130"/>
                </a:moveTo>
                <a:cubicBezTo>
                  <a:pt x="29500" y="270415"/>
                  <a:pt x="33294" y="266700"/>
                  <a:pt x="37183" y="266700"/>
                </a:cubicBezTo>
                <a:lnTo>
                  <a:pt x="67821" y="266700"/>
                </a:lnTo>
                <a:cubicBezTo>
                  <a:pt x="72943" y="266700"/>
                  <a:pt x="75504" y="270415"/>
                  <a:pt x="75504" y="274130"/>
                </a:cubicBezTo>
                <a:cubicBezTo>
                  <a:pt x="75504" y="277844"/>
                  <a:pt x="72943" y="281559"/>
                  <a:pt x="67821" y="281559"/>
                </a:cubicBezTo>
                <a:lnTo>
                  <a:pt x="37183" y="281559"/>
                </a:lnTo>
                <a:cubicBezTo>
                  <a:pt x="33389" y="281559"/>
                  <a:pt x="29500" y="277844"/>
                  <a:pt x="29500" y="274130"/>
                </a:cubicBezTo>
                <a:close/>
                <a:moveTo>
                  <a:pt x="29500" y="303752"/>
                </a:moveTo>
                <a:cubicBezTo>
                  <a:pt x="29500" y="300038"/>
                  <a:pt x="33294" y="296323"/>
                  <a:pt x="37183" y="296323"/>
                </a:cubicBezTo>
                <a:lnTo>
                  <a:pt x="67821" y="296323"/>
                </a:lnTo>
                <a:cubicBezTo>
                  <a:pt x="72943" y="296323"/>
                  <a:pt x="75504" y="300038"/>
                  <a:pt x="75504" y="303752"/>
                </a:cubicBezTo>
                <a:cubicBezTo>
                  <a:pt x="75504" y="307467"/>
                  <a:pt x="72943" y="311182"/>
                  <a:pt x="67821" y="311182"/>
                </a:cubicBezTo>
                <a:lnTo>
                  <a:pt x="37183" y="311182"/>
                </a:lnTo>
                <a:cubicBezTo>
                  <a:pt x="33389" y="311182"/>
                  <a:pt x="29500" y="307467"/>
                  <a:pt x="29500" y="303752"/>
                </a:cubicBezTo>
                <a:close/>
                <a:moveTo>
                  <a:pt x="286177" y="214884"/>
                </a:moveTo>
                <a:cubicBezTo>
                  <a:pt x="286177" y="211169"/>
                  <a:pt x="289971" y="207454"/>
                  <a:pt x="293670" y="207454"/>
                </a:cubicBezTo>
                <a:lnTo>
                  <a:pt x="323739" y="207454"/>
                </a:lnTo>
                <a:cubicBezTo>
                  <a:pt x="328767" y="207454"/>
                  <a:pt x="331233" y="211169"/>
                  <a:pt x="331233" y="214884"/>
                </a:cubicBezTo>
                <a:cubicBezTo>
                  <a:pt x="331233" y="218599"/>
                  <a:pt x="328767" y="222314"/>
                  <a:pt x="323739" y="222314"/>
                </a:cubicBezTo>
                <a:lnTo>
                  <a:pt x="293670" y="222314"/>
                </a:lnTo>
                <a:cubicBezTo>
                  <a:pt x="289876" y="222314"/>
                  <a:pt x="286177" y="218599"/>
                  <a:pt x="286177" y="214884"/>
                </a:cubicBezTo>
                <a:close/>
                <a:moveTo>
                  <a:pt x="286177" y="244507"/>
                </a:moveTo>
                <a:cubicBezTo>
                  <a:pt x="286177" y="240792"/>
                  <a:pt x="289971" y="237077"/>
                  <a:pt x="293670" y="237077"/>
                </a:cubicBezTo>
                <a:lnTo>
                  <a:pt x="323739" y="237077"/>
                </a:lnTo>
                <a:cubicBezTo>
                  <a:pt x="328767" y="237077"/>
                  <a:pt x="331233" y="240792"/>
                  <a:pt x="331233" y="244507"/>
                </a:cubicBezTo>
                <a:cubicBezTo>
                  <a:pt x="331233" y="248222"/>
                  <a:pt x="328767" y="251936"/>
                  <a:pt x="323739" y="251936"/>
                </a:cubicBezTo>
                <a:lnTo>
                  <a:pt x="293670" y="251936"/>
                </a:lnTo>
                <a:cubicBezTo>
                  <a:pt x="289876" y="251936"/>
                  <a:pt x="286177" y="248222"/>
                  <a:pt x="286177" y="244507"/>
                </a:cubicBezTo>
                <a:close/>
                <a:moveTo>
                  <a:pt x="286177" y="274130"/>
                </a:moveTo>
                <a:cubicBezTo>
                  <a:pt x="286177" y="270415"/>
                  <a:pt x="289971" y="266700"/>
                  <a:pt x="293670" y="266700"/>
                </a:cubicBezTo>
                <a:lnTo>
                  <a:pt x="323739" y="266700"/>
                </a:lnTo>
                <a:cubicBezTo>
                  <a:pt x="328767" y="266700"/>
                  <a:pt x="331233" y="270415"/>
                  <a:pt x="331233" y="274130"/>
                </a:cubicBezTo>
                <a:cubicBezTo>
                  <a:pt x="331233" y="277844"/>
                  <a:pt x="328767" y="281559"/>
                  <a:pt x="323739" y="281559"/>
                </a:cubicBezTo>
                <a:lnTo>
                  <a:pt x="293670" y="281559"/>
                </a:lnTo>
                <a:cubicBezTo>
                  <a:pt x="289876" y="281559"/>
                  <a:pt x="286177" y="277844"/>
                  <a:pt x="286177" y="274130"/>
                </a:cubicBezTo>
                <a:close/>
                <a:moveTo>
                  <a:pt x="286177" y="303752"/>
                </a:moveTo>
                <a:cubicBezTo>
                  <a:pt x="286177" y="300038"/>
                  <a:pt x="289971" y="296323"/>
                  <a:pt x="293670" y="296323"/>
                </a:cubicBezTo>
                <a:lnTo>
                  <a:pt x="323739" y="296323"/>
                </a:lnTo>
                <a:cubicBezTo>
                  <a:pt x="328767" y="296323"/>
                  <a:pt x="331233" y="300038"/>
                  <a:pt x="331233" y="303752"/>
                </a:cubicBezTo>
                <a:cubicBezTo>
                  <a:pt x="331233" y="307467"/>
                  <a:pt x="328767" y="311182"/>
                  <a:pt x="323739" y="311182"/>
                </a:cubicBezTo>
                <a:lnTo>
                  <a:pt x="293670" y="311182"/>
                </a:lnTo>
                <a:cubicBezTo>
                  <a:pt x="289876" y="311182"/>
                  <a:pt x="286177" y="307467"/>
                  <a:pt x="286177" y="303752"/>
                </a:cubicBezTo>
                <a:close/>
                <a:moveTo>
                  <a:pt x="120560" y="229648"/>
                </a:moveTo>
                <a:cubicBezTo>
                  <a:pt x="120560" y="225933"/>
                  <a:pt x="124260" y="222218"/>
                  <a:pt x="127959" y="222218"/>
                </a:cubicBezTo>
                <a:lnTo>
                  <a:pt x="142756" y="222218"/>
                </a:lnTo>
                <a:cubicBezTo>
                  <a:pt x="147689" y="222218"/>
                  <a:pt x="150155" y="225933"/>
                  <a:pt x="150155" y="229648"/>
                </a:cubicBezTo>
                <a:cubicBezTo>
                  <a:pt x="150155" y="233363"/>
                  <a:pt x="147689" y="237077"/>
                  <a:pt x="142756" y="237077"/>
                </a:cubicBezTo>
                <a:lnTo>
                  <a:pt x="127959" y="237077"/>
                </a:lnTo>
                <a:cubicBezTo>
                  <a:pt x="124260" y="237077"/>
                  <a:pt x="120560" y="233363"/>
                  <a:pt x="120560" y="229648"/>
                </a:cubicBezTo>
                <a:close/>
                <a:moveTo>
                  <a:pt x="120560" y="259271"/>
                </a:moveTo>
                <a:cubicBezTo>
                  <a:pt x="120560" y="255556"/>
                  <a:pt x="124260" y="251841"/>
                  <a:pt x="127959" y="251841"/>
                </a:cubicBezTo>
                <a:lnTo>
                  <a:pt x="142756" y="251841"/>
                </a:lnTo>
                <a:cubicBezTo>
                  <a:pt x="147689" y="251841"/>
                  <a:pt x="150155" y="255556"/>
                  <a:pt x="150155" y="259271"/>
                </a:cubicBezTo>
                <a:cubicBezTo>
                  <a:pt x="150155" y="262985"/>
                  <a:pt x="147689" y="266700"/>
                  <a:pt x="142756" y="266700"/>
                </a:cubicBezTo>
                <a:lnTo>
                  <a:pt x="127959" y="266700"/>
                </a:lnTo>
                <a:cubicBezTo>
                  <a:pt x="124260" y="266700"/>
                  <a:pt x="120560" y="262985"/>
                  <a:pt x="120560" y="259271"/>
                </a:cubicBezTo>
                <a:close/>
                <a:moveTo>
                  <a:pt x="120560" y="288989"/>
                </a:moveTo>
                <a:cubicBezTo>
                  <a:pt x="120560" y="285274"/>
                  <a:pt x="124260" y="281559"/>
                  <a:pt x="127959" y="281559"/>
                </a:cubicBezTo>
                <a:lnTo>
                  <a:pt x="142756" y="281559"/>
                </a:lnTo>
                <a:cubicBezTo>
                  <a:pt x="147689" y="281559"/>
                  <a:pt x="150155" y="285274"/>
                  <a:pt x="150155" y="288989"/>
                </a:cubicBezTo>
                <a:cubicBezTo>
                  <a:pt x="150155" y="292703"/>
                  <a:pt x="147689" y="296418"/>
                  <a:pt x="142756" y="296418"/>
                </a:cubicBezTo>
                <a:lnTo>
                  <a:pt x="127959" y="296418"/>
                </a:lnTo>
                <a:cubicBezTo>
                  <a:pt x="124260" y="296418"/>
                  <a:pt x="120560" y="292703"/>
                  <a:pt x="120560" y="288989"/>
                </a:cubicBezTo>
                <a:close/>
                <a:moveTo>
                  <a:pt x="165616" y="229648"/>
                </a:moveTo>
                <a:cubicBezTo>
                  <a:pt x="165616" y="225933"/>
                  <a:pt x="169316" y="222218"/>
                  <a:pt x="173015" y="222218"/>
                </a:cubicBezTo>
                <a:lnTo>
                  <a:pt x="187812" y="222218"/>
                </a:lnTo>
                <a:cubicBezTo>
                  <a:pt x="192745" y="222218"/>
                  <a:pt x="195211" y="225933"/>
                  <a:pt x="195211" y="229648"/>
                </a:cubicBezTo>
                <a:cubicBezTo>
                  <a:pt x="195211" y="233363"/>
                  <a:pt x="192745" y="237077"/>
                  <a:pt x="187812" y="237077"/>
                </a:cubicBezTo>
                <a:lnTo>
                  <a:pt x="173015" y="237077"/>
                </a:lnTo>
                <a:cubicBezTo>
                  <a:pt x="169316" y="237077"/>
                  <a:pt x="165616" y="233363"/>
                  <a:pt x="165616" y="229648"/>
                </a:cubicBezTo>
                <a:close/>
                <a:moveTo>
                  <a:pt x="165616" y="259271"/>
                </a:moveTo>
                <a:cubicBezTo>
                  <a:pt x="165616" y="255556"/>
                  <a:pt x="169316" y="251841"/>
                  <a:pt x="173015" y="251841"/>
                </a:cubicBezTo>
                <a:lnTo>
                  <a:pt x="187812" y="251841"/>
                </a:lnTo>
                <a:cubicBezTo>
                  <a:pt x="192745" y="251841"/>
                  <a:pt x="195211" y="255556"/>
                  <a:pt x="195211" y="259271"/>
                </a:cubicBezTo>
                <a:cubicBezTo>
                  <a:pt x="195211" y="262985"/>
                  <a:pt x="192745" y="266700"/>
                  <a:pt x="187812" y="266700"/>
                </a:cubicBezTo>
                <a:lnTo>
                  <a:pt x="173015" y="266700"/>
                </a:lnTo>
                <a:cubicBezTo>
                  <a:pt x="169316" y="266700"/>
                  <a:pt x="165616" y="262985"/>
                  <a:pt x="165616" y="259271"/>
                </a:cubicBezTo>
                <a:close/>
                <a:moveTo>
                  <a:pt x="165616" y="288989"/>
                </a:moveTo>
                <a:cubicBezTo>
                  <a:pt x="165616" y="285274"/>
                  <a:pt x="169316" y="281559"/>
                  <a:pt x="173015" y="281559"/>
                </a:cubicBezTo>
                <a:lnTo>
                  <a:pt x="187812" y="281559"/>
                </a:lnTo>
                <a:cubicBezTo>
                  <a:pt x="192745" y="281559"/>
                  <a:pt x="195211" y="285274"/>
                  <a:pt x="195211" y="288989"/>
                </a:cubicBezTo>
                <a:cubicBezTo>
                  <a:pt x="195211" y="292703"/>
                  <a:pt x="192745" y="296418"/>
                  <a:pt x="187812" y="296418"/>
                </a:cubicBezTo>
                <a:lnTo>
                  <a:pt x="173015" y="296418"/>
                </a:lnTo>
                <a:cubicBezTo>
                  <a:pt x="169316" y="296418"/>
                  <a:pt x="165616" y="292703"/>
                  <a:pt x="165616" y="288989"/>
                </a:cubicBezTo>
                <a:close/>
                <a:moveTo>
                  <a:pt x="210767" y="229648"/>
                </a:moveTo>
                <a:cubicBezTo>
                  <a:pt x="210767" y="225933"/>
                  <a:pt x="214561" y="222218"/>
                  <a:pt x="218356" y="222218"/>
                </a:cubicBezTo>
                <a:lnTo>
                  <a:pt x="233532" y="222218"/>
                </a:lnTo>
                <a:cubicBezTo>
                  <a:pt x="238560" y="222218"/>
                  <a:pt x="241121" y="225933"/>
                  <a:pt x="241121" y="229648"/>
                </a:cubicBezTo>
                <a:cubicBezTo>
                  <a:pt x="241121" y="233363"/>
                  <a:pt x="238560" y="237077"/>
                  <a:pt x="233532" y="237077"/>
                </a:cubicBezTo>
                <a:lnTo>
                  <a:pt x="218356" y="237077"/>
                </a:lnTo>
                <a:cubicBezTo>
                  <a:pt x="214561" y="237077"/>
                  <a:pt x="210767" y="233363"/>
                  <a:pt x="210767" y="229648"/>
                </a:cubicBezTo>
                <a:close/>
                <a:moveTo>
                  <a:pt x="210767" y="259271"/>
                </a:moveTo>
                <a:cubicBezTo>
                  <a:pt x="210767" y="255556"/>
                  <a:pt x="214561" y="251841"/>
                  <a:pt x="218356" y="251841"/>
                </a:cubicBezTo>
                <a:lnTo>
                  <a:pt x="233532" y="251841"/>
                </a:lnTo>
                <a:cubicBezTo>
                  <a:pt x="238560" y="251841"/>
                  <a:pt x="241121" y="255556"/>
                  <a:pt x="241121" y="259271"/>
                </a:cubicBezTo>
                <a:cubicBezTo>
                  <a:pt x="241121" y="262985"/>
                  <a:pt x="238560" y="266700"/>
                  <a:pt x="233532" y="266700"/>
                </a:cubicBezTo>
                <a:lnTo>
                  <a:pt x="218356" y="266700"/>
                </a:lnTo>
                <a:cubicBezTo>
                  <a:pt x="214561" y="266700"/>
                  <a:pt x="210767" y="262985"/>
                  <a:pt x="210767" y="259271"/>
                </a:cubicBezTo>
                <a:close/>
                <a:moveTo>
                  <a:pt x="210767" y="288989"/>
                </a:moveTo>
                <a:cubicBezTo>
                  <a:pt x="210767" y="285274"/>
                  <a:pt x="214561" y="281559"/>
                  <a:pt x="218356" y="281559"/>
                </a:cubicBezTo>
                <a:lnTo>
                  <a:pt x="233532" y="281559"/>
                </a:lnTo>
                <a:cubicBezTo>
                  <a:pt x="238560" y="281559"/>
                  <a:pt x="241121" y="285274"/>
                  <a:pt x="241121" y="288989"/>
                </a:cubicBezTo>
                <a:cubicBezTo>
                  <a:pt x="241121" y="292703"/>
                  <a:pt x="238560" y="296418"/>
                  <a:pt x="233532" y="296418"/>
                </a:cubicBezTo>
                <a:lnTo>
                  <a:pt x="218356" y="296418"/>
                </a:lnTo>
                <a:cubicBezTo>
                  <a:pt x="214561" y="296418"/>
                  <a:pt x="210767" y="292703"/>
                  <a:pt x="210767" y="28898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" name="Graphic 27">
            <a:extLst>
              <a:ext uri="{FF2B5EF4-FFF2-40B4-BE49-F238E27FC236}">
                <a16:creationId xmlns:a16="http://schemas.microsoft.com/office/drawing/2014/main" id="{F98FE112-E276-A6EE-DE9B-E161978E31EC}"/>
              </a:ext>
            </a:extLst>
          </p:cNvPr>
          <p:cNvSpPr/>
          <p:nvPr/>
        </p:nvSpPr>
        <p:spPr>
          <a:xfrm>
            <a:off x="7876474" y="1433087"/>
            <a:ext cx="483234" cy="475170"/>
          </a:xfrm>
          <a:custGeom>
            <a:avLst/>
            <a:gdLst>
              <a:gd name="connsiteX0" fmla="*/ 360828 w 360827"/>
              <a:gd name="connsiteY0" fmla="*/ 185166 h 354806"/>
              <a:gd name="connsiteX1" fmla="*/ 353334 w 360827"/>
              <a:gd name="connsiteY1" fmla="*/ 177832 h 354806"/>
              <a:gd name="connsiteX2" fmla="*/ 270621 w 360827"/>
              <a:gd name="connsiteY2" fmla="*/ 177832 h 354806"/>
              <a:gd name="connsiteX3" fmla="*/ 270621 w 360827"/>
              <a:gd name="connsiteY3" fmla="*/ 157925 h 354806"/>
              <a:gd name="connsiteX4" fmla="*/ 286177 w 360827"/>
              <a:gd name="connsiteY4" fmla="*/ 103727 h 354806"/>
              <a:gd name="connsiteX5" fmla="*/ 180793 w 360827"/>
              <a:gd name="connsiteY5" fmla="*/ 0 h 354806"/>
              <a:gd name="connsiteX6" fmla="*/ 75410 w 360827"/>
              <a:gd name="connsiteY6" fmla="*/ 103727 h 354806"/>
              <a:gd name="connsiteX7" fmla="*/ 90207 w 360827"/>
              <a:gd name="connsiteY7" fmla="*/ 156115 h 354806"/>
              <a:gd name="connsiteX8" fmla="*/ 90207 w 360827"/>
              <a:gd name="connsiteY8" fmla="*/ 177832 h 354806"/>
              <a:gd name="connsiteX9" fmla="*/ 7494 w 360827"/>
              <a:gd name="connsiteY9" fmla="*/ 177832 h 354806"/>
              <a:gd name="connsiteX10" fmla="*/ 0 w 360827"/>
              <a:gd name="connsiteY10" fmla="*/ 185166 h 354806"/>
              <a:gd name="connsiteX11" fmla="*/ 0 w 360827"/>
              <a:gd name="connsiteY11" fmla="*/ 347472 h 354806"/>
              <a:gd name="connsiteX12" fmla="*/ 0 w 360827"/>
              <a:gd name="connsiteY12" fmla="*/ 347663 h 354806"/>
              <a:gd name="connsiteX13" fmla="*/ 0 w 360827"/>
              <a:gd name="connsiteY13" fmla="*/ 347853 h 354806"/>
              <a:gd name="connsiteX14" fmla="*/ 7209 w 360827"/>
              <a:gd name="connsiteY14" fmla="*/ 354806 h 354806"/>
              <a:gd name="connsiteX15" fmla="*/ 7494 w 360827"/>
              <a:gd name="connsiteY15" fmla="*/ 354806 h 354806"/>
              <a:gd name="connsiteX16" fmla="*/ 353334 w 360827"/>
              <a:gd name="connsiteY16" fmla="*/ 354806 h 354806"/>
              <a:gd name="connsiteX17" fmla="*/ 353713 w 360827"/>
              <a:gd name="connsiteY17" fmla="*/ 354806 h 354806"/>
              <a:gd name="connsiteX18" fmla="*/ 360828 w 360827"/>
              <a:gd name="connsiteY18" fmla="*/ 347853 h 354806"/>
              <a:gd name="connsiteX19" fmla="*/ 360828 w 360827"/>
              <a:gd name="connsiteY19" fmla="*/ 347663 h 354806"/>
              <a:gd name="connsiteX20" fmla="*/ 360828 w 360827"/>
              <a:gd name="connsiteY20" fmla="*/ 347472 h 354806"/>
              <a:gd name="connsiteX21" fmla="*/ 360828 w 360827"/>
              <a:gd name="connsiteY21" fmla="*/ 185166 h 354806"/>
              <a:gd name="connsiteX22" fmla="*/ 345840 w 360827"/>
              <a:gd name="connsiteY22" fmla="*/ 192500 h 354806"/>
              <a:gd name="connsiteX23" fmla="*/ 345840 w 360827"/>
              <a:gd name="connsiteY23" fmla="*/ 340805 h 354806"/>
              <a:gd name="connsiteX24" fmla="*/ 270905 w 360827"/>
              <a:gd name="connsiteY24" fmla="*/ 340805 h 354806"/>
              <a:gd name="connsiteX25" fmla="*/ 270905 w 360827"/>
              <a:gd name="connsiteY25" fmla="*/ 192500 h 354806"/>
              <a:gd name="connsiteX26" fmla="*/ 345840 w 360827"/>
              <a:gd name="connsiteY26" fmla="*/ 192500 h 354806"/>
              <a:gd name="connsiteX27" fmla="*/ 180793 w 360827"/>
              <a:gd name="connsiteY27" fmla="*/ 14764 h 354806"/>
              <a:gd name="connsiteX28" fmla="*/ 271095 w 360827"/>
              <a:gd name="connsiteY28" fmla="*/ 103727 h 354806"/>
              <a:gd name="connsiteX29" fmla="*/ 258195 w 360827"/>
              <a:gd name="connsiteY29" fmla="*/ 149638 h 354806"/>
              <a:gd name="connsiteX30" fmla="*/ 256298 w 360827"/>
              <a:gd name="connsiteY30" fmla="*/ 152686 h 354806"/>
              <a:gd name="connsiteX31" fmla="*/ 180793 w 360827"/>
              <a:gd name="connsiteY31" fmla="*/ 192596 h 354806"/>
              <a:gd name="connsiteX32" fmla="*/ 90491 w 360827"/>
              <a:gd name="connsiteY32" fmla="*/ 103632 h 354806"/>
              <a:gd name="connsiteX33" fmla="*/ 180793 w 360827"/>
              <a:gd name="connsiteY33" fmla="*/ 14669 h 354806"/>
              <a:gd name="connsiteX34" fmla="*/ 180793 w 360827"/>
              <a:gd name="connsiteY34" fmla="*/ 207454 h 354806"/>
              <a:gd name="connsiteX35" fmla="*/ 255823 w 360827"/>
              <a:gd name="connsiteY35" fmla="*/ 176594 h 354806"/>
              <a:gd name="connsiteX36" fmla="*/ 255823 w 360827"/>
              <a:gd name="connsiteY36" fmla="*/ 340805 h 354806"/>
              <a:gd name="connsiteX37" fmla="*/ 210767 w 360827"/>
              <a:gd name="connsiteY37" fmla="*/ 340805 h 354806"/>
              <a:gd name="connsiteX38" fmla="*/ 210767 w 360827"/>
              <a:gd name="connsiteY38" fmla="*/ 318421 h 354806"/>
              <a:gd name="connsiteX39" fmla="*/ 203179 w 360827"/>
              <a:gd name="connsiteY39" fmla="*/ 311182 h 354806"/>
              <a:gd name="connsiteX40" fmla="*/ 157649 w 360827"/>
              <a:gd name="connsiteY40" fmla="*/ 311182 h 354806"/>
              <a:gd name="connsiteX41" fmla="*/ 150060 w 360827"/>
              <a:gd name="connsiteY41" fmla="*/ 318421 h 354806"/>
              <a:gd name="connsiteX42" fmla="*/ 150060 w 360827"/>
              <a:gd name="connsiteY42" fmla="*/ 340805 h 354806"/>
              <a:gd name="connsiteX43" fmla="*/ 105004 w 360827"/>
              <a:gd name="connsiteY43" fmla="*/ 340805 h 354806"/>
              <a:gd name="connsiteX44" fmla="*/ 105004 w 360827"/>
              <a:gd name="connsiteY44" fmla="*/ 175165 h 354806"/>
              <a:gd name="connsiteX45" fmla="*/ 180888 w 360827"/>
              <a:gd name="connsiteY45" fmla="*/ 207359 h 354806"/>
              <a:gd name="connsiteX46" fmla="*/ 165237 w 360827"/>
              <a:gd name="connsiteY46" fmla="*/ 340233 h 354806"/>
              <a:gd name="connsiteX47" fmla="*/ 165237 w 360827"/>
              <a:gd name="connsiteY47" fmla="*/ 325660 h 354806"/>
              <a:gd name="connsiteX48" fmla="*/ 195591 w 360827"/>
              <a:gd name="connsiteY48" fmla="*/ 325660 h 354806"/>
              <a:gd name="connsiteX49" fmla="*/ 195591 w 360827"/>
              <a:gd name="connsiteY49" fmla="*/ 340233 h 354806"/>
              <a:gd name="connsiteX50" fmla="*/ 165237 w 360827"/>
              <a:gd name="connsiteY50" fmla="*/ 340233 h 354806"/>
              <a:gd name="connsiteX51" fmla="*/ 89922 w 360827"/>
              <a:gd name="connsiteY51" fmla="*/ 192500 h 354806"/>
              <a:gd name="connsiteX52" fmla="*/ 89922 w 360827"/>
              <a:gd name="connsiteY52" fmla="*/ 340805 h 354806"/>
              <a:gd name="connsiteX53" fmla="*/ 14987 w 360827"/>
              <a:gd name="connsiteY53" fmla="*/ 340805 h 354806"/>
              <a:gd name="connsiteX54" fmla="*/ 14987 w 360827"/>
              <a:gd name="connsiteY54" fmla="*/ 192500 h 354806"/>
              <a:gd name="connsiteX55" fmla="*/ 89922 w 360827"/>
              <a:gd name="connsiteY55" fmla="*/ 192500 h 354806"/>
              <a:gd name="connsiteX56" fmla="*/ 128054 w 360827"/>
              <a:gd name="connsiteY56" fmla="*/ 133350 h 354806"/>
              <a:gd name="connsiteX57" fmla="*/ 150629 w 360827"/>
              <a:gd name="connsiteY57" fmla="*/ 133350 h 354806"/>
              <a:gd name="connsiteX58" fmla="*/ 150629 w 360827"/>
              <a:gd name="connsiteY58" fmla="*/ 155543 h 354806"/>
              <a:gd name="connsiteX59" fmla="*/ 158123 w 360827"/>
              <a:gd name="connsiteY59" fmla="*/ 162973 h 354806"/>
              <a:gd name="connsiteX60" fmla="*/ 203369 w 360827"/>
              <a:gd name="connsiteY60" fmla="*/ 162973 h 354806"/>
              <a:gd name="connsiteX61" fmla="*/ 210862 w 360827"/>
              <a:gd name="connsiteY61" fmla="*/ 155543 h 354806"/>
              <a:gd name="connsiteX62" fmla="*/ 210862 w 360827"/>
              <a:gd name="connsiteY62" fmla="*/ 133350 h 354806"/>
              <a:gd name="connsiteX63" fmla="*/ 233438 w 360827"/>
              <a:gd name="connsiteY63" fmla="*/ 133350 h 354806"/>
              <a:gd name="connsiteX64" fmla="*/ 240931 w 360827"/>
              <a:gd name="connsiteY64" fmla="*/ 125921 h 354806"/>
              <a:gd name="connsiteX65" fmla="*/ 240931 w 360827"/>
              <a:gd name="connsiteY65" fmla="*/ 81439 h 354806"/>
              <a:gd name="connsiteX66" fmla="*/ 233438 w 360827"/>
              <a:gd name="connsiteY66" fmla="*/ 74009 h 354806"/>
              <a:gd name="connsiteX67" fmla="*/ 210862 w 360827"/>
              <a:gd name="connsiteY67" fmla="*/ 74009 h 354806"/>
              <a:gd name="connsiteX68" fmla="*/ 210862 w 360827"/>
              <a:gd name="connsiteY68" fmla="*/ 51816 h 354806"/>
              <a:gd name="connsiteX69" fmla="*/ 209629 w 360827"/>
              <a:gd name="connsiteY69" fmla="*/ 46863 h 354806"/>
              <a:gd name="connsiteX70" fmla="*/ 203369 w 360827"/>
              <a:gd name="connsiteY70" fmla="*/ 44387 h 354806"/>
              <a:gd name="connsiteX71" fmla="*/ 158123 w 360827"/>
              <a:gd name="connsiteY71" fmla="*/ 44387 h 354806"/>
              <a:gd name="connsiteX72" fmla="*/ 150629 w 360827"/>
              <a:gd name="connsiteY72" fmla="*/ 51816 h 354806"/>
              <a:gd name="connsiteX73" fmla="*/ 150629 w 360827"/>
              <a:gd name="connsiteY73" fmla="*/ 74009 h 354806"/>
              <a:gd name="connsiteX74" fmla="*/ 128054 w 360827"/>
              <a:gd name="connsiteY74" fmla="*/ 74009 h 354806"/>
              <a:gd name="connsiteX75" fmla="*/ 120560 w 360827"/>
              <a:gd name="connsiteY75" fmla="*/ 81439 h 354806"/>
              <a:gd name="connsiteX76" fmla="*/ 120560 w 360827"/>
              <a:gd name="connsiteY76" fmla="*/ 125921 h 354806"/>
              <a:gd name="connsiteX77" fmla="*/ 128054 w 360827"/>
              <a:gd name="connsiteY77" fmla="*/ 133350 h 354806"/>
              <a:gd name="connsiteX78" fmla="*/ 135547 w 360827"/>
              <a:gd name="connsiteY78" fmla="*/ 88868 h 354806"/>
              <a:gd name="connsiteX79" fmla="*/ 158123 w 360827"/>
              <a:gd name="connsiteY79" fmla="*/ 88868 h 354806"/>
              <a:gd name="connsiteX80" fmla="*/ 165616 w 360827"/>
              <a:gd name="connsiteY80" fmla="*/ 81439 h 354806"/>
              <a:gd name="connsiteX81" fmla="*/ 165616 w 360827"/>
              <a:gd name="connsiteY81" fmla="*/ 59246 h 354806"/>
              <a:gd name="connsiteX82" fmla="*/ 195780 w 360827"/>
              <a:gd name="connsiteY82" fmla="*/ 59246 h 354806"/>
              <a:gd name="connsiteX83" fmla="*/ 195780 w 360827"/>
              <a:gd name="connsiteY83" fmla="*/ 81439 h 354806"/>
              <a:gd name="connsiteX84" fmla="*/ 198246 w 360827"/>
              <a:gd name="connsiteY84" fmla="*/ 86392 h 354806"/>
              <a:gd name="connsiteX85" fmla="*/ 203274 w 360827"/>
              <a:gd name="connsiteY85" fmla="*/ 88868 h 354806"/>
              <a:gd name="connsiteX86" fmla="*/ 225849 w 360827"/>
              <a:gd name="connsiteY86" fmla="*/ 88868 h 354806"/>
              <a:gd name="connsiteX87" fmla="*/ 225849 w 360827"/>
              <a:gd name="connsiteY87" fmla="*/ 118491 h 354806"/>
              <a:gd name="connsiteX88" fmla="*/ 203274 w 360827"/>
              <a:gd name="connsiteY88" fmla="*/ 118491 h 354806"/>
              <a:gd name="connsiteX89" fmla="*/ 195780 w 360827"/>
              <a:gd name="connsiteY89" fmla="*/ 125921 h 354806"/>
              <a:gd name="connsiteX90" fmla="*/ 195780 w 360827"/>
              <a:gd name="connsiteY90" fmla="*/ 148114 h 354806"/>
              <a:gd name="connsiteX91" fmla="*/ 165616 w 360827"/>
              <a:gd name="connsiteY91" fmla="*/ 148114 h 354806"/>
              <a:gd name="connsiteX92" fmla="*/ 165616 w 360827"/>
              <a:gd name="connsiteY92" fmla="*/ 125921 h 354806"/>
              <a:gd name="connsiteX93" fmla="*/ 158123 w 360827"/>
              <a:gd name="connsiteY93" fmla="*/ 118491 h 354806"/>
              <a:gd name="connsiteX94" fmla="*/ 135547 w 360827"/>
              <a:gd name="connsiteY94" fmla="*/ 118491 h 354806"/>
              <a:gd name="connsiteX95" fmla="*/ 135547 w 360827"/>
              <a:gd name="connsiteY95" fmla="*/ 88868 h 354806"/>
              <a:gd name="connsiteX96" fmla="*/ 29500 w 360827"/>
              <a:gd name="connsiteY96" fmla="*/ 214884 h 354806"/>
              <a:gd name="connsiteX97" fmla="*/ 37183 w 360827"/>
              <a:gd name="connsiteY97" fmla="*/ 207454 h 354806"/>
              <a:gd name="connsiteX98" fmla="*/ 67821 w 360827"/>
              <a:gd name="connsiteY98" fmla="*/ 207454 h 354806"/>
              <a:gd name="connsiteX99" fmla="*/ 75504 w 360827"/>
              <a:gd name="connsiteY99" fmla="*/ 214884 h 354806"/>
              <a:gd name="connsiteX100" fmla="*/ 67821 w 360827"/>
              <a:gd name="connsiteY100" fmla="*/ 222314 h 354806"/>
              <a:gd name="connsiteX101" fmla="*/ 37183 w 360827"/>
              <a:gd name="connsiteY101" fmla="*/ 222314 h 354806"/>
              <a:gd name="connsiteX102" fmla="*/ 29500 w 360827"/>
              <a:gd name="connsiteY102" fmla="*/ 214884 h 354806"/>
              <a:gd name="connsiteX103" fmla="*/ 29500 w 360827"/>
              <a:gd name="connsiteY103" fmla="*/ 244507 h 354806"/>
              <a:gd name="connsiteX104" fmla="*/ 37183 w 360827"/>
              <a:gd name="connsiteY104" fmla="*/ 237077 h 354806"/>
              <a:gd name="connsiteX105" fmla="*/ 67821 w 360827"/>
              <a:gd name="connsiteY105" fmla="*/ 237077 h 354806"/>
              <a:gd name="connsiteX106" fmla="*/ 75504 w 360827"/>
              <a:gd name="connsiteY106" fmla="*/ 244507 h 354806"/>
              <a:gd name="connsiteX107" fmla="*/ 67821 w 360827"/>
              <a:gd name="connsiteY107" fmla="*/ 251936 h 354806"/>
              <a:gd name="connsiteX108" fmla="*/ 37183 w 360827"/>
              <a:gd name="connsiteY108" fmla="*/ 251936 h 354806"/>
              <a:gd name="connsiteX109" fmla="*/ 29500 w 360827"/>
              <a:gd name="connsiteY109" fmla="*/ 244507 h 354806"/>
              <a:gd name="connsiteX110" fmla="*/ 29500 w 360827"/>
              <a:gd name="connsiteY110" fmla="*/ 274130 h 354806"/>
              <a:gd name="connsiteX111" fmla="*/ 37183 w 360827"/>
              <a:gd name="connsiteY111" fmla="*/ 266700 h 354806"/>
              <a:gd name="connsiteX112" fmla="*/ 67821 w 360827"/>
              <a:gd name="connsiteY112" fmla="*/ 266700 h 354806"/>
              <a:gd name="connsiteX113" fmla="*/ 75504 w 360827"/>
              <a:gd name="connsiteY113" fmla="*/ 274130 h 354806"/>
              <a:gd name="connsiteX114" fmla="*/ 67821 w 360827"/>
              <a:gd name="connsiteY114" fmla="*/ 281559 h 354806"/>
              <a:gd name="connsiteX115" fmla="*/ 37183 w 360827"/>
              <a:gd name="connsiteY115" fmla="*/ 281559 h 354806"/>
              <a:gd name="connsiteX116" fmla="*/ 29500 w 360827"/>
              <a:gd name="connsiteY116" fmla="*/ 274130 h 354806"/>
              <a:gd name="connsiteX117" fmla="*/ 29500 w 360827"/>
              <a:gd name="connsiteY117" fmla="*/ 303752 h 354806"/>
              <a:gd name="connsiteX118" fmla="*/ 37183 w 360827"/>
              <a:gd name="connsiteY118" fmla="*/ 296323 h 354806"/>
              <a:gd name="connsiteX119" fmla="*/ 67821 w 360827"/>
              <a:gd name="connsiteY119" fmla="*/ 296323 h 354806"/>
              <a:gd name="connsiteX120" fmla="*/ 75504 w 360827"/>
              <a:gd name="connsiteY120" fmla="*/ 303752 h 354806"/>
              <a:gd name="connsiteX121" fmla="*/ 67821 w 360827"/>
              <a:gd name="connsiteY121" fmla="*/ 311182 h 354806"/>
              <a:gd name="connsiteX122" fmla="*/ 37183 w 360827"/>
              <a:gd name="connsiteY122" fmla="*/ 311182 h 354806"/>
              <a:gd name="connsiteX123" fmla="*/ 29500 w 360827"/>
              <a:gd name="connsiteY123" fmla="*/ 303752 h 354806"/>
              <a:gd name="connsiteX124" fmla="*/ 286177 w 360827"/>
              <a:gd name="connsiteY124" fmla="*/ 214884 h 354806"/>
              <a:gd name="connsiteX125" fmla="*/ 293670 w 360827"/>
              <a:gd name="connsiteY125" fmla="*/ 207454 h 354806"/>
              <a:gd name="connsiteX126" fmla="*/ 323739 w 360827"/>
              <a:gd name="connsiteY126" fmla="*/ 207454 h 354806"/>
              <a:gd name="connsiteX127" fmla="*/ 331233 w 360827"/>
              <a:gd name="connsiteY127" fmla="*/ 214884 h 354806"/>
              <a:gd name="connsiteX128" fmla="*/ 323739 w 360827"/>
              <a:gd name="connsiteY128" fmla="*/ 222314 h 354806"/>
              <a:gd name="connsiteX129" fmla="*/ 293670 w 360827"/>
              <a:gd name="connsiteY129" fmla="*/ 222314 h 354806"/>
              <a:gd name="connsiteX130" fmla="*/ 286177 w 360827"/>
              <a:gd name="connsiteY130" fmla="*/ 214884 h 354806"/>
              <a:gd name="connsiteX131" fmla="*/ 286177 w 360827"/>
              <a:gd name="connsiteY131" fmla="*/ 244507 h 354806"/>
              <a:gd name="connsiteX132" fmla="*/ 293670 w 360827"/>
              <a:gd name="connsiteY132" fmla="*/ 237077 h 354806"/>
              <a:gd name="connsiteX133" fmla="*/ 323739 w 360827"/>
              <a:gd name="connsiteY133" fmla="*/ 237077 h 354806"/>
              <a:gd name="connsiteX134" fmla="*/ 331233 w 360827"/>
              <a:gd name="connsiteY134" fmla="*/ 244507 h 354806"/>
              <a:gd name="connsiteX135" fmla="*/ 323739 w 360827"/>
              <a:gd name="connsiteY135" fmla="*/ 251936 h 354806"/>
              <a:gd name="connsiteX136" fmla="*/ 293670 w 360827"/>
              <a:gd name="connsiteY136" fmla="*/ 251936 h 354806"/>
              <a:gd name="connsiteX137" fmla="*/ 286177 w 360827"/>
              <a:gd name="connsiteY137" fmla="*/ 244507 h 354806"/>
              <a:gd name="connsiteX138" fmla="*/ 286177 w 360827"/>
              <a:gd name="connsiteY138" fmla="*/ 274130 h 354806"/>
              <a:gd name="connsiteX139" fmla="*/ 293670 w 360827"/>
              <a:gd name="connsiteY139" fmla="*/ 266700 h 354806"/>
              <a:gd name="connsiteX140" fmla="*/ 323739 w 360827"/>
              <a:gd name="connsiteY140" fmla="*/ 266700 h 354806"/>
              <a:gd name="connsiteX141" fmla="*/ 331233 w 360827"/>
              <a:gd name="connsiteY141" fmla="*/ 274130 h 354806"/>
              <a:gd name="connsiteX142" fmla="*/ 323739 w 360827"/>
              <a:gd name="connsiteY142" fmla="*/ 281559 h 354806"/>
              <a:gd name="connsiteX143" fmla="*/ 293670 w 360827"/>
              <a:gd name="connsiteY143" fmla="*/ 281559 h 354806"/>
              <a:gd name="connsiteX144" fmla="*/ 286177 w 360827"/>
              <a:gd name="connsiteY144" fmla="*/ 274130 h 354806"/>
              <a:gd name="connsiteX145" fmla="*/ 286177 w 360827"/>
              <a:gd name="connsiteY145" fmla="*/ 303752 h 354806"/>
              <a:gd name="connsiteX146" fmla="*/ 293670 w 360827"/>
              <a:gd name="connsiteY146" fmla="*/ 296323 h 354806"/>
              <a:gd name="connsiteX147" fmla="*/ 323739 w 360827"/>
              <a:gd name="connsiteY147" fmla="*/ 296323 h 354806"/>
              <a:gd name="connsiteX148" fmla="*/ 331233 w 360827"/>
              <a:gd name="connsiteY148" fmla="*/ 303752 h 354806"/>
              <a:gd name="connsiteX149" fmla="*/ 323739 w 360827"/>
              <a:gd name="connsiteY149" fmla="*/ 311182 h 354806"/>
              <a:gd name="connsiteX150" fmla="*/ 293670 w 360827"/>
              <a:gd name="connsiteY150" fmla="*/ 311182 h 354806"/>
              <a:gd name="connsiteX151" fmla="*/ 286177 w 360827"/>
              <a:gd name="connsiteY151" fmla="*/ 303752 h 354806"/>
              <a:gd name="connsiteX152" fmla="*/ 120560 w 360827"/>
              <a:gd name="connsiteY152" fmla="*/ 229648 h 354806"/>
              <a:gd name="connsiteX153" fmla="*/ 127959 w 360827"/>
              <a:gd name="connsiteY153" fmla="*/ 222218 h 354806"/>
              <a:gd name="connsiteX154" fmla="*/ 142756 w 360827"/>
              <a:gd name="connsiteY154" fmla="*/ 222218 h 354806"/>
              <a:gd name="connsiteX155" fmla="*/ 150155 w 360827"/>
              <a:gd name="connsiteY155" fmla="*/ 229648 h 354806"/>
              <a:gd name="connsiteX156" fmla="*/ 142756 w 360827"/>
              <a:gd name="connsiteY156" fmla="*/ 237077 h 354806"/>
              <a:gd name="connsiteX157" fmla="*/ 127959 w 360827"/>
              <a:gd name="connsiteY157" fmla="*/ 237077 h 354806"/>
              <a:gd name="connsiteX158" fmla="*/ 120560 w 360827"/>
              <a:gd name="connsiteY158" fmla="*/ 229648 h 354806"/>
              <a:gd name="connsiteX159" fmla="*/ 120560 w 360827"/>
              <a:gd name="connsiteY159" fmla="*/ 259271 h 354806"/>
              <a:gd name="connsiteX160" fmla="*/ 127959 w 360827"/>
              <a:gd name="connsiteY160" fmla="*/ 251841 h 354806"/>
              <a:gd name="connsiteX161" fmla="*/ 142756 w 360827"/>
              <a:gd name="connsiteY161" fmla="*/ 251841 h 354806"/>
              <a:gd name="connsiteX162" fmla="*/ 150155 w 360827"/>
              <a:gd name="connsiteY162" fmla="*/ 259271 h 354806"/>
              <a:gd name="connsiteX163" fmla="*/ 142756 w 360827"/>
              <a:gd name="connsiteY163" fmla="*/ 266700 h 354806"/>
              <a:gd name="connsiteX164" fmla="*/ 127959 w 360827"/>
              <a:gd name="connsiteY164" fmla="*/ 266700 h 354806"/>
              <a:gd name="connsiteX165" fmla="*/ 120560 w 360827"/>
              <a:gd name="connsiteY165" fmla="*/ 259271 h 354806"/>
              <a:gd name="connsiteX166" fmla="*/ 120560 w 360827"/>
              <a:gd name="connsiteY166" fmla="*/ 288989 h 354806"/>
              <a:gd name="connsiteX167" fmla="*/ 127959 w 360827"/>
              <a:gd name="connsiteY167" fmla="*/ 281559 h 354806"/>
              <a:gd name="connsiteX168" fmla="*/ 142756 w 360827"/>
              <a:gd name="connsiteY168" fmla="*/ 281559 h 354806"/>
              <a:gd name="connsiteX169" fmla="*/ 150155 w 360827"/>
              <a:gd name="connsiteY169" fmla="*/ 288989 h 354806"/>
              <a:gd name="connsiteX170" fmla="*/ 142756 w 360827"/>
              <a:gd name="connsiteY170" fmla="*/ 296418 h 354806"/>
              <a:gd name="connsiteX171" fmla="*/ 127959 w 360827"/>
              <a:gd name="connsiteY171" fmla="*/ 296418 h 354806"/>
              <a:gd name="connsiteX172" fmla="*/ 120560 w 360827"/>
              <a:gd name="connsiteY172" fmla="*/ 288989 h 354806"/>
              <a:gd name="connsiteX173" fmla="*/ 165616 w 360827"/>
              <a:gd name="connsiteY173" fmla="*/ 229648 h 354806"/>
              <a:gd name="connsiteX174" fmla="*/ 173015 w 360827"/>
              <a:gd name="connsiteY174" fmla="*/ 222218 h 354806"/>
              <a:gd name="connsiteX175" fmla="*/ 187812 w 360827"/>
              <a:gd name="connsiteY175" fmla="*/ 222218 h 354806"/>
              <a:gd name="connsiteX176" fmla="*/ 195211 w 360827"/>
              <a:gd name="connsiteY176" fmla="*/ 229648 h 354806"/>
              <a:gd name="connsiteX177" fmla="*/ 187812 w 360827"/>
              <a:gd name="connsiteY177" fmla="*/ 237077 h 354806"/>
              <a:gd name="connsiteX178" fmla="*/ 173015 w 360827"/>
              <a:gd name="connsiteY178" fmla="*/ 237077 h 354806"/>
              <a:gd name="connsiteX179" fmla="*/ 165616 w 360827"/>
              <a:gd name="connsiteY179" fmla="*/ 229648 h 354806"/>
              <a:gd name="connsiteX180" fmla="*/ 165616 w 360827"/>
              <a:gd name="connsiteY180" fmla="*/ 259271 h 354806"/>
              <a:gd name="connsiteX181" fmla="*/ 173015 w 360827"/>
              <a:gd name="connsiteY181" fmla="*/ 251841 h 354806"/>
              <a:gd name="connsiteX182" fmla="*/ 187812 w 360827"/>
              <a:gd name="connsiteY182" fmla="*/ 251841 h 354806"/>
              <a:gd name="connsiteX183" fmla="*/ 195211 w 360827"/>
              <a:gd name="connsiteY183" fmla="*/ 259271 h 354806"/>
              <a:gd name="connsiteX184" fmla="*/ 187812 w 360827"/>
              <a:gd name="connsiteY184" fmla="*/ 266700 h 354806"/>
              <a:gd name="connsiteX185" fmla="*/ 173015 w 360827"/>
              <a:gd name="connsiteY185" fmla="*/ 266700 h 354806"/>
              <a:gd name="connsiteX186" fmla="*/ 165616 w 360827"/>
              <a:gd name="connsiteY186" fmla="*/ 259271 h 354806"/>
              <a:gd name="connsiteX187" fmla="*/ 165616 w 360827"/>
              <a:gd name="connsiteY187" fmla="*/ 288989 h 354806"/>
              <a:gd name="connsiteX188" fmla="*/ 173015 w 360827"/>
              <a:gd name="connsiteY188" fmla="*/ 281559 h 354806"/>
              <a:gd name="connsiteX189" fmla="*/ 187812 w 360827"/>
              <a:gd name="connsiteY189" fmla="*/ 281559 h 354806"/>
              <a:gd name="connsiteX190" fmla="*/ 195211 w 360827"/>
              <a:gd name="connsiteY190" fmla="*/ 288989 h 354806"/>
              <a:gd name="connsiteX191" fmla="*/ 187812 w 360827"/>
              <a:gd name="connsiteY191" fmla="*/ 296418 h 354806"/>
              <a:gd name="connsiteX192" fmla="*/ 173015 w 360827"/>
              <a:gd name="connsiteY192" fmla="*/ 296418 h 354806"/>
              <a:gd name="connsiteX193" fmla="*/ 165616 w 360827"/>
              <a:gd name="connsiteY193" fmla="*/ 288989 h 354806"/>
              <a:gd name="connsiteX194" fmla="*/ 210767 w 360827"/>
              <a:gd name="connsiteY194" fmla="*/ 229648 h 354806"/>
              <a:gd name="connsiteX195" fmla="*/ 218356 w 360827"/>
              <a:gd name="connsiteY195" fmla="*/ 222218 h 354806"/>
              <a:gd name="connsiteX196" fmla="*/ 233532 w 360827"/>
              <a:gd name="connsiteY196" fmla="*/ 222218 h 354806"/>
              <a:gd name="connsiteX197" fmla="*/ 241121 w 360827"/>
              <a:gd name="connsiteY197" fmla="*/ 229648 h 354806"/>
              <a:gd name="connsiteX198" fmla="*/ 233532 w 360827"/>
              <a:gd name="connsiteY198" fmla="*/ 237077 h 354806"/>
              <a:gd name="connsiteX199" fmla="*/ 218356 w 360827"/>
              <a:gd name="connsiteY199" fmla="*/ 237077 h 354806"/>
              <a:gd name="connsiteX200" fmla="*/ 210767 w 360827"/>
              <a:gd name="connsiteY200" fmla="*/ 229648 h 354806"/>
              <a:gd name="connsiteX201" fmla="*/ 210767 w 360827"/>
              <a:gd name="connsiteY201" fmla="*/ 259271 h 354806"/>
              <a:gd name="connsiteX202" fmla="*/ 218356 w 360827"/>
              <a:gd name="connsiteY202" fmla="*/ 251841 h 354806"/>
              <a:gd name="connsiteX203" fmla="*/ 233532 w 360827"/>
              <a:gd name="connsiteY203" fmla="*/ 251841 h 354806"/>
              <a:gd name="connsiteX204" fmla="*/ 241121 w 360827"/>
              <a:gd name="connsiteY204" fmla="*/ 259271 h 354806"/>
              <a:gd name="connsiteX205" fmla="*/ 233532 w 360827"/>
              <a:gd name="connsiteY205" fmla="*/ 266700 h 354806"/>
              <a:gd name="connsiteX206" fmla="*/ 218356 w 360827"/>
              <a:gd name="connsiteY206" fmla="*/ 266700 h 354806"/>
              <a:gd name="connsiteX207" fmla="*/ 210767 w 360827"/>
              <a:gd name="connsiteY207" fmla="*/ 259271 h 354806"/>
              <a:gd name="connsiteX208" fmla="*/ 210767 w 360827"/>
              <a:gd name="connsiteY208" fmla="*/ 288989 h 354806"/>
              <a:gd name="connsiteX209" fmla="*/ 218356 w 360827"/>
              <a:gd name="connsiteY209" fmla="*/ 281559 h 354806"/>
              <a:gd name="connsiteX210" fmla="*/ 233532 w 360827"/>
              <a:gd name="connsiteY210" fmla="*/ 281559 h 354806"/>
              <a:gd name="connsiteX211" fmla="*/ 241121 w 360827"/>
              <a:gd name="connsiteY211" fmla="*/ 288989 h 354806"/>
              <a:gd name="connsiteX212" fmla="*/ 233532 w 360827"/>
              <a:gd name="connsiteY212" fmla="*/ 296418 h 354806"/>
              <a:gd name="connsiteX213" fmla="*/ 218356 w 360827"/>
              <a:gd name="connsiteY213" fmla="*/ 296418 h 354806"/>
              <a:gd name="connsiteX214" fmla="*/ 210767 w 360827"/>
              <a:gd name="connsiteY214" fmla="*/ 288989 h 354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360827" h="354806">
                <a:moveTo>
                  <a:pt x="360828" y="185166"/>
                </a:moveTo>
                <a:cubicBezTo>
                  <a:pt x="360828" y="181451"/>
                  <a:pt x="358361" y="177832"/>
                  <a:pt x="353334" y="177832"/>
                </a:cubicBezTo>
                <a:lnTo>
                  <a:pt x="270621" y="177832"/>
                </a:lnTo>
                <a:lnTo>
                  <a:pt x="270621" y="157925"/>
                </a:lnTo>
                <a:cubicBezTo>
                  <a:pt x="280486" y="142113"/>
                  <a:pt x="286177" y="123539"/>
                  <a:pt x="286177" y="103727"/>
                </a:cubicBezTo>
                <a:cubicBezTo>
                  <a:pt x="286177" y="46863"/>
                  <a:pt x="239793" y="0"/>
                  <a:pt x="180793" y="0"/>
                </a:cubicBezTo>
                <a:cubicBezTo>
                  <a:pt x="121793" y="0"/>
                  <a:pt x="75410" y="46958"/>
                  <a:pt x="75410" y="103727"/>
                </a:cubicBezTo>
                <a:cubicBezTo>
                  <a:pt x="75410" y="122777"/>
                  <a:pt x="80911" y="140684"/>
                  <a:pt x="90207" y="156115"/>
                </a:cubicBezTo>
                <a:lnTo>
                  <a:pt x="90207" y="177832"/>
                </a:lnTo>
                <a:lnTo>
                  <a:pt x="7494" y="177832"/>
                </a:lnTo>
                <a:cubicBezTo>
                  <a:pt x="3794" y="177832"/>
                  <a:pt x="0" y="181547"/>
                  <a:pt x="0" y="185166"/>
                </a:cubicBezTo>
                <a:lnTo>
                  <a:pt x="0" y="347472"/>
                </a:lnTo>
                <a:cubicBezTo>
                  <a:pt x="0" y="347472"/>
                  <a:pt x="0" y="347567"/>
                  <a:pt x="0" y="347663"/>
                </a:cubicBezTo>
                <a:cubicBezTo>
                  <a:pt x="0" y="347758"/>
                  <a:pt x="0" y="347758"/>
                  <a:pt x="0" y="347853"/>
                </a:cubicBezTo>
                <a:cubicBezTo>
                  <a:pt x="0" y="351282"/>
                  <a:pt x="3510" y="354616"/>
                  <a:pt x="7209" y="354806"/>
                </a:cubicBezTo>
                <a:cubicBezTo>
                  <a:pt x="7304" y="354806"/>
                  <a:pt x="7399" y="354806"/>
                  <a:pt x="7494" y="354806"/>
                </a:cubicBezTo>
                <a:lnTo>
                  <a:pt x="353334" y="354806"/>
                </a:lnTo>
                <a:cubicBezTo>
                  <a:pt x="353334" y="354806"/>
                  <a:pt x="353524" y="354806"/>
                  <a:pt x="353713" y="354806"/>
                </a:cubicBezTo>
                <a:cubicBezTo>
                  <a:pt x="358456" y="354616"/>
                  <a:pt x="360828" y="351282"/>
                  <a:pt x="360828" y="347853"/>
                </a:cubicBezTo>
                <a:cubicBezTo>
                  <a:pt x="360828" y="347853"/>
                  <a:pt x="360828" y="347758"/>
                  <a:pt x="360828" y="347663"/>
                </a:cubicBezTo>
                <a:cubicBezTo>
                  <a:pt x="360828" y="347663"/>
                  <a:pt x="360828" y="347567"/>
                  <a:pt x="360828" y="347472"/>
                </a:cubicBezTo>
                <a:lnTo>
                  <a:pt x="360828" y="185166"/>
                </a:lnTo>
                <a:close/>
                <a:moveTo>
                  <a:pt x="345840" y="192500"/>
                </a:moveTo>
                <a:lnTo>
                  <a:pt x="345840" y="340805"/>
                </a:lnTo>
                <a:lnTo>
                  <a:pt x="270905" y="340805"/>
                </a:lnTo>
                <a:lnTo>
                  <a:pt x="270905" y="192500"/>
                </a:lnTo>
                <a:lnTo>
                  <a:pt x="345840" y="192500"/>
                </a:lnTo>
                <a:close/>
                <a:moveTo>
                  <a:pt x="180793" y="14764"/>
                </a:moveTo>
                <a:cubicBezTo>
                  <a:pt x="230971" y="14764"/>
                  <a:pt x="271095" y="54293"/>
                  <a:pt x="271095" y="103727"/>
                </a:cubicBezTo>
                <a:cubicBezTo>
                  <a:pt x="271095" y="120587"/>
                  <a:pt x="266352" y="136208"/>
                  <a:pt x="258195" y="149638"/>
                </a:cubicBezTo>
                <a:cubicBezTo>
                  <a:pt x="257341" y="150495"/>
                  <a:pt x="256677" y="151543"/>
                  <a:pt x="256298" y="152686"/>
                </a:cubicBezTo>
                <a:cubicBezTo>
                  <a:pt x="240172" y="176784"/>
                  <a:pt x="212475" y="192596"/>
                  <a:pt x="180793" y="192596"/>
                </a:cubicBezTo>
                <a:cubicBezTo>
                  <a:pt x="131848" y="192596"/>
                  <a:pt x="90491" y="153067"/>
                  <a:pt x="90491" y="103632"/>
                </a:cubicBezTo>
                <a:cubicBezTo>
                  <a:pt x="90491" y="54197"/>
                  <a:pt x="131848" y="14669"/>
                  <a:pt x="180793" y="14669"/>
                </a:cubicBezTo>
                <a:close/>
                <a:moveTo>
                  <a:pt x="180793" y="207454"/>
                </a:moveTo>
                <a:cubicBezTo>
                  <a:pt x="210388" y="207454"/>
                  <a:pt x="236852" y="195644"/>
                  <a:pt x="255823" y="176594"/>
                </a:cubicBezTo>
                <a:lnTo>
                  <a:pt x="255823" y="340805"/>
                </a:lnTo>
                <a:lnTo>
                  <a:pt x="210767" y="340805"/>
                </a:lnTo>
                <a:lnTo>
                  <a:pt x="210767" y="318421"/>
                </a:lnTo>
                <a:cubicBezTo>
                  <a:pt x="210767" y="314801"/>
                  <a:pt x="208206" y="311182"/>
                  <a:pt x="203179" y="311182"/>
                </a:cubicBezTo>
                <a:lnTo>
                  <a:pt x="157649" y="311182"/>
                </a:lnTo>
                <a:cubicBezTo>
                  <a:pt x="153854" y="311182"/>
                  <a:pt x="150060" y="314801"/>
                  <a:pt x="150060" y="318421"/>
                </a:cubicBezTo>
                <a:lnTo>
                  <a:pt x="150060" y="340805"/>
                </a:lnTo>
                <a:lnTo>
                  <a:pt x="105004" y="340805"/>
                </a:lnTo>
                <a:lnTo>
                  <a:pt x="105004" y="175165"/>
                </a:lnTo>
                <a:cubicBezTo>
                  <a:pt x="124260" y="194977"/>
                  <a:pt x="151198" y="207359"/>
                  <a:pt x="180888" y="207359"/>
                </a:cubicBezTo>
                <a:close/>
                <a:moveTo>
                  <a:pt x="165237" y="340233"/>
                </a:moveTo>
                <a:lnTo>
                  <a:pt x="165237" y="325660"/>
                </a:lnTo>
                <a:lnTo>
                  <a:pt x="195591" y="325660"/>
                </a:lnTo>
                <a:lnTo>
                  <a:pt x="195591" y="340233"/>
                </a:lnTo>
                <a:lnTo>
                  <a:pt x="165237" y="340233"/>
                </a:lnTo>
                <a:close/>
                <a:moveTo>
                  <a:pt x="89922" y="192500"/>
                </a:moveTo>
                <a:lnTo>
                  <a:pt x="89922" y="340805"/>
                </a:lnTo>
                <a:lnTo>
                  <a:pt x="14987" y="340805"/>
                </a:lnTo>
                <a:lnTo>
                  <a:pt x="14987" y="192500"/>
                </a:lnTo>
                <a:lnTo>
                  <a:pt x="89922" y="192500"/>
                </a:lnTo>
                <a:close/>
                <a:moveTo>
                  <a:pt x="128054" y="133350"/>
                </a:moveTo>
                <a:lnTo>
                  <a:pt x="150629" y="133350"/>
                </a:lnTo>
                <a:lnTo>
                  <a:pt x="150629" y="155543"/>
                </a:lnTo>
                <a:cubicBezTo>
                  <a:pt x="150629" y="159258"/>
                  <a:pt x="154424" y="162973"/>
                  <a:pt x="158123" y="162973"/>
                </a:cubicBezTo>
                <a:lnTo>
                  <a:pt x="203369" y="162973"/>
                </a:lnTo>
                <a:cubicBezTo>
                  <a:pt x="208396" y="162973"/>
                  <a:pt x="210862" y="159258"/>
                  <a:pt x="210862" y="155543"/>
                </a:cubicBezTo>
                <a:lnTo>
                  <a:pt x="210862" y="133350"/>
                </a:lnTo>
                <a:lnTo>
                  <a:pt x="233438" y="133350"/>
                </a:lnTo>
                <a:cubicBezTo>
                  <a:pt x="238465" y="133350"/>
                  <a:pt x="240931" y="129635"/>
                  <a:pt x="240931" y="125921"/>
                </a:cubicBezTo>
                <a:lnTo>
                  <a:pt x="240931" y="81439"/>
                </a:lnTo>
                <a:cubicBezTo>
                  <a:pt x="240931" y="77724"/>
                  <a:pt x="238465" y="74009"/>
                  <a:pt x="233438" y="74009"/>
                </a:cubicBezTo>
                <a:lnTo>
                  <a:pt x="210862" y="74009"/>
                </a:lnTo>
                <a:lnTo>
                  <a:pt x="210862" y="51816"/>
                </a:lnTo>
                <a:cubicBezTo>
                  <a:pt x="210862" y="49340"/>
                  <a:pt x="210862" y="48101"/>
                  <a:pt x="209629" y="46863"/>
                </a:cubicBezTo>
                <a:cubicBezTo>
                  <a:pt x="207163" y="45625"/>
                  <a:pt x="205835" y="44387"/>
                  <a:pt x="203369" y="44387"/>
                </a:cubicBezTo>
                <a:lnTo>
                  <a:pt x="158123" y="44387"/>
                </a:lnTo>
                <a:cubicBezTo>
                  <a:pt x="154329" y="44387"/>
                  <a:pt x="150629" y="48101"/>
                  <a:pt x="150629" y="51816"/>
                </a:cubicBezTo>
                <a:lnTo>
                  <a:pt x="150629" y="74009"/>
                </a:lnTo>
                <a:lnTo>
                  <a:pt x="128054" y="74009"/>
                </a:lnTo>
                <a:cubicBezTo>
                  <a:pt x="124260" y="74009"/>
                  <a:pt x="120560" y="77724"/>
                  <a:pt x="120560" y="81439"/>
                </a:cubicBezTo>
                <a:lnTo>
                  <a:pt x="120560" y="125921"/>
                </a:lnTo>
                <a:cubicBezTo>
                  <a:pt x="120560" y="129635"/>
                  <a:pt x="124355" y="133350"/>
                  <a:pt x="128054" y="133350"/>
                </a:cubicBezTo>
                <a:close/>
                <a:moveTo>
                  <a:pt x="135547" y="88868"/>
                </a:moveTo>
                <a:lnTo>
                  <a:pt x="158123" y="88868"/>
                </a:lnTo>
                <a:cubicBezTo>
                  <a:pt x="163150" y="88868"/>
                  <a:pt x="165616" y="85154"/>
                  <a:pt x="165616" y="81439"/>
                </a:cubicBezTo>
                <a:lnTo>
                  <a:pt x="165616" y="59246"/>
                </a:lnTo>
                <a:lnTo>
                  <a:pt x="195780" y="59246"/>
                </a:lnTo>
                <a:lnTo>
                  <a:pt x="195780" y="81439"/>
                </a:lnTo>
                <a:cubicBezTo>
                  <a:pt x="195780" y="83915"/>
                  <a:pt x="197013" y="85154"/>
                  <a:pt x="198246" y="86392"/>
                </a:cubicBezTo>
                <a:cubicBezTo>
                  <a:pt x="199480" y="87630"/>
                  <a:pt x="202041" y="88868"/>
                  <a:pt x="203274" y="88868"/>
                </a:cubicBezTo>
                <a:lnTo>
                  <a:pt x="225849" y="88868"/>
                </a:lnTo>
                <a:lnTo>
                  <a:pt x="225849" y="118491"/>
                </a:lnTo>
                <a:lnTo>
                  <a:pt x="203274" y="118491"/>
                </a:lnTo>
                <a:cubicBezTo>
                  <a:pt x="199480" y="118491"/>
                  <a:pt x="195780" y="122206"/>
                  <a:pt x="195780" y="125921"/>
                </a:cubicBezTo>
                <a:lnTo>
                  <a:pt x="195780" y="148114"/>
                </a:lnTo>
                <a:lnTo>
                  <a:pt x="165616" y="148114"/>
                </a:lnTo>
                <a:lnTo>
                  <a:pt x="165616" y="125921"/>
                </a:lnTo>
                <a:cubicBezTo>
                  <a:pt x="165616" y="122206"/>
                  <a:pt x="163150" y="118491"/>
                  <a:pt x="158123" y="118491"/>
                </a:cubicBezTo>
                <a:lnTo>
                  <a:pt x="135547" y="118491"/>
                </a:lnTo>
                <a:lnTo>
                  <a:pt x="135547" y="88868"/>
                </a:lnTo>
                <a:close/>
                <a:moveTo>
                  <a:pt x="29500" y="214884"/>
                </a:moveTo>
                <a:cubicBezTo>
                  <a:pt x="29500" y="211169"/>
                  <a:pt x="33294" y="207454"/>
                  <a:pt x="37183" y="207454"/>
                </a:cubicBezTo>
                <a:lnTo>
                  <a:pt x="67821" y="207454"/>
                </a:lnTo>
                <a:cubicBezTo>
                  <a:pt x="72943" y="207454"/>
                  <a:pt x="75504" y="211169"/>
                  <a:pt x="75504" y="214884"/>
                </a:cubicBezTo>
                <a:cubicBezTo>
                  <a:pt x="75504" y="218599"/>
                  <a:pt x="72943" y="222314"/>
                  <a:pt x="67821" y="222314"/>
                </a:cubicBezTo>
                <a:lnTo>
                  <a:pt x="37183" y="222314"/>
                </a:lnTo>
                <a:cubicBezTo>
                  <a:pt x="33389" y="222314"/>
                  <a:pt x="29500" y="218599"/>
                  <a:pt x="29500" y="214884"/>
                </a:cubicBezTo>
                <a:close/>
                <a:moveTo>
                  <a:pt x="29500" y="244507"/>
                </a:moveTo>
                <a:cubicBezTo>
                  <a:pt x="29500" y="240792"/>
                  <a:pt x="33294" y="237077"/>
                  <a:pt x="37183" y="237077"/>
                </a:cubicBezTo>
                <a:lnTo>
                  <a:pt x="67821" y="237077"/>
                </a:lnTo>
                <a:cubicBezTo>
                  <a:pt x="72943" y="237077"/>
                  <a:pt x="75504" y="240792"/>
                  <a:pt x="75504" y="244507"/>
                </a:cubicBezTo>
                <a:cubicBezTo>
                  <a:pt x="75504" y="248222"/>
                  <a:pt x="72943" y="251936"/>
                  <a:pt x="67821" y="251936"/>
                </a:cubicBezTo>
                <a:lnTo>
                  <a:pt x="37183" y="251936"/>
                </a:lnTo>
                <a:cubicBezTo>
                  <a:pt x="33389" y="251936"/>
                  <a:pt x="29500" y="248222"/>
                  <a:pt x="29500" y="244507"/>
                </a:cubicBezTo>
                <a:close/>
                <a:moveTo>
                  <a:pt x="29500" y="274130"/>
                </a:moveTo>
                <a:cubicBezTo>
                  <a:pt x="29500" y="270415"/>
                  <a:pt x="33294" y="266700"/>
                  <a:pt x="37183" y="266700"/>
                </a:cubicBezTo>
                <a:lnTo>
                  <a:pt x="67821" y="266700"/>
                </a:lnTo>
                <a:cubicBezTo>
                  <a:pt x="72943" y="266700"/>
                  <a:pt x="75504" y="270415"/>
                  <a:pt x="75504" y="274130"/>
                </a:cubicBezTo>
                <a:cubicBezTo>
                  <a:pt x="75504" y="277844"/>
                  <a:pt x="72943" y="281559"/>
                  <a:pt x="67821" y="281559"/>
                </a:cubicBezTo>
                <a:lnTo>
                  <a:pt x="37183" y="281559"/>
                </a:lnTo>
                <a:cubicBezTo>
                  <a:pt x="33389" y="281559"/>
                  <a:pt x="29500" y="277844"/>
                  <a:pt x="29500" y="274130"/>
                </a:cubicBezTo>
                <a:close/>
                <a:moveTo>
                  <a:pt x="29500" y="303752"/>
                </a:moveTo>
                <a:cubicBezTo>
                  <a:pt x="29500" y="300038"/>
                  <a:pt x="33294" y="296323"/>
                  <a:pt x="37183" y="296323"/>
                </a:cubicBezTo>
                <a:lnTo>
                  <a:pt x="67821" y="296323"/>
                </a:lnTo>
                <a:cubicBezTo>
                  <a:pt x="72943" y="296323"/>
                  <a:pt x="75504" y="300038"/>
                  <a:pt x="75504" y="303752"/>
                </a:cubicBezTo>
                <a:cubicBezTo>
                  <a:pt x="75504" y="307467"/>
                  <a:pt x="72943" y="311182"/>
                  <a:pt x="67821" y="311182"/>
                </a:cubicBezTo>
                <a:lnTo>
                  <a:pt x="37183" y="311182"/>
                </a:lnTo>
                <a:cubicBezTo>
                  <a:pt x="33389" y="311182"/>
                  <a:pt x="29500" y="307467"/>
                  <a:pt x="29500" y="303752"/>
                </a:cubicBezTo>
                <a:close/>
                <a:moveTo>
                  <a:pt x="286177" y="214884"/>
                </a:moveTo>
                <a:cubicBezTo>
                  <a:pt x="286177" y="211169"/>
                  <a:pt x="289971" y="207454"/>
                  <a:pt x="293670" y="207454"/>
                </a:cubicBezTo>
                <a:lnTo>
                  <a:pt x="323739" y="207454"/>
                </a:lnTo>
                <a:cubicBezTo>
                  <a:pt x="328767" y="207454"/>
                  <a:pt x="331233" y="211169"/>
                  <a:pt x="331233" y="214884"/>
                </a:cubicBezTo>
                <a:cubicBezTo>
                  <a:pt x="331233" y="218599"/>
                  <a:pt x="328767" y="222314"/>
                  <a:pt x="323739" y="222314"/>
                </a:cubicBezTo>
                <a:lnTo>
                  <a:pt x="293670" y="222314"/>
                </a:lnTo>
                <a:cubicBezTo>
                  <a:pt x="289876" y="222314"/>
                  <a:pt x="286177" y="218599"/>
                  <a:pt x="286177" y="214884"/>
                </a:cubicBezTo>
                <a:close/>
                <a:moveTo>
                  <a:pt x="286177" y="244507"/>
                </a:moveTo>
                <a:cubicBezTo>
                  <a:pt x="286177" y="240792"/>
                  <a:pt x="289971" y="237077"/>
                  <a:pt x="293670" y="237077"/>
                </a:cubicBezTo>
                <a:lnTo>
                  <a:pt x="323739" y="237077"/>
                </a:lnTo>
                <a:cubicBezTo>
                  <a:pt x="328767" y="237077"/>
                  <a:pt x="331233" y="240792"/>
                  <a:pt x="331233" y="244507"/>
                </a:cubicBezTo>
                <a:cubicBezTo>
                  <a:pt x="331233" y="248222"/>
                  <a:pt x="328767" y="251936"/>
                  <a:pt x="323739" y="251936"/>
                </a:cubicBezTo>
                <a:lnTo>
                  <a:pt x="293670" y="251936"/>
                </a:lnTo>
                <a:cubicBezTo>
                  <a:pt x="289876" y="251936"/>
                  <a:pt x="286177" y="248222"/>
                  <a:pt x="286177" y="244507"/>
                </a:cubicBezTo>
                <a:close/>
                <a:moveTo>
                  <a:pt x="286177" y="274130"/>
                </a:moveTo>
                <a:cubicBezTo>
                  <a:pt x="286177" y="270415"/>
                  <a:pt x="289971" y="266700"/>
                  <a:pt x="293670" y="266700"/>
                </a:cubicBezTo>
                <a:lnTo>
                  <a:pt x="323739" y="266700"/>
                </a:lnTo>
                <a:cubicBezTo>
                  <a:pt x="328767" y="266700"/>
                  <a:pt x="331233" y="270415"/>
                  <a:pt x="331233" y="274130"/>
                </a:cubicBezTo>
                <a:cubicBezTo>
                  <a:pt x="331233" y="277844"/>
                  <a:pt x="328767" y="281559"/>
                  <a:pt x="323739" y="281559"/>
                </a:cubicBezTo>
                <a:lnTo>
                  <a:pt x="293670" y="281559"/>
                </a:lnTo>
                <a:cubicBezTo>
                  <a:pt x="289876" y="281559"/>
                  <a:pt x="286177" y="277844"/>
                  <a:pt x="286177" y="274130"/>
                </a:cubicBezTo>
                <a:close/>
                <a:moveTo>
                  <a:pt x="286177" y="303752"/>
                </a:moveTo>
                <a:cubicBezTo>
                  <a:pt x="286177" y="300038"/>
                  <a:pt x="289971" y="296323"/>
                  <a:pt x="293670" y="296323"/>
                </a:cubicBezTo>
                <a:lnTo>
                  <a:pt x="323739" y="296323"/>
                </a:lnTo>
                <a:cubicBezTo>
                  <a:pt x="328767" y="296323"/>
                  <a:pt x="331233" y="300038"/>
                  <a:pt x="331233" y="303752"/>
                </a:cubicBezTo>
                <a:cubicBezTo>
                  <a:pt x="331233" y="307467"/>
                  <a:pt x="328767" y="311182"/>
                  <a:pt x="323739" y="311182"/>
                </a:cubicBezTo>
                <a:lnTo>
                  <a:pt x="293670" y="311182"/>
                </a:lnTo>
                <a:cubicBezTo>
                  <a:pt x="289876" y="311182"/>
                  <a:pt x="286177" y="307467"/>
                  <a:pt x="286177" y="303752"/>
                </a:cubicBezTo>
                <a:close/>
                <a:moveTo>
                  <a:pt x="120560" y="229648"/>
                </a:moveTo>
                <a:cubicBezTo>
                  <a:pt x="120560" y="225933"/>
                  <a:pt x="124260" y="222218"/>
                  <a:pt x="127959" y="222218"/>
                </a:cubicBezTo>
                <a:lnTo>
                  <a:pt x="142756" y="222218"/>
                </a:lnTo>
                <a:cubicBezTo>
                  <a:pt x="147689" y="222218"/>
                  <a:pt x="150155" y="225933"/>
                  <a:pt x="150155" y="229648"/>
                </a:cubicBezTo>
                <a:cubicBezTo>
                  <a:pt x="150155" y="233363"/>
                  <a:pt x="147689" y="237077"/>
                  <a:pt x="142756" y="237077"/>
                </a:cubicBezTo>
                <a:lnTo>
                  <a:pt x="127959" y="237077"/>
                </a:lnTo>
                <a:cubicBezTo>
                  <a:pt x="124260" y="237077"/>
                  <a:pt x="120560" y="233363"/>
                  <a:pt x="120560" y="229648"/>
                </a:cubicBezTo>
                <a:close/>
                <a:moveTo>
                  <a:pt x="120560" y="259271"/>
                </a:moveTo>
                <a:cubicBezTo>
                  <a:pt x="120560" y="255556"/>
                  <a:pt x="124260" y="251841"/>
                  <a:pt x="127959" y="251841"/>
                </a:cubicBezTo>
                <a:lnTo>
                  <a:pt x="142756" y="251841"/>
                </a:lnTo>
                <a:cubicBezTo>
                  <a:pt x="147689" y="251841"/>
                  <a:pt x="150155" y="255556"/>
                  <a:pt x="150155" y="259271"/>
                </a:cubicBezTo>
                <a:cubicBezTo>
                  <a:pt x="150155" y="262985"/>
                  <a:pt x="147689" y="266700"/>
                  <a:pt x="142756" y="266700"/>
                </a:cubicBezTo>
                <a:lnTo>
                  <a:pt x="127959" y="266700"/>
                </a:lnTo>
                <a:cubicBezTo>
                  <a:pt x="124260" y="266700"/>
                  <a:pt x="120560" y="262985"/>
                  <a:pt x="120560" y="259271"/>
                </a:cubicBezTo>
                <a:close/>
                <a:moveTo>
                  <a:pt x="120560" y="288989"/>
                </a:moveTo>
                <a:cubicBezTo>
                  <a:pt x="120560" y="285274"/>
                  <a:pt x="124260" y="281559"/>
                  <a:pt x="127959" y="281559"/>
                </a:cubicBezTo>
                <a:lnTo>
                  <a:pt x="142756" y="281559"/>
                </a:lnTo>
                <a:cubicBezTo>
                  <a:pt x="147689" y="281559"/>
                  <a:pt x="150155" y="285274"/>
                  <a:pt x="150155" y="288989"/>
                </a:cubicBezTo>
                <a:cubicBezTo>
                  <a:pt x="150155" y="292703"/>
                  <a:pt x="147689" y="296418"/>
                  <a:pt x="142756" y="296418"/>
                </a:cubicBezTo>
                <a:lnTo>
                  <a:pt x="127959" y="296418"/>
                </a:lnTo>
                <a:cubicBezTo>
                  <a:pt x="124260" y="296418"/>
                  <a:pt x="120560" y="292703"/>
                  <a:pt x="120560" y="288989"/>
                </a:cubicBezTo>
                <a:close/>
                <a:moveTo>
                  <a:pt x="165616" y="229648"/>
                </a:moveTo>
                <a:cubicBezTo>
                  <a:pt x="165616" y="225933"/>
                  <a:pt x="169316" y="222218"/>
                  <a:pt x="173015" y="222218"/>
                </a:cubicBezTo>
                <a:lnTo>
                  <a:pt x="187812" y="222218"/>
                </a:lnTo>
                <a:cubicBezTo>
                  <a:pt x="192745" y="222218"/>
                  <a:pt x="195211" y="225933"/>
                  <a:pt x="195211" y="229648"/>
                </a:cubicBezTo>
                <a:cubicBezTo>
                  <a:pt x="195211" y="233363"/>
                  <a:pt x="192745" y="237077"/>
                  <a:pt x="187812" y="237077"/>
                </a:cubicBezTo>
                <a:lnTo>
                  <a:pt x="173015" y="237077"/>
                </a:lnTo>
                <a:cubicBezTo>
                  <a:pt x="169316" y="237077"/>
                  <a:pt x="165616" y="233363"/>
                  <a:pt x="165616" y="229648"/>
                </a:cubicBezTo>
                <a:close/>
                <a:moveTo>
                  <a:pt x="165616" y="259271"/>
                </a:moveTo>
                <a:cubicBezTo>
                  <a:pt x="165616" y="255556"/>
                  <a:pt x="169316" y="251841"/>
                  <a:pt x="173015" y="251841"/>
                </a:cubicBezTo>
                <a:lnTo>
                  <a:pt x="187812" y="251841"/>
                </a:lnTo>
                <a:cubicBezTo>
                  <a:pt x="192745" y="251841"/>
                  <a:pt x="195211" y="255556"/>
                  <a:pt x="195211" y="259271"/>
                </a:cubicBezTo>
                <a:cubicBezTo>
                  <a:pt x="195211" y="262985"/>
                  <a:pt x="192745" y="266700"/>
                  <a:pt x="187812" y="266700"/>
                </a:cubicBezTo>
                <a:lnTo>
                  <a:pt x="173015" y="266700"/>
                </a:lnTo>
                <a:cubicBezTo>
                  <a:pt x="169316" y="266700"/>
                  <a:pt x="165616" y="262985"/>
                  <a:pt x="165616" y="259271"/>
                </a:cubicBezTo>
                <a:close/>
                <a:moveTo>
                  <a:pt x="165616" y="288989"/>
                </a:moveTo>
                <a:cubicBezTo>
                  <a:pt x="165616" y="285274"/>
                  <a:pt x="169316" y="281559"/>
                  <a:pt x="173015" y="281559"/>
                </a:cubicBezTo>
                <a:lnTo>
                  <a:pt x="187812" y="281559"/>
                </a:lnTo>
                <a:cubicBezTo>
                  <a:pt x="192745" y="281559"/>
                  <a:pt x="195211" y="285274"/>
                  <a:pt x="195211" y="288989"/>
                </a:cubicBezTo>
                <a:cubicBezTo>
                  <a:pt x="195211" y="292703"/>
                  <a:pt x="192745" y="296418"/>
                  <a:pt x="187812" y="296418"/>
                </a:cubicBezTo>
                <a:lnTo>
                  <a:pt x="173015" y="296418"/>
                </a:lnTo>
                <a:cubicBezTo>
                  <a:pt x="169316" y="296418"/>
                  <a:pt x="165616" y="292703"/>
                  <a:pt x="165616" y="288989"/>
                </a:cubicBezTo>
                <a:close/>
                <a:moveTo>
                  <a:pt x="210767" y="229648"/>
                </a:moveTo>
                <a:cubicBezTo>
                  <a:pt x="210767" y="225933"/>
                  <a:pt x="214561" y="222218"/>
                  <a:pt x="218356" y="222218"/>
                </a:cubicBezTo>
                <a:lnTo>
                  <a:pt x="233532" y="222218"/>
                </a:lnTo>
                <a:cubicBezTo>
                  <a:pt x="238560" y="222218"/>
                  <a:pt x="241121" y="225933"/>
                  <a:pt x="241121" y="229648"/>
                </a:cubicBezTo>
                <a:cubicBezTo>
                  <a:pt x="241121" y="233363"/>
                  <a:pt x="238560" y="237077"/>
                  <a:pt x="233532" y="237077"/>
                </a:cubicBezTo>
                <a:lnTo>
                  <a:pt x="218356" y="237077"/>
                </a:lnTo>
                <a:cubicBezTo>
                  <a:pt x="214561" y="237077"/>
                  <a:pt x="210767" y="233363"/>
                  <a:pt x="210767" y="229648"/>
                </a:cubicBezTo>
                <a:close/>
                <a:moveTo>
                  <a:pt x="210767" y="259271"/>
                </a:moveTo>
                <a:cubicBezTo>
                  <a:pt x="210767" y="255556"/>
                  <a:pt x="214561" y="251841"/>
                  <a:pt x="218356" y="251841"/>
                </a:cubicBezTo>
                <a:lnTo>
                  <a:pt x="233532" y="251841"/>
                </a:lnTo>
                <a:cubicBezTo>
                  <a:pt x="238560" y="251841"/>
                  <a:pt x="241121" y="255556"/>
                  <a:pt x="241121" y="259271"/>
                </a:cubicBezTo>
                <a:cubicBezTo>
                  <a:pt x="241121" y="262985"/>
                  <a:pt x="238560" y="266700"/>
                  <a:pt x="233532" y="266700"/>
                </a:cubicBezTo>
                <a:lnTo>
                  <a:pt x="218356" y="266700"/>
                </a:lnTo>
                <a:cubicBezTo>
                  <a:pt x="214561" y="266700"/>
                  <a:pt x="210767" y="262985"/>
                  <a:pt x="210767" y="259271"/>
                </a:cubicBezTo>
                <a:close/>
                <a:moveTo>
                  <a:pt x="210767" y="288989"/>
                </a:moveTo>
                <a:cubicBezTo>
                  <a:pt x="210767" y="285274"/>
                  <a:pt x="214561" y="281559"/>
                  <a:pt x="218356" y="281559"/>
                </a:cubicBezTo>
                <a:lnTo>
                  <a:pt x="233532" y="281559"/>
                </a:lnTo>
                <a:cubicBezTo>
                  <a:pt x="238560" y="281559"/>
                  <a:pt x="241121" y="285274"/>
                  <a:pt x="241121" y="288989"/>
                </a:cubicBezTo>
                <a:cubicBezTo>
                  <a:pt x="241121" y="292703"/>
                  <a:pt x="238560" y="296418"/>
                  <a:pt x="233532" y="296418"/>
                </a:cubicBezTo>
                <a:lnTo>
                  <a:pt x="218356" y="296418"/>
                </a:lnTo>
                <a:cubicBezTo>
                  <a:pt x="214561" y="296418"/>
                  <a:pt x="210767" y="292703"/>
                  <a:pt x="210767" y="28898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" name="Graphic 33">
            <a:extLst>
              <a:ext uri="{FF2B5EF4-FFF2-40B4-BE49-F238E27FC236}">
                <a16:creationId xmlns:a16="http://schemas.microsoft.com/office/drawing/2014/main" id="{8F0696FC-A19B-466F-944A-236D6ABD5556}"/>
              </a:ext>
            </a:extLst>
          </p:cNvPr>
          <p:cNvSpPr/>
          <p:nvPr/>
        </p:nvSpPr>
        <p:spPr>
          <a:xfrm>
            <a:off x="8735012" y="825277"/>
            <a:ext cx="483235" cy="393978"/>
          </a:xfrm>
          <a:custGeom>
            <a:avLst/>
            <a:gdLst>
              <a:gd name="connsiteX0" fmla="*/ 248330 w 361586"/>
              <a:gd name="connsiteY0" fmla="*/ 147256 h 294798"/>
              <a:gd name="connsiteX1" fmla="*/ 210578 w 361586"/>
              <a:gd name="connsiteY1" fmla="*/ 147256 h 294798"/>
              <a:gd name="connsiteX2" fmla="*/ 210578 w 361586"/>
              <a:gd name="connsiteY2" fmla="*/ 110395 h 294798"/>
              <a:gd name="connsiteX3" fmla="*/ 203084 w 361586"/>
              <a:gd name="connsiteY3" fmla="*/ 103060 h 294798"/>
              <a:gd name="connsiteX4" fmla="*/ 157838 w 361586"/>
              <a:gd name="connsiteY4" fmla="*/ 103060 h 294798"/>
              <a:gd name="connsiteX5" fmla="*/ 150250 w 361586"/>
              <a:gd name="connsiteY5" fmla="*/ 110395 h 294798"/>
              <a:gd name="connsiteX6" fmla="*/ 150250 w 361586"/>
              <a:gd name="connsiteY6" fmla="*/ 147256 h 294798"/>
              <a:gd name="connsiteX7" fmla="*/ 112498 w 361586"/>
              <a:gd name="connsiteY7" fmla="*/ 147256 h 294798"/>
              <a:gd name="connsiteX8" fmla="*/ 105004 w 361586"/>
              <a:gd name="connsiteY8" fmla="*/ 154591 h 294798"/>
              <a:gd name="connsiteX9" fmla="*/ 105004 w 361586"/>
              <a:gd name="connsiteY9" fmla="*/ 198787 h 294798"/>
              <a:gd name="connsiteX10" fmla="*/ 112498 w 361586"/>
              <a:gd name="connsiteY10" fmla="*/ 206121 h 294798"/>
              <a:gd name="connsiteX11" fmla="*/ 150250 w 361586"/>
              <a:gd name="connsiteY11" fmla="*/ 206121 h 294798"/>
              <a:gd name="connsiteX12" fmla="*/ 150250 w 361586"/>
              <a:gd name="connsiteY12" fmla="*/ 242983 h 294798"/>
              <a:gd name="connsiteX13" fmla="*/ 157838 w 361586"/>
              <a:gd name="connsiteY13" fmla="*/ 250317 h 294798"/>
              <a:gd name="connsiteX14" fmla="*/ 203084 w 361586"/>
              <a:gd name="connsiteY14" fmla="*/ 250317 h 294798"/>
              <a:gd name="connsiteX15" fmla="*/ 210578 w 361586"/>
              <a:gd name="connsiteY15" fmla="*/ 242983 h 294798"/>
              <a:gd name="connsiteX16" fmla="*/ 210578 w 361586"/>
              <a:gd name="connsiteY16" fmla="*/ 206121 h 294798"/>
              <a:gd name="connsiteX17" fmla="*/ 248330 w 361586"/>
              <a:gd name="connsiteY17" fmla="*/ 206121 h 294798"/>
              <a:gd name="connsiteX18" fmla="*/ 255918 w 361586"/>
              <a:gd name="connsiteY18" fmla="*/ 198787 h 294798"/>
              <a:gd name="connsiteX19" fmla="*/ 255918 w 361586"/>
              <a:gd name="connsiteY19" fmla="*/ 154591 h 294798"/>
              <a:gd name="connsiteX20" fmla="*/ 248330 w 361586"/>
              <a:gd name="connsiteY20" fmla="*/ 147256 h 294798"/>
              <a:gd name="connsiteX21" fmla="*/ 240836 w 361586"/>
              <a:gd name="connsiteY21" fmla="*/ 191453 h 294798"/>
              <a:gd name="connsiteX22" fmla="*/ 203084 w 361586"/>
              <a:gd name="connsiteY22" fmla="*/ 191453 h 294798"/>
              <a:gd name="connsiteX23" fmla="*/ 195496 w 361586"/>
              <a:gd name="connsiteY23" fmla="*/ 198787 h 294798"/>
              <a:gd name="connsiteX24" fmla="*/ 195496 w 361586"/>
              <a:gd name="connsiteY24" fmla="*/ 235649 h 294798"/>
              <a:gd name="connsiteX25" fmla="*/ 165332 w 361586"/>
              <a:gd name="connsiteY25" fmla="*/ 235649 h 294798"/>
              <a:gd name="connsiteX26" fmla="*/ 165332 w 361586"/>
              <a:gd name="connsiteY26" fmla="*/ 198787 h 294798"/>
              <a:gd name="connsiteX27" fmla="*/ 157838 w 361586"/>
              <a:gd name="connsiteY27" fmla="*/ 191453 h 294798"/>
              <a:gd name="connsiteX28" fmla="*/ 120086 w 361586"/>
              <a:gd name="connsiteY28" fmla="*/ 191453 h 294798"/>
              <a:gd name="connsiteX29" fmla="*/ 120086 w 361586"/>
              <a:gd name="connsiteY29" fmla="*/ 161925 h 294798"/>
              <a:gd name="connsiteX30" fmla="*/ 157838 w 361586"/>
              <a:gd name="connsiteY30" fmla="*/ 161925 h 294798"/>
              <a:gd name="connsiteX31" fmla="*/ 165332 w 361586"/>
              <a:gd name="connsiteY31" fmla="*/ 154591 h 294798"/>
              <a:gd name="connsiteX32" fmla="*/ 165332 w 361586"/>
              <a:gd name="connsiteY32" fmla="*/ 117729 h 294798"/>
              <a:gd name="connsiteX33" fmla="*/ 195496 w 361586"/>
              <a:gd name="connsiteY33" fmla="*/ 117729 h 294798"/>
              <a:gd name="connsiteX34" fmla="*/ 195496 w 361586"/>
              <a:gd name="connsiteY34" fmla="*/ 154591 h 294798"/>
              <a:gd name="connsiteX35" fmla="*/ 203084 w 361586"/>
              <a:gd name="connsiteY35" fmla="*/ 161925 h 294798"/>
              <a:gd name="connsiteX36" fmla="*/ 240836 w 361586"/>
              <a:gd name="connsiteY36" fmla="*/ 161925 h 294798"/>
              <a:gd name="connsiteX37" fmla="*/ 240836 w 361586"/>
              <a:gd name="connsiteY37" fmla="*/ 191453 h 294798"/>
              <a:gd name="connsiteX38" fmla="*/ 324024 w 361586"/>
              <a:gd name="connsiteY38" fmla="*/ 44482 h 294798"/>
              <a:gd name="connsiteX39" fmla="*/ 241121 w 361586"/>
              <a:gd name="connsiteY39" fmla="*/ 44482 h 294798"/>
              <a:gd name="connsiteX40" fmla="*/ 241121 w 361586"/>
              <a:gd name="connsiteY40" fmla="*/ 29242 h 294798"/>
              <a:gd name="connsiteX41" fmla="*/ 210957 w 361586"/>
              <a:gd name="connsiteY41" fmla="*/ 0 h 294798"/>
              <a:gd name="connsiteX42" fmla="*/ 150724 w 361586"/>
              <a:gd name="connsiteY42" fmla="*/ 0 h 294798"/>
              <a:gd name="connsiteX43" fmla="*/ 120560 w 361586"/>
              <a:gd name="connsiteY43" fmla="*/ 29242 h 294798"/>
              <a:gd name="connsiteX44" fmla="*/ 120560 w 361586"/>
              <a:gd name="connsiteY44" fmla="*/ 44482 h 294798"/>
              <a:gd name="connsiteX45" fmla="*/ 37657 w 361586"/>
              <a:gd name="connsiteY45" fmla="*/ 44482 h 294798"/>
              <a:gd name="connsiteX46" fmla="*/ 0 w 361586"/>
              <a:gd name="connsiteY46" fmla="*/ 81343 h 294798"/>
              <a:gd name="connsiteX47" fmla="*/ 0 w 361586"/>
              <a:gd name="connsiteY47" fmla="*/ 258032 h 294798"/>
              <a:gd name="connsiteX48" fmla="*/ 37657 w 361586"/>
              <a:gd name="connsiteY48" fmla="*/ 294799 h 294798"/>
              <a:gd name="connsiteX49" fmla="*/ 323929 w 361586"/>
              <a:gd name="connsiteY49" fmla="*/ 294799 h 294798"/>
              <a:gd name="connsiteX50" fmla="*/ 361586 w 361586"/>
              <a:gd name="connsiteY50" fmla="*/ 258032 h 294798"/>
              <a:gd name="connsiteX51" fmla="*/ 361586 w 361586"/>
              <a:gd name="connsiteY51" fmla="*/ 81343 h 294798"/>
              <a:gd name="connsiteX52" fmla="*/ 323929 w 361586"/>
              <a:gd name="connsiteY52" fmla="*/ 44482 h 294798"/>
              <a:gd name="connsiteX53" fmla="*/ 135642 w 361586"/>
              <a:gd name="connsiteY53" fmla="*/ 29337 h 294798"/>
              <a:gd name="connsiteX54" fmla="*/ 150724 w 361586"/>
              <a:gd name="connsiteY54" fmla="*/ 14764 h 294798"/>
              <a:gd name="connsiteX55" fmla="*/ 210957 w 361586"/>
              <a:gd name="connsiteY55" fmla="*/ 14764 h 294798"/>
              <a:gd name="connsiteX56" fmla="*/ 226039 w 361586"/>
              <a:gd name="connsiteY56" fmla="*/ 29337 h 294798"/>
              <a:gd name="connsiteX57" fmla="*/ 226039 w 361586"/>
              <a:gd name="connsiteY57" fmla="*/ 44577 h 294798"/>
              <a:gd name="connsiteX58" fmla="*/ 135642 w 361586"/>
              <a:gd name="connsiteY58" fmla="*/ 44577 h 294798"/>
              <a:gd name="connsiteX59" fmla="*/ 135642 w 361586"/>
              <a:gd name="connsiteY59" fmla="*/ 29337 h 294798"/>
              <a:gd name="connsiteX60" fmla="*/ 346599 w 361586"/>
              <a:gd name="connsiteY60" fmla="*/ 258032 h 294798"/>
              <a:gd name="connsiteX61" fmla="*/ 324024 w 361586"/>
              <a:gd name="connsiteY61" fmla="*/ 280130 h 294798"/>
              <a:gd name="connsiteX62" fmla="*/ 37752 w 361586"/>
              <a:gd name="connsiteY62" fmla="*/ 280130 h 294798"/>
              <a:gd name="connsiteX63" fmla="*/ 15177 w 361586"/>
              <a:gd name="connsiteY63" fmla="*/ 258032 h 294798"/>
              <a:gd name="connsiteX64" fmla="*/ 15177 w 361586"/>
              <a:gd name="connsiteY64" fmla="*/ 81343 h 294798"/>
              <a:gd name="connsiteX65" fmla="*/ 37752 w 361586"/>
              <a:gd name="connsiteY65" fmla="*/ 59245 h 294798"/>
              <a:gd name="connsiteX66" fmla="*/ 324024 w 361586"/>
              <a:gd name="connsiteY66" fmla="*/ 59245 h 294798"/>
              <a:gd name="connsiteX67" fmla="*/ 346599 w 361586"/>
              <a:gd name="connsiteY67" fmla="*/ 81343 h 294798"/>
              <a:gd name="connsiteX68" fmla="*/ 346599 w 361586"/>
              <a:gd name="connsiteY68" fmla="*/ 258032 h 294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61586" h="294798">
                <a:moveTo>
                  <a:pt x="248330" y="147256"/>
                </a:moveTo>
                <a:lnTo>
                  <a:pt x="210578" y="147256"/>
                </a:lnTo>
                <a:lnTo>
                  <a:pt x="210578" y="110395"/>
                </a:lnTo>
                <a:cubicBezTo>
                  <a:pt x="210578" y="106680"/>
                  <a:pt x="208017" y="103060"/>
                  <a:pt x="203084" y="103060"/>
                </a:cubicBezTo>
                <a:lnTo>
                  <a:pt x="157838" y="103060"/>
                </a:lnTo>
                <a:cubicBezTo>
                  <a:pt x="154044" y="103060"/>
                  <a:pt x="150250" y="106775"/>
                  <a:pt x="150250" y="110395"/>
                </a:cubicBezTo>
                <a:lnTo>
                  <a:pt x="150250" y="147256"/>
                </a:lnTo>
                <a:lnTo>
                  <a:pt x="112498" y="147256"/>
                </a:lnTo>
                <a:cubicBezTo>
                  <a:pt x="108704" y="147256"/>
                  <a:pt x="105004" y="150971"/>
                  <a:pt x="105004" y="154591"/>
                </a:cubicBezTo>
                <a:lnTo>
                  <a:pt x="105004" y="198787"/>
                </a:lnTo>
                <a:cubicBezTo>
                  <a:pt x="105004" y="203740"/>
                  <a:pt x="108798" y="206121"/>
                  <a:pt x="112498" y="206121"/>
                </a:cubicBezTo>
                <a:lnTo>
                  <a:pt x="150250" y="206121"/>
                </a:lnTo>
                <a:lnTo>
                  <a:pt x="150250" y="242983"/>
                </a:lnTo>
                <a:cubicBezTo>
                  <a:pt x="150250" y="247936"/>
                  <a:pt x="154044" y="250317"/>
                  <a:pt x="157838" y="250317"/>
                </a:cubicBezTo>
                <a:lnTo>
                  <a:pt x="203084" y="250317"/>
                </a:lnTo>
                <a:cubicBezTo>
                  <a:pt x="208111" y="250317"/>
                  <a:pt x="210578" y="247841"/>
                  <a:pt x="210578" y="242983"/>
                </a:cubicBezTo>
                <a:lnTo>
                  <a:pt x="210578" y="206121"/>
                </a:lnTo>
                <a:lnTo>
                  <a:pt x="248330" y="206121"/>
                </a:lnTo>
                <a:cubicBezTo>
                  <a:pt x="253357" y="206121"/>
                  <a:pt x="255918" y="203645"/>
                  <a:pt x="255918" y="198787"/>
                </a:cubicBezTo>
                <a:lnTo>
                  <a:pt x="255918" y="154591"/>
                </a:lnTo>
                <a:cubicBezTo>
                  <a:pt x="255918" y="150876"/>
                  <a:pt x="253357" y="147256"/>
                  <a:pt x="248330" y="147256"/>
                </a:cubicBezTo>
                <a:close/>
                <a:moveTo>
                  <a:pt x="240836" y="191453"/>
                </a:moveTo>
                <a:lnTo>
                  <a:pt x="203084" y="191453"/>
                </a:lnTo>
                <a:cubicBezTo>
                  <a:pt x="199290" y="191453"/>
                  <a:pt x="195496" y="195167"/>
                  <a:pt x="195496" y="198787"/>
                </a:cubicBezTo>
                <a:lnTo>
                  <a:pt x="195496" y="235649"/>
                </a:lnTo>
                <a:lnTo>
                  <a:pt x="165332" y="235649"/>
                </a:lnTo>
                <a:lnTo>
                  <a:pt x="165332" y="198787"/>
                </a:lnTo>
                <a:cubicBezTo>
                  <a:pt x="165332" y="195072"/>
                  <a:pt x="162866" y="191453"/>
                  <a:pt x="157838" y="191453"/>
                </a:cubicBezTo>
                <a:lnTo>
                  <a:pt x="120086" y="191453"/>
                </a:lnTo>
                <a:lnTo>
                  <a:pt x="120086" y="161925"/>
                </a:lnTo>
                <a:lnTo>
                  <a:pt x="157838" y="161925"/>
                </a:lnTo>
                <a:cubicBezTo>
                  <a:pt x="162866" y="161925"/>
                  <a:pt x="165332" y="159449"/>
                  <a:pt x="165332" y="154591"/>
                </a:cubicBezTo>
                <a:lnTo>
                  <a:pt x="165332" y="117729"/>
                </a:lnTo>
                <a:lnTo>
                  <a:pt x="195496" y="117729"/>
                </a:lnTo>
                <a:lnTo>
                  <a:pt x="195496" y="154591"/>
                </a:lnTo>
                <a:cubicBezTo>
                  <a:pt x="195496" y="159544"/>
                  <a:pt x="199290" y="161925"/>
                  <a:pt x="203084" y="161925"/>
                </a:cubicBezTo>
                <a:lnTo>
                  <a:pt x="240836" y="161925"/>
                </a:lnTo>
                <a:lnTo>
                  <a:pt x="240836" y="191453"/>
                </a:lnTo>
                <a:close/>
                <a:moveTo>
                  <a:pt x="324024" y="44482"/>
                </a:moveTo>
                <a:lnTo>
                  <a:pt x="241121" y="44482"/>
                </a:lnTo>
                <a:lnTo>
                  <a:pt x="241121" y="29242"/>
                </a:lnTo>
                <a:cubicBezTo>
                  <a:pt x="241121" y="13430"/>
                  <a:pt x="228600" y="0"/>
                  <a:pt x="210957" y="0"/>
                </a:cubicBezTo>
                <a:lnTo>
                  <a:pt x="150724" y="0"/>
                </a:lnTo>
                <a:cubicBezTo>
                  <a:pt x="134409" y="0"/>
                  <a:pt x="120560" y="13430"/>
                  <a:pt x="120560" y="29242"/>
                </a:cubicBezTo>
                <a:lnTo>
                  <a:pt x="120560" y="44482"/>
                </a:lnTo>
                <a:lnTo>
                  <a:pt x="37657" y="44482"/>
                </a:lnTo>
                <a:cubicBezTo>
                  <a:pt x="17548" y="44482"/>
                  <a:pt x="0" y="61627"/>
                  <a:pt x="0" y="81343"/>
                </a:cubicBezTo>
                <a:lnTo>
                  <a:pt x="0" y="258032"/>
                </a:lnTo>
                <a:cubicBezTo>
                  <a:pt x="0" y="278892"/>
                  <a:pt x="17548" y="294799"/>
                  <a:pt x="37657" y="294799"/>
                </a:cubicBezTo>
                <a:lnTo>
                  <a:pt x="323929" y="294799"/>
                </a:lnTo>
                <a:cubicBezTo>
                  <a:pt x="345271" y="294799"/>
                  <a:pt x="361586" y="278892"/>
                  <a:pt x="361586" y="258032"/>
                </a:cubicBezTo>
                <a:lnTo>
                  <a:pt x="361586" y="81343"/>
                </a:lnTo>
                <a:cubicBezTo>
                  <a:pt x="361586" y="61722"/>
                  <a:pt x="345271" y="44482"/>
                  <a:pt x="323929" y="44482"/>
                </a:cubicBezTo>
                <a:close/>
                <a:moveTo>
                  <a:pt x="135642" y="29337"/>
                </a:moveTo>
                <a:cubicBezTo>
                  <a:pt x="135642" y="22003"/>
                  <a:pt x="143136" y="14764"/>
                  <a:pt x="150724" y="14764"/>
                </a:cubicBezTo>
                <a:lnTo>
                  <a:pt x="210957" y="14764"/>
                </a:lnTo>
                <a:cubicBezTo>
                  <a:pt x="219778" y="14764"/>
                  <a:pt x="226039" y="22098"/>
                  <a:pt x="226039" y="29337"/>
                </a:cubicBezTo>
                <a:lnTo>
                  <a:pt x="226039" y="44577"/>
                </a:lnTo>
                <a:lnTo>
                  <a:pt x="135642" y="44577"/>
                </a:lnTo>
                <a:lnTo>
                  <a:pt x="135642" y="29337"/>
                </a:lnTo>
                <a:close/>
                <a:moveTo>
                  <a:pt x="346599" y="258032"/>
                </a:moveTo>
                <a:cubicBezTo>
                  <a:pt x="346599" y="270320"/>
                  <a:pt x="336545" y="280130"/>
                  <a:pt x="324024" y="280130"/>
                </a:cubicBezTo>
                <a:lnTo>
                  <a:pt x="37752" y="280130"/>
                </a:lnTo>
                <a:cubicBezTo>
                  <a:pt x="26464" y="280130"/>
                  <a:pt x="15177" y="270320"/>
                  <a:pt x="15177" y="258032"/>
                </a:cubicBezTo>
                <a:lnTo>
                  <a:pt x="15177" y="81343"/>
                </a:lnTo>
                <a:cubicBezTo>
                  <a:pt x="15177" y="69056"/>
                  <a:pt x="26464" y="59245"/>
                  <a:pt x="37752" y="59245"/>
                </a:cubicBezTo>
                <a:lnTo>
                  <a:pt x="324024" y="59245"/>
                </a:lnTo>
                <a:cubicBezTo>
                  <a:pt x="336545" y="59245"/>
                  <a:pt x="346599" y="69056"/>
                  <a:pt x="346599" y="81343"/>
                </a:cubicBezTo>
                <a:lnTo>
                  <a:pt x="346599" y="258032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6" name="Graphic 33">
            <a:extLst>
              <a:ext uri="{FF2B5EF4-FFF2-40B4-BE49-F238E27FC236}">
                <a16:creationId xmlns:a16="http://schemas.microsoft.com/office/drawing/2014/main" id="{34C36682-CBDA-3713-262F-B1574E5E5407}"/>
              </a:ext>
            </a:extLst>
          </p:cNvPr>
          <p:cNvSpPr/>
          <p:nvPr/>
        </p:nvSpPr>
        <p:spPr>
          <a:xfrm>
            <a:off x="9500187" y="825277"/>
            <a:ext cx="483235" cy="393978"/>
          </a:xfrm>
          <a:custGeom>
            <a:avLst/>
            <a:gdLst>
              <a:gd name="connsiteX0" fmla="*/ 248330 w 361586"/>
              <a:gd name="connsiteY0" fmla="*/ 147256 h 294798"/>
              <a:gd name="connsiteX1" fmla="*/ 210578 w 361586"/>
              <a:gd name="connsiteY1" fmla="*/ 147256 h 294798"/>
              <a:gd name="connsiteX2" fmla="*/ 210578 w 361586"/>
              <a:gd name="connsiteY2" fmla="*/ 110395 h 294798"/>
              <a:gd name="connsiteX3" fmla="*/ 203084 w 361586"/>
              <a:gd name="connsiteY3" fmla="*/ 103060 h 294798"/>
              <a:gd name="connsiteX4" fmla="*/ 157838 w 361586"/>
              <a:gd name="connsiteY4" fmla="*/ 103060 h 294798"/>
              <a:gd name="connsiteX5" fmla="*/ 150250 w 361586"/>
              <a:gd name="connsiteY5" fmla="*/ 110395 h 294798"/>
              <a:gd name="connsiteX6" fmla="*/ 150250 w 361586"/>
              <a:gd name="connsiteY6" fmla="*/ 147256 h 294798"/>
              <a:gd name="connsiteX7" fmla="*/ 112498 w 361586"/>
              <a:gd name="connsiteY7" fmla="*/ 147256 h 294798"/>
              <a:gd name="connsiteX8" fmla="*/ 105004 w 361586"/>
              <a:gd name="connsiteY8" fmla="*/ 154591 h 294798"/>
              <a:gd name="connsiteX9" fmla="*/ 105004 w 361586"/>
              <a:gd name="connsiteY9" fmla="*/ 198787 h 294798"/>
              <a:gd name="connsiteX10" fmla="*/ 112498 w 361586"/>
              <a:gd name="connsiteY10" fmla="*/ 206121 h 294798"/>
              <a:gd name="connsiteX11" fmla="*/ 150250 w 361586"/>
              <a:gd name="connsiteY11" fmla="*/ 206121 h 294798"/>
              <a:gd name="connsiteX12" fmla="*/ 150250 w 361586"/>
              <a:gd name="connsiteY12" fmla="*/ 242983 h 294798"/>
              <a:gd name="connsiteX13" fmla="*/ 157838 w 361586"/>
              <a:gd name="connsiteY13" fmla="*/ 250317 h 294798"/>
              <a:gd name="connsiteX14" fmla="*/ 203084 w 361586"/>
              <a:gd name="connsiteY14" fmla="*/ 250317 h 294798"/>
              <a:gd name="connsiteX15" fmla="*/ 210578 w 361586"/>
              <a:gd name="connsiteY15" fmla="*/ 242983 h 294798"/>
              <a:gd name="connsiteX16" fmla="*/ 210578 w 361586"/>
              <a:gd name="connsiteY16" fmla="*/ 206121 h 294798"/>
              <a:gd name="connsiteX17" fmla="*/ 248330 w 361586"/>
              <a:gd name="connsiteY17" fmla="*/ 206121 h 294798"/>
              <a:gd name="connsiteX18" fmla="*/ 255918 w 361586"/>
              <a:gd name="connsiteY18" fmla="*/ 198787 h 294798"/>
              <a:gd name="connsiteX19" fmla="*/ 255918 w 361586"/>
              <a:gd name="connsiteY19" fmla="*/ 154591 h 294798"/>
              <a:gd name="connsiteX20" fmla="*/ 248330 w 361586"/>
              <a:gd name="connsiteY20" fmla="*/ 147256 h 294798"/>
              <a:gd name="connsiteX21" fmla="*/ 240836 w 361586"/>
              <a:gd name="connsiteY21" fmla="*/ 191453 h 294798"/>
              <a:gd name="connsiteX22" fmla="*/ 203084 w 361586"/>
              <a:gd name="connsiteY22" fmla="*/ 191453 h 294798"/>
              <a:gd name="connsiteX23" fmla="*/ 195496 w 361586"/>
              <a:gd name="connsiteY23" fmla="*/ 198787 h 294798"/>
              <a:gd name="connsiteX24" fmla="*/ 195496 w 361586"/>
              <a:gd name="connsiteY24" fmla="*/ 235649 h 294798"/>
              <a:gd name="connsiteX25" fmla="*/ 165332 w 361586"/>
              <a:gd name="connsiteY25" fmla="*/ 235649 h 294798"/>
              <a:gd name="connsiteX26" fmla="*/ 165332 w 361586"/>
              <a:gd name="connsiteY26" fmla="*/ 198787 h 294798"/>
              <a:gd name="connsiteX27" fmla="*/ 157838 w 361586"/>
              <a:gd name="connsiteY27" fmla="*/ 191453 h 294798"/>
              <a:gd name="connsiteX28" fmla="*/ 120086 w 361586"/>
              <a:gd name="connsiteY28" fmla="*/ 191453 h 294798"/>
              <a:gd name="connsiteX29" fmla="*/ 120086 w 361586"/>
              <a:gd name="connsiteY29" fmla="*/ 161925 h 294798"/>
              <a:gd name="connsiteX30" fmla="*/ 157838 w 361586"/>
              <a:gd name="connsiteY30" fmla="*/ 161925 h 294798"/>
              <a:gd name="connsiteX31" fmla="*/ 165332 w 361586"/>
              <a:gd name="connsiteY31" fmla="*/ 154591 h 294798"/>
              <a:gd name="connsiteX32" fmla="*/ 165332 w 361586"/>
              <a:gd name="connsiteY32" fmla="*/ 117729 h 294798"/>
              <a:gd name="connsiteX33" fmla="*/ 195496 w 361586"/>
              <a:gd name="connsiteY33" fmla="*/ 117729 h 294798"/>
              <a:gd name="connsiteX34" fmla="*/ 195496 w 361586"/>
              <a:gd name="connsiteY34" fmla="*/ 154591 h 294798"/>
              <a:gd name="connsiteX35" fmla="*/ 203084 w 361586"/>
              <a:gd name="connsiteY35" fmla="*/ 161925 h 294798"/>
              <a:gd name="connsiteX36" fmla="*/ 240836 w 361586"/>
              <a:gd name="connsiteY36" fmla="*/ 161925 h 294798"/>
              <a:gd name="connsiteX37" fmla="*/ 240836 w 361586"/>
              <a:gd name="connsiteY37" fmla="*/ 191453 h 294798"/>
              <a:gd name="connsiteX38" fmla="*/ 324024 w 361586"/>
              <a:gd name="connsiteY38" fmla="*/ 44482 h 294798"/>
              <a:gd name="connsiteX39" fmla="*/ 241121 w 361586"/>
              <a:gd name="connsiteY39" fmla="*/ 44482 h 294798"/>
              <a:gd name="connsiteX40" fmla="*/ 241121 w 361586"/>
              <a:gd name="connsiteY40" fmla="*/ 29242 h 294798"/>
              <a:gd name="connsiteX41" fmla="*/ 210957 w 361586"/>
              <a:gd name="connsiteY41" fmla="*/ 0 h 294798"/>
              <a:gd name="connsiteX42" fmla="*/ 150724 w 361586"/>
              <a:gd name="connsiteY42" fmla="*/ 0 h 294798"/>
              <a:gd name="connsiteX43" fmla="*/ 120560 w 361586"/>
              <a:gd name="connsiteY43" fmla="*/ 29242 h 294798"/>
              <a:gd name="connsiteX44" fmla="*/ 120560 w 361586"/>
              <a:gd name="connsiteY44" fmla="*/ 44482 h 294798"/>
              <a:gd name="connsiteX45" fmla="*/ 37657 w 361586"/>
              <a:gd name="connsiteY45" fmla="*/ 44482 h 294798"/>
              <a:gd name="connsiteX46" fmla="*/ 0 w 361586"/>
              <a:gd name="connsiteY46" fmla="*/ 81343 h 294798"/>
              <a:gd name="connsiteX47" fmla="*/ 0 w 361586"/>
              <a:gd name="connsiteY47" fmla="*/ 258032 h 294798"/>
              <a:gd name="connsiteX48" fmla="*/ 37657 w 361586"/>
              <a:gd name="connsiteY48" fmla="*/ 294799 h 294798"/>
              <a:gd name="connsiteX49" fmla="*/ 323929 w 361586"/>
              <a:gd name="connsiteY49" fmla="*/ 294799 h 294798"/>
              <a:gd name="connsiteX50" fmla="*/ 361586 w 361586"/>
              <a:gd name="connsiteY50" fmla="*/ 258032 h 294798"/>
              <a:gd name="connsiteX51" fmla="*/ 361586 w 361586"/>
              <a:gd name="connsiteY51" fmla="*/ 81343 h 294798"/>
              <a:gd name="connsiteX52" fmla="*/ 323929 w 361586"/>
              <a:gd name="connsiteY52" fmla="*/ 44482 h 294798"/>
              <a:gd name="connsiteX53" fmla="*/ 135642 w 361586"/>
              <a:gd name="connsiteY53" fmla="*/ 29337 h 294798"/>
              <a:gd name="connsiteX54" fmla="*/ 150724 w 361586"/>
              <a:gd name="connsiteY54" fmla="*/ 14764 h 294798"/>
              <a:gd name="connsiteX55" fmla="*/ 210957 w 361586"/>
              <a:gd name="connsiteY55" fmla="*/ 14764 h 294798"/>
              <a:gd name="connsiteX56" fmla="*/ 226039 w 361586"/>
              <a:gd name="connsiteY56" fmla="*/ 29337 h 294798"/>
              <a:gd name="connsiteX57" fmla="*/ 226039 w 361586"/>
              <a:gd name="connsiteY57" fmla="*/ 44577 h 294798"/>
              <a:gd name="connsiteX58" fmla="*/ 135642 w 361586"/>
              <a:gd name="connsiteY58" fmla="*/ 44577 h 294798"/>
              <a:gd name="connsiteX59" fmla="*/ 135642 w 361586"/>
              <a:gd name="connsiteY59" fmla="*/ 29337 h 294798"/>
              <a:gd name="connsiteX60" fmla="*/ 346599 w 361586"/>
              <a:gd name="connsiteY60" fmla="*/ 258032 h 294798"/>
              <a:gd name="connsiteX61" fmla="*/ 324024 w 361586"/>
              <a:gd name="connsiteY61" fmla="*/ 280130 h 294798"/>
              <a:gd name="connsiteX62" fmla="*/ 37752 w 361586"/>
              <a:gd name="connsiteY62" fmla="*/ 280130 h 294798"/>
              <a:gd name="connsiteX63" fmla="*/ 15177 w 361586"/>
              <a:gd name="connsiteY63" fmla="*/ 258032 h 294798"/>
              <a:gd name="connsiteX64" fmla="*/ 15177 w 361586"/>
              <a:gd name="connsiteY64" fmla="*/ 81343 h 294798"/>
              <a:gd name="connsiteX65" fmla="*/ 37752 w 361586"/>
              <a:gd name="connsiteY65" fmla="*/ 59245 h 294798"/>
              <a:gd name="connsiteX66" fmla="*/ 324024 w 361586"/>
              <a:gd name="connsiteY66" fmla="*/ 59245 h 294798"/>
              <a:gd name="connsiteX67" fmla="*/ 346599 w 361586"/>
              <a:gd name="connsiteY67" fmla="*/ 81343 h 294798"/>
              <a:gd name="connsiteX68" fmla="*/ 346599 w 361586"/>
              <a:gd name="connsiteY68" fmla="*/ 258032 h 294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61586" h="294798">
                <a:moveTo>
                  <a:pt x="248330" y="147256"/>
                </a:moveTo>
                <a:lnTo>
                  <a:pt x="210578" y="147256"/>
                </a:lnTo>
                <a:lnTo>
                  <a:pt x="210578" y="110395"/>
                </a:lnTo>
                <a:cubicBezTo>
                  <a:pt x="210578" y="106680"/>
                  <a:pt x="208017" y="103060"/>
                  <a:pt x="203084" y="103060"/>
                </a:cubicBezTo>
                <a:lnTo>
                  <a:pt x="157838" y="103060"/>
                </a:lnTo>
                <a:cubicBezTo>
                  <a:pt x="154044" y="103060"/>
                  <a:pt x="150250" y="106775"/>
                  <a:pt x="150250" y="110395"/>
                </a:cubicBezTo>
                <a:lnTo>
                  <a:pt x="150250" y="147256"/>
                </a:lnTo>
                <a:lnTo>
                  <a:pt x="112498" y="147256"/>
                </a:lnTo>
                <a:cubicBezTo>
                  <a:pt x="108704" y="147256"/>
                  <a:pt x="105004" y="150971"/>
                  <a:pt x="105004" y="154591"/>
                </a:cubicBezTo>
                <a:lnTo>
                  <a:pt x="105004" y="198787"/>
                </a:lnTo>
                <a:cubicBezTo>
                  <a:pt x="105004" y="203740"/>
                  <a:pt x="108798" y="206121"/>
                  <a:pt x="112498" y="206121"/>
                </a:cubicBezTo>
                <a:lnTo>
                  <a:pt x="150250" y="206121"/>
                </a:lnTo>
                <a:lnTo>
                  <a:pt x="150250" y="242983"/>
                </a:lnTo>
                <a:cubicBezTo>
                  <a:pt x="150250" y="247936"/>
                  <a:pt x="154044" y="250317"/>
                  <a:pt x="157838" y="250317"/>
                </a:cubicBezTo>
                <a:lnTo>
                  <a:pt x="203084" y="250317"/>
                </a:lnTo>
                <a:cubicBezTo>
                  <a:pt x="208111" y="250317"/>
                  <a:pt x="210578" y="247841"/>
                  <a:pt x="210578" y="242983"/>
                </a:cubicBezTo>
                <a:lnTo>
                  <a:pt x="210578" y="206121"/>
                </a:lnTo>
                <a:lnTo>
                  <a:pt x="248330" y="206121"/>
                </a:lnTo>
                <a:cubicBezTo>
                  <a:pt x="253357" y="206121"/>
                  <a:pt x="255918" y="203645"/>
                  <a:pt x="255918" y="198787"/>
                </a:cubicBezTo>
                <a:lnTo>
                  <a:pt x="255918" y="154591"/>
                </a:lnTo>
                <a:cubicBezTo>
                  <a:pt x="255918" y="150876"/>
                  <a:pt x="253357" y="147256"/>
                  <a:pt x="248330" y="147256"/>
                </a:cubicBezTo>
                <a:close/>
                <a:moveTo>
                  <a:pt x="240836" y="191453"/>
                </a:moveTo>
                <a:lnTo>
                  <a:pt x="203084" y="191453"/>
                </a:lnTo>
                <a:cubicBezTo>
                  <a:pt x="199290" y="191453"/>
                  <a:pt x="195496" y="195167"/>
                  <a:pt x="195496" y="198787"/>
                </a:cubicBezTo>
                <a:lnTo>
                  <a:pt x="195496" y="235649"/>
                </a:lnTo>
                <a:lnTo>
                  <a:pt x="165332" y="235649"/>
                </a:lnTo>
                <a:lnTo>
                  <a:pt x="165332" y="198787"/>
                </a:lnTo>
                <a:cubicBezTo>
                  <a:pt x="165332" y="195072"/>
                  <a:pt x="162866" y="191453"/>
                  <a:pt x="157838" y="191453"/>
                </a:cubicBezTo>
                <a:lnTo>
                  <a:pt x="120086" y="191453"/>
                </a:lnTo>
                <a:lnTo>
                  <a:pt x="120086" y="161925"/>
                </a:lnTo>
                <a:lnTo>
                  <a:pt x="157838" y="161925"/>
                </a:lnTo>
                <a:cubicBezTo>
                  <a:pt x="162866" y="161925"/>
                  <a:pt x="165332" y="159449"/>
                  <a:pt x="165332" y="154591"/>
                </a:cubicBezTo>
                <a:lnTo>
                  <a:pt x="165332" y="117729"/>
                </a:lnTo>
                <a:lnTo>
                  <a:pt x="195496" y="117729"/>
                </a:lnTo>
                <a:lnTo>
                  <a:pt x="195496" y="154591"/>
                </a:lnTo>
                <a:cubicBezTo>
                  <a:pt x="195496" y="159544"/>
                  <a:pt x="199290" y="161925"/>
                  <a:pt x="203084" y="161925"/>
                </a:cubicBezTo>
                <a:lnTo>
                  <a:pt x="240836" y="161925"/>
                </a:lnTo>
                <a:lnTo>
                  <a:pt x="240836" y="191453"/>
                </a:lnTo>
                <a:close/>
                <a:moveTo>
                  <a:pt x="324024" y="44482"/>
                </a:moveTo>
                <a:lnTo>
                  <a:pt x="241121" y="44482"/>
                </a:lnTo>
                <a:lnTo>
                  <a:pt x="241121" y="29242"/>
                </a:lnTo>
                <a:cubicBezTo>
                  <a:pt x="241121" y="13430"/>
                  <a:pt x="228600" y="0"/>
                  <a:pt x="210957" y="0"/>
                </a:cubicBezTo>
                <a:lnTo>
                  <a:pt x="150724" y="0"/>
                </a:lnTo>
                <a:cubicBezTo>
                  <a:pt x="134409" y="0"/>
                  <a:pt x="120560" y="13430"/>
                  <a:pt x="120560" y="29242"/>
                </a:cubicBezTo>
                <a:lnTo>
                  <a:pt x="120560" y="44482"/>
                </a:lnTo>
                <a:lnTo>
                  <a:pt x="37657" y="44482"/>
                </a:lnTo>
                <a:cubicBezTo>
                  <a:pt x="17548" y="44482"/>
                  <a:pt x="0" y="61627"/>
                  <a:pt x="0" y="81343"/>
                </a:cubicBezTo>
                <a:lnTo>
                  <a:pt x="0" y="258032"/>
                </a:lnTo>
                <a:cubicBezTo>
                  <a:pt x="0" y="278892"/>
                  <a:pt x="17548" y="294799"/>
                  <a:pt x="37657" y="294799"/>
                </a:cubicBezTo>
                <a:lnTo>
                  <a:pt x="323929" y="294799"/>
                </a:lnTo>
                <a:cubicBezTo>
                  <a:pt x="345271" y="294799"/>
                  <a:pt x="361586" y="278892"/>
                  <a:pt x="361586" y="258032"/>
                </a:cubicBezTo>
                <a:lnTo>
                  <a:pt x="361586" y="81343"/>
                </a:lnTo>
                <a:cubicBezTo>
                  <a:pt x="361586" y="61722"/>
                  <a:pt x="345271" y="44482"/>
                  <a:pt x="323929" y="44482"/>
                </a:cubicBezTo>
                <a:close/>
                <a:moveTo>
                  <a:pt x="135642" y="29337"/>
                </a:moveTo>
                <a:cubicBezTo>
                  <a:pt x="135642" y="22003"/>
                  <a:pt x="143136" y="14764"/>
                  <a:pt x="150724" y="14764"/>
                </a:cubicBezTo>
                <a:lnTo>
                  <a:pt x="210957" y="14764"/>
                </a:lnTo>
                <a:cubicBezTo>
                  <a:pt x="219778" y="14764"/>
                  <a:pt x="226039" y="22098"/>
                  <a:pt x="226039" y="29337"/>
                </a:cubicBezTo>
                <a:lnTo>
                  <a:pt x="226039" y="44577"/>
                </a:lnTo>
                <a:lnTo>
                  <a:pt x="135642" y="44577"/>
                </a:lnTo>
                <a:lnTo>
                  <a:pt x="135642" y="29337"/>
                </a:lnTo>
                <a:close/>
                <a:moveTo>
                  <a:pt x="346599" y="258032"/>
                </a:moveTo>
                <a:cubicBezTo>
                  <a:pt x="346599" y="270320"/>
                  <a:pt x="336545" y="280130"/>
                  <a:pt x="324024" y="280130"/>
                </a:cubicBezTo>
                <a:lnTo>
                  <a:pt x="37752" y="280130"/>
                </a:lnTo>
                <a:cubicBezTo>
                  <a:pt x="26464" y="280130"/>
                  <a:pt x="15177" y="270320"/>
                  <a:pt x="15177" y="258032"/>
                </a:cubicBezTo>
                <a:lnTo>
                  <a:pt x="15177" y="81343"/>
                </a:lnTo>
                <a:cubicBezTo>
                  <a:pt x="15177" y="69056"/>
                  <a:pt x="26464" y="59245"/>
                  <a:pt x="37752" y="59245"/>
                </a:cubicBezTo>
                <a:lnTo>
                  <a:pt x="324024" y="59245"/>
                </a:lnTo>
                <a:cubicBezTo>
                  <a:pt x="336545" y="59245"/>
                  <a:pt x="346599" y="69056"/>
                  <a:pt x="346599" y="81343"/>
                </a:cubicBezTo>
                <a:lnTo>
                  <a:pt x="346599" y="258032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7" name="Graphic 33">
            <a:extLst>
              <a:ext uri="{FF2B5EF4-FFF2-40B4-BE49-F238E27FC236}">
                <a16:creationId xmlns:a16="http://schemas.microsoft.com/office/drawing/2014/main" id="{B702F51C-B91B-2830-5747-519424AEFB77}"/>
              </a:ext>
            </a:extLst>
          </p:cNvPr>
          <p:cNvSpPr/>
          <p:nvPr/>
        </p:nvSpPr>
        <p:spPr>
          <a:xfrm>
            <a:off x="8735012" y="1472977"/>
            <a:ext cx="483235" cy="393978"/>
          </a:xfrm>
          <a:custGeom>
            <a:avLst/>
            <a:gdLst>
              <a:gd name="connsiteX0" fmla="*/ 248330 w 361586"/>
              <a:gd name="connsiteY0" fmla="*/ 147256 h 294798"/>
              <a:gd name="connsiteX1" fmla="*/ 210578 w 361586"/>
              <a:gd name="connsiteY1" fmla="*/ 147256 h 294798"/>
              <a:gd name="connsiteX2" fmla="*/ 210578 w 361586"/>
              <a:gd name="connsiteY2" fmla="*/ 110395 h 294798"/>
              <a:gd name="connsiteX3" fmla="*/ 203084 w 361586"/>
              <a:gd name="connsiteY3" fmla="*/ 103060 h 294798"/>
              <a:gd name="connsiteX4" fmla="*/ 157838 w 361586"/>
              <a:gd name="connsiteY4" fmla="*/ 103060 h 294798"/>
              <a:gd name="connsiteX5" fmla="*/ 150250 w 361586"/>
              <a:gd name="connsiteY5" fmla="*/ 110395 h 294798"/>
              <a:gd name="connsiteX6" fmla="*/ 150250 w 361586"/>
              <a:gd name="connsiteY6" fmla="*/ 147256 h 294798"/>
              <a:gd name="connsiteX7" fmla="*/ 112498 w 361586"/>
              <a:gd name="connsiteY7" fmla="*/ 147256 h 294798"/>
              <a:gd name="connsiteX8" fmla="*/ 105004 w 361586"/>
              <a:gd name="connsiteY8" fmla="*/ 154591 h 294798"/>
              <a:gd name="connsiteX9" fmla="*/ 105004 w 361586"/>
              <a:gd name="connsiteY9" fmla="*/ 198787 h 294798"/>
              <a:gd name="connsiteX10" fmla="*/ 112498 w 361586"/>
              <a:gd name="connsiteY10" fmla="*/ 206121 h 294798"/>
              <a:gd name="connsiteX11" fmla="*/ 150250 w 361586"/>
              <a:gd name="connsiteY11" fmla="*/ 206121 h 294798"/>
              <a:gd name="connsiteX12" fmla="*/ 150250 w 361586"/>
              <a:gd name="connsiteY12" fmla="*/ 242983 h 294798"/>
              <a:gd name="connsiteX13" fmla="*/ 157838 w 361586"/>
              <a:gd name="connsiteY13" fmla="*/ 250317 h 294798"/>
              <a:gd name="connsiteX14" fmla="*/ 203084 w 361586"/>
              <a:gd name="connsiteY14" fmla="*/ 250317 h 294798"/>
              <a:gd name="connsiteX15" fmla="*/ 210578 w 361586"/>
              <a:gd name="connsiteY15" fmla="*/ 242983 h 294798"/>
              <a:gd name="connsiteX16" fmla="*/ 210578 w 361586"/>
              <a:gd name="connsiteY16" fmla="*/ 206121 h 294798"/>
              <a:gd name="connsiteX17" fmla="*/ 248330 w 361586"/>
              <a:gd name="connsiteY17" fmla="*/ 206121 h 294798"/>
              <a:gd name="connsiteX18" fmla="*/ 255918 w 361586"/>
              <a:gd name="connsiteY18" fmla="*/ 198787 h 294798"/>
              <a:gd name="connsiteX19" fmla="*/ 255918 w 361586"/>
              <a:gd name="connsiteY19" fmla="*/ 154591 h 294798"/>
              <a:gd name="connsiteX20" fmla="*/ 248330 w 361586"/>
              <a:gd name="connsiteY20" fmla="*/ 147256 h 294798"/>
              <a:gd name="connsiteX21" fmla="*/ 240836 w 361586"/>
              <a:gd name="connsiteY21" fmla="*/ 191453 h 294798"/>
              <a:gd name="connsiteX22" fmla="*/ 203084 w 361586"/>
              <a:gd name="connsiteY22" fmla="*/ 191453 h 294798"/>
              <a:gd name="connsiteX23" fmla="*/ 195496 w 361586"/>
              <a:gd name="connsiteY23" fmla="*/ 198787 h 294798"/>
              <a:gd name="connsiteX24" fmla="*/ 195496 w 361586"/>
              <a:gd name="connsiteY24" fmla="*/ 235649 h 294798"/>
              <a:gd name="connsiteX25" fmla="*/ 165332 w 361586"/>
              <a:gd name="connsiteY25" fmla="*/ 235649 h 294798"/>
              <a:gd name="connsiteX26" fmla="*/ 165332 w 361586"/>
              <a:gd name="connsiteY26" fmla="*/ 198787 h 294798"/>
              <a:gd name="connsiteX27" fmla="*/ 157838 w 361586"/>
              <a:gd name="connsiteY27" fmla="*/ 191453 h 294798"/>
              <a:gd name="connsiteX28" fmla="*/ 120086 w 361586"/>
              <a:gd name="connsiteY28" fmla="*/ 191453 h 294798"/>
              <a:gd name="connsiteX29" fmla="*/ 120086 w 361586"/>
              <a:gd name="connsiteY29" fmla="*/ 161925 h 294798"/>
              <a:gd name="connsiteX30" fmla="*/ 157838 w 361586"/>
              <a:gd name="connsiteY30" fmla="*/ 161925 h 294798"/>
              <a:gd name="connsiteX31" fmla="*/ 165332 w 361586"/>
              <a:gd name="connsiteY31" fmla="*/ 154591 h 294798"/>
              <a:gd name="connsiteX32" fmla="*/ 165332 w 361586"/>
              <a:gd name="connsiteY32" fmla="*/ 117729 h 294798"/>
              <a:gd name="connsiteX33" fmla="*/ 195496 w 361586"/>
              <a:gd name="connsiteY33" fmla="*/ 117729 h 294798"/>
              <a:gd name="connsiteX34" fmla="*/ 195496 w 361586"/>
              <a:gd name="connsiteY34" fmla="*/ 154591 h 294798"/>
              <a:gd name="connsiteX35" fmla="*/ 203084 w 361586"/>
              <a:gd name="connsiteY35" fmla="*/ 161925 h 294798"/>
              <a:gd name="connsiteX36" fmla="*/ 240836 w 361586"/>
              <a:gd name="connsiteY36" fmla="*/ 161925 h 294798"/>
              <a:gd name="connsiteX37" fmla="*/ 240836 w 361586"/>
              <a:gd name="connsiteY37" fmla="*/ 191453 h 294798"/>
              <a:gd name="connsiteX38" fmla="*/ 324024 w 361586"/>
              <a:gd name="connsiteY38" fmla="*/ 44482 h 294798"/>
              <a:gd name="connsiteX39" fmla="*/ 241121 w 361586"/>
              <a:gd name="connsiteY39" fmla="*/ 44482 h 294798"/>
              <a:gd name="connsiteX40" fmla="*/ 241121 w 361586"/>
              <a:gd name="connsiteY40" fmla="*/ 29242 h 294798"/>
              <a:gd name="connsiteX41" fmla="*/ 210957 w 361586"/>
              <a:gd name="connsiteY41" fmla="*/ 0 h 294798"/>
              <a:gd name="connsiteX42" fmla="*/ 150724 w 361586"/>
              <a:gd name="connsiteY42" fmla="*/ 0 h 294798"/>
              <a:gd name="connsiteX43" fmla="*/ 120560 w 361586"/>
              <a:gd name="connsiteY43" fmla="*/ 29242 h 294798"/>
              <a:gd name="connsiteX44" fmla="*/ 120560 w 361586"/>
              <a:gd name="connsiteY44" fmla="*/ 44482 h 294798"/>
              <a:gd name="connsiteX45" fmla="*/ 37657 w 361586"/>
              <a:gd name="connsiteY45" fmla="*/ 44482 h 294798"/>
              <a:gd name="connsiteX46" fmla="*/ 0 w 361586"/>
              <a:gd name="connsiteY46" fmla="*/ 81343 h 294798"/>
              <a:gd name="connsiteX47" fmla="*/ 0 w 361586"/>
              <a:gd name="connsiteY47" fmla="*/ 258032 h 294798"/>
              <a:gd name="connsiteX48" fmla="*/ 37657 w 361586"/>
              <a:gd name="connsiteY48" fmla="*/ 294799 h 294798"/>
              <a:gd name="connsiteX49" fmla="*/ 323929 w 361586"/>
              <a:gd name="connsiteY49" fmla="*/ 294799 h 294798"/>
              <a:gd name="connsiteX50" fmla="*/ 361586 w 361586"/>
              <a:gd name="connsiteY50" fmla="*/ 258032 h 294798"/>
              <a:gd name="connsiteX51" fmla="*/ 361586 w 361586"/>
              <a:gd name="connsiteY51" fmla="*/ 81343 h 294798"/>
              <a:gd name="connsiteX52" fmla="*/ 323929 w 361586"/>
              <a:gd name="connsiteY52" fmla="*/ 44482 h 294798"/>
              <a:gd name="connsiteX53" fmla="*/ 135642 w 361586"/>
              <a:gd name="connsiteY53" fmla="*/ 29337 h 294798"/>
              <a:gd name="connsiteX54" fmla="*/ 150724 w 361586"/>
              <a:gd name="connsiteY54" fmla="*/ 14764 h 294798"/>
              <a:gd name="connsiteX55" fmla="*/ 210957 w 361586"/>
              <a:gd name="connsiteY55" fmla="*/ 14764 h 294798"/>
              <a:gd name="connsiteX56" fmla="*/ 226039 w 361586"/>
              <a:gd name="connsiteY56" fmla="*/ 29337 h 294798"/>
              <a:gd name="connsiteX57" fmla="*/ 226039 w 361586"/>
              <a:gd name="connsiteY57" fmla="*/ 44577 h 294798"/>
              <a:gd name="connsiteX58" fmla="*/ 135642 w 361586"/>
              <a:gd name="connsiteY58" fmla="*/ 44577 h 294798"/>
              <a:gd name="connsiteX59" fmla="*/ 135642 w 361586"/>
              <a:gd name="connsiteY59" fmla="*/ 29337 h 294798"/>
              <a:gd name="connsiteX60" fmla="*/ 346599 w 361586"/>
              <a:gd name="connsiteY60" fmla="*/ 258032 h 294798"/>
              <a:gd name="connsiteX61" fmla="*/ 324024 w 361586"/>
              <a:gd name="connsiteY61" fmla="*/ 280130 h 294798"/>
              <a:gd name="connsiteX62" fmla="*/ 37752 w 361586"/>
              <a:gd name="connsiteY62" fmla="*/ 280130 h 294798"/>
              <a:gd name="connsiteX63" fmla="*/ 15177 w 361586"/>
              <a:gd name="connsiteY63" fmla="*/ 258032 h 294798"/>
              <a:gd name="connsiteX64" fmla="*/ 15177 w 361586"/>
              <a:gd name="connsiteY64" fmla="*/ 81343 h 294798"/>
              <a:gd name="connsiteX65" fmla="*/ 37752 w 361586"/>
              <a:gd name="connsiteY65" fmla="*/ 59245 h 294798"/>
              <a:gd name="connsiteX66" fmla="*/ 324024 w 361586"/>
              <a:gd name="connsiteY66" fmla="*/ 59245 h 294798"/>
              <a:gd name="connsiteX67" fmla="*/ 346599 w 361586"/>
              <a:gd name="connsiteY67" fmla="*/ 81343 h 294798"/>
              <a:gd name="connsiteX68" fmla="*/ 346599 w 361586"/>
              <a:gd name="connsiteY68" fmla="*/ 258032 h 294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61586" h="294798">
                <a:moveTo>
                  <a:pt x="248330" y="147256"/>
                </a:moveTo>
                <a:lnTo>
                  <a:pt x="210578" y="147256"/>
                </a:lnTo>
                <a:lnTo>
                  <a:pt x="210578" y="110395"/>
                </a:lnTo>
                <a:cubicBezTo>
                  <a:pt x="210578" y="106680"/>
                  <a:pt x="208017" y="103060"/>
                  <a:pt x="203084" y="103060"/>
                </a:cubicBezTo>
                <a:lnTo>
                  <a:pt x="157838" y="103060"/>
                </a:lnTo>
                <a:cubicBezTo>
                  <a:pt x="154044" y="103060"/>
                  <a:pt x="150250" y="106775"/>
                  <a:pt x="150250" y="110395"/>
                </a:cubicBezTo>
                <a:lnTo>
                  <a:pt x="150250" y="147256"/>
                </a:lnTo>
                <a:lnTo>
                  <a:pt x="112498" y="147256"/>
                </a:lnTo>
                <a:cubicBezTo>
                  <a:pt x="108704" y="147256"/>
                  <a:pt x="105004" y="150971"/>
                  <a:pt x="105004" y="154591"/>
                </a:cubicBezTo>
                <a:lnTo>
                  <a:pt x="105004" y="198787"/>
                </a:lnTo>
                <a:cubicBezTo>
                  <a:pt x="105004" y="203740"/>
                  <a:pt x="108798" y="206121"/>
                  <a:pt x="112498" y="206121"/>
                </a:cubicBezTo>
                <a:lnTo>
                  <a:pt x="150250" y="206121"/>
                </a:lnTo>
                <a:lnTo>
                  <a:pt x="150250" y="242983"/>
                </a:lnTo>
                <a:cubicBezTo>
                  <a:pt x="150250" y="247936"/>
                  <a:pt x="154044" y="250317"/>
                  <a:pt x="157838" y="250317"/>
                </a:cubicBezTo>
                <a:lnTo>
                  <a:pt x="203084" y="250317"/>
                </a:lnTo>
                <a:cubicBezTo>
                  <a:pt x="208111" y="250317"/>
                  <a:pt x="210578" y="247841"/>
                  <a:pt x="210578" y="242983"/>
                </a:cubicBezTo>
                <a:lnTo>
                  <a:pt x="210578" y="206121"/>
                </a:lnTo>
                <a:lnTo>
                  <a:pt x="248330" y="206121"/>
                </a:lnTo>
                <a:cubicBezTo>
                  <a:pt x="253357" y="206121"/>
                  <a:pt x="255918" y="203645"/>
                  <a:pt x="255918" y="198787"/>
                </a:cubicBezTo>
                <a:lnTo>
                  <a:pt x="255918" y="154591"/>
                </a:lnTo>
                <a:cubicBezTo>
                  <a:pt x="255918" y="150876"/>
                  <a:pt x="253357" y="147256"/>
                  <a:pt x="248330" y="147256"/>
                </a:cubicBezTo>
                <a:close/>
                <a:moveTo>
                  <a:pt x="240836" y="191453"/>
                </a:moveTo>
                <a:lnTo>
                  <a:pt x="203084" y="191453"/>
                </a:lnTo>
                <a:cubicBezTo>
                  <a:pt x="199290" y="191453"/>
                  <a:pt x="195496" y="195167"/>
                  <a:pt x="195496" y="198787"/>
                </a:cubicBezTo>
                <a:lnTo>
                  <a:pt x="195496" y="235649"/>
                </a:lnTo>
                <a:lnTo>
                  <a:pt x="165332" y="235649"/>
                </a:lnTo>
                <a:lnTo>
                  <a:pt x="165332" y="198787"/>
                </a:lnTo>
                <a:cubicBezTo>
                  <a:pt x="165332" y="195072"/>
                  <a:pt x="162866" y="191453"/>
                  <a:pt x="157838" y="191453"/>
                </a:cubicBezTo>
                <a:lnTo>
                  <a:pt x="120086" y="191453"/>
                </a:lnTo>
                <a:lnTo>
                  <a:pt x="120086" y="161925"/>
                </a:lnTo>
                <a:lnTo>
                  <a:pt x="157838" y="161925"/>
                </a:lnTo>
                <a:cubicBezTo>
                  <a:pt x="162866" y="161925"/>
                  <a:pt x="165332" y="159449"/>
                  <a:pt x="165332" y="154591"/>
                </a:cubicBezTo>
                <a:lnTo>
                  <a:pt x="165332" y="117729"/>
                </a:lnTo>
                <a:lnTo>
                  <a:pt x="195496" y="117729"/>
                </a:lnTo>
                <a:lnTo>
                  <a:pt x="195496" y="154591"/>
                </a:lnTo>
                <a:cubicBezTo>
                  <a:pt x="195496" y="159544"/>
                  <a:pt x="199290" y="161925"/>
                  <a:pt x="203084" y="161925"/>
                </a:cubicBezTo>
                <a:lnTo>
                  <a:pt x="240836" y="161925"/>
                </a:lnTo>
                <a:lnTo>
                  <a:pt x="240836" y="191453"/>
                </a:lnTo>
                <a:close/>
                <a:moveTo>
                  <a:pt x="324024" y="44482"/>
                </a:moveTo>
                <a:lnTo>
                  <a:pt x="241121" y="44482"/>
                </a:lnTo>
                <a:lnTo>
                  <a:pt x="241121" y="29242"/>
                </a:lnTo>
                <a:cubicBezTo>
                  <a:pt x="241121" y="13430"/>
                  <a:pt x="228600" y="0"/>
                  <a:pt x="210957" y="0"/>
                </a:cubicBezTo>
                <a:lnTo>
                  <a:pt x="150724" y="0"/>
                </a:lnTo>
                <a:cubicBezTo>
                  <a:pt x="134409" y="0"/>
                  <a:pt x="120560" y="13430"/>
                  <a:pt x="120560" y="29242"/>
                </a:cubicBezTo>
                <a:lnTo>
                  <a:pt x="120560" y="44482"/>
                </a:lnTo>
                <a:lnTo>
                  <a:pt x="37657" y="44482"/>
                </a:lnTo>
                <a:cubicBezTo>
                  <a:pt x="17548" y="44482"/>
                  <a:pt x="0" y="61627"/>
                  <a:pt x="0" y="81343"/>
                </a:cubicBezTo>
                <a:lnTo>
                  <a:pt x="0" y="258032"/>
                </a:lnTo>
                <a:cubicBezTo>
                  <a:pt x="0" y="278892"/>
                  <a:pt x="17548" y="294799"/>
                  <a:pt x="37657" y="294799"/>
                </a:cubicBezTo>
                <a:lnTo>
                  <a:pt x="323929" y="294799"/>
                </a:lnTo>
                <a:cubicBezTo>
                  <a:pt x="345271" y="294799"/>
                  <a:pt x="361586" y="278892"/>
                  <a:pt x="361586" y="258032"/>
                </a:cubicBezTo>
                <a:lnTo>
                  <a:pt x="361586" y="81343"/>
                </a:lnTo>
                <a:cubicBezTo>
                  <a:pt x="361586" y="61722"/>
                  <a:pt x="345271" y="44482"/>
                  <a:pt x="323929" y="44482"/>
                </a:cubicBezTo>
                <a:close/>
                <a:moveTo>
                  <a:pt x="135642" y="29337"/>
                </a:moveTo>
                <a:cubicBezTo>
                  <a:pt x="135642" y="22003"/>
                  <a:pt x="143136" y="14764"/>
                  <a:pt x="150724" y="14764"/>
                </a:cubicBezTo>
                <a:lnTo>
                  <a:pt x="210957" y="14764"/>
                </a:lnTo>
                <a:cubicBezTo>
                  <a:pt x="219778" y="14764"/>
                  <a:pt x="226039" y="22098"/>
                  <a:pt x="226039" y="29337"/>
                </a:cubicBezTo>
                <a:lnTo>
                  <a:pt x="226039" y="44577"/>
                </a:lnTo>
                <a:lnTo>
                  <a:pt x="135642" y="44577"/>
                </a:lnTo>
                <a:lnTo>
                  <a:pt x="135642" y="29337"/>
                </a:lnTo>
                <a:close/>
                <a:moveTo>
                  <a:pt x="346599" y="258032"/>
                </a:moveTo>
                <a:cubicBezTo>
                  <a:pt x="346599" y="270320"/>
                  <a:pt x="336545" y="280130"/>
                  <a:pt x="324024" y="280130"/>
                </a:cubicBezTo>
                <a:lnTo>
                  <a:pt x="37752" y="280130"/>
                </a:lnTo>
                <a:cubicBezTo>
                  <a:pt x="26464" y="280130"/>
                  <a:pt x="15177" y="270320"/>
                  <a:pt x="15177" y="258032"/>
                </a:cubicBezTo>
                <a:lnTo>
                  <a:pt x="15177" y="81343"/>
                </a:lnTo>
                <a:cubicBezTo>
                  <a:pt x="15177" y="69056"/>
                  <a:pt x="26464" y="59245"/>
                  <a:pt x="37752" y="59245"/>
                </a:cubicBezTo>
                <a:lnTo>
                  <a:pt x="324024" y="59245"/>
                </a:lnTo>
                <a:cubicBezTo>
                  <a:pt x="336545" y="59245"/>
                  <a:pt x="346599" y="69056"/>
                  <a:pt x="346599" y="81343"/>
                </a:cubicBezTo>
                <a:lnTo>
                  <a:pt x="346599" y="258032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8" name="Graphic 33">
            <a:extLst>
              <a:ext uri="{FF2B5EF4-FFF2-40B4-BE49-F238E27FC236}">
                <a16:creationId xmlns:a16="http://schemas.microsoft.com/office/drawing/2014/main" id="{D23E6E26-5280-1232-A111-8E7CEC6028D8}"/>
              </a:ext>
            </a:extLst>
          </p:cNvPr>
          <p:cNvSpPr/>
          <p:nvPr/>
        </p:nvSpPr>
        <p:spPr>
          <a:xfrm>
            <a:off x="9500187" y="1472977"/>
            <a:ext cx="483235" cy="393978"/>
          </a:xfrm>
          <a:custGeom>
            <a:avLst/>
            <a:gdLst>
              <a:gd name="connsiteX0" fmla="*/ 248330 w 361586"/>
              <a:gd name="connsiteY0" fmla="*/ 147256 h 294798"/>
              <a:gd name="connsiteX1" fmla="*/ 210578 w 361586"/>
              <a:gd name="connsiteY1" fmla="*/ 147256 h 294798"/>
              <a:gd name="connsiteX2" fmla="*/ 210578 w 361586"/>
              <a:gd name="connsiteY2" fmla="*/ 110395 h 294798"/>
              <a:gd name="connsiteX3" fmla="*/ 203084 w 361586"/>
              <a:gd name="connsiteY3" fmla="*/ 103060 h 294798"/>
              <a:gd name="connsiteX4" fmla="*/ 157838 w 361586"/>
              <a:gd name="connsiteY4" fmla="*/ 103060 h 294798"/>
              <a:gd name="connsiteX5" fmla="*/ 150250 w 361586"/>
              <a:gd name="connsiteY5" fmla="*/ 110395 h 294798"/>
              <a:gd name="connsiteX6" fmla="*/ 150250 w 361586"/>
              <a:gd name="connsiteY6" fmla="*/ 147256 h 294798"/>
              <a:gd name="connsiteX7" fmla="*/ 112498 w 361586"/>
              <a:gd name="connsiteY7" fmla="*/ 147256 h 294798"/>
              <a:gd name="connsiteX8" fmla="*/ 105004 w 361586"/>
              <a:gd name="connsiteY8" fmla="*/ 154591 h 294798"/>
              <a:gd name="connsiteX9" fmla="*/ 105004 w 361586"/>
              <a:gd name="connsiteY9" fmla="*/ 198787 h 294798"/>
              <a:gd name="connsiteX10" fmla="*/ 112498 w 361586"/>
              <a:gd name="connsiteY10" fmla="*/ 206121 h 294798"/>
              <a:gd name="connsiteX11" fmla="*/ 150250 w 361586"/>
              <a:gd name="connsiteY11" fmla="*/ 206121 h 294798"/>
              <a:gd name="connsiteX12" fmla="*/ 150250 w 361586"/>
              <a:gd name="connsiteY12" fmla="*/ 242983 h 294798"/>
              <a:gd name="connsiteX13" fmla="*/ 157838 w 361586"/>
              <a:gd name="connsiteY13" fmla="*/ 250317 h 294798"/>
              <a:gd name="connsiteX14" fmla="*/ 203084 w 361586"/>
              <a:gd name="connsiteY14" fmla="*/ 250317 h 294798"/>
              <a:gd name="connsiteX15" fmla="*/ 210578 w 361586"/>
              <a:gd name="connsiteY15" fmla="*/ 242983 h 294798"/>
              <a:gd name="connsiteX16" fmla="*/ 210578 w 361586"/>
              <a:gd name="connsiteY16" fmla="*/ 206121 h 294798"/>
              <a:gd name="connsiteX17" fmla="*/ 248330 w 361586"/>
              <a:gd name="connsiteY17" fmla="*/ 206121 h 294798"/>
              <a:gd name="connsiteX18" fmla="*/ 255918 w 361586"/>
              <a:gd name="connsiteY18" fmla="*/ 198787 h 294798"/>
              <a:gd name="connsiteX19" fmla="*/ 255918 w 361586"/>
              <a:gd name="connsiteY19" fmla="*/ 154591 h 294798"/>
              <a:gd name="connsiteX20" fmla="*/ 248330 w 361586"/>
              <a:gd name="connsiteY20" fmla="*/ 147256 h 294798"/>
              <a:gd name="connsiteX21" fmla="*/ 240836 w 361586"/>
              <a:gd name="connsiteY21" fmla="*/ 191453 h 294798"/>
              <a:gd name="connsiteX22" fmla="*/ 203084 w 361586"/>
              <a:gd name="connsiteY22" fmla="*/ 191453 h 294798"/>
              <a:gd name="connsiteX23" fmla="*/ 195496 w 361586"/>
              <a:gd name="connsiteY23" fmla="*/ 198787 h 294798"/>
              <a:gd name="connsiteX24" fmla="*/ 195496 w 361586"/>
              <a:gd name="connsiteY24" fmla="*/ 235649 h 294798"/>
              <a:gd name="connsiteX25" fmla="*/ 165332 w 361586"/>
              <a:gd name="connsiteY25" fmla="*/ 235649 h 294798"/>
              <a:gd name="connsiteX26" fmla="*/ 165332 w 361586"/>
              <a:gd name="connsiteY26" fmla="*/ 198787 h 294798"/>
              <a:gd name="connsiteX27" fmla="*/ 157838 w 361586"/>
              <a:gd name="connsiteY27" fmla="*/ 191453 h 294798"/>
              <a:gd name="connsiteX28" fmla="*/ 120086 w 361586"/>
              <a:gd name="connsiteY28" fmla="*/ 191453 h 294798"/>
              <a:gd name="connsiteX29" fmla="*/ 120086 w 361586"/>
              <a:gd name="connsiteY29" fmla="*/ 161925 h 294798"/>
              <a:gd name="connsiteX30" fmla="*/ 157838 w 361586"/>
              <a:gd name="connsiteY30" fmla="*/ 161925 h 294798"/>
              <a:gd name="connsiteX31" fmla="*/ 165332 w 361586"/>
              <a:gd name="connsiteY31" fmla="*/ 154591 h 294798"/>
              <a:gd name="connsiteX32" fmla="*/ 165332 w 361586"/>
              <a:gd name="connsiteY32" fmla="*/ 117729 h 294798"/>
              <a:gd name="connsiteX33" fmla="*/ 195496 w 361586"/>
              <a:gd name="connsiteY33" fmla="*/ 117729 h 294798"/>
              <a:gd name="connsiteX34" fmla="*/ 195496 w 361586"/>
              <a:gd name="connsiteY34" fmla="*/ 154591 h 294798"/>
              <a:gd name="connsiteX35" fmla="*/ 203084 w 361586"/>
              <a:gd name="connsiteY35" fmla="*/ 161925 h 294798"/>
              <a:gd name="connsiteX36" fmla="*/ 240836 w 361586"/>
              <a:gd name="connsiteY36" fmla="*/ 161925 h 294798"/>
              <a:gd name="connsiteX37" fmla="*/ 240836 w 361586"/>
              <a:gd name="connsiteY37" fmla="*/ 191453 h 294798"/>
              <a:gd name="connsiteX38" fmla="*/ 324024 w 361586"/>
              <a:gd name="connsiteY38" fmla="*/ 44482 h 294798"/>
              <a:gd name="connsiteX39" fmla="*/ 241121 w 361586"/>
              <a:gd name="connsiteY39" fmla="*/ 44482 h 294798"/>
              <a:gd name="connsiteX40" fmla="*/ 241121 w 361586"/>
              <a:gd name="connsiteY40" fmla="*/ 29242 h 294798"/>
              <a:gd name="connsiteX41" fmla="*/ 210957 w 361586"/>
              <a:gd name="connsiteY41" fmla="*/ 0 h 294798"/>
              <a:gd name="connsiteX42" fmla="*/ 150724 w 361586"/>
              <a:gd name="connsiteY42" fmla="*/ 0 h 294798"/>
              <a:gd name="connsiteX43" fmla="*/ 120560 w 361586"/>
              <a:gd name="connsiteY43" fmla="*/ 29242 h 294798"/>
              <a:gd name="connsiteX44" fmla="*/ 120560 w 361586"/>
              <a:gd name="connsiteY44" fmla="*/ 44482 h 294798"/>
              <a:gd name="connsiteX45" fmla="*/ 37657 w 361586"/>
              <a:gd name="connsiteY45" fmla="*/ 44482 h 294798"/>
              <a:gd name="connsiteX46" fmla="*/ 0 w 361586"/>
              <a:gd name="connsiteY46" fmla="*/ 81343 h 294798"/>
              <a:gd name="connsiteX47" fmla="*/ 0 w 361586"/>
              <a:gd name="connsiteY47" fmla="*/ 258032 h 294798"/>
              <a:gd name="connsiteX48" fmla="*/ 37657 w 361586"/>
              <a:gd name="connsiteY48" fmla="*/ 294799 h 294798"/>
              <a:gd name="connsiteX49" fmla="*/ 323929 w 361586"/>
              <a:gd name="connsiteY49" fmla="*/ 294799 h 294798"/>
              <a:gd name="connsiteX50" fmla="*/ 361586 w 361586"/>
              <a:gd name="connsiteY50" fmla="*/ 258032 h 294798"/>
              <a:gd name="connsiteX51" fmla="*/ 361586 w 361586"/>
              <a:gd name="connsiteY51" fmla="*/ 81343 h 294798"/>
              <a:gd name="connsiteX52" fmla="*/ 323929 w 361586"/>
              <a:gd name="connsiteY52" fmla="*/ 44482 h 294798"/>
              <a:gd name="connsiteX53" fmla="*/ 135642 w 361586"/>
              <a:gd name="connsiteY53" fmla="*/ 29337 h 294798"/>
              <a:gd name="connsiteX54" fmla="*/ 150724 w 361586"/>
              <a:gd name="connsiteY54" fmla="*/ 14764 h 294798"/>
              <a:gd name="connsiteX55" fmla="*/ 210957 w 361586"/>
              <a:gd name="connsiteY55" fmla="*/ 14764 h 294798"/>
              <a:gd name="connsiteX56" fmla="*/ 226039 w 361586"/>
              <a:gd name="connsiteY56" fmla="*/ 29337 h 294798"/>
              <a:gd name="connsiteX57" fmla="*/ 226039 w 361586"/>
              <a:gd name="connsiteY57" fmla="*/ 44577 h 294798"/>
              <a:gd name="connsiteX58" fmla="*/ 135642 w 361586"/>
              <a:gd name="connsiteY58" fmla="*/ 44577 h 294798"/>
              <a:gd name="connsiteX59" fmla="*/ 135642 w 361586"/>
              <a:gd name="connsiteY59" fmla="*/ 29337 h 294798"/>
              <a:gd name="connsiteX60" fmla="*/ 346599 w 361586"/>
              <a:gd name="connsiteY60" fmla="*/ 258032 h 294798"/>
              <a:gd name="connsiteX61" fmla="*/ 324024 w 361586"/>
              <a:gd name="connsiteY61" fmla="*/ 280130 h 294798"/>
              <a:gd name="connsiteX62" fmla="*/ 37752 w 361586"/>
              <a:gd name="connsiteY62" fmla="*/ 280130 h 294798"/>
              <a:gd name="connsiteX63" fmla="*/ 15177 w 361586"/>
              <a:gd name="connsiteY63" fmla="*/ 258032 h 294798"/>
              <a:gd name="connsiteX64" fmla="*/ 15177 w 361586"/>
              <a:gd name="connsiteY64" fmla="*/ 81343 h 294798"/>
              <a:gd name="connsiteX65" fmla="*/ 37752 w 361586"/>
              <a:gd name="connsiteY65" fmla="*/ 59245 h 294798"/>
              <a:gd name="connsiteX66" fmla="*/ 324024 w 361586"/>
              <a:gd name="connsiteY66" fmla="*/ 59245 h 294798"/>
              <a:gd name="connsiteX67" fmla="*/ 346599 w 361586"/>
              <a:gd name="connsiteY67" fmla="*/ 81343 h 294798"/>
              <a:gd name="connsiteX68" fmla="*/ 346599 w 361586"/>
              <a:gd name="connsiteY68" fmla="*/ 258032 h 294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61586" h="294798">
                <a:moveTo>
                  <a:pt x="248330" y="147256"/>
                </a:moveTo>
                <a:lnTo>
                  <a:pt x="210578" y="147256"/>
                </a:lnTo>
                <a:lnTo>
                  <a:pt x="210578" y="110395"/>
                </a:lnTo>
                <a:cubicBezTo>
                  <a:pt x="210578" y="106680"/>
                  <a:pt x="208017" y="103060"/>
                  <a:pt x="203084" y="103060"/>
                </a:cubicBezTo>
                <a:lnTo>
                  <a:pt x="157838" y="103060"/>
                </a:lnTo>
                <a:cubicBezTo>
                  <a:pt x="154044" y="103060"/>
                  <a:pt x="150250" y="106775"/>
                  <a:pt x="150250" y="110395"/>
                </a:cubicBezTo>
                <a:lnTo>
                  <a:pt x="150250" y="147256"/>
                </a:lnTo>
                <a:lnTo>
                  <a:pt x="112498" y="147256"/>
                </a:lnTo>
                <a:cubicBezTo>
                  <a:pt x="108704" y="147256"/>
                  <a:pt x="105004" y="150971"/>
                  <a:pt x="105004" y="154591"/>
                </a:cubicBezTo>
                <a:lnTo>
                  <a:pt x="105004" y="198787"/>
                </a:lnTo>
                <a:cubicBezTo>
                  <a:pt x="105004" y="203740"/>
                  <a:pt x="108798" y="206121"/>
                  <a:pt x="112498" y="206121"/>
                </a:cubicBezTo>
                <a:lnTo>
                  <a:pt x="150250" y="206121"/>
                </a:lnTo>
                <a:lnTo>
                  <a:pt x="150250" y="242983"/>
                </a:lnTo>
                <a:cubicBezTo>
                  <a:pt x="150250" y="247936"/>
                  <a:pt x="154044" y="250317"/>
                  <a:pt x="157838" y="250317"/>
                </a:cubicBezTo>
                <a:lnTo>
                  <a:pt x="203084" y="250317"/>
                </a:lnTo>
                <a:cubicBezTo>
                  <a:pt x="208111" y="250317"/>
                  <a:pt x="210578" y="247841"/>
                  <a:pt x="210578" y="242983"/>
                </a:cubicBezTo>
                <a:lnTo>
                  <a:pt x="210578" y="206121"/>
                </a:lnTo>
                <a:lnTo>
                  <a:pt x="248330" y="206121"/>
                </a:lnTo>
                <a:cubicBezTo>
                  <a:pt x="253357" y="206121"/>
                  <a:pt x="255918" y="203645"/>
                  <a:pt x="255918" y="198787"/>
                </a:cubicBezTo>
                <a:lnTo>
                  <a:pt x="255918" y="154591"/>
                </a:lnTo>
                <a:cubicBezTo>
                  <a:pt x="255918" y="150876"/>
                  <a:pt x="253357" y="147256"/>
                  <a:pt x="248330" y="147256"/>
                </a:cubicBezTo>
                <a:close/>
                <a:moveTo>
                  <a:pt x="240836" y="191453"/>
                </a:moveTo>
                <a:lnTo>
                  <a:pt x="203084" y="191453"/>
                </a:lnTo>
                <a:cubicBezTo>
                  <a:pt x="199290" y="191453"/>
                  <a:pt x="195496" y="195167"/>
                  <a:pt x="195496" y="198787"/>
                </a:cubicBezTo>
                <a:lnTo>
                  <a:pt x="195496" y="235649"/>
                </a:lnTo>
                <a:lnTo>
                  <a:pt x="165332" y="235649"/>
                </a:lnTo>
                <a:lnTo>
                  <a:pt x="165332" y="198787"/>
                </a:lnTo>
                <a:cubicBezTo>
                  <a:pt x="165332" y="195072"/>
                  <a:pt x="162866" y="191453"/>
                  <a:pt x="157838" y="191453"/>
                </a:cubicBezTo>
                <a:lnTo>
                  <a:pt x="120086" y="191453"/>
                </a:lnTo>
                <a:lnTo>
                  <a:pt x="120086" y="161925"/>
                </a:lnTo>
                <a:lnTo>
                  <a:pt x="157838" y="161925"/>
                </a:lnTo>
                <a:cubicBezTo>
                  <a:pt x="162866" y="161925"/>
                  <a:pt x="165332" y="159449"/>
                  <a:pt x="165332" y="154591"/>
                </a:cubicBezTo>
                <a:lnTo>
                  <a:pt x="165332" y="117729"/>
                </a:lnTo>
                <a:lnTo>
                  <a:pt x="195496" y="117729"/>
                </a:lnTo>
                <a:lnTo>
                  <a:pt x="195496" y="154591"/>
                </a:lnTo>
                <a:cubicBezTo>
                  <a:pt x="195496" y="159544"/>
                  <a:pt x="199290" y="161925"/>
                  <a:pt x="203084" y="161925"/>
                </a:cubicBezTo>
                <a:lnTo>
                  <a:pt x="240836" y="161925"/>
                </a:lnTo>
                <a:lnTo>
                  <a:pt x="240836" y="191453"/>
                </a:lnTo>
                <a:close/>
                <a:moveTo>
                  <a:pt x="324024" y="44482"/>
                </a:moveTo>
                <a:lnTo>
                  <a:pt x="241121" y="44482"/>
                </a:lnTo>
                <a:lnTo>
                  <a:pt x="241121" y="29242"/>
                </a:lnTo>
                <a:cubicBezTo>
                  <a:pt x="241121" y="13430"/>
                  <a:pt x="228600" y="0"/>
                  <a:pt x="210957" y="0"/>
                </a:cubicBezTo>
                <a:lnTo>
                  <a:pt x="150724" y="0"/>
                </a:lnTo>
                <a:cubicBezTo>
                  <a:pt x="134409" y="0"/>
                  <a:pt x="120560" y="13430"/>
                  <a:pt x="120560" y="29242"/>
                </a:cubicBezTo>
                <a:lnTo>
                  <a:pt x="120560" y="44482"/>
                </a:lnTo>
                <a:lnTo>
                  <a:pt x="37657" y="44482"/>
                </a:lnTo>
                <a:cubicBezTo>
                  <a:pt x="17548" y="44482"/>
                  <a:pt x="0" y="61627"/>
                  <a:pt x="0" y="81343"/>
                </a:cubicBezTo>
                <a:lnTo>
                  <a:pt x="0" y="258032"/>
                </a:lnTo>
                <a:cubicBezTo>
                  <a:pt x="0" y="278892"/>
                  <a:pt x="17548" y="294799"/>
                  <a:pt x="37657" y="294799"/>
                </a:cubicBezTo>
                <a:lnTo>
                  <a:pt x="323929" y="294799"/>
                </a:lnTo>
                <a:cubicBezTo>
                  <a:pt x="345271" y="294799"/>
                  <a:pt x="361586" y="278892"/>
                  <a:pt x="361586" y="258032"/>
                </a:cubicBezTo>
                <a:lnTo>
                  <a:pt x="361586" y="81343"/>
                </a:lnTo>
                <a:cubicBezTo>
                  <a:pt x="361586" y="61722"/>
                  <a:pt x="345271" y="44482"/>
                  <a:pt x="323929" y="44482"/>
                </a:cubicBezTo>
                <a:close/>
                <a:moveTo>
                  <a:pt x="135642" y="29337"/>
                </a:moveTo>
                <a:cubicBezTo>
                  <a:pt x="135642" y="22003"/>
                  <a:pt x="143136" y="14764"/>
                  <a:pt x="150724" y="14764"/>
                </a:cubicBezTo>
                <a:lnTo>
                  <a:pt x="210957" y="14764"/>
                </a:lnTo>
                <a:cubicBezTo>
                  <a:pt x="219778" y="14764"/>
                  <a:pt x="226039" y="22098"/>
                  <a:pt x="226039" y="29337"/>
                </a:cubicBezTo>
                <a:lnTo>
                  <a:pt x="226039" y="44577"/>
                </a:lnTo>
                <a:lnTo>
                  <a:pt x="135642" y="44577"/>
                </a:lnTo>
                <a:lnTo>
                  <a:pt x="135642" y="29337"/>
                </a:lnTo>
                <a:close/>
                <a:moveTo>
                  <a:pt x="346599" y="258032"/>
                </a:moveTo>
                <a:cubicBezTo>
                  <a:pt x="346599" y="270320"/>
                  <a:pt x="336545" y="280130"/>
                  <a:pt x="324024" y="280130"/>
                </a:cubicBezTo>
                <a:lnTo>
                  <a:pt x="37752" y="280130"/>
                </a:lnTo>
                <a:cubicBezTo>
                  <a:pt x="26464" y="280130"/>
                  <a:pt x="15177" y="270320"/>
                  <a:pt x="15177" y="258032"/>
                </a:cubicBezTo>
                <a:lnTo>
                  <a:pt x="15177" y="81343"/>
                </a:lnTo>
                <a:cubicBezTo>
                  <a:pt x="15177" y="69056"/>
                  <a:pt x="26464" y="59245"/>
                  <a:pt x="37752" y="59245"/>
                </a:cubicBezTo>
                <a:lnTo>
                  <a:pt x="324024" y="59245"/>
                </a:lnTo>
                <a:cubicBezTo>
                  <a:pt x="336545" y="59245"/>
                  <a:pt x="346599" y="69056"/>
                  <a:pt x="346599" y="81343"/>
                </a:cubicBezTo>
                <a:lnTo>
                  <a:pt x="346599" y="258032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1" name="Graphic 109">
            <a:extLst>
              <a:ext uri="{FF2B5EF4-FFF2-40B4-BE49-F238E27FC236}">
                <a16:creationId xmlns:a16="http://schemas.microsoft.com/office/drawing/2014/main" id="{2801C22A-7546-5498-1DF3-A6EE28FB0AB8}"/>
              </a:ext>
            </a:extLst>
          </p:cNvPr>
          <p:cNvSpPr/>
          <p:nvPr/>
        </p:nvSpPr>
        <p:spPr>
          <a:xfrm>
            <a:off x="10430066" y="794221"/>
            <a:ext cx="467588" cy="457200"/>
          </a:xfrm>
          <a:custGeom>
            <a:avLst/>
            <a:gdLst>
              <a:gd name="connsiteX0" fmla="*/ 350109 w 350203"/>
              <a:gd name="connsiteY0" fmla="*/ 103442 h 342423"/>
              <a:gd name="connsiteX1" fmla="*/ 318617 w 350203"/>
              <a:gd name="connsiteY1" fmla="*/ 30766 h 342423"/>
              <a:gd name="connsiteX2" fmla="*/ 244346 w 350203"/>
              <a:gd name="connsiteY2" fmla="*/ 0 h 342423"/>
              <a:gd name="connsiteX3" fmla="*/ 170075 w 350203"/>
              <a:gd name="connsiteY3" fmla="*/ 30766 h 342423"/>
              <a:gd name="connsiteX4" fmla="*/ 100451 w 350203"/>
              <a:gd name="connsiteY4" fmla="*/ 98203 h 342423"/>
              <a:gd name="connsiteX5" fmla="*/ 99313 w 350203"/>
              <a:gd name="connsiteY5" fmla="*/ 98774 h 342423"/>
              <a:gd name="connsiteX6" fmla="*/ 98364 w 350203"/>
              <a:gd name="connsiteY6" fmla="*/ 100298 h 342423"/>
              <a:gd name="connsiteX7" fmla="*/ 30259 w 350203"/>
              <a:gd name="connsiteY7" fmla="*/ 166306 h 342423"/>
              <a:gd name="connsiteX8" fmla="*/ 0 w 350203"/>
              <a:gd name="connsiteY8" fmla="*/ 238982 h 342423"/>
              <a:gd name="connsiteX9" fmla="*/ 30259 w 350203"/>
              <a:gd name="connsiteY9" fmla="*/ 312896 h 342423"/>
              <a:gd name="connsiteX10" fmla="*/ 105858 w 350203"/>
              <a:gd name="connsiteY10" fmla="*/ 342424 h 342423"/>
              <a:gd name="connsiteX11" fmla="*/ 180129 w 350203"/>
              <a:gd name="connsiteY11" fmla="*/ 312896 h 342423"/>
              <a:gd name="connsiteX12" fmla="*/ 248330 w 350203"/>
              <a:gd name="connsiteY12" fmla="*/ 245554 h 342423"/>
              <a:gd name="connsiteX13" fmla="*/ 249658 w 350203"/>
              <a:gd name="connsiteY13" fmla="*/ 244888 h 342423"/>
              <a:gd name="connsiteX14" fmla="*/ 251175 w 350203"/>
              <a:gd name="connsiteY14" fmla="*/ 242792 h 342423"/>
              <a:gd name="connsiteX15" fmla="*/ 318712 w 350203"/>
              <a:gd name="connsiteY15" fmla="*/ 176117 h 342423"/>
              <a:gd name="connsiteX16" fmla="*/ 350204 w 350203"/>
              <a:gd name="connsiteY16" fmla="*/ 103442 h 342423"/>
              <a:gd name="connsiteX17" fmla="*/ 170075 w 350203"/>
              <a:gd name="connsiteY17" fmla="*/ 301752 h 342423"/>
              <a:gd name="connsiteX18" fmla="*/ 105858 w 350203"/>
              <a:gd name="connsiteY18" fmla="*/ 327660 h 342423"/>
              <a:gd name="connsiteX19" fmla="*/ 41641 w 350203"/>
              <a:gd name="connsiteY19" fmla="*/ 301752 h 342423"/>
              <a:gd name="connsiteX20" fmla="*/ 15177 w 350203"/>
              <a:gd name="connsiteY20" fmla="*/ 238887 h 342423"/>
              <a:gd name="connsiteX21" fmla="*/ 41641 w 350203"/>
              <a:gd name="connsiteY21" fmla="*/ 176022 h 342423"/>
              <a:gd name="connsiteX22" fmla="*/ 105099 w 350203"/>
              <a:gd name="connsiteY22" fmla="*/ 114014 h 342423"/>
              <a:gd name="connsiteX23" fmla="*/ 233912 w 350203"/>
              <a:gd name="connsiteY23" fmla="*/ 239363 h 342423"/>
              <a:gd name="connsiteX24" fmla="*/ 170075 w 350203"/>
              <a:gd name="connsiteY24" fmla="*/ 301752 h 342423"/>
              <a:gd name="connsiteX25" fmla="*/ 244536 w 350203"/>
              <a:gd name="connsiteY25" fmla="*/ 228886 h 342423"/>
              <a:gd name="connsiteX26" fmla="*/ 115723 w 350203"/>
              <a:gd name="connsiteY26" fmla="*/ 103537 h 342423"/>
              <a:gd name="connsiteX27" fmla="*/ 180129 w 350203"/>
              <a:gd name="connsiteY27" fmla="*/ 40481 h 342423"/>
              <a:gd name="connsiteX28" fmla="*/ 244346 w 350203"/>
              <a:gd name="connsiteY28" fmla="*/ 14573 h 342423"/>
              <a:gd name="connsiteX29" fmla="*/ 308563 w 350203"/>
              <a:gd name="connsiteY29" fmla="*/ 40481 h 342423"/>
              <a:gd name="connsiteX30" fmla="*/ 335027 w 350203"/>
              <a:gd name="connsiteY30" fmla="*/ 103346 h 342423"/>
              <a:gd name="connsiteX31" fmla="*/ 308563 w 350203"/>
              <a:gd name="connsiteY31" fmla="*/ 166211 h 342423"/>
              <a:gd name="connsiteX32" fmla="*/ 244536 w 350203"/>
              <a:gd name="connsiteY32" fmla="*/ 228886 h 342423"/>
              <a:gd name="connsiteX33" fmla="*/ 286936 w 350203"/>
              <a:gd name="connsiteY33" fmla="*/ 61913 h 342423"/>
              <a:gd name="connsiteX34" fmla="*/ 286936 w 350203"/>
              <a:gd name="connsiteY34" fmla="*/ 72962 h 342423"/>
              <a:gd name="connsiteX35" fmla="*/ 275648 w 350203"/>
              <a:gd name="connsiteY35" fmla="*/ 72962 h 342423"/>
              <a:gd name="connsiteX36" fmla="*/ 201661 w 350203"/>
              <a:gd name="connsiteY36" fmla="*/ 72962 h 342423"/>
              <a:gd name="connsiteX37" fmla="*/ 170359 w 350203"/>
              <a:gd name="connsiteY37" fmla="*/ 103632 h 342423"/>
              <a:gd name="connsiteX38" fmla="*/ 164099 w 350203"/>
              <a:gd name="connsiteY38" fmla="*/ 106108 h 342423"/>
              <a:gd name="connsiteX39" fmla="*/ 159072 w 350203"/>
              <a:gd name="connsiteY39" fmla="*/ 103632 h 342423"/>
              <a:gd name="connsiteX40" fmla="*/ 159072 w 350203"/>
              <a:gd name="connsiteY40" fmla="*/ 93821 h 342423"/>
              <a:gd name="connsiteX41" fmla="*/ 191701 w 350203"/>
              <a:gd name="connsiteY41" fmla="*/ 61913 h 342423"/>
              <a:gd name="connsiteX42" fmla="*/ 286936 w 350203"/>
              <a:gd name="connsiteY42" fmla="*/ 61913 h 342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50203" h="342423">
                <a:moveTo>
                  <a:pt x="350109" y="103442"/>
                </a:moveTo>
                <a:cubicBezTo>
                  <a:pt x="350109" y="76295"/>
                  <a:pt x="338726" y="49244"/>
                  <a:pt x="318617" y="30766"/>
                </a:cubicBezTo>
                <a:cubicBezTo>
                  <a:pt x="299741" y="11049"/>
                  <a:pt x="272044" y="0"/>
                  <a:pt x="244346" y="0"/>
                </a:cubicBezTo>
                <a:cubicBezTo>
                  <a:pt x="216648" y="0"/>
                  <a:pt x="188951" y="11049"/>
                  <a:pt x="170075" y="30766"/>
                </a:cubicBezTo>
                <a:cubicBezTo>
                  <a:pt x="170075" y="30766"/>
                  <a:pt x="146864" y="53245"/>
                  <a:pt x="100451" y="98203"/>
                </a:cubicBezTo>
                <a:cubicBezTo>
                  <a:pt x="100451" y="98203"/>
                  <a:pt x="99692" y="98489"/>
                  <a:pt x="99313" y="98774"/>
                </a:cubicBezTo>
                <a:cubicBezTo>
                  <a:pt x="98839" y="99250"/>
                  <a:pt x="98649" y="99822"/>
                  <a:pt x="98364" y="100298"/>
                </a:cubicBezTo>
                <a:cubicBezTo>
                  <a:pt x="80437" y="117634"/>
                  <a:pt x="58241" y="139256"/>
                  <a:pt x="30259" y="166306"/>
                </a:cubicBezTo>
                <a:cubicBezTo>
                  <a:pt x="10149" y="186023"/>
                  <a:pt x="0" y="211931"/>
                  <a:pt x="0" y="238982"/>
                </a:cubicBezTo>
                <a:cubicBezTo>
                  <a:pt x="0" y="266033"/>
                  <a:pt x="10055" y="293180"/>
                  <a:pt x="30259" y="312896"/>
                </a:cubicBezTo>
                <a:cubicBezTo>
                  <a:pt x="50368" y="332613"/>
                  <a:pt x="76832" y="342424"/>
                  <a:pt x="105858" y="342424"/>
                </a:cubicBezTo>
                <a:cubicBezTo>
                  <a:pt x="134884" y="342424"/>
                  <a:pt x="160020" y="332613"/>
                  <a:pt x="180129" y="312896"/>
                </a:cubicBezTo>
                <a:cubicBezTo>
                  <a:pt x="180129" y="312896"/>
                  <a:pt x="202866" y="290449"/>
                  <a:pt x="248330" y="245554"/>
                </a:cubicBezTo>
                <a:cubicBezTo>
                  <a:pt x="248330" y="245554"/>
                  <a:pt x="249184" y="245269"/>
                  <a:pt x="249658" y="244888"/>
                </a:cubicBezTo>
                <a:cubicBezTo>
                  <a:pt x="250322" y="244221"/>
                  <a:pt x="250796" y="243459"/>
                  <a:pt x="251175" y="242792"/>
                </a:cubicBezTo>
                <a:cubicBezTo>
                  <a:pt x="268913" y="225266"/>
                  <a:pt x="291015" y="203454"/>
                  <a:pt x="318712" y="176117"/>
                </a:cubicBezTo>
                <a:cubicBezTo>
                  <a:pt x="338821" y="157639"/>
                  <a:pt x="350204" y="131731"/>
                  <a:pt x="350204" y="103442"/>
                </a:cubicBezTo>
                <a:close/>
                <a:moveTo>
                  <a:pt x="170075" y="301752"/>
                </a:moveTo>
                <a:cubicBezTo>
                  <a:pt x="152432" y="318992"/>
                  <a:pt x="129761" y="327660"/>
                  <a:pt x="105858" y="327660"/>
                </a:cubicBezTo>
                <a:cubicBezTo>
                  <a:pt x="80627" y="327660"/>
                  <a:pt x="57956" y="318992"/>
                  <a:pt x="41641" y="301752"/>
                </a:cubicBezTo>
                <a:cubicBezTo>
                  <a:pt x="23998" y="285750"/>
                  <a:pt x="15177" y="263557"/>
                  <a:pt x="15177" y="238887"/>
                </a:cubicBezTo>
                <a:cubicBezTo>
                  <a:pt x="15177" y="214217"/>
                  <a:pt x="23998" y="193262"/>
                  <a:pt x="41641" y="176022"/>
                </a:cubicBezTo>
                <a:cubicBezTo>
                  <a:pt x="41641" y="176022"/>
                  <a:pt x="62794" y="155353"/>
                  <a:pt x="105099" y="114014"/>
                </a:cubicBezTo>
                <a:cubicBezTo>
                  <a:pt x="115723" y="124396"/>
                  <a:pt x="146361" y="154115"/>
                  <a:pt x="233912" y="239363"/>
                </a:cubicBezTo>
                <a:cubicBezTo>
                  <a:pt x="216838" y="256032"/>
                  <a:pt x="195875" y="276606"/>
                  <a:pt x="170075" y="301752"/>
                </a:cubicBezTo>
                <a:close/>
                <a:moveTo>
                  <a:pt x="244536" y="228886"/>
                </a:moveTo>
                <a:cubicBezTo>
                  <a:pt x="234576" y="219170"/>
                  <a:pt x="204697" y="190119"/>
                  <a:pt x="115723" y="103537"/>
                </a:cubicBezTo>
                <a:cubicBezTo>
                  <a:pt x="132892" y="86677"/>
                  <a:pt x="154044" y="66008"/>
                  <a:pt x="180129" y="40481"/>
                </a:cubicBezTo>
                <a:cubicBezTo>
                  <a:pt x="197772" y="24479"/>
                  <a:pt x="220442" y="14573"/>
                  <a:pt x="244346" y="14573"/>
                </a:cubicBezTo>
                <a:cubicBezTo>
                  <a:pt x="268249" y="14573"/>
                  <a:pt x="290920" y="24384"/>
                  <a:pt x="308563" y="40481"/>
                </a:cubicBezTo>
                <a:cubicBezTo>
                  <a:pt x="324972" y="57721"/>
                  <a:pt x="335027" y="79915"/>
                  <a:pt x="335027" y="103346"/>
                </a:cubicBezTo>
                <a:cubicBezTo>
                  <a:pt x="335027" y="126778"/>
                  <a:pt x="324972" y="148971"/>
                  <a:pt x="308563" y="166211"/>
                </a:cubicBezTo>
                <a:cubicBezTo>
                  <a:pt x="308563" y="166211"/>
                  <a:pt x="287220" y="187102"/>
                  <a:pt x="244536" y="228886"/>
                </a:cubicBezTo>
                <a:close/>
                <a:moveTo>
                  <a:pt x="286936" y="61913"/>
                </a:moveTo>
                <a:cubicBezTo>
                  <a:pt x="289402" y="64389"/>
                  <a:pt x="289402" y="69247"/>
                  <a:pt x="286936" y="72962"/>
                </a:cubicBezTo>
                <a:cubicBezTo>
                  <a:pt x="284470" y="75438"/>
                  <a:pt x="279442" y="75438"/>
                  <a:pt x="275648" y="72962"/>
                </a:cubicBezTo>
                <a:cubicBezTo>
                  <a:pt x="255634" y="52102"/>
                  <a:pt x="221770" y="52102"/>
                  <a:pt x="201661" y="72962"/>
                </a:cubicBezTo>
                <a:lnTo>
                  <a:pt x="170359" y="103632"/>
                </a:lnTo>
                <a:cubicBezTo>
                  <a:pt x="167893" y="104870"/>
                  <a:pt x="166565" y="106108"/>
                  <a:pt x="164099" y="106108"/>
                </a:cubicBezTo>
                <a:cubicBezTo>
                  <a:pt x="162866" y="106108"/>
                  <a:pt x="160305" y="104870"/>
                  <a:pt x="159072" y="103632"/>
                </a:cubicBezTo>
                <a:cubicBezTo>
                  <a:pt x="156605" y="101156"/>
                  <a:pt x="156605" y="96298"/>
                  <a:pt x="159072" y="93821"/>
                </a:cubicBezTo>
                <a:lnTo>
                  <a:pt x="191701" y="61913"/>
                </a:lnTo>
                <a:cubicBezTo>
                  <a:pt x="217976" y="36100"/>
                  <a:pt x="260661" y="36100"/>
                  <a:pt x="286936" y="6191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2" name="Graphic 109">
            <a:extLst>
              <a:ext uri="{FF2B5EF4-FFF2-40B4-BE49-F238E27FC236}">
                <a16:creationId xmlns:a16="http://schemas.microsoft.com/office/drawing/2014/main" id="{5CD12C90-A5D0-1609-78C8-8DEF70C14C98}"/>
              </a:ext>
            </a:extLst>
          </p:cNvPr>
          <p:cNvSpPr/>
          <p:nvPr/>
        </p:nvSpPr>
        <p:spPr>
          <a:xfrm>
            <a:off x="11195241" y="794221"/>
            <a:ext cx="467588" cy="457200"/>
          </a:xfrm>
          <a:custGeom>
            <a:avLst/>
            <a:gdLst>
              <a:gd name="connsiteX0" fmla="*/ 350109 w 350203"/>
              <a:gd name="connsiteY0" fmla="*/ 103442 h 342423"/>
              <a:gd name="connsiteX1" fmla="*/ 318617 w 350203"/>
              <a:gd name="connsiteY1" fmla="*/ 30766 h 342423"/>
              <a:gd name="connsiteX2" fmla="*/ 244346 w 350203"/>
              <a:gd name="connsiteY2" fmla="*/ 0 h 342423"/>
              <a:gd name="connsiteX3" fmla="*/ 170075 w 350203"/>
              <a:gd name="connsiteY3" fmla="*/ 30766 h 342423"/>
              <a:gd name="connsiteX4" fmla="*/ 100451 w 350203"/>
              <a:gd name="connsiteY4" fmla="*/ 98203 h 342423"/>
              <a:gd name="connsiteX5" fmla="*/ 99313 w 350203"/>
              <a:gd name="connsiteY5" fmla="*/ 98774 h 342423"/>
              <a:gd name="connsiteX6" fmla="*/ 98364 w 350203"/>
              <a:gd name="connsiteY6" fmla="*/ 100298 h 342423"/>
              <a:gd name="connsiteX7" fmla="*/ 30259 w 350203"/>
              <a:gd name="connsiteY7" fmla="*/ 166306 h 342423"/>
              <a:gd name="connsiteX8" fmla="*/ 0 w 350203"/>
              <a:gd name="connsiteY8" fmla="*/ 238982 h 342423"/>
              <a:gd name="connsiteX9" fmla="*/ 30259 w 350203"/>
              <a:gd name="connsiteY9" fmla="*/ 312896 h 342423"/>
              <a:gd name="connsiteX10" fmla="*/ 105858 w 350203"/>
              <a:gd name="connsiteY10" fmla="*/ 342424 h 342423"/>
              <a:gd name="connsiteX11" fmla="*/ 180129 w 350203"/>
              <a:gd name="connsiteY11" fmla="*/ 312896 h 342423"/>
              <a:gd name="connsiteX12" fmla="*/ 248330 w 350203"/>
              <a:gd name="connsiteY12" fmla="*/ 245554 h 342423"/>
              <a:gd name="connsiteX13" fmla="*/ 249658 w 350203"/>
              <a:gd name="connsiteY13" fmla="*/ 244888 h 342423"/>
              <a:gd name="connsiteX14" fmla="*/ 251175 w 350203"/>
              <a:gd name="connsiteY14" fmla="*/ 242792 h 342423"/>
              <a:gd name="connsiteX15" fmla="*/ 318712 w 350203"/>
              <a:gd name="connsiteY15" fmla="*/ 176117 h 342423"/>
              <a:gd name="connsiteX16" fmla="*/ 350204 w 350203"/>
              <a:gd name="connsiteY16" fmla="*/ 103442 h 342423"/>
              <a:gd name="connsiteX17" fmla="*/ 170075 w 350203"/>
              <a:gd name="connsiteY17" fmla="*/ 301752 h 342423"/>
              <a:gd name="connsiteX18" fmla="*/ 105858 w 350203"/>
              <a:gd name="connsiteY18" fmla="*/ 327660 h 342423"/>
              <a:gd name="connsiteX19" fmla="*/ 41641 w 350203"/>
              <a:gd name="connsiteY19" fmla="*/ 301752 h 342423"/>
              <a:gd name="connsiteX20" fmla="*/ 15177 w 350203"/>
              <a:gd name="connsiteY20" fmla="*/ 238887 h 342423"/>
              <a:gd name="connsiteX21" fmla="*/ 41641 w 350203"/>
              <a:gd name="connsiteY21" fmla="*/ 176022 h 342423"/>
              <a:gd name="connsiteX22" fmla="*/ 105099 w 350203"/>
              <a:gd name="connsiteY22" fmla="*/ 114014 h 342423"/>
              <a:gd name="connsiteX23" fmla="*/ 233912 w 350203"/>
              <a:gd name="connsiteY23" fmla="*/ 239363 h 342423"/>
              <a:gd name="connsiteX24" fmla="*/ 170075 w 350203"/>
              <a:gd name="connsiteY24" fmla="*/ 301752 h 342423"/>
              <a:gd name="connsiteX25" fmla="*/ 244536 w 350203"/>
              <a:gd name="connsiteY25" fmla="*/ 228886 h 342423"/>
              <a:gd name="connsiteX26" fmla="*/ 115723 w 350203"/>
              <a:gd name="connsiteY26" fmla="*/ 103537 h 342423"/>
              <a:gd name="connsiteX27" fmla="*/ 180129 w 350203"/>
              <a:gd name="connsiteY27" fmla="*/ 40481 h 342423"/>
              <a:gd name="connsiteX28" fmla="*/ 244346 w 350203"/>
              <a:gd name="connsiteY28" fmla="*/ 14573 h 342423"/>
              <a:gd name="connsiteX29" fmla="*/ 308563 w 350203"/>
              <a:gd name="connsiteY29" fmla="*/ 40481 h 342423"/>
              <a:gd name="connsiteX30" fmla="*/ 335027 w 350203"/>
              <a:gd name="connsiteY30" fmla="*/ 103346 h 342423"/>
              <a:gd name="connsiteX31" fmla="*/ 308563 w 350203"/>
              <a:gd name="connsiteY31" fmla="*/ 166211 h 342423"/>
              <a:gd name="connsiteX32" fmla="*/ 244536 w 350203"/>
              <a:gd name="connsiteY32" fmla="*/ 228886 h 342423"/>
              <a:gd name="connsiteX33" fmla="*/ 286936 w 350203"/>
              <a:gd name="connsiteY33" fmla="*/ 61913 h 342423"/>
              <a:gd name="connsiteX34" fmla="*/ 286936 w 350203"/>
              <a:gd name="connsiteY34" fmla="*/ 72962 h 342423"/>
              <a:gd name="connsiteX35" fmla="*/ 275648 w 350203"/>
              <a:gd name="connsiteY35" fmla="*/ 72962 h 342423"/>
              <a:gd name="connsiteX36" fmla="*/ 201661 w 350203"/>
              <a:gd name="connsiteY36" fmla="*/ 72962 h 342423"/>
              <a:gd name="connsiteX37" fmla="*/ 170359 w 350203"/>
              <a:gd name="connsiteY37" fmla="*/ 103632 h 342423"/>
              <a:gd name="connsiteX38" fmla="*/ 164099 w 350203"/>
              <a:gd name="connsiteY38" fmla="*/ 106108 h 342423"/>
              <a:gd name="connsiteX39" fmla="*/ 159072 w 350203"/>
              <a:gd name="connsiteY39" fmla="*/ 103632 h 342423"/>
              <a:gd name="connsiteX40" fmla="*/ 159072 w 350203"/>
              <a:gd name="connsiteY40" fmla="*/ 93821 h 342423"/>
              <a:gd name="connsiteX41" fmla="*/ 191701 w 350203"/>
              <a:gd name="connsiteY41" fmla="*/ 61913 h 342423"/>
              <a:gd name="connsiteX42" fmla="*/ 286936 w 350203"/>
              <a:gd name="connsiteY42" fmla="*/ 61913 h 342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50203" h="342423">
                <a:moveTo>
                  <a:pt x="350109" y="103442"/>
                </a:moveTo>
                <a:cubicBezTo>
                  <a:pt x="350109" y="76295"/>
                  <a:pt x="338726" y="49244"/>
                  <a:pt x="318617" y="30766"/>
                </a:cubicBezTo>
                <a:cubicBezTo>
                  <a:pt x="299741" y="11049"/>
                  <a:pt x="272044" y="0"/>
                  <a:pt x="244346" y="0"/>
                </a:cubicBezTo>
                <a:cubicBezTo>
                  <a:pt x="216648" y="0"/>
                  <a:pt x="188951" y="11049"/>
                  <a:pt x="170075" y="30766"/>
                </a:cubicBezTo>
                <a:cubicBezTo>
                  <a:pt x="170075" y="30766"/>
                  <a:pt x="146864" y="53245"/>
                  <a:pt x="100451" y="98203"/>
                </a:cubicBezTo>
                <a:cubicBezTo>
                  <a:pt x="100451" y="98203"/>
                  <a:pt x="99692" y="98489"/>
                  <a:pt x="99313" y="98774"/>
                </a:cubicBezTo>
                <a:cubicBezTo>
                  <a:pt x="98839" y="99250"/>
                  <a:pt x="98649" y="99822"/>
                  <a:pt x="98364" y="100298"/>
                </a:cubicBezTo>
                <a:cubicBezTo>
                  <a:pt x="80437" y="117634"/>
                  <a:pt x="58241" y="139256"/>
                  <a:pt x="30259" y="166306"/>
                </a:cubicBezTo>
                <a:cubicBezTo>
                  <a:pt x="10149" y="186023"/>
                  <a:pt x="0" y="211931"/>
                  <a:pt x="0" y="238982"/>
                </a:cubicBezTo>
                <a:cubicBezTo>
                  <a:pt x="0" y="266033"/>
                  <a:pt x="10055" y="293180"/>
                  <a:pt x="30259" y="312896"/>
                </a:cubicBezTo>
                <a:cubicBezTo>
                  <a:pt x="50368" y="332613"/>
                  <a:pt x="76832" y="342424"/>
                  <a:pt x="105858" y="342424"/>
                </a:cubicBezTo>
                <a:cubicBezTo>
                  <a:pt x="134884" y="342424"/>
                  <a:pt x="160020" y="332613"/>
                  <a:pt x="180129" y="312896"/>
                </a:cubicBezTo>
                <a:cubicBezTo>
                  <a:pt x="180129" y="312896"/>
                  <a:pt x="202866" y="290449"/>
                  <a:pt x="248330" y="245554"/>
                </a:cubicBezTo>
                <a:cubicBezTo>
                  <a:pt x="248330" y="245554"/>
                  <a:pt x="249184" y="245269"/>
                  <a:pt x="249658" y="244888"/>
                </a:cubicBezTo>
                <a:cubicBezTo>
                  <a:pt x="250322" y="244221"/>
                  <a:pt x="250796" y="243459"/>
                  <a:pt x="251175" y="242792"/>
                </a:cubicBezTo>
                <a:cubicBezTo>
                  <a:pt x="268913" y="225266"/>
                  <a:pt x="291015" y="203454"/>
                  <a:pt x="318712" y="176117"/>
                </a:cubicBezTo>
                <a:cubicBezTo>
                  <a:pt x="338821" y="157639"/>
                  <a:pt x="350204" y="131731"/>
                  <a:pt x="350204" y="103442"/>
                </a:cubicBezTo>
                <a:close/>
                <a:moveTo>
                  <a:pt x="170075" y="301752"/>
                </a:moveTo>
                <a:cubicBezTo>
                  <a:pt x="152432" y="318992"/>
                  <a:pt x="129761" y="327660"/>
                  <a:pt x="105858" y="327660"/>
                </a:cubicBezTo>
                <a:cubicBezTo>
                  <a:pt x="80627" y="327660"/>
                  <a:pt x="57956" y="318992"/>
                  <a:pt x="41641" y="301752"/>
                </a:cubicBezTo>
                <a:cubicBezTo>
                  <a:pt x="23998" y="285750"/>
                  <a:pt x="15177" y="263557"/>
                  <a:pt x="15177" y="238887"/>
                </a:cubicBezTo>
                <a:cubicBezTo>
                  <a:pt x="15177" y="214217"/>
                  <a:pt x="23998" y="193262"/>
                  <a:pt x="41641" y="176022"/>
                </a:cubicBezTo>
                <a:cubicBezTo>
                  <a:pt x="41641" y="176022"/>
                  <a:pt x="62794" y="155353"/>
                  <a:pt x="105099" y="114014"/>
                </a:cubicBezTo>
                <a:cubicBezTo>
                  <a:pt x="115723" y="124396"/>
                  <a:pt x="146361" y="154115"/>
                  <a:pt x="233912" y="239363"/>
                </a:cubicBezTo>
                <a:cubicBezTo>
                  <a:pt x="216838" y="256032"/>
                  <a:pt x="195875" y="276606"/>
                  <a:pt x="170075" y="301752"/>
                </a:cubicBezTo>
                <a:close/>
                <a:moveTo>
                  <a:pt x="244536" y="228886"/>
                </a:moveTo>
                <a:cubicBezTo>
                  <a:pt x="234576" y="219170"/>
                  <a:pt x="204697" y="190119"/>
                  <a:pt x="115723" y="103537"/>
                </a:cubicBezTo>
                <a:cubicBezTo>
                  <a:pt x="132892" y="86677"/>
                  <a:pt x="154044" y="66008"/>
                  <a:pt x="180129" y="40481"/>
                </a:cubicBezTo>
                <a:cubicBezTo>
                  <a:pt x="197772" y="24479"/>
                  <a:pt x="220442" y="14573"/>
                  <a:pt x="244346" y="14573"/>
                </a:cubicBezTo>
                <a:cubicBezTo>
                  <a:pt x="268249" y="14573"/>
                  <a:pt x="290920" y="24384"/>
                  <a:pt x="308563" y="40481"/>
                </a:cubicBezTo>
                <a:cubicBezTo>
                  <a:pt x="324972" y="57721"/>
                  <a:pt x="335027" y="79915"/>
                  <a:pt x="335027" y="103346"/>
                </a:cubicBezTo>
                <a:cubicBezTo>
                  <a:pt x="335027" y="126778"/>
                  <a:pt x="324972" y="148971"/>
                  <a:pt x="308563" y="166211"/>
                </a:cubicBezTo>
                <a:cubicBezTo>
                  <a:pt x="308563" y="166211"/>
                  <a:pt x="287220" y="187102"/>
                  <a:pt x="244536" y="228886"/>
                </a:cubicBezTo>
                <a:close/>
                <a:moveTo>
                  <a:pt x="286936" y="61913"/>
                </a:moveTo>
                <a:cubicBezTo>
                  <a:pt x="289402" y="64389"/>
                  <a:pt x="289402" y="69247"/>
                  <a:pt x="286936" y="72962"/>
                </a:cubicBezTo>
                <a:cubicBezTo>
                  <a:pt x="284470" y="75438"/>
                  <a:pt x="279442" y="75438"/>
                  <a:pt x="275648" y="72962"/>
                </a:cubicBezTo>
                <a:cubicBezTo>
                  <a:pt x="255634" y="52102"/>
                  <a:pt x="221770" y="52102"/>
                  <a:pt x="201661" y="72962"/>
                </a:cubicBezTo>
                <a:lnTo>
                  <a:pt x="170359" y="103632"/>
                </a:lnTo>
                <a:cubicBezTo>
                  <a:pt x="167893" y="104870"/>
                  <a:pt x="166565" y="106108"/>
                  <a:pt x="164099" y="106108"/>
                </a:cubicBezTo>
                <a:cubicBezTo>
                  <a:pt x="162866" y="106108"/>
                  <a:pt x="160305" y="104870"/>
                  <a:pt x="159072" y="103632"/>
                </a:cubicBezTo>
                <a:cubicBezTo>
                  <a:pt x="156605" y="101156"/>
                  <a:pt x="156605" y="96298"/>
                  <a:pt x="159072" y="93821"/>
                </a:cubicBezTo>
                <a:lnTo>
                  <a:pt x="191701" y="61913"/>
                </a:lnTo>
                <a:cubicBezTo>
                  <a:pt x="217976" y="36100"/>
                  <a:pt x="260661" y="36100"/>
                  <a:pt x="286936" y="6191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3" name="Graphic 109">
            <a:extLst>
              <a:ext uri="{FF2B5EF4-FFF2-40B4-BE49-F238E27FC236}">
                <a16:creationId xmlns:a16="http://schemas.microsoft.com/office/drawing/2014/main" id="{5CB88C72-E92C-7A85-4120-8314F82CD6F9}"/>
              </a:ext>
            </a:extLst>
          </p:cNvPr>
          <p:cNvSpPr/>
          <p:nvPr/>
        </p:nvSpPr>
        <p:spPr>
          <a:xfrm>
            <a:off x="10430066" y="1448271"/>
            <a:ext cx="467588" cy="457200"/>
          </a:xfrm>
          <a:custGeom>
            <a:avLst/>
            <a:gdLst>
              <a:gd name="connsiteX0" fmla="*/ 350109 w 350203"/>
              <a:gd name="connsiteY0" fmla="*/ 103442 h 342423"/>
              <a:gd name="connsiteX1" fmla="*/ 318617 w 350203"/>
              <a:gd name="connsiteY1" fmla="*/ 30766 h 342423"/>
              <a:gd name="connsiteX2" fmla="*/ 244346 w 350203"/>
              <a:gd name="connsiteY2" fmla="*/ 0 h 342423"/>
              <a:gd name="connsiteX3" fmla="*/ 170075 w 350203"/>
              <a:gd name="connsiteY3" fmla="*/ 30766 h 342423"/>
              <a:gd name="connsiteX4" fmla="*/ 100451 w 350203"/>
              <a:gd name="connsiteY4" fmla="*/ 98203 h 342423"/>
              <a:gd name="connsiteX5" fmla="*/ 99313 w 350203"/>
              <a:gd name="connsiteY5" fmla="*/ 98774 h 342423"/>
              <a:gd name="connsiteX6" fmla="*/ 98364 w 350203"/>
              <a:gd name="connsiteY6" fmla="*/ 100298 h 342423"/>
              <a:gd name="connsiteX7" fmla="*/ 30259 w 350203"/>
              <a:gd name="connsiteY7" fmla="*/ 166306 h 342423"/>
              <a:gd name="connsiteX8" fmla="*/ 0 w 350203"/>
              <a:gd name="connsiteY8" fmla="*/ 238982 h 342423"/>
              <a:gd name="connsiteX9" fmla="*/ 30259 w 350203"/>
              <a:gd name="connsiteY9" fmla="*/ 312896 h 342423"/>
              <a:gd name="connsiteX10" fmla="*/ 105858 w 350203"/>
              <a:gd name="connsiteY10" fmla="*/ 342424 h 342423"/>
              <a:gd name="connsiteX11" fmla="*/ 180129 w 350203"/>
              <a:gd name="connsiteY11" fmla="*/ 312896 h 342423"/>
              <a:gd name="connsiteX12" fmla="*/ 248330 w 350203"/>
              <a:gd name="connsiteY12" fmla="*/ 245554 h 342423"/>
              <a:gd name="connsiteX13" fmla="*/ 249658 w 350203"/>
              <a:gd name="connsiteY13" fmla="*/ 244888 h 342423"/>
              <a:gd name="connsiteX14" fmla="*/ 251175 w 350203"/>
              <a:gd name="connsiteY14" fmla="*/ 242792 h 342423"/>
              <a:gd name="connsiteX15" fmla="*/ 318712 w 350203"/>
              <a:gd name="connsiteY15" fmla="*/ 176117 h 342423"/>
              <a:gd name="connsiteX16" fmla="*/ 350204 w 350203"/>
              <a:gd name="connsiteY16" fmla="*/ 103442 h 342423"/>
              <a:gd name="connsiteX17" fmla="*/ 170075 w 350203"/>
              <a:gd name="connsiteY17" fmla="*/ 301752 h 342423"/>
              <a:gd name="connsiteX18" fmla="*/ 105858 w 350203"/>
              <a:gd name="connsiteY18" fmla="*/ 327660 h 342423"/>
              <a:gd name="connsiteX19" fmla="*/ 41641 w 350203"/>
              <a:gd name="connsiteY19" fmla="*/ 301752 h 342423"/>
              <a:gd name="connsiteX20" fmla="*/ 15177 w 350203"/>
              <a:gd name="connsiteY20" fmla="*/ 238887 h 342423"/>
              <a:gd name="connsiteX21" fmla="*/ 41641 w 350203"/>
              <a:gd name="connsiteY21" fmla="*/ 176022 h 342423"/>
              <a:gd name="connsiteX22" fmla="*/ 105099 w 350203"/>
              <a:gd name="connsiteY22" fmla="*/ 114014 h 342423"/>
              <a:gd name="connsiteX23" fmla="*/ 233912 w 350203"/>
              <a:gd name="connsiteY23" fmla="*/ 239363 h 342423"/>
              <a:gd name="connsiteX24" fmla="*/ 170075 w 350203"/>
              <a:gd name="connsiteY24" fmla="*/ 301752 h 342423"/>
              <a:gd name="connsiteX25" fmla="*/ 244536 w 350203"/>
              <a:gd name="connsiteY25" fmla="*/ 228886 h 342423"/>
              <a:gd name="connsiteX26" fmla="*/ 115723 w 350203"/>
              <a:gd name="connsiteY26" fmla="*/ 103537 h 342423"/>
              <a:gd name="connsiteX27" fmla="*/ 180129 w 350203"/>
              <a:gd name="connsiteY27" fmla="*/ 40481 h 342423"/>
              <a:gd name="connsiteX28" fmla="*/ 244346 w 350203"/>
              <a:gd name="connsiteY28" fmla="*/ 14573 h 342423"/>
              <a:gd name="connsiteX29" fmla="*/ 308563 w 350203"/>
              <a:gd name="connsiteY29" fmla="*/ 40481 h 342423"/>
              <a:gd name="connsiteX30" fmla="*/ 335027 w 350203"/>
              <a:gd name="connsiteY30" fmla="*/ 103346 h 342423"/>
              <a:gd name="connsiteX31" fmla="*/ 308563 w 350203"/>
              <a:gd name="connsiteY31" fmla="*/ 166211 h 342423"/>
              <a:gd name="connsiteX32" fmla="*/ 244536 w 350203"/>
              <a:gd name="connsiteY32" fmla="*/ 228886 h 342423"/>
              <a:gd name="connsiteX33" fmla="*/ 286936 w 350203"/>
              <a:gd name="connsiteY33" fmla="*/ 61913 h 342423"/>
              <a:gd name="connsiteX34" fmla="*/ 286936 w 350203"/>
              <a:gd name="connsiteY34" fmla="*/ 72962 h 342423"/>
              <a:gd name="connsiteX35" fmla="*/ 275648 w 350203"/>
              <a:gd name="connsiteY35" fmla="*/ 72962 h 342423"/>
              <a:gd name="connsiteX36" fmla="*/ 201661 w 350203"/>
              <a:gd name="connsiteY36" fmla="*/ 72962 h 342423"/>
              <a:gd name="connsiteX37" fmla="*/ 170359 w 350203"/>
              <a:gd name="connsiteY37" fmla="*/ 103632 h 342423"/>
              <a:gd name="connsiteX38" fmla="*/ 164099 w 350203"/>
              <a:gd name="connsiteY38" fmla="*/ 106108 h 342423"/>
              <a:gd name="connsiteX39" fmla="*/ 159072 w 350203"/>
              <a:gd name="connsiteY39" fmla="*/ 103632 h 342423"/>
              <a:gd name="connsiteX40" fmla="*/ 159072 w 350203"/>
              <a:gd name="connsiteY40" fmla="*/ 93821 h 342423"/>
              <a:gd name="connsiteX41" fmla="*/ 191701 w 350203"/>
              <a:gd name="connsiteY41" fmla="*/ 61913 h 342423"/>
              <a:gd name="connsiteX42" fmla="*/ 286936 w 350203"/>
              <a:gd name="connsiteY42" fmla="*/ 61913 h 342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50203" h="342423">
                <a:moveTo>
                  <a:pt x="350109" y="103442"/>
                </a:moveTo>
                <a:cubicBezTo>
                  <a:pt x="350109" y="76295"/>
                  <a:pt x="338726" y="49244"/>
                  <a:pt x="318617" y="30766"/>
                </a:cubicBezTo>
                <a:cubicBezTo>
                  <a:pt x="299741" y="11049"/>
                  <a:pt x="272044" y="0"/>
                  <a:pt x="244346" y="0"/>
                </a:cubicBezTo>
                <a:cubicBezTo>
                  <a:pt x="216648" y="0"/>
                  <a:pt x="188951" y="11049"/>
                  <a:pt x="170075" y="30766"/>
                </a:cubicBezTo>
                <a:cubicBezTo>
                  <a:pt x="170075" y="30766"/>
                  <a:pt x="146864" y="53245"/>
                  <a:pt x="100451" y="98203"/>
                </a:cubicBezTo>
                <a:cubicBezTo>
                  <a:pt x="100451" y="98203"/>
                  <a:pt x="99692" y="98489"/>
                  <a:pt x="99313" y="98774"/>
                </a:cubicBezTo>
                <a:cubicBezTo>
                  <a:pt x="98839" y="99250"/>
                  <a:pt x="98649" y="99822"/>
                  <a:pt x="98364" y="100298"/>
                </a:cubicBezTo>
                <a:cubicBezTo>
                  <a:pt x="80437" y="117634"/>
                  <a:pt x="58241" y="139256"/>
                  <a:pt x="30259" y="166306"/>
                </a:cubicBezTo>
                <a:cubicBezTo>
                  <a:pt x="10149" y="186023"/>
                  <a:pt x="0" y="211931"/>
                  <a:pt x="0" y="238982"/>
                </a:cubicBezTo>
                <a:cubicBezTo>
                  <a:pt x="0" y="266033"/>
                  <a:pt x="10055" y="293180"/>
                  <a:pt x="30259" y="312896"/>
                </a:cubicBezTo>
                <a:cubicBezTo>
                  <a:pt x="50368" y="332613"/>
                  <a:pt x="76832" y="342424"/>
                  <a:pt x="105858" y="342424"/>
                </a:cubicBezTo>
                <a:cubicBezTo>
                  <a:pt x="134884" y="342424"/>
                  <a:pt x="160020" y="332613"/>
                  <a:pt x="180129" y="312896"/>
                </a:cubicBezTo>
                <a:cubicBezTo>
                  <a:pt x="180129" y="312896"/>
                  <a:pt x="202866" y="290449"/>
                  <a:pt x="248330" y="245554"/>
                </a:cubicBezTo>
                <a:cubicBezTo>
                  <a:pt x="248330" y="245554"/>
                  <a:pt x="249184" y="245269"/>
                  <a:pt x="249658" y="244888"/>
                </a:cubicBezTo>
                <a:cubicBezTo>
                  <a:pt x="250322" y="244221"/>
                  <a:pt x="250796" y="243459"/>
                  <a:pt x="251175" y="242792"/>
                </a:cubicBezTo>
                <a:cubicBezTo>
                  <a:pt x="268913" y="225266"/>
                  <a:pt x="291015" y="203454"/>
                  <a:pt x="318712" y="176117"/>
                </a:cubicBezTo>
                <a:cubicBezTo>
                  <a:pt x="338821" y="157639"/>
                  <a:pt x="350204" y="131731"/>
                  <a:pt x="350204" y="103442"/>
                </a:cubicBezTo>
                <a:close/>
                <a:moveTo>
                  <a:pt x="170075" y="301752"/>
                </a:moveTo>
                <a:cubicBezTo>
                  <a:pt x="152432" y="318992"/>
                  <a:pt x="129761" y="327660"/>
                  <a:pt x="105858" y="327660"/>
                </a:cubicBezTo>
                <a:cubicBezTo>
                  <a:pt x="80627" y="327660"/>
                  <a:pt x="57956" y="318992"/>
                  <a:pt x="41641" y="301752"/>
                </a:cubicBezTo>
                <a:cubicBezTo>
                  <a:pt x="23998" y="285750"/>
                  <a:pt x="15177" y="263557"/>
                  <a:pt x="15177" y="238887"/>
                </a:cubicBezTo>
                <a:cubicBezTo>
                  <a:pt x="15177" y="214217"/>
                  <a:pt x="23998" y="193262"/>
                  <a:pt x="41641" y="176022"/>
                </a:cubicBezTo>
                <a:cubicBezTo>
                  <a:pt x="41641" y="176022"/>
                  <a:pt x="62794" y="155353"/>
                  <a:pt x="105099" y="114014"/>
                </a:cubicBezTo>
                <a:cubicBezTo>
                  <a:pt x="115723" y="124396"/>
                  <a:pt x="146361" y="154115"/>
                  <a:pt x="233912" y="239363"/>
                </a:cubicBezTo>
                <a:cubicBezTo>
                  <a:pt x="216838" y="256032"/>
                  <a:pt x="195875" y="276606"/>
                  <a:pt x="170075" y="301752"/>
                </a:cubicBezTo>
                <a:close/>
                <a:moveTo>
                  <a:pt x="244536" y="228886"/>
                </a:moveTo>
                <a:cubicBezTo>
                  <a:pt x="234576" y="219170"/>
                  <a:pt x="204697" y="190119"/>
                  <a:pt x="115723" y="103537"/>
                </a:cubicBezTo>
                <a:cubicBezTo>
                  <a:pt x="132892" y="86677"/>
                  <a:pt x="154044" y="66008"/>
                  <a:pt x="180129" y="40481"/>
                </a:cubicBezTo>
                <a:cubicBezTo>
                  <a:pt x="197772" y="24479"/>
                  <a:pt x="220442" y="14573"/>
                  <a:pt x="244346" y="14573"/>
                </a:cubicBezTo>
                <a:cubicBezTo>
                  <a:pt x="268249" y="14573"/>
                  <a:pt x="290920" y="24384"/>
                  <a:pt x="308563" y="40481"/>
                </a:cubicBezTo>
                <a:cubicBezTo>
                  <a:pt x="324972" y="57721"/>
                  <a:pt x="335027" y="79915"/>
                  <a:pt x="335027" y="103346"/>
                </a:cubicBezTo>
                <a:cubicBezTo>
                  <a:pt x="335027" y="126778"/>
                  <a:pt x="324972" y="148971"/>
                  <a:pt x="308563" y="166211"/>
                </a:cubicBezTo>
                <a:cubicBezTo>
                  <a:pt x="308563" y="166211"/>
                  <a:pt x="287220" y="187102"/>
                  <a:pt x="244536" y="228886"/>
                </a:cubicBezTo>
                <a:close/>
                <a:moveTo>
                  <a:pt x="286936" y="61913"/>
                </a:moveTo>
                <a:cubicBezTo>
                  <a:pt x="289402" y="64389"/>
                  <a:pt x="289402" y="69247"/>
                  <a:pt x="286936" y="72962"/>
                </a:cubicBezTo>
                <a:cubicBezTo>
                  <a:pt x="284470" y="75438"/>
                  <a:pt x="279442" y="75438"/>
                  <a:pt x="275648" y="72962"/>
                </a:cubicBezTo>
                <a:cubicBezTo>
                  <a:pt x="255634" y="52102"/>
                  <a:pt x="221770" y="52102"/>
                  <a:pt x="201661" y="72962"/>
                </a:cubicBezTo>
                <a:lnTo>
                  <a:pt x="170359" y="103632"/>
                </a:lnTo>
                <a:cubicBezTo>
                  <a:pt x="167893" y="104870"/>
                  <a:pt x="166565" y="106108"/>
                  <a:pt x="164099" y="106108"/>
                </a:cubicBezTo>
                <a:cubicBezTo>
                  <a:pt x="162866" y="106108"/>
                  <a:pt x="160305" y="104870"/>
                  <a:pt x="159072" y="103632"/>
                </a:cubicBezTo>
                <a:cubicBezTo>
                  <a:pt x="156605" y="101156"/>
                  <a:pt x="156605" y="96298"/>
                  <a:pt x="159072" y="93821"/>
                </a:cubicBezTo>
                <a:lnTo>
                  <a:pt x="191701" y="61913"/>
                </a:lnTo>
                <a:cubicBezTo>
                  <a:pt x="217976" y="36100"/>
                  <a:pt x="260661" y="36100"/>
                  <a:pt x="286936" y="6191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4" name="Graphic 109">
            <a:extLst>
              <a:ext uri="{FF2B5EF4-FFF2-40B4-BE49-F238E27FC236}">
                <a16:creationId xmlns:a16="http://schemas.microsoft.com/office/drawing/2014/main" id="{99ADA5D1-CDFE-632E-4506-E43B50438A25}"/>
              </a:ext>
            </a:extLst>
          </p:cNvPr>
          <p:cNvSpPr/>
          <p:nvPr/>
        </p:nvSpPr>
        <p:spPr>
          <a:xfrm>
            <a:off x="11195241" y="1448271"/>
            <a:ext cx="467588" cy="457200"/>
          </a:xfrm>
          <a:custGeom>
            <a:avLst/>
            <a:gdLst>
              <a:gd name="connsiteX0" fmla="*/ 350109 w 350203"/>
              <a:gd name="connsiteY0" fmla="*/ 103442 h 342423"/>
              <a:gd name="connsiteX1" fmla="*/ 318617 w 350203"/>
              <a:gd name="connsiteY1" fmla="*/ 30766 h 342423"/>
              <a:gd name="connsiteX2" fmla="*/ 244346 w 350203"/>
              <a:gd name="connsiteY2" fmla="*/ 0 h 342423"/>
              <a:gd name="connsiteX3" fmla="*/ 170075 w 350203"/>
              <a:gd name="connsiteY3" fmla="*/ 30766 h 342423"/>
              <a:gd name="connsiteX4" fmla="*/ 100451 w 350203"/>
              <a:gd name="connsiteY4" fmla="*/ 98203 h 342423"/>
              <a:gd name="connsiteX5" fmla="*/ 99313 w 350203"/>
              <a:gd name="connsiteY5" fmla="*/ 98774 h 342423"/>
              <a:gd name="connsiteX6" fmla="*/ 98364 w 350203"/>
              <a:gd name="connsiteY6" fmla="*/ 100298 h 342423"/>
              <a:gd name="connsiteX7" fmla="*/ 30259 w 350203"/>
              <a:gd name="connsiteY7" fmla="*/ 166306 h 342423"/>
              <a:gd name="connsiteX8" fmla="*/ 0 w 350203"/>
              <a:gd name="connsiteY8" fmla="*/ 238982 h 342423"/>
              <a:gd name="connsiteX9" fmla="*/ 30259 w 350203"/>
              <a:gd name="connsiteY9" fmla="*/ 312896 h 342423"/>
              <a:gd name="connsiteX10" fmla="*/ 105858 w 350203"/>
              <a:gd name="connsiteY10" fmla="*/ 342424 h 342423"/>
              <a:gd name="connsiteX11" fmla="*/ 180129 w 350203"/>
              <a:gd name="connsiteY11" fmla="*/ 312896 h 342423"/>
              <a:gd name="connsiteX12" fmla="*/ 248330 w 350203"/>
              <a:gd name="connsiteY12" fmla="*/ 245554 h 342423"/>
              <a:gd name="connsiteX13" fmla="*/ 249658 w 350203"/>
              <a:gd name="connsiteY13" fmla="*/ 244888 h 342423"/>
              <a:gd name="connsiteX14" fmla="*/ 251175 w 350203"/>
              <a:gd name="connsiteY14" fmla="*/ 242792 h 342423"/>
              <a:gd name="connsiteX15" fmla="*/ 318712 w 350203"/>
              <a:gd name="connsiteY15" fmla="*/ 176117 h 342423"/>
              <a:gd name="connsiteX16" fmla="*/ 350204 w 350203"/>
              <a:gd name="connsiteY16" fmla="*/ 103442 h 342423"/>
              <a:gd name="connsiteX17" fmla="*/ 170075 w 350203"/>
              <a:gd name="connsiteY17" fmla="*/ 301752 h 342423"/>
              <a:gd name="connsiteX18" fmla="*/ 105858 w 350203"/>
              <a:gd name="connsiteY18" fmla="*/ 327660 h 342423"/>
              <a:gd name="connsiteX19" fmla="*/ 41641 w 350203"/>
              <a:gd name="connsiteY19" fmla="*/ 301752 h 342423"/>
              <a:gd name="connsiteX20" fmla="*/ 15177 w 350203"/>
              <a:gd name="connsiteY20" fmla="*/ 238887 h 342423"/>
              <a:gd name="connsiteX21" fmla="*/ 41641 w 350203"/>
              <a:gd name="connsiteY21" fmla="*/ 176022 h 342423"/>
              <a:gd name="connsiteX22" fmla="*/ 105099 w 350203"/>
              <a:gd name="connsiteY22" fmla="*/ 114014 h 342423"/>
              <a:gd name="connsiteX23" fmla="*/ 233912 w 350203"/>
              <a:gd name="connsiteY23" fmla="*/ 239363 h 342423"/>
              <a:gd name="connsiteX24" fmla="*/ 170075 w 350203"/>
              <a:gd name="connsiteY24" fmla="*/ 301752 h 342423"/>
              <a:gd name="connsiteX25" fmla="*/ 244536 w 350203"/>
              <a:gd name="connsiteY25" fmla="*/ 228886 h 342423"/>
              <a:gd name="connsiteX26" fmla="*/ 115723 w 350203"/>
              <a:gd name="connsiteY26" fmla="*/ 103537 h 342423"/>
              <a:gd name="connsiteX27" fmla="*/ 180129 w 350203"/>
              <a:gd name="connsiteY27" fmla="*/ 40481 h 342423"/>
              <a:gd name="connsiteX28" fmla="*/ 244346 w 350203"/>
              <a:gd name="connsiteY28" fmla="*/ 14573 h 342423"/>
              <a:gd name="connsiteX29" fmla="*/ 308563 w 350203"/>
              <a:gd name="connsiteY29" fmla="*/ 40481 h 342423"/>
              <a:gd name="connsiteX30" fmla="*/ 335027 w 350203"/>
              <a:gd name="connsiteY30" fmla="*/ 103346 h 342423"/>
              <a:gd name="connsiteX31" fmla="*/ 308563 w 350203"/>
              <a:gd name="connsiteY31" fmla="*/ 166211 h 342423"/>
              <a:gd name="connsiteX32" fmla="*/ 244536 w 350203"/>
              <a:gd name="connsiteY32" fmla="*/ 228886 h 342423"/>
              <a:gd name="connsiteX33" fmla="*/ 286936 w 350203"/>
              <a:gd name="connsiteY33" fmla="*/ 61913 h 342423"/>
              <a:gd name="connsiteX34" fmla="*/ 286936 w 350203"/>
              <a:gd name="connsiteY34" fmla="*/ 72962 h 342423"/>
              <a:gd name="connsiteX35" fmla="*/ 275648 w 350203"/>
              <a:gd name="connsiteY35" fmla="*/ 72962 h 342423"/>
              <a:gd name="connsiteX36" fmla="*/ 201661 w 350203"/>
              <a:gd name="connsiteY36" fmla="*/ 72962 h 342423"/>
              <a:gd name="connsiteX37" fmla="*/ 170359 w 350203"/>
              <a:gd name="connsiteY37" fmla="*/ 103632 h 342423"/>
              <a:gd name="connsiteX38" fmla="*/ 164099 w 350203"/>
              <a:gd name="connsiteY38" fmla="*/ 106108 h 342423"/>
              <a:gd name="connsiteX39" fmla="*/ 159072 w 350203"/>
              <a:gd name="connsiteY39" fmla="*/ 103632 h 342423"/>
              <a:gd name="connsiteX40" fmla="*/ 159072 w 350203"/>
              <a:gd name="connsiteY40" fmla="*/ 93821 h 342423"/>
              <a:gd name="connsiteX41" fmla="*/ 191701 w 350203"/>
              <a:gd name="connsiteY41" fmla="*/ 61913 h 342423"/>
              <a:gd name="connsiteX42" fmla="*/ 286936 w 350203"/>
              <a:gd name="connsiteY42" fmla="*/ 61913 h 342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50203" h="342423">
                <a:moveTo>
                  <a:pt x="350109" y="103442"/>
                </a:moveTo>
                <a:cubicBezTo>
                  <a:pt x="350109" y="76295"/>
                  <a:pt x="338726" y="49244"/>
                  <a:pt x="318617" y="30766"/>
                </a:cubicBezTo>
                <a:cubicBezTo>
                  <a:pt x="299741" y="11049"/>
                  <a:pt x="272044" y="0"/>
                  <a:pt x="244346" y="0"/>
                </a:cubicBezTo>
                <a:cubicBezTo>
                  <a:pt x="216648" y="0"/>
                  <a:pt x="188951" y="11049"/>
                  <a:pt x="170075" y="30766"/>
                </a:cubicBezTo>
                <a:cubicBezTo>
                  <a:pt x="170075" y="30766"/>
                  <a:pt x="146864" y="53245"/>
                  <a:pt x="100451" y="98203"/>
                </a:cubicBezTo>
                <a:cubicBezTo>
                  <a:pt x="100451" y="98203"/>
                  <a:pt x="99692" y="98489"/>
                  <a:pt x="99313" y="98774"/>
                </a:cubicBezTo>
                <a:cubicBezTo>
                  <a:pt x="98839" y="99250"/>
                  <a:pt x="98649" y="99822"/>
                  <a:pt x="98364" y="100298"/>
                </a:cubicBezTo>
                <a:cubicBezTo>
                  <a:pt x="80437" y="117634"/>
                  <a:pt x="58241" y="139256"/>
                  <a:pt x="30259" y="166306"/>
                </a:cubicBezTo>
                <a:cubicBezTo>
                  <a:pt x="10149" y="186023"/>
                  <a:pt x="0" y="211931"/>
                  <a:pt x="0" y="238982"/>
                </a:cubicBezTo>
                <a:cubicBezTo>
                  <a:pt x="0" y="266033"/>
                  <a:pt x="10055" y="293180"/>
                  <a:pt x="30259" y="312896"/>
                </a:cubicBezTo>
                <a:cubicBezTo>
                  <a:pt x="50368" y="332613"/>
                  <a:pt x="76832" y="342424"/>
                  <a:pt x="105858" y="342424"/>
                </a:cubicBezTo>
                <a:cubicBezTo>
                  <a:pt x="134884" y="342424"/>
                  <a:pt x="160020" y="332613"/>
                  <a:pt x="180129" y="312896"/>
                </a:cubicBezTo>
                <a:cubicBezTo>
                  <a:pt x="180129" y="312896"/>
                  <a:pt x="202866" y="290449"/>
                  <a:pt x="248330" y="245554"/>
                </a:cubicBezTo>
                <a:cubicBezTo>
                  <a:pt x="248330" y="245554"/>
                  <a:pt x="249184" y="245269"/>
                  <a:pt x="249658" y="244888"/>
                </a:cubicBezTo>
                <a:cubicBezTo>
                  <a:pt x="250322" y="244221"/>
                  <a:pt x="250796" y="243459"/>
                  <a:pt x="251175" y="242792"/>
                </a:cubicBezTo>
                <a:cubicBezTo>
                  <a:pt x="268913" y="225266"/>
                  <a:pt x="291015" y="203454"/>
                  <a:pt x="318712" y="176117"/>
                </a:cubicBezTo>
                <a:cubicBezTo>
                  <a:pt x="338821" y="157639"/>
                  <a:pt x="350204" y="131731"/>
                  <a:pt x="350204" y="103442"/>
                </a:cubicBezTo>
                <a:close/>
                <a:moveTo>
                  <a:pt x="170075" y="301752"/>
                </a:moveTo>
                <a:cubicBezTo>
                  <a:pt x="152432" y="318992"/>
                  <a:pt x="129761" y="327660"/>
                  <a:pt x="105858" y="327660"/>
                </a:cubicBezTo>
                <a:cubicBezTo>
                  <a:pt x="80627" y="327660"/>
                  <a:pt x="57956" y="318992"/>
                  <a:pt x="41641" y="301752"/>
                </a:cubicBezTo>
                <a:cubicBezTo>
                  <a:pt x="23998" y="285750"/>
                  <a:pt x="15177" y="263557"/>
                  <a:pt x="15177" y="238887"/>
                </a:cubicBezTo>
                <a:cubicBezTo>
                  <a:pt x="15177" y="214217"/>
                  <a:pt x="23998" y="193262"/>
                  <a:pt x="41641" y="176022"/>
                </a:cubicBezTo>
                <a:cubicBezTo>
                  <a:pt x="41641" y="176022"/>
                  <a:pt x="62794" y="155353"/>
                  <a:pt x="105099" y="114014"/>
                </a:cubicBezTo>
                <a:cubicBezTo>
                  <a:pt x="115723" y="124396"/>
                  <a:pt x="146361" y="154115"/>
                  <a:pt x="233912" y="239363"/>
                </a:cubicBezTo>
                <a:cubicBezTo>
                  <a:pt x="216838" y="256032"/>
                  <a:pt x="195875" y="276606"/>
                  <a:pt x="170075" y="301752"/>
                </a:cubicBezTo>
                <a:close/>
                <a:moveTo>
                  <a:pt x="244536" y="228886"/>
                </a:moveTo>
                <a:cubicBezTo>
                  <a:pt x="234576" y="219170"/>
                  <a:pt x="204697" y="190119"/>
                  <a:pt x="115723" y="103537"/>
                </a:cubicBezTo>
                <a:cubicBezTo>
                  <a:pt x="132892" y="86677"/>
                  <a:pt x="154044" y="66008"/>
                  <a:pt x="180129" y="40481"/>
                </a:cubicBezTo>
                <a:cubicBezTo>
                  <a:pt x="197772" y="24479"/>
                  <a:pt x="220442" y="14573"/>
                  <a:pt x="244346" y="14573"/>
                </a:cubicBezTo>
                <a:cubicBezTo>
                  <a:pt x="268249" y="14573"/>
                  <a:pt x="290920" y="24384"/>
                  <a:pt x="308563" y="40481"/>
                </a:cubicBezTo>
                <a:cubicBezTo>
                  <a:pt x="324972" y="57721"/>
                  <a:pt x="335027" y="79915"/>
                  <a:pt x="335027" y="103346"/>
                </a:cubicBezTo>
                <a:cubicBezTo>
                  <a:pt x="335027" y="126778"/>
                  <a:pt x="324972" y="148971"/>
                  <a:pt x="308563" y="166211"/>
                </a:cubicBezTo>
                <a:cubicBezTo>
                  <a:pt x="308563" y="166211"/>
                  <a:pt x="287220" y="187102"/>
                  <a:pt x="244536" y="228886"/>
                </a:cubicBezTo>
                <a:close/>
                <a:moveTo>
                  <a:pt x="286936" y="61913"/>
                </a:moveTo>
                <a:cubicBezTo>
                  <a:pt x="289402" y="64389"/>
                  <a:pt x="289402" y="69247"/>
                  <a:pt x="286936" y="72962"/>
                </a:cubicBezTo>
                <a:cubicBezTo>
                  <a:pt x="284470" y="75438"/>
                  <a:pt x="279442" y="75438"/>
                  <a:pt x="275648" y="72962"/>
                </a:cubicBezTo>
                <a:cubicBezTo>
                  <a:pt x="255634" y="52102"/>
                  <a:pt x="221770" y="52102"/>
                  <a:pt x="201661" y="72962"/>
                </a:cubicBezTo>
                <a:lnTo>
                  <a:pt x="170359" y="103632"/>
                </a:lnTo>
                <a:cubicBezTo>
                  <a:pt x="167893" y="104870"/>
                  <a:pt x="166565" y="106108"/>
                  <a:pt x="164099" y="106108"/>
                </a:cubicBezTo>
                <a:cubicBezTo>
                  <a:pt x="162866" y="106108"/>
                  <a:pt x="160305" y="104870"/>
                  <a:pt x="159072" y="103632"/>
                </a:cubicBezTo>
                <a:cubicBezTo>
                  <a:pt x="156605" y="101156"/>
                  <a:pt x="156605" y="96298"/>
                  <a:pt x="159072" y="93821"/>
                </a:cubicBezTo>
                <a:lnTo>
                  <a:pt x="191701" y="61913"/>
                </a:lnTo>
                <a:cubicBezTo>
                  <a:pt x="217976" y="36100"/>
                  <a:pt x="260661" y="36100"/>
                  <a:pt x="286936" y="6191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7" name="Graphic 115">
            <a:extLst>
              <a:ext uri="{FF2B5EF4-FFF2-40B4-BE49-F238E27FC236}">
                <a16:creationId xmlns:a16="http://schemas.microsoft.com/office/drawing/2014/main" id="{64B2B191-0FCE-194F-8724-8A13A2AE98B9}"/>
              </a:ext>
            </a:extLst>
          </p:cNvPr>
          <p:cNvSpPr/>
          <p:nvPr/>
        </p:nvSpPr>
        <p:spPr>
          <a:xfrm>
            <a:off x="637667" y="2878796"/>
            <a:ext cx="358841" cy="443598"/>
          </a:xfrm>
          <a:custGeom>
            <a:avLst/>
            <a:gdLst>
              <a:gd name="connsiteX0" fmla="*/ 263412 w 270525"/>
              <a:gd name="connsiteY0" fmla="*/ 41815 h 334422"/>
              <a:gd name="connsiteX1" fmla="*/ 199385 w 270525"/>
              <a:gd name="connsiteY1" fmla="*/ 41815 h 334422"/>
              <a:gd name="connsiteX2" fmla="*/ 199385 w 270525"/>
              <a:gd name="connsiteY2" fmla="*/ 34862 h 334422"/>
              <a:gd name="connsiteX3" fmla="*/ 192271 w 270525"/>
              <a:gd name="connsiteY3" fmla="*/ 27908 h 334422"/>
              <a:gd name="connsiteX4" fmla="*/ 169695 w 270525"/>
              <a:gd name="connsiteY4" fmla="*/ 27908 h 334422"/>
              <a:gd name="connsiteX5" fmla="*/ 135263 w 270525"/>
              <a:gd name="connsiteY5" fmla="*/ 0 h 334422"/>
              <a:gd name="connsiteX6" fmla="*/ 99598 w 270525"/>
              <a:gd name="connsiteY6" fmla="*/ 27908 h 334422"/>
              <a:gd name="connsiteX7" fmla="*/ 78255 w 270525"/>
              <a:gd name="connsiteY7" fmla="*/ 27908 h 334422"/>
              <a:gd name="connsiteX8" fmla="*/ 71141 w 270525"/>
              <a:gd name="connsiteY8" fmla="*/ 34862 h 334422"/>
              <a:gd name="connsiteX9" fmla="*/ 71141 w 270525"/>
              <a:gd name="connsiteY9" fmla="*/ 41815 h 334422"/>
              <a:gd name="connsiteX10" fmla="*/ 7114 w 270525"/>
              <a:gd name="connsiteY10" fmla="*/ 41815 h 334422"/>
              <a:gd name="connsiteX11" fmla="*/ 0 w 270525"/>
              <a:gd name="connsiteY11" fmla="*/ 48768 h 334422"/>
              <a:gd name="connsiteX12" fmla="*/ 0 w 270525"/>
              <a:gd name="connsiteY12" fmla="*/ 327470 h 334422"/>
              <a:gd name="connsiteX13" fmla="*/ 7114 w 270525"/>
              <a:gd name="connsiteY13" fmla="*/ 334423 h 334422"/>
              <a:gd name="connsiteX14" fmla="*/ 263412 w 270525"/>
              <a:gd name="connsiteY14" fmla="*/ 334423 h 334422"/>
              <a:gd name="connsiteX15" fmla="*/ 270526 w 270525"/>
              <a:gd name="connsiteY15" fmla="*/ 327470 h 334422"/>
              <a:gd name="connsiteX16" fmla="*/ 270526 w 270525"/>
              <a:gd name="connsiteY16" fmla="*/ 48768 h 334422"/>
              <a:gd name="connsiteX17" fmla="*/ 263412 w 270525"/>
              <a:gd name="connsiteY17" fmla="*/ 41815 h 334422"/>
              <a:gd name="connsiteX18" fmla="*/ 42780 w 270525"/>
              <a:gd name="connsiteY18" fmla="*/ 208978 h 334422"/>
              <a:gd name="connsiteX19" fmla="*/ 64122 w 270525"/>
              <a:gd name="connsiteY19" fmla="*/ 208978 h 334422"/>
              <a:gd name="connsiteX20" fmla="*/ 68865 w 270525"/>
              <a:gd name="connsiteY20" fmla="*/ 206693 h 334422"/>
              <a:gd name="connsiteX21" fmla="*/ 84231 w 270525"/>
              <a:gd name="connsiteY21" fmla="*/ 187071 h 334422"/>
              <a:gd name="connsiteX22" fmla="*/ 107945 w 270525"/>
              <a:gd name="connsiteY22" fmla="*/ 220599 h 334422"/>
              <a:gd name="connsiteX23" fmla="*/ 113826 w 270525"/>
              <a:gd name="connsiteY23" fmla="*/ 222885 h 334422"/>
              <a:gd name="connsiteX24" fmla="*/ 119707 w 270525"/>
              <a:gd name="connsiteY24" fmla="*/ 219456 h 334422"/>
              <a:gd name="connsiteX25" fmla="*/ 146930 w 270525"/>
              <a:gd name="connsiteY25" fmla="*/ 166306 h 334422"/>
              <a:gd name="connsiteX26" fmla="*/ 170644 w 270525"/>
              <a:gd name="connsiteY26" fmla="*/ 246126 h 334422"/>
              <a:gd name="connsiteX27" fmla="*/ 176525 w 270525"/>
              <a:gd name="connsiteY27" fmla="*/ 250793 h 334422"/>
              <a:gd name="connsiteX28" fmla="*/ 177663 w 270525"/>
              <a:gd name="connsiteY28" fmla="*/ 250793 h 334422"/>
              <a:gd name="connsiteX29" fmla="*/ 183544 w 270525"/>
              <a:gd name="connsiteY29" fmla="*/ 247364 h 334422"/>
              <a:gd name="connsiteX30" fmla="*/ 202515 w 270525"/>
              <a:gd name="connsiteY30" fmla="*/ 209169 h 334422"/>
              <a:gd name="connsiteX31" fmla="*/ 227367 w 270525"/>
              <a:gd name="connsiteY31" fmla="*/ 209169 h 334422"/>
              <a:gd name="connsiteX32" fmla="*/ 227367 w 270525"/>
              <a:gd name="connsiteY32" fmla="*/ 278797 h 334422"/>
              <a:gd name="connsiteX33" fmla="*/ 42495 w 270525"/>
              <a:gd name="connsiteY33" fmla="*/ 278797 h 334422"/>
              <a:gd name="connsiteX34" fmla="*/ 42495 w 270525"/>
              <a:gd name="connsiteY34" fmla="*/ 209169 h 334422"/>
              <a:gd name="connsiteX35" fmla="*/ 227651 w 270525"/>
              <a:gd name="connsiteY35" fmla="*/ 195167 h 334422"/>
              <a:gd name="connsiteX36" fmla="*/ 199195 w 270525"/>
              <a:gd name="connsiteY36" fmla="*/ 195167 h 334422"/>
              <a:gd name="connsiteX37" fmla="*/ 192081 w 270525"/>
              <a:gd name="connsiteY37" fmla="*/ 199835 h 334422"/>
              <a:gd name="connsiteX38" fmla="*/ 179086 w 270525"/>
              <a:gd name="connsiteY38" fmla="*/ 225266 h 334422"/>
              <a:gd name="connsiteX39" fmla="*/ 155372 w 270525"/>
              <a:gd name="connsiteY39" fmla="*/ 145447 h 334422"/>
              <a:gd name="connsiteX40" fmla="*/ 149491 w 270525"/>
              <a:gd name="connsiteY40" fmla="*/ 139637 h 334422"/>
              <a:gd name="connsiteX41" fmla="*/ 142377 w 270525"/>
              <a:gd name="connsiteY41" fmla="*/ 144304 h 334422"/>
              <a:gd name="connsiteX42" fmla="*/ 112782 w 270525"/>
              <a:gd name="connsiteY42" fmla="*/ 203264 h 334422"/>
              <a:gd name="connsiteX43" fmla="*/ 91440 w 270525"/>
              <a:gd name="connsiteY43" fmla="*/ 170878 h 334422"/>
              <a:gd name="connsiteX44" fmla="*/ 85559 w 270525"/>
              <a:gd name="connsiteY44" fmla="*/ 167449 h 334422"/>
              <a:gd name="connsiteX45" fmla="*/ 79678 w 270525"/>
              <a:gd name="connsiteY45" fmla="*/ 170878 h 334422"/>
              <a:gd name="connsiteX46" fmla="*/ 60707 w 270525"/>
              <a:gd name="connsiteY46" fmla="*/ 195167 h 334422"/>
              <a:gd name="connsiteX47" fmla="*/ 42969 w 270525"/>
              <a:gd name="connsiteY47" fmla="*/ 195167 h 334422"/>
              <a:gd name="connsiteX48" fmla="*/ 42969 w 270525"/>
              <a:gd name="connsiteY48" fmla="*/ 83725 h 334422"/>
              <a:gd name="connsiteX49" fmla="*/ 71236 w 270525"/>
              <a:gd name="connsiteY49" fmla="*/ 83725 h 334422"/>
              <a:gd name="connsiteX50" fmla="*/ 71236 w 270525"/>
              <a:gd name="connsiteY50" fmla="*/ 90773 h 334422"/>
              <a:gd name="connsiteX51" fmla="*/ 78350 w 270525"/>
              <a:gd name="connsiteY51" fmla="*/ 97726 h 334422"/>
              <a:gd name="connsiteX52" fmla="*/ 192460 w 270525"/>
              <a:gd name="connsiteY52" fmla="*/ 97726 h 334422"/>
              <a:gd name="connsiteX53" fmla="*/ 199574 w 270525"/>
              <a:gd name="connsiteY53" fmla="*/ 90773 h 334422"/>
              <a:gd name="connsiteX54" fmla="*/ 199574 w 270525"/>
              <a:gd name="connsiteY54" fmla="*/ 83725 h 334422"/>
              <a:gd name="connsiteX55" fmla="*/ 227841 w 270525"/>
              <a:gd name="connsiteY55" fmla="*/ 83725 h 334422"/>
              <a:gd name="connsiteX56" fmla="*/ 227841 w 270525"/>
              <a:gd name="connsiteY56" fmla="*/ 195167 h 334422"/>
              <a:gd name="connsiteX57" fmla="*/ 106712 w 270525"/>
              <a:gd name="connsiteY57" fmla="*/ 41815 h 334422"/>
              <a:gd name="connsiteX58" fmla="*/ 113826 w 270525"/>
              <a:gd name="connsiteY58" fmla="*/ 34862 h 334422"/>
              <a:gd name="connsiteX59" fmla="*/ 135168 w 270525"/>
              <a:gd name="connsiteY59" fmla="*/ 13906 h 334422"/>
              <a:gd name="connsiteX60" fmla="*/ 156510 w 270525"/>
              <a:gd name="connsiteY60" fmla="*/ 34862 h 334422"/>
              <a:gd name="connsiteX61" fmla="*/ 163624 w 270525"/>
              <a:gd name="connsiteY61" fmla="*/ 41815 h 334422"/>
              <a:gd name="connsiteX62" fmla="*/ 184967 w 270525"/>
              <a:gd name="connsiteY62" fmla="*/ 41815 h 334422"/>
              <a:gd name="connsiteX63" fmla="*/ 184967 w 270525"/>
              <a:gd name="connsiteY63" fmla="*/ 48387 h 334422"/>
              <a:gd name="connsiteX64" fmla="*/ 184967 w 270525"/>
              <a:gd name="connsiteY64" fmla="*/ 48768 h 334422"/>
              <a:gd name="connsiteX65" fmla="*/ 184967 w 270525"/>
              <a:gd name="connsiteY65" fmla="*/ 49244 h 334422"/>
              <a:gd name="connsiteX66" fmla="*/ 184967 w 270525"/>
              <a:gd name="connsiteY66" fmla="*/ 76009 h 334422"/>
              <a:gd name="connsiteX67" fmla="*/ 184872 w 270525"/>
              <a:gd name="connsiteY67" fmla="*/ 76772 h 334422"/>
              <a:gd name="connsiteX68" fmla="*/ 184967 w 270525"/>
              <a:gd name="connsiteY68" fmla="*/ 77629 h 334422"/>
              <a:gd name="connsiteX69" fmla="*/ 184967 w 270525"/>
              <a:gd name="connsiteY69" fmla="*/ 83820 h 334422"/>
              <a:gd name="connsiteX70" fmla="*/ 85180 w 270525"/>
              <a:gd name="connsiteY70" fmla="*/ 83820 h 334422"/>
              <a:gd name="connsiteX71" fmla="*/ 85180 w 270525"/>
              <a:gd name="connsiteY71" fmla="*/ 77438 h 334422"/>
              <a:gd name="connsiteX72" fmla="*/ 85274 w 270525"/>
              <a:gd name="connsiteY72" fmla="*/ 76867 h 334422"/>
              <a:gd name="connsiteX73" fmla="*/ 85180 w 270525"/>
              <a:gd name="connsiteY73" fmla="*/ 76391 h 334422"/>
              <a:gd name="connsiteX74" fmla="*/ 85180 w 270525"/>
              <a:gd name="connsiteY74" fmla="*/ 49244 h 334422"/>
              <a:gd name="connsiteX75" fmla="*/ 85180 w 270525"/>
              <a:gd name="connsiteY75" fmla="*/ 48958 h 334422"/>
              <a:gd name="connsiteX76" fmla="*/ 85180 w 270525"/>
              <a:gd name="connsiteY76" fmla="*/ 48673 h 334422"/>
              <a:gd name="connsiteX77" fmla="*/ 85180 w 270525"/>
              <a:gd name="connsiteY77" fmla="*/ 42005 h 334422"/>
              <a:gd name="connsiteX78" fmla="*/ 106522 w 270525"/>
              <a:gd name="connsiteY78" fmla="*/ 42005 h 334422"/>
              <a:gd name="connsiteX79" fmla="*/ 256298 w 270525"/>
              <a:gd name="connsiteY79" fmla="*/ 320516 h 334422"/>
              <a:gd name="connsiteX80" fmla="*/ 14228 w 270525"/>
              <a:gd name="connsiteY80" fmla="*/ 320516 h 334422"/>
              <a:gd name="connsiteX81" fmla="*/ 14228 w 270525"/>
              <a:gd name="connsiteY81" fmla="*/ 55721 h 334422"/>
              <a:gd name="connsiteX82" fmla="*/ 71141 w 270525"/>
              <a:gd name="connsiteY82" fmla="*/ 55721 h 334422"/>
              <a:gd name="connsiteX83" fmla="*/ 71141 w 270525"/>
              <a:gd name="connsiteY83" fmla="*/ 69723 h 334422"/>
              <a:gd name="connsiteX84" fmla="*/ 35760 w 270525"/>
              <a:gd name="connsiteY84" fmla="*/ 69723 h 334422"/>
              <a:gd name="connsiteX85" fmla="*/ 28646 w 270525"/>
              <a:gd name="connsiteY85" fmla="*/ 76676 h 334422"/>
              <a:gd name="connsiteX86" fmla="*/ 28646 w 270525"/>
              <a:gd name="connsiteY86" fmla="*/ 285560 h 334422"/>
              <a:gd name="connsiteX87" fmla="*/ 35760 w 270525"/>
              <a:gd name="connsiteY87" fmla="*/ 292513 h 334422"/>
              <a:gd name="connsiteX88" fmla="*/ 234861 w 270525"/>
              <a:gd name="connsiteY88" fmla="*/ 292513 h 334422"/>
              <a:gd name="connsiteX89" fmla="*/ 241975 w 270525"/>
              <a:gd name="connsiteY89" fmla="*/ 285560 h 334422"/>
              <a:gd name="connsiteX90" fmla="*/ 241975 w 270525"/>
              <a:gd name="connsiteY90" fmla="*/ 76676 h 334422"/>
              <a:gd name="connsiteX91" fmla="*/ 234861 w 270525"/>
              <a:gd name="connsiteY91" fmla="*/ 69723 h 334422"/>
              <a:gd name="connsiteX92" fmla="*/ 199480 w 270525"/>
              <a:gd name="connsiteY92" fmla="*/ 69723 h 334422"/>
              <a:gd name="connsiteX93" fmla="*/ 199480 w 270525"/>
              <a:gd name="connsiteY93" fmla="*/ 55721 h 334422"/>
              <a:gd name="connsiteX94" fmla="*/ 256392 w 270525"/>
              <a:gd name="connsiteY94" fmla="*/ 55721 h 334422"/>
              <a:gd name="connsiteX95" fmla="*/ 256392 w 270525"/>
              <a:gd name="connsiteY95" fmla="*/ 320516 h 33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270525" h="334422">
                <a:moveTo>
                  <a:pt x="263412" y="41815"/>
                </a:moveTo>
                <a:lnTo>
                  <a:pt x="199385" y="41815"/>
                </a:lnTo>
                <a:lnTo>
                  <a:pt x="199385" y="34862"/>
                </a:lnTo>
                <a:cubicBezTo>
                  <a:pt x="199385" y="31337"/>
                  <a:pt x="195780" y="27908"/>
                  <a:pt x="192271" y="27908"/>
                </a:cubicBezTo>
                <a:lnTo>
                  <a:pt x="169695" y="27908"/>
                </a:lnTo>
                <a:cubicBezTo>
                  <a:pt x="166091" y="12764"/>
                  <a:pt x="151863" y="0"/>
                  <a:pt x="135263" y="0"/>
                </a:cubicBezTo>
                <a:cubicBezTo>
                  <a:pt x="117430" y="0"/>
                  <a:pt x="103202" y="12764"/>
                  <a:pt x="99598" y="27908"/>
                </a:cubicBezTo>
                <a:lnTo>
                  <a:pt x="78255" y="27908"/>
                </a:lnTo>
                <a:cubicBezTo>
                  <a:pt x="73512" y="27908"/>
                  <a:pt x="71141" y="31432"/>
                  <a:pt x="71141" y="34862"/>
                </a:cubicBezTo>
                <a:lnTo>
                  <a:pt x="71141" y="41815"/>
                </a:lnTo>
                <a:lnTo>
                  <a:pt x="7114" y="41815"/>
                </a:lnTo>
                <a:cubicBezTo>
                  <a:pt x="2371" y="41815"/>
                  <a:pt x="0" y="45339"/>
                  <a:pt x="0" y="48768"/>
                </a:cubicBezTo>
                <a:lnTo>
                  <a:pt x="0" y="327470"/>
                </a:lnTo>
                <a:cubicBezTo>
                  <a:pt x="0" y="332137"/>
                  <a:pt x="2371" y="334423"/>
                  <a:pt x="7114" y="334423"/>
                </a:cubicBezTo>
                <a:lnTo>
                  <a:pt x="263412" y="334423"/>
                </a:lnTo>
                <a:cubicBezTo>
                  <a:pt x="267016" y="334423"/>
                  <a:pt x="270526" y="332137"/>
                  <a:pt x="270526" y="327470"/>
                </a:cubicBezTo>
                <a:lnTo>
                  <a:pt x="270526" y="48768"/>
                </a:lnTo>
                <a:cubicBezTo>
                  <a:pt x="270526" y="45244"/>
                  <a:pt x="266921" y="41815"/>
                  <a:pt x="263412" y="41815"/>
                </a:cubicBezTo>
                <a:close/>
                <a:moveTo>
                  <a:pt x="42780" y="208978"/>
                </a:moveTo>
                <a:lnTo>
                  <a:pt x="64122" y="208978"/>
                </a:lnTo>
                <a:cubicBezTo>
                  <a:pt x="66493" y="208978"/>
                  <a:pt x="67632" y="208978"/>
                  <a:pt x="68865" y="206693"/>
                </a:cubicBezTo>
                <a:lnTo>
                  <a:pt x="84231" y="187071"/>
                </a:lnTo>
                <a:lnTo>
                  <a:pt x="107945" y="220599"/>
                </a:lnTo>
                <a:cubicBezTo>
                  <a:pt x="109083" y="222885"/>
                  <a:pt x="111549" y="224028"/>
                  <a:pt x="113826" y="222885"/>
                </a:cubicBezTo>
                <a:cubicBezTo>
                  <a:pt x="116197" y="222885"/>
                  <a:pt x="118568" y="221742"/>
                  <a:pt x="119707" y="219456"/>
                </a:cubicBezTo>
                <a:lnTo>
                  <a:pt x="146930" y="166306"/>
                </a:lnTo>
                <a:lnTo>
                  <a:pt x="170644" y="246126"/>
                </a:lnTo>
                <a:cubicBezTo>
                  <a:pt x="171782" y="248412"/>
                  <a:pt x="174248" y="250793"/>
                  <a:pt x="176525" y="250793"/>
                </a:cubicBezTo>
                <a:lnTo>
                  <a:pt x="177663" y="250793"/>
                </a:lnTo>
                <a:cubicBezTo>
                  <a:pt x="180034" y="250793"/>
                  <a:pt x="182406" y="249650"/>
                  <a:pt x="183544" y="247364"/>
                </a:cubicBezTo>
                <a:lnTo>
                  <a:pt x="202515" y="209169"/>
                </a:lnTo>
                <a:lnTo>
                  <a:pt x="227367" y="209169"/>
                </a:lnTo>
                <a:lnTo>
                  <a:pt x="227367" y="278797"/>
                </a:lnTo>
                <a:lnTo>
                  <a:pt x="42495" y="278797"/>
                </a:lnTo>
                <a:lnTo>
                  <a:pt x="42495" y="209169"/>
                </a:lnTo>
                <a:close/>
                <a:moveTo>
                  <a:pt x="227651" y="195167"/>
                </a:moveTo>
                <a:lnTo>
                  <a:pt x="199195" y="195167"/>
                </a:lnTo>
                <a:cubicBezTo>
                  <a:pt x="195685" y="195167"/>
                  <a:pt x="193314" y="197453"/>
                  <a:pt x="192081" y="199835"/>
                </a:cubicBezTo>
                <a:lnTo>
                  <a:pt x="179086" y="225266"/>
                </a:lnTo>
                <a:lnTo>
                  <a:pt x="155372" y="145447"/>
                </a:lnTo>
                <a:cubicBezTo>
                  <a:pt x="155372" y="142018"/>
                  <a:pt x="153001" y="140779"/>
                  <a:pt x="149491" y="139637"/>
                </a:cubicBezTo>
                <a:cubicBezTo>
                  <a:pt x="147120" y="139637"/>
                  <a:pt x="143610" y="141922"/>
                  <a:pt x="142377" y="144304"/>
                </a:cubicBezTo>
                <a:lnTo>
                  <a:pt x="112782" y="203264"/>
                </a:lnTo>
                <a:lnTo>
                  <a:pt x="91440" y="170878"/>
                </a:lnTo>
                <a:cubicBezTo>
                  <a:pt x="90302" y="168593"/>
                  <a:pt x="87836" y="167449"/>
                  <a:pt x="85559" y="167449"/>
                </a:cubicBezTo>
                <a:cubicBezTo>
                  <a:pt x="83283" y="167449"/>
                  <a:pt x="80816" y="168593"/>
                  <a:pt x="79678" y="170878"/>
                </a:cubicBezTo>
                <a:lnTo>
                  <a:pt x="60707" y="195167"/>
                </a:lnTo>
                <a:lnTo>
                  <a:pt x="42969" y="195167"/>
                </a:lnTo>
                <a:lnTo>
                  <a:pt x="42969" y="83725"/>
                </a:lnTo>
                <a:lnTo>
                  <a:pt x="71236" y="83725"/>
                </a:lnTo>
                <a:lnTo>
                  <a:pt x="71236" y="90773"/>
                </a:lnTo>
                <a:cubicBezTo>
                  <a:pt x="71236" y="95441"/>
                  <a:pt x="73607" y="97726"/>
                  <a:pt x="78350" y="97726"/>
                </a:cubicBezTo>
                <a:lnTo>
                  <a:pt x="192460" y="97726"/>
                </a:lnTo>
                <a:cubicBezTo>
                  <a:pt x="196065" y="97726"/>
                  <a:pt x="199574" y="95441"/>
                  <a:pt x="199574" y="90773"/>
                </a:cubicBezTo>
                <a:lnTo>
                  <a:pt x="199574" y="83725"/>
                </a:lnTo>
                <a:lnTo>
                  <a:pt x="227841" y="83725"/>
                </a:lnTo>
                <a:lnTo>
                  <a:pt x="227841" y="195167"/>
                </a:lnTo>
                <a:close/>
                <a:moveTo>
                  <a:pt x="106712" y="41815"/>
                </a:moveTo>
                <a:cubicBezTo>
                  <a:pt x="110316" y="41815"/>
                  <a:pt x="113826" y="39529"/>
                  <a:pt x="113826" y="34862"/>
                </a:cubicBezTo>
                <a:cubicBezTo>
                  <a:pt x="113826" y="24384"/>
                  <a:pt x="123311" y="13906"/>
                  <a:pt x="135168" y="13906"/>
                </a:cubicBezTo>
                <a:cubicBezTo>
                  <a:pt x="147025" y="13906"/>
                  <a:pt x="156510" y="24384"/>
                  <a:pt x="156510" y="34862"/>
                </a:cubicBezTo>
                <a:cubicBezTo>
                  <a:pt x="156510" y="39529"/>
                  <a:pt x="158882" y="41815"/>
                  <a:pt x="163624" y="41815"/>
                </a:cubicBezTo>
                <a:lnTo>
                  <a:pt x="184967" y="41815"/>
                </a:lnTo>
                <a:lnTo>
                  <a:pt x="184967" y="48387"/>
                </a:lnTo>
                <a:cubicBezTo>
                  <a:pt x="184967" y="48387"/>
                  <a:pt x="184967" y="48673"/>
                  <a:pt x="184967" y="48768"/>
                </a:cubicBezTo>
                <a:cubicBezTo>
                  <a:pt x="184967" y="48958"/>
                  <a:pt x="184967" y="49054"/>
                  <a:pt x="184967" y="49244"/>
                </a:cubicBezTo>
                <a:lnTo>
                  <a:pt x="184967" y="76009"/>
                </a:lnTo>
                <a:cubicBezTo>
                  <a:pt x="184967" y="76009"/>
                  <a:pt x="184872" y="76486"/>
                  <a:pt x="184872" y="76772"/>
                </a:cubicBezTo>
                <a:cubicBezTo>
                  <a:pt x="184872" y="77057"/>
                  <a:pt x="184967" y="77343"/>
                  <a:pt x="184967" y="77629"/>
                </a:cubicBezTo>
                <a:lnTo>
                  <a:pt x="184967" y="83820"/>
                </a:lnTo>
                <a:lnTo>
                  <a:pt x="85180" y="83820"/>
                </a:lnTo>
                <a:lnTo>
                  <a:pt x="85180" y="77438"/>
                </a:lnTo>
                <a:cubicBezTo>
                  <a:pt x="85180" y="77438"/>
                  <a:pt x="85274" y="77057"/>
                  <a:pt x="85274" y="76867"/>
                </a:cubicBezTo>
                <a:cubicBezTo>
                  <a:pt x="85274" y="76676"/>
                  <a:pt x="85180" y="76581"/>
                  <a:pt x="85180" y="76391"/>
                </a:cubicBezTo>
                <a:lnTo>
                  <a:pt x="85180" y="49244"/>
                </a:lnTo>
                <a:cubicBezTo>
                  <a:pt x="85180" y="49244"/>
                  <a:pt x="85180" y="49054"/>
                  <a:pt x="85180" y="48958"/>
                </a:cubicBezTo>
                <a:cubicBezTo>
                  <a:pt x="85180" y="48958"/>
                  <a:pt x="85180" y="48768"/>
                  <a:pt x="85180" y="48673"/>
                </a:cubicBezTo>
                <a:lnTo>
                  <a:pt x="85180" y="42005"/>
                </a:lnTo>
                <a:lnTo>
                  <a:pt x="106522" y="42005"/>
                </a:lnTo>
                <a:close/>
                <a:moveTo>
                  <a:pt x="256298" y="320516"/>
                </a:moveTo>
                <a:lnTo>
                  <a:pt x="14228" y="320516"/>
                </a:lnTo>
                <a:lnTo>
                  <a:pt x="14228" y="55721"/>
                </a:lnTo>
                <a:lnTo>
                  <a:pt x="71141" y="55721"/>
                </a:lnTo>
                <a:lnTo>
                  <a:pt x="71141" y="69723"/>
                </a:lnTo>
                <a:lnTo>
                  <a:pt x="35760" y="69723"/>
                </a:lnTo>
                <a:cubicBezTo>
                  <a:pt x="31018" y="69723"/>
                  <a:pt x="28646" y="73247"/>
                  <a:pt x="28646" y="76676"/>
                </a:cubicBezTo>
                <a:lnTo>
                  <a:pt x="28646" y="285560"/>
                </a:lnTo>
                <a:cubicBezTo>
                  <a:pt x="28646" y="290227"/>
                  <a:pt x="31018" y="292513"/>
                  <a:pt x="35760" y="292513"/>
                </a:cubicBezTo>
                <a:lnTo>
                  <a:pt x="234861" y="292513"/>
                </a:lnTo>
                <a:cubicBezTo>
                  <a:pt x="238465" y="292513"/>
                  <a:pt x="241975" y="290227"/>
                  <a:pt x="241975" y="285560"/>
                </a:cubicBezTo>
                <a:lnTo>
                  <a:pt x="241975" y="76676"/>
                </a:lnTo>
                <a:cubicBezTo>
                  <a:pt x="241975" y="73152"/>
                  <a:pt x="238370" y="69723"/>
                  <a:pt x="234861" y="69723"/>
                </a:cubicBezTo>
                <a:lnTo>
                  <a:pt x="199480" y="69723"/>
                </a:lnTo>
                <a:lnTo>
                  <a:pt x="199480" y="55721"/>
                </a:lnTo>
                <a:lnTo>
                  <a:pt x="256392" y="55721"/>
                </a:lnTo>
                <a:lnTo>
                  <a:pt x="256392" y="32051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8" name="Graphic 115">
            <a:extLst>
              <a:ext uri="{FF2B5EF4-FFF2-40B4-BE49-F238E27FC236}">
                <a16:creationId xmlns:a16="http://schemas.microsoft.com/office/drawing/2014/main" id="{EE5665AB-3233-B3FB-47DE-3453CF57F69A}"/>
              </a:ext>
            </a:extLst>
          </p:cNvPr>
          <p:cNvSpPr/>
          <p:nvPr/>
        </p:nvSpPr>
        <p:spPr>
          <a:xfrm>
            <a:off x="1396492" y="2878796"/>
            <a:ext cx="358841" cy="443598"/>
          </a:xfrm>
          <a:custGeom>
            <a:avLst/>
            <a:gdLst>
              <a:gd name="connsiteX0" fmla="*/ 263412 w 270525"/>
              <a:gd name="connsiteY0" fmla="*/ 41815 h 334422"/>
              <a:gd name="connsiteX1" fmla="*/ 199385 w 270525"/>
              <a:gd name="connsiteY1" fmla="*/ 41815 h 334422"/>
              <a:gd name="connsiteX2" fmla="*/ 199385 w 270525"/>
              <a:gd name="connsiteY2" fmla="*/ 34862 h 334422"/>
              <a:gd name="connsiteX3" fmla="*/ 192271 w 270525"/>
              <a:gd name="connsiteY3" fmla="*/ 27908 h 334422"/>
              <a:gd name="connsiteX4" fmla="*/ 169695 w 270525"/>
              <a:gd name="connsiteY4" fmla="*/ 27908 h 334422"/>
              <a:gd name="connsiteX5" fmla="*/ 135263 w 270525"/>
              <a:gd name="connsiteY5" fmla="*/ 0 h 334422"/>
              <a:gd name="connsiteX6" fmla="*/ 99598 w 270525"/>
              <a:gd name="connsiteY6" fmla="*/ 27908 h 334422"/>
              <a:gd name="connsiteX7" fmla="*/ 78255 w 270525"/>
              <a:gd name="connsiteY7" fmla="*/ 27908 h 334422"/>
              <a:gd name="connsiteX8" fmla="*/ 71141 w 270525"/>
              <a:gd name="connsiteY8" fmla="*/ 34862 h 334422"/>
              <a:gd name="connsiteX9" fmla="*/ 71141 w 270525"/>
              <a:gd name="connsiteY9" fmla="*/ 41815 h 334422"/>
              <a:gd name="connsiteX10" fmla="*/ 7114 w 270525"/>
              <a:gd name="connsiteY10" fmla="*/ 41815 h 334422"/>
              <a:gd name="connsiteX11" fmla="*/ 0 w 270525"/>
              <a:gd name="connsiteY11" fmla="*/ 48768 h 334422"/>
              <a:gd name="connsiteX12" fmla="*/ 0 w 270525"/>
              <a:gd name="connsiteY12" fmla="*/ 327470 h 334422"/>
              <a:gd name="connsiteX13" fmla="*/ 7114 w 270525"/>
              <a:gd name="connsiteY13" fmla="*/ 334423 h 334422"/>
              <a:gd name="connsiteX14" fmla="*/ 263412 w 270525"/>
              <a:gd name="connsiteY14" fmla="*/ 334423 h 334422"/>
              <a:gd name="connsiteX15" fmla="*/ 270526 w 270525"/>
              <a:gd name="connsiteY15" fmla="*/ 327470 h 334422"/>
              <a:gd name="connsiteX16" fmla="*/ 270526 w 270525"/>
              <a:gd name="connsiteY16" fmla="*/ 48768 h 334422"/>
              <a:gd name="connsiteX17" fmla="*/ 263412 w 270525"/>
              <a:gd name="connsiteY17" fmla="*/ 41815 h 334422"/>
              <a:gd name="connsiteX18" fmla="*/ 42780 w 270525"/>
              <a:gd name="connsiteY18" fmla="*/ 208978 h 334422"/>
              <a:gd name="connsiteX19" fmla="*/ 64122 w 270525"/>
              <a:gd name="connsiteY19" fmla="*/ 208978 h 334422"/>
              <a:gd name="connsiteX20" fmla="*/ 68865 w 270525"/>
              <a:gd name="connsiteY20" fmla="*/ 206693 h 334422"/>
              <a:gd name="connsiteX21" fmla="*/ 84231 w 270525"/>
              <a:gd name="connsiteY21" fmla="*/ 187071 h 334422"/>
              <a:gd name="connsiteX22" fmla="*/ 107945 w 270525"/>
              <a:gd name="connsiteY22" fmla="*/ 220599 h 334422"/>
              <a:gd name="connsiteX23" fmla="*/ 113826 w 270525"/>
              <a:gd name="connsiteY23" fmla="*/ 222885 h 334422"/>
              <a:gd name="connsiteX24" fmla="*/ 119707 w 270525"/>
              <a:gd name="connsiteY24" fmla="*/ 219456 h 334422"/>
              <a:gd name="connsiteX25" fmla="*/ 146930 w 270525"/>
              <a:gd name="connsiteY25" fmla="*/ 166306 h 334422"/>
              <a:gd name="connsiteX26" fmla="*/ 170644 w 270525"/>
              <a:gd name="connsiteY26" fmla="*/ 246126 h 334422"/>
              <a:gd name="connsiteX27" fmla="*/ 176525 w 270525"/>
              <a:gd name="connsiteY27" fmla="*/ 250793 h 334422"/>
              <a:gd name="connsiteX28" fmla="*/ 177663 w 270525"/>
              <a:gd name="connsiteY28" fmla="*/ 250793 h 334422"/>
              <a:gd name="connsiteX29" fmla="*/ 183544 w 270525"/>
              <a:gd name="connsiteY29" fmla="*/ 247364 h 334422"/>
              <a:gd name="connsiteX30" fmla="*/ 202515 w 270525"/>
              <a:gd name="connsiteY30" fmla="*/ 209169 h 334422"/>
              <a:gd name="connsiteX31" fmla="*/ 227367 w 270525"/>
              <a:gd name="connsiteY31" fmla="*/ 209169 h 334422"/>
              <a:gd name="connsiteX32" fmla="*/ 227367 w 270525"/>
              <a:gd name="connsiteY32" fmla="*/ 278797 h 334422"/>
              <a:gd name="connsiteX33" fmla="*/ 42495 w 270525"/>
              <a:gd name="connsiteY33" fmla="*/ 278797 h 334422"/>
              <a:gd name="connsiteX34" fmla="*/ 42495 w 270525"/>
              <a:gd name="connsiteY34" fmla="*/ 209169 h 334422"/>
              <a:gd name="connsiteX35" fmla="*/ 227651 w 270525"/>
              <a:gd name="connsiteY35" fmla="*/ 195167 h 334422"/>
              <a:gd name="connsiteX36" fmla="*/ 199195 w 270525"/>
              <a:gd name="connsiteY36" fmla="*/ 195167 h 334422"/>
              <a:gd name="connsiteX37" fmla="*/ 192081 w 270525"/>
              <a:gd name="connsiteY37" fmla="*/ 199835 h 334422"/>
              <a:gd name="connsiteX38" fmla="*/ 179086 w 270525"/>
              <a:gd name="connsiteY38" fmla="*/ 225266 h 334422"/>
              <a:gd name="connsiteX39" fmla="*/ 155372 w 270525"/>
              <a:gd name="connsiteY39" fmla="*/ 145447 h 334422"/>
              <a:gd name="connsiteX40" fmla="*/ 149491 w 270525"/>
              <a:gd name="connsiteY40" fmla="*/ 139637 h 334422"/>
              <a:gd name="connsiteX41" fmla="*/ 142377 w 270525"/>
              <a:gd name="connsiteY41" fmla="*/ 144304 h 334422"/>
              <a:gd name="connsiteX42" fmla="*/ 112782 w 270525"/>
              <a:gd name="connsiteY42" fmla="*/ 203264 h 334422"/>
              <a:gd name="connsiteX43" fmla="*/ 91440 w 270525"/>
              <a:gd name="connsiteY43" fmla="*/ 170878 h 334422"/>
              <a:gd name="connsiteX44" fmla="*/ 85559 w 270525"/>
              <a:gd name="connsiteY44" fmla="*/ 167449 h 334422"/>
              <a:gd name="connsiteX45" fmla="*/ 79678 w 270525"/>
              <a:gd name="connsiteY45" fmla="*/ 170878 h 334422"/>
              <a:gd name="connsiteX46" fmla="*/ 60707 w 270525"/>
              <a:gd name="connsiteY46" fmla="*/ 195167 h 334422"/>
              <a:gd name="connsiteX47" fmla="*/ 42969 w 270525"/>
              <a:gd name="connsiteY47" fmla="*/ 195167 h 334422"/>
              <a:gd name="connsiteX48" fmla="*/ 42969 w 270525"/>
              <a:gd name="connsiteY48" fmla="*/ 83725 h 334422"/>
              <a:gd name="connsiteX49" fmla="*/ 71236 w 270525"/>
              <a:gd name="connsiteY49" fmla="*/ 83725 h 334422"/>
              <a:gd name="connsiteX50" fmla="*/ 71236 w 270525"/>
              <a:gd name="connsiteY50" fmla="*/ 90773 h 334422"/>
              <a:gd name="connsiteX51" fmla="*/ 78350 w 270525"/>
              <a:gd name="connsiteY51" fmla="*/ 97726 h 334422"/>
              <a:gd name="connsiteX52" fmla="*/ 192460 w 270525"/>
              <a:gd name="connsiteY52" fmla="*/ 97726 h 334422"/>
              <a:gd name="connsiteX53" fmla="*/ 199574 w 270525"/>
              <a:gd name="connsiteY53" fmla="*/ 90773 h 334422"/>
              <a:gd name="connsiteX54" fmla="*/ 199574 w 270525"/>
              <a:gd name="connsiteY54" fmla="*/ 83725 h 334422"/>
              <a:gd name="connsiteX55" fmla="*/ 227841 w 270525"/>
              <a:gd name="connsiteY55" fmla="*/ 83725 h 334422"/>
              <a:gd name="connsiteX56" fmla="*/ 227841 w 270525"/>
              <a:gd name="connsiteY56" fmla="*/ 195167 h 334422"/>
              <a:gd name="connsiteX57" fmla="*/ 106712 w 270525"/>
              <a:gd name="connsiteY57" fmla="*/ 41815 h 334422"/>
              <a:gd name="connsiteX58" fmla="*/ 113826 w 270525"/>
              <a:gd name="connsiteY58" fmla="*/ 34862 h 334422"/>
              <a:gd name="connsiteX59" fmla="*/ 135168 w 270525"/>
              <a:gd name="connsiteY59" fmla="*/ 13906 h 334422"/>
              <a:gd name="connsiteX60" fmla="*/ 156510 w 270525"/>
              <a:gd name="connsiteY60" fmla="*/ 34862 h 334422"/>
              <a:gd name="connsiteX61" fmla="*/ 163624 w 270525"/>
              <a:gd name="connsiteY61" fmla="*/ 41815 h 334422"/>
              <a:gd name="connsiteX62" fmla="*/ 184967 w 270525"/>
              <a:gd name="connsiteY62" fmla="*/ 41815 h 334422"/>
              <a:gd name="connsiteX63" fmla="*/ 184967 w 270525"/>
              <a:gd name="connsiteY63" fmla="*/ 48387 h 334422"/>
              <a:gd name="connsiteX64" fmla="*/ 184967 w 270525"/>
              <a:gd name="connsiteY64" fmla="*/ 48768 h 334422"/>
              <a:gd name="connsiteX65" fmla="*/ 184967 w 270525"/>
              <a:gd name="connsiteY65" fmla="*/ 49244 h 334422"/>
              <a:gd name="connsiteX66" fmla="*/ 184967 w 270525"/>
              <a:gd name="connsiteY66" fmla="*/ 76009 h 334422"/>
              <a:gd name="connsiteX67" fmla="*/ 184872 w 270525"/>
              <a:gd name="connsiteY67" fmla="*/ 76772 h 334422"/>
              <a:gd name="connsiteX68" fmla="*/ 184967 w 270525"/>
              <a:gd name="connsiteY68" fmla="*/ 77629 h 334422"/>
              <a:gd name="connsiteX69" fmla="*/ 184967 w 270525"/>
              <a:gd name="connsiteY69" fmla="*/ 83820 h 334422"/>
              <a:gd name="connsiteX70" fmla="*/ 85180 w 270525"/>
              <a:gd name="connsiteY70" fmla="*/ 83820 h 334422"/>
              <a:gd name="connsiteX71" fmla="*/ 85180 w 270525"/>
              <a:gd name="connsiteY71" fmla="*/ 77438 h 334422"/>
              <a:gd name="connsiteX72" fmla="*/ 85274 w 270525"/>
              <a:gd name="connsiteY72" fmla="*/ 76867 h 334422"/>
              <a:gd name="connsiteX73" fmla="*/ 85180 w 270525"/>
              <a:gd name="connsiteY73" fmla="*/ 76391 h 334422"/>
              <a:gd name="connsiteX74" fmla="*/ 85180 w 270525"/>
              <a:gd name="connsiteY74" fmla="*/ 49244 h 334422"/>
              <a:gd name="connsiteX75" fmla="*/ 85180 w 270525"/>
              <a:gd name="connsiteY75" fmla="*/ 48958 h 334422"/>
              <a:gd name="connsiteX76" fmla="*/ 85180 w 270525"/>
              <a:gd name="connsiteY76" fmla="*/ 48673 h 334422"/>
              <a:gd name="connsiteX77" fmla="*/ 85180 w 270525"/>
              <a:gd name="connsiteY77" fmla="*/ 42005 h 334422"/>
              <a:gd name="connsiteX78" fmla="*/ 106522 w 270525"/>
              <a:gd name="connsiteY78" fmla="*/ 42005 h 334422"/>
              <a:gd name="connsiteX79" fmla="*/ 256298 w 270525"/>
              <a:gd name="connsiteY79" fmla="*/ 320516 h 334422"/>
              <a:gd name="connsiteX80" fmla="*/ 14228 w 270525"/>
              <a:gd name="connsiteY80" fmla="*/ 320516 h 334422"/>
              <a:gd name="connsiteX81" fmla="*/ 14228 w 270525"/>
              <a:gd name="connsiteY81" fmla="*/ 55721 h 334422"/>
              <a:gd name="connsiteX82" fmla="*/ 71141 w 270525"/>
              <a:gd name="connsiteY82" fmla="*/ 55721 h 334422"/>
              <a:gd name="connsiteX83" fmla="*/ 71141 w 270525"/>
              <a:gd name="connsiteY83" fmla="*/ 69723 h 334422"/>
              <a:gd name="connsiteX84" fmla="*/ 35760 w 270525"/>
              <a:gd name="connsiteY84" fmla="*/ 69723 h 334422"/>
              <a:gd name="connsiteX85" fmla="*/ 28646 w 270525"/>
              <a:gd name="connsiteY85" fmla="*/ 76676 h 334422"/>
              <a:gd name="connsiteX86" fmla="*/ 28646 w 270525"/>
              <a:gd name="connsiteY86" fmla="*/ 285560 h 334422"/>
              <a:gd name="connsiteX87" fmla="*/ 35760 w 270525"/>
              <a:gd name="connsiteY87" fmla="*/ 292513 h 334422"/>
              <a:gd name="connsiteX88" fmla="*/ 234861 w 270525"/>
              <a:gd name="connsiteY88" fmla="*/ 292513 h 334422"/>
              <a:gd name="connsiteX89" fmla="*/ 241975 w 270525"/>
              <a:gd name="connsiteY89" fmla="*/ 285560 h 334422"/>
              <a:gd name="connsiteX90" fmla="*/ 241975 w 270525"/>
              <a:gd name="connsiteY90" fmla="*/ 76676 h 334422"/>
              <a:gd name="connsiteX91" fmla="*/ 234861 w 270525"/>
              <a:gd name="connsiteY91" fmla="*/ 69723 h 334422"/>
              <a:gd name="connsiteX92" fmla="*/ 199480 w 270525"/>
              <a:gd name="connsiteY92" fmla="*/ 69723 h 334422"/>
              <a:gd name="connsiteX93" fmla="*/ 199480 w 270525"/>
              <a:gd name="connsiteY93" fmla="*/ 55721 h 334422"/>
              <a:gd name="connsiteX94" fmla="*/ 256392 w 270525"/>
              <a:gd name="connsiteY94" fmla="*/ 55721 h 334422"/>
              <a:gd name="connsiteX95" fmla="*/ 256392 w 270525"/>
              <a:gd name="connsiteY95" fmla="*/ 320516 h 33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270525" h="334422">
                <a:moveTo>
                  <a:pt x="263412" y="41815"/>
                </a:moveTo>
                <a:lnTo>
                  <a:pt x="199385" y="41815"/>
                </a:lnTo>
                <a:lnTo>
                  <a:pt x="199385" y="34862"/>
                </a:lnTo>
                <a:cubicBezTo>
                  <a:pt x="199385" y="31337"/>
                  <a:pt x="195780" y="27908"/>
                  <a:pt x="192271" y="27908"/>
                </a:cubicBezTo>
                <a:lnTo>
                  <a:pt x="169695" y="27908"/>
                </a:lnTo>
                <a:cubicBezTo>
                  <a:pt x="166091" y="12764"/>
                  <a:pt x="151863" y="0"/>
                  <a:pt x="135263" y="0"/>
                </a:cubicBezTo>
                <a:cubicBezTo>
                  <a:pt x="117430" y="0"/>
                  <a:pt x="103202" y="12764"/>
                  <a:pt x="99598" y="27908"/>
                </a:cubicBezTo>
                <a:lnTo>
                  <a:pt x="78255" y="27908"/>
                </a:lnTo>
                <a:cubicBezTo>
                  <a:pt x="73512" y="27908"/>
                  <a:pt x="71141" y="31432"/>
                  <a:pt x="71141" y="34862"/>
                </a:cubicBezTo>
                <a:lnTo>
                  <a:pt x="71141" y="41815"/>
                </a:lnTo>
                <a:lnTo>
                  <a:pt x="7114" y="41815"/>
                </a:lnTo>
                <a:cubicBezTo>
                  <a:pt x="2371" y="41815"/>
                  <a:pt x="0" y="45339"/>
                  <a:pt x="0" y="48768"/>
                </a:cubicBezTo>
                <a:lnTo>
                  <a:pt x="0" y="327470"/>
                </a:lnTo>
                <a:cubicBezTo>
                  <a:pt x="0" y="332137"/>
                  <a:pt x="2371" y="334423"/>
                  <a:pt x="7114" y="334423"/>
                </a:cubicBezTo>
                <a:lnTo>
                  <a:pt x="263412" y="334423"/>
                </a:lnTo>
                <a:cubicBezTo>
                  <a:pt x="267016" y="334423"/>
                  <a:pt x="270526" y="332137"/>
                  <a:pt x="270526" y="327470"/>
                </a:cubicBezTo>
                <a:lnTo>
                  <a:pt x="270526" y="48768"/>
                </a:lnTo>
                <a:cubicBezTo>
                  <a:pt x="270526" y="45244"/>
                  <a:pt x="266921" y="41815"/>
                  <a:pt x="263412" y="41815"/>
                </a:cubicBezTo>
                <a:close/>
                <a:moveTo>
                  <a:pt x="42780" y="208978"/>
                </a:moveTo>
                <a:lnTo>
                  <a:pt x="64122" y="208978"/>
                </a:lnTo>
                <a:cubicBezTo>
                  <a:pt x="66493" y="208978"/>
                  <a:pt x="67632" y="208978"/>
                  <a:pt x="68865" y="206693"/>
                </a:cubicBezTo>
                <a:lnTo>
                  <a:pt x="84231" y="187071"/>
                </a:lnTo>
                <a:lnTo>
                  <a:pt x="107945" y="220599"/>
                </a:lnTo>
                <a:cubicBezTo>
                  <a:pt x="109083" y="222885"/>
                  <a:pt x="111549" y="224028"/>
                  <a:pt x="113826" y="222885"/>
                </a:cubicBezTo>
                <a:cubicBezTo>
                  <a:pt x="116197" y="222885"/>
                  <a:pt x="118568" y="221742"/>
                  <a:pt x="119707" y="219456"/>
                </a:cubicBezTo>
                <a:lnTo>
                  <a:pt x="146930" y="166306"/>
                </a:lnTo>
                <a:lnTo>
                  <a:pt x="170644" y="246126"/>
                </a:lnTo>
                <a:cubicBezTo>
                  <a:pt x="171782" y="248412"/>
                  <a:pt x="174248" y="250793"/>
                  <a:pt x="176525" y="250793"/>
                </a:cubicBezTo>
                <a:lnTo>
                  <a:pt x="177663" y="250793"/>
                </a:lnTo>
                <a:cubicBezTo>
                  <a:pt x="180034" y="250793"/>
                  <a:pt x="182406" y="249650"/>
                  <a:pt x="183544" y="247364"/>
                </a:cubicBezTo>
                <a:lnTo>
                  <a:pt x="202515" y="209169"/>
                </a:lnTo>
                <a:lnTo>
                  <a:pt x="227367" y="209169"/>
                </a:lnTo>
                <a:lnTo>
                  <a:pt x="227367" y="278797"/>
                </a:lnTo>
                <a:lnTo>
                  <a:pt x="42495" y="278797"/>
                </a:lnTo>
                <a:lnTo>
                  <a:pt x="42495" y="209169"/>
                </a:lnTo>
                <a:close/>
                <a:moveTo>
                  <a:pt x="227651" y="195167"/>
                </a:moveTo>
                <a:lnTo>
                  <a:pt x="199195" y="195167"/>
                </a:lnTo>
                <a:cubicBezTo>
                  <a:pt x="195685" y="195167"/>
                  <a:pt x="193314" y="197453"/>
                  <a:pt x="192081" y="199835"/>
                </a:cubicBezTo>
                <a:lnTo>
                  <a:pt x="179086" y="225266"/>
                </a:lnTo>
                <a:lnTo>
                  <a:pt x="155372" y="145447"/>
                </a:lnTo>
                <a:cubicBezTo>
                  <a:pt x="155372" y="142018"/>
                  <a:pt x="153001" y="140779"/>
                  <a:pt x="149491" y="139637"/>
                </a:cubicBezTo>
                <a:cubicBezTo>
                  <a:pt x="147120" y="139637"/>
                  <a:pt x="143610" y="141922"/>
                  <a:pt x="142377" y="144304"/>
                </a:cubicBezTo>
                <a:lnTo>
                  <a:pt x="112782" y="203264"/>
                </a:lnTo>
                <a:lnTo>
                  <a:pt x="91440" y="170878"/>
                </a:lnTo>
                <a:cubicBezTo>
                  <a:pt x="90302" y="168593"/>
                  <a:pt x="87836" y="167449"/>
                  <a:pt x="85559" y="167449"/>
                </a:cubicBezTo>
                <a:cubicBezTo>
                  <a:pt x="83283" y="167449"/>
                  <a:pt x="80816" y="168593"/>
                  <a:pt x="79678" y="170878"/>
                </a:cubicBezTo>
                <a:lnTo>
                  <a:pt x="60707" y="195167"/>
                </a:lnTo>
                <a:lnTo>
                  <a:pt x="42969" y="195167"/>
                </a:lnTo>
                <a:lnTo>
                  <a:pt x="42969" y="83725"/>
                </a:lnTo>
                <a:lnTo>
                  <a:pt x="71236" y="83725"/>
                </a:lnTo>
                <a:lnTo>
                  <a:pt x="71236" y="90773"/>
                </a:lnTo>
                <a:cubicBezTo>
                  <a:pt x="71236" y="95441"/>
                  <a:pt x="73607" y="97726"/>
                  <a:pt x="78350" y="97726"/>
                </a:cubicBezTo>
                <a:lnTo>
                  <a:pt x="192460" y="97726"/>
                </a:lnTo>
                <a:cubicBezTo>
                  <a:pt x="196065" y="97726"/>
                  <a:pt x="199574" y="95441"/>
                  <a:pt x="199574" y="90773"/>
                </a:cubicBezTo>
                <a:lnTo>
                  <a:pt x="199574" y="83725"/>
                </a:lnTo>
                <a:lnTo>
                  <a:pt x="227841" y="83725"/>
                </a:lnTo>
                <a:lnTo>
                  <a:pt x="227841" y="195167"/>
                </a:lnTo>
                <a:close/>
                <a:moveTo>
                  <a:pt x="106712" y="41815"/>
                </a:moveTo>
                <a:cubicBezTo>
                  <a:pt x="110316" y="41815"/>
                  <a:pt x="113826" y="39529"/>
                  <a:pt x="113826" y="34862"/>
                </a:cubicBezTo>
                <a:cubicBezTo>
                  <a:pt x="113826" y="24384"/>
                  <a:pt x="123311" y="13906"/>
                  <a:pt x="135168" y="13906"/>
                </a:cubicBezTo>
                <a:cubicBezTo>
                  <a:pt x="147025" y="13906"/>
                  <a:pt x="156510" y="24384"/>
                  <a:pt x="156510" y="34862"/>
                </a:cubicBezTo>
                <a:cubicBezTo>
                  <a:pt x="156510" y="39529"/>
                  <a:pt x="158882" y="41815"/>
                  <a:pt x="163624" y="41815"/>
                </a:cubicBezTo>
                <a:lnTo>
                  <a:pt x="184967" y="41815"/>
                </a:lnTo>
                <a:lnTo>
                  <a:pt x="184967" y="48387"/>
                </a:lnTo>
                <a:cubicBezTo>
                  <a:pt x="184967" y="48387"/>
                  <a:pt x="184967" y="48673"/>
                  <a:pt x="184967" y="48768"/>
                </a:cubicBezTo>
                <a:cubicBezTo>
                  <a:pt x="184967" y="48958"/>
                  <a:pt x="184967" y="49054"/>
                  <a:pt x="184967" y="49244"/>
                </a:cubicBezTo>
                <a:lnTo>
                  <a:pt x="184967" y="76009"/>
                </a:lnTo>
                <a:cubicBezTo>
                  <a:pt x="184967" y="76009"/>
                  <a:pt x="184872" y="76486"/>
                  <a:pt x="184872" y="76772"/>
                </a:cubicBezTo>
                <a:cubicBezTo>
                  <a:pt x="184872" y="77057"/>
                  <a:pt x="184967" y="77343"/>
                  <a:pt x="184967" y="77629"/>
                </a:cubicBezTo>
                <a:lnTo>
                  <a:pt x="184967" y="83820"/>
                </a:lnTo>
                <a:lnTo>
                  <a:pt x="85180" y="83820"/>
                </a:lnTo>
                <a:lnTo>
                  <a:pt x="85180" y="77438"/>
                </a:lnTo>
                <a:cubicBezTo>
                  <a:pt x="85180" y="77438"/>
                  <a:pt x="85274" y="77057"/>
                  <a:pt x="85274" y="76867"/>
                </a:cubicBezTo>
                <a:cubicBezTo>
                  <a:pt x="85274" y="76676"/>
                  <a:pt x="85180" y="76581"/>
                  <a:pt x="85180" y="76391"/>
                </a:cubicBezTo>
                <a:lnTo>
                  <a:pt x="85180" y="49244"/>
                </a:lnTo>
                <a:cubicBezTo>
                  <a:pt x="85180" y="49244"/>
                  <a:pt x="85180" y="49054"/>
                  <a:pt x="85180" y="48958"/>
                </a:cubicBezTo>
                <a:cubicBezTo>
                  <a:pt x="85180" y="48958"/>
                  <a:pt x="85180" y="48768"/>
                  <a:pt x="85180" y="48673"/>
                </a:cubicBezTo>
                <a:lnTo>
                  <a:pt x="85180" y="42005"/>
                </a:lnTo>
                <a:lnTo>
                  <a:pt x="106522" y="42005"/>
                </a:lnTo>
                <a:close/>
                <a:moveTo>
                  <a:pt x="256298" y="320516"/>
                </a:moveTo>
                <a:lnTo>
                  <a:pt x="14228" y="320516"/>
                </a:lnTo>
                <a:lnTo>
                  <a:pt x="14228" y="55721"/>
                </a:lnTo>
                <a:lnTo>
                  <a:pt x="71141" y="55721"/>
                </a:lnTo>
                <a:lnTo>
                  <a:pt x="71141" y="69723"/>
                </a:lnTo>
                <a:lnTo>
                  <a:pt x="35760" y="69723"/>
                </a:lnTo>
                <a:cubicBezTo>
                  <a:pt x="31018" y="69723"/>
                  <a:pt x="28646" y="73247"/>
                  <a:pt x="28646" y="76676"/>
                </a:cubicBezTo>
                <a:lnTo>
                  <a:pt x="28646" y="285560"/>
                </a:lnTo>
                <a:cubicBezTo>
                  <a:pt x="28646" y="290227"/>
                  <a:pt x="31018" y="292513"/>
                  <a:pt x="35760" y="292513"/>
                </a:cubicBezTo>
                <a:lnTo>
                  <a:pt x="234861" y="292513"/>
                </a:lnTo>
                <a:cubicBezTo>
                  <a:pt x="238465" y="292513"/>
                  <a:pt x="241975" y="290227"/>
                  <a:pt x="241975" y="285560"/>
                </a:cubicBezTo>
                <a:lnTo>
                  <a:pt x="241975" y="76676"/>
                </a:lnTo>
                <a:cubicBezTo>
                  <a:pt x="241975" y="73152"/>
                  <a:pt x="238370" y="69723"/>
                  <a:pt x="234861" y="69723"/>
                </a:cubicBezTo>
                <a:lnTo>
                  <a:pt x="199480" y="69723"/>
                </a:lnTo>
                <a:lnTo>
                  <a:pt x="199480" y="55721"/>
                </a:lnTo>
                <a:lnTo>
                  <a:pt x="256392" y="55721"/>
                </a:lnTo>
                <a:lnTo>
                  <a:pt x="256392" y="32051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9" name="Graphic 115">
            <a:extLst>
              <a:ext uri="{FF2B5EF4-FFF2-40B4-BE49-F238E27FC236}">
                <a16:creationId xmlns:a16="http://schemas.microsoft.com/office/drawing/2014/main" id="{29D2B123-7E6C-BE61-0D55-5330E1C6A649}"/>
              </a:ext>
            </a:extLst>
          </p:cNvPr>
          <p:cNvSpPr/>
          <p:nvPr/>
        </p:nvSpPr>
        <p:spPr>
          <a:xfrm>
            <a:off x="637667" y="3504271"/>
            <a:ext cx="358841" cy="443598"/>
          </a:xfrm>
          <a:custGeom>
            <a:avLst/>
            <a:gdLst>
              <a:gd name="connsiteX0" fmla="*/ 263412 w 270525"/>
              <a:gd name="connsiteY0" fmla="*/ 41815 h 334422"/>
              <a:gd name="connsiteX1" fmla="*/ 199385 w 270525"/>
              <a:gd name="connsiteY1" fmla="*/ 41815 h 334422"/>
              <a:gd name="connsiteX2" fmla="*/ 199385 w 270525"/>
              <a:gd name="connsiteY2" fmla="*/ 34862 h 334422"/>
              <a:gd name="connsiteX3" fmla="*/ 192271 w 270525"/>
              <a:gd name="connsiteY3" fmla="*/ 27908 h 334422"/>
              <a:gd name="connsiteX4" fmla="*/ 169695 w 270525"/>
              <a:gd name="connsiteY4" fmla="*/ 27908 h 334422"/>
              <a:gd name="connsiteX5" fmla="*/ 135263 w 270525"/>
              <a:gd name="connsiteY5" fmla="*/ 0 h 334422"/>
              <a:gd name="connsiteX6" fmla="*/ 99598 w 270525"/>
              <a:gd name="connsiteY6" fmla="*/ 27908 h 334422"/>
              <a:gd name="connsiteX7" fmla="*/ 78255 w 270525"/>
              <a:gd name="connsiteY7" fmla="*/ 27908 h 334422"/>
              <a:gd name="connsiteX8" fmla="*/ 71141 w 270525"/>
              <a:gd name="connsiteY8" fmla="*/ 34862 h 334422"/>
              <a:gd name="connsiteX9" fmla="*/ 71141 w 270525"/>
              <a:gd name="connsiteY9" fmla="*/ 41815 h 334422"/>
              <a:gd name="connsiteX10" fmla="*/ 7114 w 270525"/>
              <a:gd name="connsiteY10" fmla="*/ 41815 h 334422"/>
              <a:gd name="connsiteX11" fmla="*/ 0 w 270525"/>
              <a:gd name="connsiteY11" fmla="*/ 48768 h 334422"/>
              <a:gd name="connsiteX12" fmla="*/ 0 w 270525"/>
              <a:gd name="connsiteY12" fmla="*/ 327470 h 334422"/>
              <a:gd name="connsiteX13" fmla="*/ 7114 w 270525"/>
              <a:gd name="connsiteY13" fmla="*/ 334423 h 334422"/>
              <a:gd name="connsiteX14" fmla="*/ 263412 w 270525"/>
              <a:gd name="connsiteY14" fmla="*/ 334423 h 334422"/>
              <a:gd name="connsiteX15" fmla="*/ 270526 w 270525"/>
              <a:gd name="connsiteY15" fmla="*/ 327470 h 334422"/>
              <a:gd name="connsiteX16" fmla="*/ 270526 w 270525"/>
              <a:gd name="connsiteY16" fmla="*/ 48768 h 334422"/>
              <a:gd name="connsiteX17" fmla="*/ 263412 w 270525"/>
              <a:gd name="connsiteY17" fmla="*/ 41815 h 334422"/>
              <a:gd name="connsiteX18" fmla="*/ 42780 w 270525"/>
              <a:gd name="connsiteY18" fmla="*/ 208978 h 334422"/>
              <a:gd name="connsiteX19" fmla="*/ 64122 w 270525"/>
              <a:gd name="connsiteY19" fmla="*/ 208978 h 334422"/>
              <a:gd name="connsiteX20" fmla="*/ 68865 w 270525"/>
              <a:gd name="connsiteY20" fmla="*/ 206693 h 334422"/>
              <a:gd name="connsiteX21" fmla="*/ 84231 w 270525"/>
              <a:gd name="connsiteY21" fmla="*/ 187071 h 334422"/>
              <a:gd name="connsiteX22" fmla="*/ 107945 w 270525"/>
              <a:gd name="connsiteY22" fmla="*/ 220599 h 334422"/>
              <a:gd name="connsiteX23" fmla="*/ 113826 w 270525"/>
              <a:gd name="connsiteY23" fmla="*/ 222885 h 334422"/>
              <a:gd name="connsiteX24" fmla="*/ 119707 w 270525"/>
              <a:gd name="connsiteY24" fmla="*/ 219456 h 334422"/>
              <a:gd name="connsiteX25" fmla="*/ 146930 w 270525"/>
              <a:gd name="connsiteY25" fmla="*/ 166306 h 334422"/>
              <a:gd name="connsiteX26" fmla="*/ 170644 w 270525"/>
              <a:gd name="connsiteY26" fmla="*/ 246126 h 334422"/>
              <a:gd name="connsiteX27" fmla="*/ 176525 w 270525"/>
              <a:gd name="connsiteY27" fmla="*/ 250793 h 334422"/>
              <a:gd name="connsiteX28" fmla="*/ 177663 w 270525"/>
              <a:gd name="connsiteY28" fmla="*/ 250793 h 334422"/>
              <a:gd name="connsiteX29" fmla="*/ 183544 w 270525"/>
              <a:gd name="connsiteY29" fmla="*/ 247364 h 334422"/>
              <a:gd name="connsiteX30" fmla="*/ 202515 w 270525"/>
              <a:gd name="connsiteY30" fmla="*/ 209169 h 334422"/>
              <a:gd name="connsiteX31" fmla="*/ 227367 w 270525"/>
              <a:gd name="connsiteY31" fmla="*/ 209169 h 334422"/>
              <a:gd name="connsiteX32" fmla="*/ 227367 w 270525"/>
              <a:gd name="connsiteY32" fmla="*/ 278797 h 334422"/>
              <a:gd name="connsiteX33" fmla="*/ 42495 w 270525"/>
              <a:gd name="connsiteY33" fmla="*/ 278797 h 334422"/>
              <a:gd name="connsiteX34" fmla="*/ 42495 w 270525"/>
              <a:gd name="connsiteY34" fmla="*/ 209169 h 334422"/>
              <a:gd name="connsiteX35" fmla="*/ 227651 w 270525"/>
              <a:gd name="connsiteY35" fmla="*/ 195167 h 334422"/>
              <a:gd name="connsiteX36" fmla="*/ 199195 w 270525"/>
              <a:gd name="connsiteY36" fmla="*/ 195167 h 334422"/>
              <a:gd name="connsiteX37" fmla="*/ 192081 w 270525"/>
              <a:gd name="connsiteY37" fmla="*/ 199835 h 334422"/>
              <a:gd name="connsiteX38" fmla="*/ 179086 w 270525"/>
              <a:gd name="connsiteY38" fmla="*/ 225266 h 334422"/>
              <a:gd name="connsiteX39" fmla="*/ 155372 w 270525"/>
              <a:gd name="connsiteY39" fmla="*/ 145447 h 334422"/>
              <a:gd name="connsiteX40" fmla="*/ 149491 w 270525"/>
              <a:gd name="connsiteY40" fmla="*/ 139637 h 334422"/>
              <a:gd name="connsiteX41" fmla="*/ 142377 w 270525"/>
              <a:gd name="connsiteY41" fmla="*/ 144304 h 334422"/>
              <a:gd name="connsiteX42" fmla="*/ 112782 w 270525"/>
              <a:gd name="connsiteY42" fmla="*/ 203264 h 334422"/>
              <a:gd name="connsiteX43" fmla="*/ 91440 w 270525"/>
              <a:gd name="connsiteY43" fmla="*/ 170878 h 334422"/>
              <a:gd name="connsiteX44" fmla="*/ 85559 w 270525"/>
              <a:gd name="connsiteY44" fmla="*/ 167449 h 334422"/>
              <a:gd name="connsiteX45" fmla="*/ 79678 w 270525"/>
              <a:gd name="connsiteY45" fmla="*/ 170878 h 334422"/>
              <a:gd name="connsiteX46" fmla="*/ 60707 w 270525"/>
              <a:gd name="connsiteY46" fmla="*/ 195167 h 334422"/>
              <a:gd name="connsiteX47" fmla="*/ 42969 w 270525"/>
              <a:gd name="connsiteY47" fmla="*/ 195167 h 334422"/>
              <a:gd name="connsiteX48" fmla="*/ 42969 w 270525"/>
              <a:gd name="connsiteY48" fmla="*/ 83725 h 334422"/>
              <a:gd name="connsiteX49" fmla="*/ 71236 w 270525"/>
              <a:gd name="connsiteY49" fmla="*/ 83725 h 334422"/>
              <a:gd name="connsiteX50" fmla="*/ 71236 w 270525"/>
              <a:gd name="connsiteY50" fmla="*/ 90773 h 334422"/>
              <a:gd name="connsiteX51" fmla="*/ 78350 w 270525"/>
              <a:gd name="connsiteY51" fmla="*/ 97726 h 334422"/>
              <a:gd name="connsiteX52" fmla="*/ 192460 w 270525"/>
              <a:gd name="connsiteY52" fmla="*/ 97726 h 334422"/>
              <a:gd name="connsiteX53" fmla="*/ 199574 w 270525"/>
              <a:gd name="connsiteY53" fmla="*/ 90773 h 334422"/>
              <a:gd name="connsiteX54" fmla="*/ 199574 w 270525"/>
              <a:gd name="connsiteY54" fmla="*/ 83725 h 334422"/>
              <a:gd name="connsiteX55" fmla="*/ 227841 w 270525"/>
              <a:gd name="connsiteY55" fmla="*/ 83725 h 334422"/>
              <a:gd name="connsiteX56" fmla="*/ 227841 w 270525"/>
              <a:gd name="connsiteY56" fmla="*/ 195167 h 334422"/>
              <a:gd name="connsiteX57" fmla="*/ 106712 w 270525"/>
              <a:gd name="connsiteY57" fmla="*/ 41815 h 334422"/>
              <a:gd name="connsiteX58" fmla="*/ 113826 w 270525"/>
              <a:gd name="connsiteY58" fmla="*/ 34862 h 334422"/>
              <a:gd name="connsiteX59" fmla="*/ 135168 w 270525"/>
              <a:gd name="connsiteY59" fmla="*/ 13906 h 334422"/>
              <a:gd name="connsiteX60" fmla="*/ 156510 w 270525"/>
              <a:gd name="connsiteY60" fmla="*/ 34862 h 334422"/>
              <a:gd name="connsiteX61" fmla="*/ 163624 w 270525"/>
              <a:gd name="connsiteY61" fmla="*/ 41815 h 334422"/>
              <a:gd name="connsiteX62" fmla="*/ 184967 w 270525"/>
              <a:gd name="connsiteY62" fmla="*/ 41815 h 334422"/>
              <a:gd name="connsiteX63" fmla="*/ 184967 w 270525"/>
              <a:gd name="connsiteY63" fmla="*/ 48387 h 334422"/>
              <a:gd name="connsiteX64" fmla="*/ 184967 w 270525"/>
              <a:gd name="connsiteY64" fmla="*/ 48768 h 334422"/>
              <a:gd name="connsiteX65" fmla="*/ 184967 w 270525"/>
              <a:gd name="connsiteY65" fmla="*/ 49244 h 334422"/>
              <a:gd name="connsiteX66" fmla="*/ 184967 w 270525"/>
              <a:gd name="connsiteY66" fmla="*/ 76009 h 334422"/>
              <a:gd name="connsiteX67" fmla="*/ 184872 w 270525"/>
              <a:gd name="connsiteY67" fmla="*/ 76772 h 334422"/>
              <a:gd name="connsiteX68" fmla="*/ 184967 w 270525"/>
              <a:gd name="connsiteY68" fmla="*/ 77629 h 334422"/>
              <a:gd name="connsiteX69" fmla="*/ 184967 w 270525"/>
              <a:gd name="connsiteY69" fmla="*/ 83820 h 334422"/>
              <a:gd name="connsiteX70" fmla="*/ 85180 w 270525"/>
              <a:gd name="connsiteY70" fmla="*/ 83820 h 334422"/>
              <a:gd name="connsiteX71" fmla="*/ 85180 w 270525"/>
              <a:gd name="connsiteY71" fmla="*/ 77438 h 334422"/>
              <a:gd name="connsiteX72" fmla="*/ 85274 w 270525"/>
              <a:gd name="connsiteY72" fmla="*/ 76867 h 334422"/>
              <a:gd name="connsiteX73" fmla="*/ 85180 w 270525"/>
              <a:gd name="connsiteY73" fmla="*/ 76391 h 334422"/>
              <a:gd name="connsiteX74" fmla="*/ 85180 w 270525"/>
              <a:gd name="connsiteY74" fmla="*/ 49244 h 334422"/>
              <a:gd name="connsiteX75" fmla="*/ 85180 w 270525"/>
              <a:gd name="connsiteY75" fmla="*/ 48958 h 334422"/>
              <a:gd name="connsiteX76" fmla="*/ 85180 w 270525"/>
              <a:gd name="connsiteY76" fmla="*/ 48673 h 334422"/>
              <a:gd name="connsiteX77" fmla="*/ 85180 w 270525"/>
              <a:gd name="connsiteY77" fmla="*/ 42005 h 334422"/>
              <a:gd name="connsiteX78" fmla="*/ 106522 w 270525"/>
              <a:gd name="connsiteY78" fmla="*/ 42005 h 334422"/>
              <a:gd name="connsiteX79" fmla="*/ 256298 w 270525"/>
              <a:gd name="connsiteY79" fmla="*/ 320516 h 334422"/>
              <a:gd name="connsiteX80" fmla="*/ 14228 w 270525"/>
              <a:gd name="connsiteY80" fmla="*/ 320516 h 334422"/>
              <a:gd name="connsiteX81" fmla="*/ 14228 w 270525"/>
              <a:gd name="connsiteY81" fmla="*/ 55721 h 334422"/>
              <a:gd name="connsiteX82" fmla="*/ 71141 w 270525"/>
              <a:gd name="connsiteY82" fmla="*/ 55721 h 334422"/>
              <a:gd name="connsiteX83" fmla="*/ 71141 w 270525"/>
              <a:gd name="connsiteY83" fmla="*/ 69723 h 334422"/>
              <a:gd name="connsiteX84" fmla="*/ 35760 w 270525"/>
              <a:gd name="connsiteY84" fmla="*/ 69723 h 334422"/>
              <a:gd name="connsiteX85" fmla="*/ 28646 w 270525"/>
              <a:gd name="connsiteY85" fmla="*/ 76676 h 334422"/>
              <a:gd name="connsiteX86" fmla="*/ 28646 w 270525"/>
              <a:gd name="connsiteY86" fmla="*/ 285560 h 334422"/>
              <a:gd name="connsiteX87" fmla="*/ 35760 w 270525"/>
              <a:gd name="connsiteY87" fmla="*/ 292513 h 334422"/>
              <a:gd name="connsiteX88" fmla="*/ 234861 w 270525"/>
              <a:gd name="connsiteY88" fmla="*/ 292513 h 334422"/>
              <a:gd name="connsiteX89" fmla="*/ 241975 w 270525"/>
              <a:gd name="connsiteY89" fmla="*/ 285560 h 334422"/>
              <a:gd name="connsiteX90" fmla="*/ 241975 w 270525"/>
              <a:gd name="connsiteY90" fmla="*/ 76676 h 334422"/>
              <a:gd name="connsiteX91" fmla="*/ 234861 w 270525"/>
              <a:gd name="connsiteY91" fmla="*/ 69723 h 334422"/>
              <a:gd name="connsiteX92" fmla="*/ 199480 w 270525"/>
              <a:gd name="connsiteY92" fmla="*/ 69723 h 334422"/>
              <a:gd name="connsiteX93" fmla="*/ 199480 w 270525"/>
              <a:gd name="connsiteY93" fmla="*/ 55721 h 334422"/>
              <a:gd name="connsiteX94" fmla="*/ 256392 w 270525"/>
              <a:gd name="connsiteY94" fmla="*/ 55721 h 334422"/>
              <a:gd name="connsiteX95" fmla="*/ 256392 w 270525"/>
              <a:gd name="connsiteY95" fmla="*/ 320516 h 33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270525" h="334422">
                <a:moveTo>
                  <a:pt x="263412" y="41815"/>
                </a:moveTo>
                <a:lnTo>
                  <a:pt x="199385" y="41815"/>
                </a:lnTo>
                <a:lnTo>
                  <a:pt x="199385" y="34862"/>
                </a:lnTo>
                <a:cubicBezTo>
                  <a:pt x="199385" y="31337"/>
                  <a:pt x="195780" y="27908"/>
                  <a:pt x="192271" y="27908"/>
                </a:cubicBezTo>
                <a:lnTo>
                  <a:pt x="169695" y="27908"/>
                </a:lnTo>
                <a:cubicBezTo>
                  <a:pt x="166091" y="12764"/>
                  <a:pt x="151863" y="0"/>
                  <a:pt x="135263" y="0"/>
                </a:cubicBezTo>
                <a:cubicBezTo>
                  <a:pt x="117430" y="0"/>
                  <a:pt x="103202" y="12764"/>
                  <a:pt x="99598" y="27908"/>
                </a:cubicBezTo>
                <a:lnTo>
                  <a:pt x="78255" y="27908"/>
                </a:lnTo>
                <a:cubicBezTo>
                  <a:pt x="73512" y="27908"/>
                  <a:pt x="71141" y="31432"/>
                  <a:pt x="71141" y="34862"/>
                </a:cubicBezTo>
                <a:lnTo>
                  <a:pt x="71141" y="41815"/>
                </a:lnTo>
                <a:lnTo>
                  <a:pt x="7114" y="41815"/>
                </a:lnTo>
                <a:cubicBezTo>
                  <a:pt x="2371" y="41815"/>
                  <a:pt x="0" y="45339"/>
                  <a:pt x="0" y="48768"/>
                </a:cubicBezTo>
                <a:lnTo>
                  <a:pt x="0" y="327470"/>
                </a:lnTo>
                <a:cubicBezTo>
                  <a:pt x="0" y="332137"/>
                  <a:pt x="2371" y="334423"/>
                  <a:pt x="7114" y="334423"/>
                </a:cubicBezTo>
                <a:lnTo>
                  <a:pt x="263412" y="334423"/>
                </a:lnTo>
                <a:cubicBezTo>
                  <a:pt x="267016" y="334423"/>
                  <a:pt x="270526" y="332137"/>
                  <a:pt x="270526" y="327470"/>
                </a:cubicBezTo>
                <a:lnTo>
                  <a:pt x="270526" y="48768"/>
                </a:lnTo>
                <a:cubicBezTo>
                  <a:pt x="270526" y="45244"/>
                  <a:pt x="266921" y="41815"/>
                  <a:pt x="263412" y="41815"/>
                </a:cubicBezTo>
                <a:close/>
                <a:moveTo>
                  <a:pt x="42780" y="208978"/>
                </a:moveTo>
                <a:lnTo>
                  <a:pt x="64122" y="208978"/>
                </a:lnTo>
                <a:cubicBezTo>
                  <a:pt x="66493" y="208978"/>
                  <a:pt x="67632" y="208978"/>
                  <a:pt x="68865" y="206693"/>
                </a:cubicBezTo>
                <a:lnTo>
                  <a:pt x="84231" y="187071"/>
                </a:lnTo>
                <a:lnTo>
                  <a:pt x="107945" y="220599"/>
                </a:lnTo>
                <a:cubicBezTo>
                  <a:pt x="109083" y="222885"/>
                  <a:pt x="111549" y="224028"/>
                  <a:pt x="113826" y="222885"/>
                </a:cubicBezTo>
                <a:cubicBezTo>
                  <a:pt x="116197" y="222885"/>
                  <a:pt x="118568" y="221742"/>
                  <a:pt x="119707" y="219456"/>
                </a:cubicBezTo>
                <a:lnTo>
                  <a:pt x="146930" y="166306"/>
                </a:lnTo>
                <a:lnTo>
                  <a:pt x="170644" y="246126"/>
                </a:lnTo>
                <a:cubicBezTo>
                  <a:pt x="171782" y="248412"/>
                  <a:pt x="174248" y="250793"/>
                  <a:pt x="176525" y="250793"/>
                </a:cubicBezTo>
                <a:lnTo>
                  <a:pt x="177663" y="250793"/>
                </a:lnTo>
                <a:cubicBezTo>
                  <a:pt x="180034" y="250793"/>
                  <a:pt x="182406" y="249650"/>
                  <a:pt x="183544" y="247364"/>
                </a:cubicBezTo>
                <a:lnTo>
                  <a:pt x="202515" y="209169"/>
                </a:lnTo>
                <a:lnTo>
                  <a:pt x="227367" y="209169"/>
                </a:lnTo>
                <a:lnTo>
                  <a:pt x="227367" y="278797"/>
                </a:lnTo>
                <a:lnTo>
                  <a:pt x="42495" y="278797"/>
                </a:lnTo>
                <a:lnTo>
                  <a:pt x="42495" y="209169"/>
                </a:lnTo>
                <a:close/>
                <a:moveTo>
                  <a:pt x="227651" y="195167"/>
                </a:moveTo>
                <a:lnTo>
                  <a:pt x="199195" y="195167"/>
                </a:lnTo>
                <a:cubicBezTo>
                  <a:pt x="195685" y="195167"/>
                  <a:pt x="193314" y="197453"/>
                  <a:pt x="192081" y="199835"/>
                </a:cubicBezTo>
                <a:lnTo>
                  <a:pt x="179086" y="225266"/>
                </a:lnTo>
                <a:lnTo>
                  <a:pt x="155372" y="145447"/>
                </a:lnTo>
                <a:cubicBezTo>
                  <a:pt x="155372" y="142018"/>
                  <a:pt x="153001" y="140779"/>
                  <a:pt x="149491" y="139637"/>
                </a:cubicBezTo>
                <a:cubicBezTo>
                  <a:pt x="147120" y="139637"/>
                  <a:pt x="143610" y="141922"/>
                  <a:pt x="142377" y="144304"/>
                </a:cubicBezTo>
                <a:lnTo>
                  <a:pt x="112782" y="203264"/>
                </a:lnTo>
                <a:lnTo>
                  <a:pt x="91440" y="170878"/>
                </a:lnTo>
                <a:cubicBezTo>
                  <a:pt x="90302" y="168593"/>
                  <a:pt x="87836" y="167449"/>
                  <a:pt x="85559" y="167449"/>
                </a:cubicBezTo>
                <a:cubicBezTo>
                  <a:pt x="83283" y="167449"/>
                  <a:pt x="80816" y="168593"/>
                  <a:pt x="79678" y="170878"/>
                </a:cubicBezTo>
                <a:lnTo>
                  <a:pt x="60707" y="195167"/>
                </a:lnTo>
                <a:lnTo>
                  <a:pt x="42969" y="195167"/>
                </a:lnTo>
                <a:lnTo>
                  <a:pt x="42969" y="83725"/>
                </a:lnTo>
                <a:lnTo>
                  <a:pt x="71236" y="83725"/>
                </a:lnTo>
                <a:lnTo>
                  <a:pt x="71236" y="90773"/>
                </a:lnTo>
                <a:cubicBezTo>
                  <a:pt x="71236" y="95441"/>
                  <a:pt x="73607" y="97726"/>
                  <a:pt x="78350" y="97726"/>
                </a:cubicBezTo>
                <a:lnTo>
                  <a:pt x="192460" y="97726"/>
                </a:lnTo>
                <a:cubicBezTo>
                  <a:pt x="196065" y="97726"/>
                  <a:pt x="199574" y="95441"/>
                  <a:pt x="199574" y="90773"/>
                </a:cubicBezTo>
                <a:lnTo>
                  <a:pt x="199574" y="83725"/>
                </a:lnTo>
                <a:lnTo>
                  <a:pt x="227841" y="83725"/>
                </a:lnTo>
                <a:lnTo>
                  <a:pt x="227841" y="195167"/>
                </a:lnTo>
                <a:close/>
                <a:moveTo>
                  <a:pt x="106712" y="41815"/>
                </a:moveTo>
                <a:cubicBezTo>
                  <a:pt x="110316" y="41815"/>
                  <a:pt x="113826" y="39529"/>
                  <a:pt x="113826" y="34862"/>
                </a:cubicBezTo>
                <a:cubicBezTo>
                  <a:pt x="113826" y="24384"/>
                  <a:pt x="123311" y="13906"/>
                  <a:pt x="135168" y="13906"/>
                </a:cubicBezTo>
                <a:cubicBezTo>
                  <a:pt x="147025" y="13906"/>
                  <a:pt x="156510" y="24384"/>
                  <a:pt x="156510" y="34862"/>
                </a:cubicBezTo>
                <a:cubicBezTo>
                  <a:pt x="156510" y="39529"/>
                  <a:pt x="158882" y="41815"/>
                  <a:pt x="163624" y="41815"/>
                </a:cubicBezTo>
                <a:lnTo>
                  <a:pt x="184967" y="41815"/>
                </a:lnTo>
                <a:lnTo>
                  <a:pt x="184967" y="48387"/>
                </a:lnTo>
                <a:cubicBezTo>
                  <a:pt x="184967" y="48387"/>
                  <a:pt x="184967" y="48673"/>
                  <a:pt x="184967" y="48768"/>
                </a:cubicBezTo>
                <a:cubicBezTo>
                  <a:pt x="184967" y="48958"/>
                  <a:pt x="184967" y="49054"/>
                  <a:pt x="184967" y="49244"/>
                </a:cubicBezTo>
                <a:lnTo>
                  <a:pt x="184967" y="76009"/>
                </a:lnTo>
                <a:cubicBezTo>
                  <a:pt x="184967" y="76009"/>
                  <a:pt x="184872" y="76486"/>
                  <a:pt x="184872" y="76772"/>
                </a:cubicBezTo>
                <a:cubicBezTo>
                  <a:pt x="184872" y="77057"/>
                  <a:pt x="184967" y="77343"/>
                  <a:pt x="184967" y="77629"/>
                </a:cubicBezTo>
                <a:lnTo>
                  <a:pt x="184967" y="83820"/>
                </a:lnTo>
                <a:lnTo>
                  <a:pt x="85180" y="83820"/>
                </a:lnTo>
                <a:lnTo>
                  <a:pt x="85180" y="77438"/>
                </a:lnTo>
                <a:cubicBezTo>
                  <a:pt x="85180" y="77438"/>
                  <a:pt x="85274" y="77057"/>
                  <a:pt x="85274" y="76867"/>
                </a:cubicBezTo>
                <a:cubicBezTo>
                  <a:pt x="85274" y="76676"/>
                  <a:pt x="85180" y="76581"/>
                  <a:pt x="85180" y="76391"/>
                </a:cubicBezTo>
                <a:lnTo>
                  <a:pt x="85180" y="49244"/>
                </a:lnTo>
                <a:cubicBezTo>
                  <a:pt x="85180" y="49244"/>
                  <a:pt x="85180" y="49054"/>
                  <a:pt x="85180" y="48958"/>
                </a:cubicBezTo>
                <a:cubicBezTo>
                  <a:pt x="85180" y="48958"/>
                  <a:pt x="85180" y="48768"/>
                  <a:pt x="85180" y="48673"/>
                </a:cubicBezTo>
                <a:lnTo>
                  <a:pt x="85180" y="42005"/>
                </a:lnTo>
                <a:lnTo>
                  <a:pt x="106522" y="42005"/>
                </a:lnTo>
                <a:close/>
                <a:moveTo>
                  <a:pt x="256298" y="320516"/>
                </a:moveTo>
                <a:lnTo>
                  <a:pt x="14228" y="320516"/>
                </a:lnTo>
                <a:lnTo>
                  <a:pt x="14228" y="55721"/>
                </a:lnTo>
                <a:lnTo>
                  <a:pt x="71141" y="55721"/>
                </a:lnTo>
                <a:lnTo>
                  <a:pt x="71141" y="69723"/>
                </a:lnTo>
                <a:lnTo>
                  <a:pt x="35760" y="69723"/>
                </a:lnTo>
                <a:cubicBezTo>
                  <a:pt x="31018" y="69723"/>
                  <a:pt x="28646" y="73247"/>
                  <a:pt x="28646" y="76676"/>
                </a:cubicBezTo>
                <a:lnTo>
                  <a:pt x="28646" y="285560"/>
                </a:lnTo>
                <a:cubicBezTo>
                  <a:pt x="28646" y="290227"/>
                  <a:pt x="31018" y="292513"/>
                  <a:pt x="35760" y="292513"/>
                </a:cubicBezTo>
                <a:lnTo>
                  <a:pt x="234861" y="292513"/>
                </a:lnTo>
                <a:cubicBezTo>
                  <a:pt x="238465" y="292513"/>
                  <a:pt x="241975" y="290227"/>
                  <a:pt x="241975" y="285560"/>
                </a:cubicBezTo>
                <a:lnTo>
                  <a:pt x="241975" y="76676"/>
                </a:lnTo>
                <a:cubicBezTo>
                  <a:pt x="241975" y="73152"/>
                  <a:pt x="238370" y="69723"/>
                  <a:pt x="234861" y="69723"/>
                </a:cubicBezTo>
                <a:lnTo>
                  <a:pt x="199480" y="69723"/>
                </a:lnTo>
                <a:lnTo>
                  <a:pt x="199480" y="55721"/>
                </a:lnTo>
                <a:lnTo>
                  <a:pt x="256392" y="55721"/>
                </a:lnTo>
                <a:lnTo>
                  <a:pt x="256392" y="32051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0" name="Graphic 115">
            <a:extLst>
              <a:ext uri="{FF2B5EF4-FFF2-40B4-BE49-F238E27FC236}">
                <a16:creationId xmlns:a16="http://schemas.microsoft.com/office/drawing/2014/main" id="{075EACDB-3BFC-DEC3-5050-58CF46FC65B9}"/>
              </a:ext>
            </a:extLst>
          </p:cNvPr>
          <p:cNvSpPr/>
          <p:nvPr/>
        </p:nvSpPr>
        <p:spPr>
          <a:xfrm>
            <a:off x="1396492" y="3504271"/>
            <a:ext cx="358841" cy="443598"/>
          </a:xfrm>
          <a:custGeom>
            <a:avLst/>
            <a:gdLst>
              <a:gd name="connsiteX0" fmla="*/ 263412 w 270525"/>
              <a:gd name="connsiteY0" fmla="*/ 41815 h 334422"/>
              <a:gd name="connsiteX1" fmla="*/ 199385 w 270525"/>
              <a:gd name="connsiteY1" fmla="*/ 41815 h 334422"/>
              <a:gd name="connsiteX2" fmla="*/ 199385 w 270525"/>
              <a:gd name="connsiteY2" fmla="*/ 34862 h 334422"/>
              <a:gd name="connsiteX3" fmla="*/ 192271 w 270525"/>
              <a:gd name="connsiteY3" fmla="*/ 27908 h 334422"/>
              <a:gd name="connsiteX4" fmla="*/ 169695 w 270525"/>
              <a:gd name="connsiteY4" fmla="*/ 27908 h 334422"/>
              <a:gd name="connsiteX5" fmla="*/ 135263 w 270525"/>
              <a:gd name="connsiteY5" fmla="*/ 0 h 334422"/>
              <a:gd name="connsiteX6" fmla="*/ 99598 w 270525"/>
              <a:gd name="connsiteY6" fmla="*/ 27908 h 334422"/>
              <a:gd name="connsiteX7" fmla="*/ 78255 w 270525"/>
              <a:gd name="connsiteY7" fmla="*/ 27908 h 334422"/>
              <a:gd name="connsiteX8" fmla="*/ 71141 w 270525"/>
              <a:gd name="connsiteY8" fmla="*/ 34862 h 334422"/>
              <a:gd name="connsiteX9" fmla="*/ 71141 w 270525"/>
              <a:gd name="connsiteY9" fmla="*/ 41815 h 334422"/>
              <a:gd name="connsiteX10" fmla="*/ 7114 w 270525"/>
              <a:gd name="connsiteY10" fmla="*/ 41815 h 334422"/>
              <a:gd name="connsiteX11" fmla="*/ 0 w 270525"/>
              <a:gd name="connsiteY11" fmla="*/ 48768 h 334422"/>
              <a:gd name="connsiteX12" fmla="*/ 0 w 270525"/>
              <a:gd name="connsiteY12" fmla="*/ 327470 h 334422"/>
              <a:gd name="connsiteX13" fmla="*/ 7114 w 270525"/>
              <a:gd name="connsiteY13" fmla="*/ 334423 h 334422"/>
              <a:gd name="connsiteX14" fmla="*/ 263412 w 270525"/>
              <a:gd name="connsiteY14" fmla="*/ 334423 h 334422"/>
              <a:gd name="connsiteX15" fmla="*/ 270526 w 270525"/>
              <a:gd name="connsiteY15" fmla="*/ 327470 h 334422"/>
              <a:gd name="connsiteX16" fmla="*/ 270526 w 270525"/>
              <a:gd name="connsiteY16" fmla="*/ 48768 h 334422"/>
              <a:gd name="connsiteX17" fmla="*/ 263412 w 270525"/>
              <a:gd name="connsiteY17" fmla="*/ 41815 h 334422"/>
              <a:gd name="connsiteX18" fmla="*/ 42780 w 270525"/>
              <a:gd name="connsiteY18" fmla="*/ 208978 h 334422"/>
              <a:gd name="connsiteX19" fmla="*/ 64122 w 270525"/>
              <a:gd name="connsiteY19" fmla="*/ 208978 h 334422"/>
              <a:gd name="connsiteX20" fmla="*/ 68865 w 270525"/>
              <a:gd name="connsiteY20" fmla="*/ 206693 h 334422"/>
              <a:gd name="connsiteX21" fmla="*/ 84231 w 270525"/>
              <a:gd name="connsiteY21" fmla="*/ 187071 h 334422"/>
              <a:gd name="connsiteX22" fmla="*/ 107945 w 270525"/>
              <a:gd name="connsiteY22" fmla="*/ 220599 h 334422"/>
              <a:gd name="connsiteX23" fmla="*/ 113826 w 270525"/>
              <a:gd name="connsiteY23" fmla="*/ 222885 h 334422"/>
              <a:gd name="connsiteX24" fmla="*/ 119707 w 270525"/>
              <a:gd name="connsiteY24" fmla="*/ 219456 h 334422"/>
              <a:gd name="connsiteX25" fmla="*/ 146930 w 270525"/>
              <a:gd name="connsiteY25" fmla="*/ 166306 h 334422"/>
              <a:gd name="connsiteX26" fmla="*/ 170644 w 270525"/>
              <a:gd name="connsiteY26" fmla="*/ 246126 h 334422"/>
              <a:gd name="connsiteX27" fmla="*/ 176525 w 270525"/>
              <a:gd name="connsiteY27" fmla="*/ 250793 h 334422"/>
              <a:gd name="connsiteX28" fmla="*/ 177663 w 270525"/>
              <a:gd name="connsiteY28" fmla="*/ 250793 h 334422"/>
              <a:gd name="connsiteX29" fmla="*/ 183544 w 270525"/>
              <a:gd name="connsiteY29" fmla="*/ 247364 h 334422"/>
              <a:gd name="connsiteX30" fmla="*/ 202515 w 270525"/>
              <a:gd name="connsiteY30" fmla="*/ 209169 h 334422"/>
              <a:gd name="connsiteX31" fmla="*/ 227367 w 270525"/>
              <a:gd name="connsiteY31" fmla="*/ 209169 h 334422"/>
              <a:gd name="connsiteX32" fmla="*/ 227367 w 270525"/>
              <a:gd name="connsiteY32" fmla="*/ 278797 h 334422"/>
              <a:gd name="connsiteX33" fmla="*/ 42495 w 270525"/>
              <a:gd name="connsiteY33" fmla="*/ 278797 h 334422"/>
              <a:gd name="connsiteX34" fmla="*/ 42495 w 270525"/>
              <a:gd name="connsiteY34" fmla="*/ 209169 h 334422"/>
              <a:gd name="connsiteX35" fmla="*/ 227651 w 270525"/>
              <a:gd name="connsiteY35" fmla="*/ 195167 h 334422"/>
              <a:gd name="connsiteX36" fmla="*/ 199195 w 270525"/>
              <a:gd name="connsiteY36" fmla="*/ 195167 h 334422"/>
              <a:gd name="connsiteX37" fmla="*/ 192081 w 270525"/>
              <a:gd name="connsiteY37" fmla="*/ 199835 h 334422"/>
              <a:gd name="connsiteX38" fmla="*/ 179086 w 270525"/>
              <a:gd name="connsiteY38" fmla="*/ 225266 h 334422"/>
              <a:gd name="connsiteX39" fmla="*/ 155372 w 270525"/>
              <a:gd name="connsiteY39" fmla="*/ 145447 h 334422"/>
              <a:gd name="connsiteX40" fmla="*/ 149491 w 270525"/>
              <a:gd name="connsiteY40" fmla="*/ 139637 h 334422"/>
              <a:gd name="connsiteX41" fmla="*/ 142377 w 270525"/>
              <a:gd name="connsiteY41" fmla="*/ 144304 h 334422"/>
              <a:gd name="connsiteX42" fmla="*/ 112782 w 270525"/>
              <a:gd name="connsiteY42" fmla="*/ 203264 h 334422"/>
              <a:gd name="connsiteX43" fmla="*/ 91440 w 270525"/>
              <a:gd name="connsiteY43" fmla="*/ 170878 h 334422"/>
              <a:gd name="connsiteX44" fmla="*/ 85559 w 270525"/>
              <a:gd name="connsiteY44" fmla="*/ 167449 h 334422"/>
              <a:gd name="connsiteX45" fmla="*/ 79678 w 270525"/>
              <a:gd name="connsiteY45" fmla="*/ 170878 h 334422"/>
              <a:gd name="connsiteX46" fmla="*/ 60707 w 270525"/>
              <a:gd name="connsiteY46" fmla="*/ 195167 h 334422"/>
              <a:gd name="connsiteX47" fmla="*/ 42969 w 270525"/>
              <a:gd name="connsiteY47" fmla="*/ 195167 h 334422"/>
              <a:gd name="connsiteX48" fmla="*/ 42969 w 270525"/>
              <a:gd name="connsiteY48" fmla="*/ 83725 h 334422"/>
              <a:gd name="connsiteX49" fmla="*/ 71236 w 270525"/>
              <a:gd name="connsiteY49" fmla="*/ 83725 h 334422"/>
              <a:gd name="connsiteX50" fmla="*/ 71236 w 270525"/>
              <a:gd name="connsiteY50" fmla="*/ 90773 h 334422"/>
              <a:gd name="connsiteX51" fmla="*/ 78350 w 270525"/>
              <a:gd name="connsiteY51" fmla="*/ 97726 h 334422"/>
              <a:gd name="connsiteX52" fmla="*/ 192460 w 270525"/>
              <a:gd name="connsiteY52" fmla="*/ 97726 h 334422"/>
              <a:gd name="connsiteX53" fmla="*/ 199574 w 270525"/>
              <a:gd name="connsiteY53" fmla="*/ 90773 h 334422"/>
              <a:gd name="connsiteX54" fmla="*/ 199574 w 270525"/>
              <a:gd name="connsiteY54" fmla="*/ 83725 h 334422"/>
              <a:gd name="connsiteX55" fmla="*/ 227841 w 270525"/>
              <a:gd name="connsiteY55" fmla="*/ 83725 h 334422"/>
              <a:gd name="connsiteX56" fmla="*/ 227841 w 270525"/>
              <a:gd name="connsiteY56" fmla="*/ 195167 h 334422"/>
              <a:gd name="connsiteX57" fmla="*/ 106712 w 270525"/>
              <a:gd name="connsiteY57" fmla="*/ 41815 h 334422"/>
              <a:gd name="connsiteX58" fmla="*/ 113826 w 270525"/>
              <a:gd name="connsiteY58" fmla="*/ 34862 h 334422"/>
              <a:gd name="connsiteX59" fmla="*/ 135168 w 270525"/>
              <a:gd name="connsiteY59" fmla="*/ 13906 h 334422"/>
              <a:gd name="connsiteX60" fmla="*/ 156510 w 270525"/>
              <a:gd name="connsiteY60" fmla="*/ 34862 h 334422"/>
              <a:gd name="connsiteX61" fmla="*/ 163624 w 270525"/>
              <a:gd name="connsiteY61" fmla="*/ 41815 h 334422"/>
              <a:gd name="connsiteX62" fmla="*/ 184967 w 270525"/>
              <a:gd name="connsiteY62" fmla="*/ 41815 h 334422"/>
              <a:gd name="connsiteX63" fmla="*/ 184967 w 270525"/>
              <a:gd name="connsiteY63" fmla="*/ 48387 h 334422"/>
              <a:gd name="connsiteX64" fmla="*/ 184967 w 270525"/>
              <a:gd name="connsiteY64" fmla="*/ 48768 h 334422"/>
              <a:gd name="connsiteX65" fmla="*/ 184967 w 270525"/>
              <a:gd name="connsiteY65" fmla="*/ 49244 h 334422"/>
              <a:gd name="connsiteX66" fmla="*/ 184967 w 270525"/>
              <a:gd name="connsiteY66" fmla="*/ 76009 h 334422"/>
              <a:gd name="connsiteX67" fmla="*/ 184872 w 270525"/>
              <a:gd name="connsiteY67" fmla="*/ 76772 h 334422"/>
              <a:gd name="connsiteX68" fmla="*/ 184967 w 270525"/>
              <a:gd name="connsiteY68" fmla="*/ 77629 h 334422"/>
              <a:gd name="connsiteX69" fmla="*/ 184967 w 270525"/>
              <a:gd name="connsiteY69" fmla="*/ 83820 h 334422"/>
              <a:gd name="connsiteX70" fmla="*/ 85180 w 270525"/>
              <a:gd name="connsiteY70" fmla="*/ 83820 h 334422"/>
              <a:gd name="connsiteX71" fmla="*/ 85180 w 270525"/>
              <a:gd name="connsiteY71" fmla="*/ 77438 h 334422"/>
              <a:gd name="connsiteX72" fmla="*/ 85274 w 270525"/>
              <a:gd name="connsiteY72" fmla="*/ 76867 h 334422"/>
              <a:gd name="connsiteX73" fmla="*/ 85180 w 270525"/>
              <a:gd name="connsiteY73" fmla="*/ 76391 h 334422"/>
              <a:gd name="connsiteX74" fmla="*/ 85180 w 270525"/>
              <a:gd name="connsiteY74" fmla="*/ 49244 h 334422"/>
              <a:gd name="connsiteX75" fmla="*/ 85180 w 270525"/>
              <a:gd name="connsiteY75" fmla="*/ 48958 h 334422"/>
              <a:gd name="connsiteX76" fmla="*/ 85180 w 270525"/>
              <a:gd name="connsiteY76" fmla="*/ 48673 h 334422"/>
              <a:gd name="connsiteX77" fmla="*/ 85180 w 270525"/>
              <a:gd name="connsiteY77" fmla="*/ 42005 h 334422"/>
              <a:gd name="connsiteX78" fmla="*/ 106522 w 270525"/>
              <a:gd name="connsiteY78" fmla="*/ 42005 h 334422"/>
              <a:gd name="connsiteX79" fmla="*/ 256298 w 270525"/>
              <a:gd name="connsiteY79" fmla="*/ 320516 h 334422"/>
              <a:gd name="connsiteX80" fmla="*/ 14228 w 270525"/>
              <a:gd name="connsiteY80" fmla="*/ 320516 h 334422"/>
              <a:gd name="connsiteX81" fmla="*/ 14228 w 270525"/>
              <a:gd name="connsiteY81" fmla="*/ 55721 h 334422"/>
              <a:gd name="connsiteX82" fmla="*/ 71141 w 270525"/>
              <a:gd name="connsiteY82" fmla="*/ 55721 h 334422"/>
              <a:gd name="connsiteX83" fmla="*/ 71141 w 270525"/>
              <a:gd name="connsiteY83" fmla="*/ 69723 h 334422"/>
              <a:gd name="connsiteX84" fmla="*/ 35760 w 270525"/>
              <a:gd name="connsiteY84" fmla="*/ 69723 h 334422"/>
              <a:gd name="connsiteX85" fmla="*/ 28646 w 270525"/>
              <a:gd name="connsiteY85" fmla="*/ 76676 h 334422"/>
              <a:gd name="connsiteX86" fmla="*/ 28646 w 270525"/>
              <a:gd name="connsiteY86" fmla="*/ 285560 h 334422"/>
              <a:gd name="connsiteX87" fmla="*/ 35760 w 270525"/>
              <a:gd name="connsiteY87" fmla="*/ 292513 h 334422"/>
              <a:gd name="connsiteX88" fmla="*/ 234861 w 270525"/>
              <a:gd name="connsiteY88" fmla="*/ 292513 h 334422"/>
              <a:gd name="connsiteX89" fmla="*/ 241975 w 270525"/>
              <a:gd name="connsiteY89" fmla="*/ 285560 h 334422"/>
              <a:gd name="connsiteX90" fmla="*/ 241975 w 270525"/>
              <a:gd name="connsiteY90" fmla="*/ 76676 h 334422"/>
              <a:gd name="connsiteX91" fmla="*/ 234861 w 270525"/>
              <a:gd name="connsiteY91" fmla="*/ 69723 h 334422"/>
              <a:gd name="connsiteX92" fmla="*/ 199480 w 270525"/>
              <a:gd name="connsiteY92" fmla="*/ 69723 h 334422"/>
              <a:gd name="connsiteX93" fmla="*/ 199480 w 270525"/>
              <a:gd name="connsiteY93" fmla="*/ 55721 h 334422"/>
              <a:gd name="connsiteX94" fmla="*/ 256392 w 270525"/>
              <a:gd name="connsiteY94" fmla="*/ 55721 h 334422"/>
              <a:gd name="connsiteX95" fmla="*/ 256392 w 270525"/>
              <a:gd name="connsiteY95" fmla="*/ 320516 h 33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270525" h="334422">
                <a:moveTo>
                  <a:pt x="263412" y="41815"/>
                </a:moveTo>
                <a:lnTo>
                  <a:pt x="199385" y="41815"/>
                </a:lnTo>
                <a:lnTo>
                  <a:pt x="199385" y="34862"/>
                </a:lnTo>
                <a:cubicBezTo>
                  <a:pt x="199385" y="31337"/>
                  <a:pt x="195780" y="27908"/>
                  <a:pt x="192271" y="27908"/>
                </a:cubicBezTo>
                <a:lnTo>
                  <a:pt x="169695" y="27908"/>
                </a:lnTo>
                <a:cubicBezTo>
                  <a:pt x="166091" y="12764"/>
                  <a:pt x="151863" y="0"/>
                  <a:pt x="135263" y="0"/>
                </a:cubicBezTo>
                <a:cubicBezTo>
                  <a:pt x="117430" y="0"/>
                  <a:pt x="103202" y="12764"/>
                  <a:pt x="99598" y="27908"/>
                </a:cubicBezTo>
                <a:lnTo>
                  <a:pt x="78255" y="27908"/>
                </a:lnTo>
                <a:cubicBezTo>
                  <a:pt x="73512" y="27908"/>
                  <a:pt x="71141" y="31432"/>
                  <a:pt x="71141" y="34862"/>
                </a:cubicBezTo>
                <a:lnTo>
                  <a:pt x="71141" y="41815"/>
                </a:lnTo>
                <a:lnTo>
                  <a:pt x="7114" y="41815"/>
                </a:lnTo>
                <a:cubicBezTo>
                  <a:pt x="2371" y="41815"/>
                  <a:pt x="0" y="45339"/>
                  <a:pt x="0" y="48768"/>
                </a:cubicBezTo>
                <a:lnTo>
                  <a:pt x="0" y="327470"/>
                </a:lnTo>
                <a:cubicBezTo>
                  <a:pt x="0" y="332137"/>
                  <a:pt x="2371" y="334423"/>
                  <a:pt x="7114" y="334423"/>
                </a:cubicBezTo>
                <a:lnTo>
                  <a:pt x="263412" y="334423"/>
                </a:lnTo>
                <a:cubicBezTo>
                  <a:pt x="267016" y="334423"/>
                  <a:pt x="270526" y="332137"/>
                  <a:pt x="270526" y="327470"/>
                </a:cubicBezTo>
                <a:lnTo>
                  <a:pt x="270526" y="48768"/>
                </a:lnTo>
                <a:cubicBezTo>
                  <a:pt x="270526" y="45244"/>
                  <a:pt x="266921" y="41815"/>
                  <a:pt x="263412" y="41815"/>
                </a:cubicBezTo>
                <a:close/>
                <a:moveTo>
                  <a:pt x="42780" y="208978"/>
                </a:moveTo>
                <a:lnTo>
                  <a:pt x="64122" y="208978"/>
                </a:lnTo>
                <a:cubicBezTo>
                  <a:pt x="66493" y="208978"/>
                  <a:pt x="67632" y="208978"/>
                  <a:pt x="68865" y="206693"/>
                </a:cubicBezTo>
                <a:lnTo>
                  <a:pt x="84231" y="187071"/>
                </a:lnTo>
                <a:lnTo>
                  <a:pt x="107945" y="220599"/>
                </a:lnTo>
                <a:cubicBezTo>
                  <a:pt x="109083" y="222885"/>
                  <a:pt x="111549" y="224028"/>
                  <a:pt x="113826" y="222885"/>
                </a:cubicBezTo>
                <a:cubicBezTo>
                  <a:pt x="116197" y="222885"/>
                  <a:pt x="118568" y="221742"/>
                  <a:pt x="119707" y="219456"/>
                </a:cubicBezTo>
                <a:lnTo>
                  <a:pt x="146930" y="166306"/>
                </a:lnTo>
                <a:lnTo>
                  <a:pt x="170644" y="246126"/>
                </a:lnTo>
                <a:cubicBezTo>
                  <a:pt x="171782" y="248412"/>
                  <a:pt x="174248" y="250793"/>
                  <a:pt x="176525" y="250793"/>
                </a:cubicBezTo>
                <a:lnTo>
                  <a:pt x="177663" y="250793"/>
                </a:lnTo>
                <a:cubicBezTo>
                  <a:pt x="180034" y="250793"/>
                  <a:pt x="182406" y="249650"/>
                  <a:pt x="183544" y="247364"/>
                </a:cubicBezTo>
                <a:lnTo>
                  <a:pt x="202515" y="209169"/>
                </a:lnTo>
                <a:lnTo>
                  <a:pt x="227367" y="209169"/>
                </a:lnTo>
                <a:lnTo>
                  <a:pt x="227367" y="278797"/>
                </a:lnTo>
                <a:lnTo>
                  <a:pt x="42495" y="278797"/>
                </a:lnTo>
                <a:lnTo>
                  <a:pt x="42495" y="209169"/>
                </a:lnTo>
                <a:close/>
                <a:moveTo>
                  <a:pt x="227651" y="195167"/>
                </a:moveTo>
                <a:lnTo>
                  <a:pt x="199195" y="195167"/>
                </a:lnTo>
                <a:cubicBezTo>
                  <a:pt x="195685" y="195167"/>
                  <a:pt x="193314" y="197453"/>
                  <a:pt x="192081" y="199835"/>
                </a:cubicBezTo>
                <a:lnTo>
                  <a:pt x="179086" y="225266"/>
                </a:lnTo>
                <a:lnTo>
                  <a:pt x="155372" y="145447"/>
                </a:lnTo>
                <a:cubicBezTo>
                  <a:pt x="155372" y="142018"/>
                  <a:pt x="153001" y="140779"/>
                  <a:pt x="149491" y="139637"/>
                </a:cubicBezTo>
                <a:cubicBezTo>
                  <a:pt x="147120" y="139637"/>
                  <a:pt x="143610" y="141922"/>
                  <a:pt x="142377" y="144304"/>
                </a:cubicBezTo>
                <a:lnTo>
                  <a:pt x="112782" y="203264"/>
                </a:lnTo>
                <a:lnTo>
                  <a:pt x="91440" y="170878"/>
                </a:lnTo>
                <a:cubicBezTo>
                  <a:pt x="90302" y="168593"/>
                  <a:pt x="87836" y="167449"/>
                  <a:pt x="85559" y="167449"/>
                </a:cubicBezTo>
                <a:cubicBezTo>
                  <a:pt x="83283" y="167449"/>
                  <a:pt x="80816" y="168593"/>
                  <a:pt x="79678" y="170878"/>
                </a:cubicBezTo>
                <a:lnTo>
                  <a:pt x="60707" y="195167"/>
                </a:lnTo>
                <a:lnTo>
                  <a:pt x="42969" y="195167"/>
                </a:lnTo>
                <a:lnTo>
                  <a:pt x="42969" y="83725"/>
                </a:lnTo>
                <a:lnTo>
                  <a:pt x="71236" y="83725"/>
                </a:lnTo>
                <a:lnTo>
                  <a:pt x="71236" y="90773"/>
                </a:lnTo>
                <a:cubicBezTo>
                  <a:pt x="71236" y="95441"/>
                  <a:pt x="73607" y="97726"/>
                  <a:pt x="78350" y="97726"/>
                </a:cubicBezTo>
                <a:lnTo>
                  <a:pt x="192460" y="97726"/>
                </a:lnTo>
                <a:cubicBezTo>
                  <a:pt x="196065" y="97726"/>
                  <a:pt x="199574" y="95441"/>
                  <a:pt x="199574" y="90773"/>
                </a:cubicBezTo>
                <a:lnTo>
                  <a:pt x="199574" y="83725"/>
                </a:lnTo>
                <a:lnTo>
                  <a:pt x="227841" y="83725"/>
                </a:lnTo>
                <a:lnTo>
                  <a:pt x="227841" y="195167"/>
                </a:lnTo>
                <a:close/>
                <a:moveTo>
                  <a:pt x="106712" y="41815"/>
                </a:moveTo>
                <a:cubicBezTo>
                  <a:pt x="110316" y="41815"/>
                  <a:pt x="113826" y="39529"/>
                  <a:pt x="113826" y="34862"/>
                </a:cubicBezTo>
                <a:cubicBezTo>
                  <a:pt x="113826" y="24384"/>
                  <a:pt x="123311" y="13906"/>
                  <a:pt x="135168" y="13906"/>
                </a:cubicBezTo>
                <a:cubicBezTo>
                  <a:pt x="147025" y="13906"/>
                  <a:pt x="156510" y="24384"/>
                  <a:pt x="156510" y="34862"/>
                </a:cubicBezTo>
                <a:cubicBezTo>
                  <a:pt x="156510" y="39529"/>
                  <a:pt x="158882" y="41815"/>
                  <a:pt x="163624" y="41815"/>
                </a:cubicBezTo>
                <a:lnTo>
                  <a:pt x="184967" y="41815"/>
                </a:lnTo>
                <a:lnTo>
                  <a:pt x="184967" y="48387"/>
                </a:lnTo>
                <a:cubicBezTo>
                  <a:pt x="184967" y="48387"/>
                  <a:pt x="184967" y="48673"/>
                  <a:pt x="184967" y="48768"/>
                </a:cubicBezTo>
                <a:cubicBezTo>
                  <a:pt x="184967" y="48958"/>
                  <a:pt x="184967" y="49054"/>
                  <a:pt x="184967" y="49244"/>
                </a:cubicBezTo>
                <a:lnTo>
                  <a:pt x="184967" y="76009"/>
                </a:lnTo>
                <a:cubicBezTo>
                  <a:pt x="184967" y="76009"/>
                  <a:pt x="184872" y="76486"/>
                  <a:pt x="184872" y="76772"/>
                </a:cubicBezTo>
                <a:cubicBezTo>
                  <a:pt x="184872" y="77057"/>
                  <a:pt x="184967" y="77343"/>
                  <a:pt x="184967" y="77629"/>
                </a:cubicBezTo>
                <a:lnTo>
                  <a:pt x="184967" y="83820"/>
                </a:lnTo>
                <a:lnTo>
                  <a:pt x="85180" y="83820"/>
                </a:lnTo>
                <a:lnTo>
                  <a:pt x="85180" y="77438"/>
                </a:lnTo>
                <a:cubicBezTo>
                  <a:pt x="85180" y="77438"/>
                  <a:pt x="85274" y="77057"/>
                  <a:pt x="85274" y="76867"/>
                </a:cubicBezTo>
                <a:cubicBezTo>
                  <a:pt x="85274" y="76676"/>
                  <a:pt x="85180" y="76581"/>
                  <a:pt x="85180" y="76391"/>
                </a:cubicBezTo>
                <a:lnTo>
                  <a:pt x="85180" y="49244"/>
                </a:lnTo>
                <a:cubicBezTo>
                  <a:pt x="85180" y="49244"/>
                  <a:pt x="85180" y="49054"/>
                  <a:pt x="85180" y="48958"/>
                </a:cubicBezTo>
                <a:cubicBezTo>
                  <a:pt x="85180" y="48958"/>
                  <a:pt x="85180" y="48768"/>
                  <a:pt x="85180" y="48673"/>
                </a:cubicBezTo>
                <a:lnTo>
                  <a:pt x="85180" y="42005"/>
                </a:lnTo>
                <a:lnTo>
                  <a:pt x="106522" y="42005"/>
                </a:lnTo>
                <a:close/>
                <a:moveTo>
                  <a:pt x="256298" y="320516"/>
                </a:moveTo>
                <a:lnTo>
                  <a:pt x="14228" y="320516"/>
                </a:lnTo>
                <a:lnTo>
                  <a:pt x="14228" y="55721"/>
                </a:lnTo>
                <a:lnTo>
                  <a:pt x="71141" y="55721"/>
                </a:lnTo>
                <a:lnTo>
                  <a:pt x="71141" y="69723"/>
                </a:lnTo>
                <a:lnTo>
                  <a:pt x="35760" y="69723"/>
                </a:lnTo>
                <a:cubicBezTo>
                  <a:pt x="31018" y="69723"/>
                  <a:pt x="28646" y="73247"/>
                  <a:pt x="28646" y="76676"/>
                </a:cubicBezTo>
                <a:lnTo>
                  <a:pt x="28646" y="285560"/>
                </a:lnTo>
                <a:cubicBezTo>
                  <a:pt x="28646" y="290227"/>
                  <a:pt x="31018" y="292513"/>
                  <a:pt x="35760" y="292513"/>
                </a:cubicBezTo>
                <a:lnTo>
                  <a:pt x="234861" y="292513"/>
                </a:lnTo>
                <a:cubicBezTo>
                  <a:pt x="238465" y="292513"/>
                  <a:pt x="241975" y="290227"/>
                  <a:pt x="241975" y="285560"/>
                </a:cubicBezTo>
                <a:lnTo>
                  <a:pt x="241975" y="76676"/>
                </a:lnTo>
                <a:cubicBezTo>
                  <a:pt x="241975" y="73152"/>
                  <a:pt x="238370" y="69723"/>
                  <a:pt x="234861" y="69723"/>
                </a:cubicBezTo>
                <a:lnTo>
                  <a:pt x="199480" y="69723"/>
                </a:lnTo>
                <a:lnTo>
                  <a:pt x="199480" y="55721"/>
                </a:lnTo>
                <a:lnTo>
                  <a:pt x="256392" y="55721"/>
                </a:lnTo>
                <a:lnTo>
                  <a:pt x="256392" y="32051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3" name="Graphic 121">
            <a:extLst>
              <a:ext uri="{FF2B5EF4-FFF2-40B4-BE49-F238E27FC236}">
                <a16:creationId xmlns:a16="http://schemas.microsoft.com/office/drawing/2014/main" id="{4C9CF266-4534-B2C3-2A20-888F1B9617C4}"/>
              </a:ext>
            </a:extLst>
          </p:cNvPr>
          <p:cNvSpPr/>
          <p:nvPr/>
        </p:nvSpPr>
        <p:spPr>
          <a:xfrm>
            <a:off x="2277958" y="2884624"/>
            <a:ext cx="274320" cy="427294"/>
          </a:xfrm>
          <a:custGeom>
            <a:avLst/>
            <a:gdLst>
              <a:gd name="connsiteX0" fmla="*/ 18876 w 204791"/>
              <a:gd name="connsiteY0" fmla="*/ 288798 h 318992"/>
              <a:gd name="connsiteX1" fmla="*/ 18876 w 204791"/>
              <a:gd name="connsiteY1" fmla="*/ 288798 h 318992"/>
              <a:gd name="connsiteX2" fmla="*/ 28362 w 204791"/>
              <a:gd name="connsiteY2" fmla="*/ 259747 h 318992"/>
              <a:gd name="connsiteX3" fmla="*/ 175197 w 204791"/>
              <a:gd name="connsiteY3" fmla="*/ 259747 h 318992"/>
              <a:gd name="connsiteX4" fmla="*/ 187054 w 204791"/>
              <a:gd name="connsiteY4" fmla="*/ 288798 h 318992"/>
              <a:gd name="connsiteX5" fmla="*/ 18876 w 204791"/>
              <a:gd name="connsiteY5" fmla="*/ 288798 h 318992"/>
              <a:gd name="connsiteX6" fmla="*/ 37752 w 204791"/>
              <a:gd name="connsiteY6" fmla="*/ 244697 h 318992"/>
              <a:gd name="connsiteX7" fmla="*/ 56723 w 204791"/>
              <a:gd name="connsiteY7" fmla="*/ 216884 h 318992"/>
              <a:gd name="connsiteX8" fmla="*/ 147879 w 204791"/>
              <a:gd name="connsiteY8" fmla="*/ 216884 h 318992"/>
              <a:gd name="connsiteX9" fmla="*/ 166850 w 204791"/>
              <a:gd name="connsiteY9" fmla="*/ 244697 h 318992"/>
              <a:gd name="connsiteX10" fmla="*/ 166850 w 204791"/>
              <a:gd name="connsiteY10" fmla="*/ 245840 h 318992"/>
              <a:gd name="connsiteX11" fmla="*/ 36614 w 204791"/>
              <a:gd name="connsiteY11" fmla="*/ 245840 h 318992"/>
              <a:gd name="connsiteX12" fmla="*/ 37752 w 204791"/>
              <a:gd name="connsiteY12" fmla="*/ 244697 h 318992"/>
              <a:gd name="connsiteX13" fmla="*/ 69718 w 204791"/>
              <a:gd name="connsiteY13" fmla="*/ 200692 h 318992"/>
              <a:gd name="connsiteX14" fmla="*/ 102917 w 204791"/>
              <a:gd name="connsiteY14" fmla="*/ 169355 h 318992"/>
              <a:gd name="connsiteX15" fmla="*/ 134884 w 204791"/>
              <a:gd name="connsiteY15" fmla="*/ 200692 h 318992"/>
              <a:gd name="connsiteX16" fmla="*/ 136022 w 204791"/>
              <a:gd name="connsiteY16" fmla="*/ 201835 h 318992"/>
              <a:gd name="connsiteX17" fmla="*/ 68485 w 204791"/>
              <a:gd name="connsiteY17" fmla="*/ 201835 h 318992"/>
              <a:gd name="connsiteX18" fmla="*/ 69623 w 204791"/>
              <a:gd name="connsiteY18" fmla="*/ 200692 h 318992"/>
              <a:gd name="connsiteX19" fmla="*/ 69718 w 204791"/>
              <a:gd name="connsiteY19" fmla="*/ 118301 h 318992"/>
              <a:gd name="connsiteX20" fmla="*/ 68580 w 204791"/>
              <a:gd name="connsiteY20" fmla="*/ 117157 h 318992"/>
              <a:gd name="connsiteX21" fmla="*/ 137255 w 204791"/>
              <a:gd name="connsiteY21" fmla="*/ 117157 h 318992"/>
              <a:gd name="connsiteX22" fmla="*/ 136117 w 204791"/>
              <a:gd name="connsiteY22" fmla="*/ 118301 h 318992"/>
              <a:gd name="connsiteX23" fmla="*/ 102917 w 204791"/>
              <a:gd name="connsiteY23" fmla="*/ 149638 h 318992"/>
              <a:gd name="connsiteX24" fmla="*/ 102917 w 204791"/>
              <a:gd name="connsiteY24" fmla="*/ 150781 h 318992"/>
              <a:gd name="connsiteX25" fmla="*/ 102917 w 204791"/>
              <a:gd name="connsiteY25" fmla="*/ 149638 h 318992"/>
              <a:gd name="connsiteX26" fmla="*/ 69718 w 204791"/>
              <a:gd name="connsiteY26" fmla="*/ 118301 h 318992"/>
              <a:gd name="connsiteX27" fmla="*/ 56723 w 204791"/>
              <a:gd name="connsiteY27" fmla="*/ 102013 h 318992"/>
              <a:gd name="connsiteX28" fmla="*/ 37752 w 204791"/>
              <a:gd name="connsiteY28" fmla="*/ 72962 h 318992"/>
              <a:gd name="connsiteX29" fmla="*/ 167988 w 204791"/>
              <a:gd name="connsiteY29" fmla="*/ 72962 h 318992"/>
              <a:gd name="connsiteX30" fmla="*/ 167988 w 204791"/>
              <a:gd name="connsiteY30" fmla="*/ 74105 h 318992"/>
              <a:gd name="connsiteX31" fmla="*/ 149017 w 204791"/>
              <a:gd name="connsiteY31" fmla="*/ 101918 h 318992"/>
              <a:gd name="connsiteX32" fmla="*/ 56628 w 204791"/>
              <a:gd name="connsiteY32" fmla="*/ 101918 h 318992"/>
              <a:gd name="connsiteX33" fmla="*/ 28267 w 204791"/>
              <a:gd name="connsiteY33" fmla="*/ 57912 h 318992"/>
              <a:gd name="connsiteX34" fmla="*/ 18781 w 204791"/>
              <a:gd name="connsiteY34" fmla="*/ 30099 h 318992"/>
              <a:gd name="connsiteX35" fmla="*/ 186959 w 204791"/>
              <a:gd name="connsiteY35" fmla="*/ 30099 h 318992"/>
              <a:gd name="connsiteX36" fmla="*/ 175102 w 204791"/>
              <a:gd name="connsiteY36" fmla="*/ 59150 h 318992"/>
              <a:gd name="connsiteX37" fmla="*/ 29500 w 204791"/>
              <a:gd name="connsiteY37" fmla="*/ 59150 h 318992"/>
              <a:gd name="connsiteX38" fmla="*/ 28362 w 204791"/>
              <a:gd name="connsiteY38" fmla="*/ 58007 h 318992"/>
              <a:gd name="connsiteX39" fmla="*/ 197677 w 204791"/>
              <a:gd name="connsiteY39" fmla="*/ 318992 h 318992"/>
              <a:gd name="connsiteX40" fmla="*/ 204791 w 204791"/>
              <a:gd name="connsiteY40" fmla="*/ 312039 h 318992"/>
              <a:gd name="connsiteX41" fmla="*/ 114774 w 204791"/>
              <a:gd name="connsiteY41" fmla="*/ 161258 h 318992"/>
              <a:gd name="connsiteX42" fmla="*/ 113636 w 204791"/>
              <a:gd name="connsiteY42" fmla="*/ 160115 h 318992"/>
              <a:gd name="connsiteX43" fmla="*/ 114774 w 204791"/>
              <a:gd name="connsiteY43" fmla="*/ 160115 h 318992"/>
              <a:gd name="connsiteX44" fmla="*/ 204791 w 204791"/>
              <a:gd name="connsiteY44" fmla="*/ 6953 h 318992"/>
              <a:gd name="connsiteX45" fmla="*/ 197677 w 204791"/>
              <a:gd name="connsiteY45" fmla="*/ 0 h 318992"/>
              <a:gd name="connsiteX46" fmla="*/ 189425 w 204791"/>
              <a:gd name="connsiteY46" fmla="*/ 6953 h 318992"/>
              <a:gd name="connsiteX47" fmla="*/ 189425 w 204791"/>
              <a:gd name="connsiteY47" fmla="*/ 15050 h 318992"/>
              <a:gd name="connsiteX48" fmla="*/ 15366 w 204791"/>
              <a:gd name="connsiteY48" fmla="*/ 15050 h 318992"/>
              <a:gd name="connsiteX49" fmla="*/ 15366 w 204791"/>
              <a:gd name="connsiteY49" fmla="*/ 13906 h 318992"/>
              <a:gd name="connsiteX50" fmla="*/ 14228 w 204791"/>
              <a:gd name="connsiteY50" fmla="*/ 6953 h 318992"/>
              <a:gd name="connsiteX51" fmla="*/ 7114 w 204791"/>
              <a:gd name="connsiteY51" fmla="*/ 0 h 318992"/>
              <a:gd name="connsiteX52" fmla="*/ 0 w 204791"/>
              <a:gd name="connsiteY52" fmla="*/ 6953 h 318992"/>
              <a:gd name="connsiteX53" fmla="*/ 11857 w 204791"/>
              <a:gd name="connsiteY53" fmla="*/ 56864 h 318992"/>
              <a:gd name="connsiteX54" fmla="*/ 90017 w 204791"/>
              <a:gd name="connsiteY54" fmla="*/ 160115 h 318992"/>
              <a:gd name="connsiteX55" fmla="*/ 91155 w 204791"/>
              <a:gd name="connsiteY55" fmla="*/ 160115 h 318992"/>
              <a:gd name="connsiteX56" fmla="*/ 90017 w 204791"/>
              <a:gd name="connsiteY56" fmla="*/ 161258 h 318992"/>
              <a:gd name="connsiteX57" fmla="*/ 0 w 204791"/>
              <a:gd name="connsiteY57" fmla="*/ 312039 h 318992"/>
              <a:gd name="connsiteX58" fmla="*/ 7114 w 204791"/>
              <a:gd name="connsiteY58" fmla="*/ 318992 h 318992"/>
              <a:gd name="connsiteX59" fmla="*/ 14228 w 204791"/>
              <a:gd name="connsiteY59" fmla="*/ 312039 h 318992"/>
              <a:gd name="connsiteX60" fmla="*/ 15366 w 204791"/>
              <a:gd name="connsiteY60" fmla="*/ 303943 h 318992"/>
              <a:gd name="connsiteX61" fmla="*/ 189425 w 204791"/>
              <a:gd name="connsiteY61" fmla="*/ 303943 h 318992"/>
              <a:gd name="connsiteX62" fmla="*/ 189425 w 204791"/>
              <a:gd name="connsiteY62" fmla="*/ 312039 h 318992"/>
              <a:gd name="connsiteX63" fmla="*/ 197677 w 204791"/>
              <a:gd name="connsiteY63" fmla="*/ 318992 h 318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04791" h="318992">
                <a:moveTo>
                  <a:pt x="18876" y="288798"/>
                </a:moveTo>
                <a:lnTo>
                  <a:pt x="18876" y="288798"/>
                </a:lnTo>
                <a:cubicBezTo>
                  <a:pt x="21248" y="281845"/>
                  <a:pt x="23619" y="272510"/>
                  <a:pt x="28362" y="259747"/>
                </a:cubicBezTo>
                <a:lnTo>
                  <a:pt x="175197" y="259747"/>
                </a:lnTo>
                <a:cubicBezTo>
                  <a:pt x="179940" y="268986"/>
                  <a:pt x="183449" y="278320"/>
                  <a:pt x="187054" y="288798"/>
                </a:cubicBezTo>
                <a:lnTo>
                  <a:pt x="18876" y="288798"/>
                </a:lnTo>
                <a:close/>
                <a:moveTo>
                  <a:pt x="37752" y="244697"/>
                </a:moveTo>
                <a:cubicBezTo>
                  <a:pt x="43633" y="234220"/>
                  <a:pt x="49609" y="226124"/>
                  <a:pt x="56723" y="216884"/>
                </a:cubicBezTo>
                <a:lnTo>
                  <a:pt x="147879" y="216884"/>
                </a:lnTo>
                <a:cubicBezTo>
                  <a:pt x="156131" y="227362"/>
                  <a:pt x="162107" y="235458"/>
                  <a:pt x="166850" y="244697"/>
                </a:cubicBezTo>
                <a:lnTo>
                  <a:pt x="166850" y="245840"/>
                </a:lnTo>
                <a:lnTo>
                  <a:pt x="36614" y="245840"/>
                </a:lnTo>
                <a:lnTo>
                  <a:pt x="37752" y="244697"/>
                </a:lnTo>
                <a:close/>
                <a:moveTo>
                  <a:pt x="69718" y="200692"/>
                </a:moveTo>
                <a:cubicBezTo>
                  <a:pt x="79204" y="191453"/>
                  <a:pt x="89827" y="180975"/>
                  <a:pt x="102917" y="169355"/>
                </a:cubicBezTo>
                <a:cubicBezTo>
                  <a:pt x="114774" y="180975"/>
                  <a:pt x="126631" y="191357"/>
                  <a:pt x="134884" y="200692"/>
                </a:cubicBezTo>
                <a:lnTo>
                  <a:pt x="136022" y="201835"/>
                </a:lnTo>
                <a:lnTo>
                  <a:pt x="68485" y="201835"/>
                </a:lnTo>
                <a:lnTo>
                  <a:pt x="69623" y="200692"/>
                </a:lnTo>
                <a:close/>
                <a:moveTo>
                  <a:pt x="69718" y="118301"/>
                </a:moveTo>
                <a:lnTo>
                  <a:pt x="68580" y="117157"/>
                </a:lnTo>
                <a:lnTo>
                  <a:pt x="137255" y="117157"/>
                </a:lnTo>
                <a:lnTo>
                  <a:pt x="136117" y="118301"/>
                </a:lnTo>
                <a:cubicBezTo>
                  <a:pt x="127864" y="128778"/>
                  <a:pt x="116007" y="139160"/>
                  <a:pt x="102917" y="149638"/>
                </a:cubicBezTo>
                <a:lnTo>
                  <a:pt x="102917" y="150781"/>
                </a:lnTo>
                <a:lnTo>
                  <a:pt x="102917" y="149638"/>
                </a:lnTo>
                <a:cubicBezTo>
                  <a:pt x="89922" y="139160"/>
                  <a:pt x="78066" y="128778"/>
                  <a:pt x="69718" y="118301"/>
                </a:cubicBezTo>
                <a:close/>
                <a:moveTo>
                  <a:pt x="56723" y="102013"/>
                </a:moveTo>
                <a:cubicBezTo>
                  <a:pt x="48471" y="91535"/>
                  <a:pt x="42495" y="83439"/>
                  <a:pt x="37752" y="72962"/>
                </a:cubicBezTo>
                <a:lnTo>
                  <a:pt x="167988" y="72962"/>
                </a:lnTo>
                <a:lnTo>
                  <a:pt x="167988" y="74105"/>
                </a:lnTo>
                <a:cubicBezTo>
                  <a:pt x="162107" y="84582"/>
                  <a:pt x="156131" y="92678"/>
                  <a:pt x="149017" y="101918"/>
                </a:cubicBezTo>
                <a:lnTo>
                  <a:pt x="56628" y="101918"/>
                </a:lnTo>
                <a:close/>
                <a:moveTo>
                  <a:pt x="28267" y="57912"/>
                </a:moveTo>
                <a:cubicBezTo>
                  <a:pt x="23524" y="46292"/>
                  <a:pt x="21153" y="35909"/>
                  <a:pt x="18781" y="30099"/>
                </a:cubicBezTo>
                <a:lnTo>
                  <a:pt x="186959" y="30099"/>
                </a:lnTo>
                <a:cubicBezTo>
                  <a:pt x="183449" y="40577"/>
                  <a:pt x="179845" y="49816"/>
                  <a:pt x="175102" y="59150"/>
                </a:cubicBezTo>
                <a:lnTo>
                  <a:pt x="29500" y="59150"/>
                </a:lnTo>
                <a:lnTo>
                  <a:pt x="28362" y="58007"/>
                </a:lnTo>
                <a:close/>
                <a:moveTo>
                  <a:pt x="197677" y="318992"/>
                </a:moveTo>
                <a:cubicBezTo>
                  <a:pt x="202420" y="318992"/>
                  <a:pt x="204791" y="316706"/>
                  <a:pt x="204791" y="312039"/>
                </a:cubicBezTo>
                <a:cubicBezTo>
                  <a:pt x="204791" y="308515"/>
                  <a:pt x="203653" y="236601"/>
                  <a:pt x="114774" y="161258"/>
                </a:cubicBezTo>
                <a:lnTo>
                  <a:pt x="113636" y="160115"/>
                </a:lnTo>
                <a:lnTo>
                  <a:pt x="114774" y="160115"/>
                </a:lnTo>
                <a:cubicBezTo>
                  <a:pt x="203558" y="83534"/>
                  <a:pt x="204791" y="6953"/>
                  <a:pt x="204791" y="6953"/>
                </a:cubicBezTo>
                <a:cubicBezTo>
                  <a:pt x="204791" y="2286"/>
                  <a:pt x="202420" y="0"/>
                  <a:pt x="197677" y="0"/>
                </a:cubicBezTo>
                <a:cubicBezTo>
                  <a:pt x="194168" y="0"/>
                  <a:pt x="189425" y="2286"/>
                  <a:pt x="189425" y="6953"/>
                </a:cubicBezTo>
                <a:lnTo>
                  <a:pt x="189425" y="15050"/>
                </a:lnTo>
                <a:lnTo>
                  <a:pt x="15366" y="15050"/>
                </a:lnTo>
                <a:lnTo>
                  <a:pt x="15366" y="13906"/>
                </a:lnTo>
                <a:cubicBezTo>
                  <a:pt x="14228" y="10382"/>
                  <a:pt x="14228" y="6953"/>
                  <a:pt x="14228" y="6953"/>
                </a:cubicBezTo>
                <a:cubicBezTo>
                  <a:pt x="14228" y="2286"/>
                  <a:pt x="11857" y="0"/>
                  <a:pt x="7114" y="0"/>
                </a:cubicBezTo>
                <a:cubicBezTo>
                  <a:pt x="3605" y="0"/>
                  <a:pt x="0" y="2286"/>
                  <a:pt x="0" y="6953"/>
                </a:cubicBezTo>
                <a:cubicBezTo>
                  <a:pt x="0" y="6953"/>
                  <a:pt x="0" y="26670"/>
                  <a:pt x="11857" y="56864"/>
                </a:cubicBezTo>
                <a:cubicBezTo>
                  <a:pt x="22481" y="82391"/>
                  <a:pt x="45056" y="120682"/>
                  <a:pt x="90017" y="160115"/>
                </a:cubicBezTo>
                <a:lnTo>
                  <a:pt x="91155" y="160115"/>
                </a:lnTo>
                <a:lnTo>
                  <a:pt x="90017" y="161258"/>
                </a:lnTo>
                <a:cubicBezTo>
                  <a:pt x="0" y="236696"/>
                  <a:pt x="0" y="310896"/>
                  <a:pt x="0" y="312039"/>
                </a:cubicBezTo>
                <a:cubicBezTo>
                  <a:pt x="0" y="316706"/>
                  <a:pt x="3510" y="318992"/>
                  <a:pt x="7114" y="318992"/>
                </a:cubicBezTo>
                <a:cubicBezTo>
                  <a:pt x="11857" y="318992"/>
                  <a:pt x="14228" y="316706"/>
                  <a:pt x="14228" y="312039"/>
                </a:cubicBezTo>
                <a:cubicBezTo>
                  <a:pt x="14228" y="312039"/>
                  <a:pt x="14228" y="308515"/>
                  <a:pt x="15366" y="303943"/>
                </a:cubicBezTo>
                <a:lnTo>
                  <a:pt x="189425" y="303943"/>
                </a:lnTo>
                <a:lnTo>
                  <a:pt x="189425" y="312039"/>
                </a:lnTo>
                <a:cubicBezTo>
                  <a:pt x="189425" y="316706"/>
                  <a:pt x="194168" y="318992"/>
                  <a:pt x="197677" y="31899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4" name="Graphic 121">
            <a:extLst>
              <a:ext uri="{FF2B5EF4-FFF2-40B4-BE49-F238E27FC236}">
                <a16:creationId xmlns:a16="http://schemas.microsoft.com/office/drawing/2014/main" id="{685C0639-C003-9F7C-0BB9-3A4BF007545E}"/>
              </a:ext>
            </a:extLst>
          </p:cNvPr>
          <p:cNvSpPr/>
          <p:nvPr/>
        </p:nvSpPr>
        <p:spPr>
          <a:xfrm>
            <a:off x="3039958" y="2884624"/>
            <a:ext cx="274320" cy="427294"/>
          </a:xfrm>
          <a:custGeom>
            <a:avLst/>
            <a:gdLst>
              <a:gd name="connsiteX0" fmla="*/ 18876 w 204791"/>
              <a:gd name="connsiteY0" fmla="*/ 288798 h 318992"/>
              <a:gd name="connsiteX1" fmla="*/ 18876 w 204791"/>
              <a:gd name="connsiteY1" fmla="*/ 288798 h 318992"/>
              <a:gd name="connsiteX2" fmla="*/ 28362 w 204791"/>
              <a:gd name="connsiteY2" fmla="*/ 259747 h 318992"/>
              <a:gd name="connsiteX3" fmla="*/ 175197 w 204791"/>
              <a:gd name="connsiteY3" fmla="*/ 259747 h 318992"/>
              <a:gd name="connsiteX4" fmla="*/ 187054 w 204791"/>
              <a:gd name="connsiteY4" fmla="*/ 288798 h 318992"/>
              <a:gd name="connsiteX5" fmla="*/ 18876 w 204791"/>
              <a:gd name="connsiteY5" fmla="*/ 288798 h 318992"/>
              <a:gd name="connsiteX6" fmla="*/ 37752 w 204791"/>
              <a:gd name="connsiteY6" fmla="*/ 244697 h 318992"/>
              <a:gd name="connsiteX7" fmla="*/ 56723 w 204791"/>
              <a:gd name="connsiteY7" fmla="*/ 216884 h 318992"/>
              <a:gd name="connsiteX8" fmla="*/ 147879 w 204791"/>
              <a:gd name="connsiteY8" fmla="*/ 216884 h 318992"/>
              <a:gd name="connsiteX9" fmla="*/ 166850 w 204791"/>
              <a:gd name="connsiteY9" fmla="*/ 244697 h 318992"/>
              <a:gd name="connsiteX10" fmla="*/ 166850 w 204791"/>
              <a:gd name="connsiteY10" fmla="*/ 245840 h 318992"/>
              <a:gd name="connsiteX11" fmla="*/ 36614 w 204791"/>
              <a:gd name="connsiteY11" fmla="*/ 245840 h 318992"/>
              <a:gd name="connsiteX12" fmla="*/ 37752 w 204791"/>
              <a:gd name="connsiteY12" fmla="*/ 244697 h 318992"/>
              <a:gd name="connsiteX13" fmla="*/ 69718 w 204791"/>
              <a:gd name="connsiteY13" fmla="*/ 200692 h 318992"/>
              <a:gd name="connsiteX14" fmla="*/ 102917 w 204791"/>
              <a:gd name="connsiteY14" fmla="*/ 169355 h 318992"/>
              <a:gd name="connsiteX15" fmla="*/ 134884 w 204791"/>
              <a:gd name="connsiteY15" fmla="*/ 200692 h 318992"/>
              <a:gd name="connsiteX16" fmla="*/ 136022 w 204791"/>
              <a:gd name="connsiteY16" fmla="*/ 201835 h 318992"/>
              <a:gd name="connsiteX17" fmla="*/ 68485 w 204791"/>
              <a:gd name="connsiteY17" fmla="*/ 201835 h 318992"/>
              <a:gd name="connsiteX18" fmla="*/ 69623 w 204791"/>
              <a:gd name="connsiteY18" fmla="*/ 200692 h 318992"/>
              <a:gd name="connsiteX19" fmla="*/ 69718 w 204791"/>
              <a:gd name="connsiteY19" fmla="*/ 118301 h 318992"/>
              <a:gd name="connsiteX20" fmla="*/ 68580 w 204791"/>
              <a:gd name="connsiteY20" fmla="*/ 117157 h 318992"/>
              <a:gd name="connsiteX21" fmla="*/ 137255 w 204791"/>
              <a:gd name="connsiteY21" fmla="*/ 117157 h 318992"/>
              <a:gd name="connsiteX22" fmla="*/ 136117 w 204791"/>
              <a:gd name="connsiteY22" fmla="*/ 118301 h 318992"/>
              <a:gd name="connsiteX23" fmla="*/ 102917 w 204791"/>
              <a:gd name="connsiteY23" fmla="*/ 149638 h 318992"/>
              <a:gd name="connsiteX24" fmla="*/ 102917 w 204791"/>
              <a:gd name="connsiteY24" fmla="*/ 150781 h 318992"/>
              <a:gd name="connsiteX25" fmla="*/ 102917 w 204791"/>
              <a:gd name="connsiteY25" fmla="*/ 149638 h 318992"/>
              <a:gd name="connsiteX26" fmla="*/ 69718 w 204791"/>
              <a:gd name="connsiteY26" fmla="*/ 118301 h 318992"/>
              <a:gd name="connsiteX27" fmla="*/ 56723 w 204791"/>
              <a:gd name="connsiteY27" fmla="*/ 102013 h 318992"/>
              <a:gd name="connsiteX28" fmla="*/ 37752 w 204791"/>
              <a:gd name="connsiteY28" fmla="*/ 72962 h 318992"/>
              <a:gd name="connsiteX29" fmla="*/ 167988 w 204791"/>
              <a:gd name="connsiteY29" fmla="*/ 72962 h 318992"/>
              <a:gd name="connsiteX30" fmla="*/ 167988 w 204791"/>
              <a:gd name="connsiteY30" fmla="*/ 74105 h 318992"/>
              <a:gd name="connsiteX31" fmla="*/ 149017 w 204791"/>
              <a:gd name="connsiteY31" fmla="*/ 101918 h 318992"/>
              <a:gd name="connsiteX32" fmla="*/ 56628 w 204791"/>
              <a:gd name="connsiteY32" fmla="*/ 101918 h 318992"/>
              <a:gd name="connsiteX33" fmla="*/ 28267 w 204791"/>
              <a:gd name="connsiteY33" fmla="*/ 57912 h 318992"/>
              <a:gd name="connsiteX34" fmla="*/ 18781 w 204791"/>
              <a:gd name="connsiteY34" fmla="*/ 30099 h 318992"/>
              <a:gd name="connsiteX35" fmla="*/ 186959 w 204791"/>
              <a:gd name="connsiteY35" fmla="*/ 30099 h 318992"/>
              <a:gd name="connsiteX36" fmla="*/ 175102 w 204791"/>
              <a:gd name="connsiteY36" fmla="*/ 59150 h 318992"/>
              <a:gd name="connsiteX37" fmla="*/ 29500 w 204791"/>
              <a:gd name="connsiteY37" fmla="*/ 59150 h 318992"/>
              <a:gd name="connsiteX38" fmla="*/ 28362 w 204791"/>
              <a:gd name="connsiteY38" fmla="*/ 58007 h 318992"/>
              <a:gd name="connsiteX39" fmla="*/ 197677 w 204791"/>
              <a:gd name="connsiteY39" fmla="*/ 318992 h 318992"/>
              <a:gd name="connsiteX40" fmla="*/ 204791 w 204791"/>
              <a:gd name="connsiteY40" fmla="*/ 312039 h 318992"/>
              <a:gd name="connsiteX41" fmla="*/ 114774 w 204791"/>
              <a:gd name="connsiteY41" fmla="*/ 161258 h 318992"/>
              <a:gd name="connsiteX42" fmla="*/ 113636 w 204791"/>
              <a:gd name="connsiteY42" fmla="*/ 160115 h 318992"/>
              <a:gd name="connsiteX43" fmla="*/ 114774 w 204791"/>
              <a:gd name="connsiteY43" fmla="*/ 160115 h 318992"/>
              <a:gd name="connsiteX44" fmla="*/ 204791 w 204791"/>
              <a:gd name="connsiteY44" fmla="*/ 6953 h 318992"/>
              <a:gd name="connsiteX45" fmla="*/ 197677 w 204791"/>
              <a:gd name="connsiteY45" fmla="*/ 0 h 318992"/>
              <a:gd name="connsiteX46" fmla="*/ 189425 w 204791"/>
              <a:gd name="connsiteY46" fmla="*/ 6953 h 318992"/>
              <a:gd name="connsiteX47" fmla="*/ 189425 w 204791"/>
              <a:gd name="connsiteY47" fmla="*/ 15050 h 318992"/>
              <a:gd name="connsiteX48" fmla="*/ 15366 w 204791"/>
              <a:gd name="connsiteY48" fmla="*/ 15050 h 318992"/>
              <a:gd name="connsiteX49" fmla="*/ 15366 w 204791"/>
              <a:gd name="connsiteY49" fmla="*/ 13906 h 318992"/>
              <a:gd name="connsiteX50" fmla="*/ 14228 w 204791"/>
              <a:gd name="connsiteY50" fmla="*/ 6953 h 318992"/>
              <a:gd name="connsiteX51" fmla="*/ 7114 w 204791"/>
              <a:gd name="connsiteY51" fmla="*/ 0 h 318992"/>
              <a:gd name="connsiteX52" fmla="*/ 0 w 204791"/>
              <a:gd name="connsiteY52" fmla="*/ 6953 h 318992"/>
              <a:gd name="connsiteX53" fmla="*/ 11857 w 204791"/>
              <a:gd name="connsiteY53" fmla="*/ 56864 h 318992"/>
              <a:gd name="connsiteX54" fmla="*/ 90017 w 204791"/>
              <a:gd name="connsiteY54" fmla="*/ 160115 h 318992"/>
              <a:gd name="connsiteX55" fmla="*/ 91155 w 204791"/>
              <a:gd name="connsiteY55" fmla="*/ 160115 h 318992"/>
              <a:gd name="connsiteX56" fmla="*/ 90017 w 204791"/>
              <a:gd name="connsiteY56" fmla="*/ 161258 h 318992"/>
              <a:gd name="connsiteX57" fmla="*/ 0 w 204791"/>
              <a:gd name="connsiteY57" fmla="*/ 312039 h 318992"/>
              <a:gd name="connsiteX58" fmla="*/ 7114 w 204791"/>
              <a:gd name="connsiteY58" fmla="*/ 318992 h 318992"/>
              <a:gd name="connsiteX59" fmla="*/ 14228 w 204791"/>
              <a:gd name="connsiteY59" fmla="*/ 312039 h 318992"/>
              <a:gd name="connsiteX60" fmla="*/ 15366 w 204791"/>
              <a:gd name="connsiteY60" fmla="*/ 303943 h 318992"/>
              <a:gd name="connsiteX61" fmla="*/ 189425 w 204791"/>
              <a:gd name="connsiteY61" fmla="*/ 303943 h 318992"/>
              <a:gd name="connsiteX62" fmla="*/ 189425 w 204791"/>
              <a:gd name="connsiteY62" fmla="*/ 312039 h 318992"/>
              <a:gd name="connsiteX63" fmla="*/ 197677 w 204791"/>
              <a:gd name="connsiteY63" fmla="*/ 318992 h 318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04791" h="318992">
                <a:moveTo>
                  <a:pt x="18876" y="288798"/>
                </a:moveTo>
                <a:lnTo>
                  <a:pt x="18876" y="288798"/>
                </a:lnTo>
                <a:cubicBezTo>
                  <a:pt x="21248" y="281845"/>
                  <a:pt x="23619" y="272510"/>
                  <a:pt x="28362" y="259747"/>
                </a:cubicBezTo>
                <a:lnTo>
                  <a:pt x="175197" y="259747"/>
                </a:lnTo>
                <a:cubicBezTo>
                  <a:pt x="179940" y="268986"/>
                  <a:pt x="183449" y="278320"/>
                  <a:pt x="187054" y="288798"/>
                </a:cubicBezTo>
                <a:lnTo>
                  <a:pt x="18876" y="288798"/>
                </a:lnTo>
                <a:close/>
                <a:moveTo>
                  <a:pt x="37752" y="244697"/>
                </a:moveTo>
                <a:cubicBezTo>
                  <a:pt x="43633" y="234220"/>
                  <a:pt x="49609" y="226124"/>
                  <a:pt x="56723" y="216884"/>
                </a:cubicBezTo>
                <a:lnTo>
                  <a:pt x="147879" y="216884"/>
                </a:lnTo>
                <a:cubicBezTo>
                  <a:pt x="156131" y="227362"/>
                  <a:pt x="162107" y="235458"/>
                  <a:pt x="166850" y="244697"/>
                </a:cubicBezTo>
                <a:lnTo>
                  <a:pt x="166850" y="245840"/>
                </a:lnTo>
                <a:lnTo>
                  <a:pt x="36614" y="245840"/>
                </a:lnTo>
                <a:lnTo>
                  <a:pt x="37752" y="244697"/>
                </a:lnTo>
                <a:close/>
                <a:moveTo>
                  <a:pt x="69718" y="200692"/>
                </a:moveTo>
                <a:cubicBezTo>
                  <a:pt x="79204" y="191453"/>
                  <a:pt x="89827" y="180975"/>
                  <a:pt x="102917" y="169355"/>
                </a:cubicBezTo>
                <a:cubicBezTo>
                  <a:pt x="114774" y="180975"/>
                  <a:pt x="126631" y="191357"/>
                  <a:pt x="134884" y="200692"/>
                </a:cubicBezTo>
                <a:lnTo>
                  <a:pt x="136022" y="201835"/>
                </a:lnTo>
                <a:lnTo>
                  <a:pt x="68485" y="201835"/>
                </a:lnTo>
                <a:lnTo>
                  <a:pt x="69623" y="200692"/>
                </a:lnTo>
                <a:close/>
                <a:moveTo>
                  <a:pt x="69718" y="118301"/>
                </a:moveTo>
                <a:lnTo>
                  <a:pt x="68580" y="117157"/>
                </a:lnTo>
                <a:lnTo>
                  <a:pt x="137255" y="117157"/>
                </a:lnTo>
                <a:lnTo>
                  <a:pt x="136117" y="118301"/>
                </a:lnTo>
                <a:cubicBezTo>
                  <a:pt x="127864" y="128778"/>
                  <a:pt x="116007" y="139160"/>
                  <a:pt x="102917" y="149638"/>
                </a:cubicBezTo>
                <a:lnTo>
                  <a:pt x="102917" y="150781"/>
                </a:lnTo>
                <a:lnTo>
                  <a:pt x="102917" y="149638"/>
                </a:lnTo>
                <a:cubicBezTo>
                  <a:pt x="89922" y="139160"/>
                  <a:pt x="78066" y="128778"/>
                  <a:pt x="69718" y="118301"/>
                </a:cubicBezTo>
                <a:close/>
                <a:moveTo>
                  <a:pt x="56723" y="102013"/>
                </a:moveTo>
                <a:cubicBezTo>
                  <a:pt x="48471" y="91535"/>
                  <a:pt x="42495" y="83439"/>
                  <a:pt x="37752" y="72962"/>
                </a:cubicBezTo>
                <a:lnTo>
                  <a:pt x="167988" y="72962"/>
                </a:lnTo>
                <a:lnTo>
                  <a:pt x="167988" y="74105"/>
                </a:lnTo>
                <a:cubicBezTo>
                  <a:pt x="162107" y="84582"/>
                  <a:pt x="156131" y="92678"/>
                  <a:pt x="149017" y="101918"/>
                </a:cubicBezTo>
                <a:lnTo>
                  <a:pt x="56628" y="101918"/>
                </a:lnTo>
                <a:close/>
                <a:moveTo>
                  <a:pt x="28267" y="57912"/>
                </a:moveTo>
                <a:cubicBezTo>
                  <a:pt x="23524" y="46292"/>
                  <a:pt x="21153" y="35909"/>
                  <a:pt x="18781" y="30099"/>
                </a:cubicBezTo>
                <a:lnTo>
                  <a:pt x="186959" y="30099"/>
                </a:lnTo>
                <a:cubicBezTo>
                  <a:pt x="183449" y="40577"/>
                  <a:pt x="179845" y="49816"/>
                  <a:pt x="175102" y="59150"/>
                </a:cubicBezTo>
                <a:lnTo>
                  <a:pt x="29500" y="59150"/>
                </a:lnTo>
                <a:lnTo>
                  <a:pt x="28362" y="58007"/>
                </a:lnTo>
                <a:close/>
                <a:moveTo>
                  <a:pt x="197677" y="318992"/>
                </a:moveTo>
                <a:cubicBezTo>
                  <a:pt x="202420" y="318992"/>
                  <a:pt x="204791" y="316706"/>
                  <a:pt x="204791" y="312039"/>
                </a:cubicBezTo>
                <a:cubicBezTo>
                  <a:pt x="204791" y="308515"/>
                  <a:pt x="203653" y="236601"/>
                  <a:pt x="114774" y="161258"/>
                </a:cubicBezTo>
                <a:lnTo>
                  <a:pt x="113636" y="160115"/>
                </a:lnTo>
                <a:lnTo>
                  <a:pt x="114774" y="160115"/>
                </a:lnTo>
                <a:cubicBezTo>
                  <a:pt x="203558" y="83534"/>
                  <a:pt x="204791" y="6953"/>
                  <a:pt x="204791" y="6953"/>
                </a:cubicBezTo>
                <a:cubicBezTo>
                  <a:pt x="204791" y="2286"/>
                  <a:pt x="202420" y="0"/>
                  <a:pt x="197677" y="0"/>
                </a:cubicBezTo>
                <a:cubicBezTo>
                  <a:pt x="194168" y="0"/>
                  <a:pt x="189425" y="2286"/>
                  <a:pt x="189425" y="6953"/>
                </a:cubicBezTo>
                <a:lnTo>
                  <a:pt x="189425" y="15050"/>
                </a:lnTo>
                <a:lnTo>
                  <a:pt x="15366" y="15050"/>
                </a:lnTo>
                <a:lnTo>
                  <a:pt x="15366" y="13906"/>
                </a:lnTo>
                <a:cubicBezTo>
                  <a:pt x="14228" y="10382"/>
                  <a:pt x="14228" y="6953"/>
                  <a:pt x="14228" y="6953"/>
                </a:cubicBezTo>
                <a:cubicBezTo>
                  <a:pt x="14228" y="2286"/>
                  <a:pt x="11857" y="0"/>
                  <a:pt x="7114" y="0"/>
                </a:cubicBezTo>
                <a:cubicBezTo>
                  <a:pt x="3605" y="0"/>
                  <a:pt x="0" y="2286"/>
                  <a:pt x="0" y="6953"/>
                </a:cubicBezTo>
                <a:cubicBezTo>
                  <a:pt x="0" y="6953"/>
                  <a:pt x="0" y="26670"/>
                  <a:pt x="11857" y="56864"/>
                </a:cubicBezTo>
                <a:cubicBezTo>
                  <a:pt x="22481" y="82391"/>
                  <a:pt x="45056" y="120682"/>
                  <a:pt x="90017" y="160115"/>
                </a:cubicBezTo>
                <a:lnTo>
                  <a:pt x="91155" y="160115"/>
                </a:lnTo>
                <a:lnTo>
                  <a:pt x="90017" y="161258"/>
                </a:lnTo>
                <a:cubicBezTo>
                  <a:pt x="0" y="236696"/>
                  <a:pt x="0" y="310896"/>
                  <a:pt x="0" y="312039"/>
                </a:cubicBezTo>
                <a:cubicBezTo>
                  <a:pt x="0" y="316706"/>
                  <a:pt x="3510" y="318992"/>
                  <a:pt x="7114" y="318992"/>
                </a:cubicBezTo>
                <a:cubicBezTo>
                  <a:pt x="11857" y="318992"/>
                  <a:pt x="14228" y="316706"/>
                  <a:pt x="14228" y="312039"/>
                </a:cubicBezTo>
                <a:cubicBezTo>
                  <a:pt x="14228" y="312039"/>
                  <a:pt x="14228" y="308515"/>
                  <a:pt x="15366" y="303943"/>
                </a:cubicBezTo>
                <a:lnTo>
                  <a:pt x="189425" y="303943"/>
                </a:lnTo>
                <a:lnTo>
                  <a:pt x="189425" y="312039"/>
                </a:lnTo>
                <a:cubicBezTo>
                  <a:pt x="189425" y="316706"/>
                  <a:pt x="194168" y="318992"/>
                  <a:pt x="197677" y="31899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5" name="Graphic 121">
            <a:extLst>
              <a:ext uri="{FF2B5EF4-FFF2-40B4-BE49-F238E27FC236}">
                <a16:creationId xmlns:a16="http://schemas.microsoft.com/office/drawing/2014/main" id="{EC225376-7FF0-4BA6-C4C1-DF4BEE6D2F84}"/>
              </a:ext>
            </a:extLst>
          </p:cNvPr>
          <p:cNvSpPr/>
          <p:nvPr/>
        </p:nvSpPr>
        <p:spPr>
          <a:xfrm>
            <a:off x="2277958" y="3506924"/>
            <a:ext cx="274320" cy="427294"/>
          </a:xfrm>
          <a:custGeom>
            <a:avLst/>
            <a:gdLst>
              <a:gd name="connsiteX0" fmla="*/ 18876 w 204791"/>
              <a:gd name="connsiteY0" fmla="*/ 288798 h 318992"/>
              <a:gd name="connsiteX1" fmla="*/ 18876 w 204791"/>
              <a:gd name="connsiteY1" fmla="*/ 288798 h 318992"/>
              <a:gd name="connsiteX2" fmla="*/ 28362 w 204791"/>
              <a:gd name="connsiteY2" fmla="*/ 259747 h 318992"/>
              <a:gd name="connsiteX3" fmla="*/ 175197 w 204791"/>
              <a:gd name="connsiteY3" fmla="*/ 259747 h 318992"/>
              <a:gd name="connsiteX4" fmla="*/ 187054 w 204791"/>
              <a:gd name="connsiteY4" fmla="*/ 288798 h 318992"/>
              <a:gd name="connsiteX5" fmla="*/ 18876 w 204791"/>
              <a:gd name="connsiteY5" fmla="*/ 288798 h 318992"/>
              <a:gd name="connsiteX6" fmla="*/ 37752 w 204791"/>
              <a:gd name="connsiteY6" fmla="*/ 244697 h 318992"/>
              <a:gd name="connsiteX7" fmla="*/ 56723 w 204791"/>
              <a:gd name="connsiteY7" fmla="*/ 216884 h 318992"/>
              <a:gd name="connsiteX8" fmla="*/ 147879 w 204791"/>
              <a:gd name="connsiteY8" fmla="*/ 216884 h 318992"/>
              <a:gd name="connsiteX9" fmla="*/ 166850 w 204791"/>
              <a:gd name="connsiteY9" fmla="*/ 244697 h 318992"/>
              <a:gd name="connsiteX10" fmla="*/ 166850 w 204791"/>
              <a:gd name="connsiteY10" fmla="*/ 245840 h 318992"/>
              <a:gd name="connsiteX11" fmla="*/ 36614 w 204791"/>
              <a:gd name="connsiteY11" fmla="*/ 245840 h 318992"/>
              <a:gd name="connsiteX12" fmla="*/ 37752 w 204791"/>
              <a:gd name="connsiteY12" fmla="*/ 244697 h 318992"/>
              <a:gd name="connsiteX13" fmla="*/ 69718 w 204791"/>
              <a:gd name="connsiteY13" fmla="*/ 200692 h 318992"/>
              <a:gd name="connsiteX14" fmla="*/ 102917 w 204791"/>
              <a:gd name="connsiteY14" fmla="*/ 169355 h 318992"/>
              <a:gd name="connsiteX15" fmla="*/ 134884 w 204791"/>
              <a:gd name="connsiteY15" fmla="*/ 200692 h 318992"/>
              <a:gd name="connsiteX16" fmla="*/ 136022 w 204791"/>
              <a:gd name="connsiteY16" fmla="*/ 201835 h 318992"/>
              <a:gd name="connsiteX17" fmla="*/ 68485 w 204791"/>
              <a:gd name="connsiteY17" fmla="*/ 201835 h 318992"/>
              <a:gd name="connsiteX18" fmla="*/ 69623 w 204791"/>
              <a:gd name="connsiteY18" fmla="*/ 200692 h 318992"/>
              <a:gd name="connsiteX19" fmla="*/ 69718 w 204791"/>
              <a:gd name="connsiteY19" fmla="*/ 118301 h 318992"/>
              <a:gd name="connsiteX20" fmla="*/ 68580 w 204791"/>
              <a:gd name="connsiteY20" fmla="*/ 117157 h 318992"/>
              <a:gd name="connsiteX21" fmla="*/ 137255 w 204791"/>
              <a:gd name="connsiteY21" fmla="*/ 117157 h 318992"/>
              <a:gd name="connsiteX22" fmla="*/ 136117 w 204791"/>
              <a:gd name="connsiteY22" fmla="*/ 118301 h 318992"/>
              <a:gd name="connsiteX23" fmla="*/ 102917 w 204791"/>
              <a:gd name="connsiteY23" fmla="*/ 149638 h 318992"/>
              <a:gd name="connsiteX24" fmla="*/ 102917 w 204791"/>
              <a:gd name="connsiteY24" fmla="*/ 150781 h 318992"/>
              <a:gd name="connsiteX25" fmla="*/ 102917 w 204791"/>
              <a:gd name="connsiteY25" fmla="*/ 149638 h 318992"/>
              <a:gd name="connsiteX26" fmla="*/ 69718 w 204791"/>
              <a:gd name="connsiteY26" fmla="*/ 118301 h 318992"/>
              <a:gd name="connsiteX27" fmla="*/ 56723 w 204791"/>
              <a:gd name="connsiteY27" fmla="*/ 102013 h 318992"/>
              <a:gd name="connsiteX28" fmla="*/ 37752 w 204791"/>
              <a:gd name="connsiteY28" fmla="*/ 72962 h 318992"/>
              <a:gd name="connsiteX29" fmla="*/ 167988 w 204791"/>
              <a:gd name="connsiteY29" fmla="*/ 72962 h 318992"/>
              <a:gd name="connsiteX30" fmla="*/ 167988 w 204791"/>
              <a:gd name="connsiteY30" fmla="*/ 74105 h 318992"/>
              <a:gd name="connsiteX31" fmla="*/ 149017 w 204791"/>
              <a:gd name="connsiteY31" fmla="*/ 101918 h 318992"/>
              <a:gd name="connsiteX32" fmla="*/ 56628 w 204791"/>
              <a:gd name="connsiteY32" fmla="*/ 101918 h 318992"/>
              <a:gd name="connsiteX33" fmla="*/ 28267 w 204791"/>
              <a:gd name="connsiteY33" fmla="*/ 57912 h 318992"/>
              <a:gd name="connsiteX34" fmla="*/ 18781 w 204791"/>
              <a:gd name="connsiteY34" fmla="*/ 30099 h 318992"/>
              <a:gd name="connsiteX35" fmla="*/ 186959 w 204791"/>
              <a:gd name="connsiteY35" fmla="*/ 30099 h 318992"/>
              <a:gd name="connsiteX36" fmla="*/ 175102 w 204791"/>
              <a:gd name="connsiteY36" fmla="*/ 59150 h 318992"/>
              <a:gd name="connsiteX37" fmla="*/ 29500 w 204791"/>
              <a:gd name="connsiteY37" fmla="*/ 59150 h 318992"/>
              <a:gd name="connsiteX38" fmla="*/ 28362 w 204791"/>
              <a:gd name="connsiteY38" fmla="*/ 58007 h 318992"/>
              <a:gd name="connsiteX39" fmla="*/ 197677 w 204791"/>
              <a:gd name="connsiteY39" fmla="*/ 318992 h 318992"/>
              <a:gd name="connsiteX40" fmla="*/ 204791 w 204791"/>
              <a:gd name="connsiteY40" fmla="*/ 312039 h 318992"/>
              <a:gd name="connsiteX41" fmla="*/ 114774 w 204791"/>
              <a:gd name="connsiteY41" fmla="*/ 161258 h 318992"/>
              <a:gd name="connsiteX42" fmla="*/ 113636 w 204791"/>
              <a:gd name="connsiteY42" fmla="*/ 160115 h 318992"/>
              <a:gd name="connsiteX43" fmla="*/ 114774 w 204791"/>
              <a:gd name="connsiteY43" fmla="*/ 160115 h 318992"/>
              <a:gd name="connsiteX44" fmla="*/ 204791 w 204791"/>
              <a:gd name="connsiteY44" fmla="*/ 6953 h 318992"/>
              <a:gd name="connsiteX45" fmla="*/ 197677 w 204791"/>
              <a:gd name="connsiteY45" fmla="*/ 0 h 318992"/>
              <a:gd name="connsiteX46" fmla="*/ 189425 w 204791"/>
              <a:gd name="connsiteY46" fmla="*/ 6953 h 318992"/>
              <a:gd name="connsiteX47" fmla="*/ 189425 w 204791"/>
              <a:gd name="connsiteY47" fmla="*/ 15050 h 318992"/>
              <a:gd name="connsiteX48" fmla="*/ 15366 w 204791"/>
              <a:gd name="connsiteY48" fmla="*/ 15050 h 318992"/>
              <a:gd name="connsiteX49" fmla="*/ 15366 w 204791"/>
              <a:gd name="connsiteY49" fmla="*/ 13906 h 318992"/>
              <a:gd name="connsiteX50" fmla="*/ 14228 w 204791"/>
              <a:gd name="connsiteY50" fmla="*/ 6953 h 318992"/>
              <a:gd name="connsiteX51" fmla="*/ 7114 w 204791"/>
              <a:gd name="connsiteY51" fmla="*/ 0 h 318992"/>
              <a:gd name="connsiteX52" fmla="*/ 0 w 204791"/>
              <a:gd name="connsiteY52" fmla="*/ 6953 h 318992"/>
              <a:gd name="connsiteX53" fmla="*/ 11857 w 204791"/>
              <a:gd name="connsiteY53" fmla="*/ 56864 h 318992"/>
              <a:gd name="connsiteX54" fmla="*/ 90017 w 204791"/>
              <a:gd name="connsiteY54" fmla="*/ 160115 h 318992"/>
              <a:gd name="connsiteX55" fmla="*/ 91155 w 204791"/>
              <a:gd name="connsiteY55" fmla="*/ 160115 h 318992"/>
              <a:gd name="connsiteX56" fmla="*/ 90017 w 204791"/>
              <a:gd name="connsiteY56" fmla="*/ 161258 h 318992"/>
              <a:gd name="connsiteX57" fmla="*/ 0 w 204791"/>
              <a:gd name="connsiteY57" fmla="*/ 312039 h 318992"/>
              <a:gd name="connsiteX58" fmla="*/ 7114 w 204791"/>
              <a:gd name="connsiteY58" fmla="*/ 318992 h 318992"/>
              <a:gd name="connsiteX59" fmla="*/ 14228 w 204791"/>
              <a:gd name="connsiteY59" fmla="*/ 312039 h 318992"/>
              <a:gd name="connsiteX60" fmla="*/ 15366 w 204791"/>
              <a:gd name="connsiteY60" fmla="*/ 303943 h 318992"/>
              <a:gd name="connsiteX61" fmla="*/ 189425 w 204791"/>
              <a:gd name="connsiteY61" fmla="*/ 303943 h 318992"/>
              <a:gd name="connsiteX62" fmla="*/ 189425 w 204791"/>
              <a:gd name="connsiteY62" fmla="*/ 312039 h 318992"/>
              <a:gd name="connsiteX63" fmla="*/ 197677 w 204791"/>
              <a:gd name="connsiteY63" fmla="*/ 318992 h 318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04791" h="318992">
                <a:moveTo>
                  <a:pt x="18876" y="288798"/>
                </a:moveTo>
                <a:lnTo>
                  <a:pt x="18876" y="288798"/>
                </a:lnTo>
                <a:cubicBezTo>
                  <a:pt x="21248" y="281845"/>
                  <a:pt x="23619" y="272510"/>
                  <a:pt x="28362" y="259747"/>
                </a:cubicBezTo>
                <a:lnTo>
                  <a:pt x="175197" y="259747"/>
                </a:lnTo>
                <a:cubicBezTo>
                  <a:pt x="179940" y="268986"/>
                  <a:pt x="183449" y="278320"/>
                  <a:pt x="187054" y="288798"/>
                </a:cubicBezTo>
                <a:lnTo>
                  <a:pt x="18876" y="288798"/>
                </a:lnTo>
                <a:close/>
                <a:moveTo>
                  <a:pt x="37752" y="244697"/>
                </a:moveTo>
                <a:cubicBezTo>
                  <a:pt x="43633" y="234220"/>
                  <a:pt x="49609" y="226124"/>
                  <a:pt x="56723" y="216884"/>
                </a:cubicBezTo>
                <a:lnTo>
                  <a:pt x="147879" y="216884"/>
                </a:lnTo>
                <a:cubicBezTo>
                  <a:pt x="156131" y="227362"/>
                  <a:pt x="162107" y="235458"/>
                  <a:pt x="166850" y="244697"/>
                </a:cubicBezTo>
                <a:lnTo>
                  <a:pt x="166850" y="245840"/>
                </a:lnTo>
                <a:lnTo>
                  <a:pt x="36614" y="245840"/>
                </a:lnTo>
                <a:lnTo>
                  <a:pt x="37752" y="244697"/>
                </a:lnTo>
                <a:close/>
                <a:moveTo>
                  <a:pt x="69718" y="200692"/>
                </a:moveTo>
                <a:cubicBezTo>
                  <a:pt x="79204" y="191453"/>
                  <a:pt x="89827" y="180975"/>
                  <a:pt x="102917" y="169355"/>
                </a:cubicBezTo>
                <a:cubicBezTo>
                  <a:pt x="114774" y="180975"/>
                  <a:pt x="126631" y="191357"/>
                  <a:pt x="134884" y="200692"/>
                </a:cubicBezTo>
                <a:lnTo>
                  <a:pt x="136022" y="201835"/>
                </a:lnTo>
                <a:lnTo>
                  <a:pt x="68485" y="201835"/>
                </a:lnTo>
                <a:lnTo>
                  <a:pt x="69623" y="200692"/>
                </a:lnTo>
                <a:close/>
                <a:moveTo>
                  <a:pt x="69718" y="118301"/>
                </a:moveTo>
                <a:lnTo>
                  <a:pt x="68580" y="117157"/>
                </a:lnTo>
                <a:lnTo>
                  <a:pt x="137255" y="117157"/>
                </a:lnTo>
                <a:lnTo>
                  <a:pt x="136117" y="118301"/>
                </a:lnTo>
                <a:cubicBezTo>
                  <a:pt x="127864" y="128778"/>
                  <a:pt x="116007" y="139160"/>
                  <a:pt x="102917" y="149638"/>
                </a:cubicBezTo>
                <a:lnTo>
                  <a:pt x="102917" y="150781"/>
                </a:lnTo>
                <a:lnTo>
                  <a:pt x="102917" y="149638"/>
                </a:lnTo>
                <a:cubicBezTo>
                  <a:pt x="89922" y="139160"/>
                  <a:pt x="78066" y="128778"/>
                  <a:pt x="69718" y="118301"/>
                </a:cubicBezTo>
                <a:close/>
                <a:moveTo>
                  <a:pt x="56723" y="102013"/>
                </a:moveTo>
                <a:cubicBezTo>
                  <a:pt x="48471" y="91535"/>
                  <a:pt x="42495" y="83439"/>
                  <a:pt x="37752" y="72962"/>
                </a:cubicBezTo>
                <a:lnTo>
                  <a:pt x="167988" y="72962"/>
                </a:lnTo>
                <a:lnTo>
                  <a:pt x="167988" y="74105"/>
                </a:lnTo>
                <a:cubicBezTo>
                  <a:pt x="162107" y="84582"/>
                  <a:pt x="156131" y="92678"/>
                  <a:pt x="149017" y="101918"/>
                </a:cubicBezTo>
                <a:lnTo>
                  <a:pt x="56628" y="101918"/>
                </a:lnTo>
                <a:close/>
                <a:moveTo>
                  <a:pt x="28267" y="57912"/>
                </a:moveTo>
                <a:cubicBezTo>
                  <a:pt x="23524" y="46292"/>
                  <a:pt x="21153" y="35909"/>
                  <a:pt x="18781" y="30099"/>
                </a:cubicBezTo>
                <a:lnTo>
                  <a:pt x="186959" y="30099"/>
                </a:lnTo>
                <a:cubicBezTo>
                  <a:pt x="183449" y="40577"/>
                  <a:pt x="179845" y="49816"/>
                  <a:pt x="175102" y="59150"/>
                </a:cubicBezTo>
                <a:lnTo>
                  <a:pt x="29500" y="59150"/>
                </a:lnTo>
                <a:lnTo>
                  <a:pt x="28362" y="58007"/>
                </a:lnTo>
                <a:close/>
                <a:moveTo>
                  <a:pt x="197677" y="318992"/>
                </a:moveTo>
                <a:cubicBezTo>
                  <a:pt x="202420" y="318992"/>
                  <a:pt x="204791" y="316706"/>
                  <a:pt x="204791" y="312039"/>
                </a:cubicBezTo>
                <a:cubicBezTo>
                  <a:pt x="204791" y="308515"/>
                  <a:pt x="203653" y="236601"/>
                  <a:pt x="114774" y="161258"/>
                </a:cubicBezTo>
                <a:lnTo>
                  <a:pt x="113636" y="160115"/>
                </a:lnTo>
                <a:lnTo>
                  <a:pt x="114774" y="160115"/>
                </a:lnTo>
                <a:cubicBezTo>
                  <a:pt x="203558" y="83534"/>
                  <a:pt x="204791" y="6953"/>
                  <a:pt x="204791" y="6953"/>
                </a:cubicBezTo>
                <a:cubicBezTo>
                  <a:pt x="204791" y="2286"/>
                  <a:pt x="202420" y="0"/>
                  <a:pt x="197677" y="0"/>
                </a:cubicBezTo>
                <a:cubicBezTo>
                  <a:pt x="194168" y="0"/>
                  <a:pt x="189425" y="2286"/>
                  <a:pt x="189425" y="6953"/>
                </a:cubicBezTo>
                <a:lnTo>
                  <a:pt x="189425" y="15050"/>
                </a:lnTo>
                <a:lnTo>
                  <a:pt x="15366" y="15050"/>
                </a:lnTo>
                <a:lnTo>
                  <a:pt x="15366" y="13906"/>
                </a:lnTo>
                <a:cubicBezTo>
                  <a:pt x="14228" y="10382"/>
                  <a:pt x="14228" y="6953"/>
                  <a:pt x="14228" y="6953"/>
                </a:cubicBezTo>
                <a:cubicBezTo>
                  <a:pt x="14228" y="2286"/>
                  <a:pt x="11857" y="0"/>
                  <a:pt x="7114" y="0"/>
                </a:cubicBezTo>
                <a:cubicBezTo>
                  <a:pt x="3605" y="0"/>
                  <a:pt x="0" y="2286"/>
                  <a:pt x="0" y="6953"/>
                </a:cubicBezTo>
                <a:cubicBezTo>
                  <a:pt x="0" y="6953"/>
                  <a:pt x="0" y="26670"/>
                  <a:pt x="11857" y="56864"/>
                </a:cubicBezTo>
                <a:cubicBezTo>
                  <a:pt x="22481" y="82391"/>
                  <a:pt x="45056" y="120682"/>
                  <a:pt x="90017" y="160115"/>
                </a:cubicBezTo>
                <a:lnTo>
                  <a:pt x="91155" y="160115"/>
                </a:lnTo>
                <a:lnTo>
                  <a:pt x="90017" y="161258"/>
                </a:lnTo>
                <a:cubicBezTo>
                  <a:pt x="0" y="236696"/>
                  <a:pt x="0" y="310896"/>
                  <a:pt x="0" y="312039"/>
                </a:cubicBezTo>
                <a:cubicBezTo>
                  <a:pt x="0" y="316706"/>
                  <a:pt x="3510" y="318992"/>
                  <a:pt x="7114" y="318992"/>
                </a:cubicBezTo>
                <a:cubicBezTo>
                  <a:pt x="11857" y="318992"/>
                  <a:pt x="14228" y="316706"/>
                  <a:pt x="14228" y="312039"/>
                </a:cubicBezTo>
                <a:cubicBezTo>
                  <a:pt x="14228" y="312039"/>
                  <a:pt x="14228" y="308515"/>
                  <a:pt x="15366" y="303943"/>
                </a:cubicBezTo>
                <a:lnTo>
                  <a:pt x="189425" y="303943"/>
                </a:lnTo>
                <a:lnTo>
                  <a:pt x="189425" y="312039"/>
                </a:lnTo>
                <a:cubicBezTo>
                  <a:pt x="189425" y="316706"/>
                  <a:pt x="194168" y="318992"/>
                  <a:pt x="197677" y="31899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6" name="Graphic 121">
            <a:extLst>
              <a:ext uri="{FF2B5EF4-FFF2-40B4-BE49-F238E27FC236}">
                <a16:creationId xmlns:a16="http://schemas.microsoft.com/office/drawing/2014/main" id="{EC0B442A-E29E-6703-D069-867976258375}"/>
              </a:ext>
            </a:extLst>
          </p:cNvPr>
          <p:cNvSpPr/>
          <p:nvPr/>
        </p:nvSpPr>
        <p:spPr>
          <a:xfrm>
            <a:off x="3039958" y="3506924"/>
            <a:ext cx="274320" cy="427294"/>
          </a:xfrm>
          <a:custGeom>
            <a:avLst/>
            <a:gdLst>
              <a:gd name="connsiteX0" fmla="*/ 18876 w 204791"/>
              <a:gd name="connsiteY0" fmla="*/ 288798 h 318992"/>
              <a:gd name="connsiteX1" fmla="*/ 18876 w 204791"/>
              <a:gd name="connsiteY1" fmla="*/ 288798 h 318992"/>
              <a:gd name="connsiteX2" fmla="*/ 28362 w 204791"/>
              <a:gd name="connsiteY2" fmla="*/ 259747 h 318992"/>
              <a:gd name="connsiteX3" fmla="*/ 175197 w 204791"/>
              <a:gd name="connsiteY3" fmla="*/ 259747 h 318992"/>
              <a:gd name="connsiteX4" fmla="*/ 187054 w 204791"/>
              <a:gd name="connsiteY4" fmla="*/ 288798 h 318992"/>
              <a:gd name="connsiteX5" fmla="*/ 18876 w 204791"/>
              <a:gd name="connsiteY5" fmla="*/ 288798 h 318992"/>
              <a:gd name="connsiteX6" fmla="*/ 37752 w 204791"/>
              <a:gd name="connsiteY6" fmla="*/ 244697 h 318992"/>
              <a:gd name="connsiteX7" fmla="*/ 56723 w 204791"/>
              <a:gd name="connsiteY7" fmla="*/ 216884 h 318992"/>
              <a:gd name="connsiteX8" fmla="*/ 147879 w 204791"/>
              <a:gd name="connsiteY8" fmla="*/ 216884 h 318992"/>
              <a:gd name="connsiteX9" fmla="*/ 166850 w 204791"/>
              <a:gd name="connsiteY9" fmla="*/ 244697 h 318992"/>
              <a:gd name="connsiteX10" fmla="*/ 166850 w 204791"/>
              <a:gd name="connsiteY10" fmla="*/ 245840 h 318992"/>
              <a:gd name="connsiteX11" fmla="*/ 36614 w 204791"/>
              <a:gd name="connsiteY11" fmla="*/ 245840 h 318992"/>
              <a:gd name="connsiteX12" fmla="*/ 37752 w 204791"/>
              <a:gd name="connsiteY12" fmla="*/ 244697 h 318992"/>
              <a:gd name="connsiteX13" fmla="*/ 69718 w 204791"/>
              <a:gd name="connsiteY13" fmla="*/ 200692 h 318992"/>
              <a:gd name="connsiteX14" fmla="*/ 102917 w 204791"/>
              <a:gd name="connsiteY14" fmla="*/ 169355 h 318992"/>
              <a:gd name="connsiteX15" fmla="*/ 134884 w 204791"/>
              <a:gd name="connsiteY15" fmla="*/ 200692 h 318992"/>
              <a:gd name="connsiteX16" fmla="*/ 136022 w 204791"/>
              <a:gd name="connsiteY16" fmla="*/ 201835 h 318992"/>
              <a:gd name="connsiteX17" fmla="*/ 68485 w 204791"/>
              <a:gd name="connsiteY17" fmla="*/ 201835 h 318992"/>
              <a:gd name="connsiteX18" fmla="*/ 69623 w 204791"/>
              <a:gd name="connsiteY18" fmla="*/ 200692 h 318992"/>
              <a:gd name="connsiteX19" fmla="*/ 69718 w 204791"/>
              <a:gd name="connsiteY19" fmla="*/ 118301 h 318992"/>
              <a:gd name="connsiteX20" fmla="*/ 68580 w 204791"/>
              <a:gd name="connsiteY20" fmla="*/ 117157 h 318992"/>
              <a:gd name="connsiteX21" fmla="*/ 137255 w 204791"/>
              <a:gd name="connsiteY21" fmla="*/ 117157 h 318992"/>
              <a:gd name="connsiteX22" fmla="*/ 136117 w 204791"/>
              <a:gd name="connsiteY22" fmla="*/ 118301 h 318992"/>
              <a:gd name="connsiteX23" fmla="*/ 102917 w 204791"/>
              <a:gd name="connsiteY23" fmla="*/ 149638 h 318992"/>
              <a:gd name="connsiteX24" fmla="*/ 102917 w 204791"/>
              <a:gd name="connsiteY24" fmla="*/ 150781 h 318992"/>
              <a:gd name="connsiteX25" fmla="*/ 102917 w 204791"/>
              <a:gd name="connsiteY25" fmla="*/ 149638 h 318992"/>
              <a:gd name="connsiteX26" fmla="*/ 69718 w 204791"/>
              <a:gd name="connsiteY26" fmla="*/ 118301 h 318992"/>
              <a:gd name="connsiteX27" fmla="*/ 56723 w 204791"/>
              <a:gd name="connsiteY27" fmla="*/ 102013 h 318992"/>
              <a:gd name="connsiteX28" fmla="*/ 37752 w 204791"/>
              <a:gd name="connsiteY28" fmla="*/ 72962 h 318992"/>
              <a:gd name="connsiteX29" fmla="*/ 167988 w 204791"/>
              <a:gd name="connsiteY29" fmla="*/ 72962 h 318992"/>
              <a:gd name="connsiteX30" fmla="*/ 167988 w 204791"/>
              <a:gd name="connsiteY30" fmla="*/ 74105 h 318992"/>
              <a:gd name="connsiteX31" fmla="*/ 149017 w 204791"/>
              <a:gd name="connsiteY31" fmla="*/ 101918 h 318992"/>
              <a:gd name="connsiteX32" fmla="*/ 56628 w 204791"/>
              <a:gd name="connsiteY32" fmla="*/ 101918 h 318992"/>
              <a:gd name="connsiteX33" fmla="*/ 28267 w 204791"/>
              <a:gd name="connsiteY33" fmla="*/ 57912 h 318992"/>
              <a:gd name="connsiteX34" fmla="*/ 18781 w 204791"/>
              <a:gd name="connsiteY34" fmla="*/ 30099 h 318992"/>
              <a:gd name="connsiteX35" fmla="*/ 186959 w 204791"/>
              <a:gd name="connsiteY35" fmla="*/ 30099 h 318992"/>
              <a:gd name="connsiteX36" fmla="*/ 175102 w 204791"/>
              <a:gd name="connsiteY36" fmla="*/ 59150 h 318992"/>
              <a:gd name="connsiteX37" fmla="*/ 29500 w 204791"/>
              <a:gd name="connsiteY37" fmla="*/ 59150 h 318992"/>
              <a:gd name="connsiteX38" fmla="*/ 28362 w 204791"/>
              <a:gd name="connsiteY38" fmla="*/ 58007 h 318992"/>
              <a:gd name="connsiteX39" fmla="*/ 197677 w 204791"/>
              <a:gd name="connsiteY39" fmla="*/ 318992 h 318992"/>
              <a:gd name="connsiteX40" fmla="*/ 204791 w 204791"/>
              <a:gd name="connsiteY40" fmla="*/ 312039 h 318992"/>
              <a:gd name="connsiteX41" fmla="*/ 114774 w 204791"/>
              <a:gd name="connsiteY41" fmla="*/ 161258 h 318992"/>
              <a:gd name="connsiteX42" fmla="*/ 113636 w 204791"/>
              <a:gd name="connsiteY42" fmla="*/ 160115 h 318992"/>
              <a:gd name="connsiteX43" fmla="*/ 114774 w 204791"/>
              <a:gd name="connsiteY43" fmla="*/ 160115 h 318992"/>
              <a:gd name="connsiteX44" fmla="*/ 204791 w 204791"/>
              <a:gd name="connsiteY44" fmla="*/ 6953 h 318992"/>
              <a:gd name="connsiteX45" fmla="*/ 197677 w 204791"/>
              <a:gd name="connsiteY45" fmla="*/ 0 h 318992"/>
              <a:gd name="connsiteX46" fmla="*/ 189425 w 204791"/>
              <a:gd name="connsiteY46" fmla="*/ 6953 h 318992"/>
              <a:gd name="connsiteX47" fmla="*/ 189425 w 204791"/>
              <a:gd name="connsiteY47" fmla="*/ 15050 h 318992"/>
              <a:gd name="connsiteX48" fmla="*/ 15366 w 204791"/>
              <a:gd name="connsiteY48" fmla="*/ 15050 h 318992"/>
              <a:gd name="connsiteX49" fmla="*/ 15366 w 204791"/>
              <a:gd name="connsiteY49" fmla="*/ 13906 h 318992"/>
              <a:gd name="connsiteX50" fmla="*/ 14228 w 204791"/>
              <a:gd name="connsiteY50" fmla="*/ 6953 h 318992"/>
              <a:gd name="connsiteX51" fmla="*/ 7114 w 204791"/>
              <a:gd name="connsiteY51" fmla="*/ 0 h 318992"/>
              <a:gd name="connsiteX52" fmla="*/ 0 w 204791"/>
              <a:gd name="connsiteY52" fmla="*/ 6953 h 318992"/>
              <a:gd name="connsiteX53" fmla="*/ 11857 w 204791"/>
              <a:gd name="connsiteY53" fmla="*/ 56864 h 318992"/>
              <a:gd name="connsiteX54" fmla="*/ 90017 w 204791"/>
              <a:gd name="connsiteY54" fmla="*/ 160115 h 318992"/>
              <a:gd name="connsiteX55" fmla="*/ 91155 w 204791"/>
              <a:gd name="connsiteY55" fmla="*/ 160115 h 318992"/>
              <a:gd name="connsiteX56" fmla="*/ 90017 w 204791"/>
              <a:gd name="connsiteY56" fmla="*/ 161258 h 318992"/>
              <a:gd name="connsiteX57" fmla="*/ 0 w 204791"/>
              <a:gd name="connsiteY57" fmla="*/ 312039 h 318992"/>
              <a:gd name="connsiteX58" fmla="*/ 7114 w 204791"/>
              <a:gd name="connsiteY58" fmla="*/ 318992 h 318992"/>
              <a:gd name="connsiteX59" fmla="*/ 14228 w 204791"/>
              <a:gd name="connsiteY59" fmla="*/ 312039 h 318992"/>
              <a:gd name="connsiteX60" fmla="*/ 15366 w 204791"/>
              <a:gd name="connsiteY60" fmla="*/ 303943 h 318992"/>
              <a:gd name="connsiteX61" fmla="*/ 189425 w 204791"/>
              <a:gd name="connsiteY61" fmla="*/ 303943 h 318992"/>
              <a:gd name="connsiteX62" fmla="*/ 189425 w 204791"/>
              <a:gd name="connsiteY62" fmla="*/ 312039 h 318992"/>
              <a:gd name="connsiteX63" fmla="*/ 197677 w 204791"/>
              <a:gd name="connsiteY63" fmla="*/ 318992 h 318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04791" h="318992">
                <a:moveTo>
                  <a:pt x="18876" y="288798"/>
                </a:moveTo>
                <a:lnTo>
                  <a:pt x="18876" y="288798"/>
                </a:lnTo>
                <a:cubicBezTo>
                  <a:pt x="21248" y="281845"/>
                  <a:pt x="23619" y="272510"/>
                  <a:pt x="28362" y="259747"/>
                </a:cubicBezTo>
                <a:lnTo>
                  <a:pt x="175197" y="259747"/>
                </a:lnTo>
                <a:cubicBezTo>
                  <a:pt x="179940" y="268986"/>
                  <a:pt x="183449" y="278320"/>
                  <a:pt x="187054" y="288798"/>
                </a:cubicBezTo>
                <a:lnTo>
                  <a:pt x="18876" y="288798"/>
                </a:lnTo>
                <a:close/>
                <a:moveTo>
                  <a:pt x="37752" y="244697"/>
                </a:moveTo>
                <a:cubicBezTo>
                  <a:pt x="43633" y="234220"/>
                  <a:pt x="49609" y="226124"/>
                  <a:pt x="56723" y="216884"/>
                </a:cubicBezTo>
                <a:lnTo>
                  <a:pt x="147879" y="216884"/>
                </a:lnTo>
                <a:cubicBezTo>
                  <a:pt x="156131" y="227362"/>
                  <a:pt x="162107" y="235458"/>
                  <a:pt x="166850" y="244697"/>
                </a:cubicBezTo>
                <a:lnTo>
                  <a:pt x="166850" y="245840"/>
                </a:lnTo>
                <a:lnTo>
                  <a:pt x="36614" y="245840"/>
                </a:lnTo>
                <a:lnTo>
                  <a:pt x="37752" y="244697"/>
                </a:lnTo>
                <a:close/>
                <a:moveTo>
                  <a:pt x="69718" y="200692"/>
                </a:moveTo>
                <a:cubicBezTo>
                  <a:pt x="79204" y="191453"/>
                  <a:pt x="89827" y="180975"/>
                  <a:pt x="102917" y="169355"/>
                </a:cubicBezTo>
                <a:cubicBezTo>
                  <a:pt x="114774" y="180975"/>
                  <a:pt x="126631" y="191357"/>
                  <a:pt x="134884" y="200692"/>
                </a:cubicBezTo>
                <a:lnTo>
                  <a:pt x="136022" y="201835"/>
                </a:lnTo>
                <a:lnTo>
                  <a:pt x="68485" y="201835"/>
                </a:lnTo>
                <a:lnTo>
                  <a:pt x="69623" y="200692"/>
                </a:lnTo>
                <a:close/>
                <a:moveTo>
                  <a:pt x="69718" y="118301"/>
                </a:moveTo>
                <a:lnTo>
                  <a:pt x="68580" y="117157"/>
                </a:lnTo>
                <a:lnTo>
                  <a:pt x="137255" y="117157"/>
                </a:lnTo>
                <a:lnTo>
                  <a:pt x="136117" y="118301"/>
                </a:lnTo>
                <a:cubicBezTo>
                  <a:pt x="127864" y="128778"/>
                  <a:pt x="116007" y="139160"/>
                  <a:pt x="102917" y="149638"/>
                </a:cubicBezTo>
                <a:lnTo>
                  <a:pt x="102917" y="150781"/>
                </a:lnTo>
                <a:lnTo>
                  <a:pt x="102917" y="149638"/>
                </a:lnTo>
                <a:cubicBezTo>
                  <a:pt x="89922" y="139160"/>
                  <a:pt x="78066" y="128778"/>
                  <a:pt x="69718" y="118301"/>
                </a:cubicBezTo>
                <a:close/>
                <a:moveTo>
                  <a:pt x="56723" y="102013"/>
                </a:moveTo>
                <a:cubicBezTo>
                  <a:pt x="48471" y="91535"/>
                  <a:pt x="42495" y="83439"/>
                  <a:pt x="37752" y="72962"/>
                </a:cubicBezTo>
                <a:lnTo>
                  <a:pt x="167988" y="72962"/>
                </a:lnTo>
                <a:lnTo>
                  <a:pt x="167988" y="74105"/>
                </a:lnTo>
                <a:cubicBezTo>
                  <a:pt x="162107" y="84582"/>
                  <a:pt x="156131" y="92678"/>
                  <a:pt x="149017" y="101918"/>
                </a:cubicBezTo>
                <a:lnTo>
                  <a:pt x="56628" y="101918"/>
                </a:lnTo>
                <a:close/>
                <a:moveTo>
                  <a:pt x="28267" y="57912"/>
                </a:moveTo>
                <a:cubicBezTo>
                  <a:pt x="23524" y="46292"/>
                  <a:pt x="21153" y="35909"/>
                  <a:pt x="18781" y="30099"/>
                </a:cubicBezTo>
                <a:lnTo>
                  <a:pt x="186959" y="30099"/>
                </a:lnTo>
                <a:cubicBezTo>
                  <a:pt x="183449" y="40577"/>
                  <a:pt x="179845" y="49816"/>
                  <a:pt x="175102" y="59150"/>
                </a:cubicBezTo>
                <a:lnTo>
                  <a:pt x="29500" y="59150"/>
                </a:lnTo>
                <a:lnTo>
                  <a:pt x="28362" y="58007"/>
                </a:lnTo>
                <a:close/>
                <a:moveTo>
                  <a:pt x="197677" y="318992"/>
                </a:moveTo>
                <a:cubicBezTo>
                  <a:pt x="202420" y="318992"/>
                  <a:pt x="204791" y="316706"/>
                  <a:pt x="204791" y="312039"/>
                </a:cubicBezTo>
                <a:cubicBezTo>
                  <a:pt x="204791" y="308515"/>
                  <a:pt x="203653" y="236601"/>
                  <a:pt x="114774" y="161258"/>
                </a:cubicBezTo>
                <a:lnTo>
                  <a:pt x="113636" y="160115"/>
                </a:lnTo>
                <a:lnTo>
                  <a:pt x="114774" y="160115"/>
                </a:lnTo>
                <a:cubicBezTo>
                  <a:pt x="203558" y="83534"/>
                  <a:pt x="204791" y="6953"/>
                  <a:pt x="204791" y="6953"/>
                </a:cubicBezTo>
                <a:cubicBezTo>
                  <a:pt x="204791" y="2286"/>
                  <a:pt x="202420" y="0"/>
                  <a:pt x="197677" y="0"/>
                </a:cubicBezTo>
                <a:cubicBezTo>
                  <a:pt x="194168" y="0"/>
                  <a:pt x="189425" y="2286"/>
                  <a:pt x="189425" y="6953"/>
                </a:cubicBezTo>
                <a:lnTo>
                  <a:pt x="189425" y="15050"/>
                </a:lnTo>
                <a:lnTo>
                  <a:pt x="15366" y="15050"/>
                </a:lnTo>
                <a:lnTo>
                  <a:pt x="15366" y="13906"/>
                </a:lnTo>
                <a:cubicBezTo>
                  <a:pt x="14228" y="10382"/>
                  <a:pt x="14228" y="6953"/>
                  <a:pt x="14228" y="6953"/>
                </a:cubicBezTo>
                <a:cubicBezTo>
                  <a:pt x="14228" y="2286"/>
                  <a:pt x="11857" y="0"/>
                  <a:pt x="7114" y="0"/>
                </a:cubicBezTo>
                <a:cubicBezTo>
                  <a:pt x="3605" y="0"/>
                  <a:pt x="0" y="2286"/>
                  <a:pt x="0" y="6953"/>
                </a:cubicBezTo>
                <a:cubicBezTo>
                  <a:pt x="0" y="6953"/>
                  <a:pt x="0" y="26670"/>
                  <a:pt x="11857" y="56864"/>
                </a:cubicBezTo>
                <a:cubicBezTo>
                  <a:pt x="22481" y="82391"/>
                  <a:pt x="45056" y="120682"/>
                  <a:pt x="90017" y="160115"/>
                </a:cubicBezTo>
                <a:lnTo>
                  <a:pt x="91155" y="160115"/>
                </a:lnTo>
                <a:lnTo>
                  <a:pt x="90017" y="161258"/>
                </a:lnTo>
                <a:cubicBezTo>
                  <a:pt x="0" y="236696"/>
                  <a:pt x="0" y="310896"/>
                  <a:pt x="0" y="312039"/>
                </a:cubicBezTo>
                <a:cubicBezTo>
                  <a:pt x="0" y="316706"/>
                  <a:pt x="3510" y="318992"/>
                  <a:pt x="7114" y="318992"/>
                </a:cubicBezTo>
                <a:cubicBezTo>
                  <a:pt x="11857" y="318992"/>
                  <a:pt x="14228" y="316706"/>
                  <a:pt x="14228" y="312039"/>
                </a:cubicBezTo>
                <a:cubicBezTo>
                  <a:pt x="14228" y="312039"/>
                  <a:pt x="14228" y="308515"/>
                  <a:pt x="15366" y="303943"/>
                </a:cubicBezTo>
                <a:lnTo>
                  <a:pt x="189425" y="303943"/>
                </a:lnTo>
                <a:lnTo>
                  <a:pt x="189425" y="312039"/>
                </a:lnTo>
                <a:cubicBezTo>
                  <a:pt x="189425" y="316706"/>
                  <a:pt x="194168" y="318992"/>
                  <a:pt x="197677" y="31899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BB70A7FD-5DEB-C936-60A4-09BC5B0E1673}"/>
              </a:ext>
            </a:extLst>
          </p:cNvPr>
          <p:cNvGrpSpPr/>
          <p:nvPr/>
        </p:nvGrpSpPr>
        <p:grpSpPr>
          <a:xfrm>
            <a:off x="3864616" y="2815932"/>
            <a:ext cx="416758" cy="487121"/>
            <a:chOff x="5932718" y="3229070"/>
            <a:chExt cx="314231" cy="367284"/>
          </a:xfrm>
        </p:grpSpPr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317B8BB4-CC46-24E3-9A01-AA1B99319CCC}"/>
                </a:ext>
              </a:extLst>
            </p:cNvPr>
            <p:cNvSpPr/>
            <p:nvPr/>
          </p:nvSpPr>
          <p:spPr>
            <a:xfrm>
              <a:off x="6051892" y="3374135"/>
              <a:ext cx="75883" cy="77152"/>
            </a:xfrm>
            <a:custGeom>
              <a:avLst/>
              <a:gdLst>
                <a:gd name="connsiteX0" fmla="*/ 37942 w 75883"/>
                <a:gd name="connsiteY0" fmla="*/ 0 h 77152"/>
                <a:gd name="connsiteX1" fmla="*/ 0 w 75883"/>
                <a:gd name="connsiteY1" fmla="*/ 38576 h 77152"/>
                <a:gd name="connsiteX2" fmla="*/ 37942 w 75883"/>
                <a:gd name="connsiteY2" fmla="*/ 77152 h 77152"/>
                <a:gd name="connsiteX3" fmla="*/ 75884 w 75883"/>
                <a:gd name="connsiteY3" fmla="*/ 38576 h 77152"/>
                <a:gd name="connsiteX4" fmla="*/ 37942 w 75883"/>
                <a:gd name="connsiteY4" fmla="*/ 0 h 77152"/>
                <a:gd name="connsiteX5" fmla="*/ 37942 w 75883"/>
                <a:gd name="connsiteY5" fmla="*/ 61722 h 77152"/>
                <a:gd name="connsiteX6" fmla="*/ 15177 w 75883"/>
                <a:gd name="connsiteY6" fmla="*/ 38576 h 77152"/>
                <a:gd name="connsiteX7" fmla="*/ 37942 w 75883"/>
                <a:gd name="connsiteY7" fmla="*/ 15431 h 77152"/>
                <a:gd name="connsiteX8" fmla="*/ 60707 w 75883"/>
                <a:gd name="connsiteY8" fmla="*/ 38576 h 77152"/>
                <a:gd name="connsiteX9" fmla="*/ 37942 w 75883"/>
                <a:gd name="connsiteY9" fmla="*/ 61722 h 7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883" h="77152">
                  <a:moveTo>
                    <a:pt x="37942" y="0"/>
                  </a:moveTo>
                  <a:cubicBezTo>
                    <a:pt x="15177" y="0"/>
                    <a:pt x="0" y="15431"/>
                    <a:pt x="0" y="38576"/>
                  </a:cubicBezTo>
                  <a:cubicBezTo>
                    <a:pt x="0" y="61722"/>
                    <a:pt x="15177" y="77152"/>
                    <a:pt x="37942" y="77152"/>
                  </a:cubicBezTo>
                  <a:cubicBezTo>
                    <a:pt x="60707" y="77152"/>
                    <a:pt x="75884" y="61722"/>
                    <a:pt x="75884" y="38576"/>
                  </a:cubicBezTo>
                  <a:cubicBezTo>
                    <a:pt x="75884" y="15431"/>
                    <a:pt x="60707" y="0"/>
                    <a:pt x="37942" y="0"/>
                  </a:cubicBezTo>
                  <a:close/>
                  <a:moveTo>
                    <a:pt x="37942" y="61722"/>
                  </a:moveTo>
                  <a:cubicBezTo>
                    <a:pt x="26559" y="61722"/>
                    <a:pt x="15177" y="50197"/>
                    <a:pt x="15177" y="38576"/>
                  </a:cubicBezTo>
                  <a:cubicBezTo>
                    <a:pt x="15177" y="26956"/>
                    <a:pt x="26559" y="15431"/>
                    <a:pt x="37942" y="15431"/>
                  </a:cubicBezTo>
                  <a:cubicBezTo>
                    <a:pt x="49325" y="15431"/>
                    <a:pt x="60707" y="26956"/>
                    <a:pt x="60707" y="38576"/>
                  </a:cubicBezTo>
                  <a:cubicBezTo>
                    <a:pt x="60707" y="50197"/>
                    <a:pt x="49325" y="61722"/>
                    <a:pt x="37942" y="61722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95BCDD0-20EA-5210-7493-641079136501}"/>
                </a:ext>
              </a:extLst>
            </p:cNvPr>
            <p:cNvSpPr/>
            <p:nvPr/>
          </p:nvSpPr>
          <p:spPr>
            <a:xfrm>
              <a:off x="5932718" y="3229070"/>
              <a:ext cx="314231" cy="367284"/>
            </a:xfrm>
            <a:custGeom>
              <a:avLst/>
              <a:gdLst>
                <a:gd name="connsiteX0" fmla="*/ 270942 w 314231"/>
                <a:gd name="connsiteY0" fmla="*/ 183642 h 367284"/>
                <a:gd name="connsiteX1" fmla="*/ 293707 w 314231"/>
                <a:gd name="connsiteY1" fmla="*/ 156877 h 367284"/>
                <a:gd name="connsiteX2" fmla="*/ 308883 w 314231"/>
                <a:gd name="connsiteY2" fmla="*/ 80391 h 367284"/>
                <a:gd name="connsiteX3" fmla="*/ 217823 w 314231"/>
                <a:gd name="connsiteY3" fmla="*/ 68866 h 367284"/>
                <a:gd name="connsiteX4" fmla="*/ 157116 w 314231"/>
                <a:gd name="connsiteY4" fmla="*/ 0 h 367284"/>
                <a:gd name="connsiteX5" fmla="*/ 96409 w 314231"/>
                <a:gd name="connsiteY5" fmla="*/ 68866 h 367284"/>
                <a:gd name="connsiteX6" fmla="*/ 5348 w 314231"/>
                <a:gd name="connsiteY6" fmla="*/ 80391 h 367284"/>
                <a:gd name="connsiteX7" fmla="*/ 20525 w 314231"/>
                <a:gd name="connsiteY7" fmla="*/ 156877 h 367284"/>
                <a:gd name="connsiteX8" fmla="*/ 43290 w 314231"/>
                <a:gd name="connsiteY8" fmla="*/ 183642 h 367284"/>
                <a:gd name="connsiteX9" fmla="*/ 20525 w 314231"/>
                <a:gd name="connsiteY9" fmla="*/ 210407 h 367284"/>
                <a:gd name="connsiteX10" fmla="*/ 5348 w 314231"/>
                <a:gd name="connsiteY10" fmla="*/ 286893 h 367284"/>
                <a:gd name="connsiteX11" fmla="*/ 50878 w 314231"/>
                <a:gd name="connsiteY11" fmla="*/ 306038 h 367284"/>
                <a:gd name="connsiteX12" fmla="*/ 96409 w 314231"/>
                <a:gd name="connsiteY12" fmla="*/ 298418 h 367284"/>
                <a:gd name="connsiteX13" fmla="*/ 157116 w 314231"/>
                <a:gd name="connsiteY13" fmla="*/ 367284 h 367284"/>
                <a:gd name="connsiteX14" fmla="*/ 217823 w 314231"/>
                <a:gd name="connsiteY14" fmla="*/ 298418 h 367284"/>
                <a:gd name="connsiteX15" fmla="*/ 263353 w 314231"/>
                <a:gd name="connsiteY15" fmla="*/ 306038 h 367284"/>
                <a:gd name="connsiteX16" fmla="*/ 308883 w 314231"/>
                <a:gd name="connsiteY16" fmla="*/ 286893 h 367284"/>
                <a:gd name="connsiteX17" fmla="*/ 293707 w 314231"/>
                <a:gd name="connsiteY17" fmla="*/ 210407 h 367284"/>
                <a:gd name="connsiteX18" fmla="*/ 270942 w 314231"/>
                <a:gd name="connsiteY18" fmla="*/ 183642 h 367284"/>
                <a:gd name="connsiteX19" fmla="*/ 20430 w 314231"/>
                <a:gd name="connsiteY19" fmla="*/ 279273 h 367284"/>
                <a:gd name="connsiteX20" fmla="*/ 35607 w 314231"/>
                <a:gd name="connsiteY20" fmla="*/ 218027 h 367284"/>
                <a:gd name="connsiteX21" fmla="*/ 50784 w 314231"/>
                <a:gd name="connsiteY21" fmla="*/ 195072 h 367284"/>
                <a:gd name="connsiteX22" fmla="*/ 81137 w 314231"/>
                <a:gd name="connsiteY22" fmla="*/ 221837 h 367284"/>
                <a:gd name="connsiteX23" fmla="*/ 92520 w 314231"/>
                <a:gd name="connsiteY23" fmla="*/ 283083 h 367284"/>
                <a:gd name="connsiteX24" fmla="*/ 20430 w 314231"/>
                <a:gd name="connsiteY24" fmla="*/ 279273 h 367284"/>
                <a:gd name="connsiteX25" fmla="*/ 62166 w 314231"/>
                <a:gd name="connsiteY25" fmla="*/ 183642 h 367284"/>
                <a:gd name="connsiteX26" fmla="*/ 81137 w 314231"/>
                <a:gd name="connsiteY26" fmla="*/ 164497 h 367284"/>
                <a:gd name="connsiteX27" fmla="*/ 81137 w 314231"/>
                <a:gd name="connsiteY27" fmla="*/ 202787 h 367284"/>
                <a:gd name="connsiteX28" fmla="*/ 62166 w 314231"/>
                <a:gd name="connsiteY28" fmla="*/ 183642 h 367284"/>
                <a:gd name="connsiteX29" fmla="*/ 81137 w 314231"/>
                <a:gd name="connsiteY29" fmla="*/ 145351 h 367284"/>
                <a:gd name="connsiteX30" fmla="*/ 50784 w 314231"/>
                <a:gd name="connsiteY30" fmla="*/ 172117 h 367284"/>
                <a:gd name="connsiteX31" fmla="*/ 35607 w 314231"/>
                <a:gd name="connsiteY31" fmla="*/ 149162 h 367284"/>
                <a:gd name="connsiteX32" fmla="*/ 20430 w 314231"/>
                <a:gd name="connsiteY32" fmla="*/ 87916 h 367284"/>
                <a:gd name="connsiteX33" fmla="*/ 92520 w 314231"/>
                <a:gd name="connsiteY33" fmla="*/ 84106 h 367284"/>
                <a:gd name="connsiteX34" fmla="*/ 81137 w 314231"/>
                <a:gd name="connsiteY34" fmla="*/ 145351 h 367284"/>
                <a:gd name="connsiteX35" fmla="*/ 214029 w 314231"/>
                <a:gd name="connsiteY35" fmla="*/ 130112 h 367284"/>
                <a:gd name="connsiteX36" fmla="*/ 198852 w 314231"/>
                <a:gd name="connsiteY36" fmla="*/ 122492 h 367284"/>
                <a:gd name="connsiteX37" fmla="*/ 172292 w 314231"/>
                <a:gd name="connsiteY37" fmla="*/ 103346 h 367284"/>
                <a:gd name="connsiteX38" fmla="*/ 206440 w 314231"/>
                <a:gd name="connsiteY38" fmla="*/ 88011 h 367284"/>
                <a:gd name="connsiteX39" fmla="*/ 214029 w 314231"/>
                <a:gd name="connsiteY39" fmla="*/ 130112 h 367284"/>
                <a:gd name="connsiteX40" fmla="*/ 157116 w 314231"/>
                <a:gd name="connsiteY40" fmla="*/ 15335 h 367284"/>
                <a:gd name="connsiteX41" fmla="*/ 202646 w 314231"/>
                <a:gd name="connsiteY41" fmla="*/ 72771 h 367284"/>
                <a:gd name="connsiteX42" fmla="*/ 157116 w 314231"/>
                <a:gd name="connsiteY42" fmla="*/ 95726 h 367284"/>
                <a:gd name="connsiteX43" fmla="*/ 111585 w 314231"/>
                <a:gd name="connsiteY43" fmla="*/ 72771 h 367284"/>
                <a:gd name="connsiteX44" fmla="*/ 157116 w 314231"/>
                <a:gd name="connsiteY44" fmla="*/ 15335 h 367284"/>
                <a:gd name="connsiteX45" fmla="*/ 107696 w 314231"/>
                <a:gd name="connsiteY45" fmla="*/ 88011 h 367284"/>
                <a:gd name="connsiteX46" fmla="*/ 141844 w 314231"/>
                <a:gd name="connsiteY46" fmla="*/ 103346 h 367284"/>
                <a:gd name="connsiteX47" fmla="*/ 115285 w 314231"/>
                <a:gd name="connsiteY47" fmla="*/ 122492 h 367284"/>
                <a:gd name="connsiteX48" fmla="*/ 100108 w 314231"/>
                <a:gd name="connsiteY48" fmla="*/ 130112 h 367284"/>
                <a:gd name="connsiteX49" fmla="*/ 107696 w 314231"/>
                <a:gd name="connsiteY49" fmla="*/ 88011 h 367284"/>
                <a:gd name="connsiteX50" fmla="*/ 100108 w 314231"/>
                <a:gd name="connsiteY50" fmla="*/ 237268 h 367284"/>
                <a:gd name="connsiteX51" fmla="*/ 115285 w 314231"/>
                <a:gd name="connsiteY51" fmla="*/ 244888 h 367284"/>
                <a:gd name="connsiteX52" fmla="*/ 141844 w 314231"/>
                <a:gd name="connsiteY52" fmla="*/ 264033 h 367284"/>
                <a:gd name="connsiteX53" fmla="*/ 107696 w 314231"/>
                <a:gd name="connsiteY53" fmla="*/ 279368 h 367284"/>
                <a:gd name="connsiteX54" fmla="*/ 100108 w 314231"/>
                <a:gd name="connsiteY54" fmla="*/ 237268 h 367284"/>
                <a:gd name="connsiteX55" fmla="*/ 157116 w 314231"/>
                <a:gd name="connsiteY55" fmla="*/ 352044 h 367284"/>
                <a:gd name="connsiteX56" fmla="*/ 111585 w 314231"/>
                <a:gd name="connsiteY56" fmla="*/ 294608 h 367284"/>
                <a:gd name="connsiteX57" fmla="*/ 157116 w 314231"/>
                <a:gd name="connsiteY57" fmla="*/ 271653 h 367284"/>
                <a:gd name="connsiteX58" fmla="*/ 202646 w 314231"/>
                <a:gd name="connsiteY58" fmla="*/ 294608 h 367284"/>
                <a:gd name="connsiteX59" fmla="*/ 157116 w 314231"/>
                <a:gd name="connsiteY59" fmla="*/ 352044 h 367284"/>
                <a:gd name="connsiteX60" fmla="*/ 206440 w 314231"/>
                <a:gd name="connsiteY60" fmla="*/ 279273 h 367284"/>
                <a:gd name="connsiteX61" fmla="*/ 172292 w 314231"/>
                <a:gd name="connsiteY61" fmla="*/ 263938 h 367284"/>
                <a:gd name="connsiteX62" fmla="*/ 198852 w 314231"/>
                <a:gd name="connsiteY62" fmla="*/ 244793 h 367284"/>
                <a:gd name="connsiteX63" fmla="*/ 214029 w 314231"/>
                <a:gd name="connsiteY63" fmla="*/ 237173 h 367284"/>
                <a:gd name="connsiteX64" fmla="*/ 206440 w 314231"/>
                <a:gd name="connsiteY64" fmla="*/ 279273 h 367284"/>
                <a:gd name="connsiteX65" fmla="*/ 217823 w 314231"/>
                <a:gd name="connsiteY65" fmla="*/ 183642 h 367284"/>
                <a:gd name="connsiteX66" fmla="*/ 217823 w 314231"/>
                <a:gd name="connsiteY66" fmla="*/ 214217 h 367284"/>
                <a:gd name="connsiteX67" fmla="*/ 191263 w 314231"/>
                <a:gd name="connsiteY67" fmla="*/ 233363 h 367284"/>
                <a:gd name="connsiteX68" fmla="*/ 157116 w 314231"/>
                <a:gd name="connsiteY68" fmla="*/ 256318 h 367284"/>
                <a:gd name="connsiteX69" fmla="*/ 122968 w 314231"/>
                <a:gd name="connsiteY69" fmla="*/ 233363 h 367284"/>
                <a:gd name="connsiteX70" fmla="*/ 96409 w 314231"/>
                <a:gd name="connsiteY70" fmla="*/ 214217 h 367284"/>
                <a:gd name="connsiteX71" fmla="*/ 96409 w 314231"/>
                <a:gd name="connsiteY71" fmla="*/ 152972 h 367284"/>
                <a:gd name="connsiteX72" fmla="*/ 122968 w 314231"/>
                <a:gd name="connsiteY72" fmla="*/ 133826 h 367284"/>
                <a:gd name="connsiteX73" fmla="*/ 157116 w 314231"/>
                <a:gd name="connsiteY73" fmla="*/ 110871 h 367284"/>
                <a:gd name="connsiteX74" fmla="*/ 191263 w 314231"/>
                <a:gd name="connsiteY74" fmla="*/ 133826 h 367284"/>
                <a:gd name="connsiteX75" fmla="*/ 217823 w 314231"/>
                <a:gd name="connsiteY75" fmla="*/ 152972 h 367284"/>
                <a:gd name="connsiteX76" fmla="*/ 217823 w 314231"/>
                <a:gd name="connsiteY76" fmla="*/ 183547 h 367284"/>
                <a:gd name="connsiteX77" fmla="*/ 263353 w 314231"/>
                <a:gd name="connsiteY77" fmla="*/ 76486 h 367284"/>
                <a:gd name="connsiteX78" fmla="*/ 293707 w 314231"/>
                <a:gd name="connsiteY78" fmla="*/ 88011 h 367284"/>
                <a:gd name="connsiteX79" fmla="*/ 278530 w 314231"/>
                <a:gd name="connsiteY79" fmla="*/ 149257 h 367284"/>
                <a:gd name="connsiteX80" fmla="*/ 263353 w 314231"/>
                <a:gd name="connsiteY80" fmla="*/ 172212 h 367284"/>
                <a:gd name="connsiteX81" fmla="*/ 233000 w 314231"/>
                <a:gd name="connsiteY81" fmla="*/ 145447 h 367284"/>
                <a:gd name="connsiteX82" fmla="*/ 221617 w 314231"/>
                <a:gd name="connsiteY82" fmla="*/ 84201 h 367284"/>
                <a:gd name="connsiteX83" fmla="*/ 263353 w 314231"/>
                <a:gd name="connsiteY83" fmla="*/ 76581 h 367284"/>
                <a:gd name="connsiteX84" fmla="*/ 251971 w 314231"/>
                <a:gd name="connsiteY84" fmla="*/ 183642 h 367284"/>
                <a:gd name="connsiteX85" fmla="*/ 233000 w 314231"/>
                <a:gd name="connsiteY85" fmla="*/ 202787 h 367284"/>
                <a:gd name="connsiteX86" fmla="*/ 233000 w 314231"/>
                <a:gd name="connsiteY86" fmla="*/ 164497 h 367284"/>
                <a:gd name="connsiteX87" fmla="*/ 251971 w 314231"/>
                <a:gd name="connsiteY87" fmla="*/ 183642 h 367284"/>
                <a:gd name="connsiteX88" fmla="*/ 293707 w 314231"/>
                <a:gd name="connsiteY88" fmla="*/ 279273 h 367284"/>
                <a:gd name="connsiteX89" fmla="*/ 221617 w 314231"/>
                <a:gd name="connsiteY89" fmla="*/ 283083 h 367284"/>
                <a:gd name="connsiteX90" fmla="*/ 233000 w 314231"/>
                <a:gd name="connsiteY90" fmla="*/ 221837 h 367284"/>
                <a:gd name="connsiteX91" fmla="*/ 263353 w 314231"/>
                <a:gd name="connsiteY91" fmla="*/ 195072 h 367284"/>
                <a:gd name="connsiteX92" fmla="*/ 278530 w 314231"/>
                <a:gd name="connsiteY92" fmla="*/ 218027 h 367284"/>
                <a:gd name="connsiteX93" fmla="*/ 293707 w 314231"/>
                <a:gd name="connsiteY93" fmla="*/ 279273 h 36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14231" h="367284">
                  <a:moveTo>
                    <a:pt x="270942" y="183642"/>
                  </a:moveTo>
                  <a:cubicBezTo>
                    <a:pt x="278530" y="176022"/>
                    <a:pt x="286118" y="164497"/>
                    <a:pt x="293707" y="156877"/>
                  </a:cubicBezTo>
                  <a:cubicBezTo>
                    <a:pt x="312678" y="126301"/>
                    <a:pt x="320266" y="95631"/>
                    <a:pt x="308883" y="80391"/>
                  </a:cubicBezTo>
                  <a:cubicBezTo>
                    <a:pt x="293707" y="57436"/>
                    <a:pt x="259559" y="57436"/>
                    <a:pt x="217823" y="68866"/>
                  </a:cubicBezTo>
                  <a:cubicBezTo>
                    <a:pt x="202646" y="26765"/>
                    <a:pt x="179881" y="0"/>
                    <a:pt x="157116" y="0"/>
                  </a:cubicBezTo>
                  <a:cubicBezTo>
                    <a:pt x="134351" y="0"/>
                    <a:pt x="111585" y="26765"/>
                    <a:pt x="96409" y="68866"/>
                  </a:cubicBezTo>
                  <a:cubicBezTo>
                    <a:pt x="54673" y="57341"/>
                    <a:pt x="20525" y="57341"/>
                    <a:pt x="5348" y="80391"/>
                  </a:cubicBezTo>
                  <a:cubicBezTo>
                    <a:pt x="-6034" y="95726"/>
                    <a:pt x="1554" y="126301"/>
                    <a:pt x="20525" y="156877"/>
                  </a:cubicBezTo>
                  <a:cubicBezTo>
                    <a:pt x="28113" y="164497"/>
                    <a:pt x="35702" y="176022"/>
                    <a:pt x="43290" y="183642"/>
                  </a:cubicBezTo>
                  <a:cubicBezTo>
                    <a:pt x="35702" y="191262"/>
                    <a:pt x="28113" y="202787"/>
                    <a:pt x="20525" y="210407"/>
                  </a:cubicBezTo>
                  <a:cubicBezTo>
                    <a:pt x="1554" y="240983"/>
                    <a:pt x="-6034" y="271653"/>
                    <a:pt x="5348" y="286893"/>
                  </a:cubicBezTo>
                  <a:cubicBezTo>
                    <a:pt x="16731" y="298418"/>
                    <a:pt x="31907" y="306038"/>
                    <a:pt x="50878" y="306038"/>
                  </a:cubicBezTo>
                  <a:cubicBezTo>
                    <a:pt x="66055" y="306038"/>
                    <a:pt x="81232" y="302228"/>
                    <a:pt x="96409" y="298418"/>
                  </a:cubicBezTo>
                  <a:cubicBezTo>
                    <a:pt x="111585" y="340519"/>
                    <a:pt x="134351" y="367284"/>
                    <a:pt x="157116" y="367284"/>
                  </a:cubicBezTo>
                  <a:cubicBezTo>
                    <a:pt x="179881" y="367284"/>
                    <a:pt x="202646" y="340519"/>
                    <a:pt x="217823" y="298418"/>
                  </a:cubicBezTo>
                  <a:cubicBezTo>
                    <a:pt x="233000" y="302228"/>
                    <a:pt x="248176" y="306038"/>
                    <a:pt x="263353" y="306038"/>
                  </a:cubicBezTo>
                  <a:cubicBezTo>
                    <a:pt x="282324" y="306038"/>
                    <a:pt x="297501" y="298418"/>
                    <a:pt x="308883" y="286893"/>
                  </a:cubicBezTo>
                  <a:cubicBezTo>
                    <a:pt x="320266" y="271558"/>
                    <a:pt x="312678" y="240983"/>
                    <a:pt x="293707" y="210407"/>
                  </a:cubicBezTo>
                  <a:cubicBezTo>
                    <a:pt x="286118" y="202787"/>
                    <a:pt x="278530" y="191262"/>
                    <a:pt x="270942" y="183642"/>
                  </a:cubicBezTo>
                  <a:close/>
                  <a:moveTo>
                    <a:pt x="20430" y="279273"/>
                  </a:moveTo>
                  <a:cubicBezTo>
                    <a:pt x="12842" y="267748"/>
                    <a:pt x="16636" y="244793"/>
                    <a:pt x="35607" y="218027"/>
                  </a:cubicBezTo>
                  <a:cubicBezTo>
                    <a:pt x="39401" y="210407"/>
                    <a:pt x="46989" y="202692"/>
                    <a:pt x="50784" y="195072"/>
                  </a:cubicBezTo>
                  <a:cubicBezTo>
                    <a:pt x="62166" y="202692"/>
                    <a:pt x="73549" y="214217"/>
                    <a:pt x="81137" y="221837"/>
                  </a:cubicBezTo>
                  <a:cubicBezTo>
                    <a:pt x="84931" y="244793"/>
                    <a:pt x="88725" y="263938"/>
                    <a:pt x="92520" y="283083"/>
                  </a:cubicBezTo>
                  <a:cubicBezTo>
                    <a:pt x="54578" y="294608"/>
                    <a:pt x="28018" y="290703"/>
                    <a:pt x="20430" y="279273"/>
                  </a:cubicBezTo>
                  <a:close/>
                  <a:moveTo>
                    <a:pt x="62166" y="183642"/>
                  </a:moveTo>
                  <a:cubicBezTo>
                    <a:pt x="69754" y="176022"/>
                    <a:pt x="73549" y="172117"/>
                    <a:pt x="81137" y="164497"/>
                  </a:cubicBezTo>
                  <a:lnTo>
                    <a:pt x="81137" y="202787"/>
                  </a:lnTo>
                  <a:cubicBezTo>
                    <a:pt x="73549" y="195167"/>
                    <a:pt x="69754" y="191262"/>
                    <a:pt x="62166" y="183642"/>
                  </a:cubicBezTo>
                  <a:close/>
                  <a:moveTo>
                    <a:pt x="81137" y="145351"/>
                  </a:moveTo>
                  <a:cubicBezTo>
                    <a:pt x="73549" y="152972"/>
                    <a:pt x="62166" y="164497"/>
                    <a:pt x="50784" y="172117"/>
                  </a:cubicBezTo>
                  <a:cubicBezTo>
                    <a:pt x="46989" y="164497"/>
                    <a:pt x="39401" y="156782"/>
                    <a:pt x="35607" y="149162"/>
                  </a:cubicBezTo>
                  <a:cubicBezTo>
                    <a:pt x="16636" y="122396"/>
                    <a:pt x="12842" y="99441"/>
                    <a:pt x="20430" y="87916"/>
                  </a:cubicBezTo>
                  <a:cubicBezTo>
                    <a:pt x="28018" y="76391"/>
                    <a:pt x="54578" y="72580"/>
                    <a:pt x="92520" y="84106"/>
                  </a:cubicBezTo>
                  <a:cubicBezTo>
                    <a:pt x="88725" y="103251"/>
                    <a:pt x="84931" y="122396"/>
                    <a:pt x="81137" y="145351"/>
                  </a:cubicBezTo>
                  <a:close/>
                  <a:moveTo>
                    <a:pt x="214029" y="130112"/>
                  </a:moveTo>
                  <a:cubicBezTo>
                    <a:pt x="210234" y="126301"/>
                    <a:pt x="206440" y="122492"/>
                    <a:pt x="198852" y="122492"/>
                  </a:cubicBezTo>
                  <a:cubicBezTo>
                    <a:pt x="191263" y="114872"/>
                    <a:pt x="183675" y="107156"/>
                    <a:pt x="172292" y="103346"/>
                  </a:cubicBezTo>
                  <a:cubicBezTo>
                    <a:pt x="183675" y="95726"/>
                    <a:pt x="195058" y="91821"/>
                    <a:pt x="206440" y="88011"/>
                  </a:cubicBezTo>
                  <a:cubicBezTo>
                    <a:pt x="210234" y="103346"/>
                    <a:pt x="214029" y="114776"/>
                    <a:pt x="214029" y="130112"/>
                  </a:cubicBezTo>
                  <a:close/>
                  <a:moveTo>
                    <a:pt x="157116" y="15335"/>
                  </a:moveTo>
                  <a:cubicBezTo>
                    <a:pt x="172292" y="15335"/>
                    <a:pt x="191263" y="38291"/>
                    <a:pt x="202646" y="72771"/>
                  </a:cubicBezTo>
                  <a:cubicBezTo>
                    <a:pt x="187469" y="80391"/>
                    <a:pt x="172292" y="84296"/>
                    <a:pt x="157116" y="95726"/>
                  </a:cubicBezTo>
                  <a:cubicBezTo>
                    <a:pt x="141939" y="84201"/>
                    <a:pt x="126762" y="80391"/>
                    <a:pt x="111585" y="72771"/>
                  </a:cubicBezTo>
                  <a:cubicBezTo>
                    <a:pt x="122968" y="38291"/>
                    <a:pt x="141939" y="15335"/>
                    <a:pt x="157116" y="15335"/>
                  </a:cubicBezTo>
                  <a:close/>
                  <a:moveTo>
                    <a:pt x="107696" y="88011"/>
                  </a:moveTo>
                  <a:cubicBezTo>
                    <a:pt x="119079" y="91821"/>
                    <a:pt x="130462" y="95631"/>
                    <a:pt x="141844" y="103346"/>
                  </a:cubicBezTo>
                  <a:cubicBezTo>
                    <a:pt x="130462" y="107156"/>
                    <a:pt x="122873" y="114872"/>
                    <a:pt x="115285" y="122492"/>
                  </a:cubicBezTo>
                  <a:cubicBezTo>
                    <a:pt x="107696" y="122492"/>
                    <a:pt x="103902" y="126301"/>
                    <a:pt x="100108" y="130112"/>
                  </a:cubicBezTo>
                  <a:cubicBezTo>
                    <a:pt x="100108" y="114776"/>
                    <a:pt x="103902" y="103346"/>
                    <a:pt x="107696" y="88011"/>
                  </a:cubicBezTo>
                  <a:close/>
                  <a:moveTo>
                    <a:pt x="100108" y="237268"/>
                  </a:moveTo>
                  <a:cubicBezTo>
                    <a:pt x="103902" y="241078"/>
                    <a:pt x="107696" y="244888"/>
                    <a:pt x="115285" y="244888"/>
                  </a:cubicBezTo>
                  <a:cubicBezTo>
                    <a:pt x="122873" y="252508"/>
                    <a:pt x="130462" y="260223"/>
                    <a:pt x="141844" y="264033"/>
                  </a:cubicBezTo>
                  <a:cubicBezTo>
                    <a:pt x="130462" y="271653"/>
                    <a:pt x="119079" y="275558"/>
                    <a:pt x="107696" y="279368"/>
                  </a:cubicBezTo>
                  <a:cubicBezTo>
                    <a:pt x="103902" y="264033"/>
                    <a:pt x="100108" y="252603"/>
                    <a:pt x="100108" y="237268"/>
                  </a:cubicBezTo>
                  <a:close/>
                  <a:moveTo>
                    <a:pt x="157116" y="352044"/>
                  </a:moveTo>
                  <a:cubicBezTo>
                    <a:pt x="141939" y="352044"/>
                    <a:pt x="122968" y="329089"/>
                    <a:pt x="111585" y="294608"/>
                  </a:cubicBezTo>
                  <a:cubicBezTo>
                    <a:pt x="126762" y="286988"/>
                    <a:pt x="141939" y="283083"/>
                    <a:pt x="157116" y="271653"/>
                  </a:cubicBezTo>
                  <a:cubicBezTo>
                    <a:pt x="172292" y="283178"/>
                    <a:pt x="187469" y="286988"/>
                    <a:pt x="202646" y="294608"/>
                  </a:cubicBezTo>
                  <a:cubicBezTo>
                    <a:pt x="191263" y="329089"/>
                    <a:pt x="172292" y="352044"/>
                    <a:pt x="157116" y="352044"/>
                  </a:cubicBezTo>
                  <a:close/>
                  <a:moveTo>
                    <a:pt x="206440" y="279273"/>
                  </a:moveTo>
                  <a:cubicBezTo>
                    <a:pt x="195058" y="275463"/>
                    <a:pt x="183675" y="271653"/>
                    <a:pt x="172292" y="263938"/>
                  </a:cubicBezTo>
                  <a:cubicBezTo>
                    <a:pt x="183675" y="260128"/>
                    <a:pt x="191263" y="252413"/>
                    <a:pt x="198852" y="244793"/>
                  </a:cubicBezTo>
                  <a:cubicBezTo>
                    <a:pt x="206440" y="244793"/>
                    <a:pt x="210234" y="240983"/>
                    <a:pt x="214029" y="237173"/>
                  </a:cubicBezTo>
                  <a:cubicBezTo>
                    <a:pt x="214029" y="252508"/>
                    <a:pt x="210234" y="263938"/>
                    <a:pt x="206440" y="279273"/>
                  </a:cubicBezTo>
                  <a:close/>
                  <a:moveTo>
                    <a:pt x="217823" y="183642"/>
                  </a:moveTo>
                  <a:lnTo>
                    <a:pt x="217823" y="214217"/>
                  </a:lnTo>
                  <a:cubicBezTo>
                    <a:pt x="210234" y="221837"/>
                    <a:pt x="198852" y="229553"/>
                    <a:pt x="191263" y="233363"/>
                  </a:cubicBezTo>
                  <a:cubicBezTo>
                    <a:pt x="179881" y="240983"/>
                    <a:pt x="168498" y="248698"/>
                    <a:pt x="157116" y="256318"/>
                  </a:cubicBezTo>
                  <a:cubicBezTo>
                    <a:pt x="145733" y="248698"/>
                    <a:pt x="134351" y="240983"/>
                    <a:pt x="122968" y="233363"/>
                  </a:cubicBezTo>
                  <a:cubicBezTo>
                    <a:pt x="115380" y="229553"/>
                    <a:pt x="103997" y="221837"/>
                    <a:pt x="96409" y="214217"/>
                  </a:cubicBezTo>
                  <a:lnTo>
                    <a:pt x="96409" y="152972"/>
                  </a:lnTo>
                  <a:cubicBezTo>
                    <a:pt x="103997" y="145351"/>
                    <a:pt x="115380" y="137636"/>
                    <a:pt x="122968" y="133826"/>
                  </a:cubicBezTo>
                  <a:cubicBezTo>
                    <a:pt x="134351" y="126206"/>
                    <a:pt x="145733" y="118491"/>
                    <a:pt x="157116" y="110871"/>
                  </a:cubicBezTo>
                  <a:cubicBezTo>
                    <a:pt x="168498" y="118491"/>
                    <a:pt x="179881" y="126206"/>
                    <a:pt x="191263" y="133826"/>
                  </a:cubicBezTo>
                  <a:cubicBezTo>
                    <a:pt x="198852" y="137636"/>
                    <a:pt x="210234" y="145351"/>
                    <a:pt x="217823" y="152972"/>
                  </a:cubicBezTo>
                  <a:lnTo>
                    <a:pt x="217823" y="183547"/>
                  </a:lnTo>
                  <a:close/>
                  <a:moveTo>
                    <a:pt x="263353" y="76486"/>
                  </a:moveTo>
                  <a:cubicBezTo>
                    <a:pt x="278530" y="76486"/>
                    <a:pt x="289912" y="80296"/>
                    <a:pt x="293707" y="88011"/>
                  </a:cubicBezTo>
                  <a:cubicBezTo>
                    <a:pt x="301295" y="99536"/>
                    <a:pt x="297501" y="122492"/>
                    <a:pt x="278530" y="149257"/>
                  </a:cubicBezTo>
                  <a:cubicBezTo>
                    <a:pt x="274736" y="156877"/>
                    <a:pt x="267147" y="164592"/>
                    <a:pt x="263353" y="172212"/>
                  </a:cubicBezTo>
                  <a:cubicBezTo>
                    <a:pt x="251971" y="164592"/>
                    <a:pt x="240588" y="153067"/>
                    <a:pt x="233000" y="145447"/>
                  </a:cubicBezTo>
                  <a:cubicBezTo>
                    <a:pt x="229205" y="122492"/>
                    <a:pt x="225411" y="103346"/>
                    <a:pt x="221617" y="84201"/>
                  </a:cubicBezTo>
                  <a:cubicBezTo>
                    <a:pt x="236794" y="80391"/>
                    <a:pt x="251971" y="76581"/>
                    <a:pt x="263353" y="76581"/>
                  </a:cubicBezTo>
                  <a:close/>
                  <a:moveTo>
                    <a:pt x="251971" y="183642"/>
                  </a:moveTo>
                  <a:cubicBezTo>
                    <a:pt x="244382" y="191262"/>
                    <a:pt x="240588" y="195167"/>
                    <a:pt x="233000" y="202787"/>
                  </a:cubicBezTo>
                  <a:lnTo>
                    <a:pt x="233000" y="164497"/>
                  </a:lnTo>
                  <a:cubicBezTo>
                    <a:pt x="240588" y="172117"/>
                    <a:pt x="244382" y="176022"/>
                    <a:pt x="251971" y="183642"/>
                  </a:cubicBezTo>
                  <a:close/>
                  <a:moveTo>
                    <a:pt x="293707" y="279273"/>
                  </a:moveTo>
                  <a:cubicBezTo>
                    <a:pt x="286118" y="290798"/>
                    <a:pt x="259559" y="294608"/>
                    <a:pt x="221617" y="283083"/>
                  </a:cubicBezTo>
                  <a:cubicBezTo>
                    <a:pt x="225411" y="263938"/>
                    <a:pt x="229205" y="244793"/>
                    <a:pt x="233000" y="221837"/>
                  </a:cubicBezTo>
                  <a:cubicBezTo>
                    <a:pt x="240588" y="214217"/>
                    <a:pt x="251971" y="202692"/>
                    <a:pt x="263353" y="195072"/>
                  </a:cubicBezTo>
                  <a:cubicBezTo>
                    <a:pt x="267147" y="202692"/>
                    <a:pt x="274736" y="210407"/>
                    <a:pt x="278530" y="218027"/>
                  </a:cubicBezTo>
                  <a:cubicBezTo>
                    <a:pt x="297501" y="244793"/>
                    <a:pt x="301295" y="267748"/>
                    <a:pt x="293707" y="27927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A2117603-C0A7-EDA9-1846-18187EE21ED3}"/>
              </a:ext>
            </a:extLst>
          </p:cNvPr>
          <p:cNvGrpSpPr/>
          <p:nvPr/>
        </p:nvGrpSpPr>
        <p:grpSpPr>
          <a:xfrm>
            <a:off x="4623441" y="2815932"/>
            <a:ext cx="416758" cy="487121"/>
            <a:chOff x="5932718" y="3229070"/>
            <a:chExt cx="314231" cy="367284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FB5C663B-9A11-031B-D12D-3D4A6B4BD593}"/>
                </a:ext>
              </a:extLst>
            </p:cNvPr>
            <p:cNvSpPr/>
            <p:nvPr/>
          </p:nvSpPr>
          <p:spPr>
            <a:xfrm>
              <a:off x="6051892" y="3374135"/>
              <a:ext cx="75883" cy="77152"/>
            </a:xfrm>
            <a:custGeom>
              <a:avLst/>
              <a:gdLst>
                <a:gd name="connsiteX0" fmla="*/ 37942 w 75883"/>
                <a:gd name="connsiteY0" fmla="*/ 0 h 77152"/>
                <a:gd name="connsiteX1" fmla="*/ 0 w 75883"/>
                <a:gd name="connsiteY1" fmla="*/ 38576 h 77152"/>
                <a:gd name="connsiteX2" fmla="*/ 37942 w 75883"/>
                <a:gd name="connsiteY2" fmla="*/ 77152 h 77152"/>
                <a:gd name="connsiteX3" fmla="*/ 75884 w 75883"/>
                <a:gd name="connsiteY3" fmla="*/ 38576 h 77152"/>
                <a:gd name="connsiteX4" fmla="*/ 37942 w 75883"/>
                <a:gd name="connsiteY4" fmla="*/ 0 h 77152"/>
                <a:gd name="connsiteX5" fmla="*/ 37942 w 75883"/>
                <a:gd name="connsiteY5" fmla="*/ 61722 h 77152"/>
                <a:gd name="connsiteX6" fmla="*/ 15177 w 75883"/>
                <a:gd name="connsiteY6" fmla="*/ 38576 h 77152"/>
                <a:gd name="connsiteX7" fmla="*/ 37942 w 75883"/>
                <a:gd name="connsiteY7" fmla="*/ 15431 h 77152"/>
                <a:gd name="connsiteX8" fmla="*/ 60707 w 75883"/>
                <a:gd name="connsiteY8" fmla="*/ 38576 h 77152"/>
                <a:gd name="connsiteX9" fmla="*/ 37942 w 75883"/>
                <a:gd name="connsiteY9" fmla="*/ 61722 h 7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883" h="77152">
                  <a:moveTo>
                    <a:pt x="37942" y="0"/>
                  </a:moveTo>
                  <a:cubicBezTo>
                    <a:pt x="15177" y="0"/>
                    <a:pt x="0" y="15431"/>
                    <a:pt x="0" y="38576"/>
                  </a:cubicBezTo>
                  <a:cubicBezTo>
                    <a:pt x="0" y="61722"/>
                    <a:pt x="15177" y="77152"/>
                    <a:pt x="37942" y="77152"/>
                  </a:cubicBezTo>
                  <a:cubicBezTo>
                    <a:pt x="60707" y="77152"/>
                    <a:pt x="75884" y="61722"/>
                    <a:pt x="75884" y="38576"/>
                  </a:cubicBezTo>
                  <a:cubicBezTo>
                    <a:pt x="75884" y="15431"/>
                    <a:pt x="60707" y="0"/>
                    <a:pt x="37942" y="0"/>
                  </a:cubicBezTo>
                  <a:close/>
                  <a:moveTo>
                    <a:pt x="37942" y="61722"/>
                  </a:moveTo>
                  <a:cubicBezTo>
                    <a:pt x="26559" y="61722"/>
                    <a:pt x="15177" y="50197"/>
                    <a:pt x="15177" y="38576"/>
                  </a:cubicBezTo>
                  <a:cubicBezTo>
                    <a:pt x="15177" y="26956"/>
                    <a:pt x="26559" y="15431"/>
                    <a:pt x="37942" y="15431"/>
                  </a:cubicBezTo>
                  <a:cubicBezTo>
                    <a:pt x="49325" y="15431"/>
                    <a:pt x="60707" y="26956"/>
                    <a:pt x="60707" y="38576"/>
                  </a:cubicBezTo>
                  <a:cubicBezTo>
                    <a:pt x="60707" y="50197"/>
                    <a:pt x="49325" y="61722"/>
                    <a:pt x="37942" y="61722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AD156160-BD81-BF26-D3D0-FEBA7BC69FF6}"/>
                </a:ext>
              </a:extLst>
            </p:cNvPr>
            <p:cNvSpPr/>
            <p:nvPr/>
          </p:nvSpPr>
          <p:spPr>
            <a:xfrm>
              <a:off x="5932718" y="3229070"/>
              <a:ext cx="314231" cy="367284"/>
            </a:xfrm>
            <a:custGeom>
              <a:avLst/>
              <a:gdLst>
                <a:gd name="connsiteX0" fmla="*/ 270942 w 314231"/>
                <a:gd name="connsiteY0" fmla="*/ 183642 h 367284"/>
                <a:gd name="connsiteX1" fmla="*/ 293707 w 314231"/>
                <a:gd name="connsiteY1" fmla="*/ 156877 h 367284"/>
                <a:gd name="connsiteX2" fmla="*/ 308883 w 314231"/>
                <a:gd name="connsiteY2" fmla="*/ 80391 h 367284"/>
                <a:gd name="connsiteX3" fmla="*/ 217823 w 314231"/>
                <a:gd name="connsiteY3" fmla="*/ 68866 h 367284"/>
                <a:gd name="connsiteX4" fmla="*/ 157116 w 314231"/>
                <a:gd name="connsiteY4" fmla="*/ 0 h 367284"/>
                <a:gd name="connsiteX5" fmla="*/ 96409 w 314231"/>
                <a:gd name="connsiteY5" fmla="*/ 68866 h 367284"/>
                <a:gd name="connsiteX6" fmla="*/ 5348 w 314231"/>
                <a:gd name="connsiteY6" fmla="*/ 80391 h 367284"/>
                <a:gd name="connsiteX7" fmla="*/ 20525 w 314231"/>
                <a:gd name="connsiteY7" fmla="*/ 156877 h 367284"/>
                <a:gd name="connsiteX8" fmla="*/ 43290 w 314231"/>
                <a:gd name="connsiteY8" fmla="*/ 183642 h 367284"/>
                <a:gd name="connsiteX9" fmla="*/ 20525 w 314231"/>
                <a:gd name="connsiteY9" fmla="*/ 210407 h 367284"/>
                <a:gd name="connsiteX10" fmla="*/ 5348 w 314231"/>
                <a:gd name="connsiteY10" fmla="*/ 286893 h 367284"/>
                <a:gd name="connsiteX11" fmla="*/ 50878 w 314231"/>
                <a:gd name="connsiteY11" fmla="*/ 306038 h 367284"/>
                <a:gd name="connsiteX12" fmla="*/ 96409 w 314231"/>
                <a:gd name="connsiteY12" fmla="*/ 298418 h 367284"/>
                <a:gd name="connsiteX13" fmla="*/ 157116 w 314231"/>
                <a:gd name="connsiteY13" fmla="*/ 367284 h 367284"/>
                <a:gd name="connsiteX14" fmla="*/ 217823 w 314231"/>
                <a:gd name="connsiteY14" fmla="*/ 298418 h 367284"/>
                <a:gd name="connsiteX15" fmla="*/ 263353 w 314231"/>
                <a:gd name="connsiteY15" fmla="*/ 306038 h 367284"/>
                <a:gd name="connsiteX16" fmla="*/ 308883 w 314231"/>
                <a:gd name="connsiteY16" fmla="*/ 286893 h 367284"/>
                <a:gd name="connsiteX17" fmla="*/ 293707 w 314231"/>
                <a:gd name="connsiteY17" fmla="*/ 210407 h 367284"/>
                <a:gd name="connsiteX18" fmla="*/ 270942 w 314231"/>
                <a:gd name="connsiteY18" fmla="*/ 183642 h 367284"/>
                <a:gd name="connsiteX19" fmla="*/ 20430 w 314231"/>
                <a:gd name="connsiteY19" fmla="*/ 279273 h 367284"/>
                <a:gd name="connsiteX20" fmla="*/ 35607 w 314231"/>
                <a:gd name="connsiteY20" fmla="*/ 218027 h 367284"/>
                <a:gd name="connsiteX21" fmla="*/ 50784 w 314231"/>
                <a:gd name="connsiteY21" fmla="*/ 195072 h 367284"/>
                <a:gd name="connsiteX22" fmla="*/ 81137 w 314231"/>
                <a:gd name="connsiteY22" fmla="*/ 221837 h 367284"/>
                <a:gd name="connsiteX23" fmla="*/ 92520 w 314231"/>
                <a:gd name="connsiteY23" fmla="*/ 283083 h 367284"/>
                <a:gd name="connsiteX24" fmla="*/ 20430 w 314231"/>
                <a:gd name="connsiteY24" fmla="*/ 279273 h 367284"/>
                <a:gd name="connsiteX25" fmla="*/ 62166 w 314231"/>
                <a:gd name="connsiteY25" fmla="*/ 183642 h 367284"/>
                <a:gd name="connsiteX26" fmla="*/ 81137 w 314231"/>
                <a:gd name="connsiteY26" fmla="*/ 164497 h 367284"/>
                <a:gd name="connsiteX27" fmla="*/ 81137 w 314231"/>
                <a:gd name="connsiteY27" fmla="*/ 202787 h 367284"/>
                <a:gd name="connsiteX28" fmla="*/ 62166 w 314231"/>
                <a:gd name="connsiteY28" fmla="*/ 183642 h 367284"/>
                <a:gd name="connsiteX29" fmla="*/ 81137 w 314231"/>
                <a:gd name="connsiteY29" fmla="*/ 145351 h 367284"/>
                <a:gd name="connsiteX30" fmla="*/ 50784 w 314231"/>
                <a:gd name="connsiteY30" fmla="*/ 172117 h 367284"/>
                <a:gd name="connsiteX31" fmla="*/ 35607 w 314231"/>
                <a:gd name="connsiteY31" fmla="*/ 149162 h 367284"/>
                <a:gd name="connsiteX32" fmla="*/ 20430 w 314231"/>
                <a:gd name="connsiteY32" fmla="*/ 87916 h 367284"/>
                <a:gd name="connsiteX33" fmla="*/ 92520 w 314231"/>
                <a:gd name="connsiteY33" fmla="*/ 84106 h 367284"/>
                <a:gd name="connsiteX34" fmla="*/ 81137 w 314231"/>
                <a:gd name="connsiteY34" fmla="*/ 145351 h 367284"/>
                <a:gd name="connsiteX35" fmla="*/ 214029 w 314231"/>
                <a:gd name="connsiteY35" fmla="*/ 130112 h 367284"/>
                <a:gd name="connsiteX36" fmla="*/ 198852 w 314231"/>
                <a:gd name="connsiteY36" fmla="*/ 122492 h 367284"/>
                <a:gd name="connsiteX37" fmla="*/ 172292 w 314231"/>
                <a:gd name="connsiteY37" fmla="*/ 103346 h 367284"/>
                <a:gd name="connsiteX38" fmla="*/ 206440 w 314231"/>
                <a:gd name="connsiteY38" fmla="*/ 88011 h 367284"/>
                <a:gd name="connsiteX39" fmla="*/ 214029 w 314231"/>
                <a:gd name="connsiteY39" fmla="*/ 130112 h 367284"/>
                <a:gd name="connsiteX40" fmla="*/ 157116 w 314231"/>
                <a:gd name="connsiteY40" fmla="*/ 15335 h 367284"/>
                <a:gd name="connsiteX41" fmla="*/ 202646 w 314231"/>
                <a:gd name="connsiteY41" fmla="*/ 72771 h 367284"/>
                <a:gd name="connsiteX42" fmla="*/ 157116 w 314231"/>
                <a:gd name="connsiteY42" fmla="*/ 95726 h 367284"/>
                <a:gd name="connsiteX43" fmla="*/ 111585 w 314231"/>
                <a:gd name="connsiteY43" fmla="*/ 72771 h 367284"/>
                <a:gd name="connsiteX44" fmla="*/ 157116 w 314231"/>
                <a:gd name="connsiteY44" fmla="*/ 15335 h 367284"/>
                <a:gd name="connsiteX45" fmla="*/ 107696 w 314231"/>
                <a:gd name="connsiteY45" fmla="*/ 88011 h 367284"/>
                <a:gd name="connsiteX46" fmla="*/ 141844 w 314231"/>
                <a:gd name="connsiteY46" fmla="*/ 103346 h 367284"/>
                <a:gd name="connsiteX47" fmla="*/ 115285 w 314231"/>
                <a:gd name="connsiteY47" fmla="*/ 122492 h 367284"/>
                <a:gd name="connsiteX48" fmla="*/ 100108 w 314231"/>
                <a:gd name="connsiteY48" fmla="*/ 130112 h 367284"/>
                <a:gd name="connsiteX49" fmla="*/ 107696 w 314231"/>
                <a:gd name="connsiteY49" fmla="*/ 88011 h 367284"/>
                <a:gd name="connsiteX50" fmla="*/ 100108 w 314231"/>
                <a:gd name="connsiteY50" fmla="*/ 237268 h 367284"/>
                <a:gd name="connsiteX51" fmla="*/ 115285 w 314231"/>
                <a:gd name="connsiteY51" fmla="*/ 244888 h 367284"/>
                <a:gd name="connsiteX52" fmla="*/ 141844 w 314231"/>
                <a:gd name="connsiteY52" fmla="*/ 264033 h 367284"/>
                <a:gd name="connsiteX53" fmla="*/ 107696 w 314231"/>
                <a:gd name="connsiteY53" fmla="*/ 279368 h 367284"/>
                <a:gd name="connsiteX54" fmla="*/ 100108 w 314231"/>
                <a:gd name="connsiteY54" fmla="*/ 237268 h 367284"/>
                <a:gd name="connsiteX55" fmla="*/ 157116 w 314231"/>
                <a:gd name="connsiteY55" fmla="*/ 352044 h 367284"/>
                <a:gd name="connsiteX56" fmla="*/ 111585 w 314231"/>
                <a:gd name="connsiteY56" fmla="*/ 294608 h 367284"/>
                <a:gd name="connsiteX57" fmla="*/ 157116 w 314231"/>
                <a:gd name="connsiteY57" fmla="*/ 271653 h 367284"/>
                <a:gd name="connsiteX58" fmla="*/ 202646 w 314231"/>
                <a:gd name="connsiteY58" fmla="*/ 294608 h 367284"/>
                <a:gd name="connsiteX59" fmla="*/ 157116 w 314231"/>
                <a:gd name="connsiteY59" fmla="*/ 352044 h 367284"/>
                <a:gd name="connsiteX60" fmla="*/ 206440 w 314231"/>
                <a:gd name="connsiteY60" fmla="*/ 279273 h 367284"/>
                <a:gd name="connsiteX61" fmla="*/ 172292 w 314231"/>
                <a:gd name="connsiteY61" fmla="*/ 263938 h 367284"/>
                <a:gd name="connsiteX62" fmla="*/ 198852 w 314231"/>
                <a:gd name="connsiteY62" fmla="*/ 244793 h 367284"/>
                <a:gd name="connsiteX63" fmla="*/ 214029 w 314231"/>
                <a:gd name="connsiteY63" fmla="*/ 237173 h 367284"/>
                <a:gd name="connsiteX64" fmla="*/ 206440 w 314231"/>
                <a:gd name="connsiteY64" fmla="*/ 279273 h 367284"/>
                <a:gd name="connsiteX65" fmla="*/ 217823 w 314231"/>
                <a:gd name="connsiteY65" fmla="*/ 183642 h 367284"/>
                <a:gd name="connsiteX66" fmla="*/ 217823 w 314231"/>
                <a:gd name="connsiteY66" fmla="*/ 214217 h 367284"/>
                <a:gd name="connsiteX67" fmla="*/ 191263 w 314231"/>
                <a:gd name="connsiteY67" fmla="*/ 233363 h 367284"/>
                <a:gd name="connsiteX68" fmla="*/ 157116 w 314231"/>
                <a:gd name="connsiteY68" fmla="*/ 256318 h 367284"/>
                <a:gd name="connsiteX69" fmla="*/ 122968 w 314231"/>
                <a:gd name="connsiteY69" fmla="*/ 233363 h 367284"/>
                <a:gd name="connsiteX70" fmla="*/ 96409 w 314231"/>
                <a:gd name="connsiteY70" fmla="*/ 214217 h 367284"/>
                <a:gd name="connsiteX71" fmla="*/ 96409 w 314231"/>
                <a:gd name="connsiteY71" fmla="*/ 152972 h 367284"/>
                <a:gd name="connsiteX72" fmla="*/ 122968 w 314231"/>
                <a:gd name="connsiteY72" fmla="*/ 133826 h 367284"/>
                <a:gd name="connsiteX73" fmla="*/ 157116 w 314231"/>
                <a:gd name="connsiteY73" fmla="*/ 110871 h 367284"/>
                <a:gd name="connsiteX74" fmla="*/ 191263 w 314231"/>
                <a:gd name="connsiteY74" fmla="*/ 133826 h 367284"/>
                <a:gd name="connsiteX75" fmla="*/ 217823 w 314231"/>
                <a:gd name="connsiteY75" fmla="*/ 152972 h 367284"/>
                <a:gd name="connsiteX76" fmla="*/ 217823 w 314231"/>
                <a:gd name="connsiteY76" fmla="*/ 183547 h 367284"/>
                <a:gd name="connsiteX77" fmla="*/ 263353 w 314231"/>
                <a:gd name="connsiteY77" fmla="*/ 76486 h 367284"/>
                <a:gd name="connsiteX78" fmla="*/ 293707 w 314231"/>
                <a:gd name="connsiteY78" fmla="*/ 88011 h 367284"/>
                <a:gd name="connsiteX79" fmla="*/ 278530 w 314231"/>
                <a:gd name="connsiteY79" fmla="*/ 149257 h 367284"/>
                <a:gd name="connsiteX80" fmla="*/ 263353 w 314231"/>
                <a:gd name="connsiteY80" fmla="*/ 172212 h 367284"/>
                <a:gd name="connsiteX81" fmla="*/ 233000 w 314231"/>
                <a:gd name="connsiteY81" fmla="*/ 145447 h 367284"/>
                <a:gd name="connsiteX82" fmla="*/ 221617 w 314231"/>
                <a:gd name="connsiteY82" fmla="*/ 84201 h 367284"/>
                <a:gd name="connsiteX83" fmla="*/ 263353 w 314231"/>
                <a:gd name="connsiteY83" fmla="*/ 76581 h 367284"/>
                <a:gd name="connsiteX84" fmla="*/ 251971 w 314231"/>
                <a:gd name="connsiteY84" fmla="*/ 183642 h 367284"/>
                <a:gd name="connsiteX85" fmla="*/ 233000 w 314231"/>
                <a:gd name="connsiteY85" fmla="*/ 202787 h 367284"/>
                <a:gd name="connsiteX86" fmla="*/ 233000 w 314231"/>
                <a:gd name="connsiteY86" fmla="*/ 164497 h 367284"/>
                <a:gd name="connsiteX87" fmla="*/ 251971 w 314231"/>
                <a:gd name="connsiteY87" fmla="*/ 183642 h 367284"/>
                <a:gd name="connsiteX88" fmla="*/ 293707 w 314231"/>
                <a:gd name="connsiteY88" fmla="*/ 279273 h 367284"/>
                <a:gd name="connsiteX89" fmla="*/ 221617 w 314231"/>
                <a:gd name="connsiteY89" fmla="*/ 283083 h 367284"/>
                <a:gd name="connsiteX90" fmla="*/ 233000 w 314231"/>
                <a:gd name="connsiteY90" fmla="*/ 221837 h 367284"/>
                <a:gd name="connsiteX91" fmla="*/ 263353 w 314231"/>
                <a:gd name="connsiteY91" fmla="*/ 195072 h 367284"/>
                <a:gd name="connsiteX92" fmla="*/ 278530 w 314231"/>
                <a:gd name="connsiteY92" fmla="*/ 218027 h 367284"/>
                <a:gd name="connsiteX93" fmla="*/ 293707 w 314231"/>
                <a:gd name="connsiteY93" fmla="*/ 279273 h 36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14231" h="367284">
                  <a:moveTo>
                    <a:pt x="270942" y="183642"/>
                  </a:moveTo>
                  <a:cubicBezTo>
                    <a:pt x="278530" y="176022"/>
                    <a:pt x="286118" y="164497"/>
                    <a:pt x="293707" y="156877"/>
                  </a:cubicBezTo>
                  <a:cubicBezTo>
                    <a:pt x="312678" y="126301"/>
                    <a:pt x="320266" y="95631"/>
                    <a:pt x="308883" y="80391"/>
                  </a:cubicBezTo>
                  <a:cubicBezTo>
                    <a:pt x="293707" y="57436"/>
                    <a:pt x="259559" y="57436"/>
                    <a:pt x="217823" y="68866"/>
                  </a:cubicBezTo>
                  <a:cubicBezTo>
                    <a:pt x="202646" y="26765"/>
                    <a:pt x="179881" y="0"/>
                    <a:pt x="157116" y="0"/>
                  </a:cubicBezTo>
                  <a:cubicBezTo>
                    <a:pt x="134351" y="0"/>
                    <a:pt x="111585" y="26765"/>
                    <a:pt x="96409" y="68866"/>
                  </a:cubicBezTo>
                  <a:cubicBezTo>
                    <a:pt x="54673" y="57341"/>
                    <a:pt x="20525" y="57341"/>
                    <a:pt x="5348" y="80391"/>
                  </a:cubicBezTo>
                  <a:cubicBezTo>
                    <a:pt x="-6034" y="95726"/>
                    <a:pt x="1554" y="126301"/>
                    <a:pt x="20525" y="156877"/>
                  </a:cubicBezTo>
                  <a:cubicBezTo>
                    <a:pt x="28113" y="164497"/>
                    <a:pt x="35702" y="176022"/>
                    <a:pt x="43290" y="183642"/>
                  </a:cubicBezTo>
                  <a:cubicBezTo>
                    <a:pt x="35702" y="191262"/>
                    <a:pt x="28113" y="202787"/>
                    <a:pt x="20525" y="210407"/>
                  </a:cubicBezTo>
                  <a:cubicBezTo>
                    <a:pt x="1554" y="240983"/>
                    <a:pt x="-6034" y="271653"/>
                    <a:pt x="5348" y="286893"/>
                  </a:cubicBezTo>
                  <a:cubicBezTo>
                    <a:pt x="16731" y="298418"/>
                    <a:pt x="31907" y="306038"/>
                    <a:pt x="50878" y="306038"/>
                  </a:cubicBezTo>
                  <a:cubicBezTo>
                    <a:pt x="66055" y="306038"/>
                    <a:pt x="81232" y="302228"/>
                    <a:pt x="96409" y="298418"/>
                  </a:cubicBezTo>
                  <a:cubicBezTo>
                    <a:pt x="111585" y="340519"/>
                    <a:pt x="134351" y="367284"/>
                    <a:pt x="157116" y="367284"/>
                  </a:cubicBezTo>
                  <a:cubicBezTo>
                    <a:pt x="179881" y="367284"/>
                    <a:pt x="202646" y="340519"/>
                    <a:pt x="217823" y="298418"/>
                  </a:cubicBezTo>
                  <a:cubicBezTo>
                    <a:pt x="233000" y="302228"/>
                    <a:pt x="248176" y="306038"/>
                    <a:pt x="263353" y="306038"/>
                  </a:cubicBezTo>
                  <a:cubicBezTo>
                    <a:pt x="282324" y="306038"/>
                    <a:pt x="297501" y="298418"/>
                    <a:pt x="308883" y="286893"/>
                  </a:cubicBezTo>
                  <a:cubicBezTo>
                    <a:pt x="320266" y="271558"/>
                    <a:pt x="312678" y="240983"/>
                    <a:pt x="293707" y="210407"/>
                  </a:cubicBezTo>
                  <a:cubicBezTo>
                    <a:pt x="286118" y="202787"/>
                    <a:pt x="278530" y="191262"/>
                    <a:pt x="270942" y="183642"/>
                  </a:cubicBezTo>
                  <a:close/>
                  <a:moveTo>
                    <a:pt x="20430" y="279273"/>
                  </a:moveTo>
                  <a:cubicBezTo>
                    <a:pt x="12842" y="267748"/>
                    <a:pt x="16636" y="244793"/>
                    <a:pt x="35607" y="218027"/>
                  </a:cubicBezTo>
                  <a:cubicBezTo>
                    <a:pt x="39401" y="210407"/>
                    <a:pt x="46989" y="202692"/>
                    <a:pt x="50784" y="195072"/>
                  </a:cubicBezTo>
                  <a:cubicBezTo>
                    <a:pt x="62166" y="202692"/>
                    <a:pt x="73549" y="214217"/>
                    <a:pt x="81137" y="221837"/>
                  </a:cubicBezTo>
                  <a:cubicBezTo>
                    <a:pt x="84931" y="244793"/>
                    <a:pt x="88725" y="263938"/>
                    <a:pt x="92520" y="283083"/>
                  </a:cubicBezTo>
                  <a:cubicBezTo>
                    <a:pt x="54578" y="294608"/>
                    <a:pt x="28018" y="290703"/>
                    <a:pt x="20430" y="279273"/>
                  </a:cubicBezTo>
                  <a:close/>
                  <a:moveTo>
                    <a:pt x="62166" y="183642"/>
                  </a:moveTo>
                  <a:cubicBezTo>
                    <a:pt x="69754" y="176022"/>
                    <a:pt x="73549" y="172117"/>
                    <a:pt x="81137" y="164497"/>
                  </a:cubicBezTo>
                  <a:lnTo>
                    <a:pt x="81137" y="202787"/>
                  </a:lnTo>
                  <a:cubicBezTo>
                    <a:pt x="73549" y="195167"/>
                    <a:pt x="69754" y="191262"/>
                    <a:pt x="62166" y="183642"/>
                  </a:cubicBezTo>
                  <a:close/>
                  <a:moveTo>
                    <a:pt x="81137" y="145351"/>
                  </a:moveTo>
                  <a:cubicBezTo>
                    <a:pt x="73549" y="152972"/>
                    <a:pt x="62166" y="164497"/>
                    <a:pt x="50784" y="172117"/>
                  </a:cubicBezTo>
                  <a:cubicBezTo>
                    <a:pt x="46989" y="164497"/>
                    <a:pt x="39401" y="156782"/>
                    <a:pt x="35607" y="149162"/>
                  </a:cubicBezTo>
                  <a:cubicBezTo>
                    <a:pt x="16636" y="122396"/>
                    <a:pt x="12842" y="99441"/>
                    <a:pt x="20430" y="87916"/>
                  </a:cubicBezTo>
                  <a:cubicBezTo>
                    <a:pt x="28018" y="76391"/>
                    <a:pt x="54578" y="72580"/>
                    <a:pt x="92520" y="84106"/>
                  </a:cubicBezTo>
                  <a:cubicBezTo>
                    <a:pt x="88725" y="103251"/>
                    <a:pt x="84931" y="122396"/>
                    <a:pt x="81137" y="145351"/>
                  </a:cubicBezTo>
                  <a:close/>
                  <a:moveTo>
                    <a:pt x="214029" y="130112"/>
                  </a:moveTo>
                  <a:cubicBezTo>
                    <a:pt x="210234" y="126301"/>
                    <a:pt x="206440" y="122492"/>
                    <a:pt x="198852" y="122492"/>
                  </a:cubicBezTo>
                  <a:cubicBezTo>
                    <a:pt x="191263" y="114872"/>
                    <a:pt x="183675" y="107156"/>
                    <a:pt x="172292" y="103346"/>
                  </a:cubicBezTo>
                  <a:cubicBezTo>
                    <a:pt x="183675" y="95726"/>
                    <a:pt x="195058" y="91821"/>
                    <a:pt x="206440" y="88011"/>
                  </a:cubicBezTo>
                  <a:cubicBezTo>
                    <a:pt x="210234" y="103346"/>
                    <a:pt x="214029" y="114776"/>
                    <a:pt x="214029" y="130112"/>
                  </a:cubicBezTo>
                  <a:close/>
                  <a:moveTo>
                    <a:pt x="157116" y="15335"/>
                  </a:moveTo>
                  <a:cubicBezTo>
                    <a:pt x="172292" y="15335"/>
                    <a:pt x="191263" y="38291"/>
                    <a:pt x="202646" y="72771"/>
                  </a:cubicBezTo>
                  <a:cubicBezTo>
                    <a:pt x="187469" y="80391"/>
                    <a:pt x="172292" y="84296"/>
                    <a:pt x="157116" y="95726"/>
                  </a:cubicBezTo>
                  <a:cubicBezTo>
                    <a:pt x="141939" y="84201"/>
                    <a:pt x="126762" y="80391"/>
                    <a:pt x="111585" y="72771"/>
                  </a:cubicBezTo>
                  <a:cubicBezTo>
                    <a:pt x="122968" y="38291"/>
                    <a:pt x="141939" y="15335"/>
                    <a:pt x="157116" y="15335"/>
                  </a:cubicBezTo>
                  <a:close/>
                  <a:moveTo>
                    <a:pt x="107696" y="88011"/>
                  </a:moveTo>
                  <a:cubicBezTo>
                    <a:pt x="119079" y="91821"/>
                    <a:pt x="130462" y="95631"/>
                    <a:pt x="141844" y="103346"/>
                  </a:cubicBezTo>
                  <a:cubicBezTo>
                    <a:pt x="130462" y="107156"/>
                    <a:pt x="122873" y="114872"/>
                    <a:pt x="115285" y="122492"/>
                  </a:cubicBezTo>
                  <a:cubicBezTo>
                    <a:pt x="107696" y="122492"/>
                    <a:pt x="103902" y="126301"/>
                    <a:pt x="100108" y="130112"/>
                  </a:cubicBezTo>
                  <a:cubicBezTo>
                    <a:pt x="100108" y="114776"/>
                    <a:pt x="103902" y="103346"/>
                    <a:pt x="107696" y="88011"/>
                  </a:cubicBezTo>
                  <a:close/>
                  <a:moveTo>
                    <a:pt x="100108" y="237268"/>
                  </a:moveTo>
                  <a:cubicBezTo>
                    <a:pt x="103902" y="241078"/>
                    <a:pt x="107696" y="244888"/>
                    <a:pt x="115285" y="244888"/>
                  </a:cubicBezTo>
                  <a:cubicBezTo>
                    <a:pt x="122873" y="252508"/>
                    <a:pt x="130462" y="260223"/>
                    <a:pt x="141844" y="264033"/>
                  </a:cubicBezTo>
                  <a:cubicBezTo>
                    <a:pt x="130462" y="271653"/>
                    <a:pt x="119079" y="275558"/>
                    <a:pt x="107696" y="279368"/>
                  </a:cubicBezTo>
                  <a:cubicBezTo>
                    <a:pt x="103902" y="264033"/>
                    <a:pt x="100108" y="252603"/>
                    <a:pt x="100108" y="237268"/>
                  </a:cubicBezTo>
                  <a:close/>
                  <a:moveTo>
                    <a:pt x="157116" y="352044"/>
                  </a:moveTo>
                  <a:cubicBezTo>
                    <a:pt x="141939" y="352044"/>
                    <a:pt x="122968" y="329089"/>
                    <a:pt x="111585" y="294608"/>
                  </a:cubicBezTo>
                  <a:cubicBezTo>
                    <a:pt x="126762" y="286988"/>
                    <a:pt x="141939" y="283083"/>
                    <a:pt x="157116" y="271653"/>
                  </a:cubicBezTo>
                  <a:cubicBezTo>
                    <a:pt x="172292" y="283178"/>
                    <a:pt x="187469" y="286988"/>
                    <a:pt x="202646" y="294608"/>
                  </a:cubicBezTo>
                  <a:cubicBezTo>
                    <a:pt x="191263" y="329089"/>
                    <a:pt x="172292" y="352044"/>
                    <a:pt x="157116" y="352044"/>
                  </a:cubicBezTo>
                  <a:close/>
                  <a:moveTo>
                    <a:pt x="206440" y="279273"/>
                  </a:moveTo>
                  <a:cubicBezTo>
                    <a:pt x="195058" y="275463"/>
                    <a:pt x="183675" y="271653"/>
                    <a:pt x="172292" y="263938"/>
                  </a:cubicBezTo>
                  <a:cubicBezTo>
                    <a:pt x="183675" y="260128"/>
                    <a:pt x="191263" y="252413"/>
                    <a:pt x="198852" y="244793"/>
                  </a:cubicBezTo>
                  <a:cubicBezTo>
                    <a:pt x="206440" y="244793"/>
                    <a:pt x="210234" y="240983"/>
                    <a:pt x="214029" y="237173"/>
                  </a:cubicBezTo>
                  <a:cubicBezTo>
                    <a:pt x="214029" y="252508"/>
                    <a:pt x="210234" y="263938"/>
                    <a:pt x="206440" y="279273"/>
                  </a:cubicBezTo>
                  <a:close/>
                  <a:moveTo>
                    <a:pt x="217823" y="183642"/>
                  </a:moveTo>
                  <a:lnTo>
                    <a:pt x="217823" y="214217"/>
                  </a:lnTo>
                  <a:cubicBezTo>
                    <a:pt x="210234" y="221837"/>
                    <a:pt x="198852" y="229553"/>
                    <a:pt x="191263" y="233363"/>
                  </a:cubicBezTo>
                  <a:cubicBezTo>
                    <a:pt x="179881" y="240983"/>
                    <a:pt x="168498" y="248698"/>
                    <a:pt x="157116" y="256318"/>
                  </a:cubicBezTo>
                  <a:cubicBezTo>
                    <a:pt x="145733" y="248698"/>
                    <a:pt x="134351" y="240983"/>
                    <a:pt x="122968" y="233363"/>
                  </a:cubicBezTo>
                  <a:cubicBezTo>
                    <a:pt x="115380" y="229553"/>
                    <a:pt x="103997" y="221837"/>
                    <a:pt x="96409" y="214217"/>
                  </a:cubicBezTo>
                  <a:lnTo>
                    <a:pt x="96409" y="152972"/>
                  </a:lnTo>
                  <a:cubicBezTo>
                    <a:pt x="103997" y="145351"/>
                    <a:pt x="115380" y="137636"/>
                    <a:pt x="122968" y="133826"/>
                  </a:cubicBezTo>
                  <a:cubicBezTo>
                    <a:pt x="134351" y="126206"/>
                    <a:pt x="145733" y="118491"/>
                    <a:pt x="157116" y="110871"/>
                  </a:cubicBezTo>
                  <a:cubicBezTo>
                    <a:pt x="168498" y="118491"/>
                    <a:pt x="179881" y="126206"/>
                    <a:pt x="191263" y="133826"/>
                  </a:cubicBezTo>
                  <a:cubicBezTo>
                    <a:pt x="198852" y="137636"/>
                    <a:pt x="210234" y="145351"/>
                    <a:pt x="217823" y="152972"/>
                  </a:cubicBezTo>
                  <a:lnTo>
                    <a:pt x="217823" y="183547"/>
                  </a:lnTo>
                  <a:close/>
                  <a:moveTo>
                    <a:pt x="263353" y="76486"/>
                  </a:moveTo>
                  <a:cubicBezTo>
                    <a:pt x="278530" y="76486"/>
                    <a:pt x="289912" y="80296"/>
                    <a:pt x="293707" y="88011"/>
                  </a:cubicBezTo>
                  <a:cubicBezTo>
                    <a:pt x="301295" y="99536"/>
                    <a:pt x="297501" y="122492"/>
                    <a:pt x="278530" y="149257"/>
                  </a:cubicBezTo>
                  <a:cubicBezTo>
                    <a:pt x="274736" y="156877"/>
                    <a:pt x="267147" y="164592"/>
                    <a:pt x="263353" y="172212"/>
                  </a:cubicBezTo>
                  <a:cubicBezTo>
                    <a:pt x="251971" y="164592"/>
                    <a:pt x="240588" y="153067"/>
                    <a:pt x="233000" y="145447"/>
                  </a:cubicBezTo>
                  <a:cubicBezTo>
                    <a:pt x="229205" y="122492"/>
                    <a:pt x="225411" y="103346"/>
                    <a:pt x="221617" y="84201"/>
                  </a:cubicBezTo>
                  <a:cubicBezTo>
                    <a:pt x="236794" y="80391"/>
                    <a:pt x="251971" y="76581"/>
                    <a:pt x="263353" y="76581"/>
                  </a:cubicBezTo>
                  <a:close/>
                  <a:moveTo>
                    <a:pt x="251971" y="183642"/>
                  </a:moveTo>
                  <a:cubicBezTo>
                    <a:pt x="244382" y="191262"/>
                    <a:pt x="240588" y="195167"/>
                    <a:pt x="233000" y="202787"/>
                  </a:cubicBezTo>
                  <a:lnTo>
                    <a:pt x="233000" y="164497"/>
                  </a:lnTo>
                  <a:cubicBezTo>
                    <a:pt x="240588" y="172117"/>
                    <a:pt x="244382" y="176022"/>
                    <a:pt x="251971" y="183642"/>
                  </a:cubicBezTo>
                  <a:close/>
                  <a:moveTo>
                    <a:pt x="293707" y="279273"/>
                  </a:moveTo>
                  <a:cubicBezTo>
                    <a:pt x="286118" y="290798"/>
                    <a:pt x="259559" y="294608"/>
                    <a:pt x="221617" y="283083"/>
                  </a:cubicBezTo>
                  <a:cubicBezTo>
                    <a:pt x="225411" y="263938"/>
                    <a:pt x="229205" y="244793"/>
                    <a:pt x="233000" y="221837"/>
                  </a:cubicBezTo>
                  <a:cubicBezTo>
                    <a:pt x="240588" y="214217"/>
                    <a:pt x="251971" y="202692"/>
                    <a:pt x="263353" y="195072"/>
                  </a:cubicBezTo>
                  <a:cubicBezTo>
                    <a:pt x="267147" y="202692"/>
                    <a:pt x="274736" y="210407"/>
                    <a:pt x="278530" y="218027"/>
                  </a:cubicBezTo>
                  <a:cubicBezTo>
                    <a:pt x="297501" y="244793"/>
                    <a:pt x="301295" y="267748"/>
                    <a:pt x="293707" y="279273"/>
                  </a:cubicBezTo>
                  <a:close/>
                </a:path>
              </a:pathLst>
            </a:custGeom>
            <a:solidFill>
              <a:schemeClr val="accent4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425EA0F7-633A-3951-5996-1341C821FFC6}"/>
              </a:ext>
            </a:extLst>
          </p:cNvPr>
          <p:cNvGrpSpPr/>
          <p:nvPr/>
        </p:nvGrpSpPr>
        <p:grpSpPr>
          <a:xfrm>
            <a:off x="3864616" y="3422357"/>
            <a:ext cx="416758" cy="487121"/>
            <a:chOff x="5932718" y="3229070"/>
            <a:chExt cx="314231" cy="367284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5CD041C9-A190-AC56-E57F-08DBAF1625D5}"/>
                </a:ext>
              </a:extLst>
            </p:cNvPr>
            <p:cNvSpPr/>
            <p:nvPr/>
          </p:nvSpPr>
          <p:spPr>
            <a:xfrm>
              <a:off x="6051892" y="3374135"/>
              <a:ext cx="75883" cy="77152"/>
            </a:xfrm>
            <a:custGeom>
              <a:avLst/>
              <a:gdLst>
                <a:gd name="connsiteX0" fmla="*/ 37942 w 75883"/>
                <a:gd name="connsiteY0" fmla="*/ 0 h 77152"/>
                <a:gd name="connsiteX1" fmla="*/ 0 w 75883"/>
                <a:gd name="connsiteY1" fmla="*/ 38576 h 77152"/>
                <a:gd name="connsiteX2" fmla="*/ 37942 w 75883"/>
                <a:gd name="connsiteY2" fmla="*/ 77152 h 77152"/>
                <a:gd name="connsiteX3" fmla="*/ 75884 w 75883"/>
                <a:gd name="connsiteY3" fmla="*/ 38576 h 77152"/>
                <a:gd name="connsiteX4" fmla="*/ 37942 w 75883"/>
                <a:gd name="connsiteY4" fmla="*/ 0 h 77152"/>
                <a:gd name="connsiteX5" fmla="*/ 37942 w 75883"/>
                <a:gd name="connsiteY5" fmla="*/ 61722 h 77152"/>
                <a:gd name="connsiteX6" fmla="*/ 15177 w 75883"/>
                <a:gd name="connsiteY6" fmla="*/ 38576 h 77152"/>
                <a:gd name="connsiteX7" fmla="*/ 37942 w 75883"/>
                <a:gd name="connsiteY7" fmla="*/ 15431 h 77152"/>
                <a:gd name="connsiteX8" fmla="*/ 60707 w 75883"/>
                <a:gd name="connsiteY8" fmla="*/ 38576 h 77152"/>
                <a:gd name="connsiteX9" fmla="*/ 37942 w 75883"/>
                <a:gd name="connsiteY9" fmla="*/ 61722 h 7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883" h="77152">
                  <a:moveTo>
                    <a:pt x="37942" y="0"/>
                  </a:moveTo>
                  <a:cubicBezTo>
                    <a:pt x="15177" y="0"/>
                    <a:pt x="0" y="15431"/>
                    <a:pt x="0" y="38576"/>
                  </a:cubicBezTo>
                  <a:cubicBezTo>
                    <a:pt x="0" y="61722"/>
                    <a:pt x="15177" y="77152"/>
                    <a:pt x="37942" y="77152"/>
                  </a:cubicBezTo>
                  <a:cubicBezTo>
                    <a:pt x="60707" y="77152"/>
                    <a:pt x="75884" y="61722"/>
                    <a:pt x="75884" y="38576"/>
                  </a:cubicBezTo>
                  <a:cubicBezTo>
                    <a:pt x="75884" y="15431"/>
                    <a:pt x="60707" y="0"/>
                    <a:pt x="37942" y="0"/>
                  </a:cubicBezTo>
                  <a:close/>
                  <a:moveTo>
                    <a:pt x="37942" y="61722"/>
                  </a:moveTo>
                  <a:cubicBezTo>
                    <a:pt x="26559" y="61722"/>
                    <a:pt x="15177" y="50197"/>
                    <a:pt x="15177" y="38576"/>
                  </a:cubicBezTo>
                  <a:cubicBezTo>
                    <a:pt x="15177" y="26956"/>
                    <a:pt x="26559" y="15431"/>
                    <a:pt x="37942" y="15431"/>
                  </a:cubicBezTo>
                  <a:cubicBezTo>
                    <a:pt x="49325" y="15431"/>
                    <a:pt x="60707" y="26956"/>
                    <a:pt x="60707" y="38576"/>
                  </a:cubicBezTo>
                  <a:cubicBezTo>
                    <a:pt x="60707" y="50197"/>
                    <a:pt x="49325" y="61722"/>
                    <a:pt x="37942" y="61722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F77CF373-ECEA-3E74-7A5B-F4F16065F725}"/>
                </a:ext>
              </a:extLst>
            </p:cNvPr>
            <p:cNvSpPr/>
            <p:nvPr/>
          </p:nvSpPr>
          <p:spPr>
            <a:xfrm>
              <a:off x="5932718" y="3229070"/>
              <a:ext cx="314231" cy="367284"/>
            </a:xfrm>
            <a:custGeom>
              <a:avLst/>
              <a:gdLst>
                <a:gd name="connsiteX0" fmla="*/ 270942 w 314231"/>
                <a:gd name="connsiteY0" fmla="*/ 183642 h 367284"/>
                <a:gd name="connsiteX1" fmla="*/ 293707 w 314231"/>
                <a:gd name="connsiteY1" fmla="*/ 156877 h 367284"/>
                <a:gd name="connsiteX2" fmla="*/ 308883 w 314231"/>
                <a:gd name="connsiteY2" fmla="*/ 80391 h 367284"/>
                <a:gd name="connsiteX3" fmla="*/ 217823 w 314231"/>
                <a:gd name="connsiteY3" fmla="*/ 68866 h 367284"/>
                <a:gd name="connsiteX4" fmla="*/ 157116 w 314231"/>
                <a:gd name="connsiteY4" fmla="*/ 0 h 367284"/>
                <a:gd name="connsiteX5" fmla="*/ 96409 w 314231"/>
                <a:gd name="connsiteY5" fmla="*/ 68866 h 367284"/>
                <a:gd name="connsiteX6" fmla="*/ 5348 w 314231"/>
                <a:gd name="connsiteY6" fmla="*/ 80391 h 367284"/>
                <a:gd name="connsiteX7" fmla="*/ 20525 w 314231"/>
                <a:gd name="connsiteY7" fmla="*/ 156877 h 367284"/>
                <a:gd name="connsiteX8" fmla="*/ 43290 w 314231"/>
                <a:gd name="connsiteY8" fmla="*/ 183642 h 367284"/>
                <a:gd name="connsiteX9" fmla="*/ 20525 w 314231"/>
                <a:gd name="connsiteY9" fmla="*/ 210407 h 367284"/>
                <a:gd name="connsiteX10" fmla="*/ 5348 w 314231"/>
                <a:gd name="connsiteY10" fmla="*/ 286893 h 367284"/>
                <a:gd name="connsiteX11" fmla="*/ 50878 w 314231"/>
                <a:gd name="connsiteY11" fmla="*/ 306038 h 367284"/>
                <a:gd name="connsiteX12" fmla="*/ 96409 w 314231"/>
                <a:gd name="connsiteY12" fmla="*/ 298418 h 367284"/>
                <a:gd name="connsiteX13" fmla="*/ 157116 w 314231"/>
                <a:gd name="connsiteY13" fmla="*/ 367284 h 367284"/>
                <a:gd name="connsiteX14" fmla="*/ 217823 w 314231"/>
                <a:gd name="connsiteY14" fmla="*/ 298418 h 367284"/>
                <a:gd name="connsiteX15" fmla="*/ 263353 w 314231"/>
                <a:gd name="connsiteY15" fmla="*/ 306038 h 367284"/>
                <a:gd name="connsiteX16" fmla="*/ 308883 w 314231"/>
                <a:gd name="connsiteY16" fmla="*/ 286893 h 367284"/>
                <a:gd name="connsiteX17" fmla="*/ 293707 w 314231"/>
                <a:gd name="connsiteY17" fmla="*/ 210407 h 367284"/>
                <a:gd name="connsiteX18" fmla="*/ 270942 w 314231"/>
                <a:gd name="connsiteY18" fmla="*/ 183642 h 367284"/>
                <a:gd name="connsiteX19" fmla="*/ 20430 w 314231"/>
                <a:gd name="connsiteY19" fmla="*/ 279273 h 367284"/>
                <a:gd name="connsiteX20" fmla="*/ 35607 w 314231"/>
                <a:gd name="connsiteY20" fmla="*/ 218027 h 367284"/>
                <a:gd name="connsiteX21" fmla="*/ 50784 w 314231"/>
                <a:gd name="connsiteY21" fmla="*/ 195072 h 367284"/>
                <a:gd name="connsiteX22" fmla="*/ 81137 w 314231"/>
                <a:gd name="connsiteY22" fmla="*/ 221837 h 367284"/>
                <a:gd name="connsiteX23" fmla="*/ 92520 w 314231"/>
                <a:gd name="connsiteY23" fmla="*/ 283083 h 367284"/>
                <a:gd name="connsiteX24" fmla="*/ 20430 w 314231"/>
                <a:gd name="connsiteY24" fmla="*/ 279273 h 367284"/>
                <a:gd name="connsiteX25" fmla="*/ 62166 w 314231"/>
                <a:gd name="connsiteY25" fmla="*/ 183642 h 367284"/>
                <a:gd name="connsiteX26" fmla="*/ 81137 w 314231"/>
                <a:gd name="connsiteY26" fmla="*/ 164497 h 367284"/>
                <a:gd name="connsiteX27" fmla="*/ 81137 w 314231"/>
                <a:gd name="connsiteY27" fmla="*/ 202787 h 367284"/>
                <a:gd name="connsiteX28" fmla="*/ 62166 w 314231"/>
                <a:gd name="connsiteY28" fmla="*/ 183642 h 367284"/>
                <a:gd name="connsiteX29" fmla="*/ 81137 w 314231"/>
                <a:gd name="connsiteY29" fmla="*/ 145351 h 367284"/>
                <a:gd name="connsiteX30" fmla="*/ 50784 w 314231"/>
                <a:gd name="connsiteY30" fmla="*/ 172117 h 367284"/>
                <a:gd name="connsiteX31" fmla="*/ 35607 w 314231"/>
                <a:gd name="connsiteY31" fmla="*/ 149162 h 367284"/>
                <a:gd name="connsiteX32" fmla="*/ 20430 w 314231"/>
                <a:gd name="connsiteY32" fmla="*/ 87916 h 367284"/>
                <a:gd name="connsiteX33" fmla="*/ 92520 w 314231"/>
                <a:gd name="connsiteY33" fmla="*/ 84106 h 367284"/>
                <a:gd name="connsiteX34" fmla="*/ 81137 w 314231"/>
                <a:gd name="connsiteY34" fmla="*/ 145351 h 367284"/>
                <a:gd name="connsiteX35" fmla="*/ 214029 w 314231"/>
                <a:gd name="connsiteY35" fmla="*/ 130112 h 367284"/>
                <a:gd name="connsiteX36" fmla="*/ 198852 w 314231"/>
                <a:gd name="connsiteY36" fmla="*/ 122492 h 367284"/>
                <a:gd name="connsiteX37" fmla="*/ 172292 w 314231"/>
                <a:gd name="connsiteY37" fmla="*/ 103346 h 367284"/>
                <a:gd name="connsiteX38" fmla="*/ 206440 w 314231"/>
                <a:gd name="connsiteY38" fmla="*/ 88011 h 367284"/>
                <a:gd name="connsiteX39" fmla="*/ 214029 w 314231"/>
                <a:gd name="connsiteY39" fmla="*/ 130112 h 367284"/>
                <a:gd name="connsiteX40" fmla="*/ 157116 w 314231"/>
                <a:gd name="connsiteY40" fmla="*/ 15335 h 367284"/>
                <a:gd name="connsiteX41" fmla="*/ 202646 w 314231"/>
                <a:gd name="connsiteY41" fmla="*/ 72771 h 367284"/>
                <a:gd name="connsiteX42" fmla="*/ 157116 w 314231"/>
                <a:gd name="connsiteY42" fmla="*/ 95726 h 367284"/>
                <a:gd name="connsiteX43" fmla="*/ 111585 w 314231"/>
                <a:gd name="connsiteY43" fmla="*/ 72771 h 367284"/>
                <a:gd name="connsiteX44" fmla="*/ 157116 w 314231"/>
                <a:gd name="connsiteY44" fmla="*/ 15335 h 367284"/>
                <a:gd name="connsiteX45" fmla="*/ 107696 w 314231"/>
                <a:gd name="connsiteY45" fmla="*/ 88011 h 367284"/>
                <a:gd name="connsiteX46" fmla="*/ 141844 w 314231"/>
                <a:gd name="connsiteY46" fmla="*/ 103346 h 367284"/>
                <a:gd name="connsiteX47" fmla="*/ 115285 w 314231"/>
                <a:gd name="connsiteY47" fmla="*/ 122492 h 367284"/>
                <a:gd name="connsiteX48" fmla="*/ 100108 w 314231"/>
                <a:gd name="connsiteY48" fmla="*/ 130112 h 367284"/>
                <a:gd name="connsiteX49" fmla="*/ 107696 w 314231"/>
                <a:gd name="connsiteY49" fmla="*/ 88011 h 367284"/>
                <a:gd name="connsiteX50" fmla="*/ 100108 w 314231"/>
                <a:gd name="connsiteY50" fmla="*/ 237268 h 367284"/>
                <a:gd name="connsiteX51" fmla="*/ 115285 w 314231"/>
                <a:gd name="connsiteY51" fmla="*/ 244888 h 367284"/>
                <a:gd name="connsiteX52" fmla="*/ 141844 w 314231"/>
                <a:gd name="connsiteY52" fmla="*/ 264033 h 367284"/>
                <a:gd name="connsiteX53" fmla="*/ 107696 w 314231"/>
                <a:gd name="connsiteY53" fmla="*/ 279368 h 367284"/>
                <a:gd name="connsiteX54" fmla="*/ 100108 w 314231"/>
                <a:gd name="connsiteY54" fmla="*/ 237268 h 367284"/>
                <a:gd name="connsiteX55" fmla="*/ 157116 w 314231"/>
                <a:gd name="connsiteY55" fmla="*/ 352044 h 367284"/>
                <a:gd name="connsiteX56" fmla="*/ 111585 w 314231"/>
                <a:gd name="connsiteY56" fmla="*/ 294608 h 367284"/>
                <a:gd name="connsiteX57" fmla="*/ 157116 w 314231"/>
                <a:gd name="connsiteY57" fmla="*/ 271653 h 367284"/>
                <a:gd name="connsiteX58" fmla="*/ 202646 w 314231"/>
                <a:gd name="connsiteY58" fmla="*/ 294608 h 367284"/>
                <a:gd name="connsiteX59" fmla="*/ 157116 w 314231"/>
                <a:gd name="connsiteY59" fmla="*/ 352044 h 367284"/>
                <a:gd name="connsiteX60" fmla="*/ 206440 w 314231"/>
                <a:gd name="connsiteY60" fmla="*/ 279273 h 367284"/>
                <a:gd name="connsiteX61" fmla="*/ 172292 w 314231"/>
                <a:gd name="connsiteY61" fmla="*/ 263938 h 367284"/>
                <a:gd name="connsiteX62" fmla="*/ 198852 w 314231"/>
                <a:gd name="connsiteY62" fmla="*/ 244793 h 367284"/>
                <a:gd name="connsiteX63" fmla="*/ 214029 w 314231"/>
                <a:gd name="connsiteY63" fmla="*/ 237173 h 367284"/>
                <a:gd name="connsiteX64" fmla="*/ 206440 w 314231"/>
                <a:gd name="connsiteY64" fmla="*/ 279273 h 367284"/>
                <a:gd name="connsiteX65" fmla="*/ 217823 w 314231"/>
                <a:gd name="connsiteY65" fmla="*/ 183642 h 367284"/>
                <a:gd name="connsiteX66" fmla="*/ 217823 w 314231"/>
                <a:gd name="connsiteY66" fmla="*/ 214217 h 367284"/>
                <a:gd name="connsiteX67" fmla="*/ 191263 w 314231"/>
                <a:gd name="connsiteY67" fmla="*/ 233363 h 367284"/>
                <a:gd name="connsiteX68" fmla="*/ 157116 w 314231"/>
                <a:gd name="connsiteY68" fmla="*/ 256318 h 367284"/>
                <a:gd name="connsiteX69" fmla="*/ 122968 w 314231"/>
                <a:gd name="connsiteY69" fmla="*/ 233363 h 367284"/>
                <a:gd name="connsiteX70" fmla="*/ 96409 w 314231"/>
                <a:gd name="connsiteY70" fmla="*/ 214217 h 367284"/>
                <a:gd name="connsiteX71" fmla="*/ 96409 w 314231"/>
                <a:gd name="connsiteY71" fmla="*/ 152972 h 367284"/>
                <a:gd name="connsiteX72" fmla="*/ 122968 w 314231"/>
                <a:gd name="connsiteY72" fmla="*/ 133826 h 367284"/>
                <a:gd name="connsiteX73" fmla="*/ 157116 w 314231"/>
                <a:gd name="connsiteY73" fmla="*/ 110871 h 367284"/>
                <a:gd name="connsiteX74" fmla="*/ 191263 w 314231"/>
                <a:gd name="connsiteY74" fmla="*/ 133826 h 367284"/>
                <a:gd name="connsiteX75" fmla="*/ 217823 w 314231"/>
                <a:gd name="connsiteY75" fmla="*/ 152972 h 367284"/>
                <a:gd name="connsiteX76" fmla="*/ 217823 w 314231"/>
                <a:gd name="connsiteY76" fmla="*/ 183547 h 367284"/>
                <a:gd name="connsiteX77" fmla="*/ 263353 w 314231"/>
                <a:gd name="connsiteY77" fmla="*/ 76486 h 367284"/>
                <a:gd name="connsiteX78" fmla="*/ 293707 w 314231"/>
                <a:gd name="connsiteY78" fmla="*/ 88011 h 367284"/>
                <a:gd name="connsiteX79" fmla="*/ 278530 w 314231"/>
                <a:gd name="connsiteY79" fmla="*/ 149257 h 367284"/>
                <a:gd name="connsiteX80" fmla="*/ 263353 w 314231"/>
                <a:gd name="connsiteY80" fmla="*/ 172212 h 367284"/>
                <a:gd name="connsiteX81" fmla="*/ 233000 w 314231"/>
                <a:gd name="connsiteY81" fmla="*/ 145447 h 367284"/>
                <a:gd name="connsiteX82" fmla="*/ 221617 w 314231"/>
                <a:gd name="connsiteY82" fmla="*/ 84201 h 367284"/>
                <a:gd name="connsiteX83" fmla="*/ 263353 w 314231"/>
                <a:gd name="connsiteY83" fmla="*/ 76581 h 367284"/>
                <a:gd name="connsiteX84" fmla="*/ 251971 w 314231"/>
                <a:gd name="connsiteY84" fmla="*/ 183642 h 367284"/>
                <a:gd name="connsiteX85" fmla="*/ 233000 w 314231"/>
                <a:gd name="connsiteY85" fmla="*/ 202787 h 367284"/>
                <a:gd name="connsiteX86" fmla="*/ 233000 w 314231"/>
                <a:gd name="connsiteY86" fmla="*/ 164497 h 367284"/>
                <a:gd name="connsiteX87" fmla="*/ 251971 w 314231"/>
                <a:gd name="connsiteY87" fmla="*/ 183642 h 367284"/>
                <a:gd name="connsiteX88" fmla="*/ 293707 w 314231"/>
                <a:gd name="connsiteY88" fmla="*/ 279273 h 367284"/>
                <a:gd name="connsiteX89" fmla="*/ 221617 w 314231"/>
                <a:gd name="connsiteY89" fmla="*/ 283083 h 367284"/>
                <a:gd name="connsiteX90" fmla="*/ 233000 w 314231"/>
                <a:gd name="connsiteY90" fmla="*/ 221837 h 367284"/>
                <a:gd name="connsiteX91" fmla="*/ 263353 w 314231"/>
                <a:gd name="connsiteY91" fmla="*/ 195072 h 367284"/>
                <a:gd name="connsiteX92" fmla="*/ 278530 w 314231"/>
                <a:gd name="connsiteY92" fmla="*/ 218027 h 367284"/>
                <a:gd name="connsiteX93" fmla="*/ 293707 w 314231"/>
                <a:gd name="connsiteY93" fmla="*/ 279273 h 36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14231" h="367284">
                  <a:moveTo>
                    <a:pt x="270942" y="183642"/>
                  </a:moveTo>
                  <a:cubicBezTo>
                    <a:pt x="278530" y="176022"/>
                    <a:pt x="286118" y="164497"/>
                    <a:pt x="293707" y="156877"/>
                  </a:cubicBezTo>
                  <a:cubicBezTo>
                    <a:pt x="312678" y="126301"/>
                    <a:pt x="320266" y="95631"/>
                    <a:pt x="308883" y="80391"/>
                  </a:cubicBezTo>
                  <a:cubicBezTo>
                    <a:pt x="293707" y="57436"/>
                    <a:pt x="259559" y="57436"/>
                    <a:pt x="217823" y="68866"/>
                  </a:cubicBezTo>
                  <a:cubicBezTo>
                    <a:pt x="202646" y="26765"/>
                    <a:pt x="179881" y="0"/>
                    <a:pt x="157116" y="0"/>
                  </a:cubicBezTo>
                  <a:cubicBezTo>
                    <a:pt x="134351" y="0"/>
                    <a:pt x="111585" y="26765"/>
                    <a:pt x="96409" y="68866"/>
                  </a:cubicBezTo>
                  <a:cubicBezTo>
                    <a:pt x="54673" y="57341"/>
                    <a:pt x="20525" y="57341"/>
                    <a:pt x="5348" y="80391"/>
                  </a:cubicBezTo>
                  <a:cubicBezTo>
                    <a:pt x="-6034" y="95726"/>
                    <a:pt x="1554" y="126301"/>
                    <a:pt x="20525" y="156877"/>
                  </a:cubicBezTo>
                  <a:cubicBezTo>
                    <a:pt x="28113" y="164497"/>
                    <a:pt x="35702" y="176022"/>
                    <a:pt x="43290" y="183642"/>
                  </a:cubicBezTo>
                  <a:cubicBezTo>
                    <a:pt x="35702" y="191262"/>
                    <a:pt x="28113" y="202787"/>
                    <a:pt x="20525" y="210407"/>
                  </a:cubicBezTo>
                  <a:cubicBezTo>
                    <a:pt x="1554" y="240983"/>
                    <a:pt x="-6034" y="271653"/>
                    <a:pt x="5348" y="286893"/>
                  </a:cubicBezTo>
                  <a:cubicBezTo>
                    <a:pt x="16731" y="298418"/>
                    <a:pt x="31907" y="306038"/>
                    <a:pt x="50878" y="306038"/>
                  </a:cubicBezTo>
                  <a:cubicBezTo>
                    <a:pt x="66055" y="306038"/>
                    <a:pt x="81232" y="302228"/>
                    <a:pt x="96409" y="298418"/>
                  </a:cubicBezTo>
                  <a:cubicBezTo>
                    <a:pt x="111585" y="340519"/>
                    <a:pt x="134351" y="367284"/>
                    <a:pt x="157116" y="367284"/>
                  </a:cubicBezTo>
                  <a:cubicBezTo>
                    <a:pt x="179881" y="367284"/>
                    <a:pt x="202646" y="340519"/>
                    <a:pt x="217823" y="298418"/>
                  </a:cubicBezTo>
                  <a:cubicBezTo>
                    <a:pt x="233000" y="302228"/>
                    <a:pt x="248176" y="306038"/>
                    <a:pt x="263353" y="306038"/>
                  </a:cubicBezTo>
                  <a:cubicBezTo>
                    <a:pt x="282324" y="306038"/>
                    <a:pt x="297501" y="298418"/>
                    <a:pt x="308883" y="286893"/>
                  </a:cubicBezTo>
                  <a:cubicBezTo>
                    <a:pt x="320266" y="271558"/>
                    <a:pt x="312678" y="240983"/>
                    <a:pt x="293707" y="210407"/>
                  </a:cubicBezTo>
                  <a:cubicBezTo>
                    <a:pt x="286118" y="202787"/>
                    <a:pt x="278530" y="191262"/>
                    <a:pt x="270942" y="183642"/>
                  </a:cubicBezTo>
                  <a:close/>
                  <a:moveTo>
                    <a:pt x="20430" y="279273"/>
                  </a:moveTo>
                  <a:cubicBezTo>
                    <a:pt x="12842" y="267748"/>
                    <a:pt x="16636" y="244793"/>
                    <a:pt x="35607" y="218027"/>
                  </a:cubicBezTo>
                  <a:cubicBezTo>
                    <a:pt x="39401" y="210407"/>
                    <a:pt x="46989" y="202692"/>
                    <a:pt x="50784" y="195072"/>
                  </a:cubicBezTo>
                  <a:cubicBezTo>
                    <a:pt x="62166" y="202692"/>
                    <a:pt x="73549" y="214217"/>
                    <a:pt x="81137" y="221837"/>
                  </a:cubicBezTo>
                  <a:cubicBezTo>
                    <a:pt x="84931" y="244793"/>
                    <a:pt x="88725" y="263938"/>
                    <a:pt x="92520" y="283083"/>
                  </a:cubicBezTo>
                  <a:cubicBezTo>
                    <a:pt x="54578" y="294608"/>
                    <a:pt x="28018" y="290703"/>
                    <a:pt x="20430" y="279273"/>
                  </a:cubicBezTo>
                  <a:close/>
                  <a:moveTo>
                    <a:pt x="62166" y="183642"/>
                  </a:moveTo>
                  <a:cubicBezTo>
                    <a:pt x="69754" y="176022"/>
                    <a:pt x="73549" y="172117"/>
                    <a:pt x="81137" y="164497"/>
                  </a:cubicBezTo>
                  <a:lnTo>
                    <a:pt x="81137" y="202787"/>
                  </a:lnTo>
                  <a:cubicBezTo>
                    <a:pt x="73549" y="195167"/>
                    <a:pt x="69754" y="191262"/>
                    <a:pt x="62166" y="183642"/>
                  </a:cubicBezTo>
                  <a:close/>
                  <a:moveTo>
                    <a:pt x="81137" y="145351"/>
                  </a:moveTo>
                  <a:cubicBezTo>
                    <a:pt x="73549" y="152972"/>
                    <a:pt x="62166" y="164497"/>
                    <a:pt x="50784" y="172117"/>
                  </a:cubicBezTo>
                  <a:cubicBezTo>
                    <a:pt x="46989" y="164497"/>
                    <a:pt x="39401" y="156782"/>
                    <a:pt x="35607" y="149162"/>
                  </a:cubicBezTo>
                  <a:cubicBezTo>
                    <a:pt x="16636" y="122396"/>
                    <a:pt x="12842" y="99441"/>
                    <a:pt x="20430" y="87916"/>
                  </a:cubicBezTo>
                  <a:cubicBezTo>
                    <a:pt x="28018" y="76391"/>
                    <a:pt x="54578" y="72580"/>
                    <a:pt x="92520" y="84106"/>
                  </a:cubicBezTo>
                  <a:cubicBezTo>
                    <a:pt x="88725" y="103251"/>
                    <a:pt x="84931" y="122396"/>
                    <a:pt x="81137" y="145351"/>
                  </a:cubicBezTo>
                  <a:close/>
                  <a:moveTo>
                    <a:pt x="214029" y="130112"/>
                  </a:moveTo>
                  <a:cubicBezTo>
                    <a:pt x="210234" y="126301"/>
                    <a:pt x="206440" y="122492"/>
                    <a:pt x="198852" y="122492"/>
                  </a:cubicBezTo>
                  <a:cubicBezTo>
                    <a:pt x="191263" y="114872"/>
                    <a:pt x="183675" y="107156"/>
                    <a:pt x="172292" y="103346"/>
                  </a:cubicBezTo>
                  <a:cubicBezTo>
                    <a:pt x="183675" y="95726"/>
                    <a:pt x="195058" y="91821"/>
                    <a:pt x="206440" y="88011"/>
                  </a:cubicBezTo>
                  <a:cubicBezTo>
                    <a:pt x="210234" y="103346"/>
                    <a:pt x="214029" y="114776"/>
                    <a:pt x="214029" y="130112"/>
                  </a:cubicBezTo>
                  <a:close/>
                  <a:moveTo>
                    <a:pt x="157116" y="15335"/>
                  </a:moveTo>
                  <a:cubicBezTo>
                    <a:pt x="172292" y="15335"/>
                    <a:pt x="191263" y="38291"/>
                    <a:pt x="202646" y="72771"/>
                  </a:cubicBezTo>
                  <a:cubicBezTo>
                    <a:pt x="187469" y="80391"/>
                    <a:pt x="172292" y="84296"/>
                    <a:pt x="157116" y="95726"/>
                  </a:cubicBezTo>
                  <a:cubicBezTo>
                    <a:pt x="141939" y="84201"/>
                    <a:pt x="126762" y="80391"/>
                    <a:pt x="111585" y="72771"/>
                  </a:cubicBezTo>
                  <a:cubicBezTo>
                    <a:pt x="122968" y="38291"/>
                    <a:pt x="141939" y="15335"/>
                    <a:pt x="157116" y="15335"/>
                  </a:cubicBezTo>
                  <a:close/>
                  <a:moveTo>
                    <a:pt x="107696" y="88011"/>
                  </a:moveTo>
                  <a:cubicBezTo>
                    <a:pt x="119079" y="91821"/>
                    <a:pt x="130462" y="95631"/>
                    <a:pt x="141844" y="103346"/>
                  </a:cubicBezTo>
                  <a:cubicBezTo>
                    <a:pt x="130462" y="107156"/>
                    <a:pt x="122873" y="114872"/>
                    <a:pt x="115285" y="122492"/>
                  </a:cubicBezTo>
                  <a:cubicBezTo>
                    <a:pt x="107696" y="122492"/>
                    <a:pt x="103902" y="126301"/>
                    <a:pt x="100108" y="130112"/>
                  </a:cubicBezTo>
                  <a:cubicBezTo>
                    <a:pt x="100108" y="114776"/>
                    <a:pt x="103902" y="103346"/>
                    <a:pt x="107696" y="88011"/>
                  </a:cubicBezTo>
                  <a:close/>
                  <a:moveTo>
                    <a:pt x="100108" y="237268"/>
                  </a:moveTo>
                  <a:cubicBezTo>
                    <a:pt x="103902" y="241078"/>
                    <a:pt x="107696" y="244888"/>
                    <a:pt x="115285" y="244888"/>
                  </a:cubicBezTo>
                  <a:cubicBezTo>
                    <a:pt x="122873" y="252508"/>
                    <a:pt x="130462" y="260223"/>
                    <a:pt x="141844" y="264033"/>
                  </a:cubicBezTo>
                  <a:cubicBezTo>
                    <a:pt x="130462" y="271653"/>
                    <a:pt x="119079" y="275558"/>
                    <a:pt x="107696" y="279368"/>
                  </a:cubicBezTo>
                  <a:cubicBezTo>
                    <a:pt x="103902" y="264033"/>
                    <a:pt x="100108" y="252603"/>
                    <a:pt x="100108" y="237268"/>
                  </a:cubicBezTo>
                  <a:close/>
                  <a:moveTo>
                    <a:pt x="157116" y="352044"/>
                  </a:moveTo>
                  <a:cubicBezTo>
                    <a:pt x="141939" y="352044"/>
                    <a:pt x="122968" y="329089"/>
                    <a:pt x="111585" y="294608"/>
                  </a:cubicBezTo>
                  <a:cubicBezTo>
                    <a:pt x="126762" y="286988"/>
                    <a:pt x="141939" y="283083"/>
                    <a:pt x="157116" y="271653"/>
                  </a:cubicBezTo>
                  <a:cubicBezTo>
                    <a:pt x="172292" y="283178"/>
                    <a:pt x="187469" y="286988"/>
                    <a:pt x="202646" y="294608"/>
                  </a:cubicBezTo>
                  <a:cubicBezTo>
                    <a:pt x="191263" y="329089"/>
                    <a:pt x="172292" y="352044"/>
                    <a:pt x="157116" y="352044"/>
                  </a:cubicBezTo>
                  <a:close/>
                  <a:moveTo>
                    <a:pt x="206440" y="279273"/>
                  </a:moveTo>
                  <a:cubicBezTo>
                    <a:pt x="195058" y="275463"/>
                    <a:pt x="183675" y="271653"/>
                    <a:pt x="172292" y="263938"/>
                  </a:cubicBezTo>
                  <a:cubicBezTo>
                    <a:pt x="183675" y="260128"/>
                    <a:pt x="191263" y="252413"/>
                    <a:pt x="198852" y="244793"/>
                  </a:cubicBezTo>
                  <a:cubicBezTo>
                    <a:pt x="206440" y="244793"/>
                    <a:pt x="210234" y="240983"/>
                    <a:pt x="214029" y="237173"/>
                  </a:cubicBezTo>
                  <a:cubicBezTo>
                    <a:pt x="214029" y="252508"/>
                    <a:pt x="210234" y="263938"/>
                    <a:pt x="206440" y="279273"/>
                  </a:cubicBezTo>
                  <a:close/>
                  <a:moveTo>
                    <a:pt x="217823" y="183642"/>
                  </a:moveTo>
                  <a:lnTo>
                    <a:pt x="217823" y="214217"/>
                  </a:lnTo>
                  <a:cubicBezTo>
                    <a:pt x="210234" y="221837"/>
                    <a:pt x="198852" y="229553"/>
                    <a:pt x="191263" y="233363"/>
                  </a:cubicBezTo>
                  <a:cubicBezTo>
                    <a:pt x="179881" y="240983"/>
                    <a:pt x="168498" y="248698"/>
                    <a:pt x="157116" y="256318"/>
                  </a:cubicBezTo>
                  <a:cubicBezTo>
                    <a:pt x="145733" y="248698"/>
                    <a:pt x="134351" y="240983"/>
                    <a:pt x="122968" y="233363"/>
                  </a:cubicBezTo>
                  <a:cubicBezTo>
                    <a:pt x="115380" y="229553"/>
                    <a:pt x="103997" y="221837"/>
                    <a:pt x="96409" y="214217"/>
                  </a:cubicBezTo>
                  <a:lnTo>
                    <a:pt x="96409" y="152972"/>
                  </a:lnTo>
                  <a:cubicBezTo>
                    <a:pt x="103997" y="145351"/>
                    <a:pt x="115380" y="137636"/>
                    <a:pt x="122968" y="133826"/>
                  </a:cubicBezTo>
                  <a:cubicBezTo>
                    <a:pt x="134351" y="126206"/>
                    <a:pt x="145733" y="118491"/>
                    <a:pt x="157116" y="110871"/>
                  </a:cubicBezTo>
                  <a:cubicBezTo>
                    <a:pt x="168498" y="118491"/>
                    <a:pt x="179881" y="126206"/>
                    <a:pt x="191263" y="133826"/>
                  </a:cubicBezTo>
                  <a:cubicBezTo>
                    <a:pt x="198852" y="137636"/>
                    <a:pt x="210234" y="145351"/>
                    <a:pt x="217823" y="152972"/>
                  </a:cubicBezTo>
                  <a:lnTo>
                    <a:pt x="217823" y="183547"/>
                  </a:lnTo>
                  <a:close/>
                  <a:moveTo>
                    <a:pt x="263353" y="76486"/>
                  </a:moveTo>
                  <a:cubicBezTo>
                    <a:pt x="278530" y="76486"/>
                    <a:pt x="289912" y="80296"/>
                    <a:pt x="293707" y="88011"/>
                  </a:cubicBezTo>
                  <a:cubicBezTo>
                    <a:pt x="301295" y="99536"/>
                    <a:pt x="297501" y="122492"/>
                    <a:pt x="278530" y="149257"/>
                  </a:cubicBezTo>
                  <a:cubicBezTo>
                    <a:pt x="274736" y="156877"/>
                    <a:pt x="267147" y="164592"/>
                    <a:pt x="263353" y="172212"/>
                  </a:cubicBezTo>
                  <a:cubicBezTo>
                    <a:pt x="251971" y="164592"/>
                    <a:pt x="240588" y="153067"/>
                    <a:pt x="233000" y="145447"/>
                  </a:cubicBezTo>
                  <a:cubicBezTo>
                    <a:pt x="229205" y="122492"/>
                    <a:pt x="225411" y="103346"/>
                    <a:pt x="221617" y="84201"/>
                  </a:cubicBezTo>
                  <a:cubicBezTo>
                    <a:pt x="236794" y="80391"/>
                    <a:pt x="251971" y="76581"/>
                    <a:pt x="263353" y="76581"/>
                  </a:cubicBezTo>
                  <a:close/>
                  <a:moveTo>
                    <a:pt x="251971" y="183642"/>
                  </a:moveTo>
                  <a:cubicBezTo>
                    <a:pt x="244382" y="191262"/>
                    <a:pt x="240588" y="195167"/>
                    <a:pt x="233000" y="202787"/>
                  </a:cubicBezTo>
                  <a:lnTo>
                    <a:pt x="233000" y="164497"/>
                  </a:lnTo>
                  <a:cubicBezTo>
                    <a:pt x="240588" y="172117"/>
                    <a:pt x="244382" y="176022"/>
                    <a:pt x="251971" y="183642"/>
                  </a:cubicBezTo>
                  <a:close/>
                  <a:moveTo>
                    <a:pt x="293707" y="279273"/>
                  </a:moveTo>
                  <a:cubicBezTo>
                    <a:pt x="286118" y="290798"/>
                    <a:pt x="259559" y="294608"/>
                    <a:pt x="221617" y="283083"/>
                  </a:cubicBezTo>
                  <a:cubicBezTo>
                    <a:pt x="225411" y="263938"/>
                    <a:pt x="229205" y="244793"/>
                    <a:pt x="233000" y="221837"/>
                  </a:cubicBezTo>
                  <a:cubicBezTo>
                    <a:pt x="240588" y="214217"/>
                    <a:pt x="251971" y="202692"/>
                    <a:pt x="263353" y="195072"/>
                  </a:cubicBezTo>
                  <a:cubicBezTo>
                    <a:pt x="267147" y="202692"/>
                    <a:pt x="274736" y="210407"/>
                    <a:pt x="278530" y="218027"/>
                  </a:cubicBezTo>
                  <a:cubicBezTo>
                    <a:pt x="297501" y="244793"/>
                    <a:pt x="301295" y="267748"/>
                    <a:pt x="293707" y="279273"/>
                  </a:cubicBezTo>
                  <a:close/>
                </a:path>
              </a:pathLst>
            </a:custGeom>
            <a:solidFill>
              <a:schemeClr val="bg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23B1D499-2747-13D0-110B-65FF103D4916}"/>
              </a:ext>
            </a:extLst>
          </p:cNvPr>
          <p:cNvGrpSpPr/>
          <p:nvPr/>
        </p:nvGrpSpPr>
        <p:grpSpPr>
          <a:xfrm>
            <a:off x="4623441" y="3422357"/>
            <a:ext cx="416758" cy="487121"/>
            <a:chOff x="5932718" y="3229070"/>
            <a:chExt cx="314231" cy="367284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83074143-FAFD-CA6B-8C17-880922F2EC08}"/>
                </a:ext>
              </a:extLst>
            </p:cNvPr>
            <p:cNvSpPr/>
            <p:nvPr/>
          </p:nvSpPr>
          <p:spPr>
            <a:xfrm>
              <a:off x="6051892" y="3374135"/>
              <a:ext cx="75883" cy="77152"/>
            </a:xfrm>
            <a:custGeom>
              <a:avLst/>
              <a:gdLst>
                <a:gd name="connsiteX0" fmla="*/ 37942 w 75883"/>
                <a:gd name="connsiteY0" fmla="*/ 0 h 77152"/>
                <a:gd name="connsiteX1" fmla="*/ 0 w 75883"/>
                <a:gd name="connsiteY1" fmla="*/ 38576 h 77152"/>
                <a:gd name="connsiteX2" fmla="*/ 37942 w 75883"/>
                <a:gd name="connsiteY2" fmla="*/ 77152 h 77152"/>
                <a:gd name="connsiteX3" fmla="*/ 75884 w 75883"/>
                <a:gd name="connsiteY3" fmla="*/ 38576 h 77152"/>
                <a:gd name="connsiteX4" fmla="*/ 37942 w 75883"/>
                <a:gd name="connsiteY4" fmla="*/ 0 h 77152"/>
                <a:gd name="connsiteX5" fmla="*/ 37942 w 75883"/>
                <a:gd name="connsiteY5" fmla="*/ 61722 h 77152"/>
                <a:gd name="connsiteX6" fmla="*/ 15177 w 75883"/>
                <a:gd name="connsiteY6" fmla="*/ 38576 h 77152"/>
                <a:gd name="connsiteX7" fmla="*/ 37942 w 75883"/>
                <a:gd name="connsiteY7" fmla="*/ 15431 h 77152"/>
                <a:gd name="connsiteX8" fmla="*/ 60707 w 75883"/>
                <a:gd name="connsiteY8" fmla="*/ 38576 h 77152"/>
                <a:gd name="connsiteX9" fmla="*/ 37942 w 75883"/>
                <a:gd name="connsiteY9" fmla="*/ 61722 h 7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883" h="77152">
                  <a:moveTo>
                    <a:pt x="37942" y="0"/>
                  </a:moveTo>
                  <a:cubicBezTo>
                    <a:pt x="15177" y="0"/>
                    <a:pt x="0" y="15431"/>
                    <a:pt x="0" y="38576"/>
                  </a:cubicBezTo>
                  <a:cubicBezTo>
                    <a:pt x="0" y="61722"/>
                    <a:pt x="15177" y="77152"/>
                    <a:pt x="37942" y="77152"/>
                  </a:cubicBezTo>
                  <a:cubicBezTo>
                    <a:pt x="60707" y="77152"/>
                    <a:pt x="75884" y="61722"/>
                    <a:pt x="75884" y="38576"/>
                  </a:cubicBezTo>
                  <a:cubicBezTo>
                    <a:pt x="75884" y="15431"/>
                    <a:pt x="60707" y="0"/>
                    <a:pt x="37942" y="0"/>
                  </a:cubicBezTo>
                  <a:close/>
                  <a:moveTo>
                    <a:pt x="37942" y="61722"/>
                  </a:moveTo>
                  <a:cubicBezTo>
                    <a:pt x="26559" y="61722"/>
                    <a:pt x="15177" y="50197"/>
                    <a:pt x="15177" y="38576"/>
                  </a:cubicBezTo>
                  <a:cubicBezTo>
                    <a:pt x="15177" y="26956"/>
                    <a:pt x="26559" y="15431"/>
                    <a:pt x="37942" y="15431"/>
                  </a:cubicBezTo>
                  <a:cubicBezTo>
                    <a:pt x="49325" y="15431"/>
                    <a:pt x="60707" y="26956"/>
                    <a:pt x="60707" y="38576"/>
                  </a:cubicBezTo>
                  <a:cubicBezTo>
                    <a:pt x="60707" y="50197"/>
                    <a:pt x="49325" y="61722"/>
                    <a:pt x="37942" y="61722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493A1F4B-078E-981A-7643-47705295B984}"/>
                </a:ext>
              </a:extLst>
            </p:cNvPr>
            <p:cNvSpPr/>
            <p:nvPr/>
          </p:nvSpPr>
          <p:spPr>
            <a:xfrm>
              <a:off x="5932718" y="3229070"/>
              <a:ext cx="314231" cy="367284"/>
            </a:xfrm>
            <a:custGeom>
              <a:avLst/>
              <a:gdLst>
                <a:gd name="connsiteX0" fmla="*/ 270942 w 314231"/>
                <a:gd name="connsiteY0" fmla="*/ 183642 h 367284"/>
                <a:gd name="connsiteX1" fmla="*/ 293707 w 314231"/>
                <a:gd name="connsiteY1" fmla="*/ 156877 h 367284"/>
                <a:gd name="connsiteX2" fmla="*/ 308883 w 314231"/>
                <a:gd name="connsiteY2" fmla="*/ 80391 h 367284"/>
                <a:gd name="connsiteX3" fmla="*/ 217823 w 314231"/>
                <a:gd name="connsiteY3" fmla="*/ 68866 h 367284"/>
                <a:gd name="connsiteX4" fmla="*/ 157116 w 314231"/>
                <a:gd name="connsiteY4" fmla="*/ 0 h 367284"/>
                <a:gd name="connsiteX5" fmla="*/ 96409 w 314231"/>
                <a:gd name="connsiteY5" fmla="*/ 68866 h 367284"/>
                <a:gd name="connsiteX6" fmla="*/ 5348 w 314231"/>
                <a:gd name="connsiteY6" fmla="*/ 80391 h 367284"/>
                <a:gd name="connsiteX7" fmla="*/ 20525 w 314231"/>
                <a:gd name="connsiteY7" fmla="*/ 156877 h 367284"/>
                <a:gd name="connsiteX8" fmla="*/ 43290 w 314231"/>
                <a:gd name="connsiteY8" fmla="*/ 183642 h 367284"/>
                <a:gd name="connsiteX9" fmla="*/ 20525 w 314231"/>
                <a:gd name="connsiteY9" fmla="*/ 210407 h 367284"/>
                <a:gd name="connsiteX10" fmla="*/ 5348 w 314231"/>
                <a:gd name="connsiteY10" fmla="*/ 286893 h 367284"/>
                <a:gd name="connsiteX11" fmla="*/ 50878 w 314231"/>
                <a:gd name="connsiteY11" fmla="*/ 306038 h 367284"/>
                <a:gd name="connsiteX12" fmla="*/ 96409 w 314231"/>
                <a:gd name="connsiteY12" fmla="*/ 298418 h 367284"/>
                <a:gd name="connsiteX13" fmla="*/ 157116 w 314231"/>
                <a:gd name="connsiteY13" fmla="*/ 367284 h 367284"/>
                <a:gd name="connsiteX14" fmla="*/ 217823 w 314231"/>
                <a:gd name="connsiteY14" fmla="*/ 298418 h 367284"/>
                <a:gd name="connsiteX15" fmla="*/ 263353 w 314231"/>
                <a:gd name="connsiteY15" fmla="*/ 306038 h 367284"/>
                <a:gd name="connsiteX16" fmla="*/ 308883 w 314231"/>
                <a:gd name="connsiteY16" fmla="*/ 286893 h 367284"/>
                <a:gd name="connsiteX17" fmla="*/ 293707 w 314231"/>
                <a:gd name="connsiteY17" fmla="*/ 210407 h 367284"/>
                <a:gd name="connsiteX18" fmla="*/ 270942 w 314231"/>
                <a:gd name="connsiteY18" fmla="*/ 183642 h 367284"/>
                <a:gd name="connsiteX19" fmla="*/ 20430 w 314231"/>
                <a:gd name="connsiteY19" fmla="*/ 279273 h 367284"/>
                <a:gd name="connsiteX20" fmla="*/ 35607 w 314231"/>
                <a:gd name="connsiteY20" fmla="*/ 218027 h 367284"/>
                <a:gd name="connsiteX21" fmla="*/ 50784 w 314231"/>
                <a:gd name="connsiteY21" fmla="*/ 195072 h 367284"/>
                <a:gd name="connsiteX22" fmla="*/ 81137 w 314231"/>
                <a:gd name="connsiteY22" fmla="*/ 221837 h 367284"/>
                <a:gd name="connsiteX23" fmla="*/ 92520 w 314231"/>
                <a:gd name="connsiteY23" fmla="*/ 283083 h 367284"/>
                <a:gd name="connsiteX24" fmla="*/ 20430 w 314231"/>
                <a:gd name="connsiteY24" fmla="*/ 279273 h 367284"/>
                <a:gd name="connsiteX25" fmla="*/ 62166 w 314231"/>
                <a:gd name="connsiteY25" fmla="*/ 183642 h 367284"/>
                <a:gd name="connsiteX26" fmla="*/ 81137 w 314231"/>
                <a:gd name="connsiteY26" fmla="*/ 164497 h 367284"/>
                <a:gd name="connsiteX27" fmla="*/ 81137 w 314231"/>
                <a:gd name="connsiteY27" fmla="*/ 202787 h 367284"/>
                <a:gd name="connsiteX28" fmla="*/ 62166 w 314231"/>
                <a:gd name="connsiteY28" fmla="*/ 183642 h 367284"/>
                <a:gd name="connsiteX29" fmla="*/ 81137 w 314231"/>
                <a:gd name="connsiteY29" fmla="*/ 145351 h 367284"/>
                <a:gd name="connsiteX30" fmla="*/ 50784 w 314231"/>
                <a:gd name="connsiteY30" fmla="*/ 172117 h 367284"/>
                <a:gd name="connsiteX31" fmla="*/ 35607 w 314231"/>
                <a:gd name="connsiteY31" fmla="*/ 149162 h 367284"/>
                <a:gd name="connsiteX32" fmla="*/ 20430 w 314231"/>
                <a:gd name="connsiteY32" fmla="*/ 87916 h 367284"/>
                <a:gd name="connsiteX33" fmla="*/ 92520 w 314231"/>
                <a:gd name="connsiteY33" fmla="*/ 84106 h 367284"/>
                <a:gd name="connsiteX34" fmla="*/ 81137 w 314231"/>
                <a:gd name="connsiteY34" fmla="*/ 145351 h 367284"/>
                <a:gd name="connsiteX35" fmla="*/ 214029 w 314231"/>
                <a:gd name="connsiteY35" fmla="*/ 130112 h 367284"/>
                <a:gd name="connsiteX36" fmla="*/ 198852 w 314231"/>
                <a:gd name="connsiteY36" fmla="*/ 122492 h 367284"/>
                <a:gd name="connsiteX37" fmla="*/ 172292 w 314231"/>
                <a:gd name="connsiteY37" fmla="*/ 103346 h 367284"/>
                <a:gd name="connsiteX38" fmla="*/ 206440 w 314231"/>
                <a:gd name="connsiteY38" fmla="*/ 88011 h 367284"/>
                <a:gd name="connsiteX39" fmla="*/ 214029 w 314231"/>
                <a:gd name="connsiteY39" fmla="*/ 130112 h 367284"/>
                <a:gd name="connsiteX40" fmla="*/ 157116 w 314231"/>
                <a:gd name="connsiteY40" fmla="*/ 15335 h 367284"/>
                <a:gd name="connsiteX41" fmla="*/ 202646 w 314231"/>
                <a:gd name="connsiteY41" fmla="*/ 72771 h 367284"/>
                <a:gd name="connsiteX42" fmla="*/ 157116 w 314231"/>
                <a:gd name="connsiteY42" fmla="*/ 95726 h 367284"/>
                <a:gd name="connsiteX43" fmla="*/ 111585 w 314231"/>
                <a:gd name="connsiteY43" fmla="*/ 72771 h 367284"/>
                <a:gd name="connsiteX44" fmla="*/ 157116 w 314231"/>
                <a:gd name="connsiteY44" fmla="*/ 15335 h 367284"/>
                <a:gd name="connsiteX45" fmla="*/ 107696 w 314231"/>
                <a:gd name="connsiteY45" fmla="*/ 88011 h 367284"/>
                <a:gd name="connsiteX46" fmla="*/ 141844 w 314231"/>
                <a:gd name="connsiteY46" fmla="*/ 103346 h 367284"/>
                <a:gd name="connsiteX47" fmla="*/ 115285 w 314231"/>
                <a:gd name="connsiteY47" fmla="*/ 122492 h 367284"/>
                <a:gd name="connsiteX48" fmla="*/ 100108 w 314231"/>
                <a:gd name="connsiteY48" fmla="*/ 130112 h 367284"/>
                <a:gd name="connsiteX49" fmla="*/ 107696 w 314231"/>
                <a:gd name="connsiteY49" fmla="*/ 88011 h 367284"/>
                <a:gd name="connsiteX50" fmla="*/ 100108 w 314231"/>
                <a:gd name="connsiteY50" fmla="*/ 237268 h 367284"/>
                <a:gd name="connsiteX51" fmla="*/ 115285 w 314231"/>
                <a:gd name="connsiteY51" fmla="*/ 244888 h 367284"/>
                <a:gd name="connsiteX52" fmla="*/ 141844 w 314231"/>
                <a:gd name="connsiteY52" fmla="*/ 264033 h 367284"/>
                <a:gd name="connsiteX53" fmla="*/ 107696 w 314231"/>
                <a:gd name="connsiteY53" fmla="*/ 279368 h 367284"/>
                <a:gd name="connsiteX54" fmla="*/ 100108 w 314231"/>
                <a:gd name="connsiteY54" fmla="*/ 237268 h 367284"/>
                <a:gd name="connsiteX55" fmla="*/ 157116 w 314231"/>
                <a:gd name="connsiteY55" fmla="*/ 352044 h 367284"/>
                <a:gd name="connsiteX56" fmla="*/ 111585 w 314231"/>
                <a:gd name="connsiteY56" fmla="*/ 294608 h 367284"/>
                <a:gd name="connsiteX57" fmla="*/ 157116 w 314231"/>
                <a:gd name="connsiteY57" fmla="*/ 271653 h 367284"/>
                <a:gd name="connsiteX58" fmla="*/ 202646 w 314231"/>
                <a:gd name="connsiteY58" fmla="*/ 294608 h 367284"/>
                <a:gd name="connsiteX59" fmla="*/ 157116 w 314231"/>
                <a:gd name="connsiteY59" fmla="*/ 352044 h 367284"/>
                <a:gd name="connsiteX60" fmla="*/ 206440 w 314231"/>
                <a:gd name="connsiteY60" fmla="*/ 279273 h 367284"/>
                <a:gd name="connsiteX61" fmla="*/ 172292 w 314231"/>
                <a:gd name="connsiteY61" fmla="*/ 263938 h 367284"/>
                <a:gd name="connsiteX62" fmla="*/ 198852 w 314231"/>
                <a:gd name="connsiteY62" fmla="*/ 244793 h 367284"/>
                <a:gd name="connsiteX63" fmla="*/ 214029 w 314231"/>
                <a:gd name="connsiteY63" fmla="*/ 237173 h 367284"/>
                <a:gd name="connsiteX64" fmla="*/ 206440 w 314231"/>
                <a:gd name="connsiteY64" fmla="*/ 279273 h 367284"/>
                <a:gd name="connsiteX65" fmla="*/ 217823 w 314231"/>
                <a:gd name="connsiteY65" fmla="*/ 183642 h 367284"/>
                <a:gd name="connsiteX66" fmla="*/ 217823 w 314231"/>
                <a:gd name="connsiteY66" fmla="*/ 214217 h 367284"/>
                <a:gd name="connsiteX67" fmla="*/ 191263 w 314231"/>
                <a:gd name="connsiteY67" fmla="*/ 233363 h 367284"/>
                <a:gd name="connsiteX68" fmla="*/ 157116 w 314231"/>
                <a:gd name="connsiteY68" fmla="*/ 256318 h 367284"/>
                <a:gd name="connsiteX69" fmla="*/ 122968 w 314231"/>
                <a:gd name="connsiteY69" fmla="*/ 233363 h 367284"/>
                <a:gd name="connsiteX70" fmla="*/ 96409 w 314231"/>
                <a:gd name="connsiteY70" fmla="*/ 214217 h 367284"/>
                <a:gd name="connsiteX71" fmla="*/ 96409 w 314231"/>
                <a:gd name="connsiteY71" fmla="*/ 152972 h 367284"/>
                <a:gd name="connsiteX72" fmla="*/ 122968 w 314231"/>
                <a:gd name="connsiteY72" fmla="*/ 133826 h 367284"/>
                <a:gd name="connsiteX73" fmla="*/ 157116 w 314231"/>
                <a:gd name="connsiteY73" fmla="*/ 110871 h 367284"/>
                <a:gd name="connsiteX74" fmla="*/ 191263 w 314231"/>
                <a:gd name="connsiteY74" fmla="*/ 133826 h 367284"/>
                <a:gd name="connsiteX75" fmla="*/ 217823 w 314231"/>
                <a:gd name="connsiteY75" fmla="*/ 152972 h 367284"/>
                <a:gd name="connsiteX76" fmla="*/ 217823 w 314231"/>
                <a:gd name="connsiteY76" fmla="*/ 183547 h 367284"/>
                <a:gd name="connsiteX77" fmla="*/ 263353 w 314231"/>
                <a:gd name="connsiteY77" fmla="*/ 76486 h 367284"/>
                <a:gd name="connsiteX78" fmla="*/ 293707 w 314231"/>
                <a:gd name="connsiteY78" fmla="*/ 88011 h 367284"/>
                <a:gd name="connsiteX79" fmla="*/ 278530 w 314231"/>
                <a:gd name="connsiteY79" fmla="*/ 149257 h 367284"/>
                <a:gd name="connsiteX80" fmla="*/ 263353 w 314231"/>
                <a:gd name="connsiteY80" fmla="*/ 172212 h 367284"/>
                <a:gd name="connsiteX81" fmla="*/ 233000 w 314231"/>
                <a:gd name="connsiteY81" fmla="*/ 145447 h 367284"/>
                <a:gd name="connsiteX82" fmla="*/ 221617 w 314231"/>
                <a:gd name="connsiteY82" fmla="*/ 84201 h 367284"/>
                <a:gd name="connsiteX83" fmla="*/ 263353 w 314231"/>
                <a:gd name="connsiteY83" fmla="*/ 76581 h 367284"/>
                <a:gd name="connsiteX84" fmla="*/ 251971 w 314231"/>
                <a:gd name="connsiteY84" fmla="*/ 183642 h 367284"/>
                <a:gd name="connsiteX85" fmla="*/ 233000 w 314231"/>
                <a:gd name="connsiteY85" fmla="*/ 202787 h 367284"/>
                <a:gd name="connsiteX86" fmla="*/ 233000 w 314231"/>
                <a:gd name="connsiteY86" fmla="*/ 164497 h 367284"/>
                <a:gd name="connsiteX87" fmla="*/ 251971 w 314231"/>
                <a:gd name="connsiteY87" fmla="*/ 183642 h 367284"/>
                <a:gd name="connsiteX88" fmla="*/ 293707 w 314231"/>
                <a:gd name="connsiteY88" fmla="*/ 279273 h 367284"/>
                <a:gd name="connsiteX89" fmla="*/ 221617 w 314231"/>
                <a:gd name="connsiteY89" fmla="*/ 283083 h 367284"/>
                <a:gd name="connsiteX90" fmla="*/ 233000 w 314231"/>
                <a:gd name="connsiteY90" fmla="*/ 221837 h 367284"/>
                <a:gd name="connsiteX91" fmla="*/ 263353 w 314231"/>
                <a:gd name="connsiteY91" fmla="*/ 195072 h 367284"/>
                <a:gd name="connsiteX92" fmla="*/ 278530 w 314231"/>
                <a:gd name="connsiteY92" fmla="*/ 218027 h 367284"/>
                <a:gd name="connsiteX93" fmla="*/ 293707 w 314231"/>
                <a:gd name="connsiteY93" fmla="*/ 279273 h 36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14231" h="367284">
                  <a:moveTo>
                    <a:pt x="270942" y="183642"/>
                  </a:moveTo>
                  <a:cubicBezTo>
                    <a:pt x="278530" y="176022"/>
                    <a:pt x="286118" y="164497"/>
                    <a:pt x="293707" y="156877"/>
                  </a:cubicBezTo>
                  <a:cubicBezTo>
                    <a:pt x="312678" y="126301"/>
                    <a:pt x="320266" y="95631"/>
                    <a:pt x="308883" y="80391"/>
                  </a:cubicBezTo>
                  <a:cubicBezTo>
                    <a:pt x="293707" y="57436"/>
                    <a:pt x="259559" y="57436"/>
                    <a:pt x="217823" y="68866"/>
                  </a:cubicBezTo>
                  <a:cubicBezTo>
                    <a:pt x="202646" y="26765"/>
                    <a:pt x="179881" y="0"/>
                    <a:pt x="157116" y="0"/>
                  </a:cubicBezTo>
                  <a:cubicBezTo>
                    <a:pt x="134351" y="0"/>
                    <a:pt x="111585" y="26765"/>
                    <a:pt x="96409" y="68866"/>
                  </a:cubicBezTo>
                  <a:cubicBezTo>
                    <a:pt x="54673" y="57341"/>
                    <a:pt x="20525" y="57341"/>
                    <a:pt x="5348" y="80391"/>
                  </a:cubicBezTo>
                  <a:cubicBezTo>
                    <a:pt x="-6034" y="95726"/>
                    <a:pt x="1554" y="126301"/>
                    <a:pt x="20525" y="156877"/>
                  </a:cubicBezTo>
                  <a:cubicBezTo>
                    <a:pt x="28113" y="164497"/>
                    <a:pt x="35702" y="176022"/>
                    <a:pt x="43290" y="183642"/>
                  </a:cubicBezTo>
                  <a:cubicBezTo>
                    <a:pt x="35702" y="191262"/>
                    <a:pt x="28113" y="202787"/>
                    <a:pt x="20525" y="210407"/>
                  </a:cubicBezTo>
                  <a:cubicBezTo>
                    <a:pt x="1554" y="240983"/>
                    <a:pt x="-6034" y="271653"/>
                    <a:pt x="5348" y="286893"/>
                  </a:cubicBezTo>
                  <a:cubicBezTo>
                    <a:pt x="16731" y="298418"/>
                    <a:pt x="31907" y="306038"/>
                    <a:pt x="50878" y="306038"/>
                  </a:cubicBezTo>
                  <a:cubicBezTo>
                    <a:pt x="66055" y="306038"/>
                    <a:pt x="81232" y="302228"/>
                    <a:pt x="96409" y="298418"/>
                  </a:cubicBezTo>
                  <a:cubicBezTo>
                    <a:pt x="111585" y="340519"/>
                    <a:pt x="134351" y="367284"/>
                    <a:pt x="157116" y="367284"/>
                  </a:cubicBezTo>
                  <a:cubicBezTo>
                    <a:pt x="179881" y="367284"/>
                    <a:pt x="202646" y="340519"/>
                    <a:pt x="217823" y="298418"/>
                  </a:cubicBezTo>
                  <a:cubicBezTo>
                    <a:pt x="233000" y="302228"/>
                    <a:pt x="248176" y="306038"/>
                    <a:pt x="263353" y="306038"/>
                  </a:cubicBezTo>
                  <a:cubicBezTo>
                    <a:pt x="282324" y="306038"/>
                    <a:pt x="297501" y="298418"/>
                    <a:pt x="308883" y="286893"/>
                  </a:cubicBezTo>
                  <a:cubicBezTo>
                    <a:pt x="320266" y="271558"/>
                    <a:pt x="312678" y="240983"/>
                    <a:pt x="293707" y="210407"/>
                  </a:cubicBezTo>
                  <a:cubicBezTo>
                    <a:pt x="286118" y="202787"/>
                    <a:pt x="278530" y="191262"/>
                    <a:pt x="270942" y="183642"/>
                  </a:cubicBezTo>
                  <a:close/>
                  <a:moveTo>
                    <a:pt x="20430" y="279273"/>
                  </a:moveTo>
                  <a:cubicBezTo>
                    <a:pt x="12842" y="267748"/>
                    <a:pt x="16636" y="244793"/>
                    <a:pt x="35607" y="218027"/>
                  </a:cubicBezTo>
                  <a:cubicBezTo>
                    <a:pt x="39401" y="210407"/>
                    <a:pt x="46989" y="202692"/>
                    <a:pt x="50784" y="195072"/>
                  </a:cubicBezTo>
                  <a:cubicBezTo>
                    <a:pt x="62166" y="202692"/>
                    <a:pt x="73549" y="214217"/>
                    <a:pt x="81137" y="221837"/>
                  </a:cubicBezTo>
                  <a:cubicBezTo>
                    <a:pt x="84931" y="244793"/>
                    <a:pt x="88725" y="263938"/>
                    <a:pt x="92520" y="283083"/>
                  </a:cubicBezTo>
                  <a:cubicBezTo>
                    <a:pt x="54578" y="294608"/>
                    <a:pt x="28018" y="290703"/>
                    <a:pt x="20430" y="279273"/>
                  </a:cubicBezTo>
                  <a:close/>
                  <a:moveTo>
                    <a:pt x="62166" y="183642"/>
                  </a:moveTo>
                  <a:cubicBezTo>
                    <a:pt x="69754" y="176022"/>
                    <a:pt x="73549" y="172117"/>
                    <a:pt x="81137" y="164497"/>
                  </a:cubicBezTo>
                  <a:lnTo>
                    <a:pt x="81137" y="202787"/>
                  </a:lnTo>
                  <a:cubicBezTo>
                    <a:pt x="73549" y="195167"/>
                    <a:pt x="69754" y="191262"/>
                    <a:pt x="62166" y="183642"/>
                  </a:cubicBezTo>
                  <a:close/>
                  <a:moveTo>
                    <a:pt x="81137" y="145351"/>
                  </a:moveTo>
                  <a:cubicBezTo>
                    <a:pt x="73549" y="152972"/>
                    <a:pt x="62166" y="164497"/>
                    <a:pt x="50784" y="172117"/>
                  </a:cubicBezTo>
                  <a:cubicBezTo>
                    <a:pt x="46989" y="164497"/>
                    <a:pt x="39401" y="156782"/>
                    <a:pt x="35607" y="149162"/>
                  </a:cubicBezTo>
                  <a:cubicBezTo>
                    <a:pt x="16636" y="122396"/>
                    <a:pt x="12842" y="99441"/>
                    <a:pt x="20430" y="87916"/>
                  </a:cubicBezTo>
                  <a:cubicBezTo>
                    <a:pt x="28018" y="76391"/>
                    <a:pt x="54578" y="72580"/>
                    <a:pt x="92520" y="84106"/>
                  </a:cubicBezTo>
                  <a:cubicBezTo>
                    <a:pt x="88725" y="103251"/>
                    <a:pt x="84931" y="122396"/>
                    <a:pt x="81137" y="145351"/>
                  </a:cubicBezTo>
                  <a:close/>
                  <a:moveTo>
                    <a:pt x="214029" y="130112"/>
                  </a:moveTo>
                  <a:cubicBezTo>
                    <a:pt x="210234" y="126301"/>
                    <a:pt x="206440" y="122492"/>
                    <a:pt x="198852" y="122492"/>
                  </a:cubicBezTo>
                  <a:cubicBezTo>
                    <a:pt x="191263" y="114872"/>
                    <a:pt x="183675" y="107156"/>
                    <a:pt x="172292" y="103346"/>
                  </a:cubicBezTo>
                  <a:cubicBezTo>
                    <a:pt x="183675" y="95726"/>
                    <a:pt x="195058" y="91821"/>
                    <a:pt x="206440" y="88011"/>
                  </a:cubicBezTo>
                  <a:cubicBezTo>
                    <a:pt x="210234" y="103346"/>
                    <a:pt x="214029" y="114776"/>
                    <a:pt x="214029" y="130112"/>
                  </a:cubicBezTo>
                  <a:close/>
                  <a:moveTo>
                    <a:pt x="157116" y="15335"/>
                  </a:moveTo>
                  <a:cubicBezTo>
                    <a:pt x="172292" y="15335"/>
                    <a:pt x="191263" y="38291"/>
                    <a:pt x="202646" y="72771"/>
                  </a:cubicBezTo>
                  <a:cubicBezTo>
                    <a:pt x="187469" y="80391"/>
                    <a:pt x="172292" y="84296"/>
                    <a:pt x="157116" y="95726"/>
                  </a:cubicBezTo>
                  <a:cubicBezTo>
                    <a:pt x="141939" y="84201"/>
                    <a:pt x="126762" y="80391"/>
                    <a:pt x="111585" y="72771"/>
                  </a:cubicBezTo>
                  <a:cubicBezTo>
                    <a:pt x="122968" y="38291"/>
                    <a:pt x="141939" y="15335"/>
                    <a:pt x="157116" y="15335"/>
                  </a:cubicBezTo>
                  <a:close/>
                  <a:moveTo>
                    <a:pt x="107696" y="88011"/>
                  </a:moveTo>
                  <a:cubicBezTo>
                    <a:pt x="119079" y="91821"/>
                    <a:pt x="130462" y="95631"/>
                    <a:pt x="141844" y="103346"/>
                  </a:cubicBezTo>
                  <a:cubicBezTo>
                    <a:pt x="130462" y="107156"/>
                    <a:pt x="122873" y="114872"/>
                    <a:pt x="115285" y="122492"/>
                  </a:cubicBezTo>
                  <a:cubicBezTo>
                    <a:pt x="107696" y="122492"/>
                    <a:pt x="103902" y="126301"/>
                    <a:pt x="100108" y="130112"/>
                  </a:cubicBezTo>
                  <a:cubicBezTo>
                    <a:pt x="100108" y="114776"/>
                    <a:pt x="103902" y="103346"/>
                    <a:pt x="107696" y="88011"/>
                  </a:cubicBezTo>
                  <a:close/>
                  <a:moveTo>
                    <a:pt x="100108" y="237268"/>
                  </a:moveTo>
                  <a:cubicBezTo>
                    <a:pt x="103902" y="241078"/>
                    <a:pt x="107696" y="244888"/>
                    <a:pt x="115285" y="244888"/>
                  </a:cubicBezTo>
                  <a:cubicBezTo>
                    <a:pt x="122873" y="252508"/>
                    <a:pt x="130462" y="260223"/>
                    <a:pt x="141844" y="264033"/>
                  </a:cubicBezTo>
                  <a:cubicBezTo>
                    <a:pt x="130462" y="271653"/>
                    <a:pt x="119079" y="275558"/>
                    <a:pt x="107696" y="279368"/>
                  </a:cubicBezTo>
                  <a:cubicBezTo>
                    <a:pt x="103902" y="264033"/>
                    <a:pt x="100108" y="252603"/>
                    <a:pt x="100108" y="237268"/>
                  </a:cubicBezTo>
                  <a:close/>
                  <a:moveTo>
                    <a:pt x="157116" y="352044"/>
                  </a:moveTo>
                  <a:cubicBezTo>
                    <a:pt x="141939" y="352044"/>
                    <a:pt x="122968" y="329089"/>
                    <a:pt x="111585" y="294608"/>
                  </a:cubicBezTo>
                  <a:cubicBezTo>
                    <a:pt x="126762" y="286988"/>
                    <a:pt x="141939" y="283083"/>
                    <a:pt x="157116" y="271653"/>
                  </a:cubicBezTo>
                  <a:cubicBezTo>
                    <a:pt x="172292" y="283178"/>
                    <a:pt x="187469" y="286988"/>
                    <a:pt x="202646" y="294608"/>
                  </a:cubicBezTo>
                  <a:cubicBezTo>
                    <a:pt x="191263" y="329089"/>
                    <a:pt x="172292" y="352044"/>
                    <a:pt x="157116" y="352044"/>
                  </a:cubicBezTo>
                  <a:close/>
                  <a:moveTo>
                    <a:pt x="206440" y="279273"/>
                  </a:moveTo>
                  <a:cubicBezTo>
                    <a:pt x="195058" y="275463"/>
                    <a:pt x="183675" y="271653"/>
                    <a:pt x="172292" y="263938"/>
                  </a:cubicBezTo>
                  <a:cubicBezTo>
                    <a:pt x="183675" y="260128"/>
                    <a:pt x="191263" y="252413"/>
                    <a:pt x="198852" y="244793"/>
                  </a:cubicBezTo>
                  <a:cubicBezTo>
                    <a:pt x="206440" y="244793"/>
                    <a:pt x="210234" y="240983"/>
                    <a:pt x="214029" y="237173"/>
                  </a:cubicBezTo>
                  <a:cubicBezTo>
                    <a:pt x="214029" y="252508"/>
                    <a:pt x="210234" y="263938"/>
                    <a:pt x="206440" y="279273"/>
                  </a:cubicBezTo>
                  <a:close/>
                  <a:moveTo>
                    <a:pt x="217823" y="183642"/>
                  </a:moveTo>
                  <a:lnTo>
                    <a:pt x="217823" y="214217"/>
                  </a:lnTo>
                  <a:cubicBezTo>
                    <a:pt x="210234" y="221837"/>
                    <a:pt x="198852" y="229553"/>
                    <a:pt x="191263" y="233363"/>
                  </a:cubicBezTo>
                  <a:cubicBezTo>
                    <a:pt x="179881" y="240983"/>
                    <a:pt x="168498" y="248698"/>
                    <a:pt x="157116" y="256318"/>
                  </a:cubicBezTo>
                  <a:cubicBezTo>
                    <a:pt x="145733" y="248698"/>
                    <a:pt x="134351" y="240983"/>
                    <a:pt x="122968" y="233363"/>
                  </a:cubicBezTo>
                  <a:cubicBezTo>
                    <a:pt x="115380" y="229553"/>
                    <a:pt x="103997" y="221837"/>
                    <a:pt x="96409" y="214217"/>
                  </a:cubicBezTo>
                  <a:lnTo>
                    <a:pt x="96409" y="152972"/>
                  </a:lnTo>
                  <a:cubicBezTo>
                    <a:pt x="103997" y="145351"/>
                    <a:pt x="115380" y="137636"/>
                    <a:pt x="122968" y="133826"/>
                  </a:cubicBezTo>
                  <a:cubicBezTo>
                    <a:pt x="134351" y="126206"/>
                    <a:pt x="145733" y="118491"/>
                    <a:pt x="157116" y="110871"/>
                  </a:cubicBezTo>
                  <a:cubicBezTo>
                    <a:pt x="168498" y="118491"/>
                    <a:pt x="179881" y="126206"/>
                    <a:pt x="191263" y="133826"/>
                  </a:cubicBezTo>
                  <a:cubicBezTo>
                    <a:pt x="198852" y="137636"/>
                    <a:pt x="210234" y="145351"/>
                    <a:pt x="217823" y="152972"/>
                  </a:cubicBezTo>
                  <a:lnTo>
                    <a:pt x="217823" y="183547"/>
                  </a:lnTo>
                  <a:close/>
                  <a:moveTo>
                    <a:pt x="263353" y="76486"/>
                  </a:moveTo>
                  <a:cubicBezTo>
                    <a:pt x="278530" y="76486"/>
                    <a:pt x="289912" y="80296"/>
                    <a:pt x="293707" y="88011"/>
                  </a:cubicBezTo>
                  <a:cubicBezTo>
                    <a:pt x="301295" y="99536"/>
                    <a:pt x="297501" y="122492"/>
                    <a:pt x="278530" y="149257"/>
                  </a:cubicBezTo>
                  <a:cubicBezTo>
                    <a:pt x="274736" y="156877"/>
                    <a:pt x="267147" y="164592"/>
                    <a:pt x="263353" y="172212"/>
                  </a:cubicBezTo>
                  <a:cubicBezTo>
                    <a:pt x="251971" y="164592"/>
                    <a:pt x="240588" y="153067"/>
                    <a:pt x="233000" y="145447"/>
                  </a:cubicBezTo>
                  <a:cubicBezTo>
                    <a:pt x="229205" y="122492"/>
                    <a:pt x="225411" y="103346"/>
                    <a:pt x="221617" y="84201"/>
                  </a:cubicBezTo>
                  <a:cubicBezTo>
                    <a:pt x="236794" y="80391"/>
                    <a:pt x="251971" y="76581"/>
                    <a:pt x="263353" y="76581"/>
                  </a:cubicBezTo>
                  <a:close/>
                  <a:moveTo>
                    <a:pt x="251971" y="183642"/>
                  </a:moveTo>
                  <a:cubicBezTo>
                    <a:pt x="244382" y="191262"/>
                    <a:pt x="240588" y="195167"/>
                    <a:pt x="233000" y="202787"/>
                  </a:cubicBezTo>
                  <a:lnTo>
                    <a:pt x="233000" y="164497"/>
                  </a:lnTo>
                  <a:cubicBezTo>
                    <a:pt x="240588" y="172117"/>
                    <a:pt x="244382" y="176022"/>
                    <a:pt x="251971" y="183642"/>
                  </a:cubicBezTo>
                  <a:close/>
                  <a:moveTo>
                    <a:pt x="293707" y="279273"/>
                  </a:moveTo>
                  <a:cubicBezTo>
                    <a:pt x="286118" y="290798"/>
                    <a:pt x="259559" y="294608"/>
                    <a:pt x="221617" y="283083"/>
                  </a:cubicBezTo>
                  <a:cubicBezTo>
                    <a:pt x="225411" y="263938"/>
                    <a:pt x="229205" y="244793"/>
                    <a:pt x="233000" y="221837"/>
                  </a:cubicBezTo>
                  <a:cubicBezTo>
                    <a:pt x="240588" y="214217"/>
                    <a:pt x="251971" y="202692"/>
                    <a:pt x="263353" y="195072"/>
                  </a:cubicBezTo>
                  <a:cubicBezTo>
                    <a:pt x="267147" y="202692"/>
                    <a:pt x="274736" y="210407"/>
                    <a:pt x="278530" y="218027"/>
                  </a:cubicBezTo>
                  <a:cubicBezTo>
                    <a:pt x="297501" y="244793"/>
                    <a:pt x="301295" y="267748"/>
                    <a:pt x="293707" y="279273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144" name="Graphic 142">
            <a:extLst>
              <a:ext uri="{FF2B5EF4-FFF2-40B4-BE49-F238E27FC236}">
                <a16:creationId xmlns:a16="http://schemas.microsoft.com/office/drawing/2014/main" id="{02AA46B2-C64B-BCB9-2329-C08DBA9B3BD6}"/>
              </a:ext>
            </a:extLst>
          </p:cNvPr>
          <p:cNvSpPr/>
          <p:nvPr/>
        </p:nvSpPr>
        <p:spPr>
          <a:xfrm>
            <a:off x="5500478" y="2815932"/>
            <a:ext cx="407034" cy="492520"/>
          </a:xfrm>
          <a:custGeom>
            <a:avLst/>
            <a:gdLst>
              <a:gd name="connsiteX0" fmla="*/ 113826 w 303535"/>
              <a:gd name="connsiteY0" fmla="*/ 352044 h 367284"/>
              <a:gd name="connsiteX1" fmla="*/ 22765 w 303535"/>
              <a:gd name="connsiteY1" fmla="*/ 290798 h 367284"/>
              <a:gd name="connsiteX2" fmla="*/ 204886 w 303535"/>
              <a:gd name="connsiteY2" fmla="*/ 290798 h 367284"/>
              <a:gd name="connsiteX3" fmla="*/ 113826 w 303535"/>
              <a:gd name="connsiteY3" fmla="*/ 352044 h 367284"/>
              <a:gd name="connsiteX4" fmla="*/ 87266 w 303535"/>
              <a:gd name="connsiteY4" fmla="*/ 156877 h 367284"/>
              <a:gd name="connsiteX5" fmla="*/ 91061 w 303535"/>
              <a:gd name="connsiteY5" fmla="*/ 149257 h 367284"/>
              <a:gd name="connsiteX6" fmla="*/ 91061 w 303535"/>
              <a:gd name="connsiteY6" fmla="*/ 45911 h 367284"/>
              <a:gd name="connsiteX7" fmla="*/ 136591 w 303535"/>
              <a:gd name="connsiteY7" fmla="*/ 45911 h 367284"/>
              <a:gd name="connsiteX8" fmla="*/ 136591 w 303535"/>
              <a:gd name="connsiteY8" fmla="*/ 149257 h 367284"/>
              <a:gd name="connsiteX9" fmla="*/ 140385 w 303535"/>
              <a:gd name="connsiteY9" fmla="*/ 156877 h 367284"/>
              <a:gd name="connsiteX10" fmla="*/ 212475 w 303535"/>
              <a:gd name="connsiteY10" fmla="*/ 252508 h 367284"/>
              <a:gd name="connsiteX11" fmla="*/ 208681 w 303535"/>
              <a:gd name="connsiteY11" fmla="*/ 275463 h 367284"/>
              <a:gd name="connsiteX12" fmla="*/ 18971 w 303535"/>
              <a:gd name="connsiteY12" fmla="*/ 275463 h 367284"/>
              <a:gd name="connsiteX13" fmla="*/ 15177 w 303535"/>
              <a:gd name="connsiteY13" fmla="*/ 252508 h 367284"/>
              <a:gd name="connsiteX14" fmla="*/ 87266 w 303535"/>
              <a:gd name="connsiteY14" fmla="*/ 156877 h 367284"/>
              <a:gd name="connsiteX15" fmla="*/ 83472 w 303535"/>
              <a:gd name="connsiteY15" fmla="*/ 15335 h 367284"/>
              <a:gd name="connsiteX16" fmla="*/ 144179 w 303535"/>
              <a:gd name="connsiteY16" fmla="*/ 15335 h 367284"/>
              <a:gd name="connsiteX17" fmla="*/ 151768 w 303535"/>
              <a:gd name="connsiteY17" fmla="*/ 22955 h 367284"/>
              <a:gd name="connsiteX18" fmla="*/ 144179 w 303535"/>
              <a:gd name="connsiteY18" fmla="*/ 30575 h 367284"/>
              <a:gd name="connsiteX19" fmla="*/ 83472 w 303535"/>
              <a:gd name="connsiteY19" fmla="*/ 30575 h 367284"/>
              <a:gd name="connsiteX20" fmla="*/ 75884 w 303535"/>
              <a:gd name="connsiteY20" fmla="*/ 22955 h 367284"/>
              <a:gd name="connsiteX21" fmla="*/ 83472 w 303535"/>
              <a:gd name="connsiteY21" fmla="*/ 15335 h 367284"/>
              <a:gd name="connsiteX22" fmla="*/ 151768 w 303535"/>
              <a:gd name="connsiteY22" fmla="*/ 145351 h 367284"/>
              <a:gd name="connsiteX23" fmla="*/ 151768 w 303535"/>
              <a:gd name="connsiteY23" fmla="*/ 45911 h 367284"/>
              <a:gd name="connsiteX24" fmla="*/ 166944 w 303535"/>
              <a:gd name="connsiteY24" fmla="*/ 22955 h 367284"/>
              <a:gd name="connsiteX25" fmla="*/ 144179 w 303535"/>
              <a:gd name="connsiteY25" fmla="*/ 0 h 367284"/>
              <a:gd name="connsiteX26" fmla="*/ 83472 w 303535"/>
              <a:gd name="connsiteY26" fmla="*/ 0 h 367284"/>
              <a:gd name="connsiteX27" fmla="*/ 60707 w 303535"/>
              <a:gd name="connsiteY27" fmla="*/ 22955 h 367284"/>
              <a:gd name="connsiteX28" fmla="*/ 75884 w 303535"/>
              <a:gd name="connsiteY28" fmla="*/ 45911 h 367284"/>
              <a:gd name="connsiteX29" fmla="*/ 75884 w 303535"/>
              <a:gd name="connsiteY29" fmla="*/ 145351 h 367284"/>
              <a:gd name="connsiteX30" fmla="*/ 0 w 303535"/>
              <a:gd name="connsiteY30" fmla="*/ 252508 h 367284"/>
              <a:gd name="connsiteX31" fmla="*/ 113826 w 303535"/>
              <a:gd name="connsiteY31" fmla="*/ 367284 h 367284"/>
              <a:gd name="connsiteX32" fmla="*/ 227651 w 303535"/>
              <a:gd name="connsiteY32" fmla="*/ 252508 h 367284"/>
              <a:gd name="connsiteX33" fmla="*/ 151768 w 303535"/>
              <a:gd name="connsiteY33" fmla="*/ 145351 h 367284"/>
              <a:gd name="connsiteX34" fmla="*/ 295947 w 303535"/>
              <a:gd name="connsiteY34" fmla="*/ 45911 h 367284"/>
              <a:gd name="connsiteX35" fmla="*/ 204981 w 303535"/>
              <a:gd name="connsiteY35" fmla="*/ 45911 h 367284"/>
              <a:gd name="connsiteX36" fmla="*/ 197393 w 303535"/>
              <a:gd name="connsiteY36" fmla="*/ 53531 h 367284"/>
              <a:gd name="connsiteX37" fmla="*/ 197393 w 303535"/>
              <a:gd name="connsiteY37" fmla="*/ 152972 h 367284"/>
              <a:gd name="connsiteX38" fmla="*/ 204981 w 303535"/>
              <a:gd name="connsiteY38" fmla="*/ 160592 h 367284"/>
              <a:gd name="connsiteX39" fmla="*/ 212570 w 303535"/>
              <a:gd name="connsiteY39" fmla="*/ 152972 h 367284"/>
              <a:gd name="connsiteX40" fmla="*/ 212570 w 303535"/>
              <a:gd name="connsiteY40" fmla="*/ 61151 h 367284"/>
              <a:gd name="connsiteX41" fmla="*/ 288359 w 303535"/>
              <a:gd name="connsiteY41" fmla="*/ 61151 h 367284"/>
              <a:gd name="connsiteX42" fmla="*/ 288359 w 303535"/>
              <a:gd name="connsiteY42" fmla="*/ 122396 h 367284"/>
              <a:gd name="connsiteX43" fmla="*/ 250511 w 303535"/>
              <a:gd name="connsiteY43" fmla="*/ 122396 h 367284"/>
              <a:gd name="connsiteX44" fmla="*/ 242923 w 303535"/>
              <a:gd name="connsiteY44" fmla="*/ 130016 h 367284"/>
              <a:gd name="connsiteX45" fmla="*/ 250511 w 303535"/>
              <a:gd name="connsiteY45" fmla="*/ 137636 h 367284"/>
              <a:gd name="connsiteX46" fmla="*/ 288359 w 303535"/>
              <a:gd name="connsiteY46" fmla="*/ 137636 h 367284"/>
              <a:gd name="connsiteX47" fmla="*/ 288359 w 303535"/>
              <a:gd name="connsiteY47" fmla="*/ 168212 h 367284"/>
              <a:gd name="connsiteX48" fmla="*/ 273182 w 303535"/>
              <a:gd name="connsiteY48" fmla="*/ 168212 h 367284"/>
              <a:gd name="connsiteX49" fmla="*/ 265593 w 303535"/>
              <a:gd name="connsiteY49" fmla="*/ 175832 h 367284"/>
              <a:gd name="connsiteX50" fmla="*/ 273182 w 303535"/>
              <a:gd name="connsiteY50" fmla="*/ 183451 h 367284"/>
              <a:gd name="connsiteX51" fmla="*/ 288359 w 303535"/>
              <a:gd name="connsiteY51" fmla="*/ 183451 h 367284"/>
              <a:gd name="connsiteX52" fmla="*/ 288359 w 303535"/>
              <a:gd name="connsiteY52" fmla="*/ 214027 h 367284"/>
              <a:gd name="connsiteX53" fmla="*/ 250511 w 303535"/>
              <a:gd name="connsiteY53" fmla="*/ 214027 h 367284"/>
              <a:gd name="connsiteX54" fmla="*/ 242923 w 303535"/>
              <a:gd name="connsiteY54" fmla="*/ 221647 h 367284"/>
              <a:gd name="connsiteX55" fmla="*/ 250511 w 303535"/>
              <a:gd name="connsiteY55" fmla="*/ 229267 h 367284"/>
              <a:gd name="connsiteX56" fmla="*/ 288359 w 303535"/>
              <a:gd name="connsiteY56" fmla="*/ 229267 h 367284"/>
              <a:gd name="connsiteX57" fmla="*/ 288359 w 303535"/>
              <a:gd name="connsiteY57" fmla="*/ 259842 h 367284"/>
              <a:gd name="connsiteX58" fmla="*/ 273182 w 303535"/>
              <a:gd name="connsiteY58" fmla="*/ 259842 h 367284"/>
              <a:gd name="connsiteX59" fmla="*/ 265593 w 303535"/>
              <a:gd name="connsiteY59" fmla="*/ 267462 h 367284"/>
              <a:gd name="connsiteX60" fmla="*/ 273182 w 303535"/>
              <a:gd name="connsiteY60" fmla="*/ 275082 h 367284"/>
              <a:gd name="connsiteX61" fmla="*/ 288359 w 303535"/>
              <a:gd name="connsiteY61" fmla="*/ 275082 h 367284"/>
              <a:gd name="connsiteX62" fmla="*/ 288359 w 303535"/>
              <a:gd name="connsiteY62" fmla="*/ 313373 h 367284"/>
              <a:gd name="connsiteX63" fmla="*/ 250511 w 303535"/>
              <a:gd name="connsiteY63" fmla="*/ 351663 h 367284"/>
              <a:gd name="connsiteX64" fmla="*/ 216459 w 303535"/>
              <a:gd name="connsiteY64" fmla="*/ 332518 h 367284"/>
              <a:gd name="connsiteX65" fmla="*/ 208870 w 303535"/>
              <a:gd name="connsiteY65" fmla="*/ 328708 h 367284"/>
              <a:gd name="connsiteX66" fmla="*/ 205076 w 303535"/>
              <a:gd name="connsiteY66" fmla="*/ 340233 h 367284"/>
              <a:gd name="connsiteX67" fmla="*/ 250511 w 303535"/>
              <a:gd name="connsiteY67" fmla="*/ 366998 h 367284"/>
              <a:gd name="connsiteX68" fmla="*/ 303535 w 303535"/>
              <a:gd name="connsiteY68" fmla="*/ 313468 h 367284"/>
              <a:gd name="connsiteX69" fmla="*/ 303535 w 303535"/>
              <a:gd name="connsiteY69" fmla="*/ 53245 h 367284"/>
              <a:gd name="connsiteX70" fmla="*/ 295947 w 303535"/>
              <a:gd name="connsiteY70" fmla="*/ 45625 h 367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03535" h="367284">
                <a:moveTo>
                  <a:pt x="113826" y="352044"/>
                </a:moveTo>
                <a:cubicBezTo>
                  <a:pt x="72090" y="352044"/>
                  <a:pt x="37942" y="325279"/>
                  <a:pt x="22765" y="290798"/>
                </a:cubicBezTo>
                <a:lnTo>
                  <a:pt x="204886" y="290798"/>
                </a:lnTo>
                <a:cubicBezTo>
                  <a:pt x="189710" y="325279"/>
                  <a:pt x="155562" y="352044"/>
                  <a:pt x="113826" y="352044"/>
                </a:cubicBezTo>
                <a:close/>
                <a:moveTo>
                  <a:pt x="87266" y="156877"/>
                </a:moveTo>
                <a:cubicBezTo>
                  <a:pt x="87266" y="156877"/>
                  <a:pt x="91061" y="153067"/>
                  <a:pt x="91061" y="149257"/>
                </a:cubicBezTo>
                <a:lnTo>
                  <a:pt x="91061" y="45911"/>
                </a:lnTo>
                <a:lnTo>
                  <a:pt x="136591" y="45911"/>
                </a:lnTo>
                <a:lnTo>
                  <a:pt x="136591" y="149257"/>
                </a:lnTo>
                <a:cubicBezTo>
                  <a:pt x="136591" y="153067"/>
                  <a:pt x="140385" y="156877"/>
                  <a:pt x="140385" y="156877"/>
                </a:cubicBezTo>
                <a:cubicBezTo>
                  <a:pt x="182121" y="168402"/>
                  <a:pt x="212475" y="210407"/>
                  <a:pt x="212475" y="252508"/>
                </a:cubicBezTo>
                <a:cubicBezTo>
                  <a:pt x="212475" y="260128"/>
                  <a:pt x="212475" y="267843"/>
                  <a:pt x="208681" y="275463"/>
                </a:cubicBezTo>
                <a:lnTo>
                  <a:pt x="18971" y="275463"/>
                </a:lnTo>
                <a:cubicBezTo>
                  <a:pt x="15177" y="267843"/>
                  <a:pt x="15177" y="260128"/>
                  <a:pt x="15177" y="252508"/>
                </a:cubicBezTo>
                <a:cubicBezTo>
                  <a:pt x="15177" y="210407"/>
                  <a:pt x="45530" y="168307"/>
                  <a:pt x="87266" y="156877"/>
                </a:cubicBezTo>
                <a:close/>
                <a:moveTo>
                  <a:pt x="83472" y="15335"/>
                </a:moveTo>
                <a:lnTo>
                  <a:pt x="144179" y="15335"/>
                </a:lnTo>
                <a:cubicBezTo>
                  <a:pt x="147973" y="15335"/>
                  <a:pt x="151768" y="19145"/>
                  <a:pt x="151768" y="22955"/>
                </a:cubicBezTo>
                <a:cubicBezTo>
                  <a:pt x="151768" y="26765"/>
                  <a:pt x="147973" y="30575"/>
                  <a:pt x="144179" y="30575"/>
                </a:cubicBezTo>
                <a:lnTo>
                  <a:pt x="83472" y="30575"/>
                </a:lnTo>
                <a:cubicBezTo>
                  <a:pt x="79678" y="30575"/>
                  <a:pt x="75884" y="26765"/>
                  <a:pt x="75884" y="22955"/>
                </a:cubicBezTo>
                <a:cubicBezTo>
                  <a:pt x="75884" y="19145"/>
                  <a:pt x="79678" y="15335"/>
                  <a:pt x="83472" y="15335"/>
                </a:cubicBezTo>
                <a:close/>
                <a:moveTo>
                  <a:pt x="151768" y="145351"/>
                </a:moveTo>
                <a:lnTo>
                  <a:pt x="151768" y="45911"/>
                </a:lnTo>
                <a:cubicBezTo>
                  <a:pt x="159356" y="42101"/>
                  <a:pt x="166944" y="34385"/>
                  <a:pt x="166944" y="22955"/>
                </a:cubicBezTo>
                <a:cubicBezTo>
                  <a:pt x="166944" y="11525"/>
                  <a:pt x="155562" y="0"/>
                  <a:pt x="144179" y="0"/>
                </a:cubicBezTo>
                <a:lnTo>
                  <a:pt x="83472" y="0"/>
                </a:lnTo>
                <a:cubicBezTo>
                  <a:pt x="72090" y="0"/>
                  <a:pt x="60707" y="11525"/>
                  <a:pt x="60707" y="22955"/>
                </a:cubicBezTo>
                <a:cubicBezTo>
                  <a:pt x="60707" y="34385"/>
                  <a:pt x="68295" y="42101"/>
                  <a:pt x="75884" y="45911"/>
                </a:cubicBezTo>
                <a:lnTo>
                  <a:pt x="75884" y="145351"/>
                </a:lnTo>
                <a:cubicBezTo>
                  <a:pt x="30354" y="160687"/>
                  <a:pt x="0" y="202787"/>
                  <a:pt x="0" y="252508"/>
                </a:cubicBezTo>
                <a:cubicBezTo>
                  <a:pt x="0" y="317564"/>
                  <a:pt x="49325" y="367284"/>
                  <a:pt x="113826" y="367284"/>
                </a:cubicBezTo>
                <a:cubicBezTo>
                  <a:pt x="178327" y="367284"/>
                  <a:pt x="227651" y="317564"/>
                  <a:pt x="227651" y="252508"/>
                </a:cubicBezTo>
                <a:cubicBezTo>
                  <a:pt x="227651" y="202787"/>
                  <a:pt x="197298" y="160687"/>
                  <a:pt x="151768" y="145351"/>
                </a:cubicBezTo>
                <a:close/>
                <a:moveTo>
                  <a:pt x="295947" y="45911"/>
                </a:moveTo>
                <a:lnTo>
                  <a:pt x="204981" y="45911"/>
                </a:lnTo>
                <a:cubicBezTo>
                  <a:pt x="201187" y="45911"/>
                  <a:pt x="197393" y="49721"/>
                  <a:pt x="197393" y="53531"/>
                </a:cubicBezTo>
                <a:lnTo>
                  <a:pt x="197393" y="152972"/>
                </a:lnTo>
                <a:cubicBezTo>
                  <a:pt x="197393" y="156782"/>
                  <a:pt x="201187" y="160592"/>
                  <a:pt x="204981" y="160592"/>
                </a:cubicBezTo>
                <a:cubicBezTo>
                  <a:pt x="208775" y="160592"/>
                  <a:pt x="212570" y="156782"/>
                  <a:pt x="212570" y="152972"/>
                </a:cubicBezTo>
                <a:lnTo>
                  <a:pt x="212570" y="61151"/>
                </a:lnTo>
                <a:lnTo>
                  <a:pt x="288359" y="61151"/>
                </a:lnTo>
                <a:lnTo>
                  <a:pt x="288359" y="122396"/>
                </a:lnTo>
                <a:lnTo>
                  <a:pt x="250511" y="122396"/>
                </a:lnTo>
                <a:cubicBezTo>
                  <a:pt x="246717" y="122396"/>
                  <a:pt x="242923" y="126206"/>
                  <a:pt x="242923" y="130016"/>
                </a:cubicBezTo>
                <a:cubicBezTo>
                  <a:pt x="242923" y="133826"/>
                  <a:pt x="246717" y="137636"/>
                  <a:pt x="250511" y="137636"/>
                </a:cubicBezTo>
                <a:lnTo>
                  <a:pt x="288359" y="137636"/>
                </a:lnTo>
                <a:lnTo>
                  <a:pt x="288359" y="168212"/>
                </a:lnTo>
                <a:lnTo>
                  <a:pt x="273182" y="168212"/>
                </a:lnTo>
                <a:cubicBezTo>
                  <a:pt x="269388" y="168212"/>
                  <a:pt x="265593" y="172022"/>
                  <a:pt x="265593" y="175832"/>
                </a:cubicBezTo>
                <a:cubicBezTo>
                  <a:pt x="265593" y="179642"/>
                  <a:pt x="269388" y="183451"/>
                  <a:pt x="273182" y="183451"/>
                </a:cubicBezTo>
                <a:lnTo>
                  <a:pt x="288359" y="183451"/>
                </a:lnTo>
                <a:lnTo>
                  <a:pt x="288359" y="214027"/>
                </a:lnTo>
                <a:lnTo>
                  <a:pt x="250511" y="214027"/>
                </a:lnTo>
                <a:cubicBezTo>
                  <a:pt x="246717" y="214027"/>
                  <a:pt x="242923" y="217837"/>
                  <a:pt x="242923" y="221647"/>
                </a:cubicBezTo>
                <a:cubicBezTo>
                  <a:pt x="242923" y="225457"/>
                  <a:pt x="246717" y="229267"/>
                  <a:pt x="250511" y="229267"/>
                </a:cubicBezTo>
                <a:lnTo>
                  <a:pt x="288359" y="229267"/>
                </a:lnTo>
                <a:lnTo>
                  <a:pt x="288359" y="259842"/>
                </a:lnTo>
                <a:lnTo>
                  <a:pt x="273182" y="259842"/>
                </a:lnTo>
                <a:cubicBezTo>
                  <a:pt x="269388" y="259842"/>
                  <a:pt x="265593" y="263652"/>
                  <a:pt x="265593" y="267462"/>
                </a:cubicBezTo>
                <a:cubicBezTo>
                  <a:pt x="265593" y="271272"/>
                  <a:pt x="269388" y="275082"/>
                  <a:pt x="273182" y="275082"/>
                </a:cubicBezTo>
                <a:lnTo>
                  <a:pt x="288359" y="275082"/>
                </a:lnTo>
                <a:lnTo>
                  <a:pt x="288359" y="313373"/>
                </a:lnTo>
                <a:cubicBezTo>
                  <a:pt x="288359" y="336328"/>
                  <a:pt x="273182" y="351663"/>
                  <a:pt x="250511" y="351663"/>
                </a:cubicBezTo>
                <a:cubicBezTo>
                  <a:pt x="235335" y="351663"/>
                  <a:pt x="223952" y="344043"/>
                  <a:pt x="216459" y="332518"/>
                </a:cubicBezTo>
                <a:cubicBezTo>
                  <a:pt x="216459" y="328708"/>
                  <a:pt x="212664" y="328708"/>
                  <a:pt x="208870" y="328708"/>
                </a:cubicBezTo>
                <a:cubicBezTo>
                  <a:pt x="205076" y="332518"/>
                  <a:pt x="201282" y="336328"/>
                  <a:pt x="205076" y="340233"/>
                </a:cubicBezTo>
                <a:cubicBezTo>
                  <a:pt x="212664" y="355568"/>
                  <a:pt x="231635" y="366998"/>
                  <a:pt x="250511" y="366998"/>
                </a:cubicBezTo>
                <a:cubicBezTo>
                  <a:pt x="280865" y="366998"/>
                  <a:pt x="303535" y="344043"/>
                  <a:pt x="303535" y="313468"/>
                </a:cubicBezTo>
                <a:lnTo>
                  <a:pt x="303535" y="53245"/>
                </a:lnTo>
                <a:cubicBezTo>
                  <a:pt x="303535" y="49435"/>
                  <a:pt x="299741" y="45625"/>
                  <a:pt x="295947" y="4562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5" name="Graphic 142">
            <a:extLst>
              <a:ext uri="{FF2B5EF4-FFF2-40B4-BE49-F238E27FC236}">
                <a16:creationId xmlns:a16="http://schemas.microsoft.com/office/drawing/2014/main" id="{62D339C0-60D3-C783-CF97-70BA55E4FADE}"/>
              </a:ext>
            </a:extLst>
          </p:cNvPr>
          <p:cNvSpPr/>
          <p:nvPr/>
        </p:nvSpPr>
        <p:spPr>
          <a:xfrm>
            <a:off x="6265653" y="2815932"/>
            <a:ext cx="407034" cy="492520"/>
          </a:xfrm>
          <a:custGeom>
            <a:avLst/>
            <a:gdLst>
              <a:gd name="connsiteX0" fmla="*/ 113826 w 303535"/>
              <a:gd name="connsiteY0" fmla="*/ 352044 h 367284"/>
              <a:gd name="connsiteX1" fmla="*/ 22765 w 303535"/>
              <a:gd name="connsiteY1" fmla="*/ 290798 h 367284"/>
              <a:gd name="connsiteX2" fmla="*/ 204886 w 303535"/>
              <a:gd name="connsiteY2" fmla="*/ 290798 h 367284"/>
              <a:gd name="connsiteX3" fmla="*/ 113826 w 303535"/>
              <a:gd name="connsiteY3" fmla="*/ 352044 h 367284"/>
              <a:gd name="connsiteX4" fmla="*/ 87266 w 303535"/>
              <a:gd name="connsiteY4" fmla="*/ 156877 h 367284"/>
              <a:gd name="connsiteX5" fmla="*/ 91061 w 303535"/>
              <a:gd name="connsiteY5" fmla="*/ 149257 h 367284"/>
              <a:gd name="connsiteX6" fmla="*/ 91061 w 303535"/>
              <a:gd name="connsiteY6" fmla="*/ 45911 h 367284"/>
              <a:gd name="connsiteX7" fmla="*/ 136591 w 303535"/>
              <a:gd name="connsiteY7" fmla="*/ 45911 h 367284"/>
              <a:gd name="connsiteX8" fmla="*/ 136591 w 303535"/>
              <a:gd name="connsiteY8" fmla="*/ 149257 h 367284"/>
              <a:gd name="connsiteX9" fmla="*/ 140385 w 303535"/>
              <a:gd name="connsiteY9" fmla="*/ 156877 h 367284"/>
              <a:gd name="connsiteX10" fmla="*/ 212475 w 303535"/>
              <a:gd name="connsiteY10" fmla="*/ 252508 h 367284"/>
              <a:gd name="connsiteX11" fmla="*/ 208681 w 303535"/>
              <a:gd name="connsiteY11" fmla="*/ 275463 h 367284"/>
              <a:gd name="connsiteX12" fmla="*/ 18971 w 303535"/>
              <a:gd name="connsiteY12" fmla="*/ 275463 h 367284"/>
              <a:gd name="connsiteX13" fmla="*/ 15177 w 303535"/>
              <a:gd name="connsiteY13" fmla="*/ 252508 h 367284"/>
              <a:gd name="connsiteX14" fmla="*/ 87266 w 303535"/>
              <a:gd name="connsiteY14" fmla="*/ 156877 h 367284"/>
              <a:gd name="connsiteX15" fmla="*/ 83472 w 303535"/>
              <a:gd name="connsiteY15" fmla="*/ 15335 h 367284"/>
              <a:gd name="connsiteX16" fmla="*/ 144179 w 303535"/>
              <a:gd name="connsiteY16" fmla="*/ 15335 h 367284"/>
              <a:gd name="connsiteX17" fmla="*/ 151768 w 303535"/>
              <a:gd name="connsiteY17" fmla="*/ 22955 h 367284"/>
              <a:gd name="connsiteX18" fmla="*/ 144179 w 303535"/>
              <a:gd name="connsiteY18" fmla="*/ 30575 h 367284"/>
              <a:gd name="connsiteX19" fmla="*/ 83472 w 303535"/>
              <a:gd name="connsiteY19" fmla="*/ 30575 h 367284"/>
              <a:gd name="connsiteX20" fmla="*/ 75884 w 303535"/>
              <a:gd name="connsiteY20" fmla="*/ 22955 h 367284"/>
              <a:gd name="connsiteX21" fmla="*/ 83472 w 303535"/>
              <a:gd name="connsiteY21" fmla="*/ 15335 h 367284"/>
              <a:gd name="connsiteX22" fmla="*/ 151768 w 303535"/>
              <a:gd name="connsiteY22" fmla="*/ 145351 h 367284"/>
              <a:gd name="connsiteX23" fmla="*/ 151768 w 303535"/>
              <a:gd name="connsiteY23" fmla="*/ 45911 h 367284"/>
              <a:gd name="connsiteX24" fmla="*/ 166944 w 303535"/>
              <a:gd name="connsiteY24" fmla="*/ 22955 h 367284"/>
              <a:gd name="connsiteX25" fmla="*/ 144179 w 303535"/>
              <a:gd name="connsiteY25" fmla="*/ 0 h 367284"/>
              <a:gd name="connsiteX26" fmla="*/ 83472 w 303535"/>
              <a:gd name="connsiteY26" fmla="*/ 0 h 367284"/>
              <a:gd name="connsiteX27" fmla="*/ 60707 w 303535"/>
              <a:gd name="connsiteY27" fmla="*/ 22955 h 367284"/>
              <a:gd name="connsiteX28" fmla="*/ 75884 w 303535"/>
              <a:gd name="connsiteY28" fmla="*/ 45911 h 367284"/>
              <a:gd name="connsiteX29" fmla="*/ 75884 w 303535"/>
              <a:gd name="connsiteY29" fmla="*/ 145351 h 367284"/>
              <a:gd name="connsiteX30" fmla="*/ 0 w 303535"/>
              <a:gd name="connsiteY30" fmla="*/ 252508 h 367284"/>
              <a:gd name="connsiteX31" fmla="*/ 113826 w 303535"/>
              <a:gd name="connsiteY31" fmla="*/ 367284 h 367284"/>
              <a:gd name="connsiteX32" fmla="*/ 227651 w 303535"/>
              <a:gd name="connsiteY32" fmla="*/ 252508 h 367284"/>
              <a:gd name="connsiteX33" fmla="*/ 151768 w 303535"/>
              <a:gd name="connsiteY33" fmla="*/ 145351 h 367284"/>
              <a:gd name="connsiteX34" fmla="*/ 295947 w 303535"/>
              <a:gd name="connsiteY34" fmla="*/ 45911 h 367284"/>
              <a:gd name="connsiteX35" fmla="*/ 204981 w 303535"/>
              <a:gd name="connsiteY35" fmla="*/ 45911 h 367284"/>
              <a:gd name="connsiteX36" fmla="*/ 197393 w 303535"/>
              <a:gd name="connsiteY36" fmla="*/ 53531 h 367284"/>
              <a:gd name="connsiteX37" fmla="*/ 197393 w 303535"/>
              <a:gd name="connsiteY37" fmla="*/ 152972 h 367284"/>
              <a:gd name="connsiteX38" fmla="*/ 204981 w 303535"/>
              <a:gd name="connsiteY38" fmla="*/ 160592 h 367284"/>
              <a:gd name="connsiteX39" fmla="*/ 212570 w 303535"/>
              <a:gd name="connsiteY39" fmla="*/ 152972 h 367284"/>
              <a:gd name="connsiteX40" fmla="*/ 212570 w 303535"/>
              <a:gd name="connsiteY40" fmla="*/ 61151 h 367284"/>
              <a:gd name="connsiteX41" fmla="*/ 288359 w 303535"/>
              <a:gd name="connsiteY41" fmla="*/ 61151 h 367284"/>
              <a:gd name="connsiteX42" fmla="*/ 288359 w 303535"/>
              <a:gd name="connsiteY42" fmla="*/ 122396 h 367284"/>
              <a:gd name="connsiteX43" fmla="*/ 250511 w 303535"/>
              <a:gd name="connsiteY43" fmla="*/ 122396 h 367284"/>
              <a:gd name="connsiteX44" fmla="*/ 242923 w 303535"/>
              <a:gd name="connsiteY44" fmla="*/ 130016 h 367284"/>
              <a:gd name="connsiteX45" fmla="*/ 250511 w 303535"/>
              <a:gd name="connsiteY45" fmla="*/ 137636 h 367284"/>
              <a:gd name="connsiteX46" fmla="*/ 288359 w 303535"/>
              <a:gd name="connsiteY46" fmla="*/ 137636 h 367284"/>
              <a:gd name="connsiteX47" fmla="*/ 288359 w 303535"/>
              <a:gd name="connsiteY47" fmla="*/ 168212 h 367284"/>
              <a:gd name="connsiteX48" fmla="*/ 273182 w 303535"/>
              <a:gd name="connsiteY48" fmla="*/ 168212 h 367284"/>
              <a:gd name="connsiteX49" fmla="*/ 265593 w 303535"/>
              <a:gd name="connsiteY49" fmla="*/ 175832 h 367284"/>
              <a:gd name="connsiteX50" fmla="*/ 273182 w 303535"/>
              <a:gd name="connsiteY50" fmla="*/ 183451 h 367284"/>
              <a:gd name="connsiteX51" fmla="*/ 288359 w 303535"/>
              <a:gd name="connsiteY51" fmla="*/ 183451 h 367284"/>
              <a:gd name="connsiteX52" fmla="*/ 288359 w 303535"/>
              <a:gd name="connsiteY52" fmla="*/ 214027 h 367284"/>
              <a:gd name="connsiteX53" fmla="*/ 250511 w 303535"/>
              <a:gd name="connsiteY53" fmla="*/ 214027 h 367284"/>
              <a:gd name="connsiteX54" fmla="*/ 242923 w 303535"/>
              <a:gd name="connsiteY54" fmla="*/ 221647 h 367284"/>
              <a:gd name="connsiteX55" fmla="*/ 250511 w 303535"/>
              <a:gd name="connsiteY55" fmla="*/ 229267 h 367284"/>
              <a:gd name="connsiteX56" fmla="*/ 288359 w 303535"/>
              <a:gd name="connsiteY56" fmla="*/ 229267 h 367284"/>
              <a:gd name="connsiteX57" fmla="*/ 288359 w 303535"/>
              <a:gd name="connsiteY57" fmla="*/ 259842 h 367284"/>
              <a:gd name="connsiteX58" fmla="*/ 273182 w 303535"/>
              <a:gd name="connsiteY58" fmla="*/ 259842 h 367284"/>
              <a:gd name="connsiteX59" fmla="*/ 265593 w 303535"/>
              <a:gd name="connsiteY59" fmla="*/ 267462 h 367284"/>
              <a:gd name="connsiteX60" fmla="*/ 273182 w 303535"/>
              <a:gd name="connsiteY60" fmla="*/ 275082 h 367284"/>
              <a:gd name="connsiteX61" fmla="*/ 288359 w 303535"/>
              <a:gd name="connsiteY61" fmla="*/ 275082 h 367284"/>
              <a:gd name="connsiteX62" fmla="*/ 288359 w 303535"/>
              <a:gd name="connsiteY62" fmla="*/ 313373 h 367284"/>
              <a:gd name="connsiteX63" fmla="*/ 250511 w 303535"/>
              <a:gd name="connsiteY63" fmla="*/ 351663 h 367284"/>
              <a:gd name="connsiteX64" fmla="*/ 216459 w 303535"/>
              <a:gd name="connsiteY64" fmla="*/ 332518 h 367284"/>
              <a:gd name="connsiteX65" fmla="*/ 208870 w 303535"/>
              <a:gd name="connsiteY65" fmla="*/ 328708 h 367284"/>
              <a:gd name="connsiteX66" fmla="*/ 205076 w 303535"/>
              <a:gd name="connsiteY66" fmla="*/ 340233 h 367284"/>
              <a:gd name="connsiteX67" fmla="*/ 250511 w 303535"/>
              <a:gd name="connsiteY67" fmla="*/ 366998 h 367284"/>
              <a:gd name="connsiteX68" fmla="*/ 303535 w 303535"/>
              <a:gd name="connsiteY68" fmla="*/ 313468 h 367284"/>
              <a:gd name="connsiteX69" fmla="*/ 303535 w 303535"/>
              <a:gd name="connsiteY69" fmla="*/ 53245 h 367284"/>
              <a:gd name="connsiteX70" fmla="*/ 295947 w 303535"/>
              <a:gd name="connsiteY70" fmla="*/ 45625 h 367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03535" h="367284">
                <a:moveTo>
                  <a:pt x="113826" y="352044"/>
                </a:moveTo>
                <a:cubicBezTo>
                  <a:pt x="72090" y="352044"/>
                  <a:pt x="37942" y="325279"/>
                  <a:pt x="22765" y="290798"/>
                </a:cubicBezTo>
                <a:lnTo>
                  <a:pt x="204886" y="290798"/>
                </a:lnTo>
                <a:cubicBezTo>
                  <a:pt x="189710" y="325279"/>
                  <a:pt x="155562" y="352044"/>
                  <a:pt x="113826" y="352044"/>
                </a:cubicBezTo>
                <a:close/>
                <a:moveTo>
                  <a:pt x="87266" y="156877"/>
                </a:moveTo>
                <a:cubicBezTo>
                  <a:pt x="87266" y="156877"/>
                  <a:pt x="91061" y="153067"/>
                  <a:pt x="91061" y="149257"/>
                </a:cubicBezTo>
                <a:lnTo>
                  <a:pt x="91061" y="45911"/>
                </a:lnTo>
                <a:lnTo>
                  <a:pt x="136591" y="45911"/>
                </a:lnTo>
                <a:lnTo>
                  <a:pt x="136591" y="149257"/>
                </a:lnTo>
                <a:cubicBezTo>
                  <a:pt x="136591" y="153067"/>
                  <a:pt x="140385" y="156877"/>
                  <a:pt x="140385" y="156877"/>
                </a:cubicBezTo>
                <a:cubicBezTo>
                  <a:pt x="182121" y="168402"/>
                  <a:pt x="212475" y="210407"/>
                  <a:pt x="212475" y="252508"/>
                </a:cubicBezTo>
                <a:cubicBezTo>
                  <a:pt x="212475" y="260128"/>
                  <a:pt x="212475" y="267843"/>
                  <a:pt x="208681" y="275463"/>
                </a:cubicBezTo>
                <a:lnTo>
                  <a:pt x="18971" y="275463"/>
                </a:lnTo>
                <a:cubicBezTo>
                  <a:pt x="15177" y="267843"/>
                  <a:pt x="15177" y="260128"/>
                  <a:pt x="15177" y="252508"/>
                </a:cubicBezTo>
                <a:cubicBezTo>
                  <a:pt x="15177" y="210407"/>
                  <a:pt x="45530" y="168307"/>
                  <a:pt x="87266" y="156877"/>
                </a:cubicBezTo>
                <a:close/>
                <a:moveTo>
                  <a:pt x="83472" y="15335"/>
                </a:moveTo>
                <a:lnTo>
                  <a:pt x="144179" y="15335"/>
                </a:lnTo>
                <a:cubicBezTo>
                  <a:pt x="147973" y="15335"/>
                  <a:pt x="151768" y="19145"/>
                  <a:pt x="151768" y="22955"/>
                </a:cubicBezTo>
                <a:cubicBezTo>
                  <a:pt x="151768" y="26765"/>
                  <a:pt x="147973" y="30575"/>
                  <a:pt x="144179" y="30575"/>
                </a:cubicBezTo>
                <a:lnTo>
                  <a:pt x="83472" y="30575"/>
                </a:lnTo>
                <a:cubicBezTo>
                  <a:pt x="79678" y="30575"/>
                  <a:pt x="75884" y="26765"/>
                  <a:pt x="75884" y="22955"/>
                </a:cubicBezTo>
                <a:cubicBezTo>
                  <a:pt x="75884" y="19145"/>
                  <a:pt x="79678" y="15335"/>
                  <a:pt x="83472" y="15335"/>
                </a:cubicBezTo>
                <a:close/>
                <a:moveTo>
                  <a:pt x="151768" y="145351"/>
                </a:moveTo>
                <a:lnTo>
                  <a:pt x="151768" y="45911"/>
                </a:lnTo>
                <a:cubicBezTo>
                  <a:pt x="159356" y="42101"/>
                  <a:pt x="166944" y="34385"/>
                  <a:pt x="166944" y="22955"/>
                </a:cubicBezTo>
                <a:cubicBezTo>
                  <a:pt x="166944" y="11525"/>
                  <a:pt x="155562" y="0"/>
                  <a:pt x="144179" y="0"/>
                </a:cubicBezTo>
                <a:lnTo>
                  <a:pt x="83472" y="0"/>
                </a:lnTo>
                <a:cubicBezTo>
                  <a:pt x="72090" y="0"/>
                  <a:pt x="60707" y="11525"/>
                  <a:pt x="60707" y="22955"/>
                </a:cubicBezTo>
                <a:cubicBezTo>
                  <a:pt x="60707" y="34385"/>
                  <a:pt x="68295" y="42101"/>
                  <a:pt x="75884" y="45911"/>
                </a:cubicBezTo>
                <a:lnTo>
                  <a:pt x="75884" y="145351"/>
                </a:lnTo>
                <a:cubicBezTo>
                  <a:pt x="30354" y="160687"/>
                  <a:pt x="0" y="202787"/>
                  <a:pt x="0" y="252508"/>
                </a:cubicBezTo>
                <a:cubicBezTo>
                  <a:pt x="0" y="317564"/>
                  <a:pt x="49325" y="367284"/>
                  <a:pt x="113826" y="367284"/>
                </a:cubicBezTo>
                <a:cubicBezTo>
                  <a:pt x="178327" y="367284"/>
                  <a:pt x="227651" y="317564"/>
                  <a:pt x="227651" y="252508"/>
                </a:cubicBezTo>
                <a:cubicBezTo>
                  <a:pt x="227651" y="202787"/>
                  <a:pt x="197298" y="160687"/>
                  <a:pt x="151768" y="145351"/>
                </a:cubicBezTo>
                <a:close/>
                <a:moveTo>
                  <a:pt x="295947" y="45911"/>
                </a:moveTo>
                <a:lnTo>
                  <a:pt x="204981" y="45911"/>
                </a:lnTo>
                <a:cubicBezTo>
                  <a:pt x="201187" y="45911"/>
                  <a:pt x="197393" y="49721"/>
                  <a:pt x="197393" y="53531"/>
                </a:cubicBezTo>
                <a:lnTo>
                  <a:pt x="197393" y="152972"/>
                </a:lnTo>
                <a:cubicBezTo>
                  <a:pt x="197393" y="156782"/>
                  <a:pt x="201187" y="160592"/>
                  <a:pt x="204981" y="160592"/>
                </a:cubicBezTo>
                <a:cubicBezTo>
                  <a:pt x="208775" y="160592"/>
                  <a:pt x="212570" y="156782"/>
                  <a:pt x="212570" y="152972"/>
                </a:cubicBezTo>
                <a:lnTo>
                  <a:pt x="212570" y="61151"/>
                </a:lnTo>
                <a:lnTo>
                  <a:pt x="288359" y="61151"/>
                </a:lnTo>
                <a:lnTo>
                  <a:pt x="288359" y="122396"/>
                </a:lnTo>
                <a:lnTo>
                  <a:pt x="250511" y="122396"/>
                </a:lnTo>
                <a:cubicBezTo>
                  <a:pt x="246717" y="122396"/>
                  <a:pt x="242923" y="126206"/>
                  <a:pt x="242923" y="130016"/>
                </a:cubicBezTo>
                <a:cubicBezTo>
                  <a:pt x="242923" y="133826"/>
                  <a:pt x="246717" y="137636"/>
                  <a:pt x="250511" y="137636"/>
                </a:cubicBezTo>
                <a:lnTo>
                  <a:pt x="288359" y="137636"/>
                </a:lnTo>
                <a:lnTo>
                  <a:pt x="288359" y="168212"/>
                </a:lnTo>
                <a:lnTo>
                  <a:pt x="273182" y="168212"/>
                </a:lnTo>
                <a:cubicBezTo>
                  <a:pt x="269388" y="168212"/>
                  <a:pt x="265593" y="172022"/>
                  <a:pt x="265593" y="175832"/>
                </a:cubicBezTo>
                <a:cubicBezTo>
                  <a:pt x="265593" y="179642"/>
                  <a:pt x="269388" y="183451"/>
                  <a:pt x="273182" y="183451"/>
                </a:cubicBezTo>
                <a:lnTo>
                  <a:pt x="288359" y="183451"/>
                </a:lnTo>
                <a:lnTo>
                  <a:pt x="288359" y="214027"/>
                </a:lnTo>
                <a:lnTo>
                  <a:pt x="250511" y="214027"/>
                </a:lnTo>
                <a:cubicBezTo>
                  <a:pt x="246717" y="214027"/>
                  <a:pt x="242923" y="217837"/>
                  <a:pt x="242923" y="221647"/>
                </a:cubicBezTo>
                <a:cubicBezTo>
                  <a:pt x="242923" y="225457"/>
                  <a:pt x="246717" y="229267"/>
                  <a:pt x="250511" y="229267"/>
                </a:cubicBezTo>
                <a:lnTo>
                  <a:pt x="288359" y="229267"/>
                </a:lnTo>
                <a:lnTo>
                  <a:pt x="288359" y="259842"/>
                </a:lnTo>
                <a:lnTo>
                  <a:pt x="273182" y="259842"/>
                </a:lnTo>
                <a:cubicBezTo>
                  <a:pt x="269388" y="259842"/>
                  <a:pt x="265593" y="263652"/>
                  <a:pt x="265593" y="267462"/>
                </a:cubicBezTo>
                <a:cubicBezTo>
                  <a:pt x="265593" y="271272"/>
                  <a:pt x="269388" y="275082"/>
                  <a:pt x="273182" y="275082"/>
                </a:cubicBezTo>
                <a:lnTo>
                  <a:pt x="288359" y="275082"/>
                </a:lnTo>
                <a:lnTo>
                  <a:pt x="288359" y="313373"/>
                </a:lnTo>
                <a:cubicBezTo>
                  <a:pt x="288359" y="336328"/>
                  <a:pt x="273182" y="351663"/>
                  <a:pt x="250511" y="351663"/>
                </a:cubicBezTo>
                <a:cubicBezTo>
                  <a:pt x="235335" y="351663"/>
                  <a:pt x="223952" y="344043"/>
                  <a:pt x="216459" y="332518"/>
                </a:cubicBezTo>
                <a:cubicBezTo>
                  <a:pt x="216459" y="328708"/>
                  <a:pt x="212664" y="328708"/>
                  <a:pt x="208870" y="328708"/>
                </a:cubicBezTo>
                <a:cubicBezTo>
                  <a:pt x="205076" y="332518"/>
                  <a:pt x="201282" y="336328"/>
                  <a:pt x="205076" y="340233"/>
                </a:cubicBezTo>
                <a:cubicBezTo>
                  <a:pt x="212664" y="355568"/>
                  <a:pt x="231635" y="366998"/>
                  <a:pt x="250511" y="366998"/>
                </a:cubicBezTo>
                <a:cubicBezTo>
                  <a:pt x="280865" y="366998"/>
                  <a:pt x="303535" y="344043"/>
                  <a:pt x="303535" y="313468"/>
                </a:cubicBezTo>
                <a:lnTo>
                  <a:pt x="303535" y="53245"/>
                </a:lnTo>
                <a:cubicBezTo>
                  <a:pt x="303535" y="49435"/>
                  <a:pt x="299741" y="45625"/>
                  <a:pt x="295947" y="4562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6" name="Graphic 142">
            <a:extLst>
              <a:ext uri="{FF2B5EF4-FFF2-40B4-BE49-F238E27FC236}">
                <a16:creationId xmlns:a16="http://schemas.microsoft.com/office/drawing/2014/main" id="{39304322-EEC4-9D2C-881E-38B1C144DF7C}"/>
              </a:ext>
            </a:extLst>
          </p:cNvPr>
          <p:cNvSpPr/>
          <p:nvPr/>
        </p:nvSpPr>
        <p:spPr>
          <a:xfrm>
            <a:off x="5500478" y="3425532"/>
            <a:ext cx="407034" cy="492520"/>
          </a:xfrm>
          <a:custGeom>
            <a:avLst/>
            <a:gdLst>
              <a:gd name="connsiteX0" fmla="*/ 113826 w 303535"/>
              <a:gd name="connsiteY0" fmla="*/ 352044 h 367284"/>
              <a:gd name="connsiteX1" fmla="*/ 22765 w 303535"/>
              <a:gd name="connsiteY1" fmla="*/ 290798 h 367284"/>
              <a:gd name="connsiteX2" fmla="*/ 204886 w 303535"/>
              <a:gd name="connsiteY2" fmla="*/ 290798 h 367284"/>
              <a:gd name="connsiteX3" fmla="*/ 113826 w 303535"/>
              <a:gd name="connsiteY3" fmla="*/ 352044 h 367284"/>
              <a:gd name="connsiteX4" fmla="*/ 87266 w 303535"/>
              <a:gd name="connsiteY4" fmla="*/ 156877 h 367284"/>
              <a:gd name="connsiteX5" fmla="*/ 91061 w 303535"/>
              <a:gd name="connsiteY5" fmla="*/ 149257 h 367284"/>
              <a:gd name="connsiteX6" fmla="*/ 91061 w 303535"/>
              <a:gd name="connsiteY6" fmla="*/ 45911 h 367284"/>
              <a:gd name="connsiteX7" fmla="*/ 136591 w 303535"/>
              <a:gd name="connsiteY7" fmla="*/ 45911 h 367284"/>
              <a:gd name="connsiteX8" fmla="*/ 136591 w 303535"/>
              <a:gd name="connsiteY8" fmla="*/ 149257 h 367284"/>
              <a:gd name="connsiteX9" fmla="*/ 140385 w 303535"/>
              <a:gd name="connsiteY9" fmla="*/ 156877 h 367284"/>
              <a:gd name="connsiteX10" fmla="*/ 212475 w 303535"/>
              <a:gd name="connsiteY10" fmla="*/ 252508 h 367284"/>
              <a:gd name="connsiteX11" fmla="*/ 208681 w 303535"/>
              <a:gd name="connsiteY11" fmla="*/ 275463 h 367284"/>
              <a:gd name="connsiteX12" fmla="*/ 18971 w 303535"/>
              <a:gd name="connsiteY12" fmla="*/ 275463 h 367284"/>
              <a:gd name="connsiteX13" fmla="*/ 15177 w 303535"/>
              <a:gd name="connsiteY13" fmla="*/ 252508 h 367284"/>
              <a:gd name="connsiteX14" fmla="*/ 87266 w 303535"/>
              <a:gd name="connsiteY14" fmla="*/ 156877 h 367284"/>
              <a:gd name="connsiteX15" fmla="*/ 83472 w 303535"/>
              <a:gd name="connsiteY15" fmla="*/ 15335 h 367284"/>
              <a:gd name="connsiteX16" fmla="*/ 144179 w 303535"/>
              <a:gd name="connsiteY16" fmla="*/ 15335 h 367284"/>
              <a:gd name="connsiteX17" fmla="*/ 151768 w 303535"/>
              <a:gd name="connsiteY17" fmla="*/ 22955 h 367284"/>
              <a:gd name="connsiteX18" fmla="*/ 144179 w 303535"/>
              <a:gd name="connsiteY18" fmla="*/ 30575 h 367284"/>
              <a:gd name="connsiteX19" fmla="*/ 83472 w 303535"/>
              <a:gd name="connsiteY19" fmla="*/ 30575 h 367284"/>
              <a:gd name="connsiteX20" fmla="*/ 75884 w 303535"/>
              <a:gd name="connsiteY20" fmla="*/ 22955 h 367284"/>
              <a:gd name="connsiteX21" fmla="*/ 83472 w 303535"/>
              <a:gd name="connsiteY21" fmla="*/ 15335 h 367284"/>
              <a:gd name="connsiteX22" fmla="*/ 151768 w 303535"/>
              <a:gd name="connsiteY22" fmla="*/ 145351 h 367284"/>
              <a:gd name="connsiteX23" fmla="*/ 151768 w 303535"/>
              <a:gd name="connsiteY23" fmla="*/ 45911 h 367284"/>
              <a:gd name="connsiteX24" fmla="*/ 166944 w 303535"/>
              <a:gd name="connsiteY24" fmla="*/ 22955 h 367284"/>
              <a:gd name="connsiteX25" fmla="*/ 144179 w 303535"/>
              <a:gd name="connsiteY25" fmla="*/ 0 h 367284"/>
              <a:gd name="connsiteX26" fmla="*/ 83472 w 303535"/>
              <a:gd name="connsiteY26" fmla="*/ 0 h 367284"/>
              <a:gd name="connsiteX27" fmla="*/ 60707 w 303535"/>
              <a:gd name="connsiteY27" fmla="*/ 22955 h 367284"/>
              <a:gd name="connsiteX28" fmla="*/ 75884 w 303535"/>
              <a:gd name="connsiteY28" fmla="*/ 45911 h 367284"/>
              <a:gd name="connsiteX29" fmla="*/ 75884 w 303535"/>
              <a:gd name="connsiteY29" fmla="*/ 145351 h 367284"/>
              <a:gd name="connsiteX30" fmla="*/ 0 w 303535"/>
              <a:gd name="connsiteY30" fmla="*/ 252508 h 367284"/>
              <a:gd name="connsiteX31" fmla="*/ 113826 w 303535"/>
              <a:gd name="connsiteY31" fmla="*/ 367284 h 367284"/>
              <a:gd name="connsiteX32" fmla="*/ 227651 w 303535"/>
              <a:gd name="connsiteY32" fmla="*/ 252508 h 367284"/>
              <a:gd name="connsiteX33" fmla="*/ 151768 w 303535"/>
              <a:gd name="connsiteY33" fmla="*/ 145351 h 367284"/>
              <a:gd name="connsiteX34" fmla="*/ 295947 w 303535"/>
              <a:gd name="connsiteY34" fmla="*/ 45911 h 367284"/>
              <a:gd name="connsiteX35" fmla="*/ 204981 w 303535"/>
              <a:gd name="connsiteY35" fmla="*/ 45911 h 367284"/>
              <a:gd name="connsiteX36" fmla="*/ 197393 w 303535"/>
              <a:gd name="connsiteY36" fmla="*/ 53531 h 367284"/>
              <a:gd name="connsiteX37" fmla="*/ 197393 w 303535"/>
              <a:gd name="connsiteY37" fmla="*/ 152972 h 367284"/>
              <a:gd name="connsiteX38" fmla="*/ 204981 w 303535"/>
              <a:gd name="connsiteY38" fmla="*/ 160592 h 367284"/>
              <a:gd name="connsiteX39" fmla="*/ 212570 w 303535"/>
              <a:gd name="connsiteY39" fmla="*/ 152972 h 367284"/>
              <a:gd name="connsiteX40" fmla="*/ 212570 w 303535"/>
              <a:gd name="connsiteY40" fmla="*/ 61151 h 367284"/>
              <a:gd name="connsiteX41" fmla="*/ 288359 w 303535"/>
              <a:gd name="connsiteY41" fmla="*/ 61151 h 367284"/>
              <a:gd name="connsiteX42" fmla="*/ 288359 w 303535"/>
              <a:gd name="connsiteY42" fmla="*/ 122396 h 367284"/>
              <a:gd name="connsiteX43" fmla="*/ 250511 w 303535"/>
              <a:gd name="connsiteY43" fmla="*/ 122396 h 367284"/>
              <a:gd name="connsiteX44" fmla="*/ 242923 w 303535"/>
              <a:gd name="connsiteY44" fmla="*/ 130016 h 367284"/>
              <a:gd name="connsiteX45" fmla="*/ 250511 w 303535"/>
              <a:gd name="connsiteY45" fmla="*/ 137636 h 367284"/>
              <a:gd name="connsiteX46" fmla="*/ 288359 w 303535"/>
              <a:gd name="connsiteY46" fmla="*/ 137636 h 367284"/>
              <a:gd name="connsiteX47" fmla="*/ 288359 w 303535"/>
              <a:gd name="connsiteY47" fmla="*/ 168212 h 367284"/>
              <a:gd name="connsiteX48" fmla="*/ 273182 w 303535"/>
              <a:gd name="connsiteY48" fmla="*/ 168212 h 367284"/>
              <a:gd name="connsiteX49" fmla="*/ 265593 w 303535"/>
              <a:gd name="connsiteY49" fmla="*/ 175832 h 367284"/>
              <a:gd name="connsiteX50" fmla="*/ 273182 w 303535"/>
              <a:gd name="connsiteY50" fmla="*/ 183451 h 367284"/>
              <a:gd name="connsiteX51" fmla="*/ 288359 w 303535"/>
              <a:gd name="connsiteY51" fmla="*/ 183451 h 367284"/>
              <a:gd name="connsiteX52" fmla="*/ 288359 w 303535"/>
              <a:gd name="connsiteY52" fmla="*/ 214027 h 367284"/>
              <a:gd name="connsiteX53" fmla="*/ 250511 w 303535"/>
              <a:gd name="connsiteY53" fmla="*/ 214027 h 367284"/>
              <a:gd name="connsiteX54" fmla="*/ 242923 w 303535"/>
              <a:gd name="connsiteY54" fmla="*/ 221647 h 367284"/>
              <a:gd name="connsiteX55" fmla="*/ 250511 w 303535"/>
              <a:gd name="connsiteY55" fmla="*/ 229267 h 367284"/>
              <a:gd name="connsiteX56" fmla="*/ 288359 w 303535"/>
              <a:gd name="connsiteY56" fmla="*/ 229267 h 367284"/>
              <a:gd name="connsiteX57" fmla="*/ 288359 w 303535"/>
              <a:gd name="connsiteY57" fmla="*/ 259842 h 367284"/>
              <a:gd name="connsiteX58" fmla="*/ 273182 w 303535"/>
              <a:gd name="connsiteY58" fmla="*/ 259842 h 367284"/>
              <a:gd name="connsiteX59" fmla="*/ 265593 w 303535"/>
              <a:gd name="connsiteY59" fmla="*/ 267462 h 367284"/>
              <a:gd name="connsiteX60" fmla="*/ 273182 w 303535"/>
              <a:gd name="connsiteY60" fmla="*/ 275082 h 367284"/>
              <a:gd name="connsiteX61" fmla="*/ 288359 w 303535"/>
              <a:gd name="connsiteY61" fmla="*/ 275082 h 367284"/>
              <a:gd name="connsiteX62" fmla="*/ 288359 w 303535"/>
              <a:gd name="connsiteY62" fmla="*/ 313373 h 367284"/>
              <a:gd name="connsiteX63" fmla="*/ 250511 w 303535"/>
              <a:gd name="connsiteY63" fmla="*/ 351663 h 367284"/>
              <a:gd name="connsiteX64" fmla="*/ 216459 w 303535"/>
              <a:gd name="connsiteY64" fmla="*/ 332518 h 367284"/>
              <a:gd name="connsiteX65" fmla="*/ 208870 w 303535"/>
              <a:gd name="connsiteY65" fmla="*/ 328708 h 367284"/>
              <a:gd name="connsiteX66" fmla="*/ 205076 w 303535"/>
              <a:gd name="connsiteY66" fmla="*/ 340233 h 367284"/>
              <a:gd name="connsiteX67" fmla="*/ 250511 w 303535"/>
              <a:gd name="connsiteY67" fmla="*/ 366998 h 367284"/>
              <a:gd name="connsiteX68" fmla="*/ 303535 w 303535"/>
              <a:gd name="connsiteY68" fmla="*/ 313468 h 367284"/>
              <a:gd name="connsiteX69" fmla="*/ 303535 w 303535"/>
              <a:gd name="connsiteY69" fmla="*/ 53245 h 367284"/>
              <a:gd name="connsiteX70" fmla="*/ 295947 w 303535"/>
              <a:gd name="connsiteY70" fmla="*/ 45625 h 367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03535" h="367284">
                <a:moveTo>
                  <a:pt x="113826" y="352044"/>
                </a:moveTo>
                <a:cubicBezTo>
                  <a:pt x="72090" y="352044"/>
                  <a:pt x="37942" y="325279"/>
                  <a:pt x="22765" y="290798"/>
                </a:cubicBezTo>
                <a:lnTo>
                  <a:pt x="204886" y="290798"/>
                </a:lnTo>
                <a:cubicBezTo>
                  <a:pt x="189710" y="325279"/>
                  <a:pt x="155562" y="352044"/>
                  <a:pt x="113826" y="352044"/>
                </a:cubicBezTo>
                <a:close/>
                <a:moveTo>
                  <a:pt x="87266" y="156877"/>
                </a:moveTo>
                <a:cubicBezTo>
                  <a:pt x="87266" y="156877"/>
                  <a:pt x="91061" y="153067"/>
                  <a:pt x="91061" y="149257"/>
                </a:cubicBezTo>
                <a:lnTo>
                  <a:pt x="91061" y="45911"/>
                </a:lnTo>
                <a:lnTo>
                  <a:pt x="136591" y="45911"/>
                </a:lnTo>
                <a:lnTo>
                  <a:pt x="136591" y="149257"/>
                </a:lnTo>
                <a:cubicBezTo>
                  <a:pt x="136591" y="153067"/>
                  <a:pt x="140385" y="156877"/>
                  <a:pt x="140385" y="156877"/>
                </a:cubicBezTo>
                <a:cubicBezTo>
                  <a:pt x="182121" y="168402"/>
                  <a:pt x="212475" y="210407"/>
                  <a:pt x="212475" y="252508"/>
                </a:cubicBezTo>
                <a:cubicBezTo>
                  <a:pt x="212475" y="260128"/>
                  <a:pt x="212475" y="267843"/>
                  <a:pt x="208681" y="275463"/>
                </a:cubicBezTo>
                <a:lnTo>
                  <a:pt x="18971" y="275463"/>
                </a:lnTo>
                <a:cubicBezTo>
                  <a:pt x="15177" y="267843"/>
                  <a:pt x="15177" y="260128"/>
                  <a:pt x="15177" y="252508"/>
                </a:cubicBezTo>
                <a:cubicBezTo>
                  <a:pt x="15177" y="210407"/>
                  <a:pt x="45530" y="168307"/>
                  <a:pt x="87266" y="156877"/>
                </a:cubicBezTo>
                <a:close/>
                <a:moveTo>
                  <a:pt x="83472" y="15335"/>
                </a:moveTo>
                <a:lnTo>
                  <a:pt x="144179" y="15335"/>
                </a:lnTo>
                <a:cubicBezTo>
                  <a:pt x="147973" y="15335"/>
                  <a:pt x="151768" y="19145"/>
                  <a:pt x="151768" y="22955"/>
                </a:cubicBezTo>
                <a:cubicBezTo>
                  <a:pt x="151768" y="26765"/>
                  <a:pt x="147973" y="30575"/>
                  <a:pt x="144179" y="30575"/>
                </a:cubicBezTo>
                <a:lnTo>
                  <a:pt x="83472" y="30575"/>
                </a:lnTo>
                <a:cubicBezTo>
                  <a:pt x="79678" y="30575"/>
                  <a:pt x="75884" y="26765"/>
                  <a:pt x="75884" y="22955"/>
                </a:cubicBezTo>
                <a:cubicBezTo>
                  <a:pt x="75884" y="19145"/>
                  <a:pt x="79678" y="15335"/>
                  <a:pt x="83472" y="15335"/>
                </a:cubicBezTo>
                <a:close/>
                <a:moveTo>
                  <a:pt x="151768" y="145351"/>
                </a:moveTo>
                <a:lnTo>
                  <a:pt x="151768" y="45911"/>
                </a:lnTo>
                <a:cubicBezTo>
                  <a:pt x="159356" y="42101"/>
                  <a:pt x="166944" y="34385"/>
                  <a:pt x="166944" y="22955"/>
                </a:cubicBezTo>
                <a:cubicBezTo>
                  <a:pt x="166944" y="11525"/>
                  <a:pt x="155562" y="0"/>
                  <a:pt x="144179" y="0"/>
                </a:cubicBezTo>
                <a:lnTo>
                  <a:pt x="83472" y="0"/>
                </a:lnTo>
                <a:cubicBezTo>
                  <a:pt x="72090" y="0"/>
                  <a:pt x="60707" y="11525"/>
                  <a:pt x="60707" y="22955"/>
                </a:cubicBezTo>
                <a:cubicBezTo>
                  <a:pt x="60707" y="34385"/>
                  <a:pt x="68295" y="42101"/>
                  <a:pt x="75884" y="45911"/>
                </a:cubicBezTo>
                <a:lnTo>
                  <a:pt x="75884" y="145351"/>
                </a:lnTo>
                <a:cubicBezTo>
                  <a:pt x="30354" y="160687"/>
                  <a:pt x="0" y="202787"/>
                  <a:pt x="0" y="252508"/>
                </a:cubicBezTo>
                <a:cubicBezTo>
                  <a:pt x="0" y="317564"/>
                  <a:pt x="49325" y="367284"/>
                  <a:pt x="113826" y="367284"/>
                </a:cubicBezTo>
                <a:cubicBezTo>
                  <a:pt x="178327" y="367284"/>
                  <a:pt x="227651" y="317564"/>
                  <a:pt x="227651" y="252508"/>
                </a:cubicBezTo>
                <a:cubicBezTo>
                  <a:pt x="227651" y="202787"/>
                  <a:pt x="197298" y="160687"/>
                  <a:pt x="151768" y="145351"/>
                </a:cubicBezTo>
                <a:close/>
                <a:moveTo>
                  <a:pt x="295947" y="45911"/>
                </a:moveTo>
                <a:lnTo>
                  <a:pt x="204981" y="45911"/>
                </a:lnTo>
                <a:cubicBezTo>
                  <a:pt x="201187" y="45911"/>
                  <a:pt x="197393" y="49721"/>
                  <a:pt x="197393" y="53531"/>
                </a:cubicBezTo>
                <a:lnTo>
                  <a:pt x="197393" y="152972"/>
                </a:lnTo>
                <a:cubicBezTo>
                  <a:pt x="197393" y="156782"/>
                  <a:pt x="201187" y="160592"/>
                  <a:pt x="204981" y="160592"/>
                </a:cubicBezTo>
                <a:cubicBezTo>
                  <a:pt x="208775" y="160592"/>
                  <a:pt x="212570" y="156782"/>
                  <a:pt x="212570" y="152972"/>
                </a:cubicBezTo>
                <a:lnTo>
                  <a:pt x="212570" y="61151"/>
                </a:lnTo>
                <a:lnTo>
                  <a:pt x="288359" y="61151"/>
                </a:lnTo>
                <a:lnTo>
                  <a:pt x="288359" y="122396"/>
                </a:lnTo>
                <a:lnTo>
                  <a:pt x="250511" y="122396"/>
                </a:lnTo>
                <a:cubicBezTo>
                  <a:pt x="246717" y="122396"/>
                  <a:pt x="242923" y="126206"/>
                  <a:pt x="242923" y="130016"/>
                </a:cubicBezTo>
                <a:cubicBezTo>
                  <a:pt x="242923" y="133826"/>
                  <a:pt x="246717" y="137636"/>
                  <a:pt x="250511" y="137636"/>
                </a:cubicBezTo>
                <a:lnTo>
                  <a:pt x="288359" y="137636"/>
                </a:lnTo>
                <a:lnTo>
                  <a:pt x="288359" y="168212"/>
                </a:lnTo>
                <a:lnTo>
                  <a:pt x="273182" y="168212"/>
                </a:lnTo>
                <a:cubicBezTo>
                  <a:pt x="269388" y="168212"/>
                  <a:pt x="265593" y="172022"/>
                  <a:pt x="265593" y="175832"/>
                </a:cubicBezTo>
                <a:cubicBezTo>
                  <a:pt x="265593" y="179642"/>
                  <a:pt x="269388" y="183451"/>
                  <a:pt x="273182" y="183451"/>
                </a:cubicBezTo>
                <a:lnTo>
                  <a:pt x="288359" y="183451"/>
                </a:lnTo>
                <a:lnTo>
                  <a:pt x="288359" y="214027"/>
                </a:lnTo>
                <a:lnTo>
                  <a:pt x="250511" y="214027"/>
                </a:lnTo>
                <a:cubicBezTo>
                  <a:pt x="246717" y="214027"/>
                  <a:pt x="242923" y="217837"/>
                  <a:pt x="242923" y="221647"/>
                </a:cubicBezTo>
                <a:cubicBezTo>
                  <a:pt x="242923" y="225457"/>
                  <a:pt x="246717" y="229267"/>
                  <a:pt x="250511" y="229267"/>
                </a:cubicBezTo>
                <a:lnTo>
                  <a:pt x="288359" y="229267"/>
                </a:lnTo>
                <a:lnTo>
                  <a:pt x="288359" y="259842"/>
                </a:lnTo>
                <a:lnTo>
                  <a:pt x="273182" y="259842"/>
                </a:lnTo>
                <a:cubicBezTo>
                  <a:pt x="269388" y="259842"/>
                  <a:pt x="265593" y="263652"/>
                  <a:pt x="265593" y="267462"/>
                </a:cubicBezTo>
                <a:cubicBezTo>
                  <a:pt x="265593" y="271272"/>
                  <a:pt x="269388" y="275082"/>
                  <a:pt x="273182" y="275082"/>
                </a:cubicBezTo>
                <a:lnTo>
                  <a:pt x="288359" y="275082"/>
                </a:lnTo>
                <a:lnTo>
                  <a:pt x="288359" y="313373"/>
                </a:lnTo>
                <a:cubicBezTo>
                  <a:pt x="288359" y="336328"/>
                  <a:pt x="273182" y="351663"/>
                  <a:pt x="250511" y="351663"/>
                </a:cubicBezTo>
                <a:cubicBezTo>
                  <a:pt x="235335" y="351663"/>
                  <a:pt x="223952" y="344043"/>
                  <a:pt x="216459" y="332518"/>
                </a:cubicBezTo>
                <a:cubicBezTo>
                  <a:pt x="216459" y="328708"/>
                  <a:pt x="212664" y="328708"/>
                  <a:pt x="208870" y="328708"/>
                </a:cubicBezTo>
                <a:cubicBezTo>
                  <a:pt x="205076" y="332518"/>
                  <a:pt x="201282" y="336328"/>
                  <a:pt x="205076" y="340233"/>
                </a:cubicBezTo>
                <a:cubicBezTo>
                  <a:pt x="212664" y="355568"/>
                  <a:pt x="231635" y="366998"/>
                  <a:pt x="250511" y="366998"/>
                </a:cubicBezTo>
                <a:cubicBezTo>
                  <a:pt x="280865" y="366998"/>
                  <a:pt x="303535" y="344043"/>
                  <a:pt x="303535" y="313468"/>
                </a:cubicBezTo>
                <a:lnTo>
                  <a:pt x="303535" y="53245"/>
                </a:lnTo>
                <a:cubicBezTo>
                  <a:pt x="303535" y="49435"/>
                  <a:pt x="299741" y="45625"/>
                  <a:pt x="295947" y="4562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7" name="Graphic 142">
            <a:extLst>
              <a:ext uri="{FF2B5EF4-FFF2-40B4-BE49-F238E27FC236}">
                <a16:creationId xmlns:a16="http://schemas.microsoft.com/office/drawing/2014/main" id="{713B4BA3-1B8C-6C6C-B82D-ABA5F843B115}"/>
              </a:ext>
            </a:extLst>
          </p:cNvPr>
          <p:cNvSpPr/>
          <p:nvPr/>
        </p:nvSpPr>
        <p:spPr>
          <a:xfrm>
            <a:off x="6265653" y="3425532"/>
            <a:ext cx="407034" cy="492520"/>
          </a:xfrm>
          <a:custGeom>
            <a:avLst/>
            <a:gdLst>
              <a:gd name="connsiteX0" fmla="*/ 113826 w 303535"/>
              <a:gd name="connsiteY0" fmla="*/ 352044 h 367284"/>
              <a:gd name="connsiteX1" fmla="*/ 22765 w 303535"/>
              <a:gd name="connsiteY1" fmla="*/ 290798 h 367284"/>
              <a:gd name="connsiteX2" fmla="*/ 204886 w 303535"/>
              <a:gd name="connsiteY2" fmla="*/ 290798 h 367284"/>
              <a:gd name="connsiteX3" fmla="*/ 113826 w 303535"/>
              <a:gd name="connsiteY3" fmla="*/ 352044 h 367284"/>
              <a:gd name="connsiteX4" fmla="*/ 87266 w 303535"/>
              <a:gd name="connsiteY4" fmla="*/ 156877 h 367284"/>
              <a:gd name="connsiteX5" fmla="*/ 91061 w 303535"/>
              <a:gd name="connsiteY5" fmla="*/ 149257 h 367284"/>
              <a:gd name="connsiteX6" fmla="*/ 91061 w 303535"/>
              <a:gd name="connsiteY6" fmla="*/ 45911 h 367284"/>
              <a:gd name="connsiteX7" fmla="*/ 136591 w 303535"/>
              <a:gd name="connsiteY7" fmla="*/ 45911 h 367284"/>
              <a:gd name="connsiteX8" fmla="*/ 136591 w 303535"/>
              <a:gd name="connsiteY8" fmla="*/ 149257 h 367284"/>
              <a:gd name="connsiteX9" fmla="*/ 140385 w 303535"/>
              <a:gd name="connsiteY9" fmla="*/ 156877 h 367284"/>
              <a:gd name="connsiteX10" fmla="*/ 212475 w 303535"/>
              <a:gd name="connsiteY10" fmla="*/ 252508 h 367284"/>
              <a:gd name="connsiteX11" fmla="*/ 208681 w 303535"/>
              <a:gd name="connsiteY11" fmla="*/ 275463 h 367284"/>
              <a:gd name="connsiteX12" fmla="*/ 18971 w 303535"/>
              <a:gd name="connsiteY12" fmla="*/ 275463 h 367284"/>
              <a:gd name="connsiteX13" fmla="*/ 15177 w 303535"/>
              <a:gd name="connsiteY13" fmla="*/ 252508 h 367284"/>
              <a:gd name="connsiteX14" fmla="*/ 87266 w 303535"/>
              <a:gd name="connsiteY14" fmla="*/ 156877 h 367284"/>
              <a:gd name="connsiteX15" fmla="*/ 83472 w 303535"/>
              <a:gd name="connsiteY15" fmla="*/ 15335 h 367284"/>
              <a:gd name="connsiteX16" fmla="*/ 144179 w 303535"/>
              <a:gd name="connsiteY16" fmla="*/ 15335 h 367284"/>
              <a:gd name="connsiteX17" fmla="*/ 151768 w 303535"/>
              <a:gd name="connsiteY17" fmla="*/ 22955 h 367284"/>
              <a:gd name="connsiteX18" fmla="*/ 144179 w 303535"/>
              <a:gd name="connsiteY18" fmla="*/ 30575 h 367284"/>
              <a:gd name="connsiteX19" fmla="*/ 83472 w 303535"/>
              <a:gd name="connsiteY19" fmla="*/ 30575 h 367284"/>
              <a:gd name="connsiteX20" fmla="*/ 75884 w 303535"/>
              <a:gd name="connsiteY20" fmla="*/ 22955 h 367284"/>
              <a:gd name="connsiteX21" fmla="*/ 83472 w 303535"/>
              <a:gd name="connsiteY21" fmla="*/ 15335 h 367284"/>
              <a:gd name="connsiteX22" fmla="*/ 151768 w 303535"/>
              <a:gd name="connsiteY22" fmla="*/ 145351 h 367284"/>
              <a:gd name="connsiteX23" fmla="*/ 151768 w 303535"/>
              <a:gd name="connsiteY23" fmla="*/ 45911 h 367284"/>
              <a:gd name="connsiteX24" fmla="*/ 166944 w 303535"/>
              <a:gd name="connsiteY24" fmla="*/ 22955 h 367284"/>
              <a:gd name="connsiteX25" fmla="*/ 144179 w 303535"/>
              <a:gd name="connsiteY25" fmla="*/ 0 h 367284"/>
              <a:gd name="connsiteX26" fmla="*/ 83472 w 303535"/>
              <a:gd name="connsiteY26" fmla="*/ 0 h 367284"/>
              <a:gd name="connsiteX27" fmla="*/ 60707 w 303535"/>
              <a:gd name="connsiteY27" fmla="*/ 22955 h 367284"/>
              <a:gd name="connsiteX28" fmla="*/ 75884 w 303535"/>
              <a:gd name="connsiteY28" fmla="*/ 45911 h 367284"/>
              <a:gd name="connsiteX29" fmla="*/ 75884 w 303535"/>
              <a:gd name="connsiteY29" fmla="*/ 145351 h 367284"/>
              <a:gd name="connsiteX30" fmla="*/ 0 w 303535"/>
              <a:gd name="connsiteY30" fmla="*/ 252508 h 367284"/>
              <a:gd name="connsiteX31" fmla="*/ 113826 w 303535"/>
              <a:gd name="connsiteY31" fmla="*/ 367284 h 367284"/>
              <a:gd name="connsiteX32" fmla="*/ 227651 w 303535"/>
              <a:gd name="connsiteY32" fmla="*/ 252508 h 367284"/>
              <a:gd name="connsiteX33" fmla="*/ 151768 w 303535"/>
              <a:gd name="connsiteY33" fmla="*/ 145351 h 367284"/>
              <a:gd name="connsiteX34" fmla="*/ 295947 w 303535"/>
              <a:gd name="connsiteY34" fmla="*/ 45911 h 367284"/>
              <a:gd name="connsiteX35" fmla="*/ 204981 w 303535"/>
              <a:gd name="connsiteY35" fmla="*/ 45911 h 367284"/>
              <a:gd name="connsiteX36" fmla="*/ 197393 w 303535"/>
              <a:gd name="connsiteY36" fmla="*/ 53531 h 367284"/>
              <a:gd name="connsiteX37" fmla="*/ 197393 w 303535"/>
              <a:gd name="connsiteY37" fmla="*/ 152972 h 367284"/>
              <a:gd name="connsiteX38" fmla="*/ 204981 w 303535"/>
              <a:gd name="connsiteY38" fmla="*/ 160592 h 367284"/>
              <a:gd name="connsiteX39" fmla="*/ 212570 w 303535"/>
              <a:gd name="connsiteY39" fmla="*/ 152972 h 367284"/>
              <a:gd name="connsiteX40" fmla="*/ 212570 w 303535"/>
              <a:gd name="connsiteY40" fmla="*/ 61151 h 367284"/>
              <a:gd name="connsiteX41" fmla="*/ 288359 w 303535"/>
              <a:gd name="connsiteY41" fmla="*/ 61151 h 367284"/>
              <a:gd name="connsiteX42" fmla="*/ 288359 w 303535"/>
              <a:gd name="connsiteY42" fmla="*/ 122396 h 367284"/>
              <a:gd name="connsiteX43" fmla="*/ 250511 w 303535"/>
              <a:gd name="connsiteY43" fmla="*/ 122396 h 367284"/>
              <a:gd name="connsiteX44" fmla="*/ 242923 w 303535"/>
              <a:gd name="connsiteY44" fmla="*/ 130016 h 367284"/>
              <a:gd name="connsiteX45" fmla="*/ 250511 w 303535"/>
              <a:gd name="connsiteY45" fmla="*/ 137636 h 367284"/>
              <a:gd name="connsiteX46" fmla="*/ 288359 w 303535"/>
              <a:gd name="connsiteY46" fmla="*/ 137636 h 367284"/>
              <a:gd name="connsiteX47" fmla="*/ 288359 w 303535"/>
              <a:gd name="connsiteY47" fmla="*/ 168212 h 367284"/>
              <a:gd name="connsiteX48" fmla="*/ 273182 w 303535"/>
              <a:gd name="connsiteY48" fmla="*/ 168212 h 367284"/>
              <a:gd name="connsiteX49" fmla="*/ 265593 w 303535"/>
              <a:gd name="connsiteY49" fmla="*/ 175832 h 367284"/>
              <a:gd name="connsiteX50" fmla="*/ 273182 w 303535"/>
              <a:gd name="connsiteY50" fmla="*/ 183451 h 367284"/>
              <a:gd name="connsiteX51" fmla="*/ 288359 w 303535"/>
              <a:gd name="connsiteY51" fmla="*/ 183451 h 367284"/>
              <a:gd name="connsiteX52" fmla="*/ 288359 w 303535"/>
              <a:gd name="connsiteY52" fmla="*/ 214027 h 367284"/>
              <a:gd name="connsiteX53" fmla="*/ 250511 w 303535"/>
              <a:gd name="connsiteY53" fmla="*/ 214027 h 367284"/>
              <a:gd name="connsiteX54" fmla="*/ 242923 w 303535"/>
              <a:gd name="connsiteY54" fmla="*/ 221647 h 367284"/>
              <a:gd name="connsiteX55" fmla="*/ 250511 w 303535"/>
              <a:gd name="connsiteY55" fmla="*/ 229267 h 367284"/>
              <a:gd name="connsiteX56" fmla="*/ 288359 w 303535"/>
              <a:gd name="connsiteY56" fmla="*/ 229267 h 367284"/>
              <a:gd name="connsiteX57" fmla="*/ 288359 w 303535"/>
              <a:gd name="connsiteY57" fmla="*/ 259842 h 367284"/>
              <a:gd name="connsiteX58" fmla="*/ 273182 w 303535"/>
              <a:gd name="connsiteY58" fmla="*/ 259842 h 367284"/>
              <a:gd name="connsiteX59" fmla="*/ 265593 w 303535"/>
              <a:gd name="connsiteY59" fmla="*/ 267462 h 367284"/>
              <a:gd name="connsiteX60" fmla="*/ 273182 w 303535"/>
              <a:gd name="connsiteY60" fmla="*/ 275082 h 367284"/>
              <a:gd name="connsiteX61" fmla="*/ 288359 w 303535"/>
              <a:gd name="connsiteY61" fmla="*/ 275082 h 367284"/>
              <a:gd name="connsiteX62" fmla="*/ 288359 w 303535"/>
              <a:gd name="connsiteY62" fmla="*/ 313373 h 367284"/>
              <a:gd name="connsiteX63" fmla="*/ 250511 w 303535"/>
              <a:gd name="connsiteY63" fmla="*/ 351663 h 367284"/>
              <a:gd name="connsiteX64" fmla="*/ 216459 w 303535"/>
              <a:gd name="connsiteY64" fmla="*/ 332518 h 367284"/>
              <a:gd name="connsiteX65" fmla="*/ 208870 w 303535"/>
              <a:gd name="connsiteY65" fmla="*/ 328708 h 367284"/>
              <a:gd name="connsiteX66" fmla="*/ 205076 w 303535"/>
              <a:gd name="connsiteY66" fmla="*/ 340233 h 367284"/>
              <a:gd name="connsiteX67" fmla="*/ 250511 w 303535"/>
              <a:gd name="connsiteY67" fmla="*/ 366998 h 367284"/>
              <a:gd name="connsiteX68" fmla="*/ 303535 w 303535"/>
              <a:gd name="connsiteY68" fmla="*/ 313468 h 367284"/>
              <a:gd name="connsiteX69" fmla="*/ 303535 w 303535"/>
              <a:gd name="connsiteY69" fmla="*/ 53245 h 367284"/>
              <a:gd name="connsiteX70" fmla="*/ 295947 w 303535"/>
              <a:gd name="connsiteY70" fmla="*/ 45625 h 367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03535" h="367284">
                <a:moveTo>
                  <a:pt x="113826" y="352044"/>
                </a:moveTo>
                <a:cubicBezTo>
                  <a:pt x="72090" y="352044"/>
                  <a:pt x="37942" y="325279"/>
                  <a:pt x="22765" y="290798"/>
                </a:cubicBezTo>
                <a:lnTo>
                  <a:pt x="204886" y="290798"/>
                </a:lnTo>
                <a:cubicBezTo>
                  <a:pt x="189710" y="325279"/>
                  <a:pt x="155562" y="352044"/>
                  <a:pt x="113826" y="352044"/>
                </a:cubicBezTo>
                <a:close/>
                <a:moveTo>
                  <a:pt x="87266" y="156877"/>
                </a:moveTo>
                <a:cubicBezTo>
                  <a:pt x="87266" y="156877"/>
                  <a:pt x="91061" y="153067"/>
                  <a:pt x="91061" y="149257"/>
                </a:cubicBezTo>
                <a:lnTo>
                  <a:pt x="91061" y="45911"/>
                </a:lnTo>
                <a:lnTo>
                  <a:pt x="136591" y="45911"/>
                </a:lnTo>
                <a:lnTo>
                  <a:pt x="136591" y="149257"/>
                </a:lnTo>
                <a:cubicBezTo>
                  <a:pt x="136591" y="153067"/>
                  <a:pt x="140385" y="156877"/>
                  <a:pt x="140385" y="156877"/>
                </a:cubicBezTo>
                <a:cubicBezTo>
                  <a:pt x="182121" y="168402"/>
                  <a:pt x="212475" y="210407"/>
                  <a:pt x="212475" y="252508"/>
                </a:cubicBezTo>
                <a:cubicBezTo>
                  <a:pt x="212475" y="260128"/>
                  <a:pt x="212475" y="267843"/>
                  <a:pt x="208681" y="275463"/>
                </a:cubicBezTo>
                <a:lnTo>
                  <a:pt x="18971" y="275463"/>
                </a:lnTo>
                <a:cubicBezTo>
                  <a:pt x="15177" y="267843"/>
                  <a:pt x="15177" y="260128"/>
                  <a:pt x="15177" y="252508"/>
                </a:cubicBezTo>
                <a:cubicBezTo>
                  <a:pt x="15177" y="210407"/>
                  <a:pt x="45530" y="168307"/>
                  <a:pt x="87266" y="156877"/>
                </a:cubicBezTo>
                <a:close/>
                <a:moveTo>
                  <a:pt x="83472" y="15335"/>
                </a:moveTo>
                <a:lnTo>
                  <a:pt x="144179" y="15335"/>
                </a:lnTo>
                <a:cubicBezTo>
                  <a:pt x="147973" y="15335"/>
                  <a:pt x="151768" y="19145"/>
                  <a:pt x="151768" y="22955"/>
                </a:cubicBezTo>
                <a:cubicBezTo>
                  <a:pt x="151768" y="26765"/>
                  <a:pt x="147973" y="30575"/>
                  <a:pt x="144179" y="30575"/>
                </a:cubicBezTo>
                <a:lnTo>
                  <a:pt x="83472" y="30575"/>
                </a:lnTo>
                <a:cubicBezTo>
                  <a:pt x="79678" y="30575"/>
                  <a:pt x="75884" y="26765"/>
                  <a:pt x="75884" y="22955"/>
                </a:cubicBezTo>
                <a:cubicBezTo>
                  <a:pt x="75884" y="19145"/>
                  <a:pt x="79678" y="15335"/>
                  <a:pt x="83472" y="15335"/>
                </a:cubicBezTo>
                <a:close/>
                <a:moveTo>
                  <a:pt x="151768" y="145351"/>
                </a:moveTo>
                <a:lnTo>
                  <a:pt x="151768" y="45911"/>
                </a:lnTo>
                <a:cubicBezTo>
                  <a:pt x="159356" y="42101"/>
                  <a:pt x="166944" y="34385"/>
                  <a:pt x="166944" y="22955"/>
                </a:cubicBezTo>
                <a:cubicBezTo>
                  <a:pt x="166944" y="11525"/>
                  <a:pt x="155562" y="0"/>
                  <a:pt x="144179" y="0"/>
                </a:cubicBezTo>
                <a:lnTo>
                  <a:pt x="83472" y="0"/>
                </a:lnTo>
                <a:cubicBezTo>
                  <a:pt x="72090" y="0"/>
                  <a:pt x="60707" y="11525"/>
                  <a:pt x="60707" y="22955"/>
                </a:cubicBezTo>
                <a:cubicBezTo>
                  <a:pt x="60707" y="34385"/>
                  <a:pt x="68295" y="42101"/>
                  <a:pt x="75884" y="45911"/>
                </a:cubicBezTo>
                <a:lnTo>
                  <a:pt x="75884" y="145351"/>
                </a:lnTo>
                <a:cubicBezTo>
                  <a:pt x="30354" y="160687"/>
                  <a:pt x="0" y="202787"/>
                  <a:pt x="0" y="252508"/>
                </a:cubicBezTo>
                <a:cubicBezTo>
                  <a:pt x="0" y="317564"/>
                  <a:pt x="49325" y="367284"/>
                  <a:pt x="113826" y="367284"/>
                </a:cubicBezTo>
                <a:cubicBezTo>
                  <a:pt x="178327" y="367284"/>
                  <a:pt x="227651" y="317564"/>
                  <a:pt x="227651" y="252508"/>
                </a:cubicBezTo>
                <a:cubicBezTo>
                  <a:pt x="227651" y="202787"/>
                  <a:pt x="197298" y="160687"/>
                  <a:pt x="151768" y="145351"/>
                </a:cubicBezTo>
                <a:close/>
                <a:moveTo>
                  <a:pt x="295947" y="45911"/>
                </a:moveTo>
                <a:lnTo>
                  <a:pt x="204981" y="45911"/>
                </a:lnTo>
                <a:cubicBezTo>
                  <a:pt x="201187" y="45911"/>
                  <a:pt x="197393" y="49721"/>
                  <a:pt x="197393" y="53531"/>
                </a:cubicBezTo>
                <a:lnTo>
                  <a:pt x="197393" y="152972"/>
                </a:lnTo>
                <a:cubicBezTo>
                  <a:pt x="197393" y="156782"/>
                  <a:pt x="201187" y="160592"/>
                  <a:pt x="204981" y="160592"/>
                </a:cubicBezTo>
                <a:cubicBezTo>
                  <a:pt x="208775" y="160592"/>
                  <a:pt x="212570" y="156782"/>
                  <a:pt x="212570" y="152972"/>
                </a:cubicBezTo>
                <a:lnTo>
                  <a:pt x="212570" y="61151"/>
                </a:lnTo>
                <a:lnTo>
                  <a:pt x="288359" y="61151"/>
                </a:lnTo>
                <a:lnTo>
                  <a:pt x="288359" y="122396"/>
                </a:lnTo>
                <a:lnTo>
                  <a:pt x="250511" y="122396"/>
                </a:lnTo>
                <a:cubicBezTo>
                  <a:pt x="246717" y="122396"/>
                  <a:pt x="242923" y="126206"/>
                  <a:pt x="242923" y="130016"/>
                </a:cubicBezTo>
                <a:cubicBezTo>
                  <a:pt x="242923" y="133826"/>
                  <a:pt x="246717" y="137636"/>
                  <a:pt x="250511" y="137636"/>
                </a:cubicBezTo>
                <a:lnTo>
                  <a:pt x="288359" y="137636"/>
                </a:lnTo>
                <a:lnTo>
                  <a:pt x="288359" y="168212"/>
                </a:lnTo>
                <a:lnTo>
                  <a:pt x="273182" y="168212"/>
                </a:lnTo>
                <a:cubicBezTo>
                  <a:pt x="269388" y="168212"/>
                  <a:pt x="265593" y="172022"/>
                  <a:pt x="265593" y="175832"/>
                </a:cubicBezTo>
                <a:cubicBezTo>
                  <a:pt x="265593" y="179642"/>
                  <a:pt x="269388" y="183451"/>
                  <a:pt x="273182" y="183451"/>
                </a:cubicBezTo>
                <a:lnTo>
                  <a:pt x="288359" y="183451"/>
                </a:lnTo>
                <a:lnTo>
                  <a:pt x="288359" y="214027"/>
                </a:lnTo>
                <a:lnTo>
                  <a:pt x="250511" y="214027"/>
                </a:lnTo>
                <a:cubicBezTo>
                  <a:pt x="246717" y="214027"/>
                  <a:pt x="242923" y="217837"/>
                  <a:pt x="242923" y="221647"/>
                </a:cubicBezTo>
                <a:cubicBezTo>
                  <a:pt x="242923" y="225457"/>
                  <a:pt x="246717" y="229267"/>
                  <a:pt x="250511" y="229267"/>
                </a:cubicBezTo>
                <a:lnTo>
                  <a:pt x="288359" y="229267"/>
                </a:lnTo>
                <a:lnTo>
                  <a:pt x="288359" y="259842"/>
                </a:lnTo>
                <a:lnTo>
                  <a:pt x="273182" y="259842"/>
                </a:lnTo>
                <a:cubicBezTo>
                  <a:pt x="269388" y="259842"/>
                  <a:pt x="265593" y="263652"/>
                  <a:pt x="265593" y="267462"/>
                </a:cubicBezTo>
                <a:cubicBezTo>
                  <a:pt x="265593" y="271272"/>
                  <a:pt x="269388" y="275082"/>
                  <a:pt x="273182" y="275082"/>
                </a:cubicBezTo>
                <a:lnTo>
                  <a:pt x="288359" y="275082"/>
                </a:lnTo>
                <a:lnTo>
                  <a:pt x="288359" y="313373"/>
                </a:lnTo>
                <a:cubicBezTo>
                  <a:pt x="288359" y="336328"/>
                  <a:pt x="273182" y="351663"/>
                  <a:pt x="250511" y="351663"/>
                </a:cubicBezTo>
                <a:cubicBezTo>
                  <a:pt x="235335" y="351663"/>
                  <a:pt x="223952" y="344043"/>
                  <a:pt x="216459" y="332518"/>
                </a:cubicBezTo>
                <a:cubicBezTo>
                  <a:pt x="216459" y="328708"/>
                  <a:pt x="212664" y="328708"/>
                  <a:pt x="208870" y="328708"/>
                </a:cubicBezTo>
                <a:cubicBezTo>
                  <a:pt x="205076" y="332518"/>
                  <a:pt x="201282" y="336328"/>
                  <a:pt x="205076" y="340233"/>
                </a:cubicBezTo>
                <a:cubicBezTo>
                  <a:pt x="212664" y="355568"/>
                  <a:pt x="231635" y="366998"/>
                  <a:pt x="250511" y="366998"/>
                </a:cubicBezTo>
                <a:cubicBezTo>
                  <a:pt x="280865" y="366998"/>
                  <a:pt x="303535" y="344043"/>
                  <a:pt x="303535" y="313468"/>
                </a:cubicBezTo>
                <a:lnTo>
                  <a:pt x="303535" y="53245"/>
                </a:lnTo>
                <a:cubicBezTo>
                  <a:pt x="303535" y="49435"/>
                  <a:pt x="299741" y="45625"/>
                  <a:pt x="295947" y="4562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0" name="Graphic 148">
            <a:extLst>
              <a:ext uri="{FF2B5EF4-FFF2-40B4-BE49-F238E27FC236}">
                <a16:creationId xmlns:a16="http://schemas.microsoft.com/office/drawing/2014/main" id="{3D84E1E7-5C4D-BE17-2D2D-92FEA9DE3CDC}"/>
              </a:ext>
            </a:extLst>
          </p:cNvPr>
          <p:cNvSpPr/>
          <p:nvPr/>
        </p:nvSpPr>
        <p:spPr>
          <a:xfrm>
            <a:off x="8737901" y="2819603"/>
            <a:ext cx="480346" cy="471257"/>
          </a:xfrm>
          <a:custGeom>
            <a:avLst/>
            <a:gdLst>
              <a:gd name="connsiteX0" fmla="*/ 360045 w 360969"/>
              <a:gd name="connsiteY0" fmla="*/ 62674 h 354139"/>
              <a:gd name="connsiteX1" fmla="*/ 353785 w 360969"/>
              <a:gd name="connsiteY1" fmla="*/ 58960 h 354139"/>
              <a:gd name="connsiteX2" fmla="*/ 313471 w 360969"/>
              <a:gd name="connsiteY2" fmla="*/ 42863 h 354139"/>
              <a:gd name="connsiteX3" fmla="*/ 216625 w 360969"/>
              <a:gd name="connsiteY3" fmla="*/ 28480 h 354139"/>
              <a:gd name="connsiteX4" fmla="*/ 180011 w 360969"/>
              <a:gd name="connsiteY4" fmla="*/ 0 h 354139"/>
              <a:gd name="connsiteX5" fmla="*/ 143302 w 360969"/>
              <a:gd name="connsiteY5" fmla="*/ 28956 h 354139"/>
              <a:gd name="connsiteX6" fmla="*/ 47214 w 360969"/>
              <a:gd name="connsiteY6" fmla="*/ 43053 h 354139"/>
              <a:gd name="connsiteX7" fmla="*/ 7185 w 360969"/>
              <a:gd name="connsiteY7" fmla="*/ 59055 h 354139"/>
              <a:gd name="connsiteX8" fmla="*/ 925 w 360969"/>
              <a:gd name="connsiteY8" fmla="*/ 62770 h 354139"/>
              <a:gd name="connsiteX9" fmla="*/ 925 w 360969"/>
              <a:gd name="connsiteY9" fmla="*/ 68961 h 354139"/>
              <a:gd name="connsiteX10" fmla="*/ 116173 w 360969"/>
              <a:gd name="connsiteY10" fmla="*/ 119444 h 354139"/>
              <a:gd name="connsiteX11" fmla="*/ 147950 w 360969"/>
              <a:gd name="connsiteY11" fmla="*/ 116776 h 354139"/>
              <a:gd name="connsiteX12" fmla="*/ 154684 w 360969"/>
              <a:gd name="connsiteY12" fmla="*/ 205359 h 354139"/>
              <a:gd name="connsiteX13" fmla="*/ 115320 w 360969"/>
              <a:gd name="connsiteY13" fmla="*/ 200692 h 354139"/>
              <a:gd name="connsiteX14" fmla="*/ 90183 w 360969"/>
              <a:gd name="connsiteY14" fmla="*/ 173641 h 354139"/>
              <a:gd name="connsiteX15" fmla="*/ 132868 w 360969"/>
              <a:gd name="connsiteY15" fmla="*/ 147828 h 354139"/>
              <a:gd name="connsiteX16" fmla="*/ 139128 w 360969"/>
              <a:gd name="connsiteY16" fmla="*/ 138017 h 354139"/>
              <a:gd name="connsiteX17" fmla="*/ 130307 w 360969"/>
              <a:gd name="connsiteY17" fmla="*/ 133064 h 354139"/>
              <a:gd name="connsiteX18" fmla="*/ 75006 w 360969"/>
              <a:gd name="connsiteY18" fmla="*/ 173641 h 354139"/>
              <a:gd name="connsiteX19" fmla="*/ 111431 w 360969"/>
              <a:gd name="connsiteY19" fmla="*/ 215455 h 354139"/>
              <a:gd name="connsiteX20" fmla="*/ 113707 w 360969"/>
              <a:gd name="connsiteY20" fmla="*/ 215837 h 354139"/>
              <a:gd name="connsiteX21" fmla="*/ 92270 w 360969"/>
              <a:gd name="connsiteY21" fmla="*/ 248603 h 354139"/>
              <a:gd name="connsiteX22" fmla="*/ 142353 w 360969"/>
              <a:gd name="connsiteY22" fmla="*/ 290798 h 354139"/>
              <a:gd name="connsiteX23" fmla="*/ 137895 w 360969"/>
              <a:gd name="connsiteY23" fmla="*/ 295370 h 354139"/>
              <a:gd name="connsiteX24" fmla="*/ 136662 w 360969"/>
              <a:gd name="connsiteY24" fmla="*/ 335947 h 354139"/>
              <a:gd name="connsiteX25" fmla="*/ 144156 w 360969"/>
              <a:gd name="connsiteY25" fmla="*/ 340900 h 354139"/>
              <a:gd name="connsiteX26" fmla="*/ 146717 w 360969"/>
              <a:gd name="connsiteY26" fmla="*/ 339662 h 354139"/>
              <a:gd name="connsiteX27" fmla="*/ 150511 w 360969"/>
              <a:gd name="connsiteY27" fmla="*/ 331089 h 354139"/>
              <a:gd name="connsiteX28" fmla="*/ 150511 w 360969"/>
              <a:gd name="connsiteY28" fmla="*/ 304038 h 354139"/>
              <a:gd name="connsiteX29" fmla="*/ 161609 w 360969"/>
              <a:gd name="connsiteY29" fmla="*/ 296228 h 354139"/>
              <a:gd name="connsiteX30" fmla="*/ 165024 w 360969"/>
              <a:gd name="connsiteY30" fmla="*/ 340614 h 354139"/>
              <a:gd name="connsiteX31" fmla="*/ 180105 w 360969"/>
              <a:gd name="connsiteY31" fmla="*/ 354140 h 354139"/>
              <a:gd name="connsiteX32" fmla="*/ 195187 w 360969"/>
              <a:gd name="connsiteY32" fmla="*/ 340614 h 354139"/>
              <a:gd name="connsiteX33" fmla="*/ 198507 w 360969"/>
              <a:gd name="connsiteY33" fmla="*/ 295942 h 354139"/>
              <a:gd name="connsiteX34" fmla="*/ 210459 w 360969"/>
              <a:gd name="connsiteY34" fmla="*/ 304038 h 354139"/>
              <a:gd name="connsiteX35" fmla="*/ 210459 w 360969"/>
              <a:gd name="connsiteY35" fmla="*/ 331089 h 354139"/>
              <a:gd name="connsiteX36" fmla="*/ 214253 w 360969"/>
              <a:gd name="connsiteY36" fmla="*/ 339662 h 354139"/>
              <a:gd name="connsiteX37" fmla="*/ 216719 w 360969"/>
              <a:gd name="connsiteY37" fmla="*/ 340900 h 354139"/>
              <a:gd name="connsiteX38" fmla="*/ 224213 w 360969"/>
              <a:gd name="connsiteY38" fmla="*/ 335947 h 354139"/>
              <a:gd name="connsiteX39" fmla="*/ 222980 w 360969"/>
              <a:gd name="connsiteY39" fmla="*/ 295370 h 354139"/>
              <a:gd name="connsiteX40" fmla="*/ 218711 w 360969"/>
              <a:gd name="connsiteY40" fmla="*/ 290798 h 354139"/>
              <a:gd name="connsiteX41" fmla="*/ 268605 w 360969"/>
              <a:gd name="connsiteY41" fmla="*/ 248698 h 354139"/>
              <a:gd name="connsiteX42" fmla="*/ 247168 w 360969"/>
              <a:gd name="connsiteY42" fmla="*/ 215932 h 354139"/>
              <a:gd name="connsiteX43" fmla="*/ 249444 w 360969"/>
              <a:gd name="connsiteY43" fmla="*/ 215551 h 354139"/>
              <a:gd name="connsiteX44" fmla="*/ 285869 w 360969"/>
              <a:gd name="connsiteY44" fmla="*/ 173736 h 354139"/>
              <a:gd name="connsiteX45" fmla="*/ 230568 w 360969"/>
              <a:gd name="connsiteY45" fmla="*/ 133160 h 354139"/>
              <a:gd name="connsiteX46" fmla="*/ 221747 w 360969"/>
              <a:gd name="connsiteY46" fmla="*/ 138113 h 354139"/>
              <a:gd name="connsiteX47" fmla="*/ 228007 w 360969"/>
              <a:gd name="connsiteY47" fmla="*/ 147923 h 354139"/>
              <a:gd name="connsiteX48" fmla="*/ 270692 w 360969"/>
              <a:gd name="connsiteY48" fmla="*/ 173736 h 354139"/>
              <a:gd name="connsiteX49" fmla="*/ 245555 w 360969"/>
              <a:gd name="connsiteY49" fmla="*/ 200787 h 354139"/>
              <a:gd name="connsiteX50" fmla="*/ 205337 w 360969"/>
              <a:gd name="connsiteY50" fmla="*/ 205549 h 354139"/>
              <a:gd name="connsiteX51" fmla="*/ 212166 w 360969"/>
              <a:gd name="connsiteY51" fmla="*/ 116872 h 354139"/>
              <a:gd name="connsiteX52" fmla="*/ 244227 w 360969"/>
              <a:gd name="connsiteY52" fmla="*/ 119634 h 354139"/>
              <a:gd name="connsiteX53" fmla="*/ 360045 w 360969"/>
              <a:gd name="connsiteY53" fmla="*/ 68961 h 354139"/>
              <a:gd name="connsiteX54" fmla="*/ 360045 w 360969"/>
              <a:gd name="connsiteY54" fmla="*/ 62770 h 354139"/>
              <a:gd name="connsiteX55" fmla="*/ 19706 w 360969"/>
              <a:gd name="connsiteY55" fmla="*/ 71533 h 354139"/>
              <a:gd name="connsiteX56" fmla="*/ 54802 w 360969"/>
              <a:gd name="connsiteY56" fmla="*/ 55531 h 354139"/>
              <a:gd name="connsiteX57" fmla="*/ 143017 w 360969"/>
              <a:gd name="connsiteY57" fmla="*/ 48482 h 354139"/>
              <a:gd name="connsiteX58" fmla="*/ 146906 w 360969"/>
              <a:gd name="connsiteY58" fmla="*/ 102108 h 354139"/>
              <a:gd name="connsiteX59" fmla="*/ 19801 w 360969"/>
              <a:gd name="connsiteY59" fmla="*/ 71533 h 354139"/>
              <a:gd name="connsiteX60" fmla="*/ 189117 w 360969"/>
              <a:gd name="connsiteY60" fmla="*/ 220599 h 354139"/>
              <a:gd name="connsiteX61" fmla="*/ 184659 w 360969"/>
              <a:gd name="connsiteY61" fmla="*/ 278321 h 354139"/>
              <a:gd name="connsiteX62" fmla="*/ 180580 w 360969"/>
              <a:gd name="connsiteY62" fmla="*/ 278321 h 354139"/>
              <a:gd name="connsiteX63" fmla="*/ 180390 w 360969"/>
              <a:gd name="connsiteY63" fmla="*/ 278321 h 354139"/>
              <a:gd name="connsiteX64" fmla="*/ 180200 w 360969"/>
              <a:gd name="connsiteY64" fmla="*/ 278321 h 354139"/>
              <a:gd name="connsiteX65" fmla="*/ 175078 w 360969"/>
              <a:gd name="connsiteY65" fmla="*/ 278321 h 354139"/>
              <a:gd name="connsiteX66" fmla="*/ 170525 w 360969"/>
              <a:gd name="connsiteY66" fmla="*/ 220694 h 354139"/>
              <a:gd name="connsiteX67" fmla="*/ 180200 w 360969"/>
              <a:gd name="connsiteY67" fmla="*/ 220599 h 354139"/>
              <a:gd name="connsiteX68" fmla="*/ 180580 w 360969"/>
              <a:gd name="connsiteY68" fmla="*/ 220599 h 354139"/>
              <a:gd name="connsiteX69" fmla="*/ 189117 w 360969"/>
              <a:gd name="connsiteY69" fmla="*/ 220694 h 354139"/>
              <a:gd name="connsiteX70" fmla="*/ 107352 w 360969"/>
              <a:gd name="connsiteY70" fmla="*/ 248793 h 354139"/>
              <a:gd name="connsiteX71" fmla="*/ 155823 w 360969"/>
              <a:gd name="connsiteY71" fmla="*/ 221361 h 354139"/>
              <a:gd name="connsiteX72" fmla="*/ 160186 w 360969"/>
              <a:gd name="connsiteY72" fmla="*/ 277749 h 354139"/>
              <a:gd name="connsiteX73" fmla="*/ 107447 w 360969"/>
              <a:gd name="connsiteY73" fmla="*/ 248793 h 354139"/>
              <a:gd name="connsiteX74" fmla="*/ 180011 w 360969"/>
              <a:gd name="connsiteY74" fmla="*/ 339471 h 354139"/>
              <a:gd name="connsiteX75" fmla="*/ 176311 w 360969"/>
              <a:gd name="connsiteY75" fmla="*/ 293275 h 354139"/>
              <a:gd name="connsiteX76" fmla="*/ 180390 w 360969"/>
              <a:gd name="connsiteY76" fmla="*/ 293084 h 354139"/>
              <a:gd name="connsiteX77" fmla="*/ 183520 w 360969"/>
              <a:gd name="connsiteY77" fmla="*/ 293180 h 354139"/>
              <a:gd name="connsiteX78" fmla="*/ 180011 w 360969"/>
              <a:gd name="connsiteY78" fmla="*/ 339471 h 354139"/>
              <a:gd name="connsiteX79" fmla="*/ 199835 w 360969"/>
              <a:gd name="connsiteY79" fmla="*/ 277749 h 354139"/>
              <a:gd name="connsiteX80" fmla="*/ 204199 w 360969"/>
              <a:gd name="connsiteY80" fmla="*/ 221266 h 354139"/>
              <a:gd name="connsiteX81" fmla="*/ 253618 w 360969"/>
              <a:gd name="connsiteY81" fmla="*/ 248793 h 354139"/>
              <a:gd name="connsiteX82" fmla="*/ 199930 w 360969"/>
              <a:gd name="connsiteY82" fmla="*/ 277844 h 354139"/>
              <a:gd name="connsiteX83" fmla="*/ 183995 w 360969"/>
              <a:gd name="connsiteY83" fmla="*/ 205740 h 354139"/>
              <a:gd name="connsiteX84" fmla="*/ 176880 w 360969"/>
              <a:gd name="connsiteY84" fmla="*/ 205740 h 354139"/>
              <a:gd name="connsiteX85" fmla="*/ 169482 w 360969"/>
              <a:gd name="connsiteY85" fmla="*/ 205740 h 354139"/>
              <a:gd name="connsiteX86" fmla="*/ 157909 w 360969"/>
              <a:gd name="connsiteY86" fmla="*/ 46863 h 354139"/>
              <a:gd name="connsiteX87" fmla="*/ 157909 w 360969"/>
              <a:gd name="connsiteY87" fmla="*/ 46482 h 354139"/>
              <a:gd name="connsiteX88" fmla="*/ 157435 w 360969"/>
              <a:gd name="connsiteY88" fmla="*/ 37052 h 354139"/>
              <a:gd name="connsiteX89" fmla="*/ 180105 w 360969"/>
              <a:gd name="connsiteY89" fmla="*/ 14954 h 354139"/>
              <a:gd name="connsiteX90" fmla="*/ 202776 w 360969"/>
              <a:gd name="connsiteY90" fmla="*/ 37052 h 354139"/>
              <a:gd name="connsiteX91" fmla="*/ 202302 w 360969"/>
              <a:gd name="connsiteY91" fmla="*/ 45815 h 354139"/>
              <a:gd name="connsiteX92" fmla="*/ 202302 w 360969"/>
              <a:gd name="connsiteY92" fmla="*/ 45910 h 354139"/>
              <a:gd name="connsiteX93" fmla="*/ 190350 w 360969"/>
              <a:gd name="connsiteY93" fmla="*/ 205740 h 354139"/>
              <a:gd name="connsiteX94" fmla="*/ 184089 w 360969"/>
              <a:gd name="connsiteY94" fmla="*/ 205740 h 354139"/>
              <a:gd name="connsiteX95" fmla="*/ 213305 w 360969"/>
              <a:gd name="connsiteY95" fmla="*/ 101822 h 354139"/>
              <a:gd name="connsiteX96" fmla="*/ 217194 w 360969"/>
              <a:gd name="connsiteY96" fmla="*/ 48292 h 354139"/>
              <a:gd name="connsiteX97" fmla="*/ 305883 w 360969"/>
              <a:gd name="connsiteY97" fmla="*/ 55340 h 354139"/>
              <a:gd name="connsiteX98" fmla="*/ 341074 w 360969"/>
              <a:gd name="connsiteY98" fmla="*/ 71438 h 354139"/>
              <a:gd name="connsiteX99" fmla="*/ 213210 w 360969"/>
              <a:gd name="connsiteY99" fmla="*/ 101918 h 354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360969" h="354139">
                <a:moveTo>
                  <a:pt x="360045" y="62674"/>
                </a:moveTo>
                <a:cubicBezTo>
                  <a:pt x="358812" y="60198"/>
                  <a:pt x="356251" y="58960"/>
                  <a:pt x="353785" y="58960"/>
                </a:cubicBezTo>
                <a:cubicBezTo>
                  <a:pt x="343730" y="58960"/>
                  <a:pt x="328648" y="50292"/>
                  <a:pt x="313471" y="42863"/>
                </a:cubicBezTo>
                <a:cubicBezTo>
                  <a:pt x="284825" y="27718"/>
                  <a:pt x="247452" y="6953"/>
                  <a:pt x="216625" y="28480"/>
                </a:cubicBezTo>
                <a:cubicBezTo>
                  <a:pt x="212736" y="12573"/>
                  <a:pt x="198223" y="0"/>
                  <a:pt x="180011" y="0"/>
                </a:cubicBezTo>
                <a:cubicBezTo>
                  <a:pt x="161799" y="0"/>
                  <a:pt x="147191" y="12859"/>
                  <a:pt x="143302" y="28956"/>
                </a:cubicBezTo>
                <a:cubicBezTo>
                  <a:pt x="112664" y="8287"/>
                  <a:pt x="75670" y="28004"/>
                  <a:pt x="47214" y="43053"/>
                </a:cubicBezTo>
                <a:cubicBezTo>
                  <a:pt x="32227" y="50483"/>
                  <a:pt x="17145" y="59055"/>
                  <a:pt x="7185" y="59055"/>
                </a:cubicBezTo>
                <a:cubicBezTo>
                  <a:pt x="4719" y="59055"/>
                  <a:pt x="2158" y="60293"/>
                  <a:pt x="925" y="62770"/>
                </a:cubicBezTo>
                <a:cubicBezTo>
                  <a:pt x="-308" y="64008"/>
                  <a:pt x="-308" y="67723"/>
                  <a:pt x="925" y="68961"/>
                </a:cubicBezTo>
                <a:cubicBezTo>
                  <a:pt x="12213" y="96012"/>
                  <a:pt x="62296" y="119444"/>
                  <a:pt x="116173" y="119444"/>
                </a:cubicBezTo>
                <a:cubicBezTo>
                  <a:pt x="127366" y="119444"/>
                  <a:pt x="137705" y="118396"/>
                  <a:pt x="147950" y="116776"/>
                </a:cubicBezTo>
                <a:cubicBezTo>
                  <a:pt x="149942" y="142685"/>
                  <a:pt x="152218" y="173069"/>
                  <a:pt x="154684" y="205359"/>
                </a:cubicBezTo>
                <a:cubicBezTo>
                  <a:pt x="140741" y="204978"/>
                  <a:pt x="126702" y="203835"/>
                  <a:pt x="115320" y="200692"/>
                </a:cubicBezTo>
                <a:cubicBezTo>
                  <a:pt x="97772" y="195739"/>
                  <a:pt x="90183" y="188405"/>
                  <a:pt x="90183" y="173641"/>
                </a:cubicBezTo>
                <a:cubicBezTo>
                  <a:pt x="90183" y="165068"/>
                  <a:pt x="102704" y="153924"/>
                  <a:pt x="132868" y="147828"/>
                </a:cubicBezTo>
                <a:cubicBezTo>
                  <a:pt x="137895" y="146590"/>
                  <a:pt x="140361" y="142875"/>
                  <a:pt x="139128" y="138017"/>
                </a:cubicBezTo>
                <a:cubicBezTo>
                  <a:pt x="137895" y="134303"/>
                  <a:pt x="134101" y="131826"/>
                  <a:pt x="130307" y="133064"/>
                </a:cubicBezTo>
                <a:cubicBezTo>
                  <a:pt x="95116" y="140494"/>
                  <a:pt x="75006" y="156401"/>
                  <a:pt x="75006" y="173641"/>
                </a:cubicBezTo>
                <a:cubicBezTo>
                  <a:pt x="75006" y="194596"/>
                  <a:pt x="87527" y="209360"/>
                  <a:pt x="111431" y="215455"/>
                </a:cubicBezTo>
                <a:cubicBezTo>
                  <a:pt x="112189" y="215646"/>
                  <a:pt x="112948" y="215741"/>
                  <a:pt x="113707" y="215837"/>
                </a:cubicBezTo>
                <a:cubicBezTo>
                  <a:pt x="101186" y="222123"/>
                  <a:pt x="92270" y="232220"/>
                  <a:pt x="92270" y="248603"/>
                </a:cubicBezTo>
                <a:cubicBezTo>
                  <a:pt x="92270" y="276892"/>
                  <a:pt x="117406" y="287084"/>
                  <a:pt x="142353" y="290798"/>
                </a:cubicBezTo>
                <a:cubicBezTo>
                  <a:pt x="140741" y="292227"/>
                  <a:pt x="139223" y="293656"/>
                  <a:pt x="137895" y="295370"/>
                </a:cubicBezTo>
                <a:cubicBezTo>
                  <a:pt x="131635" y="306419"/>
                  <a:pt x="130402" y="319945"/>
                  <a:pt x="136662" y="335947"/>
                </a:cubicBezTo>
                <a:cubicBezTo>
                  <a:pt x="137895" y="338423"/>
                  <a:pt x="140456" y="340900"/>
                  <a:pt x="144156" y="340900"/>
                </a:cubicBezTo>
                <a:cubicBezTo>
                  <a:pt x="144156" y="340900"/>
                  <a:pt x="145389" y="340900"/>
                  <a:pt x="146717" y="339662"/>
                </a:cubicBezTo>
                <a:cubicBezTo>
                  <a:pt x="150511" y="338423"/>
                  <a:pt x="152977" y="334709"/>
                  <a:pt x="150511" y="331089"/>
                </a:cubicBezTo>
                <a:cubicBezTo>
                  <a:pt x="146717" y="318802"/>
                  <a:pt x="146717" y="310134"/>
                  <a:pt x="150511" y="304038"/>
                </a:cubicBezTo>
                <a:cubicBezTo>
                  <a:pt x="153356" y="300419"/>
                  <a:pt x="157340" y="297942"/>
                  <a:pt x="161609" y="296228"/>
                </a:cubicBezTo>
                <a:cubicBezTo>
                  <a:pt x="162747" y="311182"/>
                  <a:pt x="163885" y="326041"/>
                  <a:pt x="165024" y="340614"/>
                </a:cubicBezTo>
                <a:cubicBezTo>
                  <a:pt x="166257" y="349187"/>
                  <a:pt x="172612" y="354140"/>
                  <a:pt x="180105" y="354140"/>
                </a:cubicBezTo>
                <a:cubicBezTo>
                  <a:pt x="187599" y="354140"/>
                  <a:pt x="193954" y="349187"/>
                  <a:pt x="195187" y="340614"/>
                </a:cubicBezTo>
                <a:cubicBezTo>
                  <a:pt x="196136" y="327946"/>
                  <a:pt x="197274" y="312706"/>
                  <a:pt x="198507" y="295942"/>
                </a:cubicBezTo>
                <a:cubicBezTo>
                  <a:pt x="203060" y="297561"/>
                  <a:pt x="207519" y="300133"/>
                  <a:pt x="210459" y="304038"/>
                </a:cubicBezTo>
                <a:cubicBezTo>
                  <a:pt x="214253" y="310229"/>
                  <a:pt x="214253" y="318802"/>
                  <a:pt x="210459" y="331089"/>
                </a:cubicBezTo>
                <a:cubicBezTo>
                  <a:pt x="209226" y="334804"/>
                  <a:pt x="210459" y="338423"/>
                  <a:pt x="214253" y="339662"/>
                </a:cubicBezTo>
                <a:cubicBezTo>
                  <a:pt x="215486" y="340900"/>
                  <a:pt x="216719" y="340900"/>
                  <a:pt x="216719" y="340900"/>
                </a:cubicBezTo>
                <a:cubicBezTo>
                  <a:pt x="220514" y="340900"/>
                  <a:pt x="222980" y="338423"/>
                  <a:pt x="224213" y="335947"/>
                </a:cubicBezTo>
                <a:cubicBezTo>
                  <a:pt x="230473" y="319945"/>
                  <a:pt x="229240" y="306419"/>
                  <a:pt x="222980" y="295370"/>
                </a:cubicBezTo>
                <a:cubicBezTo>
                  <a:pt x="221747" y="293656"/>
                  <a:pt x="220229" y="292132"/>
                  <a:pt x="218711" y="290798"/>
                </a:cubicBezTo>
                <a:cubicBezTo>
                  <a:pt x="243658" y="287084"/>
                  <a:pt x="268605" y="276797"/>
                  <a:pt x="268605" y="248698"/>
                </a:cubicBezTo>
                <a:cubicBezTo>
                  <a:pt x="268605" y="232315"/>
                  <a:pt x="259689" y="222218"/>
                  <a:pt x="247168" y="215932"/>
                </a:cubicBezTo>
                <a:cubicBezTo>
                  <a:pt x="247927" y="215741"/>
                  <a:pt x="248686" y="215741"/>
                  <a:pt x="249444" y="215551"/>
                </a:cubicBezTo>
                <a:cubicBezTo>
                  <a:pt x="273348" y="209360"/>
                  <a:pt x="285869" y="194596"/>
                  <a:pt x="285869" y="173736"/>
                </a:cubicBezTo>
                <a:cubicBezTo>
                  <a:pt x="285869" y="156496"/>
                  <a:pt x="265759" y="140494"/>
                  <a:pt x="230568" y="133160"/>
                </a:cubicBezTo>
                <a:cubicBezTo>
                  <a:pt x="226774" y="131921"/>
                  <a:pt x="223075" y="134398"/>
                  <a:pt x="221747" y="138113"/>
                </a:cubicBezTo>
                <a:cubicBezTo>
                  <a:pt x="221747" y="143066"/>
                  <a:pt x="224213" y="146685"/>
                  <a:pt x="228007" y="147923"/>
                </a:cubicBezTo>
                <a:cubicBezTo>
                  <a:pt x="258171" y="154115"/>
                  <a:pt x="270692" y="165164"/>
                  <a:pt x="270692" y="173736"/>
                </a:cubicBezTo>
                <a:cubicBezTo>
                  <a:pt x="270692" y="188500"/>
                  <a:pt x="263198" y="195834"/>
                  <a:pt x="245555" y="200787"/>
                </a:cubicBezTo>
                <a:cubicBezTo>
                  <a:pt x="233888" y="204026"/>
                  <a:pt x="219565" y="205169"/>
                  <a:pt x="205337" y="205549"/>
                </a:cubicBezTo>
                <a:cubicBezTo>
                  <a:pt x="207708" y="174498"/>
                  <a:pt x="210080" y="143637"/>
                  <a:pt x="212166" y="116872"/>
                </a:cubicBezTo>
                <a:cubicBezTo>
                  <a:pt x="222790" y="118586"/>
                  <a:pt x="233888" y="119634"/>
                  <a:pt x="244227" y="119634"/>
                </a:cubicBezTo>
                <a:cubicBezTo>
                  <a:pt x="298389" y="119634"/>
                  <a:pt x="348662" y="96203"/>
                  <a:pt x="360045" y="68961"/>
                </a:cubicBezTo>
                <a:cubicBezTo>
                  <a:pt x="361278" y="67723"/>
                  <a:pt x="361278" y="64008"/>
                  <a:pt x="360045" y="62770"/>
                </a:cubicBezTo>
                <a:close/>
                <a:moveTo>
                  <a:pt x="19706" y="71533"/>
                </a:moveTo>
                <a:cubicBezTo>
                  <a:pt x="30994" y="69056"/>
                  <a:pt x="42282" y="62960"/>
                  <a:pt x="54802" y="55531"/>
                </a:cubicBezTo>
                <a:cubicBezTo>
                  <a:pt x="92555" y="36385"/>
                  <a:pt x="120726" y="24384"/>
                  <a:pt x="143017" y="48482"/>
                </a:cubicBezTo>
                <a:cubicBezTo>
                  <a:pt x="143776" y="59817"/>
                  <a:pt x="145104" y="78486"/>
                  <a:pt x="146906" y="102108"/>
                </a:cubicBezTo>
                <a:cubicBezTo>
                  <a:pt x="91321" y="112014"/>
                  <a:pt x="38013" y="92964"/>
                  <a:pt x="19801" y="71533"/>
                </a:cubicBezTo>
                <a:close/>
                <a:moveTo>
                  <a:pt x="189117" y="220599"/>
                </a:moveTo>
                <a:cubicBezTo>
                  <a:pt x="187694" y="238697"/>
                  <a:pt x="186271" y="257937"/>
                  <a:pt x="184659" y="278321"/>
                </a:cubicBezTo>
                <a:cubicBezTo>
                  <a:pt x="183331" y="278321"/>
                  <a:pt x="182003" y="278321"/>
                  <a:pt x="180580" y="278321"/>
                </a:cubicBezTo>
                <a:cubicBezTo>
                  <a:pt x="180580" y="278321"/>
                  <a:pt x="180485" y="278321"/>
                  <a:pt x="180390" y="278321"/>
                </a:cubicBezTo>
                <a:cubicBezTo>
                  <a:pt x="180390" y="278321"/>
                  <a:pt x="180200" y="278321"/>
                  <a:pt x="180200" y="278321"/>
                </a:cubicBezTo>
                <a:cubicBezTo>
                  <a:pt x="178398" y="278321"/>
                  <a:pt x="176786" y="278321"/>
                  <a:pt x="175078" y="278321"/>
                </a:cubicBezTo>
                <a:cubicBezTo>
                  <a:pt x="173466" y="257842"/>
                  <a:pt x="171948" y="238697"/>
                  <a:pt x="170525" y="220694"/>
                </a:cubicBezTo>
                <a:cubicBezTo>
                  <a:pt x="173655" y="220694"/>
                  <a:pt x="176880" y="220599"/>
                  <a:pt x="180200" y="220599"/>
                </a:cubicBezTo>
                <a:lnTo>
                  <a:pt x="180580" y="220599"/>
                </a:lnTo>
                <a:cubicBezTo>
                  <a:pt x="183520" y="220599"/>
                  <a:pt x="186366" y="220599"/>
                  <a:pt x="189117" y="220694"/>
                </a:cubicBezTo>
                <a:close/>
                <a:moveTo>
                  <a:pt x="107352" y="248793"/>
                </a:moveTo>
                <a:cubicBezTo>
                  <a:pt x="107352" y="232601"/>
                  <a:pt x="122624" y="223933"/>
                  <a:pt x="155823" y="221361"/>
                </a:cubicBezTo>
                <a:cubicBezTo>
                  <a:pt x="157246" y="239840"/>
                  <a:pt x="158668" y="258794"/>
                  <a:pt x="160186" y="277749"/>
                </a:cubicBezTo>
                <a:cubicBezTo>
                  <a:pt x="124046" y="275558"/>
                  <a:pt x="107447" y="266700"/>
                  <a:pt x="107447" y="248793"/>
                </a:cubicBezTo>
                <a:close/>
                <a:moveTo>
                  <a:pt x="180011" y="339471"/>
                </a:moveTo>
                <a:cubicBezTo>
                  <a:pt x="178683" y="323469"/>
                  <a:pt x="177450" y="308039"/>
                  <a:pt x="176311" y="293275"/>
                </a:cubicBezTo>
                <a:cubicBezTo>
                  <a:pt x="177924" y="293180"/>
                  <a:pt x="179347" y="293084"/>
                  <a:pt x="180390" y="293084"/>
                </a:cubicBezTo>
                <a:cubicBezTo>
                  <a:pt x="181244" y="293084"/>
                  <a:pt x="182382" y="293084"/>
                  <a:pt x="183520" y="293180"/>
                </a:cubicBezTo>
                <a:cubicBezTo>
                  <a:pt x="182382" y="308039"/>
                  <a:pt x="181149" y="323469"/>
                  <a:pt x="180011" y="339471"/>
                </a:cubicBezTo>
                <a:close/>
                <a:moveTo>
                  <a:pt x="199835" y="277749"/>
                </a:moveTo>
                <a:cubicBezTo>
                  <a:pt x="201163" y="259747"/>
                  <a:pt x="202681" y="240601"/>
                  <a:pt x="204199" y="221266"/>
                </a:cubicBezTo>
                <a:cubicBezTo>
                  <a:pt x="238062" y="223742"/>
                  <a:pt x="253618" y="232505"/>
                  <a:pt x="253618" y="248793"/>
                </a:cubicBezTo>
                <a:cubicBezTo>
                  <a:pt x="253618" y="266795"/>
                  <a:pt x="236734" y="275654"/>
                  <a:pt x="199930" y="277844"/>
                </a:cubicBezTo>
                <a:close/>
                <a:moveTo>
                  <a:pt x="183995" y="205740"/>
                </a:moveTo>
                <a:lnTo>
                  <a:pt x="176880" y="205740"/>
                </a:lnTo>
                <a:cubicBezTo>
                  <a:pt x="174414" y="205740"/>
                  <a:pt x="171948" y="205740"/>
                  <a:pt x="169482" y="205740"/>
                </a:cubicBezTo>
                <a:cubicBezTo>
                  <a:pt x="163032" y="122396"/>
                  <a:pt x="159143" y="68199"/>
                  <a:pt x="157909" y="46863"/>
                </a:cubicBezTo>
                <a:cubicBezTo>
                  <a:pt x="157909" y="46768"/>
                  <a:pt x="157909" y="46577"/>
                  <a:pt x="157909" y="46482"/>
                </a:cubicBezTo>
                <a:cubicBezTo>
                  <a:pt x="157625" y="41434"/>
                  <a:pt x="157435" y="38291"/>
                  <a:pt x="157435" y="37052"/>
                </a:cubicBezTo>
                <a:cubicBezTo>
                  <a:pt x="157435" y="24765"/>
                  <a:pt x="167490" y="14954"/>
                  <a:pt x="180105" y="14954"/>
                </a:cubicBezTo>
                <a:cubicBezTo>
                  <a:pt x="192721" y="14954"/>
                  <a:pt x="202776" y="24765"/>
                  <a:pt x="202776" y="37052"/>
                </a:cubicBezTo>
                <a:cubicBezTo>
                  <a:pt x="202776" y="38195"/>
                  <a:pt x="202586" y="41148"/>
                  <a:pt x="202302" y="45815"/>
                </a:cubicBezTo>
                <a:cubicBezTo>
                  <a:pt x="202302" y="45815"/>
                  <a:pt x="202302" y="45815"/>
                  <a:pt x="202302" y="45910"/>
                </a:cubicBezTo>
                <a:cubicBezTo>
                  <a:pt x="200974" y="66961"/>
                  <a:pt x="196705" y="122777"/>
                  <a:pt x="190350" y="205740"/>
                </a:cubicBezTo>
                <a:cubicBezTo>
                  <a:pt x="188263" y="205740"/>
                  <a:pt x="186176" y="205740"/>
                  <a:pt x="184089" y="205740"/>
                </a:cubicBezTo>
                <a:close/>
                <a:moveTo>
                  <a:pt x="213305" y="101822"/>
                </a:moveTo>
                <a:cubicBezTo>
                  <a:pt x="215012" y="78581"/>
                  <a:pt x="216435" y="59627"/>
                  <a:pt x="217194" y="48292"/>
                </a:cubicBezTo>
                <a:cubicBezTo>
                  <a:pt x="239674" y="22765"/>
                  <a:pt x="269174" y="34957"/>
                  <a:pt x="305883" y="55340"/>
                </a:cubicBezTo>
                <a:cubicBezTo>
                  <a:pt x="318499" y="61532"/>
                  <a:pt x="329786" y="68961"/>
                  <a:pt x="341074" y="71438"/>
                </a:cubicBezTo>
                <a:cubicBezTo>
                  <a:pt x="322672" y="93059"/>
                  <a:pt x="268415" y="112300"/>
                  <a:pt x="213210" y="10191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1" name="Graphic 148">
            <a:extLst>
              <a:ext uri="{FF2B5EF4-FFF2-40B4-BE49-F238E27FC236}">
                <a16:creationId xmlns:a16="http://schemas.microsoft.com/office/drawing/2014/main" id="{98F3F124-C237-6FD7-7817-905D92C2409E}"/>
              </a:ext>
            </a:extLst>
          </p:cNvPr>
          <p:cNvSpPr/>
          <p:nvPr/>
        </p:nvSpPr>
        <p:spPr>
          <a:xfrm>
            <a:off x="9499901" y="2819603"/>
            <a:ext cx="480346" cy="471257"/>
          </a:xfrm>
          <a:custGeom>
            <a:avLst/>
            <a:gdLst>
              <a:gd name="connsiteX0" fmla="*/ 360045 w 360969"/>
              <a:gd name="connsiteY0" fmla="*/ 62674 h 354139"/>
              <a:gd name="connsiteX1" fmla="*/ 353785 w 360969"/>
              <a:gd name="connsiteY1" fmla="*/ 58960 h 354139"/>
              <a:gd name="connsiteX2" fmla="*/ 313471 w 360969"/>
              <a:gd name="connsiteY2" fmla="*/ 42863 h 354139"/>
              <a:gd name="connsiteX3" fmla="*/ 216625 w 360969"/>
              <a:gd name="connsiteY3" fmla="*/ 28480 h 354139"/>
              <a:gd name="connsiteX4" fmla="*/ 180011 w 360969"/>
              <a:gd name="connsiteY4" fmla="*/ 0 h 354139"/>
              <a:gd name="connsiteX5" fmla="*/ 143302 w 360969"/>
              <a:gd name="connsiteY5" fmla="*/ 28956 h 354139"/>
              <a:gd name="connsiteX6" fmla="*/ 47214 w 360969"/>
              <a:gd name="connsiteY6" fmla="*/ 43053 h 354139"/>
              <a:gd name="connsiteX7" fmla="*/ 7185 w 360969"/>
              <a:gd name="connsiteY7" fmla="*/ 59055 h 354139"/>
              <a:gd name="connsiteX8" fmla="*/ 925 w 360969"/>
              <a:gd name="connsiteY8" fmla="*/ 62770 h 354139"/>
              <a:gd name="connsiteX9" fmla="*/ 925 w 360969"/>
              <a:gd name="connsiteY9" fmla="*/ 68961 h 354139"/>
              <a:gd name="connsiteX10" fmla="*/ 116173 w 360969"/>
              <a:gd name="connsiteY10" fmla="*/ 119444 h 354139"/>
              <a:gd name="connsiteX11" fmla="*/ 147950 w 360969"/>
              <a:gd name="connsiteY11" fmla="*/ 116776 h 354139"/>
              <a:gd name="connsiteX12" fmla="*/ 154684 w 360969"/>
              <a:gd name="connsiteY12" fmla="*/ 205359 h 354139"/>
              <a:gd name="connsiteX13" fmla="*/ 115320 w 360969"/>
              <a:gd name="connsiteY13" fmla="*/ 200692 h 354139"/>
              <a:gd name="connsiteX14" fmla="*/ 90183 w 360969"/>
              <a:gd name="connsiteY14" fmla="*/ 173641 h 354139"/>
              <a:gd name="connsiteX15" fmla="*/ 132868 w 360969"/>
              <a:gd name="connsiteY15" fmla="*/ 147828 h 354139"/>
              <a:gd name="connsiteX16" fmla="*/ 139128 w 360969"/>
              <a:gd name="connsiteY16" fmla="*/ 138017 h 354139"/>
              <a:gd name="connsiteX17" fmla="*/ 130307 w 360969"/>
              <a:gd name="connsiteY17" fmla="*/ 133064 h 354139"/>
              <a:gd name="connsiteX18" fmla="*/ 75006 w 360969"/>
              <a:gd name="connsiteY18" fmla="*/ 173641 h 354139"/>
              <a:gd name="connsiteX19" fmla="*/ 111431 w 360969"/>
              <a:gd name="connsiteY19" fmla="*/ 215455 h 354139"/>
              <a:gd name="connsiteX20" fmla="*/ 113707 w 360969"/>
              <a:gd name="connsiteY20" fmla="*/ 215837 h 354139"/>
              <a:gd name="connsiteX21" fmla="*/ 92270 w 360969"/>
              <a:gd name="connsiteY21" fmla="*/ 248603 h 354139"/>
              <a:gd name="connsiteX22" fmla="*/ 142353 w 360969"/>
              <a:gd name="connsiteY22" fmla="*/ 290798 h 354139"/>
              <a:gd name="connsiteX23" fmla="*/ 137895 w 360969"/>
              <a:gd name="connsiteY23" fmla="*/ 295370 h 354139"/>
              <a:gd name="connsiteX24" fmla="*/ 136662 w 360969"/>
              <a:gd name="connsiteY24" fmla="*/ 335947 h 354139"/>
              <a:gd name="connsiteX25" fmla="*/ 144156 w 360969"/>
              <a:gd name="connsiteY25" fmla="*/ 340900 h 354139"/>
              <a:gd name="connsiteX26" fmla="*/ 146717 w 360969"/>
              <a:gd name="connsiteY26" fmla="*/ 339662 h 354139"/>
              <a:gd name="connsiteX27" fmla="*/ 150511 w 360969"/>
              <a:gd name="connsiteY27" fmla="*/ 331089 h 354139"/>
              <a:gd name="connsiteX28" fmla="*/ 150511 w 360969"/>
              <a:gd name="connsiteY28" fmla="*/ 304038 h 354139"/>
              <a:gd name="connsiteX29" fmla="*/ 161609 w 360969"/>
              <a:gd name="connsiteY29" fmla="*/ 296228 h 354139"/>
              <a:gd name="connsiteX30" fmla="*/ 165024 w 360969"/>
              <a:gd name="connsiteY30" fmla="*/ 340614 h 354139"/>
              <a:gd name="connsiteX31" fmla="*/ 180105 w 360969"/>
              <a:gd name="connsiteY31" fmla="*/ 354140 h 354139"/>
              <a:gd name="connsiteX32" fmla="*/ 195187 w 360969"/>
              <a:gd name="connsiteY32" fmla="*/ 340614 h 354139"/>
              <a:gd name="connsiteX33" fmla="*/ 198507 w 360969"/>
              <a:gd name="connsiteY33" fmla="*/ 295942 h 354139"/>
              <a:gd name="connsiteX34" fmla="*/ 210459 w 360969"/>
              <a:gd name="connsiteY34" fmla="*/ 304038 h 354139"/>
              <a:gd name="connsiteX35" fmla="*/ 210459 w 360969"/>
              <a:gd name="connsiteY35" fmla="*/ 331089 h 354139"/>
              <a:gd name="connsiteX36" fmla="*/ 214253 w 360969"/>
              <a:gd name="connsiteY36" fmla="*/ 339662 h 354139"/>
              <a:gd name="connsiteX37" fmla="*/ 216719 w 360969"/>
              <a:gd name="connsiteY37" fmla="*/ 340900 h 354139"/>
              <a:gd name="connsiteX38" fmla="*/ 224213 w 360969"/>
              <a:gd name="connsiteY38" fmla="*/ 335947 h 354139"/>
              <a:gd name="connsiteX39" fmla="*/ 222980 w 360969"/>
              <a:gd name="connsiteY39" fmla="*/ 295370 h 354139"/>
              <a:gd name="connsiteX40" fmla="*/ 218711 w 360969"/>
              <a:gd name="connsiteY40" fmla="*/ 290798 h 354139"/>
              <a:gd name="connsiteX41" fmla="*/ 268605 w 360969"/>
              <a:gd name="connsiteY41" fmla="*/ 248698 h 354139"/>
              <a:gd name="connsiteX42" fmla="*/ 247168 w 360969"/>
              <a:gd name="connsiteY42" fmla="*/ 215932 h 354139"/>
              <a:gd name="connsiteX43" fmla="*/ 249444 w 360969"/>
              <a:gd name="connsiteY43" fmla="*/ 215551 h 354139"/>
              <a:gd name="connsiteX44" fmla="*/ 285869 w 360969"/>
              <a:gd name="connsiteY44" fmla="*/ 173736 h 354139"/>
              <a:gd name="connsiteX45" fmla="*/ 230568 w 360969"/>
              <a:gd name="connsiteY45" fmla="*/ 133160 h 354139"/>
              <a:gd name="connsiteX46" fmla="*/ 221747 w 360969"/>
              <a:gd name="connsiteY46" fmla="*/ 138113 h 354139"/>
              <a:gd name="connsiteX47" fmla="*/ 228007 w 360969"/>
              <a:gd name="connsiteY47" fmla="*/ 147923 h 354139"/>
              <a:gd name="connsiteX48" fmla="*/ 270692 w 360969"/>
              <a:gd name="connsiteY48" fmla="*/ 173736 h 354139"/>
              <a:gd name="connsiteX49" fmla="*/ 245555 w 360969"/>
              <a:gd name="connsiteY49" fmla="*/ 200787 h 354139"/>
              <a:gd name="connsiteX50" fmla="*/ 205337 w 360969"/>
              <a:gd name="connsiteY50" fmla="*/ 205549 h 354139"/>
              <a:gd name="connsiteX51" fmla="*/ 212166 w 360969"/>
              <a:gd name="connsiteY51" fmla="*/ 116872 h 354139"/>
              <a:gd name="connsiteX52" fmla="*/ 244227 w 360969"/>
              <a:gd name="connsiteY52" fmla="*/ 119634 h 354139"/>
              <a:gd name="connsiteX53" fmla="*/ 360045 w 360969"/>
              <a:gd name="connsiteY53" fmla="*/ 68961 h 354139"/>
              <a:gd name="connsiteX54" fmla="*/ 360045 w 360969"/>
              <a:gd name="connsiteY54" fmla="*/ 62770 h 354139"/>
              <a:gd name="connsiteX55" fmla="*/ 19706 w 360969"/>
              <a:gd name="connsiteY55" fmla="*/ 71533 h 354139"/>
              <a:gd name="connsiteX56" fmla="*/ 54802 w 360969"/>
              <a:gd name="connsiteY56" fmla="*/ 55531 h 354139"/>
              <a:gd name="connsiteX57" fmla="*/ 143017 w 360969"/>
              <a:gd name="connsiteY57" fmla="*/ 48482 h 354139"/>
              <a:gd name="connsiteX58" fmla="*/ 146906 w 360969"/>
              <a:gd name="connsiteY58" fmla="*/ 102108 h 354139"/>
              <a:gd name="connsiteX59" fmla="*/ 19801 w 360969"/>
              <a:gd name="connsiteY59" fmla="*/ 71533 h 354139"/>
              <a:gd name="connsiteX60" fmla="*/ 189117 w 360969"/>
              <a:gd name="connsiteY60" fmla="*/ 220599 h 354139"/>
              <a:gd name="connsiteX61" fmla="*/ 184659 w 360969"/>
              <a:gd name="connsiteY61" fmla="*/ 278321 h 354139"/>
              <a:gd name="connsiteX62" fmla="*/ 180580 w 360969"/>
              <a:gd name="connsiteY62" fmla="*/ 278321 h 354139"/>
              <a:gd name="connsiteX63" fmla="*/ 180390 w 360969"/>
              <a:gd name="connsiteY63" fmla="*/ 278321 h 354139"/>
              <a:gd name="connsiteX64" fmla="*/ 180200 w 360969"/>
              <a:gd name="connsiteY64" fmla="*/ 278321 h 354139"/>
              <a:gd name="connsiteX65" fmla="*/ 175078 w 360969"/>
              <a:gd name="connsiteY65" fmla="*/ 278321 h 354139"/>
              <a:gd name="connsiteX66" fmla="*/ 170525 w 360969"/>
              <a:gd name="connsiteY66" fmla="*/ 220694 h 354139"/>
              <a:gd name="connsiteX67" fmla="*/ 180200 w 360969"/>
              <a:gd name="connsiteY67" fmla="*/ 220599 h 354139"/>
              <a:gd name="connsiteX68" fmla="*/ 180580 w 360969"/>
              <a:gd name="connsiteY68" fmla="*/ 220599 h 354139"/>
              <a:gd name="connsiteX69" fmla="*/ 189117 w 360969"/>
              <a:gd name="connsiteY69" fmla="*/ 220694 h 354139"/>
              <a:gd name="connsiteX70" fmla="*/ 107352 w 360969"/>
              <a:gd name="connsiteY70" fmla="*/ 248793 h 354139"/>
              <a:gd name="connsiteX71" fmla="*/ 155823 w 360969"/>
              <a:gd name="connsiteY71" fmla="*/ 221361 h 354139"/>
              <a:gd name="connsiteX72" fmla="*/ 160186 w 360969"/>
              <a:gd name="connsiteY72" fmla="*/ 277749 h 354139"/>
              <a:gd name="connsiteX73" fmla="*/ 107447 w 360969"/>
              <a:gd name="connsiteY73" fmla="*/ 248793 h 354139"/>
              <a:gd name="connsiteX74" fmla="*/ 180011 w 360969"/>
              <a:gd name="connsiteY74" fmla="*/ 339471 h 354139"/>
              <a:gd name="connsiteX75" fmla="*/ 176311 w 360969"/>
              <a:gd name="connsiteY75" fmla="*/ 293275 h 354139"/>
              <a:gd name="connsiteX76" fmla="*/ 180390 w 360969"/>
              <a:gd name="connsiteY76" fmla="*/ 293084 h 354139"/>
              <a:gd name="connsiteX77" fmla="*/ 183520 w 360969"/>
              <a:gd name="connsiteY77" fmla="*/ 293180 h 354139"/>
              <a:gd name="connsiteX78" fmla="*/ 180011 w 360969"/>
              <a:gd name="connsiteY78" fmla="*/ 339471 h 354139"/>
              <a:gd name="connsiteX79" fmla="*/ 199835 w 360969"/>
              <a:gd name="connsiteY79" fmla="*/ 277749 h 354139"/>
              <a:gd name="connsiteX80" fmla="*/ 204199 w 360969"/>
              <a:gd name="connsiteY80" fmla="*/ 221266 h 354139"/>
              <a:gd name="connsiteX81" fmla="*/ 253618 w 360969"/>
              <a:gd name="connsiteY81" fmla="*/ 248793 h 354139"/>
              <a:gd name="connsiteX82" fmla="*/ 199930 w 360969"/>
              <a:gd name="connsiteY82" fmla="*/ 277844 h 354139"/>
              <a:gd name="connsiteX83" fmla="*/ 183995 w 360969"/>
              <a:gd name="connsiteY83" fmla="*/ 205740 h 354139"/>
              <a:gd name="connsiteX84" fmla="*/ 176880 w 360969"/>
              <a:gd name="connsiteY84" fmla="*/ 205740 h 354139"/>
              <a:gd name="connsiteX85" fmla="*/ 169482 w 360969"/>
              <a:gd name="connsiteY85" fmla="*/ 205740 h 354139"/>
              <a:gd name="connsiteX86" fmla="*/ 157909 w 360969"/>
              <a:gd name="connsiteY86" fmla="*/ 46863 h 354139"/>
              <a:gd name="connsiteX87" fmla="*/ 157909 w 360969"/>
              <a:gd name="connsiteY87" fmla="*/ 46482 h 354139"/>
              <a:gd name="connsiteX88" fmla="*/ 157435 w 360969"/>
              <a:gd name="connsiteY88" fmla="*/ 37052 h 354139"/>
              <a:gd name="connsiteX89" fmla="*/ 180105 w 360969"/>
              <a:gd name="connsiteY89" fmla="*/ 14954 h 354139"/>
              <a:gd name="connsiteX90" fmla="*/ 202776 w 360969"/>
              <a:gd name="connsiteY90" fmla="*/ 37052 h 354139"/>
              <a:gd name="connsiteX91" fmla="*/ 202302 w 360969"/>
              <a:gd name="connsiteY91" fmla="*/ 45815 h 354139"/>
              <a:gd name="connsiteX92" fmla="*/ 202302 w 360969"/>
              <a:gd name="connsiteY92" fmla="*/ 45910 h 354139"/>
              <a:gd name="connsiteX93" fmla="*/ 190350 w 360969"/>
              <a:gd name="connsiteY93" fmla="*/ 205740 h 354139"/>
              <a:gd name="connsiteX94" fmla="*/ 184089 w 360969"/>
              <a:gd name="connsiteY94" fmla="*/ 205740 h 354139"/>
              <a:gd name="connsiteX95" fmla="*/ 213305 w 360969"/>
              <a:gd name="connsiteY95" fmla="*/ 101822 h 354139"/>
              <a:gd name="connsiteX96" fmla="*/ 217194 w 360969"/>
              <a:gd name="connsiteY96" fmla="*/ 48292 h 354139"/>
              <a:gd name="connsiteX97" fmla="*/ 305883 w 360969"/>
              <a:gd name="connsiteY97" fmla="*/ 55340 h 354139"/>
              <a:gd name="connsiteX98" fmla="*/ 341074 w 360969"/>
              <a:gd name="connsiteY98" fmla="*/ 71438 h 354139"/>
              <a:gd name="connsiteX99" fmla="*/ 213210 w 360969"/>
              <a:gd name="connsiteY99" fmla="*/ 101918 h 354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360969" h="354139">
                <a:moveTo>
                  <a:pt x="360045" y="62674"/>
                </a:moveTo>
                <a:cubicBezTo>
                  <a:pt x="358812" y="60198"/>
                  <a:pt x="356251" y="58960"/>
                  <a:pt x="353785" y="58960"/>
                </a:cubicBezTo>
                <a:cubicBezTo>
                  <a:pt x="343730" y="58960"/>
                  <a:pt x="328648" y="50292"/>
                  <a:pt x="313471" y="42863"/>
                </a:cubicBezTo>
                <a:cubicBezTo>
                  <a:pt x="284825" y="27718"/>
                  <a:pt x="247452" y="6953"/>
                  <a:pt x="216625" y="28480"/>
                </a:cubicBezTo>
                <a:cubicBezTo>
                  <a:pt x="212736" y="12573"/>
                  <a:pt x="198223" y="0"/>
                  <a:pt x="180011" y="0"/>
                </a:cubicBezTo>
                <a:cubicBezTo>
                  <a:pt x="161799" y="0"/>
                  <a:pt x="147191" y="12859"/>
                  <a:pt x="143302" y="28956"/>
                </a:cubicBezTo>
                <a:cubicBezTo>
                  <a:pt x="112664" y="8287"/>
                  <a:pt x="75670" y="28004"/>
                  <a:pt x="47214" y="43053"/>
                </a:cubicBezTo>
                <a:cubicBezTo>
                  <a:pt x="32227" y="50483"/>
                  <a:pt x="17145" y="59055"/>
                  <a:pt x="7185" y="59055"/>
                </a:cubicBezTo>
                <a:cubicBezTo>
                  <a:pt x="4719" y="59055"/>
                  <a:pt x="2158" y="60293"/>
                  <a:pt x="925" y="62770"/>
                </a:cubicBezTo>
                <a:cubicBezTo>
                  <a:pt x="-308" y="64008"/>
                  <a:pt x="-308" y="67723"/>
                  <a:pt x="925" y="68961"/>
                </a:cubicBezTo>
                <a:cubicBezTo>
                  <a:pt x="12213" y="96012"/>
                  <a:pt x="62296" y="119444"/>
                  <a:pt x="116173" y="119444"/>
                </a:cubicBezTo>
                <a:cubicBezTo>
                  <a:pt x="127366" y="119444"/>
                  <a:pt x="137705" y="118396"/>
                  <a:pt x="147950" y="116776"/>
                </a:cubicBezTo>
                <a:cubicBezTo>
                  <a:pt x="149942" y="142685"/>
                  <a:pt x="152218" y="173069"/>
                  <a:pt x="154684" y="205359"/>
                </a:cubicBezTo>
                <a:cubicBezTo>
                  <a:pt x="140741" y="204978"/>
                  <a:pt x="126702" y="203835"/>
                  <a:pt x="115320" y="200692"/>
                </a:cubicBezTo>
                <a:cubicBezTo>
                  <a:pt x="97772" y="195739"/>
                  <a:pt x="90183" y="188405"/>
                  <a:pt x="90183" y="173641"/>
                </a:cubicBezTo>
                <a:cubicBezTo>
                  <a:pt x="90183" y="165068"/>
                  <a:pt x="102704" y="153924"/>
                  <a:pt x="132868" y="147828"/>
                </a:cubicBezTo>
                <a:cubicBezTo>
                  <a:pt x="137895" y="146590"/>
                  <a:pt x="140361" y="142875"/>
                  <a:pt x="139128" y="138017"/>
                </a:cubicBezTo>
                <a:cubicBezTo>
                  <a:pt x="137895" y="134303"/>
                  <a:pt x="134101" y="131826"/>
                  <a:pt x="130307" y="133064"/>
                </a:cubicBezTo>
                <a:cubicBezTo>
                  <a:pt x="95116" y="140494"/>
                  <a:pt x="75006" y="156401"/>
                  <a:pt x="75006" y="173641"/>
                </a:cubicBezTo>
                <a:cubicBezTo>
                  <a:pt x="75006" y="194596"/>
                  <a:pt x="87527" y="209360"/>
                  <a:pt x="111431" y="215455"/>
                </a:cubicBezTo>
                <a:cubicBezTo>
                  <a:pt x="112189" y="215646"/>
                  <a:pt x="112948" y="215741"/>
                  <a:pt x="113707" y="215837"/>
                </a:cubicBezTo>
                <a:cubicBezTo>
                  <a:pt x="101186" y="222123"/>
                  <a:pt x="92270" y="232220"/>
                  <a:pt x="92270" y="248603"/>
                </a:cubicBezTo>
                <a:cubicBezTo>
                  <a:pt x="92270" y="276892"/>
                  <a:pt x="117406" y="287084"/>
                  <a:pt x="142353" y="290798"/>
                </a:cubicBezTo>
                <a:cubicBezTo>
                  <a:pt x="140741" y="292227"/>
                  <a:pt x="139223" y="293656"/>
                  <a:pt x="137895" y="295370"/>
                </a:cubicBezTo>
                <a:cubicBezTo>
                  <a:pt x="131635" y="306419"/>
                  <a:pt x="130402" y="319945"/>
                  <a:pt x="136662" y="335947"/>
                </a:cubicBezTo>
                <a:cubicBezTo>
                  <a:pt x="137895" y="338423"/>
                  <a:pt x="140456" y="340900"/>
                  <a:pt x="144156" y="340900"/>
                </a:cubicBezTo>
                <a:cubicBezTo>
                  <a:pt x="144156" y="340900"/>
                  <a:pt x="145389" y="340900"/>
                  <a:pt x="146717" y="339662"/>
                </a:cubicBezTo>
                <a:cubicBezTo>
                  <a:pt x="150511" y="338423"/>
                  <a:pt x="152977" y="334709"/>
                  <a:pt x="150511" y="331089"/>
                </a:cubicBezTo>
                <a:cubicBezTo>
                  <a:pt x="146717" y="318802"/>
                  <a:pt x="146717" y="310134"/>
                  <a:pt x="150511" y="304038"/>
                </a:cubicBezTo>
                <a:cubicBezTo>
                  <a:pt x="153356" y="300419"/>
                  <a:pt x="157340" y="297942"/>
                  <a:pt x="161609" y="296228"/>
                </a:cubicBezTo>
                <a:cubicBezTo>
                  <a:pt x="162747" y="311182"/>
                  <a:pt x="163885" y="326041"/>
                  <a:pt x="165024" y="340614"/>
                </a:cubicBezTo>
                <a:cubicBezTo>
                  <a:pt x="166257" y="349187"/>
                  <a:pt x="172612" y="354140"/>
                  <a:pt x="180105" y="354140"/>
                </a:cubicBezTo>
                <a:cubicBezTo>
                  <a:pt x="187599" y="354140"/>
                  <a:pt x="193954" y="349187"/>
                  <a:pt x="195187" y="340614"/>
                </a:cubicBezTo>
                <a:cubicBezTo>
                  <a:pt x="196136" y="327946"/>
                  <a:pt x="197274" y="312706"/>
                  <a:pt x="198507" y="295942"/>
                </a:cubicBezTo>
                <a:cubicBezTo>
                  <a:pt x="203060" y="297561"/>
                  <a:pt x="207519" y="300133"/>
                  <a:pt x="210459" y="304038"/>
                </a:cubicBezTo>
                <a:cubicBezTo>
                  <a:pt x="214253" y="310229"/>
                  <a:pt x="214253" y="318802"/>
                  <a:pt x="210459" y="331089"/>
                </a:cubicBezTo>
                <a:cubicBezTo>
                  <a:pt x="209226" y="334804"/>
                  <a:pt x="210459" y="338423"/>
                  <a:pt x="214253" y="339662"/>
                </a:cubicBezTo>
                <a:cubicBezTo>
                  <a:pt x="215486" y="340900"/>
                  <a:pt x="216719" y="340900"/>
                  <a:pt x="216719" y="340900"/>
                </a:cubicBezTo>
                <a:cubicBezTo>
                  <a:pt x="220514" y="340900"/>
                  <a:pt x="222980" y="338423"/>
                  <a:pt x="224213" y="335947"/>
                </a:cubicBezTo>
                <a:cubicBezTo>
                  <a:pt x="230473" y="319945"/>
                  <a:pt x="229240" y="306419"/>
                  <a:pt x="222980" y="295370"/>
                </a:cubicBezTo>
                <a:cubicBezTo>
                  <a:pt x="221747" y="293656"/>
                  <a:pt x="220229" y="292132"/>
                  <a:pt x="218711" y="290798"/>
                </a:cubicBezTo>
                <a:cubicBezTo>
                  <a:pt x="243658" y="287084"/>
                  <a:pt x="268605" y="276797"/>
                  <a:pt x="268605" y="248698"/>
                </a:cubicBezTo>
                <a:cubicBezTo>
                  <a:pt x="268605" y="232315"/>
                  <a:pt x="259689" y="222218"/>
                  <a:pt x="247168" y="215932"/>
                </a:cubicBezTo>
                <a:cubicBezTo>
                  <a:pt x="247927" y="215741"/>
                  <a:pt x="248686" y="215741"/>
                  <a:pt x="249444" y="215551"/>
                </a:cubicBezTo>
                <a:cubicBezTo>
                  <a:pt x="273348" y="209360"/>
                  <a:pt x="285869" y="194596"/>
                  <a:pt x="285869" y="173736"/>
                </a:cubicBezTo>
                <a:cubicBezTo>
                  <a:pt x="285869" y="156496"/>
                  <a:pt x="265759" y="140494"/>
                  <a:pt x="230568" y="133160"/>
                </a:cubicBezTo>
                <a:cubicBezTo>
                  <a:pt x="226774" y="131921"/>
                  <a:pt x="223075" y="134398"/>
                  <a:pt x="221747" y="138113"/>
                </a:cubicBezTo>
                <a:cubicBezTo>
                  <a:pt x="221747" y="143066"/>
                  <a:pt x="224213" y="146685"/>
                  <a:pt x="228007" y="147923"/>
                </a:cubicBezTo>
                <a:cubicBezTo>
                  <a:pt x="258171" y="154115"/>
                  <a:pt x="270692" y="165164"/>
                  <a:pt x="270692" y="173736"/>
                </a:cubicBezTo>
                <a:cubicBezTo>
                  <a:pt x="270692" y="188500"/>
                  <a:pt x="263198" y="195834"/>
                  <a:pt x="245555" y="200787"/>
                </a:cubicBezTo>
                <a:cubicBezTo>
                  <a:pt x="233888" y="204026"/>
                  <a:pt x="219565" y="205169"/>
                  <a:pt x="205337" y="205549"/>
                </a:cubicBezTo>
                <a:cubicBezTo>
                  <a:pt x="207708" y="174498"/>
                  <a:pt x="210080" y="143637"/>
                  <a:pt x="212166" y="116872"/>
                </a:cubicBezTo>
                <a:cubicBezTo>
                  <a:pt x="222790" y="118586"/>
                  <a:pt x="233888" y="119634"/>
                  <a:pt x="244227" y="119634"/>
                </a:cubicBezTo>
                <a:cubicBezTo>
                  <a:pt x="298389" y="119634"/>
                  <a:pt x="348662" y="96203"/>
                  <a:pt x="360045" y="68961"/>
                </a:cubicBezTo>
                <a:cubicBezTo>
                  <a:pt x="361278" y="67723"/>
                  <a:pt x="361278" y="64008"/>
                  <a:pt x="360045" y="62770"/>
                </a:cubicBezTo>
                <a:close/>
                <a:moveTo>
                  <a:pt x="19706" y="71533"/>
                </a:moveTo>
                <a:cubicBezTo>
                  <a:pt x="30994" y="69056"/>
                  <a:pt x="42282" y="62960"/>
                  <a:pt x="54802" y="55531"/>
                </a:cubicBezTo>
                <a:cubicBezTo>
                  <a:pt x="92555" y="36385"/>
                  <a:pt x="120726" y="24384"/>
                  <a:pt x="143017" y="48482"/>
                </a:cubicBezTo>
                <a:cubicBezTo>
                  <a:pt x="143776" y="59817"/>
                  <a:pt x="145104" y="78486"/>
                  <a:pt x="146906" y="102108"/>
                </a:cubicBezTo>
                <a:cubicBezTo>
                  <a:pt x="91321" y="112014"/>
                  <a:pt x="38013" y="92964"/>
                  <a:pt x="19801" y="71533"/>
                </a:cubicBezTo>
                <a:close/>
                <a:moveTo>
                  <a:pt x="189117" y="220599"/>
                </a:moveTo>
                <a:cubicBezTo>
                  <a:pt x="187694" y="238697"/>
                  <a:pt x="186271" y="257937"/>
                  <a:pt x="184659" y="278321"/>
                </a:cubicBezTo>
                <a:cubicBezTo>
                  <a:pt x="183331" y="278321"/>
                  <a:pt x="182003" y="278321"/>
                  <a:pt x="180580" y="278321"/>
                </a:cubicBezTo>
                <a:cubicBezTo>
                  <a:pt x="180580" y="278321"/>
                  <a:pt x="180485" y="278321"/>
                  <a:pt x="180390" y="278321"/>
                </a:cubicBezTo>
                <a:cubicBezTo>
                  <a:pt x="180390" y="278321"/>
                  <a:pt x="180200" y="278321"/>
                  <a:pt x="180200" y="278321"/>
                </a:cubicBezTo>
                <a:cubicBezTo>
                  <a:pt x="178398" y="278321"/>
                  <a:pt x="176786" y="278321"/>
                  <a:pt x="175078" y="278321"/>
                </a:cubicBezTo>
                <a:cubicBezTo>
                  <a:pt x="173466" y="257842"/>
                  <a:pt x="171948" y="238697"/>
                  <a:pt x="170525" y="220694"/>
                </a:cubicBezTo>
                <a:cubicBezTo>
                  <a:pt x="173655" y="220694"/>
                  <a:pt x="176880" y="220599"/>
                  <a:pt x="180200" y="220599"/>
                </a:cubicBezTo>
                <a:lnTo>
                  <a:pt x="180580" y="220599"/>
                </a:lnTo>
                <a:cubicBezTo>
                  <a:pt x="183520" y="220599"/>
                  <a:pt x="186366" y="220599"/>
                  <a:pt x="189117" y="220694"/>
                </a:cubicBezTo>
                <a:close/>
                <a:moveTo>
                  <a:pt x="107352" y="248793"/>
                </a:moveTo>
                <a:cubicBezTo>
                  <a:pt x="107352" y="232601"/>
                  <a:pt x="122624" y="223933"/>
                  <a:pt x="155823" y="221361"/>
                </a:cubicBezTo>
                <a:cubicBezTo>
                  <a:pt x="157246" y="239840"/>
                  <a:pt x="158668" y="258794"/>
                  <a:pt x="160186" y="277749"/>
                </a:cubicBezTo>
                <a:cubicBezTo>
                  <a:pt x="124046" y="275558"/>
                  <a:pt x="107447" y="266700"/>
                  <a:pt x="107447" y="248793"/>
                </a:cubicBezTo>
                <a:close/>
                <a:moveTo>
                  <a:pt x="180011" y="339471"/>
                </a:moveTo>
                <a:cubicBezTo>
                  <a:pt x="178683" y="323469"/>
                  <a:pt x="177450" y="308039"/>
                  <a:pt x="176311" y="293275"/>
                </a:cubicBezTo>
                <a:cubicBezTo>
                  <a:pt x="177924" y="293180"/>
                  <a:pt x="179347" y="293084"/>
                  <a:pt x="180390" y="293084"/>
                </a:cubicBezTo>
                <a:cubicBezTo>
                  <a:pt x="181244" y="293084"/>
                  <a:pt x="182382" y="293084"/>
                  <a:pt x="183520" y="293180"/>
                </a:cubicBezTo>
                <a:cubicBezTo>
                  <a:pt x="182382" y="308039"/>
                  <a:pt x="181149" y="323469"/>
                  <a:pt x="180011" y="339471"/>
                </a:cubicBezTo>
                <a:close/>
                <a:moveTo>
                  <a:pt x="199835" y="277749"/>
                </a:moveTo>
                <a:cubicBezTo>
                  <a:pt x="201163" y="259747"/>
                  <a:pt x="202681" y="240601"/>
                  <a:pt x="204199" y="221266"/>
                </a:cubicBezTo>
                <a:cubicBezTo>
                  <a:pt x="238062" y="223742"/>
                  <a:pt x="253618" y="232505"/>
                  <a:pt x="253618" y="248793"/>
                </a:cubicBezTo>
                <a:cubicBezTo>
                  <a:pt x="253618" y="266795"/>
                  <a:pt x="236734" y="275654"/>
                  <a:pt x="199930" y="277844"/>
                </a:cubicBezTo>
                <a:close/>
                <a:moveTo>
                  <a:pt x="183995" y="205740"/>
                </a:moveTo>
                <a:lnTo>
                  <a:pt x="176880" y="205740"/>
                </a:lnTo>
                <a:cubicBezTo>
                  <a:pt x="174414" y="205740"/>
                  <a:pt x="171948" y="205740"/>
                  <a:pt x="169482" y="205740"/>
                </a:cubicBezTo>
                <a:cubicBezTo>
                  <a:pt x="163032" y="122396"/>
                  <a:pt x="159143" y="68199"/>
                  <a:pt x="157909" y="46863"/>
                </a:cubicBezTo>
                <a:cubicBezTo>
                  <a:pt x="157909" y="46768"/>
                  <a:pt x="157909" y="46577"/>
                  <a:pt x="157909" y="46482"/>
                </a:cubicBezTo>
                <a:cubicBezTo>
                  <a:pt x="157625" y="41434"/>
                  <a:pt x="157435" y="38291"/>
                  <a:pt x="157435" y="37052"/>
                </a:cubicBezTo>
                <a:cubicBezTo>
                  <a:pt x="157435" y="24765"/>
                  <a:pt x="167490" y="14954"/>
                  <a:pt x="180105" y="14954"/>
                </a:cubicBezTo>
                <a:cubicBezTo>
                  <a:pt x="192721" y="14954"/>
                  <a:pt x="202776" y="24765"/>
                  <a:pt x="202776" y="37052"/>
                </a:cubicBezTo>
                <a:cubicBezTo>
                  <a:pt x="202776" y="38195"/>
                  <a:pt x="202586" y="41148"/>
                  <a:pt x="202302" y="45815"/>
                </a:cubicBezTo>
                <a:cubicBezTo>
                  <a:pt x="202302" y="45815"/>
                  <a:pt x="202302" y="45815"/>
                  <a:pt x="202302" y="45910"/>
                </a:cubicBezTo>
                <a:cubicBezTo>
                  <a:pt x="200974" y="66961"/>
                  <a:pt x="196705" y="122777"/>
                  <a:pt x="190350" y="205740"/>
                </a:cubicBezTo>
                <a:cubicBezTo>
                  <a:pt x="188263" y="205740"/>
                  <a:pt x="186176" y="205740"/>
                  <a:pt x="184089" y="205740"/>
                </a:cubicBezTo>
                <a:close/>
                <a:moveTo>
                  <a:pt x="213305" y="101822"/>
                </a:moveTo>
                <a:cubicBezTo>
                  <a:pt x="215012" y="78581"/>
                  <a:pt x="216435" y="59627"/>
                  <a:pt x="217194" y="48292"/>
                </a:cubicBezTo>
                <a:cubicBezTo>
                  <a:pt x="239674" y="22765"/>
                  <a:pt x="269174" y="34957"/>
                  <a:pt x="305883" y="55340"/>
                </a:cubicBezTo>
                <a:cubicBezTo>
                  <a:pt x="318499" y="61532"/>
                  <a:pt x="329786" y="68961"/>
                  <a:pt x="341074" y="71438"/>
                </a:cubicBezTo>
                <a:cubicBezTo>
                  <a:pt x="322672" y="93059"/>
                  <a:pt x="268415" y="112300"/>
                  <a:pt x="213210" y="10191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2" name="Graphic 148">
            <a:extLst>
              <a:ext uri="{FF2B5EF4-FFF2-40B4-BE49-F238E27FC236}">
                <a16:creationId xmlns:a16="http://schemas.microsoft.com/office/drawing/2014/main" id="{8C36E57D-C5ED-25E0-9F10-2A20D0D29245}"/>
              </a:ext>
            </a:extLst>
          </p:cNvPr>
          <p:cNvSpPr/>
          <p:nvPr/>
        </p:nvSpPr>
        <p:spPr>
          <a:xfrm>
            <a:off x="8737901" y="3454603"/>
            <a:ext cx="480346" cy="471257"/>
          </a:xfrm>
          <a:custGeom>
            <a:avLst/>
            <a:gdLst>
              <a:gd name="connsiteX0" fmla="*/ 360045 w 360969"/>
              <a:gd name="connsiteY0" fmla="*/ 62674 h 354139"/>
              <a:gd name="connsiteX1" fmla="*/ 353785 w 360969"/>
              <a:gd name="connsiteY1" fmla="*/ 58960 h 354139"/>
              <a:gd name="connsiteX2" fmla="*/ 313471 w 360969"/>
              <a:gd name="connsiteY2" fmla="*/ 42863 h 354139"/>
              <a:gd name="connsiteX3" fmla="*/ 216625 w 360969"/>
              <a:gd name="connsiteY3" fmla="*/ 28480 h 354139"/>
              <a:gd name="connsiteX4" fmla="*/ 180011 w 360969"/>
              <a:gd name="connsiteY4" fmla="*/ 0 h 354139"/>
              <a:gd name="connsiteX5" fmla="*/ 143302 w 360969"/>
              <a:gd name="connsiteY5" fmla="*/ 28956 h 354139"/>
              <a:gd name="connsiteX6" fmla="*/ 47214 w 360969"/>
              <a:gd name="connsiteY6" fmla="*/ 43053 h 354139"/>
              <a:gd name="connsiteX7" fmla="*/ 7185 w 360969"/>
              <a:gd name="connsiteY7" fmla="*/ 59055 h 354139"/>
              <a:gd name="connsiteX8" fmla="*/ 925 w 360969"/>
              <a:gd name="connsiteY8" fmla="*/ 62770 h 354139"/>
              <a:gd name="connsiteX9" fmla="*/ 925 w 360969"/>
              <a:gd name="connsiteY9" fmla="*/ 68961 h 354139"/>
              <a:gd name="connsiteX10" fmla="*/ 116173 w 360969"/>
              <a:gd name="connsiteY10" fmla="*/ 119444 h 354139"/>
              <a:gd name="connsiteX11" fmla="*/ 147950 w 360969"/>
              <a:gd name="connsiteY11" fmla="*/ 116776 h 354139"/>
              <a:gd name="connsiteX12" fmla="*/ 154684 w 360969"/>
              <a:gd name="connsiteY12" fmla="*/ 205359 h 354139"/>
              <a:gd name="connsiteX13" fmla="*/ 115320 w 360969"/>
              <a:gd name="connsiteY13" fmla="*/ 200692 h 354139"/>
              <a:gd name="connsiteX14" fmla="*/ 90183 w 360969"/>
              <a:gd name="connsiteY14" fmla="*/ 173641 h 354139"/>
              <a:gd name="connsiteX15" fmla="*/ 132868 w 360969"/>
              <a:gd name="connsiteY15" fmla="*/ 147828 h 354139"/>
              <a:gd name="connsiteX16" fmla="*/ 139128 w 360969"/>
              <a:gd name="connsiteY16" fmla="*/ 138017 h 354139"/>
              <a:gd name="connsiteX17" fmla="*/ 130307 w 360969"/>
              <a:gd name="connsiteY17" fmla="*/ 133064 h 354139"/>
              <a:gd name="connsiteX18" fmla="*/ 75006 w 360969"/>
              <a:gd name="connsiteY18" fmla="*/ 173641 h 354139"/>
              <a:gd name="connsiteX19" fmla="*/ 111431 w 360969"/>
              <a:gd name="connsiteY19" fmla="*/ 215455 h 354139"/>
              <a:gd name="connsiteX20" fmla="*/ 113707 w 360969"/>
              <a:gd name="connsiteY20" fmla="*/ 215837 h 354139"/>
              <a:gd name="connsiteX21" fmla="*/ 92270 w 360969"/>
              <a:gd name="connsiteY21" fmla="*/ 248603 h 354139"/>
              <a:gd name="connsiteX22" fmla="*/ 142353 w 360969"/>
              <a:gd name="connsiteY22" fmla="*/ 290798 h 354139"/>
              <a:gd name="connsiteX23" fmla="*/ 137895 w 360969"/>
              <a:gd name="connsiteY23" fmla="*/ 295370 h 354139"/>
              <a:gd name="connsiteX24" fmla="*/ 136662 w 360969"/>
              <a:gd name="connsiteY24" fmla="*/ 335947 h 354139"/>
              <a:gd name="connsiteX25" fmla="*/ 144156 w 360969"/>
              <a:gd name="connsiteY25" fmla="*/ 340900 h 354139"/>
              <a:gd name="connsiteX26" fmla="*/ 146717 w 360969"/>
              <a:gd name="connsiteY26" fmla="*/ 339662 h 354139"/>
              <a:gd name="connsiteX27" fmla="*/ 150511 w 360969"/>
              <a:gd name="connsiteY27" fmla="*/ 331089 h 354139"/>
              <a:gd name="connsiteX28" fmla="*/ 150511 w 360969"/>
              <a:gd name="connsiteY28" fmla="*/ 304038 h 354139"/>
              <a:gd name="connsiteX29" fmla="*/ 161609 w 360969"/>
              <a:gd name="connsiteY29" fmla="*/ 296228 h 354139"/>
              <a:gd name="connsiteX30" fmla="*/ 165024 w 360969"/>
              <a:gd name="connsiteY30" fmla="*/ 340614 h 354139"/>
              <a:gd name="connsiteX31" fmla="*/ 180105 w 360969"/>
              <a:gd name="connsiteY31" fmla="*/ 354140 h 354139"/>
              <a:gd name="connsiteX32" fmla="*/ 195187 w 360969"/>
              <a:gd name="connsiteY32" fmla="*/ 340614 h 354139"/>
              <a:gd name="connsiteX33" fmla="*/ 198507 w 360969"/>
              <a:gd name="connsiteY33" fmla="*/ 295942 h 354139"/>
              <a:gd name="connsiteX34" fmla="*/ 210459 w 360969"/>
              <a:gd name="connsiteY34" fmla="*/ 304038 h 354139"/>
              <a:gd name="connsiteX35" fmla="*/ 210459 w 360969"/>
              <a:gd name="connsiteY35" fmla="*/ 331089 h 354139"/>
              <a:gd name="connsiteX36" fmla="*/ 214253 w 360969"/>
              <a:gd name="connsiteY36" fmla="*/ 339662 h 354139"/>
              <a:gd name="connsiteX37" fmla="*/ 216719 w 360969"/>
              <a:gd name="connsiteY37" fmla="*/ 340900 h 354139"/>
              <a:gd name="connsiteX38" fmla="*/ 224213 w 360969"/>
              <a:gd name="connsiteY38" fmla="*/ 335947 h 354139"/>
              <a:gd name="connsiteX39" fmla="*/ 222980 w 360969"/>
              <a:gd name="connsiteY39" fmla="*/ 295370 h 354139"/>
              <a:gd name="connsiteX40" fmla="*/ 218711 w 360969"/>
              <a:gd name="connsiteY40" fmla="*/ 290798 h 354139"/>
              <a:gd name="connsiteX41" fmla="*/ 268605 w 360969"/>
              <a:gd name="connsiteY41" fmla="*/ 248698 h 354139"/>
              <a:gd name="connsiteX42" fmla="*/ 247168 w 360969"/>
              <a:gd name="connsiteY42" fmla="*/ 215932 h 354139"/>
              <a:gd name="connsiteX43" fmla="*/ 249444 w 360969"/>
              <a:gd name="connsiteY43" fmla="*/ 215551 h 354139"/>
              <a:gd name="connsiteX44" fmla="*/ 285869 w 360969"/>
              <a:gd name="connsiteY44" fmla="*/ 173736 h 354139"/>
              <a:gd name="connsiteX45" fmla="*/ 230568 w 360969"/>
              <a:gd name="connsiteY45" fmla="*/ 133160 h 354139"/>
              <a:gd name="connsiteX46" fmla="*/ 221747 w 360969"/>
              <a:gd name="connsiteY46" fmla="*/ 138113 h 354139"/>
              <a:gd name="connsiteX47" fmla="*/ 228007 w 360969"/>
              <a:gd name="connsiteY47" fmla="*/ 147923 h 354139"/>
              <a:gd name="connsiteX48" fmla="*/ 270692 w 360969"/>
              <a:gd name="connsiteY48" fmla="*/ 173736 h 354139"/>
              <a:gd name="connsiteX49" fmla="*/ 245555 w 360969"/>
              <a:gd name="connsiteY49" fmla="*/ 200787 h 354139"/>
              <a:gd name="connsiteX50" fmla="*/ 205337 w 360969"/>
              <a:gd name="connsiteY50" fmla="*/ 205549 h 354139"/>
              <a:gd name="connsiteX51" fmla="*/ 212166 w 360969"/>
              <a:gd name="connsiteY51" fmla="*/ 116872 h 354139"/>
              <a:gd name="connsiteX52" fmla="*/ 244227 w 360969"/>
              <a:gd name="connsiteY52" fmla="*/ 119634 h 354139"/>
              <a:gd name="connsiteX53" fmla="*/ 360045 w 360969"/>
              <a:gd name="connsiteY53" fmla="*/ 68961 h 354139"/>
              <a:gd name="connsiteX54" fmla="*/ 360045 w 360969"/>
              <a:gd name="connsiteY54" fmla="*/ 62770 h 354139"/>
              <a:gd name="connsiteX55" fmla="*/ 19706 w 360969"/>
              <a:gd name="connsiteY55" fmla="*/ 71533 h 354139"/>
              <a:gd name="connsiteX56" fmla="*/ 54802 w 360969"/>
              <a:gd name="connsiteY56" fmla="*/ 55531 h 354139"/>
              <a:gd name="connsiteX57" fmla="*/ 143017 w 360969"/>
              <a:gd name="connsiteY57" fmla="*/ 48482 h 354139"/>
              <a:gd name="connsiteX58" fmla="*/ 146906 w 360969"/>
              <a:gd name="connsiteY58" fmla="*/ 102108 h 354139"/>
              <a:gd name="connsiteX59" fmla="*/ 19801 w 360969"/>
              <a:gd name="connsiteY59" fmla="*/ 71533 h 354139"/>
              <a:gd name="connsiteX60" fmla="*/ 189117 w 360969"/>
              <a:gd name="connsiteY60" fmla="*/ 220599 h 354139"/>
              <a:gd name="connsiteX61" fmla="*/ 184659 w 360969"/>
              <a:gd name="connsiteY61" fmla="*/ 278321 h 354139"/>
              <a:gd name="connsiteX62" fmla="*/ 180580 w 360969"/>
              <a:gd name="connsiteY62" fmla="*/ 278321 h 354139"/>
              <a:gd name="connsiteX63" fmla="*/ 180390 w 360969"/>
              <a:gd name="connsiteY63" fmla="*/ 278321 h 354139"/>
              <a:gd name="connsiteX64" fmla="*/ 180200 w 360969"/>
              <a:gd name="connsiteY64" fmla="*/ 278321 h 354139"/>
              <a:gd name="connsiteX65" fmla="*/ 175078 w 360969"/>
              <a:gd name="connsiteY65" fmla="*/ 278321 h 354139"/>
              <a:gd name="connsiteX66" fmla="*/ 170525 w 360969"/>
              <a:gd name="connsiteY66" fmla="*/ 220694 h 354139"/>
              <a:gd name="connsiteX67" fmla="*/ 180200 w 360969"/>
              <a:gd name="connsiteY67" fmla="*/ 220599 h 354139"/>
              <a:gd name="connsiteX68" fmla="*/ 180580 w 360969"/>
              <a:gd name="connsiteY68" fmla="*/ 220599 h 354139"/>
              <a:gd name="connsiteX69" fmla="*/ 189117 w 360969"/>
              <a:gd name="connsiteY69" fmla="*/ 220694 h 354139"/>
              <a:gd name="connsiteX70" fmla="*/ 107352 w 360969"/>
              <a:gd name="connsiteY70" fmla="*/ 248793 h 354139"/>
              <a:gd name="connsiteX71" fmla="*/ 155823 w 360969"/>
              <a:gd name="connsiteY71" fmla="*/ 221361 h 354139"/>
              <a:gd name="connsiteX72" fmla="*/ 160186 w 360969"/>
              <a:gd name="connsiteY72" fmla="*/ 277749 h 354139"/>
              <a:gd name="connsiteX73" fmla="*/ 107447 w 360969"/>
              <a:gd name="connsiteY73" fmla="*/ 248793 h 354139"/>
              <a:gd name="connsiteX74" fmla="*/ 180011 w 360969"/>
              <a:gd name="connsiteY74" fmla="*/ 339471 h 354139"/>
              <a:gd name="connsiteX75" fmla="*/ 176311 w 360969"/>
              <a:gd name="connsiteY75" fmla="*/ 293275 h 354139"/>
              <a:gd name="connsiteX76" fmla="*/ 180390 w 360969"/>
              <a:gd name="connsiteY76" fmla="*/ 293084 h 354139"/>
              <a:gd name="connsiteX77" fmla="*/ 183520 w 360969"/>
              <a:gd name="connsiteY77" fmla="*/ 293180 h 354139"/>
              <a:gd name="connsiteX78" fmla="*/ 180011 w 360969"/>
              <a:gd name="connsiteY78" fmla="*/ 339471 h 354139"/>
              <a:gd name="connsiteX79" fmla="*/ 199835 w 360969"/>
              <a:gd name="connsiteY79" fmla="*/ 277749 h 354139"/>
              <a:gd name="connsiteX80" fmla="*/ 204199 w 360969"/>
              <a:gd name="connsiteY80" fmla="*/ 221266 h 354139"/>
              <a:gd name="connsiteX81" fmla="*/ 253618 w 360969"/>
              <a:gd name="connsiteY81" fmla="*/ 248793 h 354139"/>
              <a:gd name="connsiteX82" fmla="*/ 199930 w 360969"/>
              <a:gd name="connsiteY82" fmla="*/ 277844 h 354139"/>
              <a:gd name="connsiteX83" fmla="*/ 183995 w 360969"/>
              <a:gd name="connsiteY83" fmla="*/ 205740 h 354139"/>
              <a:gd name="connsiteX84" fmla="*/ 176880 w 360969"/>
              <a:gd name="connsiteY84" fmla="*/ 205740 h 354139"/>
              <a:gd name="connsiteX85" fmla="*/ 169482 w 360969"/>
              <a:gd name="connsiteY85" fmla="*/ 205740 h 354139"/>
              <a:gd name="connsiteX86" fmla="*/ 157909 w 360969"/>
              <a:gd name="connsiteY86" fmla="*/ 46863 h 354139"/>
              <a:gd name="connsiteX87" fmla="*/ 157909 w 360969"/>
              <a:gd name="connsiteY87" fmla="*/ 46482 h 354139"/>
              <a:gd name="connsiteX88" fmla="*/ 157435 w 360969"/>
              <a:gd name="connsiteY88" fmla="*/ 37052 h 354139"/>
              <a:gd name="connsiteX89" fmla="*/ 180105 w 360969"/>
              <a:gd name="connsiteY89" fmla="*/ 14954 h 354139"/>
              <a:gd name="connsiteX90" fmla="*/ 202776 w 360969"/>
              <a:gd name="connsiteY90" fmla="*/ 37052 h 354139"/>
              <a:gd name="connsiteX91" fmla="*/ 202302 w 360969"/>
              <a:gd name="connsiteY91" fmla="*/ 45815 h 354139"/>
              <a:gd name="connsiteX92" fmla="*/ 202302 w 360969"/>
              <a:gd name="connsiteY92" fmla="*/ 45910 h 354139"/>
              <a:gd name="connsiteX93" fmla="*/ 190350 w 360969"/>
              <a:gd name="connsiteY93" fmla="*/ 205740 h 354139"/>
              <a:gd name="connsiteX94" fmla="*/ 184089 w 360969"/>
              <a:gd name="connsiteY94" fmla="*/ 205740 h 354139"/>
              <a:gd name="connsiteX95" fmla="*/ 213305 w 360969"/>
              <a:gd name="connsiteY95" fmla="*/ 101822 h 354139"/>
              <a:gd name="connsiteX96" fmla="*/ 217194 w 360969"/>
              <a:gd name="connsiteY96" fmla="*/ 48292 h 354139"/>
              <a:gd name="connsiteX97" fmla="*/ 305883 w 360969"/>
              <a:gd name="connsiteY97" fmla="*/ 55340 h 354139"/>
              <a:gd name="connsiteX98" fmla="*/ 341074 w 360969"/>
              <a:gd name="connsiteY98" fmla="*/ 71438 h 354139"/>
              <a:gd name="connsiteX99" fmla="*/ 213210 w 360969"/>
              <a:gd name="connsiteY99" fmla="*/ 101918 h 354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360969" h="354139">
                <a:moveTo>
                  <a:pt x="360045" y="62674"/>
                </a:moveTo>
                <a:cubicBezTo>
                  <a:pt x="358812" y="60198"/>
                  <a:pt x="356251" y="58960"/>
                  <a:pt x="353785" y="58960"/>
                </a:cubicBezTo>
                <a:cubicBezTo>
                  <a:pt x="343730" y="58960"/>
                  <a:pt x="328648" y="50292"/>
                  <a:pt x="313471" y="42863"/>
                </a:cubicBezTo>
                <a:cubicBezTo>
                  <a:pt x="284825" y="27718"/>
                  <a:pt x="247452" y="6953"/>
                  <a:pt x="216625" y="28480"/>
                </a:cubicBezTo>
                <a:cubicBezTo>
                  <a:pt x="212736" y="12573"/>
                  <a:pt x="198223" y="0"/>
                  <a:pt x="180011" y="0"/>
                </a:cubicBezTo>
                <a:cubicBezTo>
                  <a:pt x="161799" y="0"/>
                  <a:pt x="147191" y="12859"/>
                  <a:pt x="143302" y="28956"/>
                </a:cubicBezTo>
                <a:cubicBezTo>
                  <a:pt x="112664" y="8287"/>
                  <a:pt x="75670" y="28004"/>
                  <a:pt x="47214" y="43053"/>
                </a:cubicBezTo>
                <a:cubicBezTo>
                  <a:pt x="32227" y="50483"/>
                  <a:pt x="17145" y="59055"/>
                  <a:pt x="7185" y="59055"/>
                </a:cubicBezTo>
                <a:cubicBezTo>
                  <a:pt x="4719" y="59055"/>
                  <a:pt x="2158" y="60293"/>
                  <a:pt x="925" y="62770"/>
                </a:cubicBezTo>
                <a:cubicBezTo>
                  <a:pt x="-308" y="64008"/>
                  <a:pt x="-308" y="67723"/>
                  <a:pt x="925" y="68961"/>
                </a:cubicBezTo>
                <a:cubicBezTo>
                  <a:pt x="12213" y="96012"/>
                  <a:pt x="62296" y="119444"/>
                  <a:pt x="116173" y="119444"/>
                </a:cubicBezTo>
                <a:cubicBezTo>
                  <a:pt x="127366" y="119444"/>
                  <a:pt x="137705" y="118396"/>
                  <a:pt x="147950" y="116776"/>
                </a:cubicBezTo>
                <a:cubicBezTo>
                  <a:pt x="149942" y="142685"/>
                  <a:pt x="152218" y="173069"/>
                  <a:pt x="154684" y="205359"/>
                </a:cubicBezTo>
                <a:cubicBezTo>
                  <a:pt x="140741" y="204978"/>
                  <a:pt x="126702" y="203835"/>
                  <a:pt x="115320" y="200692"/>
                </a:cubicBezTo>
                <a:cubicBezTo>
                  <a:pt x="97772" y="195739"/>
                  <a:pt x="90183" y="188405"/>
                  <a:pt x="90183" y="173641"/>
                </a:cubicBezTo>
                <a:cubicBezTo>
                  <a:pt x="90183" y="165068"/>
                  <a:pt x="102704" y="153924"/>
                  <a:pt x="132868" y="147828"/>
                </a:cubicBezTo>
                <a:cubicBezTo>
                  <a:pt x="137895" y="146590"/>
                  <a:pt x="140361" y="142875"/>
                  <a:pt x="139128" y="138017"/>
                </a:cubicBezTo>
                <a:cubicBezTo>
                  <a:pt x="137895" y="134303"/>
                  <a:pt x="134101" y="131826"/>
                  <a:pt x="130307" y="133064"/>
                </a:cubicBezTo>
                <a:cubicBezTo>
                  <a:pt x="95116" y="140494"/>
                  <a:pt x="75006" y="156401"/>
                  <a:pt x="75006" y="173641"/>
                </a:cubicBezTo>
                <a:cubicBezTo>
                  <a:pt x="75006" y="194596"/>
                  <a:pt x="87527" y="209360"/>
                  <a:pt x="111431" y="215455"/>
                </a:cubicBezTo>
                <a:cubicBezTo>
                  <a:pt x="112189" y="215646"/>
                  <a:pt x="112948" y="215741"/>
                  <a:pt x="113707" y="215837"/>
                </a:cubicBezTo>
                <a:cubicBezTo>
                  <a:pt x="101186" y="222123"/>
                  <a:pt x="92270" y="232220"/>
                  <a:pt x="92270" y="248603"/>
                </a:cubicBezTo>
                <a:cubicBezTo>
                  <a:pt x="92270" y="276892"/>
                  <a:pt x="117406" y="287084"/>
                  <a:pt x="142353" y="290798"/>
                </a:cubicBezTo>
                <a:cubicBezTo>
                  <a:pt x="140741" y="292227"/>
                  <a:pt x="139223" y="293656"/>
                  <a:pt x="137895" y="295370"/>
                </a:cubicBezTo>
                <a:cubicBezTo>
                  <a:pt x="131635" y="306419"/>
                  <a:pt x="130402" y="319945"/>
                  <a:pt x="136662" y="335947"/>
                </a:cubicBezTo>
                <a:cubicBezTo>
                  <a:pt x="137895" y="338423"/>
                  <a:pt x="140456" y="340900"/>
                  <a:pt x="144156" y="340900"/>
                </a:cubicBezTo>
                <a:cubicBezTo>
                  <a:pt x="144156" y="340900"/>
                  <a:pt x="145389" y="340900"/>
                  <a:pt x="146717" y="339662"/>
                </a:cubicBezTo>
                <a:cubicBezTo>
                  <a:pt x="150511" y="338423"/>
                  <a:pt x="152977" y="334709"/>
                  <a:pt x="150511" y="331089"/>
                </a:cubicBezTo>
                <a:cubicBezTo>
                  <a:pt x="146717" y="318802"/>
                  <a:pt x="146717" y="310134"/>
                  <a:pt x="150511" y="304038"/>
                </a:cubicBezTo>
                <a:cubicBezTo>
                  <a:pt x="153356" y="300419"/>
                  <a:pt x="157340" y="297942"/>
                  <a:pt x="161609" y="296228"/>
                </a:cubicBezTo>
                <a:cubicBezTo>
                  <a:pt x="162747" y="311182"/>
                  <a:pt x="163885" y="326041"/>
                  <a:pt x="165024" y="340614"/>
                </a:cubicBezTo>
                <a:cubicBezTo>
                  <a:pt x="166257" y="349187"/>
                  <a:pt x="172612" y="354140"/>
                  <a:pt x="180105" y="354140"/>
                </a:cubicBezTo>
                <a:cubicBezTo>
                  <a:pt x="187599" y="354140"/>
                  <a:pt x="193954" y="349187"/>
                  <a:pt x="195187" y="340614"/>
                </a:cubicBezTo>
                <a:cubicBezTo>
                  <a:pt x="196136" y="327946"/>
                  <a:pt x="197274" y="312706"/>
                  <a:pt x="198507" y="295942"/>
                </a:cubicBezTo>
                <a:cubicBezTo>
                  <a:pt x="203060" y="297561"/>
                  <a:pt x="207519" y="300133"/>
                  <a:pt x="210459" y="304038"/>
                </a:cubicBezTo>
                <a:cubicBezTo>
                  <a:pt x="214253" y="310229"/>
                  <a:pt x="214253" y="318802"/>
                  <a:pt x="210459" y="331089"/>
                </a:cubicBezTo>
                <a:cubicBezTo>
                  <a:pt x="209226" y="334804"/>
                  <a:pt x="210459" y="338423"/>
                  <a:pt x="214253" y="339662"/>
                </a:cubicBezTo>
                <a:cubicBezTo>
                  <a:pt x="215486" y="340900"/>
                  <a:pt x="216719" y="340900"/>
                  <a:pt x="216719" y="340900"/>
                </a:cubicBezTo>
                <a:cubicBezTo>
                  <a:pt x="220514" y="340900"/>
                  <a:pt x="222980" y="338423"/>
                  <a:pt x="224213" y="335947"/>
                </a:cubicBezTo>
                <a:cubicBezTo>
                  <a:pt x="230473" y="319945"/>
                  <a:pt x="229240" y="306419"/>
                  <a:pt x="222980" y="295370"/>
                </a:cubicBezTo>
                <a:cubicBezTo>
                  <a:pt x="221747" y="293656"/>
                  <a:pt x="220229" y="292132"/>
                  <a:pt x="218711" y="290798"/>
                </a:cubicBezTo>
                <a:cubicBezTo>
                  <a:pt x="243658" y="287084"/>
                  <a:pt x="268605" y="276797"/>
                  <a:pt x="268605" y="248698"/>
                </a:cubicBezTo>
                <a:cubicBezTo>
                  <a:pt x="268605" y="232315"/>
                  <a:pt x="259689" y="222218"/>
                  <a:pt x="247168" y="215932"/>
                </a:cubicBezTo>
                <a:cubicBezTo>
                  <a:pt x="247927" y="215741"/>
                  <a:pt x="248686" y="215741"/>
                  <a:pt x="249444" y="215551"/>
                </a:cubicBezTo>
                <a:cubicBezTo>
                  <a:pt x="273348" y="209360"/>
                  <a:pt x="285869" y="194596"/>
                  <a:pt x="285869" y="173736"/>
                </a:cubicBezTo>
                <a:cubicBezTo>
                  <a:pt x="285869" y="156496"/>
                  <a:pt x="265759" y="140494"/>
                  <a:pt x="230568" y="133160"/>
                </a:cubicBezTo>
                <a:cubicBezTo>
                  <a:pt x="226774" y="131921"/>
                  <a:pt x="223075" y="134398"/>
                  <a:pt x="221747" y="138113"/>
                </a:cubicBezTo>
                <a:cubicBezTo>
                  <a:pt x="221747" y="143066"/>
                  <a:pt x="224213" y="146685"/>
                  <a:pt x="228007" y="147923"/>
                </a:cubicBezTo>
                <a:cubicBezTo>
                  <a:pt x="258171" y="154115"/>
                  <a:pt x="270692" y="165164"/>
                  <a:pt x="270692" y="173736"/>
                </a:cubicBezTo>
                <a:cubicBezTo>
                  <a:pt x="270692" y="188500"/>
                  <a:pt x="263198" y="195834"/>
                  <a:pt x="245555" y="200787"/>
                </a:cubicBezTo>
                <a:cubicBezTo>
                  <a:pt x="233888" y="204026"/>
                  <a:pt x="219565" y="205169"/>
                  <a:pt x="205337" y="205549"/>
                </a:cubicBezTo>
                <a:cubicBezTo>
                  <a:pt x="207708" y="174498"/>
                  <a:pt x="210080" y="143637"/>
                  <a:pt x="212166" y="116872"/>
                </a:cubicBezTo>
                <a:cubicBezTo>
                  <a:pt x="222790" y="118586"/>
                  <a:pt x="233888" y="119634"/>
                  <a:pt x="244227" y="119634"/>
                </a:cubicBezTo>
                <a:cubicBezTo>
                  <a:pt x="298389" y="119634"/>
                  <a:pt x="348662" y="96203"/>
                  <a:pt x="360045" y="68961"/>
                </a:cubicBezTo>
                <a:cubicBezTo>
                  <a:pt x="361278" y="67723"/>
                  <a:pt x="361278" y="64008"/>
                  <a:pt x="360045" y="62770"/>
                </a:cubicBezTo>
                <a:close/>
                <a:moveTo>
                  <a:pt x="19706" y="71533"/>
                </a:moveTo>
                <a:cubicBezTo>
                  <a:pt x="30994" y="69056"/>
                  <a:pt x="42282" y="62960"/>
                  <a:pt x="54802" y="55531"/>
                </a:cubicBezTo>
                <a:cubicBezTo>
                  <a:pt x="92555" y="36385"/>
                  <a:pt x="120726" y="24384"/>
                  <a:pt x="143017" y="48482"/>
                </a:cubicBezTo>
                <a:cubicBezTo>
                  <a:pt x="143776" y="59817"/>
                  <a:pt x="145104" y="78486"/>
                  <a:pt x="146906" y="102108"/>
                </a:cubicBezTo>
                <a:cubicBezTo>
                  <a:pt x="91321" y="112014"/>
                  <a:pt x="38013" y="92964"/>
                  <a:pt x="19801" y="71533"/>
                </a:cubicBezTo>
                <a:close/>
                <a:moveTo>
                  <a:pt x="189117" y="220599"/>
                </a:moveTo>
                <a:cubicBezTo>
                  <a:pt x="187694" y="238697"/>
                  <a:pt x="186271" y="257937"/>
                  <a:pt x="184659" y="278321"/>
                </a:cubicBezTo>
                <a:cubicBezTo>
                  <a:pt x="183331" y="278321"/>
                  <a:pt x="182003" y="278321"/>
                  <a:pt x="180580" y="278321"/>
                </a:cubicBezTo>
                <a:cubicBezTo>
                  <a:pt x="180580" y="278321"/>
                  <a:pt x="180485" y="278321"/>
                  <a:pt x="180390" y="278321"/>
                </a:cubicBezTo>
                <a:cubicBezTo>
                  <a:pt x="180390" y="278321"/>
                  <a:pt x="180200" y="278321"/>
                  <a:pt x="180200" y="278321"/>
                </a:cubicBezTo>
                <a:cubicBezTo>
                  <a:pt x="178398" y="278321"/>
                  <a:pt x="176786" y="278321"/>
                  <a:pt x="175078" y="278321"/>
                </a:cubicBezTo>
                <a:cubicBezTo>
                  <a:pt x="173466" y="257842"/>
                  <a:pt x="171948" y="238697"/>
                  <a:pt x="170525" y="220694"/>
                </a:cubicBezTo>
                <a:cubicBezTo>
                  <a:pt x="173655" y="220694"/>
                  <a:pt x="176880" y="220599"/>
                  <a:pt x="180200" y="220599"/>
                </a:cubicBezTo>
                <a:lnTo>
                  <a:pt x="180580" y="220599"/>
                </a:lnTo>
                <a:cubicBezTo>
                  <a:pt x="183520" y="220599"/>
                  <a:pt x="186366" y="220599"/>
                  <a:pt x="189117" y="220694"/>
                </a:cubicBezTo>
                <a:close/>
                <a:moveTo>
                  <a:pt x="107352" y="248793"/>
                </a:moveTo>
                <a:cubicBezTo>
                  <a:pt x="107352" y="232601"/>
                  <a:pt x="122624" y="223933"/>
                  <a:pt x="155823" y="221361"/>
                </a:cubicBezTo>
                <a:cubicBezTo>
                  <a:pt x="157246" y="239840"/>
                  <a:pt x="158668" y="258794"/>
                  <a:pt x="160186" y="277749"/>
                </a:cubicBezTo>
                <a:cubicBezTo>
                  <a:pt x="124046" y="275558"/>
                  <a:pt x="107447" y="266700"/>
                  <a:pt x="107447" y="248793"/>
                </a:cubicBezTo>
                <a:close/>
                <a:moveTo>
                  <a:pt x="180011" y="339471"/>
                </a:moveTo>
                <a:cubicBezTo>
                  <a:pt x="178683" y="323469"/>
                  <a:pt x="177450" y="308039"/>
                  <a:pt x="176311" y="293275"/>
                </a:cubicBezTo>
                <a:cubicBezTo>
                  <a:pt x="177924" y="293180"/>
                  <a:pt x="179347" y="293084"/>
                  <a:pt x="180390" y="293084"/>
                </a:cubicBezTo>
                <a:cubicBezTo>
                  <a:pt x="181244" y="293084"/>
                  <a:pt x="182382" y="293084"/>
                  <a:pt x="183520" y="293180"/>
                </a:cubicBezTo>
                <a:cubicBezTo>
                  <a:pt x="182382" y="308039"/>
                  <a:pt x="181149" y="323469"/>
                  <a:pt x="180011" y="339471"/>
                </a:cubicBezTo>
                <a:close/>
                <a:moveTo>
                  <a:pt x="199835" y="277749"/>
                </a:moveTo>
                <a:cubicBezTo>
                  <a:pt x="201163" y="259747"/>
                  <a:pt x="202681" y="240601"/>
                  <a:pt x="204199" y="221266"/>
                </a:cubicBezTo>
                <a:cubicBezTo>
                  <a:pt x="238062" y="223742"/>
                  <a:pt x="253618" y="232505"/>
                  <a:pt x="253618" y="248793"/>
                </a:cubicBezTo>
                <a:cubicBezTo>
                  <a:pt x="253618" y="266795"/>
                  <a:pt x="236734" y="275654"/>
                  <a:pt x="199930" y="277844"/>
                </a:cubicBezTo>
                <a:close/>
                <a:moveTo>
                  <a:pt x="183995" y="205740"/>
                </a:moveTo>
                <a:lnTo>
                  <a:pt x="176880" y="205740"/>
                </a:lnTo>
                <a:cubicBezTo>
                  <a:pt x="174414" y="205740"/>
                  <a:pt x="171948" y="205740"/>
                  <a:pt x="169482" y="205740"/>
                </a:cubicBezTo>
                <a:cubicBezTo>
                  <a:pt x="163032" y="122396"/>
                  <a:pt x="159143" y="68199"/>
                  <a:pt x="157909" y="46863"/>
                </a:cubicBezTo>
                <a:cubicBezTo>
                  <a:pt x="157909" y="46768"/>
                  <a:pt x="157909" y="46577"/>
                  <a:pt x="157909" y="46482"/>
                </a:cubicBezTo>
                <a:cubicBezTo>
                  <a:pt x="157625" y="41434"/>
                  <a:pt x="157435" y="38291"/>
                  <a:pt x="157435" y="37052"/>
                </a:cubicBezTo>
                <a:cubicBezTo>
                  <a:pt x="157435" y="24765"/>
                  <a:pt x="167490" y="14954"/>
                  <a:pt x="180105" y="14954"/>
                </a:cubicBezTo>
                <a:cubicBezTo>
                  <a:pt x="192721" y="14954"/>
                  <a:pt x="202776" y="24765"/>
                  <a:pt x="202776" y="37052"/>
                </a:cubicBezTo>
                <a:cubicBezTo>
                  <a:pt x="202776" y="38195"/>
                  <a:pt x="202586" y="41148"/>
                  <a:pt x="202302" y="45815"/>
                </a:cubicBezTo>
                <a:cubicBezTo>
                  <a:pt x="202302" y="45815"/>
                  <a:pt x="202302" y="45815"/>
                  <a:pt x="202302" y="45910"/>
                </a:cubicBezTo>
                <a:cubicBezTo>
                  <a:pt x="200974" y="66961"/>
                  <a:pt x="196705" y="122777"/>
                  <a:pt x="190350" y="205740"/>
                </a:cubicBezTo>
                <a:cubicBezTo>
                  <a:pt x="188263" y="205740"/>
                  <a:pt x="186176" y="205740"/>
                  <a:pt x="184089" y="205740"/>
                </a:cubicBezTo>
                <a:close/>
                <a:moveTo>
                  <a:pt x="213305" y="101822"/>
                </a:moveTo>
                <a:cubicBezTo>
                  <a:pt x="215012" y="78581"/>
                  <a:pt x="216435" y="59627"/>
                  <a:pt x="217194" y="48292"/>
                </a:cubicBezTo>
                <a:cubicBezTo>
                  <a:pt x="239674" y="22765"/>
                  <a:pt x="269174" y="34957"/>
                  <a:pt x="305883" y="55340"/>
                </a:cubicBezTo>
                <a:cubicBezTo>
                  <a:pt x="318499" y="61532"/>
                  <a:pt x="329786" y="68961"/>
                  <a:pt x="341074" y="71438"/>
                </a:cubicBezTo>
                <a:cubicBezTo>
                  <a:pt x="322672" y="93059"/>
                  <a:pt x="268415" y="112300"/>
                  <a:pt x="213210" y="10191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3" name="Graphic 148">
            <a:extLst>
              <a:ext uri="{FF2B5EF4-FFF2-40B4-BE49-F238E27FC236}">
                <a16:creationId xmlns:a16="http://schemas.microsoft.com/office/drawing/2014/main" id="{34D02EAF-3E82-802C-1945-F7F4E8ED83F5}"/>
              </a:ext>
            </a:extLst>
          </p:cNvPr>
          <p:cNvSpPr/>
          <p:nvPr/>
        </p:nvSpPr>
        <p:spPr>
          <a:xfrm>
            <a:off x="9499901" y="3454603"/>
            <a:ext cx="480346" cy="471257"/>
          </a:xfrm>
          <a:custGeom>
            <a:avLst/>
            <a:gdLst>
              <a:gd name="connsiteX0" fmla="*/ 360045 w 360969"/>
              <a:gd name="connsiteY0" fmla="*/ 62674 h 354139"/>
              <a:gd name="connsiteX1" fmla="*/ 353785 w 360969"/>
              <a:gd name="connsiteY1" fmla="*/ 58960 h 354139"/>
              <a:gd name="connsiteX2" fmla="*/ 313471 w 360969"/>
              <a:gd name="connsiteY2" fmla="*/ 42863 h 354139"/>
              <a:gd name="connsiteX3" fmla="*/ 216625 w 360969"/>
              <a:gd name="connsiteY3" fmla="*/ 28480 h 354139"/>
              <a:gd name="connsiteX4" fmla="*/ 180011 w 360969"/>
              <a:gd name="connsiteY4" fmla="*/ 0 h 354139"/>
              <a:gd name="connsiteX5" fmla="*/ 143302 w 360969"/>
              <a:gd name="connsiteY5" fmla="*/ 28956 h 354139"/>
              <a:gd name="connsiteX6" fmla="*/ 47214 w 360969"/>
              <a:gd name="connsiteY6" fmla="*/ 43053 h 354139"/>
              <a:gd name="connsiteX7" fmla="*/ 7185 w 360969"/>
              <a:gd name="connsiteY7" fmla="*/ 59055 h 354139"/>
              <a:gd name="connsiteX8" fmla="*/ 925 w 360969"/>
              <a:gd name="connsiteY8" fmla="*/ 62770 h 354139"/>
              <a:gd name="connsiteX9" fmla="*/ 925 w 360969"/>
              <a:gd name="connsiteY9" fmla="*/ 68961 h 354139"/>
              <a:gd name="connsiteX10" fmla="*/ 116173 w 360969"/>
              <a:gd name="connsiteY10" fmla="*/ 119444 h 354139"/>
              <a:gd name="connsiteX11" fmla="*/ 147950 w 360969"/>
              <a:gd name="connsiteY11" fmla="*/ 116776 h 354139"/>
              <a:gd name="connsiteX12" fmla="*/ 154684 w 360969"/>
              <a:gd name="connsiteY12" fmla="*/ 205359 h 354139"/>
              <a:gd name="connsiteX13" fmla="*/ 115320 w 360969"/>
              <a:gd name="connsiteY13" fmla="*/ 200692 h 354139"/>
              <a:gd name="connsiteX14" fmla="*/ 90183 w 360969"/>
              <a:gd name="connsiteY14" fmla="*/ 173641 h 354139"/>
              <a:gd name="connsiteX15" fmla="*/ 132868 w 360969"/>
              <a:gd name="connsiteY15" fmla="*/ 147828 h 354139"/>
              <a:gd name="connsiteX16" fmla="*/ 139128 w 360969"/>
              <a:gd name="connsiteY16" fmla="*/ 138017 h 354139"/>
              <a:gd name="connsiteX17" fmla="*/ 130307 w 360969"/>
              <a:gd name="connsiteY17" fmla="*/ 133064 h 354139"/>
              <a:gd name="connsiteX18" fmla="*/ 75006 w 360969"/>
              <a:gd name="connsiteY18" fmla="*/ 173641 h 354139"/>
              <a:gd name="connsiteX19" fmla="*/ 111431 w 360969"/>
              <a:gd name="connsiteY19" fmla="*/ 215455 h 354139"/>
              <a:gd name="connsiteX20" fmla="*/ 113707 w 360969"/>
              <a:gd name="connsiteY20" fmla="*/ 215837 h 354139"/>
              <a:gd name="connsiteX21" fmla="*/ 92270 w 360969"/>
              <a:gd name="connsiteY21" fmla="*/ 248603 h 354139"/>
              <a:gd name="connsiteX22" fmla="*/ 142353 w 360969"/>
              <a:gd name="connsiteY22" fmla="*/ 290798 h 354139"/>
              <a:gd name="connsiteX23" fmla="*/ 137895 w 360969"/>
              <a:gd name="connsiteY23" fmla="*/ 295370 h 354139"/>
              <a:gd name="connsiteX24" fmla="*/ 136662 w 360969"/>
              <a:gd name="connsiteY24" fmla="*/ 335947 h 354139"/>
              <a:gd name="connsiteX25" fmla="*/ 144156 w 360969"/>
              <a:gd name="connsiteY25" fmla="*/ 340900 h 354139"/>
              <a:gd name="connsiteX26" fmla="*/ 146717 w 360969"/>
              <a:gd name="connsiteY26" fmla="*/ 339662 h 354139"/>
              <a:gd name="connsiteX27" fmla="*/ 150511 w 360969"/>
              <a:gd name="connsiteY27" fmla="*/ 331089 h 354139"/>
              <a:gd name="connsiteX28" fmla="*/ 150511 w 360969"/>
              <a:gd name="connsiteY28" fmla="*/ 304038 h 354139"/>
              <a:gd name="connsiteX29" fmla="*/ 161609 w 360969"/>
              <a:gd name="connsiteY29" fmla="*/ 296228 h 354139"/>
              <a:gd name="connsiteX30" fmla="*/ 165024 w 360969"/>
              <a:gd name="connsiteY30" fmla="*/ 340614 h 354139"/>
              <a:gd name="connsiteX31" fmla="*/ 180105 w 360969"/>
              <a:gd name="connsiteY31" fmla="*/ 354140 h 354139"/>
              <a:gd name="connsiteX32" fmla="*/ 195187 w 360969"/>
              <a:gd name="connsiteY32" fmla="*/ 340614 h 354139"/>
              <a:gd name="connsiteX33" fmla="*/ 198507 w 360969"/>
              <a:gd name="connsiteY33" fmla="*/ 295942 h 354139"/>
              <a:gd name="connsiteX34" fmla="*/ 210459 w 360969"/>
              <a:gd name="connsiteY34" fmla="*/ 304038 h 354139"/>
              <a:gd name="connsiteX35" fmla="*/ 210459 w 360969"/>
              <a:gd name="connsiteY35" fmla="*/ 331089 h 354139"/>
              <a:gd name="connsiteX36" fmla="*/ 214253 w 360969"/>
              <a:gd name="connsiteY36" fmla="*/ 339662 h 354139"/>
              <a:gd name="connsiteX37" fmla="*/ 216719 w 360969"/>
              <a:gd name="connsiteY37" fmla="*/ 340900 h 354139"/>
              <a:gd name="connsiteX38" fmla="*/ 224213 w 360969"/>
              <a:gd name="connsiteY38" fmla="*/ 335947 h 354139"/>
              <a:gd name="connsiteX39" fmla="*/ 222980 w 360969"/>
              <a:gd name="connsiteY39" fmla="*/ 295370 h 354139"/>
              <a:gd name="connsiteX40" fmla="*/ 218711 w 360969"/>
              <a:gd name="connsiteY40" fmla="*/ 290798 h 354139"/>
              <a:gd name="connsiteX41" fmla="*/ 268605 w 360969"/>
              <a:gd name="connsiteY41" fmla="*/ 248698 h 354139"/>
              <a:gd name="connsiteX42" fmla="*/ 247168 w 360969"/>
              <a:gd name="connsiteY42" fmla="*/ 215932 h 354139"/>
              <a:gd name="connsiteX43" fmla="*/ 249444 w 360969"/>
              <a:gd name="connsiteY43" fmla="*/ 215551 h 354139"/>
              <a:gd name="connsiteX44" fmla="*/ 285869 w 360969"/>
              <a:gd name="connsiteY44" fmla="*/ 173736 h 354139"/>
              <a:gd name="connsiteX45" fmla="*/ 230568 w 360969"/>
              <a:gd name="connsiteY45" fmla="*/ 133160 h 354139"/>
              <a:gd name="connsiteX46" fmla="*/ 221747 w 360969"/>
              <a:gd name="connsiteY46" fmla="*/ 138113 h 354139"/>
              <a:gd name="connsiteX47" fmla="*/ 228007 w 360969"/>
              <a:gd name="connsiteY47" fmla="*/ 147923 h 354139"/>
              <a:gd name="connsiteX48" fmla="*/ 270692 w 360969"/>
              <a:gd name="connsiteY48" fmla="*/ 173736 h 354139"/>
              <a:gd name="connsiteX49" fmla="*/ 245555 w 360969"/>
              <a:gd name="connsiteY49" fmla="*/ 200787 h 354139"/>
              <a:gd name="connsiteX50" fmla="*/ 205337 w 360969"/>
              <a:gd name="connsiteY50" fmla="*/ 205549 h 354139"/>
              <a:gd name="connsiteX51" fmla="*/ 212166 w 360969"/>
              <a:gd name="connsiteY51" fmla="*/ 116872 h 354139"/>
              <a:gd name="connsiteX52" fmla="*/ 244227 w 360969"/>
              <a:gd name="connsiteY52" fmla="*/ 119634 h 354139"/>
              <a:gd name="connsiteX53" fmla="*/ 360045 w 360969"/>
              <a:gd name="connsiteY53" fmla="*/ 68961 h 354139"/>
              <a:gd name="connsiteX54" fmla="*/ 360045 w 360969"/>
              <a:gd name="connsiteY54" fmla="*/ 62770 h 354139"/>
              <a:gd name="connsiteX55" fmla="*/ 19706 w 360969"/>
              <a:gd name="connsiteY55" fmla="*/ 71533 h 354139"/>
              <a:gd name="connsiteX56" fmla="*/ 54802 w 360969"/>
              <a:gd name="connsiteY56" fmla="*/ 55531 h 354139"/>
              <a:gd name="connsiteX57" fmla="*/ 143017 w 360969"/>
              <a:gd name="connsiteY57" fmla="*/ 48482 h 354139"/>
              <a:gd name="connsiteX58" fmla="*/ 146906 w 360969"/>
              <a:gd name="connsiteY58" fmla="*/ 102108 h 354139"/>
              <a:gd name="connsiteX59" fmla="*/ 19801 w 360969"/>
              <a:gd name="connsiteY59" fmla="*/ 71533 h 354139"/>
              <a:gd name="connsiteX60" fmla="*/ 189117 w 360969"/>
              <a:gd name="connsiteY60" fmla="*/ 220599 h 354139"/>
              <a:gd name="connsiteX61" fmla="*/ 184659 w 360969"/>
              <a:gd name="connsiteY61" fmla="*/ 278321 h 354139"/>
              <a:gd name="connsiteX62" fmla="*/ 180580 w 360969"/>
              <a:gd name="connsiteY62" fmla="*/ 278321 h 354139"/>
              <a:gd name="connsiteX63" fmla="*/ 180390 w 360969"/>
              <a:gd name="connsiteY63" fmla="*/ 278321 h 354139"/>
              <a:gd name="connsiteX64" fmla="*/ 180200 w 360969"/>
              <a:gd name="connsiteY64" fmla="*/ 278321 h 354139"/>
              <a:gd name="connsiteX65" fmla="*/ 175078 w 360969"/>
              <a:gd name="connsiteY65" fmla="*/ 278321 h 354139"/>
              <a:gd name="connsiteX66" fmla="*/ 170525 w 360969"/>
              <a:gd name="connsiteY66" fmla="*/ 220694 h 354139"/>
              <a:gd name="connsiteX67" fmla="*/ 180200 w 360969"/>
              <a:gd name="connsiteY67" fmla="*/ 220599 h 354139"/>
              <a:gd name="connsiteX68" fmla="*/ 180580 w 360969"/>
              <a:gd name="connsiteY68" fmla="*/ 220599 h 354139"/>
              <a:gd name="connsiteX69" fmla="*/ 189117 w 360969"/>
              <a:gd name="connsiteY69" fmla="*/ 220694 h 354139"/>
              <a:gd name="connsiteX70" fmla="*/ 107352 w 360969"/>
              <a:gd name="connsiteY70" fmla="*/ 248793 h 354139"/>
              <a:gd name="connsiteX71" fmla="*/ 155823 w 360969"/>
              <a:gd name="connsiteY71" fmla="*/ 221361 h 354139"/>
              <a:gd name="connsiteX72" fmla="*/ 160186 w 360969"/>
              <a:gd name="connsiteY72" fmla="*/ 277749 h 354139"/>
              <a:gd name="connsiteX73" fmla="*/ 107447 w 360969"/>
              <a:gd name="connsiteY73" fmla="*/ 248793 h 354139"/>
              <a:gd name="connsiteX74" fmla="*/ 180011 w 360969"/>
              <a:gd name="connsiteY74" fmla="*/ 339471 h 354139"/>
              <a:gd name="connsiteX75" fmla="*/ 176311 w 360969"/>
              <a:gd name="connsiteY75" fmla="*/ 293275 h 354139"/>
              <a:gd name="connsiteX76" fmla="*/ 180390 w 360969"/>
              <a:gd name="connsiteY76" fmla="*/ 293084 h 354139"/>
              <a:gd name="connsiteX77" fmla="*/ 183520 w 360969"/>
              <a:gd name="connsiteY77" fmla="*/ 293180 h 354139"/>
              <a:gd name="connsiteX78" fmla="*/ 180011 w 360969"/>
              <a:gd name="connsiteY78" fmla="*/ 339471 h 354139"/>
              <a:gd name="connsiteX79" fmla="*/ 199835 w 360969"/>
              <a:gd name="connsiteY79" fmla="*/ 277749 h 354139"/>
              <a:gd name="connsiteX80" fmla="*/ 204199 w 360969"/>
              <a:gd name="connsiteY80" fmla="*/ 221266 h 354139"/>
              <a:gd name="connsiteX81" fmla="*/ 253618 w 360969"/>
              <a:gd name="connsiteY81" fmla="*/ 248793 h 354139"/>
              <a:gd name="connsiteX82" fmla="*/ 199930 w 360969"/>
              <a:gd name="connsiteY82" fmla="*/ 277844 h 354139"/>
              <a:gd name="connsiteX83" fmla="*/ 183995 w 360969"/>
              <a:gd name="connsiteY83" fmla="*/ 205740 h 354139"/>
              <a:gd name="connsiteX84" fmla="*/ 176880 w 360969"/>
              <a:gd name="connsiteY84" fmla="*/ 205740 h 354139"/>
              <a:gd name="connsiteX85" fmla="*/ 169482 w 360969"/>
              <a:gd name="connsiteY85" fmla="*/ 205740 h 354139"/>
              <a:gd name="connsiteX86" fmla="*/ 157909 w 360969"/>
              <a:gd name="connsiteY86" fmla="*/ 46863 h 354139"/>
              <a:gd name="connsiteX87" fmla="*/ 157909 w 360969"/>
              <a:gd name="connsiteY87" fmla="*/ 46482 h 354139"/>
              <a:gd name="connsiteX88" fmla="*/ 157435 w 360969"/>
              <a:gd name="connsiteY88" fmla="*/ 37052 h 354139"/>
              <a:gd name="connsiteX89" fmla="*/ 180105 w 360969"/>
              <a:gd name="connsiteY89" fmla="*/ 14954 h 354139"/>
              <a:gd name="connsiteX90" fmla="*/ 202776 w 360969"/>
              <a:gd name="connsiteY90" fmla="*/ 37052 h 354139"/>
              <a:gd name="connsiteX91" fmla="*/ 202302 w 360969"/>
              <a:gd name="connsiteY91" fmla="*/ 45815 h 354139"/>
              <a:gd name="connsiteX92" fmla="*/ 202302 w 360969"/>
              <a:gd name="connsiteY92" fmla="*/ 45910 h 354139"/>
              <a:gd name="connsiteX93" fmla="*/ 190350 w 360969"/>
              <a:gd name="connsiteY93" fmla="*/ 205740 h 354139"/>
              <a:gd name="connsiteX94" fmla="*/ 184089 w 360969"/>
              <a:gd name="connsiteY94" fmla="*/ 205740 h 354139"/>
              <a:gd name="connsiteX95" fmla="*/ 213305 w 360969"/>
              <a:gd name="connsiteY95" fmla="*/ 101822 h 354139"/>
              <a:gd name="connsiteX96" fmla="*/ 217194 w 360969"/>
              <a:gd name="connsiteY96" fmla="*/ 48292 h 354139"/>
              <a:gd name="connsiteX97" fmla="*/ 305883 w 360969"/>
              <a:gd name="connsiteY97" fmla="*/ 55340 h 354139"/>
              <a:gd name="connsiteX98" fmla="*/ 341074 w 360969"/>
              <a:gd name="connsiteY98" fmla="*/ 71438 h 354139"/>
              <a:gd name="connsiteX99" fmla="*/ 213210 w 360969"/>
              <a:gd name="connsiteY99" fmla="*/ 101918 h 354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360969" h="354139">
                <a:moveTo>
                  <a:pt x="360045" y="62674"/>
                </a:moveTo>
                <a:cubicBezTo>
                  <a:pt x="358812" y="60198"/>
                  <a:pt x="356251" y="58960"/>
                  <a:pt x="353785" y="58960"/>
                </a:cubicBezTo>
                <a:cubicBezTo>
                  <a:pt x="343730" y="58960"/>
                  <a:pt x="328648" y="50292"/>
                  <a:pt x="313471" y="42863"/>
                </a:cubicBezTo>
                <a:cubicBezTo>
                  <a:pt x="284825" y="27718"/>
                  <a:pt x="247452" y="6953"/>
                  <a:pt x="216625" y="28480"/>
                </a:cubicBezTo>
                <a:cubicBezTo>
                  <a:pt x="212736" y="12573"/>
                  <a:pt x="198223" y="0"/>
                  <a:pt x="180011" y="0"/>
                </a:cubicBezTo>
                <a:cubicBezTo>
                  <a:pt x="161799" y="0"/>
                  <a:pt x="147191" y="12859"/>
                  <a:pt x="143302" y="28956"/>
                </a:cubicBezTo>
                <a:cubicBezTo>
                  <a:pt x="112664" y="8287"/>
                  <a:pt x="75670" y="28004"/>
                  <a:pt x="47214" y="43053"/>
                </a:cubicBezTo>
                <a:cubicBezTo>
                  <a:pt x="32227" y="50483"/>
                  <a:pt x="17145" y="59055"/>
                  <a:pt x="7185" y="59055"/>
                </a:cubicBezTo>
                <a:cubicBezTo>
                  <a:pt x="4719" y="59055"/>
                  <a:pt x="2158" y="60293"/>
                  <a:pt x="925" y="62770"/>
                </a:cubicBezTo>
                <a:cubicBezTo>
                  <a:pt x="-308" y="64008"/>
                  <a:pt x="-308" y="67723"/>
                  <a:pt x="925" y="68961"/>
                </a:cubicBezTo>
                <a:cubicBezTo>
                  <a:pt x="12213" y="96012"/>
                  <a:pt x="62296" y="119444"/>
                  <a:pt x="116173" y="119444"/>
                </a:cubicBezTo>
                <a:cubicBezTo>
                  <a:pt x="127366" y="119444"/>
                  <a:pt x="137705" y="118396"/>
                  <a:pt x="147950" y="116776"/>
                </a:cubicBezTo>
                <a:cubicBezTo>
                  <a:pt x="149942" y="142685"/>
                  <a:pt x="152218" y="173069"/>
                  <a:pt x="154684" y="205359"/>
                </a:cubicBezTo>
                <a:cubicBezTo>
                  <a:pt x="140741" y="204978"/>
                  <a:pt x="126702" y="203835"/>
                  <a:pt x="115320" y="200692"/>
                </a:cubicBezTo>
                <a:cubicBezTo>
                  <a:pt x="97772" y="195739"/>
                  <a:pt x="90183" y="188405"/>
                  <a:pt x="90183" y="173641"/>
                </a:cubicBezTo>
                <a:cubicBezTo>
                  <a:pt x="90183" y="165068"/>
                  <a:pt x="102704" y="153924"/>
                  <a:pt x="132868" y="147828"/>
                </a:cubicBezTo>
                <a:cubicBezTo>
                  <a:pt x="137895" y="146590"/>
                  <a:pt x="140361" y="142875"/>
                  <a:pt x="139128" y="138017"/>
                </a:cubicBezTo>
                <a:cubicBezTo>
                  <a:pt x="137895" y="134303"/>
                  <a:pt x="134101" y="131826"/>
                  <a:pt x="130307" y="133064"/>
                </a:cubicBezTo>
                <a:cubicBezTo>
                  <a:pt x="95116" y="140494"/>
                  <a:pt x="75006" y="156401"/>
                  <a:pt x="75006" y="173641"/>
                </a:cubicBezTo>
                <a:cubicBezTo>
                  <a:pt x="75006" y="194596"/>
                  <a:pt x="87527" y="209360"/>
                  <a:pt x="111431" y="215455"/>
                </a:cubicBezTo>
                <a:cubicBezTo>
                  <a:pt x="112189" y="215646"/>
                  <a:pt x="112948" y="215741"/>
                  <a:pt x="113707" y="215837"/>
                </a:cubicBezTo>
                <a:cubicBezTo>
                  <a:pt x="101186" y="222123"/>
                  <a:pt x="92270" y="232220"/>
                  <a:pt x="92270" y="248603"/>
                </a:cubicBezTo>
                <a:cubicBezTo>
                  <a:pt x="92270" y="276892"/>
                  <a:pt x="117406" y="287084"/>
                  <a:pt x="142353" y="290798"/>
                </a:cubicBezTo>
                <a:cubicBezTo>
                  <a:pt x="140741" y="292227"/>
                  <a:pt x="139223" y="293656"/>
                  <a:pt x="137895" y="295370"/>
                </a:cubicBezTo>
                <a:cubicBezTo>
                  <a:pt x="131635" y="306419"/>
                  <a:pt x="130402" y="319945"/>
                  <a:pt x="136662" y="335947"/>
                </a:cubicBezTo>
                <a:cubicBezTo>
                  <a:pt x="137895" y="338423"/>
                  <a:pt x="140456" y="340900"/>
                  <a:pt x="144156" y="340900"/>
                </a:cubicBezTo>
                <a:cubicBezTo>
                  <a:pt x="144156" y="340900"/>
                  <a:pt x="145389" y="340900"/>
                  <a:pt x="146717" y="339662"/>
                </a:cubicBezTo>
                <a:cubicBezTo>
                  <a:pt x="150511" y="338423"/>
                  <a:pt x="152977" y="334709"/>
                  <a:pt x="150511" y="331089"/>
                </a:cubicBezTo>
                <a:cubicBezTo>
                  <a:pt x="146717" y="318802"/>
                  <a:pt x="146717" y="310134"/>
                  <a:pt x="150511" y="304038"/>
                </a:cubicBezTo>
                <a:cubicBezTo>
                  <a:pt x="153356" y="300419"/>
                  <a:pt x="157340" y="297942"/>
                  <a:pt x="161609" y="296228"/>
                </a:cubicBezTo>
                <a:cubicBezTo>
                  <a:pt x="162747" y="311182"/>
                  <a:pt x="163885" y="326041"/>
                  <a:pt x="165024" y="340614"/>
                </a:cubicBezTo>
                <a:cubicBezTo>
                  <a:pt x="166257" y="349187"/>
                  <a:pt x="172612" y="354140"/>
                  <a:pt x="180105" y="354140"/>
                </a:cubicBezTo>
                <a:cubicBezTo>
                  <a:pt x="187599" y="354140"/>
                  <a:pt x="193954" y="349187"/>
                  <a:pt x="195187" y="340614"/>
                </a:cubicBezTo>
                <a:cubicBezTo>
                  <a:pt x="196136" y="327946"/>
                  <a:pt x="197274" y="312706"/>
                  <a:pt x="198507" y="295942"/>
                </a:cubicBezTo>
                <a:cubicBezTo>
                  <a:pt x="203060" y="297561"/>
                  <a:pt x="207519" y="300133"/>
                  <a:pt x="210459" y="304038"/>
                </a:cubicBezTo>
                <a:cubicBezTo>
                  <a:pt x="214253" y="310229"/>
                  <a:pt x="214253" y="318802"/>
                  <a:pt x="210459" y="331089"/>
                </a:cubicBezTo>
                <a:cubicBezTo>
                  <a:pt x="209226" y="334804"/>
                  <a:pt x="210459" y="338423"/>
                  <a:pt x="214253" y="339662"/>
                </a:cubicBezTo>
                <a:cubicBezTo>
                  <a:pt x="215486" y="340900"/>
                  <a:pt x="216719" y="340900"/>
                  <a:pt x="216719" y="340900"/>
                </a:cubicBezTo>
                <a:cubicBezTo>
                  <a:pt x="220514" y="340900"/>
                  <a:pt x="222980" y="338423"/>
                  <a:pt x="224213" y="335947"/>
                </a:cubicBezTo>
                <a:cubicBezTo>
                  <a:pt x="230473" y="319945"/>
                  <a:pt x="229240" y="306419"/>
                  <a:pt x="222980" y="295370"/>
                </a:cubicBezTo>
                <a:cubicBezTo>
                  <a:pt x="221747" y="293656"/>
                  <a:pt x="220229" y="292132"/>
                  <a:pt x="218711" y="290798"/>
                </a:cubicBezTo>
                <a:cubicBezTo>
                  <a:pt x="243658" y="287084"/>
                  <a:pt x="268605" y="276797"/>
                  <a:pt x="268605" y="248698"/>
                </a:cubicBezTo>
                <a:cubicBezTo>
                  <a:pt x="268605" y="232315"/>
                  <a:pt x="259689" y="222218"/>
                  <a:pt x="247168" y="215932"/>
                </a:cubicBezTo>
                <a:cubicBezTo>
                  <a:pt x="247927" y="215741"/>
                  <a:pt x="248686" y="215741"/>
                  <a:pt x="249444" y="215551"/>
                </a:cubicBezTo>
                <a:cubicBezTo>
                  <a:pt x="273348" y="209360"/>
                  <a:pt x="285869" y="194596"/>
                  <a:pt x="285869" y="173736"/>
                </a:cubicBezTo>
                <a:cubicBezTo>
                  <a:pt x="285869" y="156496"/>
                  <a:pt x="265759" y="140494"/>
                  <a:pt x="230568" y="133160"/>
                </a:cubicBezTo>
                <a:cubicBezTo>
                  <a:pt x="226774" y="131921"/>
                  <a:pt x="223075" y="134398"/>
                  <a:pt x="221747" y="138113"/>
                </a:cubicBezTo>
                <a:cubicBezTo>
                  <a:pt x="221747" y="143066"/>
                  <a:pt x="224213" y="146685"/>
                  <a:pt x="228007" y="147923"/>
                </a:cubicBezTo>
                <a:cubicBezTo>
                  <a:pt x="258171" y="154115"/>
                  <a:pt x="270692" y="165164"/>
                  <a:pt x="270692" y="173736"/>
                </a:cubicBezTo>
                <a:cubicBezTo>
                  <a:pt x="270692" y="188500"/>
                  <a:pt x="263198" y="195834"/>
                  <a:pt x="245555" y="200787"/>
                </a:cubicBezTo>
                <a:cubicBezTo>
                  <a:pt x="233888" y="204026"/>
                  <a:pt x="219565" y="205169"/>
                  <a:pt x="205337" y="205549"/>
                </a:cubicBezTo>
                <a:cubicBezTo>
                  <a:pt x="207708" y="174498"/>
                  <a:pt x="210080" y="143637"/>
                  <a:pt x="212166" y="116872"/>
                </a:cubicBezTo>
                <a:cubicBezTo>
                  <a:pt x="222790" y="118586"/>
                  <a:pt x="233888" y="119634"/>
                  <a:pt x="244227" y="119634"/>
                </a:cubicBezTo>
                <a:cubicBezTo>
                  <a:pt x="298389" y="119634"/>
                  <a:pt x="348662" y="96203"/>
                  <a:pt x="360045" y="68961"/>
                </a:cubicBezTo>
                <a:cubicBezTo>
                  <a:pt x="361278" y="67723"/>
                  <a:pt x="361278" y="64008"/>
                  <a:pt x="360045" y="62770"/>
                </a:cubicBezTo>
                <a:close/>
                <a:moveTo>
                  <a:pt x="19706" y="71533"/>
                </a:moveTo>
                <a:cubicBezTo>
                  <a:pt x="30994" y="69056"/>
                  <a:pt x="42282" y="62960"/>
                  <a:pt x="54802" y="55531"/>
                </a:cubicBezTo>
                <a:cubicBezTo>
                  <a:pt x="92555" y="36385"/>
                  <a:pt x="120726" y="24384"/>
                  <a:pt x="143017" y="48482"/>
                </a:cubicBezTo>
                <a:cubicBezTo>
                  <a:pt x="143776" y="59817"/>
                  <a:pt x="145104" y="78486"/>
                  <a:pt x="146906" y="102108"/>
                </a:cubicBezTo>
                <a:cubicBezTo>
                  <a:pt x="91321" y="112014"/>
                  <a:pt x="38013" y="92964"/>
                  <a:pt x="19801" y="71533"/>
                </a:cubicBezTo>
                <a:close/>
                <a:moveTo>
                  <a:pt x="189117" y="220599"/>
                </a:moveTo>
                <a:cubicBezTo>
                  <a:pt x="187694" y="238697"/>
                  <a:pt x="186271" y="257937"/>
                  <a:pt x="184659" y="278321"/>
                </a:cubicBezTo>
                <a:cubicBezTo>
                  <a:pt x="183331" y="278321"/>
                  <a:pt x="182003" y="278321"/>
                  <a:pt x="180580" y="278321"/>
                </a:cubicBezTo>
                <a:cubicBezTo>
                  <a:pt x="180580" y="278321"/>
                  <a:pt x="180485" y="278321"/>
                  <a:pt x="180390" y="278321"/>
                </a:cubicBezTo>
                <a:cubicBezTo>
                  <a:pt x="180390" y="278321"/>
                  <a:pt x="180200" y="278321"/>
                  <a:pt x="180200" y="278321"/>
                </a:cubicBezTo>
                <a:cubicBezTo>
                  <a:pt x="178398" y="278321"/>
                  <a:pt x="176786" y="278321"/>
                  <a:pt x="175078" y="278321"/>
                </a:cubicBezTo>
                <a:cubicBezTo>
                  <a:pt x="173466" y="257842"/>
                  <a:pt x="171948" y="238697"/>
                  <a:pt x="170525" y="220694"/>
                </a:cubicBezTo>
                <a:cubicBezTo>
                  <a:pt x="173655" y="220694"/>
                  <a:pt x="176880" y="220599"/>
                  <a:pt x="180200" y="220599"/>
                </a:cubicBezTo>
                <a:lnTo>
                  <a:pt x="180580" y="220599"/>
                </a:lnTo>
                <a:cubicBezTo>
                  <a:pt x="183520" y="220599"/>
                  <a:pt x="186366" y="220599"/>
                  <a:pt x="189117" y="220694"/>
                </a:cubicBezTo>
                <a:close/>
                <a:moveTo>
                  <a:pt x="107352" y="248793"/>
                </a:moveTo>
                <a:cubicBezTo>
                  <a:pt x="107352" y="232601"/>
                  <a:pt x="122624" y="223933"/>
                  <a:pt x="155823" y="221361"/>
                </a:cubicBezTo>
                <a:cubicBezTo>
                  <a:pt x="157246" y="239840"/>
                  <a:pt x="158668" y="258794"/>
                  <a:pt x="160186" y="277749"/>
                </a:cubicBezTo>
                <a:cubicBezTo>
                  <a:pt x="124046" y="275558"/>
                  <a:pt x="107447" y="266700"/>
                  <a:pt x="107447" y="248793"/>
                </a:cubicBezTo>
                <a:close/>
                <a:moveTo>
                  <a:pt x="180011" y="339471"/>
                </a:moveTo>
                <a:cubicBezTo>
                  <a:pt x="178683" y="323469"/>
                  <a:pt x="177450" y="308039"/>
                  <a:pt x="176311" y="293275"/>
                </a:cubicBezTo>
                <a:cubicBezTo>
                  <a:pt x="177924" y="293180"/>
                  <a:pt x="179347" y="293084"/>
                  <a:pt x="180390" y="293084"/>
                </a:cubicBezTo>
                <a:cubicBezTo>
                  <a:pt x="181244" y="293084"/>
                  <a:pt x="182382" y="293084"/>
                  <a:pt x="183520" y="293180"/>
                </a:cubicBezTo>
                <a:cubicBezTo>
                  <a:pt x="182382" y="308039"/>
                  <a:pt x="181149" y="323469"/>
                  <a:pt x="180011" y="339471"/>
                </a:cubicBezTo>
                <a:close/>
                <a:moveTo>
                  <a:pt x="199835" y="277749"/>
                </a:moveTo>
                <a:cubicBezTo>
                  <a:pt x="201163" y="259747"/>
                  <a:pt x="202681" y="240601"/>
                  <a:pt x="204199" y="221266"/>
                </a:cubicBezTo>
                <a:cubicBezTo>
                  <a:pt x="238062" y="223742"/>
                  <a:pt x="253618" y="232505"/>
                  <a:pt x="253618" y="248793"/>
                </a:cubicBezTo>
                <a:cubicBezTo>
                  <a:pt x="253618" y="266795"/>
                  <a:pt x="236734" y="275654"/>
                  <a:pt x="199930" y="277844"/>
                </a:cubicBezTo>
                <a:close/>
                <a:moveTo>
                  <a:pt x="183995" y="205740"/>
                </a:moveTo>
                <a:lnTo>
                  <a:pt x="176880" y="205740"/>
                </a:lnTo>
                <a:cubicBezTo>
                  <a:pt x="174414" y="205740"/>
                  <a:pt x="171948" y="205740"/>
                  <a:pt x="169482" y="205740"/>
                </a:cubicBezTo>
                <a:cubicBezTo>
                  <a:pt x="163032" y="122396"/>
                  <a:pt x="159143" y="68199"/>
                  <a:pt x="157909" y="46863"/>
                </a:cubicBezTo>
                <a:cubicBezTo>
                  <a:pt x="157909" y="46768"/>
                  <a:pt x="157909" y="46577"/>
                  <a:pt x="157909" y="46482"/>
                </a:cubicBezTo>
                <a:cubicBezTo>
                  <a:pt x="157625" y="41434"/>
                  <a:pt x="157435" y="38291"/>
                  <a:pt x="157435" y="37052"/>
                </a:cubicBezTo>
                <a:cubicBezTo>
                  <a:pt x="157435" y="24765"/>
                  <a:pt x="167490" y="14954"/>
                  <a:pt x="180105" y="14954"/>
                </a:cubicBezTo>
                <a:cubicBezTo>
                  <a:pt x="192721" y="14954"/>
                  <a:pt x="202776" y="24765"/>
                  <a:pt x="202776" y="37052"/>
                </a:cubicBezTo>
                <a:cubicBezTo>
                  <a:pt x="202776" y="38195"/>
                  <a:pt x="202586" y="41148"/>
                  <a:pt x="202302" y="45815"/>
                </a:cubicBezTo>
                <a:cubicBezTo>
                  <a:pt x="202302" y="45815"/>
                  <a:pt x="202302" y="45815"/>
                  <a:pt x="202302" y="45910"/>
                </a:cubicBezTo>
                <a:cubicBezTo>
                  <a:pt x="200974" y="66961"/>
                  <a:pt x="196705" y="122777"/>
                  <a:pt x="190350" y="205740"/>
                </a:cubicBezTo>
                <a:cubicBezTo>
                  <a:pt x="188263" y="205740"/>
                  <a:pt x="186176" y="205740"/>
                  <a:pt x="184089" y="205740"/>
                </a:cubicBezTo>
                <a:close/>
                <a:moveTo>
                  <a:pt x="213305" y="101822"/>
                </a:moveTo>
                <a:cubicBezTo>
                  <a:pt x="215012" y="78581"/>
                  <a:pt x="216435" y="59627"/>
                  <a:pt x="217194" y="48292"/>
                </a:cubicBezTo>
                <a:cubicBezTo>
                  <a:pt x="239674" y="22765"/>
                  <a:pt x="269174" y="34957"/>
                  <a:pt x="305883" y="55340"/>
                </a:cubicBezTo>
                <a:cubicBezTo>
                  <a:pt x="318499" y="61532"/>
                  <a:pt x="329786" y="68961"/>
                  <a:pt x="341074" y="71438"/>
                </a:cubicBezTo>
                <a:cubicBezTo>
                  <a:pt x="322672" y="93059"/>
                  <a:pt x="268415" y="112300"/>
                  <a:pt x="213210" y="10191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6" name="Graphic 154">
            <a:extLst>
              <a:ext uri="{FF2B5EF4-FFF2-40B4-BE49-F238E27FC236}">
                <a16:creationId xmlns:a16="http://schemas.microsoft.com/office/drawing/2014/main" id="{DE159B6E-2ADE-4524-8101-7810E9449B9B}"/>
              </a:ext>
            </a:extLst>
          </p:cNvPr>
          <p:cNvSpPr/>
          <p:nvPr/>
        </p:nvSpPr>
        <p:spPr>
          <a:xfrm>
            <a:off x="10475932" y="2830614"/>
            <a:ext cx="363855" cy="474396"/>
          </a:xfrm>
          <a:custGeom>
            <a:avLst/>
            <a:gdLst>
              <a:gd name="connsiteX0" fmla="*/ 271474 w 271474"/>
              <a:gd name="connsiteY0" fmla="*/ 95536 h 353949"/>
              <a:gd name="connsiteX1" fmla="*/ 267016 w 271474"/>
              <a:gd name="connsiteY1" fmla="*/ 89059 h 353949"/>
              <a:gd name="connsiteX2" fmla="*/ 178706 w 271474"/>
              <a:gd name="connsiteY2" fmla="*/ 2667 h 353949"/>
              <a:gd name="connsiteX3" fmla="*/ 174058 w 271474"/>
              <a:gd name="connsiteY3" fmla="*/ 191 h 353949"/>
              <a:gd name="connsiteX4" fmla="*/ 173395 w 271474"/>
              <a:gd name="connsiteY4" fmla="*/ 0 h 353949"/>
              <a:gd name="connsiteX5" fmla="*/ 7494 w 271474"/>
              <a:gd name="connsiteY5" fmla="*/ 0 h 353949"/>
              <a:gd name="connsiteX6" fmla="*/ 0 w 271474"/>
              <a:gd name="connsiteY6" fmla="*/ 7334 h 353949"/>
              <a:gd name="connsiteX7" fmla="*/ 0 w 271474"/>
              <a:gd name="connsiteY7" fmla="*/ 346615 h 353949"/>
              <a:gd name="connsiteX8" fmla="*/ 7494 w 271474"/>
              <a:gd name="connsiteY8" fmla="*/ 353949 h 353949"/>
              <a:gd name="connsiteX9" fmla="*/ 263886 w 271474"/>
              <a:gd name="connsiteY9" fmla="*/ 353949 h 353949"/>
              <a:gd name="connsiteX10" fmla="*/ 271380 w 271474"/>
              <a:gd name="connsiteY10" fmla="*/ 346615 h 353949"/>
              <a:gd name="connsiteX11" fmla="*/ 271380 w 271474"/>
              <a:gd name="connsiteY11" fmla="*/ 95821 h 353949"/>
              <a:gd name="connsiteX12" fmla="*/ 271380 w 271474"/>
              <a:gd name="connsiteY12" fmla="*/ 95726 h 353949"/>
              <a:gd name="connsiteX13" fmla="*/ 271380 w 271474"/>
              <a:gd name="connsiteY13" fmla="*/ 95536 h 353949"/>
              <a:gd name="connsiteX14" fmla="*/ 180888 w 271474"/>
              <a:gd name="connsiteY14" fmla="*/ 25622 h 353949"/>
              <a:gd name="connsiteX15" fmla="*/ 244915 w 271474"/>
              <a:gd name="connsiteY15" fmla="*/ 88202 h 353949"/>
              <a:gd name="connsiteX16" fmla="*/ 180888 w 271474"/>
              <a:gd name="connsiteY16" fmla="*/ 88202 h 353949"/>
              <a:gd name="connsiteX17" fmla="*/ 180888 w 271474"/>
              <a:gd name="connsiteY17" fmla="*/ 25622 h 353949"/>
              <a:gd name="connsiteX18" fmla="*/ 15177 w 271474"/>
              <a:gd name="connsiteY18" fmla="*/ 339281 h 353949"/>
              <a:gd name="connsiteX19" fmla="*/ 15177 w 271474"/>
              <a:gd name="connsiteY19" fmla="*/ 14669 h 353949"/>
              <a:gd name="connsiteX20" fmla="*/ 165711 w 271474"/>
              <a:gd name="connsiteY20" fmla="*/ 14669 h 353949"/>
              <a:gd name="connsiteX21" fmla="*/ 165711 w 271474"/>
              <a:gd name="connsiteY21" fmla="*/ 95536 h 353949"/>
              <a:gd name="connsiteX22" fmla="*/ 173300 w 271474"/>
              <a:gd name="connsiteY22" fmla="*/ 102870 h 353949"/>
              <a:gd name="connsiteX23" fmla="*/ 256487 w 271474"/>
              <a:gd name="connsiteY23" fmla="*/ 102870 h 353949"/>
              <a:gd name="connsiteX24" fmla="*/ 256487 w 271474"/>
              <a:gd name="connsiteY24" fmla="*/ 339281 h 353949"/>
              <a:gd name="connsiteX25" fmla="*/ 15177 w 271474"/>
              <a:gd name="connsiteY25" fmla="*/ 339281 h 353949"/>
              <a:gd name="connsiteX26" fmla="*/ 226418 w 271474"/>
              <a:gd name="connsiteY26" fmla="*/ 272891 h 353949"/>
              <a:gd name="connsiteX27" fmla="*/ 218830 w 271474"/>
              <a:gd name="connsiteY27" fmla="*/ 279844 h 353949"/>
              <a:gd name="connsiteX28" fmla="*/ 52739 w 271474"/>
              <a:gd name="connsiteY28" fmla="*/ 279844 h 353949"/>
              <a:gd name="connsiteX29" fmla="*/ 45151 w 271474"/>
              <a:gd name="connsiteY29" fmla="*/ 272891 h 353949"/>
              <a:gd name="connsiteX30" fmla="*/ 52739 w 271474"/>
              <a:gd name="connsiteY30" fmla="*/ 265938 h 353949"/>
              <a:gd name="connsiteX31" fmla="*/ 218830 w 271474"/>
              <a:gd name="connsiteY31" fmla="*/ 265938 h 353949"/>
              <a:gd name="connsiteX32" fmla="*/ 226418 w 271474"/>
              <a:gd name="connsiteY32" fmla="*/ 272891 h 353949"/>
              <a:gd name="connsiteX33" fmla="*/ 226418 w 271474"/>
              <a:gd name="connsiteY33" fmla="*/ 302133 h 353949"/>
              <a:gd name="connsiteX34" fmla="*/ 218830 w 271474"/>
              <a:gd name="connsiteY34" fmla="*/ 309563 h 353949"/>
              <a:gd name="connsiteX35" fmla="*/ 52739 w 271474"/>
              <a:gd name="connsiteY35" fmla="*/ 309563 h 353949"/>
              <a:gd name="connsiteX36" fmla="*/ 45151 w 271474"/>
              <a:gd name="connsiteY36" fmla="*/ 302133 h 353949"/>
              <a:gd name="connsiteX37" fmla="*/ 52739 w 271474"/>
              <a:gd name="connsiteY37" fmla="*/ 294704 h 353949"/>
              <a:gd name="connsiteX38" fmla="*/ 218830 w 271474"/>
              <a:gd name="connsiteY38" fmla="*/ 294704 h 353949"/>
              <a:gd name="connsiteX39" fmla="*/ 226418 w 271474"/>
              <a:gd name="connsiteY39" fmla="*/ 302133 h 353949"/>
              <a:gd name="connsiteX40" fmla="*/ 83093 w 271474"/>
              <a:gd name="connsiteY40" fmla="*/ 206597 h 353949"/>
              <a:gd name="connsiteX41" fmla="*/ 105668 w 271474"/>
              <a:gd name="connsiteY41" fmla="*/ 206597 h 353949"/>
              <a:gd name="connsiteX42" fmla="*/ 105668 w 271474"/>
              <a:gd name="connsiteY42" fmla="*/ 228791 h 353949"/>
              <a:gd name="connsiteX43" fmla="*/ 113162 w 271474"/>
              <a:gd name="connsiteY43" fmla="*/ 236220 h 353949"/>
              <a:gd name="connsiteX44" fmla="*/ 158408 w 271474"/>
              <a:gd name="connsiteY44" fmla="*/ 236220 h 353949"/>
              <a:gd name="connsiteX45" fmla="*/ 165901 w 271474"/>
              <a:gd name="connsiteY45" fmla="*/ 228791 h 353949"/>
              <a:gd name="connsiteX46" fmla="*/ 165901 w 271474"/>
              <a:gd name="connsiteY46" fmla="*/ 206597 h 353949"/>
              <a:gd name="connsiteX47" fmla="*/ 188476 w 271474"/>
              <a:gd name="connsiteY47" fmla="*/ 206597 h 353949"/>
              <a:gd name="connsiteX48" fmla="*/ 195970 w 271474"/>
              <a:gd name="connsiteY48" fmla="*/ 199168 h 353949"/>
              <a:gd name="connsiteX49" fmla="*/ 195970 w 271474"/>
              <a:gd name="connsiteY49" fmla="*/ 154686 h 353949"/>
              <a:gd name="connsiteX50" fmla="*/ 188476 w 271474"/>
              <a:gd name="connsiteY50" fmla="*/ 147256 h 353949"/>
              <a:gd name="connsiteX51" fmla="*/ 165901 w 271474"/>
              <a:gd name="connsiteY51" fmla="*/ 147256 h 353949"/>
              <a:gd name="connsiteX52" fmla="*/ 165901 w 271474"/>
              <a:gd name="connsiteY52" fmla="*/ 125063 h 353949"/>
              <a:gd name="connsiteX53" fmla="*/ 158408 w 271474"/>
              <a:gd name="connsiteY53" fmla="*/ 117634 h 353949"/>
              <a:gd name="connsiteX54" fmla="*/ 113162 w 271474"/>
              <a:gd name="connsiteY54" fmla="*/ 117634 h 353949"/>
              <a:gd name="connsiteX55" fmla="*/ 105668 w 271474"/>
              <a:gd name="connsiteY55" fmla="*/ 125063 h 353949"/>
              <a:gd name="connsiteX56" fmla="*/ 105668 w 271474"/>
              <a:gd name="connsiteY56" fmla="*/ 147256 h 353949"/>
              <a:gd name="connsiteX57" fmla="*/ 83093 w 271474"/>
              <a:gd name="connsiteY57" fmla="*/ 147256 h 353949"/>
              <a:gd name="connsiteX58" fmla="*/ 75599 w 271474"/>
              <a:gd name="connsiteY58" fmla="*/ 154686 h 353949"/>
              <a:gd name="connsiteX59" fmla="*/ 75599 w 271474"/>
              <a:gd name="connsiteY59" fmla="*/ 199168 h 353949"/>
              <a:gd name="connsiteX60" fmla="*/ 83093 w 271474"/>
              <a:gd name="connsiteY60" fmla="*/ 206597 h 353949"/>
              <a:gd name="connsiteX61" fmla="*/ 90586 w 271474"/>
              <a:gd name="connsiteY61" fmla="*/ 162211 h 353949"/>
              <a:gd name="connsiteX62" fmla="*/ 113162 w 271474"/>
              <a:gd name="connsiteY62" fmla="*/ 162211 h 353949"/>
              <a:gd name="connsiteX63" fmla="*/ 120655 w 271474"/>
              <a:gd name="connsiteY63" fmla="*/ 154781 h 353949"/>
              <a:gd name="connsiteX64" fmla="*/ 120655 w 271474"/>
              <a:gd name="connsiteY64" fmla="*/ 132588 h 353949"/>
              <a:gd name="connsiteX65" fmla="*/ 150819 w 271474"/>
              <a:gd name="connsiteY65" fmla="*/ 132588 h 353949"/>
              <a:gd name="connsiteX66" fmla="*/ 150819 w 271474"/>
              <a:gd name="connsiteY66" fmla="*/ 154781 h 353949"/>
              <a:gd name="connsiteX67" fmla="*/ 158313 w 271474"/>
              <a:gd name="connsiteY67" fmla="*/ 162211 h 353949"/>
              <a:gd name="connsiteX68" fmla="*/ 180888 w 271474"/>
              <a:gd name="connsiteY68" fmla="*/ 162211 h 353949"/>
              <a:gd name="connsiteX69" fmla="*/ 180888 w 271474"/>
              <a:gd name="connsiteY69" fmla="*/ 191834 h 353949"/>
              <a:gd name="connsiteX70" fmla="*/ 158313 w 271474"/>
              <a:gd name="connsiteY70" fmla="*/ 191834 h 353949"/>
              <a:gd name="connsiteX71" fmla="*/ 150819 w 271474"/>
              <a:gd name="connsiteY71" fmla="*/ 199263 h 353949"/>
              <a:gd name="connsiteX72" fmla="*/ 150819 w 271474"/>
              <a:gd name="connsiteY72" fmla="*/ 221456 h 353949"/>
              <a:gd name="connsiteX73" fmla="*/ 120655 w 271474"/>
              <a:gd name="connsiteY73" fmla="*/ 221456 h 353949"/>
              <a:gd name="connsiteX74" fmla="*/ 120655 w 271474"/>
              <a:gd name="connsiteY74" fmla="*/ 199263 h 353949"/>
              <a:gd name="connsiteX75" fmla="*/ 113162 w 271474"/>
              <a:gd name="connsiteY75" fmla="*/ 191834 h 353949"/>
              <a:gd name="connsiteX76" fmla="*/ 90586 w 271474"/>
              <a:gd name="connsiteY76" fmla="*/ 191834 h 353949"/>
              <a:gd name="connsiteX77" fmla="*/ 90586 w 271474"/>
              <a:gd name="connsiteY77" fmla="*/ 162211 h 353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71474" h="353949">
                <a:moveTo>
                  <a:pt x="271474" y="95536"/>
                </a:moveTo>
                <a:cubicBezTo>
                  <a:pt x="271474" y="92869"/>
                  <a:pt x="269482" y="90297"/>
                  <a:pt x="267016" y="89059"/>
                </a:cubicBezTo>
                <a:cubicBezTo>
                  <a:pt x="262084" y="84201"/>
                  <a:pt x="244156" y="66675"/>
                  <a:pt x="178706" y="2667"/>
                </a:cubicBezTo>
                <a:cubicBezTo>
                  <a:pt x="177473" y="1333"/>
                  <a:pt x="175861" y="381"/>
                  <a:pt x="174058" y="191"/>
                </a:cubicBezTo>
                <a:cubicBezTo>
                  <a:pt x="173869" y="191"/>
                  <a:pt x="173584" y="0"/>
                  <a:pt x="173395" y="0"/>
                </a:cubicBezTo>
                <a:lnTo>
                  <a:pt x="7494" y="0"/>
                </a:lnTo>
                <a:cubicBezTo>
                  <a:pt x="2466" y="0"/>
                  <a:pt x="0" y="3715"/>
                  <a:pt x="0" y="7334"/>
                </a:cubicBezTo>
                <a:lnTo>
                  <a:pt x="0" y="346615"/>
                </a:lnTo>
                <a:cubicBezTo>
                  <a:pt x="0" y="351568"/>
                  <a:pt x="2561" y="353949"/>
                  <a:pt x="7494" y="353949"/>
                </a:cubicBezTo>
                <a:lnTo>
                  <a:pt x="263886" y="353949"/>
                </a:lnTo>
                <a:cubicBezTo>
                  <a:pt x="267680" y="353949"/>
                  <a:pt x="271380" y="351473"/>
                  <a:pt x="271380" y="346615"/>
                </a:cubicBezTo>
                <a:lnTo>
                  <a:pt x="271380" y="95821"/>
                </a:lnTo>
                <a:cubicBezTo>
                  <a:pt x="271380" y="95821"/>
                  <a:pt x="271380" y="95821"/>
                  <a:pt x="271380" y="95726"/>
                </a:cubicBezTo>
                <a:cubicBezTo>
                  <a:pt x="271380" y="95726"/>
                  <a:pt x="271380" y="95631"/>
                  <a:pt x="271380" y="95536"/>
                </a:cubicBezTo>
                <a:close/>
                <a:moveTo>
                  <a:pt x="180888" y="25622"/>
                </a:moveTo>
                <a:cubicBezTo>
                  <a:pt x="190753" y="35243"/>
                  <a:pt x="209534" y="53721"/>
                  <a:pt x="244915" y="88202"/>
                </a:cubicBezTo>
                <a:lnTo>
                  <a:pt x="180888" y="88202"/>
                </a:lnTo>
                <a:lnTo>
                  <a:pt x="180888" y="25622"/>
                </a:lnTo>
                <a:close/>
                <a:moveTo>
                  <a:pt x="15177" y="339281"/>
                </a:moveTo>
                <a:lnTo>
                  <a:pt x="15177" y="14669"/>
                </a:lnTo>
                <a:lnTo>
                  <a:pt x="165711" y="14669"/>
                </a:lnTo>
                <a:lnTo>
                  <a:pt x="165711" y="95536"/>
                </a:lnTo>
                <a:cubicBezTo>
                  <a:pt x="165711" y="100394"/>
                  <a:pt x="168272" y="102870"/>
                  <a:pt x="173300" y="102870"/>
                </a:cubicBezTo>
                <a:lnTo>
                  <a:pt x="256487" y="102870"/>
                </a:lnTo>
                <a:lnTo>
                  <a:pt x="256487" y="339281"/>
                </a:lnTo>
                <a:lnTo>
                  <a:pt x="15177" y="339281"/>
                </a:lnTo>
                <a:close/>
                <a:moveTo>
                  <a:pt x="226418" y="272891"/>
                </a:moveTo>
                <a:cubicBezTo>
                  <a:pt x="226418" y="277559"/>
                  <a:pt x="222624" y="279844"/>
                  <a:pt x="218830" y="279844"/>
                </a:cubicBezTo>
                <a:lnTo>
                  <a:pt x="52739" y="279844"/>
                </a:lnTo>
                <a:cubicBezTo>
                  <a:pt x="47712" y="279844"/>
                  <a:pt x="45151" y="277559"/>
                  <a:pt x="45151" y="272891"/>
                </a:cubicBezTo>
                <a:cubicBezTo>
                  <a:pt x="45151" y="269367"/>
                  <a:pt x="47712" y="265938"/>
                  <a:pt x="52739" y="265938"/>
                </a:cubicBezTo>
                <a:lnTo>
                  <a:pt x="218830" y="265938"/>
                </a:lnTo>
                <a:cubicBezTo>
                  <a:pt x="222624" y="265938"/>
                  <a:pt x="226418" y="269462"/>
                  <a:pt x="226418" y="272891"/>
                </a:cubicBezTo>
                <a:close/>
                <a:moveTo>
                  <a:pt x="226418" y="302133"/>
                </a:moveTo>
                <a:cubicBezTo>
                  <a:pt x="226418" y="307086"/>
                  <a:pt x="222624" y="309563"/>
                  <a:pt x="218830" y="309563"/>
                </a:cubicBezTo>
                <a:lnTo>
                  <a:pt x="52739" y="309563"/>
                </a:lnTo>
                <a:cubicBezTo>
                  <a:pt x="47712" y="309563"/>
                  <a:pt x="45151" y="307086"/>
                  <a:pt x="45151" y="302133"/>
                </a:cubicBezTo>
                <a:cubicBezTo>
                  <a:pt x="45151" y="298418"/>
                  <a:pt x="47712" y="294704"/>
                  <a:pt x="52739" y="294704"/>
                </a:cubicBezTo>
                <a:lnTo>
                  <a:pt x="218830" y="294704"/>
                </a:lnTo>
                <a:cubicBezTo>
                  <a:pt x="222624" y="294704"/>
                  <a:pt x="226418" y="298418"/>
                  <a:pt x="226418" y="302133"/>
                </a:cubicBezTo>
                <a:close/>
                <a:moveTo>
                  <a:pt x="83093" y="206597"/>
                </a:moveTo>
                <a:lnTo>
                  <a:pt x="105668" y="206597"/>
                </a:lnTo>
                <a:lnTo>
                  <a:pt x="105668" y="228791"/>
                </a:lnTo>
                <a:cubicBezTo>
                  <a:pt x="105668" y="233744"/>
                  <a:pt x="108134" y="236220"/>
                  <a:pt x="113162" y="236220"/>
                </a:cubicBezTo>
                <a:lnTo>
                  <a:pt x="158408" y="236220"/>
                </a:lnTo>
                <a:cubicBezTo>
                  <a:pt x="162202" y="236220"/>
                  <a:pt x="165901" y="233744"/>
                  <a:pt x="165901" y="228791"/>
                </a:cubicBezTo>
                <a:lnTo>
                  <a:pt x="165901" y="206597"/>
                </a:lnTo>
                <a:lnTo>
                  <a:pt x="188476" y="206597"/>
                </a:lnTo>
                <a:cubicBezTo>
                  <a:pt x="192271" y="206597"/>
                  <a:pt x="195970" y="204121"/>
                  <a:pt x="195970" y="199168"/>
                </a:cubicBezTo>
                <a:lnTo>
                  <a:pt x="195970" y="154686"/>
                </a:lnTo>
                <a:cubicBezTo>
                  <a:pt x="195970" y="150971"/>
                  <a:pt x="192176" y="147256"/>
                  <a:pt x="188476" y="147256"/>
                </a:cubicBezTo>
                <a:lnTo>
                  <a:pt x="165901" y="147256"/>
                </a:lnTo>
                <a:lnTo>
                  <a:pt x="165901" y="125063"/>
                </a:lnTo>
                <a:cubicBezTo>
                  <a:pt x="165901" y="121348"/>
                  <a:pt x="162107" y="117634"/>
                  <a:pt x="158408" y="117634"/>
                </a:cubicBezTo>
                <a:lnTo>
                  <a:pt x="113162" y="117634"/>
                </a:lnTo>
                <a:cubicBezTo>
                  <a:pt x="108134" y="117634"/>
                  <a:pt x="105668" y="121348"/>
                  <a:pt x="105668" y="125063"/>
                </a:cubicBezTo>
                <a:lnTo>
                  <a:pt x="105668" y="147256"/>
                </a:lnTo>
                <a:lnTo>
                  <a:pt x="83093" y="147256"/>
                </a:lnTo>
                <a:cubicBezTo>
                  <a:pt x="78066" y="147256"/>
                  <a:pt x="75599" y="150971"/>
                  <a:pt x="75599" y="154686"/>
                </a:cubicBezTo>
                <a:lnTo>
                  <a:pt x="75599" y="199168"/>
                </a:lnTo>
                <a:cubicBezTo>
                  <a:pt x="75599" y="204121"/>
                  <a:pt x="78066" y="206597"/>
                  <a:pt x="83093" y="206597"/>
                </a:cubicBezTo>
                <a:close/>
                <a:moveTo>
                  <a:pt x="90586" y="162211"/>
                </a:moveTo>
                <a:lnTo>
                  <a:pt x="113162" y="162211"/>
                </a:lnTo>
                <a:cubicBezTo>
                  <a:pt x="116956" y="162211"/>
                  <a:pt x="120655" y="159734"/>
                  <a:pt x="120655" y="154781"/>
                </a:cubicBezTo>
                <a:lnTo>
                  <a:pt x="120655" y="132588"/>
                </a:lnTo>
                <a:lnTo>
                  <a:pt x="150819" y="132588"/>
                </a:lnTo>
                <a:lnTo>
                  <a:pt x="150819" y="154781"/>
                </a:lnTo>
                <a:cubicBezTo>
                  <a:pt x="150819" y="159734"/>
                  <a:pt x="153285" y="162211"/>
                  <a:pt x="158313" y="162211"/>
                </a:cubicBezTo>
                <a:lnTo>
                  <a:pt x="180888" y="162211"/>
                </a:lnTo>
                <a:lnTo>
                  <a:pt x="180888" y="191834"/>
                </a:lnTo>
                <a:lnTo>
                  <a:pt x="158313" y="191834"/>
                </a:lnTo>
                <a:cubicBezTo>
                  <a:pt x="153285" y="191834"/>
                  <a:pt x="150819" y="195548"/>
                  <a:pt x="150819" y="199263"/>
                </a:cubicBezTo>
                <a:lnTo>
                  <a:pt x="150819" y="221456"/>
                </a:lnTo>
                <a:lnTo>
                  <a:pt x="120655" y="221456"/>
                </a:lnTo>
                <a:lnTo>
                  <a:pt x="120655" y="199263"/>
                </a:lnTo>
                <a:cubicBezTo>
                  <a:pt x="120655" y="195548"/>
                  <a:pt x="116861" y="191834"/>
                  <a:pt x="113162" y="191834"/>
                </a:cubicBezTo>
                <a:lnTo>
                  <a:pt x="90586" y="191834"/>
                </a:lnTo>
                <a:lnTo>
                  <a:pt x="90586" y="16221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7" name="Graphic 154">
            <a:extLst>
              <a:ext uri="{FF2B5EF4-FFF2-40B4-BE49-F238E27FC236}">
                <a16:creationId xmlns:a16="http://schemas.microsoft.com/office/drawing/2014/main" id="{CC62BBE5-129A-0E4D-709E-81B002379D54}"/>
              </a:ext>
            </a:extLst>
          </p:cNvPr>
          <p:cNvSpPr/>
          <p:nvPr/>
        </p:nvSpPr>
        <p:spPr>
          <a:xfrm>
            <a:off x="11241107" y="2830614"/>
            <a:ext cx="363855" cy="474396"/>
          </a:xfrm>
          <a:custGeom>
            <a:avLst/>
            <a:gdLst>
              <a:gd name="connsiteX0" fmla="*/ 271474 w 271474"/>
              <a:gd name="connsiteY0" fmla="*/ 95536 h 353949"/>
              <a:gd name="connsiteX1" fmla="*/ 267016 w 271474"/>
              <a:gd name="connsiteY1" fmla="*/ 89059 h 353949"/>
              <a:gd name="connsiteX2" fmla="*/ 178706 w 271474"/>
              <a:gd name="connsiteY2" fmla="*/ 2667 h 353949"/>
              <a:gd name="connsiteX3" fmla="*/ 174058 w 271474"/>
              <a:gd name="connsiteY3" fmla="*/ 191 h 353949"/>
              <a:gd name="connsiteX4" fmla="*/ 173395 w 271474"/>
              <a:gd name="connsiteY4" fmla="*/ 0 h 353949"/>
              <a:gd name="connsiteX5" fmla="*/ 7494 w 271474"/>
              <a:gd name="connsiteY5" fmla="*/ 0 h 353949"/>
              <a:gd name="connsiteX6" fmla="*/ 0 w 271474"/>
              <a:gd name="connsiteY6" fmla="*/ 7334 h 353949"/>
              <a:gd name="connsiteX7" fmla="*/ 0 w 271474"/>
              <a:gd name="connsiteY7" fmla="*/ 346615 h 353949"/>
              <a:gd name="connsiteX8" fmla="*/ 7494 w 271474"/>
              <a:gd name="connsiteY8" fmla="*/ 353949 h 353949"/>
              <a:gd name="connsiteX9" fmla="*/ 263886 w 271474"/>
              <a:gd name="connsiteY9" fmla="*/ 353949 h 353949"/>
              <a:gd name="connsiteX10" fmla="*/ 271380 w 271474"/>
              <a:gd name="connsiteY10" fmla="*/ 346615 h 353949"/>
              <a:gd name="connsiteX11" fmla="*/ 271380 w 271474"/>
              <a:gd name="connsiteY11" fmla="*/ 95821 h 353949"/>
              <a:gd name="connsiteX12" fmla="*/ 271380 w 271474"/>
              <a:gd name="connsiteY12" fmla="*/ 95726 h 353949"/>
              <a:gd name="connsiteX13" fmla="*/ 271380 w 271474"/>
              <a:gd name="connsiteY13" fmla="*/ 95536 h 353949"/>
              <a:gd name="connsiteX14" fmla="*/ 180888 w 271474"/>
              <a:gd name="connsiteY14" fmla="*/ 25622 h 353949"/>
              <a:gd name="connsiteX15" fmla="*/ 244915 w 271474"/>
              <a:gd name="connsiteY15" fmla="*/ 88202 h 353949"/>
              <a:gd name="connsiteX16" fmla="*/ 180888 w 271474"/>
              <a:gd name="connsiteY16" fmla="*/ 88202 h 353949"/>
              <a:gd name="connsiteX17" fmla="*/ 180888 w 271474"/>
              <a:gd name="connsiteY17" fmla="*/ 25622 h 353949"/>
              <a:gd name="connsiteX18" fmla="*/ 15177 w 271474"/>
              <a:gd name="connsiteY18" fmla="*/ 339281 h 353949"/>
              <a:gd name="connsiteX19" fmla="*/ 15177 w 271474"/>
              <a:gd name="connsiteY19" fmla="*/ 14669 h 353949"/>
              <a:gd name="connsiteX20" fmla="*/ 165711 w 271474"/>
              <a:gd name="connsiteY20" fmla="*/ 14669 h 353949"/>
              <a:gd name="connsiteX21" fmla="*/ 165711 w 271474"/>
              <a:gd name="connsiteY21" fmla="*/ 95536 h 353949"/>
              <a:gd name="connsiteX22" fmla="*/ 173300 w 271474"/>
              <a:gd name="connsiteY22" fmla="*/ 102870 h 353949"/>
              <a:gd name="connsiteX23" fmla="*/ 256487 w 271474"/>
              <a:gd name="connsiteY23" fmla="*/ 102870 h 353949"/>
              <a:gd name="connsiteX24" fmla="*/ 256487 w 271474"/>
              <a:gd name="connsiteY24" fmla="*/ 339281 h 353949"/>
              <a:gd name="connsiteX25" fmla="*/ 15177 w 271474"/>
              <a:gd name="connsiteY25" fmla="*/ 339281 h 353949"/>
              <a:gd name="connsiteX26" fmla="*/ 226418 w 271474"/>
              <a:gd name="connsiteY26" fmla="*/ 272891 h 353949"/>
              <a:gd name="connsiteX27" fmla="*/ 218830 w 271474"/>
              <a:gd name="connsiteY27" fmla="*/ 279844 h 353949"/>
              <a:gd name="connsiteX28" fmla="*/ 52739 w 271474"/>
              <a:gd name="connsiteY28" fmla="*/ 279844 h 353949"/>
              <a:gd name="connsiteX29" fmla="*/ 45151 w 271474"/>
              <a:gd name="connsiteY29" fmla="*/ 272891 h 353949"/>
              <a:gd name="connsiteX30" fmla="*/ 52739 w 271474"/>
              <a:gd name="connsiteY30" fmla="*/ 265938 h 353949"/>
              <a:gd name="connsiteX31" fmla="*/ 218830 w 271474"/>
              <a:gd name="connsiteY31" fmla="*/ 265938 h 353949"/>
              <a:gd name="connsiteX32" fmla="*/ 226418 w 271474"/>
              <a:gd name="connsiteY32" fmla="*/ 272891 h 353949"/>
              <a:gd name="connsiteX33" fmla="*/ 226418 w 271474"/>
              <a:gd name="connsiteY33" fmla="*/ 302133 h 353949"/>
              <a:gd name="connsiteX34" fmla="*/ 218830 w 271474"/>
              <a:gd name="connsiteY34" fmla="*/ 309563 h 353949"/>
              <a:gd name="connsiteX35" fmla="*/ 52739 w 271474"/>
              <a:gd name="connsiteY35" fmla="*/ 309563 h 353949"/>
              <a:gd name="connsiteX36" fmla="*/ 45151 w 271474"/>
              <a:gd name="connsiteY36" fmla="*/ 302133 h 353949"/>
              <a:gd name="connsiteX37" fmla="*/ 52739 w 271474"/>
              <a:gd name="connsiteY37" fmla="*/ 294704 h 353949"/>
              <a:gd name="connsiteX38" fmla="*/ 218830 w 271474"/>
              <a:gd name="connsiteY38" fmla="*/ 294704 h 353949"/>
              <a:gd name="connsiteX39" fmla="*/ 226418 w 271474"/>
              <a:gd name="connsiteY39" fmla="*/ 302133 h 353949"/>
              <a:gd name="connsiteX40" fmla="*/ 83093 w 271474"/>
              <a:gd name="connsiteY40" fmla="*/ 206597 h 353949"/>
              <a:gd name="connsiteX41" fmla="*/ 105668 w 271474"/>
              <a:gd name="connsiteY41" fmla="*/ 206597 h 353949"/>
              <a:gd name="connsiteX42" fmla="*/ 105668 w 271474"/>
              <a:gd name="connsiteY42" fmla="*/ 228791 h 353949"/>
              <a:gd name="connsiteX43" fmla="*/ 113162 w 271474"/>
              <a:gd name="connsiteY43" fmla="*/ 236220 h 353949"/>
              <a:gd name="connsiteX44" fmla="*/ 158408 w 271474"/>
              <a:gd name="connsiteY44" fmla="*/ 236220 h 353949"/>
              <a:gd name="connsiteX45" fmla="*/ 165901 w 271474"/>
              <a:gd name="connsiteY45" fmla="*/ 228791 h 353949"/>
              <a:gd name="connsiteX46" fmla="*/ 165901 w 271474"/>
              <a:gd name="connsiteY46" fmla="*/ 206597 h 353949"/>
              <a:gd name="connsiteX47" fmla="*/ 188476 w 271474"/>
              <a:gd name="connsiteY47" fmla="*/ 206597 h 353949"/>
              <a:gd name="connsiteX48" fmla="*/ 195970 w 271474"/>
              <a:gd name="connsiteY48" fmla="*/ 199168 h 353949"/>
              <a:gd name="connsiteX49" fmla="*/ 195970 w 271474"/>
              <a:gd name="connsiteY49" fmla="*/ 154686 h 353949"/>
              <a:gd name="connsiteX50" fmla="*/ 188476 w 271474"/>
              <a:gd name="connsiteY50" fmla="*/ 147256 h 353949"/>
              <a:gd name="connsiteX51" fmla="*/ 165901 w 271474"/>
              <a:gd name="connsiteY51" fmla="*/ 147256 h 353949"/>
              <a:gd name="connsiteX52" fmla="*/ 165901 w 271474"/>
              <a:gd name="connsiteY52" fmla="*/ 125063 h 353949"/>
              <a:gd name="connsiteX53" fmla="*/ 158408 w 271474"/>
              <a:gd name="connsiteY53" fmla="*/ 117634 h 353949"/>
              <a:gd name="connsiteX54" fmla="*/ 113162 w 271474"/>
              <a:gd name="connsiteY54" fmla="*/ 117634 h 353949"/>
              <a:gd name="connsiteX55" fmla="*/ 105668 w 271474"/>
              <a:gd name="connsiteY55" fmla="*/ 125063 h 353949"/>
              <a:gd name="connsiteX56" fmla="*/ 105668 w 271474"/>
              <a:gd name="connsiteY56" fmla="*/ 147256 h 353949"/>
              <a:gd name="connsiteX57" fmla="*/ 83093 w 271474"/>
              <a:gd name="connsiteY57" fmla="*/ 147256 h 353949"/>
              <a:gd name="connsiteX58" fmla="*/ 75599 w 271474"/>
              <a:gd name="connsiteY58" fmla="*/ 154686 h 353949"/>
              <a:gd name="connsiteX59" fmla="*/ 75599 w 271474"/>
              <a:gd name="connsiteY59" fmla="*/ 199168 h 353949"/>
              <a:gd name="connsiteX60" fmla="*/ 83093 w 271474"/>
              <a:gd name="connsiteY60" fmla="*/ 206597 h 353949"/>
              <a:gd name="connsiteX61" fmla="*/ 90586 w 271474"/>
              <a:gd name="connsiteY61" fmla="*/ 162211 h 353949"/>
              <a:gd name="connsiteX62" fmla="*/ 113162 w 271474"/>
              <a:gd name="connsiteY62" fmla="*/ 162211 h 353949"/>
              <a:gd name="connsiteX63" fmla="*/ 120655 w 271474"/>
              <a:gd name="connsiteY63" fmla="*/ 154781 h 353949"/>
              <a:gd name="connsiteX64" fmla="*/ 120655 w 271474"/>
              <a:gd name="connsiteY64" fmla="*/ 132588 h 353949"/>
              <a:gd name="connsiteX65" fmla="*/ 150819 w 271474"/>
              <a:gd name="connsiteY65" fmla="*/ 132588 h 353949"/>
              <a:gd name="connsiteX66" fmla="*/ 150819 w 271474"/>
              <a:gd name="connsiteY66" fmla="*/ 154781 h 353949"/>
              <a:gd name="connsiteX67" fmla="*/ 158313 w 271474"/>
              <a:gd name="connsiteY67" fmla="*/ 162211 h 353949"/>
              <a:gd name="connsiteX68" fmla="*/ 180888 w 271474"/>
              <a:gd name="connsiteY68" fmla="*/ 162211 h 353949"/>
              <a:gd name="connsiteX69" fmla="*/ 180888 w 271474"/>
              <a:gd name="connsiteY69" fmla="*/ 191834 h 353949"/>
              <a:gd name="connsiteX70" fmla="*/ 158313 w 271474"/>
              <a:gd name="connsiteY70" fmla="*/ 191834 h 353949"/>
              <a:gd name="connsiteX71" fmla="*/ 150819 w 271474"/>
              <a:gd name="connsiteY71" fmla="*/ 199263 h 353949"/>
              <a:gd name="connsiteX72" fmla="*/ 150819 w 271474"/>
              <a:gd name="connsiteY72" fmla="*/ 221456 h 353949"/>
              <a:gd name="connsiteX73" fmla="*/ 120655 w 271474"/>
              <a:gd name="connsiteY73" fmla="*/ 221456 h 353949"/>
              <a:gd name="connsiteX74" fmla="*/ 120655 w 271474"/>
              <a:gd name="connsiteY74" fmla="*/ 199263 h 353949"/>
              <a:gd name="connsiteX75" fmla="*/ 113162 w 271474"/>
              <a:gd name="connsiteY75" fmla="*/ 191834 h 353949"/>
              <a:gd name="connsiteX76" fmla="*/ 90586 w 271474"/>
              <a:gd name="connsiteY76" fmla="*/ 191834 h 353949"/>
              <a:gd name="connsiteX77" fmla="*/ 90586 w 271474"/>
              <a:gd name="connsiteY77" fmla="*/ 162211 h 353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71474" h="353949">
                <a:moveTo>
                  <a:pt x="271474" y="95536"/>
                </a:moveTo>
                <a:cubicBezTo>
                  <a:pt x="271474" y="92869"/>
                  <a:pt x="269482" y="90297"/>
                  <a:pt x="267016" y="89059"/>
                </a:cubicBezTo>
                <a:cubicBezTo>
                  <a:pt x="262084" y="84201"/>
                  <a:pt x="244156" y="66675"/>
                  <a:pt x="178706" y="2667"/>
                </a:cubicBezTo>
                <a:cubicBezTo>
                  <a:pt x="177473" y="1333"/>
                  <a:pt x="175861" y="381"/>
                  <a:pt x="174058" y="191"/>
                </a:cubicBezTo>
                <a:cubicBezTo>
                  <a:pt x="173869" y="191"/>
                  <a:pt x="173584" y="0"/>
                  <a:pt x="173395" y="0"/>
                </a:cubicBezTo>
                <a:lnTo>
                  <a:pt x="7494" y="0"/>
                </a:lnTo>
                <a:cubicBezTo>
                  <a:pt x="2466" y="0"/>
                  <a:pt x="0" y="3715"/>
                  <a:pt x="0" y="7334"/>
                </a:cubicBezTo>
                <a:lnTo>
                  <a:pt x="0" y="346615"/>
                </a:lnTo>
                <a:cubicBezTo>
                  <a:pt x="0" y="351568"/>
                  <a:pt x="2561" y="353949"/>
                  <a:pt x="7494" y="353949"/>
                </a:cubicBezTo>
                <a:lnTo>
                  <a:pt x="263886" y="353949"/>
                </a:lnTo>
                <a:cubicBezTo>
                  <a:pt x="267680" y="353949"/>
                  <a:pt x="271380" y="351473"/>
                  <a:pt x="271380" y="346615"/>
                </a:cubicBezTo>
                <a:lnTo>
                  <a:pt x="271380" y="95821"/>
                </a:lnTo>
                <a:cubicBezTo>
                  <a:pt x="271380" y="95821"/>
                  <a:pt x="271380" y="95821"/>
                  <a:pt x="271380" y="95726"/>
                </a:cubicBezTo>
                <a:cubicBezTo>
                  <a:pt x="271380" y="95726"/>
                  <a:pt x="271380" y="95631"/>
                  <a:pt x="271380" y="95536"/>
                </a:cubicBezTo>
                <a:close/>
                <a:moveTo>
                  <a:pt x="180888" y="25622"/>
                </a:moveTo>
                <a:cubicBezTo>
                  <a:pt x="190753" y="35243"/>
                  <a:pt x="209534" y="53721"/>
                  <a:pt x="244915" y="88202"/>
                </a:cubicBezTo>
                <a:lnTo>
                  <a:pt x="180888" y="88202"/>
                </a:lnTo>
                <a:lnTo>
                  <a:pt x="180888" y="25622"/>
                </a:lnTo>
                <a:close/>
                <a:moveTo>
                  <a:pt x="15177" y="339281"/>
                </a:moveTo>
                <a:lnTo>
                  <a:pt x="15177" y="14669"/>
                </a:lnTo>
                <a:lnTo>
                  <a:pt x="165711" y="14669"/>
                </a:lnTo>
                <a:lnTo>
                  <a:pt x="165711" y="95536"/>
                </a:lnTo>
                <a:cubicBezTo>
                  <a:pt x="165711" y="100394"/>
                  <a:pt x="168272" y="102870"/>
                  <a:pt x="173300" y="102870"/>
                </a:cubicBezTo>
                <a:lnTo>
                  <a:pt x="256487" y="102870"/>
                </a:lnTo>
                <a:lnTo>
                  <a:pt x="256487" y="339281"/>
                </a:lnTo>
                <a:lnTo>
                  <a:pt x="15177" y="339281"/>
                </a:lnTo>
                <a:close/>
                <a:moveTo>
                  <a:pt x="226418" y="272891"/>
                </a:moveTo>
                <a:cubicBezTo>
                  <a:pt x="226418" y="277559"/>
                  <a:pt x="222624" y="279844"/>
                  <a:pt x="218830" y="279844"/>
                </a:cubicBezTo>
                <a:lnTo>
                  <a:pt x="52739" y="279844"/>
                </a:lnTo>
                <a:cubicBezTo>
                  <a:pt x="47712" y="279844"/>
                  <a:pt x="45151" y="277559"/>
                  <a:pt x="45151" y="272891"/>
                </a:cubicBezTo>
                <a:cubicBezTo>
                  <a:pt x="45151" y="269367"/>
                  <a:pt x="47712" y="265938"/>
                  <a:pt x="52739" y="265938"/>
                </a:cubicBezTo>
                <a:lnTo>
                  <a:pt x="218830" y="265938"/>
                </a:lnTo>
                <a:cubicBezTo>
                  <a:pt x="222624" y="265938"/>
                  <a:pt x="226418" y="269462"/>
                  <a:pt x="226418" y="272891"/>
                </a:cubicBezTo>
                <a:close/>
                <a:moveTo>
                  <a:pt x="226418" y="302133"/>
                </a:moveTo>
                <a:cubicBezTo>
                  <a:pt x="226418" y="307086"/>
                  <a:pt x="222624" y="309563"/>
                  <a:pt x="218830" y="309563"/>
                </a:cubicBezTo>
                <a:lnTo>
                  <a:pt x="52739" y="309563"/>
                </a:lnTo>
                <a:cubicBezTo>
                  <a:pt x="47712" y="309563"/>
                  <a:pt x="45151" y="307086"/>
                  <a:pt x="45151" y="302133"/>
                </a:cubicBezTo>
                <a:cubicBezTo>
                  <a:pt x="45151" y="298418"/>
                  <a:pt x="47712" y="294704"/>
                  <a:pt x="52739" y="294704"/>
                </a:cubicBezTo>
                <a:lnTo>
                  <a:pt x="218830" y="294704"/>
                </a:lnTo>
                <a:cubicBezTo>
                  <a:pt x="222624" y="294704"/>
                  <a:pt x="226418" y="298418"/>
                  <a:pt x="226418" y="302133"/>
                </a:cubicBezTo>
                <a:close/>
                <a:moveTo>
                  <a:pt x="83093" y="206597"/>
                </a:moveTo>
                <a:lnTo>
                  <a:pt x="105668" y="206597"/>
                </a:lnTo>
                <a:lnTo>
                  <a:pt x="105668" y="228791"/>
                </a:lnTo>
                <a:cubicBezTo>
                  <a:pt x="105668" y="233744"/>
                  <a:pt x="108134" y="236220"/>
                  <a:pt x="113162" y="236220"/>
                </a:cubicBezTo>
                <a:lnTo>
                  <a:pt x="158408" y="236220"/>
                </a:lnTo>
                <a:cubicBezTo>
                  <a:pt x="162202" y="236220"/>
                  <a:pt x="165901" y="233744"/>
                  <a:pt x="165901" y="228791"/>
                </a:cubicBezTo>
                <a:lnTo>
                  <a:pt x="165901" y="206597"/>
                </a:lnTo>
                <a:lnTo>
                  <a:pt x="188476" y="206597"/>
                </a:lnTo>
                <a:cubicBezTo>
                  <a:pt x="192271" y="206597"/>
                  <a:pt x="195970" y="204121"/>
                  <a:pt x="195970" y="199168"/>
                </a:cubicBezTo>
                <a:lnTo>
                  <a:pt x="195970" y="154686"/>
                </a:lnTo>
                <a:cubicBezTo>
                  <a:pt x="195970" y="150971"/>
                  <a:pt x="192176" y="147256"/>
                  <a:pt x="188476" y="147256"/>
                </a:cubicBezTo>
                <a:lnTo>
                  <a:pt x="165901" y="147256"/>
                </a:lnTo>
                <a:lnTo>
                  <a:pt x="165901" y="125063"/>
                </a:lnTo>
                <a:cubicBezTo>
                  <a:pt x="165901" y="121348"/>
                  <a:pt x="162107" y="117634"/>
                  <a:pt x="158408" y="117634"/>
                </a:cubicBezTo>
                <a:lnTo>
                  <a:pt x="113162" y="117634"/>
                </a:lnTo>
                <a:cubicBezTo>
                  <a:pt x="108134" y="117634"/>
                  <a:pt x="105668" y="121348"/>
                  <a:pt x="105668" y="125063"/>
                </a:cubicBezTo>
                <a:lnTo>
                  <a:pt x="105668" y="147256"/>
                </a:lnTo>
                <a:lnTo>
                  <a:pt x="83093" y="147256"/>
                </a:lnTo>
                <a:cubicBezTo>
                  <a:pt x="78066" y="147256"/>
                  <a:pt x="75599" y="150971"/>
                  <a:pt x="75599" y="154686"/>
                </a:cubicBezTo>
                <a:lnTo>
                  <a:pt x="75599" y="199168"/>
                </a:lnTo>
                <a:cubicBezTo>
                  <a:pt x="75599" y="204121"/>
                  <a:pt x="78066" y="206597"/>
                  <a:pt x="83093" y="206597"/>
                </a:cubicBezTo>
                <a:close/>
                <a:moveTo>
                  <a:pt x="90586" y="162211"/>
                </a:moveTo>
                <a:lnTo>
                  <a:pt x="113162" y="162211"/>
                </a:lnTo>
                <a:cubicBezTo>
                  <a:pt x="116956" y="162211"/>
                  <a:pt x="120655" y="159734"/>
                  <a:pt x="120655" y="154781"/>
                </a:cubicBezTo>
                <a:lnTo>
                  <a:pt x="120655" y="132588"/>
                </a:lnTo>
                <a:lnTo>
                  <a:pt x="150819" y="132588"/>
                </a:lnTo>
                <a:lnTo>
                  <a:pt x="150819" y="154781"/>
                </a:lnTo>
                <a:cubicBezTo>
                  <a:pt x="150819" y="159734"/>
                  <a:pt x="153285" y="162211"/>
                  <a:pt x="158313" y="162211"/>
                </a:cubicBezTo>
                <a:lnTo>
                  <a:pt x="180888" y="162211"/>
                </a:lnTo>
                <a:lnTo>
                  <a:pt x="180888" y="191834"/>
                </a:lnTo>
                <a:lnTo>
                  <a:pt x="158313" y="191834"/>
                </a:lnTo>
                <a:cubicBezTo>
                  <a:pt x="153285" y="191834"/>
                  <a:pt x="150819" y="195548"/>
                  <a:pt x="150819" y="199263"/>
                </a:cubicBezTo>
                <a:lnTo>
                  <a:pt x="150819" y="221456"/>
                </a:lnTo>
                <a:lnTo>
                  <a:pt x="120655" y="221456"/>
                </a:lnTo>
                <a:lnTo>
                  <a:pt x="120655" y="199263"/>
                </a:lnTo>
                <a:cubicBezTo>
                  <a:pt x="120655" y="195548"/>
                  <a:pt x="116861" y="191834"/>
                  <a:pt x="113162" y="191834"/>
                </a:cubicBezTo>
                <a:lnTo>
                  <a:pt x="90586" y="191834"/>
                </a:lnTo>
                <a:lnTo>
                  <a:pt x="90586" y="16221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8" name="Graphic 154">
            <a:extLst>
              <a:ext uri="{FF2B5EF4-FFF2-40B4-BE49-F238E27FC236}">
                <a16:creationId xmlns:a16="http://schemas.microsoft.com/office/drawing/2014/main" id="{0D75D7FF-5781-FE67-8C2E-7E847D67F407}"/>
              </a:ext>
            </a:extLst>
          </p:cNvPr>
          <p:cNvSpPr/>
          <p:nvPr/>
        </p:nvSpPr>
        <p:spPr>
          <a:xfrm>
            <a:off x="10475932" y="3449739"/>
            <a:ext cx="363855" cy="474396"/>
          </a:xfrm>
          <a:custGeom>
            <a:avLst/>
            <a:gdLst>
              <a:gd name="connsiteX0" fmla="*/ 271474 w 271474"/>
              <a:gd name="connsiteY0" fmla="*/ 95536 h 353949"/>
              <a:gd name="connsiteX1" fmla="*/ 267016 w 271474"/>
              <a:gd name="connsiteY1" fmla="*/ 89059 h 353949"/>
              <a:gd name="connsiteX2" fmla="*/ 178706 w 271474"/>
              <a:gd name="connsiteY2" fmla="*/ 2667 h 353949"/>
              <a:gd name="connsiteX3" fmla="*/ 174058 w 271474"/>
              <a:gd name="connsiteY3" fmla="*/ 191 h 353949"/>
              <a:gd name="connsiteX4" fmla="*/ 173395 w 271474"/>
              <a:gd name="connsiteY4" fmla="*/ 0 h 353949"/>
              <a:gd name="connsiteX5" fmla="*/ 7494 w 271474"/>
              <a:gd name="connsiteY5" fmla="*/ 0 h 353949"/>
              <a:gd name="connsiteX6" fmla="*/ 0 w 271474"/>
              <a:gd name="connsiteY6" fmla="*/ 7334 h 353949"/>
              <a:gd name="connsiteX7" fmla="*/ 0 w 271474"/>
              <a:gd name="connsiteY7" fmla="*/ 346615 h 353949"/>
              <a:gd name="connsiteX8" fmla="*/ 7494 w 271474"/>
              <a:gd name="connsiteY8" fmla="*/ 353949 h 353949"/>
              <a:gd name="connsiteX9" fmla="*/ 263886 w 271474"/>
              <a:gd name="connsiteY9" fmla="*/ 353949 h 353949"/>
              <a:gd name="connsiteX10" fmla="*/ 271380 w 271474"/>
              <a:gd name="connsiteY10" fmla="*/ 346615 h 353949"/>
              <a:gd name="connsiteX11" fmla="*/ 271380 w 271474"/>
              <a:gd name="connsiteY11" fmla="*/ 95821 h 353949"/>
              <a:gd name="connsiteX12" fmla="*/ 271380 w 271474"/>
              <a:gd name="connsiteY12" fmla="*/ 95726 h 353949"/>
              <a:gd name="connsiteX13" fmla="*/ 271380 w 271474"/>
              <a:gd name="connsiteY13" fmla="*/ 95536 h 353949"/>
              <a:gd name="connsiteX14" fmla="*/ 180888 w 271474"/>
              <a:gd name="connsiteY14" fmla="*/ 25622 h 353949"/>
              <a:gd name="connsiteX15" fmla="*/ 244915 w 271474"/>
              <a:gd name="connsiteY15" fmla="*/ 88202 h 353949"/>
              <a:gd name="connsiteX16" fmla="*/ 180888 w 271474"/>
              <a:gd name="connsiteY16" fmla="*/ 88202 h 353949"/>
              <a:gd name="connsiteX17" fmla="*/ 180888 w 271474"/>
              <a:gd name="connsiteY17" fmla="*/ 25622 h 353949"/>
              <a:gd name="connsiteX18" fmla="*/ 15177 w 271474"/>
              <a:gd name="connsiteY18" fmla="*/ 339281 h 353949"/>
              <a:gd name="connsiteX19" fmla="*/ 15177 w 271474"/>
              <a:gd name="connsiteY19" fmla="*/ 14669 h 353949"/>
              <a:gd name="connsiteX20" fmla="*/ 165711 w 271474"/>
              <a:gd name="connsiteY20" fmla="*/ 14669 h 353949"/>
              <a:gd name="connsiteX21" fmla="*/ 165711 w 271474"/>
              <a:gd name="connsiteY21" fmla="*/ 95536 h 353949"/>
              <a:gd name="connsiteX22" fmla="*/ 173300 w 271474"/>
              <a:gd name="connsiteY22" fmla="*/ 102870 h 353949"/>
              <a:gd name="connsiteX23" fmla="*/ 256487 w 271474"/>
              <a:gd name="connsiteY23" fmla="*/ 102870 h 353949"/>
              <a:gd name="connsiteX24" fmla="*/ 256487 w 271474"/>
              <a:gd name="connsiteY24" fmla="*/ 339281 h 353949"/>
              <a:gd name="connsiteX25" fmla="*/ 15177 w 271474"/>
              <a:gd name="connsiteY25" fmla="*/ 339281 h 353949"/>
              <a:gd name="connsiteX26" fmla="*/ 226418 w 271474"/>
              <a:gd name="connsiteY26" fmla="*/ 272891 h 353949"/>
              <a:gd name="connsiteX27" fmla="*/ 218830 w 271474"/>
              <a:gd name="connsiteY27" fmla="*/ 279844 h 353949"/>
              <a:gd name="connsiteX28" fmla="*/ 52739 w 271474"/>
              <a:gd name="connsiteY28" fmla="*/ 279844 h 353949"/>
              <a:gd name="connsiteX29" fmla="*/ 45151 w 271474"/>
              <a:gd name="connsiteY29" fmla="*/ 272891 h 353949"/>
              <a:gd name="connsiteX30" fmla="*/ 52739 w 271474"/>
              <a:gd name="connsiteY30" fmla="*/ 265938 h 353949"/>
              <a:gd name="connsiteX31" fmla="*/ 218830 w 271474"/>
              <a:gd name="connsiteY31" fmla="*/ 265938 h 353949"/>
              <a:gd name="connsiteX32" fmla="*/ 226418 w 271474"/>
              <a:gd name="connsiteY32" fmla="*/ 272891 h 353949"/>
              <a:gd name="connsiteX33" fmla="*/ 226418 w 271474"/>
              <a:gd name="connsiteY33" fmla="*/ 302133 h 353949"/>
              <a:gd name="connsiteX34" fmla="*/ 218830 w 271474"/>
              <a:gd name="connsiteY34" fmla="*/ 309563 h 353949"/>
              <a:gd name="connsiteX35" fmla="*/ 52739 w 271474"/>
              <a:gd name="connsiteY35" fmla="*/ 309563 h 353949"/>
              <a:gd name="connsiteX36" fmla="*/ 45151 w 271474"/>
              <a:gd name="connsiteY36" fmla="*/ 302133 h 353949"/>
              <a:gd name="connsiteX37" fmla="*/ 52739 w 271474"/>
              <a:gd name="connsiteY37" fmla="*/ 294704 h 353949"/>
              <a:gd name="connsiteX38" fmla="*/ 218830 w 271474"/>
              <a:gd name="connsiteY38" fmla="*/ 294704 h 353949"/>
              <a:gd name="connsiteX39" fmla="*/ 226418 w 271474"/>
              <a:gd name="connsiteY39" fmla="*/ 302133 h 353949"/>
              <a:gd name="connsiteX40" fmla="*/ 83093 w 271474"/>
              <a:gd name="connsiteY40" fmla="*/ 206597 h 353949"/>
              <a:gd name="connsiteX41" fmla="*/ 105668 w 271474"/>
              <a:gd name="connsiteY41" fmla="*/ 206597 h 353949"/>
              <a:gd name="connsiteX42" fmla="*/ 105668 w 271474"/>
              <a:gd name="connsiteY42" fmla="*/ 228791 h 353949"/>
              <a:gd name="connsiteX43" fmla="*/ 113162 w 271474"/>
              <a:gd name="connsiteY43" fmla="*/ 236220 h 353949"/>
              <a:gd name="connsiteX44" fmla="*/ 158408 w 271474"/>
              <a:gd name="connsiteY44" fmla="*/ 236220 h 353949"/>
              <a:gd name="connsiteX45" fmla="*/ 165901 w 271474"/>
              <a:gd name="connsiteY45" fmla="*/ 228791 h 353949"/>
              <a:gd name="connsiteX46" fmla="*/ 165901 w 271474"/>
              <a:gd name="connsiteY46" fmla="*/ 206597 h 353949"/>
              <a:gd name="connsiteX47" fmla="*/ 188476 w 271474"/>
              <a:gd name="connsiteY47" fmla="*/ 206597 h 353949"/>
              <a:gd name="connsiteX48" fmla="*/ 195970 w 271474"/>
              <a:gd name="connsiteY48" fmla="*/ 199168 h 353949"/>
              <a:gd name="connsiteX49" fmla="*/ 195970 w 271474"/>
              <a:gd name="connsiteY49" fmla="*/ 154686 h 353949"/>
              <a:gd name="connsiteX50" fmla="*/ 188476 w 271474"/>
              <a:gd name="connsiteY50" fmla="*/ 147256 h 353949"/>
              <a:gd name="connsiteX51" fmla="*/ 165901 w 271474"/>
              <a:gd name="connsiteY51" fmla="*/ 147256 h 353949"/>
              <a:gd name="connsiteX52" fmla="*/ 165901 w 271474"/>
              <a:gd name="connsiteY52" fmla="*/ 125063 h 353949"/>
              <a:gd name="connsiteX53" fmla="*/ 158408 w 271474"/>
              <a:gd name="connsiteY53" fmla="*/ 117634 h 353949"/>
              <a:gd name="connsiteX54" fmla="*/ 113162 w 271474"/>
              <a:gd name="connsiteY54" fmla="*/ 117634 h 353949"/>
              <a:gd name="connsiteX55" fmla="*/ 105668 w 271474"/>
              <a:gd name="connsiteY55" fmla="*/ 125063 h 353949"/>
              <a:gd name="connsiteX56" fmla="*/ 105668 w 271474"/>
              <a:gd name="connsiteY56" fmla="*/ 147256 h 353949"/>
              <a:gd name="connsiteX57" fmla="*/ 83093 w 271474"/>
              <a:gd name="connsiteY57" fmla="*/ 147256 h 353949"/>
              <a:gd name="connsiteX58" fmla="*/ 75599 w 271474"/>
              <a:gd name="connsiteY58" fmla="*/ 154686 h 353949"/>
              <a:gd name="connsiteX59" fmla="*/ 75599 w 271474"/>
              <a:gd name="connsiteY59" fmla="*/ 199168 h 353949"/>
              <a:gd name="connsiteX60" fmla="*/ 83093 w 271474"/>
              <a:gd name="connsiteY60" fmla="*/ 206597 h 353949"/>
              <a:gd name="connsiteX61" fmla="*/ 90586 w 271474"/>
              <a:gd name="connsiteY61" fmla="*/ 162211 h 353949"/>
              <a:gd name="connsiteX62" fmla="*/ 113162 w 271474"/>
              <a:gd name="connsiteY62" fmla="*/ 162211 h 353949"/>
              <a:gd name="connsiteX63" fmla="*/ 120655 w 271474"/>
              <a:gd name="connsiteY63" fmla="*/ 154781 h 353949"/>
              <a:gd name="connsiteX64" fmla="*/ 120655 w 271474"/>
              <a:gd name="connsiteY64" fmla="*/ 132588 h 353949"/>
              <a:gd name="connsiteX65" fmla="*/ 150819 w 271474"/>
              <a:gd name="connsiteY65" fmla="*/ 132588 h 353949"/>
              <a:gd name="connsiteX66" fmla="*/ 150819 w 271474"/>
              <a:gd name="connsiteY66" fmla="*/ 154781 h 353949"/>
              <a:gd name="connsiteX67" fmla="*/ 158313 w 271474"/>
              <a:gd name="connsiteY67" fmla="*/ 162211 h 353949"/>
              <a:gd name="connsiteX68" fmla="*/ 180888 w 271474"/>
              <a:gd name="connsiteY68" fmla="*/ 162211 h 353949"/>
              <a:gd name="connsiteX69" fmla="*/ 180888 w 271474"/>
              <a:gd name="connsiteY69" fmla="*/ 191834 h 353949"/>
              <a:gd name="connsiteX70" fmla="*/ 158313 w 271474"/>
              <a:gd name="connsiteY70" fmla="*/ 191834 h 353949"/>
              <a:gd name="connsiteX71" fmla="*/ 150819 w 271474"/>
              <a:gd name="connsiteY71" fmla="*/ 199263 h 353949"/>
              <a:gd name="connsiteX72" fmla="*/ 150819 w 271474"/>
              <a:gd name="connsiteY72" fmla="*/ 221456 h 353949"/>
              <a:gd name="connsiteX73" fmla="*/ 120655 w 271474"/>
              <a:gd name="connsiteY73" fmla="*/ 221456 h 353949"/>
              <a:gd name="connsiteX74" fmla="*/ 120655 w 271474"/>
              <a:gd name="connsiteY74" fmla="*/ 199263 h 353949"/>
              <a:gd name="connsiteX75" fmla="*/ 113162 w 271474"/>
              <a:gd name="connsiteY75" fmla="*/ 191834 h 353949"/>
              <a:gd name="connsiteX76" fmla="*/ 90586 w 271474"/>
              <a:gd name="connsiteY76" fmla="*/ 191834 h 353949"/>
              <a:gd name="connsiteX77" fmla="*/ 90586 w 271474"/>
              <a:gd name="connsiteY77" fmla="*/ 162211 h 353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71474" h="353949">
                <a:moveTo>
                  <a:pt x="271474" y="95536"/>
                </a:moveTo>
                <a:cubicBezTo>
                  <a:pt x="271474" y="92869"/>
                  <a:pt x="269482" y="90297"/>
                  <a:pt x="267016" y="89059"/>
                </a:cubicBezTo>
                <a:cubicBezTo>
                  <a:pt x="262084" y="84201"/>
                  <a:pt x="244156" y="66675"/>
                  <a:pt x="178706" y="2667"/>
                </a:cubicBezTo>
                <a:cubicBezTo>
                  <a:pt x="177473" y="1333"/>
                  <a:pt x="175861" y="381"/>
                  <a:pt x="174058" y="191"/>
                </a:cubicBezTo>
                <a:cubicBezTo>
                  <a:pt x="173869" y="191"/>
                  <a:pt x="173584" y="0"/>
                  <a:pt x="173395" y="0"/>
                </a:cubicBezTo>
                <a:lnTo>
                  <a:pt x="7494" y="0"/>
                </a:lnTo>
                <a:cubicBezTo>
                  <a:pt x="2466" y="0"/>
                  <a:pt x="0" y="3715"/>
                  <a:pt x="0" y="7334"/>
                </a:cubicBezTo>
                <a:lnTo>
                  <a:pt x="0" y="346615"/>
                </a:lnTo>
                <a:cubicBezTo>
                  <a:pt x="0" y="351568"/>
                  <a:pt x="2561" y="353949"/>
                  <a:pt x="7494" y="353949"/>
                </a:cubicBezTo>
                <a:lnTo>
                  <a:pt x="263886" y="353949"/>
                </a:lnTo>
                <a:cubicBezTo>
                  <a:pt x="267680" y="353949"/>
                  <a:pt x="271380" y="351473"/>
                  <a:pt x="271380" y="346615"/>
                </a:cubicBezTo>
                <a:lnTo>
                  <a:pt x="271380" y="95821"/>
                </a:lnTo>
                <a:cubicBezTo>
                  <a:pt x="271380" y="95821"/>
                  <a:pt x="271380" y="95821"/>
                  <a:pt x="271380" y="95726"/>
                </a:cubicBezTo>
                <a:cubicBezTo>
                  <a:pt x="271380" y="95726"/>
                  <a:pt x="271380" y="95631"/>
                  <a:pt x="271380" y="95536"/>
                </a:cubicBezTo>
                <a:close/>
                <a:moveTo>
                  <a:pt x="180888" y="25622"/>
                </a:moveTo>
                <a:cubicBezTo>
                  <a:pt x="190753" y="35243"/>
                  <a:pt x="209534" y="53721"/>
                  <a:pt x="244915" y="88202"/>
                </a:cubicBezTo>
                <a:lnTo>
                  <a:pt x="180888" y="88202"/>
                </a:lnTo>
                <a:lnTo>
                  <a:pt x="180888" y="25622"/>
                </a:lnTo>
                <a:close/>
                <a:moveTo>
                  <a:pt x="15177" y="339281"/>
                </a:moveTo>
                <a:lnTo>
                  <a:pt x="15177" y="14669"/>
                </a:lnTo>
                <a:lnTo>
                  <a:pt x="165711" y="14669"/>
                </a:lnTo>
                <a:lnTo>
                  <a:pt x="165711" y="95536"/>
                </a:lnTo>
                <a:cubicBezTo>
                  <a:pt x="165711" y="100394"/>
                  <a:pt x="168272" y="102870"/>
                  <a:pt x="173300" y="102870"/>
                </a:cubicBezTo>
                <a:lnTo>
                  <a:pt x="256487" y="102870"/>
                </a:lnTo>
                <a:lnTo>
                  <a:pt x="256487" y="339281"/>
                </a:lnTo>
                <a:lnTo>
                  <a:pt x="15177" y="339281"/>
                </a:lnTo>
                <a:close/>
                <a:moveTo>
                  <a:pt x="226418" y="272891"/>
                </a:moveTo>
                <a:cubicBezTo>
                  <a:pt x="226418" y="277559"/>
                  <a:pt x="222624" y="279844"/>
                  <a:pt x="218830" y="279844"/>
                </a:cubicBezTo>
                <a:lnTo>
                  <a:pt x="52739" y="279844"/>
                </a:lnTo>
                <a:cubicBezTo>
                  <a:pt x="47712" y="279844"/>
                  <a:pt x="45151" y="277559"/>
                  <a:pt x="45151" y="272891"/>
                </a:cubicBezTo>
                <a:cubicBezTo>
                  <a:pt x="45151" y="269367"/>
                  <a:pt x="47712" y="265938"/>
                  <a:pt x="52739" y="265938"/>
                </a:cubicBezTo>
                <a:lnTo>
                  <a:pt x="218830" y="265938"/>
                </a:lnTo>
                <a:cubicBezTo>
                  <a:pt x="222624" y="265938"/>
                  <a:pt x="226418" y="269462"/>
                  <a:pt x="226418" y="272891"/>
                </a:cubicBezTo>
                <a:close/>
                <a:moveTo>
                  <a:pt x="226418" y="302133"/>
                </a:moveTo>
                <a:cubicBezTo>
                  <a:pt x="226418" y="307086"/>
                  <a:pt x="222624" y="309563"/>
                  <a:pt x="218830" y="309563"/>
                </a:cubicBezTo>
                <a:lnTo>
                  <a:pt x="52739" y="309563"/>
                </a:lnTo>
                <a:cubicBezTo>
                  <a:pt x="47712" y="309563"/>
                  <a:pt x="45151" y="307086"/>
                  <a:pt x="45151" y="302133"/>
                </a:cubicBezTo>
                <a:cubicBezTo>
                  <a:pt x="45151" y="298418"/>
                  <a:pt x="47712" y="294704"/>
                  <a:pt x="52739" y="294704"/>
                </a:cubicBezTo>
                <a:lnTo>
                  <a:pt x="218830" y="294704"/>
                </a:lnTo>
                <a:cubicBezTo>
                  <a:pt x="222624" y="294704"/>
                  <a:pt x="226418" y="298418"/>
                  <a:pt x="226418" y="302133"/>
                </a:cubicBezTo>
                <a:close/>
                <a:moveTo>
                  <a:pt x="83093" y="206597"/>
                </a:moveTo>
                <a:lnTo>
                  <a:pt x="105668" y="206597"/>
                </a:lnTo>
                <a:lnTo>
                  <a:pt x="105668" y="228791"/>
                </a:lnTo>
                <a:cubicBezTo>
                  <a:pt x="105668" y="233744"/>
                  <a:pt x="108134" y="236220"/>
                  <a:pt x="113162" y="236220"/>
                </a:cubicBezTo>
                <a:lnTo>
                  <a:pt x="158408" y="236220"/>
                </a:lnTo>
                <a:cubicBezTo>
                  <a:pt x="162202" y="236220"/>
                  <a:pt x="165901" y="233744"/>
                  <a:pt x="165901" y="228791"/>
                </a:cubicBezTo>
                <a:lnTo>
                  <a:pt x="165901" y="206597"/>
                </a:lnTo>
                <a:lnTo>
                  <a:pt x="188476" y="206597"/>
                </a:lnTo>
                <a:cubicBezTo>
                  <a:pt x="192271" y="206597"/>
                  <a:pt x="195970" y="204121"/>
                  <a:pt x="195970" y="199168"/>
                </a:cubicBezTo>
                <a:lnTo>
                  <a:pt x="195970" y="154686"/>
                </a:lnTo>
                <a:cubicBezTo>
                  <a:pt x="195970" y="150971"/>
                  <a:pt x="192176" y="147256"/>
                  <a:pt x="188476" y="147256"/>
                </a:cubicBezTo>
                <a:lnTo>
                  <a:pt x="165901" y="147256"/>
                </a:lnTo>
                <a:lnTo>
                  <a:pt x="165901" y="125063"/>
                </a:lnTo>
                <a:cubicBezTo>
                  <a:pt x="165901" y="121348"/>
                  <a:pt x="162107" y="117634"/>
                  <a:pt x="158408" y="117634"/>
                </a:cubicBezTo>
                <a:lnTo>
                  <a:pt x="113162" y="117634"/>
                </a:lnTo>
                <a:cubicBezTo>
                  <a:pt x="108134" y="117634"/>
                  <a:pt x="105668" y="121348"/>
                  <a:pt x="105668" y="125063"/>
                </a:cubicBezTo>
                <a:lnTo>
                  <a:pt x="105668" y="147256"/>
                </a:lnTo>
                <a:lnTo>
                  <a:pt x="83093" y="147256"/>
                </a:lnTo>
                <a:cubicBezTo>
                  <a:pt x="78066" y="147256"/>
                  <a:pt x="75599" y="150971"/>
                  <a:pt x="75599" y="154686"/>
                </a:cubicBezTo>
                <a:lnTo>
                  <a:pt x="75599" y="199168"/>
                </a:lnTo>
                <a:cubicBezTo>
                  <a:pt x="75599" y="204121"/>
                  <a:pt x="78066" y="206597"/>
                  <a:pt x="83093" y="206597"/>
                </a:cubicBezTo>
                <a:close/>
                <a:moveTo>
                  <a:pt x="90586" y="162211"/>
                </a:moveTo>
                <a:lnTo>
                  <a:pt x="113162" y="162211"/>
                </a:lnTo>
                <a:cubicBezTo>
                  <a:pt x="116956" y="162211"/>
                  <a:pt x="120655" y="159734"/>
                  <a:pt x="120655" y="154781"/>
                </a:cubicBezTo>
                <a:lnTo>
                  <a:pt x="120655" y="132588"/>
                </a:lnTo>
                <a:lnTo>
                  <a:pt x="150819" y="132588"/>
                </a:lnTo>
                <a:lnTo>
                  <a:pt x="150819" y="154781"/>
                </a:lnTo>
                <a:cubicBezTo>
                  <a:pt x="150819" y="159734"/>
                  <a:pt x="153285" y="162211"/>
                  <a:pt x="158313" y="162211"/>
                </a:cubicBezTo>
                <a:lnTo>
                  <a:pt x="180888" y="162211"/>
                </a:lnTo>
                <a:lnTo>
                  <a:pt x="180888" y="191834"/>
                </a:lnTo>
                <a:lnTo>
                  <a:pt x="158313" y="191834"/>
                </a:lnTo>
                <a:cubicBezTo>
                  <a:pt x="153285" y="191834"/>
                  <a:pt x="150819" y="195548"/>
                  <a:pt x="150819" y="199263"/>
                </a:cubicBezTo>
                <a:lnTo>
                  <a:pt x="150819" y="221456"/>
                </a:lnTo>
                <a:lnTo>
                  <a:pt x="120655" y="221456"/>
                </a:lnTo>
                <a:lnTo>
                  <a:pt x="120655" y="199263"/>
                </a:lnTo>
                <a:cubicBezTo>
                  <a:pt x="120655" y="195548"/>
                  <a:pt x="116861" y="191834"/>
                  <a:pt x="113162" y="191834"/>
                </a:cubicBezTo>
                <a:lnTo>
                  <a:pt x="90586" y="191834"/>
                </a:lnTo>
                <a:lnTo>
                  <a:pt x="90586" y="16221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9" name="Graphic 154">
            <a:extLst>
              <a:ext uri="{FF2B5EF4-FFF2-40B4-BE49-F238E27FC236}">
                <a16:creationId xmlns:a16="http://schemas.microsoft.com/office/drawing/2014/main" id="{B4645D78-FCAC-7FE6-FA7D-F74EEB129CB7}"/>
              </a:ext>
            </a:extLst>
          </p:cNvPr>
          <p:cNvSpPr/>
          <p:nvPr/>
        </p:nvSpPr>
        <p:spPr>
          <a:xfrm>
            <a:off x="11241107" y="3449739"/>
            <a:ext cx="363855" cy="474396"/>
          </a:xfrm>
          <a:custGeom>
            <a:avLst/>
            <a:gdLst>
              <a:gd name="connsiteX0" fmla="*/ 271474 w 271474"/>
              <a:gd name="connsiteY0" fmla="*/ 95536 h 353949"/>
              <a:gd name="connsiteX1" fmla="*/ 267016 w 271474"/>
              <a:gd name="connsiteY1" fmla="*/ 89059 h 353949"/>
              <a:gd name="connsiteX2" fmla="*/ 178706 w 271474"/>
              <a:gd name="connsiteY2" fmla="*/ 2667 h 353949"/>
              <a:gd name="connsiteX3" fmla="*/ 174058 w 271474"/>
              <a:gd name="connsiteY3" fmla="*/ 191 h 353949"/>
              <a:gd name="connsiteX4" fmla="*/ 173395 w 271474"/>
              <a:gd name="connsiteY4" fmla="*/ 0 h 353949"/>
              <a:gd name="connsiteX5" fmla="*/ 7494 w 271474"/>
              <a:gd name="connsiteY5" fmla="*/ 0 h 353949"/>
              <a:gd name="connsiteX6" fmla="*/ 0 w 271474"/>
              <a:gd name="connsiteY6" fmla="*/ 7334 h 353949"/>
              <a:gd name="connsiteX7" fmla="*/ 0 w 271474"/>
              <a:gd name="connsiteY7" fmla="*/ 346615 h 353949"/>
              <a:gd name="connsiteX8" fmla="*/ 7494 w 271474"/>
              <a:gd name="connsiteY8" fmla="*/ 353949 h 353949"/>
              <a:gd name="connsiteX9" fmla="*/ 263886 w 271474"/>
              <a:gd name="connsiteY9" fmla="*/ 353949 h 353949"/>
              <a:gd name="connsiteX10" fmla="*/ 271380 w 271474"/>
              <a:gd name="connsiteY10" fmla="*/ 346615 h 353949"/>
              <a:gd name="connsiteX11" fmla="*/ 271380 w 271474"/>
              <a:gd name="connsiteY11" fmla="*/ 95821 h 353949"/>
              <a:gd name="connsiteX12" fmla="*/ 271380 w 271474"/>
              <a:gd name="connsiteY12" fmla="*/ 95726 h 353949"/>
              <a:gd name="connsiteX13" fmla="*/ 271380 w 271474"/>
              <a:gd name="connsiteY13" fmla="*/ 95536 h 353949"/>
              <a:gd name="connsiteX14" fmla="*/ 180888 w 271474"/>
              <a:gd name="connsiteY14" fmla="*/ 25622 h 353949"/>
              <a:gd name="connsiteX15" fmla="*/ 244915 w 271474"/>
              <a:gd name="connsiteY15" fmla="*/ 88202 h 353949"/>
              <a:gd name="connsiteX16" fmla="*/ 180888 w 271474"/>
              <a:gd name="connsiteY16" fmla="*/ 88202 h 353949"/>
              <a:gd name="connsiteX17" fmla="*/ 180888 w 271474"/>
              <a:gd name="connsiteY17" fmla="*/ 25622 h 353949"/>
              <a:gd name="connsiteX18" fmla="*/ 15177 w 271474"/>
              <a:gd name="connsiteY18" fmla="*/ 339281 h 353949"/>
              <a:gd name="connsiteX19" fmla="*/ 15177 w 271474"/>
              <a:gd name="connsiteY19" fmla="*/ 14669 h 353949"/>
              <a:gd name="connsiteX20" fmla="*/ 165711 w 271474"/>
              <a:gd name="connsiteY20" fmla="*/ 14669 h 353949"/>
              <a:gd name="connsiteX21" fmla="*/ 165711 w 271474"/>
              <a:gd name="connsiteY21" fmla="*/ 95536 h 353949"/>
              <a:gd name="connsiteX22" fmla="*/ 173300 w 271474"/>
              <a:gd name="connsiteY22" fmla="*/ 102870 h 353949"/>
              <a:gd name="connsiteX23" fmla="*/ 256487 w 271474"/>
              <a:gd name="connsiteY23" fmla="*/ 102870 h 353949"/>
              <a:gd name="connsiteX24" fmla="*/ 256487 w 271474"/>
              <a:gd name="connsiteY24" fmla="*/ 339281 h 353949"/>
              <a:gd name="connsiteX25" fmla="*/ 15177 w 271474"/>
              <a:gd name="connsiteY25" fmla="*/ 339281 h 353949"/>
              <a:gd name="connsiteX26" fmla="*/ 226418 w 271474"/>
              <a:gd name="connsiteY26" fmla="*/ 272891 h 353949"/>
              <a:gd name="connsiteX27" fmla="*/ 218830 w 271474"/>
              <a:gd name="connsiteY27" fmla="*/ 279844 h 353949"/>
              <a:gd name="connsiteX28" fmla="*/ 52739 w 271474"/>
              <a:gd name="connsiteY28" fmla="*/ 279844 h 353949"/>
              <a:gd name="connsiteX29" fmla="*/ 45151 w 271474"/>
              <a:gd name="connsiteY29" fmla="*/ 272891 h 353949"/>
              <a:gd name="connsiteX30" fmla="*/ 52739 w 271474"/>
              <a:gd name="connsiteY30" fmla="*/ 265938 h 353949"/>
              <a:gd name="connsiteX31" fmla="*/ 218830 w 271474"/>
              <a:gd name="connsiteY31" fmla="*/ 265938 h 353949"/>
              <a:gd name="connsiteX32" fmla="*/ 226418 w 271474"/>
              <a:gd name="connsiteY32" fmla="*/ 272891 h 353949"/>
              <a:gd name="connsiteX33" fmla="*/ 226418 w 271474"/>
              <a:gd name="connsiteY33" fmla="*/ 302133 h 353949"/>
              <a:gd name="connsiteX34" fmla="*/ 218830 w 271474"/>
              <a:gd name="connsiteY34" fmla="*/ 309563 h 353949"/>
              <a:gd name="connsiteX35" fmla="*/ 52739 w 271474"/>
              <a:gd name="connsiteY35" fmla="*/ 309563 h 353949"/>
              <a:gd name="connsiteX36" fmla="*/ 45151 w 271474"/>
              <a:gd name="connsiteY36" fmla="*/ 302133 h 353949"/>
              <a:gd name="connsiteX37" fmla="*/ 52739 w 271474"/>
              <a:gd name="connsiteY37" fmla="*/ 294704 h 353949"/>
              <a:gd name="connsiteX38" fmla="*/ 218830 w 271474"/>
              <a:gd name="connsiteY38" fmla="*/ 294704 h 353949"/>
              <a:gd name="connsiteX39" fmla="*/ 226418 w 271474"/>
              <a:gd name="connsiteY39" fmla="*/ 302133 h 353949"/>
              <a:gd name="connsiteX40" fmla="*/ 83093 w 271474"/>
              <a:gd name="connsiteY40" fmla="*/ 206597 h 353949"/>
              <a:gd name="connsiteX41" fmla="*/ 105668 w 271474"/>
              <a:gd name="connsiteY41" fmla="*/ 206597 h 353949"/>
              <a:gd name="connsiteX42" fmla="*/ 105668 w 271474"/>
              <a:gd name="connsiteY42" fmla="*/ 228791 h 353949"/>
              <a:gd name="connsiteX43" fmla="*/ 113162 w 271474"/>
              <a:gd name="connsiteY43" fmla="*/ 236220 h 353949"/>
              <a:gd name="connsiteX44" fmla="*/ 158408 w 271474"/>
              <a:gd name="connsiteY44" fmla="*/ 236220 h 353949"/>
              <a:gd name="connsiteX45" fmla="*/ 165901 w 271474"/>
              <a:gd name="connsiteY45" fmla="*/ 228791 h 353949"/>
              <a:gd name="connsiteX46" fmla="*/ 165901 w 271474"/>
              <a:gd name="connsiteY46" fmla="*/ 206597 h 353949"/>
              <a:gd name="connsiteX47" fmla="*/ 188476 w 271474"/>
              <a:gd name="connsiteY47" fmla="*/ 206597 h 353949"/>
              <a:gd name="connsiteX48" fmla="*/ 195970 w 271474"/>
              <a:gd name="connsiteY48" fmla="*/ 199168 h 353949"/>
              <a:gd name="connsiteX49" fmla="*/ 195970 w 271474"/>
              <a:gd name="connsiteY49" fmla="*/ 154686 h 353949"/>
              <a:gd name="connsiteX50" fmla="*/ 188476 w 271474"/>
              <a:gd name="connsiteY50" fmla="*/ 147256 h 353949"/>
              <a:gd name="connsiteX51" fmla="*/ 165901 w 271474"/>
              <a:gd name="connsiteY51" fmla="*/ 147256 h 353949"/>
              <a:gd name="connsiteX52" fmla="*/ 165901 w 271474"/>
              <a:gd name="connsiteY52" fmla="*/ 125063 h 353949"/>
              <a:gd name="connsiteX53" fmla="*/ 158408 w 271474"/>
              <a:gd name="connsiteY53" fmla="*/ 117634 h 353949"/>
              <a:gd name="connsiteX54" fmla="*/ 113162 w 271474"/>
              <a:gd name="connsiteY54" fmla="*/ 117634 h 353949"/>
              <a:gd name="connsiteX55" fmla="*/ 105668 w 271474"/>
              <a:gd name="connsiteY55" fmla="*/ 125063 h 353949"/>
              <a:gd name="connsiteX56" fmla="*/ 105668 w 271474"/>
              <a:gd name="connsiteY56" fmla="*/ 147256 h 353949"/>
              <a:gd name="connsiteX57" fmla="*/ 83093 w 271474"/>
              <a:gd name="connsiteY57" fmla="*/ 147256 h 353949"/>
              <a:gd name="connsiteX58" fmla="*/ 75599 w 271474"/>
              <a:gd name="connsiteY58" fmla="*/ 154686 h 353949"/>
              <a:gd name="connsiteX59" fmla="*/ 75599 w 271474"/>
              <a:gd name="connsiteY59" fmla="*/ 199168 h 353949"/>
              <a:gd name="connsiteX60" fmla="*/ 83093 w 271474"/>
              <a:gd name="connsiteY60" fmla="*/ 206597 h 353949"/>
              <a:gd name="connsiteX61" fmla="*/ 90586 w 271474"/>
              <a:gd name="connsiteY61" fmla="*/ 162211 h 353949"/>
              <a:gd name="connsiteX62" fmla="*/ 113162 w 271474"/>
              <a:gd name="connsiteY62" fmla="*/ 162211 h 353949"/>
              <a:gd name="connsiteX63" fmla="*/ 120655 w 271474"/>
              <a:gd name="connsiteY63" fmla="*/ 154781 h 353949"/>
              <a:gd name="connsiteX64" fmla="*/ 120655 w 271474"/>
              <a:gd name="connsiteY64" fmla="*/ 132588 h 353949"/>
              <a:gd name="connsiteX65" fmla="*/ 150819 w 271474"/>
              <a:gd name="connsiteY65" fmla="*/ 132588 h 353949"/>
              <a:gd name="connsiteX66" fmla="*/ 150819 w 271474"/>
              <a:gd name="connsiteY66" fmla="*/ 154781 h 353949"/>
              <a:gd name="connsiteX67" fmla="*/ 158313 w 271474"/>
              <a:gd name="connsiteY67" fmla="*/ 162211 h 353949"/>
              <a:gd name="connsiteX68" fmla="*/ 180888 w 271474"/>
              <a:gd name="connsiteY68" fmla="*/ 162211 h 353949"/>
              <a:gd name="connsiteX69" fmla="*/ 180888 w 271474"/>
              <a:gd name="connsiteY69" fmla="*/ 191834 h 353949"/>
              <a:gd name="connsiteX70" fmla="*/ 158313 w 271474"/>
              <a:gd name="connsiteY70" fmla="*/ 191834 h 353949"/>
              <a:gd name="connsiteX71" fmla="*/ 150819 w 271474"/>
              <a:gd name="connsiteY71" fmla="*/ 199263 h 353949"/>
              <a:gd name="connsiteX72" fmla="*/ 150819 w 271474"/>
              <a:gd name="connsiteY72" fmla="*/ 221456 h 353949"/>
              <a:gd name="connsiteX73" fmla="*/ 120655 w 271474"/>
              <a:gd name="connsiteY73" fmla="*/ 221456 h 353949"/>
              <a:gd name="connsiteX74" fmla="*/ 120655 w 271474"/>
              <a:gd name="connsiteY74" fmla="*/ 199263 h 353949"/>
              <a:gd name="connsiteX75" fmla="*/ 113162 w 271474"/>
              <a:gd name="connsiteY75" fmla="*/ 191834 h 353949"/>
              <a:gd name="connsiteX76" fmla="*/ 90586 w 271474"/>
              <a:gd name="connsiteY76" fmla="*/ 191834 h 353949"/>
              <a:gd name="connsiteX77" fmla="*/ 90586 w 271474"/>
              <a:gd name="connsiteY77" fmla="*/ 162211 h 353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71474" h="353949">
                <a:moveTo>
                  <a:pt x="271474" y="95536"/>
                </a:moveTo>
                <a:cubicBezTo>
                  <a:pt x="271474" y="92869"/>
                  <a:pt x="269482" y="90297"/>
                  <a:pt x="267016" y="89059"/>
                </a:cubicBezTo>
                <a:cubicBezTo>
                  <a:pt x="262084" y="84201"/>
                  <a:pt x="244156" y="66675"/>
                  <a:pt x="178706" y="2667"/>
                </a:cubicBezTo>
                <a:cubicBezTo>
                  <a:pt x="177473" y="1333"/>
                  <a:pt x="175861" y="381"/>
                  <a:pt x="174058" y="191"/>
                </a:cubicBezTo>
                <a:cubicBezTo>
                  <a:pt x="173869" y="191"/>
                  <a:pt x="173584" y="0"/>
                  <a:pt x="173395" y="0"/>
                </a:cubicBezTo>
                <a:lnTo>
                  <a:pt x="7494" y="0"/>
                </a:lnTo>
                <a:cubicBezTo>
                  <a:pt x="2466" y="0"/>
                  <a:pt x="0" y="3715"/>
                  <a:pt x="0" y="7334"/>
                </a:cubicBezTo>
                <a:lnTo>
                  <a:pt x="0" y="346615"/>
                </a:lnTo>
                <a:cubicBezTo>
                  <a:pt x="0" y="351568"/>
                  <a:pt x="2561" y="353949"/>
                  <a:pt x="7494" y="353949"/>
                </a:cubicBezTo>
                <a:lnTo>
                  <a:pt x="263886" y="353949"/>
                </a:lnTo>
                <a:cubicBezTo>
                  <a:pt x="267680" y="353949"/>
                  <a:pt x="271380" y="351473"/>
                  <a:pt x="271380" y="346615"/>
                </a:cubicBezTo>
                <a:lnTo>
                  <a:pt x="271380" y="95821"/>
                </a:lnTo>
                <a:cubicBezTo>
                  <a:pt x="271380" y="95821"/>
                  <a:pt x="271380" y="95821"/>
                  <a:pt x="271380" y="95726"/>
                </a:cubicBezTo>
                <a:cubicBezTo>
                  <a:pt x="271380" y="95726"/>
                  <a:pt x="271380" y="95631"/>
                  <a:pt x="271380" y="95536"/>
                </a:cubicBezTo>
                <a:close/>
                <a:moveTo>
                  <a:pt x="180888" y="25622"/>
                </a:moveTo>
                <a:cubicBezTo>
                  <a:pt x="190753" y="35243"/>
                  <a:pt x="209534" y="53721"/>
                  <a:pt x="244915" y="88202"/>
                </a:cubicBezTo>
                <a:lnTo>
                  <a:pt x="180888" y="88202"/>
                </a:lnTo>
                <a:lnTo>
                  <a:pt x="180888" y="25622"/>
                </a:lnTo>
                <a:close/>
                <a:moveTo>
                  <a:pt x="15177" y="339281"/>
                </a:moveTo>
                <a:lnTo>
                  <a:pt x="15177" y="14669"/>
                </a:lnTo>
                <a:lnTo>
                  <a:pt x="165711" y="14669"/>
                </a:lnTo>
                <a:lnTo>
                  <a:pt x="165711" y="95536"/>
                </a:lnTo>
                <a:cubicBezTo>
                  <a:pt x="165711" y="100394"/>
                  <a:pt x="168272" y="102870"/>
                  <a:pt x="173300" y="102870"/>
                </a:cubicBezTo>
                <a:lnTo>
                  <a:pt x="256487" y="102870"/>
                </a:lnTo>
                <a:lnTo>
                  <a:pt x="256487" y="339281"/>
                </a:lnTo>
                <a:lnTo>
                  <a:pt x="15177" y="339281"/>
                </a:lnTo>
                <a:close/>
                <a:moveTo>
                  <a:pt x="226418" y="272891"/>
                </a:moveTo>
                <a:cubicBezTo>
                  <a:pt x="226418" y="277559"/>
                  <a:pt x="222624" y="279844"/>
                  <a:pt x="218830" y="279844"/>
                </a:cubicBezTo>
                <a:lnTo>
                  <a:pt x="52739" y="279844"/>
                </a:lnTo>
                <a:cubicBezTo>
                  <a:pt x="47712" y="279844"/>
                  <a:pt x="45151" y="277559"/>
                  <a:pt x="45151" y="272891"/>
                </a:cubicBezTo>
                <a:cubicBezTo>
                  <a:pt x="45151" y="269367"/>
                  <a:pt x="47712" y="265938"/>
                  <a:pt x="52739" y="265938"/>
                </a:cubicBezTo>
                <a:lnTo>
                  <a:pt x="218830" y="265938"/>
                </a:lnTo>
                <a:cubicBezTo>
                  <a:pt x="222624" y="265938"/>
                  <a:pt x="226418" y="269462"/>
                  <a:pt x="226418" y="272891"/>
                </a:cubicBezTo>
                <a:close/>
                <a:moveTo>
                  <a:pt x="226418" y="302133"/>
                </a:moveTo>
                <a:cubicBezTo>
                  <a:pt x="226418" y="307086"/>
                  <a:pt x="222624" y="309563"/>
                  <a:pt x="218830" y="309563"/>
                </a:cubicBezTo>
                <a:lnTo>
                  <a:pt x="52739" y="309563"/>
                </a:lnTo>
                <a:cubicBezTo>
                  <a:pt x="47712" y="309563"/>
                  <a:pt x="45151" y="307086"/>
                  <a:pt x="45151" y="302133"/>
                </a:cubicBezTo>
                <a:cubicBezTo>
                  <a:pt x="45151" y="298418"/>
                  <a:pt x="47712" y="294704"/>
                  <a:pt x="52739" y="294704"/>
                </a:cubicBezTo>
                <a:lnTo>
                  <a:pt x="218830" y="294704"/>
                </a:lnTo>
                <a:cubicBezTo>
                  <a:pt x="222624" y="294704"/>
                  <a:pt x="226418" y="298418"/>
                  <a:pt x="226418" y="302133"/>
                </a:cubicBezTo>
                <a:close/>
                <a:moveTo>
                  <a:pt x="83093" y="206597"/>
                </a:moveTo>
                <a:lnTo>
                  <a:pt x="105668" y="206597"/>
                </a:lnTo>
                <a:lnTo>
                  <a:pt x="105668" y="228791"/>
                </a:lnTo>
                <a:cubicBezTo>
                  <a:pt x="105668" y="233744"/>
                  <a:pt x="108134" y="236220"/>
                  <a:pt x="113162" y="236220"/>
                </a:cubicBezTo>
                <a:lnTo>
                  <a:pt x="158408" y="236220"/>
                </a:lnTo>
                <a:cubicBezTo>
                  <a:pt x="162202" y="236220"/>
                  <a:pt x="165901" y="233744"/>
                  <a:pt x="165901" y="228791"/>
                </a:cubicBezTo>
                <a:lnTo>
                  <a:pt x="165901" y="206597"/>
                </a:lnTo>
                <a:lnTo>
                  <a:pt x="188476" y="206597"/>
                </a:lnTo>
                <a:cubicBezTo>
                  <a:pt x="192271" y="206597"/>
                  <a:pt x="195970" y="204121"/>
                  <a:pt x="195970" y="199168"/>
                </a:cubicBezTo>
                <a:lnTo>
                  <a:pt x="195970" y="154686"/>
                </a:lnTo>
                <a:cubicBezTo>
                  <a:pt x="195970" y="150971"/>
                  <a:pt x="192176" y="147256"/>
                  <a:pt x="188476" y="147256"/>
                </a:cubicBezTo>
                <a:lnTo>
                  <a:pt x="165901" y="147256"/>
                </a:lnTo>
                <a:lnTo>
                  <a:pt x="165901" y="125063"/>
                </a:lnTo>
                <a:cubicBezTo>
                  <a:pt x="165901" y="121348"/>
                  <a:pt x="162107" y="117634"/>
                  <a:pt x="158408" y="117634"/>
                </a:cubicBezTo>
                <a:lnTo>
                  <a:pt x="113162" y="117634"/>
                </a:lnTo>
                <a:cubicBezTo>
                  <a:pt x="108134" y="117634"/>
                  <a:pt x="105668" y="121348"/>
                  <a:pt x="105668" y="125063"/>
                </a:cubicBezTo>
                <a:lnTo>
                  <a:pt x="105668" y="147256"/>
                </a:lnTo>
                <a:lnTo>
                  <a:pt x="83093" y="147256"/>
                </a:lnTo>
                <a:cubicBezTo>
                  <a:pt x="78066" y="147256"/>
                  <a:pt x="75599" y="150971"/>
                  <a:pt x="75599" y="154686"/>
                </a:cubicBezTo>
                <a:lnTo>
                  <a:pt x="75599" y="199168"/>
                </a:lnTo>
                <a:cubicBezTo>
                  <a:pt x="75599" y="204121"/>
                  <a:pt x="78066" y="206597"/>
                  <a:pt x="83093" y="206597"/>
                </a:cubicBezTo>
                <a:close/>
                <a:moveTo>
                  <a:pt x="90586" y="162211"/>
                </a:moveTo>
                <a:lnTo>
                  <a:pt x="113162" y="162211"/>
                </a:lnTo>
                <a:cubicBezTo>
                  <a:pt x="116956" y="162211"/>
                  <a:pt x="120655" y="159734"/>
                  <a:pt x="120655" y="154781"/>
                </a:cubicBezTo>
                <a:lnTo>
                  <a:pt x="120655" y="132588"/>
                </a:lnTo>
                <a:lnTo>
                  <a:pt x="150819" y="132588"/>
                </a:lnTo>
                <a:lnTo>
                  <a:pt x="150819" y="154781"/>
                </a:lnTo>
                <a:cubicBezTo>
                  <a:pt x="150819" y="159734"/>
                  <a:pt x="153285" y="162211"/>
                  <a:pt x="158313" y="162211"/>
                </a:cubicBezTo>
                <a:lnTo>
                  <a:pt x="180888" y="162211"/>
                </a:lnTo>
                <a:lnTo>
                  <a:pt x="180888" y="191834"/>
                </a:lnTo>
                <a:lnTo>
                  <a:pt x="158313" y="191834"/>
                </a:lnTo>
                <a:cubicBezTo>
                  <a:pt x="153285" y="191834"/>
                  <a:pt x="150819" y="195548"/>
                  <a:pt x="150819" y="199263"/>
                </a:cubicBezTo>
                <a:lnTo>
                  <a:pt x="150819" y="221456"/>
                </a:lnTo>
                <a:lnTo>
                  <a:pt x="120655" y="221456"/>
                </a:lnTo>
                <a:lnTo>
                  <a:pt x="120655" y="199263"/>
                </a:lnTo>
                <a:cubicBezTo>
                  <a:pt x="120655" y="195548"/>
                  <a:pt x="116861" y="191834"/>
                  <a:pt x="113162" y="191834"/>
                </a:cubicBezTo>
                <a:lnTo>
                  <a:pt x="90586" y="191834"/>
                </a:lnTo>
                <a:lnTo>
                  <a:pt x="90586" y="16221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2" hidden="1">
            <a:extLst>
              <a:ext uri="{FF2B5EF4-FFF2-40B4-BE49-F238E27FC236}">
                <a16:creationId xmlns:a16="http://schemas.microsoft.com/office/drawing/2014/main" id="{A49C094F-6FAB-F985-C614-F1C8FF3F362D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57328" y="-467040"/>
            <a:ext cx="6887437" cy="276999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People &amp; organization Template 1</a:t>
            </a:r>
          </a:p>
        </p:txBody>
      </p:sp>
      <p:sp>
        <p:nvSpPr>
          <p:cNvPr id="2" name="object 2"/>
          <p:cNvSpPr txBox="1"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People &amp; organization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AF1F0CC4-CAE5-4018-3471-0E4D69364F52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user; account; crm; 360; customer; consumer; person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DE8E9467-8CB4-FECD-9D6C-F1AA3F80439D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account; group; users; team; people; customers; consumers; resources; staff; staffing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AF165BEB-094D-DBF6-539D-288F79DEFE8F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person; people; avatar</a:t>
            </a:r>
          </a:p>
        </p:txBody>
      </p:sp>
      <p:sp>
        <p:nvSpPr>
          <p:cNvPr id="144" name="Text Placeholder 143">
            <a:extLst>
              <a:ext uri="{FF2B5EF4-FFF2-40B4-BE49-F238E27FC236}">
                <a16:creationId xmlns:a16="http://schemas.microsoft.com/office/drawing/2014/main" id="{226F94AD-1762-4286-0F0C-6DEE687B3DAB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person; plus</a:t>
            </a:r>
          </a:p>
        </p:txBody>
      </p:sp>
      <p:sp>
        <p:nvSpPr>
          <p:cNvPr id="145" name="Text Placeholder 144">
            <a:extLst>
              <a:ext uri="{FF2B5EF4-FFF2-40B4-BE49-F238E27FC236}">
                <a16:creationId xmlns:a16="http://schemas.microsoft.com/office/drawing/2014/main" id="{93936370-4223-105F-DAFB-4844978C9B11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person; alert</a:t>
            </a:r>
          </a:p>
        </p:txBody>
      </p:sp>
      <p:sp>
        <p:nvSpPr>
          <p:cNvPr id="146" name="Text Placeholder 145">
            <a:extLst>
              <a:ext uri="{FF2B5EF4-FFF2-40B4-BE49-F238E27FC236}">
                <a16:creationId xmlns:a16="http://schemas.microsoft.com/office/drawing/2014/main" id="{467BC200-F032-0892-2928-9C7B86737815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person; lock</a:t>
            </a:r>
          </a:p>
        </p:txBody>
      </p:sp>
      <p:sp>
        <p:nvSpPr>
          <p:cNvPr id="147" name="Text Placeholder 146">
            <a:extLst>
              <a:ext uri="{FF2B5EF4-FFF2-40B4-BE49-F238E27FC236}">
                <a16:creationId xmlns:a16="http://schemas.microsoft.com/office/drawing/2014/main" id="{E1A37927-69DE-F8AF-8559-DDC2CA81B372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people; group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DC2819B-C509-E1EE-BBAB-8DEFD621340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people; group; alert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07BC1B7A-D636-9B10-146C-675F66A9031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people; lock; security;</a:t>
            </a:r>
          </a:p>
          <a:p>
            <a:r>
              <a:rPr lang="en-US" dirty="0"/>
              <a:t>safety</a:t>
            </a:r>
            <a:endParaRPr lang="en-US"/>
          </a:p>
          <a:p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9B39629-A650-6FCA-8475-17E8D57686A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network; team; group</a:t>
            </a:r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C1D21EE5-A21C-3A60-FC0A-458241C6487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collaboration; discussion;</a:t>
            </a:r>
          </a:p>
          <a:p>
            <a:r>
              <a:rPr lang="en-US" dirty="0"/>
              <a:t>meeting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E7CD2BBB-7C43-4B7F-80DB-6548261829D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team; organization;</a:t>
            </a:r>
          </a:p>
          <a:p>
            <a:r>
              <a:rPr lang="en-US" dirty="0"/>
              <a:t>global</a:t>
            </a:r>
            <a:endParaRPr lang="en-US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B8D3DF98-E441-AB25-934D-73D5A597E8D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boss; leader; structure</a:t>
            </a:r>
            <a:endParaRPr lang="en-US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A37DB955-D89A-63F7-1E54-01B15B46045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search; people</a:t>
            </a:r>
            <a:endParaRPr lang="en-US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83330859-D22B-2F5D-F5D0-0962B5B3FF2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</p:spPr>
        <p:txBody>
          <a:bodyPr/>
          <a:lstStyle/>
          <a:p>
            <a:r>
              <a:rPr lang="en-US" dirty="0"/>
              <a:t>hearing impaired; silence</a:t>
            </a:r>
            <a:endParaRPr lang="en-US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D3B5A8A3-05BF-D5D2-B4B8-82AF8642BA1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</p:spPr>
        <p:txBody>
          <a:bodyPr/>
          <a:lstStyle/>
          <a:p>
            <a:r>
              <a:rPr lang="en-US" dirty="0"/>
              <a:t>diversity; inclusivity; representation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C6647727-5DEA-6247-9C1A-69D42DF9371F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633641" y="6153948"/>
            <a:ext cx="1638000" cy="640800"/>
          </a:xfrm>
        </p:spPr>
        <p:txBody>
          <a:bodyPr/>
          <a:lstStyle/>
          <a:p>
            <a:r>
              <a:rPr lang="en-US" dirty="0"/>
              <a:t>blind; braille</a:t>
            </a:r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BBEA2047-0211-5D20-015C-3C9C7FFE462E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285231" y="6153948"/>
            <a:ext cx="1638000" cy="640800"/>
          </a:xfrm>
        </p:spPr>
        <p:txBody>
          <a:bodyPr/>
          <a:lstStyle/>
          <a:p>
            <a:r>
              <a:rPr lang="en-US" dirty="0"/>
              <a:t>accessible; accessibility; wheelchair</a:t>
            </a:r>
            <a:endParaRPr lang="en-US"/>
          </a:p>
        </p:txBody>
      </p:sp>
      <p:sp>
        <p:nvSpPr>
          <p:cNvPr id="4" name="object 4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357328" y="4728740"/>
            <a:ext cx="11473815" cy="0"/>
          </a:xfrm>
          <a:custGeom>
            <a:avLst/>
            <a:gdLst/>
            <a:ahLst/>
            <a:cxnLst/>
            <a:rect l="l" t="t" r="r" b="b"/>
            <a:pathLst>
              <a:path w="11473815">
                <a:moveTo>
                  <a:pt x="0" y="0"/>
                </a:moveTo>
                <a:lnTo>
                  <a:pt x="11473294" y="0"/>
                </a:lnTo>
              </a:path>
            </a:pathLst>
          </a:custGeom>
          <a:ln w="9525">
            <a:solidFill>
              <a:srgbClr val="959595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357328" y="2698656"/>
            <a:ext cx="11473815" cy="0"/>
          </a:xfrm>
          <a:custGeom>
            <a:avLst/>
            <a:gdLst/>
            <a:ahLst/>
            <a:cxnLst/>
            <a:rect l="l" t="t" r="r" b="b"/>
            <a:pathLst>
              <a:path w="11473815">
                <a:moveTo>
                  <a:pt x="0" y="0"/>
                </a:moveTo>
                <a:lnTo>
                  <a:pt x="11473294" y="0"/>
                </a:lnTo>
              </a:path>
            </a:pathLst>
          </a:custGeom>
          <a:ln w="9525">
            <a:solidFill>
              <a:srgbClr val="959595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Graphic 17">
            <a:extLst>
              <a:ext uri="{FF2B5EF4-FFF2-40B4-BE49-F238E27FC236}">
                <a16:creationId xmlns:a16="http://schemas.microsoft.com/office/drawing/2014/main" id="{A6199D60-ACD3-9B29-C989-30689EDE6D6A}"/>
              </a:ext>
            </a:extLst>
          </p:cNvPr>
          <p:cNvSpPr/>
          <p:nvPr/>
        </p:nvSpPr>
        <p:spPr>
          <a:xfrm>
            <a:off x="559025" y="804137"/>
            <a:ext cx="480843" cy="483870"/>
          </a:xfrm>
          <a:custGeom>
            <a:avLst/>
            <a:gdLst>
              <a:gd name="connsiteX0" fmla="*/ 179276 w 357697"/>
              <a:gd name="connsiteY0" fmla="*/ 104775 h 359949"/>
              <a:gd name="connsiteX1" fmla="*/ 231446 w 357697"/>
              <a:gd name="connsiteY1" fmla="*/ 52388 h 359949"/>
              <a:gd name="connsiteX2" fmla="*/ 179276 w 357697"/>
              <a:gd name="connsiteY2" fmla="*/ 0 h 359949"/>
              <a:gd name="connsiteX3" fmla="*/ 127105 w 357697"/>
              <a:gd name="connsiteY3" fmla="*/ 52388 h 359949"/>
              <a:gd name="connsiteX4" fmla="*/ 179276 w 357697"/>
              <a:gd name="connsiteY4" fmla="*/ 104775 h 359949"/>
              <a:gd name="connsiteX5" fmla="*/ 179276 w 357697"/>
              <a:gd name="connsiteY5" fmla="*/ 14954 h 359949"/>
              <a:gd name="connsiteX6" fmla="*/ 216553 w 357697"/>
              <a:gd name="connsiteY6" fmla="*/ 52388 h 359949"/>
              <a:gd name="connsiteX7" fmla="*/ 179276 w 357697"/>
              <a:gd name="connsiteY7" fmla="*/ 89821 h 359949"/>
              <a:gd name="connsiteX8" fmla="*/ 141998 w 357697"/>
              <a:gd name="connsiteY8" fmla="*/ 52388 h 359949"/>
              <a:gd name="connsiteX9" fmla="*/ 179276 w 357697"/>
              <a:gd name="connsiteY9" fmla="*/ 14954 h 359949"/>
              <a:gd name="connsiteX10" fmla="*/ 208681 w 357697"/>
              <a:gd name="connsiteY10" fmla="*/ 277178 h 359949"/>
              <a:gd name="connsiteX11" fmla="*/ 208681 w 357697"/>
              <a:gd name="connsiteY11" fmla="*/ 218503 h 359949"/>
              <a:gd name="connsiteX12" fmla="*/ 253357 w 357697"/>
              <a:gd name="connsiteY12" fmla="*/ 127349 h 359949"/>
              <a:gd name="connsiteX13" fmla="*/ 245958 w 357697"/>
              <a:gd name="connsiteY13" fmla="*/ 119825 h 359949"/>
              <a:gd name="connsiteX14" fmla="*/ 111929 w 357697"/>
              <a:gd name="connsiteY14" fmla="*/ 119825 h 359949"/>
              <a:gd name="connsiteX15" fmla="*/ 104530 w 357697"/>
              <a:gd name="connsiteY15" fmla="*/ 127349 h 359949"/>
              <a:gd name="connsiteX16" fmla="*/ 149207 w 357697"/>
              <a:gd name="connsiteY16" fmla="*/ 218503 h 359949"/>
              <a:gd name="connsiteX17" fmla="*/ 149207 w 357697"/>
              <a:gd name="connsiteY17" fmla="*/ 277178 h 359949"/>
              <a:gd name="connsiteX18" fmla="*/ 156605 w 357697"/>
              <a:gd name="connsiteY18" fmla="*/ 284702 h 359949"/>
              <a:gd name="connsiteX19" fmla="*/ 201282 w 357697"/>
              <a:gd name="connsiteY19" fmla="*/ 284702 h 359949"/>
              <a:gd name="connsiteX20" fmla="*/ 208681 w 357697"/>
              <a:gd name="connsiteY20" fmla="*/ 277178 h 359949"/>
              <a:gd name="connsiteX21" fmla="*/ 193788 w 357697"/>
              <a:gd name="connsiteY21" fmla="*/ 213550 h 359949"/>
              <a:gd name="connsiteX22" fmla="*/ 193788 w 357697"/>
              <a:gd name="connsiteY22" fmla="*/ 269748 h 359949"/>
              <a:gd name="connsiteX23" fmla="*/ 164004 w 357697"/>
              <a:gd name="connsiteY23" fmla="*/ 269748 h 359949"/>
              <a:gd name="connsiteX24" fmla="*/ 164004 w 357697"/>
              <a:gd name="connsiteY24" fmla="*/ 213550 h 359949"/>
              <a:gd name="connsiteX25" fmla="*/ 159072 w 357697"/>
              <a:gd name="connsiteY25" fmla="*/ 206026 h 359949"/>
              <a:gd name="connsiteX26" fmla="*/ 119327 w 357697"/>
              <a:gd name="connsiteY26" fmla="*/ 134874 h 359949"/>
              <a:gd name="connsiteX27" fmla="*/ 237232 w 357697"/>
              <a:gd name="connsiteY27" fmla="*/ 134874 h 359949"/>
              <a:gd name="connsiteX28" fmla="*/ 198721 w 357697"/>
              <a:gd name="connsiteY28" fmla="*/ 206026 h 359949"/>
              <a:gd name="connsiteX29" fmla="*/ 193788 w 357697"/>
              <a:gd name="connsiteY29" fmla="*/ 213550 h 359949"/>
              <a:gd name="connsiteX30" fmla="*/ 154898 w 357697"/>
              <a:gd name="connsiteY30" fmla="*/ 322421 h 359949"/>
              <a:gd name="connsiteX31" fmla="*/ 154898 w 357697"/>
              <a:gd name="connsiteY31" fmla="*/ 322612 h 359949"/>
              <a:gd name="connsiteX32" fmla="*/ 154898 w 357697"/>
              <a:gd name="connsiteY32" fmla="*/ 323850 h 359949"/>
              <a:gd name="connsiteX33" fmla="*/ 151199 w 357697"/>
              <a:gd name="connsiteY33" fmla="*/ 328803 h 359949"/>
              <a:gd name="connsiteX34" fmla="*/ 100736 w 357697"/>
              <a:gd name="connsiteY34" fmla="*/ 358711 h 359949"/>
              <a:gd name="connsiteX35" fmla="*/ 97036 w 357697"/>
              <a:gd name="connsiteY35" fmla="*/ 359950 h 359949"/>
              <a:gd name="connsiteX36" fmla="*/ 89638 w 357697"/>
              <a:gd name="connsiteY36" fmla="*/ 356235 h 359949"/>
              <a:gd name="connsiteX37" fmla="*/ 93337 w 357697"/>
              <a:gd name="connsiteY37" fmla="*/ 346234 h 359949"/>
              <a:gd name="connsiteX38" fmla="*/ 125208 w 357697"/>
              <a:gd name="connsiteY38" fmla="*/ 326898 h 359949"/>
              <a:gd name="connsiteX39" fmla="*/ 0 w 357697"/>
              <a:gd name="connsiteY39" fmla="*/ 262414 h 359949"/>
              <a:gd name="connsiteX40" fmla="*/ 86697 w 357697"/>
              <a:gd name="connsiteY40" fmla="*/ 203644 h 359949"/>
              <a:gd name="connsiteX41" fmla="*/ 95329 w 357697"/>
              <a:gd name="connsiteY41" fmla="*/ 209931 h 359949"/>
              <a:gd name="connsiteX42" fmla="*/ 90397 w 357697"/>
              <a:gd name="connsiteY42" fmla="*/ 218694 h 359949"/>
              <a:gd name="connsiteX43" fmla="*/ 14892 w 357697"/>
              <a:gd name="connsiteY43" fmla="*/ 262414 h 359949"/>
              <a:gd name="connsiteX44" fmla="*/ 130710 w 357697"/>
              <a:gd name="connsiteY44" fmla="*/ 312325 h 359949"/>
              <a:gd name="connsiteX45" fmla="*/ 105573 w 357697"/>
              <a:gd name="connsiteY45" fmla="*/ 277749 h 359949"/>
              <a:gd name="connsiteX46" fmla="*/ 106806 w 357697"/>
              <a:gd name="connsiteY46" fmla="*/ 267748 h 359949"/>
              <a:gd name="connsiteX47" fmla="*/ 117904 w 357697"/>
              <a:gd name="connsiteY47" fmla="*/ 268986 h 359949"/>
              <a:gd name="connsiteX48" fmla="*/ 153570 w 357697"/>
              <a:gd name="connsiteY48" fmla="*/ 317563 h 359949"/>
              <a:gd name="connsiteX49" fmla="*/ 154708 w 357697"/>
              <a:gd name="connsiteY49" fmla="*/ 321945 h 359949"/>
              <a:gd name="connsiteX50" fmla="*/ 154708 w 357697"/>
              <a:gd name="connsiteY50" fmla="*/ 322421 h 359949"/>
              <a:gd name="connsiteX51" fmla="*/ 357697 w 357697"/>
              <a:gd name="connsiteY51" fmla="*/ 262604 h 359949"/>
              <a:gd name="connsiteX52" fmla="*/ 193504 w 357697"/>
              <a:gd name="connsiteY52" fmla="*/ 330327 h 359949"/>
              <a:gd name="connsiteX53" fmla="*/ 186010 w 357697"/>
              <a:gd name="connsiteY53" fmla="*/ 322802 h 359949"/>
              <a:gd name="connsiteX54" fmla="*/ 192271 w 357697"/>
              <a:gd name="connsiteY54" fmla="*/ 315278 h 359949"/>
              <a:gd name="connsiteX55" fmla="*/ 342805 w 357697"/>
              <a:gd name="connsiteY55" fmla="*/ 262604 h 359949"/>
              <a:gd name="connsiteX56" fmla="*/ 266921 w 357697"/>
              <a:gd name="connsiteY56" fmla="*/ 218694 h 359949"/>
              <a:gd name="connsiteX57" fmla="*/ 260661 w 357697"/>
              <a:gd name="connsiteY57" fmla="*/ 209931 h 359949"/>
              <a:gd name="connsiteX58" fmla="*/ 269388 w 357697"/>
              <a:gd name="connsiteY58" fmla="*/ 203644 h 359949"/>
              <a:gd name="connsiteX59" fmla="*/ 357697 w 357697"/>
              <a:gd name="connsiteY59" fmla="*/ 262604 h 35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57697" h="359949">
                <a:moveTo>
                  <a:pt x="179276" y="104775"/>
                </a:moveTo>
                <a:cubicBezTo>
                  <a:pt x="207827" y="104775"/>
                  <a:pt x="231446" y="81058"/>
                  <a:pt x="231446" y="52388"/>
                </a:cubicBezTo>
                <a:cubicBezTo>
                  <a:pt x="231446" y="23717"/>
                  <a:pt x="207827" y="0"/>
                  <a:pt x="179276" y="0"/>
                </a:cubicBezTo>
                <a:cubicBezTo>
                  <a:pt x="150724" y="0"/>
                  <a:pt x="127105" y="23717"/>
                  <a:pt x="127105" y="52388"/>
                </a:cubicBezTo>
                <a:cubicBezTo>
                  <a:pt x="127105" y="81058"/>
                  <a:pt x="149491" y="104775"/>
                  <a:pt x="179276" y="104775"/>
                </a:cubicBezTo>
                <a:close/>
                <a:moveTo>
                  <a:pt x="179276" y="14954"/>
                </a:moveTo>
                <a:cubicBezTo>
                  <a:pt x="199195" y="14954"/>
                  <a:pt x="216553" y="32385"/>
                  <a:pt x="216553" y="52388"/>
                </a:cubicBezTo>
                <a:cubicBezTo>
                  <a:pt x="216553" y="73628"/>
                  <a:pt x="199195" y="89821"/>
                  <a:pt x="179276" y="89821"/>
                </a:cubicBezTo>
                <a:cubicBezTo>
                  <a:pt x="158123" y="89821"/>
                  <a:pt x="141998" y="73628"/>
                  <a:pt x="141998" y="52388"/>
                </a:cubicBezTo>
                <a:cubicBezTo>
                  <a:pt x="141998" y="32385"/>
                  <a:pt x="158123" y="14954"/>
                  <a:pt x="179276" y="14954"/>
                </a:cubicBezTo>
                <a:close/>
                <a:moveTo>
                  <a:pt x="208681" y="277178"/>
                </a:moveTo>
                <a:lnTo>
                  <a:pt x="208681" y="218503"/>
                </a:lnTo>
                <a:cubicBezTo>
                  <a:pt x="237232" y="203549"/>
                  <a:pt x="253357" y="162306"/>
                  <a:pt x="253357" y="127349"/>
                </a:cubicBezTo>
                <a:cubicBezTo>
                  <a:pt x="253357" y="123634"/>
                  <a:pt x="249658" y="119825"/>
                  <a:pt x="245958" y="119825"/>
                </a:cubicBezTo>
                <a:lnTo>
                  <a:pt x="111929" y="119825"/>
                </a:lnTo>
                <a:cubicBezTo>
                  <a:pt x="106996" y="119825"/>
                  <a:pt x="104530" y="123539"/>
                  <a:pt x="104530" y="127349"/>
                </a:cubicBezTo>
                <a:cubicBezTo>
                  <a:pt x="104530" y="162306"/>
                  <a:pt x="119422" y="203454"/>
                  <a:pt x="149207" y="218503"/>
                </a:cubicBezTo>
                <a:lnTo>
                  <a:pt x="149207" y="277178"/>
                </a:lnTo>
                <a:cubicBezTo>
                  <a:pt x="149207" y="282130"/>
                  <a:pt x="151673" y="284702"/>
                  <a:pt x="156605" y="284702"/>
                </a:cubicBezTo>
                <a:lnTo>
                  <a:pt x="201282" y="284702"/>
                </a:lnTo>
                <a:cubicBezTo>
                  <a:pt x="204981" y="284702"/>
                  <a:pt x="208681" y="282226"/>
                  <a:pt x="208681" y="277178"/>
                </a:cubicBezTo>
                <a:close/>
                <a:moveTo>
                  <a:pt x="193788" y="213550"/>
                </a:moveTo>
                <a:lnTo>
                  <a:pt x="193788" y="269748"/>
                </a:lnTo>
                <a:lnTo>
                  <a:pt x="164004" y="269748"/>
                </a:lnTo>
                <a:lnTo>
                  <a:pt x="164004" y="213550"/>
                </a:lnTo>
                <a:cubicBezTo>
                  <a:pt x="164004" y="209836"/>
                  <a:pt x="161538" y="207264"/>
                  <a:pt x="159072" y="206026"/>
                </a:cubicBezTo>
                <a:cubicBezTo>
                  <a:pt x="135453" y="198501"/>
                  <a:pt x="121888" y="164878"/>
                  <a:pt x="119327" y="134874"/>
                </a:cubicBezTo>
                <a:lnTo>
                  <a:pt x="237232" y="134874"/>
                </a:lnTo>
                <a:cubicBezTo>
                  <a:pt x="235999" y="164782"/>
                  <a:pt x="221107" y="198501"/>
                  <a:pt x="198721" y="206026"/>
                </a:cubicBezTo>
                <a:cubicBezTo>
                  <a:pt x="195021" y="207264"/>
                  <a:pt x="193788" y="209740"/>
                  <a:pt x="193788" y="213550"/>
                </a:cubicBezTo>
                <a:close/>
                <a:moveTo>
                  <a:pt x="154898" y="322421"/>
                </a:moveTo>
                <a:cubicBezTo>
                  <a:pt x="154898" y="322421"/>
                  <a:pt x="154898" y="322517"/>
                  <a:pt x="154898" y="322612"/>
                </a:cubicBezTo>
                <a:cubicBezTo>
                  <a:pt x="154898" y="322993"/>
                  <a:pt x="154898" y="323374"/>
                  <a:pt x="154898" y="323850"/>
                </a:cubicBezTo>
                <a:cubicBezTo>
                  <a:pt x="154898" y="325088"/>
                  <a:pt x="153665" y="327565"/>
                  <a:pt x="151199" y="328803"/>
                </a:cubicBezTo>
                <a:lnTo>
                  <a:pt x="100736" y="358711"/>
                </a:lnTo>
                <a:cubicBezTo>
                  <a:pt x="99503" y="359950"/>
                  <a:pt x="98270" y="359950"/>
                  <a:pt x="97036" y="359950"/>
                </a:cubicBezTo>
                <a:cubicBezTo>
                  <a:pt x="94570" y="359950"/>
                  <a:pt x="92104" y="358711"/>
                  <a:pt x="89638" y="356235"/>
                </a:cubicBezTo>
                <a:cubicBezTo>
                  <a:pt x="88405" y="352520"/>
                  <a:pt x="89638" y="348805"/>
                  <a:pt x="93337" y="346234"/>
                </a:cubicBezTo>
                <a:cubicBezTo>
                  <a:pt x="108988" y="336709"/>
                  <a:pt x="118948" y="330708"/>
                  <a:pt x="125208" y="326898"/>
                </a:cubicBezTo>
                <a:cubicBezTo>
                  <a:pt x="60802" y="320040"/>
                  <a:pt x="0" y="298323"/>
                  <a:pt x="0" y="262414"/>
                </a:cubicBezTo>
                <a:cubicBezTo>
                  <a:pt x="0" y="237363"/>
                  <a:pt x="30923" y="216122"/>
                  <a:pt x="86697" y="203644"/>
                </a:cubicBezTo>
                <a:cubicBezTo>
                  <a:pt x="91630" y="203644"/>
                  <a:pt x="95329" y="206121"/>
                  <a:pt x="95329" y="209931"/>
                </a:cubicBezTo>
                <a:cubicBezTo>
                  <a:pt x="96562" y="213646"/>
                  <a:pt x="94096" y="217456"/>
                  <a:pt x="90397" y="218694"/>
                </a:cubicBezTo>
                <a:cubicBezTo>
                  <a:pt x="44582" y="228695"/>
                  <a:pt x="14892" y="246221"/>
                  <a:pt x="14892" y="262414"/>
                </a:cubicBezTo>
                <a:cubicBezTo>
                  <a:pt x="14892" y="282226"/>
                  <a:pt x="57861" y="305181"/>
                  <a:pt x="130710" y="312325"/>
                </a:cubicBezTo>
                <a:cubicBezTo>
                  <a:pt x="113949" y="289274"/>
                  <a:pt x="105573" y="277749"/>
                  <a:pt x="105573" y="277749"/>
                </a:cubicBezTo>
                <a:cubicBezTo>
                  <a:pt x="103107" y="274034"/>
                  <a:pt x="104340" y="270319"/>
                  <a:pt x="106806" y="267748"/>
                </a:cubicBezTo>
                <a:cubicBezTo>
                  <a:pt x="110506" y="265271"/>
                  <a:pt x="115438" y="265271"/>
                  <a:pt x="117904" y="268986"/>
                </a:cubicBezTo>
                <a:lnTo>
                  <a:pt x="153570" y="317563"/>
                </a:lnTo>
                <a:cubicBezTo>
                  <a:pt x="154518" y="318516"/>
                  <a:pt x="154613" y="320135"/>
                  <a:pt x="154708" y="321945"/>
                </a:cubicBezTo>
                <a:cubicBezTo>
                  <a:pt x="154708" y="322136"/>
                  <a:pt x="154708" y="322231"/>
                  <a:pt x="154708" y="322421"/>
                </a:cubicBezTo>
                <a:close/>
                <a:moveTo>
                  <a:pt x="357697" y="262604"/>
                </a:moveTo>
                <a:cubicBezTo>
                  <a:pt x="357697" y="304038"/>
                  <a:pt x="274320" y="327850"/>
                  <a:pt x="193504" y="330327"/>
                </a:cubicBezTo>
                <a:cubicBezTo>
                  <a:pt x="188571" y="330327"/>
                  <a:pt x="186010" y="326517"/>
                  <a:pt x="186010" y="322802"/>
                </a:cubicBezTo>
                <a:cubicBezTo>
                  <a:pt x="186010" y="319088"/>
                  <a:pt x="188476" y="315278"/>
                  <a:pt x="192271" y="315278"/>
                </a:cubicBezTo>
                <a:cubicBezTo>
                  <a:pt x="281814" y="312801"/>
                  <a:pt x="342805" y="286417"/>
                  <a:pt x="342805" y="262604"/>
                </a:cubicBezTo>
                <a:cubicBezTo>
                  <a:pt x="342805" y="246317"/>
                  <a:pt x="312926" y="228695"/>
                  <a:pt x="266921" y="218694"/>
                </a:cubicBezTo>
                <a:cubicBezTo>
                  <a:pt x="263222" y="218694"/>
                  <a:pt x="260661" y="213646"/>
                  <a:pt x="260661" y="209931"/>
                </a:cubicBezTo>
                <a:cubicBezTo>
                  <a:pt x="261894" y="206121"/>
                  <a:pt x="265593" y="203644"/>
                  <a:pt x="269388" y="203644"/>
                </a:cubicBezTo>
                <a:cubicBezTo>
                  <a:pt x="325352" y="216217"/>
                  <a:pt x="357697" y="237553"/>
                  <a:pt x="357697" y="26260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7">
            <a:extLst>
              <a:ext uri="{FF2B5EF4-FFF2-40B4-BE49-F238E27FC236}">
                <a16:creationId xmlns:a16="http://schemas.microsoft.com/office/drawing/2014/main" id="{D16F4FA1-0CC9-0569-309E-1625F988E33B}"/>
              </a:ext>
            </a:extLst>
          </p:cNvPr>
          <p:cNvSpPr/>
          <p:nvPr/>
        </p:nvSpPr>
        <p:spPr>
          <a:xfrm>
            <a:off x="1276575" y="804137"/>
            <a:ext cx="480843" cy="483870"/>
          </a:xfrm>
          <a:custGeom>
            <a:avLst/>
            <a:gdLst>
              <a:gd name="connsiteX0" fmla="*/ 179276 w 357697"/>
              <a:gd name="connsiteY0" fmla="*/ 104775 h 359949"/>
              <a:gd name="connsiteX1" fmla="*/ 231446 w 357697"/>
              <a:gd name="connsiteY1" fmla="*/ 52388 h 359949"/>
              <a:gd name="connsiteX2" fmla="*/ 179276 w 357697"/>
              <a:gd name="connsiteY2" fmla="*/ 0 h 359949"/>
              <a:gd name="connsiteX3" fmla="*/ 127105 w 357697"/>
              <a:gd name="connsiteY3" fmla="*/ 52388 h 359949"/>
              <a:gd name="connsiteX4" fmla="*/ 179276 w 357697"/>
              <a:gd name="connsiteY4" fmla="*/ 104775 h 359949"/>
              <a:gd name="connsiteX5" fmla="*/ 179276 w 357697"/>
              <a:gd name="connsiteY5" fmla="*/ 14954 h 359949"/>
              <a:gd name="connsiteX6" fmla="*/ 216553 w 357697"/>
              <a:gd name="connsiteY6" fmla="*/ 52388 h 359949"/>
              <a:gd name="connsiteX7" fmla="*/ 179276 w 357697"/>
              <a:gd name="connsiteY7" fmla="*/ 89821 h 359949"/>
              <a:gd name="connsiteX8" fmla="*/ 141998 w 357697"/>
              <a:gd name="connsiteY8" fmla="*/ 52388 h 359949"/>
              <a:gd name="connsiteX9" fmla="*/ 179276 w 357697"/>
              <a:gd name="connsiteY9" fmla="*/ 14954 h 359949"/>
              <a:gd name="connsiteX10" fmla="*/ 208681 w 357697"/>
              <a:gd name="connsiteY10" fmla="*/ 277178 h 359949"/>
              <a:gd name="connsiteX11" fmla="*/ 208681 w 357697"/>
              <a:gd name="connsiteY11" fmla="*/ 218503 h 359949"/>
              <a:gd name="connsiteX12" fmla="*/ 253357 w 357697"/>
              <a:gd name="connsiteY12" fmla="*/ 127349 h 359949"/>
              <a:gd name="connsiteX13" fmla="*/ 245958 w 357697"/>
              <a:gd name="connsiteY13" fmla="*/ 119825 h 359949"/>
              <a:gd name="connsiteX14" fmla="*/ 111929 w 357697"/>
              <a:gd name="connsiteY14" fmla="*/ 119825 h 359949"/>
              <a:gd name="connsiteX15" fmla="*/ 104530 w 357697"/>
              <a:gd name="connsiteY15" fmla="*/ 127349 h 359949"/>
              <a:gd name="connsiteX16" fmla="*/ 149207 w 357697"/>
              <a:gd name="connsiteY16" fmla="*/ 218503 h 359949"/>
              <a:gd name="connsiteX17" fmla="*/ 149207 w 357697"/>
              <a:gd name="connsiteY17" fmla="*/ 277178 h 359949"/>
              <a:gd name="connsiteX18" fmla="*/ 156605 w 357697"/>
              <a:gd name="connsiteY18" fmla="*/ 284702 h 359949"/>
              <a:gd name="connsiteX19" fmla="*/ 201282 w 357697"/>
              <a:gd name="connsiteY19" fmla="*/ 284702 h 359949"/>
              <a:gd name="connsiteX20" fmla="*/ 208681 w 357697"/>
              <a:gd name="connsiteY20" fmla="*/ 277178 h 359949"/>
              <a:gd name="connsiteX21" fmla="*/ 193788 w 357697"/>
              <a:gd name="connsiteY21" fmla="*/ 213550 h 359949"/>
              <a:gd name="connsiteX22" fmla="*/ 193788 w 357697"/>
              <a:gd name="connsiteY22" fmla="*/ 269748 h 359949"/>
              <a:gd name="connsiteX23" fmla="*/ 164004 w 357697"/>
              <a:gd name="connsiteY23" fmla="*/ 269748 h 359949"/>
              <a:gd name="connsiteX24" fmla="*/ 164004 w 357697"/>
              <a:gd name="connsiteY24" fmla="*/ 213550 h 359949"/>
              <a:gd name="connsiteX25" fmla="*/ 159072 w 357697"/>
              <a:gd name="connsiteY25" fmla="*/ 206026 h 359949"/>
              <a:gd name="connsiteX26" fmla="*/ 119327 w 357697"/>
              <a:gd name="connsiteY26" fmla="*/ 134874 h 359949"/>
              <a:gd name="connsiteX27" fmla="*/ 237232 w 357697"/>
              <a:gd name="connsiteY27" fmla="*/ 134874 h 359949"/>
              <a:gd name="connsiteX28" fmla="*/ 198721 w 357697"/>
              <a:gd name="connsiteY28" fmla="*/ 206026 h 359949"/>
              <a:gd name="connsiteX29" fmla="*/ 193788 w 357697"/>
              <a:gd name="connsiteY29" fmla="*/ 213550 h 359949"/>
              <a:gd name="connsiteX30" fmla="*/ 154898 w 357697"/>
              <a:gd name="connsiteY30" fmla="*/ 322421 h 359949"/>
              <a:gd name="connsiteX31" fmla="*/ 154898 w 357697"/>
              <a:gd name="connsiteY31" fmla="*/ 322612 h 359949"/>
              <a:gd name="connsiteX32" fmla="*/ 154898 w 357697"/>
              <a:gd name="connsiteY32" fmla="*/ 323850 h 359949"/>
              <a:gd name="connsiteX33" fmla="*/ 151199 w 357697"/>
              <a:gd name="connsiteY33" fmla="*/ 328803 h 359949"/>
              <a:gd name="connsiteX34" fmla="*/ 100736 w 357697"/>
              <a:gd name="connsiteY34" fmla="*/ 358711 h 359949"/>
              <a:gd name="connsiteX35" fmla="*/ 97036 w 357697"/>
              <a:gd name="connsiteY35" fmla="*/ 359950 h 359949"/>
              <a:gd name="connsiteX36" fmla="*/ 89638 w 357697"/>
              <a:gd name="connsiteY36" fmla="*/ 356235 h 359949"/>
              <a:gd name="connsiteX37" fmla="*/ 93337 w 357697"/>
              <a:gd name="connsiteY37" fmla="*/ 346234 h 359949"/>
              <a:gd name="connsiteX38" fmla="*/ 125208 w 357697"/>
              <a:gd name="connsiteY38" fmla="*/ 326898 h 359949"/>
              <a:gd name="connsiteX39" fmla="*/ 0 w 357697"/>
              <a:gd name="connsiteY39" fmla="*/ 262414 h 359949"/>
              <a:gd name="connsiteX40" fmla="*/ 86697 w 357697"/>
              <a:gd name="connsiteY40" fmla="*/ 203644 h 359949"/>
              <a:gd name="connsiteX41" fmla="*/ 95329 w 357697"/>
              <a:gd name="connsiteY41" fmla="*/ 209931 h 359949"/>
              <a:gd name="connsiteX42" fmla="*/ 90397 w 357697"/>
              <a:gd name="connsiteY42" fmla="*/ 218694 h 359949"/>
              <a:gd name="connsiteX43" fmla="*/ 14892 w 357697"/>
              <a:gd name="connsiteY43" fmla="*/ 262414 h 359949"/>
              <a:gd name="connsiteX44" fmla="*/ 130710 w 357697"/>
              <a:gd name="connsiteY44" fmla="*/ 312325 h 359949"/>
              <a:gd name="connsiteX45" fmla="*/ 105573 w 357697"/>
              <a:gd name="connsiteY45" fmla="*/ 277749 h 359949"/>
              <a:gd name="connsiteX46" fmla="*/ 106806 w 357697"/>
              <a:gd name="connsiteY46" fmla="*/ 267748 h 359949"/>
              <a:gd name="connsiteX47" fmla="*/ 117904 w 357697"/>
              <a:gd name="connsiteY47" fmla="*/ 268986 h 359949"/>
              <a:gd name="connsiteX48" fmla="*/ 153570 w 357697"/>
              <a:gd name="connsiteY48" fmla="*/ 317563 h 359949"/>
              <a:gd name="connsiteX49" fmla="*/ 154708 w 357697"/>
              <a:gd name="connsiteY49" fmla="*/ 321945 h 359949"/>
              <a:gd name="connsiteX50" fmla="*/ 154708 w 357697"/>
              <a:gd name="connsiteY50" fmla="*/ 322421 h 359949"/>
              <a:gd name="connsiteX51" fmla="*/ 357697 w 357697"/>
              <a:gd name="connsiteY51" fmla="*/ 262604 h 359949"/>
              <a:gd name="connsiteX52" fmla="*/ 193504 w 357697"/>
              <a:gd name="connsiteY52" fmla="*/ 330327 h 359949"/>
              <a:gd name="connsiteX53" fmla="*/ 186010 w 357697"/>
              <a:gd name="connsiteY53" fmla="*/ 322802 h 359949"/>
              <a:gd name="connsiteX54" fmla="*/ 192271 w 357697"/>
              <a:gd name="connsiteY54" fmla="*/ 315278 h 359949"/>
              <a:gd name="connsiteX55" fmla="*/ 342805 w 357697"/>
              <a:gd name="connsiteY55" fmla="*/ 262604 h 359949"/>
              <a:gd name="connsiteX56" fmla="*/ 266921 w 357697"/>
              <a:gd name="connsiteY56" fmla="*/ 218694 h 359949"/>
              <a:gd name="connsiteX57" fmla="*/ 260661 w 357697"/>
              <a:gd name="connsiteY57" fmla="*/ 209931 h 359949"/>
              <a:gd name="connsiteX58" fmla="*/ 269388 w 357697"/>
              <a:gd name="connsiteY58" fmla="*/ 203644 h 359949"/>
              <a:gd name="connsiteX59" fmla="*/ 357697 w 357697"/>
              <a:gd name="connsiteY59" fmla="*/ 262604 h 35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57697" h="359949">
                <a:moveTo>
                  <a:pt x="179276" y="104775"/>
                </a:moveTo>
                <a:cubicBezTo>
                  <a:pt x="207827" y="104775"/>
                  <a:pt x="231446" y="81058"/>
                  <a:pt x="231446" y="52388"/>
                </a:cubicBezTo>
                <a:cubicBezTo>
                  <a:pt x="231446" y="23717"/>
                  <a:pt x="207827" y="0"/>
                  <a:pt x="179276" y="0"/>
                </a:cubicBezTo>
                <a:cubicBezTo>
                  <a:pt x="150724" y="0"/>
                  <a:pt x="127105" y="23717"/>
                  <a:pt x="127105" y="52388"/>
                </a:cubicBezTo>
                <a:cubicBezTo>
                  <a:pt x="127105" y="81058"/>
                  <a:pt x="149491" y="104775"/>
                  <a:pt x="179276" y="104775"/>
                </a:cubicBezTo>
                <a:close/>
                <a:moveTo>
                  <a:pt x="179276" y="14954"/>
                </a:moveTo>
                <a:cubicBezTo>
                  <a:pt x="199195" y="14954"/>
                  <a:pt x="216553" y="32385"/>
                  <a:pt x="216553" y="52388"/>
                </a:cubicBezTo>
                <a:cubicBezTo>
                  <a:pt x="216553" y="73628"/>
                  <a:pt x="199195" y="89821"/>
                  <a:pt x="179276" y="89821"/>
                </a:cubicBezTo>
                <a:cubicBezTo>
                  <a:pt x="158123" y="89821"/>
                  <a:pt x="141998" y="73628"/>
                  <a:pt x="141998" y="52388"/>
                </a:cubicBezTo>
                <a:cubicBezTo>
                  <a:pt x="141998" y="32385"/>
                  <a:pt x="158123" y="14954"/>
                  <a:pt x="179276" y="14954"/>
                </a:cubicBezTo>
                <a:close/>
                <a:moveTo>
                  <a:pt x="208681" y="277178"/>
                </a:moveTo>
                <a:lnTo>
                  <a:pt x="208681" y="218503"/>
                </a:lnTo>
                <a:cubicBezTo>
                  <a:pt x="237232" y="203549"/>
                  <a:pt x="253357" y="162306"/>
                  <a:pt x="253357" y="127349"/>
                </a:cubicBezTo>
                <a:cubicBezTo>
                  <a:pt x="253357" y="123634"/>
                  <a:pt x="249658" y="119825"/>
                  <a:pt x="245958" y="119825"/>
                </a:cubicBezTo>
                <a:lnTo>
                  <a:pt x="111929" y="119825"/>
                </a:lnTo>
                <a:cubicBezTo>
                  <a:pt x="106996" y="119825"/>
                  <a:pt x="104530" y="123539"/>
                  <a:pt x="104530" y="127349"/>
                </a:cubicBezTo>
                <a:cubicBezTo>
                  <a:pt x="104530" y="162306"/>
                  <a:pt x="119422" y="203454"/>
                  <a:pt x="149207" y="218503"/>
                </a:cubicBezTo>
                <a:lnTo>
                  <a:pt x="149207" y="277178"/>
                </a:lnTo>
                <a:cubicBezTo>
                  <a:pt x="149207" y="282130"/>
                  <a:pt x="151673" y="284702"/>
                  <a:pt x="156605" y="284702"/>
                </a:cubicBezTo>
                <a:lnTo>
                  <a:pt x="201282" y="284702"/>
                </a:lnTo>
                <a:cubicBezTo>
                  <a:pt x="204981" y="284702"/>
                  <a:pt x="208681" y="282226"/>
                  <a:pt x="208681" y="277178"/>
                </a:cubicBezTo>
                <a:close/>
                <a:moveTo>
                  <a:pt x="193788" y="213550"/>
                </a:moveTo>
                <a:lnTo>
                  <a:pt x="193788" y="269748"/>
                </a:lnTo>
                <a:lnTo>
                  <a:pt x="164004" y="269748"/>
                </a:lnTo>
                <a:lnTo>
                  <a:pt x="164004" y="213550"/>
                </a:lnTo>
                <a:cubicBezTo>
                  <a:pt x="164004" y="209836"/>
                  <a:pt x="161538" y="207264"/>
                  <a:pt x="159072" y="206026"/>
                </a:cubicBezTo>
                <a:cubicBezTo>
                  <a:pt x="135453" y="198501"/>
                  <a:pt x="121888" y="164878"/>
                  <a:pt x="119327" y="134874"/>
                </a:cubicBezTo>
                <a:lnTo>
                  <a:pt x="237232" y="134874"/>
                </a:lnTo>
                <a:cubicBezTo>
                  <a:pt x="235999" y="164782"/>
                  <a:pt x="221107" y="198501"/>
                  <a:pt x="198721" y="206026"/>
                </a:cubicBezTo>
                <a:cubicBezTo>
                  <a:pt x="195021" y="207264"/>
                  <a:pt x="193788" y="209740"/>
                  <a:pt x="193788" y="213550"/>
                </a:cubicBezTo>
                <a:close/>
                <a:moveTo>
                  <a:pt x="154898" y="322421"/>
                </a:moveTo>
                <a:cubicBezTo>
                  <a:pt x="154898" y="322421"/>
                  <a:pt x="154898" y="322517"/>
                  <a:pt x="154898" y="322612"/>
                </a:cubicBezTo>
                <a:cubicBezTo>
                  <a:pt x="154898" y="322993"/>
                  <a:pt x="154898" y="323374"/>
                  <a:pt x="154898" y="323850"/>
                </a:cubicBezTo>
                <a:cubicBezTo>
                  <a:pt x="154898" y="325088"/>
                  <a:pt x="153665" y="327565"/>
                  <a:pt x="151199" y="328803"/>
                </a:cubicBezTo>
                <a:lnTo>
                  <a:pt x="100736" y="358711"/>
                </a:lnTo>
                <a:cubicBezTo>
                  <a:pt x="99503" y="359950"/>
                  <a:pt x="98270" y="359950"/>
                  <a:pt x="97036" y="359950"/>
                </a:cubicBezTo>
                <a:cubicBezTo>
                  <a:pt x="94570" y="359950"/>
                  <a:pt x="92104" y="358711"/>
                  <a:pt x="89638" y="356235"/>
                </a:cubicBezTo>
                <a:cubicBezTo>
                  <a:pt x="88405" y="352520"/>
                  <a:pt x="89638" y="348805"/>
                  <a:pt x="93337" y="346234"/>
                </a:cubicBezTo>
                <a:cubicBezTo>
                  <a:pt x="108988" y="336709"/>
                  <a:pt x="118948" y="330708"/>
                  <a:pt x="125208" y="326898"/>
                </a:cubicBezTo>
                <a:cubicBezTo>
                  <a:pt x="60802" y="320040"/>
                  <a:pt x="0" y="298323"/>
                  <a:pt x="0" y="262414"/>
                </a:cubicBezTo>
                <a:cubicBezTo>
                  <a:pt x="0" y="237363"/>
                  <a:pt x="30923" y="216122"/>
                  <a:pt x="86697" y="203644"/>
                </a:cubicBezTo>
                <a:cubicBezTo>
                  <a:pt x="91630" y="203644"/>
                  <a:pt x="95329" y="206121"/>
                  <a:pt x="95329" y="209931"/>
                </a:cubicBezTo>
                <a:cubicBezTo>
                  <a:pt x="96562" y="213646"/>
                  <a:pt x="94096" y="217456"/>
                  <a:pt x="90397" y="218694"/>
                </a:cubicBezTo>
                <a:cubicBezTo>
                  <a:pt x="44582" y="228695"/>
                  <a:pt x="14892" y="246221"/>
                  <a:pt x="14892" y="262414"/>
                </a:cubicBezTo>
                <a:cubicBezTo>
                  <a:pt x="14892" y="282226"/>
                  <a:pt x="57861" y="305181"/>
                  <a:pt x="130710" y="312325"/>
                </a:cubicBezTo>
                <a:cubicBezTo>
                  <a:pt x="113949" y="289274"/>
                  <a:pt x="105573" y="277749"/>
                  <a:pt x="105573" y="277749"/>
                </a:cubicBezTo>
                <a:cubicBezTo>
                  <a:pt x="103107" y="274034"/>
                  <a:pt x="104340" y="270319"/>
                  <a:pt x="106806" y="267748"/>
                </a:cubicBezTo>
                <a:cubicBezTo>
                  <a:pt x="110506" y="265271"/>
                  <a:pt x="115438" y="265271"/>
                  <a:pt x="117904" y="268986"/>
                </a:cubicBezTo>
                <a:lnTo>
                  <a:pt x="153570" y="317563"/>
                </a:lnTo>
                <a:cubicBezTo>
                  <a:pt x="154518" y="318516"/>
                  <a:pt x="154613" y="320135"/>
                  <a:pt x="154708" y="321945"/>
                </a:cubicBezTo>
                <a:cubicBezTo>
                  <a:pt x="154708" y="322136"/>
                  <a:pt x="154708" y="322231"/>
                  <a:pt x="154708" y="322421"/>
                </a:cubicBezTo>
                <a:close/>
                <a:moveTo>
                  <a:pt x="357697" y="262604"/>
                </a:moveTo>
                <a:cubicBezTo>
                  <a:pt x="357697" y="304038"/>
                  <a:pt x="274320" y="327850"/>
                  <a:pt x="193504" y="330327"/>
                </a:cubicBezTo>
                <a:cubicBezTo>
                  <a:pt x="188571" y="330327"/>
                  <a:pt x="186010" y="326517"/>
                  <a:pt x="186010" y="322802"/>
                </a:cubicBezTo>
                <a:cubicBezTo>
                  <a:pt x="186010" y="319088"/>
                  <a:pt x="188476" y="315278"/>
                  <a:pt x="192271" y="315278"/>
                </a:cubicBezTo>
                <a:cubicBezTo>
                  <a:pt x="281814" y="312801"/>
                  <a:pt x="342805" y="286417"/>
                  <a:pt x="342805" y="262604"/>
                </a:cubicBezTo>
                <a:cubicBezTo>
                  <a:pt x="342805" y="246317"/>
                  <a:pt x="312926" y="228695"/>
                  <a:pt x="266921" y="218694"/>
                </a:cubicBezTo>
                <a:cubicBezTo>
                  <a:pt x="263222" y="218694"/>
                  <a:pt x="260661" y="213646"/>
                  <a:pt x="260661" y="209931"/>
                </a:cubicBezTo>
                <a:cubicBezTo>
                  <a:pt x="261894" y="206121"/>
                  <a:pt x="265593" y="203644"/>
                  <a:pt x="269388" y="203644"/>
                </a:cubicBezTo>
                <a:cubicBezTo>
                  <a:pt x="325352" y="216217"/>
                  <a:pt x="357697" y="237553"/>
                  <a:pt x="357697" y="26260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" name="Graphic 17">
            <a:extLst>
              <a:ext uri="{FF2B5EF4-FFF2-40B4-BE49-F238E27FC236}">
                <a16:creationId xmlns:a16="http://schemas.microsoft.com/office/drawing/2014/main" id="{05D53C24-3C41-EF90-D5E5-6F44FB833EA2}"/>
              </a:ext>
            </a:extLst>
          </p:cNvPr>
          <p:cNvSpPr/>
          <p:nvPr/>
        </p:nvSpPr>
        <p:spPr>
          <a:xfrm>
            <a:off x="559025" y="1439137"/>
            <a:ext cx="480843" cy="483870"/>
          </a:xfrm>
          <a:custGeom>
            <a:avLst/>
            <a:gdLst>
              <a:gd name="connsiteX0" fmla="*/ 179276 w 357697"/>
              <a:gd name="connsiteY0" fmla="*/ 104775 h 359949"/>
              <a:gd name="connsiteX1" fmla="*/ 231446 w 357697"/>
              <a:gd name="connsiteY1" fmla="*/ 52388 h 359949"/>
              <a:gd name="connsiteX2" fmla="*/ 179276 w 357697"/>
              <a:gd name="connsiteY2" fmla="*/ 0 h 359949"/>
              <a:gd name="connsiteX3" fmla="*/ 127105 w 357697"/>
              <a:gd name="connsiteY3" fmla="*/ 52388 h 359949"/>
              <a:gd name="connsiteX4" fmla="*/ 179276 w 357697"/>
              <a:gd name="connsiteY4" fmla="*/ 104775 h 359949"/>
              <a:gd name="connsiteX5" fmla="*/ 179276 w 357697"/>
              <a:gd name="connsiteY5" fmla="*/ 14954 h 359949"/>
              <a:gd name="connsiteX6" fmla="*/ 216553 w 357697"/>
              <a:gd name="connsiteY6" fmla="*/ 52388 h 359949"/>
              <a:gd name="connsiteX7" fmla="*/ 179276 w 357697"/>
              <a:gd name="connsiteY7" fmla="*/ 89821 h 359949"/>
              <a:gd name="connsiteX8" fmla="*/ 141998 w 357697"/>
              <a:gd name="connsiteY8" fmla="*/ 52388 h 359949"/>
              <a:gd name="connsiteX9" fmla="*/ 179276 w 357697"/>
              <a:gd name="connsiteY9" fmla="*/ 14954 h 359949"/>
              <a:gd name="connsiteX10" fmla="*/ 208681 w 357697"/>
              <a:gd name="connsiteY10" fmla="*/ 277178 h 359949"/>
              <a:gd name="connsiteX11" fmla="*/ 208681 w 357697"/>
              <a:gd name="connsiteY11" fmla="*/ 218503 h 359949"/>
              <a:gd name="connsiteX12" fmla="*/ 253357 w 357697"/>
              <a:gd name="connsiteY12" fmla="*/ 127349 h 359949"/>
              <a:gd name="connsiteX13" fmla="*/ 245958 w 357697"/>
              <a:gd name="connsiteY13" fmla="*/ 119825 h 359949"/>
              <a:gd name="connsiteX14" fmla="*/ 111929 w 357697"/>
              <a:gd name="connsiteY14" fmla="*/ 119825 h 359949"/>
              <a:gd name="connsiteX15" fmla="*/ 104530 w 357697"/>
              <a:gd name="connsiteY15" fmla="*/ 127349 h 359949"/>
              <a:gd name="connsiteX16" fmla="*/ 149207 w 357697"/>
              <a:gd name="connsiteY16" fmla="*/ 218503 h 359949"/>
              <a:gd name="connsiteX17" fmla="*/ 149207 w 357697"/>
              <a:gd name="connsiteY17" fmla="*/ 277178 h 359949"/>
              <a:gd name="connsiteX18" fmla="*/ 156605 w 357697"/>
              <a:gd name="connsiteY18" fmla="*/ 284702 h 359949"/>
              <a:gd name="connsiteX19" fmla="*/ 201282 w 357697"/>
              <a:gd name="connsiteY19" fmla="*/ 284702 h 359949"/>
              <a:gd name="connsiteX20" fmla="*/ 208681 w 357697"/>
              <a:gd name="connsiteY20" fmla="*/ 277178 h 359949"/>
              <a:gd name="connsiteX21" fmla="*/ 193788 w 357697"/>
              <a:gd name="connsiteY21" fmla="*/ 213550 h 359949"/>
              <a:gd name="connsiteX22" fmla="*/ 193788 w 357697"/>
              <a:gd name="connsiteY22" fmla="*/ 269748 h 359949"/>
              <a:gd name="connsiteX23" fmla="*/ 164004 w 357697"/>
              <a:gd name="connsiteY23" fmla="*/ 269748 h 359949"/>
              <a:gd name="connsiteX24" fmla="*/ 164004 w 357697"/>
              <a:gd name="connsiteY24" fmla="*/ 213550 h 359949"/>
              <a:gd name="connsiteX25" fmla="*/ 159072 w 357697"/>
              <a:gd name="connsiteY25" fmla="*/ 206026 h 359949"/>
              <a:gd name="connsiteX26" fmla="*/ 119327 w 357697"/>
              <a:gd name="connsiteY26" fmla="*/ 134874 h 359949"/>
              <a:gd name="connsiteX27" fmla="*/ 237232 w 357697"/>
              <a:gd name="connsiteY27" fmla="*/ 134874 h 359949"/>
              <a:gd name="connsiteX28" fmla="*/ 198721 w 357697"/>
              <a:gd name="connsiteY28" fmla="*/ 206026 h 359949"/>
              <a:gd name="connsiteX29" fmla="*/ 193788 w 357697"/>
              <a:gd name="connsiteY29" fmla="*/ 213550 h 359949"/>
              <a:gd name="connsiteX30" fmla="*/ 154898 w 357697"/>
              <a:gd name="connsiteY30" fmla="*/ 322421 h 359949"/>
              <a:gd name="connsiteX31" fmla="*/ 154898 w 357697"/>
              <a:gd name="connsiteY31" fmla="*/ 322612 h 359949"/>
              <a:gd name="connsiteX32" fmla="*/ 154898 w 357697"/>
              <a:gd name="connsiteY32" fmla="*/ 323850 h 359949"/>
              <a:gd name="connsiteX33" fmla="*/ 151199 w 357697"/>
              <a:gd name="connsiteY33" fmla="*/ 328803 h 359949"/>
              <a:gd name="connsiteX34" fmla="*/ 100736 w 357697"/>
              <a:gd name="connsiteY34" fmla="*/ 358711 h 359949"/>
              <a:gd name="connsiteX35" fmla="*/ 97036 w 357697"/>
              <a:gd name="connsiteY35" fmla="*/ 359950 h 359949"/>
              <a:gd name="connsiteX36" fmla="*/ 89638 w 357697"/>
              <a:gd name="connsiteY36" fmla="*/ 356235 h 359949"/>
              <a:gd name="connsiteX37" fmla="*/ 93337 w 357697"/>
              <a:gd name="connsiteY37" fmla="*/ 346234 h 359949"/>
              <a:gd name="connsiteX38" fmla="*/ 125208 w 357697"/>
              <a:gd name="connsiteY38" fmla="*/ 326898 h 359949"/>
              <a:gd name="connsiteX39" fmla="*/ 0 w 357697"/>
              <a:gd name="connsiteY39" fmla="*/ 262414 h 359949"/>
              <a:gd name="connsiteX40" fmla="*/ 86697 w 357697"/>
              <a:gd name="connsiteY40" fmla="*/ 203644 h 359949"/>
              <a:gd name="connsiteX41" fmla="*/ 95329 w 357697"/>
              <a:gd name="connsiteY41" fmla="*/ 209931 h 359949"/>
              <a:gd name="connsiteX42" fmla="*/ 90397 w 357697"/>
              <a:gd name="connsiteY42" fmla="*/ 218694 h 359949"/>
              <a:gd name="connsiteX43" fmla="*/ 14892 w 357697"/>
              <a:gd name="connsiteY43" fmla="*/ 262414 h 359949"/>
              <a:gd name="connsiteX44" fmla="*/ 130710 w 357697"/>
              <a:gd name="connsiteY44" fmla="*/ 312325 h 359949"/>
              <a:gd name="connsiteX45" fmla="*/ 105573 w 357697"/>
              <a:gd name="connsiteY45" fmla="*/ 277749 h 359949"/>
              <a:gd name="connsiteX46" fmla="*/ 106806 w 357697"/>
              <a:gd name="connsiteY46" fmla="*/ 267748 h 359949"/>
              <a:gd name="connsiteX47" fmla="*/ 117904 w 357697"/>
              <a:gd name="connsiteY47" fmla="*/ 268986 h 359949"/>
              <a:gd name="connsiteX48" fmla="*/ 153570 w 357697"/>
              <a:gd name="connsiteY48" fmla="*/ 317563 h 359949"/>
              <a:gd name="connsiteX49" fmla="*/ 154708 w 357697"/>
              <a:gd name="connsiteY49" fmla="*/ 321945 h 359949"/>
              <a:gd name="connsiteX50" fmla="*/ 154708 w 357697"/>
              <a:gd name="connsiteY50" fmla="*/ 322421 h 359949"/>
              <a:gd name="connsiteX51" fmla="*/ 357697 w 357697"/>
              <a:gd name="connsiteY51" fmla="*/ 262604 h 359949"/>
              <a:gd name="connsiteX52" fmla="*/ 193504 w 357697"/>
              <a:gd name="connsiteY52" fmla="*/ 330327 h 359949"/>
              <a:gd name="connsiteX53" fmla="*/ 186010 w 357697"/>
              <a:gd name="connsiteY53" fmla="*/ 322802 h 359949"/>
              <a:gd name="connsiteX54" fmla="*/ 192271 w 357697"/>
              <a:gd name="connsiteY54" fmla="*/ 315278 h 359949"/>
              <a:gd name="connsiteX55" fmla="*/ 342805 w 357697"/>
              <a:gd name="connsiteY55" fmla="*/ 262604 h 359949"/>
              <a:gd name="connsiteX56" fmla="*/ 266921 w 357697"/>
              <a:gd name="connsiteY56" fmla="*/ 218694 h 359949"/>
              <a:gd name="connsiteX57" fmla="*/ 260661 w 357697"/>
              <a:gd name="connsiteY57" fmla="*/ 209931 h 359949"/>
              <a:gd name="connsiteX58" fmla="*/ 269388 w 357697"/>
              <a:gd name="connsiteY58" fmla="*/ 203644 h 359949"/>
              <a:gd name="connsiteX59" fmla="*/ 357697 w 357697"/>
              <a:gd name="connsiteY59" fmla="*/ 262604 h 35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57697" h="359949">
                <a:moveTo>
                  <a:pt x="179276" y="104775"/>
                </a:moveTo>
                <a:cubicBezTo>
                  <a:pt x="207827" y="104775"/>
                  <a:pt x="231446" y="81058"/>
                  <a:pt x="231446" y="52388"/>
                </a:cubicBezTo>
                <a:cubicBezTo>
                  <a:pt x="231446" y="23717"/>
                  <a:pt x="207827" y="0"/>
                  <a:pt x="179276" y="0"/>
                </a:cubicBezTo>
                <a:cubicBezTo>
                  <a:pt x="150724" y="0"/>
                  <a:pt x="127105" y="23717"/>
                  <a:pt x="127105" y="52388"/>
                </a:cubicBezTo>
                <a:cubicBezTo>
                  <a:pt x="127105" y="81058"/>
                  <a:pt x="149491" y="104775"/>
                  <a:pt x="179276" y="104775"/>
                </a:cubicBezTo>
                <a:close/>
                <a:moveTo>
                  <a:pt x="179276" y="14954"/>
                </a:moveTo>
                <a:cubicBezTo>
                  <a:pt x="199195" y="14954"/>
                  <a:pt x="216553" y="32385"/>
                  <a:pt x="216553" y="52388"/>
                </a:cubicBezTo>
                <a:cubicBezTo>
                  <a:pt x="216553" y="73628"/>
                  <a:pt x="199195" y="89821"/>
                  <a:pt x="179276" y="89821"/>
                </a:cubicBezTo>
                <a:cubicBezTo>
                  <a:pt x="158123" y="89821"/>
                  <a:pt x="141998" y="73628"/>
                  <a:pt x="141998" y="52388"/>
                </a:cubicBezTo>
                <a:cubicBezTo>
                  <a:pt x="141998" y="32385"/>
                  <a:pt x="158123" y="14954"/>
                  <a:pt x="179276" y="14954"/>
                </a:cubicBezTo>
                <a:close/>
                <a:moveTo>
                  <a:pt x="208681" y="277178"/>
                </a:moveTo>
                <a:lnTo>
                  <a:pt x="208681" y="218503"/>
                </a:lnTo>
                <a:cubicBezTo>
                  <a:pt x="237232" y="203549"/>
                  <a:pt x="253357" y="162306"/>
                  <a:pt x="253357" y="127349"/>
                </a:cubicBezTo>
                <a:cubicBezTo>
                  <a:pt x="253357" y="123634"/>
                  <a:pt x="249658" y="119825"/>
                  <a:pt x="245958" y="119825"/>
                </a:cubicBezTo>
                <a:lnTo>
                  <a:pt x="111929" y="119825"/>
                </a:lnTo>
                <a:cubicBezTo>
                  <a:pt x="106996" y="119825"/>
                  <a:pt x="104530" y="123539"/>
                  <a:pt x="104530" y="127349"/>
                </a:cubicBezTo>
                <a:cubicBezTo>
                  <a:pt x="104530" y="162306"/>
                  <a:pt x="119422" y="203454"/>
                  <a:pt x="149207" y="218503"/>
                </a:cubicBezTo>
                <a:lnTo>
                  <a:pt x="149207" y="277178"/>
                </a:lnTo>
                <a:cubicBezTo>
                  <a:pt x="149207" y="282130"/>
                  <a:pt x="151673" y="284702"/>
                  <a:pt x="156605" y="284702"/>
                </a:cubicBezTo>
                <a:lnTo>
                  <a:pt x="201282" y="284702"/>
                </a:lnTo>
                <a:cubicBezTo>
                  <a:pt x="204981" y="284702"/>
                  <a:pt x="208681" y="282226"/>
                  <a:pt x="208681" y="277178"/>
                </a:cubicBezTo>
                <a:close/>
                <a:moveTo>
                  <a:pt x="193788" y="213550"/>
                </a:moveTo>
                <a:lnTo>
                  <a:pt x="193788" y="269748"/>
                </a:lnTo>
                <a:lnTo>
                  <a:pt x="164004" y="269748"/>
                </a:lnTo>
                <a:lnTo>
                  <a:pt x="164004" y="213550"/>
                </a:lnTo>
                <a:cubicBezTo>
                  <a:pt x="164004" y="209836"/>
                  <a:pt x="161538" y="207264"/>
                  <a:pt x="159072" y="206026"/>
                </a:cubicBezTo>
                <a:cubicBezTo>
                  <a:pt x="135453" y="198501"/>
                  <a:pt x="121888" y="164878"/>
                  <a:pt x="119327" y="134874"/>
                </a:cubicBezTo>
                <a:lnTo>
                  <a:pt x="237232" y="134874"/>
                </a:lnTo>
                <a:cubicBezTo>
                  <a:pt x="235999" y="164782"/>
                  <a:pt x="221107" y="198501"/>
                  <a:pt x="198721" y="206026"/>
                </a:cubicBezTo>
                <a:cubicBezTo>
                  <a:pt x="195021" y="207264"/>
                  <a:pt x="193788" y="209740"/>
                  <a:pt x="193788" y="213550"/>
                </a:cubicBezTo>
                <a:close/>
                <a:moveTo>
                  <a:pt x="154898" y="322421"/>
                </a:moveTo>
                <a:cubicBezTo>
                  <a:pt x="154898" y="322421"/>
                  <a:pt x="154898" y="322517"/>
                  <a:pt x="154898" y="322612"/>
                </a:cubicBezTo>
                <a:cubicBezTo>
                  <a:pt x="154898" y="322993"/>
                  <a:pt x="154898" y="323374"/>
                  <a:pt x="154898" y="323850"/>
                </a:cubicBezTo>
                <a:cubicBezTo>
                  <a:pt x="154898" y="325088"/>
                  <a:pt x="153665" y="327565"/>
                  <a:pt x="151199" y="328803"/>
                </a:cubicBezTo>
                <a:lnTo>
                  <a:pt x="100736" y="358711"/>
                </a:lnTo>
                <a:cubicBezTo>
                  <a:pt x="99503" y="359950"/>
                  <a:pt x="98270" y="359950"/>
                  <a:pt x="97036" y="359950"/>
                </a:cubicBezTo>
                <a:cubicBezTo>
                  <a:pt x="94570" y="359950"/>
                  <a:pt x="92104" y="358711"/>
                  <a:pt x="89638" y="356235"/>
                </a:cubicBezTo>
                <a:cubicBezTo>
                  <a:pt x="88405" y="352520"/>
                  <a:pt x="89638" y="348805"/>
                  <a:pt x="93337" y="346234"/>
                </a:cubicBezTo>
                <a:cubicBezTo>
                  <a:pt x="108988" y="336709"/>
                  <a:pt x="118948" y="330708"/>
                  <a:pt x="125208" y="326898"/>
                </a:cubicBezTo>
                <a:cubicBezTo>
                  <a:pt x="60802" y="320040"/>
                  <a:pt x="0" y="298323"/>
                  <a:pt x="0" y="262414"/>
                </a:cubicBezTo>
                <a:cubicBezTo>
                  <a:pt x="0" y="237363"/>
                  <a:pt x="30923" y="216122"/>
                  <a:pt x="86697" y="203644"/>
                </a:cubicBezTo>
                <a:cubicBezTo>
                  <a:pt x="91630" y="203644"/>
                  <a:pt x="95329" y="206121"/>
                  <a:pt x="95329" y="209931"/>
                </a:cubicBezTo>
                <a:cubicBezTo>
                  <a:pt x="96562" y="213646"/>
                  <a:pt x="94096" y="217456"/>
                  <a:pt x="90397" y="218694"/>
                </a:cubicBezTo>
                <a:cubicBezTo>
                  <a:pt x="44582" y="228695"/>
                  <a:pt x="14892" y="246221"/>
                  <a:pt x="14892" y="262414"/>
                </a:cubicBezTo>
                <a:cubicBezTo>
                  <a:pt x="14892" y="282226"/>
                  <a:pt x="57861" y="305181"/>
                  <a:pt x="130710" y="312325"/>
                </a:cubicBezTo>
                <a:cubicBezTo>
                  <a:pt x="113949" y="289274"/>
                  <a:pt x="105573" y="277749"/>
                  <a:pt x="105573" y="277749"/>
                </a:cubicBezTo>
                <a:cubicBezTo>
                  <a:pt x="103107" y="274034"/>
                  <a:pt x="104340" y="270319"/>
                  <a:pt x="106806" y="267748"/>
                </a:cubicBezTo>
                <a:cubicBezTo>
                  <a:pt x="110506" y="265271"/>
                  <a:pt x="115438" y="265271"/>
                  <a:pt x="117904" y="268986"/>
                </a:cubicBezTo>
                <a:lnTo>
                  <a:pt x="153570" y="317563"/>
                </a:lnTo>
                <a:cubicBezTo>
                  <a:pt x="154518" y="318516"/>
                  <a:pt x="154613" y="320135"/>
                  <a:pt x="154708" y="321945"/>
                </a:cubicBezTo>
                <a:cubicBezTo>
                  <a:pt x="154708" y="322136"/>
                  <a:pt x="154708" y="322231"/>
                  <a:pt x="154708" y="322421"/>
                </a:cubicBezTo>
                <a:close/>
                <a:moveTo>
                  <a:pt x="357697" y="262604"/>
                </a:moveTo>
                <a:cubicBezTo>
                  <a:pt x="357697" y="304038"/>
                  <a:pt x="274320" y="327850"/>
                  <a:pt x="193504" y="330327"/>
                </a:cubicBezTo>
                <a:cubicBezTo>
                  <a:pt x="188571" y="330327"/>
                  <a:pt x="186010" y="326517"/>
                  <a:pt x="186010" y="322802"/>
                </a:cubicBezTo>
                <a:cubicBezTo>
                  <a:pt x="186010" y="319088"/>
                  <a:pt x="188476" y="315278"/>
                  <a:pt x="192271" y="315278"/>
                </a:cubicBezTo>
                <a:cubicBezTo>
                  <a:pt x="281814" y="312801"/>
                  <a:pt x="342805" y="286417"/>
                  <a:pt x="342805" y="262604"/>
                </a:cubicBezTo>
                <a:cubicBezTo>
                  <a:pt x="342805" y="246317"/>
                  <a:pt x="312926" y="228695"/>
                  <a:pt x="266921" y="218694"/>
                </a:cubicBezTo>
                <a:cubicBezTo>
                  <a:pt x="263222" y="218694"/>
                  <a:pt x="260661" y="213646"/>
                  <a:pt x="260661" y="209931"/>
                </a:cubicBezTo>
                <a:cubicBezTo>
                  <a:pt x="261894" y="206121"/>
                  <a:pt x="265593" y="203644"/>
                  <a:pt x="269388" y="203644"/>
                </a:cubicBezTo>
                <a:cubicBezTo>
                  <a:pt x="325352" y="216217"/>
                  <a:pt x="357697" y="237553"/>
                  <a:pt x="357697" y="26260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17">
            <a:extLst>
              <a:ext uri="{FF2B5EF4-FFF2-40B4-BE49-F238E27FC236}">
                <a16:creationId xmlns:a16="http://schemas.microsoft.com/office/drawing/2014/main" id="{E42A4AEE-8AF3-7270-CC24-5CAE6210CE2C}"/>
              </a:ext>
            </a:extLst>
          </p:cNvPr>
          <p:cNvSpPr/>
          <p:nvPr/>
        </p:nvSpPr>
        <p:spPr>
          <a:xfrm>
            <a:off x="1276575" y="1439137"/>
            <a:ext cx="480843" cy="483870"/>
          </a:xfrm>
          <a:custGeom>
            <a:avLst/>
            <a:gdLst>
              <a:gd name="connsiteX0" fmla="*/ 179276 w 357697"/>
              <a:gd name="connsiteY0" fmla="*/ 104775 h 359949"/>
              <a:gd name="connsiteX1" fmla="*/ 231446 w 357697"/>
              <a:gd name="connsiteY1" fmla="*/ 52388 h 359949"/>
              <a:gd name="connsiteX2" fmla="*/ 179276 w 357697"/>
              <a:gd name="connsiteY2" fmla="*/ 0 h 359949"/>
              <a:gd name="connsiteX3" fmla="*/ 127105 w 357697"/>
              <a:gd name="connsiteY3" fmla="*/ 52388 h 359949"/>
              <a:gd name="connsiteX4" fmla="*/ 179276 w 357697"/>
              <a:gd name="connsiteY4" fmla="*/ 104775 h 359949"/>
              <a:gd name="connsiteX5" fmla="*/ 179276 w 357697"/>
              <a:gd name="connsiteY5" fmla="*/ 14954 h 359949"/>
              <a:gd name="connsiteX6" fmla="*/ 216553 w 357697"/>
              <a:gd name="connsiteY6" fmla="*/ 52388 h 359949"/>
              <a:gd name="connsiteX7" fmla="*/ 179276 w 357697"/>
              <a:gd name="connsiteY7" fmla="*/ 89821 h 359949"/>
              <a:gd name="connsiteX8" fmla="*/ 141998 w 357697"/>
              <a:gd name="connsiteY8" fmla="*/ 52388 h 359949"/>
              <a:gd name="connsiteX9" fmla="*/ 179276 w 357697"/>
              <a:gd name="connsiteY9" fmla="*/ 14954 h 359949"/>
              <a:gd name="connsiteX10" fmla="*/ 208681 w 357697"/>
              <a:gd name="connsiteY10" fmla="*/ 277178 h 359949"/>
              <a:gd name="connsiteX11" fmla="*/ 208681 w 357697"/>
              <a:gd name="connsiteY11" fmla="*/ 218503 h 359949"/>
              <a:gd name="connsiteX12" fmla="*/ 253357 w 357697"/>
              <a:gd name="connsiteY12" fmla="*/ 127349 h 359949"/>
              <a:gd name="connsiteX13" fmla="*/ 245958 w 357697"/>
              <a:gd name="connsiteY13" fmla="*/ 119825 h 359949"/>
              <a:gd name="connsiteX14" fmla="*/ 111929 w 357697"/>
              <a:gd name="connsiteY14" fmla="*/ 119825 h 359949"/>
              <a:gd name="connsiteX15" fmla="*/ 104530 w 357697"/>
              <a:gd name="connsiteY15" fmla="*/ 127349 h 359949"/>
              <a:gd name="connsiteX16" fmla="*/ 149207 w 357697"/>
              <a:gd name="connsiteY16" fmla="*/ 218503 h 359949"/>
              <a:gd name="connsiteX17" fmla="*/ 149207 w 357697"/>
              <a:gd name="connsiteY17" fmla="*/ 277178 h 359949"/>
              <a:gd name="connsiteX18" fmla="*/ 156605 w 357697"/>
              <a:gd name="connsiteY18" fmla="*/ 284702 h 359949"/>
              <a:gd name="connsiteX19" fmla="*/ 201282 w 357697"/>
              <a:gd name="connsiteY19" fmla="*/ 284702 h 359949"/>
              <a:gd name="connsiteX20" fmla="*/ 208681 w 357697"/>
              <a:gd name="connsiteY20" fmla="*/ 277178 h 359949"/>
              <a:gd name="connsiteX21" fmla="*/ 193788 w 357697"/>
              <a:gd name="connsiteY21" fmla="*/ 213550 h 359949"/>
              <a:gd name="connsiteX22" fmla="*/ 193788 w 357697"/>
              <a:gd name="connsiteY22" fmla="*/ 269748 h 359949"/>
              <a:gd name="connsiteX23" fmla="*/ 164004 w 357697"/>
              <a:gd name="connsiteY23" fmla="*/ 269748 h 359949"/>
              <a:gd name="connsiteX24" fmla="*/ 164004 w 357697"/>
              <a:gd name="connsiteY24" fmla="*/ 213550 h 359949"/>
              <a:gd name="connsiteX25" fmla="*/ 159072 w 357697"/>
              <a:gd name="connsiteY25" fmla="*/ 206026 h 359949"/>
              <a:gd name="connsiteX26" fmla="*/ 119327 w 357697"/>
              <a:gd name="connsiteY26" fmla="*/ 134874 h 359949"/>
              <a:gd name="connsiteX27" fmla="*/ 237232 w 357697"/>
              <a:gd name="connsiteY27" fmla="*/ 134874 h 359949"/>
              <a:gd name="connsiteX28" fmla="*/ 198721 w 357697"/>
              <a:gd name="connsiteY28" fmla="*/ 206026 h 359949"/>
              <a:gd name="connsiteX29" fmla="*/ 193788 w 357697"/>
              <a:gd name="connsiteY29" fmla="*/ 213550 h 359949"/>
              <a:gd name="connsiteX30" fmla="*/ 154898 w 357697"/>
              <a:gd name="connsiteY30" fmla="*/ 322421 h 359949"/>
              <a:gd name="connsiteX31" fmla="*/ 154898 w 357697"/>
              <a:gd name="connsiteY31" fmla="*/ 322612 h 359949"/>
              <a:gd name="connsiteX32" fmla="*/ 154898 w 357697"/>
              <a:gd name="connsiteY32" fmla="*/ 323850 h 359949"/>
              <a:gd name="connsiteX33" fmla="*/ 151199 w 357697"/>
              <a:gd name="connsiteY33" fmla="*/ 328803 h 359949"/>
              <a:gd name="connsiteX34" fmla="*/ 100736 w 357697"/>
              <a:gd name="connsiteY34" fmla="*/ 358711 h 359949"/>
              <a:gd name="connsiteX35" fmla="*/ 97036 w 357697"/>
              <a:gd name="connsiteY35" fmla="*/ 359950 h 359949"/>
              <a:gd name="connsiteX36" fmla="*/ 89638 w 357697"/>
              <a:gd name="connsiteY36" fmla="*/ 356235 h 359949"/>
              <a:gd name="connsiteX37" fmla="*/ 93337 w 357697"/>
              <a:gd name="connsiteY37" fmla="*/ 346234 h 359949"/>
              <a:gd name="connsiteX38" fmla="*/ 125208 w 357697"/>
              <a:gd name="connsiteY38" fmla="*/ 326898 h 359949"/>
              <a:gd name="connsiteX39" fmla="*/ 0 w 357697"/>
              <a:gd name="connsiteY39" fmla="*/ 262414 h 359949"/>
              <a:gd name="connsiteX40" fmla="*/ 86697 w 357697"/>
              <a:gd name="connsiteY40" fmla="*/ 203644 h 359949"/>
              <a:gd name="connsiteX41" fmla="*/ 95329 w 357697"/>
              <a:gd name="connsiteY41" fmla="*/ 209931 h 359949"/>
              <a:gd name="connsiteX42" fmla="*/ 90397 w 357697"/>
              <a:gd name="connsiteY42" fmla="*/ 218694 h 359949"/>
              <a:gd name="connsiteX43" fmla="*/ 14892 w 357697"/>
              <a:gd name="connsiteY43" fmla="*/ 262414 h 359949"/>
              <a:gd name="connsiteX44" fmla="*/ 130710 w 357697"/>
              <a:gd name="connsiteY44" fmla="*/ 312325 h 359949"/>
              <a:gd name="connsiteX45" fmla="*/ 105573 w 357697"/>
              <a:gd name="connsiteY45" fmla="*/ 277749 h 359949"/>
              <a:gd name="connsiteX46" fmla="*/ 106806 w 357697"/>
              <a:gd name="connsiteY46" fmla="*/ 267748 h 359949"/>
              <a:gd name="connsiteX47" fmla="*/ 117904 w 357697"/>
              <a:gd name="connsiteY47" fmla="*/ 268986 h 359949"/>
              <a:gd name="connsiteX48" fmla="*/ 153570 w 357697"/>
              <a:gd name="connsiteY48" fmla="*/ 317563 h 359949"/>
              <a:gd name="connsiteX49" fmla="*/ 154708 w 357697"/>
              <a:gd name="connsiteY49" fmla="*/ 321945 h 359949"/>
              <a:gd name="connsiteX50" fmla="*/ 154708 w 357697"/>
              <a:gd name="connsiteY50" fmla="*/ 322421 h 359949"/>
              <a:gd name="connsiteX51" fmla="*/ 357697 w 357697"/>
              <a:gd name="connsiteY51" fmla="*/ 262604 h 359949"/>
              <a:gd name="connsiteX52" fmla="*/ 193504 w 357697"/>
              <a:gd name="connsiteY52" fmla="*/ 330327 h 359949"/>
              <a:gd name="connsiteX53" fmla="*/ 186010 w 357697"/>
              <a:gd name="connsiteY53" fmla="*/ 322802 h 359949"/>
              <a:gd name="connsiteX54" fmla="*/ 192271 w 357697"/>
              <a:gd name="connsiteY54" fmla="*/ 315278 h 359949"/>
              <a:gd name="connsiteX55" fmla="*/ 342805 w 357697"/>
              <a:gd name="connsiteY55" fmla="*/ 262604 h 359949"/>
              <a:gd name="connsiteX56" fmla="*/ 266921 w 357697"/>
              <a:gd name="connsiteY56" fmla="*/ 218694 h 359949"/>
              <a:gd name="connsiteX57" fmla="*/ 260661 w 357697"/>
              <a:gd name="connsiteY57" fmla="*/ 209931 h 359949"/>
              <a:gd name="connsiteX58" fmla="*/ 269388 w 357697"/>
              <a:gd name="connsiteY58" fmla="*/ 203644 h 359949"/>
              <a:gd name="connsiteX59" fmla="*/ 357697 w 357697"/>
              <a:gd name="connsiteY59" fmla="*/ 262604 h 35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57697" h="359949">
                <a:moveTo>
                  <a:pt x="179276" y="104775"/>
                </a:moveTo>
                <a:cubicBezTo>
                  <a:pt x="207827" y="104775"/>
                  <a:pt x="231446" y="81058"/>
                  <a:pt x="231446" y="52388"/>
                </a:cubicBezTo>
                <a:cubicBezTo>
                  <a:pt x="231446" y="23717"/>
                  <a:pt x="207827" y="0"/>
                  <a:pt x="179276" y="0"/>
                </a:cubicBezTo>
                <a:cubicBezTo>
                  <a:pt x="150724" y="0"/>
                  <a:pt x="127105" y="23717"/>
                  <a:pt x="127105" y="52388"/>
                </a:cubicBezTo>
                <a:cubicBezTo>
                  <a:pt x="127105" y="81058"/>
                  <a:pt x="149491" y="104775"/>
                  <a:pt x="179276" y="104775"/>
                </a:cubicBezTo>
                <a:close/>
                <a:moveTo>
                  <a:pt x="179276" y="14954"/>
                </a:moveTo>
                <a:cubicBezTo>
                  <a:pt x="199195" y="14954"/>
                  <a:pt x="216553" y="32385"/>
                  <a:pt x="216553" y="52388"/>
                </a:cubicBezTo>
                <a:cubicBezTo>
                  <a:pt x="216553" y="73628"/>
                  <a:pt x="199195" y="89821"/>
                  <a:pt x="179276" y="89821"/>
                </a:cubicBezTo>
                <a:cubicBezTo>
                  <a:pt x="158123" y="89821"/>
                  <a:pt x="141998" y="73628"/>
                  <a:pt x="141998" y="52388"/>
                </a:cubicBezTo>
                <a:cubicBezTo>
                  <a:pt x="141998" y="32385"/>
                  <a:pt x="158123" y="14954"/>
                  <a:pt x="179276" y="14954"/>
                </a:cubicBezTo>
                <a:close/>
                <a:moveTo>
                  <a:pt x="208681" y="277178"/>
                </a:moveTo>
                <a:lnTo>
                  <a:pt x="208681" y="218503"/>
                </a:lnTo>
                <a:cubicBezTo>
                  <a:pt x="237232" y="203549"/>
                  <a:pt x="253357" y="162306"/>
                  <a:pt x="253357" y="127349"/>
                </a:cubicBezTo>
                <a:cubicBezTo>
                  <a:pt x="253357" y="123634"/>
                  <a:pt x="249658" y="119825"/>
                  <a:pt x="245958" y="119825"/>
                </a:cubicBezTo>
                <a:lnTo>
                  <a:pt x="111929" y="119825"/>
                </a:lnTo>
                <a:cubicBezTo>
                  <a:pt x="106996" y="119825"/>
                  <a:pt x="104530" y="123539"/>
                  <a:pt x="104530" y="127349"/>
                </a:cubicBezTo>
                <a:cubicBezTo>
                  <a:pt x="104530" y="162306"/>
                  <a:pt x="119422" y="203454"/>
                  <a:pt x="149207" y="218503"/>
                </a:cubicBezTo>
                <a:lnTo>
                  <a:pt x="149207" y="277178"/>
                </a:lnTo>
                <a:cubicBezTo>
                  <a:pt x="149207" y="282130"/>
                  <a:pt x="151673" y="284702"/>
                  <a:pt x="156605" y="284702"/>
                </a:cubicBezTo>
                <a:lnTo>
                  <a:pt x="201282" y="284702"/>
                </a:lnTo>
                <a:cubicBezTo>
                  <a:pt x="204981" y="284702"/>
                  <a:pt x="208681" y="282226"/>
                  <a:pt x="208681" y="277178"/>
                </a:cubicBezTo>
                <a:close/>
                <a:moveTo>
                  <a:pt x="193788" y="213550"/>
                </a:moveTo>
                <a:lnTo>
                  <a:pt x="193788" y="269748"/>
                </a:lnTo>
                <a:lnTo>
                  <a:pt x="164004" y="269748"/>
                </a:lnTo>
                <a:lnTo>
                  <a:pt x="164004" y="213550"/>
                </a:lnTo>
                <a:cubicBezTo>
                  <a:pt x="164004" y="209836"/>
                  <a:pt x="161538" y="207264"/>
                  <a:pt x="159072" y="206026"/>
                </a:cubicBezTo>
                <a:cubicBezTo>
                  <a:pt x="135453" y="198501"/>
                  <a:pt x="121888" y="164878"/>
                  <a:pt x="119327" y="134874"/>
                </a:cubicBezTo>
                <a:lnTo>
                  <a:pt x="237232" y="134874"/>
                </a:lnTo>
                <a:cubicBezTo>
                  <a:pt x="235999" y="164782"/>
                  <a:pt x="221107" y="198501"/>
                  <a:pt x="198721" y="206026"/>
                </a:cubicBezTo>
                <a:cubicBezTo>
                  <a:pt x="195021" y="207264"/>
                  <a:pt x="193788" y="209740"/>
                  <a:pt x="193788" y="213550"/>
                </a:cubicBezTo>
                <a:close/>
                <a:moveTo>
                  <a:pt x="154898" y="322421"/>
                </a:moveTo>
                <a:cubicBezTo>
                  <a:pt x="154898" y="322421"/>
                  <a:pt x="154898" y="322517"/>
                  <a:pt x="154898" y="322612"/>
                </a:cubicBezTo>
                <a:cubicBezTo>
                  <a:pt x="154898" y="322993"/>
                  <a:pt x="154898" y="323374"/>
                  <a:pt x="154898" y="323850"/>
                </a:cubicBezTo>
                <a:cubicBezTo>
                  <a:pt x="154898" y="325088"/>
                  <a:pt x="153665" y="327565"/>
                  <a:pt x="151199" y="328803"/>
                </a:cubicBezTo>
                <a:lnTo>
                  <a:pt x="100736" y="358711"/>
                </a:lnTo>
                <a:cubicBezTo>
                  <a:pt x="99503" y="359950"/>
                  <a:pt x="98270" y="359950"/>
                  <a:pt x="97036" y="359950"/>
                </a:cubicBezTo>
                <a:cubicBezTo>
                  <a:pt x="94570" y="359950"/>
                  <a:pt x="92104" y="358711"/>
                  <a:pt x="89638" y="356235"/>
                </a:cubicBezTo>
                <a:cubicBezTo>
                  <a:pt x="88405" y="352520"/>
                  <a:pt x="89638" y="348805"/>
                  <a:pt x="93337" y="346234"/>
                </a:cubicBezTo>
                <a:cubicBezTo>
                  <a:pt x="108988" y="336709"/>
                  <a:pt x="118948" y="330708"/>
                  <a:pt x="125208" y="326898"/>
                </a:cubicBezTo>
                <a:cubicBezTo>
                  <a:pt x="60802" y="320040"/>
                  <a:pt x="0" y="298323"/>
                  <a:pt x="0" y="262414"/>
                </a:cubicBezTo>
                <a:cubicBezTo>
                  <a:pt x="0" y="237363"/>
                  <a:pt x="30923" y="216122"/>
                  <a:pt x="86697" y="203644"/>
                </a:cubicBezTo>
                <a:cubicBezTo>
                  <a:pt x="91630" y="203644"/>
                  <a:pt x="95329" y="206121"/>
                  <a:pt x="95329" y="209931"/>
                </a:cubicBezTo>
                <a:cubicBezTo>
                  <a:pt x="96562" y="213646"/>
                  <a:pt x="94096" y="217456"/>
                  <a:pt x="90397" y="218694"/>
                </a:cubicBezTo>
                <a:cubicBezTo>
                  <a:pt x="44582" y="228695"/>
                  <a:pt x="14892" y="246221"/>
                  <a:pt x="14892" y="262414"/>
                </a:cubicBezTo>
                <a:cubicBezTo>
                  <a:pt x="14892" y="282226"/>
                  <a:pt x="57861" y="305181"/>
                  <a:pt x="130710" y="312325"/>
                </a:cubicBezTo>
                <a:cubicBezTo>
                  <a:pt x="113949" y="289274"/>
                  <a:pt x="105573" y="277749"/>
                  <a:pt x="105573" y="277749"/>
                </a:cubicBezTo>
                <a:cubicBezTo>
                  <a:pt x="103107" y="274034"/>
                  <a:pt x="104340" y="270319"/>
                  <a:pt x="106806" y="267748"/>
                </a:cubicBezTo>
                <a:cubicBezTo>
                  <a:pt x="110506" y="265271"/>
                  <a:pt x="115438" y="265271"/>
                  <a:pt x="117904" y="268986"/>
                </a:cubicBezTo>
                <a:lnTo>
                  <a:pt x="153570" y="317563"/>
                </a:lnTo>
                <a:cubicBezTo>
                  <a:pt x="154518" y="318516"/>
                  <a:pt x="154613" y="320135"/>
                  <a:pt x="154708" y="321945"/>
                </a:cubicBezTo>
                <a:cubicBezTo>
                  <a:pt x="154708" y="322136"/>
                  <a:pt x="154708" y="322231"/>
                  <a:pt x="154708" y="322421"/>
                </a:cubicBezTo>
                <a:close/>
                <a:moveTo>
                  <a:pt x="357697" y="262604"/>
                </a:moveTo>
                <a:cubicBezTo>
                  <a:pt x="357697" y="304038"/>
                  <a:pt x="274320" y="327850"/>
                  <a:pt x="193504" y="330327"/>
                </a:cubicBezTo>
                <a:cubicBezTo>
                  <a:pt x="188571" y="330327"/>
                  <a:pt x="186010" y="326517"/>
                  <a:pt x="186010" y="322802"/>
                </a:cubicBezTo>
                <a:cubicBezTo>
                  <a:pt x="186010" y="319088"/>
                  <a:pt x="188476" y="315278"/>
                  <a:pt x="192271" y="315278"/>
                </a:cubicBezTo>
                <a:cubicBezTo>
                  <a:pt x="281814" y="312801"/>
                  <a:pt x="342805" y="286417"/>
                  <a:pt x="342805" y="262604"/>
                </a:cubicBezTo>
                <a:cubicBezTo>
                  <a:pt x="342805" y="246317"/>
                  <a:pt x="312926" y="228695"/>
                  <a:pt x="266921" y="218694"/>
                </a:cubicBezTo>
                <a:cubicBezTo>
                  <a:pt x="263222" y="218694"/>
                  <a:pt x="260661" y="213646"/>
                  <a:pt x="260661" y="209931"/>
                </a:cubicBezTo>
                <a:cubicBezTo>
                  <a:pt x="261894" y="206121"/>
                  <a:pt x="265593" y="203644"/>
                  <a:pt x="269388" y="203644"/>
                </a:cubicBezTo>
                <a:cubicBezTo>
                  <a:pt x="325352" y="216217"/>
                  <a:pt x="357697" y="237553"/>
                  <a:pt x="357697" y="26260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" name="Graphic 26">
            <a:extLst>
              <a:ext uri="{FF2B5EF4-FFF2-40B4-BE49-F238E27FC236}">
                <a16:creationId xmlns:a16="http://schemas.microsoft.com/office/drawing/2014/main" id="{86CA1182-2C77-ABB5-5312-500017BB44B1}"/>
              </a:ext>
            </a:extLst>
          </p:cNvPr>
          <p:cNvSpPr/>
          <p:nvPr/>
        </p:nvSpPr>
        <p:spPr>
          <a:xfrm>
            <a:off x="2211120" y="865165"/>
            <a:ext cx="489645" cy="419099"/>
          </a:xfrm>
          <a:custGeom>
            <a:avLst/>
            <a:gdLst>
              <a:gd name="connsiteX0" fmla="*/ 30259 w 363673"/>
              <a:gd name="connsiteY0" fmla="*/ 237649 h 311276"/>
              <a:gd name="connsiteX1" fmla="*/ 60517 w 363673"/>
              <a:gd name="connsiteY1" fmla="*/ 237649 h 311276"/>
              <a:gd name="connsiteX2" fmla="*/ 60517 w 363673"/>
              <a:gd name="connsiteY2" fmla="*/ 178022 h 311276"/>
              <a:gd name="connsiteX3" fmla="*/ 68106 w 363673"/>
              <a:gd name="connsiteY3" fmla="*/ 170593 h 311276"/>
              <a:gd name="connsiteX4" fmla="*/ 75694 w 363673"/>
              <a:gd name="connsiteY4" fmla="*/ 155734 h 311276"/>
              <a:gd name="connsiteX5" fmla="*/ 75694 w 363673"/>
              <a:gd name="connsiteY5" fmla="*/ 118491 h 311276"/>
              <a:gd name="connsiteX6" fmla="*/ 15272 w 363673"/>
              <a:gd name="connsiteY6" fmla="*/ 118491 h 311276"/>
              <a:gd name="connsiteX7" fmla="*/ 15272 w 363673"/>
              <a:gd name="connsiteY7" fmla="*/ 155734 h 311276"/>
              <a:gd name="connsiteX8" fmla="*/ 22860 w 363673"/>
              <a:gd name="connsiteY8" fmla="*/ 170593 h 311276"/>
              <a:gd name="connsiteX9" fmla="*/ 30448 w 363673"/>
              <a:gd name="connsiteY9" fmla="*/ 178022 h 311276"/>
              <a:gd name="connsiteX10" fmla="*/ 30448 w 363673"/>
              <a:gd name="connsiteY10" fmla="*/ 237649 h 311276"/>
              <a:gd name="connsiteX11" fmla="*/ 68011 w 363673"/>
              <a:gd name="connsiteY11" fmla="*/ 252508 h 311276"/>
              <a:gd name="connsiteX12" fmla="*/ 22670 w 363673"/>
              <a:gd name="connsiteY12" fmla="*/ 252508 h 311276"/>
              <a:gd name="connsiteX13" fmla="*/ 15082 w 363673"/>
              <a:gd name="connsiteY13" fmla="*/ 245078 h 311276"/>
              <a:gd name="connsiteX14" fmla="*/ 15082 w 363673"/>
              <a:gd name="connsiteY14" fmla="*/ 184214 h 311276"/>
              <a:gd name="connsiteX15" fmla="*/ 0 w 363673"/>
              <a:gd name="connsiteY15" fmla="*/ 155639 h 311276"/>
              <a:gd name="connsiteX16" fmla="*/ 0 w 363673"/>
              <a:gd name="connsiteY16" fmla="*/ 110966 h 311276"/>
              <a:gd name="connsiteX17" fmla="*/ 7588 w 363673"/>
              <a:gd name="connsiteY17" fmla="*/ 103537 h 311276"/>
              <a:gd name="connsiteX18" fmla="*/ 83188 w 363673"/>
              <a:gd name="connsiteY18" fmla="*/ 103537 h 311276"/>
              <a:gd name="connsiteX19" fmla="*/ 90776 w 363673"/>
              <a:gd name="connsiteY19" fmla="*/ 110966 h 311276"/>
              <a:gd name="connsiteX20" fmla="*/ 90776 w 363673"/>
              <a:gd name="connsiteY20" fmla="*/ 155639 h 311276"/>
              <a:gd name="connsiteX21" fmla="*/ 75694 w 363673"/>
              <a:gd name="connsiteY21" fmla="*/ 184214 h 311276"/>
              <a:gd name="connsiteX22" fmla="*/ 75694 w 363673"/>
              <a:gd name="connsiteY22" fmla="*/ 245078 h 311276"/>
              <a:gd name="connsiteX23" fmla="*/ 68106 w 363673"/>
              <a:gd name="connsiteY23" fmla="*/ 252508 h 311276"/>
              <a:gd name="connsiteX24" fmla="*/ 303156 w 363673"/>
              <a:gd name="connsiteY24" fmla="*/ 237649 h 311276"/>
              <a:gd name="connsiteX25" fmla="*/ 333415 w 363673"/>
              <a:gd name="connsiteY25" fmla="*/ 237649 h 311276"/>
              <a:gd name="connsiteX26" fmla="*/ 333415 w 363673"/>
              <a:gd name="connsiteY26" fmla="*/ 178022 h 311276"/>
              <a:gd name="connsiteX27" fmla="*/ 341003 w 363673"/>
              <a:gd name="connsiteY27" fmla="*/ 170593 h 311276"/>
              <a:gd name="connsiteX28" fmla="*/ 348591 w 363673"/>
              <a:gd name="connsiteY28" fmla="*/ 155734 h 311276"/>
              <a:gd name="connsiteX29" fmla="*/ 348591 w 363673"/>
              <a:gd name="connsiteY29" fmla="*/ 118491 h 311276"/>
              <a:gd name="connsiteX30" fmla="*/ 288169 w 363673"/>
              <a:gd name="connsiteY30" fmla="*/ 118491 h 311276"/>
              <a:gd name="connsiteX31" fmla="*/ 288169 w 363673"/>
              <a:gd name="connsiteY31" fmla="*/ 155734 h 311276"/>
              <a:gd name="connsiteX32" fmla="*/ 295757 w 363673"/>
              <a:gd name="connsiteY32" fmla="*/ 170593 h 311276"/>
              <a:gd name="connsiteX33" fmla="*/ 303346 w 363673"/>
              <a:gd name="connsiteY33" fmla="*/ 178022 h 311276"/>
              <a:gd name="connsiteX34" fmla="*/ 303346 w 363673"/>
              <a:gd name="connsiteY34" fmla="*/ 237649 h 311276"/>
              <a:gd name="connsiteX35" fmla="*/ 340908 w 363673"/>
              <a:gd name="connsiteY35" fmla="*/ 252508 h 311276"/>
              <a:gd name="connsiteX36" fmla="*/ 295567 w 363673"/>
              <a:gd name="connsiteY36" fmla="*/ 252508 h 311276"/>
              <a:gd name="connsiteX37" fmla="*/ 287979 w 363673"/>
              <a:gd name="connsiteY37" fmla="*/ 245078 h 311276"/>
              <a:gd name="connsiteX38" fmla="*/ 287979 w 363673"/>
              <a:gd name="connsiteY38" fmla="*/ 184214 h 311276"/>
              <a:gd name="connsiteX39" fmla="*/ 272897 w 363673"/>
              <a:gd name="connsiteY39" fmla="*/ 155639 h 311276"/>
              <a:gd name="connsiteX40" fmla="*/ 272897 w 363673"/>
              <a:gd name="connsiteY40" fmla="*/ 110966 h 311276"/>
              <a:gd name="connsiteX41" fmla="*/ 280486 w 363673"/>
              <a:gd name="connsiteY41" fmla="*/ 103537 h 311276"/>
              <a:gd name="connsiteX42" fmla="*/ 356085 w 363673"/>
              <a:gd name="connsiteY42" fmla="*/ 103537 h 311276"/>
              <a:gd name="connsiteX43" fmla="*/ 363673 w 363673"/>
              <a:gd name="connsiteY43" fmla="*/ 110966 h 311276"/>
              <a:gd name="connsiteX44" fmla="*/ 363673 w 363673"/>
              <a:gd name="connsiteY44" fmla="*/ 155639 h 311276"/>
              <a:gd name="connsiteX45" fmla="*/ 348591 w 363673"/>
              <a:gd name="connsiteY45" fmla="*/ 184214 h 311276"/>
              <a:gd name="connsiteX46" fmla="*/ 348591 w 363673"/>
              <a:gd name="connsiteY46" fmla="*/ 245078 h 311276"/>
              <a:gd name="connsiteX47" fmla="*/ 341003 w 363673"/>
              <a:gd name="connsiteY47" fmla="*/ 252508 h 311276"/>
              <a:gd name="connsiteX48" fmla="*/ 166660 w 363673"/>
              <a:gd name="connsiteY48" fmla="*/ 296418 h 311276"/>
              <a:gd name="connsiteX49" fmla="*/ 196919 w 363673"/>
              <a:gd name="connsiteY49" fmla="*/ 296418 h 311276"/>
              <a:gd name="connsiteX50" fmla="*/ 196919 w 363673"/>
              <a:gd name="connsiteY50" fmla="*/ 214789 h 311276"/>
              <a:gd name="connsiteX51" fmla="*/ 204507 w 363673"/>
              <a:gd name="connsiteY51" fmla="*/ 207359 h 311276"/>
              <a:gd name="connsiteX52" fmla="*/ 227272 w 363673"/>
              <a:gd name="connsiteY52" fmla="*/ 185071 h 311276"/>
              <a:gd name="connsiteX53" fmla="*/ 227272 w 363673"/>
              <a:gd name="connsiteY53" fmla="*/ 118301 h 311276"/>
              <a:gd name="connsiteX54" fmla="*/ 136401 w 363673"/>
              <a:gd name="connsiteY54" fmla="*/ 118301 h 311276"/>
              <a:gd name="connsiteX55" fmla="*/ 136401 w 363673"/>
              <a:gd name="connsiteY55" fmla="*/ 185071 h 311276"/>
              <a:gd name="connsiteX56" fmla="*/ 159166 w 363673"/>
              <a:gd name="connsiteY56" fmla="*/ 207359 h 311276"/>
              <a:gd name="connsiteX57" fmla="*/ 166755 w 363673"/>
              <a:gd name="connsiteY57" fmla="*/ 214789 h 311276"/>
              <a:gd name="connsiteX58" fmla="*/ 166755 w 363673"/>
              <a:gd name="connsiteY58" fmla="*/ 296418 h 311276"/>
              <a:gd name="connsiteX59" fmla="*/ 204507 w 363673"/>
              <a:gd name="connsiteY59" fmla="*/ 311277 h 311276"/>
              <a:gd name="connsiteX60" fmla="*/ 159071 w 363673"/>
              <a:gd name="connsiteY60" fmla="*/ 311277 h 311276"/>
              <a:gd name="connsiteX61" fmla="*/ 151483 w 363673"/>
              <a:gd name="connsiteY61" fmla="*/ 303847 h 311276"/>
              <a:gd name="connsiteX62" fmla="*/ 151483 w 363673"/>
              <a:gd name="connsiteY62" fmla="*/ 220980 h 311276"/>
              <a:gd name="connsiteX63" fmla="*/ 121224 w 363673"/>
              <a:gd name="connsiteY63" fmla="*/ 185071 h 311276"/>
              <a:gd name="connsiteX64" fmla="*/ 121224 w 363673"/>
              <a:gd name="connsiteY64" fmla="*/ 110871 h 311276"/>
              <a:gd name="connsiteX65" fmla="*/ 128813 w 363673"/>
              <a:gd name="connsiteY65" fmla="*/ 103441 h 311276"/>
              <a:gd name="connsiteX66" fmla="*/ 234860 w 363673"/>
              <a:gd name="connsiteY66" fmla="*/ 103441 h 311276"/>
              <a:gd name="connsiteX67" fmla="*/ 242449 w 363673"/>
              <a:gd name="connsiteY67" fmla="*/ 110871 h 311276"/>
              <a:gd name="connsiteX68" fmla="*/ 242449 w 363673"/>
              <a:gd name="connsiteY68" fmla="*/ 185071 h 311276"/>
              <a:gd name="connsiteX69" fmla="*/ 212190 w 363673"/>
              <a:gd name="connsiteY69" fmla="*/ 220980 h 311276"/>
              <a:gd name="connsiteX70" fmla="*/ 212190 w 363673"/>
              <a:gd name="connsiteY70" fmla="*/ 303847 h 311276"/>
              <a:gd name="connsiteX71" fmla="*/ 204602 w 363673"/>
              <a:gd name="connsiteY71" fmla="*/ 311277 h 311276"/>
              <a:gd name="connsiteX72" fmla="*/ 45341 w 363673"/>
              <a:gd name="connsiteY72" fmla="*/ 44482 h 311276"/>
              <a:gd name="connsiteX73" fmla="*/ 30069 w 363673"/>
              <a:gd name="connsiteY73" fmla="*/ 59150 h 311276"/>
              <a:gd name="connsiteX74" fmla="*/ 45341 w 363673"/>
              <a:gd name="connsiteY74" fmla="*/ 73819 h 311276"/>
              <a:gd name="connsiteX75" fmla="*/ 60612 w 363673"/>
              <a:gd name="connsiteY75" fmla="*/ 59150 h 311276"/>
              <a:gd name="connsiteX76" fmla="*/ 45341 w 363673"/>
              <a:gd name="connsiteY76" fmla="*/ 44482 h 311276"/>
              <a:gd name="connsiteX77" fmla="*/ 45341 w 363673"/>
              <a:gd name="connsiteY77" fmla="*/ 88582 h 311276"/>
              <a:gd name="connsiteX78" fmla="*/ 14797 w 363673"/>
              <a:gd name="connsiteY78" fmla="*/ 59150 h 311276"/>
              <a:gd name="connsiteX79" fmla="*/ 45341 w 363673"/>
              <a:gd name="connsiteY79" fmla="*/ 29718 h 311276"/>
              <a:gd name="connsiteX80" fmla="*/ 75884 w 363673"/>
              <a:gd name="connsiteY80" fmla="*/ 59150 h 311276"/>
              <a:gd name="connsiteX81" fmla="*/ 45341 w 363673"/>
              <a:gd name="connsiteY81" fmla="*/ 88582 h 311276"/>
              <a:gd name="connsiteX82" fmla="*/ 318238 w 363673"/>
              <a:gd name="connsiteY82" fmla="*/ 44482 h 311276"/>
              <a:gd name="connsiteX83" fmla="*/ 302966 w 363673"/>
              <a:gd name="connsiteY83" fmla="*/ 59150 h 311276"/>
              <a:gd name="connsiteX84" fmla="*/ 318238 w 363673"/>
              <a:gd name="connsiteY84" fmla="*/ 73819 h 311276"/>
              <a:gd name="connsiteX85" fmla="*/ 333509 w 363673"/>
              <a:gd name="connsiteY85" fmla="*/ 59150 h 311276"/>
              <a:gd name="connsiteX86" fmla="*/ 318238 w 363673"/>
              <a:gd name="connsiteY86" fmla="*/ 44482 h 311276"/>
              <a:gd name="connsiteX87" fmla="*/ 318238 w 363673"/>
              <a:gd name="connsiteY87" fmla="*/ 88582 h 311276"/>
              <a:gd name="connsiteX88" fmla="*/ 287694 w 363673"/>
              <a:gd name="connsiteY88" fmla="*/ 59150 h 311276"/>
              <a:gd name="connsiteX89" fmla="*/ 318238 w 363673"/>
              <a:gd name="connsiteY89" fmla="*/ 29718 h 311276"/>
              <a:gd name="connsiteX90" fmla="*/ 348781 w 363673"/>
              <a:gd name="connsiteY90" fmla="*/ 59150 h 311276"/>
              <a:gd name="connsiteX91" fmla="*/ 318238 w 363673"/>
              <a:gd name="connsiteY91" fmla="*/ 88582 h 311276"/>
              <a:gd name="connsiteX92" fmla="*/ 181837 w 363673"/>
              <a:gd name="connsiteY92" fmla="*/ 14764 h 311276"/>
              <a:gd name="connsiteX93" fmla="*/ 151293 w 363673"/>
              <a:gd name="connsiteY93" fmla="*/ 44291 h 311276"/>
              <a:gd name="connsiteX94" fmla="*/ 181837 w 363673"/>
              <a:gd name="connsiteY94" fmla="*/ 73819 h 311276"/>
              <a:gd name="connsiteX95" fmla="*/ 212380 w 363673"/>
              <a:gd name="connsiteY95" fmla="*/ 44291 h 311276"/>
              <a:gd name="connsiteX96" fmla="*/ 181837 w 363673"/>
              <a:gd name="connsiteY96" fmla="*/ 14764 h 311276"/>
              <a:gd name="connsiteX97" fmla="*/ 181837 w 363673"/>
              <a:gd name="connsiteY97" fmla="*/ 88582 h 311276"/>
              <a:gd name="connsiteX98" fmla="*/ 136117 w 363673"/>
              <a:gd name="connsiteY98" fmla="*/ 44291 h 311276"/>
              <a:gd name="connsiteX99" fmla="*/ 181837 w 363673"/>
              <a:gd name="connsiteY99" fmla="*/ 0 h 311276"/>
              <a:gd name="connsiteX100" fmla="*/ 227557 w 363673"/>
              <a:gd name="connsiteY100" fmla="*/ 44291 h 311276"/>
              <a:gd name="connsiteX101" fmla="*/ 181837 w 363673"/>
              <a:gd name="connsiteY101" fmla="*/ 88582 h 311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3673" h="311276">
                <a:moveTo>
                  <a:pt x="30259" y="237649"/>
                </a:moveTo>
                <a:lnTo>
                  <a:pt x="60517" y="237649"/>
                </a:lnTo>
                <a:lnTo>
                  <a:pt x="60517" y="178022"/>
                </a:lnTo>
                <a:cubicBezTo>
                  <a:pt x="60517" y="173069"/>
                  <a:pt x="64312" y="170593"/>
                  <a:pt x="68106" y="170593"/>
                </a:cubicBezTo>
                <a:cubicBezTo>
                  <a:pt x="71900" y="170593"/>
                  <a:pt x="75694" y="170593"/>
                  <a:pt x="75694" y="155734"/>
                </a:cubicBezTo>
                <a:lnTo>
                  <a:pt x="75694" y="118491"/>
                </a:lnTo>
                <a:lnTo>
                  <a:pt x="15272" y="118491"/>
                </a:lnTo>
                <a:lnTo>
                  <a:pt x="15272" y="155734"/>
                </a:lnTo>
                <a:cubicBezTo>
                  <a:pt x="15272" y="170593"/>
                  <a:pt x="19066" y="170593"/>
                  <a:pt x="22860" y="170593"/>
                </a:cubicBezTo>
                <a:cubicBezTo>
                  <a:pt x="26654" y="170593"/>
                  <a:pt x="30448" y="173069"/>
                  <a:pt x="30448" y="178022"/>
                </a:cubicBezTo>
                <a:lnTo>
                  <a:pt x="30448" y="237649"/>
                </a:lnTo>
                <a:close/>
                <a:moveTo>
                  <a:pt x="68011" y="252508"/>
                </a:moveTo>
                <a:lnTo>
                  <a:pt x="22670" y="252508"/>
                </a:lnTo>
                <a:cubicBezTo>
                  <a:pt x="18876" y="252508"/>
                  <a:pt x="15082" y="248793"/>
                  <a:pt x="15082" y="245078"/>
                </a:cubicBezTo>
                <a:lnTo>
                  <a:pt x="15082" y="184214"/>
                </a:lnTo>
                <a:cubicBezTo>
                  <a:pt x="5027" y="180499"/>
                  <a:pt x="0" y="171831"/>
                  <a:pt x="0" y="155639"/>
                </a:cubicBezTo>
                <a:lnTo>
                  <a:pt x="0" y="110966"/>
                </a:lnTo>
                <a:cubicBezTo>
                  <a:pt x="0" y="106013"/>
                  <a:pt x="3794" y="103537"/>
                  <a:pt x="7588" y="103537"/>
                </a:cubicBezTo>
                <a:lnTo>
                  <a:pt x="83188" y="103537"/>
                </a:lnTo>
                <a:cubicBezTo>
                  <a:pt x="86982" y="103537"/>
                  <a:pt x="90776" y="106013"/>
                  <a:pt x="90776" y="110966"/>
                </a:cubicBezTo>
                <a:lnTo>
                  <a:pt x="90776" y="155639"/>
                </a:lnTo>
                <a:cubicBezTo>
                  <a:pt x="90776" y="171736"/>
                  <a:pt x="85749" y="180499"/>
                  <a:pt x="75694" y="184214"/>
                </a:cubicBezTo>
                <a:lnTo>
                  <a:pt x="75694" y="245078"/>
                </a:lnTo>
                <a:cubicBezTo>
                  <a:pt x="75694" y="248793"/>
                  <a:pt x="71900" y="252508"/>
                  <a:pt x="68106" y="252508"/>
                </a:cubicBezTo>
                <a:close/>
                <a:moveTo>
                  <a:pt x="303156" y="237649"/>
                </a:moveTo>
                <a:lnTo>
                  <a:pt x="333415" y="237649"/>
                </a:lnTo>
                <a:lnTo>
                  <a:pt x="333415" y="178022"/>
                </a:lnTo>
                <a:cubicBezTo>
                  <a:pt x="333415" y="173069"/>
                  <a:pt x="337209" y="170593"/>
                  <a:pt x="341003" y="170593"/>
                </a:cubicBezTo>
                <a:cubicBezTo>
                  <a:pt x="344797" y="170593"/>
                  <a:pt x="348591" y="170593"/>
                  <a:pt x="348591" y="155734"/>
                </a:cubicBezTo>
                <a:lnTo>
                  <a:pt x="348591" y="118491"/>
                </a:lnTo>
                <a:lnTo>
                  <a:pt x="288169" y="118491"/>
                </a:lnTo>
                <a:lnTo>
                  <a:pt x="288169" y="155734"/>
                </a:lnTo>
                <a:cubicBezTo>
                  <a:pt x="288169" y="170593"/>
                  <a:pt x="291963" y="170593"/>
                  <a:pt x="295757" y="170593"/>
                </a:cubicBezTo>
                <a:cubicBezTo>
                  <a:pt x="299551" y="170593"/>
                  <a:pt x="303346" y="173069"/>
                  <a:pt x="303346" y="178022"/>
                </a:cubicBezTo>
                <a:lnTo>
                  <a:pt x="303346" y="237649"/>
                </a:lnTo>
                <a:close/>
                <a:moveTo>
                  <a:pt x="340908" y="252508"/>
                </a:moveTo>
                <a:lnTo>
                  <a:pt x="295567" y="252508"/>
                </a:lnTo>
                <a:cubicBezTo>
                  <a:pt x="291773" y="252508"/>
                  <a:pt x="287979" y="248793"/>
                  <a:pt x="287979" y="245078"/>
                </a:cubicBezTo>
                <a:lnTo>
                  <a:pt x="287979" y="184214"/>
                </a:lnTo>
                <a:cubicBezTo>
                  <a:pt x="277924" y="180499"/>
                  <a:pt x="272897" y="171831"/>
                  <a:pt x="272897" y="155639"/>
                </a:cubicBezTo>
                <a:lnTo>
                  <a:pt x="272897" y="110966"/>
                </a:lnTo>
                <a:cubicBezTo>
                  <a:pt x="272897" y="106013"/>
                  <a:pt x="276691" y="103537"/>
                  <a:pt x="280486" y="103537"/>
                </a:cubicBezTo>
                <a:lnTo>
                  <a:pt x="356085" y="103537"/>
                </a:lnTo>
                <a:cubicBezTo>
                  <a:pt x="359879" y="103537"/>
                  <a:pt x="363673" y="106013"/>
                  <a:pt x="363673" y="110966"/>
                </a:cubicBezTo>
                <a:lnTo>
                  <a:pt x="363673" y="155639"/>
                </a:lnTo>
                <a:cubicBezTo>
                  <a:pt x="363673" y="171736"/>
                  <a:pt x="358646" y="180499"/>
                  <a:pt x="348591" y="184214"/>
                </a:cubicBezTo>
                <a:lnTo>
                  <a:pt x="348591" y="245078"/>
                </a:lnTo>
                <a:cubicBezTo>
                  <a:pt x="348591" y="248793"/>
                  <a:pt x="344797" y="252508"/>
                  <a:pt x="341003" y="252508"/>
                </a:cubicBezTo>
                <a:close/>
                <a:moveTo>
                  <a:pt x="166660" y="296418"/>
                </a:moveTo>
                <a:lnTo>
                  <a:pt x="196919" y="296418"/>
                </a:lnTo>
                <a:lnTo>
                  <a:pt x="196919" y="214789"/>
                </a:lnTo>
                <a:cubicBezTo>
                  <a:pt x="196919" y="209836"/>
                  <a:pt x="200713" y="207359"/>
                  <a:pt x="204507" y="207359"/>
                </a:cubicBezTo>
                <a:cubicBezTo>
                  <a:pt x="217123" y="207359"/>
                  <a:pt x="227272" y="197453"/>
                  <a:pt x="227272" y="185071"/>
                </a:cubicBezTo>
                <a:lnTo>
                  <a:pt x="227272" y="118301"/>
                </a:lnTo>
                <a:lnTo>
                  <a:pt x="136401" y="118301"/>
                </a:lnTo>
                <a:lnTo>
                  <a:pt x="136401" y="185071"/>
                </a:lnTo>
                <a:cubicBezTo>
                  <a:pt x="136401" y="197453"/>
                  <a:pt x="146456" y="207359"/>
                  <a:pt x="159166" y="207359"/>
                </a:cubicBezTo>
                <a:cubicBezTo>
                  <a:pt x="162961" y="207359"/>
                  <a:pt x="166755" y="209836"/>
                  <a:pt x="166755" y="214789"/>
                </a:cubicBezTo>
                <a:lnTo>
                  <a:pt x="166755" y="296418"/>
                </a:lnTo>
                <a:close/>
                <a:moveTo>
                  <a:pt x="204507" y="311277"/>
                </a:moveTo>
                <a:lnTo>
                  <a:pt x="159071" y="311277"/>
                </a:lnTo>
                <a:cubicBezTo>
                  <a:pt x="155277" y="311277"/>
                  <a:pt x="151483" y="307562"/>
                  <a:pt x="151483" y="303847"/>
                </a:cubicBezTo>
                <a:lnTo>
                  <a:pt x="151483" y="220980"/>
                </a:lnTo>
                <a:cubicBezTo>
                  <a:pt x="133840" y="217265"/>
                  <a:pt x="121224" y="202406"/>
                  <a:pt x="121224" y="185071"/>
                </a:cubicBezTo>
                <a:lnTo>
                  <a:pt x="121224" y="110871"/>
                </a:lnTo>
                <a:cubicBezTo>
                  <a:pt x="121224" y="105918"/>
                  <a:pt x="125019" y="103441"/>
                  <a:pt x="128813" y="103441"/>
                </a:cubicBezTo>
                <a:lnTo>
                  <a:pt x="234860" y="103441"/>
                </a:lnTo>
                <a:cubicBezTo>
                  <a:pt x="238655" y="103441"/>
                  <a:pt x="242449" y="105918"/>
                  <a:pt x="242449" y="110871"/>
                </a:cubicBezTo>
                <a:lnTo>
                  <a:pt x="242449" y="185071"/>
                </a:lnTo>
                <a:cubicBezTo>
                  <a:pt x="242449" y="202406"/>
                  <a:pt x="229833" y="217265"/>
                  <a:pt x="212190" y="220980"/>
                </a:cubicBezTo>
                <a:lnTo>
                  <a:pt x="212190" y="303847"/>
                </a:lnTo>
                <a:cubicBezTo>
                  <a:pt x="212190" y="307562"/>
                  <a:pt x="208396" y="311277"/>
                  <a:pt x="204602" y="311277"/>
                </a:cubicBezTo>
                <a:close/>
                <a:moveTo>
                  <a:pt x="45341" y="44482"/>
                </a:moveTo>
                <a:cubicBezTo>
                  <a:pt x="36424" y="44482"/>
                  <a:pt x="30069" y="50578"/>
                  <a:pt x="30069" y="59150"/>
                </a:cubicBezTo>
                <a:cubicBezTo>
                  <a:pt x="30069" y="66484"/>
                  <a:pt x="36424" y="73819"/>
                  <a:pt x="45341" y="73819"/>
                </a:cubicBezTo>
                <a:cubicBezTo>
                  <a:pt x="54257" y="73819"/>
                  <a:pt x="60612" y="66484"/>
                  <a:pt x="60612" y="59150"/>
                </a:cubicBezTo>
                <a:cubicBezTo>
                  <a:pt x="60612" y="50578"/>
                  <a:pt x="54257" y="44482"/>
                  <a:pt x="45341" y="44482"/>
                </a:cubicBezTo>
                <a:close/>
                <a:moveTo>
                  <a:pt x="45341" y="88582"/>
                </a:moveTo>
                <a:cubicBezTo>
                  <a:pt x="28836" y="88582"/>
                  <a:pt x="14797" y="75152"/>
                  <a:pt x="14797" y="59150"/>
                </a:cubicBezTo>
                <a:cubicBezTo>
                  <a:pt x="14797" y="42005"/>
                  <a:pt x="28741" y="29718"/>
                  <a:pt x="45341" y="29718"/>
                </a:cubicBezTo>
                <a:cubicBezTo>
                  <a:pt x="61940" y="29718"/>
                  <a:pt x="75884" y="42005"/>
                  <a:pt x="75884" y="59150"/>
                </a:cubicBezTo>
                <a:cubicBezTo>
                  <a:pt x="75884" y="75057"/>
                  <a:pt x="61940" y="88582"/>
                  <a:pt x="45341" y="88582"/>
                </a:cubicBezTo>
                <a:close/>
                <a:moveTo>
                  <a:pt x="318238" y="44482"/>
                </a:moveTo>
                <a:cubicBezTo>
                  <a:pt x="309321" y="44482"/>
                  <a:pt x="302966" y="50578"/>
                  <a:pt x="302966" y="59150"/>
                </a:cubicBezTo>
                <a:cubicBezTo>
                  <a:pt x="302966" y="66484"/>
                  <a:pt x="309321" y="73819"/>
                  <a:pt x="318238" y="73819"/>
                </a:cubicBezTo>
                <a:cubicBezTo>
                  <a:pt x="327154" y="73819"/>
                  <a:pt x="333509" y="66484"/>
                  <a:pt x="333509" y="59150"/>
                </a:cubicBezTo>
                <a:cubicBezTo>
                  <a:pt x="333509" y="50578"/>
                  <a:pt x="327154" y="44482"/>
                  <a:pt x="318238" y="44482"/>
                </a:cubicBezTo>
                <a:close/>
                <a:moveTo>
                  <a:pt x="318238" y="88582"/>
                </a:moveTo>
                <a:cubicBezTo>
                  <a:pt x="301733" y="88582"/>
                  <a:pt x="287694" y="75152"/>
                  <a:pt x="287694" y="59150"/>
                </a:cubicBezTo>
                <a:cubicBezTo>
                  <a:pt x="287694" y="42005"/>
                  <a:pt x="301638" y="29718"/>
                  <a:pt x="318238" y="29718"/>
                </a:cubicBezTo>
                <a:cubicBezTo>
                  <a:pt x="334837" y="29718"/>
                  <a:pt x="348781" y="42005"/>
                  <a:pt x="348781" y="59150"/>
                </a:cubicBezTo>
                <a:cubicBezTo>
                  <a:pt x="348781" y="75057"/>
                  <a:pt x="334837" y="88582"/>
                  <a:pt x="318238" y="88582"/>
                </a:cubicBezTo>
                <a:close/>
                <a:moveTo>
                  <a:pt x="181837" y="14764"/>
                </a:moveTo>
                <a:cubicBezTo>
                  <a:pt x="165332" y="14764"/>
                  <a:pt x="151293" y="27051"/>
                  <a:pt x="151293" y="44291"/>
                </a:cubicBezTo>
                <a:cubicBezTo>
                  <a:pt x="151293" y="60293"/>
                  <a:pt x="165237" y="73819"/>
                  <a:pt x="181837" y="73819"/>
                </a:cubicBezTo>
                <a:cubicBezTo>
                  <a:pt x="198436" y="73819"/>
                  <a:pt x="212380" y="60293"/>
                  <a:pt x="212380" y="44291"/>
                </a:cubicBezTo>
                <a:cubicBezTo>
                  <a:pt x="212380" y="27051"/>
                  <a:pt x="198436" y="14764"/>
                  <a:pt x="181837" y="14764"/>
                </a:cubicBezTo>
                <a:close/>
                <a:moveTo>
                  <a:pt x="181837" y="88582"/>
                </a:moveTo>
                <a:cubicBezTo>
                  <a:pt x="156416" y="88582"/>
                  <a:pt x="136117" y="67628"/>
                  <a:pt x="136117" y="44291"/>
                </a:cubicBezTo>
                <a:cubicBezTo>
                  <a:pt x="136117" y="19717"/>
                  <a:pt x="156416" y="0"/>
                  <a:pt x="181837" y="0"/>
                </a:cubicBezTo>
                <a:cubicBezTo>
                  <a:pt x="207258" y="0"/>
                  <a:pt x="227557" y="19717"/>
                  <a:pt x="227557" y="44291"/>
                </a:cubicBezTo>
                <a:cubicBezTo>
                  <a:pt x="227557" y="68866"/>
                  <a:pt x="207258" y="88582"/>
                  <a:pt x="181837" y="8858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" name="Graphic 26">
            <a:extLst>
              <a:ext uri="{FF2B5EF4-FFF2-40B4-BE49-F238E27FC236}">
                <a16:creationId xmlns:a16="http://schemas.microsoft.com/office/drawing/2014/main" id="{5AE1F1BD-BD0C-7448-4EE3-1E20870402C5}"/>
              </a:ext>
            </a:extLst>
          </p:cNvPr>
          <p:cNvSpPr/>
          <p:nvPr/>
        </p:nvSpPr>
        <p:spPr>
          <a:xfrm>
            <a:off x="2925495" y="865165"/>
            <a:ext cx="489645" cy="419099"/>
          </a:xfrm>
          <a:custGeom>
            <a:avLst/>
            <a:gdLst>
              <a:gd name="connsiteX0" fmla="*/ 30259 w 363673"/>
              <a:gd name="connsiteY0" fmla="*/ 237649 h 311276"/>
              <a:gd name="connsiteX1" fmla="*/ 60517 w 363673"/>
              <a:gd name="connsiteY1" fmla="*/ 237649 h 311276"/>
              <a:gd name="connsiteX2" fmla="*/ 60517 w 363673"/>
              <a:gd name="connsiteY2" fmla="*/ 178022 h 311276"/>
              <a:gd name="connsiteX3" fmla="*/ 68106 w 363673"/>
              <a:gd name="connsiteY3" fmla="*/ 170593 h 311276"/>
              <a:gd name="connsiteX4" fmla="*/ 75694 w 363673"/>
              <a:gd name="connsiteY4" fmla="*/ 155734 h 311276"/>
              <a:gd name="connsiteX5" fmla="*/ 75694 w 363673"/>
              <a:gd name="connsiteY5" fmla="*/ 118491 h 311276"/>
              <a:gd name="connsiteX6" fmla="*/ 15272 w 363673"/>
              <a:gd name="connsiteY6" fmla="*/ 118491 h 311276"/>
              <a:gd name="connsiteX7" fmla="*/ 15272 w 363673"/>
              <a:gd name="connsiteY7" fmla="*/ 155734 h 311276"/>
              <a:gd name="connsiteX8" fmla="*/ 22860 w 363673"/>
              <a:gd name="connsiteY8" fmla="*/ 170593 h 311276"/>
              <a:gd name="connsiteX9" fmla="*/ 30448 w 363673"/>
              <a:gd name="connsiteY9" fmla="*/ 178022 h 311276"/>
              <a:gd name="connsiteX10" fmla="*/ 30448 w 363673"/>
              <a:gd name="connsiteY10" fmla="*/ 237649 h 311276"/>
              <a:gd name="connsiteX11" fmla="*/ 68011 w 363673"/>
              <a:gd name="connsiteY11" fmla="*/ 252508 h 311276"/>
              <a:gd name="connsiteX12" fmla="*/ 22670 w 363673"/>
              <a:gd name="connsiteY12" fmla="*/ 252508 h 311276"/>
              <a:gd name="connsiteX13" fmla="*/ 15082 w 363673"/>
              <a:gd name="connsiteY13" fmla="*/ 245078 h 311276"/>
              <a:gd name="connsiteX14" fmla="*/ 15082 w 363673"/>
              <a:gd name="connsiteY14" fmla="*/ 184214 h 311276"/>
              <a:gd name="connsiteX15" fmla="*/ 0 w 363673"/>
              <a:gd name="connsiteY15" fmla="*/ 155639 h 311276"/>
              <a:gd name="connsiteX16" fmla="*/ 0 w 363673"/>
              <a:gd name="connsiteY16" fmla="*/ 110966 h 311276"/>
              <a:gd name="connsiteX17" fmla="*/ 7588 w 363673"/>
              <a:gd name="connsiteY17" fmla="*/ 103537 h 311276"/>
              <a:gd name="connsiteX18" fmla="*/ 83188 w 363673"/>
              <a:gd name="connsiteY18" fmla="*/ 103537 h 311276"/>
              <a:gd name="connsiteX19" fmla="*/ 90776 w 363673"/>
              <a:gd name="connsiteY19" fmla="*/ 110966 h 311276"/>
              <a:gd name="connsiteX20" fmla="*/ 90776 w 363673"/>
              <a:gd name="connsiteY20" fmla="*/ 155639 h 311276"/>
              <a:gd name="connsiteX21" fmla="*/ 75694 w 363673"/>
              <a:gd name="connsiteY21" fmla="*/ 184214 h 311276"/>
              <a:gd name="connsiteX22" fmla="*/ 75694 w 363673"/>
              <a:gd name="connsiteY22" fmla="*/ 245078 h 311276"/>
              <a:gd name="connsiteX23" fmla="*/ 68106 w 363673"/>
              <a:gd name="connsiteY23" fmla="*/ 252508 h 311276"/>
              <a:gd name="connsiteX24" fmla="*/ 303156 w 363673"/>
              <a:gd name="connsiteY24" fmla="*/ 237649 h 311276"/>
              <a:gd name="connsiteX25" fmla="*/ 333415 w 363673"/>
              <a:gd name="connsiteY25" fmla="*/ 237649 h 311276"/>
              <a:gd name="connsiteX26" fmla="*/ 333415 w 363673"/>
              <a:gd name="connsiteY26" fmla="*/ 178022 h 311276"/>
              <a:gd name="connsiteX27" fmla="*/ 341003 w 363673"/>
              <a:gd name="connsiteY27" fmla="*/ 170593 h 311276"/>
              <a:gd name="connsiteX28" fmla="*/ 348591 w 363673"/>
              <a:gd name="connsiteY28" fmla="*/ 155734 h 311276"/>
              <a:gd name="connsiteX29" fmla="*/ 348591 w 363673"/>
              <a:gd name="connsiteY29" fmla="*/ 118491 h 311276"/>
              <a:gd name="connsiteX30" fmla="*/ 288169 w 363673"/>
              <a:gd name="connsiteY30" fmla="*/ 118491 h 311276"/>
              <a:gd name="connsiteX31" fmla="*/ 288169 w 363673"/>
              <a:gd name="connsiteY31" fmla="*/ 155734 h 311276"/>
              <a:gd name="connsiteX32" fmla="*/ 295757 w 363673"/>
              <a:gd name="connsiteY32" fmla="*/ 170593 h 311276"/>
              <a:gd name="connsiteX33" fmla="*/ 303346 w 363673"/>
              <a:gd name="connsiteY33" fmla="*/ 178022 h 311276"/>
              <a:gd name="connsiteX34" fmla="*/ 303346 w 363673"/>
              <a:gd name="connsiteY34" fmla="*/ 237649 h 311276"/>
              <a:gd name="connsiteX35" fmla="*/ 340908 w 363673"/>
              <a:gd name="connsiteY35" fmla="*/ 252508 h 311276"/>
              <a:gd name="connsiteX36" fmla="*/ 295567 w 363673"/>
              <a:gd name="connsiteY36" fmla="*/ 252508 h 311276"/>
              <a:gd name="connsiteX37" fmla="*/ 287979 w 363673"/>
              <a:gd name="connsiteY37" fmla="*/ 245078 h 311276"/>
              <a:gd name="connsiteX38" fmla="*/ 287979 w 363673"/>
              <a:gd name="connsiteY38" fmla="*/ 184214 h 311276"/>
              <a:gd name="connsiteX39" fmla="*/ 272897 w 363673"/>
              <a:gd name="connsiteY39" fmla="*/ 155639 h 311276"/>
              <a:gd name="connsiteX40" fmla="*/ 272897 w 363673"/>
              <a:gd name="connsiteY40" fmla="*/ 110966 h 311276"/>
              <a:gd name="connsiteX41" fmla="*/ 280486 w 363673"/>
              <a:gd name="connsiteY41" fmla="*/ 103537 h 311276"/>
              <a:gd name="connsiteX42" fmla="*/ 356085 w 363673"/>
              <a:gd name="connsiteY42" fmla="*/ 103537 h 311276"/>
              <a:gd name="connsiteX43" fmla="*/ 363673 w 363673"/>
              <a:gd name="connsiteY43" fmla="*/ 110966 h 311276"/>
              <a:gd name="connsiteX44" fmla="*/ 363673 w 363673"/>
              <a:gd name="connsiteY44" fmla="*/ 155639 h 311276"/>
              <a:gd name="connsiteX45" fmla="*/ 348591 w 363673"/>
              <a:gd name="connsiteY45" fmla="*/ 184214 h 311276"/>
              <a:gd name="connsiteX46" fmla="*/ 348591 w 363673"/>
              <a:gd name="connsiteY46" fmla="*/ 245078 h 311276"/>
              <a:gd name="connsiteX47" fmla="*/ 341003 w 363673"/>
              <a:gd name="connsiteY47" fmla="*/ 252508 h 311276"/>
              <a:gd name="connsiteX48" fmla="*/ 166660 w 363673"/>
              <a:gd name="connsiteY48" fmla="*/ 296418 h 311276"/>
              <a:gd name="connsiteX49" fmla="*/ 196919 w 363673"/>
              <a:gd name="connsiteY49" fmla="*/ 296418 h 311276"/>
              <a:gd name="connsiteX50" fmla="*/ 196919 w 363673"/>
              <a:gd name="connsiteY50" fmla="*/ 214789 h 311276"/>
              <a:gd name="connsiteX51" fmla="*/ 204507 w 363673"/>
              <a:gd name="connsiteY51" fmla="*/ 207359 h 311276"/>
              <a:gd name="connsiteX52" fmla="*/ 227272 w 363673"/>
              <a:gd name="connsiteY52" fmla="*/ 185071 h 311276"/>
              <a:gd name="connsiteX53" fmla="*/ 227272 w 363673"/>
              <a:gd name="connsiteY53" fmla="*/ 118301 h 311276"/>
              <a:gd name="connsiteX54" fmla="*/ 136401 w 363673"/>
              <a:gd name="connsiteY54" fmla="*/ 118301 h 311276"/>
              <a:gd name="connsiteX55" fmla="*/ 136401 w 363673"/>
              <a:gd name="connsiteY55" fmla="*/ 185071 h 311276"/>
              <a:gd name="connsiteX56" fmla="*/ 159166 w 363673"/>
              <a:gd name="connsiteY56" fmla="*/ 207359 h 311276"/>
              <a:gd name="connsiteX57" fmla="*/ 166755 w 363673"/>
              <a:gd name="connsiteY57" fmla="*/ 214789 h 311276"/>
              <a:gd name="connsiteX58" fmla="*/ 166755 w 363673"/>
              <a:gd name="connsiteY58" fmla="*/ 296418 h 311276"/>
              <a:gd name="connsiteX59" fmla="*/ 204507 w 363673"/>
              <a:gd name="connsiteY59" fmla="*/ 311277 h 311276"/>
              <a:gd name="connsiteX60" fmla="*/ 159071 w 363673"/>
              <a:gd name="connsiteY60" fmla="*/ 311277 h 311276"/>
              <a:gd name="connsiteX61" fmla="*/ 151483 w 363673"/>
              <a:gd name="connsiteY61" fmla="*/ 303847 h 311276"/>
              <a:gd name="connsiteX62" fmla="*/ 151483 w 363673"/>
              <a:gd name="connsiteY62" fmla="*/ 220980 h 311276"/>
              <a:gd name="connsiteX63" fmla="*/ 121224 w 363673"/>
              <a:gd name="connsiteY63" fmla="*/ 185071 h 311276"/>
              <a:gd name="connsiteX64" fmla="*/ 121224 w 363673"/>
              <a:gd name="connsiteY64" fmla="*/ 110871 h 311276"/>
              <a:gd name="connsiteX65" fmla="*/ 128813 w 363673"/>
              <a:gd name="connsiteY65" fmla="*/ 103441 h 311276"/>
              <a:gd name="connsiteX66" fmla="*/ 234860 w 363673"/>
              <a:gd name="connsiteY66" fmla="*/ 103441 h 311276"/>
              <a:gd name="connsiteX67" fmla="*/ 242449 w 363673"/>
              <a:gd name="connsiteY67" fmla="*/ 110871 h 311276"/>
              <a:gd name="connsiteX68" fmla="*/ 242449 w 363673"/>
              <a:gd name="connsiteY68" fmla="*/ 185071 h 311276"/>
              <a:gd name="connsiteX69" fmla="*/ 212190 w 363673"/>
              <a:gd name="connsiteY69" fmla="*/ 220980 h 311276"/>
              <a:gd name="connsiteX70" fmla="*/ 212190 w 363673"/>
              <a:gd name="connsiteY70" fmla="*/ 303847 h 311276"/>
              <a:gd name="connsiteX71" fmla="*/ 204602 w 363673"/>
              <a:gd name="connsiteY71" fmla="*/ 311277 h 311276"/>
              <a:gd name="connsiteX72" fmla="*/ 45341 w 363673"/>
              <a:gd name="connsiteY72" fmla="*/ 44482 h 311276"/>
              <a:gd name="connsiteX73" fmla="*/ 30069 w 363673"/>
              <a:gd name="connsiteY73" fmla="*/ 59150 h 311276"/>
              <a:gd name="connsiteX74" fmla="*/ 45341 w 363673"/>
              <a:gd name="connsiteY74" fmla="*/ 73819 h 311276"/>
              <a:gd name="connsiteX75" fmla="*/ 60612 w 363673"/>
              <a:gd name="connsiteY75" fmla="*/ 59150 h 311276"/>
              <a:gd name="connsiteX76" fmla="*/ 45341 w 363673"/>
              <a:gd name="connsiteY76" fmla="*/ 44482 h 311276"/>
              <a:gd name="connsiteX77" fmla="*/ 45341 w 363673"/>
              <a:gd name="connsiteY77" fmla="*/ 88582 h 311276"/>
              <a:gd name="connsiteX78" fmla="*/ 14797 w 363673"/>
              <a:gd name="connsiteY78" fmla="*/ 59150 h 311276"/>
              <a:gd name="connsiteX79" fmla="*/ 45341 w 363673"/>
              <a:gd name="connsiteY79" fmla="*/ 29718 h 311276"/>
              <a:gd name="connsiteX80" fmla="*/ 75884 w 363673"/>
              <a:gd name="connsiteY80" fmla="*/ 59150 h 311276"/>
              <a:gd name="connsiteX81" fmla="*/ 45341 w 363673"/>
              <a:gd name="connsiteY81" fmla="*/ 88582 h 311276"/>
              <a:gd name="connsiteX82" fmla="*/ 318238 w 363673"/>
              <a:gd name="connsiteY82" fmla="*/ 44482 h 311276"/>
              <a:gd name="connsiteX83" fmla="*/ 302966 w 363673"/>
              <a:gd name="connsiteY83" fmla="*/ 59150 h 311276"/>
              <a:gd name="connsiteX84" fmla="*/ 318238 w 363673"/>
              <a:gd name="connsiteY84" fmla="*/ 73819 h 311276"/>
              <a:gd name="connsiteX85" fmla="*/ 333509 w 363673"/>
              <a:gd name="connsiteY85" fmla="*/ 59150 h 311276"/>
              <a:gd name="connsiteX86" fmla="*/ 318238 w 363673"/>
              <a:gd name="connsiteY86" fmla="*/ 44482 h 311276"/>
              <a:gd name="connsiteX87" fmla="*/ 318238 w 363673"/>
              <a:gd name="connsiteY87" fmla="*/ 88582 h 311276"/>
              <a:gd name="connsiteX88" fmla="*/ 287694 w 363673"/>
              <a:gd name="connsiteY88" fmla="*/ 59150 h 311276"/>
              <a:gd name="connsiteX89" fmla="*/ 318238 w 363673"/>
              <a:gd name="connsiteY89" fmla="*/ 29718 h 311276"/>
              <a:gd name="connsiteX90" fmla="*/ 348781 w 363673"/>
              <a:gd name="connsiteY90" fmla="*/ 59150 h 311276"/>
              <a:gd name="connsiteX91" fmla="*/ 318238 w 363673"/>
              <a:gd name="connsiteY91" fmla="*/ 88582 h 311276"/>
              <a:gd name="connsiteX92" fmla="*/ 181837 w 363673"/>
              <a:gd name="connsiteY92" fmla="*/ 14764 h 311276"/>
              <a:gd name="connsiteX93" fmla="*/ 151293 w 363673"/>
              <a:gd name="connsiteY93" fmla="*/ 44291 h 311276"/>
              <a:gd name="connsiteX94" fmla="*/ 181837 w 363673"/>
              <a:gd name="connsiteY94" fmla="*/ 73819 h 311276"/>
              <a:gd name="connsiteX95" fmla="*/ 212380 w 363673"/>
              <a:gd name="connsiteY95" fmla="*/ 44291 h 311276"/>
              <a:gd name="connsiteX96" fmla="*/ 181837 w 363673"/>
              <a:gd name="connsiteY96" fmla="*/ 14764 h 311276"/>
              <a:gd name="connsiteX97" fmla="*/ 181837 w 363673"/>
              <a:gd name="connsiteY97" fmla="*/ 88582 h 311276"/>
              <a:gd name="connsiteX98" fmla="*/ 136117 w 363673"/>
              <a:gd name="connsiteY98" fmla="*/ 44291 h 311276"/>
              <a:gd name="connsiteX99" fmla="*/ 181837 w 363673"/>
              <a:gd name="connsiteY99" fmla="*/ 0 h 311276"/>
              <a:gd name="connsiteX100" fmla="*/ 227557 w 363673"/>
              <a:gd name="connsiteY100" fmla="*/ 44291 h 311276"/>
              <a:gd name="connsiteX101" fmla="*/ 181837 w 363673"/>
              <a:gd name="connsiteY101" fmla="*/ 88582 h 311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3673" h="311276">
                <a:moveTo>
                  <a:pt x="30259" y="237649"/>
                </a:moveTo>
                <a:lnTo>
                  <a:pt x="60517" y="237649"/>
                </a:lnTo>
                <a:lnTo>
                  <a:pt x="60517" y="178022"/>
                </a:lnTo>
                <a:cubicBezTo>
                  <a:pt x="60517" y="173069"/>
                  <a:pt x="64312" y="170593"/>
                  <a:pt x="68106" y="170593"/>
                </a:cubicBezTo>
                <a:cubicBezTo>
                  <a:pt x="71900" y="170593"/>
                  <a:pt x="75694" y="170593"/>
                  <a:pt x="75694" y="155734"/>
                </a:cubicBezTo>
                <a:lnTo>
                  <a:pt x="75694" y="118491"/>
                </a:lnTo>
                <a:lnTo>
                  <a:pt x="15272" y="118491"/>
                </a:lnTo>
                <a:lnTo>
                  <a:pt x="15272" y="155734"/>
                </a:lnTo>
                <a:cubicBezTo>
                  <a:pt x="15272" y="170593"/>
                  <a:pt x="19066" y="170593"/>
                  <a:pt x="22860" y="170593"/>
                </a:cubicBezTo>
                <a:cubicBezTo>
                  <a:pt x="26654" y="170593"/>
                  <a:pt x="30448" y="173069"/>
                  <a:pt x="30448" y="178022"/>
                </a:cubicBezTo>
                <a:lnTo>
                  <a:pt x="30448" y="237649"/>
                </a:lnTo>
                <a:close/>
                <a:moveTo>
                  <a:pt x="68011" y="252508"/>
                </a:moveTo>
                <a:lnTo>
                  <a:pt x="22670" y="252508"/>
                </a:lnTo>
                <a:cubicBezTo>
                  <a:pt x="18876" y="252508"/>
                  <a:pt x="15082" y="248793"/>
                  <a:pt x="15082" y="245078"/>
                </a:cubicBezTo>
                <a:lnTo>
                  <a:pt x="15082" y="184214"/>
                </a:lnTo>
                <a:cubicBezTo>
                  <a:pt x="5027" y="180499"/>
                  <a:pt x="0" y="171831"/>
                  <a:pt x="0" y="155639"/>
                </a:cubicBezTo>
                <a:lnTo>
                  <a:pt x="0" y="110966"/>
                </a:lnTo>
                <a:cubicBezTo>
                  <a:pt x="0" y="106013"/>
                  <a:pt x="3794" y="103537"/>
                  <a:pt x="7588" y="103537"/>
                </a:cubicBezTo>
                <a:lnTo>
                  <a:pt x="83188" y="103537"/>
                </a:lnTo>
                <a:cubicBezTo>
                  <a:pt x="86982" y="103537"/>
                  <a:pt x="90776" y="106013"/>
                  <a:pt x="90776" y="110966"/>
                </a:cubicBezTo>
                <a:lnTo>
                  <a:pt x="90776" y="155639"/>
                </a:lnTo>
                <a:cubicBezTo>
                  <a:pt x="90776" y="171736"/>
                  <a:pt x="85749" y="180499"/>
                  <a:pt x="75694" y="184214"/>
                </a:cubicBezTo>
                <a:lnTo>
                  <a:pt x="75694" y="245078"/>
                </a:lnTo>
                <a:cubicBezTo>
                  <a:pt x="75694" y="248793"/>
                  <a:pt x="71900" y="252508"/>
                  <a:pt x="68106" y="252508"/>
                </a:cubicBezTo>
                <a:close/>
                <a:moveTo>
                  <a:pt x="303156" y="237649"/>
                </a:moveTo>
                <a:lnTo>
                  <a:pt x="333415" y="237649"/>
                </a:lnTo>
                <a:lnTo>
                  <a:pt x="333415" y="178022"/>
                </a:lnTo>
                <a:cubicBezTo>
                  <a:pt x="333415" y="173069"/>
                  <a:pt x="337209" y="170593"/>
                  <a:pt x="341003" y="170593"/>
                </a:cubicBezTo>
                <a:cubicBezTo>
                  <a:pt x="344797" y="170593"/>
                  <a:pt x="348591" y="170593"/>
                  <a:pt x="348591" y="155734"/>
                </a:cubicBezTo>
                <a:lnTo>
                  <a:pt x="348591" y="118491"/>
                </a:lnTo>
                <a:lnTo>
                  <a:pt x="288169" y="118491"/>
                </a:lnTo>
                <a:lnTo>
                  <a:pt x="288169" y="155734"/>
                </a:lnTo>
                <a:cubicBezTo>
                  <a:pt x="288169" y="170593"/>
                  <a:pt x="291963" y="170593"/>
                  <a:pt x="295757" y="170593"/>
                </a:cubicBezTo>
                <a:cubicBezTo>
                  <a:pt x="299551" y="170593"/>
                  <a:pt x="303346" y="173069"/>
                  <a:pt x="303346" y="178022"/>
                </a:cubicBezTo>
                <a:lnTo>
                  <a:pt x="303346" y="237649"/>
                </a:lnTo>
                <a:close/>
                <a:moveTo>
                  <a:pt x="340908" y="252508"/>
                </a:moveTo>
                <a:lnTo>
                  <a:pt x="295567" y="252508"/>
                </a:lnTo>
                <a:cubicBezTo>
                  <a:pt x="291773" y="252508"/>
                  <a:pt x="287979" y="248793"/>
                  <a:pt x="287979" y="245078"/>
                </a:cubicBezTo>
                <a:lnTo>
                  <a:pt x="287979" y="184214"/>
                </a:lnTo>
                <a:cubicBezTo>
                  <a:pt x="277924" y="180499"/>
                  <a:pt x="272897" y="171831"/>
                  <a:pt x="272897" y="155639"/>
                </a:cubicBezTo>
                <a:lnTo>
                  <a:pt x="272897" y="110966"/>
                </a:lnTo>
                <a:cubicBezTo>
                  <a:pt x="272897" y="106013"/>
                  <a:pt x="276691" y="103537"/>
                  <a:pt x="280486" y="103537"/>
                </a:cubicBezTo>
                <a:lnTo>
                  <a:pt x="356085" y="103537"/>
                </a:lnTo>
                <a:cubicBezTo>
                  <a:pt x="359879" y="103537"/>
                  <a:pt x="363673" y="106013"/>
                  <a:pt x="363673" y="110966"/>
                </a:cubicBezTo>
                <a:lnTo>
                  <a:pt x="363673" y="155639"/>
                </a:lnTo>
                <a:cubicBezTo>
                  <a:pt x="363673" y="171736"/>
                  <a:pt x="358646" y="180499"/>
                  <a:pt x="348591" y="184214"/>
                </a:cubicBezTo>
                <a:lnTo>
                  <a:pt x="348591" y="245078"/>
                </a:lnTo>
                <a:cubicBezTo>
                  <a:pt x="348591" y="248793"/>
                  <a:pt x="344797" y="252508"/>
                  <a:pt x="341003" y="252508"/>
                </a:cubicBezTo>
                <a:close/>
                <a:moveTo>
                  <a:pt x="166660" y="296418"/>
                </a:moveTo>
                <a:lnTo>
                  <a:pt x="196919" y="296418"/>
                </a:lnTo>
                <a:lnTo>
                  <a:pt x="196919" y="214789"/>
                </a:lnTo>
                <a:cubicBezTo>
                  <a:pt x="196919" y="209836"/>
                  <a:pt x="200713" y="207359"/>
                  <a:pt x="204507" y="207359"/>
                </a:cubicBezTo>
                <a:cubicBezTo>
                  <a:pt x="217123" y="207359"/>
                  <a:pt x="227272" y="197453"/>
                  <a:pt x="227272" y="185071"/>
                </a:cubicBezTo>
                <a:lnTo>
                  <a:pt x="227272" y="118301"/>
                </a:lnTo>
                <a:lnTo>
                  <a:pt x="136401" y="118301"/>
                </a:lnTo>
                <a:lnTo>
                  <a:pt x="136401" y="185071"/>
                </a:lnTo>
                <a:cubicBezTo>
                  <a:pt x="136401" y="197453"/>
                  <a:pt x="146456" y="207359"/>
                  <a:pt x="159166" y="207359"/>
                </a:cubicBezTo>
                <a:cubicBezTo>
                  <a:pt x="162961" y="207359"/>
                  <a:pt x="166755" y="209836"/>
                  <a:pt x="166755" y="214789"/>
                </a:cubicBezTo>
                <a:lnTo>
                  <a:pt x="166755" y="296418"/>
                </a:lnTo>
                <a:close/>
                <a:moveTo>
                  <a:pt x="204507" y="311277"/>
                </a:moveTo>
                <a:lnTo>
                  <a:pt x="159071" y="311277"/>
                </a:lnTo>
                <a:cubicBezTo>
                  <a:pt x="155277" y="311277"/>
                  <a:pt x="151483" y="307562"/>
                  <a:pt x="151483" y="303847"/>
                </a:cubicBezTo>
                <a:lnTo>
                  <a:pt x="151483" y="220980"/>
                </a:lnTo>
                <a:cubicBezTo>
                  <a:pt x="133840" y="217265"/>
                  <a:pt x="121224" y="202406"/>
                  <a:pt x="121224" y="185071"/>
                </a:cubicBezTo>
                <a:lnTo>
                  <a:pt x="121224" y="110871"/>
                </a:lnTo>
                <a:cubicBezTo>
                  <a:pt x="121224" y="105918"/>
                  <a:pt x="125019" y="103441"/>
                  <a:pt x="128813" y="103441"/>
                </a:cubicBezTo>
                <a:lnTo>
                  <a:pt x="234860" y="103441"/>
                </a:lnTo>
                <a:cubicBezTo>
                  <a:pt x="238655" y="103441"/>
                  <a:pt x="242449" y="105918"/>
                  <a:pt x="242449" y="110871"/>
                </a:cubicBezTo>
                <a:lnTo>
                  <a:pt x="242449" y="185071"/>
                </a:lnTo>
                <a:cubicBezTo>
                  <a:pt x="242449" y="202406"/>
                  <a:pt x="229833" y="217265"/>
                  <a:pt x="212190" y="220980"/>
                </a:cubicBezTo>
                <a:lnTo>
                  <a:pt x="212190" y="303847"/>
                </a:lnTo>
                <a:cubicBezTo>
                  <a:pt x="212190" y="307562"/>
                  <a:pt x="208396" y="311277"/>
                  <a:pt x="204602" y="311277"/>
                </a:cubicBezTo>
                <a:close/>
                <a:moveTo>
                  <a:pt x="45341" y="44482"/>
                </a:moveTo>
                <a:cubicBezTo>
                  <a:pt x="36424" y="44482"/>
                  <a:pt x="30069" y="50578"/>
                  <a:pt x="30069" y="59150"/>
                </a:cubicBezTo>
                <a:cubicBezTo>
                  <a:pt x="30069" y="66484"/>
                  <a:pt x="36424" y="73819"/>
                  <a:pt x="45341" y="73819"/>
                </a:cubicBezTo>
                <a:cubicBezTo>
                  <a:pt x="54257" y="73819"/>
                  <a:pt x="60612" y="66484"/>
                  <a:pt x="60612" y="59150"/>
                </a:cubicBezTo>
                <a:cubicBezTo>
                  <a:pt x="60612" y="50578"/>
                  <a:pt x="54257" y="44482"/>
                  <a:pt x="45341" y="44482"/>
                </a:cubicBezTo>
                <a:close/>
                <a:moveTo>
                  <a:pt x="45341" y="88582"/>
                </a:moveTo>
                <a:cubicBezTo>
                  <a:pt x="28836" y="88582"/>
                  <a:pt x="14797" y="75152"/>
                  <a:pt x="14797" y="59150"/>
                </a:cubicBezTo>
                <a:cubicBezTo>
                  <a:pt x="14797" y="42005"/>
                  <a:pt x="28741" y="29718"/>
                  <a:pt x="45341" y="29718"/>
                </a:cubicBezTo>
                <a:cubicBezTo>
                  <a:pt x="61940" y="29718"/>
                  <a:pt x="75884" y="42005"/>
                  <a:pt x="75884" y="59150"/>
                </a:cubicBezTo>
                <a:cubicBezTo>
                  <a:pt x="75884" y="75057"/>
                  <a:pt x="61940" y="88582"/>
                  <a:pt x="45341" y="88582"/>
                </a:cubicBezTo>
                <a:close/>
                <a:moveTo>
                  <a:pt x="318238" y="44482"/>
                </a:moveTo>
                <a:cubicBezTo>
                  <a:pt x="309321" y="44482"/>
                  <a:pt x="302966" y="50578"/>
                  <a:pt x="302966" y="59150"/>
                </a:cubicBezTo>
                <a:cubicBezTo>
                  <a:pt x="302966" y="66484"/>
                  <a:pt x="309321" y="73819"/>
                  <a:pt x="318238" y="73819"/>
                </a:cubicBezTo>
                <a:cubicBezTo>
                  <a:pt x="327154" y="73819"/>
                  <a:pt x="333509" y="66484"/>
                  <a:pt x="333509" y="59150"/>
                </a:cubicBezTo>
                <a:cubicBezTo>
                  <a:pt x="333509" y="50578"/>
                  <a:pt x="327154" y="44482"/>
                  <a:pt x="318238" y="44482"/>
                </a:cubicBezTo>
                <a:close/>
                <a:moveTo>
                  <a:pt x="318238" y="88582"/>
                </a:moveTo>
                <a:cubicBezTo>
                  <a:pt x="301733" y="88582"/>
                  <a:pt x="287694" y="75152"/>
                  <a:pt x="287694" y="59150"/>
                </a:cubicBezTo>
                <a:cubicBezTo>
                  <a:pt x="287694" y="42005"/>
                  <a:pt x="301638" y="29718"/>
                  <a:pt x="318238" y="29718"/>
                </a:cubicBezTo>
                <a:cubicBezTo>
                  <a:pt x="334837" y="29718"/>
                  <a:pt x="348781" y="42005"/>
                  <a:pt x="348781" y="59150"/>
                </a:cubicBezTo>
                <a:cubicBezTo>
                  <a:pt x="348781" y="75057"/>
                  <a:pt x="334837" y="88582"/>
                  <a:pt x="318238" y="88582"/>
                </a:cubicBezTo>
                <a:close/>
                <a:moveTo>
                  <a:pt x="181837" y="14764"/>
                </a:moveTo>
                <a:cubicBezTo>
                  <a:pt x="165332" y="14764"/>
                  <a:pt x="151293" y="27051"/>
                  <a:pt x="151293" y="44291"/>
                </a:cubicBezTo>
                <a:cubicBezTo>
                  <a:pt x="151293" y="60293"/>
                  <a:pt x="165237" y="73819"/>
                  <a:pt x="181837" y="73819"/>
                </a:cubicBezTo>
                <a:cubicBezTo>
                  <a:pt x="198436" y="73819"/>
                  <a:pt x="212380" y="60293"/>
                  <a:pt x="212380" y="44291"/>
                </a:cubicBezTo>
                <a:cubicBezTo>
                  <a:pt x="212380" y="27051"/>
                  <a:pt x="198436" y="14764"/>
                  <a:pt x="181837" y="14764"/>
                </a:cubicBezTo>
                <a:close/>
                <a:moveTo>
                  <a:pt x="181837" y="88582"/>
                </a:moveTo>
                <a:cubicBezTo>
                  <a:pt x="156416" y="88582"/>
                  <a:pt x="136117" y="67628"/>
                  <a:pt x="136117" y="44291"/>
                </a:cubicBezTo>
                <a:cubicBezTo>
                  <a:pt x="136117" y="19717"/>
                  <a:pt x="156416" y="0"/>
                  <a:pt x="181837" y="0"/>
                </a:cubicBezTo>
                <a:cubicBezTo>
                  <a:pt x="207258" y="0"/>
                  <a:pt x="227557" y="19717"/>
                  <a:pt x="227557" y="44291"/>
                </a:cubicBezTo>
                <a:cubicBezTo>
                  <a:pt x="227557" y="68866"/>
                  <a:pt x="207258" y="88582"/>
                  <a:pt x="181837" y="8858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" name="Graphic 26">
            <a:extLst>
              <a:ext uri="{FF2B5EF4-FFF2-40B4-BE49-F238E27FC236}">
                <a16:creationId xmlns:a16="http://schemas.microsoft.com/office/drawing/2014/main" id="{4F4E1C9C-EBCB-178B-F618-5976AC074DCC}"/>
              </a:ext>
            </a:extLst>
          </p:cNvPr>
          <p:cNvSpPr/>
          <p:nvPr/>
        </p:nvSpPr>
        <p:spPr>
          <a:xfrm>
            <a:off x="2211120" y="1506515"/>
            <a:ext cx="489645" cy="419099"/>
          </a:xfrm>
          <a:custGeom>
            <a:avLst/>
            <a:gdLst>
              <a:gd name="connsiteX0" fmla="*/ 30259 w 363673"/>
              <a:gd name="connsiteY0" fmla="*/ 237649 h 311276"/>
              <a:gd name="connsiteX1" fmla="*/ 60517 w 363673"/>
              <a:gd name="connsiteY1" fmla="*/ 237649 h 311276"/>
              <a:gd name="connsiteX2" fmla="*/ 60517 w 363673"/>
              <a:gd name="connsiteY2" fmla="*/ 178022 h 311276"/>
              <a:gd name="connsiteX3" fmla="*/ 68106 w 363673"/>
              <a:gd name="connsiteY3" fmla="*/ 170593 h 311276"/>
              <a:gd name="connsiteX4" fmla="*/ 75694 w 363673"/>
              <a:gd name="connsiteY4" fmla="*/ 155734 h 311276"/>
              <a:gd name="connsiteX5" fmla="*/ 75694 w 363673"/>
              <a:gd name="connsiteY5" fmla="*/ 118491 h 311276"/>
              <a:gd name="connsiteX6" fmla="*/ 15272 w 363673"/>
              <a:gd name="connsiteY6" fmla="*/ 118491 h 311276"/>
              <a:gd name="connsiteX7" fmla="*/ 15272 w 363673"/>
              <a:gd name="connsiteY7" fmla="*/ 155734 h 311276"/>
              <a:gd name="connsiteX8" fmla="*/ 22860 w 363673"/>
              <a:gd name="connsiteY8" fmla="*/ 170593 h 311276"/>
              <a:gd name="connsiteX9" fmla="*/ 30448 w 363673"/>
              <a:gd name="connsiteY9" fmla="*/ 178022 h 311276"/>
              <a:gd name="connsiteX10" fmla="*/ 30448 w 363673"/>
              <a:gd name="connsiteY10" fmla="*/ 237649 h 311276"/>
              <a:gd name="connsiteX11" fmla="*/ 68011 w 363673"/>
              <a:gd name="connsiteY11" fmla="*/ 252508 h 311276"/>
              <a:gd name="connsiteX12" fmla="*/ 22670 w 363673"/>
              <a:gd name="connsiteY12" fmla="*/ 252508 h 311276"/>
              <a:gd name="connsiteX13" fmla="*/ 15082 w 363673"/>
              <a:gd name="connsiteY13" fmla="*/ 245078 h 311276"/>
              <a:gd name="connsiteX14" fmla="*/ 15082 w 363673"/>
              <a:gd name="connsiteY14" fmla="*/ 184214 h 311276"/>
              <a:gd name="connsiteX15" fmla="*/ 0 w 363673"/>
              <a:gd name="connsiteY15" fmla="*/ 155639 h 311276"/>
              <a:gd name="connsiteX16" fmla="*/ 0 w 363673"/>
              <a:gd name="connsiteY16" fmla="*/ 110966 h 311276"/>
              <a:gd name="connsiteX17" fmla="*/ 7588 w 363673"/>
              <a:gd name="connsiteY17" fmla="*/ 103537 h 311276"/>
              <a:gd name="connsiteX18" fmla="*/ 83188 w 363673"/>
              <a:gd name="connsiteY18" fmla="*/ 103537 h 311276"/>
              <a:gd name="connsiteX19" fmla="*/ 90776 w 363673"/>
              <a:gd name="connsiteY19" fmla="*/ 110966 h 311276"/>
              <a:gd name="connsiteX20" fmla="*/ 90776 w 363673"/>
              <a:gd name="connsiteY20" fmla="*/ 155639 h 311276"/>
              <a:gd name="connsiteX21" fmla="*/ 75694 w 363673"/>
              <a:gd name="connsiteY21" fmla="*/ 184214 h 311276"/>
              <a:gd name="connsiteX22" fmla="*/ 75694 w 363673"/>
              <a:gd name="connsiteY22" fmla="*/ 245078 h 311276"/>
              <a:gd name="connsiteX23" fmla="*/ 68106 w 363673"/>
              <a:gd name="connsiteY23" fmla="*/ 252508 h 311276"/>
              <a:gd name="connsiteX24" fmla="*/ 303156 w 363673"/>
              <a:gd name="connsiteY24" fmla="*/ 237649 h 311276"/>
              <a:gd name="connsiteX25" fmla="*/ 333415 w 363673"/>
              <a:gd name="connsiteY25" fmla="*/ 237649 h 311276"/>
              <a:gd name="connsiteX26" fmla="*/ 333415 w 363673"/>
              <a:gd name="connsiteY26" fmla="*/ 178022 h 311276"/>
              <a:gd name="connsiteX27" fmla="*/ 341003 w 363673"/>
              <a:gd name="connsiteY27" fmla="*/ 170593 h 311276"/>
              <a:gd name="connsiteX28" fmla="*/ 348591 w 363673"/>
              <a:gd name="connsiteY28" fmla="*/ 155734 h 311276"/>
              <a:gd name="connsiteX29" fmla="*/ 348591 w 363673"/>
              <a:gd name="connsiteY29" fmla="*/ 118491 h 311276"/>
              <a:gd name="connsiteX30" fmla="*/ 288169 w 363673"/>
              <a:gd name="connsiteY30" fmla="*/ 118491 h 311276"/>
              <a:gd name="connsiteX31" fmla="*/ 288169 w 363673"/>
              <a:gd name="connsiteY31" fmla="*/ 155734 h 311276"/>
              <a:gd name="connsiteX32" fmla="*/ 295757 w 363673"/>
              <a:gd name="connsiteY32" fmla="*/ 170593 h 311276"/>
              <a:gd name="connsiteX33" fmla="*/ 303346 w 363673"/>
              <a:gd name="connsiteY33" fmla="*/ 178022 h 311276"/>
              <a:gd name="connsiteX34" fmla="*/ 303346 w 363673"/>
              <a:gd name="connsiteY34" fmla="*/ 237649 h 311276"/>
              <a:gd name="connsiteX35" fmla="*/ 340908 w 363673"/>
              <a:gd name="connsiteY35" fmla="*/ 252508 h 311276"/>
              <a:gd name="connsiteX36" fmla="*/ 295567 w 363673"/>
              <a:gd name="connsiteY36" fmla="*/ 252508 h 311276"/>
              <a:gd name="connsiteX37" fmla="*/ 287979 w 363673"/>
              <a:gd name="connsiteY37" fmla="*/ 245078 h 311276"/>
              <a:gd name="connsiteX38" fmla="*/ 287979 w 363673"/>
              <a:gd name="connsiteY38" fmla="*/ 184214 h 311276"/>
              <a:gd name="connsiteX39" fmla="*/ 272897 w 363673"/>
              <a:gd name="connsiteY39" fmla="*/ 155639 h 311276"/>
              <a:gd name="connsiteX40" fmla="*/ 272897 w 363673"/>
              <a:gd name="connsiteY40" fmla="*/ 110966 h 311276"/>
              <a:gd name="connsiteX41" fmla="*/ 280486 w 363673"/>
              <a:gd name="connsiteY41" fmla="*/ 103537 h 311276"/>
              <a:gd name="connsiteX42" fmla="*/ 356085 w 363673"/>
              <a:gd name="connsiteY42" fmla="*/ 103537 h 311276"/>
              <a:gd name="connsiteX43" fmla="*/ 363673 w 363673"/>
              <a:gd name="connsiteY43" fmla="*/ 110966 h 311276"/>
              <a:gd name="connsiteX44" fmla="*/ 363673 w 363673"/>
              <a:gd name="connsiteY44" fmla="*/ 155639 h 311276"/>
              <a:gd name="connsiteX45" fmla="*/ 348591 w 363673"/>
              <a:gd name="connsiteY45" fmla="*/ 184214 h 311276"/>
              <a:gd name="connsiteX46" fmla="*/ 348591 w 363673"/>
              <a:gd name="connsiteY46" fmla="*/ 245078 h 311276"/>
              <a:gd name="connsiteX47" fmla="*/ 341003 w 363673"/>
              <a:gd name="connsiteY47" fmla="*/ 252508 h 311276"/>
              <a:gd name="connsiteX48" fmla="*/ 166660 w 363673"/>
              <a:gd name="connsiteY48" fmla="*/ 296418 h 311276"/>
              <a:gd name="connsiteX49" fmla="*/ 196919 w 363673"/>
              <a:gd name="connsiteY49" fmla="*/ 296418 h 311276"/>
              <a:gd name="connsiteX50" fmla="*/ 196919 w 363673"/>
              <a:gd name="connsiteY50" fmla="*/ 214789 h 311276"/>
              <a:gd name="connsiteX51" fmla="*/ 204507 w 363673"/>
              <a:gd name="connsiteY51" fmla="*/ 207359 h 311276"/>
              <a:gd name="connsiteX52" fmla="*/ 227272 w 363673"/>
              <a:gd name="connsiteY52" fmla="*/ 185071 h 311276"/>
              <a:gd name="connsiteX53" fmla="*/ 227272 w 363673"/>
              <a:gd name="connsiteY53" fmla="*/ 118301 h 311276"/>
              <a:gd name="connsiteX54" fmla="*/ 136401 w 363673"/>
              <a:gd name="connsiteY54" fmla="*/ 118301 h 311276"/>
              <a:gd name="connsiteX55" fmla="*/ 136401 w 363673"/>
              <a:gd name="connsiteY55" fmla="*/ 185071 h 311276"/>
              <a:gd name="connsiteX56" fmla="*/ 159166 w 363673"/>
              <a:gd name="connsiteY56" fmla="*/ 207359 h 311276"/>
              <a:gd name="connsiteX57" fmla="*/ 166755 w 363673"/>
              <a:gd name="connsiteY57" fmla="*/ 214789 h 311276"/>
              <a:gd name="connsiteX58" fmla="*/ 166755 w 363673"/>
              <a:gd name="connsiteY58" fmla="*/ 296418 h 311276"/>
              <a:gd name="connsiteX59" fmla="*/ 204507 w 363673"/>
              <a:gd name="connsiteY59" fmla="*/ 311277 h 311276"/>
              <a:gd name="connsiteX60" fmla="*/ 159071 w 363673"/>
              <a:gd name="connsiteY60" fmla="*/ 311277 h 311276"/>
              <a:gd name="connsiteX61" fmla="*/ 151483 w 363673"/>
              <a:gd name="connsiteY61" fmla="*/ 303847 h 311276"/>
              <a:gd name="connsiteX62" fmla="*/ 151483 w 363673"/>
              <a:gd name="connsiteY62" fmla="*/ 220980 h 311276"/>
              <a:gd name="connsiteX63" fmla="*/ 121224 w 363673"/>
              <a:gd name="connsiteY63" fmla="*/ 185071 h 311276"/>
              <a:gd name="connsiteX64" fmla="*/ 121224 w 363673"/>
              <a:gd name="connsiteY64" fmla="*/ 110871 h 311276"/>
              <a:gd name="connsiteX65" fmla="*/ 128813 w 363673"/>
              <a:gd name="connsiteY65" fmla="*/ 103441 h 311276"/>
              <a:gd name="connsiteX66" fmla="*/ 234860 w 363673"/>
              <a:gd name="connsiteY66" fmla="*/ 103441 h 311276"/>
              <a:gd name="connsiteX67" fmla="*/ 242449 w 363673"/>
              <a:gd name="connsiteY67" fmla="*/ 110871 h 311276"/>
              <a:gd name="connsiteX68" fmla="*/ 242449 w 363673"/>
              <a:gd name="connsiteY68" fmla="*/ 185071 h 311276"/>
              <a:gd name="connsiteX69" fmla="*/ 212190 w 363673"/>
              <a:gd name="connsiteY69" fmla="*/ 220980 h 311276"/>
              <a:gd name="connsiteX70" fmla="*/ 212190 w 363673"/>
              <a:gd name="connsiteY70" fmla="*/ 303847 h 311276"/>
              <a:gd name="connsiteX71" fmla="*/ 204602 w 363673"/>
              <a:gd name="connsiteY71" fmla="*/ 311277 h 311276"/>
              <a:gd name="connsiteX72" fmla="*/ 45341 w 363673"/>
              <a:gd name="connsiteY72" fmla="*/ 44482 h 311276"/>
              <a:gd name="connsiteX73" fmla="*/ 30069 w 363673"/>
              <a:gd name="connsiteY73" fmla="*/ 59150 h 311276"/>
              <a:gd name="connsiteX74" fmla="*/ 45341 w 363673"/>
              <a:gd name="connsiteY74" fmla="*/ 73819 h 311276"/>
              <a:gd name="connsiteX75" fmla="*/ 60612 w 363673"/>
              <a:gd name="connsiteY75" fmla="*/ 59150 h 311276"/>
              <a:gd name="connsiteX76" fmla="*/ 45341 w 363673"/>
              <a:gd name="connsiteY76" fmla="*/ 44482 h 311276"/>
              <a:gd name="connsiteX77" fmla="*/ 45341 w 363673"/>
              <a:gd name="connsiteY77" fmla="*/ 88582 h 311276"/>
              <a:gd name="connsiteX78" fmla="*/ 14797 w 363673"/>
              <a:gd name="connsiteY78" fmla="*/ 59150 h 311276"/>
              <a:gd name="connsiteX79" fmla="*/ 45341 w 363673"/>
              <a:gd name="connsiteY79" fmla="*/ 29718 h 311276"/>
              <a:gd name="connsiteX80" fmla="*/ 75884 w 363673"/>
              <a:gd name="connsiteY80" fmla="*/ 59150 h 311276"/>
              <a:gd name="connsiteX81" fmla="*/ 45341 w 363673"/>
              <a:gd name="connsiteY81" fmla="*/ 88582 h 311276"/>
              <a:gd name="connsiteX82" fmla="*/ 318238 w 363673"/>
              <a:gd name="connsiteY82" fmla="*/ 44482 h 311276"/>
              <a:gd name="connsiteX83" fmla="*/ 302966 w 363673"/>
              <a:gd name="connsiteY83" fmla="*/ 59150 h 311276"/>
              <a:gd name="connsiteX84" fmla="*/ 318238 w 363673"/>
              <a:gd name="connsiteY84" fmla="*/ 73819 h 311276"/>
              <a:gd name="connsiteX85" fmla="*/ 333509 w 363673"/>
              <a:gd name="connsiteY85" fmla="*/ 59150 h 311276"/>
              <a:gd name="connsiteX86" fmla="*/ 318238 w 363673"/>
              <a:gd name="connsiteY86" fmla="*/ 44482 h 311276"/>
              <a:gd name="connsiteX87" fmla="*/ 318238 w 363673"/>
              <a:gd name="connsiteY87" fmla="*/ 88582 h 311276"/>
              <a:gd name="connsiteX88" fmla="*/ 287694 w 363673"/>
              <a:gd name="connsiteY88" fmla="*/ 59150 h 311276"/>
              <a:gd name="connsiteX89" fmla="*/ 318238 w 363673"/>
              <a:gd name="connsiteY89" fmla="*/ 29718 h 311276"/>
              <a:gd name="connsiteX90" fmla="*/ 348781 w 363673"/>
              <a:gd name="connsiteY90" fmla="*/ 59150 h 311276"/>
              <a:gd name="connsiteX91" fmla="*/ 318238 w 363673"/>
              <a:gd name="connsiteY91" fmla="*/ 88582 h 311276"/>
              <a:gd name="connsiteX92" fmla="*/ 181837 w 363673"/>
              <a:gd name="connsiteY92" fmla="*/ 14764 h 311276"/>
              <a:gd name="connsiteX93" fmla="*/ 151293 w 363673"/>
              <a:gd name="connsiteY93" fmla="*/ 44291 h 311276"/>
              <a:gd name="connsiteX94" fmla="*/ 181837 w 363673"/>
              <a:gd name="connsiteY94" fmla="*/ 73819 h 311276"/>
              <a:gd name="connsiteX95" fmla="*/ 212380 w 363673"/>
              <a:gd name="connsiteY95" fmla="*/ 44291 h 311276"/>
              <a:gd name="connsiteX96" fmla="*/ 181837 w 363673"/>
              <a:gd name="connsiteY96" fmla="*/ 14764 h 311276"/>
              <a:gd name="connsiteX97" fmla="*/ 181837 w 363673"/>
              <a:gd name="connsiteY97" fmla="*/ 88582 h 311276"/>
              <a:gd name="connsiteX98" fmla="*/ 136117 w 363673"/>
              <a:gd name="connsiteY98" fmla="*/ 44291 h 311276"/>
              <a:gd name="connsiteX99" fmla="*/ 181837 w 363673"/>
              <a:gd name="connsiteY99" fmla="*/ 0 h 311276"/>
              <a:gd name="connsiteX100" fmla="*/ 227557 w 363673"/>
              <a:gd name="connsiteY100" fmla="*/ 44291 h 311276"/>
              <a:gd name="connsiteX101" fmla="*/ 181837 w 363673"/>
              <a:gd name="connsiteY101" fmla="*/ 88582 h 311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3673" h="311276">
                <a:moveTo>
                  <a:pt x="30259" y="237649"/>
                </a:moveTo>
                <a:lnTo>
                  <a:pt x="60517" y="237649"/>
                </a:lnTo>
                <a:lnTo>
                  <a:pt x="60517" y="178022"/>
                </a:lnTo>
                <a:cubicBezTo>
                  <a:pt x="60517" y="173069"/>
                  <a:pt x="64312" y="170593"/>
                  <a:pt x="68106" y="170593"/>
                </a:cubicBezTo>
                <a:cubicBezTo>
                  <a:pt x="71900" y="170593"/>
                  <a:pt x="75694" y="170593"/>
                  <a:pt x="75694" y="155734"/>
                </a:cubicBezTo>
                <a:lnTo>
                  <a:pt x="75694" y="118491"/>
                </a:lnTo>
                <a:lnTo>
                  <a:pt x="15272" y="118491"/>
                </a:lnTo>
                <a:lnTo>
                  <a:pt x="15272" y="155734"/>
                </a:lnTo>
                <a:cubicBezTo>
                  <a:pt x="15272" y="170593"/>
                  <a:pt x="19066" y="170593"/>
                  <a:pt x="22860" y="170593"/>
                </a:cubicBezTo>
                <a:cubicBezTo>
                  <a:pt x="26654" y="170593"/>
                  <a:pt x="30448" y="173069"/>
                  <a:pt x="30448" y="178022"/>
                </a:cubicBezTo>
                <a:lnTo>
                  <a:pt x="30448" y="237649"/>
                </a:lnTo>
                <a:close/>
                <a:moveTo>
                  <a:pt x="68011" y="252508"/>
                </a:moveTo>
                <a:lnTo>
                  <a:pt x="22670" y="252508"/>
                </a:lnTo>
                <a:cubicBezTo>
                  <a:pt x="18876" y="252508"/>
                  <a:pt x="15082" y="248793"/>
                  <a:pt x="15082" y="245078"/>
                </a:cubicBezTo>
                <a:lnTo>
                  <a:pt x="15082" y="184214"/>
                </a:lnTo>
                <a:cubicBezTo>
                  <a:pt x="5027" y="180499"/>
                  <a:pt x="0" y="171831"/>
                  <a:pt x="0" y="155639"/>
                </a:cubicBezTo>
                <a:lnTo>
                  <a:pt x="0" y="110966"/>
                </a:lnTo>
                <a:cubicBezTo>
                  <a:pt x="0" y="106013"/>
                  <a:pt x="3794" y="103537"/>
                  <a:pt x="7588" y="103537"/>
                </a:cubicBezTo>
                <a:lnTo>
                  <a:pt x="83188" y="103537"/>
                </a:lnTo>
                <a:cubicBezTo>
                  <a:pt x="86982" y="103537"/>
                  <a:pt x="90776" y="106013"/>
                  <a:pt x="90776" y="110966"/>
                </a:cubicBezTo>
                <a:lnTo>
                  <a:pt x="90776" y="155639"/>
                </a:lnTo>
                <a:cubicBezTo>
                  <a:pt x="90776" y="171736"/>
                  <a:pt x="85749" y="180499"/>
                  <a:pt x="75694" y="184214"/>
                </a:cubicBezTo>
                <a:lnTo>
                  <a:pt x="75694" y="245078"/>
                </a:lnTo>
                <a:cubicBezTo>
                  <a:pt x="75694" y="248793"/>
                  <a:pt x="71900" y="252508"/>
                  <a:pt x="68106" y="252508"/>
                </a:cubicBezTo>
                <a:close/>
                <a:moveTo>
                  <a:pt x="303156" y="237649"/>
                </a:moveTo>
                <a:lnTo>
                  <a:pt x="333415" y="237649"/>
                </a:lnTo>
                <a:lnTo>
                  <a:pt x="333415" y="178022"/>
                </a:lnTo>
                <a:cubicBezTo>
                  <a:pt x="333415" y="173069"/>
                  <a:pt x="337209" y="170593"/>
                  <a:pt x="341003" y="170593"/>
                </a:cubicBezTo>
                <a:cubicBezTo>
                  <a:pt x="344797" y="170593"/>
                  <a:pt x="348591" y="170593"/>
                  <a:pt x="348591" y="155734"/>
                </a:cubicBezTo>
                <a:lnTo>
                  <a:pt x="348591" y="118491"/>
                </a:lnTo>
                <a:lnTo>
                  <a:pt x="288169" y="118491"/>
                </a:lnTo>
                <a:lnTo>
                  <a:pt x="288169" y="155734"/>
                </a:lnTo>
                <a:cubicBezTo>
                  <a:pt x="288169" y="170593"/>
                  <a:pt x="291963" y="170593"/>
                  <a:pt x="295757" y="170593"/>
                </a:cubicBezTo>
                <a:cubicBezTo>
                  <a:pt x="299551" y="170593"/>
                  <a:pt x="303346" y="173069"/>
                  <a:pt x="303346" y="178022"/>
                </a:cubicBezTo>
                <a:lnTo>
                  <a:pt x="303346" y="237649"/>
                </a:lnTo>
                <a:close/>
                <a:moveTo>
                  <a:pt x="340908" y="252508"/>
                </a:moveTo>
                <a:lnTo>
                  <a:pt x="295567" y="252508"/>
                </a:lnTo>
                <a:cubicBezTo>
                  <a:pt x="291773" y="252508"/>
                  <a:pt x="287979" y="248793"/>
                  <a:pt x="287979" y="245078"/>
                </a:cubicBezTo>
                <a:lnTo>
                  <a:pt x="287979" y="184214"/>
                </a:lnTo>
                <a:cubicBezTo>
                  <a:pt x="277924" y="180499"/>
                  <a:pt x="272897" y="171831"/>
                  <a:pt x="272897" y="155639"/>
                </a:cubicBezTo>
                <a:lnTo>
                  <a:pt x="272897" y="110966"/>
                </a:lnTo>
                <a:cubicBezTo>
                  <a:pt x="272897" y="106013"/>
                  <a:pt x="276691" y="103537"/>
                  <a:pt x="280486" y="103537"/>
                </a:cubicBezTo>
                <a:lnTo>
                  <a:pt x="356085" y="103537"/>
                </a:lnTo>
                <a:cubicBezTo>
                  <a:pt x="359879" y="103537"/>
                  <a:pt x="363673" y="106013"/>
                  <a:pt x="363673" y="110966"/>
                </a:cubicBezTo>
                <a:lnTo>
                  <a:pt x="363673" y="155639"/>
                </a:lnTo>
                <a:cubicBezTo>
                  <a:pt x="363673" y="171736"/>
                  <a:pt x="358646" y="180499"/>
                  <a:pt x="348591" y="184214"/>
                </a:cubicBezTo>
                <a:lnTo>
                  <a:pt x="348591" y="245078"/>
                </a:lnTo>
                <a:cubicBezTo>
                  <a:pt x="348591" y="248793"/>
                  <a:pt x="344797" y="252508"/>
                  <a:pt x="341003" y="252508"/>
                </a:cubicBezTo>
                <a:close/>
                <a:moveTo>
                  <a:pt x="166660" y="296418"/>
                </a:moveTo>
                <a:lnTo>
                  <a:pt x="196919" y="296418"/>
                </a:lnTo>
                <a:lnTo>
                  <a:pt x="196919" y="214789"/>
                </a:lnTo>
                <a:cubicBezTo>
                  <a:pt x="196919" y="209836"/>
                  <a:pt x="200713" y="207359"/>
                  <a:pt x="204507" y="207359"/>
                </a:cubicBezTo>
                <a:cubicBezTo>
                  <a:pt x="217123" y="207359"/>
                  <a:pt x="227272" y="197453"/>
                  <a:pt x="227272" y="185071"/>
                </a:cubicBezTo>
                <a:lnTo>
                  <a:pt x="227272" y="118301"/>
                </a:lnTo>
                <a:lnTo>
                  <a:pt x="136401" y="118301"/>
                </a:lnTo>
                <a:lnTo>
                  <a:pt x="136401" y="185071"/>
                </a:lnTo>
                <a:cubicBezTo>
                  <a:pt x="136401" y="197453"/>
                  <a:pt x="146456" y="207359"/>
                  <a:pt x="159166" y="207359"/>
                </a:cubicBezTo>
                <a:cubicBezTo>
                  <a:pt x="162961" y="207359"/>
                  <a:pt x="166755" y="209836"/>
                  <a:pt x="166755" y="214789"/>
                </a:cubicBezTo>
                <a:lnTo>
                  <a:pt x="166755" y="296418"/>
                </a:lnTo>
                <a:close/>
                <a:moveTo>
                  <a:pt x="204507" y="311277"/>
                </a:moveTo>
                <a:lnTo>
                  <a:pt x="159071" y="311277"/>
                </a:lnTo>
                <a:cubicBezTo>
                  <a:pt x="155277" y="311277"/>
                  <a:pt x="151483" y="307562"/>
                  <a:pt x="151483" y="303847"/>
                </a:cubicBezTo>
                <a:lnTo>
                  <a:pt x="151483" y="220980"/>
                </a:lnTo>
                <a:cubicBezTo>
                  <a:pt x="133840" y="217265"/>
                  <a:pt x="121224" y="202406"/>
                  <a:pt x="121224" y="185071"/>
                </a:cubicBezTo>
                <a:lnTo>
                  <a:pt x="121224" y="110871"/>
                </a:lnTo>
                <a:cubicBezTo>
                  <a:pt x="121224" y="105918"/>
                  <a:pt x="125019" y="103441"/>
                  <a:pt x="128813" y="103441"/>
                </a:cubicBezTo>
                <a:lnTo>
                  <a:pt x="234860" y="103441"/>
                </a:lnTo>
                <a:cubicBezTo>
                  <a:pt x="238655" y="103441"/>
                  <a:pt x="242449" y="105918"/>
                  <a:pt x="242449" y="110871"/>
                </a:cubicBezTo>
                <a:lnTo>
                  <a:pt x="242449" y="185071"/>
                </a:lnTo>
                <a:cubicBezTo>
                  <a:pt x="242449" y="202406"/>
                  <a:pt x="229833" y="217265"/>
                  <a:pt x="212190" y="220980"/>
                </a:cubicBezTo>
                <a:lnTo>
                  <a:pt x="212190" y="303847"/>
                </a:lnTo>
                <a:cubicBezTo>
                  <a:pt x="212190" y="307562"/>
                  <a:pt x="208396" y="311277"/>
                  <a:pt x="204602" y="311277"/>
                </a:cubicBezTo>
                <a:close/>
                <a:moveTo>
                  <a:pt x="45341" y="44482"/>
                </a:moveTo>
                <a:cubicBezTo>
                  <a:pt x="36424" y="44482"/>
                  <a:pt x="30069" y="50578"/>
                  <a:pt x="30069" y="59150"/>
                </a:cubicBezTo>
                <a:cubicBezTo>
                  <a:pt x="30069" y="66484"/>
                  <a:pt x="36424" y="73819"/>
                  <a:pt x="45341" y="73819"/>
                </a:cubicBezTo>
                <a:cubicBezTo>
                  <a:pt x="54257" y="73819"/>
                  <a:pt x="60612" y="66484"/>
                  <a:pt x="60612" y="59150"/>
                </a:cubicBezTo>
                <a:cubicBezTo>
                  <a:pt x="60612" y="50578"/>
                  <a:pt x="54257" y="44482"/>
                  <a:pt x="45341" y="44482"/>
                </a:cubicBezTo>
                <a:close/>
                <a:moveTo>
                  <a:pt x="45341" y="88582"/>
                </a:moveTo>
                <a:cubicBezTo>
                  <a:pt x="28836" y="88582"/>
                  <a:pt x="14797" y="75152"/>
                  <a:pt x="14797" y="59150"/>
                </a:cubicBezTo>
                <a:cubicBezTo>
                  <a:pt x="14797" y="42005"/>
                  <a:pt x="28741" y="29718"/>
                  <a:pt x="45341" y="29718"/>
                </a:cubicBezTo>
                <a:cubicBezTo>
                  <a:pt x="61940" y="29718"/>
                  <a:pt x="75884" y="42005"/>
                  <a:pt x="75884" y="59150"/>
                </a:cubicBezTo>
                <a:cubicBezTo>
                  <a:pt x="75884" y="75057"/>
                  <a:pt x="61940" y="88582"/>
                  <a:pt x="45341" y="88582"/>
                </a:cubicBezTo>
                <a:close/>
                <a:moveTo>
                  <a:pt x="318238" y="44482"/>
                </a:moveTo>
                <a:cubicBezTo>
                  <a:pt x="309321" y="44482"/>
                  <a:pt x="302966" y="50578"/>
                  <a:pt x="302966" y="59150"/>
                </a:cubicBezTo>
                <a:cubicBezTo>
                  <a:pt x="302966" y="66484"/>
                  <a:pt x="309321" y="73819"/>
                  <a:pt x="318238" y="73819"/>
                </a:cubicBezTo>
                <a:cubicBezTo>
                  <a:pt x="327154" y="73819"/>
                  <a:pt x="333509" y="66484"/>
                  <a:pt x="333509" y="59150"/>
                </a:cubicBezTo>
                <a:cubicBezTo>
                  <a:pt x="333509" y="50578"/>
                  <a:pt x="327154" y="44482"/>
                  <a:pt x="318238" y="44482"/>
                </a:cubicBezTo>
                <a:close/>
                <a:moveTo>
                  <a:pt x="318238" y="88582"/>
                </a:moveTo>
                <a:cubicBezTo>
                  <a:pt x="301733" y="88582"/>
                  <a:pt x="287694" y="75152"/>
                  <a:pt x="287694" y="59150"/>
                </a:cubicBezTo>
                <a:cubicBezTo>
                  <a:pt x="287694" y="42005"/>
                  <a:pt x="301638" y="29718"/>
                  <a:pt x="318238" y="29718"/>
                </a:cubicBezTo>
                <a:cubicBezTo>
                  <a:pt x="334837" y="29718"/>
                  <a:pt x="348781" y="42005"/>
                  <a:pt x="348781" y="59150"/>
                </a:cubicBezTo>
                <a:cubicBezTo>
                  <a:pt x="348781" y="75057"/>
                  <a:pt x="334837" y="88582"/>
                  <a:pt x="318238" y="88582"/>
                </a:cubicBezTo>
                <a:close/>
                <a:moveTo>
                  <a:pt x="181837" y="14764"/>
                </a:moveTo>
                <a:cubicBezTo>
                  <a:pt x="165332" y="14764"/>
                  <a:pt x="151293" y="27051"/>
                  <a:pt x="151293" y="44291"/>
                </a:cubicBezTo>
                <a:cubicBezTo>
                  <a:pt x="151293" y="60293"/>
                  <a:pt x="165237" y="73819"/>
                  <a:pt x="181837" y="73819"/>
                </a:cubicBezTo>
                <a:cubicBezTo>
                  <a:pt x="198436" y="73819"/>
                  <a:pt x="212380" y="60293"/>
                  <a:pt x="212380" y="44291"/>
                </a:cubicBezTo>
                <a:cubicBezTo>
                  <a:pt x="212380" y="27051"/>
                  <a:pt x="198436" y="14764"/>
                  <a:pt x="181837" y="14764"/>
                </a:cubicBezTo>
                <a:close/>
                <a:moveTo>
                  <a:pt x="181837" y="88582"/>
                </a:moveTo>
                <a:cubicBezTo>
                  <a:pt x="156416" y="88582"/>
                  <a:pt x="136117" y="67628"/>
                  <a:pt x="136117" y="44291"/>
                </a:cubicBezTo>
                <a:cubicBezTo>
                  <a:pt x="136117" y="19717"/>
                  <a:pt x="156416" y="0"/>
                  <a:pt x="181837" y="0"/>
                </a:cubicBezTo>
                <a:cubicBezTo>
                  <a:pt x="207258" y="0"/>
                  <a:pt x="227557" y="19717"/>
                  <a:pt x="227557" y="44291"/>
                </a:cubicBezTo>
                <a:cubicBezTo>
                  <a:pt x="227557" y="68866"/>
                  <a:pt x="207258" y="88582"/>
                  <a:pt x="181837" y="8858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6">
            <a:extLst>
              <a:ext uri="{FF2B5EF4-FFF2-40B4-BE49-F238E27FC236}">
                <a16:creationId xmlns:a16="http://schemas.microsoft.com/office/drawing/2014/main" id="{A42B2746-1F29-DEC7-0EFF-C7A3B1229511}"/>
              </a:ext>
            </a:extLst>
          </p:cNvPr>
          <p:cNvSpPr/>
          <p:nvPr/>
        </p:nvSpPr>
        <p:spPr>
          <a:xfrm>
            <a:off x="2925495" y="1506515"/>
            <a:ext cx="489645" cy="419099"/>
          </a:xfrm>
          <a:custGeom>
            <a:avLst/>
            <a:gdLst>
              <a:gd name="connsiteX0" fmla="*/ 30259 w 363673"/>
              <a:gd name="connsiteY0" fmla="*/ 237649 h 311276"/>
              <a:gd name="connsiteX1" fmla="*/ 60517 w 363673"/>
              <a:gd name="connsiteY1" fmla="*/ 237649 h 311276"/>
              <a:gd name="connsiteX2" fmla="*/ 60517 w 363673"/>
              <a:gd name="connsiteY2" fmla="*/ 178022 h 311276"/>
              <a:gd name="connsiteX3" fmla="*/ 68106 w 363673"/>
              <a:gd name="connsiteY3" fmla="*/ 170593 h 311276"/>
              <a:gd name="connsiteX4" fmla="*/ 75694 w 363673"/>
              <a:gd name="connsiteY4" fmla="*/ 155734 h 311276"/>
              <a:gd name="connsiteX5" fmla="*/ 75694 w 363673"/>
              <a:gd name="connsiteY5" fmla="*/ 118491 h 311276"/>
              <a:gd name="connsiteX6" fmla="*/ 15272 w 363673"/>
              <a:gd name="connsiteY6" fmla="*/ 118491 h 311276"/>
              <a:gd name="connsiteX7" fmla="*/ 15272 w 363673"/>
              <a:gd name="connsiteY7" fmla="*/ 155734 h 311276"/>
              <a:gd name="connsiteX8" fmla="*/ 22860 w 363673"/>
              <a:gd name="connsiteY8" fmla="*/ 170593 h 311276"/>
              <a:gd name="connsiteX9" fmla="*/ 30448 w 363673"/>
              <a:gd name="connsiteY9" fmla="*/ 178022 h 311276"/>
              <a:gd name="connsiteX10" fmla="*/ 30448 w 363673"/>
              <a:gd name="connsiteY10" fmla="*/ 237649 h 311276"/>
              <a:gd name="connsiteX11" fmla="*/ 68011 w 363673"/>
              <a:gd name="connsiteY11" fmla="*/ 252508 h 311276"/>
              <a:gd name="connsiteX12" fmla="*/ 22670 w 363673"/>
              <a:gd name="connsiteY12" fmla="*/ 252508 h 311276"/>
              <a:gd name="connsiteX13" fmla="*/ 15082 w 363673"/>
              <a:gd name="connsiteY13" fmla="*/ 245078 h 311276"/>
              <a:gd name="connsiteX14" fmla="*/ 15082 w 363673"/>
              <a:gd name="connsiteY14" fmla="*/ 184214 h 311276"/>
              <a:gd name="connsiteX15" fmla="*/ 0 w 363673"/>
              <a:gd name="connsiteY15" fmla="*/ 155639 h 311276"/>
              <a:gd name="connsiteX16" fmla="*/ 0 w 363673"/>
              <a:gd name="connsiteY16" fmla="*/ 110966 h 311276"/>
              <a:gd name="connsiteX17" fmla="*/ 7588 w 363673"/>
              <a:gd name="connsiteY17" fmla="*/ 103537 h 311276"/>
              <a:gd name="connsiteX18" fmla="*/ 83188 w 363673"/>
              <a:gd name="connsiteY18" fmla="*/ 103537 h 311276"/>
              <a:gd name="connsiteX19" fmla="*/ 90776 w 363673"/>
              <a:gd name="connsiteY19" fmla="*/ 110966 h 311276"/>
              <a:gd name="connsiteX20" fmla="*/ 90776 w 363673"/>
              <a:gd name="connsiteY20" fmla="*/ 155639 h 311276"/>
              <a:gd name="connsiteX21" fmla="*/ 75694 w 363673"/>
              <a:gd name="connsiteY21" fmla="*/ 184214 h 311276"/>
              <a:gd name="connsiteX22" fmla="*/ 75694 w 363673"/>
              <a:gd name="connsiteY22" fmla="*/ 245078 h 311276"/>
              <a:gd name="connsiteX23" fmla="*/ 68106 w 363673"/>
              <a:gd name="connsiteY23" fmla="*/ 252508 h 311276"/>
              <a:gd name="connsiteX24" fmla="*/ 303156 w 363673"/>
              <a:gd name="connsiteY24" fmla="*/ 237649 h 311276"/>
              <a:gd name="connsiteX25" fmla="*/ 333415 w 363673"/>
              <a:gd name="connsiteY25" fmla="*/ 237649 h 311276"/>
              <a:gd name="connsiteX26" fmla="*/ 333415 w 363673"/>
              <a:gd name="connsiteY26" fmla="*/ 178022 h 311276"/>
              <a:gd name="connsiteX27" fmla="*/ 341003 w 363673"/>
              <a:gd name="connsiteY27" fmla="*/ 170593 h 311276"/>
              <a:gd name="connsiteX28" fmla="*/ 348591 w 363673"/>
              <a:gd name="connsiteY28" fmla="*/ 155734 h 311276"/>
              <a:gd name="connsiteX29" fmla="*/ 348591 w 363673"/>
              <a:gd name="connsiteY29" fmla="*/ 118491 h 311276"/>
              <a:gd name="connsiteX30" fmla="*/ 288169 w 363673"/>
              <a:gd name="connsiteY30" fmla="*/ 118491 h 311276"/>
              <a:gd name="connsiteX31" fmla="*/ 288169 w 363673"/>
              <a:gd name="connsiteY31" fmla="*/ 155734 h 311276"/>
              <a:gd name="connsiteX32" fmla="*/ 295757 w 363673"/>
              <a:gd name="connsiteY32" fmla="*/ 170593 h 311276"/>
              <a:gd name="connsiteX33" fmla="*/ 303346 w 363673"/>
              <a:gd name="connsiteY33" fmla="*/ 178022 h 311276"/>
              <a:gd name="connsiteX34" fmla="*/ 303346 w 363673"/>
              <a:gd name="connsiteY34" fmla="*/ 237649 h 311276"/>
              <a:gd name="connsiteX35" fmla="*/ 340908 w 363673"/>
              <a:gd name="connsiteY35" fmla="*/ 252508 h 311276"/>
              <a:gd name="connsiteX36" fmla="*/ 295567 w 363673"/>
              <a:gd name="connsiteY36" fmla="*/ 252508 h 311276"/>
              <a:gd name="connsiteX37" fmla="*/ 287979 w 363673"/>
              <a:gd name="connsiteY37" fmla="*/ 245078 h 311276"/>
              <a:gd name="connsiteX38" fmla="*/ 287979 w 363673"/>
              <a:gd name="connsiteY38" fmla="*/ 184214 h 311276"/>
              <a:gd name="connsiteX39" fmla="*/ 272897 w 363673"/>
              <a:gd name="connsiteY39" fmla="*/ 155639 h 311276"/>
              <a:gd name="connsiteX40" fmla="*/ 272897 w 363673"/>
              <a:gd name="connsiteY40" fmla="*/ 110966 h 311276"/>
              <a:gd name="connsiteX41" fmla="*/ 280486 w 363673"/>
              <a:gd name="connsiteY41" fmla="*/ 103537 h 311276"/>
              <a:gd name="connsiteX42" fmla="*/ 356085 w 363673"/>
              <a:gd name="connsiteY42" fmla="*/ 103537 h 311276"/>
              <a:gd name="connsiteX43" fmla="*/ 363673 w 363673"/>
              <a:gd name="connsiteY43" fmla="*/ 110966 h 311276"/>
              <a:gd name="connsiteX44" fmla="*/ 363673 w 363673"/>
              <a:gd name="connsiteY44" fmla="*/ 155639 h 311276"/>
              <a:gd name="connsiteX45" fmla="*/ 348591 w 363673"/>
              <a:gd name="connsiteY45" fmla="*/ 184214 h 311276"/>
              <a:gd name="connsiteX46" fmla="*/ 348591 w 363673"/>
              <a:gd name="connsiteY46" fmla="*/ 245078 h 311276"/>
              <a:gd name="connsiteX47" fmla="*/ 341003 w 363673"/>
              <a:gd name="connsiteY47" fmla="*/ 252508 h 311276"/>
              <a:gd name="connsiteX48" fmla="*/ 166660 w 363673"/>
              <a:gd name="connsiteY48" fmla="*/ 296418 h 311276"/>
              <a:gd name="connsiteX49" fmla="*/ 196919 w 363673"/>
              <a:gd name="connsiteY49" fmla="*/ 296418 h 311276"/>
              <a:gd name="connsiteX50" fmla="*/ 196919 w 363673"/>
              <a:gd name="connsiteY50" fmla="*/ 214789 h 311276"/>
              <a:gd name="connsiteX51" fmla="*/ 204507 w 363673"/>
              <a:gd name="connsiteY51" fmla="*/ 207359 h 311276"/>
              <a:gd name="connsiteX52" fmla="*/ 227272 w 363673"/>
              <a:gd name="connsiteY52" fmla="*/ 185071 h 311276"/>
              <a:gd name="connsiteX53" fmla="*/ 227272 w 363673"/>
              <a:gd name="connsiteY53" fmla="*/ 118301 h 311276"/>
              <a:gd name="connsiteX54" fmla="*/ 136401 w 363673"/>
              <a:gd name="connsiteY54" fmla="*/ 118301 h 311276"/>
              <a:gd name="connsiteX55" fmla="*/ 136401 w 363673"/>
              <a:gd name="connsiteY55" fmla="*/ 185071 h 311276"/>
              <a:gd name="connsiteX56" fmla="*/ 159166 w 363673"/>
              <a:gd name="connsiteY56" fmla="*/ 207359 h 311276"/>
              <a:gd name="connsiteX57" fmla="*/ 166755 w 363673"/>
              <a:gd name="connsiteY57" fmla="*/ 214789 h 311276"/>
              <a:gd name="connsiteX58" fmla="*/ 166755 w 363673"/>
              <a:gd name="connsiteY58" fmla="*/ 296418 h 311276"/>
              <a:gd name="connsiteX59" fmla="*/ 204507 w 363673"/>
              <a:gd name="connsiteY59" fmla="*/ 311277 h 311276"/>
              <a:gd name="connsiteX60" fmla="*/ 159071 w 363673"/>
              <a:gd name="connsiteY60" fmla="*/ 311277 h 311276"/>
              <a:gd name="connsiteX61" fmla="*/ 151483 w 363673"/>
              <a:gd name="connsiteY61" fmla="*/ 303847 h 311276"/>
              <a:gd name="connsiteX62" fmla="*/ 151483 w 363673"/>
              <a:gd name="connsiteY62" fmla="*/ 220980 h 311276"/>
              <a:gd name="connsiteX63" fmla="*/ 121224 w 363673"/>
              <a:gd name="connsiteY63" fmla="*/ 185071 h 311276"/>
              <a:gd name="connsiteX64" fmla="*/ 121224 w 363673"/>
              <a:gd name="connsiteY64" fmla="*/ 110871 h 311276"/>
              <a:gd name="connsiteX65" fmla="*/ 128813 w 363673"/>
              <a:gd name="connsiteY65" fmla="*/ 103441 h 311276"/>
              <a:gd name="connsiteX66" fmla="*/ 234860 w 363673"/>
              <a:gd name="connsiteY66" fmla="*/ 103441 h 311276"/>
              <a:gd name="connsiteX67" fmla="*/ 242449 w 363673"/>
              <a:gd name="connsiteY67" fmla="*/ 110871 h 311276"/>
              <a:gd name="connsiteX68" fmla="*/ 242449 w 363673"/>
              <a:gd name="connsiteY68" fmla="*/ 185071 h 311276"/>
              <a:gd name="connsiteX69" fmla="*/ 212190 w 363673"/>
              <a:gd name="connsiteY69" fmla="*/ 220980 h 311276"/>
              <a:gd name="connsiteX70" fmla="*/ 212190 w 363673"/>
              <a:gd name="connsiteY70" fmla="*/ 303847 h 311276"/>
              <a:gd name="connsiteX71" fmla="*/ 204602 w 363673"/>
              <a:gd name="connsiteY71" fmla="*/ 311277 h 311276"/>
              <a:gd name="connsiteX72" fmla="*/ 45341 w 363673"/>
              <a:gd name="connsiteY72" fmla="*/ 44482 h 311276"/>
              <a:gd name="connsiteX73" fmla="*/ 30069 w 363673"/>
              <a:gd name="connsiteY73" fmla="*/ 59150 h 311276"/>
              <a:gd name="connsiteX74" fmla="*/ 45341 w 363673"/>
              <a:gd name="connsiteY74" fmla="*/ 73819 h 311276"/>
              <a:gd name="connsiteX75" fmla="*/ 60612 w 363673"/>
              <a:gd name="connsiteY75" fmla="*/ 59150 h 311276"/>
              <a:gd name="connsiteX76" fmla="*/ 45341 w 363673"/>
              <a:gd name="connsiteY76" fmla="*/ 44482 h 311276"/>
              <a:gd name="connsiteX77" fmla="*/ 45341 w 363673"/>
              <a:gd name="connsiteY77" fmla="*/ 88582 h 311276"/>
              <a:gd name="connsiteX78" fmla="*/ 14797 w 363673"/>
              <a:gd name="connsiteY78" fmla="*/ 59150 h 311276"/>
              <a:gd name="connsiteX79" fmla="*/ 45341 w 363673"/>
              <a:gd name="connsiteY79" fmla="*/ 29718 h 311276"/>
              <a:gd name="connsiteX80" fmla="*/ 75884 w 363673"/>
              <a:gd name="connsiteY80" fmla="*/ 59150 h 311276"/>
              <a:gd name="connsiteX81" fmla="*/ 45341 w 363673"/>
              <a:gd name="connsiteY81" fmla="*/ 88582 h 311276"/>
              <a:gd name="connsiteX82" fmla="*/ 318238 w 363673"/>
              <a:gd name="connsiteY82" fmla="*/ 44482 h 311276"/>
              <a:gd name="connsiteX83" fmla="*/ 302966 w 363673"/>
              <a:gd name="connsiteY83" fmla="*/ 59150 h 311276"/>
              <a:gd name="connsiteX84" fmla="*/ 318238 w 363673"/>
              <a:gd name="connsiteY84" fmla="*/ 73819 h 311276"/>
              <a:gd name="connsiteX85" fmla="*/ 333509 w 363673"/>
              <a:gd name="connsiteY85" fmla="*/ 59150 h 311276"/>
              <a:gd name="connsiteX86" fmla="*/ 318238 w 363673"/>
              <a:gd name="connsiteY86" fmla="*/ 44482 h 311276"/>
              <a:gd name="connsiteX87" fmla="*/ 318238 w 363673"/>
              <a:gd name="connsiteY87" fmla="*/ 88582 h 311276"/>
              <a:gd name="connsiteX88" fmla="*/ 287694 w 363673"/>
              <a:gd name="connsiteY88" fmla="*/ 59150 h 311276"/>
              <a:gd name="connsiteX89" fmla="*/ 318238 w 363673"/>
              <a:gd name="connsiteY89" fmla="*/ 29718 h 311276"/>
              <a:gd name="connsiteX90" fmla="*/ 348781 w 363673"/>
              <a:gd name="connsiteY90" fmla="*/ 59150 h 311276"/>
              <a:gd name="connsiteX91" fmla="*/ 318238 w 363673"/>
              <a:gd name="connsiteY91" fmla="*/ 88582 h 311276"/>
              <a:gd name="connsiteX92" fmla="*/ 181837 w 363673"/>
              <a:gd name="connsiteY92" fmla="*/ 14764 h 311276"/>
              <a:gd name="connsiteX93" fmla="*/ 151293 w 363673"/>
              <a:gd name="connsiteY93" fmla="*/ 44291 h 311276"/>
              <a:gd name="connsiteX94" fmla="*/ 181837 w 363673"/>
              <a:gd name="connsiteY94" fmla="*/ 73819 h 311276"/>
              <a:gd name="connsiteX95" fmla="*/ 212380 w 363673"/>
              <a:gd name="connsiteY95" fmla="*/ 44291 h 311276"/>
              <a:gd name="connsiteX96" fmla="*/ 181837 w 363673"/>
              <a:gd name="connsiteY96" fmla="*/ 14764 h 311276"/>
              <a:gd name="connsiteX97" fmla="*/ 181837 w 363673"/>
              <a:gd name="connsiteY97" fmla="*/ 88582 h 311276"/>
              <a:gd name="connsiteX98" fmla="*/ 136117 w 363673"/>
              <a:gd name="connsiteY98" fmla="*/ 44291 h 311276"/>
              <a:gd name="connsiteX99" fmla="*/ 181837 w 363673"/>
              <a:gd name="connsiteY99" fmla="*/ 0 h 311276"/>
              <a:gd name="connsiteX100" fmla="*/ 227557 w 363673"/>
              <a:gd name="connsiteY100" fmla="*/ 44291 h 311276"/>
              <a:gd name="connsiteX101" fmla="*/ 181837 w 363673"/>
              <a:gd name="connsiteY101" fmla="*/ 88582 h 311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3673" h="311276">
                <a:moveTo>
                  <a:pt x="30259" y="237649"/>
                </a:moveTo>
                <a:lnTo>
                  <a:pt x="60517" y="237649"/>
                </a:lnTo>
                <a:lnTo>
                  <a:pt x="60517" y="178022"/>
                </a:lnTo>
                <a:cubicBezTo>
                  <a:pt x="60517" y="173069"/>
                  <a:pt x="64312" y="170593"/>
                  <a:pt x="68106" y="170593"/>
                </a:cubicBezTo>
                <a:cubicBezTo>
                  <a:pt x="71900" y="170593"/>
                  <a:pt x="75694" y="170593"/>
                  <a:pt x="75694" y="155734"/>
                </a:cubicBezTo>
                <a:lnTo>
                  <a:pt x="75694" y="118491"/>
                </a:lnTo>
                <a:lnTo>
                  <a:pt x="15272" y="118491"/>
                </a:lnTo>
                <a:lnTo>
                  <a:pt x="15272" y="155734"/>
                </a:lnTo>
                <a:cubicBezTo>
                  <a:pt x="15272" y="170593"/>
                  <a:pt x="19066" y="170593"/>
                  <a:pt x="22860" y="170593"/>
                </a:cubicBezTo>
                <a:cubicBezTo>
                  <a:pt x="26654" y="170593"/>
                  <a:pt x="30448" y="173069"/>
                  <a:pt x="30448" y="178022"/>
                </a:cubicBezTo>
                <a:lnTo>
                  <a:pt x="30448" y="237649"/>
                </a:lnTo>
                <a:close/>
                <a:moveTo>
                  <a:pt x="68011" y="252508"/>
                </a:moveTo>
                <a:lnTo>
                  <a:pt x="22670" y="252508"/>
                </a:lnTo>
                <a:cubicBezTo>
                  <a:pt x="18876" y="252508"/>
                  <a:pt x="15082" y="248793"/>
                  <a:pt x="15082" y="245078"/>
                </a:cubicBezTo>
                <a:lnTo>
                  <a:pt x="15082" y="184214"/>
                </a:lnTo>
                <a:cubicBezTo>
                  <a:pt x="5027" y="180499"/>
                  <a:pt x="0" y="171831"/>
                  <a:pt x="0" y="155639"/>
                </a:cubicBezTo>
                <a:lnTo>
                  <a:pt x="0" y="110966"/>
                </a:lnTo>
                <a:cubicBezTo>
                  <a:pt x="0" y="106013"/>
                  <a:pt x="3794" y="103537"/>
                  <a:pt x="7588" y="103537"/>
                </a:cubicBezTo>
                <a:lnTo>
                  <a:pt x="83188" y="103537"/>
                </a:lnTo>
                <a:cubicBezTo>
                  <a:pt x="86982" y="103537"/>
                  <a:pt x="90776" y="106013"/>
                  <a:pt x="90776" y="110966"/>
                </a:cubicBezTo>
                <a:lnTo>
                  <a:pt x="90776" y="155639"/>
                </a:lnTo>
                <a:cubicBezTo>
                  <a:pt x="90776" y="171736"/>
                  <a:pt x="85749" y="180499"/>
                  <a:pt x="75694" y="184214"/>
                </a:cubicBezTo>
                <a:lnTo>
                  <a:pt x="75694" y="245078"/>
                </a:lnTo>
                <a:cubicBezTo>
                  <a:pt x="75694" y="248793"/>
                  <a:pt x="71900" y="252508"/>
                  <a:pt x="68106" y="252508"/>
                </a:cubicBezTo>
                <a:close/>
                <a:moveTo>
                  <a:pt x="303156" y="237649"/>
                </a:moveTo>
                <a:lnTo>
                  <a:pt x="333415" y="237649"/>
                </a:lnTo>
                <a:lnTo>
                  <a:pt x="333415" y="178022"/>
                </a:lnTo>
                <a:cubicBezTo>
                  <a:pt x="333415" y="173069"/>
                  <a:pt x="337209" y="170593"/>
                  <a:pt x="341003" y="170593"/>
                </a:cubicBezTo>
                <a:cubicBezTo>
                  <a:pt x="344797" y="170593"/>
                  <a:pt x="348591" y="170593"/>
                  <a:pt x="348591" y="155734"/>
                </a:cubicBezTo>
                <a:lnTo>
                  <a:pt x="348591" y="118491"/>
                </a:lnTo>
                <a:lnTo>
                  <a:pt x="288169" y="118491"/>
                </a:lnTo>
                <a:lnTo>
                  <a:pt x="288169" y="155734"/>
                </a:lnTo>
                <a:cubicBezTo>
                  <a:pt x="288169" y="170593"/>
                  <a:pt x="291963" y="170593"/>
                  <a:pt x="295757" y="170593"/>
                </a:cubicBezTo>
                <a:cubicBezTo>
                  <a:pt x="299551" y="170593"/>
                  <a:pt x="303346" y="173069"/>
                  <a:pt x="303346" y="178022"/>
                </a:cubicBezTo>
                <a:lnTo>
                  <a:pt x="303346" y="237649"/>
                </a:lnTo>
                <a:close/>
                <a:moveTo>
                  <a:pt x="340908" y="252508"/>
                </a:moveTo>
                <a:lnTo>
                  <a:pt x="295567" y="252508"/>
                </a:lnTo>
                <a:cubicBezTo>
                  <a:pt x="291773" y="252508"/>
                  <a:pt x="287979" y="248793"/>
                  <a:pt x="287979" y="245078"/>
                </a:cubicBezTo>
                <a:lnTo>
                  <a:pt x="287979" y="184214"/>
                </a:lnTo>
                <a:cubicBezTo>
                  <a:pt x="277924" y="180499"/>
                  <a:pt x="272897" y="171831"/>
                  <a:pt x="272897" y="155639"/>
                </a:cubicBezTo>
                <a:lnTo>
                  <a:pt x="272897" y="110966"/>
                </a:lnTo>
                <a:cubicBezTo>
                  <a:pt x="272897" y="106013"/>
                  <a:pt x="276691" y="103537"/>
                  <a:pt x="280486" y="103537"/>
                </a:cubicBezTo>
                <a:lnTo>
                  <a:pt x="356085" y="103537"/>
                </a:lnTo>
                <a:cubicBezTo>
                  <a:pt x="359879" y="103537"/>
                  <a:pt x="363673" y="106013"/>
                  <a:pt x="363673" y="110966"/>
                </a:cubicBezTo>
                <a:lnTo>
                  <a:pt x="363673" y="155639"/>
                </a:lnTo>
                <a:cubicBezTo>
                  <a:pt x="363673" y="171736"/>
                  <a:pt x="358646" y="180499"/>
                  <a:pt x="348591" y="184214"/>
                </a:cubicBezTo>
                <a:lnTo>
                  <a:pt x="348591" y="245078"/>
                </a:lnTo>
                <a:cubicBezTo>
                  <a:pt x="348591" y="248793"/>
                  <a:pt x="344797" y="252508"/>
                  <a:pt x="341003" y="252508"/>
                </a:cubicBezTo>
                <a:close/>
                <a:moveTo>
                  <a:pt x="166660" y="296418"/>
                </a:moveTo>
                <a:lnTo>
                  <a:pt x="196919" y="296418"/>
                </a:lnTo>
                <a:lnTo>
                  <a:pt x="196919" y="214789"/>
                </a:lnTo>
                <a:cubicBezTo>
                  <a:pt x="196919" y="209836"/>
                  <a:pt x="200713" y="207359"/>
                  <a:pt x="204507" y="207359"/>
                </a:cubicBezTo>
                <a:cubicBezTo>
                  <a:pt x="217123" y="207359"/>
                  <a:pt x="227272" y="197453"/>
                  <a:pt x="227272" y="185071"/>
                </a:cubicBezTo>
                <a:lnTo>
                  <a:pt x="227272" y="118301"/>
                </a:lnTo>
                <a:lnTo>
                  <a:pt x="136401" y="118301"/>
                </a:lnTo>
                <a:lnTo>
                  <a:pt x="136401" y="185071"/>
                </a:lnTo>
                <a:cubicBezTo>
                  <a:pt x="136401" y="197453"/>
                  <a:pt x="146456" y="207359"/>
                  <a:pt x="159166" y="207359"/>
                </a:cubicBezTo>
                <a:cubicBezTo>
                  <a:pt x="162961" y="207359"/>
                  <a:pt x="166755" y="209836"/>
                  <a:pt x="166755" y="214789"/>
                </a:cubicBezTo>
                <a:lnTo>
                  <a:pt x="166755" y="296418"/>
                </a:lnTo>
                <a:close/>
                <a:moveTo>
                  <a:pt x="204507" y="311277"/>
                </a:moveTo>
                <a:lnTo>
                  <a:pt x="159071" y="311277"/>
                </a:lnTo>
                <a:cubicBezTo>
                  <a:pt x="155277" y="311277"/>
                  <a:pt x="151483" y="307562"/>
                  <a:pt x="151483" y="303847"/>
                </a:cubicBezTo>
                <a:lnTo>
                  <a:pt x="151483" y="220980"/>
                </a:lnTo>
                <a:cubicBezTo>
                  <a:pt x="133840" y="217265"/>
                  <a:pt x="121224" y="202406"/>
                  <a:pt x="121224" y="185071"/>
                </a:cubicBezTo>
                <a:lnTo>
                  <a:pt x="121224" y="110871"/>
                </a:lnTo>
                <a:cubicBezTo>
                  <a:pt x="121224" y="105918"/>
                  <a:pt x="125019" y="103441"/>
                  <a:pt x="128813" y="103441"/>
                </a:cubicBezTo>
                <a:lnTo>
                  <a:pt x="234860" y="103441"/>
                </a:lnTo>
                <a:cubicBezTo>
                  <a:pt x="238655" y="103441"/>
                  <a:pt x="242449" y="105918"/>
                  <a:pt x="242449" y="110871"/>
                </a:cubicBezTo>
                <a:lnTo>
                  <a:pt x="242449" y="185071"/>
                </a:lnTo>
                <a:cubicBezTo>
                  <a:pt x="242449" y="202406"/>
                  <a:pt x="229833" y="217265"/>
                  <a:pt x="212190" y="220980"/>
                </a:cubicBezTo>
                <a:lnTo>
                  <a:pt x="212190" y="303847"/>
                </a:lnTo>
                <a:cubicBezTo>
                  <a:pt x="212190" y="307562"/>
                  <a:pt x="208396" y="311277"/>
                  <a:pt x="204602" y="311277"/>
                </a:cubicBezTo>
                <a:close/>
                <a:moveTo>
                  <a:pt x="45341" y="44482"/>
                </a:moveTo>
                <a:cubicBezTo>
                  <a:pt x="36424" y="44482"/>
                  <a:pt x="30069" y="50578"/>
                  <a:pt x="30069" y="59150"/>
                </a:cubicBezTo>
                <a:cubicBezTo>
                  <a:pt x="30069" y="66484"/>
                  <a:pt x="36424" y="73819"/>
                  <a:pt x="45341" y="73819"/>
                </a:cubicBezTo>
                <a:cubicBezTo>
                  <a:pt x="54257" y="73819"/>
                  <a:pt x="60612" y="66484"/>
                  <a:pt x="60612" y="59150"/>
                </a:cubicBezTo>
                <a:cubicBezTo>
                  <a:pt x="60612" y="50578"/>
                  <a:pt x="54257" y="44482"/>
                  <a:pt x="45341" y="44482"/>
                </a:cubicBezTo>
                <a:close/>
                <a:moveTo>
                  <a:pt x="45341" y="88582"/>
                </a:moveTo>
                <a:cubicBezTo>
                  <a:pt x="28836" y="88582"/>
                  <a:pt x="14797" y="75152"/>
                  <a:pt x="14797" y="59150"/>
                </a:cubicBezTo>
                <a:cubicBezTo>
                  <a:pt x="14797" y="42005"/>
                  <a:pt x="28741" y="29718"/>
                  <a:pt x="45341" y="29718"/>
                </a:cubicBezTo>
                <a:cubicBezTo>
                  <a:pt x="61940" y="29718"/>
                  <a:pt x="75884" y="42005"/>
                  <a:pt x="75884" y="59150"/>
                </a:cubicBezTo>
                <a:cubicBezTo>
                  <a:pt x="75884" y="75057"/>
                  <a:pt x="61940" y="88582"/>
                  <a:pt x="45341" y="88582"/>
                </a:cubicBezTo>
                <a:close/>
                <a:moveTo>
                  <a:pt x="318238" y="44482"/>
                </a:moveTo>
                <a:cubicBezTo>
                  <a:pt x="309321" y="44482"/>
                  <a:pt x="302966" y="50578"/>
                  <a:pt x="302966" y="59150"/>
                </a:cubicBezTo>
                <a:cubicBezTo>
                  <a:pt x="302966" y="66484"/>
                  <a:pt x="309321" y="73819"/>
                  <a:pt x="318238" y="73819"/>
                </a:cubicBezTo>
                <a:cubicBezTo>
                  <a:pt x="327154" y="73819"/>
                  <a:pt x="333509" y="66484"/>
                  <a:pt x="333509" y="59150"/>
                </a:cubicBezTo>
                <a:cubicBezTo>
                  <a:pt x="333509" y="50578"/>
                  <a:pt x="327154" y="44482"/>
                  <a:pt x="318238" y="44482"/>
                </a:cubicBezTo>
                <a:close/>
                <a:moveTo>
                  <a:pt x="318238" y="88582"/>
                </a:moveTo>
                <a:cubicBezTo>
                  <a:pt x="301733" y="88582"/>
                  <a:pt x="287694" y="75152"/>
                  <a:pt x="287694" y="59150"/>
                </a:cubicBezTo>
                <a:cubicBezTo>
                  <a:pt x="287694" y="42005"/>
                  <a:pt x="301638" y="29718"/>
                  <a:pt x="318238" y="29718"/>
                </a:cubicBezTo>
                <a:cubicBezTo>
                  <a:pt x="334837" y="29718"/>
                  <a:pt x="348781" y="42005"/>
                  <a:pt x="348781" y="59150"/>
                </a:cubicBezTo>
                <a:cubicBezTo>
                  <a:pt x="348781" y="75057"/>
                  <a:pt x="334837" y="88582"/>
                  <a:pt x="318238" y="88582"/>
                </a:cubicBezTo>
                <a:close/>
                <a:moveTo>
                  <a:pt x="181837" y="14764"/>
                </a:moveTo>
                <a:cubicBezTo>
                  <a:pt x="165332" y="14764"/>
                  <a:pt x="151293" y="27051"/>
                  <a:pt x="151293" y="44291"/>
                </a:cubicBezTo>
                <a:cubicBezTo>
                  <a:pt x="151293" y="60293"/>
                  <a:pt x="165237" y="73819"/>
                  <a:pt x="181837" y="73819"/>
                </a:cubicBezTo>
                <a:cubicBezTo>
                  <a:pt x="198436" y="73819"/>
                  <a:pt x="212380" y="60293"/>
                  <a:pt x="212380" y="44291"/>
                </a:cubicBezTo>
                <a:cubicBezTo>
                  <a:pt x="212380" y="27051"/>
                  <a:pt x="198436" y="14764"/>
                  <a:pt x="181837" y="14764"/>
                </a:cubicBezTo>
                <a:close/>
                <a:moveTo>
                  <a:pt x="181837" y="88582"/>
                </a:moveTo>
                <a:cubicBezTo>
                  <a:pt x="156416" y="88582"/>
                  <a:pt x="136117" y="67628"/>
                  <a:pt x="136117" y="44291"/>
                </a:cubicBezTo>
                <a:cubicBezTo>
                  <a:pt x="136117" y="19717"/>
                  <a:pt x="156416" y="0"/>
                  <a:pt x="181837" y="0"/>
                </a:cubicBezTo>
                <a:cubicBezTo>
                  <a:pt x="207258" y="0"/>
                  <a:pt x="227557" y="19717"/>
                  <a:pt x="227557" y="44291"/>
                </a:cubicBezTo>
                <a:cubicBezTo>
                  <a:pt x="227557" y="68866"/>
                  <a:pt x="207258" y="88582"/>
                  <a:pt x="181837" y="8858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" name="Graphic 32">
            <a:extLst>
              <a:ext uri="{FF2B5EF4-FFF2-40B4-BE49-F238E27FC236}">
                <a16:creationId xmlns:a16="http://schemas.microsoft.com/office/drawing/2014/main" id="{CD77A66F-DF79-B9E4-1B58-1D66E7E85848}"/>
              </a:ext>
            </a:extLst>
          </p:cNvPr>
          <p:cNvSpPr/>
          <p:nvPr/>
        </p:nvSpPr>
        <p:spPr>
          <a:xfrm>
            <a:off x="3871697" y="868772"/>
            <a:ext cx="483234" cy="417366"/>
          </a:xfrm>
          <a:custGeom>
            <a:avLst/>
            <a:gdLst>
              <a:gd name="connsiteX0" fmla="*/ 263317 w 360732"/>
              <a:gd name="connsiteY0" fmla="*/ 179737 h 311562"/>
              <a:gd name="connsiteX1" fmla="*/ 232869 w 360732"/>
              <a:gd name="connsiteY1" fmla="*/ 165735 h 311562"/>
              <a:gd name="connsiteX2" fmla="*/ 271285 w 360732"/>
              <a:gd name="connsiteY2" fmla="*/ 91345 h 311562"/>
              <a:gd name="connsiteX3" fmla="*/ 180319 w 360732"/>
              <a:gd name="connsiteY3" fmla="*/ 0 h 311562"/>
              <a:gd name="connsiteX4" fmla="*/ 89353 w 360732"/>
              <a:gd name="connsiteY4" fmla="*/ 91345 h 311562"/>
              <a:gd name="connsiteX5" fmla="*/ 127769 w 360732"/>
              <a:gd name="connsiteY5" fmla="*/ 165735 h 311562"/>
              <a:gd name="connsiteX6" fmla="*/ 97321 w 360732"/>
              <a:gd name="connsiteY6" fmla="*/ 179737 h 311562"/>
              <a:gd name="connsiteX7" fmla="*/ 0 w 360732"/>
              <a:gd name="connsiteY7" fmla="*/ 305181 h 311562"/>
              <a:gd name="connsiteX8" fmla="*/ 6355 w 360732"/>
              <a:gd name="connsiteY8" fmla="*/ 311563 h 311562"/>
              <a:gd name="connsiteX9" fmla="*/ 354377 w 360732"/>
              <a:gd name="connsiteY9" fmla="*/ 311563 h 311562"/>
              <a:gd name="connsiteX10" fmla="*/ 360733 w 360732"/>
              <a:gd name="connsiteY10" fmla="*/ 305181 h 311562"/>
              <a:gd name="connsiteX11" fmla="*/ 263412 w 360732"/>
              <a:gd name="connsiteY11" fmla="*/ 179737 h 311562"/>
              <a:gd name="connsiteX12" fmla="*/ 101969 w 360732"/>
              <a:gd name="connsiteY12" fmla="*/ 91249 h 311562"/>
              <a:gd name="connsiteX13" fmla="*/ 180319 w 360732"/>
              <a:gd name="connsiteY13" fmla="*/ 12573 h 311562"/>
              <a:gd name="connsiteX14" fmla="*/ 258669 w 360732"/>
              <a:gd name="connsiteY14" fmla="*/ 91249 h 311562"/>
              <a:gd name="connsiteX15" fmla="*/ 180319 w 360732"/>
              <a:gd name="connsiteY15" fmla="*/ 169926 h 311562"/>
              <a:gd name="connsiteX16" fmla="*/ 101969 w 360732"/>
              <a:gd name="connsiteY16" fmla="*/ 91249 h 311562"/>
              <a:gd name="connsiteX17" fmla="*/ 12711 w 360732"/>
              <a:gd name="connsiteY17" fmla="*/ 298799 h 311562"/>
              <a:gd name="connsiteX18" fmla="*/ 101495 w 360732"/>
              <a:gd name="connsiteY18" fmla="*/ 191738 h 311562"/>
              <a:gd name="connsiteX19" fmla="*/ 138867 w 360732"/>
              <a:gd name="connsiteY19" fmla="*/ 172593 h 311562"/>
              <a:gd name="connsiteX20" fmla="*/ 180224 w 360732"/>
              <a:gd name="connsiteY20" fmla="*/ 182690 h 311562"/>
              <a:gd name="connsiteX21" fmla="*/ 221581 w 360732"/>
              <a:gd name="connsiteY21" fmla="*/ 172593 h 311562"/>
              <a:gd name="connsiteX22" fmla="*/ 258954 w 360732"/>
              <a:gd name="connsiteY22" fmla="*/ 191738 h 311562"/>
              <a:gd name="connsiteX23" fmla="*/ 347738 w 360732"/>
              <a:gd name="connsiteY23" fmla="*/ 298799 h 311562"/>
              <a:gd name="connsiteX24" fmla="*/ 12616 w 360732"/>
              <a:gd name="connsiteY24" fmla="*/ 298799 h 311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0732" h="311562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4979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354377" y="311563"/>
                </a:lnTo>
                <a:cubicBezTo>
                  <a:pt x="357887" y="311563"/>
                  <a:pt x="360733" y="308705"/>
                  <a:pt x="360733" y="305181"/>
                </a:cubicBezTo>
                <a:cubicBezTo>
                  <a:pt x="360733" y="214979"/>
                  <a:pt x="302207" y="193739"/>
                  <a:pt x="263412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2711" y="298799"/>
                </a:move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12616" y="298799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" name="Graphic 32">
            <a:extLst>
              <a:ext uri="{FF2B5EF4-FFF2-40B4-BE49-F238E27FC236}">
                <a16:creationId xmlns:a16="http://schemas.microsoft.com/office/drawing/2014/main" id="{32464167-F0E4-A466-200E-EFD5399D875D}"/>
              </a:ext>
            </a:extLst>
          </p:cNvPr>
          <p:cNvSpPr/>
          <p:nvPr/>
        </p:nvSpPr>
        <p:spPr>
          <a:xfrm>
            <a:off x="4550789" y="868772"/>
            <a:ext cx="483234" cy="417366"/>
          </a:xfrm>
          <a:custGeom>
            <a:avLst/>
            <a:gdLst>
              <a:gd name="connsiteX0" fmla="*/ 263317 w 360732"/>
              <a:gd name="connsiteY0" fmla="*/ 179737 h 311562"/>
              <a:gd name="connsiteX1" fmla="*/ 232869 w 360732"/>
              <a:gd name="connsiteY1" fmla="*/ 165735 h 311562"/>
              <a:gd name="connsiteX2" fmla="*/ 271285 w 360732"/>
              <a:gd name="connsiteY2" fmla="*/ 91345 h 311562"/>
              <a:gd name="connsiteX3" fmla="*/ 180319 w 360732"/>
              <a:gd name="connsiteY3" fmla="*/ 0 h 311562"/>
              <a:gd name="connsiteX4" fmla="*/ 89353 w 360732"/>
              <a:gd name="connsiteY4" fmla="*/ 91345 h 311562"/>
              <a:gd name="connsiteX5" fmla="*/ 127769 w 360732"/>
              <a:gd name="connsiteY5" fmla="*/ 165735 h 311562"/>
              <a:gd name="connsiteX6" fmla="*/ 97321 w 360732"/>
              <a:gd name="connsiteY6" fmla="*/ 179737 h 311562"/>
              <a:gd name="connsiteX7" fmla="*/ 0 w 360732"/>
              <a:gd name="connsiteY7" fmla="*/ 305181 h 311562"/>
              <a:gd name="connsiteX8" fmla="*/ 6355 w 360732"/>
              <a:gd name="connsiteY8" fmla="*/ 311563 h 311562"/>
              <a:gd name="connsiteX9" fmla="*/ 354377 w 360732"/>
              <a:gd name="connsiteY9" fmla="*/ 311563 h 311562"/>
              <a:gd name="connsiteX10" fmla="*/ 360733 w 360732"/>
              <a:gd name="connsiteY10" fmla="*/ 305181 h 311562"/>
              <a:gd name="connsiteX11" fmla="*/ 263412 w 360732"/>
              <a:gd name="connsiteY11" fmla="*/ 179737 h 311562"/>
              <a:gd name="connsiteX12" fmla="*/ 101969 w 360732"/>
              <a:gd name="connsiteY12" fmla="*/ 91249 h 311562"/>
              <a:gd name="connsiteX13" fmla="*/ 180319 w 360732"/>
              <a:gd name="connsiteY13" fmla="*/ 12573 h 311562"/>
              <a:gd name="connsiteX14" fmla="*/ 258669 w 360732"/>
              <a:gd name="connsiteY14" fmla="*/ 91249 h 311562"/>
              <a:gd name="connsiteX15" fmla="*/ 180319 w 360732"/>
              <a:gd name="connsiteY15" fmla="*/ 169926 h 311562"/>
              <a:gd name="connsiteX16" fmla="*/ 101969 w 360732"/>
              <a:gd name="connsiteY16" fmla="*/ 91249 h 311562"/>
              <a:gd name="connsiteX17" fmla="*/ 12711 w 360732"/>
              <a:gd name="connsiteY17" fmla="*/ 298799 h 311562"/>
              <a:gd name="connsiteX18" fmla="*/ 101495 w 360732"/>
              <a:gd name="connsiteY18" fmla="*/ 191738 h 311562"/>
              <a:gd name="connsiteX19" fmla="*/ 138867 w 360732"/>
              <a:gd name="connsiteY19" fmla="*/ 172593 h 311562"/>
              <a:gd name="connsiteX20" fmla="*/ 180224 w 360732"/>
              <a:gd name="connsiteY20" fmla="*/ 182690 h 311562"/>
              <a:gd name="connsiteX21" fmla="*/ 221581 w 360732"/>
              <a:gd name="connsiteY21" fmla="*/ 172593 h 311562"/>
              <a:gd name="connsiteX22" fmla="*/ 258954 w 360732"/>
              <a:gd name="connsiteY22" fmla="*/ 191738 h 311562"/>
              <a:gd name="connsiteX23" fmla="*/ 347738 w 360732"/>
              <a:gd name="connsiteY23" fmla="*/ 298799 h 311562"/>
              <a:gd name="connsiteX24" fmla="*/ 12616 w 360732"/>
              <a:gd name="connsiteY24" fmla="*/ 298799 h 311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0732" h="311562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4979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354377" y="311563"/>
                </a:lnTo>
                <a:cubicBezTo>
                  <a:pt x="357887" y="311563"/>
                  <a:pt x="360733" y="308705"/>
                  <a:pt x="360733" y="305181"/>
                </a:cubicBezTo>
                <a:cubicBezTo>
                  <a:pt x="360733" y="214979"/>
                  <a:pt x="302207" y="193739"/>
                  <a:pt x="263412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2711" y="298799"/>
                </a:move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12616" y="298799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8" name="Graphic 32">
            <a:extLst>
              <a:ext uri="{FF2B5EF4-FFF2-40B4-BE49-F238E27FC236}">
                <a16:creationId xmlns:a16="http://schemas.microsoft.com/office/drawing/2014/main" id="{8E3D52EB-3BAA-56B3-68E2-CF961041FEC8}"/>
              </a:ext>
            </a:extLst>
          </p:cNvPr>
          <p:cNvSpPr/>
          <p:nvPr/>
        </p:nvSpPr>
        <p:spPr>
          <a:xfrm>
            <a:off x="3871697" y="1494247"/>
            <a:ext cx="483234" cy="417366"/>
          </a:xfrm>
          <a:custGeom>
            <a:avLst/>
            <a:gdLst>
              <a:gd name="connsiteX0" fmla="*/ 263317 w 360732"/>
              <a:gd name="connsiteY0" fmla="*/ 179737 h 311562"/>
              <a:gd name="connsiteX1" fmla="*/ 232869 w 360732"/>
              <a:gd name="connsiteY1" fmla="*/ 165735 h 311562"/>
              <a:gd name="connsiteX2" fmla="*/ 271285 w 360732"/>
              <a:gd name="connsiteY2" fmla="*/ 91345 h 311562"/>
              <a:gd name="connsiteX3" fmla="*/ 180319 w 360732"/>
              <a:gd name="connsiteY3" fmla="*/ 0 h 311562"/>
              <a:gd name="connsiteX4" fmla="*/ 89353 w 360732"/>
              <a:gd name="connsiteY4" fmla="*/ 91345 h 311562"/>
              <a:gd name="connsiteX5" fmla="*/ 127769 w 360732"/>
              <a:gd name="connsiteY5" fmla="*/ 165735 h 311562"/>
              <a:gd name="connsiteX6" fmla="*/ 97321 w 360732"/>
              <a:gd name="connsiteY6" fmla="*/ 179737 h 311562"/>
              <a:gd name="connsiteX7" fmla="*/ 0 w 360732"/>
              <a:gd name="connsiteY7" fmla="*/ 305181 h 311562"/>
              <a:gd name="connsiteX8" fmla="*/ 6355 w 360732"/>
              <a:gd name="connsiteY8" fmla="*/ 311563 h 311562"/>
              <a:gd name="connsiteX9" fmla="*/ 354377 w 360732"/>
              <a:gd name="connsiteY9" fmla="*/ 311563 h 311562"/>
              <a:gd name="connsiteX10" fmla="*/ 360733 w 360732"/>
              <a:gd name="connsiteY10" fmla="*/ 305181 h 311562"/>
              <a:gd name="connsiteX11" fmla="*/ 263412 w 360732"/>
              <a:gd name="connsiteY11" fmla="*/ 179737 h 311562"/>
              <a:gd name="connsiteX12" fmla="*/ 101969 w 360732"/>
              <a:gd name="connsiteY12" fmla="*/ 91249 h 311562"/>
              <a:gd name="connsiteX13" fmla="*/ 180319 w 360732"/>
              <a:gd name="connsiteY13" fmla="*/ 12573 h 311562"/>
              <a:gd name="connsiteX14" fmla="*/ 258669 w 360732"/>
              <a:gd name="connsiteY14" fmla="*/ 91249 h 311562"/>
              <a:gd name="connsiteX15" fmla="*/ 180319 w 360732"/>
              <a:gd name="connsiteY15" fmla="*/ 169926 h 311562"/>
              <a:gd name="connsiteX16" fmla="*/ 101969 w 360732"/>
              <a:gd name="connsiteY16" fmla="*/ 91249 h 311562"/>
              <a:gd name="connsiteX17" fmla="*/ 12711 w 360732"/>
              <a:gd name="connsiteY17" fmla="*/ 298799 h 311562"/>
              <a:gd name="connsiteX18" fmla="*/ 101495 w 360732"/>
              <a:gd name="connsiteY18" fmla="*/ 191738 h 311562"/>
              <a:gd name="connsiteX19" fmla="*/ 138867 w 360732"/>
              <a:gd name="connsiteY19" fmla="*/ 172593 h 311562"/>
              <a:gd name="connsiteX20" fmla="*/ 180224 w 360732"/>
              <a:gd name="connsiteY20" fmla="*/ 182690 h 311562"/>
              <a:gd name="connsiteX21" fmla="*/ 221581 w 360732"/>
              <a:gd name="connsiteY21" fmla="*/ 172593 h 311562"/>
              <a:gd name="connsiteX22" fmla="*/ 258954 w 360732"/>
              <a:gd name="connsiteY22" fmla="*/ 191738 h 311562"/>
              <a:gd name="connsiteX23" fmla="*/ 347738 w 360732"/>
              <a:gd name="connsiteY23" fmla="*/ 298799 h 311562"/>
              <a:gd name="connsiteX24" fmla="*/ 12616 w 360732"/>
              <a:gd name="connsiteY24" fmla="*/ 298799 h 311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0732" h="311562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4979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354377" y="311563"/>
                </a:lnTo>
                <a:cubicBezTo>
                  <a:pt x="357887" y="311563"/>
                  <a:pt x="360733" y="308705"/>
                  <a:pt x="360733" y="305181"/>
                </a:cubicBezTo>
                <a:cubicBezTo>
                  <a:pt x="360733" y="214979"/>
                  <a:pt x="302207" y="193739"/>
                  <a:pt x="263412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2711" y="298799"/>
                </a:move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12616" y="298799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9" name="Graphic 32">
            <a:extLst>
              <a:ext uri="{FF2B5EF4-FFF2-40B4-BE49-F238E27FC236}">
                <a16:creationId xmlns:a16="http://schemas.microsoft.com/office/drawing/2014/main" id="{F5EE2418-D3F3-D9A7-95E4-FD78703F7509}"/>
              </a:ext>
            </a:extLst>
          </p:cNvPr>
          <p:cNvSpPr/>
          <p:nvPr/>
        </p:nvSpPr>
        <p:spPr>
          <a:xfrm>
            <a:off x="4550789" y="1494247"/>
            <a:ext cx="483234" cy="417366"/>
          </a:xfrm>
          <a:custGeom>
            <a:avLst/>
            <a:gdLst>
              <a:gd name="connsiteX0" fmla="*/ 263317 w 360732"/>
              <a:gd name="connsiteY0" fmla="*/ 179737 h 311562"/>
              <a:gd name="connsiteX1" fmla="*/ 232869 w 360732"/>
              <a:gd name="connsiteY1" fmla="*/ 165735 h 311562"/>
              <a:gd name="connsiteX2" fmla="*/ 271285 w 360732"/>
              <a:gd name="connsiteY2" fmla="*/ 91345 h 311562"/>
              <a:gd name="connsiteX3" fmla="*/ 180319 w 360732"/>
              <a:gd name="connsiteY3" fmla="*/ 0 h 311562"/>
              <a:gd name="connsiteX4" fmla="*/ 89353 w 360732"/>
              <a:gd name="connsiteY4" fmla="*/ 91345 h 311562"/>
              <a:gd name="connsiteX5" fmla="*/ 127769 w 360732"/>
              <a:gd name="connsiteY5" fmla="*/ 165735 h 311562"/>
              <a:gd name="connsiteX6" fmla="*/ 97321 w 360732"/>
              <a:gd name="connsiteY6" fmla="*/ 179737 h 311562"/>
              <a:gd name="connsiteX7" fmla="*/ 0 w 360732"/>
              <a:gd name="connsiteY7" fmla="*/ 305181 h 311562"/>
              <a:gd name="connsiteX8" fmla="*/ 6355 w 360732"/>
              <a:gd name="connsiteY8" fmla="*/ 311563 h 311562"/>
              <a:gd name="connsiteX9" fmla="*/ 354377 w 360732"/>
              <a:gd name="connsiteY9" fmla="*/ 311563 h 311562"/>
              <a:gd name="connsiteX10" fmla="*/ 360733 w 360732"/>
              <a:gd name="connsiteY10" fmla="*/ 305181 h 311562"/>
              <a:gd name="connsiteX11" fmla="*/ 263412 w 360732"/>
              <a:gd name="connsiteY11" fmla="*/ 179737 h 311562"/>
              <a:gd name="connsiteX12" fmla="*/ 101969 w 360732"/>
              <a:gd name="connsiteY12" fmla="*/ 91249 h 311562"/>
              <a:gd name="connsiteX13" fmla="*/ 180319 w 360732"/>
              <a:gd name="connsiteY13" fmla="*/ 12573 h 311562"/>
              <a:gd name="connsiteX14" fmla="*/ 258669 w 360732"/>
              <a:gd name="connsiteY14" fmla="*/ 91249 h 311562"/>
              <a:gd name="connsiteX15" fmla="*/ 180319 w 360732"/>
              <a:gd name="connsiteY15" fmla="*/ 169926 h 311562"/>
              <a:gd name="connsiteX16" fmla="*/ 101969 w 360732"/>
              <a:gd name="connsiteY16" fmla="*/ 91249 h 311562"/>
              <a:gd name="connsiteX17" fmla="*/ 12711 w 360732"/>
              <a:gd name="connsiteY17" fmla="*/ 298799 h 311562"/>
              <a:gd name="connsiteX18" fmla="*/ 101495 w 360732"/>
              <a:gd name="connsiteY18" fmla="*/ 191738 h 311562"/>
              <a:gd name="connsiteX19" fmla="*/ 138867 w 360732"/>
              <a:gd name="connsiteY19" fmla="*/ 172593 h 311562"/>
              <a:gd name="connsiteX20" fmla="*/ 180224 w 360732"/>
              <a:gd name="connsiteY20" fmla="*/ 182690 h 311562"/>
              <a:gd name="connsiteX21" fmla="*/ 221581 w 360732"/>
              <a:gd name="connsiteY21" fmla="*/ 172593 h 311562"/>
              <a:gd name="connsiteX22" fmla="*/ 258954 w 360732"/>
              <a:gd name="connsiteY22" fmla="*/ 191738 h 311562"/>
              <a:gd name="connsiteX23" fmla="*/ 347738 w 360732"/>
              <a:gd name="connsiteY23" fmla="*/ 298799 h 311562"/>
              <a:gd name="connsiteX24" fmla="*/ 12616 w 360732"/>
              <a:gd name="connsiteY24" fmla="*/ 298799 h 311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0732" h="311562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4979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354377" y="311563"/>
                </a:lnTo>
                <a:cubicBezTo>
                  <a:pt x="357887" y="311563"/>
                  <a:pt x="360733" y="308705"/>
                  <a:pt x="360733" y="305181"/>
                </a:cubicBezTo>
                <a:cubicBezTo>
                  <a:pt x="360733" y="214979"/>
                  <a:pt x="302207" y="193739"/>
                  <a:pt x="263412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2711" y="298799"/>
                </a:move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12616" y="298799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2" name="Graphic 150">
            <a:extLst>
              <a:ext uri="{FF2B5EF4-FFF2-40B4-BE49-F238E27FC236}">
                <a16:creationId xmlns:a16="http://schemas.microsoft.com/office/drawing/2014/main" id="{22E0FE5F-A886-D5FC-FC1C-DEB794EBAC13}"/>
              </a:ext>
            </a:extLst>
          </p:cNvPr>
          <p:cNvSpPr/>
          <p:nvPr/>
        </p:nvSpPr>
        <p:spPr>
          <a:xfrm>
            <a:off x="5497891" y="790902"/>
            <a:ext cx="483234" cy="493416"/>
          </a:xfrm>
          <a:custGeom>
            <a:avLst/>
            <a:gdLst>
              <a:gd name="connsiteX0" fmla="*/ 263317 w 360637"/>
              <a:gd name="connsiteY0" fmla="*/ 179737 h 368236"/>
              <a:gd name="connsiteX1" fmla="*/ 232869 w 360637"/>
              <a:gd name="connsiteY1" fmla="*/ 165735 h 368236"/>
              <a:gd name="connsiteX2" fmla="*/ 271285 w 360637"/>
              <a:gd name="connsiteY2" fmla="*/ 91345 h 368236"/>
              <a:gd name="connsiteX3" fmla="*/ 180319 w 360637"/>
              <a:gd name="connsiteY3" fmla="*/ 0 h 368236"/>
              <a:gd name="connsiteX4" fmla="*/ 89353 w 360637"/>
              <a:gd name="connsiteY4" fmla="*/ 91345 h 368236"/>
              <a:gd name="connsiteX5" fmla="*/ 127769 w 360637"/>
              <a:gd name="connsiteY5" fmla="*/ 165735 h 368236"/>
              <a:gd name="connsiteX6" fmla="*/ 97321 w 360637"/>
              <a:gd name="connsiteY6" fmla="*/ 179737 h 368236"/>
              <a:gd name="connsiteX7" fmla="*/ 0 w 360637"/>
              <a:gd name="connsiteY7" fmla="*/ 305181 h 368236"/>
              <a:gd name="connsiteX8" fmla="*/ 6355 w 360637"/>
              <a:gd name="connsiteY8" fmla="*/ 311563 h 368236"/>
              <a:gd name="connsiteX9" fmla="*/ 183734 w 360637"/>
              <a:gd name="connsiteY9" fmla="*/ 311563 h 368236"/>
              <a:gd name="connsiteX10" fmla="*/ 246148 w 360637"/>
              <a:gd name="connsiteY10" fmla="*/ 368236 h 368236"/>
              <a:gd name="connsiteX11" fmla="*/ 308563 w 360637"/>
              <a:gd name="connsiteY11" fmla="*/ 311563 h 368236"/>
              <a:gd name="connsiteX12" fmla="*/ 354283 w 360637"/>
              <a:gd name="connsiteY12" fmla="*/ 311563 h 368236"/>
              <a:gd name="connsiteX13" fmla="*/ 360638 w 360637"/>
              <a:gd name="connsiteY13" fmla="*/ 305181 h 368236"/>
              <a:gd name="connsiteX14" fmla="*/ 263317 w 360637"/>
              <a:gd name="connsiteY14" fmla="*/ 179737 h 368236"/>
              <a:gd name="connsiteX15" fmla="*/ 101969 w 360637"/>
              <a:gd name="connsiteY15" fmla="*/ 91250 h 368236"/>
              <a:gd name="connsiteX16" fmla="*/ 180319 w 360637"/>
              <a:gd name="connsiteY16" fmla="*/ 12573 h 368236"/>
              <a:gd name="connsiteX17" fmla="*/ 258669 w 360637"/>
              <a:gd name="connsiteY17" fmla="*/ 91250 h 368236"/>
              <a:gd name="connsiteX18" fmla="*/ 180319 w 360637"/>
              <a:gd name="connsiteY18" fmla="*/ 169926 h 368236"/>
              <a:gd name="connsiteX19" fmla="*/ 101969 w 360637"/>
              <a:gd name="connsiteY19" fmla="*/ 91250 h 368236"/>
              <a:gd name="connsiteX20" fmla="*/ 246148 w 360637"/>
              <a:gd name="connsiteY20" fmla="*/ 355473 h 368236"/>
              <a:gd name="connsiteX21" fmla="*/ 196065 w 360637"/>
              <a:gd name="connsiteY21" fmla="*/ 305181 h 368236"/>
              <a:gd name="connsiteX22" fmla="*/ 246148 w 360637"/>
              <a:gd name="connsiteY22" fmla="*/ 254889 h 368236"/>
              <a:gd name="connsiteX23" fmla="*/ 296232 w 360637"/>
              <a:gd name="connsiteY23" fmla="*/ 305181 h 368236"/>
              <a:gd name="connsiteX24" fmla="*/ 246148 w 360637"/>
              <a:gd name="connsiteY24" fmla="*/ 355473 h 368236"/>
              <a:gd name="connsiteX25" fmla="*/ 308563 w 360637"/>
              <a:gd name="connsiteY25" fmla="*/ 298799 h 368236"/>
              <a:gd name="connsiteX26" fmla="*/ 246148 w 360637"/>
              <a:gd name="connsiteY26" fmla="*/ 242125 h 368236"/>
              <a:gd name="connsiteX27" fmla="*/ 183734 w 360637"/>
              <a:gd name="connsiteY27" fmla="*/ 298799 h 368236"/>
              <a:gd name="connsiteX28" fmla="*/ 12805 w 360637"/>
              <a:gd name="connsiteY28" fmla="*/ 298799 h 368236"/>
              <a:gd name="connsiteX29" fmla="*/ 101590 w 360637"/>
              <a:gd name="connsiteY29" fmla="*/ 191738 h 368236"/>
              <a:gd name="connsiteX30" fmla="*/ 138962 w 360637"/>
              <a:gd name="connsiteY30" fmla="*/ 172593 h 368236"/>
              <a:gd name="connsiteX31" fmla="*/ 180319 w 360637"/>
              <a:gd name="connsiteY31" fmla="*/ 182690 h 368236"/>
              <a:gd name="connsiteX32" fmla="*/ 221676 w 360637"/>
              <a:gd name="connsiteY32" fmla="*/ 172593 h 368236"/>
              <a:gd name="connsiteX33" fmla="*/ 259048 w 360637"/>
              <a:gd name="connsiteY33" fmla="*/ 191738 h 368236"/>
              <a:gd name="connsiteX34" fmla="*/ 347832 w 360637"/>
              <a:gd name="connsiteY34" fmla="*/ 298799 h 368236"/>
              <a:gd name="connsiteX35" fmla="*/ 308563 w 360637"/>
              <a:gd name="connsiteY35" fmla="*/ 298799 h 368236"/>
              <a:gd name="connsiteX36" fmla="*/ 281055 w 360637"/>
              <a:gd name="connsiteY36" fmla="*/ 305181 h 368236"/>
              <a:gd name="connsiteX37" fmla="*/ 274699 w 360637"/>
              <a:gd name="connsiteY37" fmla="*/ 311563 h 368236"/>
              <a:gd name="connsiteX38" fmla="*/ 252503 w 360637"/>
              <a:gd name="connsiteY38" fmla="*/ 311563 h 368236"/>
              <a:gd name="connsiteX39" fmla="*/ 252503 w 360637"/>
              <a:gd name="connsiteY39" fmla="*/ 333851 h 368236"/>
              <a:gd name="connsiteX40" fmla="*/ 246148 w 360637"/>
              <a:gd name="connsiteY40" fmla="*/ 340233 h 368236"/>
              <a:gd name="connsiteX41" fmla="*/ 239793 w 360637"/>
              <a:gd name="connsiteY41" fmla="*/ 333851 h 368236"/>
              <a:gd name="connsiteX42" fmla="*/ 239793 w 360637"/>
              <a:gd name="connsiteY42" fmla="*/ 311563 h 368236"/>
              <a:gd name="connsiteX43" fmla="*/ 217597 w 360637"/>
              <a:gd name="connsiteY43" fmla="*/ 311563 h 368236"/>
              <a:gd name="connsiteX44" fmla="*/ 211242 w 360637"/>
              <a:gd name="connsiteY44" fmla="*/ 305181 h 368236"/>
              <a:gd name="connsiteX45" fmla="*/ 217597 w 360637"/>
              <a:gd name="connsiteY45" fmla="*/ 298799 h 368236"/>
              <a:gd name="connsiteX46" fmla="*/ 239793 w 360637"/>
              <a:gd name="connsiteY46" fmla="*/ 298799 h 368236"/>
              <a:gd name="connsiteX47" fmla="*/ 239793 w 360637"/>
              <a:gd name="connsiteY47" fmla="*/ 276511 h 368236"/>
              <a:gd name="connsiteX48" fmla="*/ 246148 w 360637"/>
              <a:gd name="connsiteY48" fmla="*/ 270129 h 368236"/>
              <a:gd name="connsiteX49" fmla="*/ 252503 w 360637"/>
              <a:gd name="connsiteY49" fmla="*/ 276511 h 368236"/>
              <a:gd name="connsiteX50" fmla="*/ 252503 w 360637"/>
              <a:gd name="connsiteY50" fmla="*/ 298799 h 368236"/>
              <a:gd name="connsiteX51" fmla="*/ 274699 w 360637"/>
              <a:gd name="connsiteY51" fmla="*/ 298799 h 368236"/>
              <a:gd name="connsiteX52" fmla="*/ 281055 w 360637"/>
              <a:gd name="connsiteY52" fmla="*/ 305181 h 368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68236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1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1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5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83734" y="311563"/>
                </a:lnTo>
                <a:cubicBezTo>
                  <a:pt x="186959" y="343376"/>
                  <a:pt x="213708" y="368236"/>
                  <a:pt x="246148" y="368236"/>
                </a:cubicBezTo>
                <a:cubicBezTo>
                  <a:pt x="278589" y="368236"/>
                  <a:pt x="305432" y="343376"/>
                  <a:pt x="308563" y="311563"/>
                </a:cubicBez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8"/>
                  <a:pt x="263317" y="179737"/>
                </a:cubicBezTo>
                <a:close/>
                <a:moveTo>
                  <a:pt x="101969" y="91250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50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50"/>
                </a:cubicBezTo>
                <a:close/>
                <a:moveTo>
                  <a:pt x="246148" y="355473"/>
                </a:moveTo>
                <a:cubicBezTo>
                  <a:pt x="218545" y="355473"/>
                  <a:pt x="196065" y="332899"/>
                  <a:pt x="196065" y="305181"/>
                </a:cubicBezTo>
                <a:cubicBezTo>
                  <a:pt x="196065" y="277463"/>
                  <a:pt x="218545" y="254889"/>
                  <a:pt x="246148" y="254889"/>
                </a:cubicBezTo>
                <a:cubicBezTo>
                  <a:pt x="273751" y="254889"/>
                  <a:pt x="296232" y="277463"/>
                  <a:pt x="296232" y="305181"/>
                </a:cubicBezTo>
                <a:cubicBezTo>
                  <a:pt x="296232" y="332899"/>
                  <a:pt x="273751" y="355473"/>
                  <a:pt x="246148" y="355473"/>
                </a:cubicBezTo>
                <a:close/>
                <a:moveTo>
                  <a:pt x="308563" y="298799"/>
                </a:moveTo>
                <a:cubicBezTo>
                  <a:pt x="305338" y="266986"/>
                  <a:pt x="278589" y="242125"/>
                  <a:pt x="246148" y="242125"/>
                </a:cubicBezTo>
                <a:cubicBezTo>
                  <a:pt x="213708" y="242125"/>
                  <a:pt x="186864" y="266986"/>
                  <a:pt x="183734" y="298799"/>
                </a:cubicBezTo>
                <a:lnTo>
                  <a:pt x="12805" y="298799"/>
                </a:lnTo>
                <a:cubicBezTo>
                  <a:pt x="15366" y="222980"/>
                  <a:pt x="63078" y="205645"/>
                  <a:pt x="101590" y="191738"/>
                </a:cubicBezTo>
                <a:cubicBezTo>
                  <a:pt x="117241" y="186119"/>
                  <a:pt x="130900" y="181070"/>
                  <a:pt x="138962" y="172593"/>
                </a:cubicBezTo>
                <a:cubicBezTo>
                  <a:pt x="151388" y="178975"/>
                  <a:pt x="165427" y="182690"/>
                  <a:pt x="180319" y="182690"/>
                </a:cubicBezTo>
                <a:cubicBezTo>
                  <a:pt x="195211" y="182690"/>
                  <a:pt x="209250" y="178975"/>
                  <a:pt x="221676" y="172593"/>
                </a:cubicBezTo>
                <a:cubicBezTo>
                  <a:pt x="229738" y="181070"/>
                  <a:pt x="243492" y="186119"/>
                  <a:pt x="259048" y="191738"/>
                </a:cubicBezTo>
                <a:cubicBezTo>
                  <a:pt x="297560" y="205740"/>
                  <a:pt x="345271" y="223075"/>
                  <a:pt x="347832" y="298799"/>
                </a:cubicBezTo>
                <a:lnTo>
                  <a:pt x="308563" y="298799"/>
                </a:lnTo>
                <a:close/>
                <a:moveTo>
                  <a:pt x="281055" y="305181"/>
                </a:moveTo>
                <a:cubicBezTo>
                  <a:pt x="281055" y="308705"/>
                  <a:pt x="278209" y="311563"/>
                  <a:pt x="274699" y="311563"/>
                </a:cubicBezTo>
                <a:lnTo>
                  <a:pt x="252503" y="311563"/>
                </a:lnTo>
                <a:lnTo>
                  <a:pt x="252503" y="333851"/>
                </a:lnTo>
                <a:cubicBezTo>
                  <a:pt x="252503" y="337375"/>
                  <a:pt x="249658" y="340233"/>
                  <a:pt x="246148" y="340233"/>
                </a:cubicBezTo>
                <a:cubicBezTo>
                  <a:pt x="242639" y="340233"/>
                  <a:pt x="239793" y="337375"/>
                  <a:pt x="239793" y="333851"/>
                </a:cubicBezTo>
                <a:lnTo>
                  <a:pt x="239793" y="311563"/>
                </a:lnTo>
                <a:lnTo>
                  <a:pt x="217597" y="311563"/>
                </a:lnTo>
                <a:cubicBezTo>
                  <a:pt x="214087" y="311563"/>
                  <a:pt x="211242" y="308705"/>
                  <a:pt x="211242" y="305181"/>
                </a:cubicBezTo>
                <a:cubicBezTo>
                  <a:pt x="211242" y="301657"/>
                  <a:pt x="214087" y="298799"/>
                  <a:pt x="217597" y="298799"/>
                </a:cubicBezTo>
                <a:lnTo>
                  <a:pt x="239793" y="298799"/>
                </a:lnTo>
                <a:lnTo>
                  <a:pt x="239793" y="276511"/>
                </a:lnTo>
                <a:cubicBezTo>
                  <a:pt x="239793" y="272986"/>
                  <a:pt x="242639" y="270129"/>
                  <a:pt x="246148" y="270129"/>
                </a:cubicBezTo>
                <a:cubicBezTo>
                  <a:pt x="249658" y="270129"/>
                  <a:pt x="252503" y="272986"/>
                  <a:pt x="252503" y="276511"/>
                </a:cubicBezTo>
                <a:lnTo>
                  <a:pt x="252503" y="298799"/>
                </a:lnTo>
                <a:lnTo>
                  <a:pt x="274699" y="298799"/>
                </a:lnTo>
                <a:cubicBezTo>
                  <a:pt x="278209" y="298799"/>
                  <a:pt x="281055" y="301657"/>
                  <a:pt x="281055" y="30518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3" name="Graphic 150">
            <a:extLst>
              <a:ext uri="{FF2B5EF4-FFF2-40B4-BE49-F238E27FC236}">
                <a16:creationId xmlns:a16="http://schemas.microsoft.com/office/drawing/2014/main" id="{48BBEDF7-5C94-7842-3B46-1DBBBB22BFE9}"/>
              </a:ext>
            </a:extLst>
          </p:cNvPr>
          <p:cNvSpPr/>
          <p:nvPr/>
        </p:nvSpPr>
        <p:spPr>
          <a:xfrm>
            <a:off x="6205916" y="790902"/>
            <a:ext cx="483234" cy="493416"/>
          </a:xfrm>
          <a:custGeom>
            <a:avLst/>
            <a:gdLst>
              <a:gd name="connsiteX0" fmla="*/ 263317 w 360637"/>
              <a:gd name="connsiteY0" fmla="*/ 179737 h 368236"/>
              <a:gd name="connsiteX1" fmla="*/ 232869 w 360637"/>
              <a:gd name="connsiteY1" fmla="*/ 165735 h 368236"/>
              <a:gd name="connsiteX2" fmla="*/ 271285 w 360637"/>
              <a:gd name="connsiteY2" fmla="*/ 91345 h 368236"/>
              <a:gd name="connsiteX3" fmla="*/ 180319 w 360637"/>
              <a:gd name="connsiteY3" fmla="*/ 0 h 368236"/>
              <a:gd name="connsiteX4" fmla="*/ 89353 w 360637"/>
              <a:gd name="connsiteY4" fmla="*/ 91345 h 368236"/>
              <a:gd name="connsiteX5" fmla="*/ 127769 w 360637"/>
              <a:gd name="connsiteY5" fmla="*/ 165735 h 368236"/>
              <a:gd name="connsiteX6" fmla="*/ 97321 w 360637"/>
              <a:gd name="connsiteY6" fmla="*/ 179737 h 368236"/>
              <a:gd name="connsiteX7" fmla="*/ 0 w 360637"/>
              <a:gd name="connsiteY7" fmla="*/ 305181 h 368236"/>
              <a:gd name="connsiteX8" fmla="*/ 6355 w 360637"/>
              <a:gd name="connsiteY8" fmla="*/ 311563 h 368236"/>
              <a:gd name="connsiteX9" fmla="*/ 183734 w 360637"/>
              <a:gd name="connsiteY9" fmla="*/ 311563 h 368236"/>
              <a:gd name="connsiteX10" fmla="*/ 246148 w 360637"/>
              <a:gd name="connsiteY10" fmla="*/ 368236 h 368236"/>
              <a:gd name="connsiteX11" fmla="*/ 308563 w 360637"/>
              <a:gd name="connsiteY11" fmla="*/ 311563 h 368236"/>
              <a:gd name="connsiteX12" fmla="*/ 354283 w 360637"/>
              <a:gd name="connsiteY12" fmla="*/ 311563 h 368236"/>
              <a:gd name="connsiteX13" fmla="*/ 360638 w 360637"/>
              <a:gd name="connsiteY13" fmla="*/ 305181 h 368236"/>
              <a:gd name="connsiteX14" fmla="*/ 263317 w 360637"/>
              <a:gd name="connsiteY14" fmla="*/ 179737 h 368236"/>
              <a:gd name="connsiteX15" fmla="*/ 101969 w 360637"/>
              <a:gd name="connsiteY15" fmla="*/ 91250 h 368236"/>
              <a:gd name="connsiteX16" fmla="*/ 180319 w 360637"/>
              <a:gd name="connsiteY16" fmla="*/ 12573 h 368236"/>
              <a:gd name="connsiteX17" fmla="*/ 258669 w 360637"/>
              <a:gd name="connsiteY17" fmla="*/ 91250 h 368236"/>
              <a:gd name="connsiteX18" fmla="*/ 180319 w 360637"/>
              <a:gd name="connsiteY18" fmla="*/ 169926 h 368236"/>
              <a:gd name="connsiteX19" fmla="*/ 101969 w 360637"/>
              <a:gd name="connsiteY19" fmla="*/ 91250 h 368236"/>
              <a:gd name="connsiteX20" fmla="*/ 246148 w 360637"/>
              <a:gd name="connsiteY20" fmla="*/ 355473 h 368236"/>
              <a:gd name="connsiteX21" fmla="*/ 196065 w 360637"/>
              <a:gd name="connsiteY21" fmla="*/ 305181 h 368236"/>
              <a:gd name="connsiteX22" fmla="*/ 246148 w 360637"/>
              <a:gd name="connsiteY22" fmla="*/ 254889 h 368236"/>
              <a:gd name="connsiteX23" fmla="*/ 296232 w 360637"/>
              <a:gd name="connsiteY23" fmla="*/ 305181 h 368236"/>
              <a:gd name="connsiteX24" fmla="*/ 246148 w 360637"/>
              <a:gd name="connsiteY24" fmla="*/ 355473 h 368236"/>
              <a:gd name="connsiteX25" fmla="*/ 308563 w 360637"/>
              <a:gd name="connsiteY25" fmla="*/ 298799 h 368236"/>
              <a:gd name="connsiteX26" fmla="*/ 246148 w 360637"/>
              <a:gd name="connsiteY26" fmla="*/ 242125 h 368236"/>
              <a:gd name="connsiteX27" fmla="*/ 183734 w 360637"/>
              <a:gd name="connsiteY27" fmla="*/ 298799 h 368236"/>
              <a:gd name="connsiteX28" fmla="*/ 12805 w 360637"/>
              <a:gd name="connsiteY28" fmla="*/ 298799 h 368236"/>
              <a:gd name="connsiteX29" fmla="*/ 101590 w 360637"/>
              <a:gd name="connsiteY29" fmla="*/ 191738 h 368236"/>
              <a:gd name="connsiteX30" fmla="*/ 138962 w 360637"/>
              <a:gd name="connsiteY30" fmla="*/ 172593 h 368236"/>
              <a:gd name="connsiteX31" fmla="*/ 180319 w 360637"/>
              <a:gd name="connsiteY31" fmla="*/ 182690 h 368236"/>
              <a:gd name="connsiteX32" fmla="*/ 221676 w 360637"/>
              <a:gd name="connsiteY32" fmla="*/ 172593 h 368236"/>
              <a:gd name="connsiteX33" fmla="*/ 259048 w 360637"/>
              <a:gd name="connsiteY33" fmla="*/ 191738 h 368236"/>
              <a:gd name="connsiteX34" fmla="*/ 347832 w 360637"/>
              <a:gd name="connsiteY34" fmla="*/ 298799 h 368236"/>
              <a:gd name="connsiteX35" fmla="*/ 308563 w 360637"/>
              <a:gd name="connsiteY35" fmla="*/ 298799 h 368236"/>
              <a:gd name="connsiteX36" fmla="*/ 281055 w 360637"/>
              <a:gd name="connsiteY36" fmla="*/ 305181 h 368236"/>
              <a:gd name="connsiteX37" fmla="*/ 274699 w 360637"/>
              <a:gd name="connsiteY37" fmla="*/ 311563 h 368236"/>
              <a:gd name="connsiteX38" fmla="*/ 252503 w 360637"/>
              <a:gd name="connsiteY38" fmla="*/ 311563 h 368236"/>
              <a:gd name="connsiteX39" fmla="*/ 252503 w 360637"/>
              <a:gd name="connsiteY39" fmla="*/ 333851 h 368236"/>
              <a:gd name="connsiteX40" fmla="*/ 246148 w 360637"/>
              <a:gd name="connsiteY40" fmla="*/ 340233 h 368236"/>
              <a:gd name="connsiteX41" fmla="*/ 239793 w 360637"/>
              <a:gd name="connsiteY41" fmla="*/ 333851 h 368236"/>
              <a:gd name="connsiteX42" fmla="*/ 239793 w 360637"/>
              <a:gd name="connsiteY42" fmla="*/ 311563 h 368236"/>
              <a:gd name="connsiteX43" fmla="*/ 217597 w 360637"/>
              <a:gd name="connsiteY43" fmla="*/ 311563 h 368236"/>
              <a:gd name="connsiteX44" fmla="*/ 211242 w 360637"/>
              <a:gd name="connsiteY44" fmla="*/ 305181 h 368236"/>
              <a:gd name="connsiteX45" fmla="*/ 217597 w 360637"/>
              <a:gd name="connsiteY45" fmla="*/ 298799 h 368236"/>
              <a:gd name="connsiteX46" fmla="*/ 239793 w 360637"/>
              <a:gd name="connsiteY46" fmla="*/ 298799 h 368236"/>
              <a:gd name="connsiteX47" fmla="*/ 239793 w 360637"/>
              <a:gd name="connsiteY47" fmla="*/ 276511 h 368236"/>
              <a:gd name="connsiteX48" fmla="*/ 246148 w 360637"/>
              <a:gd name="connsiteY48" fmla="*/ 270129 h 368236"/>
              <a:gd name="connsiteX49" fmla="*/ 252503 w 360637"/>
              <a:gd name="connsiteY49" fmla="*/ 276511 h 368236"/>
              <a:gd name="connsiteX50" fmla="*/ 252503 w 360637"/>
              <a:gd name="connsiteY50" fmla="*/ 298799 h 368236"/>
              <a:gd name="connsiteX51" fmla="*/ 274699 w 360637"/>
              <a:gd name="connsiteY51" fmla="*/ 298799 h 368236"/>
              <a:gd name="connsiteX52" fmla="*/ 281055 w 360637"/>
              <a:gd name="connsiteY52" fmla="*/ 305181 h 368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68236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1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1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5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83734" y="311563"/>
                </a:lnTo>
                <a:cubicBezTo>
                  <a:pt x="186959" y="343376"/>
                  <a:pt x="213708" y="368236"/>
                  <a:pt x="246148" y="368236"/>
                </a:cubicBezTo>
                <a:cubicBezTo>
                  <a:pt x="278589" y="368236"/>
                  <a:pt x="305432" y="343376"/>
                  <a:pt x="308563" y="311563"/>
                </a:cubicBez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8"/>
                  <a:pt x="263317" y="179737"/>
                </a:cubicBezTo>
                <a:close/>
                <a:moveTo>
                  <a:pt x="101969" y="91250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50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50"/>
                </a:cubicBezTo>
                <a:close/>
                <a:moveTo>
                  <a:pt x="246148" y="355473"/>
                </a:moveTo>
                <a:cubicBezTo>
                  <a:pt x="218545" y="355473"/>
                  <a:pt x="196065" y="332899"/>
                  <a:pt x="196065" y="305181"/>
                </a:cubicBezTo>
                <a:cubicBezTo>
                  <a:pt x="196065" y="277463"/>
                  <a:pt x="218545" y="254889"/>
                  <a:pt x="246148" y="254889"/>
                </a:cubicBezTo>
                <a:cubicBezTo>
                  <a:pt x="273751" y="254889"/>
                  <a:pt x="296232" y="277463"/>
                  <a:pt x="296232" y="305181"/>
                </a:cubicBezTo>
                <a:cubicBezTo>
                  <a:pt x="296232" y="332899"/>
                  <a:pt x="273751" y="355473"/>
                  <a:pt x="246148" y="355473"/>
                </a:cubicBezTo>
                <a:close/>
                <a:moveTo>
                  <a:pt x="308563" y="298799"/>
                </a:moveTo>
                <a:cubicBezTo>
                  <a:pt x="305338" y="266986"/>
                  <a:pt x="278589" y="242125"/>
                  <a:pt x="246148" y="242125"/>
                </a:cubicBezTo>
                <a:cubicBezTo>
                  <a:pt x="213708" y="242125"/>
                  <a:pt x="186864" y="266986"/>
                  <a:pt x="183734" y="298799"/>
                </a:cubicBezTo>
                <a:lnTo>
                  <a:pt x="12805" y="298799"/>
                </a:lnTo>
                <a:cubicBezTo>
                  <a:pt x="15366" y="222980"/>
                  <a:pt x="63078" y="205645"/>
                  <a:pt x="101590" y="191738"/>
                </a:cubicBezTo>
                <a:cubicBezTo>
                  <a:pt x="117241" y="186119"/>
                  <a:pt x="130900" y="181070"/>
                  <a:pt x="138962" y="172593"/>
                </a:cubicBezTo>
                <a:cubicBezTo>
                  <a:pt x="151388" y="178975"/>
                  <a:pt x="165427" y="182690"/>
                  <a:pt x="180319" y="182690"/>
                </a:cubicBezTo>
                <a:cubicBezTo>
                  <a:pt x="195211" y="182690"/>
                  <a:pt x="209250" y="178975"/>
                  <a:pt x="221676" y="172593"/>
                </a:cubicBezTo>
                <a:cubicBezTo>
                  <a:pt x="229738" y="181070"/>
                  <a:pt x="243492" y="186119"/>
                  <a:pt x="259048" y="191738"/>
                </a:cubicBezTo>
                <a:cubicBezTo>
                  <a:pt x="297560" y="205740"/>
                  <a:pt x="345271" y="223075"/>
                  <a:pt x="347832" y="298799"/>
                </a:cubicBezTo>
                <a:lnTo>
                  <a:pt x="308563" y="298799"/>
                </a:lnTo>
                <a:close/>
                <a:moveTo>
                  <a:pt x="281055" y="305181"/>
                </a:moveTo>
                <a:cubicBezTo>
                  <a:pt x="281055" y="308705"/>
                  <a:pt x="278209" y="311563"/>
                  <a:pt x="274699" y="311563"/>
                </a:cubicBezTo>
                <a:lnTo>
                  <a:pt x="252503" y="311563"/>
                </a:lnTo>
                <a:lnTo>
                  <a:pt x="252503" y="333851"/>
                </a:lnTo>
                <a:cubicBezTo>
                  <a:pt x="252503" y="337375"/>
                  <a:pt x="249658" y="340233"/>
                  <a:pt x="246148" y="340233"/>
                </a:cubicBezTo>
                <a:cubicBezTo>
                  <a:pt x="242639" y="340233"/>
                  <a:pt x="239793" y="337375"/>
                  <a:pt x="239793" y="333851"/>
                </a:cubicBezTo>
                <a:lnTo>
                  <a:pt x="239793" y="311563"/>
                </a:lnTo>
                <a:lnTo>
                  <a:pt x="217597" y="311563"/>
                </a:lnTo>
                <a:cubicBezTo>
                  <a:pt x="214087" y="311563"/>
                  <a:pt x="211242" y="308705"/>
                  <a:pt x="211242" y="305181"/>
                </a:cubicBezTo>
                <a:cubicBezTo>
                  <a:pt x="211242" y="301657"/>
                  <a:pt x="214087" y="298799"/>
                  <a:pt x="217597" y="298799"/>
                </a:cubicBezTo>
                <a:lnTo>
                  <a:pt x="239793" y="298799"/>
                </a:lnTo>
                <a:lnTo>
                  <a:pt x="239793" y="276511"/>
                </a:lnTo>
                <a:cubicBezTo>
                  <a:pt x="239793" y="272986"/>
                  <a:pt x="242639" y="270129"/>
                  <a:pt x="246148" y="270129"/>
                </a:cubicBezTo>
                <a:cubicBezTo>
                  <a:pt x="249658" y="270129"/>
                  <a:pt x="252503" y="272986"/>
                  <a:pt x="252503" y="276511"/>
                </a:cubicBezTo>
                <a:lnTo>
                  <a:pt x="252503" y="298799"/>
                </a:lnTo>
                <a:lnTo>
                  <a:pt x="274699" y="298799"/>
                </a:lnTo>
                <a:cubicBezTo>
                  <a:pt x="278209" y="298799"/>
                  <a:pt x="281055" y="301657"/>
                  <a:pt x="281055" y="30518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4" name="Graphic 150">
            <a:extLst>
              <a:ext uri="{FF2B5EF4-FFF2-40B4-BE49-F238E27FC236}">
                <a16:creationId xmlns:a16="http://schemas.microsoft.com/office/drawing/2014/main" id="{6EDE9102-FB34-E2E5-A518-C1F1C2337EF3}"/>
              </a:ext>
            </a:extLst>
          </p:cNvPr>
          <p:cNvSpPr/>
          <p:nvPr/>
        </p:nvSpPr>
        <p:spPr>
          <a:xfrm>
            <a:off x="5497891" y="1425902"/>
            <a:ext cx="483234" cy="493416"/>
          </a:xfrm>
          <a:custGeom>
            <a:avLst/>
            <a:gdLst>
              <a:gd name="connsiteX0" fmla="*/ 263317 w 360637"/>
              <a:gd name="connsiteY0" fmla="*/ 179737 h 368236"/>
              <a:gd name="connsiteX1" fmla="*/ 232869 w 360637"/>
              <a:gd name="connsiteY1" fmla="*/ 165735 h 368236"/>
              <a:gd name="connsiteX2" fmla="*/ 271285 w 360637"/>
              <a:gd name="connsiteY2" fmla="*/ 91345 h 368236"/>
              <a:gd name="connsiteX3" fmla="*/ 180319 w 360637"/>
              <a:gd name="connsiteY3" fmla="*/ 0 h 368236"/>
              <a:gd name="connsiteX4" fmla="*/ 89353 w 360637"/>
              <a:gd name="connsiteY4" fmla="*/ 91345 h 368236"/>
              <a:gd name="connsiteX5" fmla="*/ 127769 w 360637"/>
              <a:gd name="connsiteY5" fmla="*/ 165735 h 368236"/>
              <a:gd name="connsiteX6" fmla="*/ 97321 w 360637"/>
              <a:gd name="connsiteY6" fmla="*/ 179737 h 368236"/>
              <a:gd name="connsiteX7" fmla="*/ 0 w 360637"/>
              <a:gd name="connsiteY7" fmla="*/ 305181 h 368236"/>
              <a:gd name="connsiteX8" fmla="*/ 6355 w 360637"/>
              <a:gd name="connsiteY8" fmla="*/ 311563 h 368236"/>
              <a:gd name="connsiteX9" fmla="*/ 183734 w 360637"/>
              <a:gd name="connsiteY9" fmla="*/ 311563 h 368236"/>
              <a:gd name="connsiteX10" fmla="*/ 246148 w 360637"/>
              <a:gd name="connsiteY10" fmla="*/ 368236 h 368236"/>
              <a:gd name="connsiteX11" fmla="*/ 308563 w 360637"/>
              <a:gd name="connsiteY11" fmla="*/ 311563 h 368236"/>
              <a:gd name="connsiteX12" fmla="*/ 354283 w 360637"/>
              <a:gd name="connsiteY12" fmla="*/ 311563 h 368236"/>
              <a:gd name="connsiteX13" fmla="*/ 360638 w 360637"/>
              <a:gd name="connsiteY13" fmla="*/ 305181 h 368236"/>
              <a:gd name="connsiteX14" fmla="*/ 263317 w 360637"/>
              <a:gd name="connsiteY14" fmla="*/ 179737 h 368236"/>
              <a:gd name="connsiteX15" fmla="*/ 101969 w 360637"/>
              <a:gd name="connsiteY15" fmla="*/ 91250 h 368236"/>
              <a:gd name="connsiteX16" fmla="*/ 180319 w 360637"/>
              <a:gd name="connsiteY16" fmla="*/ 12573 h 368236"/>
              <a:gd name="connsiteX17" fmla="*/ 258669 w 360637"/>
              <a:gd name="connsiteY17" fmla="*/ 91250 h 368236"/>
              <a:gd name="connsiteX18" fmla="*/ 180319 w 360637"/>
              <a:gd name="connsiteY18" fmla="*/ 169926 h 368236"/>
              <a:gd name="connsiteX19" fmla="*/ 101969 w 360637"/>
              <a:gd name="connsiteY19" fmla="*/ 91250 h 368236"/>
              <a:gd name="connsiteX20" fmla="*/ 246148 w 360637"/>
              <a:gd name="connsiteY20" fmla="*/ 355473 h 368236"/>
              <a:gd name="connsiteX21" fmla="*/ 196065 w 360637"/>
              <a:gd name="connsiteY21" fmla="*/ 305181 h 368236"/>
              <a:gd name="connsiteX22" fmla="*/ 246148 w 360637"/>
              <a:gd name="connsiteY22" fmla="*/ 254889 h 368236"/>
              <a:gd name="connsiteX23" fmla="*/ 296232 w 360637"/>
              <a:gd name="connsiteY23" fmla="*/ 305181 h 368236"/>
              <a:gd name="connsiteX24" fmla="*/ 246148 w 360637"/>
              <a:gd name="connsiteY24" fmla="*/ 355473 h 368236"/>
              <a:gd name="connsiteX25" fmla="*/ 308563 w 360637"/>
              <a:gd name="connsiteY25" fmla="*/ 298799 h 368236"/>
              <a:gd name="connsiteX26" fmla="*/ 246148 w 360637"/>
              <a:gd name="connsiteY26" fmla="*/ 242125 h 368236"/>
              <a:gd name="connsiteX27" fmla="*/ 183734 w 360637"/>
              <a:gd name="connsiteY27" fmla="*/ 298799 h 368236"/>
              <a:gd name="connsiteX28" fmla="*/ 12805 w 360637"/>
              <a:gd name="connsiteY28" fmla="*/ 298799 h 368236"/>
              <a:gd name="connsiteX29" fmla="*/ 101590 w 360637"/>
              <a:gd name="connsiteY29" fmla="*/ 191738 h 368236"/>
              <a:gd name="connsiteX30" fmla="*/ 138962 w 360637"/>
              <a:gd name="connsiteY30" fmla="*/ 172593 h 368236"/>
              <a:gd name="connsiteX31" fmla="*/ 180319 w 360637"/>
              <a:gd name="connsiteY31" fmla="*/ 182690 h 368236"/>
              <a:gd name="connsiteX32" fmla="*/ 221676 w 360637"/>
              <a:gd name="connsiteY32" fmla="*/ 172593 h 368236"/>
              <a:gd name="connsiteX33" fmla="*/ 259048 w 360637"/>
              <a:gd name="connsiteY33" fmla="*/ 191738 h 368236"/>
              <a:gd name="connsiteX34" fmla="*/ 347832 w 360637"/>
              <a:gd name="connsiteY34" fmla="*/ 298799 h 368236"/>
              <a:gd name="connsiteX35" fmla="*/ 308563 w 360637"/>
              <a:gd name="connsiteY35" fmla="*/ 298799 h 368236"/>
              <a:gd name="connsiteX36" fmla="*/ 281055 w 360637"/>
              <a:gd name="connsiteY36" fmla="*/ 305181 h 368236"/>
              <a:gd name="connsiteX37" fmla="*/ 274699 w 360637"/>
              <a:gd name="connsiteY37" fmla="*/ 311563 h 368236"/>
              <a:gd name="connsiteX38" fmla="*/ 252503 w 360637"/>
              <a:gd name="connsiteY38" fmla="*/ 311563 h 368236"/>
              <a:gd name="connsiteX39" fmla="*/ 252503 w 360637"/>
              <a:gd name="connsiteY39" fmla="*/ 333851 h 368236"/>
              <a:gd name="connsiteX40" fmla="*/ 246148 w 360637"/>
              <a:gd name="connsiteY40" fmla="*/ 340233 h 368236"/>
              <a:gd name="connsiteX41" fmla="*/ 239793 w 360637"/>
              <a:gd name="connsiteY41" fmla="*/ 333851 h 368236"/>
              <a:gd name="connsiteX42" fmla="*/ 239793 w 360637"/>
              <a:gd name="connsiteY42" fmla="*/ 311563 h 368236"/>
              <a:gd name="connsiteX43" fmla="*/ 217597 w 360637"/>
              <a:gd name="connsiteY43" fmla="*/ 311563 h 368236"/>
              <a:gd name="connsiteX44" fmla="*/ 211242 w 360637"/>
              <a:gd name="connsiteY44" fmla="*/ 305181 h 368236"/>
              <a:gd name="connsiteX45" fmla="*/ 217597 w 360637"/>
              <a:gd name="connsiteY45" fmla="*/ 298799 h 368236"/>
              <a:gd name="connsiteX46" fmla="*/ 239793 w 360637"/>
              <a:gd name="connsiteY46" fmla="*/ 298799 h 368236"/>
              <a:gd name="connsiteX47" fmla="*/ 239793 w 360637"/>
              <a:gd name="connsiteY47" fmla="*/ 276511 h 368236"/>
              <a:gd name="connsiteX48" fmla="*/ 246148 w 360637"/>
              <a:gd name="connsiteY48" fmla="*/ 270129 h 368236"/>
              <a:gd name="connsiteX49" fmla="*/ 252503 w 360637"/>
              <a:gd name="connsiteY49" fmla="*/ 276511 h 368236"/>
              <a:gd name="connsiteX50" fmla="*/ 252503 w 360637"/>
              <a:gd name="connsiteY50" fmla="*/ 298799 h 368236"/>
              <a:gd name="connsiteX51" fmla="*/ 274699 w 360637"/>
              <a:gd name="connsiteY51" fmla="*/ 298799 h 368236"/>
              <a:gd name="connsiteX52" fmla="*/ 281055 w 360637"/>
              <a:gd name="connsiteY52" fmla="*/ 305181 h 368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68236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1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1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5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83734" y="311563"/>
                </a:lnTo>
                <a:cubicBezTo>
                  <a:pt x="186959" y="343376"/>
                  <a:pt x="213708" y="368236"/>
                  <a:pt x="246148" y="368236"/>
                </a:cubicBezTo>
                <a:cubicBezTo>
                  <a:pt x="278589" y="368236"/>
                  <a:pt x="305432" y="343376"/>
                  <a:pt x="308563" y="311563"/>
                </a:cubicBez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8"/>
                  <a:pt x="263317" y="179737"/>
                </a:cubicBezTo>
                <a:close/>
                <a:moveTo>
                  <a:pt x="101969" y="91250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50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50"/>
                </a:cubicBezTo>
                <a:close/>
                <a:moveTo>
                  <a:pt x="246148" y="355473"/>
                </a:moveTo>
                <a:cubicBezTo>
                  <a:pt x="218545" y="355473"/>
                  <a:pt x="196065" y="332899"/>
                  <a:pt x="196065" y="305181"/>
                </a:cubicBezTo>
                <a:cubicBezTo>
                  <a:pt x="196065" y="277463"/>
                  <a:pt x="218545" y="254889"/>
                  <a:pt x="246148" y="254889"/>
                </a:cubicBezTo>
                <a:cubicBezTo>
                  <a:pt x="273751" y="254889"/>
                  <a:pt x="296232" y="277463"/>
                  <a:pt x="296232" y="305181"/>
                </a:cubicBezTo>
                <a:cubicBezTo>
                  <a:pt x="296232" y="332899"/>
                  <a:pt x="273751" y="355473"/>
                  <a:pt x="246148" y="355473"/>
                </a:cubicBezTo>
                <a:close/>
                <a:moveTo>
                  <a:pt x="308563" y="298799"/>
                </a:moveTo>
                <a:cubicBezTo>
                  <a:pt x="305338" y="266986"/>
                  <a:pt x="278589" y="242125"/>
                  <a:pt x="246148" y="242125"/>
                </a:cubicBezTo>
                <a:cubicBezTo>
                  <a:pt x="213708" y="242125"/>
                  <a:pt x="186864" y="266986"/>
                  <a:pt x="183734" y="298799"/>
                </a:cubicBezTo>
                <a:lnTo>
                  <a:pt x="12805" y="298799"/>
                </a:lnTo>
                <a:cubicBezTo>
                  <a:pt x="15366" y="222980"/>
                  <a:pt x="63078" y="205645"/>
                  <a:pt x="101590" y="191738"/>
                </a:cubicBezTo>
                <a:cubicBezTo>
                  <a:pt x="117241" y="186119"/>
                  <a:pt x="130900" y="181070"/>
                  <a:pt x="138962" y="172593"/>
                </a:cubicBezTo>
                <a:cubicBezTo>
                  <a:pt x="151388" y="178975"/>
                  <a:pt x="165427" y="182690"/>
                  <a:pt x="180319" y="182690"/>
                </a:cubicBezTo>
                <a:cubicBezTo>
                  <a:pt x="195211" y="182690"/>
                  <a:pt x="209250" y="178975"/>
                  <a:pt x="221676" y="172593"/>
                </a:cubicBezTo>
                <a:cubicBezTo>
                  <a:pt x="229738" y="181070"/>
                  <a:pt x="243492" y="186119"/>
                  <a:pt x="259048" y="191738"/>
                </a:cubicBezTo>
                <a:cubicBezTo>
                  <a:pt x="297560" y="205740"/>
                  <a:pt x="345271" y="223075"/>
                  <a:pt x="347832" y="298799"/>
                </a:cubicBezTo>
                <a:lnTo>
                  <a:pt x="308563" y="298799"/>
                </a:lnTo>
                <a:close/>
                <a:moveTo>
                  <a:pt x="281055" y="305181"/>
                </a:moveTo>
                <a:cubicBezTo>
                  <a:pt x="281055" y="308705"/>
                  <a:pt x="278209" y="311563"/>
                  <a:pt x="274699" y="311563"/>
                </a:cubicBezTo>
                <a:lnTo>
                  <a:pt x="252503" y="311563"/>
                </a:lnTo>
                <a:lnTo>
                  <a:pt x="252503" y="333851"/>
                </a:lnTo>
                <a:cubicBezTo>
                  <a:pt x="252503" y="337375"/>
                  <a:pt x="249658" y="340233"/>
                  <a:pt x="246148" y="340233"/>
                </a:cubicBezTo>
                <a:cubicBezTo>
                  <a:pt x="242639" y="340233"/>
                  <a:pt x="239793" y="337375"/>
                  <a:pt x="239793" y="333851"/>
                </a:cubicBezTo>
                <a:lnTo>
                  <a:pt x="239793" y="311563"/>
                </a:lnTo>
                <a:lnTo>
                  <a:pt x="217597" y="311563"/>
                </a:lnTo>
                <a:cubicBezTo>
                  <a:pt x="214087" y="311563"/>
                  <a:pt x="211242" y="308705"/>
                  <a:pt x="211242" y="305181"/>
                </a:cubicBezTo>
                <a:cubicBezTo>
                  <a:pt x="211242" y="301657"/>
                  <a:pt x="214087" y="298799"/>
                  <a:pt x="217597" y="298799"/>
                </a:cubicBezTo>
                <a:lnTo>
                  <a:pt x="239793" y="298799"/>
                </a:lnTo>
                <a:lnTo>
                  <a:pt x="239793" y="276511"/>
                </a:lnTo>
                <a:cubicBezTo>
                  <a:pt x="239793" y="272986"/>
                  <a:pt x="242639" y="270129"/>
                  <a:pt x="246148" y="270129"/>
                </a:cubicBezTo>
                <a:cubicBezTo>
                  <a:pt x="249658" y="270129"/>
                  <a:pt x="252503" y="272986"/>
                  <a:pt x="252503" y="276511"/>
                </a:cubicBezTo>
                <a:lnTo>
                  <a:pt x="252503" y="298799"/>
                </a:lnTo>
                <a:lnTo>
                  <a:pt x="274699" y="298799"/>
                </a:lnTo>
                <a:cubicBezTo>
                  <a:pt x="278209" y="298799"/>
                  <a:pt x="281055" y="301657"/>
                  <a:pt x="281055" y="30518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5" name="Graphic 150">
            <a:extLst>
              <a:ext uri="{FF2B5EF4-FFF2-40B4-BE49-F238E27FC236}">
                <a16:creationId xmlns:a16="http://schemas.microsoft.com/office/drawing/2014/main" id="{3283655B-C69F-BAF0-697C-C98E651F117A}"/>
              </a:ext>
            </a:extLst>
          </p:cNvPr>
          <p:cNvSpPr/>
          <p:nvPr/>
        </p:nvSpPr>
        <p:spPr>
          <a:xfrm>
            <a:off x="6205916" y="1425902"/>
            <a:ext cx="483234" cy="493416"/>
          </a:xfrm>
          <a:custGeom>
            <a:avLst/>
            <a:gdLst>
              <a:gd name="connsiteX0" fmla="*/ 263317 w 360637"/>
              <a:gd name="connsiteY0" fmla="*/ 179737 h 368236"/>
              <a:gd name="connsiteX1" fmla="*/ 232869 w 360637"/>
              <a:gd name="connsiteY1" fmla="*/ 165735 h 368236"/>
              <a:gd name="connsiteX2" fmla="*/ 271285 w 360637"/>
              <a:gd name="connsiteY2" fmla="*/ 91345 h 368236"/>
              <a:gd name="connsiteX3" fmla="*/ 180319 w 360637"/>
              <a:gd name="connsiteY3" fmla="*/ 0 h 368236"/>
              <a:gd name="connsiteX4" fmla="*/ 89353 w 360637"/>
              <a:gd name="connsiteY4" fmla="*/ 91345 h 368236"/>
              <a:gd name="connsiteX5" fmla="*/ 127769 w 360637"/>
              <a:gd name="connsiteY5" fmla="*/ 165735 h 368236"/>
              <a:gd name="connsiteX6" fmla="*/ 97321 w 360637"/>
              <a:gd name="connsiteY6" fmla="*/ 179737 h 368236"/>
              <a:gd name="connsiteX7" fmla="*/ 0 w 360637"/>
              <a:gd name="connsiteY7" fmla="*/ 305181 h 368236"/>
              <a:gd name="connsiteX8" fmla="*/ 6355 w 360637"/>
              <a:gd name="connsiteY8" fmla="*/ 311563 h 368236"/>
              <a:gd name="connsiteX9" fmla="*/ 183734 w 360637"/>
              <a:gd name="connsiteY9" fmla="*/ 311563 h 368236"/>
              <a:gd name="connsiteX10" fmla="*/ 246148 w 360637"/>
              <a:gd name="connsiteY10" fmla="*/ 368236 h 368236"/>
              <a:gd name="connsiteX11" fmla="*/ 308563 w 360637"/>
              <a:gd name="connsiteY11" fmla="*/ 311563 h 368236"/>
              <a:gd name="connsiteX12" fmla="*/ 354283 w 360637"/>
              <a:gd name="connsiteY12" fmla="*/ 311563 h 368236"/>
              <a:gd name="connsiteX13" fmla="*/ 360638 w 360637"/>
              <a:gd name="connsiteY13" fmla="*/ 305181 h 368236"/>
              <a:gd name="connsiteX14" fmla="*/ 263317 w 360637"/>
              <a:gd name="connsiteY14" fmla="*/ 179737 h 368236"/>
              <a:gd name="connsiteX15" fmla="*/ 101969 w 360637"/>
              <a:gd name="connsiteY15" fmla="*/ 91250 h 368236"/>
              <a:gd name="connsiteX16" fmla="*/ 180319 w 360637"/>
              <a:gd name="connsiteY16" fmla="*/ 12573 h 368236"/>
              <a:gd name="connsiteX17" fmla="*/ 258669 w 360637"/>
              <a:gd name="connsiteY17" fmla="*/ 91250 h 368236"/>
              <a:gd name="connsiteX18" fmla="*/ 180319 w 360637"/>
              <a:gd name="connsiteY18" fmla="*/ 169926 h 368236"/>
              <a:gd name="connsiteX19" fmla="*/ 101969 w 360637"/>
              <a:gd name="connsiteY19" fmla="*/ 91250 h 368236"/>
              <a:gd name="connsiteX20" fmla="*/ 246148 w 360637"/>
              <a:gd name="connsiteY20" fmla="*/ 355473 h 368236"/>
              <a:gd name="connsiteX21" fmla="*/ 196065 w 360637"/>
              <a:gd name="connsiteY21" fmla="*/ 305181 h 368236"/>
              <a:gd name="connsiteX22" fmla="*/ 246148 w 360637"/>
              <a:gd name="connsiteY22" fmla="*/ 254889 h 368236"/>
              <a:gd name="connsiteX23" fmla="*/ 296232 w 360637"/>
              <a:gd name="connsiteY23" fmla="*/ 305181 h 368236"/>
              <a:gd name="connsiteX24" fmla="*/ 246148 w 360637"/>
              <a:gd name="connsiteY24" fmla="*/ 355473 h 368236"/>
              <a:gd name="connsiteX25" fmla="*/ 308563 w 360637"/>
              <a:gd name="connsiteY25" fmla="*/ 298799 h 368236"/>
              <a:gd name="connsiteX26" fmla="*/ 246148 w 360637"/>
              <a:gd name="connsiteY26" fmla="*/ 242125 h 368236"/>
              <a:gd name="connsiteX27" fmla="*/ 183734 w 360637"/>
              <a:gd name="connsiteY27" fmla="*/ 298799 h 368236"/>
              <a:gd name="connsiteX28" fmla="*/ 12805 w 360637"/>
              <a:gd name="connsiteY28" fmla="*/ 298799 h 368236"/>
              <a:gd name="connsiteX29" fmla="*/ 101590 w 360637"/>
              <a:gd name="connsiteY29" fmla="*/ 191738 h 368236"/>
              <a:gd name="connsiteX30" fmla="*/ 138962 w 360637"/>
              <a:gd name="connsiteY30" fmla="*/ 172593 h 368236"/>
              <a:gd name="connsiteX31" fmla="*/ 180319 w 360637"/>
              <a:gd name="connsiteY31" fmla="*/ 182690 h 368236"/>
              <a:gd name="connsiteX32" fmla="*/ 221676 w 360637"/>
              <a:gd name="connsiteY32" fmla="*/ 172593 h 368236"/>
              <a:gd name="connsiteX33" fmla="*/ 259048 w 360637"/>
              <a:gd name="connsiteY33" fmla="*/ 191738 h 368236"/>
              <a:gd name="connsiteX34" fmla="*/ 347832 w 360637"/>
              <a:gd name="connsiteY34" fmla="*/ 298799 h 368236"/>
              <a:gd name="connsiteX35" fmla="*/ 308563 w 360637"/>
              <a:gd name="connsiteY35" fmla="*/ 298799 h 368236"/>
              <a:gd name="connsiteX36" fmla="*/ 281055 w 360637"/>
              <a:gd name="connsiteY36" fmla="*/ 305181 h 368236"/>
              <a:gd name="connsiteX37" fmla="*/ 274699 w 360637"/>
              <a:gd name="connsiteY37" fmla="*/ 311563 h 368236"/>
              <a:gd name="connsiteX38" fmla="*/ 252503 w 360637"/>
              <a:gd name="connsiteY38" fmla="*/ 311563 h 368236"/>
              <a:gd name="connsiteX39" fmla="*/ 252503 w 360637"/>
              <a:gd name="connsiteY39" fmla="*/ 333851 h 368236"/>
              <a:gd name="connsiteX40" fmla="*/ 246148 w 360637"/>
              <a:gd name="connsiteY40" fmla="*/ 340233 h 368236"/>
              <a:gd name="connsiteX41" fmla="*/ 239793 w 360637"/>
              <a:gd name="connsiteY41" fmla="*/ 333851 h 368236"/>
              <a:gd name="connsiteX42" fmla="*/ 239793 w 360637"/>
              <a:gd name="connsiteY42" fmla="*/ 311563 h 368236"/>
              <a:gd name="connsiteX43" fmla="*/ 217597 w 360637"/>
              <a:gd name="connsiteY43" fmla="*/ 311563 h 368236"/>
              <a:gd name="connsiteX44" fmla="*/ 211242 w 360637"/>
              <a:gd name="connsiteY44" fmla="*/ 305181 h 368236"/>
              <a:gd name="connsiteX45" fmla="*/ 217597 w 360637"/>
              <a:gd name="connsiteY45" fmla="*/ 298799 h 368236"/>
              <a:gd name="connsiteX46" fmla="*/ 239793 w 360637"/>
              <a:gd name="connsiteY46" fmla="*/ 298799 h 368236"/>
              <a:gd name="connsiteX47" fmla="*/ 239793 w 360637"/>
              <a:gd name="connsiteY47" fmla="*/ 276511 h 368236"/>
              <a:gd name="connsiteX48" fmla="*/ 246148 w 360637"/>
              <a:gd name="connsiteY48" fmla="*/ 270129 h 368236"/>
              <a:gd name="connsiteX49" fmla="*/ 252503 w 360637"/>
              <a:gd name="connsiteY49" fmla="*/ 276511 h 368236"/>
              <a:gd name="connsiteX50" fmla="*/ 252503 w 360637"/>
              <a:gd name="connsiteY50" fmla="*/ 298799 h 368236"/>
              <a:gd name="connsiteX51" fmla="*/ 274699 w 360637"/>
              <a:gd name="connsiteY51" fmla="*/ 298799 h 368236"/>
              <a:gd name="connsiteX52" fmla="*/ 281055 w 360637"/>
              <a:gd name="connsiteY52" fmla="*/ 305181 h 368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68236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1"/>
                  <a:pt x="271285" y="122015"/>
                  <a:pt x="271285" y="91345"/>
                </a:cubicBezTo>
                <a:cubicBezTo>
                  <a:pt x="271285" y="40957"/>
                  <a:pt x="230497" y="0"/>
                  <a:pt x="180319" y="0"/>
                </a:cubicBezTo>
                <a:cubicBezTo>
                  <a:pt x="130141" y="0"/>
                  <a:pt x="89353" y="40957"/>
                  <a:pt x="89353" y="91345"/>
                </a:cubicBezTo>
                <a:cubicBezTo>
                  <a:pt x="89353" y="122015"/>
                  <a:pt x="104530" y="149161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5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83734" y="311563"/>
                </a:lnTo>
                <a:cubicBezTo>
                  <a:pt x="186959" y="343376"/>
                  <a:pt x="213708" y="368236"/>
                  <a:pt x="246148" y="368236"/>
                </a:cubicBezTo>
                <a:cubicBezTo>
                  <a:pt x="278589" y="368236"/>
                  <a:pt x="305432" y="343376"/>
                  <a:pt x="308563" y="311563"/>
                </a:cubicBez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8"/>
                  <a:pt x="263317" y="179737"/>
                </a:cubicBezTo>
                <a:close/>
                <a:moveTo>
                  <a:pt x="101969" y="91250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50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50"/>
                </a:cubicBezTo>
                <a:close/>
                <a:moveTo>
                  <a:pt x="246148" y="355473"/>
                </a:moveTo>
                <a:cubicBezTo>
                  <a:pt x="218545" y="355473"/>
                  <a:pt x="196065" y="332899"/>
                  <a:pt x="196065" y="305181"/>
                </a:cubicBezTo>
                <a:cubicBezTo>
                  <a:pt x="196065" y="277463"/>
                  <a:pt x="218545" y="254889"/>
                  <a:pt x="246148" y="254889"/>
                </a:cubicBezTo>
                <a:cubicBezTo>
                  <a:pt x="273751" y="254889"/>
                  <a:pt x="296232" y="277463"/>
                  <a:pt x="296232" y="305181"/>
                </a:cubicBezTo>
                <a:cubicBezTo>
                  <a:pt x="296232" y="332899"/>
                  <a:pt x="273751" y="355473"/>
                  <a:pt x="246148" y="355473"/>
                </a:cubicBezTo>
                <a:close/>
                <a:moveTo>
                  <a:pt x="308563" y="298799"/>
                </a:moveTo>
                <a:cubicBezTo>
                  <a:pt x="305338" y="266986"/>
                  <a:pt x="278589" y="242125"/>
                  <a:pt x="246148" y="242125"/>
                </a:cubicBezTo>
                <a:cubicBezTo>
                  <a:pt x="213708" y="242125"/>
                  <a:pt x="186864" y="266986"/>
                  <a:pt x="183734" y="298799"/>
                </a:cubicBezTo>
                <a:lnTo>
                  <a:pt x="12805" y="298799"/>
                </a:lnTo>
                <a:cubicBezTo>
                  <a:pt x="15366" y="222980"/>
                  <a:pt x="63078" y="205645"/>
                  <a:pt x="101590" y="191738"/>
                </a:cubicBezTo>
                <a:cubicBezTo>
                  <a:pt x="117241" y="186119"/>
                  <a:pt x="130900" y="181070"/>
                  <a:pt x="138962" y="172593"/>
                </a:cubicBezTo>
                <a:cubicBezTo>
                  <a:pt x="151388" y="178975"/>
                  <a:pt x="165427" y="182690"/>
                  <a:pt x="180319" y="182690"/>
                </a:cubicBezTo>
                <a:cubicBezTo>
                  <a:pt x="195211" y="182690"/>
                  <a:pt x="209250" y="178975"/>
                  <a:pt x="221676" y="172593"/>
                </a:cubicBezTo>
                <a:cubicBezTo>
                  <a:pt x="229738" y="181070"/>
                  <a:pt x="243492" y="186119"/>
                  <a:pt x="259048" y="191738"/>
                </a:cubicBezTo>
                <a:cubicBezTo>
                  <a:pt x="297560" y="205740"/>
                  <a:pt x="345271" y="223075"/>
                  <a:pt x="347832" y="298799"/>
                </a:cubicBezTo>
                <a:lnTo>
                  <a:pt x="308563" y="298799"/>
                </a:lnTo>
                <a:close/>
                <a:moveTo>
                  <a:pt x="281055" y="305181"/>
                </a:moveTo>
                <a:cubicBezTo>
                  <a:pt x="281055" y="308705"/>
                  <a:pt x="278209" y="311563"/>
                  <a:pt x="274699" y="311563"/>
                </a:cubicBezTo>
                <a:lnTo>
                  <a:pt x="252503" y="311563"/>
                </a:lnTo>
                <a:lnTo>
                  <a:pt x="252503" y="333851"/>
                </a:lnTo>
                <a:cubicBezTo>
                  <a:pt x="252503" y="337375"/>
                  <a:pt x="249658" y="340233"/>
                  <a:pt x="246148" y="340233"/>
                </a:cubicBezTo>
                <a:cubicBezTo>
                  <a:pt x="242639" y="340233"/>
                  <a:pt x="239793" y="337375"/>
                  <a:pt x="239793" y="333851"/>
                </a:cubicBezTo>
                <a:lnTo>
                  <a:pt x="239793" y="311563"/>
                </a:lnTo>
                <a:lnTo>
                  <a:pt x="217597" y="311563"/>
                </a:lnTo>
                <a:cubicBezTo>
                  <a:pt x="214087" y="311563"/>
                  <a:pt x="211242" y="308705"/>
                  <a:pt x="211242" y="305181"/>
                </a:cubicBezTo>
                <a:cubicBezTo>
                  <a:pt x="211242" y="301657"/>
                  <a:pt x="214087" y="298799"/>
                  <a:pt x="217597" y="298799"/>
                </a:cubicBezTo>
                <a:lnTo>
                  <a:pt x="239793" y="298799"/>
                </a:lnTo>
                <a:lnTo>
                  <a:pt x="239793" y="276511"/>
                </a:lnTo>
                <a:cubicBezTo>
                  <a:pt x="239793" y="272986"/>
                  <a:pt x="242639" y="270129"/>
                  <a:pt x="246148" y="270129"/>
                </a:cubicBezTo>
                <a:cubicBezTo>
                  <a:pt x="249658" y="270129"/>
                  <a:pt x="252503" y="272986"/>
                  <a:pt x="252503" y="276511"/>
                </a:cubicBezTo>
                <a:lnTo>
                  <a:pt x="252503" y="298799"/>
                </a:lnTo>
                <a:lnTo>
                  <a:pt x="274699" y="298799"/>
                </a:lnTo>
                <a:cubicBezTo>
                  <a:pt x="278209" y="298799"/>
                  <a:pt x="281055" y="301657"/>
                  <a:pt x="281055" y="30518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8" name="Graphic 156">
            <a:extLst>
              <a:ext uri="{FF2B5EF4-FFF2-40B4-BE49-F238E27FC236}">
                <a16:creationId xmlns:a16="http://schemas.microsoft.com/office/drawing/2014/main" id="{A825FE91-240B-E2F2-17A8-C451C4FEE88C}"/>
              </a:ext>
            </a:extLst>
          </p:cNvPr>
          <p:cNvSpPr/>
          <p:nvPr/>
        </p:nvSpPr>
        <p:spPr>
          <a:xfrm>
            <a:off x="7177049" y="814935"/>
            <a:ext cx="480843" cy="472687"/>
          </a:xfrm>
          <a:custGeom>
            <a:avLst/>
            <a:gdLst>
              <a:gd name="connsiteX0" fmla="*/ 263317 w 360637"/>
              <a:gd name="connsiteY0" fmla="*/ 179737 h 354520"/>
              <a:gd name="connsiteX1" fmla="*/ 232869 w 360637"/>
              <a:gd name="connsiteY1" fmla="*/ 165735 h 354520"/>
              <a:gd name="connsiteX2" fmla="*/ 271285 w 360637"/>
              <a:gd name="connsiteY2" fmla="*/ 91345 h 354520"/>
              <a:gd name="connsiteX3" fmla="*/ 180319 w 360637"/>
              <a:gd name="connsiteY3" fmla="*/ 0 h 354520"/>
              <a:gd name="connsiteX4" fmla="*/ 89353 w 360637"/>
              <a:gd name="connsiteY4" fmla="*/ 91345 h 354520"/>
              <a:gd name="connsiteX5" fmla="*/ 127769 w 360637"/>
              <a:gd name="connsiteY5" fmla="*/ 165735 h 354520"/>
              <a:gd name="connsiteX6" fmla="*/ 97321 w 360637"/>
              <a:gd name="connsiteY6" fmla="*/ 179737 h 354520"/>
              <a:gd name="connsiteX7" fmla="*/ 0 w 360637"/>
              <a:gd name="connsiteY7" fmla="*/ 305181 h 354520"/>
              <a:gd name="connsiteX8" fmla="*/ 6355 w 360637"/>
              <a:gd name="connsiteY8" fmla="*/ 311563 h 354520"/>
              <a:gd name="connsiteX9" fmla="*/ 193219 w 360637"/>
              <a:gd name="connsiteY9" fmla="*/ 311563 h 354520"/>
              <a:gd name="connsiteX10" fmla="*/ 173964 w 360637"/>
              <a:gd name="connsiteY10" fmla="*/ 344996 h 354520"/>
              <a:gd name="connsiteX11" fmla="*/ 173964 w 360637"/>
              <a:gd name="connsiteY11" fmla="*/ 351377 h 354520"/>
              <a:gd name="connsiteX12" fmla="*/ 179465 w 360637"/>
              <a:gd name="connsiteY12" fmla="*/ 354521 h 354520"/>
              <a:gd name="connsiteX13" fmla="*/ 309796 w 360637"/>
              <a:gd name="connsiteY13" fmla="*/ 354521 h 354520"/>
              <a:gd name="connsiteX14" fmla="*/ 315297 w 360637"/>
              <a:gd name="connsiteY14" fmla="*/ 351377 h 354520"/>
              <a:gd name="connsiteX15" fmla="*/ 315297 w 360637"/>
              <a:gd name="connsiteY15" fmla="*/ 344996 h 354520"/>
              <a:gd name="connsiteX16" fmla="*/ 296042 w 360637"/>
              <a:gd name="connsiteY16" fmla="*/ 311563 h 354520"/>
              <a:gd name="connsiteX17" fmla="*/ 354283 w 360637"/>
              <a:gd name="connsiteY17" fmla="*/ 311563 h 354520"/>
              <a:gd name="connsiteX18" fmla="*/ 360638 w 360637"/>
              <a:gd name="connsiteY18" fmla="*/ 305181 h 354520"/>
              <a:gd name="connsiteX19" fmla="*/ 263317 w 360637"/>
              <a:gd name="connsiteY19" fmla="*/ 179737 h 354520"/>
              <a:gd name="connsiteX20" fmla="*/ 101969 w 360637"/>
              <a:gd name="connsiteY20" fmla="*/ 91249 h 354520"/>
              <a:gd name="connsiteX21" fmla="*/ 180319 w 360637"/>
              <a:gd name="connsiteY21" fmla="*/ 12573 h 354520"/>
              <a:gd name="connsiteX22" fmla="*/ 258669 w 360637"/>
              <a:gd name="connsiteY22" fmla="*/ 91249 h 354520"/>
              <a:gd name="connsiteX23" fmla="*/ 180319 w 360637"/>
              <a:gd name="connsiteY23" fmla="*/ 169926 h 354520"/>
              <a:gd name="connsiteX24" fmla="*/ 101969 w 360637"/>
              <a:gd name="connsiteY24" fmla="*/ 91249 h 354520"/>
              <a:gd name="connsiteX25" fmla="*/ 190374 w 360637"/>
              <a:gd name="connsiteY25" fmla="*/ 341757 h 354520"/>
              <a:gd name="connsiteX26" fmla="*/ 244536 w 360637"/>
              <a:gd name="connsiteY26" fmla="*/ 247555 h 354520"/>
              <a:gd name="connsiteX27" fmla="*/ 298698 w 360637"/>
              <a:gd name="connsiteY27" fmla="*/ 341757 h 354520"/>
              <a:gd name="connsiteX28" fmla="*/ 190374 w 360637"/>
              <a:gd name="connsiteY28" fmla="*/ 341757 h 354520"/>
              <a:gd name="connsiteX29" fmla="*/ 288643 w 360637"/>
              <a:gd name="connsiteY29" fmla="*/ 298799 h 354520"/>
              <a:gd name="connsiteX30" fmla="*/ 250037 w 360637"/>
              <a:gd name="connsiteY30" fmla="*/ 231648 h 354520"/>
              <a:gd name="connsiteX31" fmla="*/ 239034 w 360637"/>
              <a:gd name="connsiteY31" fmla="*/ 231648 h 354520"/>
              <a:gd name="connsiteX32" fmla="*/ 200428 w 360637"/>
              <a:gd name="connsiteY32" fmla="*/ 298799 h 354520"/>
              <a:gd name="connsiteX33" fmla="*/ 12711 w 360637"/>
              <a:gd name="connsiteY33" fmla="*/ 298799 h 354520"/>
              <a:gd name="connsiteX34" fmla="*/ 101495 w 360637"/>
              <a:gd name="connsiteY34" fmla="*/ 191738 h 354520"/>
              <a:gd name="connsiteX35" fmla="*/ 138867 w 360637"/>
              <a:gd name="connsiteY35" fmla="*/ 172593 h 354520"/>
              <a:gd name="connsiteX36" fmla="*/ 180224 w 360637"/>
              <a:gd name="connsiteY36" fmla="*/ 182690 h 354520"/>
              <a:gd name="connsiteX37" fmla="*/ 221581 w 360637"/>
              <a:gd name="connsiteY37" fmla="*/ 172593 h 354520"/>
              <a:gd name="connsiteX38" fmla="*/ 258954 w 360637"/>
              <a:gd name="connsiteY38" fmla="*/ 191738 h 354520"/>
              <a:gd name="connsiteX39" fmla="*/ 347738 w 360637"/>
              <a:gd name="connsiteY39" fmla="*/ 298799 h 354520"/>
              <a:gd name="connsiteX40" fmla="*/ 288548 w 360637"/>
              <a:gd name="connsiteY40" fmla="*/ 298799 h 354520"/>
              <a:gd name="connsiteX41" fmla="*/ 244536 w 360637"/>
              <a:gd name="connsiteY41" fmla="*/ 271272 h 354520"/>
              <a:gd name="connsiteX42" fmla="*/ 250891 w 360637"/>
              <a:gd name="connsiteY42" fmla="*/ 277654 h 354520"/>
              <a:gd name="connsiteX43" fmla="*/ 250891 w 360637"/>
              <a:gd name="connsiteY43" fmla="*/ 308801 h 354520"/>
              <a:gd name="connsiteX44" fmla="*/ 244536 w 360637"/>
              <a:gd name="connsiteY44" fmla="*/ 315182 h 354520"/>
              <a:gd name="connsiteX45" fmla="*/ 238180 w 360637"/>
              <a:gd name="connsiteY45" fmla="*/ 308801 h 354520"/>
              <a:gd name="connsiteX46" fmla="*/ 238180 w 360637"/>
              <a:gd name="connsiteY46" fmla="*/ 277654 h 354520"/>
              <a:gd name="connsiteX47" fmla="*/ 244536 w 360637"/>
              <a:gd name="connsiteY47" fmla="*/ 271272 h 354520"/>
              <a:gd name="connsiteX48" fmla="*/ 251839 w 360637"/>
              <a:gd name="connsiteY48" fmla="*/ 327279 h 354520"/>
              <a:gd name="connsiteX49" fmla="*/ 244536 w 360637"/>
              <a:gd name="connsiteY49" fmla="*/ 334613 h 354520"/>
              <a:gd name="connsiteX50" fmla="*/ 237232 w 360637"/>
              <a:gd name="connsiteY50" fmla="*/ 327279 h 354520"/>
              <a:gd name="connsiteX51" fmla="*/ 244536 w 360637"/>
              <a:gd name="connsiteY51" fmla="*/ 319945 h 354520"/>
              <a:gd name="connsiteX52" fmla="*/ 251839 w 360637"/>
              <a:gd name="connsiteY52" fmla="*/ 327279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54520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8"/>
                  <a:pt x="230497" y="0"/>
                  <a:pt x="180319" y="0"/>
                </a:cubicBezTo>
                <a:cubicBezTo>
                  <a:pt x="130141" y="0"/>
                  <a:pt x="89353" y="40958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4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93219" y="311563"/>
                </a:lnTo>
                <a:lnTo>
                  <a:pt x="173964" y="344996"/>
                </a:lnTo>
                <a:cubicBezTo>
                  <a:pt x="172825" y="346996"/>
                  <a:pt x="172825" y="349377"/>
                  <a:pt x="173964" y="351377"/>
                </a:cubicBezTo>
                <a:cubicBezTo>
                  <a:pt x="175102" y="353378"/>
                  <a:pt x="177189" y="354521"/>
                  <a:pt x="179465" y="354521"/>
                </a:cubicBezTo>
                <a:lnTo>
                  <a:pt x="309796" y="354521"/>
                </a:lnTo>
                <a:cubicBezTo>
                  <a:pt x="312072" y="354521"/>
                  <a:pt x="314159" y="353282"/>
                  <a:pt x="315297" y="351377"/>
                </a:cubicBezTo>
                <a:cubicBezTo>
                  <a:pt x="316436" y="349377"/>
                  <a:pt x="316436" y="346996"/>
                  <a:pt x="315297" y="344996"/>
                </a:cubicBezTo>
                <a:lnTo>
                  <a:pt x="296042" y="311563"/>
                </a:ln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9"/>
                  <a:pt x="263317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90374" y="341757"/>
                </a:moveTo>
                <a:lnTo>
                  <a:pt x="244536" y="247555"/>
                </a:lnTo>
                <a:lnTo>
                  <a:pt x="298698" y="341757"/>
                </a:lnTo>
                <a:lnTo>
                  <a:pt x="190374" y="341757"/>
                </a:lnTo>
                <a:close/>
                <a:moveTo>
                  <a:pt x="288643" y="298799"/>
                </a:moveTo>
                <a:lnTo>
                  <a:pt x="250037" y="231648"/>
                </a:lnTo>
                <a:cubicBezTo>
                  <a:pt x="247761" y="227743"/>
                  <a:pt x="241311" y="227743"/>
                  <a:pt x="239034" y="231648"/>
                </a:cubicBezTo>
                <a:lnTo>
                  <a:pt x="200428" y="298799"/>
                </a:lnTo>
                <a:lnTo>
                  <a:pt x="12711" y="298799"/>
                </a:ln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288548" y="298799"/>
                </a:lnTo>
                <a:close/>
                <a:moveTo>
                  <a:pt x="244536" y="271272"/>
                </a:moveTo>
                <a:cubicBezTo>
                  <a:pt x="248045" y="271272"/>
                  <a:pt x="250891" y="274130"/>
                  <a:pt x="250891" y="277654"/>
                </a:cubicBezTo>
                <a:lnTo>
                  <a:pt x="250891" y="308801"/>
                </a:lnTo>
                <a:cubicBezTo>
                  <a:pt x="250891" y="312325"/>
                  <a:pt x="248045" y="315182"/>
                  <a:pt x="244536" y="315182"/>
                </a:cubicBezTo>
                <a:cubicBezTo>
                  <a:pt x="241026" y="315182"/>
                  <a:pt x="238180" y="312325"/>
                  <a:pt x="238180" y="308801"/>
                </a:cubicBezTo>
                <a:lnTo>
                  <a:pt x="238180" y="277654"/>
                </a:lnTo>
                <a:cubicBezTo>
                  <a:pt x="238180" y="274130"/>
                  <a:pt x="241026" y="271272"/>
                  <a:pt x="244536" y="271272"/>
                </a:cubicBezTo>
                <a:close/>
                <a:moveTo>
                  <a:pt x="251839" y="327279"/>
                </a:moveTo>
                <a:cubicBezTo>
                  <a:pt x="251839" y="331280"/>
                  <a:pt x="248614" y="334613"/>
                  <a:pt x="244536" y="334613"/>
                </a:cubicBezTo>
                <a:cubicBezTo>
                  <a:pt x="240457" y="334613"/>
                  <a:pt x="237232" y="331375"/>
                  <a:pt x="237232" y="327279"/>
                </a:cubicBezTo>
                <a:cubicBezTo>
                  <a:pt x="237232" y="323183"/>
                  <a:pt x="240457" y="319945"/>
                  <a:pt x="244536" y="319945"/>
                </a:cubicBezTo>
                <a:cubicBezTo>
                  <a:pt x="248614" y="319945"/>
                  <a:pt x="251839" y="323183"/>
                  <a:pt x="251839" y="32727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9" name="Graphic 156">
            <a:extLst>
              <a:ext uri="{FF2B5EF4-FFF2-40B4-BE49-F238E27FC236}">
                <a16:creationId xmlns:a16="http://schemas.microsoft.com/office/drawing/2014/main" id="{CEB4918B-AE50-5A72-4FD3-D7DEE006A1E2}"/>
              </a:ext>
            </a:extLst>
          </p:cNvPr>
          <p:cNvSpPr/>
          <p:nvPr/>
        </p:nvSpPr>
        <p:spPr>
          <a:xfrm>
            <a:off x="7827924" y="814935"/>
            <a:ext cx="480843" cy="472687"/>
          </a:xfrm>
          <a:custGeom>
            <a:avLst/>
            <a:gdLst>
              <a:gd name="connsiteX0" fmla="*/ 263317 w 360637"/>
              <a:gd name="connsiteY0" fmla="*/ 179737 h 354520"/>
              <a:gd name="connsiteX1" fmla="*/ 232869 w 360637"/>
              <a:gd name="connsiteY1" fmla="*/ 165735 h 354520"/>
              <a:gd name="connsiteX2" fmla="*/ 271285 w 360637"/>
              <a:gd name="connsiteY2" fmla="*/ 91345 h 354520"/>
              <a:gd name="connsiteX3" fmla="*/ 180319 w 360637"/>
              <a:gd name="connsiteY3" fmla="*/ 0 h 354520"/>
              <a:gd name="connsiteX4" fmla="*/ 89353 w 360637"/>
              <a:gd name="connsiteY4" fmla="*/ 91345 h 354520"/>
              <a:gd name="connsiteX5" fmla="*/ 127769 w 360637"/>
              <a:gd name="connsiteY5" fmla="*/ 165735 h 354520"/>
              <a:gd name="connsiteX6" fmla="*/ 97321 w 360637"/>
              <a:gd name="connsiteY6" fmla="*/ 179737 h 354520"/>
              <a:gd name="connsiteX7" fmla="*/ 0 w 360637"/>
              <a:gd name="connsiteY7" fmla="*/ 305181 h 354520"/>
              <a:gd name="connsiteX8" fmla="*/ 6355 w 360637"/>
              <a:gd name="connsiteY8" fmla="*/ 311563 h 354520"/>
              <a:gd name="connsiteX9" fmla="*/ 193219 w 360637"/>
              <a:gd name="connsiteY9" fmla="*/ 311563 h 354520"/>
              <a:gd name="connsiteX10" fmla="*/ 173964 w 360637"/>
              <a:gd name="connsiteY10" fmla="*/ 344996 h 354520"/>
              <a:gd name="connsiteX11" fmla="*/ 173964 w 360637"/>
              <a:gd name="connsiteY11" fmla="*/ 351377 h 354520"/>
              <a:gd name="connsiteX12" fmla="*/ 179465 w 360637"/>
              <a:gd name="connsiteY12" fmla="*/ 354521 h 354520"/>
              <a:gd name="connsiteX13" fmla="*/ 309796 w 360637"/>
              <a:gd name="connsiteY13" fmla="*/ 354521 h 354520"/>
              <a:gd name="connsiteX14" fmla="*/ 315297 w 360637"/>
              <a:gd name="connsiteY14" fmla="*/ 351377 h 354520"/>
              <a:gd name="connsiteX15" fmla="*/ 315297 w 360637"/>
              <a:gd name="connsiteY15" fmla="*/ 344996 h 354520"/>
              <a:gd name="connsiteX16" fmla="*/ 296042 w 360637"/>
              <a:gd name="connsiteY16" fmla="*/ 311563 h 354520"/>
              <a:gd name="connsiteX17" fmla="*/ 354283 w 360637"/>
              <a:gd name="connsiteY17" fmla="*/ 311563 h 354520"/>
              <a:gd name="connsiteX18" fmla="*/ 360638 w 360637"/>
              <a:gd name="connsiteY18" fmla="*/ 305181 h 354520"/>
              <a:gd name="connsiteX19" fmla="*/ 263317 w 360637"/>
              <a:gd name="connsiteY19" fmla="*/ 179737 h 354520"/>
              <a:gd name="connsiteX20" fmla="*/ 101969 w 360637"/>
              <a:gd name="connsiteY20" fmla="*/ 91249 h 354520"/>
              <a:gd name="connsiteX21" fmla="*/ 180319 w 360637"/>
              <a:gd name="connsiteY21" fmla="*/ 12573 h 354520"/>
              <a:gd name="connsiteX22" fmla="*/ 258669 w 360637"/>
              <a:gd name="connsiteY22" fmla="*/ 91249 h 354520"/>
              <a:gd name="connsiteX23" fmla="*/ 180319 w 360637"/>
              <a:gd name="connsiteY23" fmla="*/ 169926 h 354520"/>
              <a:gd name="connsiteX24" fmla="*/ 101969 w 360637"/>
              <a:gd name="connsiteY24" fmla="*/ 91249 h 354520"/>
              <a:gd name="connsiteX25" fmla="*/ 190374 w 360637"/>
              <a:gd name="connsiteY25" fmla="*/ 341757 h 354520"/>
              <a:gd name="connsiteX26" fmla="*/ 244536 w 360637"/>
              <a:gd name="connsiteY26" fmla="*/ 247555 h 354520"/>
              <a:gd name="connsiteX27" fmla="*/ 298698 w 360637"/>
              <a:gd name="connsiteY27" fmla="*/ 341757 h 354520"/>
              <a:gd name="connsiteX28" fmla="*/ 190374 w 360637"/>
              <a:gd name="connsiteY28" fmla="*/ 341757 h 354520"/>
              <a:gd name="connsiteX29" fmla="*/ 288643 w 360637"/>
              <a:gd name="connsiteY29" fmla="*/ 298799 h 354520"/>
              <a:gd name="connsiteX30" fmla="*/ 250037 w 360637"/>
              <a:gd name="connsiteY30" fmla="*/ 231648 h 354520"/>
              <a:gd name="connsiteX31" fmla="*/ 239034 w 360637"/>
              <a:gd name="connsiteY31" fmla="*/ 231648 h 354520"/>
              <a:gd name="connsiteX32" fmla="*/ 200428 w 360637"/>
              <a:gd name="connsiteY32" fmla="*/ 298799 h 354520"/>
              <a:gd name="connsiteX33" fmla="*/ 12711 w 360637"/>
              <a:gd name="connsiteY33" fmla="*/ 298799 h 354520"/>
              <a:gd name="connsiteX34" fmla="*/ 101495 w 360637"/>
              <a:gd name="connsiteY34" fmla="*/ 191738 h 354520"/>
              <a:gd name="connsiteX35" fmla="*/ 138867 w 360637"/>
              <a:gd name="connsiteY35" fmla="*/ 172593 h 354520"/>
              <a:gd name="connsiteX36" fmla="*/ 180224 w 360637"/>
              <a:gd name="connsiteY36" fmla="*/ 182690 h 354520"/>
              <a:gd name="connsiteX37" fmla="*/ 221581 w 360637"/>
              <a:gd name="connsiteY37" fmla="*/ 172593 h 354520"/>
              <a:gd name="connsiteX38" fmla="*/ 258954 w 360637"/>
              <a:gd name="connsiteY38" fmla="*/ 191738 h 354520"/>
              <a:gd name="connsiteX39" fmla="*/ 347738 w 360637"/>
              <a:gd name="connsiteY39" fmla="*/ 298799 h 354520"/>
              <a:gd name="connsiteX40" fmla="*/ 288548 w 360637"/>
              <a:gd name="connsiteY40" fmla="*/ 298799 h 354520"/>
              <a:gd name="connsiteX41" fmla="*/ 244536 w 360637"/>
              <a:gd name="connsiteY41" fmla="*/ 271272 h 354520"/>
              <a:gd name="connsiteX42" fmla="*/ 250891 w 360637"/>
              <a:gd name="connsiteY42" fmla="*/ 277654 h 354520"/>
              <a:gd name="connsiteX43" fmla="*/ 250891 w 360637"/>
              <a:gd name="connsiteY43" fmla="*/ 308801 h 354520"/>
              <a:gd name="connsiteX44" fmla="*/ 244536 w 360637"/>
              <a:gd name="connsiteY44" fmla="*/ 315182 h 354520"/>
              <a:gd name="connsiteX45" fmla="*/ 238180 w 360637"/>
              <a:gd name="connsiteY45" fmla="*/ 308801 h 354520"/>
              <a:gd name="connsiteX46" fmla="*/ 238180 w 360637"/>
              <a:gd name="connsiteY46" fmla="*/ 277654 h 354520"/>
              <a:gd name="connsiteX47" fmla="*/ 244536 w 360637"/>
              <a:gd name="connsiteY47" fmla="*/ 271272 h 354520"/>
              <a:gd name="connsiteX48" fmla="*/ 251839 w 360637"/>
              <a:gd name="connsiteY48" fmla="*/ 327279 h 354520"/>
              <a:gd name="connsiteX49" fmla="*/ 244536 w 360637"/>
              <a:gd name="connsiteY49" fmla="*/ 334613 h 354520"/>
              <a:gd name="connsiteX50" fmla="*/ 237232 w 360637"/>
              <a:gd name="connsiteY50" fmla="*/ 327279 h 354520"/>
              <a:gd name="connsiteX51" fmla="*/ 244536 w 360637"/>
              <a:gd name="connsiteY51" fmla="*/ 319945 h 354520"/>
              <a:gd name="connsiteX52" fmla="*/ 251839 w 360637"/>
              <a:gd name="connsiteY52" fmla="*/ 327279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54520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8"/>
                  <a:pt x="230497" y="0"/>
                  <a:pt x="180319" y="0"/>
                </a:cubicBezTo>
                <a:cubicBezTo>
                  <a:pt x="130141" y="0"/>
                  <a:pt x="89353" y="40958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4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93219" y="311563"/>
                </a:lnTo>
                <a:lnTo>
                  <a:pt x="173964" y="344996"/>
                </a:lnTo>
                <a:cubicBezTo>
                  <a:pt x="172825" y="346996"/>
                  <a:pt x="172825" y="349377"/>
                  <a:pt x="173964" y="351377"/>
                </a:cubicBezTo>
                <a:cubicBezTo>
                  <a:pt x="175102" y="353378"/>
                  <a:pt x="177189" y="354521"/>
                  <a:pt x="179465" y="354521"/>
                </a:cubicBezTo>
                <a:lnTo>
                  <a:pt x="309796" y="354521"/>
                </a:lnTo>
                <a:cubicBezTo>
                  <a:pt x="312072" y="354521"/>
                  <a:pt x="314159" y="353282"/>
                  <a:pt x="315297" y="351377"/>
                </a:cubicBezTo>
                <a:cubicBezTo>
                  <a:pt x="316436" y="349377"/>
                  <a:pt x="316436" y="346996"/>
                  <a:pt x="315297" y="344996"/>
                </a:cubicBezTo>
                <a:lnTo>
                  <a:pt x="296042" y="311563"/>
                </a:ln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9"/>
                  <a:pt x="263317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90374" y="341757"/>
                </a:moveTo>
                <a:lnTo>
                  <a:pt x="244536" y="247555"/>
                </a:lnTo>
                <a:lnTo>
                  <a:pt x="298698" y="341757"/>
                </a:lnTo>
                <a:lnTo>
                  <a:pt x="190374" y="341757"/>
                </a:lnTo>
                <a:close/>
                <a:moveTo>
                  <a:pt x="288643" y="298799"/>
                </a:moveTo>
                <a:lnTo>
                  <a:pt x="250037" y="231648"/>
                </a:lnTo>
                <a:cubicBezTo>
                  <a:pt x="247761" y="227743"/>
                  <a:pt x="241311" y="227743"/>
                  <a:pt x="239034" y="231648"/>
                </a:cubicBezTo>
                <a:lnTo>
                  <a:pt x="200428" y="298799"/>
                </a:lnTo>
                <a:lnTo>
                  <a:pt x="12711" y="298799"/>
                </a:ln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288548" y="298799"/>
                </a:lnTo>
                <a:close/>
                <a:moveTo>
                  <a:pt x="244536" y="271272"/>
                </a:moveTo>
                <a:cubicBezTo>
                  <a:pt x="248045" y="271272"/>
                  <a:pt x="250891" y="274130"/>
                  <a:pt x="250891" y="277654"/>
                </a:cubicBezTo>
                <a:lnTo>
                  <a:pt x="250891" y="308801"/>
                </a:lnTo>
                <a:cubicBezTo>
                  <a:pt x="250891" y="312325"/>
                  <a:pt x="248045" y="315182"/>
                  <a:pt x="244536" y="315182"/>
                </a:cubicBezTo>
                <a:cubicBezTo>
                  <a:pt x="241026" y="315182"/>
                  <a:pt x="238180" y="312325"/>
                  <a:pt x="238180" y="308801"/>
                </a:cubicBezTo>
                <a:lnTo>
                  <a:pt x="238180" y="277654"/>
                </a:lnTo>
                <a:cubicBezTo>
                  <a:pt x="238180" y="274130"/>
                  <a:pt x="241026" y="271272"/>
                  <a:pt x="244536" y="271272"/>
                </a:cubicBezTo>
                <a:close/>
                <a:moveTo>
                  <a:pt x="251839" y="327279"/>
                </a:moveTo>
                <a:cubicBezTo>
                  <a:pt x="251839" y="331280"/>
                  <a:pt x="248614" y="334613"/>
                  <a:pt x="244536" y="334613"/>
                </a:cubicBezTo>
                <a:cubicBezTo>
                  <a:pt x="240457" y="334613"/>
                  <a:pt x="237232" y="331375"/>
                  <a:pt x="237232" y="327279"/>
                </a:cubicBezTo>
                <a:cubicBezTo>
                  <a:pt x="237232" y="323183"/>
                  <a:pt x="240457" y="319945"/>
                  <a:pt x="244536" y="319945"/>
                </a:cubicBezTo>
                <a:cubicBezTo>
                  <a:pt x="248614" y="319945"/>
                  <a:pt x="251839" y="323183"/>
                  <a:pt x="251839" y="32727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0" name="Graphic 156">
            <a:extLst>
              <a:ext uri="{FF2B5EF4-FFF2-40B4-BE49-F238E27FC236}">
                <a16:creationId xmlns:a16="http://schemas.microsoft.com/office/drawing/2014/main" id="{6D16AFE7-2D87-8AFC-3A1B-034D189FFB52}"/>
              </a:ext>
            </a:extLst>
          </p:cNvPr>
          <p:cNvSpPr/>
          <p:nvPr/>
        </p:nvSpPr>
        <p:spPr>
          <a:xfrm>
            <a:off x="7177049" y="1440410"/>
            <a:ext cx="480843" cy="472687"/>
          </a:xfrm>
          <a:custGeom>
            <a:avLst/>
            <a:gdLst>
              <a:gd name="connsiteX0" fmla="*/ 263317 w 360637"/>
              <a:gd name="connsiteY0" fmla="*/ 179737 h 354520"/>
              <a:gd name="connsiteX1" fmla="*/ 232869 w 360637"/>
              <a:gd name="connsiteY1" fmla="*/ 165735 h 354520"/>
              <a:gd name="connsiteX2" fmla="*/ 271285 w 360637"/>
              <a:gd name="connsiteY2" fmla="*/ 91345 h 354520"/>
              <a:gd name="connsiteX3" fmla="*/ 180319 w 360637"/>
              <a:gd name="connsiteY3" fmla="*/ 0 h 354520"/>
              <a:gd name="connsiteX4" fmla="*/ 89353 w 360637"/>
              <a:gd name="connsiteY4" fmla="*/ 91345 h 354520"/>
              <a:gd name="connsiteX5" fmla="*/ 127769 w 360637"/>
              <a:gd name="connsiteY5" fmla="*/ 165735 h 354520"/>
              <a:gd name="connsiteX6" fmla="*/ 97321 w 360637"/>
              <a:gd name="connsiteY6" fmla="*/ 179737 h 354520"/>
              <a:gd name="connsiteX7" fmla="*/ 0 w 360637"/>
              <a:gd name="connsiteY7" fmla="*/ 305181 h 354520"/>
              <a:gd name="connsiteX8" fmla="*/ 6355 w 360637"/>
              <a:gd name="connsiteY8" fmla="*/ 311563 h 354520"/>
              <a:gd name="connsiteX9" fmla="*/ 193219 w 360637"/>
              <a:gd name="connsiteY9" fmla="*/ 311563 h 354520"/>
              <a:gd name="connsiteX10" fmla="*/ 173964 w 360637"/>
              <a:gd name="connsiteY10" fmla="*/ 344996 h 354520"/>
              <a:gd name="connsiteX11" fmla="*/ 173964 w 360637"/>
              <a:gd name="connsiteY11" fmla="*/ 351377 h 354520"/>
              <a:gd name="connsiteX12" fmla="*/ 179465 w 360637"/>
              <a:gd name="connsiteY12" fmla="*/ 354521 h 354520"/>
              <a:gd name="connsiteX13" fmla="*/ 309796 w 360637"/>
              <a:gd name="connsiteY13" fmla="*/ 354521 h 354520"/>
              <a:gd name="connsiteX14" fmla="*/ 315297 w 360637"/>
              <a:gd name="connsiteY14" fmla="*/ 351377 h 354520"/>
              <a:gd name="connsiteX15" fmla="*/ 315297 w 360637"/>
              <a:gd name="connsiteY15" fmla="*/ 344996 h 354520"/>
              <a:gd name="connsiteX16" fmla="*/ 296042 w 360637"/>
              <a:gd name="connsiteY16" fmla="*/ 311563 h 354520"/>
              <a:gd name="connsiteX17" fmla="*/ 354283 w 360637"/>
              <a:gd name="connsiteY17" fmla="*/ 311563 h 354520"/>
              <a:gd name="connsiteX18" fmla="*/ 360638 w 360637"/>
              <a:gd name="connsiteY18" fmla="*/ 305181 h 354520"/>
              <a:gd name="connsiteX19" fmla="*/ 263317 w 360637"/>
              <a:gd name="connsiteY19" fmla="*/ 179737 h 354520"/>
              <a:gd name="connsiteX20" fmla="*/ 101969 w 360637"/>
              <a:gd name="connsiteY20" fmla="*/ 91249 h 354520"/>
              <a:gd name="connsiteX21" fmla="*/ 180319 w 360637"/>
              <a:gd name="connsiteY21" fmla="*/ 12573 h 354520"/>
              <a:gd name="connsiteX22" fmla="*/ 258669 w 360637"/>
              <a:gd name="connsiteY22" fmla="*/ 91249 h 354520"/>
              <a:gd name="connsiteX23" fmla="*/ 180319 w 360637"/>
              <a:gd name="connsiteY23" fmla="*/ 169926 h 354520"/>
              <a:gd name="connsiteX24" fmla="*/ 101969 w 360637"/>
              <a:gd name="connsiteY24" fmla="*/ 91249 h 354520"/>
              <a:gd name="connsiteX25" fmla="*/ 190374 w 360637"/>
              <a:gd name="connsiteY25" fmla="*/ 341757 h 354520"/>
              <a:gd name="connsiteX26" fmla="*/ 244536 w 360637"/>
              <a:gd name="connsiteY26" fmla="*/ 247555 h 354520"/>
              <a:gd name="connsiteX27" fmla="*/ 298698 w 360637"/>
              <a:gd name="connsiteY27" fmla="*/ 341757 h 354520"/>
              <a:gd name="connsiteX28" fmla="*/ 190374 w 360637"/>
              <a:gd name="connsiteY28" fmla="*/ 341757 h 354520"/>
              <a:gd name="connsiteX29" fmla="*/ 288643 w 360637"/>
              <a:gd name="connsiteY29" fmla="*/ 298799 h 354520"/>
              <a:gd name="connsiteX30" fmla="*/ 250037 w 360637"/>
              <a:gd name="connsiteY30" fmla="*/ 231648 h 354520"/>
              <a:gd name="connsiteX31" fmla="*/ 239034 w 360637"/>
              <a:gd name="connsiteY31" fmla="*/ 231648 h 354520"/>
              <a:gd name="connsiteX32" fmla="*/ 200428 w 360637"/>
              <a:gd name="connsiteY32" fmla="*/ 298799 h 354520"/>
              <a:gd name="connsiteX33" fmla="*/ 12711 w 360637"/>
              <a:gd name="connsiteY33" fmla="*/ 298799 h 354520"/>
              <a:gd name="connsiteX34" fmla="*/ 101495 w 360637"/>
              <a:gd name="connsiteY34" fmla="*/ 191738 h 354520"/>
              <a:gd name="connsiteX35" fmla="*/ 138867 w 360637"/>
              <a:gd name="connsiteY35" fmla="*/ 172593 h 354520"/>
              <a:gd name="connsiteX36" fmla="*/ 180224 w 360637"/>
              <a:gd name="connsiteY36" fmla="*/ 182690 h 354520"/>
              <a:gd name="connsiteX37" fmla="*/ 221581 w 360637"/>
              <a:gd name="connsiteY37" fmla="*/ 172593 h 354520"/>
              <a:gd name="connsiteX38" fmla="*/ 258954 w 360637"/>
              <a:gd name="connsiteY38" fmla="*/ 191738 h 354520"/>
              <a:gd name="connsiteX39" fmla="*/ 347738 w 360637"/>
              <a:gd name="connsiteY39" fmla="*/ 298799 h 354520"/>
              <a:gd name="connsiteX40" fmla="*/ 288548 w 360637"/>
              <a:gd name="connsiteY40" fmla="*/ 298799 h 354520"/>
              <a:gd name="connsiteX41" fmla="*/ 244536 w 360637"/>
              <a:gd name="connsiteY41" fmla="*/ 271272 h 354520"/>
              <a:gd name="connsiteX42" fmla="*/ 250891 w 360637"/>
              <a:gd name="connsiteY42" fmla="*/ 277654 h 354520"/>
              <a:gd name="connsiteX43" fmla="*/ 250891 w 360637"/>
              <a:gd name="connsiteY43" fmla="*/ 308801 h 354520"/>
              <a:gd name="connsiteX44" fmla="*/ 244536 w 360637"/>
              <a:gd name="connsiteY44" fmla="*/ 315182 h 354520"/>
              <a:gd name="connsiteX45" fmla="*/ 238180 w 360637"/>
              <a:gd name="connsiteY45" fmla="*/ 308801 h 354520"/>
              <a:gd name="connsiteX46" fmla="*/ 238180 w 360637"/>
              <a:gd name="connsiteY46" fmla="*/ 277654 h 354520"/>
              <a:gd name="connsiteX47" fmla="*/ 244536 w 360637"/>
              <a:gd name="connsiteY47" fmla="*/ 271272 h 354520"/>
              <a:gd name="connsiteX48" fmla="*/ 251839 w 360637"/>
              <a:gd name="connsiteY48" fmla="*/ 327279 h 354520"/>
              <a:gd name="connsiteX49" fmla="*/ 244536 w 360637"/>
              <a:gd name="connsiteY49" fmla="*/ 334613 h 354520"/>
              <a:gd name="connsiteX50" fmla="*/ 237232 w 360637"/>
              <a:gd name="connsiteY50" fmla="*/ 327279 h 354520"/>
              <a:gd name="connsiteX51" fmla="*/ 244536 w 360637"/>
              <a:gd name="connsiteY51" fmla="*/ 319945 h 354520"/>
              <a:gd name="connsiteX52" fmla="*/ 251839 w 360637"/>
              <a:gd name="connsiteY52" fmla="*/ 327279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54520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8"/>
                  <a:pt x="230497" y="0"/>
                  <a:pt x="180319" y="0"/>
                </a:cubicBezTo>
                <a:cubicBezTo>
                  <a:pt x="130141" y="0"/>
                  <a:pt x="89353" y="40958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4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93219" y="311563"/>
                </a:lnTo>
                <a:lnTo>
                  <a:pt x="173964" y="344996"/>
                </a:lnTo>
                <a:cubicBezTo>
                  <a:pt x="172825" y="346996"/>
                  <a:pt x="172825" y="349377"/>
                  <a:pt x="173964" y="351377"/>
                </a:cubicBezTo>
                <a:cubicBezTo>
                  <a:pt x="175102" y="353378"/>
                  <a:pt x="177189" y="354521"/>
                  <a:pt x="179465" y="354521"/>
                </a:cubicBezTo>
                <a:lnTo>
                  <a:pt x="309796" y="354521"/>
                </a:lnTo>
                <a:cubicBezTo>
                  <a:pt x="312072" y="354521"/>
                  <a:pt x="314159" y="353282"/>
                  <a:pt x="315297" y="351377"/>
                </a:cubicBezTo>
                <a:cubicBezTo>
                  <a:pt x="316436" y="349377"/>
                  <a:pt x="316436" y="346996"/>
                  <a:pt x="315297" y="344996"/>
                </a:cubicBezTo>
                <a:lnTo>
                  <a:pt x="296042" y="311563"/>
                </a:ln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9"/>
                  <a:pt x="263317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90374" y="341757"/>
                </a:moveTo>
                <a:lnTo>
                  <a:pt x="244536" y="247555"/>
                </a:lnTo>
                <a:lnTo>
                  <a:pt x="298698" y="341757"/>
                </a:lnTo>
                <a:lnTo>
                  <a:pt x="190374" y="341757"/>
                </a:lnTo>
                <a:close/>
                <a:moveTo>
                  <a:pt x="288643" y="298799"/>
                </a:moveTo>
                <a:lnTo>
                  <a:pt x="250037" y="231648"/>
                </a:lnTo>
                <a:cubicBezTo>
                  <a:pt x="247761" y="227743"/>
                  <a:pt x="241311" y="227743"/>
                  <a:pt x="239034" y="231648"/>
                </a:cubicBezTo>
                <a:lnTo>
                  <a:pt x="200428" y="298799"/>
                </a:lnTo>
                <a:lnTo>
                  <a:pt x="12711" y="298799"/>
                </a:ln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288548" y="298799"/>
                </a:lnTo>
                <a:close/>
                <a:moveTo>
                  <a:pt x="244536" y="271272"/>
                </a:moveTo>
                <a:cubicBezTo>
                  <a:pt x="248045" y="271272"/>
                  <a:pt x="250891" y="274130"/>
                  <a:pt x="250891" y="277654"/>
                </a:cubicBezTo>
                <a:lnTo>
                  <a:pt x="250891" y="308801"/>
                </a:lnTo>
                <a:cubicBezTo>
                  <a:pt x="250891" y="312325"/>
                  <a:pt x="248045" y="315182"/>
                  <a:pt x="244536" y="315182"/>
                </a:cubicBezTo>
                <a:cubicBezTo>
                  <a:pt x="241026" y="315182"/>
                  <a:pt x="238180" y="312325"/>
                  <a:pt x="238180" y="308801"/>
                </a:cubicBezTo>
                <a:lnTo>
                  <a:pt x="238180" y="277654"/>
                </a:lnTo>
                <a:cubicBezTo>
                  <a:pt x="238180" y="274130"/>
                  <a:pt x="241026" y="271272"/>
                  <a:pt x="244536" y="271272"/>
                </a:cubicBezTo>
                <a:close/>
                <a:moveTo>
                  <a:pt x="251839" y="327279"/>
                </a:moveTo>
                <a:cubicBezTo>
                  <a:pt x="251839" y="331280"/>
                  <a:pt x="248614" y="334613"/>
                  <a:pt x="244536" y="334613"/>
                </a:cubicBezTo>
                <a:cubicBezTo>
                  <a:pt x="240457" y="334613"/>
                  <a:pt x="237232" y="331375"/>
                  <a:pt x="237232" y="327279"/>
                </a:cubicBezTo>
                <a:cubicBezTo>
                  <a:pt x="237232" y="323183"/>
                  <a:pt x="240457" y="319945"/>
                  <a:pt x="244536" y="319945"/>
                </a:cubicBezTo>
                <a:cubicBezTo>
                  <a:pt x="248614" y="319945"/>
                  <a:pt x="251839" y="323183"/>
                  <a:pt x="251839" y="32727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1" name="Graphic 156">
            <a:extLst>
              <a:ext uri="{FF2B5EF4-FFF2-40B4-BE49-F238E27FC236}">
                <a16:creationId xmlns:a16="http://schemas.microsoft.com/office/drawing/2014/main" id="{98D8ECE0-D4D3-A9EC-F525-63734D04341C}"/>
              </a:ext>
            </a:extLst>
          </p:cNvPr>
          <p:cNvSpPr/>
          <p:nvPr/>
        </p:nvSpPr>
        <p:spPr>
          <a:xfrm>
            <a:off x="7827924" y="1440410"/>
            <a:ext cx="480843" cy="472687"/>
          </a:xfrm>
          <a:custGeom>
            <a:avLst/>
            <a:gdLst>
              <a:gd name="connsiteX0" fmla="*/ 263317 w 360637"/>
              <a:gd name="connsiteY0" fmla="*/ 179737 h 354520"/>
              <a:gd name="connsiteX1" fmla="*/ 232869 w 360637"/>
              <a:gd name="connsiteY1" fmla="*/ 165735 h 354520"/>
              <a:gd name="connsiteX2" fmla="*/ 271285 w 360637"/>
              <a:gd name="connsiteY2" fmla="*/ 91345 h 354520"/>
              <a:gd name="connsiteX3" fmla="*/ 180319 w 360637"/>
              <a:gd name="connsiteY3" fmla="*/ 0 h 354520"/>
              <a:gd name="connsiteX4" fmla="*/ 89353 w 360637"/>
              <a:gd name="connsiteY4" fmla="*/ 91345 h 354520"/>
              <a:gd name="connsiteX5" fmla="*/ 127769 w 360637"/>
              <a:gd name="connsiteY5" fmla="*/ 165735 h 354520"/>
              <a:gd name="connsiteX6" fmla="*/ 97321 w 360637"/>
              <a:gd name="connsiteY6" fmla="*/ 179737 h 354520"/>
              <a:gd name="connsiteX7" fmla="*/ 0 w 360637"/>
              <a:gd name="connsiteY7" fmla="*/ 305181 h 354520"/>
              <a:gd name="connsiteX8" fmla="*/ 6355 w 360637"/>
              <a:gd name="connsiteY8" fmla="*/ 311563 h 354520"/>
              <a:gd name="connsiteX9" fmla="*/ 193219 w 360637"/>
              <a:gd name="connsiteY9" fmla="*/ 311563 h 354520"/>
              <a:gd name="connsiteX10" fmla="*/ 173964 w 360637"/>
              <a:gd name="connsiteY10" fmla="*/ 344996 h 354520"/>
              <a:gd name="connsiteX11" fmla="*/ 173964 w 360637"/>
              <a:gd name="connsiteY11" fmla="*/ 351377 h 354520"/>
              <a:gd name="connsiteX12" fmla="*/ 179465 w 360637"/>
              <a:gd name="connsiteY12" fmla="*/ 354521 h 354520"/>
              <a:gd name="connsiteX13" fmla="*/ 309796 w 360637"/>
              <a:gd name="connsiteY13" fmla="*/ 354521 h 354520"/>
              <a:gd name="connsiteX14" fmla="*/ 315297 w 360637"/>
              <a:gd name="connsiteY14" fmla="*/ 351377 h 354520"/>
              <a:gd name="connsiteX15" fmla="*/ 315297 w 360637"/>
              <a:gd name="connsiteY15" fmla="*/ 344996 h 354520"/>
              <a:gd name="connsiteX16" fmla="*/ 296042 w 360637"/>
              <a:gd name="connsiteY16" fmla="*/ 311563 h 354520"/>
              <a:gd name="connsiteX17" fmla="*/ 354283 w 360637"/>
              <a:gd name="connsiteY17" fmla="*/ 311563 h 354520"/>
              <a:gd name="connsiteX18" fmla="*/ 360638 w 360637"/>
              <a:gd name="connsiteY18" fmla="*/ 305181 h 354520"/>
              <a:gd name="connsiteX19" fmla="*/ 263317 w 360637"/>
              <a:gd name="connsiteY19" fmla="*/ 179737 h 354520"/>
              <a:gd name="connsiteX20" fmla="*/ 101969 w 360637"/>
              <a:gd name="connsiteY20" fmla="*/ 91249 h 354520"/>
              <a:gd name="connsiteX21" fmla="*/ 180319 w 360637"/>
              <a:gd name="connsiteY21" fmla="*/ 12573 h 354520"/>
              <a:gd name="connsiteX22" fmla="*/ 258669 w 360637"/>
              <a:gd name="connsiteY22" fmla="*/ 91249 h 354520"/>
              <a:gd name="connsiteX23" fmla="*/ 180319 w 360637"/>
              <a:gd name="connsiteY23" fmla="*/ 169926 h 354520"/>
              <a:gd name="connsiteX24" fmla="*/ 101969 w 360637"/>
              <a:gd name="connsiteY24" fmla="*/ 91249 h 354520"/>
              <a:gd name="connsiteX25" fmla="*/ 190374 w 360637"/>
              <a:gd name="connsiteY25" fmla="*/ 341757 h 354520"/>
              <a:gd name="connsiteX26" fmla="*/ 244536 w 360637"/>
              <a:gd name="connsiteY26" fmla="*/ 247555 h 354520"/>
              <a:gd name="connsiteX27" fmla="*/ 298698 w 360637"/>
              <a:gd name="connsiteY27" fmla="*/ 341757 h 354520"/>
              <a:gd name="connsiteX28" fmla="*/ 190374 w 360637"/>
              <a:gd name="connsiteY28" fmla="*/ 341757 h 354520"/>
              <a:gd name="connsiteX29" fmla="*/ 288643 w 360637"/>
              <a:gd name="connsiteY29" fmla="*/ 298799 h 354520"/>
              <a:gd name="connsiteX30" fmla="*/ 250037 w 360637"/>
              <a:gd name="connsiteY30" fmla="*/ 231648 h 354520"/>
              <a:gd name="connsiteX31" fmla="*/ 239034 w 360637"/>
              <a:gd name="connsiteY31" fmla="*/ 231648 h 354520"/>
              <a:gd name="connsiteX32" fmla="*/ 200428 w 360637"/>
              <a:gd name="connsiteY32" fmla="*/ 298799 h 354520"/>
              <a:gd name="connsiteX33" fmla="*/ 12711 w 360637"/>
              <a:gd name="connsiteY33" fmla="*/ 298799 h 354520"/>
              <a:gd name="connsiteX34" fmla="*/ 101495 w 360637"/>
              <a:gd name="connsiteY34" fmla="*/ 191738 h 354520"/>
              <a:gd name="connsiteX35" fmla="*/ 138867 w 360637"/>
              <a:gd name="connsiteY35" fmla="*/ 172593 h 354520"/>
              <a:gd name="connsiteX36" fmla="*/ 180224 w 360637"/>
              <a:gd name="connsiteY36" fmla="*/ 182690 h 354520"/>
              <a:gd name="connsiteX37" fmla="*/ 221581 w 360637"/>
              <a:gd name="connsiteY37" fmla="*/ 172593 h 354520"/>
              <a:gd name="connsiteX38" fmla="*/ 258954 w 360637"/>
              <a:gd name="connsiteY38" fmla="*/ 191738 h 354520"/>
              <a:gd name="connsiteX39" fmla="*/ 347738 w 360637"/>
              <a:gd name="connsiteY39" fmla="*/ 298799 h 354520"/>
              <a:gd name="connsiteX40" fmla="*/ 288548 w 360637"/>
              <a:gd name="connsiteY40" fmla="*/ 298799 h 354520"/>
              <a:gd name="connsiteX41" fmla="*/ 244536 w 360637"/>
              <a:gd name="connsiteY41" fmla="*/ 271272 h 354520"/>
              <a:gd name="connsiteX42" fmla="*/ 250891 w 360637"/>
              <a:gd name="connsiteY42" fmla="*/ 277654 h 354520"/>
              <a:gd name="connsiteX43" fmla="*/ 250891 w 360637"/>
              <a:gd name="connsiteY43" fmla="*/ 308801 h 354520"/>
              <a:gd name="connsiteX44" fmla="*/ 244536 w 360637"/>
              <a:gd name="connsiteY44" fmla="*/ 315182 h 354520"/>
              <a:gd name="connsiteX45" fmla="*/ 238180 w 360637"/>
              <a:gd name="connsiteY45" fmla="*/ 308801 h 354520"/>
              <a:gd name="connsiteX46" fmla="*/ 238180 w 360637"/>
              <a:gd name="connsiteY46" fmla="*/ 277654 h 354520"/>
              <a:gd name="connsiteX47" fmla="*/ 244536 w 360637"/>
              <a:gd name="connsiteY47" fmla="*/ 271272 h 354520"/>
              <a:gd name="connsiteX48" fmla="*/ 251839 w 360637"/>
              <a:gd name="connsiteY48" fmla="*/ 327279 h 354520"/>
              <a:gd name="connsiteX49" fmla="*/ 244536 w 360637"/>
              <a:gd name="connsiteY49" fmla="*/ 334613 h 354520"/>
              <a:gd name="connsiteX50" fmla="*/ 237232 w 360637"/>
              <a:gd name="connsiteY50" fmla="*/ 327279 h 354520"/>
              <a:gd name="connsiteX51" fmla="*/ 244536 w 360637"/>
              <a:gd name="connsiteY51" fmla="*/ 319945 h 354520"/>
              <a:gd name="connsiteX52" fmla="*/ 251839 w 360637"/>
              <a:gd name="connsiteY52" fmla="*/ 327279 h 35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0637" h="354520">
                <a:moveTo>
                  <a:pt x="263317" y="179737"/>
                </a:moveTo>
                <a:cubicBezTo>
                  <a:pt x="250606" y="175165"/>
                  <a:pt x="239414" y="170974"/>
                  <a:pt x="232869" y="165735"/>
                </a:cubicBezTo>
                <a:cubicBezTo>
                  <a:pt x="256013" y="149162"/>
                  <a:pt x="271285" y="122015"/>
                  <a:pt x="271285" y="91345"/>
                </a:cubicBezTo>
                <a:cubicBezTo>
                  <a:pt x="271285" y="40958"/>
                  <a:pt x="230497" y="0"/>
                  <a:pt x="180319" y="0"/>
                </a:cubicBezTo>
                <a:cubicBezTo>
                  <a:pt x="130141" y="0"/>
                  <a:pt x="89353" y="40958"/>
                  <a:pt x="89353" y="91345"/>
                </a:cubicBezTo>
                <a:cubicBezTo>
                  <a:pt x="89353" y="122015"/>
                  <a:pt x="104530" y="149162"/>
                  <a:pt x="127769" y="165735"/>
                </a:cubicBezTo>
                <a:cubicBezTo>
                  <a:pt x="121224" y="171069"/>
                  <a:pt x="110032" y="175165"/>
                  <a:pt x="97321" y="179737"/>
                </a:cubicBezTo>
                <a:cubicBezTo>
                  <a:pt x="58620" y="193834"/>
                  <a:pt x="0" y="215074"/>
                  <a:pt x="0" y="305181"/>
                </a:cubicBezTo>
                <a:cubicBezTo>
                  <a:pt x="0" y="308705"/>
                  <a:pt x="2846" y="311563"/>
                  <a:pt x="6355" y="311563"/>
                </a:cubicBezTo>
                <a:lnTo>
                  <a:pt x="193219" y="311563"/>
                </a:lnTo>
                <a:lnTo>
                  <a:pt x="173964" y="344996"/>
                </a:lnTo>
                <a:cubicBezTo>
                  <a:pt x="172825" y="346996"/>
                  <a:pt x="172825" y="349377"/>
                  <a:pt x="173964" y="351377"/>
                </a:cubicBezTo>
                <a:cubicBezTo>
                  <a:pt x="175102" y="353378"/>
                  <a:pt x="177189" y="354521"/>
                  <a:pt x="179465" y="354521"/>
                </a:cubicBezTo>
                <a:lnTo>
                  <a:pt x="309796" y="354521"/>
                </a:lnTo>
                <a:cubicBezTo>
                  <a:pt x="312072" y="354521"/>
                  <a:pt x="314159" y="353282"/>
                  <a:pt x="315297" y="351377"/>
                </a:cubicBezTo>
                <a:cubicBezTo>
                  <a:pt x="316436" y="349377"/>
                  <a:pt x="316436" y="346996"/>
                  <a:pt x="315297" y="344996"/>
                </a:cubicBezTo>
                <a:lnTo>
                  <a:pt x="296042" y="311563"/>
                </a:lnTo>
                <a:lnTo>
                  <a:pt x="354283" y="311563"/>
                </a:lnTo>
                <a:cubicBezTo>
                  <a:pt x="357792" y="311563"/>
                  <a:pt x="360638" y="308705"/>
                  <a:pt x="360638" y="305181"/>
                </a:cubicBezTo>
                <a:cubicBezTo>
                  <a:pt x="360638" y="214979"/>
                  <a:pt x="302113" y="193739"/>
                  <a:pt x="263317" y="179737"/>
                </a:cubicBezTo>
                <a:close/>
                <a:moveTo>
                  <a:pt x="101969" y="91249"/>
                </a:moveTo>
                <a:cubicBezTo>
                  <a:pt x="101969" y="47911"/>
                  <a:pt x="137065" y="12573"/>
                  <a:pt x="180319" y="12573"/>
                </a:cubicBezTo>
                <a:cubicBezTo>
                  <a:pt x="223573" y="12573"/>
                  <a:pt x="258669" y="47816"/>
                  <a:pt x="258669" y="91249"/>
                </a:cubicBezTo>
                <a:cubicBezTo>
                  <a:pt x="258669" y="134684"/>
                  <a:pt x="223573" y="169926"/>
                  <a:pt x="180319" y="169926"/>
                </a:cubicBezTo>
                <a:cubicBezTo>
                  <a:pt x="137065" y="169926"/>
                  <a:pt x="101969" y="134684"/>
                  <a:pt x="101969" y="91249"/>
                </a:cubicBezTo>
                <a:close/>
                <a:moveTo>
                  <a:pt x="190374" y="341757"/>
                </a:moveTo>
                <a:lnTo>
                  <a:pt x="244536" y="247555"/>
                </a:lnTo>
                <a:lnTo>
                  <a:pt x="298698" y="341757"/>
                </a:lnTo>
                <a:lnTo>
                  <a:pt x="190374" y="341757"/>
                </a:lnTo>
                <a:close/>
                <a:moveTo>
                  <a:pt x="288643" y="298799"/>
                </a:moveTo>
                <a:lnTo>
                  <a:pt x="250037" y="231648"/>
                </a:lnTo>
                <a:cubicBezTo>
                  <a:pt x="247761" y="227743"/>
                  <a:pt x="241311" y="227743"/>
                  <a:pt x="239034" y="231648"/>
                </a:cubicBezTo>
                <a:lnTo>
                  <a:pt x="200428" y="298799"/>
                </a:lnTo>
                <a:lnTo>
                  <a:pt x="12711" y="298799"/>
                </a:lnTo>
                <a:cubicBezTo>
                  <a:pt x="15272" y="222980"/>
                  <a:pt x="62984" y="205645"/>
                  <a:pt x="101495" y="191738"/>
                </a:cubicBezTo>
                <a:cubicBezTo>
                  <a:pt x="117146" y="186119"/>
                  <a:pt x="130805" y="181070"/>
                  <a:pt x="138867" y="172593"/>
                </a:cubicBezTo>
                <a:cubicBezTo>
                  <a:pt x="151293" y="178975"/>
                  <a:pt x="165332" y="182690"/>
                  <a:pt x="180224" y="182690"/>
                </a:cubicBezTo>
                <a:cubicBezTo>
                  <a:pt x="195116" y="182690"/>
                  <a:pt x="209155" y="178975"/>
                  <a:pt x="221581" y="172593"/>
                </a:cubicBezTo>
                <a:cubicBezTo>
                  <a:pt x="229643" y="181070"/>
                  <a:pt x="243397" y="186119"/>
                  <a:pt x="258954" y="191738"/>
                </a:cubicBezTo>
                <a:cubicBezTo>
                  <a:pt x="297465" y="205740"/>
                  <a:pt x="345177" y="223076"/>
                  <a:pt x="347738" y="298799"/>
                </a:cubicBezTo>
                <a:lnTo>
                  <a:pt x="288548" y="298799"/>
                </a:lnTo>
                <a:close/>
                <a:moveTo>
                  <a:pt x="244536" y="271272"/>
                </a:moveTo>
                <a:cubicBezTo>
                  <a:pt x="248045" y="271272"/>
                  <a:pt x="250891" y="274130"/>
                  <a:pt x="250891" y="277654"/>
                </a:cubicBezTo>
                <a:lnTo>
                  <a:pt x="250891" y="308801"/>
                </a:lnTo>
                <a:cubicBezTo>
                  <a:pt x="250891" y="312325"/>
                  <a:pt x="248045" y="315182"/>
                  <a:pt x="244536" y="315182"/>
                </a:cubicBezTo>
                <a:cubicBezTo>
                  <a:pt x="241026" y="315182"/>
                  <a:pt x="238180" y="312325"/>
                  <a:pt x="238180" y="308801"/>
                </a:cubicBezTo>
                <a:lnTo>
                  <a:pt x="238180" y="277654"/>
                </a:lnTo>
                <a:cubicBezTo>
                  <a:pt x="238180" y="274130"/>
                  <a:pt x="241026" y="271272"/>
                  <a:pt x="244536" y="271272"/>
                </a:cubicBezTo>
                <a:close/>
                <a:moveTo>
                  <a:pt x="251839" y="327279"/>
                </a:moveTo>
                <a:cubicBezTo>
                  <a:pt x="251839" y="331280"/>
                  <a:pt x="248614" y="334613"/>
                  <a:pt x="244536" y="334613"/>
                </a:cubicBezTo>
                <a:cubicBezTo>
                  <a:pt x="240457" y="334613"/>
                  <a:pt x="237232" y="331375"/>
                  <a:pt x="237232" y="327279"/>
                </a:cubicBezTo>
                <a:cubicBezTo>
                  <a:pt x="237232" y="323183"/>
                  <a:pt x="240457" y="319945"/>
                  <a:pt x="244536" y="319945"/>
                </a:cubicBezTo>
                <a:cubicBezTo>
                  <a:pt x="248614" y="319945"/>
                  <a:pt x="251839" y="323183"/>
                  <a:pt x="251839" y="32727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6" name="Graphic 164">
            <a:extLst>
              <a:ext uri="{FF2B5EF4-FFF2-40B4-BE49-F238E27FC236}">
                <a16:creationId xmlns:a16="http://schemas.microsoft.com/office/drawing/2014/main" id="{6B955F02-608D-7EF7-1984-F1F65B32CDC9}"/>
              </a:ext>
            </a:extLst>
          </p:cNvPr>
          <p:cNvSpPr/>
          <p:nvPr/>
        </p:nvSpPr>
        <p:spPr>
          <a:xfrm>
            <a:off x="8785221" y="795115"/>
            <a:ext cx="490703" cy="489149"/>
          </a:xfrm>
          <a:custGeom>
            <a:avLst/>
            <a:gdLst>
              <a:gd name="connsiteX0" fmla="*/ 265593 w 363673"/>
              <a:gd name="connsiteY0" fmla="*/ 181356 h 362521"/>
              <a:gd name="connsiteX1" fmla="*/ 234860 w 363673"/>
              <a:gd name="connsiteY1" fmla="*/ 167164 h 362521"/>
              <a:gd name="connsiteX2" fmla="*/ 273561 w 363673"/>
              <a:gd name="connsiteY2" fmla="*/ 92107 h 362521"/>
              <a:gd name="connsiteX3" fmla="*/ 181837 w 363673"/>
              <a:gd name="connsiteY3" fmla="*/ 0 h 362521"/>
              <a:gd name="connsiteX4" fmla="*/ 90112 w 363673"/>
              <a:gd name="connsiteY4" fmla="*/ 92107 h 362521"/>
              <a:gd name="connsiteX5" fmla="*/ 128813 w 363673"/>
              <a:gd name="connsiteY5" fmla="*/ 167164 h 362521"/>
              <a:gd name="connsiteX6" fmla="*/ 98080 w 363673"/>
              <a:gd name="connsiteY6" fmla="*/ 181356 h 362521"/>
              <a:gd name="connsiteX7" fmla="*/ 0 w 363673"/>
              <a:gd name="connsiteY7" fmla="*/ 307848 h 362521"/>
              <a:gd name="connsiteX8" fmla="*/ 6355 w 363673"/>
              <a:gd name="connsiteY8" fmla="*/ 314230 h 362521"/>
              <a:gd name="connsiteX9" fmla="*/ 196919 w 363673"/>
              <a:gd name="connsiteY9" fmla="*/ 314230 h 362521"/>
              <a:gd name="connsiteX10" fmla="*/ 196919 w 363673"/>
              <a:gd name="connsiteY10" fmla="*/ 356140 h 362521"/>
              <a:gd name="connsiteX11" fmla="*/ 203274 w 363673"/>
              <a:gd name="connsiteY11" fmla="*/ 362521 h 362521"/>
              <a:gd name="connsiteX12" fmla="*/ 293196 w 363673"/>
              <a:gd name="connsiteY12" fmla="*/ 362521 h 362521"/>
              <a:gd name="connsiteX13" fmla="*/ 299551 w 363673"/>
              <a:gd name="connsiteY13" fmla="*/ 356140 h 362521"/>
              <a:gd name="connsiteX14" fmla="*/ 299551 w 363673"/>
              <a:gd name="connsiteY14" fmla="*/ 314230 h 362521"/>
              <a:gd name="connsiteX15" fmla="*/ 357318 w 363673"/>
              <a:gd name="connsiteY15" fmla="*/ 314230 h 362521"/>
              <a:gd name="connsiteX16" fmla="*/ 363673 w 363673"/>
              <a:gd name="connsiteY16" fmla="*/ 307848 h 362521"/>
              <a:gd name="connsiteX17" fmla="*/ 265593 w 363673"/>
              <a:gd name="connsiteY17" fmla="*/ 181356 h 362521"/>
              <a:gd name="connsiteX18" fmla="*/ 102823 w 363673"/>
              <a:gd name="connsiteY18" fmla="*/ 92202 h 362521"/>
              <a:gd name="connsiteX19" fmla="*/ 181837 w 363673"/>
              <a:gd name="connsiteY19" fmla="*/ 12859 h 362521"/>
              <a:gd name="connsiteX20" fmla="*/ 260851 w 363673"/>
              <a:gd name="connsiteY20" fmla="*/ 92202 h 362521"/>
              <a:gd name="connsiteX21" fmla="*/ 181837 w 363673"/>
              <a:gd name="connsiteY21" fmla="*/ 171545 h 362521"/>
              <a:gd name="connsiteX22" fmla="*/ 102823 w 363673"/>
              <a:gd name="connsiteY22" fmla="*/ 92202 h 362521"/>
              <a:gd name="connsiteX23" fmla="*/ 286746 w 363673"/>
              <a:gd name="connsiteY23" fmla="*/ 349853 h 362521"/>
              <a:gd name="connsiteX24" fmla="*/ 209629 w 363673"/>
              <a:gd name="connsiteY24" fmla="*/ 349853 h 362521"/>
              <a:gd name="connsiteX25" fmla="*/ 209629 w 363673"/>
              <a:gd name="connsiteY25" fmla="*/ 289846 h 362521"/>
              <a:gd name="connsiteX26" fmla="*/ 286746 w 363673"/>
              <a:gd name="connsiteY26" fmla="*/ 289846 h 362521"/>
              <a:gd name="connsiteX27" fmla="*/ 286746 w 363673"/>
              <a:gd name="connsiteY27" fmla="*/ 349853 h 362521"/>
              <a:gd name="connsiteX28" fmla="*/ 269862 w 363673"/>
              <a:gd name="connsiteY28" fmla="*/ 277082 h 362521"/>
              <a:gd name="connsiteX29" fmla="*/ 225754 w 363673"/>
              <a:gd name="connsiteY29" fmla="*/ 277082 h 362521"/>
              <a:gd name="connsiteX30" fmla="*/ 225754 w 363673"/>
              <a:gd name="connsiteY30" fmla="*/ 265176 h 362521"/>
              <a:gd name="connsiteX31" fmla="*/ 247856 w 363673"/>
              <a:gd name="connsiteY31" fmla="*/ 240697 h 362521"/>
              <a:gd name="connsiteX32" fmla="*/ 269957 w 363673"/>
              <a:gd name="connsiteY32" fmla="*/ 265176 h 362521"/>
              <a:gd name="connsiteX33" fmla="*/ 269957 w 363673"/>
              <a:gd name="connsiteY33" fmla="*/ 277082 h 362521"/>
              <a:gd name="connsiteX34" fmla="*/ 299551 w 363673"/>
              <a:gd name="connsiteY34" fmla="*/ 301466 h 362521"/>
              <a:gd name="connsiteX35" fmla="*/ 299551 w 363673"/>
              <a:gd name="connsiteY35" fmla="*/ 283464 h 362521"/>
              <a:gd name="connsiteX36" fmla="*/ 293196 w 363673"/>
              <a:gd name="connsiteY36" fmla="*/ 277082 h 362521"/>
              <a:gd name="connsiteX37" fmla="*/ 282762 w 363673"/>
              <a:gd name="connsiteY37" fmla="*/ 277082 h 362521"/>
              <a:gd name="connsiteX38" fmla="*/ 282762 w 363673"/>
              <a:gd name="connsiteY38" fmla="*/ 265176 h 362521"/>
              <a:gd name="connsiteX39" fmla="*/ 247950 w 363673"/>
              <a:gd name="connsiteY39" fmla="*/ 227838 h 362521"/>
              <a:gd name="connsiteX40" fmla="*/ 213139 w 363673"/>
              <a:gd name="connsiteY40" fmla="*/ 265176 h 362521"/>
              <a:gd name="connsiteX41" fmla="*/ 213139 w 363673"/>
              <a:gd name="connsiteY41" fmla="*/ 277082 h 362521"/>
              <a:gd name="connsiteX42" fmla="*/ 203369 w 363673"/>
              <a:gd name="connsiteY42" fmla="*/ 277082 h 362521"/>
              <a:gd name="connsiteX43" fmla="*/ 197013 w 363673"/>
              <a:gd name="connsiteY43" fmla="*/ 283464 h 362521"/>
              <a:gd name="connsiteX44" fmla="*/ 197013 w 363673"/>
              <a:gd name="connsiteY44" fmla="*/ 301466 h 362521"/>
              <a:gd name="connsiteX45" fmla="*/ 12995 w 363673"/>
              <a:gd name="connsiteY45" fmla="*/ 301466 h 362521"/>
              <a:gd name="connsiteX46" fmla="*/ 102538 w 363673"/>
              <a:gd name="connsiteY46" fmla="*/ 193453 h 362521"/>
              <a:gd name="connsiteX47" fmla="*/ 140290 w 363673"/>
              <a:gd name="connsiteY47" fmla="*/ 174117 h 362521"/>
              <a:gd name="connsiteX48" fmla="*/ 182026 w 363673"/>
              <a:gd name="connsiteY48" fmla="*/ 184309 h 362521"/>
              <a:gd name="connsiteX49" fmla="*/ 223762 w 363673"/>
              <a:gd name="connsiteY49" fmla="*/ 174117 h 362521"/>
              <a:gd name="connsiteX50" fmla="*/ 261515 w 363673"/>
              <a:gd name="connsiteY50" fmla="*/ 193453 h 362521"/>
              <a:gd name="connsiteX51" fmla="*/ 351058 w 363673"/>
              <a:gd name="connsiteY51" fmla="*/ 301466 h 362521"/>
              <a:gd name="connsiteX52" fmla="*/ 299836 w 363673"/>
              <a:gd name="connsiteY52" fmla="*/ 301466 h 362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3673" h="362521">
                <a:moveTo>
                  <a:pt x="265593" y="181356"/>
                </a:moveTo>
                <a:cubicBezTo>
                  <a:pt x="252788" y="176689"/>
                  <a:pt x="241405" y="172498"/>
                  <a:pt x="234860" y="167164"/>
                </a:cubicBezTo>
                <a:cubicBezTo>
                  <a:pt x="258195" y="150400"/>
                  <a:pt x="273561" y="123063"/>
                  <a:pt x="273561" y="92107"/>
                </a:cubicBezTo>
                <a:cubicBezTo>
                  <a:pt x="273561" y="41339"/>
                  <a:pt x="232394" y="0"/>
                  <a:pt x="181837" y="0"/>
                </a:cubicBezTo>
                <a:cubicBezTo>
                  <a:pt x="131279" y="0"/>
                  <a:pt x="90112" y="41339"/>
                  <a:pt x="90112" y="92107"/>
                </a:cubicBezTo>
                <a:cubicBezTo>
                  <a:pt x="90112" y="123063"/>
                  <a:pt x="105479" y="150400"/>
                  <a:pt x="128813" y="167164"/>
                </a:cubicBezTo>
                <a:cubicBezTo>
                  <a:pt x="122268" y="172498"/>
                  <a:pt x="110885" y="176689"/>
                  <a:pt x="98080" y="181356"/>
                </a:cubicBezTo>
                <a:cubicBezTo>
                  <a:pt x="59000" y="195548"/>
                  <a:pt x="0" y="216979"/>
                  <a:pt x="0" y="307848"/>
                </a:cubicBezTo>
                <a:cubicBezTo>
                  <a:pt x="0" y="311372"/>
                  <a:pt x="2846" y="314230"/>
                  <a:pt x="6355" y="314230"/>
                </a:cubicBezTo>
                <a:lnTo>
                  <a:pt x="196919" y="314230"/>
                </a:lnTo>
                <a:lnTo>
                  <a:pt x="196919" y="356140"/>
                </a:lnTo>
                <a:cubicBezTo>
                  <a:pt x="196919" y="359664"/>
                  <a:pt x="199764" y="362521"/>
                  <a:pt x="203274" y="362521"/>
                </a:cubicBezTo>
                <a:lnTo>
                  <a:pt x="293196" y="362521"/>
                </a:lnTo>
                <a:cubicBezTo>
                  <a:pt x="296706" y="362521"/>
                  <a:pt x="299551" y="359664"/>
                  <a:pt x="299551" y="356140"/>
                </a:cubicBezTo>
                <a:lnTo>
                  <a:pt x="299551" y="314230"/>
                </a:lnTo>
                <a:lnTo>
                  <a:pt x="357318" y="314230"/>
                </a:lnTo>
                <a:cubicBezTo>
                  <a:pt x="360828" y="314230"/>
                  <a:pt x="363673" y="311372"/>
                  <a:pt x="363673" y="307848"/>
                </a:cubicBezTo>
                <a:cubicBezTo>
                  <a:pt x="363673" y="216884"/>
                  <a:pt x="304674" y="195453"/>
                  <a:pt x="265593" y="181356"/>
                </a:cubicBezTo>
                <a:close/>
                <a:moveTo>
                  <a:pt x="102823" y="92202"/>
                </a:moveTo>
                <a:cubicBezTo>
                  <a:pt x="102823" y="48482"/>
                  <a:pt x="138203" y="12859"/>
                  <a:pt x="181837" y="12859"/>
                </a:cubicBezTo>
                <a:cubicBezTo>
                  <a:pt x="225470" y="12859"/>
                  <a:pt x="260851" y="48387"/>
                  <a:pt x="260851" y="92202"/>
                </a:cubicBezTo>
                <a:cubicBezTo>
                  <a:pt x="260851" y="136017"/>
                  <a:pt x="225470" y="171545"/>
                  <a:pt x="181837" y="171545"/>
                </a:cubicBezTo>
                <a:cubicBezTo>
                  <a:pt x="138203" y="171545"/>
                  <a:pt x="102823" y="136017"/>
                  <a:pt x="102823" y="92202"/>
                </a:cubicBezTo>
                <a:close/>
                <a:moveTo>
                  <a:pt x="286746" y="349853"/>
                </a:moveTo>
                <a:lnTo>
                  <a:pt x="209629" y="349853"/>
                </a:lnTo>
                <a:lnTo>
                  <a:pt x="209629" y="289846"/>
                </a:lnTo>
                <a:lnTo>
                  <a:pt x="286746" y="289846"/>
                </a:lnTo>
                <a:lnTo>
                  <a:pt x="286746" y="349853"/>
                </a:lnTo>
                <a:close/>
                <a:moveTo>
                  <a:pt x="269862" y="277082"/>
                </a:moveTo>
                <a:lnTo>
                  <a:pt x="225754" y="277082"/>
                </a:lnTo>
                <a:lnTo>
                  <a:pt x="225754" y="265176"/>
                </a:lnTo>
                <a:cubicBezTo>
                  <a:pt x="225754" y="250508"/>
                  <a:pt x="234576" y="240697"/>
                  <a:pt x="247856" y="240697"/>
                </a:cubicBezTo>
                <a:cubicBezTo>
                  <a:pt x="261135" y="240697"/>
                  <a:pt x="269957" y="250317"/>
                  <a:pt x="269957" y="265176"/>
                </a:cubicBezTo>
                <a:lnTo>
                  <a:pt x="269957" y="277082"/>
                </a:lnTo>
                <a:close/>
                <a:moveTo>
                  <a:pt x="299551" y="301466"/>
                </a:moveTo>
                <a:lnTo>
                  <a:pt x="299551" y="283464"/>
                </a:lnTo>
                <a:cubicBezTo>
                  <a:pt x="299551" y="279940"/>
                  <a:pt x="296706" y="277082"/>
                  <a:pt x="293196" y="277082"/>
                </a:cubicBezTo>
                <a:lnTo>
                  <a:pt x="282762" y="277082"/>
                </a:lnTo>
                <a:lnTo>
                  <a:pt x="282762" y="265176"/>
                </a:lnTo>
                <a:cubicBezTo>
                  <a:pt x="282762" y="243173"/>
                  <a:pt x="268439" y="227838"/>
                  <a:pt x="247950" y="227838"/>
                </a:cubicBezTo>
                <a:cubicBezTo>
                  <a:pt x="227462" y="227838"/>
                  <a:pt x="213139" y="243173"/>
                  <a:pt x="213139" y="265176"/>
                </a:cubicBezTo>
                <a:lnTo>
                  <a:pt x="213139" y="277082"/>
                </a:lnTo>
                <a:lnTo>
                  <a:pt x="203369" y="277082"/>
                </a:lnTo>
                <a:cubicBezTo>
                  <a:pt x="199859" y="277082"/>
                  <a:pt x="197013" y="279940"/>
                  <a:pt x="197013" y="283464"/>
                </a:cubicBezTo>
                <a:lnTo>
                  <a:pt x="197013" y="301466"/>
                </a:lnTo>
                <a:lnTo>
                  <a:pt x="12995" y="301466"/>
                </a:lnTo>
                <a:cubicBezTo>
                  <a:pt x="15556" y="224981"/>
                  <a:pt x="63648" y="207550"/>
                  <a:pt x="102538" y="193453"/>
                </a:cubicBezTo>
                <a:cubicBezTo>
                  <a:pt x="118284" y="187738"/>
                  <a:pt x="132133" y="182690"/>
                  <a:pt x="140290" y="174117"/>
                </a:cubicBezTo>
                <a:cubicBezTo>
                  <a:pt x="152811" y="180594"/>
                  <a:pt x="166944" y="184309"/>
                  <a:pt x="182026" y="184309"/>
                </a:cubicBezTo>
                <a:cubicBezTo>
                  <a:pt x="197108" y="184309"/>
                  <a:pt x="211242" y="180594"/>
                  <a:pt x="223762" y="174117"/>
                </a:cubicBezTo>
                <a:cubicBezTo>
                  <a:pt x="231920" y="182690"/>
                  <a:pt x="245769" y="187738"/>
                  <a:pt x="261515" y="193453"/>
                </a:cubicBezTo>
                <a:cubicBezTo>
                  <a:pt x="300405" y="207550"/>
                  <a:pt x="348496" y="224981"/>
                  <a:pt x="351058" y="301466"/>
                </a:cubicBezTo>
                <a:lnTo>
                  <a:pt x="299836" y="30146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7" name="Graphic 164">
            <a:extLst>
              <a:ext uri="{FF2B5EF4-FFF2-40B4-BE49-F238E27FC236}">
                <a16:creationId xmlns:a16="http://schemas.microsoft.com/office/drawing/2014/main" id="{C6BFA128-3EA2-8BBB-8BB0-38B69745D7CE}"/>
              </a:ext>
            </a:extLst>
          </p:cNvPr>
          <p:cNvSpPr/>
          <p:nvPr/>
        </p:nvSpPr>
        <p:spPr>
          <a:xfrm>
            <a:off x="9445621" y="795115"/>
            <a:ext cx="490703" cy="489149"/>
          </a:xfrm>
          <a:custGeom>
            <a:avLst/>
            <a:gdLst>
              <a:gd name="connsiteX0" fmla="*/ 265593 w 363673"/>
              <a:gd name="connsiteY0" fmla="*/ 181356 h 362521"/>
              <a:gd name="connsiteX1" fmla="*/ 234860 w 363673"/>
              <a:gd name="connsiteY1" fmla="*/ 167164 h 362521"/>
              <a:gd name="connsiteX2" fmla="*/ 273561 w 363673"/>
              <a:gd name="connsiteY2" fmla="*/ 92107 h 362521"/>
              <a:gd name="connsiteX3" fmla="*/ 181837 w 363673"/>
              <a:gd name="connsiteY3" fmla="*/ 0 h 362521"/>
              <a:gd name="connsiteX4" fmla="*/ 90112 w 363673"/>
              <a:gd name="connsiteY4" fmla="*/ 92107 h 362521"/>
              <a:gd name="connsiteX5" fmla="*/ 128813 w 363673"/>
              <a:gd name="connsiteY5" fmla="*/ 167164 h 362521"/>
              <a:gd name="connsiteX6" fmla="*/ 98080 w 363673"/>
              <a:gd name="connsiteY6" fmla="*/ 181356 h 362521"/>
              <a:gd name="connsiteX7" fmla="*/ 0 w 363673"/>
              <a:gd name="connsiteY7" fmla="*/ 307848 h 362521"/>
              <a:gd name="connsiteX8" fmla="*/ 6355 w 363673"/>
              <a:gd name="connsiteY8" fmla="*/ 314230 h 362521"/>
              <a:gd name="connsiteX9" fmla="*/ 196919 w 363673"/>
              <a:gd name="connsiteY9" fmla="*/ 314230 h 362521"/>
              <a:gd name="connsiteX10" fmla="*/ 196919 w 363673"/>
              <a:gd name="connsiteY10" fmla="*/ 356140 h 362521"/>
              <a:gd name="connsiteX11" fmla="*/ 203274 w 363673"/>
              <a:gd name="connsiteY11" fmla="*/ 362521 h 362521"/>
              <a:gd name="connsiteX12" fmla="*/ 293196 w 363673"/>
              <a:gd name="connsiteY12" fmla="*/ 362521 h 362521"/>
              <a:gd name="connsiteX13" fmla="*/ 299551 w 363673"/>
              <a:gd name="connsiteY13" fmla="*/ 356140 h 362521"/>
              <a:gd name="connsiteX14" fmla="*/ 299551 w 363673"/>
              <a:gd name="connsiteY14" fmla="*/ 314230 h 362521"/>
              <a:gd name="connsiteX15" fmla="*/ 357318 w 363673"/>
              <a:gd name="connsiteY15" fmla="*/ 314230 h 362521"/>
              <a:gd name="connsiteX16" fmla="*/ 363673 w 363673"/>
              <a:gd name="connsiteY16" fmla="*/ 307848 h 362521"/>
              <a:gd name="connsiteX17" fmla="*/ 265593 w 363673"/>
              <a:gd name="connsiteY17" fmla="*/ 181356 h 362521"/>
              <a:gd name="connsiteX18" fmla="*/ 102823 w 363673"/>
              <a:gd name="connsiteY18" fmla="*/ 92202 h 362521"/>
              <a:gd name="connsiteX19" fmla="*/ 181837 w 363673"/>
              <a:gd name="connsiteY19" fmla="*/ 12859 h 362521"/>
              <a:gd name="connsiteX20" fmla="*/ 260851 w 363673"/>
              <a:gd name="connsiteY20" fmla="*/ 92202 h 362521"/>
              <a:gd name="connsiteX21" fmla="*/ 181837 w 363673"/>
              <a:gd name="connsiteY21" fmla="*/ 171545 h 362521"/>
              <a:gd name="connsiteX22" fmla="*/ 102823 w 363673"/>
              <a:gd name="connsiteY22" fmla="*/ 92202 h 362521"/>
              <a:gd name="connsiteX23" fmla="*/ 286746 w 363673"/>
              <a:gd name="connsiteY23" fmla="*/ 349853 h 362521"/>
              <a:gd name="connsiteX24" fmla="*/ 209629 w 363673"/>
              <a:gd name="connsiteY24" fmla="*/ 349853 h 362521"/>
              <a:gd name="connsiteX25" fmla="*/ 209629 w 363673"/>
              <a:gd name="connsiteY25" fmla="*/ 289846 h 362521"/>
              <a:gd name="connsiteX26" fmla="*/ 286746 w 363673"/>
              <a:gd name="connsiteY26" fmla="*/ 289846 h 362521"/>
              <a:gd name="connsiteX27" fmla="*/ 286746 w 363673"/>
              <a:gd name="connsiteY27" fmla="*/ 349853 h 362521"/>
              <a:gd name="connsiteX28" fmla="*/ 269862 w 363673"/>
              <a:gd name="connsiteY28" fmla="*/ 277082 h 362521"/>
              <a:gd name="connsiteX29" fmla="*/ 225754 w 363673"/>
              <a:gd name="connsiteY29" fmla="*/ 277082 h 362521"/>
              <a:gd name="connsiteX30" fmla="*/ 225754 w 363673"/>
              <a:gd name="connsiteY30" fmla="*/ 265176 h 362521"/>
              <a:gd name="connsiteX31" fmla="*/ 247856 w 363673"/>
              <a:gd name="connsiteY31" fmla="*/ 240697 h 362521"/>
              <a:gd name="connsiteX32" fmla="*/ 269957 w 363673"/>
              <a:gd name="connsiteY32" fmla="*/ 265176 h 362521"/>
              <a:gd name="connsiteX33" fmla="*/ 269957 w 363673"/>
              <a:gd name="connsiteY33" fmla="*/ 277082 h 362521"/>
              <a:gd name="connsiteX34" fmla="*/ 299551 w 363673"/>
              <a:gd name="connsiteY34" fmla="*/ 301466 h 362521"/>
              <a:gd name="connsiteX35" fmla="*/ 299551 w 363673"/>
              <a:gd name="connsiteY35" fmla="*/ 283464 h 362521"/>
              <a:gd name="connsiteX36" fmla="*/ 293196 w 363673"/>
              <a:gd name="connsiteY36" fmla="*/ 277082 h 362521"/>
              <a:gd name="connsiteX37" fmla="*/ 282762 w 363673"/>
              <a:gd name="connsiteY37" fmla="*/ 277082 h 362521"/>
              <a:gd name="connsiteX38" fmla="*/ 282762 w 363673"/>
              <a:gd name="connsiteY38" fmla="*/ 265176 h 362521"/>
              <a:gd name="connsiteX39" fmla="*/ 247950 w 363673"/>
              <a:gd name="connsiteY39" fmla="*/ 227838 h 362521"/>
              <a:gd name="connsiteX40" fmla="*/ 213139 w 363673"/>
              <a:gd name="connsiteY40" fmla="*/ 265176 h 362521"/>
              <a:gd name="connsiteX41" fmla="*/ 213139 w 363673"/>
              <a:gd name="connsiteY41" fmla="*/ 277082 h 362521"/>
              <a:gd name="connsiteX42" fmla="*/ 203369 w 363673"/>
              <a:gd name="connsiteY42" fmla="*/ 277082 h 362521"/>
              <a:gd name="connsiteX43" fmla="*/ 197013 w 363673"/>
              <a:gd name="connsiteY43" fmla="*/ 283464 h 362521"/>
              <a:gd name="connsiteX44" fmla="*/ 197013 w 363673"/>
              <a:gd name="connsiteY44" fmla="*/ 301466 h 362521"/>
              <a:gd name="connsiteX45" fmla="*/ 12995 w 363673"/>
              <a:gd name="connsiteY45" fmla="*/ 301466 h 362521"/>
              <a:gd name="connsiteX46" fmla="*/ 102538 w 363673"/>
              <a:gd name="connsiteY46" fmla="*/ 193453 h 362521"/>
              <a:gd name="connsiteX47" fmla="*/ 140290 w 363673"/>
              <a:gd name="connsiteY47" fmla="*/ 174117 h 362521"/>
              <a:gd name="connsiteX48" fmla="*/ 182026 w 363673"/>
              <a:gd name="connsiteY48" fmla="*/ 184309 h 362521"/>
              <a:gd name="connsiteX49" fmla="*/ 223762 w 363673"/>
              <a:gd name="connsiteY49" fmla="*/ 174117 h 362521"/>
              <a:gd name="connsiteX50" fmla="*/ 261515 w 363673"/>
              <a:gd name="connsiteY50" fmla="*/ 193453 h 362521"/>
              <a:gd name="connsiteX51" fmla="*/ 351058 w 363673"/>
              <a:gd name="connsiteY51" fmla="*/ 301466 h 362521"/>
              <a:gd name="connsiteX52" fmla="*/ 299836 w 363673"/>
              <a:gd name="connsiteY52" fmla="*/ 301466 h 362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3673" h="362521">
                <a:moveTo>
                  <a:pt x="265593" y="181356"/>
                </a:moveTo>
                <a:cubicBezTo>
                  <a:pt x="252788" y="176689"/>
                  <a:pt x="241405" y="172498"/>
                  <a:pt x="234860" y="167164"/>
                </a:cubicBezTo>
                <a:cubicBezTo>
                  <a:pt x="258195" y="150400"/>
                  <a:pt x="273561" y="123063"/>
                  <a:pt x="273561" y="92107"/>
                </a:cubicBezTo>
                <a:cubicBezTo>
                  <a:pt x="273561" y="41339"/>
                  <a:pt x="232394" y="0"/>
                  <a:pt x="181837" y="0"/>
                </a:cubicBezTo>
                <a:cubicBezTo>
                  <a:pt x="131279" y="0"/>
                  <a:pt x="90112" y="41339"/>
                  <a:pt x="90112" y="92107"/>
                </a:cubicBezTo>
                <a:cubicBezTo>
                  <a:pt x="90112" y="123063"/>
                  <a:pt x="105479" y="150400"/>
                  <a:pt x="128813" y="167164"/>
                </a:cubicBezTo>
                <a:cubicBezTo>
                  <a:pt x="122268" y="172498"/>
                  <a:pt x="110885" y="176689"/>
                  <a:pt x="98080" y="181356"/>
                </a:cubicBezTo>
                <a:cubicBezTo>
                  <a:pt x="59000" y="195548"/>
                  <a:pt x="0" y="216979"/>
                  <a:pt x="0" y="307848"/>
                </a:cubicBezTo>
                <a:cubicBezTo>
                  <a:pt x="0" y="311372"/>
                  <a:pt x="2846" y="314230"/>
                  <a:pt x="6355" y="314230"/>
                </a:cubicBezTo>
                <a:lnTo>
                  <a:pt x="196919" y="314230"/>
                </a:lnTo>
                <a:lnTo>
                  <a:pt x="196919" y="356140"/>
                </a:lnTo>
                <a:cubicBezTo>
                  <a:pt x="196919" y="359664"/>
                  <a:pt x="199764" y="362521"/>
                  <a:pt x="203274" y="362521"/>
                </a:cubicBezTo>
                <a:lnTo>
                  <a:pt x="293196" y="362521"/>
                </a:lnTo>
                <a:cubicBezTo>
                  <a:pt x="296706" y="362521"/>
                  <a:pt x="299551" y="359664"/>
                  <a:pt x="299551" y="356140"/>
                </a:cubicBezTo>
                <a:lnTo>
                  <a:pt x="299551" y="314230"/>
                </a:lnTo>
                <a:lnTo>
                  <a:pt x="357318" y="314230"/>
                </a:lnTo>
                <a:cubicBezTo>
                  <a:pt x="360828" y="314230"/>
                  <a:pt x="363673" y="311372"/>
                  <a:pt x="363673" y="307848"/>
                </a:cubicBezTo>
                <a:cubicBezTo>
                  <a:pt x="363673" y="216884"/>
                  <a:pt x="304674" y="195453"/>
                  <a:pt x="265593" y="181356"/>
                </a:cubicBezTo>
                <a:close/>
                <a:moveTo>
                  <a:pt x="102823" y="92202"/>
                </a:moveTo>
                <a:cubicBezTo>
                  <a:pt x="102823" y="48482"/>
                  <a:pt x="138203" y="12859"/>
                  <a:pt x="181837" y="12859"/>
                </a:cubicBezTo>
                <a:cubicBezTo>
                  <a:pt x="225470" y="12859"/>
                  <a:pt x="260851" y="48387"/>
                  <a:pt x="260851" y="92202"/>
                </a:cubicBezTo>
                <a:cubicBezTo>
                  <a:pt x="260851" y="136017"/>
                  <a:pt x="225470" y="171545"/>
                  <a:pt x="181837" y="171545"/>
                </a:cubicBezTo>
                <a:cubicBezTo>
                  <a:pt x="138203" y="171545"/>
                  <a:pt x="102823" y="136017"/>
                  <a:pt x="102823" y="92202"/>
                </a:cubicBezTo>
                <a:close/>
                <a:moveTo>
                  <a:pt x="286746" y="349853"/>
                </a:moveTo>
                <a:lnTo>
                  <a:pt x="209629" y="349853"/>
                </a:lnTo>
                <a:lnTo>
                  <a:pt x="209629" y="289846"/>
                </a:lnTo>
                <a:lnTo>
                  <a:pt x="286746" y="289846"/>
                </a:lnTo>
                <a:lnTo>
                  <a:pt x="286746" y="349853"/>
                </a:lnTo>
                <a:close/>
                <a:moveTo>
                  <a:pt x="269862" y="277082"/>
                </a:moveTo>
                <a:lnTo>
                  <a:pt x="225754" y="277082"/>
                </a:lnTo>
                <a:lnTo>
                  <a:pt x="225754" y="265176"/>
                </a:lnTo>
                <a:cubicBezTo>
                  <a:pt x="225754" y="250508"/>
                  <a:pt x="234576" y="240697"/>
                  <a:pt x="247856" y="240697"/>
                </a:cubicBezTo>
                <a:cubicBezTo>
                  <a:pt x="261135" y="240697"/>
                  <a:pt x="269957" y="250317"/>
                  <a:pt x="269957" y="265176"/>
                </a:cubicBezTo>
                <a:lnTo>
                  <a:pt x="269957" y="277082"/>
                </a:lnTo>
                <a:close/>
                <a:moveTo>
                  <a:pt x="299551" y="301466"/>
                </a:moveTo>
                <a:lnTo>
                  <a:pt x="299551" y="283464"/>
                </a:lnTo>
                <a:cubicBezTo>
                  <a:pt x="299551" y="279940"/>
                  <a:pt x="296706" y="277082"/>
                  <a:pt x="293196" y="277082"/>
                </a:cubicBezTo>
                <a:lnTo>
                  <a:pt x="282762" y="277082"/>
                </a:lnTo>
                <a:lnTo>
                  <a:pt x="282762" y="265176"/>
                </a:lnTo>
                <a:cubicBezTo>
                  <a:pt x="282762" y="243173"/>
                  <a:pt x="268439" y="227838"/>
                  <a:pt x="247950" y="227838"/>
                </a:cubicBezTo>
                <a:cubicBezTo>
                  <a:pt x="227462" y="227838"/>
                  <a:pt x="213139" y="243173"/>
                  <a:pt x="213139" y="265176"/>
                </a:cubicBezTo>
                <a:lnTo>
                  <a:pt x="213139" y="277082"/>
                </a:lnTo>
                <a:lnTo>
                  <a:pt x="203369" y="277082"/>
                </a:lnTo>
                <a:cubicBezTo>
                  <a:pt x="199859" y="277082"/>
                  <a:pt x="197013" y="279940"/>
                  <a:pt x="197013" y="283464"/>
                </a:cubicBezTo>
                <a:lnTo>
                  <a:pt x="197013" y="301466"/>
                </a:lnTo>
                <a:lnTo>
                  <a:pt x="12995" y="301466"/>
                </a:lnTo>
                <a:cubicBezTo>
                  <a:pt x="15556" y="224981"/>
                  <a:pt x="63648" y="207550"/>
                  <a:pt x="102538" y="193453"/>
                </a:cubicBezTo>
                <a:cubicBezTo>
                  <a:pt x="118284" y="187738"/>
                  <a:pt x="132133" y="182690"/>
                  <a:pt x="140290" y="174117"/>
                </a:cubicBezTo>
                <a:cubicBezTo>
                  <a:pt x="152811" y="180594"/>
                  <a:pt x="166944" y="184309"/>
                  <a:pt x="182026" y="184309"/>
                </a:cubicBezTo>
                <a:cubicBezTo>
                  <a:pt x="197108" y="184309"/>
                  <a:pt x="211242" y="180594"/>
                  <a:pt x="223762" y="174117"/>
                </a:cubicBezTo>
                <a:cubicBezTo>
                  <a:pt x="231920" y="182690"/>
                  <a:pt x="245769" y="187738"/>
                  <a:pt x="261515" y="193453"/>
                </a:cubicBezTo>
                <a:cubicBezTo>
                  <a:pt x="300405" y="207550"/>
                  <a:pt x="348496" y="224981"/>
                  <a:pt x="351058" y="301466"/>
                </a:cubicBezTo>
                <a:lnTo>
                  <a:pt x="299836" y="30146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8" name="Graphic 164">
            <a:extLst>
              <a:ext uri="{FF2B5EF4-FFF2-40B4-BE49-F238E27FC236}">
                <a16:creationId xmlns:a16="http://schemas.microsoft.com/office/drawing/2014/main" id="{7A69C001-4651-61F3-5B7A-DBC55CF9C4A0}"/>
              </a:ext>
            </a:extLst>
          </p:cNvPr>
          <p:cNvSpPr/>
          <p:nvPr/>
        </p:nvSpPr>
        <p:spPr>
          <a:xfrm>
            <a:off x="8785221" y="1436465"/>
            <a:ext cx="490703" cy="489149"/>
          </a:xfrm>
          <a:custGeom>
            <a:avLst/>
            <a:gdLst>
              <a:gd name="connsiteX0" fmla="*/ 265593 w 363673"/>
              <a:gd name="connsiteY0" fmla="*/ 181356 h 362521"/>
              <a:gd name="connsiteX1" fmla="*/ 234860 w 363673"/>
              <a:gd name="connsiteY1" fmla="*/ 167164 h 362521"/>
              <a:gd name="connsiteX2" fmla="*/ 273561 w 363673"/>
              <a:gd name="connsiteY2" fmla="*/ 92107 h 362521"/>
              <a:gd name="connsiteX3" fmla="*/ 181837 w 363673"/>
              <a:gd name="connsiteY3" fmla="*/ 0 h 362521"/>
              <a:gd name="connsiteX4" fmla="*/ 90112 w 363673"/>
              <a:gd name="connsiteY4" fmla="*/ 92107 h 362521"/>
              <a:gd name="connsiteX5" fmla="*/ 128813 w 363673"/>
              <a:gd name="connsiteY5" fmla="*/ 167164 h 362521"/>
              <a:gd name="connsiteX6" fmla="*/ 98080 w 363673"/>
              <a:gd name="connsiteY6" fmla="*/ 181356 h 362521"/>
              <a:gd name="connsiteX7" fmla="*/ 0 w 363673"/>
              <a:gd name="connsiteY7" fmla="*/ 307848 h 362521"/>
              <a:gd name="connsiteX8" fmla="*/ 6355 w 363673"/>
              <a:gd name="connsiteY8" fmla="*/ 314230 h 362521"/>
              <a:gd name="connsiteX9" fmla="*/ 196919 w 363673"/>
              <a:gd name="connsiteY9" fmla="*/ 314230 h 362521"/>
              <a:gd name="connsiteX10" fmla="*/ 196919 w 363673"/>
              <a:gd name="connsiteY10" fmla="*/ 356140 h 362521"/>
              <a:gd name="connsiteX11" fmla="*/ 203274 w 363673"/>
              <a:gd name="connsiteY11" fmla="*/ 362521 h 362521"/>
              <a:gd name="connsiteX12" fmla="*/ 293196 w 363673"/>
              <a:gd name="connsiteY12" fmla="*/ 362521 h 362521"/>
              <a:gd name="connsiteX13" fmla="*/ 299551 w 363673"/>
              <a:gd name="connsiteY13" fmla="*/ 356140 h 362521"/>
              <a:gd name="connsiteX14" fmla="*/ 299551 w 363673"/>
              <a:gd name="connsiteY14" fmla="*/ 314230 h 362521"/>
              <a:gd name="connsiteX15" fmla="*/ 357318 w 363673"/>
              <a:gd name="connsiteY15" fmla="*/ 314230 h 362521"/>
              <a:gd name="connsiteX16" fmla="*/ 363673 w 363673"/>
              <a:gd name="connsiteY16" fmla="*/ 307848 h 362521"/>
              <a:gd name="connsiteX17" fmla="*/ 265593 w 363673"/>
              <a:gd name="connsiteY17" fmla="*/ 181356 h 362521"/>
              <a:gd name="connsiteX18" fmla="*/ 102823 w 363673"/>
              <a:gd name="connsiteY18" fmla="*/ 92202 h 362521"/>
              <a:gd name="connsiteX19" fmla="*/ 181837 w 363673"/>
              <a:gd name="connsiteY19" fmla="*/ 12859 h 362521"/>
              <a:gd name="connsiteX20" fmla="*/ 260851 w 363673"/>
              <a:gd name="connsiteY20" fmla="*/ 92202 h 362521"/>
              <a:gd name="connsiteX21" fmla="*/ 181837 w 363673"/>
              <a:gd name="connsiteY21" fmla="*/ 171545 h 362521"/>
              <a:gd name="connsiteX22" fmla="*/ 102823 w 363673"/>
              <a:gd name="connsiteY22" fmla="*/ 92202 h 362521"/>
              <a:gd name="connsiteX23" fmla="*/ 286746 w 363673"/>
              <a:gd name="connsiteY23" fmla="*/ 349853 h 362521"/>
              <a:gd name="connsiteX24" fmla="*/ 209629 w 363673"/>
              <a:gd name="connsiteY24" fmla="*/ 349853 h 362521"/>
              <a:gd name="connsiteX25" fmla="*/ 209629 w 363673"/>
              <a:gd name="connsiteY25" fmla="*/ 289846 h 362521"/>
              <a:gd name="connsiteX26" fmla="*/ 286746 w 363673"/>
              <a:gd name="connsiteY26" fmla="*/ 289846 h 362521"/>
              <a:gd name="connsiteX27" fmla="*/ 286746 w 363673"/>
              <a:gd name="connsiteY27" fmla="*/ 349853 h 362521"/>
              <a:gd name="connsiteX28" fmla="*/ 269862 w 363673"/>
              <a:gd name="connsiteY28" fmla="*/ 277082 h 362521"/>
              <a:gd name="connsiteX29" fmla="*/ 225754 w 363673"/>
              <a:gd name="connsiteY29" fmla="*/ 277082 h 362521"/>
              <a:gd name="connsiteX30" fmla="*/ 225754 w 363673"/>
              <a:gd name="connsiteY30" fmla="*/ 265176 h 362521"/>
              <a:gd name="connsiteX31" fmla="*/ 247856 w 363673"/>
              <a:gd name="connsiteY31" fmla="*/ 240697 h 362521"/>
              <a:gd name="connsiteX32" fmla="*/ 269957 w 363673"/>
              <a:gd name="connsiteY32" fmla="*/ 265176 h 362521"/>
              <a:gd name="connsiteX33" fmla="*/ 269957 w 363673"/>
              <a:gd name="connsiteY33" fmla="*/ 277082 h 362521"/>
              <a:gd name="connsiteX34" fmla="*/ 299551 w 363673"/>
              <a:gd name="connsiteY34" fmla="*/ 301466 h 362521"/>
              <a:gd name="connsiteX35" fmla="*/ 299551 w 363673"/>
              <a:gd name="connsiteY35" fmla="*/ 283464 h 362521"/>
              <a:gd name="connsiteX36" fmla="*/ 293196 w 363673"/>
              <a:gd name="connsiteY36" fmla="*/ 277082 h 362521"/>
              <a:gd name="connsiteX37" fmla="*/ 282762 w 363673"/>
              <a:gd name="connsiteY37" fmla="*/ 277082 h 362521"/>
              <a:gd name="connsiteX38" fmla="*/ 282762 w 363673"/>
              <a:gd name="connsiteY38" fmla="*/ 265176 h 362521"/>
              <a:gd name="connsiteX39" fmla="*/ 247950 w 363673"/>
              <a:gd name="connsiteY39" fmla="*/ 227838 h 362521"/>
              <a:gd name="connsiteX40" fmla="*/ 213139 w 363673"/>
              <a:gd name="connsiteY40" fmla="*/ 265176 h 362521"/>
              <a:gd name="connsiteX41" fmla="*/ 213139 w 363673"/>
              <a:gd name="connsiteY41" fmla="*/ 277082 h 362521"/>
              <a:gd name="connsiteX42" fmla="*/ 203369 w 363673"/>
              <a:gd name="connsiteY42" fmla="*/ 277082 h 362521"/>
              <a:gd name="connsiteX43" fmla="*/ 197013 w 363673"/>
              <a:gd name="connsiteY43" fmla="*/ 283464 h 362521"/>
              <a:gd name="connsiteX44" fmla="*/ 197013 w 363673"/>
              <a:gd name="connsiteY44" fmla="*/ 301466 h 362521"/>
              <a:gd name="connsiteX45" fmla="*/ 12995 w 363673"/>
              <a:gd name="connsiteY45" fmla="*/ 301466 h 362521"/>
              <a:gd name="connsiteX46" fmla="*/ 102538 w 363673"/>
              <a:gd name="connsiteY46" fmla="*/ 193453 h 362521"/>
              <a:gd name="connsiteX47" fmla="*/ 140290 w 363673"/>
              <a:gd name="connsiteY47" fmla="*/ 174117 h 362521"/>
              <a:gd name="connsiteX48" fmla="*/ 182026 w 363673"/>
              <a:gd name="connsiteY48" fmla="*/ 184309 h 362521"/>
              <a:gd name="connsiteX49" fmla="*/ 223762 w 363673"/>
              <a:gd name="connsiteY49" fmla="*/ 174117 h 362521"/>
              <a:gd name="connsiteX50" fmla="*/ 261515 w 363673"/>
              <a:gd name="connsiteY50" fmla="*/ 193453 h 362521"/>
              <a:gd name="connsiteX51" fmla="*/ 351058 w 363673"/>
              <a:gd name="connsiteY51" fmla="*/ 301466 h 362521"/>
              <a:gd name="connsiteX52" fmla="*/ 299836 w 363673"/>
              <a:gd name="connsiteY52" fmla="*/ 301466 h 362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3673" h="362521">
                <a:moveTo>
                  <a:pt x="265593" y="181356"/>
                </a:moveTo>
                <a:cubicBezTo>
                  <a:pt x="252788" y="176689"/>
                  <a:pt x="241405" y="172498"/>
                  <a:pt x="234860" y="167164"/>
                </a:cubicBezTo>
                <a:cubicBezTo>
                  <a:pt x="258195" y="150400"/>
                  <a:pt x="273561" y="123063"/>
                  <a:pt x="273561" y="92107"/>
                </a:cubicBezTo>
                <a:cubicBezTo>
                  <a:pt x="273561" y="41339"/>
                  <a:pt x="232394" y="0"/>
                  <a:pt x="181837" y="0"/>
                </a:cubicBezTo>
                <a:cubicBezTo>
                  <a:pt x="131279" y="0"/>
                  <a:pt x="90112" y="41339"/>
                  <a:pt x="90112" y="92107"/>
                </a:cubicBezTo>
                <a:cubicBezTo>
                  <a:pt x="90112" y="123063"/>
                  <a:pt x="105479" y="150400"/>
                  <a:pt x="128813" y="167164"/>
                </a:cubicBezTo>
                <a:cubicBezTo>
                  <a:pt x="122268" y="172498"/>
                  <a:pt x="110885" y="176689"/>
                  <a:pt x="98080" y="181356"/>
                </a:cubicBezTo>
                <a:cubicBezTo>
                  <a:pt x="59000" y="195548"/>
                  <a:pt x="0" y="216979"/>
                  <a:pt x="0" y="307848"/>
                </a:cubicBezTo>
                <a:cubicBezTo>
                  <a:pt x="0" y="311372"/>
                  <a:pt x="2846" y="314230"/>
                  <a:pt x="6355" y="314230"/>
                </a:cubicBezTo>
                <a:lnTo>
                  <a:pt x="196919" y="314230"/>
                </a:lnTo>
                <a:lnTo>
                  <a:pt x="196919" y="356140"/>
                </a:lnTo>
                <a:cubicBezTo>
                  <a:pt x="196919" y="359664"/>
                  <a:pt x="199764" y="362521"/>
                  <a:pt x="203274" y="362521"/>
                </a:cubicBezTo>
                <a:lnTo>
                  <a:pt x="293196" y="362521"/>
                </a:lnTo>
                <a:cubicBezTo>
                  <a:pt x="296706" y="362521"/>
                  <a:pt x="299551" y="359664"/>
                  <a:pt x="299551" y="356140"/>
                </a:cubicBezTo>
                <a:lnTo>
                  <a:pt x="299551" y="314230"/>
                </a:lnTo>
                <a:lnTo>
                  <a:pt x="357318" y="314230"/>
                </a:lnTo>
                <a:cubicBezTo>
                  <a:pt x="360828" y="314230"/>
                  <a:pt x="363673" y="311372"/>
                  <a:pt x="363673" y="307848"/>
                </a:cubicBezTo>
                <a:cubicBezTo>
                  <a:pt x="363673" y="216884"/>
                  <a:pt x="304674" y="195453"/>
                  <a:pt x="265593" y="181356"/>
                </a:cubicBezTo>
                <a:close/>
                <a:moveTo>
                  <a:pt x="102823" y="92202"/>
                </a:moveTo>
                <a:cubicBezTo>
                  <a:pt x="102823" y="48482"/>
                  <a:pt x="138203" y="12859"/>
                  <a:pt x="181837" y="12859"/>
                </a:cubicBezTo>
                <a:cubicBezTo>
                  <a:pt x="225470" y="12859"/>
                  <a:pt x="260851" y="48387"/>
                  <a:pt x="260851" y="92202"/>
                </a:cubicBezTo>
                <a:cubicBezTo>
                  <a:pt x="260851" y="136017"/>
                  <a:pt x="225470" y="171545"/>
                  <a:pt x="181837" y="171545"/>
                </a:cubicBezTo>
                <a:cubicBezTo>
                  <a:pt x="138203" y="171545"/>
                  <a:pt x="102823" y="136017"/>
                  <a:pt x="102823" y="92202"/>
                </a:cubicBezTo>
                <a:close/>
                <a:moveTo>
                  <a:pt x="286746" y="349853"/>
                </a:moveTo>
                <a:lnTo>
                  <a:pt x="209629" y="349853"/>
                </a:lnTo>
                <a:lnTo>
                  <a:pt x="209629" y="289846"/>
                </a:lnTo>
                <a:lnTo>
                  <a:pt x="286746" y="289846"/>
                </a:lnTo>
                <a:lnTo>
                  <a:pt x="286746" y="349853"/>
                </a:lnTo>
                <a:close/>
                <a:moveTo>
                  <a:pt x="269862" y="277082"/>
                </a:moveTo>
                <a:lnTo>
                  <a:pt x="225754" y="277082"/>
                </a:lnTo>
                <a:lnTo>
                  <a:pt x="225754" y="265176"/>
                </a:lnTo>
                <a:cubicBezTo>
                  <a:pt x="225754" y="250508"/>
                  <a:pt x="234576" y="240697"/>
                  <a:pt x="247856" y="240697"/>
                </a:cubicBezTo>
                <a:cubicBezTo>
                  <a:pt x="261135" y="240697"/>
                  <a:pt x="269957" y="250317"/>
                  <a:pt x="269957" y="265176"/>
                </a:cubicBezTo>
                <a:lnTo>
                  <a:pt x="269957" y="277082"/>
                </a:lnTo>
                <a:close/>
                <a:moveTo>
                  <a:pt x="299551" y="301466"/>
                </a:moveTo>
                <a:lnTo>
                  <a:pt x="299551" y="283464"/>
                </a:lnTo>
                <a:cubicBezTo>
                  <a:pt x="299551" y="279940"/>
                  <a:pt x="296706" y="277082"/>
                  <a:pt x="293196" y="277082"/>
                </a:cubicBezTo>
                <a:lnTo>
                  <a:pt x="282762" y="277082"/>
                </a:lnTo>
                <a:lnTo>
                  <a:pt x="282762" y="265176"/>
                </a:lnTo>
                <a:cubicBezTo>
                  <a:pt x="282762" y="243173"/>
                  <a:pt x="268439" y="227838"/>
                  <a:pt x="247950" y="227838"/>
                </a:cubicBezTo>
                <a:cubicBezTo>
                  <a:pt x="227462" y="227838"/>
                  <a:pt x="213139" y="243173"/>
                  <a:pt x="213139" y="265176"/>
                </a:cubicBezTo>
                <a:lnTo>
                  <a:pt x="213139" y="277082"/>
                </a:lnTo>
                <a:lnTo>
                  <a:pt x="203369" y="277082"/>
                </a:lnTo>
                <a:cubicBezTo>
                  <a:pt x="199859" y="277082"/>
                  <a:pt x="197013" y="279940"/>
                  <a:pt x="197013" y="283464"/>
                </a:cubicBezTo>
                <a:lnTo>
                  <a:pt x="197013" y="301466"/>
                </a:lnTo>
                <a:lnTo>
                  <a:pt x="12995" y="301466"/>
                </a:lnTo>
                <a:cubicBezTo>
                  <a:pt x="15556" y="224981"/>
                  <a:pt x="63648" y="207550"/>
                  <a:pt x="102538" y="193453"/>
                </a:cubicBezTo>
                <a:cubicBezTo>
                  <a:pt x="118284" y="187738"/>
                  <a:pt x="132133" y="182690"/>
                  <a:pt x="140290" y="174117"/>
                </a:cubicBezTo>
                <a:cubicBezTo>
                  <a:pt x="152811" y="180594"/>
                  <a:pt x="166944" y="184309"/>
                  <a:pt x="182026" y="184309"/>
                </a:cubicBezTo>
                <a:cubicBezTo>
                  <a:pt x="197108" y="184309"/>
                  <a:pt x="211242" y="180594"/>
                  <a:pt x="223762" y="174117"/>
                </a:cubicBezTo>
                <a:cubicBezTo>
                  <a:pt x="231920" y="182690"/>
                  <a:pt x="245769" y="187738"/>
                  <a:pt x="261515" y="193453"/>
                </a:cubicBezTo>
                <a:cubicBezTo>
                  <a:pt x="300405" y="207550"/>
                  <a:pt x="348496" y="224981"/>
                  <a:pt x="351058" y="301466"/>
                </a:cubicBezTo>
                <a:lnTo>
                  <a:pt x="299836" y="30146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9" name="Graphic 164">
            <a:extLst>
              <a:ext uri="{FF2B5EF4-FFF2-40B4-BE49-F238E27FC236}">
                <a16:creationId xmlns:a16="http://schemas.microsoft.com/office/drawing/2014/main" id="{35FCE633-CB98-EE91-F8DE-2BA57070CE45}"/>
              </a:ext>
            </a:extLst>
          </p:cNvPr>
          <p:cNvSpPr/>
          <p:nvPr/>
        </p:nvSpPr>
        <p:spPr>
          <a:xfrm>
            <a:off x="9445621" y="1436465"/>
            <a:ext cx="490703" cy="489149"/>
          </a:xfrm>
          <a:custGeom>
            <a:avLst/>
            <a:gdLst>
              <a:gd name="connsiteX0" fmla="*/ 265593 w 363673"/>
              <a:gd name="connsiteY0" fmla="*/ 181356 h 362521"/>
              <a:gd name="connsiteX1" fmla="*/ 234860 w 363673"/>
              <a:gd name="connsiteY1" fmla="*/ 167164 h 362521"/>
              <a:gd name="connsiteX2" fmla="*/ 273561 w 363673"/>
              <a:gd name="connsiteY2" fmla="*/ 92107 h 362521"/>
              <a:gd name="connsiteX3" fmla="*/ 181837 w 363673"/>
              <a:gd name="connsiteY3" fmla="*/ 0 h 362521"/>
              <a:gd name="connsiteX4" fmla="*/ 90112 w 363673"/>
              <a:gd name="connsiteY4" fmla="*/ 92107 h 362521"/>
              <a:gd name="connsiteX5" fmla="*/ 128813 w 363673"/>
              <a:gd name="connsiteY5" fmla="*/ 167164 h 362521"/>
              <a:gd name="connsiteX6" fmla="*/ 98080 w 363673"/>
              <a:gd name="connsiteY6" fmla="*/ 181356 h 362521"/>
              <a:gd name="connsiteX7" fmla="*/ 0 w 363673"/>
              <a:gd name="connsiteY7" fmla="*/ 307848 h 362521"/>
              <a:gd name="connsiteX8" fmla="*/ 6355 w 363673"/>
              <a:gd name="connsiteY8" fmla="*/ 314230 h 362521"/>
              <a:gd name="connsiteX9" fmla="*/ 196919 w 363673"/>
              <a:gd name="connsiteY9" fmla="*/ 314230 h 362521"/>
              <a:gd name="connsiteX10" fmla="*/ 196919 w 363673"/>
              <a:gd name="connsiteY10" fmla="*/ 356140 h 362521"/>
              <a:gd name="connsiteX11" fmla="*/ 203274 w 363673"/>
              <a:gd name="connsiteY11" fmla="*/ 362521 h 362521"/>
              <a:gd name="connsiteX12" fmla="*/ 293196 w 363673"/>
              <a:gd name="connsiteY12" fmla="*/ 362521 h 362521"/>
              <a:gd name="connsiteX13" fmla="*/ 299551 w 363673"/>
              <a:gd name="connsiteY13" fmla="*/ 356140 h 362521"/>
              <a:gd name="connsiteX14" fmla="*/ 299551 w 363673"/>
              <a:gd name="connsiteY14" fmla="*/ 314230 h 362521"/>
              <a:gd name="connsiteX15" fmla="*/ 357318 w 363673"/>
              <a:gd name="connsiteY15" fmla="*/ 314230 h 362521"/>
              <a:gd name="connsiteX16" fmla="*/ 363673 w 363673"/>
              <a:gd name="connsiteY16" fmla="*/ 307848 h 362521"/>
              <a:gd name="connsiteX17" fmla="*/ 265593 w 363673"/>
              <a:gd name="connsiteY17" fmla="*/ 181356 h 362521"/>
              <a:gd name="connsiteX18" fmla="*/ 102823 w 363673"/>
              <a:gd name="connsiteY18" fmla="*/ 92202 h 362521"/>
              <a:gd name="connsiteX19" fmla="*/ 181837 w 363673"/>
              <a:gd name="connsiteY19" fmla="*/ 12859 h 362521"/>
              <a:gd name="connsiteX20" fmla="*/ 260851 w 363673"/>
              <a:gd name="connsiteY20" fmla="*/ 92202 h 362521"/>
              <a:gd name="connsiteX21" fmla="*/ 181837 w 363673"/>
              <a:gd name="connsiteY21" fmla="*/ 171545 h 362521"/>
              <a:gd name="connsiteX22" fmla="*/ 102823 w 363673"/>
              <a:gd name="connsiteY22" fmla="*/ 92202 h 362521"/>
              <a:gd name="connsiteX23" fmla="*/ 286746 w 363673"/>
              <a:gd name="connsiteY23" fmla="*/ 349853 h 362521"/>
              <a:gd name="connsiteX24" fmla="*/ 209629 w 363673"/>
              <a:gd name="connsiteY24" fmla="*/ 349853 h 362521"/>
              <a:gd name="connsiteX25" fmla="*/ 209629 w 363673"/>
              <a:gd name="connsiteY25" fmla="*/ 289846 h 362521"/>
              <a:gd name="connsiteX26" fmla="*/ 286746 w 363673"/>
              <a:gd name="connsiteY26" fmla="*/ 289846 h 362521"/>
              <a:gd name="connsiteX27" fmla="*/ 286746 w 363673"/>
              <a:gd name="connsiteY27" fmla="*/ 349853 h 362521"/>
              <a:gd name="connsiteX28" fmla="*/ 269862 w 363673"/>
              <a:gd name="connsiteY28" fmla="*/ 277082 h 362521"/>
              <a:gd name="connsiteX29" fmla="*/ 225754 w 363673"/>
              <a:gd name="connsiteY29" fmla="*/ 277082 h 362521"/>
              <a:gd name="connsiteX30" fmla="*/ 225754 w 363673"/>
              <a:gd name="connsiteY30" fmla="*/ 265176 h 362521"/>
              <a:gd name="connsiteX31" fmla="*/ 247856 w 363673"/>
              <a:gd name="connsiteY31" fmla="*/ 240697 h 362521"/>
              <a:gd name="connsiteX32" fmla="*/ 269957 w 363673"/>
              <a:gd name="connsiteY32" fmla="*/ 265176 h 362521"/>
              <a:gd name="connsiteX33" fmla="*/ 269957 w 363673"/>
              <a:gd name="connsiteY33" fmla="*/ 277082 h 362521"/>
              <a:gd name="connsiteX34" fmla="*/ 299551 w 363673"/>
              <a:gd name="connsiteY34" fmla="*/ 301466 h 362521"/>
              <a:gd name="connsiteX35" fmla="*/ 299551 w 363673"/>
              <a:gd name="connsiteY35" fmla="*/ 283464 h 362521"/>
              <a:gd name="connsiteX36" fmla="*/ 293196 w 363673"/>
              <a:gd name="connsiteY36" fmla="*/ 277082 h 362521"/>
              <a:gd name="connsiteX37" fmla="*/ 282762 w 363673"/>
              <a:gd name="connsiteY37" fmla="*/ 277082 h 362521"/>
              <a:gd name="connsiteX38" fmla="*/ 282762 w 363673"/>
              <a:gd name="connsiteY38" fmla="*/ 265176 h 362521"/>
              <a:gd name="connsiteX39" fmla="*/ 247950 w 363673"/>
              <a:gd name="connsiteY39" fmla="*/ 227838 h 362521"/>
              <a:gd name="connsiteX40" fmla="*/ 213139 w 363673"/>
              <a:gd name="connsiteY40" fmla="*/ 265176 h 362521"/>
              <a:gd name="connsiteX41" fmla="*/ 213139 w 363673"/>
              <a:gd name="connsiteY41" fmla="*/ 277082 h 362521"/>
              <a:gd name="connsiteX42" fmla="*/ 203369 w 363673"/>
              <a:gd name="connsiteY42" fmla="*/ 277082 h 362521"/>
              <a:gd name="connsiteX43" fmla="*/ 197013 w 363673"/>
              <a:gd name="connsiteY43" fmla="*/ 283464 h 362521"/>
              <a:gd name="connsiteX44" fmla="*/ 197013 w 363673"/>
              <a:gd name="connsiteY44" fmla="*/ 301466 h 362521"/>
              <a:gd name="connsiteX45" fmla="*/ 12995 w 363673"/>
              <a:gd name="connsiteY45" fmla="*/ 301466 h 362521"/>
              <a:gd name="connsiteX46" fmla="*/ 102538 w 363673"/>
              <a:gd name="connsiteY46" fmla="*/ 193453 h 362521"/>
              <a:gd name="connsiteX47" fmla="*/ 140290 w 363673"/>
              <a:gd name="connsiteY47" fmla="*/ 174117 h 362521"/>
              <a:gd name="connsiteX48" fmla="*/ 182026 w 363673"/>
              <a:gd name="connsiteY48" fmla="*/ 184309 h 362521"/>
              <a:gd name="connsiteX49" fmla="*/ 223762 w 363673"/>
              <a:gd name="connsiteY49" fmla="*/ 174117 h 362521"/>
              <a:gd name="connsiteX50" fmla="*/ 261515 w 363673"/>
              <a:gd name="connsiteY50" fmla="*/ 193453 h 362521"/>
              <a:gd name="connsiteX51" fmla="*/ 351058 w 363673"/>
              <a:gd name="connsiteY51" fmla="*/ 301466 h 362521"/>
              <a:gd name="connsiteX52" fmla="*/ 299836 w 363673"/>
              <a:gd name="connsiteY52" fmla="*/ 301466 h 362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63673" h="362521">
                <a:moveTo>
                  <a:pt x="265593" y="181356"/>
                </a:moveTo>
                <a:cubicBezTo>
                  <a:pt x="252788" y="176689"/>
                  <a:pt x="241405" y="172498"/>
                  <a:pt x="234860" y="167164"/>
                </a:cubicBezTo>
                <a:cubicBezTo>
                  <a:pt x="258195" y="150400"/>
                  <a:pt x="273561" y="123063"/>
                  <a:pt x="273561" y="92107"/>
                </a:cubicBezTo>
                <a:cubicBezTo>
                  <a:pt x="273561" y="41339"/>
                  <a:pt x="232394" y="0"/>
                  <a:pt x="181837" y="0"/>
                </a:cubicBezTo>
                <a:cubicBezTo>
                  <a:pt x="131279" y="0"/>
                  <a:pt x="90112" y="41339"/>
                  <a:pt x="90112" y="92107"/>
                </a:cubicBezTo>
                <a:cubicBezTo>
                  <a:pt x="90112" y="123063"/>
                  <a:pt x="105479" y="150400"/>
                  <a:pt x="128813" y="167164"/>
                </a:cubicBezTo>
                <a:cubicBezTo>
                  <a:pt x="122268" y="172498"/>
                  <a:pt x="110885" y="176689"/>
                  <a:pt x="98080" y="181356"/>
                </a:cubicBezTo>
                <a:cubicBezTo>
                  <a:pt x="59000" y="195548"/>
                  <a:pt x="0" y="216979"/>
                  <a:pt x="0" y="307848"/>
                </a:cubicBezTo>
                <a:cubicBezTo>
                  <a:pt x="0" y="311372"/>
                  <a:pt x="2846" y="314230"/>
                  <a:pt x="6355" y="314230"/>
                </a:cubicBezTo>
                <a:lnTo>
                  <a:pt x="196919" y="314230"/>
                </a:lnTo>
                <a:lnTo>
                  <a:pt x="196919" y="356140"/>
                </a:lnTo>
                <a:cubicBezTo>
                  <a:pt x="196919" y="359664"/>
                  <a:pt x="199764" y="362521"/>
                  <a:pt x="203274" y="362521"/>
                </a:cubicBezTo>
                <a:lnTo>
                  <a:pt x="293196" y="362521"/>
                </a:lnTo>
                <a:cubicBezTo>
                  <a:pt x="296706" y="362521"/>
                  <a:pt x="299551" y="359664"/>
                  <a:pt x="299551" y="356140"/>
                </a:cubicBezTo>
                <a:lnTo>
                  <a:pt x="299551" y="314230"/>
                </a:lnTo>
                <a:lnTo>
                  <a:pt x="357318" y="314230"/>
                </a:lnTo>
                <a:cubicBezTo>
                  <a:pt x="360828" y="314230"/>
                  <a:pt x="363673" y="311372"/>
                  <a:pt x="363673" y="307848"/>
                </a:cubicBezTo>
                <a:cubicBezTo>
                  <a:pt x="363673" y="216884"/>
                  <a:pt x="304674" y="195453"/>
                  <a:pt x="265593" y="181356"/>
                </a:cubicBezTo>
                <a:close/>
                <a:moveTo>
                  <a:pt x="102823" y="92202"/>
                </a:moveTo>
                <a:cubicBezTo>
                  <a:pt x="102823" y="48482"/>
                  <a:pt x="138203" y="12859"/>
                  <a:pt x="181837" y="12859"/>
                </a:cubicBezTo>
                <a:cubicBezTo>
                  <a:pt x="225470" y="12859"/>
                  <a:pt x="260851" y="48387"/>
                  <a:pt x="260851" y="92202"/>
                </a:cubicBezTo>
                <a:cubicBezTo>
                  <a:pt x="260851" y="136017"/>
                  <a:pt x="225470" y="171545"/>
                  <a:pt x="181837" y="171545"/>
                </a:cubicBezTo>
                <a:cubicBezTo>
                  <a:pt x="138203" y="171545"/>
                  <a:pt x="102823" y="136017"/>
                  <a:pt x="102823" y="92202"/>
                </a:cubicBezTo>
                <a:close/>
                <a:moveTo>
                  <a:pt x="286746" y="349853"/>
                </a:moveTo>
                <a:lnTo>
                  <a:pt x="209629" y="349853"/>
                </a:lnTo>
                <a:lnTo>
                  <a:pt x="209629" y="289846"/>
                </a:lnTo>
                <a:lnTo>
                  <a:pt x="286746" y="289846"/>
                </a:lnTo>
                <a:lnTo>
                  <a:pt x="286746" y="349853"/>
                </a:lnTo>
                <a:close/>
                <a:moveTo>
                  <a:pt x="269862" y="277082"/>
                </a:moveTo>
                <a:lnTo>
                  <a:pt x="225754" y="277082"/>
                </a:lnTo>
                <a:lnTo>
                  <a:pt x="225754" y="265176"/>
                </a:lnTo>
                <a:cubicBezTo>
                  <a:pt x="225754" y="250508"/>
                  <a:pt x="234576" y="240697"/>
                  <a:pt x="247856" y="240697"/>
                </a:cubicBezTo>
                <a:cubicBezTo>
                  <a:pt x="261135" y="240697"/>
                  <a:pt x="269957" y="250317"/>
                  <a:pt x="269957" y="265176"/>
                </a:cubicBezTo>
                <a:lnTo>
                  <a:pt x="269957" y="277082"/>
                </a:lnTo>
                <a:close/>
                <a:moveTo>
                  <a:pt x="299551" y="301466"/>
                </a:moveTo>
                <a:lnTo>
                  <a:pt x="299551" y="283464"/>
                </a:lnTo>
                <a:cubicBezTo>
                  <a:pt x="299551" y="279940"/>
                  <a:pt x="296706" y="277082"/>
                  <a:pt x="293196" y="277082"/>
                </a:cubicBezTo>
                <a:lnTo>
                  <a:pt x="282762" y="277082"/>
                </a:lnTo>
                <a:lnTo>
                  <a:pt x="282762" y="265176"/>
                </a:lnTo>
                <a:cubicBezTo>
                  <a:pt x="282762" y="243173"/>
                  <a:pt x="268439" y="227838"/>
                  <a:pt x="247950" y="227838"/>
                </a:cubicBezTo>
                <a:cubicBezTo>
                  <a:pt x="227462" y="227838"/>
                  <a:pt x="213139" y="243173"/>
                  <a:pt x="213139" y="265176"/>
                </a:cubicBezTo>
                <a:lnTo>
                  <a:pt x="213139" y="277082"/>
                </a:lnTo>
                <a:lnTo>
                  <a:pt x="203369" y="277082"/>
                </a:lnTo>
                <a:cubicBezTo>
                  <a:pt x="199859" y="277082"/>
                  <a:pt x="197013" y="279940"/>
                  <a:pt x="197013" y="283464"/>
                </a:cubicBezTo>
                <a:lnTo>
                  <a:pt x="197013" y="301466"/>
                </a:lnTo>
                <a:lnTo>
                  <a:pt x="12995" y="301466"/>
                </a:lnTo>
                <a:cubicBezTo>
                  <a:pt x="15556" y="224981"/>
                  <a:pt x="63648" y="207550"/>
                  <a:pt x="102538" y="193453"/>
                </a:cubicBezTo>
                <a:cubicBezTo>
                  <a:pt x="118284" y="187738"/>
                  <a:pt x="132133" y="182690"/>
                  <a:pt x="140290" y="174117"/>
                </a:cubicBezTo>
                <a:cubicBezTo>
                  <a:pt x="152811" y="180594"/>
                  <a:pt x="166944" y="184309"/>
                  <a:pt x="182026" y="184309"/>
                </a:cubicBezTo>
                <a:cubicBezTo>
                  <a:pt x="197108" y="184309"/>
                  <a:pt x="211242" y="180594"/>
                  <a:pt x="223762" y="174117"/>
                </a:cubicBezTo>
                <a:cubicBezTo>
                  <a:pt x="231920" y="182690"/>
                  <a:pt x="245769" y="187738"/>
                  <a:pt x="261515" y="193453"/>
                </a:cubicBezTo>
                <a:cubicBezTo>
                  <a:pt x="300405" y="207550"/>
                  <a:pt x="348496" y="224981"/>
                  <a:pt x="351058" y="301466"/>
                </a:cubicBezTo>
                <a:lnTo>
                  <a:pt x="299836" y="30146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2" name="Graphic 170">
            <a:extLst>
              <a:ext uri="{FF2B5EF4-FFF2-40B4-BE49-F238E27FC236}">
                <a16:creationId xmlns:a16="http://schemas.microsoft.com/office/drawing/2014/main" id="{627FE035-2BBB-5EFF-D6D7-B9D0FC89C653}"/>
              </a:ext>
            </a:extLst>
          </p:cNvPr>
          <p:cNvSpPr/>
          <p:nvPr/>
        </p:nvSpPr>
        <p:spPr>
          <a:xfrm>
            <a:off x="10418251" y="976106"/>
            <a:ext cx="480843" cy="306533"/>
          </a:xfrm>
          <a:custGeom>
            <a:avLst/>
            <a:gdLst>
              <a:gd name="connsiteX0" fmla="*/ 291489 w 363673"/>
              <a:gd name="connsiteY0" fmla="*/ 132017 h 231838"/>
              <a:gd name="connsiteX1" fmla="*/ 271095 w 363673"/>
              <a:gd name="connsiteY1" fmla="*/ 122968 h 231838"/>
              <a:gd name="connsiteX2" fmla="*/ 298413 w 363673"/>
              <a:gd name="connsiteY2" fmla="*/ 68294 h 231838"/>
              <a:gd name="connsiteX3" fmla="*/ 230402 w 363673"/>
              <a:gd name="connsiteY3" fmla="*/ 0 h 231838"/>
              <a:gd name="connsiteX4" fmla="*/ 182026 w 363673"/>
              <a:gd name="connsiteY4" fmla="*/ 20383 h 231838"/>
              <a:gd name="connsiteX5" fmla="*/ 133556 w 363673"/>
              <a:gd name="connsiteY5" fmla="*/ 0 h 231838"/>
              <a:gd name="connsiteX6" fmla="*/ 65545 w 363673"/>
              <a:gd name="connsiteY6" fmla="*/ 68294 h 231838"/>
              <a:gd name="connsiteX7" fmla="*/ 92768 w 363673"/>
              <a:gd name="connsiteY7" fmla="*/ 122872 h 231838"/>
              <a:gd name="connsiteX8" fmla="*/ 72279 w 363673"/>
              <a:gd name="connsiteY8" fmla="*/ 132017 h 231838"/>
              <a:gd name="connsiteX9" fmla="*/ 0 w 363673"/>
              <a:gd name="connsiteY9" fmla="*/ 225457 h 231838"/>
              <a:gd name="connsiteX10" fmla="*/ 6355 w 363673"/>
              <a:gd name="connsiteY10" fmla="*/ 231838 h 231838"/>
              <a:gd name="connsiteX11" fmla="*/ 357318 w 363673"/>
              <a:gd name="connsiteY11" fmla="*/ 231838 h 231838"/>
              <a:gd name="connsiteX12" fmla="*/ 363673 w 363673"/>
              <a:gd name="connsiteY12" fmla="*/ 225457 h 231838"/>
              <a:gd name="connsiteX13" fmla="*/ 291394 w 363673"/>
              <a:gd name="connsiteY13" fmla="*/ 132017 h 231838"/>
              <a:gd name="connsiteX14" fmla="*/ 78350 w 363673"/>
              <a:gd name="connsiteY14" fmla="*/ 68294 h 231838"/>
              <a:gd name="connsiteX15" fmla="*/ 133650 w 363673"/>
              <a:gd name="connsiteY15" fmla="*/ 12763 h 231838"/>
              <a:gd name="connsiteX16" fmla="*/ 188951 w 363673"/>
              <a:gd name="connsiteY16" fmla="*/ 68294 h 231838"/>
              <a:gd name="connsiteX17" fmla="*/ 133650 w 363673"/>
              <a:gd name="connsiteY17" fmla="*/ 123825 h 231838"/>
              <a:gd name="connsiteX18" fmla="*/ 78350 w 363673"/>
              <a:gd name="connsiteY18" fmla="*/ 68294 h 231838"/>
              <a:gd name="connsiteX19" fmla="*/ 12995 w 363673"/>
              <a:gd name="connsiteY19" fmla="*/ 219075 h 231838"/>
              <a:gd name="connsiteX20" fmla="*/ 76738 w 363673"/>
              <a:gd name="connsiteY20" fmla="*/ 144113 h 231838"/>
              <a:gd name="connsiteX21" fmla="*/ 104340 w 363673"/>
              <a:gd name="connsiteY21" fmla="*/ 129921 h 231838"/>
              <a:gd name="connsiteX22" fmla="*/ 133650 w 363673"/>
              <a:gd name="connsiteY22" fmla="*/ 136684 h 231838"/>
              <a:gd name="connsiteX23" fmla="*/ 163150 w 363673"/>
              <a:gd name="connsiteY23" fmla="*/ 129826 h 231838"/>
              <a:gd name="connsiteX24" fmla="*/ 190848 w 363673"/>
              <a:gd name="connsiteY24" fmla="*/ 144113 h 231838"/>
              <a:gd name="connsiteX25" fmla="*/ 254590 w 363673"/>
              <a:gd name="connsiteY25" fmla="*/ 219075 h 231838"/>
              <a:gd name="connsiteX26" fmla="*/ 12995 w 363673"/>
              <a:gd name="connsiteY26" fmla="*/ 219075 h 231838"/>
              <a:gd name="connsiteX27" fmla="*/ 267206 w 363673"/>
              <a:gd name="connsiteY27" fmla="*/ 219075 h 231838"/>
              <a:gd name="connsiteX28" fmla="*/ 195211 w 363673"/>
              <a:gd name="connsiteY28" fmla="*/ 132017 h 231838"/>
              <a:gd name="connsiteX29" fmla="*/ 174533 w 363673"/>
              <a:gd name="connsiteY29" fmla="*/ 122777 h 231838"/>
              <a:gd name="connsiteX30" fmla="*/ 201661 w 363673"/>
              <a:gd name="connsiteY30" fmla="*/ 68294 h 231838"/>
              <a:gd name="connsiteX31" fmla="*/ 190184 w 363673"/>
              <a:gd name="connsiteY31" fmla="*/ 30385 h 231838"/>
              <a:gd name="connsiteX32" fmla="*/ 230402 w 363673"/>
              <a:gd name="connsiteY32" fmla="*/ 12763 h 231838"/>
              <a:gd name="connsiteX33" fmla="*/ 285703 w 363673"/>
              <a:gd name="connsiteY33" fmla="*/ 68294 h 231838"/>
              <a:gd name="connsiteX34" fmla="*/ 235050 w 363673"/>
              <a:gd name="connsiteY34" fmla="*/ 123634 h 231838"/>
              <a:gd name="connsiteX35" fmla="*/ 229169 w 363673"/>
              <a:gd name="connsiteY35" fmla="*/ 130588 h 231838"/>
              <a:gd name="connsiteX36" fmla="*/ 235524 w 363673"/>
              <a:gd name="connsiteY36" fmla="*/ 136493 h 231838"/>
              <a:gd name="connsiteX37" fmla="*/ 236094 w 363673"/>
              <a:gd name="connsiteY37" fmla="*/ 136493 h 231838"/>
              <a:gd name="connsiteX38" fmla="*/ 259617 w 363673"/>
              <a:gd name="connsiteY38" fmla="*/ 130016 h 231838"/>
              <a:gd name="connsiteX39" fmla="*/ 287125 w 363673"/>
              <a:gd name="connsiteY39" fmla="*/ 144113 h 231838"/>
              <a:gd name="connsiteX40" fmla="*/ 350868 w 363673"/>
              <a:gd name="connsiteY40" fmla="*/ 219075 h 231838"/>
              <a:gd name="connsiteX41" fmla="*/ 267301 w 363673"/>
              <a:gd name="connsiteY41" fmla="*/ 219075 h 231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3673" h="231838">
                <a:moveTo>
                  <a:pt x="291489" y="132017"/>
                </a:moveTo>
                <a:cubicBezTo>
                  <a:pt x="283521" y="129064"/>
                  <a:pt x="275838" y="126301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0"/>
                  <a:pt x="65545" y="68294"/>
                </a:cubicBezTo>
                <a:cubicBezTo>
                  <a:pt x="65545" y="90583"/>
                  <a:pt x="76263" y="110395"/>
                  <a:pt x="92768" y="122872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3"/>
                  <a:pt x="133650" y="12763"/>
                </a:cubicBezTo>
                <a:cubicBezTo>
                  <a:pt x="164194" y="12763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7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18261" y="154210"/>
                  <a:pt x="252029" y="166592"/>
                  <a:pt x="254590" y="219075"/>
                </a:cubicBezTo>
                <a:lnTo>
                  <a:pt x="12995" y="219075"/>
                </a:lnTo>
                <a:close/>
                <a:moveTo>
                  <a:pt x="267206" y="219075"/>
                </a:moveTo>
                <a:cubicBezTo>
                  <a:pt x="264455" y="157639"/>
                  <a:pt x="223004" y="142208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299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0"/>
                  <a:pt x="215036" y="12763"/>
                  <a:pt x="230402" y="12763"/>
                </a:cubicBezTo>
                <a:cubicBezTo>
                  <a:pt x="260851" y="12763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4"/>
                </a:cubicBezTo>
                <a:cubicBezTo>
                  <a:pt x="231541" y="123920"/>
                  <a:pt x="228885" y="127063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6"/>
                  <a:pt x="252409" y="133540"/>
                  <a:pt x="259617" y="130016"/>
                </a:cubicBezTo>
                <a:cubicBezTo>
                  <a:pt x="265783" y="136207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67301" y="219075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3" name="Graphic 170">
            <a:extLst>
              <a:ext uri="{FF2B5EF4-FFF2-40B4-BE49-F238E27FC236}">
                <a16:creationId xmlns:a16="http://schemas.microsoft.com/office/drawing/2014/main" id="{619E3674-B4A0-5DE4-2E3A-571758EAA7D1}"/>
              </a:ext>
            </a:extLst>
          </p:cNvPr>
          <p:cNvSpPr/>
          <p:nvPr/>
        </p:nvSpPr>
        <p:spPr>
          <a:xfrm>
            <a:off x="11104051" y="976106"/>
            <a:ext cx="480843" cy="306533"/>
          </a:xfrm>
          <a:custGeom>
            <a:avLst/>
            <a:gdLst>
              <a:gd name="connsiteX0" fmla="*/ 291489 w 363673"/>
              <a:gd name="connsiteY0" fmla="*/ 132017 h 231838"/>
              <a:gd name="connsiteX1" fmla="*/ 271095 w 363673"/>
              <a:gd name="connsiteY1" fmla="*/ 122968 h 231838"/>
              <a:gd name="connsiteX2" fmla="*/ 298413 w 363673"/>
              <a:gd name="connsiteY2" fmla="*/ 68294 h 231838"/>
              <a:gd name="connsiteX3" fmla="*/ 230402 w 363673"/>
              <a:gd name="connsiteY3" fmla="*/ 0 h 231838"/>
              <a:gd name="connsiteX4" fmla="*/ 182026 w 363673"/>
              <a:gd name="connsiteY4" fmla="*/ 20383 h 231838"/>
              <a:gd name="connsiteX5" fmla="*/ 133556 w 363673"/>
              <a:gd name="connsiteY5" fmla="*/ 0 h 231838"/>
              <a:gd name="connsiteX6" fmla="*/ 65545 w 363673"/>
              <a:gd name="connsiteY6" fmla="*/ 68294 h 231838"/>
              <a:gd name="connsiteX7" fmla="*/ 92768 w 363673"/>
              <a:gd name="connsiteY7" fmla="*/ 122872 h 231838"/>
              <a:gd name="connsiteX8" fmla="*/ 72279 w 363673"/>
              <a:gd name="connsiteY8" fmla="*/ 132017 h 231838"/>
              <a:gd name="connsiteX9" fmla="*/ 0 w 363673"/>
              <a:gd name="connsiteY9" fmla="*/ 225457 h 231838"/>
              <a:gd name="connsiteX10" fmla="*/ 6355 w 363673"/>
              <a:gd name="connsiteY10" fmla="*/ 231838 h 231838"/>
              <a:gd name="connsiteX11" fmla="*/ 357318 w 363673"/>
              <a:gd name="connsiteY11" fmla="*/ 231838 h 231838"/>
              <a:gd name="connsiteX12" fmla="*/ 363673 w 363673"/>
              <a:gd name="connsiteY12" fmla="*/ 225457 h 231838"/>
              <a:gd name="connsiteX13" fmla="*/ 291394 w 363673"/>
              <a:gd name="connsiteY13" fmla="*/ 132017 h 231838"/>
              <a:gd name="connsiteX14" fmla="*/ 78350 w 363673"/>
              <a:gd name="connsiteY14" fmla="*/ 68294 h 231838"/>
              <a:gd name="connsiteX15" fmla="*/ 133650 w 363673"/>
              <a:gd name="connsiteY15" fmla="*/ 12763 h 231838"/>
              <a:gd name="connsiteX16" fmla="*/ 188951 w 363673"/>
              <a:gd name="connsiteY16" fmla="*/ 68294 h 231838"/>
              <a:gd name="connsiteX17" fmla="*/ 133650 w 363673"/>
              <a:gd name="connsiteY17" fmla="*/ 123825 h 231838"/>
              <a:gd name="connsiteX18" fmla="*/ 78350 w 363673"/>
              <a:gd name="connsiteY18" fmla="*/ 68294 h 231838"/>
              <a:gd name="connsiteX19" fmla="*/ 12995 w 363673"/>
              <a:gd name="connsiteY19" fmla="*/ 219075 h 231838"/>
              <a:gd name="connsiteX20" fmla="*/ 76738 w 363673"/>
              <a:gd name="connsiteY20" fmla="*/ 144113 h 231838"/>
              <a:gd name="connsiteX21" fmla="*/ 104340 w 363673"/>
              <a:gd name="connsiteY21" fmla="*/ 129921 h 231838"/>
              <a:gd name="connsiteX22" fmla="*/ 133650 w 363673"/>
              <a:gd name="connsiteY22" fmla="*/ 136684 h 231838"/>
              <a:gd name="connsiteX23" fmla="*/ 163150 w 363673"/>
              <a:gd name="connsiteY23" fmla="*/ 129826 h 231838"/>
              <a:gd name="connsiteX24" fmla="*/ 190848 w 363673"/>
              <a:gd name="connsiteY24" fmla="*/ 144113 h 231838"/>
              <a:gd name="connsiteX25" fmla="*/ 254590 w 363673"/>
              <a:gd name="connsiteY25" fmla="*/ 219075 h 231838"/>
              <a:gd name="connsiteX26" fmla="*/ 12995 w 363673"/>
              <a:gd name="connsiteY26" fmla="*/ 219075 h 231838"/>
              <a:gd name="connsiteX27" fmla="*/ 267206 w 363673"/>
              <a:gd name="connsiteY27" fmla="*/ 219075 h 231838"/>
              <a:gd name="connsiteX28" fmla="*/ 195211 w 363673"/>
              <a:gd name="connsiteY28" fmla="*/ 132017 h 231838"/>
              <a:gd name="connsiteX29" fmla="*/ 174533 w 363673"/>
              <a:gd name="connsiteY29" fmla="*/ 122777 h 231838"/>
              <a:gd name="connsiteX30" fmla="*/ 201661 w 363673"/>
              <a:gd name="connsiteY30" fmla="*/ 68294 h 231838"/>
              <a:gd name="connsiteX31" fmla="*/ 190184 w 363673"/>
              <a:gd name="connsiteY31" fmla="*/ 30385 h 231838"/>
              <a:gd name="connsiteX32" fmla="*/ 230402 w 363673"/>
              <a:gd name="connsiteY32" fmla="*/ 12763 h 231838"/>
              <a:gd name="connsiteX33" fmla="*/ 285703 w 363673"/>
              <a:gd name="connsiteY33" fmla="*/ 68294 h 231838"/>
              <a:gd name="connsiteX34" fmla="*/ 235050 w 363673"/>
              <a:gd name="connsiteY34" fmla="*/ 123634 h 231838"/>
              <a:gd name="connsiteX35" fmla="*/ 229169 w 363673"/>
              <a:gd name="connsiteY35" fmla="*/ 130588 h 231838"/>
              <a:gd name="connsiteX36" fmla="*/ 235524 w 363673"/>
              <a:gd name="connsiteY36" fmla="*/ 136493 h 231838"/>
              <a:gd name="connsiteX37" fmla="*/ 236094 w 363673"/>
              <a:gd name="connsiteY37" fmla="*/ 136493 h 231838"/>
              <a:gd name="connsiteX38" fmla="*/ 259617 w 363673"/>
              <a:gd name="connsiteY38" fmla="*/ 130016 h 231838"/>
              <a:gd name="connsiteX39" fmla="*/ 287125 w 363673"/>
              <a:gd name="connsiteY39" fmla="*/ 144113 h 231838"/>
              <a:gd name="connsiteX40" fmla="*/ 350868 w 363673"/>
              <a:gd name="connsiteY40" fmla="*/ 219075 h 231838"/>
              <a:gd name="connsiteX41" fmla="*/ 267301 w 363673"/>
              <a:gd name="connsiteY41" fmla="*/ 219075 h 231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3673" h="231838">
                <a:moveTo>
                  <a:pt x="291489" y="132017"/>
                </a:moveTo>
                <a:cubicBezTo>
                  <a:pt x="283521" y="129064"/>
                  <a:pt x="275838" y="126301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0"/>
                  <a:pt x="65545" y="68294"/>
                </a:cubicBezTo>
                <a:cubicBezTo>
                  <a:pt x="65545" y="90583"/>
                  <a:pt x="76263" y="110395"/>
                  <a:pt x="92768" y="122872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3"/>
                  <a:pt x="133650" y="12763"/>
                </a:cubicBezTo>
                <a:cubicBezTo>
                  <a:pt x="164194" y="12763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7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18261" y="154210"/>
                  <a:pt x="252029" y="166592"/>
                  <a:pt x="254590" y="219075"/>
                </a:cubicBezTo>
                <a:lnTo>
                  <a:pt x="12995" y="219075"/>
                </a:lnTo>
                <a:close/>
                <a:moveTo>
                  <a:pt x="267206" y="219075"/>
                </a:moveTo>
                <a:cubicBezTo>
                  <a:pt x="264455" y="157639"/>
                  <a:pt x="223004" y="142208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299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0"/>
                  <a:pt x="215036" y="12763"/>
                  <a:pt x="230402" y="12763"/>
                </a:cubicBezTo>
                <a:cubicBezTo>
                  <a:pt x="260851" y="12763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4"/>
                </a:cubicBezTo>
                <a:cubicBezTo>
                  <a:pt x="231541" y="123920"/>
                  <a:pt x="228885" y="127063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6"/>
                  <a:pt x="252409" y="133540"/>
                  <a:pt x="259617" y="130016"/>
                </a:cubicBezTo>
                <a:cubicBezTo>
                  <a:pt x="265783" y="136207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67301" y="219075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4" name="Graphic 170">
            <a:extLst>
              <a:ext uri="{FF2B5EF4-FFF2-40B4-BE49-F238E27FC236}">
                <a16:creationId xmlns:a16="http://schemas.microsoft.com/office/drawing/2014/main" id="{A15DEFCD-23D9-1A16-4AC1-E65D6A8B4D1A}"/>
              </a:ext>
            </a:extLst>
          </p:cNvPr>
          <p:cNvSpPr/>
          <p:nvPr/>
        </p:nvSpPr>
        <p:spPr>
          <a:xfrm>
            <a:off x="10418251" y="1611106"/>
            <a:ext cx="480843" cy="306533"/>
          </a:xfrm>
          <a:custGeom>
            <a:avLst/>
            <a:gdLst>
              <a:gd name="connsiteX0" fmla="*/ 291489 w 363673"/>
              <a:gd name="connsiteY0" fmla="*/ 132017 h 231838"/>
              <a:gd name="connsiteX1" fmla="*/ 271095 w 363673"/>
              <a:gd name="connsiteY1" fmla="*/ 122968 h 231838"/>
              <a:gd name="connsiteX2" fmla="*/ 298413 w 363673"/>
              <a:gd name="connsiteY2" fmla="*/ 68294 h 231838"/>
              <a:gd name="connsiteX3" fmla="*/ 230402 w 363673"/>
              <a:gd name="connsiteY3" fmla="*/ 0 h 231838"/>
              <a:gd name="connsiteX4" fmla="*/ 182026 w 363673"/>
              <a:gd name="connsiteY4" fmla="*/ 20383 h 231838"/>
              <a:gd name="connsiteX5" fmla="*/ 133556 w 363673"/>
              <a:gd name="connsiteY5" fmla="*/ 0 h 231838"/>
              <a:gd name="connsiteX6" fmla="*/ 65545 w 363673"/>
              <a:gd name="connsiteY6" fmla="*/ 68294 h 231838"/>
              <a:gd name="connsiteX7" fmla="*/ 92768 w 363673"/>
              <a:gd name="connsiteY7" fmla="*/ 122872 h 231838"/>
              <a:gd name="connsiteX8" fmla="*/ 72279 w 363673"/>
              <a:gd name="connsiteY8" fmla="*/ 132017 h 231838"/>
              <a:gd name="connsiteX9" fmla="*/ 0 w 363673"/>
              <a:gd name="connsiteY9" fmla="*/ 225457 h 231838"/>
              <a:gd name="connsiteX10" fmla="*/ 6355 w 363673"/>
              <a:gd name="connsiteY10" fmla="*/ 231838 h 231838"/>
              <a:gd name="connsiteX11" fmla="*/ 357318 w 363673"/>
              <a:gd name="connsiteY11" fmla="*/ 231838 h 231838"/>
              <a:gd name="connsiteX12" fmla="*/ 363673 w 363673"/>
              <a:gd name="connsiteY12" fmla="*/ 225457 h 231838"/>
              <a:gd name="connsiteX13" fmla="*/ 291394 w 363673"/>
              <a:gd name="connsiteY13" fmla="*/ 132017 h 231838"/>
              <a:gd name="connsiteX14" fmla="*/ 78350 w 363673"/>
              <a:gd name="connsiteY14" fmla="*/ 68294 h 231838"/>
              <a:gd name="connsiteX15" fmla="*/ 133650 w 363673"/>
              <a:gd name="connsiteY15" fmla="*/ 12763 h 231838"/>
              <a:gd name="connsiteX16" fmla="*/ 188951 w 363673"/>
              <a:gd name="connsiteY16" fmla="*/ 68294 h 231838"/>
              <a:gd name="connsiteX17" fmla="*/ 133650 w 363673"/>
              <a:gd name="connsiteY17" fmla="*/ 123825 h 231838"/>
              <a:gd name="connsiteX18" fmla="*/ 78350 w 363673"/>
              <a:gd name="connsiteY18" fmla="*/ 68294 h 231838"/>
              <a:gd name="connsiteX19" fmla="*/ 12995 w 363673"/>
              <a:gd name="connsiteY19" fmla="*/ 219075 h 231838"/>
              <a:gd name="connsiteX20" fmla="*/ 76738 w 363673"/>
              <a:gd name="connsiteY20" fmla="*/ 144113 h 231838"/>
              <a:gd name="connsiteX21" fmla="*/ 104340 w 363673"/>
              <a:gd name="connsiteY21" fmla="*/ 129921 h 231838"/>
              <a:gd name="connsiteX22" fmla="*/ 133650 w 363673"/>
              <a:gd name="connsiteY22" fmla="*/ 136684 h 231838"/>
              <a:gd name="connsiteX23" fmla="*/ 163150 w 363673"/>
              <a:gd name="connsiteY23" fmla="*/ 129826 h 231838"/>
              <a:gd name="connsiteX24" fmla="*/ 190848 w 363673"/>
              <a:gd name="connsiteY24" fmla="*/ 144113 h 231838"/>
              <a:gd name="connsiteX25" fmla="*/ 254590 w 363673"/>
              <a:gd name="connsiteY25" fmla="*/ 219075 h 231838"/>
              <a:gd name="connsiteX26" fmla="*/ 12995 w 363673"/>
              <a:gd name="connsiteY26" fmla="*/ 219075 h 231838"/>
              <a:gd name="connsiteX27" fmla="*/ 267206 w 363673"/>
              <a:gd name="connsiteY27" fmla="*/ 219075 h 231838"/>
              <a:gd name="connsiteX28" fmla="*/ 195211 w 363673"/>
              <a:gd name="connsiteY28" fmla="*/ 132017 h 231838"/>
              <a:gd name="connsiteX29" fmla="*/ 174533 w 363673"/>
              <a:gd name="connsiteY29" fmla="*/ 122777 h 231838"/>
              <a:gd name="connsiteX30" fmla="*/ 201661 w 363673"/>
              <a:gd name="connsiteY30" fmla="*/ 68294 h 231838"/>
              <a:gd name="connsiteX31" fmla="*/ 190184 w 363673"/>
              <a:gd name="connsiteY31" fmla="*/ 30385 h 231838"/>
              <a:gd name="connsiteX32" fmla="*/ 230402 w 363673"/>
              <a:gd name="connsiteY32" fmla="*/ 12763 h 231838"/>
              <a:gd name="connsiteX33" fmla="*/ 285703 w 363673"/>
              <a:gd name="connsiteY33" fmla="*/ 68294 h 231838"/>
              <a:gd name="connsiteX34" fmla="*/ 235050 w 363673"/>
              <a:gd name="connsiteY34" fmla="*/ 123634 h 231838"/>
              <a:gd name="connsiteX35" fmla="*/ 229169 w 363673"/>
              <a:gd name="connsiteY35" fmla="*/ 130588 h 231838"/>
              <a:gd name="connsiteX36" fmla="*/ 235524 w 363673"/>
              <a:gd name="connsiteY36" fmla="*/ 136493 h 231838"/>
              <a:gd name="connsiteX37" fmla="*/ 236094 w 363673"/>
              <a:gd name="connsiteY37" fmla="*/ 136493 h 231838"/>
              <a:gd name="connsiteX38" fmla="*/ 259617 w 363673"/>
              <a:gd name="connsiteY38" fmla="*/ 130016 h 231838"/>
              <a:gd name="connsiteX39" fmla="*/ 287125 w 363673"/>
              <a:gd name="connsiteY39" fmla="*/ 144113 h 231838"/>
              <a:gd name="connsiteX40" fmla="*/ 350868 w 363673"/>
              <a:gd name="connsiteY40" fmla="*/ 219075 h 231838"/>
              <a:gd name="connsiteX41" fmla="*/ 267301 w 363673"/>
              <a:gd name="connsiteY41" fmla="*/ 219075 h 231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3673" h="231838">
                <a:moveTo>
                  <a:pt x="291489" y="132017"/>
                </a:moveTo>
                <a:cubicBezTo>
                  <a:pt x="283521" y="129064"/>
                  <a:pt x="275838" y="126301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0"/>
                  <a:pt x="65545" y="68294"/>
                </a:cubicBezTo>
                <a:cubicBezTo>
                  <a:pt x="65545" y="90583"/>
                  <a:pt x="76263" y="110395"/>
                  <a:pt x="92768" y="122872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3"/>
                  <a:pt x="133650" y="12763"/>
                </a:cubicBezTo>
                <a:cubicBezTo>
                  <a:pt x="164194" y="12763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7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18261" y="154210"/>
                  <a:pt x="252029" y="166592"/>
                  <a:pt x="254590" y="219075"/>
                </a:cubicBezTo>
                <a:lnTo>
                  <a:pt x="12995" y="219075"/>
                </a:lnTo>
                <a:close/>
                <a:moveTo>
                  <a:pt x="267206" y="219075"/>
                </a:moveTo>
                <a:cubicBezTo>
                  <a:pt x="264455" y="157639"/>
                  <a:pt x="223004" y="142208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299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0"/>
                  <a:pt x="215036" y="12763"/>
                  <a:pt x="230402" y="12763"/>
                </a:cubicBezTo>
                <a:cubicBezTo>
                  <a:pt x="260851" y="12763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4"/>
                </a:cubicBezTo>
                <a:cubicBezTo>
                  <a:pt x="231541" y="123920"/>
                  <a:pt x="228885" y="127063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6"/>
                  <a:pt x="252409" y="133540"/>
                  <a:pt x="259617" y="130016"/>
                </a:cubicBezTo>
                <a:cubicBezTo>
                  <a:pt x="265783" y="136207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67301" y="219075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5" name="Graphic 170">
            <a:extLst>
              <a:ext uri="{FF2B5EF4-FFF2-40B4-BE49-F238E27FC236}">
                <a16:creationId xmlns:a16="http://schemas.microsoft.com/office/drawing/2014/main" id="{60FD6360-465C-496F-9487-6D2BA63C256F}"/>
              </a:ext>
            </a:extLst>
          </p:cNvPr>
          <p:cNvSpPr/>
          <p:nvPr/>
        </p:nvSpPr>
        <p:spPr>
          <a:xfrm>
            <a:off x="11104051" y="1611106"/>
            <a:ext cx="480843" cy="306533"/>
          </a:xfrm>
          <a:custGeom>
            <a:avLst/>
            <a:gdLst>
              <a:gd name="connsiteX0" fmla="*/ 291489 w 363673"/>
              <a:gd name="connsiteY0" fmla="*/ 132017 h 231838"/>
              <a:gd name="connsiteX1" fmla="*/ 271095 w 363673"/>
              <a:gd name="connsiteY1" fmla="*/ 122968 h 231838"/>
              <a:gd name="connsiteX2" fmla="*/ 298413 w 363673"/>
              <a:gd name="connsiteY2" fmla="*/ 68294 h 231838"/>
              <a:gd name="connsiteX3" fmla="*/ 230402 w 363673"/>
              <a:gd name="connsiteY3" fmla="*/ 0 h 231838"/>
              <a:gd name="connsiteX4" fmla="*/ 182026 w 363673"/>
              <a:gd name="connsiteY4" fmla="*/ 20383 h 231838"/>
              <a:gd name="connsiteX5" fmla="*/ 133556 w 363673"/>
              <a:gd name="connsiteY5" fmla="*/ 0 h 231838"/>
              <a:gd name="connsiteX6" fmla="*/ 65545 w 363673"/>
              <a:gd name="connsiteY6" fmla="*/ 68294 h 231838"/>
              <a:gd name="connsiteX7" fmla="*/ 92768 w 363673"/>
              <a:gd name="connsiteY7" fmla="*/ 122872 h 231838"/>
              <a:gd name="connsiteX8" fmla="*/ 72279 w 363673"/>
              <a:gd name="connsiteY8" fmla="*/ 132017 h 231838"/>
              <a:gd name="connsiteX9" fmla="*/ 0 w 363673"/>
              <a:gd name="connsiteY9" fmla="*/ 225457 h 231838"/>
              <a:gd name="connsiteX10" fmla="*/ 6355 w 363673"/>
              <a:gd name="connsiteY10" fmla="*/ 231838 h 231838"/>
              <a:gd name="connsiteX11" fmla="*/ 357318 w 363673"/>
              <a:gd name="connsiteY11" fmla="*/ 231838 h 231838"/>
              <a:gd name="connsiteX12" fmla="*/ 363673 w 363673"/>
              <a:gd name="connsiteY12" fmla="*/ 225457 h 231838"/>
              <a:gd name="connsiteX13" fmla="*/ 291394 w 363673"/>
              <a:gd name="connsiteY13" fmla="*/ 132017 h 231838"/>
              <a:gd name="connsiteX14" fmla="*/ 78350 w 363673"/>
              <a:gd name="connsiteY14" fmla="*/ 68294 h 231838"/>
              <a:gd name="connsiteX15" fmla="*/ 133650 w 363673"/>
              <a:gd name="connsiteY15" fmla="*/ 12763 h 231838"/>
              <a:gd name="connsiteX16" fmla="*/ 188951 w 363673"/>
              <a:gd name="connsiteY16" fmla="*/ 68294 h 231838"/>
              <a:gd name="connsiteX17" fmla="*/ 133650 w 363673"/>
              <a:gd name="connsiteY17" fmla="*/ 123825 h 231838"/>
              <a:gd name="connsiteX18" fmla="*/ 78350 w 363673"/>
              <a:gd name="connsiteY18" fmla="*/ 68294 h 231838"/>
              <a:gd name="connsiteX19" fmla="*/ 12995 w 363673"/>
              <a:gd name="connsiteY19" fmla="*/ 219075 h 231838"/>
              <a:gd name="connsiteX20" fmla="*/ 76738 w 363673"/>
              <a:gd name="connsiteY20" fmla="*/ 144113 h 231838"/>
              <a:gd name="connsiteX21" fmla="*/ 104340 w 363673"/>
              <a:gd name="connsiteY21" fmla="*/ 129921 h 231838"/>
              <a:gd name="connsiteX22" fmla="*/ 133650 w 363673"/>
              <a:gd name="connsiteY22" fmla="*/ 136684 h 231838"/>
              <a:gd name="connsiteX23" fmla="*/ 163150 w 363673"/>
              <a:gd name="connsiteY23" fmla="*/ 129826 h 231838"/>
              <a:gd name="connsiteX24" fmla="*/ 190848 w 363673"/>
              <a:gd name="connsiteY24" fmla="*/ 144113 h 231838"/>
              <a:gd name="connsiteX25" fmla="*/ 254590 w 363673"/>
              <a:gd name="connsiteY25" fmla="*/ 219075 h 231838"/>
              <a:gd name="connsiteX26" fmla="*/ 12995 w 363673"/>
              <a:gd name="connsiteY26" fmla="*/ 219075 h 231838"/>
              <a:gd name="connsiteX27" fmla="*/ 267206 w 363673"/>
              <a:gd name="connsiteY27" fmla="*/ 219075 h 231838"/>
              <a:gd name="connsiteX28" fmla="*/ 195211 w 363673"/>
              <a:gd name="connsiteY28" fmla="*/ 132017 h 231838"/>
              <a:gd name="connsiteX29" fmla="*/ 174533 w 363673"/>
              <a:gd name="connsiteY29" fmla="*/ 122777 h 231838"/>
              <a:gd name="connsiteX30" fmla="*/ 201661 w 363673"/>
              <a:gd name="connsiteY30" fmla="*/ 68294 h 231838"/>
              <a:gd name="connsiteX31" fmla="*/ 190184 w 363673"/>
              <a:gd name="connsiteY31" fmla="*/ 30385 h 231838"/>
              <a:gd name="connsiteX32" fmla="*/ 230402 w 363673"/>
              <a:gd name="connsiteY32" fmla="*/ 12763 h 231838"/>
              <a:gd name="connsiteX33" fmla="*/ 285703 w 363673"/>
              <a:gd name="connsiteY33" fmla="*/ 68294 h 231838"/>
              <a:gd name="connsiteX34" fmla="*/ 235050 w 363673"/>
              <a:gd name="connsiteY34" fmla="*/ 123634 h 231838"/>
              <a:gd name="connsiteX35" fmla="*/ 229169 w 363673"/>
              <a:gd name="connsiteY35" fmla="*/ 130588 h 231838"/>
              <a:gd name="connsiteX36" fmla="*/ 235524 w 363673"/>
              <a:gd name="connsiteY36" fmla="*/ 136493 h 231838"/>
              <a:gd name="connsiteX37" fmla="*/ 236094 w 363673"/>
              <a:gd name="connsiteY37" fmla="*/ 136493 h 231838"/>
              <a:gd name="connsiteX38" fmla="*/ 259617 w 363673"/>
              <a:gd name="connsiteY38" fmla="*/ 130016 h 231838"/>
              <a:gd name="connsiteX39" fmla="*/ 287125 w 363673"/>
              <a:gd name="connsiteY39" fmla="*/ 144113 h 231838"/>
              <a:gd name="connsiteX40" fmla="*/ 350868 w 363673"/>
              <a:gd name="connsiteY40" fmla="*/ 219075 h 231838"/>
              <a:gd name="connsiteX41" fmla="*/ 267301 w 363673"/>
              <a:gd name="connsiteY41" fmla="*/ 219075 h 231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3673" h="231838">
                <a:moveTo>
                  <a:pt x="291489" y="132017"/>
                </a:moveTo>
                <a:cubicBezTo>
                  <a:pt x="283521" y="129064"/>
                  <a:pt x="275838" y="126301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0"/>
                  <a:pt x="65545" y="68294"/>
                </a:cubicBezTo>
                <a:cubicBezTo>
                  <a:pt x="65545" y="90583"/>
                  <a:pt x="76263" y="110395"/>
                  <a:pt x="92768" y="122872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3"/>
                  <a:pt x="133650" y="12763"/>
                </a:cubicBezTo>
                <a:cubicBezTo>
                  <a:pt x="164194" y="12763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7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18261" y="154210"/>
                  <a:pt x="252029" y="166592"/>
                  <a:pt x="254590" y="219075"/>
                </a:cubicBezTo>
                <a:lnTo>
                  <a:pt x="12995" y="219075"/>
                </a:lnTo>
                <a:close/>
                <a:moveTo>
                  <a:pt x="267206" y="219075"/>
                </a:moveTo>
                <a:cubicBezTo>
                  <a:pt x="264455" y="157639"/>
                  <a:pt x="223004" y="142208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299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0"/>
                  <a:pt x="215036" y="12763"/>
                  <a:pt x="230402" y="12763"/>
                </a:cubicBezTo>
                <a:cubicBezTo>
                  <a:pt x="260851" y="12763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4"/>
                </a:cubicBezTo>
                <a:cubicBezTo>
                  <a:pt x="231541" y="123920"/>
                  <a:pt x="228885" y="127063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6"/>
                  <a:pt x="252409" y="133540"/>
                  <a:pt x="259617" y="130016"/>
                </a:cubicBezTo>
                <a:cubicBezTo>
                  <a:pt x="265783" y="136207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67301" y="219075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8" name="Graphic 176">
            <a:extLst>
              <a:ext uri="{FF2B5EF4-FFF2-40B4-BE49-F238E27FC236}">
                <a16:creationId xmlns:a16="http://schemas.microsoft.com/office/drawing/2014/main" id="{0A233D4E-CA53-7F38-DD52-2F9C6BD379EA}"/>
              </a:ext>
            </a:extLst>
          </p:cNvPr>
          <p:cNvSpPr/>
          <p:nvPr/>
        </p:nvSpPr>
        <p:spPr>
          <a:xfrm>
            <a:off x="531795" y="2932263"/>
            <a:ext cx="508710" cy="385587"/>
          </a:xfrm>
          <a:custGeom>
            <a:avLst/>
            <a:gdLst>
              <a:gd name="connsiteX0" fmla="*/ 291489 w 363673"/>
              <a:gd name="connsiteY0" fmla="*/ 132017 h 275653"/>
              <a:gd name="connsiteX1" fmla="*/ 271095 w 363673"/>
              <a:gd name="connsiteY1" fmla="*/ 122968 h 275653"/>
              <a:gd name="connsiteX2" fmla="*/ 298413 w 363673"/>
              <a:gd name="connsiteY2" fmla="*/ 68294 h 275653"/>
              <a:gd name="connsiteX3" fmla="*/ 230402 w 363673"/>
              <a:gd name="connsiteY3" fmla="*/ 0 h 275653"/>
              <a:gd name="connsiteX4" fmla="*/ 182026 w 363673"/>
              <a:gd name="connsiteY4" fmla="*/ 20383 h 275653"/>
              <a:gd name="connsiteX5" fmla="*/ 133556 w 363673"/>
              <a:gd name="connsiteY5" fmla="*/ 0 h 275653"/>
              <a:gd name="connsiteX6" fmla="*/ 65545 w 363673"/>
              <a:gd name="connsiteY6" fmla="*/ 68294 h 275653"/>
              <a:gd name="connsiteX7" fmla="*/ 92768 w 363673"/>
              <a:gd name="connsiteY7" fmla="*/ 122873 h 275653"/>
              <a:gd name="connsiteX8" fmla="*/ 72279 w 363673"/>
              <a:gd name="connsiteY8" fmla="*/ 132017 h 275653"/>
              <a:gd name="connsiteX9" fmla="*/ 0 w 363673"/>
              <a:gd name="connsiteY9" fmla="*/ 225457 h 275653"/>
              <a:gd name="connsiteX10" fmla="*/ 6355 w 363673"/>
              <a:gd name="connsiteY10" fmla="*/ 231839 h 275653"/>
              <a:gd name="connsiteX11" fmla="*/ 196634 w 363673"/>
              <a:gd name="connsiteY11" fmla="*/ 231839 h 275653"/>
              <a:gd name="connsiteX12" fmla="*/ 176999 w 363673"/>
              <a:gd name="connsiteY12" fmla="*/ 266033 h 275653"/>
              <a:gd name="connsiteX13" fmla="*/ 176999 w 363673"/>
              <a:gd name="connsiteY13" fmla="*/ 272415 h 275653"/>
              <a:gd name="connsiteX14" fmla="*/ 182501 w 363673"/>
              <a:gd name="connsiteY14" fmla="*/ 275654 h 275653"/>
              <a:gd name="connsiteX15" fmla="*/ 313969 w 363673"/>
              <a:gd name="connsiteY15" fmla="*/ 275654 h 275653"/>
              <a:gd name="connsiteX16" fmla="*/ 319471 w 363673"/>
              <a:gd name="connsiteY16" fmla="*/ 272415 h 275653"/>
              <a:gd name="connsiteX17" fmla="*/ 319471 w 363673"/>
              <a:gd name="connsiteY17" fmla="*/ 266033 h 275653"/>
              <a:gd name="connsiteX18" fmla="*/ 299836 w 363673"/>
              <a:gd name="connsiteY18" fmla="*/ 231839 h 275653"/>
              <a:gd name="connsiteX19" fmla="*/ 357318 w 363673"/>
              <a:gd name="connsiteY19" fmla="*/ 231839 h 275653"/>
              <a:gd name="connsiteX20" fmla="*/ 363673 w 363673"/>
              <a:gd name="connsiteY20" fmla="*/ 225457 h 275653"/>
              <a:gd name="connsiteX21" fmla="*/ 291394 w 363673"/>
              <a:gd name="connsiteY21" fmla="*/ 132017 h 275653"/>
              <a:gd name="connsiteX22" fmla="*/ 78350 w 363673"/>
              <a:gd name="connsiteY22" fmla="*/ 68294 h 275653"/>
              <a:gd name="connsiteX23" fmla="*/ 133650 w 363673"/>
              <a:gd name="connsiteY23" fmla="*/ 12764 h 275653"/>
              <a:gd name="connsiteX24" fmla="*/ 188951 w 363673"/>
              <a:gd name="connsiteY24" fmla="*/ 68294 h 275653"/>
              <a:gd name="connsiteX25" fmla="*/ 133650 w 363673"/>
              <a:gd name="connsiteY25" fmla="*/ 123825 h 275653"/>
              <a:gd name="connsiteX26" fmla="*/ 78350 w 363673"/>
              <a:gd name="connsiteY26" fmla="*/ 68294 h 275653"/>
              <a:gd name="connsiteX27" fmla="*/ 12995 w 363673"/>
              <a:gd name="connsiteY27" fmla="*/ 219075 h 275653"/>
              <a:gd name="connsiteX28" fmla="*/ 76738 w 363673"/>
              <a:gd name="connsiteY28" fmla="*/ 144113 h 275653"/>
              <a:gd name="connsiteX29" fmla="*/ 104340 w 363673"/>
              <a:gd name="connsiteY29" fmla="*/ 129921 h 275653"/>
              <a:gd name="connsiteX30" fmla="*/ 133650 w 363673"/>
              <a:gd name="connsiteY30" fmla="*/ 136684 h 275653"/>
              <a:gd name="connsiteX31" fmla="*/ 163150 w 363673"/>
              <a:gd name="connsiteY31" fmla="*/ 129826 h 275653"/>
              <a:gd name="connsiteX32" fmla="*/ 190848 w 363673"/>
              <a:gd name="connsiteY32" fmla="*/ 144113 h 275653"/>
              <a:gd name="connsiteX33" fmla="*/ 233817 w 363673"/>
              <a:gd name="connsiteY33" fmla="*/ 167450 h 275653"/>
              <a:gd name="connsiteX34" fmla="*/ 204128 w 363673"/>
              <a:gd name="connsiteY34" fmla="*/ 219075 h 275653"/>
              <a:gd name="connsiteX35" fmla="*/ 12995 w 363673"/>
              <a:gd name="connsiteY35" fmla="*/ 219075 h 275653"/>
              <a:gd name="connsiteX36" fmla="*/ 193693 w 363673"/>
              <a:gd name="connsiteY36" fmla="*/ 262890 h 275653"/>
              <a:gd name="connsiteX37" fmla="*/ 248330 w 363673"/>
              <a:gd name="connsiteY37" fmla="*/ 167831 h 275653"/>
              <a:gd name="connsiteX38" fmla="*/ 302966 w 363673"/>
              <a:gd name="connsiteY38" fmla="*/ 262890 h 275653"/>
              <a:gd name="connsiteX39" fmla="*/ 193693 w 363673"/>
              <a:gd name="connsiteY39" fmla="*/ 262890 h 275653"/>
              <a:gd name="connsiteX40" fmla="*/ 292532 w 363673"/>
              <a:gd name="connsiteY40" fmla="*/ 219075 h 275653"/>
              <a:gd name="connsiteX41" fmla="*/ 253831 w 363673"/>
              <a:gd name="connsiteY41" fmla="*/ 151829 h 275653"/>
              <a:gd name="connsiteX42" fmla="*/ 242733 w 363673"/>
              <a:gd name="connsiteY42" fmla="*/ 151829 h 275653"/>
              <a:gd name="connsiteX43" fmla="*/ 240362 w 363673"/>
              <a:gd name="connsiteY43" fmla="*/ 155924 h 275653"/>
              <a:gd name="connsiteX44" fmla="*/ 195211 w 363673"/>
              <a:gd name="connsiteY44" fmla="*/ 132017 h 275653"/>
              <a:gd name="connsiteX45" fmla="*/ 174533 w 363673"/>
              <a:gd name="connsiteY45" fmla="*/ 122777 h 275653"/>
              <a:gd name="connsiteX46" fmla="*/ 201661 w 363673"/>
              <a:gd name="connsiteY46" fmla="*/ 68294 h 275653"/>
              <a:gd name="connsiteX47" fmla="*/ 190184 w 363673"/>
              <a:gd name="connsiteY47" fmla="*/ 30385 h 275653"/>
              <a:gd name="connsiteX48" fmla="*/ 230402 w 363673"/>
              <a:gd name="connsiteY48" fmla="*/ 12764 h 275653"/>
              <a:gd name="connsiteX49" fmla="*/ 285703 w 363673"/>
              <a:gd name="connsiteY49" fmla="*/ 68294 h 275653"/>
              <a:gd name="connsiteX50" fmla="*/ 235050 w 363673"/>
              <a:gd name="connsiteY50" fmla="*/ 123635 h 275653"/>
              <a:gd name="connsiteX51" fmla="*/ 229169 w 363673"/>
              <a:gd name="connsiteY51" fmla="*/ 130588 h 275653"/>
              <a:gd name="connsiteX52" fmla="*/ 235524 w 363673"/>
              <a:gd name="connsiteY52" fmla="*/ 136493 h 275653"/>
              <a:gd name="connsiteX53" fmla="*/ 236094 w 363673"/>
              <a:gd name="connsiteY53" fmla="*/ 136493 h 275653"/>
              <a:gd name="connsiteX54" fmla="*/ 259617 w 363673"/>
              <a:gd name="connsiteY54" fmla="*/ 130016 h 275653"/>
              <a:gd name="connsiteX55" fmla="*/ 287125 w 363673"/>
              <a:gd name="connsiteY55" fmla="*/ 144113 h 275653"/>
              <a:gd name="connsiteX56" fmla="*/ 350868 w 363673"/>
              <a:gd name="connsiteY56" fmla="*/ 219075 h 275653"/>
              <a:gd name="connsiteX57" fmla="*/ 292532 w 363673"/>
              <a:gd name="connsiteY57" fmla="*/ 219075 h 275653"/>
              <a:gd name="connsiteX58" fmla="*/ 248330 w 363673"/>
              <a:gd name="connsiteY58" fmla="*/ 191738 h 275653"/>
              <a:gd name="connsiteX59" fmla="*/ 254685 w 363673"/>
              <a:gd name="connsiteY59" fmla="*/ 198120 h 275653"/>
              <a:gd name="connsiteX60" fmla="*/ 254685 w 363673"/>
              <a:gd name="connsiteY60" fmla="*/ 229552 h 275653"/>
              <a:gd name="connsiteX61" fmla="*/ 248330 w 363673"/>
              <a:gd name="connsiteY61" fmla="*/ 235934 h 275653"/>
              <a:gd name="connsiteX62" fmla="*/ 241975 w 363673"/>
              <a:gd name="connsiteY62" fmla="*/ 229552 h 275653"/>
              <a:gd name="connsiteX63" fmla="*/ 241975 w 363673"/>
              <a:gd name="connsiteY63" fmla="*/ 198120 h 275653"/>
              <a:gd name="connsiteX64" fmla="*/ 248330 w 363673"/>
              <a:gd name="connsiteY64" fmla="*/ 191738 h 275653"/>
              <a:gd name="connsiteX65" fmla="*/ 255634 w 363673"/>
              <a:gd name="connsiteY65" fmla="*/ 248221 h 275653"/>
              <a:gd name="connsiteX66" fmla="*/ 248235 w 363673"/>
              <a:gd name="connsiteY66" fmla="*/ 255651 h 275653"/>
              <a:gd name="connsiteX67" fmla="*/ 240836 w 363673"/>
              <a:gd name="connsiteY67" fmla="*/ 248221 h 275653"/>
              <a:gd name="connsiteX68" fmla="*/ 248235 w 363673"/>
              <a:gd name="connsiteY68" fmla="*/ 240887 h 275653"/>
              <a:gd name="connsiteX69" fmla="*/ 255634 w 363673"/>
              <a:gd name="connsiteY69" fmla="*/ 248221 h 27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75653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9"/>
                  <a:pt x="6355" y="231839"/>
                </a:cubicBezTo>
                <a:lnTo>
                  <a:pt x="196634" y="231839"/>
                </a:lnTo>
                <a:lnTo>
                  <a:pt x="176999" y="266033"/>
                </a:lnTo>
                <a:cubicBezTo>
                  <a:pt x="175861" y="268034"/>
                  <a:pt x="175861" y="270510"/>
                  <a:pt x="176999" y="272415"/>
                </a:cubicBezTo>
                <a:cubicBezTo>
                  <a:pt x="178137" y="274415"/>
                  <a:pt x="180224" y="275654"/>
                  <a:pt x="182501" y="275654"/>
                </a:cubicBezTo>
                <a:lnTo>
                  <a:pt x="313969" y="275654"/>
                </a:lnTo>
                <a:cubicBezTo>
                  <a:pt x="316246" y="275654"/>
                  <a:pt x="318333" y="274415"/>
                  <a:pt x="319471" y="272415"/>
                </a:cubicBezTo>
                <a:cubicBezTo>
                  <a:pt x="320609" y="270415"/>
                  <a:pt x="320609" y="267938"/>
                  <a:pt x="319471" y="266033"/>
                </a:cubicBezTo>
                <a:lnTo>
                  <a:pt x="299836" y="231839"/>
                </a:lnTo>
                <a:lnTo>
                  <a:pt x="357318" y="231839"/>
                </a:lnTo>
                <a:cubicBezTo>
                  <a:pt x="360828" y="231839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4"/>
                  <a:pt x="133650" y="12764"/>
                </a:cubicBezTo>
                <a:cubicBezTo>
                  <a:pt x="164194" y="12764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8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05171" y="149352"/>
                  <a:pt x="221296" y="155353"/>
                  <a:pt x="233817" y="167450"/>
                </a:cubicBezTo>
                <a:lnTo>
                  <a:pt x="204128" y="219075"/>
                </a:lnTo>
                <a:lnTo>
                  <a:pt x="12995" y="219075"/>
                </a:lnTo>
                <a:close/>
                <a:moveTo>
                  <a:pt x="193693" y="262890"/>
                </a:moveTo>
                <a:lnTo>
                  <a:pt x="248330" y="167831"/>
                </a:lnTo>
                <a:lnTo>
                  <a:pt x="302966" y="262890"/>
                </a:lnTo>
                <a:lnTo>
                  <a:pt x="193693" y="262890"/>
                </a:lnTo>
                <a:close/>
                <a:moveTo>
                  <a:pt x="292532" y="219075"/>
                </a:moveTo>
                <a:lnTo>
                  <a:pt x="253831" y="151829"/>
                </a:lnTo>
                <a:cubicBezTo>
                  <a:pt x="251555" y="147828"/>
                  <a:pt x="245010" y="147828"/>
                  <a:pt x="242733" y="151829"/>
                </a:cubicBezTo>
                <a:lnTo>
                  <a:pt x="240362" y="155924"/>
                </a:lnTo>
                <a:cubicBezTo>
                  <a:pt x="226323" y="143446"/>
                  <a:pt x="209250" y="137160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300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1"/>
                  <a:pt x="215036" y="12764"/>
                  <a:pt x="230402" y="12764"/>
                </a:cubicBezTo>
                <a:cubicBezTo>
                  <a:pt x="260851" y="12764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5"/>
                </a:cubicBezTo>
                <a:cubicBezTo>
                  <a:pt x="231541" y="123920"/>
                  <a:pt x="228885" y="127064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7"/>
                  <a:pt x="252409" y="133540"/>
                  <a:pt x="259617" y="130016"/>
                </a:cubicBezTo>
                <a:cubicBezTo>
                  <a:pt x="265783" y="136208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92532" y="219075"/>
                </a:lnTo>
                <a:close/>
                <a:moveTo>
                  <a:pt x="248330" y="191738"/>
                </a:moveTo>
                <a:cubicBezTo>
                  <a:pt x="251839" y="191738"/>
                  <a:pt x="254685" y="194596"/>
                  <a:pt x="254685" y="198120"/>
                </a:cubicBezTo>
                <a:lnTo>
                  <a:pt x="254685" y="229552"/>
                </a:lnTo>
                <a:cubicBezTo>
                  <a:pt x="254685" y="233077"/>
                  <a:pt x="251839" y="235934"/>
                  <a:pt x="248330" y="235934"/>
                </a:cubicBezTo>
                <a:cubicBezTo>
                  <a:pt x="244820" y="235934"/>
                  <a:pt x="241975" y="233077"/>
                  <a:pt x="241975" y="229552"/>
                </a:cubicBezTo>
                <a:lnTo>
                  <a:pt x="241975" y="198120"/>
                </a:lnTo>
                <a:cubicBezTo>
                  <a:pt x="241975" y="194596"/>
                  <a:pt x="244820" y="191738"/>
                  <a:pt x="248330" y="191738"/>
                </a:cubicBezTo>
                <a:close/>
                <a:moveTo>
                  <a:pt x="255634" y="248221"/>
                </a:moveTo>
                <a:cubicBezTo>
                  <a:pt x="255634" y="252317"/>
                  <a:pt x="252314" y="255651"/>
                  <a:pt x="248235" y="255651"/>
                </a:cubicBezTo>
                <a:cubicBezTo>
                  <a:pt x="244156" y="255651"/>
                  <a:pt x="240836" y="252317"/>
                  <a:pt x="240836" y="248221"/>
                </a:cubicBezTo>
                <a:cubicBezTo>
                  <a:pt x="240836" y="244126"/>
                  <a:pt x="244156" y="240887"/>
                  <a:pt x="248235" y="240887"/>
                </a:cubicBezTo>
                <a:cubicBezTo>
                  <a:pt x="252314" y="240887"/>
                  <a:pt x="255634" y="244221"/>
                  <a:pt x="255634" y="24822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9" name="Graphic 176">
            <a:extLst>
              <a:ext uri="{FF2B5EF4-FFF2-40B4-BE49-F238E27FC236}">
                <a16:creationId xmlns:a16="http://schemas.microsoft.com/office/drawing/2014/main" id="{D6541BF6-6D8A-9F08-6BC5-ABD8707CB2C0}"/>
              </a:ext>
            </a:extLst>
          </p:cNvPr>
          <p:cNvSpPr/>
          <p:nvPr/>
        </p:nvSpPr>
        <p:spPr>
          <a:xfrm>
            <a:off x="1262045" y="2932263"/>
            <a:ext cx="508710" cy="385587"/>
          </a:xfrm>
          <a:custGeom>
            <a:avLst/>
            <a:gdLst>
              <a:gd name="connsiteX0" fmla="*/ 291489 w 363673"/>
              <a:gd name="connsiteY0" fmla="*/ 132017 h 275653"/>
              <a:gd name="connsiteX1" fmla="*/ 271095 w 363673"/>
              <a:gd name="connsiteY1" fmla="*/ 122968 h 275653"/>
              <a:gd name="connsiteX2" fmla="*/ 298413 w 363673"/>
              <a:gd name="connsiteY2" fmla="*/ 68294 h 275653"/>
              <a:gd name="connsiteX3" fmla="*/ 230402 w 363673"/>
              <a:gd name="connsiteY3" fmla="*/ 0 h 275653"/>
              <a:gd name="connsiteX4" fmla="*/ 182026 w 363673"/>
              <a:gd name="connsiteY4" fmla="*/ 20383 h 275653"/>
              <a:gd name="connsiteX5" fmla="*/ 133556 w 363673"/>
              <a:gd name="connsiteY5" fmla="*/ 0 h 275653"/>
              <a:gd name="connsiteX6" fmla="*/ 65545 w 363673"/>
              <a:gd name="connsiteY6" fmla="*/ 68294 h 275653"/>
              <a:gd name="connsiteX7" fmla="*/ 92768 w 363673"/>
              <a:gd name="connsiteY7" fmla="*/ 122873 h 275653"/>
              <a:gd name="connsiteX8" fmla="*/ 72279 w 363673"/>
              <a:gd name="connsiteY8" fmla="*/ 132017 h 275653"/>
              <a:gd name="connsiteX9" fmla="*/ 0 w 363673"/>
              <a:gd name="connsiteY9" fmla="*/ 225457 h 275653"/>
              <a:gd name="connsiteX10" fmla="*/ 6355 w 363673"/>
              <a:gd name="connsiteY10" fmla="*/ 231839 h 275653"/>
              <a:gd name="connsiteX11" fmla="*/ 196634 w 363673"/>
              <a:gd name="connsiteY11" fmla="*/ 231839 h 275653"/>
              <a:gd name="connsiteX12" fmla="*/ 176999 w 363673"/>
              <a:gd name="connsiteY12" fmla="*/ 266033 h 275653"/>
              <a:gd name="connsiteX13" fmla="*/ 176999 w 363673"/>
              <a:gd name="connsiteY13" fmla="*/ 272415 h 275653"/>
              <a:gd name="connsiteX14" fmla="*/ 182501 w 363673"/>
              <a:gd name="connsiteY14" fmla="*/ 275654 h 275653"/>
              <a:gd name="connsiteX15" fmla="*/ 313969 w 363673"/>
              <a:gd name="connsiteY15" fmla="*/ 275654 h 275653"/>
              <a:gd name="connsiteX16" fmla="*/ 319471 w 363673"/>
              <a:gd name="connsiteY16" fmla="*/ 272415 h 275653"/>
              <a:gd name="connsiteX17" fmla="*/ 319471 w 363673"/>
              <a:gd name="connsiteY17" fmla="*/ 266033 h 275653"/>
              <a:gd name="connsiteX18" fmla="*/ 299836 w 363673"/>
              <a:gd name="connsiteY18" fmla="*/ 231839 h 275653"/>
              <a:gd name="connsiteX19" fmla="*/ 357318 w 363673"/>
              <a:gd name="connsiteY19" fmla="*/ 231839 h 275653"/>
              <a:gd name="connsiteX20" fmla="*/ 363673 w 363673"/>
              <a:gd name="connsiteY20" fmla="*/ 225457 h 275653"/>
              <a:gd name="connsiteX21" fmla="*/ 291394 w 363673"/>
              <a:gd name="connsiteY21" fmla="*/ 132017 h 275653"/>
              <a:gd name="connsiteX22" fmla="*/ 78350 w 363673"/>
              <a:gd name="connsiteY22" fmla="*/ 68294 h 275653"/>
              <a:gd name="connsiteX23" fmla="*/ 133650 w 363673"/>
              <a:gd name="connsiteY23" fmla="*/ 12764 h 275653"/>
              <a:gd name="connsiteX24" fmla="*/ 188951 w 363673"/>
              <a:gd name="connsiteY24" fmla="*/ 68294 h 275653"/>
              <a:gd name="connsiteX25" fmla="*/ 133650 w 363673"/>
              <a:gd name="connsiteY25" fmla="*/ 123825 h 275653"/>
              <a:gd name="connsiteX26" fmla="*/ 78350 w 363673"/>
              <a:gd name="connsiteY26" fmla="*/ 68294 h 275653"/>
              <a:gd name="connsiteX27" fmla="*/ 12995 w 363673"/>
              <a:gd name="connsiteY27" fmla="*/ 219075 h 275653"/>
              <a:gd name="connsiteX28" fmla="*/ 76738 w 363673"/>
              <a:gd name="connsiteY28" fmla="*/ 144113 h 275653"/>
              <a:gd name="connsiteX29" fmla="*/ 104340 w 363673"/>
              <a:gd name="connsiteY29" fmla="*/ 129921 h 275653"/>
              <a:gd name="connsiteX30" fmla="*/ 133650 w 363673"/>
              <a:gd name="connsiteY30" fmla="*/ 136684 h 275653"/>
              <a:gd name="connsiteX31" fmla="*/ 163150 w 363673"/>
              <a:gd name="connsiteY31" fmla="*/ 129826 h 275653"/>
              <a:gd name="connsiteX32" fmla="*/ 190848 w 363673"/>
              <a:gd name="connsiteY32" fmla="*/ 144113 h 275653"/>
              <a:gd name="connsiteX33" fmla="*/ 233817 w 363673"/>
              <a:gd name="connsiteY33" fmla="*/ 167450 h 275653"/>
              <a:gd name="connsiteX34" fmla="*/ 204128 w 363673"/>
              <a:gd name="connsiteY34" fmla="*/ 219075 h 275653"/>
              <a:gd name="connsiteX35" fmla="*/ 12995 w 363673"/>
              <a:gd name="connsiteY35" fmla="*/ 219075 h 275653"/>
              <a:gd name="connsiteX36" fmla="*/ 193693 w 363673"/>
              <a:gd name="connsiteY36" fmla="*/ 262890 h 275653"/>
              <a:gd name="connsiteX37" fmla="*/ 248330 w 363673"/>
              <a:gd name="connsiteY37" fmla="*/ 167831 h 275653"/>
              <a:gd name="connsiteX38" fmla="*/ 302966 w 363673"/>
              <a:gd name="connsiteY38" fmla="*/ 262890 h 275653"/>
              <a:gd name="connsiteX39" fmla="*/ 193693 w 363673"/>
              <a:gd name="connsiteY39" fmla="*/ 262890 h 275653"/>
              <a:gd name="connsiteX40" fmla="*/ 292532 w 363673"/>
              <a:gd name="connsiteY40" fmla="*/ 219075 h 275653"/>
              <a:gd name="connsiteX41" fmla="*/ 253831 w 363673"/>
              <a:gd name="connsiteY41" fmla="*/ 151829 h 275653"/>
              <a:gd name="connsiteX42" fmla="*/ 242733 w 363673"/>
              <a:gd name="connsiteY42" fmla="*/ 151829 h 275653"/>
              <a:gd name="connsiteX43" fmla="*/ 240362 w 363673"/>
              <a:gd name="connsiteY43" fmla="*/ 155924 h 275653"/>
              <a:gd name="connsiteX44" fmla="*/ 195211 w 363673"/>
              <a:gd name="connsiteY44" fmla="*/ 132017 h 275653"/>
              <a:gd name="connsiteX45" fmla="*/ 174533 w 363673"/>
              <a:gd name="connsiteY45" fmla="*/ 122777 h 275653"/>
              <a:gd name="connsiteX46" fmla="*/ 201661 w 363673"/>
              <a:gd name="connsiteY46" fmla="*/ 68294 h 275653"/>
              <a:gd name="connsiteX47" fmla="*/ 190184 w 363673"/>
              <a:gd name="connsiteY47" fmla="*/ 30385 h 275653"/>
              <a:gd name="connsiteX48" fmla="*/ 230402 w 363673"/>
              <a:gd name="connsiteY48" fmla="*/ 12764 h 275653"/>
              <a:gd name="connsiteX49" fmla="*/ 285703 w 363673"/>
              <a:gd name="connsiteY49" fmla="*/ 68294 h 275653"/>
              <a:gd name="connsiteX50" fmla="*/ 235050 w 363673"/>
              <a:gd name="connsiteY50" fmla="*/ 123635 h 275653"/>
              <a:gd name="connsiteX51" fmla="*/ 229169 w 363673"/>
              <a:gd name="connsiteY51" fmla="*/ 130588 h 275653"/>
              <a:gd name="connsiteX52" fmla="*/ 235524 w 363673"/>
              <a:gd name="connsiteY52" fmla="*/ 136493 h 275653"/>
              <a:gd name="connsiteX53" fmla="*/ 236094 w 363673"/>
              <a:gd name="connsiteY53" fmla="*/ 136493 h 275653"/>
              <a:gd name="connsiteX54" fmla="*/ 259617 w 363673"/>
              <a:gd name="connsiteY54" fmla="*/ 130016 h 275653"/>
              <a:gd name="connsiteX55" fmla="*/ 287125 w 363673"/>
              <a:gd name="connsiteY55" fmla="*/ 144113 h 275653"/>
              <a:gd name="connsiteX56" fmla="*/ 350868 w 363673"/>
              <a:gd name="connsiteY56" fmla="*/ 219075 h 275653"/>
              <a:gd name="connsiteX57" fmla="*/ 292532 w 363673"/>
              <a:gd name="connsiteY57" fmla="*/ 219075 h 275653"/>
              <a:gd name="connsiteX58" fmla="*/ 248330 w 363673"/>
              <a:gd name="connsiteY58" fmla="*/ 191738 h 275653"/>
              <a:gd name="connsiteX59" fmla="*/ 254685 w 363673"/>
              <a:gd name="connsiteY59" fmla="*/ 198120 h 275653"/>
              <a:gd name="connsiteX60" fmla="*/ 254685 w 363673"/>
              <a:gd name="connsiteY60" fmla="*/ 229552 h 275653"/>
              <a:gd name="connsiteX61" fmla="*/ 248330 w 363673"/>
              <a:gd name="connsiteY61" fmla="*/ 235934 h 275653"/>
              <a:gd name="connsiteX62" fmla="*/ 241975 w 363673"/>
              <a:gd name="connsiteY62" fmla="*/ 229552 h 275653"/>
              <a:gd name="connsiteX63" fmla="*/ 241975 w 363673"/>
              <a:gd name="connsiteY63" fmla="*/ 198120 h 275653"/>
              <a:gd name="connsiteX64" fmla="*/ 248330 w 363673"/>
              <a:gd name="connsiteY64" fmla="*/ 191738 h 275653"/>
              <a:gd name="connsiteX65" fmla="*/ 255634 w 363673"/>
              <a:gd name="connsiteY65" fmla="*/ 248221 h 275653"/>
              <a:gd name="connsiteX66" fmla="*/ 248235 w 363673"/>
              <a:gd name="connsiteY66" fmla="*/ 255651 h 275653"/>
              <a:gd name="connsiteX67" fmla="*/ 240836 w 363673"/>
              <a:gd name="connsiteY67" fmla="*/ 248221 h 275653"/>
              <a:gd name="connsiteX68" fmla="*/ 248235 w 363673"/>
              <a:gd name="connsiteY68" fmla="*/ 240887 h 275653"/>
              <a:gd name="connsiteX69" fmla="*/ 255634 w 363673"/>
              <a:gd name="connsiteY69" fmla="*/ 248221 h 27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75653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9"/>
                  <a:pt x="6355" y="231839"/>
                </a:cubicBezTo>
                <a:lnTo>
                  <a:pt x="196634" y="231839"/>
                </a:lnTo>
                <a:lnTo>
                  <a:pt x="176999" y="266033"/>
                </a:lnTo>
                <a:cubicBezTo>
                  <a:pt x="175861" y="268034"/>
                  <a:pt x="175861" y="270510"/>
                  <a:pt x="176999" y="272415"/>
                </a:cubicBezTo>
                <a:cubicBezTo>
                  <a:pt x="178137" y="274415"/>
                  <a:pt x="180224" y="275654"/>
                  <a:pt x="182501" y="275654"/>
                </a:cubicBezTo>
                <a:lnTo>
                  <a:pt x="313969" y="275654"/>
                </a:lnTo>
                <a:cubicBezTo>
                  <a:pt x="316246" y="275654"/>
                  <a:pt x="318333" y="274415"/>
                  <a:pt x="319471" y="272415"/>
                </a:cubicBezTo>
                <a:cubicBezTo>
                  <a:pt x="320609" y="270415"/>
                  <a:pt x="320609" y="267938"/>
                  <a:pt x="319471" y="266033"/>
                </a:cubicBezTo>
                <a:lnTo>
                  <a:pt x="299836" y="231839"/>
                </a:lnTo>
                <a:lnTo>
                  <a:pt x="357318" y="231839"/>
                </a:lnTo>
                <a:cubicBezTo>
                  <a:pt x="360828" y="231839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4"/>
                  <a:pt x="133650" y="12764"/>
                </a:cubicBezTo>
                <a:cubicBezTo>
                  <a:pt x="164194" y="12764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8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05171" y="149352"/>
                  <a:pt x="221296" y="155353"/>
                  <a:pt x="233817" y="167450"/>
                </a:cubicBezTo>
                <a:lnTo>
                  <a:pt x="204128" y="219075"/>
                </a:lnTo>
                <a:lnTo>
                  <a:pt x="12995" y="219075"/>
                </a:lnTo>
                <a:close/>
                <a:moveTo>
                  <a:pt x="193693" y="262890"/>
                </a:moveTo>
                <a:lnTo>
                  <a:pt x="248330" y="167831"/>
                </a:lnTo>
                <a:lnTo>
                  <a:pt x="302966" y="262890"/>
                </a:lnTo>
                <a:lnTo>
                  <a:pt x="193693" y="262890"/>
                </a:lnTo>
                <a:close/>
                <a:moveTo>
                  <a:pt x="292532" y="219075"/>
                </a:moveTo>
                <a:lnTo>
                  <a:pt x="253831" y="151829"/>
                </a:lnTo>
                <a:cubicBezTo>
                  <a:pt x="251555" y="147828"/>
                  <a:pt x="245010" y="147828"/>
                  <a:pt x="242733" y="151829"/>
                </a:cubicBezTo>
                <a:lnTo>
                  <a:pt x="240362" y="155924"/>
                </a:lnTo>
                <a:cubicBezTo>
                  <a:pt x="226323" y="143446"/>
                  <a:pt x="209250" y="137160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300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1"/>
                  <a:pt x="215036" y="12764"/>
                  <a:pt x="230402" y="12764"/>
                </a:cubicBezTo>
                <a:cubicBezTo>
                  <a:pt x="260851" y="12764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5"/>
                </a:cubicBezTo>
                <a:cubicBezTo>
                  <a:pt x="231541" y="123920"/>
                  <a:pt x="228885" y="127064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7"/>
                  <a:pt x="252409" y="133540"/>
                  <a:pt x="259617" y="130016"/>
                </a:cubicBezTo>
                <a:cubicBezTo>
                  <a:pt x="265783" y="136208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92532" y="219075"/>
                </a:lnTo>
                <a:close/>
                <a:moveTo>
                  <a:pt x="248330" y="191738"/>
                </a:moveTo>
                <a:cubicBezTo>
                  <a:pt x="251839" y="191738"/>
                  <a:pt x="254685" y="194596"/>
                  <a:pt x="254685" y="198120"/>
                </a:cubicBezTo>
                <a:lnTo>
                  <a:pt x="254685" y="229552"/>
                </a:lnTo>
                <a:cubicBezTo>
                  <a:pt x="254685" y="233077"/>
                  <a:pt x="251839" y="235934"/>
                  <a:pt x="248330" y="235934"/>
                </a:cubicBezTo>
                <a:cubicBezTo>
                  <a:pt x="244820" y="235934"/>
                  <a:pt x="241975" y="233077"/>
                  <a:pt x="241975" y="229552"/>
                </a:cubicBezTo>
                <a:lnTo>
                  <a:pt x="241975" y="198120"/>
                </a:lnTo>
                <a:cubicBezTo>
                  <a:pt x="241975" y="194596"/>
                  <a:pt x="244820" y="191738"/>
                  <a:pt x="248330" y="191738"/>
                </a:cubicBezTo>
                <a:close/>
                <a:moveTo>
                  <a:pt x="255634" y="248221"/>
                </a:moveTo>
                <a:cubicBezTo>
                  <a:pt x="255634" y="252317"/>
                  <a:pt x="252314" y="255651"/>
                  <a:pt x="248235" y="255651"/>
                </a:cubicBezTo>
                <a:cubicBezTo>
                  <a:pt x="244156" y="255651"/>
                  <a:pt x="240836" y="252317"/>
                  <a:pt x="240836" y="248221"/>
                </a:cubicBezTo>
                <a:cubicBezTo>
                  <a:pt x="240836" y="244126"/>
                  <a:pt x="244156" y="240887"/>
                  <a:pt x="248235" y="240887"/>
                </a:cubicBezTo>
                <a:cubicBezTo>
                  <a:pt x="252314" y="240887"/>
                  <a:pt x="255634" y="244221"/>
                  <a:pt x="255634" y="24822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0" name="Graphic 176">
            <a:extLst>
              <a:ext uri="{FF2B5EF4-FFF2-40B4-BE49-F238E27FC236}">
                <a16:creationId xmlns:a16="http://schemas.microsoft.com/office/drawing/2014/main" id="{1EE112EF-1C88-A198-07B8-525186670D66}"/>
              </a:ext>
            </a:extLst>
          </p:cNvPr>
          <p:cNvSpPr/>
          <p:nvPr/>
        </p:nvSpPr>
        <p:spPr>
          <a:xfrm>
            <a:off x="531795" y="3573613"/>
            <a:ext cx="508710" cy="385587"/>
          </a:xfrm>
          <a:custGeom>
            <a:avLst/>
            <a:gdLst>
              <a:gd name="connsiteX0" fmla="*/ 291489 w 363673"/>
              <a:gd name="connsiteY0" fmla="*/ 132017 h 275653"/>
              <a:gd name="connsiteX1" fmla="*/ 271095 w 363673"/>
              <a:gd name="connsiteY1" fmla="*/ 122968 h 275653"/>
              <a:gd name="connsiteX2" fmla="*/ 298413 w 363673"/>
              <a:gd name="connsiteY2" fmla="*/ 68294 h 275653"/>
              <a:gd name="connsiteX3" fmla="*/ 230402 w 363673"/>
              <a:gd name="connsiteY3" fmla="*/ 0 h 275653"/>
              <a:gd name="connsiteX4" fmla="*/ 182026 w 363673"/>
              <a:gd name="connsiteY4" fmla="*/ 20383 h 275653"/>
              <a:gd name="connsiteX5" fmla="*/ 133556 w 363673"/>
              <a:gd name="connsiteY5" fmla="*/ 0 h 275653"/>
              <a:gd name="connsiteX6" fmla="*/ 65545 w 363673"/>
              <a:gd name="connsiteY6" fmla="*/ 68294 h 275653"/>
              <a:gd name="connsiteX7" fmla="*/ 92768 w 363673"/>
              <a:gd name="connsiteY7" fmla="*/ 122873 h 275653"/>
              <a:gd name="connsiteX8" fmla="*/ 72279 w 363673"/>
              <a:gd name="connsiteY8" fmla="*/ 132017 h 275653"/>
              <a:gd name="connsiteX9" fmla="*/ 0 w 363673"/>
              <a:gd name="connsiteY9" fmla="*/ 225457 h 275653"/>
              <a:gd name="connsiteX10" fmla="*/ 6355 w 363673"/>
              <a:gd name="connsiteY10" fmla="*/ 231839 h 275653"/>
              <a:gd name="connsiteX11" fmla="*/ 196634 w 363673"/>
              <a:gd name="connsiteY11" fmla="*/ 231839 h 275653"/>
              <a:gd name="connsiteX12" fmla="*/ 176999 w 363673"/>
              <a:gd name="connsiteY12" fmla="*/ 266033 h 275653"/>
              <a:gd name="connsiteX13" fmla="*/ 176999 w 363673"/>
              <a:gd name="connsiteY13" fmla="*/ 272415 h 275653"/>
              <a:gd name="connsiteX14" fmla="*/ 182501 w 363673"/>
              <a:gd name="connsiteY14" fmla="*/ 275654 h 275653"/>
              <a:gd name="connsiteX15" fmla="*/ 313969 w 363673"/>
              <a:gd name="connsiteY15" fmla="*/ 275654 h 275653"/>
              <a:gd name="connsiteX16" fmla="*/ 319471 w 363673"/>
              <a:gd name="connsiteY16" fmla="*/ 272415 h 275653"/>
              <a:gd name="connsiteX17" fmla="*/ 319471 w 363673"/>
              <a:gd name="connsiteY17" fmla="*/ 266033 h 275653"/>
              <a:gd name="connsiteX18" fmla="*/ 299836 w 363673"/>
              <a:gd name="connsiteY18" fmla="*/ 231839 h 275653"/>
              <a:gd name="connsiteX19" fmla="*/ 357318 w 363673"/>
              <a:gd name="connsiteY19" fmla="*/ 231839 h 275653"/>
              <a:gd name="connsiteX20" fmla="*/ 363673 w 363673"/>
              <a:gd name="connsiteY20" fmla="*/ 225457 h 275653"/>
              <a:gd name="connsiteX21" fmla="*/ 291394 w 363673"/>
              <a:gd name="connsiteY21" fmla="*/ 132017 h 275653"/>
              <a:gd name="connsiteX22" fmla="*/ 78350 w 363673"/>
              <a:gd name="connsiteY22" fmla="*/ 68294 h 275653"/>
              <a:gd name="connsiteX23" fmla="*/ 133650 w 363673"/>
              <a:gd name="connsiteY23" fmla="*/ 12764 h 275653"/>
              <a:gd name="connsiteX24" fmla="*/ 188951 w 363673"/>
              <a:gd name="connsiteY24" fmla="*/ 68294 h 275653"/>
              <a:gd name="connsiteX25" fmla="*/ 133650 w 363673"/>
              <a:gd name="connsiteY25" fmla="*/ 123825 h 275653"/>
              <a:gd name="connsiteX26" fmla="*/ 78350 w 363673"/>
              <a:gd name="connsiteY26" fmla="*/ 68294 h 275653"/>
              <a:gd name="connsiteX27" fmla="*/ 12995 w 363673"/>
              <a:gd name="connsiteY27" fmla="*/ 219075 h 275653"/>
              <a:gd name="connsiteX28" fmla="*/ 76738 w 363673"/>
              <a:gd name="connsiteY28" fmla="*/ 144113 h 275653"/>
              <a:gd name="connsiteX29" fmla="*/ 104340 w 363673"/>
              <a:gd name="connsiteY29" fmla="*/ 129921 h 275653"/>
              <a:gd name="connsiteX30" fmla="*/ 133650 w 363673"/>
              <a:gd name="connsiteY30" fmla="*/ 136684 h 275653"/>
              <a:gd name="connsiteX31" fmla="*/ 163150 w 363673"/>
              <a:gd name="connsiteY31" fmla="*/ 129826 h 275653"/>
              <a:gd name="connsiteX32" fmla="*/ 190848 w 363673"/>
              <a:gd name="connsiteY32" fmla="*/ 144113 h 275653"/>
              <a:gd name="connsiteX33" fmla="*/ 233817 w 363673"/>
              <a:gd name="connsiteY33" fmla="*/ 167450 h 275653"/>
              <a:gd name="connsiteX34" fmla="*/ 204128 w 363673"/>
              <a:gd name="connsiteY34" fmla="*/ 219075 h 275653"/>
              <a:gd name="connsiteX35" fmla="*/ 12995 w 363673"/>
              <a:gd name="connsiteY35" fmla="*/ 219075 h 275653"/>
              <a:gd name="connsiteX36" fmla="*/ 193693 w 363673"/>
              <a:gd name="connsiteY36" fmla="*/ 262890 h 275653"/>
              <a:gd name="connsiteX37" fmla="*/ 248330 w 363673"/>
              <a:gd name="connsiteY37" fmla="*/ 167831 h 275653"/>
              <a:gd name="connsiteX38" fmla="*/ 302966 w 363673"/>
              <a:gd name="connsiteY38" fmla="*/ 262890 h 275653"/>
              <a:gd name="connsiteX39" fmla="*/ 193693 w 363673"/>
              <a:gd name="connsiteY39" fmla="*/ 262890 h 275653"/>
              <a:gd name="connsiteX40" fmla="*/ 292532 w 363673"/>
              <a:gd name="connsiteY40" fmla="*/ 219075 h 275653"/>
              <a:gd name="connsiteX41" fmla="*/ 253831 w 363673"/>
              <a:gd name="connsiteY41" fmla="*/ 151829 h 275653"/>
              <a:gd name="connsiteX42" fmla="*/ 242733 w 363673"/>
              <a:gd name="connsiteY42" fmla="*/ 151829 h 275653"/>
              <a:gd name="connsiteX43" fmla="*/ 240362 w 363673"/>
              <a:gd name="connsiteY43" fmla="*/ 155924 h 275653"/>
              <a:gd name="connsiteX44" fmla="*/ 195211 w 363673"/>
              <a:gd name="connsiteY44" fmla="*/ 132017 h 275653"/>
              <a:gd name="connsiteX45" fmla="*/ 174533 w 363673"/>
              <a:gd name="connsiteY45" fmla="*/ 122777 h 275653"/>
              <a:gd name="connsiteX46" fmla="*/ 201661 w 363673"/>
              <a:gd name="connsiteY46" fmla="*/ 68294 h 275653"/>
              <a:gd name="connsiteX47" fmla="*/ 190184 w 363673"/>
              <a:gd name="connsiteY47" fmla="*/ 30385 h 275653"/>
              <a:gd name="connsiteX48" fmla="*/ 230402 w 363673"/>
              <a:gd name="connsiteY48" fmla="*/ 12764 h 275653"/>
              <a:gd name="connsiteX49" fmla="*/ 285703 w 363673"/>
              <a:gd name="connsiteY49" fmla="*/ 68294 h 275653"/>
              <a:gd name="connsiteX50" fmla="*/ 235050 w 363673"/>
              <a:gd name="connsiteY50" fmla="*/ 123635 h 275653"/>
              <a:gd name="connsiteX51" fmla="*/ 229169 w 363673"/>
              <a:gd name="connsiteY51" fmla="*/ 130588 h 275653"/>
              <a:gd name="connsiteX52" fmla="*/ 235524 w 363673"/>
              <a:gd name="connsiteY52" fmla="*/ 136493 h 275653"/>
              <a:gd name="connsiteX53" fmla="*/ 236094 w 363673"/>
              <a:gd name="connsiteY53" fmla="*/ 136493 h 275653"/>
              <a:gd name="connsiteX54" fmla="*/ 259617 w 363673"/>
              <a:gd name="connsiteY54" fmla="*/ 130016 h 275653"/>
              <a:gd name="connsiteX55" fmla="*/ 287125 w 363673"/>
              <a:gd name="connsiteY55" fmla="*/ 144113 h 275653"/>
              <a:gd name="connsiteX56" fmla="*/ 350868 w 363673"/>
              <a:gd name="connsiteY56" fmla="*/ 219075 h 275653"/>
              <a:gd name="connsiteX57" fmla="*/ 292532 w 363673"/>
              <a:gd name="connsiteY57" fmla="*/ 219075 h 275653"/>
              <a:gd name="connsiteX58" fmla="*/ 248330 w 363673"/>
              <a:gd name="connsiteY58" fmla="*/ 191738 h 275653"/>
              <a:gd name="connsiteX59" fmla="*/ 254685 w 363673"/>
              <a:gd name="connsiteY59" fmla="*/ 198120 h 275653"/>
              <a:gd name="connsiteX60" fmla="*/ 254685 w 363673"/>
              <a:gd name="connsiteY60" fmla="*/ 229552 h 275653"/>
              <a:gd name="connsiteX61" fmla="*/ 248330 w 363673"/>
              <a:gd name="connsiteY61" fmla="*/ 235934 h 275653"/>
              <a:gd name="connsiteX62" fmla="*/ 241975 w 363673"/>
              <a:gd name="connsiteY62" fmla="*/ 229552 h 275653"/>
              <a:gd name="connsiteX63" fmla="*/ 241975 w 363673"/>
              <a:gd name="connsiteY63" fmla="*/ 198120 h 275653"/>
              <a:gd name="connsiteX64" fmla="*/ 248330 w 363673"/>
              <a:gd name="connsiteY64" fmla="*/ 191738 h 275653"/>
              <a:gd name="connsiteX65" fmla="*/ 255634 w 363673"/>
              <a:gd name="connsiteY65" fmla="*/ 248221 h 275653"/>
              <a:gd name="connsiteX66" fmla="*/ 248235 w 363673"/>
              <a:gd name="connsiteY66" fmla="*/ 255651 h 275653"/>
              <a:gd name="connsiteX67" fmla="*/ 240836 w 363673"/>
              <a:gd name="connsiteY67" fmla="*/ 248221 h 275653"/>
              <a:gd name="connsiteX68" fmla="*/ 248235 w 363673"/>
              <a:gd name="connsiteY68" fmla="*/ 240887 h 275653"/>
              <a:gd name="connsiteX69" fmla="*/ 255634 w 363673"/>
              <a:gd name="connsiteY69" fmla="*/ 248221 h 27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75653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9"/>
                  <a:pt x="6355" y="231839"/>
                </a:cubicBezTo>
                <a:lnTo>
                  <a:pt x="196634" y="231839"/>
                </a:lnTo>
                <a:lnTo>
                  <a:pt x="176999" y="266033"/>
                </a:lnTo>
                <a:cubicBezTo>
                  <a:pt x="175861" y="268034"/>
                  <a:pt x="175861" y="270510"/>
                  <a:pt x="176999" y="272415"/>
                </a:cubicBezTo>
                <a:cubicBezTo>
                  <a:pt x="178137" y="274415"/>
                  <a:pt x="180224" y="275654"/>
                  <a:pt x="182501" y="275654"/>
                </a:cubicBezTo>
                <a:lnTo>
                  <a:pt x="313969" y="275654"/>
                </a:lnTo>
                <a:cubicBezTo>
                  <a:pt x="316246" y="275654"/>
                  <a:pt x="318333" y="274415"/>
                  <a:pt x="319471" y="272415"/>
                </a:cubicBezTo>
                <a:cubicBezTo>
                  <a:pt x="320609" y="270415"/>
                  <a:pt x="320609" y="267938"/>
                  <a:pt x="319471" y="266033"/>
                </a:cubicBezTo>
                <a:lnTo>
                  <a:pt x="299836" y="231839"/>
                </a:lnTo>
                <a:lnTo>
                  <a:pt x="357318" y="231839"/>
                </a:lnTo>
                <a:cubicBezTo>
                  <a:pt x="360828" y="231839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4"/>
                  <a:pt x="133650" y="12764"/>
                </a:cubicBezTo>
                <a:cubicBezTo>
                  <a:pt x="164194" y="12764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8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05171" y="149352"/>
                  <a:pt x="221296" y="155353"/>
                  <a:pt x="233817" y="167450"/>
                </a:cubicBezTo>
                <a:lnTo>
                  <a:pt x="204128" y="219075"/>
                </a:lnTo>
                <a:lnTo>
                  <a:pt x="12995" y="219075"/>
                </a:lnTo>
                <a:close/>
                <a:moveTo>
                  <a:pt x="193693" y="262890"/>
                </a:moveTo>
                <a:lnTo>
                  <a:pt x="248330" y="167831"/>
                </a:lnTo>
                <a:lnTo>
                  <a:pt x="302966" y="262890"/>
                </a:lnTo>
                <a:lnTo>
                  <a:pt x="193693" y="262890"/>
                </a:lnTo>
                <a:close/>
                <a:moveTo>
                  <a:pt x="292532" y="219075"/>
                </a:moveTo>
                <a:lnTo>
                  <a:pt x="253831" y="151829"/>
                </a:lnTo>
                <a:cubicBezTo>
                  <a:pt x="251555" y="147828"/>
                  <a:pt x="245010" y="147828"/>
                  <a:pt x="242733" y="151829"/>
                </a:cubicBezTo>
                <a:lnTo>
                  <a:pt x="240362" y="155924"/>
                </a:lnTo>
                <a:cubicBezTo>
                  <a:pt x="226323" y="143446"/>
                  <a:pt x="209250" y="137160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300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1"/>
                  <a:pt x="215036" y="12764"/>
                  <a:pt x="230402" y="12764"/>
                </a:cubicBezTo>
                <a:cubicBezTo>
                  <a:pt x="260851" y="12764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5"/>
                </a:cubicBezTo>
                <a:cubicBezTo>
                  <a:pt x="231541" y="123920"/>
                  <a:pt x="228885" y="127064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7"/>
                  <a:pt x="252409" y="133540"/>
                  <a:pt x="259617" y="130016"/>
                </a:cubicBezTo>
                <a:cubicBezTo>
                  <a:pt x="265783" y="136208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92532" y="219075"/>
                </a:lnTo>
                <a:close/>
                <a:moveTo>
                  <a:pt x="248330" y="191738"/>
                </a:moveTo>
                <a:cubicBezTo>
                  <a:pt x="251839" y="191738"/>
                  <a:pt x="254685" y="194596"/>
                  <a:pt x="254685" y="198120"/>
                </a:cubicBezTo>
                <a:lnTo>
                  <a:pt x="254685" y="229552"/>
                </a:lnTo>
                <a:cubicBezTo>
                  <a:pt x="254685" y="233077"/>
                  <a:pt x="251839" y="235934"/>
                  <a:pt x="248330" y="235934"/>
                </a:cubicBezTo>
                <a:cubicBezTo>
                  <a:pt x="244820" y="235934"/>
                  <a:pt x="241975" y="233077"/>
                  <a:pt x="241975" y="229552"/>
                </a:cubicBezTo>
                <a:lnTo>
                  <a:pt x="241975" y="198120"/>
                </a:lnTo>
                <a:cubicBezTo>
                  <a:pt x="241975" y="194596"/>
                  <a:pt x="244820" y="191738"/>
                  <a:pt x="248330" y="191738"/>
                </a:cubicBezTo>
                <a:close/>
                <a:moveTo>
                  <a:pt x="255634" y="248221"/>
                </a:moveTo>
                <a:cubicBezTo>
                  <a:pt x="255634" y="252317"/>
                  <a:pt x="252314" y="255651"/>
                  <a:pt x="248235" y="255651"/>
                </a:cubicBezTo>
                <a:cubicBezTo>
                  <a:pt x="244156" y="255651"/>
                  <a:pt x="240836" y="252317"/>
                  <a:pt x="240836" y="248221"/>
                </a:cubicBezTo>
                <a:cubicBezTo>
                  <a:pt x="240836" y="244126"/>
                  <a:pt x="244156" y="240887"/>
                  <a:pt x="248235" y="240887"/>
                </a:cubicBezTo>
                <a:cubicBezTo>
                  <a:pt x="252314" y="240887"/>
                  <a:pt x="255634" y="244221"/>
                  <a:pt x="255634" y="24822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1" name="Graphic 176">
            <a:extLst>
              <a:ext uri="{FF2B5EF4-FFF2-40B4-BE49-F238E27FC236}">
                <a16:creationId xmlns:a16="http://schemas.microsoft.com/office/drawing/2014/main" id="{712E9589-2B4A-6D5C-4B63-800437F866AF}"/>
              </a:ext>
            </a:extLst>
          </p:cNvPr>
          <p:cNvSpPr/>
          <p:nvPr/>
        </p:nvSpPr>
        <p:spPr>
          <a:xfrm>
            <a:off x="1262045" y="3573613"/>
            <a:ext cx="508710" cy="385587"/>
          </a:xfrm>
          <a:custGeom>
            <a:avLst/>
            <a:gdLst>
              <a:gd name="connsiteX0" fmla="*/ 291489 w 363673"/>
              <a:gd name="connsiteY0" fmla="*/ 132017 h 275653"/>
              <a:gd name="connsiteX1" fmla="*/ 271095 w 363673"/>
              <a:gd name="connsiteY1" fmla="*/ 122968 h 275653"/>
              <a:gd name="connsiteX2" fmla="*/ 298413 w 363673"/>
              <a:gd name="connsiteY2" fmla="*/ 68294 h 275653"/>
              <a:gd name="connsiteX3" fmla="*/ 230402 w 363673"/>
              <a:gd name="connsiteY3" fmla="*/ 0 h 275653"/>
              <a:gd name="connsiteX4" fmla="*/ 182026 w 363673"/>
              <a:gd name="connsiteY4" fmla="*/ 20383 h 275653"/>
              <a:gd name="connsiteX5" fmla="*/ 133556 w 363673"/>
              <a:gd name="connsiteY5" fmla="*/ 0 h 275653"/>
              <a:gd name="connsiteX6" fmla="*/ 65545 w 363673"/>
              <a:gd name="connsiteY6" fmla="*/ 68294 h 275653"/>
              <a:gd name="connsiteX7" fmla="*/ 92768 w 363673"/>
              <a:gd name="connsiteY7" fmla="*/ 122873 h 275653"/>
              <a:gd name="connsiteX8" fmla="*/ 72279 w 363673"/>
              <a:gd name="connsiteY8" fmla="*/ 132017 h 275653"/>
              <a:gd name="connsiteX9" fmla="*/ 0 w 363673"/>
              <a:gd name="connsiteY9" fmla="*/ 225457 h 275653"/>
              <a:gd name="connsiteX10" fmla="*/ 6355 w 363673"/>
              <a:gd name="connsiteY10" fmla="*/ 231839 h 275653"/>
              <a:gd name="connsiteX11" fmla="*/ 196634 w 363673"/>
              <a:gd name="connsiteY11" fmla="*/ 231839 h 275653"/>
              <a:gd name="connsiteX12" fmla="*/ 176999 w 363673"/>
              <a:gd name="connsiteY12" fmla="*/ 266033 h 275653"/>
              <a:gd name="connsiteX13" fmla="*/ 176999 w 363673"/>
              <a:gd name="connsiteY13" fmla="*/ 272415 h 275653"/>
              <a:gd name="connsiteX14" fmla="*/ 182501 w 363673"/>
              <a:gd name="connsiteY14" fmla="*/ 275654 h 275653"/>
              <a:gd name="connsiteX15" fmla="*/ 313969 w 363673"/>
              <a:gd name="connsiteY15" fmla="*/ 275654 h 275653"/>
              <a:gd name="connsiteX16" fmla="*/ 319471 w 363673"/>
              <a:gd name="connsiteY16" fmla="*/ 272415 h 275653"/>
              <a:gd name="connsiteX17" fmla="*/ 319471 w 363673"/>
              <a:gd name="connsiteY17" fmla="*/ 266033 h 275653"/>
              <a:gd name="connsiteX18" fmla="*/ 299836 w 363673"/>
              <a:gd name="connsiteY18" fmla="*/ 231839 h 275653"/>
              <a:gd name="connsiteX19" fmla="*/ 357318 w 363673"/>
              <a:gd name="connsiteY19" fmla="*/ 231839 h 275653"/>
              <a:gd name="connsiteX20" fmla="*/ 363673 w 363673"/>
              <a:gd name="connsiteY20" fmla="*/ 225457 h 275653"/>
              <a:gd name="connsiteX21" fmla="*/ 291394 w 363673"/>
              <a:gd name="connsiteY21" fmla="*/ 132017 h 275653"/>
              <a:gd name="connsiteX22" fmla="*/ 78350 w 363673"/>
              <a:gd name="connsiteY22" fmla="*/ 68294 h 275653"/>
              <a:gd name="connsiteX23" fmla="*/ 133650 w 363673"/>
              <a:gd name="connsiteY23" fmla="*/ 12764 h 275653"/>
              <a:gd name="connsiteX24" fmla="*/ 188951 w 363673"/>
              <a:gd name="connsiteY24" fmla="*/ 68294 h 275653"/>
              <a:gd name="connsiteX25" fmla="*/ 133650 w 363673"/>
              <a:gd name="connsiteY25" fmla="*/ 123825 h 275653"/>
              <a:gd name="connsiteX26" fmla="*/ 78350 w 363673"/>
              <a:gd name="connsiteY26" fmla="*/ 68294 h 275653"/>
              <a:gd name="connsiteX27" fmla="*/ 12995 w 363673"/>
              <a:gd name="connsiteY27" fmla="*/ 219075 h 275653"/>
              <a:gd name="connsiteX28" fmla="*/ 76738 w 363673"/>
              <a:gd name="connsiteY28" fmla="*/ 144113 h 275653"/>
              <a:gd name="connsiteX29" fmla="*/ 104340 w 363673"/>
              <a:gd name="connsiteY29" fmla="*/ 129921 h 275653"/>
              <a:gd name="connsiteX30" fmla="*/ 133650 w 363673"/>
              <a:gd name="connsiteY30" fmla="*/ 136684 h 275653"/>
              <a:gd name="connsiteX31" fmla="*/ 163150 w 363673"/>
              <a:gd name="connsiteY31" fmla="*/ 129826 h 275653"/>
              <a:gd name="connsiteX32" fmla="*/ 190848 w 363673"/>
              <a:gd name="connsiteY32" fmla="*/ 144113 h 275653"/>
              <a:gd name="connsiteX33" fmla="*/ 233817 w 363673"/>
              <a:gd name="connsiteY33" fmla="*/ 167450 h 275653"/>
              <a:gd name="connsiteX34" fmla="*/ 204128 w 363673"/>
              <a:gd name="connsiteY34" fmla="*/ 219075 h 275653"/>
              <a:gd name="connsiteX35" fmla="*/ 12995 w 363673"/>
              <a:gd name="connsiteY35" fmla="*/ 219075 h 275653"/>
              <a:gd name="connsiteX36" fmla="*/ 193693 w 363673"/>
              <a:gd name="connsiteY36" fmla="*/ 262890 h 275653"/>
              <a:gd name="connsiteX37" fmla="*/ 248330 w 363673"/>
              <a:gd name="connsiteY37" fmla="*/ 167831 h 275653"/>
              <a:gd name="connsiteX38" fmla="*/ 302966 w 363673"/>
              <a:gd name="connsiteY38" fmla="*/ 262890 h 275653"/>
              <a:gd name="connsiteX39" fmla="*/ 193693 w 363673"/>
              <a:gd name="connsiteY39" fmla="*/ 262890 h 275653"/>
              <a:gd name="connsiteX40" fmla="*/ 292532 w 363673"/>
              <a:gd name="connsiteY40" fmla="*/ 219075 h 275653"/>
              <a:gd name="connsiteX41" fmla="*/ 253831 w 363673"/>
              <a:gd name="connsiteY41" fmla="*/ 151829 h 275653"/>
              <a:gd name="connsiteX42" fmla="*/ 242733 w 363673"/>
              <a:gd name="connsiteY42" fmla="*/ 151829 h 275653"/>
              <a:gd name="connsiteX43" fmla="*/ 240362 w 363673"/>
              <a:gd name="connsiteY43" fmla="*/ 155924 h 275653"/>
              <a:gd name="connsiteX44" fmla="*/ 195211 w 363673"/>
              <a:gd name="connsiteY44" fmla="*/ 132017 h 275653"/>
              <a:gd name="connsiteX45" fmla="*/ 174533 w 363673"/>
              <a:gd name="connsiteY45" fmla="*/ 122777 h 275653"/>
              <a:gd name="connsiteX46" fmla="*/ 201661 w 363673"/>
              <a:gd name="connsiteY46" fmla="*/ 68294 h 275653"/>
              <a:gd name="connsiteX47" fmla="*/ 190184 w 363673"/>
              <a:gd name="connsiteY47" fmla="*/ 30385 h 275653"/>
              <a:gd name="connsiteX48" fmla="*/ 230402 w 363673"/>
              <a:gd name="connsiteY48" fmla="*/ 12764 h 275653"/>
              <a:gd name="connsiteX49" fmla="*/ 285703 w 363673"/>
              <a:gd name="connsiteY49" fmla="*/ 68294 h 275653"/>
              <a:gd name="connsiteX50" fmla="*/ 235050 w 363673"/>
              <a:gd name="connsiteY50" fmla="*/ 123635 h 275653"/>
              <a:gd name="connsiteX51" fmla="*/ 229169 w 363673"/>
              <a:gd name="connsiteY51" fmla="*/ 130588 h 275653"/>
              <a:gd name="connsiteX52" fmla="*/ 235524 w 363673"/>
              <a:gd name="connsiteY52" fmla="*/ 136493 h 275653"/>
              <a:gd name="connsiteX53" fmla="*/ 236094 w 363673"/>
              <a:gd name="connsiteY53" fmla="*/ 136493 h 275653"/>
              <a:gd name="connsiteX54" fmla="*/ 259617 w 363673"/>
              <a:gd name="connsiteY54" fmla="*/ 130016 h 275653"/>
              <a:gd name="connsiteX55" fmla="*/ 287125 w 363673"/>
              <a:gd name="connsiteY55" fmla="*/ 144113 h 275653"/>
              <a:gd name="connsiteX56" fmla="*/ 350868 w 363673"/>
              <a:gd name="connsiteY56" fmla="*/ 219075 h 275653"/>
              <a:gd name="connsiteX57" fmla="*/ 292532 w 363673"/>
              <a:gd name="connsiteY57" fmla="*/ 219075 h 275653"/>
              <a:gd name="connsiteX58" fmla="*/ 248330 w 363673"/>
              <a:gd name="connsiteY58" fmla="*/ 191738 h 275653"/>
              <a:gd name="connsiteX59" fmla="*/ 254685 w 363673"/>
              <a:gd name="connsiteY59" fmla="*/ 198120 h 275653"/>
              <a:gd name="connsiteX60" fmla="*/ 254685 w 363673"/>
              <a:gd name="connsiteY60" fmla="*/ 229552 h 275653"/>
              <a:gd name="connsiteX61" fmla="*/ 248330 w 363673"/>
              <a:gd name="connsiteY61" fmla="*/ 235934 h 275653"/>
              <a:gd name="connsiteX62" fmla="*/ 241975 w 363673"/>
              <a:gd name="connsiteY62" fmla="*/ 229552 h 275653"/>
              <a:gd name="connsiteX63" fmla="*/ 241975 w 363673"/>
              <a:gd name="connsiteY63" fmla="*/ 198120 h 275653"/>
              <a:gd name="connsiteX64" fmla="*/ 248330 w 363673"/>
              <a:gd name="connsiteY64" fmla="*/ 191738 h 275653"/>
              <a:gd name="connsiteX65" fmla="*/ 255634 w 363673"/>
              <a:gd name="connsiteY65" fmla="*/ 248221 h 275653"/>
              <a:gd name="connsiteX66" fmla="*/ 248235 w 363673"/>
              <a:gd name="connsiteY66" fmla="*/ 255651 h 275653"/>
              <a:gd name="connsiteX67" fmla="*/ 240836 w 363673"/>
              <a:gd name="connsiteY67" fmla="*/ 248221 h 275653"/>
              <a:gd name="connsiteX68" fmla="*/ 248235 w 363673"/>
              <a:gd name="connsiteY68" fmla="*/ 240887 h 275653"/>
              <a:gd name="connsiteX69" fmla="*/ 255634 w 363673"/>
              <a:gd name="connsiteY69" fmla="*/ 248221 h 27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75653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9"/>
                  <a:pt x="6355" y="231839"/>
                </a:cubicBezTo>
                <a:lnTo>
                  <a:pt x="196634" y="231839"/>
                </a:lnTo>
                <a:lnTo>
                  <a:pt x="176999" y="266033"/>
                </a:lnTo>
                <a:cubicBezTo>
                  <a:pt x="175861" y="268034"/>
                  <a:pt x="175861" y="270510"/>
                  <a:pt x="176999" y="272415"/>
                </a:cubicBezTo>
                <a:cubicBezTo>
                  <a:pt x="178137" y="274415"/>
                  <a:pt x="180224" y="275654"/>
                  <a:pt x="182501" y="275654"/>
                </a:cubicBezTo>
                <a:lnTo>
                  <a:pt x="313969" y="275654"/>
                </a:lnTo>
                <a:cubicBezTo>
                  <a:pt x="316246" y="275654"/>
                  <a:pt x="318333" y="274415"/>
                  <a:pt x="319471" y="272415"/>
                </a:cubicBezTo>
                <a:cubicBezTo>
                  <a:pt x="320609" y="270415"/>
                  <a:pt x="320609" y="267938"/>
                  <a:pt x="319471" y="266033"/>
                </a:cubicBezTo>
                <a:lnTo>
                  <a:pt x="299836" y="231839"/>
                </a:lnTo>
                <a:lnTo>
                  <a:pt x="357318" y="231839"/>
                </a:lnTo>
                <a:cubicBezTo>
                  <a:pt x="360828" y="231839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294"/>
                </a:moveTo>
                <a:cubicBezTo>
                  <a:pt x="78350" y="37719"/>
                  <a:pt x="103107" y="12764"/>
                  <a:pt x="133650" y="12764"/>
                </a:cubicBezTo>
                <a:cubicBezTo>
                  <a:pt x="164194" y="12764"/>
                  <a:pt x="188951" y="37624"/>
                  <a:pt x="188951" y="68294"/>
                </a:cubicBezTo>
                <a:cubicBezTo>
                  <a:pt x="188951" y="98965"/>
                  <a:pt x="164194" y="123825"/>
                  <a:pt x="133650" y="123825"/>
                </a:cubicBezTo>
                <a:cubicBezTo>
                  <a:pt x="103107" y="123825"/>
                  <a:pt x="78350" y="98965"/>
                  <a:pt x="78350" y="68294"/>
                </a:cubicBezTo>
                <a:close/>
                <a:moveTo>
                  <a:pt x="12995" y="219075"/>
                </a:moveTo>
                <a:cubicBezTo>
                  <a:pt x="15556" y="166592"/>
                  <a:pt x="49325" y="154115"/>
                  <a:pt x="76738" y="144113"/>
                </a:cubicBezTo>
                <a:cubicBezTo>
                  <a:pt x="88120" y="139922"/>
                  <a:pt x="98175" y="136208"/>
                  <a:pt x="104340" y="129921"/>
                </a:cubicBezTo>
                <a:cubicBezTo>
                  <a:pt x="113257" y="134207"/>
                  <a:pt x="123122" y="136684"/>
                  <a:pt x="133650" y="136684"/>
                </a:cubicBezTo>
                <a:cubicBezTo>
                  <a:pt x="144179" y="136684"/>
                  <a:pt x="154234" y="134207"/>
                  <a:pt x="163150" y="129826"/>
                </a:cubicBezTo>
                <a:cubicBezTo>
                  <a:pt x="169316" y="136112"/>
                  <a:pt x="179370" y="139922"/>
                  <a:pt x="190848" y="144113"/>
                </a:cubicBezTo>
                <a:cubicBezTo>
                  <a:pt x="205171" y="149352"/>
                  <a:pt x="221296" y="155353"/>
                  <a:pt x="233817" y="167450"/>
                </a:cubicBezTo>
                <a:lnTo>
                  <a:pt x="204128" y="219075"/>
                </a:lnTo>
                <a:lnTo>
                  <a:pt x="12995" y="219075"/>
                </a:lnTo>
                <a:close/>
                <a:moveTo>
                  <a:pt x="193693" y="262890"/>
                </a:moveTo>
                <a:lnTo>
                  <a:pt x="248330" y="167831"/>
                </a:lnTo>
                <a:lnTo>
                  <a:pt x="302966" y="262890"/>
                </a:lnTo>
                <a:lnTo>
                  <a:pt x="193693" y="262890"/>
                </a:lnTo>
                <a:close/>
                <a:moveTo>
                  <a:pt x="292532" y="219075"/>
                </a:moveTo>
                <a:lnTo>
                  <a:pt x="253831" y="151829"/>
                </a:lnTo>
                <a:cubicBezTo>
                  <a:pt x="251555" y="147828"/>
                  <a:pt x="245010" y="147828"/>
                  <a:pt x="242733" y="151829"/>
                </a:cubicBezTo>
                <a:lnTo>
                  <a:pt x="240362" y="155924"/>
                </a:lnTo>
                <a:cubicBezTo>
                  <a:pt x="226323" y="143446"/>
                  <a:pt x="209250" y="137160"/>
                  <a:pt x="195211" y="132017"/>
                </a:cubicBezTo>
                <a:cubicBezTo>
                  <a:pt x="187054" y="129064"/>
                  <a:pt x="179276" y="126111"/>
                  <a:pt x="174533" y="122777"/>
                </a:cubicBezTo>
                <a:cubicBezTo>
                  <a:pt x="190943" y="110300"/>
                  <a:pt x="201661" y="90583"/>
                  <a:pt x="201661" y="68294"/>
                </a:cubicBezTo>
                <a:cubicBezTo>
                  <a:pt x="201661" y="54292"/>
                  <a:pt x="197393" y="41243"/>
                  <a:pt x="190184" y="30385"/>
                </a:cubicBezTo>
                <a:cubicBezTo>
                  <a:pt x="200618" y="19241"/>
                  <a:pt x="215036" y="12764"/>
                  <a:pt x="230402" y="12764"/>
                </a:cubicBezTo>
                <a:cubicBezTo>
                  <a:pt x="260851" y="12764"/>
                  <a:pt x="285703" y="37624"/>
                  <a:pt x="285703" y="68294"/>
                </a:cubicBezTo>
                <a:cubicBezTo>
                  <a:pt x="285703" y="96965"/>
                  <a:pt x="263412" y="121253"/>
                  <a:pt x="235050" y="123635"/>
                </a:cubicBezTo>
                <a:cubicBezTo>
                  <a:pt x="231541" y="123920"/>
                  <a:pt x="228885" y="127064"/>
                  <a:pt x="229169" y="130588"/>
                </a:cubicBezTo>
                <a:cubicBezTo>
                  <a:pt x="229454" y="133921"/>
                  <a:pt x="232205" y="136493"/>
                  <a:pt x="235524" y="136493"/>
                </a:cubicBezTo>
                <a:cubicBezTo>
                  <a:pt x="235714" y="136493"/>
                  <a:pt x="235904" y="136493"/>
                  <a:pt x="236094" y="136493"/>
                </a:cubicBezTo>
                <a:cubicBezTo>
                  <a:pt x="244441" y="135827"/>
                  <a:pt x="252409" y="133540"/>
                  <a:pt x="259617" y="130016"/>
                </a:cubicBezTo>
                <a:cubicBezTo>
                  <a:pt x="265783" y="136208"/>
                  <a:pt x="275838" y="139922"/>
                  <a:pt x="287125" y="144113"/>
                </a:cubicBezTo>
                <a:cubicBezTo>
                  <a:pt x="314538" y="154210"/>
                  <a:pt x="348307" y="166592"/>
                  <a:pt x="350868" y="219075"/>
                </a:cubicBezTo>
                <a:lnTo>
                  <a:pt x="292532" y="219075"/>
                </a:lnTo>
                <a:close/>
                <a:moveTo>
                  <a:pt x="248330" y="191738"/>
                </a:moveTo>
                <a:cubicBezTo>
                  <a:pt x="251839" y="191738"/>
                  <a:pt x="254685" y="194596"/>
                  <a:pt x="254685" y="198120"/>
                </a:cubicBezTo>
                <a:lnTo>
                  <a:pt x="254685" y="229552"/>
                </a:lnTo>
                <a:cubicBezTo>
                  <a:pt x="254685" y="233077"/>
                  <a:pt x="251839" y="235934"/>
                  <a:pt x="248330" y="235934"/>
                </a:cubicBezTo>
                <a:cubicBezTo>
                  <a:pt x="244820" y="235934"/>
                  <a:pt x="241975" y="233077"/>
                  <a:pt x="241975" y="229552"/>
                </a:cubicBezTo>
                <a:lnTo>
                  <a:pt x="241975" y="198120"/>
                </a:lnTo>
                <a:cubicBezTo>
                  <a:pt x="241975" y="194596"/>
                  <a:pt x="244820" y="191738"/>
                  <a:pt x="248330" y="191738"/>
                </a:cubicBezTo>
                <a:close/>
                <a:moveTo>
                  <a:pt x="255634" y="248221"/>
                </a:moveTo>
                <a:cubicBezTo>
                  <a:pt x="255634" y="252317"/>
                  <a:pt x="252314" y="255651"/>
                  <a:pt x="248235" y="255651"/>
                </a:cubicBezTo>
                <a:cubicBezTo>
                  <a:pt x="244156" y="255651"/>
                  <a:pt x="240836" y="252317"/>
                  <a:pt x="240836" y="248221"/>
                </a:cubicBezTo>
                <a:cubicBezTo>
                  <a:pt x="240836" y="244126"/>
                  <a:pt x="244156" y="240887"/>
                  <a:pt x="248235" y="240887"/>
                </a:cubicBezTo>
                <a:cubicBezTo>
                  <a:pt x="252314" y="240887"/>
                  <a:pt x="255634" y="244221"/>
                  <a:pt x="255634" y="24822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8" name="Graphic 184">
            <a:extLst>
              <a:ext uri="{FF2B5EF4-FFF2-40B4-BE49-F238E27FC236}">
                <a16:creationId xmlns:a16="http://schemas.microsoft.com/office/drawing/2014/main" id="{21A1DE07-50B7-5CA8-7C50-9BD6E764206D}"/>
              </a:ext>
            </a:extLst>
          </p:cNvPr>
          <p:cNvSpPr/>
          <p:nvPr/>
        </p:nvSpPr>
        <p:spPr>
          <a:xfrm>
            <a:off x="2211120" y="2924181"/>
            <a:ext cx="487045" cy="387024"/>
          </a:xfrm>
          <a:custGeom>
            <a:avLst/>
            <a:gdLst>
              <a:gd name="connsiteX0" fmla="*/ 291489 w 363673"/>
              <a:gd name="connsiteY0" fmla="*/ 132017 h 288988"/>
              <a:gd name="connsiteX1" fmla="*/ 271095 w 363673"/>
              <a:gd name="connsiteY1" fmla="*/ 122968 h 288988"/>
              <a:gd name="connsiteX2" fmla="*/ 298413 w 363673"/>
              <a:gd name="connsiteY2" fmla="*/ 68294 h 288988"/>
              <a:gd name="connsiteX3" fmla="*/ 230402 w 363673"/>
              <a:gd name="connsiteY3" fmla="*/ 0 h 288988"/>
              <a:gd name="connsiteX4" fmla="*/ 182026 w 363673"/>
              <a:gd name="connsiteY4" fmla="*/ 20383 h 288988"/>
              <a:gd name="connsiteX5" fmla="*/ 133556 w 363673"/>
              <a:gd name="connsiteY5" fmla="*/ 0 h 288988"/>
              <a:gd name="connsiteX6" fmla="*/ 65545 w 363673"/>
              <a:gd name="connsiteY6" fmla="*/ 68294 h 288988"/>
              <a:gd name="connsiteX7" fmla="*/ 92768 w 363673"/>
              <a:gd name="connsiteY7" fmla="*/ 122873 h 288988"/>
              <a:gd name="connsiteX8" fmla="*/ 72279 w 363673"/>
              <a:gd name="connsiteY8" fmla="*/ 132017 h 288988"/>
              <a:gd name="connsiteX9" fmla="*/ 0 w 363673"/>
              <a:gd name="connsiteY9" fmla="*/ 225457 h 288988"/>
              <a:gd name="connsiteX10" fmla="*/ 6355 w 363673"/>
              <a:gd name="connsiteY10" fmla="*/ 231838 h 288988"/>
              <a:gd name="connsiteX11" fmla="*/ 196919 w 363673"/>
              <a:gd name="connsiteY11" fmla="*/ 231838 h 288988"/>
              <a:gd name="connsiteX12" fmla="*/ 196919 w 363673"/>
              <a:gd name="connsiteY12" fmla="*/ 282607 h 288988"/>
              <a:gd name="connsiteX13" fmla="*/ 203274 w 363673"/>
              <a:gd name="connsiteY13" fmla="*/ 288988 h 288988"/>
              <a:gd name="connsiteX14" fmla="*/ 293196 w 363673"/>
              <a:gd name="connsiteY14" fmla="*/ 288988 h 288988"/>
              <a:gd name="connsiteX15" fmla="*/ 299551 w 363673"/>
              <a:gd name="connsiteY15" fmla="*/ 282607 h 288988"/>
              <a:gd name="connsiteX16" fmla="*/ 299551 w 363673"/>
              <a:gd name="connsiteY16" fmla="*/ 231838 h 288988"/>
              <a:gd name="connsiteX17" fmla="*/ 357318 w 363673"/>
              <a:gd name="connsiteY17" fmla="*/ 231838 h 288988"/>
              <a:gd name="connsiteX18" fmla="*/ 363673 w 363673"/>
              <a:gd name="connsiteY18" fmla="*/ 225457 h 288988"/>
              <a:gd name="connsiteX19" fmla="*/ 291394 w 363673"/>
              <a:gd name="connsiteY19" fmla="*/ 132017 h 288988"/>
              <a:gd name="connsiteX20" fmla="*/ 78350 w 363673"/>
              <a:gd name="connsiteY20" fmla="*/ 68390 h 288988"/>
              <a:gd name="connsiteX21" fmla="*/ 133650 w 363673"/>
              <a:gd name="connsiteY21" fmla="*/ 12859 h 288988"/>
              <a:gd name="connsiteX22" fmla="*/ 188951 w 363673"/>
              <a:gd name="connsiteY22" fmla="*/ 68390 h 288988"/>
              <a:gd name="connsiteX23" fmla="*/ 133650 w 363673"/>
              <a:gd name="connsiteY23" fmla="*/ 123920 h 288988"/>
              <a:gd name="connsiteX24" fmla="*/ 78350 w 363673"/>
              <a:gd name="connsiteY24" fmla="*/ 68390 h 288988"/>
              <a:gd name="connsiteX25" fmla="*/ 12995 w 363673"/>
              <a:gd name="connsiteY25" fmla="*/ 219170 h 288988"/>
              <a:gd name="connsiteX26" fmla="*/ 76738 w 363673"/>
              <a:gd name="connsiteY26" fmla="*/ 144209 h 288988"/>
              <a:gd name="connsiteX27" fmla="*/ 104340 w 363673"/>
              <a:gd name="connsiteY27" fmla="*/ 130016 h 288988"/>
              <a:gd name="connsiteX28" fmla="*/ 133650 w 363673"/>
              <a:gd name="connsiteY28" fmla="*/ 136779 h 288988"/>
              <a:gd name="connsiteX29" fmla="*/ 163150 w 363673"/>
              <a:gd name="connsiteY29" fmla="*/ 129921 h 288988"/>
              <a:gd name="connsiteX30" fmla="*/ 190848 w 363673"/>
              <a:gd name="connsiteY30" fmla="*/ 144209 h 288988"/>
              <a:gd name="connsiteX31" fmla="*/ 226323 w 363673"/>
              <a:gd name="connsiteY31" fmla="*/ 161258 h 288988"/>
              <a:gd name="connsiteX32" fmla="*/ 213044 w 363673"/>
              <a:gd name="connsiteY32" fmla="*/ 191167 h 288988"/>
              <a:gd name="connsiteX33" fmla="*/ 213044 w 363673"/>
              <a:gd name="connsiteY33" fmla="*/ 203454 h 288988"/>
              <a:gd name="connsiteX34" fmla="*/ 203274 w 363673"/>
              <a:gd name="connsiteY34" fmla="*/ 203454 h 288988"/>
              <a:gd name="connsiteX35" fmla="*/ 196919 w 363673"/>
              <a:gd name="connsiteY35" fmla="*/ 209836 h 288988"/>
              <a:gd name="connsiteX36" fmla="*/ 196919 w 363673"/>
              <a:gd name="connsiteY36" fmla="*/ 219075 h 288988"/>
              <a:gd name="connsiteX37" fmla="*/ 12995 w 363673"/>
              <a:gd name="connsiteY37" fmla="*/ 219075 h 288988"/>
              <a:gd name="connsiteX38" fmla="*/ 269957 w 363673"/>
              <a:gd name="connsiteY38" fmla="*/ 203454 h 288988"/>
              <a:gd name="connsiteX39" fmla="*/ 225849 w 363673"/>
              <a:gd name="connsiteY39" fmla="*/ 203454 h 288988"/>
              <a:gd name="connsiteX40" fmla="*/ 225849 w 363673"/>
              <a:gd name="connsiteY40" fmla="*/ 191167 h 288988"/>
              <a:gd name="connsiteX41" fmla="*/ 247950 w 363673"/>
              <a:gd name="connsiteY41" fmla="*/ 166688 h 288988"/>
              <a:gd name="connsiteX42" fmla="*/ 270052 w 363673"/>
              <a:gd name="connsiteY42" fmla="*/ 191167 h 288988"/>
              <a:gd name="connsiteX43" fmla="*/ 270052 w 363673"/>
              <a:gd name="connsiteY43" fmla="*/ 203454 h 288988"/>
              <a:gd name="connsiteX44" fmla="*/ 286841 w 363673"/>
              <a:gd name="connsiteY44" fmla="*/ 276320 h 288988"/>
              <a:gd name="connsiteX45" fmla="*/ 209724 w 363673"/>
              <a:gd name="connsiteY45" fmla="*/ 276320 h 288988"/>
              <a:gd name="connsiteX46" fmla="*/ 209724 w 363673"/>
              <a:gd name="connsiteY46" fmla="*/ 216313 h 288988"/>
              <a:gd name="connsiteX47" fmla="*/ 286841 w 363673"/>
              <a:gd name="connsiteY47" fmla="*/ 216313 h 288988"/>
              <a:gd name="connsiteX48" fmla="*/ 286841 w 363673"/>
              <a:gd name="connsiteY48" fmla="*/ 276320 h 288988"/>
              <a:gd name="connsiteX49" fmla="*/ 299646 w 363673"/>
              <a:gd name="connsiteY49" fmla="*/ 219170 h 288988"/>
              <a:gd name="connsiteX50" fmla="*/ 299646 w 363673"/>
              <a:gd name="connsiteY50" fmla="*/ 209931 h 288988"/>
              <a:gd name="connsiteX51" fmla="*/ 293291 w 363673"/>
              <a:gd name="connsiteY51" fmla="*/ 203549 h 288988"/>
              <a:gd name="connsiteX52" fmla="*/ 282857 w 363673"/>
              <a:gd name="connsiteY52" fmla="*/ 203549 h 288988"/>
              <a:gd name="connsiteX53" fmla="*/ 282857 w 363673"/>
              <a:gd name="connsiteY53" fmla="*/ 191262 h 288988"/>
              <a:gd name="connsiteX54" fmla="*/ 248045 w 363673"/>
              <a:gd name="connsiteY54" fmla="*/ 153924 h 288988"/>
              <a:gd name="connsiteX55" fmla="*/ 239224 w 363673"/>
              <a:gd name="connsiteY55" fmla="*/ 155067 h 288988"/>
              <a:gd name="connsiteX56" fmla="*/ 195306 w 363673"/>
              <a:gd name="connsiteY56" fmla="*/ 132112 h 288988"/>
              <a:gd name="connsiteX57" fmla="*/ 174628 w 363673"/>
              <a:gd name="connsiteY57" fmla="*/ 122873 h 288988"/>
              <a:gd name="connsiteX58" fmla="*/ 201756 w 363673"/>
              <a:gd name="connsiteY58" fmla="*/ 68390 h 288988"/>
              <a:gd name="connsiteX59" fmla="*/ 190279 w 363673"/>
              <a:gd name="connsiteY59" fmla="*/ 30480 h 288988"/>
              <a:gd name="connsiteX60" fmla="*/ 230497 w 363673"/>
              <a:gd name="connsiteY60" fmla="*/ 12859 h 288988"/>
              <a:gd name="connsiteX61" fmla="*/ 285797 w 363673"/>
              <a:gd name="connsiteY61" fmla="*/ 68390 h 288988"/>
              <a:gd name="connsiteX62" fmla="*/ 235145 w 363673"/>
              <a:gd name="connsiteY62" fmla="*/ 123730 h 288988"/>
              <a:gd name="connsiteX63" fmla="*/ 229264 w 363673"/>
              <a:gd name="connsiteY63" fmla="*/ 130683 h 288988"/>
              <a:gd name="connsiteX64" fmla="*/ 235619 w 363673"/>
              <a:gd name="connsiteY64" fmla="*/ 136588 h 288988"/>
              <a:gd name="connsiteX65" fmla="*/ 236188 w 363673"/>
              <a:gd name="connsiteY65" fmla="*/ 136588 h 288988"/>
              <a:gd name="connsiteX66" fmla="*/ 259712 w 363673"/>
              <a:gd name="connsiteY66" fmla="*/ 130111 h 288988"/>
              <a:gd name="connsiteX67" fmla="*/ 287220 w 363673"/>
              <a:gd name="connsiteY67" fmla="*/ 144209 h 288988"/>
              <a:gd name="connsiteX68" fmla="*/ 350963 w 363673"/>
              <a:gd name="connsiteY68" fmla="*/ 219170 h 288988"/>
              <a:gd name="connsiteX69" fmla="*/ 299836 w 363673"/>
              <a:gd name="connsiteY69" fmla="*/ 219170 h 288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88988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196919" y="231838"/>
                </a:lnTo>
                <a:lnTo>
                  <a:pt x="196919" y="282607"/>
                </a:lnTo>
                <a:cubicBezTo>
                  <a:pt x="196919" y="286131"/>
                  <a:pt x="199764" y="288988"/>
                  <a:pt x="203274" y="288988"/>
                </a:cubicBezTo>
                <a:lnTo>
                  <a:pt x="293196" y="288988"/>
                </a:lnTo>
                <a:cubicBezTo>
                  <a:pt x="296706" y="288988"/>
                  <a:pt x="299551" y="286131"/>
                  <a:pt x="299551" y="282607"/>
                </a:cubicBezTo>
                <a:lnTo>
                  <a:pt x="299551" y="231838"/>
                </a:ln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390"/>
                </a:moveTo>
                <a:cubicBezTo>
                  <a:pt x="78350" y="37814"/>
                  <a:pt x="103107" y="12859"/>
                  <a:pt x="133650" y="12859"/>
                </a:cubicBezTo>
                <a:cubicBezTo>
                  <a:pt x="164194" y="12859"/>
                  <a:pt x="188951" y="37719"/>
                  <a:pt x="188951" y="68390"/>
                </a:cubicBezTo>
                <a:cubicBezTo>
                  <a:pt x="188951" y="99060"/>
                  <a:pt x="164194" y="123920"/>
                  <a:pt x="133650" y="123920"/>
                </a:cubicBezTo>
                <a:cubicBezTo>
                  <a:pt x="103107" y="123920"/>
                  <a:pt x="78350" y="99060"/>
                  <a:pt x="78350" y="68390"/>
                </a:cubicBezTo>
                <a:close/>
                <a:moveTo>
                  <a:pt x="12995" y="219170"/>
                </a:moveTo>
                <a:cubicBezTo>
                  <a:pt x="15556" y="166688"/>
                  <a:pt x="49325" y="154210"/>
                  <a:pt x="76738" y="144209"/>
                </a:cubicBezTo>
                <a:cubicBezTo>
                  <a:pt x="88120" y="140017"/>
                  <a:pt x="98175" y="136303"/>
                  <a:pt x="104340" y="130016"/>
                </a:cubicBezTo>
                <a:cubicBezTo>
                  <a:pt x="113257" y="134302"/>
                  <a:pt x="123122" y="136779"/>
                  <a:pt x="133650" y="136779"/>
                </a:cubicBezTo>
                <a:cubicBezTo>
                  <a:pt x="144179" y="136779"/>
                  <a:pt x="154234" y="134302"/>
                  <a:pt x="163150" y="129921"/>
                </a:cubicBezTo>
                <a:cubicBezTo>
                  <a:pt x="169316" y="136208"/>
                  <a:pt x="179370" y="140017"/>
                  <a:pt x="190848" y="144209"/>
                </a:cubicBezTo>
                <a:cubicBezTo>
                  <a:pt x="202420" y="148495"/>
                  <a:pt x="215226" y="153257"/>
                  <a:pt x="226323" y="161258"/>
                </a:cubicBezTo>
                <a:cubicBezTo>
                  <a:pt x="218071" y="167831"/>
                  <a:pt x="213044" y="178308"/>
                  <a:pt x="213044" y="191167"/>
                </a:cubicBezTo>
                <a:lnTo>
                  <a:pt x="213044" y="203454"/>
                </a:lnTo>
                <a:lnTo>
                  <a:pt x="203274" y="203454"/>
                </a:lnTo>
                <a:cubicBezTo>
                  <a:pt x="199764" y="203454"/>
                  <a:pt x="196919" y="206311"/>
                  <a:pt x="196919" y="209836"/>
                </a:cubicBezTo>
                <a:lnTo>
                  <a:pt x="196919" y="219075"/>
                </a:lnTo>
                <a:lnTo>
                  <a:pt x="12995" y="219075"/>
                </a:lnTo>
                <a:close/>
                <a:moveTo>
                  <a:pt x="269957" y="203454"/>
                </a:moveTo>
                <a:lnTo>
                  <a:pt x="225849" y="203454"/>
                </a:lnTo>
                <a:lnTo>
                  <a:pt x="225849" y="191167"/>
                </a:lnTo>
                <a:cubicBezTo>
                  <a:pt x="225849" y="176498"/>
                  <a:pt x="234671" y="166688"/>
                  <a:pt x="247950" y="166688"/>
                </a:cubicBezTo>
                <a:cubicBezTo>
                  <a:pt x="261230" y="166688"/>
                  <a:pt x="270052" y="176308"/>
                  <a:pt x="270052" y="191167"/>
                </a:cubicBezTo>
                <a:lnTo>
                  <a:pt x="270052" y="203454"/>
                </a:lnTo>
                <a:close/>
                <a:moveTo>
                  <a:pt x="286841" y="276320"/>
                </a:moveTo>
                <a:lnTo>
                  <a:pt x="209724" y="276320"/>
                </a:lnTo>
                <a:lnTo>
                  <a:pt x="209724" y="216313"/>
                </a:lnTo>
                <a:lnTo>
                  <a:pt x="286841" y="216313"/>
                </a:lnTo>
                <a:lnTo>
                  <a:pt x="286841" y="276320"/>
                </a:lnTo>
                <a:close/>
                <a:moveTo>
                  <a:pt x="299646" y="219170"/>
                </a:moveTo>
                <a:lnTo>
                  <a:pt x="299646" y="209931"/>
                </a:lnTo>
                <a:cubicBezTo>
                  <a:pt x="299646" y="206407"/>
                  <a:pt x="296801" y="203549"/>
                  <a:pt x="293291" y="203549"/>
                </a:cubicBezTo>
                <a:lnTo>
                  <a:pt x="282857" y="203549"/>
                </a:lnTo>
                <a:lnTo>
                  <a:pt x="282857" y="191262"/>
                </a:lnTo>
                <a:cubicBezTo>
                  <a:pt x="282857" y="169259"/>
                  <a:pt x="268534" y="153924"/>
                  <a:pt x="248045" y="153924"/>
                </a:cubicBezTo>
                <a:cubicBezTo>
                  <a:pt x="244915" y="153924"/>
                  <a:pt x="242069" y="154400"/>
                  <a:pt x="239224" y="155067"/>
                </a:cubicBezTo>
                <a:cubicBezTo>
                  <a:pt x="225375" y="143256"/>
                  <a:pt x="208870" y="137065"/>
                  <a:pt x="195306" y="132112"/>
                </a:cubicBezTo>
                <a:cubicBezTo>
                  <a:pt x="187149" y="129159"/>
                  <a:pt x="179370" y="126206"/>
                  <a:pt x="174628" y="122873"/>
                </a:cubicBezTo>
                <a:cubicBezTo>
                  <a:pt x="191038" y="110395"/>
                  <a:pt x="201756" y="90678"/>
                  <a:pt x="201756" y="68390"/>
                </a:cubicBezTo>
                <a:cubicBezTo>
                  <a:pt x="201756" y="54388"/>
                  <a:pt x="197488" y="41338"/>
                  <a:pt x="190279" y="30480"/>
                </a:cubicBezTo>
                <a:cubicBezTo>
                  <a:pt x="200713" y="19336"/>
                  <a:pt x="215131" y="12859"/>
                  <a:pt x="230497" y="12859"/>
                </a:cubicBezTo>
                <a:cubicBezTo>
                  <a:pt x="260945" y="12859"/>
                  <a:pt x="285797" y="37719"/>
                  <a:pt x="285797" y="68390"/>
                </a:cubicBezTo>
                <a:cubicBezTo>
                  <a:pt x="285797" y="97060"/>
                  <a:pt x="263507" y="121348"/>
                  <a:pt x="235145" y="123730"/>
                </a:cubicBezTo>
                <a:cubicBezTo>
                  <a:pt x="231635" y="124015"/>
                  <a:pt x="228979" y="127159"/>
                  <a:pt x="229264" y="130683"/>
                </a:cubicBezTo>
                <a:cubicBezTo>
                  <a:pt x="229549" y="134017"/>
                  <a:pt x="232299" y="136588"/>
                  <a:pt x="235619" y="136588"/>
                </a:cubicBezTo>
                <a:cubicBezTo>
                  <a:pt x="235809" y="136588"/>
                  <a:pt x="235999" y="136588"/>
                  <a:pt x="236188" y="136588"/>
                </a:cubicBezTo>
                <a:cubicBezTo>
                  <a:pt x="244536" y="135922"/>
                  <a:pt x="252503" y="133636"/>
                  <a:pt x="259712" y="130111"/>
                </a:cubicBezTo>
                <a:cubicBezTo>
                  <a:pt x="265878" y="136303"/>
                  <a:pt x="275933" y="140017"/>
                  <a:pt x="287220" y="144209"/>
                </a:cubicBezTo>
                <a:cubicBezTo>
                  <a:pt x="314633" y="154305"/>
                  <a:pt x="348402" y="166688"/>
                  <a:pt x="350963" y="219170"/>
                </a:cubicBezTo>
                <a:lnTo>
                  <a:pt x="299836" y="21917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9" name="Graphic 184">
            <a:extLst>
              <a:ext uri="{FF2B5EF4-FFF2-40B4-BE49-F238E27FC236}">
                <a16:creationId xmlns:a16="http://schemas.microsoft.com/office/drawing/2014/main" id="{EF33915E-AC1E-BF1B-9E48-145B00C0E022}"/>
              </a:ext>
            </a:extLst>
          </p:cNvPr>
          <p:cNvSpPr/>
          <p:nvPr/>
        </p:nvSpPr>
        <p:spPr>
          <a:xfrm>
            <a:off x="2922320" y="2924181"/>
            <a:ext cx="487045" cy="387024"/>
          </a:xfrm>
          <a:custGeom>
            <a:avLst/>
            <a:gdLst>
              <a:gd name="connsiteX0" fmla="*/ 291489 w 363673"/>
              <a:gd name="connsiteY0" fmla="*/ 132017 h 288988"/>
              <a:gd name="connsiteX1" fmla="*/ 271095 w 363673"/>
              <a:gd name="connsiteY1" fmla="*/ 122968 h 288988"/>
              <a:gd name="connsiteX2" fmla="*/ 298413 w 363673"/>
              <a:gd name="connsiteY2" fmla="*/ 68294 h 288988"/>
              <a:gd name="connsiteX3" fmla="*/ 230402 w 363673"/>
              <a:gd name="connsiteY3" fmla="*/ 0 h 288988"/>
              <a:gd name="connsiteX4" fmla="*/ 182026 w 363673"/>
              <a:gd name="connsiteY4" fmla="*/ 20383 h 288988"/>
              <a:gd name="connsiteX5" fmla="*/ 133556 w 363673"/>
              <a:gd name="connsiteY5" fmla="*/ 0 h 288988"/>
              <a:gd name="connsiteX6" fmla="*/ 65545 w 363673"/>
              <a:gd name="connsiteY6" fmla="*/ 68294 h 288988"/>
              <a:gd name="connsiteX7" fmla="*/ 92768 w 363673"/>
              <a:gd name="connsiteY7" fmla="*/ 122873 h 288988"/>
              <a:gd name="connsiteX8" fmla="*/ 72279 w 363673"/>
              <a:gd name="connsiteY8" fmla="*/ 132017 h 288988"/>
              <a:gd name="connsiteX9" fmla="*/ 0 w 363673"/>
              <a:gd name="connsiteY9" fmla="*/ 225457 h 288988"/>
              <a:gd name="connsiteX10" fmla="*/ 6355 w 363673"/>
              <a:gd name="connsiteY10" fmla="*/ 231838 h 288988"/>
              <a:gd name="connsiteX11" fmla="*/ 196919 w 363673"/>
              <a:gd name="connsiteY11" fmla="*/ 231838 h 288988"/>
              <a:gd name="connsiteX12" fmla="*/ 196919 w 363673"/>
              <a:gd name="connsiteY12" fmla="*/ 282607 h 288988"/>
              <a:gd name="connsiteX13" fmla="*/ 203274 w 363673"/>
              <a:gd name="connsiteY13" fmla="*/ 288988 h 288988"/>
              <a:gd name="connsiteX14" fmla="*/ 293196 w 363673"/>
              <a:gd name="connsiteY14" fmla="*/ 288988 h 288988"/>
              <a:gd name="connsiteX15" fmla="*/ 299551 w 363673"/>
              <a:gd name="connsiteY15" fmla="*/ 282607 h 288988"/>
              <a:gd name="connsiteX16" fmla="*/ 299551 w 363673"/>
              <a:gd name="connsiteY16" fmla="*/ 231838 h 288988"/>
              <a:gd name="connsiteX17" fmla="*/ 357318 w 363673"/>
              <a:gd name="connsiteY17" fmla="*/ 231838 h 288988"/>
              <a:gd name="connsiteX18" fmla="*/ 363673 w 363673"/>
              <a:gd name="connsiteY18" fmla="*/ 225457 h 288988"/>
              <a:gd name="connsiteX19" fmla="*/ 291394 w 363673"/>
              <a:gd name="connsiteY19" fmla="*/ 132017 h 288988"/>
              <a:gd name="connsiteX20" fmla="*/ 78350 w 363673"/>
              <a:gd name="connsiteY20" fmla="*/ 68390 h 288988"/>
              <a:gd name="connsiteX21" fmla="*/ 133650 w 363673"/>
              <a:gd name="connsiteY21" fmla="*/ 12859 h 288988"/>
              <a:gd name="connsiteX22" fmla="*/ 188951 w 363673"/>
              <a:gd name="connsiteY22" fmla="*/ 68390 h 288988"/>
              <a:gd name="connsiteX23" fmla="*/ 133650 w 363673"/>
              <a:gd name="connsiteY23" fmla="*/ 123920 h 288988"/>
              <a:gd name="connsiteX24" fmla="*/ 78350 w 363673"/>
              <a:gd name="connsiteY24" fmla="*/ 68390 h 288988"/>
              <a:gd name="connsiteX25" fmla="*/ 12995 w 363673"/>
              <a:gd name="connsiteY25" fmla="*/ 219170 h 288988"/>
              <a:gd name="connsiteX26" fmla="*/ 76738 w 363673"/>
              <a:gd name="connsiteY26" fmla="*/ 144209 h 288988"/>
              <a:gd name="connsiteX27" fmla="*/ 104340 w 363673"/>
              <a:gd name="connsiteY27" fmla="*/ 130016 h 288988"/>
              <a:gd name="connsiteX28" fmla="*/ 133650 w 363673"/>
              <a:gd name="connsiteY28" fmla="*/ 136779 h 288988"/>
              <a:gd name="connsiteX29" fmla="*/ 163150 w 363673"/>
              <a:gd name="connsiteY29" fmla="*/ 129921 h 288988"/>
              <a:gd name="connsiteX30" fmla="*/ 190848 w 363673"/>
              <a:gd name="connsiteY30" fmla="*/ 144209 h 288988"/>
              <a:gd name="connsiteX31" fmla="*/ 226323 w 363673"/>
              <a:gd name="connsiteY31" fmla="*/ 161258 h 288988"/>
              <a:gd name="connsiteX32" fmla="*/ 213044 w 363673"/>
              <a:gd name="connsiteY32" fmla="*/ 191167 h 288988"/>
              <a:gd name="connsiteX33" fmla="*/ 213044 w 363673"/>
              <a:gd name="connsiteY33" fmla="*/ 203454 h 288988"/>
              <a:gd name="connsiteX34" fmla="*/ 203274 w 363673"/>
              <a:gd name="connsiteY34" fmla="*/ 203454 h 288988"/>
              <a:gd name="connsiteX35" fmla="*/ 196919 w 363673"/>
              <a:gd name="connsiteY35" fmla="*/ 209836 h 288988"/>
              <a:gd name="connsiteX36" fmla="*/ 196919 w 363673"/>
              <a:gd name="connsiteY36" fmla="*/ 219075 h 288988"/>
              <a:gd name="connsiteX37" fmla="*/ 12995 w 363673"/>
              <a:gd name="connsiteY37" fmla="*/ 219075 h 288988"/>
              <a:gd name="connsiteX38" fmla="*/ 269957 w 363673"/>
              <a:gd name="connsiteY38" fmla="*/ 203454 h 288988"/>
              <a:gd name="connsiteX39" fmla="*/ 225849 w 363673"/>
              <a:gd name="connsiteY39" fmla="*/ 203454 h 288988"/>
              <a:gd name="connsiteX40" fmla="*/ 225849 w 363673"/>
              <a:gd name="connsiteY40" fmla="*/ 191167 h 288988"/>
              <a:gd name="connsiteX41" fmla="*/ 247950 w 363673"/>
              <a:gd name="connsiteY41" fmla="*/ 166688 h 288988"/>
              <a:gd name="connsiteX42" fmla="*/ 270052 w 363673"/>
              <a:gd name="connsiteY42" fmla="*/ 191167 h 288988"/>
              <a:gd name="connsiteX43" fmla="*/ 270052 w 363673"/>
              <a:gd name="connsiteY43" fmla="*/ 203454 h 288988"/>
              <a:gd name="connsiteX44" fmla="*/ 286841 w 363673"/>
              <a:gd name="connsiteY44" fmla="*/ 276320 h 288988"/>
              <a:gd name="connsiteX45" fmla="*/ 209724 w 363673"/>
              <a:gd name="connsiteY45" fmla="*/ 276320 h 288988"/>
              <a:gd name="connsiteX46" fmla="*/ 209724 w 363673"/>
              <a:gd name="connsiteY46" fmla="*/ 216313 h 288988"/>
              <a:gd name="connsiteX47" fmla="*/ 286841 w 363673"/>
              <a:gd name="connsiteY47" fmla="*/ 216313 h 288988"/>
              <a:gd name="connsiteX48" fmla="*/ 286841 w 363673"/>
              <a:gd name="connsiteY48" fmla="*/ 276320 h 288988"/>
              <a:gd name="connsiteX49" fmla="*/ 299646 w 363673"/>
              <a:gd name="connsiteY49" fmla="*/ 219170 h 288988"/>
              <a:gd name="connsiteX50" fmla="*/ 299646 w 363673"/>
              <a:gd name="connsiteY50" fmla="*/ 209931 h 288988"/>
              <a:gd name="connsiteX51" fmla="*/ 293291 w 363673"/>
              <a:gd name="connsiteY51" fmla="*/ 203549 h 288988"/>
              <a:gd name="connsiteX52" fmla="*/ 282857 w 363673"/>
              <a:gd name="connsiteY52" fmla="*/ 203549 h 288988"/>
              <a:gd name="connsiteX53" fmla="*/ 282857 w 363673"/>
              <a:gd name="connsiteY53" fmla="*/ 191262 h 288988"/>
              <a:gd name="connsiteX54" fmla="*/ 248045 w 363673"/>
              <a:gd name="connsiteY54" fmla="*/ 153924 h 288988"/>
              <a:gd name="connsiteX55" fmla="*/ 239224 w 363673"/>
              <a:gd name="connsiteY55" fmla="*/ 155067 h 288988"/>
              <a:gd name="connsiteX56" fmla="*/ 195306 w 363673"/>
              <a:gd name="connsiteY56" fmla="*/ 132112 h 288988"/>
              <a:gd name="connsiteX57" fmla="*/ 174628 w 363673"/>
              <a:gd name="connsiteY57" fmla="*/ 122873 h 288988"/>
              <a:gd name="connsiteX58" fmla="*/ 201756 w 363673"/>
              <a:gd name="connsiteY58" fmla="*/ 68390 h 288988"/>
              <a:gd name="connsiteX59" fmla="*/ 190279 w 363673"/>
              <a:gd name="connsiteY59" fmla="*/ 30480 h 288988"/>
              <a:gd name="connsiteX60" fmla="*/ 230497 w 363673"/>
              <a:gd name="connsiteY60" fmla="*/ 12859 h 288988"/>
              <a:gd name="connsiteX61" fmla="*/ 285797 w 363673"/>
              <a:gd name="connsiteY61" fmla="*/ 68390 h 288988"/>
              <a:gd name="connsiteX62" fmla="*/ 235145 w 363673"/>
              <a:gd name="connsiteY62" fmla="*/ 123730 h 288988"/>
              <a:gd name="connsiteX63" fmla="*/ 229264 w 363673"/>
              <a:gd name="connsiteY63" fmla="*/ 130683 h 288988"/>
              <a:gd name="connsiteX64" fmla="*/ 235619 w 363673"/>
              <a:gd name="connsiteY64" fmla="*/ 136588 h 288988"/>
              <a:gd name="connsiteX65" fmla="*/ 236188 w 363673"/>
              <a:gd name="connsiteY65" fmla="*/ 136588 h 288988"/>
              <a:gd name="connsiteX66" fmla="*/ 259712 w 363673"/>
              <a:gd name="connsiteY66" fmla="*/ 130111 h 288988"/>
              <a:gd name="connsiteX67" fmla="*/ 287220 w 363673"/>
              <a:gd name="connsiteY67" fmla="*/ 144209 h 288988"/>
              <a:gd name="connsiteX68" fmla="*/ 350963 w 363673"/>
              <a:gd name="connsiteY68" fmla="*/ 219170 h 288988"/>
              <a:gd name="connsiteX69" fmla="*/ 299836 w 363673"/>
              <a:gd name="connsiteY69" fmla="*/ 219170 h 288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88988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196919" y="231838"/>
                </a:lnTo>
                <a:lnTo>
                  <a:pt x="196919" y="282607"/>
                </a:lnTo>
                <a:cubicBezTo>
                  <a:pt x="196919" y="286131"/>
                  <a:pt x="199764" y="288988"/>
                  <a:pt x="203274" y="288988"/>
                </a:cubicBezTo>
                <a:lnTo>
                  <a:pt x="293196" y="288988"/>
                </a:lnTo>
                <a:cubicBezTo>
                  <a:pt x="296706" y="288988"/>
                  <a:pt x="299551" y="286131"/>
                  <a:pt x="299551" y="282607"/>
                </a:cubicBezTo>
                <a:lnTo>
                  <a:pt x="299551" y="231838"/>
                </a:ln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390"/>
                </a:moveTo>
                <a:cubicBezTo>
                  <a:pt x="78350" y="37814"/>
                  <a:pt x="103107" y="12859"/>
                  <a:pt x="133650" y="12859"/>
                </a:cubicBezTo>
                <a:cubicBezTo>
                  <a:pt x="164194" y="12859"/>
                  <a:pt x="188951" y="37719"/>
                  <a:pt x="188951" y="68390"/>
                </a:cubicBezTo>
                <a:cubicBezTo>
                  <a:pt x="188951" y="99060"/>
                  <a:pt x="164194" y="123920"/>
                  <a:pt x="133650" y="123920"/>
                </a:cubicBezTo>
                <a:cubicBezTo>
                  <a:pt x="103107" y="123920"/>
                  <a:pt x="78350" y="99060"/>
                  <a:pt x="78350" y="68390"/>
                </a:cubicBezTo>
                <a:close/>
                <a:moveTo>
                  <a:pt x="12995" y="219170"/>
                </a:moveTo>
                <a:cubicBezTo>
                  <a:pt x="15556" y="166688"/>
                  <a:pt x="49325" y="154210"/>
                  <a:pt x="76738" y="144209"/>
                </a:cubicBezTo>
                <a:cubicBezTo>
                  <a:pt x="88120" y="140017"/>
                  <a:pt x="98175" y="136303"/>
                  <a:pt x="104340" y="130016"/>
                </a:cubicBezTo>
                <a:cubicBezTo>
                  <a:pt x="113257" y="134302"/>
                  <a:pt x="123122" y="136779"/>
                  <a:pt x="133650" y="136779"/>
                </a:cubicBezTo>
                <a:cubicBezTo>
                  <a:pt x="144179" y="136779"/>
                  <a:pt x="154234" y="134302"/>
                  <a:pt x="163150" y="129921"/>
                </a:cubicBezTo>
                <a:cubicBezTo>
                  <a:pt x="169316" y="136208"/>
                  <a:pt x="179370" y="140017"/>
                  <a:pt x="190848" y="144209"/>
                </a:cubicBezTo>
                <a:cubicBezTo>
                  <a:pt x="202420" y="148495"/>
                  <a:pt x="215226" y="153257"/>
                  <a:pt x="226323" y="161258"/>
                </a:cubicBezTo>
                <a:cubicBezTo>
                  <a:pt x="218071" y="167831"/>
                  <a:pt x="213044" y="178308"/>
                  <a:pt x="213044" y="191167"/>
                </a:cubicBezTo>
                <a:lnTo>
                  <a:pt x="213044" y="203454"/>
                </a:lnTo>
                <a:lnTo>
                  <a:pt x="203274" y="203454"/>
                </a:lnTo>
                <a:cubicBezTo>
                  <a:pt x="199764" y="203454"/>
                  <a:pt x="196919" y="206311"/>
                  <a:pt x="196919" y="209836"/>
                </a:cubicBezTo>
                <a:lnTo>
                  <a:pt x="196919" y="219075"/>
                </a:lnTo>
                <a:lnTo>
                  <a:pt x="12995" y="219075"/>
                </a:lnTo>
                <a:close/>
                <a:moveTo>
                  <a:pt x="269957" y="203454"/>
                </a:moveTo>
                <a:lnTo>
                  <a:pt x="225849" y="203454"/>
                </a:lnTo>
                <a:lnTo>
                  <a:pt x="225849" y="191167"/>
                </a:lnTo>
                <a:cubicBezTo>
                  <a:pt x="225849" y="176498"/>
                  <a:pt x="234671" y="166688"/>
                  <a:pt x="247950" y="166688"/>
                </a:cubicBezTo>
                <a:cubicBezTo>
                  <a:pt x="261230" y="166688"/>
                  <a:pt x="270052" y="176308"/>
                  <a:pt x="270052" y="191167"/>
                </a:cubicBezTo>
                <a:lnTo>
                  <a:pt x="270052" y="203454"/>
                </a:lnTo>
                <a:close/>
                <a:moveTo>
                  <a:pt x="286841" y="276320"/>
                </a:moveTo>
                <a:lnTo>
                  <a:pt x="209724" y="276320"/>
                </a:lnTo>
                <a:lnTo>
                  <a:pt x="209724" y="216313"/>
                </a:lnTo>
                <a:lnTo>
                  <a:pt x="286841" y="216313"/>
                </a:lnTo>
                <a:lnTo>
                  <a:pt x="286841" y="276320"/>
                </a:lnTo>
                <a:close/>
                <a:moveTo>
                  <a:pt x="299646" y="219170"/>
                </a:moveTo>
                <a:lnTo>
                  <a:pt x="299646" y="209931"/>
                </a:lnTo>
                <a:cubicBezTo>
                  <a:pt x="299646" y="206407"/>
                  <a:pt x="296801" y="203549"/>
                  <a:pt x="293291" y="203549"/>
                </a:cubicBezTo>
                <a:lnTo>
                  <a:pt x="282857" y="203549"/>
                </a:lnTo>
                <a:lnTo>
                  <a:pt x="282857" y="191262"/>
                </a:lnTo>
                <a:cubicBezTo>
                  <a:pt x="282857" y="169259"/>
                  <a:pt x="268534" y="153924"/>
                  <a:pt x="248045" y="153924"/>
                </a:cubicBezTo>
                <a:cubicBezTo>
                  <a:pt x="244915" y="153924"/>
                  <a:pt x="242069" y="154400"/>
                  <a:pt x="239224" y="155067"/>
                </a:cubicBezTo>
                <a:cubicBezTo>
                  <a:pt x="225375" y="143256"/>
                  <a:pt x="208870" y="137065"/>
                  <a:pt x="195306" y="132112"/>
                </a:cubicBezTo>
                <a:cubicBezTo>
                  <a:pt x="187149" y="129159"/>
                  <a:pt x="179370" y="126206"/>
                  <a:pt x="174628" y="122873"/>
                </a:cubicBezTo>
                <a:cubicBezTo>
                  <a:pt x="191038" y="110395"/>
                  <a:pt x="201756" y="90678"/>
                  <a:pt x="201756" y="68390"/>
                </a:cubicBezTo>
                <a:cubicBezTo>
                  <a:pt x="201756" y="54388"/>
                  <a:pt x="197488" y="41338"/>
                  <a:pt x="190279" y="30480"/>
                </a:cubicBezTo>
                <a:cubicBezTo>
                  <a:pt x="200713" y="19336"/>
                  <a:pt x="215131" y="12859"/>
                  <a:pt x="230497" y="12859"/>
                </a:cubicBezTo>
                <a:cubicBezTo>
                  <a:pt x="260945" y="12859"/>
                  <a:pt x="285797" y="37719"/>
                  <a:pt x="285797" y="68390"/>
                </a:cubicBezTo>
                <a:cubicBezTo>
                  <a:pt x="285797" y="97060"/>
                  <a:pt x="263507" y="121348"/>
                  <a:pt x="235145" y="123730"/>
                </a:cubicBezTo>
                <a:cubicBezTo>
                  <a:pt x="231635" y="124015"/>
                  <a:pt x="228979" y="127159"/>
                  <a:pt x="229264" y="130683"/>
                </a:cubicBezTo>
                <a:cubicBezTo>
                  <a:pt x="229549" y="134017"/>
                  <a:pt x="232299" y="136588"/>
                  <a:pt x="235619" y="136588"/>
                </a:cubicBezTo>
                <a:cubicBezTo>
                  <a:pt x="235809" y="136588"/>
                  <a:pt x="235999" y="136588"/>
                  <a:pt x="236188" y="136588"/>
                </a:cubicBezTo>
                <a:cubicBezTo>
                  <a:pt x="244536" y="135922"/>
                  <a:pt x="252503" y="133636"/>
                  <a:pt x="259712" y="130111"/>
                </a:cubicBezTo>
                <a:cubicBezTo>
                  <a:pt x="265878" y="136303"/>
                  <a:pt x="275933" y="140017"/>
                  <a:pt x="287220" y="144209"/>
                </a:cubicBezTo>
                <a:cubicBezTo>
                  <a:pt x="314633" y="154305"/>
                  <a:pt x="348402" y="166688"/>
                  <a:pt x="350963" y="219170"/>
                </a:cubicBezTo>
                <a:lnTo>
                  <a:pt x="299836" y="21917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0" name="Graphic 184">
            <a:extLst>
              <a:ext uri="{FF2B5EF4-FFF2-40B4-BE49-F238E27FC236}">
                <a16:creationId xmlns:a16="http://schemas.microsoft.com/office/drawing/2014/main" id="{E15F41E7-B273-E460-BE05-246EC7769D85}"/>
              </a:ext>
            </a:extLst>
          </p:cNvPr>
          <p:cNvSpPr/>
          <p:nvPr/>
        </p:nvSpPr>
        <p:spPr>
          <a:xfrm>
            <a:off x="2211120" y="3565531"/>
            <a:ext cx="487045" cy="387024"/>
          </a:xfrm>
          <a:custGeom>
            <a:avLst/>
            <a:gdLst>
              <a:gd name="connsiteX0" fmla="*/ 291489 w 363673"/>
              <a:gd name="connsiteY0" fmla="*/ 132017 h 288988"/>
              <a:gd name="connsiteX1" fmla="*/ 271095 w 363673"/>
              <a:gd name="connsiteY1" fmla="*/ 122968 h 288988"/>
              <a:gd name="connsiteX2" fmla="*/ 298413 w 363673"/>
              <a:gd name="connsiteY2" fmla="*/ 68294 h 288988"/>
              <a:gd name="connsiteX3" fmla="*/ 230402 w 363673"/>
              <a:gd name="connsiteY3" fmla="*/ 0 h 288988"/>
              <a:gd name="connsiteX4" fmla="*/ 182026 w 363673"/>
              <a:gd name="connsiteY4" fmla="*/ 20383 h 288988"/>
              <a:gd name="connsiteX5" fmla="*/ 133556 w 363673"/>
              <a:gd name="connsiteY5" fmla="*/ 0 h 288988"/>
              <a:gd name="connsiteX6" fmla="*/ 65545 w 363673"/>
              <a:gd name="connsiteY6" fmla="*/ 68294 h 288988"/>
              <a:gd name="connsiteX7" fmla="*/ 92768 w 363673"/>
              <a:gd name="connsiteY7" fmla="*/ 122873 h 288988"/>
              <a:gd name="connsiteX8" fmla="*/ 72279 w 363673"/>
              <a:gd name="connsiteY8" fmla="*/ 132017 h 288988"/>
              <a:gd name="connsiteX9" fmla="*/ 0 w 363673"/>
              <a:gd name="connsiteY9" fmla="*/ 225457 h 288988"/>
              <a:gd name="connsiteX10" fmla="*/ 6355 w 363673"/>
              <a:gd name="connsiteY10" fmla="*/ 231838 h 288988"/>
              <a:gd name="connsiteX11" fmla="*/ 196919 w 363673"/>
              <a:gd name="connsiteY11" fmla="*/ 231838 h 288988"/>
              <a:gd name="connsiteX12" fmla="*/ 196919 w 363673"/>
              <a:gd name="connsiteY12" fmla="*/ 282607 h 288988"/>
              <a:gd name="connsiteX13" fmla="*/ 203274 w 363673"/>
              <a:gd name="connsiteY13" fmla="*/ 288988 h 288988"/>
              <a:gd name="connsiteX14" fmla="*/ 293196 w 363673"/>
              <a:gd name="connsiteY14" fmla="*/ 288988 h 288988"/>
              <a:gd name="connsiteX15" fmla="*/ 299551 w 363673"/>
              <a:gd name="connsiteY15" fmla="*/ 282607 h 288988"/>
              <a:gd name="connsiteX16" fmla="*/ 299551 w 363673"/>
              <a:gd name="connsiteY16" fmla="*/ 231838 h 288988"/>
              <a:gd name="connsiteX17" fmla="*/ 357318 w 363673"/>
              <a:gd name="connsiteY17" fmla="*/ 231838 h 288988"/>
              <a:gd name="connsiteX18" fmla="*/ 363673 w 363673"/>
              <a:gd name="connsiteY18" fmla="*/ 225457 h 288988"/>
              <a:gd name="connsiteX19" fmla="*/ 291394 w 363673"/>
              <a:gd name="connsiteY19" fmla="*/ 132017 h 288988"/>
              <a:gd name="connsiteX20" fmla="*/ 78350 w 363673"/>
              <a:gd name="connsiteY20" fmla="*/ 68390 h 288988"/>
              <a:gd name="connsiteX21" fmla="*/ 133650 w 363673"/>
              <a:gd name="connsiteY21" fmla="*/ 12859 h 288988"/>
              <a:gd name="connsiteX22" fmla="*/ 188951 w 363673"/>
              <a:gd name="connsiteY22" fmla="*/ 68390 h 288988"/>
              <a:gd name="connsiteX23" fmla="*/ 133650 w 363673"/>
              <a:gd name="connsiteY23" fmla="*/ 123920 h 288988"/>
              <a:gd name="connsiteX24" fmla="*/ 78350 w 363673"/>
              <a:gd name="connsiteY24" fmla="*/ 68390 h 288988"/>
              <a:gd name="connsiteX25" fmla="*/ 12995 w 363673"/>
              <a:gd name="connsiteY25" fmla="*/ 219170 h 288988"/>
              <a:gd name="connsiteX26" fmla="*/ 76738 w 363673"/>
              <a:gd name="connsiteY26" fmla="*/ 144209 h 288988"/>
              <a:gd name="connsiteX27" fmla="*/ 104340 w 363673"/>
              <a:gd name="connsiteY27" fmla="*/ 130016 h 288988"/>
              <a:gd name="connsiteX28" fmla="*/ 133650 w 363673"/>
              <a:gd name="connsiteY28" fmla="*/ 136779 h 288988"/>
              <a:gd name="connsiteX29" fmla="*/ 163150 w 363673"/>
              <a:gd name="connsiteY29" fmla="*/ 129921 h 288988"/>
              <a:gd name="connsiteX30" fmla="*/ 190848 w 363673"/>
              <a:gd name="connsiteY30" fmla="*/ 144209 h 288988"/>
              <a:gd name="connsiteX31" fmla="*/ 226323 w 363673"/>
              <a:gd name="connsiteY31" fmla="*/ 161258 h 288988"/>
              <a:gd name="connsiteX32" fmla="*/ 213044 w 363673"/>
              <a:gd name="connsiteY32" fmla="*/ 191167 h 288988"/>
              <a:gd name="connsiteX33" fmla="*/ 213044 w 363673"/>
              <a:gd name="connsiteY33" fmla="*/ 203454 h 288988"/>
              <a:gd name="connsiteX34" fmla="*/ 203274 w 363673"/>
              <a:gd name="connsiteY34" fmla="*/ 203454 h 288988"/>
              <a:gd name="connsiteX35" fmla="*/ 196919 w 363673"/>
              <a:gd name="connsiteY35" fmla="*/ 209836 h 288988"/>
              <a:gd name="connsiteX36" fmla="*/ 196919 w 363673"/>
              <a:gd name="connsiteY36" fmla="*/ 219075 h 288988"/>
              <a:gd name="connsiteX37" fmla="*/ 12995 w 363673"/>
              <a:gd name="connsiteY37" fmla="*/ 219075 h 288988"/>
              <a:gd name="connsiteX38" fmla="*/ 269957 w 363673"/>
              <a:gd name="connsiteY38" fmla="*/ 203454 h 288988"/>
              <a:gd name="connsiteX39" fmla="*/ 225849 w 363673"/>
              <a:gd name="connsiteY39" fmla="*/ 203454 h 288988"/>
              <a:gd name="connsiteX40" fmla="*/ 225849 w 363673"/>
              <a:gd name="connsiteY40" fmla="*/ 191167 h 288988"/>
              <a:gd name="connsiteX41" fmla="*/ 247950 w 363673"/>
              <a:gd name="connsiteY41" fmla="*/ 166688 h 288988"/>
              <a:gd name="connsiteX42" fmla="*/ 270052 w 363673"/>
              <a:gd name="connsiteY42" fmla="*/ 191167 h 288988"/>
              <a:gd name="connsiteX43" fmla="*/ 270052 w 363673"/>
              <a:gd name="connsiteY43" fmla="*/ 203454 h 288988"/>
              <a:gd name="connsiteX44" fmla="*/ 286841 w 363673"/>
              <a:gd name="connsiteY44" fmla="*/ 276320 h 288988"/>
              <a:gd name="connsiteX45" fmla="*/ 209724 w 363673"/>
              <a:gd name="connsiteY45" fmla="*/ 276320 h 288988"/>
              <a:gd name="connsiteX46" fmla="*/ 209724 w 363673"/>
              <a:gd name="connsiteY46" fmla="*/ 216313 h 288988"/>
              <a:gd name="connsiteX47" fmla="*/ 286841 w 363673"/>
              <a:gd name="connsiteY47" fmla="*/ 216313 h 288988"/>
              <a:gd name="connsiteX48" fmla="*/ 286841 w 363673"/>
              <a:gd name="connsiteY48" fmla="*/ 276320 h 288988"/>
              <a:gd name="connsiteX49" fmla="*/ 299646 w 363673"/>
              <a:gd name="connsiteY49" fmla="*/ 219170 h 288988"/>
              <a:gd name="connsiteX50" fmla="*/ 299646 w 363673"/>
              <a:gd name="connsiteY50" fmla="*/ 209931 h 288988"/>
              <a:gd name="connsiteX51" fmla="*/ 293291 w 363673"/>
              <a:gd name="connsiteY51" fmla="*/ 203549 h 288988"/>
              <a:gd name="connsiteX52" fmla="*/ 282857 w 363673"/>
              <a:gd name="connsiteY52" fmla="*/ 203549 h 288988"/>
              <a:gd name="connsiteX53" fmla="*/ 282857 w 363673"/>
              <a:gd name="connsiteY53" fmla="*/ 191262 h 288988"/>
              <a:gd name="connsiteX54" fmla="*/ 248045 w 363673"/>
              <a:gd name="connsiteY54" fmla="*/ 153924 h 288988"/>
              <a:gd name="connsiteX55" fmla="*/ 239224 w 363673"/>
              <a:gd name="connsiteY55" fmla="*/ 155067 h 288988"/>
              <a:gd name="connsiteX56" fmla="*/ 195306 w 363673"/>
              <a:gd name="connsiteY56" fmla="*/ 132112 h 288988"/>
              <a:gd name="connsiteX57" fmla="*/ 174628 w 363673"/>
              <a:gd name="connsiteY57" fmla="*/ 122873 h 288988"/>
              <a:gd name="connsiteX58" fmla="*/ 201756 w 363673"/>
              <a:gd name="connsiteY58" fmla="*/ 68390 h 288988"/>
              <a:gd name="connsiteX59" fmla="*/ 190279 w 363673"/>
              <a:gd name="connsiteY59" fmla="*/ 30480 h 288988"/>
              <a:gd name="connsiteX60" fmla="*/ 230497 w 363673"/>
              <a:gd name="connsiteY60" fmla="*/ 12859 h 288988"/>
              <a:gd name="connsiteX61" fmla="*/ 285797 w 363673"/>
              <a:gd name="connsiteY61" fmla="*/ 68390 h 288988"/>
              <a:gd name="connsiteX62" fmla="*/ 235145 w 363673"/>
              <a:gd name="connsiteY62" fmla="*/ 123730 h 288988"/>
              <a:gd name="connsiteX63" fmla="*/ 229264 w 363673"/>
              <a:gd name="connsiteY63" fmla="*/ 130683 h 288988"/>
              <a:gd name="connsiteX64" fmla="*/ 235619 w 363673"/>
              <a:gd name="connsiteY64" fmla="*/ 136588 h 288988"/>
              <a:gd name="connsiteX65" fmla="*/ 236188 w 363673"/>
              <a:gd name="connsiteY65" fmla="*/ 136588 h 288988"/>
              <a:gd name="connsiteX66" fmla="*/ 259712 w 363673"/>
              <a:gd name="connsiteY66" fmla="*/ 130111 h 288988"/>
              <a:gd name="connsiteX67" fmla="*/ 287220 w 363673"/>
              <a:gd name="connsiteY67" fmla="*/ 144209 h 288988"/>
              <a:gd name="connsiteX68" fmla="*/ 350963 w 363673"/>
              <a:gd name="connsiteY68" fmla="*/ 219170 h 288988"/>
              <a:gd name="connsiteX69" fmla="*/ 299836 w 363673"/>
              <a:gd name="connsiteY69" fmla="*/ 219170 h 288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88988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196919" y="231838"/>
                </a:lnTo>
                <a:lnTo>
                  <a:pt x="196919" y="282607"/>
                </a:lnTo>
                <a:cubicBezTo>
                  <a:pt x="196919" y="286131"/>
                  <a:pt x="199764" y="288988"/>
                  <a:pt x="203274" y="288988"/>
                </a:cubicBezTo>
                <a:lnTo>
                  <a:pt x="293196" y="288988"/>
                </a:lnTo>
                <a:cubicBezTo>
                  <a:pt x="296706" y="288988"/>
                  <a:pt x="299551" y="286131"/>
                  <a:pt x="299551" y="282607"/>
                </a:cubicBezTo>
                <a:lnTo>
                  <a:pt x="299551" y="231838"/>
                </a:ln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390"/>
                </a:moveTo>
                <a:cubicBezTo>
                  <a:pt x="78350" y="37814"/>
                  <a:pt x="103107" y="12859"/>
                  <a:pt x="133650" y="12859"/>
                </a:cubicBezTo>
                <a:cubicBezTo>
                  <a:pt x="164194" y="12859"/>
                  <a:pt x="188951" y="37719"/>
                  <a:pt x="188951" y="68390"/>
                </a:cubicBezTo>
                <a:cubicBezTo>
                  <a:pt x="188951" y="99060"/>
                  <a:pt x="164194" y="123920"/>
                  <a:pt x="133650" y="123920"/>
                </a:cubicBezTo>
                <a:cubicBezTo>
                  <a:pt x="103107" y="123920"/>
                  <a:pt x="78350" y="99060"/>
                  <a:pt x="78350" y="68390"/>
                </a:cubicBezTo>
                <a:close/>
                <a:moveTo>
                  <a:pt x="12995" y="219170"/>
                </a:moveTo>
                <a:cubicBezTo>
                  <a:pt x="15556" y="166688"/>
                  <a:pt x="49325" y="154210"/>
                  <a:pt x="76738" y="144209"/>
                </a:cubicBezTo>
                <a:cubicBezTo>
                  <a:pt x="88120" y="140017"/>
                  <a:pt x="98175" y="136303"/>
                  <a:pt x="104340" y="130016"/>
                </a:cubicBezTo>
                <a:cubicBezTo>
                  <a:pt x="113257" y="134302"/>
                  <a:pt x="123122" y="136779"/>
                  <a:pt x="133650" y="136779"/>
                </a:cubicBezTo>
                <a:cubicBezTo>
                  <a:pt x="144179" y="136779"/>
                  <a:pt x="154234" y="134302"/>
                  <a:pt x="163150" y="129921"/>
                </a:cubicBezTo>
                <a:cubicBezTo>
                  <a:pt x="169316" y="136208"/>
                  <a:pt x="179370" y="140017"/>
                  <a:pt x="190848" y="144209"/>
                </a:cubicBezTo>
                <a:cubicBezTo>
                  <a:pt x="202420" y="148495"/>
                  <a:pt x="215226" y="153257"/>
                  <a:pt x="226323" y="161258"/>
                </a:cubicBezTo>
                <a:cubicBezTo>
                  <a:pt x="218071" y="167831"/>
                  <a:pt x="213044" y="178308"/>
                  <a:pt x="213044" y="191167"/>
                </a:cubicBezTo>
                <a:lnTo>
                  <a:pt x="213044" y="203454"/>
                </a:lnTo>
                <a:lnTo>
                  <a:pt x="203274" y="203454"/>
                </a:lnTo>
                <a:cubicBezTo>
                  <a:pt x="199764" y="203454"/>
                  <a:pt x="196919" y="206311"/>
                  <a:pt x="196919" y="209836"/>
                </a:cubicBezTo>
                <a:lnTo>
                  <a:pt x="196919" y="219075"/>
                </a:lnTo>
                <a:lnTo>
                  <a:pt x="12995" y="219075"/>
                </a:lnTo>
                <a:close/>
                <a:moveTo>
                  <a:pt x="269957" y="203454"/>
                </a:moveTo>
                <a:lnTo>
                  <a:pt x="225849" y="203454"/>
                </a:lnTo>
                <a:lnTo>
                  <a:pt x="225849" y="191167"/>
                </a:lnTo>
                <a:cubicBezTo>
                  <a:pt x="225849" y="176498"/>
                  <a:pt x="234671" y="166688"/>
                  <a:pt x="247950" y="166688"/>
                </a:cubicBezTo>
                <a:cubicBezTo>
                  <a:pt x="261230" y="166688"/>
                  <a:pt x="270052" y="176308"/>
                  <a:pt x="270052" y="191167"/>
                </a:cubicBezTo>
                <a:lnTo>
                  <a:pt x="270052" y="203454"/>
                </a:lnTo>
                <a:close/>
                <a:moveTo>
                  <a:pt x="286841" y="276320"/>
                </a:moveTo>
                <a:lnTo>
                  <a:pt x="209724" y="276320"/>
                </a:lnTo>
                <a:lnTo>
                  <a:pt x="209724" y="216313"/>
                </a:lnTo>
                <a:lnTo>
                  <a:pt x="286841" y="216313"/>
                </a:lnTo>
                <a:lnTo>
                  <a:pt x="286841" y="276320"/>
                </a:lnTo>
                <a:close/>
                <a:moveTo>
                  <a:pt x="299646" y="219170"/>
                </a:moveTo>
                <a:lnTo>
                  <a:pt x="299646" y="209931"/>
                </a:lnTo>
                <a:cubicBezTo>
                  <a:pt x="299646" y="206407"/>
                  <a:pt x="296801" y="203549"/>
                  <a:pt x="293291" y="203549"/>
                </a:cubicBezTo>
                <a:lnTo>
                  <a:pt x="282857" y="203549"/>
                </a:lnTo>
                <a:lnTo>
                  <a:pt x="282857" y="191262"/>
                </a:lnTo>
                <a:cubicBezTo>
                  <a:pt x="282857" y="169259"/>
                  <a:pt x="268534" y="153924"/>
                  <a:pt x="248045" y="153924"/>
                </a:cubicBezTo>
                <a:cubicBezTo>
                  <a:pt x="244915" y="153924"/>
                  <a:pt x="242069" y="154400"/>
                  <a:pt x="239224" y="155067"/>
                </a:cubicBezTo>
                <a:cubicBezTo>
                  <a:pt x="225375" y="143256"/>
                  <a:pt x="208870" y="137065"/>
                  <a:pt x="195306" y="132112"/>
                </a:cubicBezTo>
                <a:cubicBezTo>
                  <a:pt x="187149" y="129159"/>
                  <a:pt x="179370" y="126206"/>
                  <a:pt x="174628" y="122873"/>
                </a:cubicBezTo>
                <a:cubicBezTo>
                  <a:pt x="191038" y="110395"/>
                  <a:pt x="201756" y="90678"/>
                  <a:pt x="201756" y="68390"/>
                </a:cubicBezTo>
                <a:cubicBezTo>
                  <a:pt x="201756" y="54388"/>
                  <a:pt x="197488" y="41338"/>
                  <a:pt x="190279" y="30480"/>
                </a:cubicBezTo>
                <a:cubicBezTo>
                  <a:pt x="200713" y="19336"/>
                  <a:pt x="215131" y="12859"/>
                  <a:pt x="230497" y="12859"/>
                </a:cubicBezTo>
                <a:cubicBezTo>
                  <a:pt x="260945" y="12859"/>
                  <a:pt x="285797" y="37719"/>
                  <a:pt x="285797" y="68390"/>
                </a:cubicBezTo>
                <a:cubicBezTo>
                  <a:pt x="285797" y="97060"/>
                  <a:pt x="263507" y="121348"/>
                  <a:pt x="235145" y="123730"/>
                </a:cubicBezTo>
                <a:cubicBezTo>
                  <a:pt x="231635" y="124015"/>
                  <a:pt x="228979" y="127159"/>
                  <a:pt x="229264" y="130683"/>
                </a:cubicBezTo>
                <a:cubicBezTo>
                  <a:pt x="229549" y="134017"/>
                  <a:pt x="232299" y="136588"/>
                  <a:pt x="235619" y="136588"/>
                </a:cubicBezTo>
                <a:cubicBezTo>
                  <a:pt x="235809" y="136588"/>
                  <a:pt x="235999" y="136588"/>
                  <a:pt x="236188" y="136588"/>
                </a:cubicBezTo>
                <a:cubicBezTo>
                  <a:pt x="244536" y="135922"/>
                  <a:pt x="252503" y="133636"/>
                  <a:pt x="259712" y="130111"/>
                </a:cubicBezTo>
                <a:cubicBezTo>
                  <a:pt x="265878" y="136303"/>
                  <a:pt x="275933" y="140017"/>
                  <a:pt x="287220" y="144209"/>
                </a:cubicBezTo>
                <a:cubicBezTo>
                  <a:pt x="314633" y="154305"/>
                  <a:pt x="348402" y="166688"/>
                  <a:pt x="350963" y="219170"/>
                </a:cubicBezTo>
                <a:lnTo>
                  <a:pt x="299836" y="21917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1" name="Graphic 184">
            <a:extLst>
              <a:ext uri="{FF2B5EF4-FFF2-40B4-BE49-F238E27FC236}">
                <a16:creationId xmlns:a16="http://schemas.microsoft.com/office/drawing/2014/main" id="{4F264004-B377-25E6-C803-58659DA7CE23}"/>
              </a:ext>
            </a:extLst>
          </p:cNvPr>
          <p:cNvSpPr/>
          <p:nvPr/>
        </p:nvSpPr>
        <p:spPr>
          <a:xfrm>
            <a:off x="2922320" y="3565531"/>
            <a:ext cx="487045" cy="387024"/>
          </a:xfrm>
          <a:custGeom>
            <a:avLst/>
            <a:gdLst>
              <a:gd name="connsiteX0" fmla="*/ 291489 w 363673"/>
              <a:gd name="connsiteY0" fmla="*/ 132017 h 288988"/>
              <a:gd name="connsiteX1" fmla="*/ 271095 w 363673"/>
              <a:gd name="connsiteY1" fmla="*/ 122968 h 288988"/>
              <a:gd name="connsiteX2" fmla="*/ 298413 w 363673"/>
              <a:gd name="connsiteY2" fmla="*/ 68294 h 288988"/>
              <a:gd name="connsiteX3" fmla="*/ 230402 w 363673"/>
              <a:gd name="connsiteY3" fmla="*/ 0 h 288988"/>
              <a:gd name="connsiteX4" fmla="*/ 182026 w 363673"/>
              <a:gd name="connsiteY4" fmla="*/ 20383 h 288988"/>
              <a:gd name="connsiteX5" fmla="*/ 133556 w 363673"/>
              <a:gd name="connsiteY5" fmla="*/ 0 h 288988"/>
              <a:gd name="connsiteX6" fmla="*/ 65545 w 363673"/>
              <a:gd name="connsiteY6" fmla="*/ 68294 h 288988"/>
              <a:gd name="connsiteX7" fmla="*/ 92768 w 363673"/>
              <a:gd name="connsiteY7" fmla="*/ 122873 h 288988"/>
              <a:gd name="connsiteX8" fmla="*/ 72279 w 363673"/>
              <a:gd name="connsiteY8" fmla="*/ 132017 h 288988"/>
              <a:gd name="connsiteX9" fmla="*/ 0 w 363673"/>
              <a:gd name="connsiteY9" fmla="*/ 225457 h 288988"/>
              <a:gd name="connsiteX10" fmla="*/ 6355 w 363673"/>
              <a:gd name="connsiteY10" fmla="*/ 231838 h 288988"/>
              <a:gd name="connsiteX11" fmla="*/ 196919 w 363673"/>
              <a:gd name="connsiteY11" fmla="*/ 231838 h 288988"/>
              <a:gd name="connsiteX12" fmla="*/ 196919 w 363673"/>
              <a:gd name="connsiteY12" fmla="*/ 282607 h 288988"/>
              <a:gd name="connsiteX13" fmla="*/ 203274 w 363673"/>
              <a:gd name="connsiteY13" fmla="*/ 288988 h 288988"/>
              <a:gd name="connsiteX14" fmla="*/ 293196 w 363673"/>
              <a:gd name="connsiteY14" fmla="*/ 288988 h 288988"/>
              <a:gd name="connsiteX15" fmla="*/ 299551 w 363673"/>
              <a:gd name="connsiteY15" fmla="*/ 282607 h 288988"/>
              <a:gd name="connsiteX16" fmla="*/ 299551 w 363673"/>
              <a:gd name="connsiteY16" fmla="*/ 231838 h 288988"/>
              <a:gd name="connsiteX17" fmla="*/ 357318 w 363673"/>
              <a:gd name="connsiteY17" fmla="*/ 231838 h 288988"/>
              <a:gd name="connsiteX18" fmla="*/ 363673 w 363673"/>
              <a:gd name="connsiteY18" fmla="*/ 225457 h 288988"/>
              <a:gd name="connsiteX19" fmla="*/ 291394 w 363673"/>
              <a:gd name="connsiteY19" fmla="*/ 132017 h 288988"/>
              <a:gd name="connsiteX20" fmla="*/ 78350 w 363673"/>
              <a:gd name="connsiteY20" fmla="*/ 68390 h 288988"/>
              <a:gd name="connsiteX21" fmla="*/ 133650 w 363673"/>
              <a:gd name="connsiteY21" fmla="*/ 12859 h 288988"/>
              <a:gd name="connsiteX22" fmla="*/ 188951 w 363673"/>
              <a:gd name="connsiteY22" fmla="*/ 68390 h 288988"/>
              <a:gd name="connsiteX23" fmla="*/ 133650 w 363673"/>
              <a:gd name="connsiteY23" fmla="*/ 123920 h 288988"/>
              <a:gd name="connsiteX24" fmla="*/ 78350 w 363673"/>
              <a:gd name="connsiteY24" fmla="*/ 68390 h 288988"/>
              <a:gd name="connsiteX25" fmla="*/ 12995 w 363673"/>
              <a:gd name="connsiteY25" fmla="*/ 219170 h 288988"/>
              <a:gd name="connsiteX26" fmla="*/ 76738 w 363673"/>
              <a:gd name="connsiteY26" fmla="*/ 144209 h 288988"/>
              <a:gd name="connsiteX27" fmla="*/ 104340 w 363673"/>
              <a:gd name="connsiteY27" fmla="*/ 130016 h 288988"/>
              <a:gd name="connsiteX28" fmla="*/ 133650 w 363673"/>
              <a:gd name="connsiteY28" fmla="*/ 136779 h 288988"/>
              <a:gd name="connsiteX29" fmla="*/ 163150 w 363673"/>
              <a:gd name="connsiteY29" fmla="*/ 129921 h 288988"/>
              <a:gd name="connsiteX30" fmla="*/ 190848 w 363673"/>
              <a:gd name="connsiteY30" fmla="*/ 144209 h 288988"/>
              <a:gd name="connsiteX31" fmla="*/ 226323 w 363673"/>
              <a:gd name="connsiteY31" fmla="*/ 161258 h 288988"/>
              <a:gd name="connsiteX32" fmla="*/ 213044 w 363673"/>
              <a:gd name="connsiteY32" fmla="*/ 191167 h 288988"/>
              <a:gd name="connsiteX33" fmla="*/ 213044 w 363673"/>
              <a:gd name="connsiteY33" fmla="*/ 203454 h 288988"/>
              <a:gd name="connsiteX34" fmla="*/ 203274 w 363673"/>
              <a:gd name="connsiteY34" fmla="*/ 203454 h 288988"/>
              <a:gd name="connsiteX35" fmla="*/ 196919 w 363673"/>
              <a:gd name="connsiteY35" fmla="*/ 209836 h 288988"/>
              <a:gd name="connsiteX36" fmla="*/ 196919 w 363673"/>
              <a:gd name="connsiteY36" fmla="*/ 219075 h 288988"/>
              <a:gd name="connsiteX37" fmla="*/ 12995 w 363673"/>
              <a:gd name="connsiteY37" fmla="*/ 219075 h 288988"/>
              <a:gd name="connsiteX38" fmla="*/ 269957 w 363673"/>
              <a:gd name="connsiteY38" fmla="*/ 203454 h 288988"/>
              <a:gd name="connsiteX39" fmla="*/ 225849 w 363673"/>
              <a:gd name="connsiteY39" fmla="*/ 203454 h 288988"/>
              <a:gd name="connsiteX40" fmla="*/ 225849 w 363673"/>
              <a:gd name="connsiteY40" fmla="*/ 191167 h 288988"/>
              <a:gd name="connsiteX41" fmla="*/ 247950 w 363673"/>
              <a:gd name="connsiteY41" fmla="*/ 166688 h 288988"/>
              <a:gd name="connsiteX42" fmla="*/ 270052 w 363673"/>
              <a:gd name="connsiteY42" fmla="*/ 191167 h 288988"/>
              <a:gd name="connsiteX43" fmla="*/ 270052 w 363673"/>
              <a:gd name="connsiteY43" fmla="*/ 203454 h 288988"/>
              <a:gd name="connsiteX44" fmla="*/ 286841 w 363673"/>
              <a:gd name="connsiteY44" fmla="*/ 276320 h 288988"/>
              <a:gd name="connsiteX45" fmla="*/ 209724 w 363673"/>
              <a:gd name="connsiteY45" fmla="*/ 276320 h 288988"/>
              <a:gd name="connsiteX46" fmla="*/ 209724 w 363673"/>
              <a:gd name="connsiteY46" fmla="*/ 216313 h 288988"/>
              <a:gd name="connsiteX47" fmla="*/ 286841 w 363673"/>
              <a:gd name="connsiteY47" fmla="*/ 216313 h 288988"/>
              <a:gd name="connsiteX48" fmla="*/ 286841 w 363673"/>
              <a:gd name="connsiteY48" fmla="*/ 276320 h 288988"/>
              <a:gd name="connsiteX49" fmla="*/ 299646 w 363673"/>
              <a:gd name="connsiteY49" fmla="*/ 219170 h 288988"/>
              <a:gd name="connsiteX50" fmla="*/ 299646 w 363673"/>
              <a:gd name="connsiteY50" fmla="*/ 209931 h 288988"/>
              <a:gd name="connsiteX51" fmla="*/ 293291 w 363673"/>
              <a:gd name="connsiteY51" fmla="*/ 203549 h 288988"/>
              <a:gd name="connsiteX52" fmla="*/ 282857 w 363673"/>
              <a:gd name="connsiteY52" fmla="*/ 203549 h 288988"/>
              <a:gd name="connsiteX53" fmla="*/ 282857 w 363673"/>
              <a:gd name="connsiteY53" fmla="*/ 191262 h 288988"/>
              <a:gd name="connsiteX54" fmla="*/ 248045 w 363673"/>
              <a:gd name="connsiteY54" fmla="*/ 153924 h 288988"/>
              <a:gd name="connsiteX55" fmla="*/ 239224 w 363673"/>
              <a:gd name="connsiteY55" fmla="*/ 155067 h 288988"/>
              <a:gd name="connsiteX56" fmla="*/ 195306 w 363673"/>
              <a:gd name="connsiteY56" fmla="*/ 132112 h 288988"/>
              <a:gd name="connsiteX57" fmla="*/ 174628 w 363673"/>
              <a:gd name="connsiteY57" fmla="*/ 122873 h 288988"/>
              <a:gd name="connsiteX58" fmla="*/ 201756 w 363673"/>
              <a:gd name="connsiteY58" fmla="*/ 68390 h 288988"/>
              <a:gd name="connsiteX59" fmla="*/ 190279 w 363673"/>
              <a:gd name="connsiteY59" fmla="*/ 30480 h 288988"/>
              <a:gd name="connsiteX60" fmla="*/ 230497 w 363673"/>
              <a:gd name="connsiteY60" fmla="*/ 12859 h 288988"/>
              <a:gd name="connsiteX61" fmla="*/ 285797 w 363673"/>
              <a:gd name="connsiteY61" fmla="*/ 68390 h 288988"/>
              <a:gd name="connsiteX62" fmla="*/ 235145 w 363673"/>
              <a:gd name="connsiteY62" fmla="*/ 123730 h 288988"/>
              <a:gd name="connsiteX63" fmla="*/ 229264 w 363673"/>
              <a:gd name="connsiteY63" fmla="*/ 130683 h 288988"/>
              <a:gd name="connsiteX64" fmla="*/ 235619 w 363673"/>
              <a:gd name="connsiteY64" fmla="*/ 136588 h 288988"/>
              <a:gd name="connsiteX65" fmla="*/ 236188 w 363673"/>
              <a:gd name="connsiteY65" fmla="*/ 136588 h 288988"/>
              <a:gd name="connsiteX66" fmla="*/ 259712 w 363673"/>
              <a:gd name="connsiteY66" fmla="*/ 130111 h 288988"/>
              <a:gd name="connsiteX67" fmla="*/ 287220 w 363673"/>
              <a:gd name="connsiteY67" fmla="*/ 144209 h 288988"/>
              <a:gd name="connsiteX68" fmla="*/ 350963 w 363673"/>
              <a:gd name="connsiteY68" fmla="*/ 219170 h 288988"/>
              <a:gd name="connsiteX69" fmla="*/ 299836 w 363673"/>
              <a:gd name="connsiteY69" fmla="*/ 219170 h 288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63673" h="288988">
                <a:moveTo>
                  <a:pt x="291489" y="132017"/>
                </a:moveTo>
                <a:cubicBezTo>
                  <a:pt x="283521" y="129064"/>
                  <a:pt x="275838" y="126302"/>
                  <a:pt x="271095" y="122968"/>
                </a:cubicBezTo>
                <a:cubicBezTo>
                  <a:pt x="287695" y="110395"/>
                  <a:pt x="298413" y="90392"/>
                  <a:pt x="298413" y="68294"/>
                </a:cubicBezTo>
                <a:cubicBezTo>
                  <a:pt x="298413" y="30575"/>
                  <a:pt x="267870" y="0"/>
                  <a:pt x="230402" y="0"/>
                </a:cubicBezTo>
                <a:cubicBezTo>
                  <a:pt x="212095" y="0"/>
                  <a:pt x="194737" y="7429"/>
                  <a:pt x="182026" y="20383"/>
                </a:cubicBezTo>
                <a:cubicBezTo>
                  <a:pt x="169695" y="7810"/>
                  <a:pt x="152526" y="0"/>
                  <a:pt x="133556" y="0"/>
                </a:cubicBezTo>
                <a:cubicBezTo>
                  <a:pt x="95993" y="0"/>
                  <a:pt x="65545" y="30671"/>
                  <a:pt x="65545" y="68294"/>
                </a:cubicBezTo>
                <a:cubicBezTo>
                  <a:pt x="65545" y="90583"/>
                  <a:pt x="76263" y="110395"/>
                  <a:pt x="92768" y="122873"/>
                </a:cubicBezTo>
                <a:cubicBezTo>
                  <a:pt x="88025" y="126206"/>
                  <a:pt x="80342" y="129064"/>
                  <a:pt x="72279" y="132017"/>
                </a:cubicBezTo>
                <a:cubicBezTo>
                  <a:pt x="43444" y="142589"/>
                  <a:pt x="0" y="158591"/>
                  <a:pt x="0" y="225457"/>
                </a:cubicBezTo>
                <a:cubicBezTo>
                  <a:pt x="0" y="228981"/>
                  <a:pt x="2846" y="231838"/>
                  <a:pt x="6355" y="231838"/>
                </a:cubicBezTo>
                <a:lnTo>
                  <a:pt x="196919" y="231838"/>
                </a:lnTo>
                <a:lnTo>
                  <a:pt x="196919" y="282607"/>
                </a:lnTo>
                <a:cubicBezTo>
                  <a:pt x="196919" y="286131"/>
                  <a:pt x="199764" y="288988"/>
                  <a:pt x="203274" y="288988"/>
                </a:cubicBezTo>
                <a:lnTo>
                  <a:pt x="293196" y="288988"/>
                </a:lnTo>
                <a:cubicBezTo>
                  <a:pt x="296706" y="288988"/>
                  <a:pt x="299551" y="286131"/>
                  <a:pt x="299551" y="282607"/>
                </a:cubicBezTo>
                <a:lnTo>
                  <a:pt x="299551" y="231838"/>
                </a:lnTo>
                <a:lnTo>
                  <a:pt x="357318" y="231838"/>
                </a:lnTo>
                <a:cubicBezTo>
                  <a:pt x="360828" y="231838"/>
                  <a:pt x="363673" y="228981"/>
                  <a:pt x="363673" y="225457"/>
                </a:cubicBezTo>
                <a:cubicBezTo>
                  <a:pt x="363673" y="158496"/>
                  <a:pt x="320135" y="142494"/>
                  <a:pt x="291394" y="132017"/>
                </a:cubicBezTo>
                <a:close/>
                <a:moveTo>
                  <a:pt x="78350" y="68390"/>
                </a:moveTo>
                <a:cubicBezTo>
                  <a:pt x="78350" y="37814"/>
                  <a:pt x="103107" y="12859"/>
                  <a:pt x="133650" y="12859"/>
                </a:cubicBezTo>
                <a:cubicBezTo>
                  <a:pt x="164194" y="12859"/>
                  <a:pt x="188951" y="37719"/>
                  <a:pt x="188951" y="68390"/>
                </a:cubicBezTo>
                <a:cubicBezTo>
                  <a:pt x="188951" y="99060"/>
                  <a:pt x="164194" y="123920"/>
                  <a:pt x="133650" y="123920"/>
                </a:cubicBezTo>
                <a:cubicBezTo>
                  <a:pt x="103107" y="123920"/>
                  <a:pt x="78350" y="99060"/>
                  <a:pt x="78350" y="68390"/>
                </a:cubicBezTo>
                <a:close/>
                <a:moveTo>
                  <a:pt x="12995" y="219170"/>
                </a:moveTo>
                <a:cubicBezTo>
                  <a:pt x="15556" y="166688"/>
                  <a:pt x="49325" y="154210"/>
                  <a:pt x="76738" y="144209"/>
                </a:cubicBezTo>
                <a:cubicBezTo>
                  <a:pt x="88120" y="140017"/>
                  <a:pt x="98175" y="136303"/>
                  <a:pt x="104340" y="130016"/>
                </a:cubicBezTo>
                <a:cubicBezTo>
                  <a:pt x="113257" y="134302"/>
                  <a:pt x="123122" y="136779"/>
                  <a:pt x="133650" y="136779"/>
                </a:cubicBezTo>
                <a:cubicBezTo>
                  <a:pt x="144179" y="136779"/>
                  <a:pt x="154234" y="134302"/>
                  <a:pt x="163150" y="129921"/>
                </a:cubicBezTo>
                <a:cubicBezTo>
                  <a:pt x="169316" y="136208"/>
                  <a:pt x="179370" y="140017"/>
                  <a:pt x="190848" y="144209"/>
                </a:cubicBezTo>
                <a:cubicBezTo>
                  <a:pt x="202420" y="148495"/>
                  <a:pt x="215226" y="153257"/>
                  <a:pt x="226323" y="161258"/>
                </a:cubicBezTo>
                <a:cubicBezTo>
                  <a:pt x="218071" y="167831"/>
                  <a:pt x="213044" y="178308"/>
                  <a:pt x="213044" y="191167"/>
                </a:cubicBezTo>
                <a:lnTo>
                  <a:pt x="213044" y="203454"/>
                </a:lnTo>
                <a:lnTo>
                  <a:pt x="203274" y="203454"/>
                </a:lnTo>
                <a:cubicBezTo>
                  <a:pt x="199764" y="203454"/>
                  <a:pt x="196919" y="206311"/>
                  <a:pt x="196919" y="209836"/>
                </a:cubicBezTo>
                <a:lnTo>
                  <a:pt x="196919" y="219075"/>
                </a:lnTo>
                <a:lnTo>
                  <a:pt x="12995" y="219075"/>
                </a:lnTo>
                <a:close/>
                <a:moveTo>
                  <a:pt x="269957" y="203454"/>
                </a:moveTo>
                <a:lnTo>
                  <a:pt x="225849" y="203454"/>
                </a:lnTo>
                <a:lnTo>
                  <a:pt x="225849" y="191167"/>
                </a:lnTo>
                <a:cubicBezTo>
                  <a:pt x="225849" y="176498"/>
                  <a:pt x="234671" y="166688"/>
                  <a:pt x="247950" y="166688"/>
                </a:cubicBezTo>
                <a:cubicBezTo>
                  <a:pt x="261230" y="166688"/>
                  <a:pt x="270052" y="176308"/>
                  <a:pt x="270052" y="191167"/>
                </a:cubicBezTo>
                <a:lnTo>
                  <a:pt x="270052" y="203454"/>
                </a:lnTo>
                <a:close/>
                <a:moveTo>
                  <a:pt x="286841" y="276320"/>
                </a:moveTo>
                <a:lnTo>
                  <a:pt x="209724" y="276320"/>
                </a:lnTo>
                <a:lnTo>
                  <a:pt x="209724" y="216313"/>
                </a:lnTo>
                <a:lnTo>
                  <a:pt x="286841" y="216313"/>
                </a:lnTo>
                <a:lnTo>
                  <a:pt x="286841" y="276320"/>
                </a:lnTo>
                <a:close/>
                <a:moveTo>
                  <a:pt x="299646" y="219170"/>
                </a:moveTo>
                <a:lnTo>
                  <a:pt x="299646" y="209931"/>
                </a:lnTo>
                <a:cubicBezTo>
                  <a:pt x="299646" y="206407"/>
                  <a:pt x="296801" y="203549"/>
                  <a:pt x="293291" y="203549"/>
                </a:cubicBezTo>
                <a:lnTo>
                  <a:pt x="282857" y="203549"/>
                </a:lnTo>
                <a:lnTo>
                  <a:pt x="282857" y="191262"/>
                </a:lnTo>
                <a:cubicBezTo>
                  <a:pt x="282857" y="169259"/>
                  <a:pt x="268534" y="153924"/>
                  <a:pt x="248045" y="153924"/>
                </a:cubicBezTo>
                <a:cubicBezTo>
                  <a:pt x="244915" y="153924"/>
                  <a:pt x="242069" y="154400"/>
                  <a:pt x="239224" y="155067"/>
                </a:cubicBezTo>
                <a:cubicBezTo>
                  <a:pt x="225375" y="143256"/>
                  <a:pt x="208870" y="137065"/>
                  <a:pt x="195306" y="132112"/>
                </a:cubicBezTo>
                <a:cubicBezTo>
                  <a:pt x="187149" y="129159"/>
                  <a:pt x="179370" y="126206"/>
                  <a:pt x="174628" y="122873"/>
                </a:cubicBezTo>
                <a:cubicBezTo>
                  <a:pt x="191038" y="110395"/>
                  <a:pt x="201756" y="90678"/>
                  <a:pt x="201756" y="68390"/>
                </a:cubicBezTo>
                <a:cubicBezTo>
                  <a:pt x="201756" y="54388"/>
                  <a:pt x="197488" y="41338"/>
                  <a:pt x="190279" y="30480"/>
                </a:cubicBezTo>
                <a:cubicBezTo>
                  <a:pt x="200713" y="19336"/>
                  <a:pt x="215131" y="12859"/>
                  <a:pt x="230497" y="12859"/>
                </a:cubicBezTo>
                <a:cubicBezTo>
                  <a:pt x="260945" y="12859"/>
                  <a:pt x="285797" y="37719"/>
                  <a:pt x="285797" y="68390"/>
                </a:cubicBezTo>
                <a:cubicBezTo>
                  <a:pt x="285797" y="97060"/>
                  <a:pt x="263507" y="121348"/>
                  <a:pt x="235145" y="123730"/>
                </a:cubicBezTo>
                <a:cubicBezTo>
                  <a:pt x="231635" y="124015"/>
                  <a:pt x="228979" y="127159"/>
                  <a:pt x="229264" y="130683"/>
                </a:cubicBezTo>
                <a:cubicBezTo>
                  <a:pt x="229549" y="134017"/>
                  <a:pt x="232299" y="136588"/>
                  <a:pt x="235619" y="136588"/>
                </a:cubicBezTo>
                <a:cubicBezTo>
                  <a:pt x="235809" y="136588"/>
                  <a:pt x="235999" y="136588"/>
                  <a:pt x="236188" y="136588"/>
                </a:cubicBezTo>
                <a:cubicBezTo>
                  <a:pt x="244536" y="135922"/>
                  <a:pt x="252503" y="133636"/>
                  <a:pt x="259712" y="130111"/>
                </a:cubicBezTo>
                <a:cubicBezTo>
                  <a:pt x="265878" y="136303"/>
                  <a:pt x="275933" y="140017"/>
                  <a:pt x="287220" y="144209"/>
                </a:cubicBezTo>
                <a:cubicBezTo>
                  <a:pt x="314633" y="154305"/>
                  <a:pt x="348402" y="166688"/>
                  <a:pt x="350963" y="219170"/>
                </a:cubicBezTo>
                <a:lnTo>
                  <a:pt x="299836" y="219170"/>
                </a:lnTo>
                <a:close/>
              </a:path>
            </a:pathLst>
          </a:custGeom>
          <a:solidFill>
            <a:srgbClr val="000000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4" name="Graphic 192">
            <a:extLst>
              <a:ext uri="{FF2B5EF4-FFF2-40B4-BE49-F238E27FC236}">
                <a16:creationId xmlns:a16="http://schemas.microsoft.com/office/drawing/2014/main" id="{5A528131-E409-DF70-1EA6-A3878640A49B}"/>
              </a:ext>
            </a:extLst>
          </p:cNvPr>
          <p:cNvSpPr/>
          <p:nvPr/>
        </p:nvSpPr>
        <p:spPr>
          <a:xfrm>
            <a:off x="3875983" y="2922158"/>
            <a:ext cx="477197" cy="394062"/>
          </a:xfrm>
          <a:custGeom>
            <a:avLst/>
            <a:gdLst>
              <a:gd name="connsiteX0" fmla="*/ 89258 w 357223"/>
              <a:gd name="connsiteY0" fmla="*/ 245745 h 294989"/>
              <a:gd name="connsiteX1" fmla="*/ 89258 w 357223"/>
              <a:gd name="connsiteY1" fmla="*/ 254889 h 294989"/>
              <a:gd name="connsiteX2" fmla="*/ 84705 w 357223"/>
              <a:gd name="connsiteY2" fmla="*/ 256794 h 294989"/>
              <a:gd name="connsiteX3" fmla="*/ 80152 w 357223"/>
              <a:gd name="connsiteY3" fmla="*/ 254889 h 294989"/>
              <a:gd name="connsiteX4" fmla="*/ 39554 w 357223"/>
              <a:gd name="connsiteY4" fmla="*/ 163449 h 294989"/>
              <a:gd name="connsiteX5" fmla="*/ 45625 w 357223"/>
              <a:gd name="connsiteY5" fmla="*/ 156686 h 294989"/>
              <a:gd name="connsiteX6" fmla="*/ 52360 w 357223"/>
              <a:gd name="connsiteY6" fmla="*/ 162782 h 294989"/>
              <a:gd name="connsiteX7" fmla="*/ 89164 w 357223"/>
              <a:gd name="connsiteY7" fmla="*/ 245840 h 294989"/>
              <a:gd name="connsiteX8" fmla="*/ 311503 w 357223"/>
              <a:gd name="connsiteY8" fmla="*/ 156686 h 294989"/>
              <a:gd name="connsiteX9" fmla="*/ 304768 w 357223"/>
              <a:gd name="connsiteY9" fmla="*/ 162782 h 294989"/>
              <a:gd name="connsiteX10" fmla="*/ 267965 w 357223"/>
              <a:gd name="connsiteY10" fmla="*/ 245840 h 294989"/>
              <a:gd name="connsiteX11" fmla="*/ 267965 w 357223"/>
              <a:gd name="connsiteY11" fmla="*/ 254984 h 294989"/>
              <a:gd name="connsiteX12" fmla="*/ 272518 w 357223"/>
              <a:gd name="connsiteY12" fmla="*/ 256889 h 294989"/>
              <a:gd name="connsiteX13" fmla="*/ 277071 w 357223"/>
              <a:gd name="connsiteY13" fmla="*/ 254984 h 294989"/>
              <a:gd name="connsiteX14" fmla="*/ 317669 w 357223"/>
              <a:gd name="connsiteY14" fmla="*/ 163544 h 294989"/>
              <a:gd name="connsiteX15" fmla="*/ 311598 w 357223"/>
              <a:gd name="connsiteY15" fmla="*/ 156782 h 294989"/>
              <a:gd name="connsiteX16" fmla="*/ 145223 w 357223"/>
              <a:gd name="connsiteY16" fmla="*/ 33718 h 294989"/>
              <a:gd name="connsiteX17" fmla="*/ 212000 w 357223"/>
              <a:gd name="connsiteY17" fmla="*/ 33718 h 294989"/>
              <a:gd name="connsiteX18" fmla="*/ 213708 w 357223"/>
              <a:gd name="connsiteY18" fmla="*/ 33909 h 294989"/>
              <a:gd name="connsiteX19" fmla="*/ 219873 w 357223"/>
              <a:gd name="connsiteY19" fmla="*/ 29147 h 294989"/>
              <a:gd name="connsiteX20" fmla="*/ 215415 w 357223"/>
              <a:gd name="connsiteY20" fmla="*/ 21241 h 294989"/>
              <a:gd name="connsiteX21" fmla="*/ 141903 w 357223"/>
              <a:gd name="connsiteY21" fmla="*/ 21241 h 294989"/>
              <a:gd name="connsiteX22" fmla="*/ 137445 w 357223"/>
              <a:gd name="connsiteY22" fmla="*/ 29147 h 294989"/>
              <a:gd name="connsiteX23" fmla="*/ 145318 w 357223"/>
              <a:gd name="connsiteY23" fmla="*/ 33623 h 294989"/>
              <a:gd name="connsiteX24" fmla="*/ 258290 w 357223"/>
              <a:gd name="connsiteY24" fmla="*/ 288608 h 294989"/>
              <a:gd name="connsiteX25" fmla="*/ 251934 w 357223"/>
              <a:gd name="connsiteY25" fmla="*/ 294989 h 294989"/>
              <a:gd name="connsiteX26" fmla="*/ 105384 w 357223"/>
              <a:gd name="connsiteY26" fmla="*/ 294989 h 294989"/>
              <a:gd name="connsiteX27" fmla="*/ 99028 w 357223"/>
              <a:gd name="connsiteY27" fmla="*/ 288608 h 294989"/>
              <a:gd name="connsiteX28" fmla="*/ 142472 w 357223"/>
              <a:gd name="connsiteY28" fmla="*/ 232315 h 294989"/>
              <a:gd name="connsiteX29" fmla="*/ 150155 w 357223"/>
              <a:gd name="connsiteY29" fmla="*/ 229362 h 294989"/>
              <a:gd name="connsiteX30" fmla="*/ 136686 w 357223"/>
              <a:gd name="connsiteY30" fmla="*/ 198692 h 294989"/>
              <a:gd name="connsiteX31" fmla="*/ 178706 w 357223"/>
              <a:gd name="connsiteY31" fmla="*/ 156496 h 294989"/>
              <a:gd name="connsiteX32" fmla="*/ 220727 w 357223"/>
              <a:gd name="connsiteY32" fmla="*/ 198692 h 294989"/>
              <a:gd name="connsiteX33" fmla="*/ 207258 w 357223"/>
              <a:gd name="connsiteY33" fmla="*/ 229362 h 294989"/>
              <a:gd name="connsiteX34" fmla="*/ 214941 w 357223"/>
              <a:gd name="connsiteY34" fmla="*/ 232315 h 294989"/>
              <a:gd name="connsiteX35" fmla="*/ 258384 w 357223"/>
              <a:gd name="connsiteY35" fmla="*/ 288608 h 294989"/>
              <a:gd name="connsiteX36" fmla="*/ 149301 w 357223"/>
              <a:gd name="connsiteY36" fmla="*/ 198692 h 294989"/>
              <a:gd name="connsiteX37" fmla="*/ 178517 w 357223"/>
              <a:gd name="connsiteY37" fmla="*/ 228028 h 294989"/>
              <a:gd name="connsiteX38" fmla="*/ 207732 w 357223"/>
              <a:gd name="connsiteY38" fmla="*/ 198692 h 294989"/>
              <a:gd name="connsiteX39" fmla="*/ 178517 w 357223"/>
              <a:gd name="connsiteY39" fmla="*/ 169355 h 294989"/>
              <a:gd name="connsiteX40" fmla="*/ 149301 w 357223"/>
              <a:gd name="connsiteY40" fmla="*/ 198692 h 294989"/>
              <a:gd name="connsiteX41" fmla="*/ 245200 w 357223"/>
              <a:gd name="connsiteY41" fmla="*/ 282226 h 294989"/>
              <a:gd name="connsiteX42" fmla="*/ 210483 w 357223"/>
              <a:gd name="connsiteY42" fmla="*/ 244507 h 294989"/>
              <a:gd name="connsiteX43" fmla="*/ 195401 w 357223"/>
              <a:gd name="connsiteY43" fmla="*/ 237363 h 294989"/>
              <a:gd name="connsiteX44" fmla="*/ 178612 w 357223"/>
              <a:gd name="connsiteY44" fmla="*/ 240983 h 294989"/>
              <a:gd name="connsiteX45" fmla="*/ 161822 w 357223"/>
              <a:gd name="connsiteY45" fmla="*/ 237363 h 294989"/>
              <a:gd name="connsiteX46" fmla="*/ 146740 w 357223"/>
              <a:gd name="connsiteY46" fmla="*/ 244507 h 294989"/>
              <a:gd name="connsiteX47" fmla="*/ 112024 w 357223"/>
              <a:gd name="connsiteY47" fmla="*/ 282226 h 294989"/>
              <a:gd name="connsiteX48" fmla="*/ 245200 w 357223"/>
              <a:gd name="connsiteY48" fmla="*/ 282226 h 294989"/>
              <a:gd name="connsiteX49" fmla="*/ 152906 w 357223"/>
              <a:gd name="connsiteY49" fmla="*/ 138589 h 294989"/>
              <a:gd name="connsiteX50" fmla="*/ 6355 w 357223"/>
              <a:gd name="connsiteY50" fmla="*/ 138589 h 294989"/>
              <a:gd name="connsiteX51" fmla="*/ 0 w 357223"/>
              <a:gd name="connsiteY51" fmla="*/ 132207 h 294989"/>
              <a:gd name="connsiteX52" fmla="*/ 43444 w 357223"/>
              <a:gd name="connsiteY52" fmla="*/ 75914 h 294989"/>
              <a:gd name="connsiteX53" fmla="*/ 51032 w 357223"/>
              <a:gd name="connsiteY53" fmla="*/ 72962 h 294989"/>
              <a:gd name="connsiteX54" fmla="*/ 37563 w 357223"/>
              <a:gd name="connsiteY54" fmla="*/ 42196 h 294989"/>
              <a:gd name="connsiteX55" fmla="*/ 79583 w 357223"/>
              <a:gd name="connsiteY55" fmla="*/ 0 h 294989"/>
              <a:gd name="connsiteX56" fmla="*/ 121604 w 357223"/>
              <a:gd name="connsiteY56" fmla="*/ 42196 h 294989"/>
              <a:gd name="connsiteX57" fmla="*/ 108134 w 357223"/>
              <a:gd name="connsiteY57" fmla="*/ 72962 h 294989"/>
              <a:gd name="connsiteX58" fmla="*/ 115723 w 357223"/>
              <a:gd name="connsiteY58" fmla="*/ 75914 h 294989"/>
              <a:gd name="connsiteX59" fmla="*/ 159166 w 357223"/>
              <a:gd name="connsiteY59" fmla="*/ 132207 h 294989"/>
              <a:gd name="connsiteX60" fmla="*/ 152811 w 357223"/>
              <a:gd name="connsiteY60" fmla="*/ 138589 h 294989"/>
              <a:gd name="connsiteX61" fmla="*/ 50368 w 357223"/>
              <a:gd name="connsiteY61" fmla="*/ 42196 h 294989"/>
              <a:gd name="connsiteX62" fmla="*/ 79583 w 357223"/>
              <a:gd name="connsiteY62" fmla="*/ 71533 h 294989"/>
              <a:gd name="connsiteX63" fmla="*/ 108798 w 357223"/>
              <a:gd name="connsiteY63" fmla="*/ 42196 h 294989"/>
              <a:gd name="connsiteX64" fmla="*/ 79583 w 357223"/>
              <a:gd name="connsiteY64" fmla="*/ 12859 h 294989"/>
              <a:gd name="connsiteX65" fmla="*/ 50368 w 357223"/>
              <a:gd name="connsiteY65" fmla="*/ 42196 h 294989"/>
              <a:gd name="connsiteX66" fmla="*/ 146171 w 357223"/>
              <a:gd name="connsiteY66" fmla="*/ 125730 h 294989"/>
              <a:gd name="connsiteX67" fmla="*/ 111454 w 357223"/>
              <a:gd name="connsiteY67" fmla="*/ 88011 h 294989"/>
              <a:gd name="connsiteX68" fmla="*/ 96372 w 357223"/>
              <a:gd name="connsiteY68" fmla="*/ 80867 h 294989"/>
              <a:gd name="connsiteX69" fmla="*/ 79583 w 357223"/>
              <a:gd name="connsiteY69" fmla="*/ 84487 h 294989"/>
              <a:gd name="connsiteX70" fmla="*/ 62794 w 357223"/>
              <a:gd name="connsiteY70" fmla="*/ 80867 h 294989"/>
              <a:gd name="connsiteX71" fmla="*/ 47712 w 357223"/>
              <a:gd name="connsiteY71" fmla="*/ 88011 h 294989"/>
              <a:gd name="connsiteX72" fmla="*/ 12995 w 357223"/>
              <a:gd name="connsiteY72" fmla="*/ 125730 h 294989"/>
              <a:gd name="connsiteX73" fmla="*/ 146171 w 357223"/>
              <a:gd name="connsiteY73" fmla="*/ 125730 h 294989"/>
              <a:gd name="connsiteX74" fmla="*/ 357223 w 357223"/>
              <a:gd name="connsiteY74" fmla="*/ 132207 h 294989"/>
              <a:gd name="connsiteX75" fmla="*/ 350868 w 357223"/>
              <a:gd name="connsiteY75" fmla="*/ 138589 h 294989"/>
              <a:gd name="connsiteX76" fmla="*/ 204317 w 357223"/>
              <a:gd name="connsiteY76" fmla="*/ 138589 h 294989"/>
              <a:gd name="connsiteX77" fmla="*/ 197962 w 357223"/>
              <a:gd name="connsiteY77" fmla="*/ 132207 h 294989"/>
              <a:gd name="connsiteX78" fmla="*/ 241405 w 357223"/>
              <a:gd name="connsiteY78" fmla="*/ 75914 h 294989"/>
              <a:gd name="connsiteX79" fmla="*/ 248994 w 357223"/>
              <a:gd name="connsiteY79" fmla="*/ 72962 h 294989"/>
              <a:gd name="connsiteX80" fmla="*/ 235524 w 357223"/>
              <a:gd name="connsiteY80" fmla="*/ 42196 h 294989"/>
              <a:gd name="connsiteX81" fmla="*/ 277545 w 357223"/>
              <a:gd name="connsiteY81" fmla="*/ 0 h 294989"/>
              <a:gd name="connsiteX82" fmla="*/ 319566 w 357223"/>
              <a:gd name="connsiteY82" fmla="*/ 42196 h 294989"/>
              <a:gd name="connsiteX83" fmla="*/ 306096 w 357223"/>
              <a:gd name="connsiteY83" fmla="*/ 72962 h 294989"/>
              <a:gd name="connsiteX84" fmla="*/ 313685 w 357223"/>
              <a:gd name="connsiteY84" fmla="*/ 75914 h 294989"/>
              <a:gd name="connsiteX85" fmla="*/ 357128 w 357223"/>
              <a:gd name="connsiteY85" fmla="*/ 132207 h 294989"/>
              <a:gd name="connsiteX86" fmla="*/ 248330 w 357223"/>
              <a:gd name="connsiteY86" fmla="*/ 42196 h 294989"/>
              <a:gd name="connsiteX87" fmla="*/ 277545 w 357223"/>
              <a:gd name="connsiteY87" fmla="*/ 71533 h 294989"/>
              <a:gd name="connsiteX88" fmla="*/ 306760 w 357223"/>
              <a:gd name="connsiteY88" fmla="*/ 42196 h 294989"/>
              <a:gd name="connsiteX89" fmla="*/ 277545 w 357223"/>
              <a:gd name="connsiteY89" fmla="*/ 12859 h 294989"/>
              <a:gd name="connsiteX90" fmla="*/ 248330 w 357223"/>
              <a:gd name="connsiteY90" fmla="*/ 42196 h 294989"/>
              <a:gd name="connsiteX91" fmla="*/ 344133 w 357223"/>
              <a:gd name="connsiteY91" fmla="*/ 125730 h 294989"/>
              <a:gd name="connsiteX92" fmla="*/ 309416 w 357223"/>
              <a:gd name="connsiteY92" fmla="*/ 88011 h 294989"/>
              <a:gd name="connsiteX93" fmla="*/ 294334 w 357223"/>
              <a:gd name="connsiteY93" fmla="*/ 80867 h 294989"/>
              <a:gd name="connsiteX94" fmla="*/ 277545 w 357223"/>
              <a:gd name="connsiteY94" fmla="*/ 84487 h 294989"/>
              <a:gd name="connsiteX95" fmla="*/ 260756 w 357223"/>
              <a:gd name="connsiteY95" fmla="*/ 80867 h 294989"/>
              <a:gd name="connsiteX96" fmla="*/ 245674 w 357223"/>
              <a:gd name="connsiteY96" fmla="*/ 88011 h 294989"/>
              <a:gd name="connsiteX97" fmla="*/ 210957 w 357223"/>
              <a:gd name="connsiteY97" fmla="*/ 125730 h 294989"/>
              <a:gd name="connsiteX98" fmla="*/ 344133 w 357223"/>
              <a:gd name="connsiteY98" fmla="*/ 125730 h 294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357223" h="294989">
                <a:moveTo>
                  <a:pt x="89258" y="245745"/>
                </a:moveTo>
                <a:cubicBezTo>
                  <a:pt x="91725" y="248222"/>
                  <a:pt x="91725" y="252317"/>
                  <a:pt x="89258" y="254889"/>
                </a:cubicBezTo>
                <a:cubicBezTo>
                  <a:pt x="88025" y="256127"/>
                  <a:pt x="86413" y="256794"/>
                  <a:pt x="84705" y="256794"/>
                </a:cubicBezTo>
                <a:cubicBezTo>
                  <a:pt x="82998" y="256794"/>
                  <a:pt x="81385" y="256127"/>
                  <a:pt x="80152" y="254889"/>
                </a:cubicBezTo>
                <a:cubicBezTo>
                  <a:pt x="55775" y="230410"/>
                  <a:pt x="41357" y="197930"/>
                  <a:pt x="39554" y="163449"/>
                </a:cubicBezTo>
                <a:cubicBezTo>
                  <a:pt x="39365" y="159925"/>
                  <a:pt x="42116" y="156877"/>
                  <a:pt x="45625" y="156686"/>
                </a:cubicBezTo>
                <a:cubicBezTo>
                  <a:pt x="49230" y="156305"/>
                  <a:pt x="52170" y="159258"/>
                  <a:pt x="52360" y="162782"/>
                </a:cubicBezTo>
                <a:cubicBezTo>
                  <a:pt x="53972" y="194120"/>
                  <a:pt x="67062" y="223552"/>
                  <a:pt x="89164" y="245840"/>
                </a:cubicBezTo>
                <a:close/>
                <a:moveTo>
                  <a:pt x="311503" y="156686"/>
                </a:moveTo>
                <a:cubicBezTo>
                  <a:pt x="307994" y="156401"/>
                  <a:pt x="304958" y="159258"/>
                  <a:pt x="304768" y="162782"/>
                </a:cubicBezTo>
                <a:cubicBezTo>
                  <a:pt x="303156" y="194120"/>
                  <a:pt x="290066" y="223552"/>
                  <a:pt x="267965" y="245840"/>
                </a:cubicBezTo>
                <a:cubicBezTo>
                  <a:pt x="265499" y="248317"/>
                  <a:pt x="265499" y="252413"/>
                  <a:pt x="267965" y="254984"/>
                </a:cubicBezTo>
                <a:cubicBezTo>
                  <a:pt x="269198" y="256222"/>
                  <a:pt x="270810" y="256889"/>
                  <a:pt x="272518" y="256889"/>
                </a:cubicBezTo>
                <a:cubicBezTo>
                  <a:pt x="274225" y="256889"/>
                  <a:pt x="275838" y="256222"/>
                  <a:pt x="277071" y="254984"/>
                </a:cubicBezTo>
                <a:cubicBezTo>
                  <a:pt x="301449" y="230505"/>
                  <a:pt x="315867" y="198025"/>
                  <a:pt x="317669" y="163544"/>
                </a:cubicBezTo>
                <a:cubicBezTo>
                  <a:pt x="317858" y="160020"/>
                  <a:pt x="315108" y="156972"/>
                  <a:pt x="311598" y="156782"/>
                </a:cubicBezTo>
                <a:close/>
                <a:moveTo>
                  <a:pt x="145223" y="33718"/>
                </a:moveTo>
                <a:cubicBezTo>
                  <a:pt x="166850" y="27813"/>
                  <a:pt x="190374" y="27813"/>
                  <a:pt x="212000" y="33718"/>
                </a:cubicBezTo>
                <a:cubicBezTo>
                  <a:pt x="212570" y="33909"/>
                  <a:pt x="213139" y="33909"/>
                  <a:pt x="213708" y="33909"/>
                </a:cubicBezTo>
                <a:cubicBezTo>
                  <a:pt x="216553" y="33909"/>
                  <a:pt x="219115" y="32004"/>
                  <a:pt x="219873" y="29147"/>
                </a:cubicBezTo>
                <a:cubicBezTo>
                  <a:pt x="220822" y="25718"/>
                  <a:pt x="218830" y="22193"/>
                  <a:pt x="215415" y="21241"/>
                </a:cubicBezTo>
                <a:cubicBezTo>
                  <a:pt x="191607" y="14669"/>
                  <a:pt x="165711" y="14669"/>
                  <a:pt x="141903" y="21241"/>
                </a:cubicBezTo>
                <a:cubicBezTo>
                  <a:pt x="138488" y="22193"/>
                  <a:pt x="136496" y="25718"/>
                  <a:pt x="137445" y="29147"/>
                </a:cubicBezTo>
                <a:cubicBezTo>
                  <a:pt x="138393" y="32576"/>
                  <a:pt x="141903" y="34576"/>
                  <a:pt x="145318" y="33623"/>
                </a:cubicBezTo>
                <a:close/>
                <a:moveTo>
                  <a:pt x="258290" y="288608"/>
                </a:moveTo>
                <a:cubicBezTo>
                  <a:pt x="258290" y="292132"/>
                  <a:pt x="255444" y="294989"/>
                  <a:pt x="251934" y="294989"/>
                </a:cubicBezTo>
                <a:lnTo>
                  <a:pt x="105384" y="294989"/>
                </a:lnTo>
                <a:cubicBezTo>
                  <a:pt x="101874" y="294989"/>
                  <a:pt x="99028" y="292132"/>
                  <a:pt x="99028" y="288608"/>
                </a:cubicBezTo>
                <a:cubicBezTo>
                  <a:pt x="99028" y="248031"/>
                  <a:pt x="126252" y="238220"/>
                  <a:pt x="142472" y="232315"/>
                </a:cubicBezTo>
                <a:cubicBezTo>
                  <a:pt x="145033" y="231362"/>
                  <a:pt x="147784" y="230410"/>
                  <a:pt x="150155" y="229362"/>
                </a:cubicBezTo>
                <a:cubicBezTo>
                  <a:pt x="141903" y="221647"/>
                  <a:pt x="136686" y="210788"/>
                  <a:pt x="136686" y="198692"/>
                </a:cubicBezTo>
                <a:cubicBezTo>
                  <a:pt x="136686" y="175451"/>
                  <a:pt x="155562" y="156496"/>
                  <a:pt x="178706" y="156496"/>
                </a:cubicBezTo>
                <a:cubicBezTo>
                  <a:pt x="201851" y="156496"/>
                  <a:pt x="220727" y="175451"/>
                  <a:pt x="220727" y="198692"/>
                </a:cubicBezTo>
                <a:cubicBezTo>
                  <a:pt x="220727" y="210788"/>
                  <a:pt x="215510" y="221742"/>
                  <a:pt x="207258" y="229362"/>
                </a:cubicBezTo>
                <a:cubicBezTo>
                  <a:pt x="209534" y="230410"/>
                  <a:pt x="212285" y="231362"/>
                  <a:pt x="214941" y="232315"/>
                </a:cubicBezTo>
                <a:cubicBezTo>
                  <a:pt x="231161" y="238220"/>
                  <a:pt x="258384" y="248031"/>
                  <a:pt x="258384" y="288608"/>
                </a:cubicBezTo>
                <a:close/>
                <a:moveTo>
                  <a:pt x="149301" y="198692"/>
                </a:moveTo>
                <a:cubicBezTo>
                  <a:pt x="149301" y="214884"/>
                  <a:pt x="162391" y="228028"/>
                  <a:pt x="178517" y="228028"/>
                </a:cubicBezTo>
                <a:cubicBezTo>
                  <a:pt x="194642" y="228028"/>
                  <a:pt x="207732" y="214884"/>
                  <a:pt x="207732" y="198692"/>
                </a:cubicBezTo>
                <a:cubicBezTo>
                  <a:pt x="207732" y="182499"/>
                  <a:pt x="194642" y="169355"/>
                  <a:pt x="178517" y="169355"/>
                </a:cubicBezTo>
                <a:cubicBezTo>
                  <a:pt x="162391" y="169355"/>
                  <a:pt x="149301" y="182499"/>
                  <a:pt x="149301" y="198692"/>
                </a:cubicBezTo>
                <a:close/>
                <a:moveTo>
                  <a:pt x="245200" y="282226"/>
                </a:moveTo>
                <a:cubicBezTo>
                  <a:pt x="242828" y="256127"/>
                  <a:pt x="225754" y="249936"/>
                  <a:pt x="210483" y="244507"/>
                </a:cubicBezTo>
                <a:cubicBezTo>
                  <a:pt x="204602" y="242411"/>
                  <a:pt x="199290" y="240411"/>
                  <a:pt x="195401" y="237363"/>
                </a:cubicBezTo>
                <a:cubicBezTo>
                  <a:pt x="190279" y="239649"/>
                  <a:pt x="184587" y="240983"/>
                  <a:pt x="178612" y="240983"/>
                </a:cubicBezTo>
                <a:cubicBezTo>
                  <a:pt x="172636" y="240983"/>
                  <a:pt x="166944" y="239649"/>
                  <a:pt x="161822" y="237363"/>
                </a:cubicBezTo>
                <a:cubicBezTo>
                  <a:pt x="157933" y="240411"/>
                  <a:pt x="152621" y="242411"/>
                  <a:pt x="146740" y="244507"/>
                </a:cubicBezTo>
                <a:cubicBezTo>
                  <a:pt x="131564" y="250031"/>
                  <a:pt x="114395" y="256222"/>
                  <a:pt x="112024" y="282226"/>
                </a:cubicBezTo>
                <a:lnTo>
                  <a:pt x="245200" y="282226"/>
                </a:lnTo>
                <a:close/>
                <a:moveTo>
                  <a:pt x="152906" y="138589"/>
                </a:moveTo>
                <a:lnTo>
                  <a:pt x="6355" y="138589"/>
                </a:lnTo>
                <a:cubicBezTo>
                  <a:pt x="2846" y="138589"/>
                  <a:pt x="0" y="135731"/>
                  <a:pt x="0" y="132207"/>
                </a:cubicBezTo>
                <a:cubicBezTo>
                  <a:pt x="0" y="91630"/>
                  <a:pt x="27223" y="81820"/>
                  <a:pt x="43444" y="75914"/>
                </a:cubicBezTo>
                <a:cubicBezTo>
                  <a:pt x="46005" y="74962"/>
                  <a:pt x="48755" y="74009"/>
                  <a:pt x="51032" y="72962"/>
                </a:cubicBezTo>
                <a:cubicBezTo>
                  <a:pt x="42780" y="65246"/>
                  <a:pt x="37563" y="54388"/>
                  <a:pt x="37563" y="42196"/>
                </a:cubicBezTo>
                <a:cubicBezTo>
                  <a:pt x="37563" y="18955"/>
                  <a:pt x="56439" y="0"/>
                  <a:pt x="79583" y="0"/>
                </a:cubicBezTo>
                <a:cubicBezTo>
                  <a:pt x="102728" y="0"/>
                  <a:pt x="121604" y="18955"/>
                  <a:pt x="121604" y="42196"/>
                </a:cubicBezTo>
                <a:cubicBezTo>
                  <a:pt x="121604" y="54293"/>
                  <a:pt x="116387" y="65246"/>
                  <a:pt x="108134" y="72962"/>
                </a:cubicBezTo>
                <a:cubicBezTo>
                  <a:pt x="110411" y="74009"/>
                  <a:pt x="113162" y="74962"/>
                  <a:pt x="115723" y="75914"/>
                </a:cubicBezTo>
                <a:cubicBezTo>
                  <a:pt x="131943" y="81820"/>
                  <a:pt x="159166" y="91630"/>
                  <a:pt x="159166" y="132207"/>
                </a:cubicBezTo>
                <a:cubicBezTo>
                  <a:pt x="159166" y="135731"/>
                  <a:pt x="156321" y="138589"/>
                  <a:pt x="152811" y="138589"/>
                </a:cubicBezTo>
                <a:close/>
                <a:moveTo>
                  <a:pt x="50368" y="42196"/>
                </a:moveTo>
                <a:cubicBezTo>
                  <a:pt x="50368" y="58388"/>
                  <a:pt x="63458" y="71533"/>
                  <a:pt x="79583" y="71533"/>
                </a:cubicBezTo>
                <a:cubicBezTo>
                  <a:pt x="95709" y="71533"/>
                  <a:pt x="108798" y="58388"/>
                  <a:pt x="108798" y="42196"/>
                </a:cubicBezTo>
                <a:cubicBezTo>
                  <a:pt x="108798" y="26003"/>
                  <a:pt x="95709" y="12859"/>
                  <a:pt x="79583" y="12859"/>
                </a:cubicBezTo>
                <a:cubicBezTo>
                  <a:pt x="63458" y="12859"/>
                  <a:pt x="50368" y="26003"/>
                  <a:pt x="50368" y="42196"/>
                </a:cubicBezTo>
                <a:close/>
                <a:moveTo>
                  <a:pt x="146171" y="125730"/>
                </a:moveTo>
                <a:cubicBezTo>
                  <a:pt x="143800" y="99632"/>
                  <a:pt x="126726" y="93440"/>
                  <a:pt x="111454" y="88011"/>
                </a:cubicBezTo>
                <a:cubicBezTo>
                  <a:pt x="105573" y="85916"/>
                  <a:pt x="100261" y="83915"/>
                  <a:pt x="96372" y="80867"/>
                </a:cubicBezTo>
                <a:cubicBezTo>
                  <a:pt x="91250" y="83153"/>
                  <a:pt x="85559" y="84487"/>
                  <a:pt x="79583" y="84487"/>
                </a:cubicBezTo>
                <a:cubicBezTo>
                  <a:pt x="73607" y="84487"/>
                  <a:pt x="67916" y="83153"/>
                  <a:pt x="62794" y="80867"/>
                </a:cubicBezTo>
                <a:cubicBezTo>
                  <a:pt x="58905" y="83915"/>
                  <a:pt x="53593" y="85916"/>
                  <a:pt x="47712" y="88011"/>
                </a:cubicBezTo>
                <a:cubicBezTo>
                  <a:pt x="32535" y="93536"/>
                  <a:pt x="15366" y="99727"/>
                  <a:pt x="12995" y="125730"/>
                </a:cubicBezTo>
                <a:lnTo>
                  <a:pt x="146171" y="125730"/>
                </a:lnTo>
                <a:close/>
                <a:moveTo>
                  <a:pt x="357223" y="132207"/>
                </a:moveTo>
                <a:cubicBezTo>
                  <a:pt x="357223" y="135731"/>
                  <a:pt x="354378" y="138589"/>
                  <a:pt x="350868" y="138589"/>
                </a:cubicBezTo>
                <a:lnTo>
                  <a:pt x="204317" y="138589"/>
                </a:lnTo>
                <a:cubicBezTo>
                  <a:pt x="200808" y="138589"/>
                  <a:pt x="197962" y="135731"/>
                  <a:pt x="197962" y="132207"/>
                </a:cubicBezTo>
                <a:cubicBezTo>
                  <a:pt x="197962" y="91630"/>
                  <a:pt x="225185" y="81820"/>
                  <a:pt x="241405" y="75914"/>
                </a:cubicBezTo>
                <a:cubicBezTo>
                  <a:pt x="243966" y="74962"/>
                  <a:pt x="246717" y="74009"/>
                  <a:pt x="248994" y="72962"/>
                </a:cubicBezTo>
                <a:cubicBezTo>
                  <a:pt x="240741" y="65246"/>
                  <a:pt x="235524" y="54388"/>
                  <a:pt x="235524" y="42196"/>
                </a:cubicBezTo>
                <a:cubicBezTo>
                  <a:pt x="235524" y="18955"/>
                  <a:pt x="254401" y="0"/>
                  <a:pt x="277545" y="0"/>
                </a:cubicBezTo>
                <a:cubicBezTo>
                  <a:pt x="300690" y="0"/>
                  <a:pt x="319566" y="18955"/>
                  <a:pt x="319566" y="42196"/>
                </a:cubicBezTo>
                <a:cubicBezTo>
                  <a:pt x="319566" y="54293"/>
                  <a:pt x="314349" y="65246"/>
                  <a:pt x="306096" y="72962"/>
                </a:cubicBezTo>
                <a:cubicBezTo>
                  <a:pt x="308373" y="74009"/>
                  <a:pt x="311124" y="74962"/>
                  <a:pt x="313685" y="75914"/>
                </a:cubicBezTo>
                <a:cubicBezTo>
                  <a:pt x="329905" y="81820"/>
                  <a:pt x="357128" y="91630"/>
                  <a:pt x="357128" y="132207"/>
                </a:cubicBezTo>
                <a:close/>
                <a:moveTo>
                  <a:pt x="248330" y="42196"/>
                </a:moveTo>
                <a:cubicBezTo>
                  <a:pt x="248330" y="58388"/>
                  <a:pt x="261420" y="71533"/>
                  <a:pt x="277545" y="71533"/>
                </a:cubicBezTo>
                <a:cubicBezTo>
                  <a:pt x="293670" y="71533"/>
                  <a:pt x="306760" y="58388"/>
                  <a:pt x="306760" y="42196"/>
                </a:cubicBezTo>
                <a:cubicBezTo>
                  <a:pt x="306760" y="26003"/>
                  <a:pt x="293670" y="12859"/>
                  <a:pt x="277545" y="12859"/>
                </a:cubicBezTo>
                <a:cubicBezTo>
                  <a:pt x="261420" y="12859"/>
                  <a:pt x="248330" y="26003"/>
                  <a:pt x="248330" y="42196"/>
                </a:cubicBezTo>
                <a:close/>
                <a:moveTo>
                  <a:pt x="344133" y="125730"/>
                </a:moveTo>
                <a:cubicBezTo>
                  <a:pt x="341762" y="99632"/>
                  <a:pt x="324688" y="93440"/>
                  <a:pt x="309416" y="88011"/>
                </a:cubicBezTo>
                <a:cubicBezTo>
                  <a:pt x="303535" y="85916"/>
                  <a:pt x="298224" y="83915"/>
                  <a:pt x="294334" y="80867"/>
                </a:cubicBezTo>
                <a:cubicBezTo>
                  <a:pt x="289212" y="83153"/>
                  <a:pt x="283521" y="84487"/>
                  <a:pt x="277545" y="84487"/>
                </a:cubicBezTo>
                <a:cubicBezTo>
                  <a:pt x="271569" y="84487"/>
                  <a:pt x="265878" y="83153"/>
                  <a:pt x="260756" y="80867"/>
                </a:cubicBezTo>
                <a:cubicBezTo>
                  <a:pt x="256867" y="83915"/>
                  <a:pt x="251555" y="85916"/>
                  <a:pt x="245674" y="88011"/>
                </a:cubicBezTo>
                <a:cubicBezTo>
                  <a:pt x="230497" y="93536"/>
                  <a:pt x="213328" y="99727"/>
                  <a:pt x="210957" y="125730"/>
                </a:cubicBezTo>
                <a:lnTo>
                  <a:pt x="344133" y="12573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5" name="Graphic 192">
            <a:extLst>
              <a:ext uri="{FF2B5EF4-FFF2-40B4-BE49-F238E27FC236}">
                <a16:creationId xmlns:a16="http://schemas.microsoft.com/office/drawing/2014/main" id="{86F6DFAB-2D42-89ED-0AB4-DC5805738079}"/>
              </a:ext>
            </a:extLst>
          </p:cNvPr>
          <p:cNvSpPr/>
          <p:nvPr/>
        </p:nvSpPr>
        <p:spPr>
          <a:xfrm>
            <a:off x="4555433" y="2922158"/>
            <a:ext cx="477197" cy="394062"/>
          </a:xfrm>
          <a:custGeom>
            <a:avLst/>
            <a:gdLst>
              <a:gd name="connsiteX0" fmla="*/ 89258 w 357223"/>
              <a:gd name="connsiteY0" fmla="*/ 245745 h 294989"/>
              <a:gd name="connsiteX1" fmla="*/ 89258 w 357223"/>
              <a:gd name="connsiteY1" fmla="*/ 254889 h 294989"/>
              <a:gd name="connsiteX2" fmla="*/ 84705 w 357223"/>
              <a:gd name="connsiteY2" fmla="*/ 256794 h 294989"/>
              <a:gd name="connsiteX3" fmla="*/ 80152 w 357223"/>
              <a:gd name="connsiteY3" fmla="*/ 254889 h 294989"/>
              <a:gd name="connsiteX4" fmla="*/ 39554 w 357223"/>
              <a:gd name="connsiteY4" fmla="*/ 163449 h 294989"/>
              <a:gd name="connsiteX5" fmla="*/ 45625 w 357223"/>
              <a:gd name="connsiteY5" fmla="*/ 156686 h 294989"/>
              <a:gd name="connsiteX6" fmla="*/ 52360 w 357223"/>
              <a:gd name="connsiteY6" fmla="*/ 162782 h 294989"/>
              <a:gd name="connsiteX7" fmla="*/ 89164 w 357223"/>
              <a:gd name="connsiteY7" fmla="*/ 245840 h 294989"/>
              <a:gd name="connsiteX8" fmla="*/ 311503 w 357223"/>
              <a:gd name="connsiteY8" fmla="*/ 156686 h 294989"/>
              <a:gd name="connsiteX9" fmla="*/ 304768 w 357223"/>
              <a:gd name="connsiteY9" fmla="*/ 162782 h 294989"/>
              <a:gd name="connsiteX10" fmla="*/ 267965 w 357223"/>
              <a:gd name="connsiteY10" fmla="*/ 245840 h 294989"/>
              <a:gd name="connsiteX11" fmla="*/ 267965 w 357223"/>
              <a:gd name="connsiteY11" fmla="*/ 254984 h 294989"/>
              <a:gd name="connsiteX12" fmla="*/ 272518 w 357223"/>
              <a:gd name="connsiteY12" fmla="*/ 256889 h 294989"/>
              <a:gd name="connsiteX13" fmla="*/ 277071 w 357223"/>
              <a:gd name="connsiteY13" fmla="*/ 254984 h 294989"/>
              <a:gd name="connsiteX14" fmla="*/ 317669 w 357223"/>
              <a:gd name="connsiteY14" fmla="*/ 163544 h 294989"/>
              <a:gd name="connsiteX15" fmla="*/ 311598 w 357223"/>
              <a:gd name="connsiteY15" fmla="*/ 156782 h 294989"/>
              <a:gd name="connsiteX16" fmla="*/ 145223 w 357223"/>
              <a:gd name="connsiteY16" fmla="*/ 33718 h 294989"/>
              <a:gd name="connsiteX17" fmla="*/ 212000 w 357223"/>
              <a:gd name="connsiteY17" fmla="*/ 33718 h 294989"/>
              <a:gd name="connsiteX18" fmla="*/ 213708 w 357223"/>
              <a:gd name="connsiteY18" fmla="*/ 33909 h 294989"/>
              <a:gd name="connsiteX19" fmla="*/ 219873 w 357223"/>
              <a:gd name="connsiteY19" fmla="*/ 29147 h 294989"/>
              <a:gd name="connsiteX20" fmla="*/ 215415 w 357223"/>
              <a:gd name="connsiteY20" fmla="*/ 21241 h 294989"/>
              <a:gd name="connsiteX21" fmla="*/ 141903 w 357223"/>
              <a:gd name="connsiteY21" fmla="*/ 21241 h 294989"/>
              <a:gd name="connsiteX22" fmla="*/ 137445 w 357223"/>
              <a:gd name="connsiteY22" fmla="*/ 29147 h 294989"/>
              <a:gd name="connsiteX23" fmla="*/ 145318 w 357223"/>
              <a:gd name="connsiteY23" fmla="*/ 33623 h 294989"/>
              <a:gd name="connsiteX24" fmla="*/ 258290 w 357223"/>
              <a:gd name="connsiteY24" fmla="*/ 288608 h 294989"/>
              <a:gd name="connsiteX25" fmla="*/ 251934 w 357223"/>
              <a:gd name="connsiteY25" fmla="*/ 294989 h 294989"/>
              <a:gd name="connsiteX26" fmla="*/ 105384 w 357223"/>
              <a:gd name="connsiteY26" fmla="*/ 294989 h 294989"/>
              <a:gd name="connsiteX27" fmla="*/ 99028 w 357223"/>
              <a:gd name="connsiteY27" fmla="*/ 288608 h 294989"/>
              <a:gd name="connsiteX28" fmla="*/ 142472 w 357223"/>
              <a:gd name="connsiteY28" fmla="*/ 232315 h 294989"/>
              <a:gd name="connsiteX29" fmla="*/ 150155 w 357223"/>
              <a:gd name="connsiteY29" fmla="*/ 229362 h 294989"/>
              <a:gd name="connsiteX30" fmla="*/ 136686 w 357223"/>
              <a:gd name="connsiteY30" fmla="*/ 198692 h 294989"/>
              <a:gd name="connsiteX31" fmla="*/ 178706 w 357223"/>
              <a:gd name="connsiteY31" fmla="*/ 156496 h 294989"/>
              <a:gd name="connsiteX32" fmla="*/ 220727 w 357223"/>
              <a:gd name="connsiteY32" fmla="*/ 198692 h 294989"/>
              <a:gd name="connsiteX33" fmla="*/ 207258 w 357223"/>
              <a:gd name="connsiteY33" fmla="*/ 229362 h 294989"/>
              <a:gd name="connsiteX34" fmla="*/ 214941 w 357223"/>
              <a:gd name="connsiteY34" fmla="*/ 232315 h 294989"/>
              <a:gd name="connsiteX35" fmla="*/ 258384 w 357223"/>
              <a:gd name="connsiteY35" fmla="*/ 288608 h 294989"/>
              <a:gd name="connsiteX36" fmla="*/ 149301 w 357223"/>
              <a:gd name="connsiteY36" fmla="*/ 198692 h 294989"/>
              <a:gd name="connsiteX37" fmla="*/ 178517 w 357223"/>
              <a:gd name="connsiteY37" fmla="*/ 228028 h 294989"/>
              <a:gd name="connsiteX38" fmla="*/ 207732 w 357223"/>
              <a:gd name="connsiteY38" fmla="*/ 198692 h 294989"/>
              <a:gd name="connsiteX39" fmla="*/ 178517 w 357223"/>
              <a:gd name="connsiteY39" fmla="*/ 169355 h 294989"/>
              <a:gd name="connsiteX40" fmla="*/ 149301 w 357223"/>
              <a:gd name="connsiteY40" fmla="*/ 198692 h 294989"/>
              <a:gd name="connsiteX41" fmla="*/ 245200 w 357223"/>
              <a:gd name="connsiteY41" fmla="*/ 282226 h 294989"/>
              <a:gd name="connsiteX42" fmla="*/ 210483 w 357223"/>
              <a:gd name="connsiteY42" fmla="*/ 244507 h 294989"/>
              <a:gd name="connsiteX43" fmla="*/ 195401 w 357223"/>
              <a:gd name="connsiteY43" fmla="*/ 237363 h 294989"/>
              <a:gd name="connsiteX44" fmla="*/ 178612 w 357223"/>
              <a:gd name="connsiteY44" fmla="*/ 240983 h 294989"/>
              <a:gd name="connsiteX45" fmla="*/ 161822 w 357223"/>
              <a:gd name="connsiteY45" fmla="*/ 237363 h 294989"/>
              <a:gd name="connsiteX46" fmla="*/ 146740 w 357223"/>
              <a:gd name="connsiteY46" fmla="*/ 244507 h 294989"/>
              <a:gd name="connsiteX47" fmla="*/ 112024 w 357223"/>
              <a:gd name="connsiteY47" fmla="*/ 282226 h 294989"/>
              <a:gd name="connsiteX48" fmla="*/ 245200 w 357223"/>
              <a:gd name="connsiteY48" fmla="*/ 282226 h 294989"/>
              <a:gd name="connsiteX49" fmla="*/ 152906 w 357223"/>
              <a:gd name="connsiteY49" fmla="*/ 138589 h 294989"/>
              <a:gd name="connsiteX50" fmla="*/ 6355 w 357223"/>
              <a:gd name="connsiteY50" fmla="*/ 138589 h 294989"/>
              <a:gd name="connsiteX51" fmla="*/ 0 w 357223"/>
              <a:gd name="connsiteY51" fmla="*/ 132207 h 294989"/>
              <a:gd name="connsiteX52" fmla="*/ 43444 w 357223"/>
              <a:gd name="connsiteY52" fmla="*/ 75914 h 294989"/>
              <a:gd name="connsiteX53" fmla="*/ 51032 w 357223"/>
              <a:gd name="connsiteY53" fmla="*/ 72962 h 294989"/>
              <a:gd name="connsiteX54" fmla="*/ 37563 w 357223"/>
              <a:gd name="connsiteY54" fmla="*/ 42196 h 294989"/>
              <a:gd name="connsiteX55" fmla="*/ 79583 w 357223"/>
              <a:gd name="connsiteY55" fmla="*/ 0 h 294989"/>
              <a:gd name="connsiteX56" fmla="*/ 121604 w 357223"/>
              <a:gd name="connsiteY56" fmla="*/ 42196 h 294989"/>
              <a:gd name="connsiteX57" fmla="*/ 108134 w 357223"/>
              <a:gd name="connsiteY57" fmla="*/ 72962 h 294989"/>
              <a:gd name="connsiteX58" fmla="*/ 115723 w 357223"/>
              <a:gd name="connsiteY58" fmla="*/ 75914 h 294989"/>
              <a:gd name="connsiteX59" fmla="*/ 159166 w 357223"/>
              <a:gd name="connsiteY59" fmla="*/ 132207 h 294989"/>
              <a:gd name="connsiteX60" fmla="*/ 152811 w 357223"/>
              <a:gd name="connsiteY60" fmla="*/ 138589 h 294989"/>
              <a:gd name="connsiteX61" fmla="*/ 50368 w 357223"/>
              <a:gd name="connsiteY61" fmla="*/ 42196 h 294989"/>
              <a:gd name="connsiteX62" fmla="*/ 79583 w 357223"/>
              <a:gd name="connsiteY62" fmla="*/ 71533 h 294989"/>
              <a:gd name="connsiteX63" fmla="*/ 108798 w 357223"/>
              <a:gd name="connsiteY63" fmla="*/ 42196 h 294989"/>
              <a:gd name="connsiteX64" fmla="*/ 79583 w 357223"/>
              <a:gd name="connsiteY64" fmla="*/ 12859 h 294989"/>
              <a:gd name="connsiteX65" fmla="*/ 50368 w 357223"/>
              <a:gd name="connsiteY65" fmla="*/ 42196 h 294989"/>
              <a:gd name="connsiteX66" fmla="*/ 146171 w 357223"/>
              <a:gd name="connsiteY66" fmla="*/ 125730 h 294989"/>
              <a:gd name="connsiteX67" fmla="*/ 111454 w 357223"/>
              <a:gd name="connsiteY67" fmla="*/ 88011 h 294989"/>
              <a:gd name="connsiteX68" fmla="*/ 96372 w 357223"/>
              <a:gd name="connsiteY68" fmla="*/ 80867 h 294989"/>
              <a:gd name="connsiteX69" fmla="*/ 79583 w 357223"/>
              <a:gd name="connsiteY69" fmla="*/ 84487 h 294989"/>
              <a:gd name="connsiteX70" fmla="*/ 62794 w 357223"/>
              <a:gd name="connsiteY70" fmla="*/ 80867 h 294989"/>
              <a:gd name="connsiteX71" fmla="*/ 47712 w 357223"/>
              <a:gd name="connsiteY71" fmla="*/ 88011 h 294989"/>
              <a:gd name="connsiteX72" fmla="*/ 12995 w 357223"/>
              <a:gd name="connsiteY72" fmla="*/ 125730 h 294989"/>
              <a:gd name="connsiteX73" fmla="*/ 146171 w 357223"/>
              <a:gd name="connsiteY73" fmla="*/ 125730 h 294989"/>
              <a:gd name="connsiteX74" fmla="*/ 357223 w 357223"/>
              <a:gd name="connsiteY74" fmla="*/ 132207 h 294989"/>
              <a:gd name="connsiteX75" fmla="*/ 350868 w 357223"/>
              <a:gd name="connsiteY75" fmla="*/ 138589 h 294989"/>
              <a:gd name="connsiteX76" fmla="*/ 204317 w 357223"/>
              <a:gd name="connsiteY76" fmla="*/ 138589 h 294989"/>
              <a:gd name="connsiteX77" fmla="*/ 197962 w 357223"/>
              <a:gd name="connsiteY77" fmla="*/ 132207 h 294989"/>
              <a:gd name="connsiteX78" fmla="*/ 241405 w 357223"/>
              <a:gd name="connsiteY78" fmla="*/ 75914 h 294989"/>
              <a:gd name="connsiteX79" fmla="*/ 248994 w 357223"/>
              <a:gd name="connsiteY79" fmla="*/ 72962 h 294989"/>
              <a:gd name="connsiteX80" fmla="*/ 235524 w 357223"/>
              <a:gd name="connsiteY80" fmla="*/ 42196 h 294989"/>
              <a:gd name="connsiteX81" fmla="*/ 277545 w 357223"/>
              <a:gd name="connsiteY81" fmla="*/ 0 h 294989"/>
              <a:gd name="connsiteX82" fmla="*/ 319566 w 357223"/>
              <a:gd name="connsiteY82" fmla="*/ 42196 h 294989"/>
              <a:gd name="connsiteX83" fmla="*/ 306096 w 357223"/>
              <a:gd name="connsiteY83" fmla="*/ 72962 h 294989"/>
              <a:gd name="connsiteX84" fmla="*/ 313685 w 357223"/>
              <a:gd name="connsiteY84" fmla="*/ 75914 h 294989"/>
              <a:gd name="connsiteX85" fmla="*/ 357128 w 357223"/>
              <a:gd name="connsiteY85" fmla="*/ 132207 h 294989"/>
              <a:gd name="connsiteX86" fmla="*/ 248330 w 357223"/>
              <a:gd name="connsiteY86" fmla="*/ 42196 h 294989"/>
              <a:gd name="connsiteX87" fmla="*/ 277545 w 357223"/>
              <a:gd name="connsiteY87" fmla="*/ 71533 h 294989"/>
              <a:gd name="connsiteX88" fmla="*/ 306760 w 357223"/>
              <a:gd name="connsiteY88" fmla="*/ 42196 h 294989"/>
              <a:gd name="connsiteX89" fmla="*/ 277545 w 357223"/>
              <a:gd name="connsiteY89" fmla="*/ 12859 h 294989"/>
              <a:gd name="connsiteX90" fmla="*/ 248330 w 357223"/>
              <a:gd name="connsiteY90" fmla="*/ 42196 h 294989"/>
              <a:gd name="connsiteX91" fmla="*/ 344133 w 357223"/>
              <a:gd name="connsiteY91" fmla="*/ 125730 h 294989"/>
              <a:gd name="connsiteX92" fmla="*/ 309416 w 357223"/>
              <a:gd name="connsiteY92" fmla="*/ 88011 h 294989"/>
              <a:gd name="connsiteX93" fmla="*/ 294334 w 357223"/>
              <a:gd name="connsiteY93" fmla="*/ 80867 h 294989"/>
              <a:gd name="connsiteX94" fmla="*/ 277545 w 357223"/>
              <a:gd name="connsiteY94" fmla="*/ 84487 h 294989"/>
              <a:gd name="connsiteX95" fmla="*/ 260756 w 357223"/>
              <a:gd name="connsiteY95" fmla="*/ 80867 h 294989"/>
              <a:gd name="connsiteX96" fmla="*/ 245674 w 357223"/>
              <a:gd name="connsiteY96" fmla="*/ 88011 h 294989"/>
              <a:gd name="connsiteX97" fmla="*/ 210957 w 357223"/>
              <a:gd name="connsiteY97" fmla="*/ 125730 h 294989"/>
              <a:gd name="connsiteX98" fmla="*/ 344133 w 357223"/>
              <a:gd name="connsiteY98" fmla="*/ 125730 h 294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357223" h="294989">
                <a:moveTo>
                  <a:pt x="89258" y="245745"/>
                </a:moveTo>
                <a:cubicBezTo>
                  <a:pt x="91725" y="248222"/>
                  <a:pt x="91725" y="252317"/>
                  <a:pt x="89258" y="254889"/>
                </a:cubicBezTo>
                <a:cubicBezTo>
                  <a:pt x="88025" y="256127"/>
                  <a:pt x="86413" y="256794"/>
                  <a:pt x="84705" y="256794"/>
                </a:cubicBezTo>
                <a:cubicBezTo>
                  <a:pt x="82998" y="256794"/>
                  <a:pt x="81385" y="256127"/>
                  <a:pt x="80152" y="254889"/>
                </a:cubicBezTo>
                <a:cubicBezTo>
                  <a:pt x="55775" y="230410"/>
                  <a:pt x="41357" y="197930"/>
                  <a:pt x="39554" y="163449"/>
                </a:cubicBezTo>
                <a:cubicBezTo>
                  <a:pt x="39365" y="159925"/>
                  <a:pt x="42116" y="156877"/>
                  <a:pt x="45625" y="156686"/>
                </a:cubicBezTo>
                <a:cubicBezTo>
                  <a:pt x="49230" y="156305"/>
                  <a:pt x="52170" y="159258"/>
                  <a:pt x="52360" y="162782"/>
                </a:cubicBezTo>
                <a:cubicBezTo>
                  <a:pt x="53972" y="194120"/>
                  <a:pt x="67062" y="223552"/>
                  <a:pt x="89164" y="245840"/>
                </a:cubicBezTo>
                <a:close/>
                <a:moveTo>
                  <a:pt x="311503" y="156686"/>
                </a:moveTo>
                <a:cubicBezTo>
                  <a:pt x="307994" y="156401"/>
                  <a:pt x="304958" y="159258"/>
                  <a:pt x="304768" y="162782"/>
                </a:cubicBezTo>
                <a:cubicBezTo>
                  <a:pt x="303156" y="194120"/>
                  <a:pt x="290066" y="223552"/>
                  <a:pt x="267965" y="245840"/>
                </a:cubicBezTo>
                <a:cubicBezTo>
                  <a:pt x="265499" y="248317"/>
                  <a:pt x="265499" y="252413"/>
                  <a:pt x="267965" y="254984"/>
                </a:cubicBezTo>
                <a:cubicBezTo>
                  <a:pt x="269198" y="256222"/>
                  <a:pt x="270810" y="256889"/>
                  <a:pt x="272518" y="256889"/>
                </a:cubicBezTo>
                <a:cubicBezTo>
                  <a:pt x="274225" y="256889"/>
                  <a:pt x="275838" y="256222"/>
                  <a:pt x="277071" y="254984"/>
                </a:cubicBezTo>
                <a:cubicBezTo>
                  <a:pt x="301449" y="230505"/>
                  <a:pt x="315867" y="198025"/>
                  <a:pt x="317669" y="163544"/>
                </a:cubicBezTo>
                <a:cubicBezTo>
                  <a:pt x="317858" y="160020"/>
                  <a:pt x="315108" y="156972"/>
                  <a:pt x="311598" y="156782"/>
                </a:cubicBezTo>
                <a:close/>
                <a:moveTo>
                  <a:pt x="145223" y="33718"/>
                </a:moveTo>
                <a:cubicBezTo>
                  <a:pt x="166850" y="27813"/>
                  <a:pt x="190374" y="27813"/>
                  <a:pt x="212000" y="33718"/>
                </a:cubicBezTo>
                <a:cubicBezTo>
                  <a:pt x="212570" y="33909"/>
                  <a:pt x="213139" y="33909"/>
                  <a:pt x="213708" y="33909"/>
                </a:cubicBezTo>
                <a:cubicBezTo>
                  <a:pt x="216553" y="33909"/>
                  <a:pt x="219115" y="32004"/>
                  <a:pt x="219873" y="29147"/>
                </a:cubicBezTo>
                <a:cubicBezTo>
                  <a:pt x="220822" y="25718"/>
                  <a:pt x="218830" y="22193"/>
                  <a:pt x="215415" y="21241"/>
                </a:cubicBezTo>
                <a:cubicBezTo>
                  <a:pt x="191607" y="14669"/>
                  <a:pt x="165711" y="14669"/>
                  <a:pt x="141903" y="21241"/>
                </a:cubicBezTo>
                <a:cubicBezTo>
                  <a:pt x="138488" y="22193"/>
                  <a:pt x="136496" y="25718"/>
                  <a:pt x="137445" y="29147"/>
                </a:cubicBezTo>
                <a:cubicBezTo>
                  <a:pt x="138393" y="32576"/>
                  <a:pt x="141903" y="34576"/>
                  <a:pt x="145318" y="33623"/>
                </a:cubicBezTo>
                <a:close/>
                <a:moveTo>
                  <a:pt x="258290" y="288608"/>
                </a:moveTo>
                <a:cubicBezTo>
                  <a:pt x="258290" y="292132"/>
                  <a:pt x="255444" y="294989"/>
                  <a:pt x="251934" y="294989"/>
                </a:cubicBezTo>
                <a:lnTo>
                  <a:pt x="105384" y="294989"/>
                </a:lnTo>
                <a:cubicBezTo>
                  <a:pt x="101874" y="294989"/>
                  <a:pt x="99028" y="292132"/>
                  <a:pt x="99028" y="288608"/>
                </a:cubicBezTo>
                <a:cubicBezTo>
                  <a:pt x="99028" y="248031"/>
                  <a:pt x="126252" y="238220"/>
                  <a:pt x="142472" y="232315"/>
                </a:cubicBezTo>
                <a:cubicBezTo>
                  <a:pt x="145033" y="231362"/>
                  <a:pt x="147784" y="230410"/>
                  <a:pt x="150155" y="229362"/>
                </a:cubicBezTo>
                <a:cubicBezTo>
                  <a:pt x="141903" y="221647"/>
                  <a:pt x="136686" y="210788"/>
                  <a:pt x="136686" y="198692"/>
                </a:cubicBezTo>
                <a:cubicBezTo>
                  <a:pt x="136686" y="175451"/>
                  <a:pt x="155562" y="156496"/>
                  <a:pt x="178706" y="156496"/>
                </a:cubicBezTo>
                <a:cubicBezTo>
                  <a:pt x="201851" y="156496"/>
                  <a:pt x="220727" y="175451"/>
                  <a:pt x="220727" y="198692"/>
                </a:cubicBezTo>
                <a:cubicBezTo>
                  <a:pt x="220727" y="210788"/>
                  <a:pt x="215510" y="221742"/>
                  <a:pt x="207258" y="229362"/>
                </a:cubicBezTo>
                <a:cubicBezTo>
                  <a:pt x="209534" y="230410"/>
                  <a:pt x="212285" y="231362"/>
                  <a:pt x="214941" y="232315"/>
                </a:cubicBezTo>
                <a:cubicBezTo>
                  <a:pt x="231161" y="238220"/>
                  <a:pt x="258384" y="248031"/>
                  <a:pt x="258384" y="288608"/>
                </a:cubicBezTo>
                <a:close/>
                <a:moveTo>
                  <a:pt x="149301" y="198692"/>
                </a:moveTo>
                <a:cubicBezTo>
                  <a:pt x="149301" y="214884"/>
                  <a:pt x="162391" y="228028"/>
                  <a:pt x="178517" y="228028"/>
                </a:cubicBezTo>
                <a:cubicBezTo>
                  <a:pt x="194642" y="228028"/>
                  <a:pt x="207732" y="214884"/>
                  <a:pt x="207732" y="198692"/>
                </a:cubicBezTo>
                <a:cubicBezTo>
                  <a:pt x="207732" y="182499"/>
                  <a:pt x="194642" y="169355"/>
                  <a:pt x="178517" y="169355"/>
                </a:cubicBezTo>
                <a:cubicBezTo>
                  <a:pt x="162391" y="169355"/>
                  <a:pt x="149301" y="182499"/>
                  <a:pt x="149301" y="198692"/>
                </a:cubicBezTo>
                <a:close/>
                <a:moveTo>
                  <a:pt x="245200" y="282226"/>
                </a:moveTo>
                <a:cubicBezTo>
                  <a:pt x="242828" y="256127"/>
                  <a:pt x="225754" y="249936"/>
                  <a:pt x="210483" y="244507"/>
                </a:cubicBezTo>
                <a:cubicBezTo>
                  <a:pt x="204602" y="242411"/>
                  <a:pt x="199290" y="240411"/>
                  <a:pt x="195401" y="237363"/>
                </a:cubicBezTo>
                <a:cubicBezTo>
                  <a:pt x="190279" y="239649"/>
                  <a:pt x="184587" y="240983"/>
                  <a:pt x="178612" y="240983"/>
                </a:cubicBezTo>
                <a:cubicBezTo>
                  <a:pt x="172636" y="240983"/>
                  <a:pt x="166944" y="239649"/>
                  <a:pt x="161822" y="237363"/>
                </a:cubicBezTo>
                <a:cubicBezTo>
                  <a:pt x="157933" y="240411"/>
                  <a:pt x="152621" y="242411"/>
                  <a:pt x="146740" y="244507"/>
                </a:cubicBezTo>
                <a:cubicBezTo>
                  <a:pt x="131564" y="250031"/>
                  <a:pt x="114395" y="256222"/>
                  <a:pt x="112024" y="282226"/>
                </a:cubicBezTo>
                <a:lnTo>
                  <a:pt x="245200" y="282226"/>
                </a:lnTo>
                <a:close/>
                <a:moveTo>
                  <a:pt x="152906" y="138589"/>
                </a:moveTo>
                <a:lnTo>
                  <a:pt x="6355" y="138589"/>
                </a:lnTo>
                <a:cubicBezTo>
                  <a:pt x="2846" y="138589"/>
                  <a:pt x="0" y="135731"/>
                  <a:pt x="0" y="132207"/>
                </a:cubicBezTo>
                <a:cubicBezTo>
                  <a:pt x="0" y="91630"/>
                  <a:pt x="27223" y="81820"/>
                  <a:pt x="43444" y="75914"/>
                </a:cubicBezTo>
                <a:cubicBezTo>
                  <a:pt x="46005" y="74962"/>
                  <a:pt x="48755" y="74009"/>
                  <a:pt x="51032" y="72962"/>
                </a:cubicBezTo>
                <a:cubicBezTo>
                  <a:pt x="42780" y="65246"/>
                  <a:pt x="37563" y="54388"/>
                  <a:pt x="37563" y="42196"/>
                </a:cubicBezTo>
                <a:cubicBezTo>
                  <a:pt x="37563" y="18955"/>
                  <a:pt x="56439" y="0"/>
                  <a:pt x="79583" y="0"/>
                </a:cubicBezTo>
                <a:cubicBezTo>
                  <a:pt x="102728" y="0"/>
                  <a:pt x="121604" y="18955"/>
                  <a:pt x="121604" y="42196"/>
                </a:cubicBezTo>
                <a:cubicBezTo>
                  <a:pt x="121604" y="54293"/>
                  <a:pt x="116387" y="65246"/>
                  <a:pt x="108134" y="72962"/>
                </a:cubicBezTo>
                <a:cubicBezTo>
                  <a:pt x="110411" y="74009"/>
                  <a:pt x="113162" y="74962"/>
                  <a:pt x="115723" y="75914"/>
                </a:cubicBezTo>
                <a:cubicBezTo>
                  <a:pt x="131943" y="81820"/>
                  <a:pt x="159166" y="91630"/>
                  <a:pt x="159166" y="132207"/>
                </a:cubicBezTo>
                <a:cubicBezTo>
                  <a:pt x="159166" y="135731"/>
                  <a:pt x="156321" y="138589"/>
                  <a:pt x="152811" y="138589"/>
                </a:cubicBezTo>
                <a:close/>
                <a:moveTo>
                  <a:pt x="50368" y="42196"/>
                </a:moveTo>
                <a:cubicBezTo>
                  <a:pt x="50368" y="58388"/>
                  <a:pt x="63458" y="71533"/>
                  <a:pt x="79583" y="71533"/>
                </a:cubicBezTo>
                <a:cubicBezTo>
                  <a:pt x="95709" y="71533"/>
                  <a:pt x="108798" y="58388"/>
                  <a:pt x="108798" y="42196"/>
                </a:cubicBezTo>
                <a:cubicBezTo>
                  <a:pt x="108798" y="26003"/>
                  <a:pt x="95709" y="12859"/>
                  <a:pt x="79583" y="12859"/>
                </a:cubicBezTo>
                <a:cubicBezTo>
                  <a:pt x="63458" y="12859"/>
                  <a:pt x="50368" y="26003"/>
                  <a:pt x="50368" y="42196"/>
                </a:cubicBezTo>
                <a:close/>
                <a:moveTo>
                  <a:pt x="146171" y="125730"/>
                </a:moveTo>
                <a:cubicBezTo>
                  <a:pt x="143800" y="99632"/>
                  <a:pt x="126726" y="93440"/>
                  <a:pt x="111454" y="88011"/>
                </a:cubicBezTo>
                <a:cubicBezTo>
                  <a:pt x="105573" y="85916"/>
                  <a:pt x="100261" y="83915"/>
                  <a:pt x="96372" y="80867"/>
                </a:cubicBezTo>
                <a:cubicBezTo>
                  <a:pt x="91250" y="83153"/>
                  <a:pt x="85559" y="84487"/>
                  <a:pt x="79583" y="84487"/>
                </a:cubicBezTo>
                <a:cubicBezTo>
                  <a:pt x="73607" y="84487"/>
                  <a:pt x="67916" y="83153"/>
                  <a:pt x="62794" y="80867"/>
                </a:cubicBezTo>
                <a:cubicBezTo>
                  <a:pt x="58905" y="83915"/>
                  <a:pt x="53593" y="85916"/>
                  <a:pt x="47712" y="88011"/>
                </a:cubicBezTo>
                <a:cubicBezTo>
                  <a:pt x="32535" y="93536"/>
                  <a:pt x="15366" y="99727"/>
                  <a:pt x="12995" y="125730"/>
                </a:cubicBezTo>
                <a:lnTo>
                  <a:pt x="146171" y="125730"/>
                </a:lnTo>
                <a:close/>
                <a:moveTo>
                  <a:pt x="357223" y="132207"/>
                </a:moveTo>
                <a:cubicBezTo>
                  <a:pt x="357223" y="135731"/>
                  <a:pt x="354378" y="138589"/>
                  <a:pt x="350868" y="138589"/>
                </a:cubicBezTo>
                <a:lnTo>
                  <a:pt x="204317" y="138589"/>
                </a:lnTo>
                <a:cubicBezTo>
                  <a:pt x="200808" y="138589"/>
                  <a:pt x="197962" y="135731"/>
                  <a:pt x="197962" y="132207"/>
                </a:cubicBezTo>
                <a:cubicBezTo>
                  <a:pt x="197962" y="91630"/>
                  <a:pt x="225185" y="81820"/>
                  <a:pt x="241405" y="75914"/>
                </a:cubicBezTo>
                <a:cubicBezTo>
                  <a:pt x="243966" y="74962"/>
                  <a:pt x="246717" y="74009"/>
                  <a:pt x="248994" y="72962"/>
                </a:cubicBezTo>
                <a:cubicBezTo>
                  <a:pt x="240741" y="65246"/>
                  <a:pt x="235524" y="54388"/>
                  <a:pt x="235524" y="42196"/>
                </a:cubicBezTo>
                <a:cubicBezTo>
                  <a:pt x="235524" y="18955"/>
                  <a:pt x="254401" y="0"/>
                  <a:pt x="277545" y="0"/>
                </a:cubicBezTo>
                <a:cubicBezTo>
                  <a:pt x="300690" y="0"/>
                  <a:pt x="319566" y="18955"/>
                  <a:pt x="319566" y="42196"/>
                </a:cubicBezTo>
                <a:cubicBezTo>
                  <a:pt x="319566" y="54293"/>
                  <a:pt x="314349" y="65246"/>
                  <a:pt x="306096" y="72962"/>
                </a:cubicBezTo>
                <a:cubicBezTo>
                  <a:pt x="308373" y="74009"/>
                  <a:pt x="311124" y="74962"/>
                  <a:pt x="313685" y="75914"/>
                </a:cubicBezTo>
                <a:cubicBezTo>
                  <a:pt x="329905" y="81820"/>
                  <a:pt x="357128" y="91630"/>
                  <a:pt x="357128" y="132207"/>
                </a:cubicBezTo>
                <a:close/>
                <a:moveTo>
                  <a:pt x="248330" y="42196"/>
                </a:moveTo>
                <a:cubicBezTo>
                  <a:pt x="248330" y="58388"/>
                  <a:pt x="261420" y="71533"/>
                  <a:pt x="277545" y="71533"/>
                </a:cubicBezTo>
                <a:cubicBezTo>
                  <a:pt x="293670" y="71533"/>
                  <a:pt x="306760" y="58388"/>
                  <a:pt x="306760" y="42196"/>
                </a:cubicBezTo>
                <a:cubicBezTo>
                  <a:pt x="306760" y="26003"/>
                  <a:pt x="293670" y="12859"/>
                  <a:pt x="277545" y="12859"/>
                </a:cubicBezTo>
                <a:cubicBezTo>
                  <a:pt x="261420" y="12859"/>
                  <a:pt x="248330" y="26003"/>
                  <a:pt x="248330" y="42196"/>
                </a:cubicBezTo>
                <a:close/>
                <a:moveTo>
                  <a:pt x="344133" y="125730"/>
                </a:moveTo>
                <a:cubicBezTo>
                  <a:pt x="341762" y="99632"/>
                  <a:pt x="324688" y="93440"/>
                  <a:pt x="309416" y="88011"/>
                </a:cubicBezTo>
                <a:cubicBezTo>
                  <a:pt x="303535" y="85916"/>
                  <a:pt x="298224" y="83915"/>
                  <a:pt x="294334" y="80867"/>
                </a:cubicBezTo>
                <a:cubicBezTo>
                  <a:pt x="289212" y="83153"/>
                  <a:pt x="283521" y="84487"/>
                  <a:pt x="277545" y="84487"/>
                </a:cubicBezTo>
                <a:cubicBezTo>
                  <a:pt x="271569" y="84487"/>
                  <a:pt x="265878" y="83153"/>
                  <a:pt x="260756" y="80867"/>
                </a:cubicBezTo>
                <a:cubicBezTo>
                  <a:pt x="256867" y="83915"/>
                  <a:pt x="251555" y="85916"/>
                  <a:pt x="245674" y="88011"/>
                </a:cubicBezTo>
                <a:cubicBezTo>
                  <a:pt x="230497" y="93536"/>
                  <a:pt x="213328" y="99727"/>
                  <a:pt x="210957" y="125730"/>
                </a:cubicBezTo>
                <a:lnTo>
                  <a:pt x="344133" y="12573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6" name="Graphic 192">
            <a:extLst>
              <a:ext uri="{FF2B5EF4-FFF2-40B4-BE49-F238E27FC236}">
                <a16:creationId xmlns:a16="http://schemas.microsoft.com/office/drawing/2014/main" id="{954ACFB1-E375-6D9F-0020-49638C8F799D}"/>
              </a:ext>
            </a:extLst>
          </p:cNvPr>
          <p:cNvSpPr/>
          <p:nvPr/>
        </p:nvSpPr>
        <p:spPr>
          <a:xfrm>
            <a:off x="3875983" y="3541283"/>
            <a:ext cx="477197" cy="394062"/>
          </a:xfrm>
          <a:custGeom>
            <a:avLst/>
            <a:gdLst>
              <a:gd name="connsiteX0" fmla="*/ 89258 w 357223"/>
              <a:gd name="connsiteY0" fmla="*/ 245745 h 294989"/>
              <a:gd name="connsiteX1" fmla="*/ 89258 w 357223"/>
              <a:gd name="connsiteY1" fmla="*/ 254889 h 294989"/>
              <a:gd name="connsiteX2" fmla="*/ 84705 w 357223"/>
              <a:gd name="connsiteY2" fmla="*/ 256794 h 294989"/>
              <a:gd name="connsiteX3" fmla="*/ 80152 w 357223"/>
              <a:gd name="connsiteY3" fmla="*/ 254889 h 294989"/>
              <a:gd name="connsiteX4" fmla="*/ 39554 w 357223"/>
              <a:gd name="connsiteY4" fmla="*/ 163449 h 294989"/>
              <a:gd name="connsiteX5" fmla="*/ 45625 w 357223"/>
              <a:gd name="connsiteY5" fmla="*/ 156686 h 294989"/>
              <a:gd name="connsiteX6" fmla="*/ 52360 w 357223"/>
              <a:gd name="connsiteY6" fmla="*/ 162782 h 294989"/>
              <a:gd name="connsiteX7" fmla="*/ 89164 w 357223"/>
              <a:gd name="connsiteY7" fmla="*/ 245840 h 294989"/>
              <a:gd name="connsiteX8" fmla="*/ 311503 w 357223"/>
              <a:gd name="connsiteY8" fmla="*/ 156686 h 294989"/>
              <a:gd name="connsiteX9" fmla="*/ 304768 w 357223"/>
              <a:gd name="connsiteY9" fmla="*/ 162782 h 294989"/>
              <a:gd name="connsiteX10" fmla="*/ 267965 w 357223"/>
              <a:gd name="connsiteY10" fmla="*/ 245840 h 294989"/>
              <a:gd name="connsiteX11" fmla="*/ 267965 w 357223"/>
              <a:gd name="connsiteY11" fmla="*/ 254984 h 294989"/>
              <a:gd name="connsiteX12" fmla="*/ 272518 w 357223"/>
              <a:gd name="connsiteY12" fmla="*/ 256889 h 294989"/>
              <a:gd name="connsiteX13" fmla="*/ 277071 w 357223"/>
              <a:gd name="connsiteY13" fmla="*/ 254984 h 294989"/>
              <a:gd name="connsiteX14" fmla="*/ 317669 w 357223"/>
              <a:gd name="connsiteY14" fmla="*/ 163544 h 294989"/>
              <a:gd name="connsiteX15" fmla="*/ 311598 w 357223"/>
              <a:gd name="connsiteY15" fmla="*/ 156782 h 294989"/>
              <a:gd name="connsiteX16" fmla="*/ 145223 w 357223"/>
              <a:gd name="connsiteY16" fmla="*/ 33718 h 294989"/>
              <a:gd name="connsiteX17" fmla="*/ 212000 w 357223"/>
              <a:gd name="connsiteY17" fmla="*/ 33718 h 294989"/>
              <a:gd name="connsiteX18" fmla="*/ 213708 w 357223"/>
              <a:gd name="connsiteY18" fmla="*/ 33909 h 294989"/>
              <a:gd name="connsiteX19" fmla="*/ 219873 w 357223"/>
              <a:gd name="connsiteY19" fmla="*/ 29147 h 294989"/>
              <a:gd name="connsiteX20" fmla="*/ 215415 w 357223"/>
              <a:gd name="connsiteY20" fmla="*/ 21241 h 294989"/>
              <a:gd name="connsiteX21" fmla="*/ 141903 w 357223"/>
              <a:gd name="connsiteY21" fmla="*/ 21241 h 294989"/>
              <a:gd name="connsiteX22" fmla="*/ 137445 w 357223"/>
              <a:gd name="connsiteY22" fmla="*/ 29147 h 294989"/>
              <a:gd name="connsiteX23" fmla="*/ 145318 w 357223"/>
              <a:gd name="connsiteY23" fmla="*/ 33623 h 294989"/>
              <a:gd name="connsiteX24" fmla="*/ 258290 w 357223"/>
              <a:gd name="connsiteY24" fmla="*/ 288608 h 294989"/>
              <a:gd name="connsiteX25" fmla="*/ 251934 w 357223"/>
              <a:gd name="connsiteY25" fmla="*/ 294989 h 294989"/>
              <a:gd name="connsiteX26" fmla="*/ 105384 w 357223"/>
              <a:gd name="connsiteY26" fmla="*/ 294989 h 294989"/>
              <a:gd name="connsiteX27" fmla="*/ 99028 w 357223"/>
              <a:gd name="connsiteY27" fmla="*/ 288608 h 294989"/>
              <a:gd name="connsiteX28" fmla="*/ 142472 w 357223"/>
              <a:gd name="connsiteY28" fmla="*/ 232315 h 294989"/>
              <a:gd name="connsiteX29" fmla="*/ 150155 w 357223"/>
              <a:gd name="connsiteY29" fmla="*/ 229362 h 294989"/>
              <a:gd name="connsiteX30" fmla="*/ 136686 w 357223"/>
              <a:gd name="connsiteY30" fmla="*/ 198692 h 294989"/>
              <a:gd name="connsiteX31" fmla="*/ 178706 w 357223"/>
              <a:gd name="connsiteY31" fmla="*/ 156496 h 294989"/>
              <a:gd name="connsiteX32" fmla="*/ 220727 w 357223"/>
              <a:gd name="connsiteY32" fmla="*/ 198692 h 294989"/>
              <a:gd name="connsiteX33" fmla="*/ 207258 w 357223"/>
              <a:gd name="connsiteY33" fmla="*/ 229362 h 294989"/>
              <a:gd name="connsiteX34" fmla="*/ 214941 w 357223"/>
              <a:gd name="connsiteY34" fmla="*/ 232315 h 294989"/>
              <a:gd name="connsiteX35" fmla="*/ 258384 w 357223"/>
              <a:gd name="connsiteY35" fmla="*/ 288608 h 294989"/>
              <a:gd name="connsiteX36" fmla="*/ 149301 w 357223"/>
              <a:gd name="connsiteY36" fmla="*/ 198692 h 294989"/>
              <a:gd name="connsiteX37" fmla="*/ 178517 w 357223"/>
              <a:gd name="connsiteY37" fmla="*/ 228028 h 294989"/>
              <a:gd name="connsiteX38" fmla="*/ 207732 w 357223"/>
              <a:gd name="connsiteY38" fmla="*/ 198692 h 294989"/>
              <a:gd name="connsiteX39" fmla="*/ 178517 w 357223"/>
              <a:gd name="connsiteY39" fmla="*/ 169355 h 294989"/>
              <a:gd name="connsiteX40" fmla="*/ 149301 w 357223"/>
              <a:gd name="connsiteY40" fmla="*/ 198692 h 294989"/>
              <a:gd name="connsiteX41" fmla="*/ 245200 w 357223"/>
              <a:gd name="connsiteY41" fmla="*/ 282226 h 294989"/>
              <a:gd name="connsiteX42" fmla="*/ 210483 w 357223"/>
              <a:gd name="connsiteY42" fmla="*/ 244507 h 294989"/>
              <a:gd name="connsiteX43" fmla="*/ 195401 w 357223"/>
              <a:gd name="connsiteY43" fmla="*/ 237363 h 294989"/>
              <a:gd name="connsiteX44" fmla="*/ 178612 w 357223"/>
              <a:gd name="connsiteY44" fmla="*/ 240983 h 294989"/>
              <a:gd name="connsiteX45" fmla="*/ 161822 w 357223"/>
              <a:gd name="connsiteY45" fmla="*/ 237363 h 294989"/>
              <a:gd name="connsiteX46" fmla="*/ 146740 w 357223"/>
              <a:gd name="connsiteY46" fmla="*/ 244507 h 294989"/>
              <a:gd name="connsiteX47" fmla="*/ 112024 w 357223"/>
              <a:gd name="connsiteY47" fmla="*/ 282226 h 294989"/>
              <a:gd name="connsiteX48" fmla="*/ 245200 w 357223"/>
              <a:gd name="connsiteY48" fmla="*/ 282226 h 294989"/>
              <a:gd name="connsiteX49" fmla="*/ 152906 w 357223"/>
              <a:gd name="connsiteY49" fmla="*/ 138589 h 294989"/>
              <a:gd name="connsiteX50" fmla="*/ 6355 w 357223"/>
              <a:gd name="connsiteY50" fmla="*/ 138589 h 294989"/>
              <a:gd name="connsiteX51" fmla="*/ 0 w 357223"/>
              <a:gd name="connsiteY51" fmla="*/ 132207 h 294989"/>
              <a:gd name="connsiteX52" fmla="*/ 43444 w 357223"/>
              <a:gd name="connsiteY52" fmla="*/ 75914 h 294989"/>
              <a:gd name="connsiteX53" fmla="*/ 51032 w 357223"/>
              <a:gd name="connsiteY53" fmla="*/ 72962 h 294989"/>
              <a:gd name="connsiteX54" fmla="*/ 37563 w 357223"/>
              <a:gd name="connsiteY54" fmla="*/ 42196 h 294989"/>
              <a:gd name="connsiteX55" fmla="*/ 79583 w 357223"/>
              <a:gd name="connsiteY55" fmla="*/ 0 h 294989"/>
              <a:gd name="connsiteX56" fmla="*/ 121604 w 357223"/>
              <a:gd name="connsiteY56" fmla="*/ 42196 h 294989"/>
              <a:gd name="connsiteX57" fmla="*/ 108134 w 357223"/>
              <a:gd name="connsiteY57" fmla="*/ 72962 h 294989"/>
              <a:gd name="connsiteX58" fmla="*/ 115723 w 357223"/>
              <a:gd name="connsiteY58" fmla="*/ 75914 h 294989"/>
              <a:gd name="connsiteX59" fmla="*/ 159166 w 357223"/>
              <a:gd name="connsiteY59" fmla="*/ 132207 h 294989"/>
              <a:gd name="connsiteX60" fmla="*/ 152811 w 357223"/>
              <a:gd name="connsiteY60" fmla="*/ 138589 h 294989"/>
              <a:gd name="connsiteX61" fmla="*/ 50368 w 357223"/>
              <a:gd name="connsiteY61" fmla="*/ 42196 h 294989"/>
              <a:gd name="connsiteX62" fmla="*/ 79583 w 357223"/>
              <a:gd name="connsiteY62" fmla="*/ 71533 h 294989"/>
              <a:gd name="connsiteX63" fmla="*/ 108798 w 357223"/>
              <a:gd name="connsiteY63" fmla="*/ 42196 h 294989"/>
              <a:gd name="connsiteX64" fmla="*/ 79583 w 357223"/>
              <a:gd name="connsiteY64" fmla="*/ 12859 h 294989"/>
              <a:gd name="connsiteX65" fmla="*/ 50368 w 357223"/>
              <a:gd name="connsiteY65" fmla="*/ 42196 h 294989"/>
              <a:gd name="connsiteX66" fmla="*/ 146171 w 357223"/>
              <a:gd name="connsiteY66" fmla="*/ 125730 h 294989"/>
              <a:gd name="connsiteX67" fmla="*/ 111454 w 357223"/>
              <a:gd name="connsiteY67" fmla="*/ 88011 h 294989"/>
              <a:gd name="connsiteX68" fmla="*/ 96372 w 357223"/>
              <a:gd name="connsiteY68" fmla="*/ 80867 h 294989"/>
              <a:gd name="connsiteX69" fmla="*/ 79583 w 357223"/>
              <a:gd name="connsiteY69" fmla="*/ 84487 h 294989"/>
              <a:gd name="connsiteX70" fmla="*/ 62794 w 357223"/>
              <a:gd name="connsiteY70" fmla="*/ 80867 h 294989"/>
              <a:gd name="connsiteX71" fmla="*/ 47712 w 357223"/>
              <a:gd name="connsiteY71" fmla="*/ 88011 h 294989"/>
              <a:gd name="connsiteX72" fmla="*/ 12995 w 357223"/>
              <a:gd name="connsiteY72" fmla="*/ 125730 h 294989"/>
              <a:gd name="connsiteX73" fmla="*/ 146171 w 357223"/>
              <a:gd name="connsiteY73" fmla="*/ 125730 h 294989"/>
              <a:gd name="connsiteX74" fmla="*/ 357223 w 357223"/>
              <a:gd name="connsiteY74" fmla="*/ 132207 h 294989"/>
              <a:gd name="connsiteX75" fmla="*/ 350868 w 357223"/>
              <a:gd name="connsiteY75" fmla="*/ 138589 h 294989"/>
              <a:gd name="connsiteX76" fmla="*/ 204317 w 357223"/>
              <a:gd name="connsiteY76" fmla="*/ 138589 h 294989"/>
              <a:gd name="connsiteX77" fmla="*/ 197962 w 357223"/>
              <a:gd name="connsiteY77" fmla="*/ 132207 h 294989"/>
              <a:gd name="connsiteX78" fmla="*/ 241405 w 357223"/>
              <a:gd name="connsiteY78" fmla="*/ 75914 h 294989"/>
              <a:gd name="connsiteX79" fmla="*/ 248994 w 357223"/>
              <a:gd name="connsiteY79" fmla="*/ 72962 h 294989"/>
              <a:gd name="connsiteX80" fmla="*/ 235524 w 357223"/>
              <a:gd name="connsiteY80" fmla="*/ 42196 h 294989"/>
              <a:gd name="connsiteX81" fmla="*/ 277545 w 357223"/>
              <a:gd name="connsiteY81" fmla="*/ 0 h 294989"/>
              <a:gd name="connsiteX82" fmla="*/ 319566 w 357223"/>
              <a:gd name="connsiteY82" fmla="*/ 42196 h 294989"/>
              <a:gd name="connsiteX83" fmla="*/ 306096 w 357223"/>
              <a:gd name="connsiteY83" fmla="*/ 72962 h 294989"/>
              <a:gd name="connsiteX84" fmla="*/ 313685 w 357223"/>
              <a:gd name="connsiteY84" fmla="*/ 75914 h 294989"/>
              <a:gd name="connsiteX85" fmla="*/ 357128 w 357223"/>
              <a:gd name="connsiteY85" fmla="*/ 132207 h 294989"/>
              <a:gd name="connsiteX86" fmla="*/ 248330 w 357223"/>
              <a:gd name="connsiteY86" fmla="*/ 42196 h 294989"/>
              <a:gd name="connsiteX87" fmla="*/ 277545 w 357223"/>
              <a:gd name="connsiteY87" fmla="*/ 71533 h 294989"/>
              <a:gd name="connsiteX88" fmla="*/ 306760 w 357223"/>
              <a:gd name="connsiteY88" fmla="*/ 42196 h 294989"/>
              <a:gd name="connsiteX89" fmla="*/ 277545 w 357223"/>
              <a:gd name="connsiteY89" fmla="*/ 12859 h 294989"/>
              <a:gd name="connsiteX90" fmla="*/ 248330 w 357223"/>
              <a:gd name="connsiteY90" fmla="*/ 42196 h 294989"/>
              <a:gd name="connsiteX91" fmla="*/ 344133 w 357223"/>
              <a:gd name="connsiteY91" fmla="*/ 125730 h 294989"/>
              <a:gd name="connsiteX92" fmla="*/ 309416 w 357223"/>
              <a:gd name="connsiteY92" fmla="*/ 88011 h 294989"/>
              <a:gd name="connsiteX93" fmla="*/ 294334 w 357223"/>
              <a:gd name="connsiteY93" fmla="*/ 80867 h 294989"/>
              <a:gd name="connsiteX94" fmla="*/ 277545 w 357223"/>
              <a:gd name="connsiteY94" fmla="*/ 84487 h 294989"/>
              <a:gd name="connsiteX95" fmla="*/ 260756 w 357223"/>
              <a:gd name="connsiteY95" fmla="*/ 80867 h 294989"/>
              <a:gd name="connsiteX96" fmla="*/ 245674 w 357223"/>
              <a:gd name="connsiteY96" fmla="*/ 88011 h 294989"/>
              <a:gd name="connsiteX97" fmla="*/ 210957 w 357223"/>
              <a:gd name="connsiteY97" fmla="*/ 125730 h 294989"/>
              <a:gd name="connsiteX98" fmla="*/ 344133 w 357223"/>
              <a:gd name="connsiteY98" fmla="*/ 125730 h 294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357223" h="294989">
                <a:moveTo>
                  <a:pt x="89258" y="245745"/>
                </a:moveTo>
                <a:cubicBezTo>
                  <a:pt x="91725" y="248222"/>
                  <a:pt x="91725" y="252317"/>
                  <a:pt x="89258" y="254889"/>
                </a:cubicBezTo>
                <a:cubicBezTo>
                  <a:pt x="88025" y="256127"/>
                  <a:pt x="86413" y="256794"/>
                  <a:pt x="84705" y="256794"/>
                </a:cubicBezTo>
                <a:cubicBezTo>
                  <a:pt x="82998" y="256794"/>
                  <a:pt x="81385" y="256127"/>
                  <a:pt x="80152" y="254889"/>
                </a:cubicBezTo>
                <a:cubicBezTo>
                  <a:pt x="55775" y="230410"/>
                  <a:pt x="41357" y="197930"/>
                  <a:pt x="39554" y="163449"/>
                </a:cubicBezTo>
                <a:cubicBezTo>
                  <a:pt x="39365" y="159925"/>
                  <a:pt x="42116" y="156877"/>
                  <a:pt x="45625" y="156686"/>
                </a:cubicBezTo>
                <a:cubicBezTo>
                  <a:pt x="49230" y="156305"/>
                  <a:pt x="52170" y="159258"/>
                  <a:pt x="52360" y="162782"/>
                </a:cubicBezTo>
                <a:cubicBezTo>
                  <a:pt x="53972" y="194120"/>
                  <a:pt x="67062" y="223552"/>
                  <a:pt x="89164" y="245840"/>
                </a:cubicBezTo>
                <a:close/>
                <a:moveTo>
                  <a:pt x="311503" y="156686"/>
                </a:moveTo>
                <a:cubicBezTo>
                  <a:pt x="307994" y="156401"/>
                  <a:pt x="304958" y="159258"/>
                  <a:pt x="304768" y="162782"/>
                </a:cubicBezTo>
                <a:cubicBezTo>
                  <a:pt x="303156" y="194120"/>
                  <a:pt x="290066" y="223552"/>
                  <a:pt x="267965" y="245840"/>
                </a:cubicBezTo>
                <a:cubicBezTo>
                  <a:pt x="265499" y="248317"/>
                  <a:pt x="265499" y="252413"/>
                  <a:pt x="267965" y="254984"/>
                </a:cubicBezTo>
                <a:cubicBezTo>
                  <a:pt x="269198" y="256222"/>
                  <a:pt x="270810" y="256889"/>
                  <a:pt x="272518" y="256889"/>
                </a:cubicBezTo>
                <a:cubicBezTo>
                  <a:pt x="274225" y="256889"/>
                  <a:pt x="275838" y="256222"/>
                  <a:pt x="277071" y="254984"/>
                </a:cubicBezTo>
                <a:cubicBezTo>
                  <a:pt x="301449" y="230505"/>
                  <a:pt x="315867" y="198025"/>
                  <a:pt x="317669" y="163544"/>
                </a:cubicBezTo>
                <a:cubicBezTo>
                  <a:pt x="317858" y="160020"/>
                  <a:pt x="315108" y="156972"/>
                  <a:pt x="311598" y="156782"/>
                </a:cubicBezTo>
                <a:close/>
                <a:moveTo>
                  <a:pt x="145223" y="33718"/>
                </a:moveTo>
                <a:cubicBezTo>
                  <a:pt x="166850" y="27813"/>
                  <a:pt x="190374" y="27813"/>
                  <a:pt x="212000" y="33718"/>
                </a:cubicBezTo>
                <a:cubicBezTo>
                  <a:pt x="212570" y="33909"/>
                  <a:pt x="213139" y="33909"/>
                  <a:pt x="213708" y="33909"/>
                </a:cubicBezTo>
                <a:cubicBezTo>
                  <a:pt x="216553" y="33909"/>
                  <a:pt x="219115" y="32004"/>
                  <a:pt x="219873" y="29147"/>
                </a:cubicBezTo>
                <a:cubicBezTo>
                  <a:pt x="220822" y="25718"/>
                  <a:pt x="218830" y="22193"/>
                  <a:pt x="215415" y="21241"/>
                </a:cubicBezTo>
                <a:cubicBezTo>
                  <a:pt x="191607" y="14669"/>
                  <a:pt x="165711" y="14669"/>
                  <a:pt x="141903" y="21241"/>
                </a:cubicBezTo>
                <a:cubicBezTo>
                  <a:pt x="138488" y="22193"/>
                  <a:pt x="136496" y="25718"/>
                  <a:pt x="137445" y="29147"/>
                </a:cubicBezTo>
                <a:cubicBezTo>
                  <a:pt x="138393" y="32576"/>
                  <a:pt x="141903" y="34576"/>
                  <a:pt x="145318" y="33623"/>
                </a:cubicBezTo>
                <a:close/>
                <a:moveTo>
                  <a:pt x="258290" y="288608"/>
                </a:moveTo>
                <a:cubicBezTo>
                  <a:pt x="258290" y="292132"/>
                  <a:pt x="255444" y="294989"/>
                  <a:pt x="251934" y="294989"/>
                </a:cubicBezTo>
                <a:lnTo>
                  <a:pt x="105384" y="294989"/>
                </a:lnTo>
                <a:cubicBezTo>
                  <a:pt x="101874" y="294989"/>
                  <a:pt x="99028" y="292132"/>
                  <a:pt x="99028" y="288608"/>
                </a:cubicBezTo>
                <a:cubicBezTo>
                  <a:pt x="99028" y="248031"/>
                  <a:pt x="126252" y="238220"/>
                  <a:pt x="142472" y="232315"/>
                </a:cubicBezTo>
                <a:cubicBezTo>
                  <a:pt x="145033" y="231362"/>
                  <a:pt x="147784" y="230410"/>
                  <a:pt x="150155" y="229362"/>
                </a:cubicBezTo>
                <a:cubicBezTo>
                  <a:pt x="141903" y="221647"/>
                  <a:pt x="136686" y="210788"/>
                  <a:pt x="136686" y="198692"/>
                </a:cubicBezTo>
                <a:cubicBezTo>
                  <a:pt x="136686" y="175451"/>
                  <a:pt x="155562" y="156496"/>
                  <a:pt x="178706" y="156496"/>
                </a:cubicBezTo>
                <a:cubicBezTo>
                  <a:pt x="201851" y="156496"/>
                  <a:pt x="220727" y="175451"/>
                  <a:pt x="220727" y="198692"/>
                </a:cubicBezTo>
                <a:cubicBezTo>
                  <a:pt x="220727" y="210788"/>
                  <a:pt x="215510" y="221742"/>
                  <a:pt x="207258" y="229362"/>
                </a:cubicBezTo>
                <a:cubicBezTo>
                  <a:pt x="209534" y="230410"/>
                  <a:pt x="212285" y="231362"/>
                  <a:pt x="214941" y="232315"/>
                </a:cubicBezTo>
                <a:cubicBezTo>
                  <a:pt x="231161" y="238220"/>
                  <a:pt x="258384" y="248031"/>
                  <a:pt x="258384" y="288608"/>
                </a:cubicBezTo>
                <a:close/>
                <a:moveTo>
                  <a:pt x="149301" y="198692"/>
                </a:moveTo>
                <a:cubicBezTo>
                  <a:pt x="149301" y="214884"/>
                  <a:pt x="162391" y="228028"/>
                  <a:pt x="178517" y="228028"/>
                </a:cubicBezTo>
                <a:cubicBezTo>
                  <a:pt x="194642" y="228028"/>
                  <a:pt x="207732" y="214884"/>
                  <a:pt x="207732" y="198692"/>
                </a:cubicBezTo>
                <a:cubicBezTo>
                  <a:pt x="207732" y="182499"/>
                  <a:pt x="194642" y="169355"/>
                  <a:pt x="178517" y="169355"/>
                </a:cubicBezTo>
                <a:cubicBezTo>
                  <a:pt x="162391" y="169355"/>
                  <a:pt x="149301" y="182499"/>
                  <a:pt x="149301" y="198692"/>
                </a:cubicBezTo>
                <a:close/>
                <a:moveTo>
                  <a:pt x="245200" y="282226"/>
                </a:moveTo>
                <a:cubicBezTo>
                  <a:pt x="242828" y="256127"/>
                  <a:pt x="225754" y="249936"/>
                  <a:pt x="210483" y="244507"/>
                </a:cubicBezTo>
                <a:cubicBezTo>
                  <a:pt x="204602" y="242411"/>
                  <a:pt x="199290" y="240411"/>
                  <a:pt x="195401" y="237363"/>
                </a:cubicBezTo>
                <a:cubicBezTo>
                  <a:pt x="190279" y="239649"/>
                  <a:pt x="184587" y="240983"/>
                  <a:pt x="178612" y="240983"/>
                </a:cubicBezTo>
                <a:cubicBezTo>
                  <a:pt x="172636" y="240983"/>
                  <a:pt x="166944" y="239649"/>
                  <a:pt x="161822" y="237363"/>
                </a:cubicBezTo>
                <a:cubicBezTo>
                  <a:pt x="157933" y="240411"/>
                  <a:pt x="152621" y="242411"/>
                  <a:pt x="146740" y="244507"/>
                </a:cubicBezTo>
                <a:cubicBezTo>
                  <a:pt x="131564" y="250031"/>
                  <a:pt x="114395" y="256222"/>
                  <a:pt x="112024" y="282226"/>
                </a:cubicBezTo>
                <a:lnTo>
                  <a:pt x="245200" y="282226"/>
                </a:lnTo>
                <a:close/>
                <a:moveTo>
                  <a:pt x="152906" y="138589"/>
                </a:moveTo>
                <a:lnTo>
                  <a:pt x="6355" y="138589"/>
                </a:lnTo>
                <a:cubicBezTo>
                  <a:pt x="2846" y="138589"/>
                  <a:pt x="0" y="135731"/>
                  <a:pt x="0" y="132207"/>
                </a:cubicBezTo>
                <a:cubicBezTo>
                  <a:pt x="0" y="91630"/>
                  <a:pt x="27223" y="81820"/>
                  <a:pt x="43444" y="75914"/>
                </a:cubicBezTo>
                <a:cubicBezTo>
                  <a:pt x="46005" y="74962"/>
                  <a:pt x="48755" y="74009"/>
                  <a:pt x="51032" y="72962"/>
                </a:cubicBezTo>
                <a:cubicBezTo>
                  <a:pt x="42780" y="65246"/>
                  <a:pt x="37563" y="54388"/>
                  <a:pt x="37563" y="42196"/>
                </a:cubicBezTo>
                <a:cubicBezTo>
                  <a:pt x="37563" y="18955"/>
                  <a:pt x="56439" y="0"/>
                  <a:pt x="79583" y="0"/>
                </a:cubicBezTo>
                <a:cubicBezTo>
                  <a:pt x="102728" y="0"/>
                  <a:pt x="121604" y="18955"/>
                  <a:pt x="121604" y="42196"/>
                </a:cubicBezTo>
                <a:cubicBezTo>
                  <a:pt x="121604" y="54293"/>
                  <a:pt x="116387" y="65246"/>
                  <a:pt x="108134" y="72962"/>
                </a:cubicBezTo>
                <a:cubicBezTo>
                  <a:pt x="110411" y="74009"/>
                  <a:pt x="113162" y="74962"/>
                  <a:pt x="115723" y="75914"/>
                </a:cubicBezTo>
                <a:cubicBezTo>
                  <a:pt x="131943" y="81820"/>
                  <a:pt x="159166" y="91630"/>
                  <a:pt x="159166" y="132207"/>
                </a:cubicBezTo>
                <a:cubicBezTo>
                  <a:pt x="159166" y="135731"/>
                  <a:pt x="156321" y="138589"/>
                  <a:pt x="152811" y="138589"/>
                </a:cubicBezTo>
                <a:close/>
                <a:moveTo>
                  <a:pt x="50368" y="42196"/>
                </a:moveTo>
                <a:cubicBezTo>
                  <a:pt x="50368" y="58388"/>
                  <a:pt x="63458" y="71533"/>
                  <a:pt x="79583" y="71533"/>
                </a:cubicBezTo>
                <a:cubicBezTo>
                  <a:pt x="95709" y="71533"/>
                  <a:pt x="108798" y="58388"/>
                  <a:pt x="108798" y="42196"/>
                </a:cubicBezTo>
                <a:cubicBezTo>
                  <a:pt x="108798" y="26003"/>
                  <a:pt x="95709" y="12859"/>
                  <a:pt x="79583" y="12859"/>
                </a:cubicBezTo>
                <a:cubicBezTo>
                  <a:pt x="63458" y="12859"/>
                  <a:pt x="50368" y="26003"/>
                  <a:pt x="50368" y="42196"/>
                </a:cubicBezTo>
                <a:close/>
                <a:moveTo>
                  <a:pt x="146171" y="125730"/>
                </a:moveTo>
                <a:cubicBezTo>
                  <a:pt x="143800" y="99632"/>
                  <a:pt x="126726" y="93440"/>
                  <a:pt x="111454" y="88011"/>
                </a:cubicBezTo>
                <a:cubicBezTo>
                  <a:pt x="105573" y="85916"/>
                  <a:pt x="100261" y="83915"/>
                  <a:pt x="96372" y="80867"/>
                </a:cubicBezTo>
                <a:cubicBezTo>
                  <a:pt x="91250" y="83153"/>
                  <a:pt x="85559" y="84487"/>
                  <a:pt x="79583" y="84487"/>
                </a:cubicBezTo>
                <a:cubicBezTo>
                  <a:pt x="73607" y="84487"/>
                  <a:pt x="67916" y="83153"/>
                  <a:pt x="62794" y="80867"/>
                </a:cubicBezTo>
                <a:cubicBezTo>
                  <a:pt x="58905" y="83915"/>
                  <a:pt x="53593" y="85916"/>
                  <a:pt x="47712" y="88011"/>
                </a:cubicBezTo>
                <a:cubicBezTo>
                  <a:pt x="32535" y="93536"/>
                  <a:pt x="15366" y="99727"/>
                  <a:pt x="12995" y="125730"/>
                </a:cubicBezTo>
                <a:lnTo>
                  <a:pt x="146171" y="125730"/>
                </a:lnTo>
                <a:close/>
                <a:moveTo>
                  <a:pt x="357223" y="132207"/>
                </a:moveTo>
                <a:cubicBezTo>
                  <a:pt x="357223" y="135731"/>
                  <a:pt x="354378" y="138589"/>
                  <a:pt x="350868" y="138589"/>
                </a:cubicBezTo>
                <a:lnTo>
                  <a:pt x="204317" y="138589"/>
                </a:lnTo>
                <a:cubicBezTo>
                  <a:pt x="200808" y="138589"/>
                  <a:pt x="197962" y="135731"/>
                  <a:pt x="197962" y="132207"/>
                </a:cubicBezTo>
                <a:cubicBezTo>
                  <a:pt x="197962" y="91630"/>
                  <a:pt x="225185" y="81820"/>
                  <a:pt x="241405" y="75914"/>
                </a:cubicBezTo>
                <a:cubicBezTo>
                  <a:pt x="243966" y="74962"/>
                  <a:pt x="246717" y="74009"/>
                  <a:pt x="248994" y="72962"/>
                </a:cubicBezTo>
                <a:cubicBezTo>
                  <a:pt x="240741" y="65246"/>
                  <a:pt x="235524" y="54388"/>
                  <a:pt x="235524" y="42196"/>
                </a:cubicBezTo>
                <a:cubicBezTo>
                  <a:pt x="235524" y="18955"/>
                  <a:pt x="254401" y="0"/>
                  <a:pt x="277545" y="0"/>
                </a:cubicBezTo>
                <a:cubicBezTo>
                  <a:pt x="300690" y="0"/>
                  <a:pt x="319566" y="18955"/>
                  <a:pt x="319566" y="42196"/>
                </a:cubicBezTo>
                <a:cubicBezTo>
                  <a:pt x="319566" y="54293"/>
                  <a:pt x="314349" y="65246"/>
                  <a:pt x="306096" y="72962"/>
                </a:cubicBezTo>
                <a:cubicBezTo>
                  <a:pt x="308373" y="74009"/>
                  <a:pt x="311124" y="74962"/>
                  <a:pt x="313685" y="75914"/>
                </a:cubicBezTo>
                <a:cubicBezTo>
                  <a:pt x="329905" y="81820"/>
                  <a:pt x="357128" y="91630"/>
                  <a:pt x="357128" y="132207"/>
                </a:cubicBezTo>
                <a:close/>
                <a:moveTo>
                  <a:pt x="248330" y="42196"/>
                </a:moveTo>
                <a:cubicBezTo>
                  <a:pt x="248330" y="58388"/>
                  <a:pt x="261420" y="71533"/>
                  <a:pt x="277545" y="71533"/>
                </a:cubicBezTo>
                <a:cubicBezTo>
                  <a:pt x="293670" y="71533"/>
                  <a:pt x="306760" y="58388"/>
                  <a:pt x="306760" y="42196"/>
                </a:cubicBezTo>
                <a:cubicBezTo>
                  <a:pt x="306760" y="26003"/>
                  <a:pt x="293670" y="12859"/>
                  <a:pt x="277545" y="12859"/>
                </a:cubicBezTo>
                <a:cubicBezTo>
                  <a:pt x="261420" y="12859"/>
                  <a:pt x="248330" y="26003"/>
                  <a:pt x="248330" y="42196"/>
                </a:cubicBezTo>
                <a:close/>
                <a:moveTo>
                  <a:pt x="344133" y="125730"/>
                </a:moveTo>
                <a:cubicBezTo>
                  <a:pt x="341762" y="99632"/>
                  <a:pt x="324688" y="93440"/>
                  <a:pt x="309416" y="88011"/>
                </a:cubicBezTo>
                <a:cubicBezTo>
                  <a:pt x="303535" y="85916"/>
                  <a:pt x="298224" y="83915"/>
                  <a:pt x="294334" y="80867"/>
                </a:cubicBezTo>
                <a:cubicBezTo>
                  <a:pt x="289212" y="83153"/>
                  <a:pt x="283521" y="84487"/>
                  <a:pt x="277545" y="84487"/>
                </a:cubicBezTo>
                <a:cubicBezTo>
                  <a:pt x="271569" y="84487"/>
                  <a:pt x="265878" y="83153"/>
                  <a:pt x="260756" y="80867"/>
                </a:cubicBezTo>
                <a:cubicBezTo>
                  <a:pt x="256867" y="83915"/>
                  <a:pt x="251555" y="85916"/>
                  <a:pt x="245674" y="88011"/>
                </a:cubicBezTo>
                <a:cubicBezTo>
                  <a:pt x="230497" y="93536"/>
                  <a:pt x="213328" y="99727"/>
                  <a:pt x="210957" y="125730"/>
                </a:cubicBezTo>
                <a:lnTo>
                  <a:pt x="344133" y="12573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7" name="Graphic 192">
            <a:extLst>
              <a:ext uri="{FF2B5EF4-FFF2-40B4-BE49-F238E27FC236}">
                <a16:creationId xmlns:a16="http://schemas.microsoft.com/office/drawing/2014/main" id="{11C72BC2-1951-F96E-6002-8544B7960F2E}"/>
              </a:ext>
            </a:extLst>
          </p:cNvPr>
          <p:cNvSpPr/>
          <p:nvPr/>
        </p:nvSpPr>
        <p:spPr>
          <a:xfrm>
            <a:off x="4555433" y="3541283"/>
            <a:ext cx="477197" cy="394062"/>
          </a:xfrm>
          <a:custGeom>
            <a:avLst/>
            <a:gdLst>
              <a:gd name="connsiteX0" fmla="*/ 89258 w 357223"/>
              <a:gd name="connsiteY0" fmla="*/ 245745 h 294989"/>
              <a:gd name="connsiteX1" fmla="*/ 89258 w 357223"/>
              <a:gd name="connsiteY1" fmla="*/ 254889 h 294989"/>
              <a:gd name="connsiteX2" fmla="*/ 84705 w 357223"/>
              <a:gd name="connsiteY2" fmla="*/ 256794 h 294989"/>
              <a:gd name="connsiteX3" fmla="*/ 80152 w 357223"/>
              <a:gd name="connsiteY3" fmla="*/ 254889 h 294989"/>
              <a:gd name="connsiteX4" fmla="*/ 39554 w 357223"/>
              <a:gd name="connsiteY4" fmla="*/ 163449 h 294989"/>
              <a:gd name="connsiteX5" fmla="*/ 45625 w 357223"/>
              <a:gd name="connsiteY5" fmla="*/ 156686 h 294989"/>
              <a:gd name="connsiteX6" fmla="*/ 52360 w 357223"/>
              <a:gd name="connsiteY6" fmla="*/ 162782 h 294989"/>
              <a:gd name="connsiteX7" fmla="*/ 89164 w 357223"/>
              <a:gd name="connsiteY7" fmla="*/ 245840 h 294989"/>
              <a:gd name="connsiteX8" fmla="*/ 311503 w 357223"/>
              <a:gd name="connsiteY8" fmla="*/ 156686 h 294989"/>
              <a:gd name="connsiteX9" fmla="*/ 304768 w 357223"/>
              <a:gd name="connsiteY9" fmla="*/ 162782 h 294989"/>
              <a:gd name="connsiteX10" fmla="*/ 267965 w 357223"/>
              <a:gd name="connsiteY10" fmla="*/ 245840 h 294989"/>
              <a:gd name="connsiteX11" fmla="*/ 267965 w 357223"/>
              <a:gd name="connsiteY11" fmla="*/ 254984 h 294989"/>
              <a:gd name="connsiteX12" fmla="*/ 272518 w 357223"/>
              <a:gd name="connsiteY12" fmla="*/ 256889 h 294989"/>
              <a:gd name="connsiteX13" fmla="*/ 277071 w 357223"/>
              <a:gd name="connsiteY13" fmla="*/ 254984 h 294989"/>
              <a:gd name="connsiteX14" fmla="*/ 317669 w 357223"/>
              <a:gd name="connsiteY14" fmla="*/ 163544 h 294989"/>
              <a:gd name="connsiteX15" fmla="*/ 311598 w 357223"/>
              <a:gd name="connsiteY15" fmla="*/ 156782 h 294989"/>
              <a:gd name="connsiteX16" fmla="*/ 145223 w 357223"/>
              <a:gd name="connsiteY16" fmla="*/ 33718 h 294989"/>
              <a:gd name="connsiteX17" fmla="*/ 212000 w 357223"/>
              <a:gd name="connsiteY17" fmla="*/ 33718 h 294989"/>
              <a:gd name="connsiteX18" fmla="*/ 213708 w 357223"/>
              <a:gd name="connsiteY18" fmla="*/ 33909 h 294989"/>
              <a:gd name="connsiteX19" fmla="*/ 219873 w 357223"/>
              <a:gd name="connsiteY19" fmla="*/ 29147 h 294989"/>
              <a:gd name="connsiteX20" fmla="*/ 215415 w 357223"/>
              <a:gd name="connsiteY20" fmla="*/ 21241 h 294989"/>
              <a:gd name="connsiteX21" fmla="*/ 141903 w 357223"/>
              <a:gd name="connsiteY21" fmla="*/ 21241 h 294989"/>
              <a:gd name="connsiteX22" fmla="*/ 137445 w 357223"/>
              <a:gd name="connsiteY22" fmla="*/ 29147 h 294989"/>
              <a:gd name="connsiteX23" fmla="*/ 145318 w 357223"/>
              <a:gd name="connsiteY23" fmla="*/ 33623 h 294989"/>
              <a:gd name="connsiteX24" fmla="*/ 258290 w 357223"/>
              <a:gd name="connsiteY24" fmla="*/ 288608 h 294989"/>
              <a:gd name="connsiteX25" fmla="*/ 251934 w 357223"/>
              <a:gd name="connsiteY25" fmla="*/ 294989 h 294989"/>
              <a:gd name="connsiteX26" fmla="*/ 105384 w 357223"/>
              <a:gd name="connsiteY26" fmla="*/ 294989 h 294989"/>
              <a:gd name="connsiteX27" fmla="*/ 99028 w 357223"/>
              <a:gd name="connsiteY27" fmla="*/ 288608 h 294989"/>
              <a:gd name="connsiteX28" fmla="*/ 142472 w 357223"/>
              <a:gd name="connsiteY28" fmla="*/ 232315 h 294989"/>
              <a:gd name="connsiteX29" fmla="*/ 150155 w 357223"/>
              <a:gd name="connsiteY29" fmla="*/ 229362 h 294989"/>
              <a:gd name="connsiteX30" fmla="*/ 136686 w 357223"/>
              <a:gd name="connsiteY30" fmla="*/ 198692 h 294989"/>
              <a:gd name="connsiteX31" fmla="*/ 178706 w 357223"/>
              <a:gd name="connsiteY31" fmla="*/ 156496 h 294989"/>
              <a:gd name="connsiteX32" fmla="*/ 220727 w 357223"/>
              <a:gd name="connsiteY32" fmla="*/ 198692 h 294989"/>
              <a:gd name="connsiteX33" fmla="*/ 207258 w 357223"/>
              <a:gd name="connsiteY33" fmla="*/ 229362 h 294989"/>
              <a:gd name="connsiteX34" fmla="*/ 214941 w 357223"/>
              <a:gd name="connsiteY34" fmla="*/ 232315 h 294989"/>
              <a:gd name="connsiteX35" fmla="*/ 258384 w 357223"/>
              <a:gd name="connsiteY35" fmla="*/ 288608 h 294989"/>
              <a:gd name="connsiteX36" fmla="*/ 149301 w 357223"/>
              <a:gd name="connsiteY36" fmla="*/ 198692 h 294989"/>
              <a:gd name="connsiteX37" fmla="*/ 178517 w 357223"/>
              <a:gd name="connsiteY37" fmla="*/ 228028 h 294989"/>
              <a:gd name="connsiteX38" fmla="*/ 207732 w 357223"/>
              <a:gd name="connsiteY38" fmla="*/ 198692 h 294989"/>
              <a:gd name="connsiteX39" fmla="*/ 178517 w 357223"/>
              <a:gd name="connsiteY39" fmla="*/ 169355 h 294989"/>
              <a:gd name="connsiteX40" fmla="*/ 149301 w 357223"/>
              <a:gd name="connsiteY40" fmla="*/ 198692 h 294989"/>
              <a:gd name="connsiteX41" fmla="*/ 245200 w 357223"/>
              <a:gd name="connsiteY41" fmla="*/ 282226 h 294989"/>
              <a:gd name="connsiteX42" fmla="*/ 210483 w 357223"/>
              <a:gd name="connsiteY42" fmla="*/ 244507 h 294989"/>
              <a:gd name="connsiteX43" fmla="*/ 195401 w 357223"/>
              <a:gd name="connsiteY43" fmla="*/ 237363 h 294989"/>
              <a:gd name="connsiteX44" fmla="*/ 178612 w 357223"/>
              <a:gd name="connsiteY44" fmla="*/ 240983 h 294989"/>
              <a:gd name="connsiteX45" fmla="*/ 161822 w 357223"/>
              <a:gd name="connsiteY45" fmla="*/ 237363 h 294989"/>
              <a:gd name="connsiteX46" fmla="*/ 146740 w 357223"/>
              <a:gd name="connsiteY46" fmla="*/ 244507 h 294989"/>
              <a:gd name="connsiteX47" fmla="*/ 112024 w 357223"/>
              <a:gd name="connsiteY47" fmla="*/ 282226 h 294989"/>
              <a:gd name="connsiteX48" fmla="*/ 245200 w 357223"/>
              <a:gd name="connsiteY48" fmla="*/ 282226 h 294989"/>
              <a:gd name="connsiteX49" fmla="*/ 152906 w 357223"/>
              <a:gd name="connsiteY49" fmla="*/ 138589 h 294989"/>
              <a:gd name="connsiteX50" fmla="*/ 6355 w 357223"/>
              <a:gd name="connsiteY50" fmla="*/ 138589 h 294989"/>
              <a:gd name="connsiteX51" fmla="*/ 0 w 357223"/>
              <a:gd name="connsiteY51" fmla="*/ 132207 h 294989"/>
              <a:gd name="connsiteX52" fmla="*/ 43444 w 357223"/>
              <a:gd name="connsiteY52" fmla="*/ 75914 h 294989"/>
              <a:gd name="connsiteX53" fmla="*/ 51032 w 357223"/>
              <a:gd name="connsiteY53" fmla="*/ 72962 h 294989"/>
              <a:gd name="connsiteX54" fmla="*/ 37563 w 357223"/>
              <a:gd name="connsiteY54" fmla="*/ 42196 h 294989"/>
              <a:gd name="connsiteX55" fmla="*/ 79583 w 357223"/>
              <a:gd name="connsiteY55" fmla="*/ 0 h 294989"/>
              <a:gd name="connsiteX56" fmla="*/ 121604 w 357223"/>
              <a:gd name="connsiteY56" fmla="*/ 42196 h 294989"/>
              <a:gd name="connsiteX57" fmla="*/ 108134 w 357223"/>
              <a:gd name="connsiteY57" fmla="*/ 72962 h 294989"/>
              <a:gd name="connsiteX58" fmla="*/ 115723 w 357223"/>
              <a:gd name="connsiteY58" fmla="*/ 75914 h 294989"/>
              <a:gd name="connsiteX59" fmla="*/ 159166 w 357223"/>
              <a:gd name="connsiteY59" fmla="*/ 132207 h 294989"/>
              <a:gd name="connsiteX60" fmla="*/ 152811 w 357223"/>
              <a:gd name="connsiteY60" fmla="*/ 138589 h 294989"/>
              <a:gd name="connsiteX61" fmla="*/ 50368 w 357223"/>
              <a:gd name="connsiteY61" fmla="*/ 42196 h 294989"/>
              <a:gd name="connsiteX62" fmla="*/ 79583 w 357223"/>
              <a:gd name="connsiteY62" fmla="*/ 71533 h 294989"/>
              <a:gd name="connsiteX63" fmla="*/ 108798 w 357223"/>
              <a:gd name="connsiteY63" fmla="*/ 42196 h 294989"/>
              <a:gd name="connsiteX64" fmla="*/ 79583 w 357223"/>
              <a:gd name="connsiteY64" fmla="*/ 12859 h 294989"/>
              <a:gd name="connsiteX65" fmla="*/ 50368 w 357223"/>
              <a:gd name="connsiteY65" fmla="*/ 42196 h 294989"/>
              <a:gd name="connsiteX66" fmla="*/ 146171 w 357223"/>
              <a:gd name="connsiteY66" fmla="*/ 125730 h 294989"/>
              <a:gd name="connsiteX67" fmla="*/ 111454 w 357223"/>
              <a:gd name="connsiteY67" fmla="*/ 88011 h 294989"/>
              <a:gd name="connsiteX68" fmla="*/ 96372 w 357223"/>
              <a:gd name="connsiteY68" fmla="*/ 80867 h 294989"/>
              <a:gd name="connsiteX69" fmla="*/ 79583 w 357223"/>
              <a:gd name="connsiteY69" fmla="*/ 84487 h 294989"/>
              <a:gd name="connsiteX70" fmla="*/ 62794 w 357223"/>
              <a:gd name="connsiteY70" fmla="*/ 80867 h 294989"/>
              <a:gd name="connsiteX71" fmla="*/ 47712 w 357223"/>
              <a:gd name="connsiteY71" fmla="*/ 88011 h 294989"/>
              <a:gd name="connsiteX72" fmla="*/ 12995 w 357223"/>
              <a:gd name="connsiteY72" fmla="*/ 125730 h 294989"/>
              <a:gd name="connsiteX73" fmla="*/ 146171 w 357223"/>
              <a:gd name="connsiteY73" fmla="*/ 125730 h 294989"/>
              <a:gd name="connsiteX74" fmla="*/ 357223 w 357223"/>
              <a:gd name="connsiteY74" fmla="*/ 132207 h 294989"/>
              <a:gd name="connsiteX75" fmla="*/ 350868 w 357223"/>
              <a:gd name="connsiteY75" fmla="*/ 138589 h 294989"/>
              <a:gd name="connsiteX76" fmla="*/ 204317 w 357223"/>
              <a:gd name="connsiteY76" fmla="*/ 138589 h 294989"/>
              <a:gd name="connsiteX77" fmla="*/ 197962 w 357223"/>
              <a:gd name="connsiteY77" fmla="*/ 132207 h 294989"/>
              <a:gd name="connsiteX78" fmla="*/ 241405 w 357223"/>
              <a:gd name="connsiteY78" fmla="*/ 75914 h 294989"/>
              <a:gd name="connsiteX79" fmla="*/ 248994 w 357223"/>
              <a:gd name="connsiteY79" fmla="*/ 72962 h 294989"/>
              <a:gd name="connsiteX80" fmla="*/ 235524 w 357223"/>
              <a:gd name="connsiteY80" fmla="*/ 42196 h 294989"/>
              <a:gd name="connsiteX81" fmla="*/ 277545 w 357223"/>
              <a:gd name="connsiteY81" fmla="*/ 0 h 294989"/>
              <a:gd name="connsiteX82" fmla="*/ 319566 w 357223"/>
              <a:gd name="connsiteY82" fmla="*/ 42196 h 294989"/>
              <a:gd name="connsiteX83" fmla="*/ 306096 w 357223"/>
              <a:gd name="connsiteY83" fmla="*/ 72962 h 294989"/>
              <a:gd name="connsiteX84" fmla="*/ 313685 w 357223"/>
              <a:gd name="connsiteY84" fmla="*/ 75914 h 294989"/>
              <a:gd name="connsiteX85" fmla="*/ 357128 w 357223"/>
              <a:gd name="connsiteY85" fmla="*/ 132207 h 294989"/>
              <a:gd name="connsiteX86" fmla="*/ 248330 w 357223"/>
              <a:gd name="connsiteY86" fmla="*/ 42196 h 294989"/>
              <a:gd name="connsiteX87" fmla="*/ 277545 w 357223"/>
              <a:gd name="connsiteY87" fmla="*/ 71533 h 294989"/>
              <a:gd name="connsiteX88" fmla="*/ 306760 w 357223"/>
              <a:gd name="connsiteY88" fmla="*/ 42196 h 294989"/>
              <a:gd name="connsiteX89" fmla="*/ 277545 w 357223"/>
              <a:gd name="connsiteY89" fmla="*/ 12859 h 294989"/>
              <a:gd name="connsiteX90" fmla="*/ 248330 w 357223"/>
              <a:gd name="connsiteY90" fmla="*/ 42196 h 294989"/>
              <a:gd name="connsiteX91" fmla="*/ 344133 w 357223"/>
              <a:gd name="connsiteY91" fmla="*/ 125730 h 294989"/>
              <a:gd name="connsiteX92" fmla="*/ 309416 w 357223"/>
              <a:gd name="connsiteY92" fmla="*/ 88011 h 294989"/>
              <a:gd name="connsiteX93" fmla="*/ 294334 w 357223"/>
              <a:gd name="connsiteY93" fmla="*/ 80867 h 294989"/>
              <a:gd name="connsiteX94" fmla="*/ 277545 w 357223"/>
              <a:gd name="connsiteY94" fmla="*/ 84487 h 294989"/>
              <a:gd name="connsiteX95" fmla="*/ 260756 w 357223"/>
              <a:gd name="connsiteY95" fmla="*/ 80867 h 294989"/>
              <a:gd name="connsiteX96" fmla="*/ 245674 w 357223"/>
              <a:gd name="connsiteY96" fmla="*/ 88011 h 294989"/>
              <a:gd name="connsiteX97" fmla="*/ 210957 w 357223"/>
              <a:gd name="connsiteY97" fmla="*/ 125730 h 294989"/>
              <a:gd name="connsiteX98" fmla="*/ 344133 w 357223"/>
              <a:gd name="connsiteY98" fmla="*/ 125730 h 294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357223" h="294989">
                <a:moveTo>
                  <a:pt x="89258" y="245745"/>
                </a:moveTo>
                <a:cubicBezTo>
                  <a:pt x="91725" y="248222"/>
                  <a:pt x="91725" y="252317"/>
                  <a:pt x="89258" y="254889"/>
                </a:cubicBezTo>
                <a:cubicBezTo>
                  <a:pt x="88025" y="256127"/>
                  <a:pt x="86413" y="256794"/>
                  <a:pt x="84705" y="256794"/>
                </a:cubicBezTo>
                <a:cubicBezTo>
                  <a:pt x="82998" y="256794"/>
                  <a:pt x="81385" y="256127"/>
                  <a:pt x="80152" y="254889"/>
                </a:cubicBezTo>
                <a:cubicBezTo>
                  <a:pt x="55775" y="230410"/>
                  <a:pt x="41357" y="197930"/>
                  <a:pt x="39554" y="163449"/>
                </a:cubicBezTo>
                <a:cubicBezTo>
                  <a:pt x="39365" y="159925"/>
                  <a:pt x="42116" y="156877"/>
                  <a:pt x="45625" y="156686"/>
                </a:cubicBezTo>
                <a:cubicBezTo>
                  <a:pt x="49230" y="156305"/>
                  <a:pt x="52170" y="159258"/>
                  <a:pt x="52360" y="162782"/>
                </a:cubicBezTo>
                <a:cubicBezTo>
                  <a:pt x="53972" y="194120"/>
                  <a:pt x="67062" y="223552"/>
                  <a:pt x="89164" y="245840"/>
                </a:cubicBezTo>
                <a:close/>
                <a:moveTo>
                  <a:pt x="311503" y="156686"/>
                </a:moveTo>
                <a:cubicBezTo>
                  <a:pt x="307994" y="156401"/>
                  <a:pt x="304958" y="159258"/>
                  <a:pt x="304768" y="162782"/>
                </a:cubicBezTo>
                <a:cubicBezTo>
                  <a:pt x="303156" y="194120"/>
                  <a:pt x="290066" y="223552"/>
                  <a:pt x="267965" y="245840"/>
                </a:cubicBezTo>
                <a:cubicBezTo>
                  <a:pt x="265499" y="248317"/>
                  <a:pt x="265499" y="252413"/>
                  <a:pt x="267965" y="254984"/>
                </a:cubicBezTo>
                <a:cubicBezTo>
                  <a:pt x="269198" y="256222"/>
                  <a:pt x="270810" y="256889"/>
                  <a:pt x="272518" y="256889"/>
                </a:cubicBezTo>
                <a:cubicBezTo>
                  <a:pt x="274225" y="256889"/>
                  <a:pt x="275838" y="256222"/>
                  <a:pt x="277071" y="254984"/>
                </a:cubicBezTo>
                <a:cubicBezTo>
                  <a:pt x="301449" y="230505"/>
                  <a:pt x="315867" y="198025"/>
                  <a:pt x="317669" y="163544"/>
                </a:cubicBezTo>
                <a:cubicBezTo>
                  <a:pt x="317858" y="160020"/>
                  <a:pt x="315108" y="156972"/>
                  <a:pt x="311598" y="156782"/>
                </a:cubicBezTo>
                <a:close/>
                <a:moveTo>
                  <a:pt x="145223" y="33718"/>
                </a:moveTo>
                <a:cubicBezTo>
                  <a:pt x="166850" y="27813"/>
                  <a:pt x="190374" y="27813"/>
                  <a:pt x="212000" y="33718"/>
                </a:cubicBezTo>
                <a:cubicBezTo>
                  <a:pt x="212570" y="33909"/>
                  <a:pt x="213139" y="33909"/>
                  <a:pt x="213708" y="33909"/>
                </a:cubicBezTo>
                <a:cubicBezTo>
                  <a:pt x="216553" y="33909"/>
                  <a:pt x="219115" y="32004"/>
                  <a:pt x="219873" y="29147"/>
                </a:cubicBezTo>
                <a:cubicBezTo>
                  <a:pt x="220822" y="25718"/>
                  <a:pt x="218830" y="22193"/>
                  <a:pt x="215415" y="21241"/>
                </a:cubicBezTo>
                <a:cubicBezTo>
                  <a:pt x="191607" y="14669"/>
                  <a:pt x="165711" y="14669"/>
                  <a:pt x="141903" y="21241"/>
                </a:cubicBezTo>
                <a:cubicBezTo>
                  <a:pt x="138488" y="22193"/>
                  <a:pt x="136496" y="25718"/>
                  <a:pt x="137445" y="29147"/>
                </a:cubicBezTo>
                <a:cubicBezTo>
                  <a:pt x="138393" y="32576"/>
                  <a:pt x="141903" y="34576"/>
                  <a:pt x="145318" y="33623"/>
                </a:cubicBezTo>
                <a:close/>
                <a:moveTo>
                  <a:pt x="258290" y="288608"/>
                </a:moveTo>
                <a:cubicBezTo>
                  <a:pt x="258290" y="292132"/>
                  <a:pt x="255444" y="294989"/>
                  <a:pt x="251934" y="294989"/>
                </a:cubicBezTo>
                <a:lnTo>
                  <a:pt x="105384" y="294989"/>
                </a:lnTo>
                <a:cubicBezTo>
                  <a:pt x="101874" y="294989"/>
                  <a:pt x="99028" y="292132"/>
                  <a:pt x="99028" y="288608"/>
                </a:cubicBezTo>
                <a:cubicBezTo>
                  <a:pt x="99028" y="248031"/>
                  <a:pt x="126252" y="238220"/>
                  <a:pt x="142472" y="232315"/>
                </a:cubicBezTo>
                <a:cubicBezTo>
                  <a:pt x="145033" y="231362"/>
                  <a:pt x="147784" y="230410"/>
                  <a:pt x="150155" y="229362"/>
                </a:cubicBezTo>
                <a:cubicBezTo>
                  <a:pt x="141903" y="221647"/>
                  <a:pt x="136686" y="210788"/>
                  <a:pt x="136686" y="198692"/>
                </a:cubicBezTo>
                <a:cubicBezTo>
                  <a:pt x="136686" y="175451"/>
                  <a:pt x="155562" y="156496"/>
                  <a:pt x="178706" y="156496"/>
                </a:cubicBezTo>
                <a:cubicBezTo>
                  <a:pt x="201851" y="156496"/>
                  <a:pt x="220727" y="175451"/>
                  <a:pt x="220727" y="198692"/>
                </a:cubicBezTo>
                <a:cubicBezTo>
                  <a:pt x="220727" y="210788"/>
                  <a:pt x="215510" y="221742"/>
                  <a:pt x="207258" y="229362"/>
                </a:cubicBezTo>
                <a:cubicBezTo>
                  <a:pt x="209534" y="230410"/>
                  <a:pt x="212285" y="231362"/>
                  <a:pt x="214941" y="232315"/>
                </a:cubicBezTo>
                <a:cubicBezTo>
                  <a:pt x="231161" y="238220"/>
                  <a:pt x="258384" y="248031"/>
                  <a:pt x="258384" y="288608"/>
                </a:cubicBezTo>
                <a:close/>
                <a:moveTo>
                  <a:pt x="149301" y="198692"/>
                </a:moveTo>
                <a:cubicBezTo>
                  <a:pt x="149301" y="214884"/>
                  <a:pt x="162391" y="228028"/>
                  <a:pt x="178517" y="228028"/>
                </a:cubicBezTo>
                <a:cubicBezTo>
                  <a:pt x="194642" y="228028"/>
                  <a:pt x="207732" y="214884"/>
                  <a:pt x="207732" y="198692"/>
                </a:cubicBezTo>
                <a:cubicBezTo>
                  <a:pt x="207732" y="182499"/>
                  <a:pt x="194642" y="169355"/>
                  <a:pt x="178517" y="169355"/>
                </a:cubicBezTo>
                <a:cubicBezTo>
                  <a:pt x="162391" y="169355"/>
                  <a:pt x="149301" y="182499"/>
                  <a:pt x="149301" y="198692"/>
                </a:cubicBezTo>
                <a:close/>
                <a:moveTo>
                  <a:pt x="245200" y="282226"/>
                </a:moveTo>
                <a:cubicBezTo>
                  <a:pt x="242828" y="256127"/>
                  <a:pt x="225754" y="249936"/>
                  <a:pt x="210483" y="244507"/>
                </a:cubicBezTo>
                <a:cubicBezTo>
                  <a:pt x="204602" y="242411"/>
                  <a:pt x="199290" y="240411"/>
                  <a:pt x="195401" y="237363"/>
                </a:cubicBezTo>
                <a:cubicBezTo>
                  <a:pt x="190279" y="239649"/>
                  <a:pt x="184587" y="240983"/>
                  <a:pt x="178612" y="240983"/>
                </a:cubicBezTo>
                <a:cubicBezTo>
                  <a:pt x="172636" y="240983"/>
                  <a:pt x="166944" y="239649"/>
                  <a:pt x="161822" y="237363"/>
                </a:cubicBezTo>
                <a:cubicBezTo>
                  <a:pt x="157933" y="240411"/>
                  <a:pt x="152621" y="242411"/>
                  <a:pt x="146740" y="244507"/>
                </a:cubicBezTo>
                <a:cubicBezTo>
                  <a:pt x="131564" y="250031"/>
                  <a:pt x="114395" y="256222"/>
                  <a:pt x="112024" y="282226"/>
                </a:cubicBezTo>
                <a:lnTo>
                  <a:pt x="245200" y="282226"/>
                </a:lnTo>
                <a:close/>
                <a:moveTo>
                  <a:pt x="152906" y="138589"/>
                </a:moveTo>
                <a:lnTo>
                  <a:pt x="6355" y="138589"/>
                </a:lnTo>
                <a:cubicBezTo>
                  <a:pt x="2846" y="138589"/>
                  <a:pt x="0" y="135731"/>
                  <a:pt x="0" y="132207"/>
                </a:cubicBezTo>
                <a:cubicBezTo>
                  <a:pt x="0" y="91630"/>
                  <a:pt x="27223" y="81820"/>
                  <a:pt x="43444" y="75914"/>
                </a:cubicBezTo>
                <a:cubicBezTo>
                  <a:pt x="46005" y="74962"/>
                  <a:pt x="48755" y="74009"/>
                  <a:pt x="51032" y="72962"/>
                </a:cubicBezTo>
                <a:cubicBezTo>
                  <a:pt x="42780" y="65246"/>
                  <a:pt x="37563" y="54388"/>
                  <a:pt x="37563" y="42196"/>
                </a:cubicBezTo>
                <a:cubicBezTo>
                  <a:pt x="37563" y="18955"/>
                  <a:pt x="56439" y="0"/>
                  <a:pt x="79583" y="0"/>
                </a:cubicBezTo>
                <a:cubicBezTo>
                  <a:pt x="102728" y="0"/>
                  <a:pt x="121604" y="18955"/>
                  <a:pt x="121604" y="42196"/>
                </a:cubicBezTo>
                <a:cubicBezTo>
                  <a:pt x="121604" y="54293"/>
                  <a:pt x="116387" y="65246"/>
                  <a:pt x="108134" y="72962"/>
                </a:cubicBezTo>
                <a:cubicBezTo>
                  <a:pt x="110411" y="74009"/>
                  <a:pt x="113162" y="74962"/>
                  <a:pt x="115723" y="75914"/>
                </a:cubicBezTo>
                <a:cubicBezTo>
                  <a:pt x="131943" y="81820"/>
                  <a:pt x="159166" y="91630"/>
                  <a:pt x="159166" y="132207"/>
                </a:cubicBezTo>
                <a:cubicBezTo>
                  <a:pt x="159166" y="135731"/>
                  <a:pt x="156321" y="138589"/>
                  <a:pt x="152811" y="138589"/>
                </a:cubicBezTo>
                <a:close/>
                <a:moveTo>
                  <a:pt x="50368" y="42196"/>
                </a:moveTo>
                <a:cubicBezTo>
                  <a:pt x="50368" y="58388"/>
                  <a:pt x="63458" y="71533"/>
                  <a:pt x="79583" y="71533"/>
                </a:cubicBezTo>
                <a:cubicBezTo>
                  <a:pt x="95709" y="71533"/>
                  <a:pt x="108798" y="58388"/>
                  <a:pt x="108798" y="42196"/>
                </a:cubicBezTo>
                <a:cubicBezTo>
                  <a:pt x="108798" y="26003"/>
                  <a:pt x="95709" y="12859"/>
                  <a:pt x="79583" y="12859"/>
                </a:cubicBezTo>
                <a:cubicBezTo>
                  <a:pt x="63458" y="12859"/>
                  <a:pt x="50368" y="26003"/>
                  <a:pt x="50368" y="42196"/>
                </a:cubicBezTo>
                <a:close/>
                <a:moveTo>
                  <a:pt x="146171" y="125730"/>
                </a:moveTo>
                <a:cubicBezTo>
                  <a:pt x="143800" y="99632"/>
                  <a:pt x="126726" y="93440"/>
                  <a:pt x="111454" y="88011"/>
                </a:cubicBezTo>
                <a:cubicBezTo>
                  <a:pt x="105573" y="85916"/>
                  <a:pt x="100261" y="83915"/>
                  <a:pt x="96372" y="80867"/>
                </a:cubicBezTo>
                <a:cubicBezTo>
                  <a:pt x="91250" y="83153"/>
                  <a:pt x="85559" y="84487"/>
                  <a:pt x="79583" y="84487"/>
                </a:cubicBezTo>
                <a:cubicBezTo>
                  <a:pt x="73607" y="84487"/>
                  <a:pt x="67916" y="83153"/>
                  <a:pt x="62794" y="80867"/>
                </a:cubicBezTo>
                <a:cubicBezTo>
                  <a:pt x="58905" y="83915"/>
                  <a:pt x="53593" y="85916"/>
                  <a:pt x="47712" y="88011"/>
                </a:cubicBezTo>
                <a:cubicBezTo>
                  <a:pt x="32535" y="93536"/>
                  <a:pt x="15366" y="99727"/>
                  <a:pt x="12995" y="125730"/>
                </a:cubicBezTo>
                <a:lnTo>
                  <a:pt x="146171" y="125730"/>
                </a:lnTo>
                <a:close/>
                <a:moveTo>
                  <a:pt x="357223" y="132207"/>
                </a:moveTo>
                <a:cubicBezTo>
                  <a:pt x="357223" y="135731"/>
                  <a:pt x="354378" y="138589"/>
                  <a:pt x="350868" y="138589"/>
                </a:cubicBezTo>
                <a:lnTo>
                  <a:pt x="204317" y="138589"/>
                </a:lnTo>
                <a:cubicBezTo>
                  <a:pt x="200808" y="138589"/>
                  <a:pt x="197962" y="135731"/>
                  <a:pt x="197962" y="132207"/>
                </a:cubicBezTo>
                <a:cubicBezTo>
                  <a:pt x="197962" y="91630"/>
                  <a:pt x="225185" y="81820"/>
                  <a:pt x="241405" y="75914"/>
                </a:cubicBezTo>
                <a:cubicBezTo>
                  <a:pt x="243966" y="74962"/>
                  <a:pt x="246717" y="74009"/>
                  <a:pt x="248994" y="72962"/>
                </a:cubicBezTo>
                <a:cubicBezTo>
                  <a:pt x="240741" y="65246"/>
                  <a:pt x="235524" y="54388"/>
                  <a:pt x="235524" y="42196"/>
                </a:cubicBezTo>
                <a:cubicBezTo>
                  <a:pt x="235524" y="18955"/>
                  <a:pt x="254401" y="0"/>
                  <a:pt x="277545" y="0"/>
                </a:cubicBezTo>
                <a:cubicBezTo>
                  <a:pt x="300690" y="0"/>
                  <a:pt x="319566" y="18955"/>
                  <a:pt x="319566" y="42196"/>
                </a:cubicBezTo>
                <a:cubicBezTo>
                  <a:pt x="319566" y="54293"/>
                  <a:pt x="314349" y="65246"/>
                  <a:pt x="306096" y="72962"/>
                </a:cubicBezTo>
                <a:cubicBezTo>
                  <a:pt x="308373" y="74009"/>
                  <a:pt x="311124" y="74962"/>
                  <a:pt x="313685" y="75914"/>
                </a:cubicBezTo>
                <a:cubicBezTo>
                  <a:pt x="329905" y="81820"/>
                  <a:pt x="357128" y="91630"/>
                  <a:pt x="357128" y="132207"/>
                </a:cubicBezTo>
                <a:close/>
                <a:moveTo>
                  <a:pt x="248330" y="42196"/>
                </a:moveTo>
                <a:cubicBezTo>
                  <a:pt x="248330" y="58388"/>
                  <a:pt x="261420" y="71533"/>
                  <a:pt x="277545" y="71533"/>
                </a:cubicBezTo>
                <a:cubicBezTo>
                  <a:pt x="293670" y="71533"/>
                  <a:pt x="306760" y="58388"/>
                  <a:pt x="306760" y="42196"/>
                </a:cubicBezTo>
                <a:cubicBezTo>
                  <a:pt x="306760" y="26003"/>
                  <a:pt x="293670" y="12859"/>
                  <a:pt x="277545" y="12859"/>
                </a:cubicBezTo>
                <a:cubicBezTo>
                  <a:pt x="261420" y="12859"/>
                  <a:pt x="248330" y="26003"/>
                  <a:pt x="248330" y="42196"/>
                </a:cubicBezTo>
                <a:close/>
                <a:moveTo>
                  <a:pt x="344133" y="125730"/>
                </a:moveTo>
                <a:cubicBezTo>
                  <a:pt x="341762" y="99632"/>
                  <a:pt x="324688" y="93440"/>
                  <a:pt x="309416" y="88011"/>
                </a:cubicBezTo>
                <a:cubicBezTo>
                  <a:pt x="303535" y="85916"/>
                  <a:pt x="298224" y="83915"/>
                  <a:pt x="294334" y="80867"/>
                </a:cubicBezTo>
                <a:cubicBezTo>
                  <a:pt x="289212" y="83153"/>
                  <a:pt x="283521" y="84487"/>
                  <a:pt x="277545" y="84487"/>
                </a:cubicBezTo>
                <a:cubicBezTo>
                  <a:pt x="271569" y="84487"/>
                  <a:pt x="265878" y="83153"/>
                  <a:pt x="260756" y="80867"/>
                </a:cubicBezTo>
                <a:cubicBezTo>
                  <a:pt x="256867" y="83915"/>
                  <a:pt x="251555" y="85916"/>
                  <a:pt x="245674" y="88011"/>
                </a:cubicBezTo>
                <a:cubicBezTo>
                  <a:pt x="230497" y="93536"/>
                  <a:pt x="213328" y="99727"/>
                  <a:pt x="210957" y="125730"/>
                </a:cubicBezTo>
                <a:lnTo>
                  <a:pt x="344133" y="125730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0" name="Graphic 198">
            <a:extLst>
              <a:ext uri="{FF2B5EF4-FFF2-40B4-BE49-F238E27FC236}">
                <a16:creationId xmlns:a16="http://schemas.microsoft.com/office/drawing/2014/main" id="{9E8A863B-D768-967F-4C4E-A4178C82CF3E}"/>
              </a:ext>
            </a:extLst>
          </p:cNvPr>
          <p:cNvSpPr/>
          <p:nvPr/>
        </p:nvSpPr>
        <p:spPr>
          <a:xfrm>
            <a:off x="5507130" y="2882865"/>
            <a:ext cx="473995" cy="436888"/>
          </a:xfrm>
          <a:custGeom>
            <a:avLst/>
            <a:gdLst>
              <a:gd name="connsiteX0" fmla="*/ 129287 w 361586"/>
              <a:gd name="connsiteY0" fmla="*/ 96965 h 333279"/>
              <a:gd name="connsiteX1" fmla="*/ 150155 w 361586"/>
              <a:gd name="connsiteY1" fmla="*/ 76009 h 333279"/>
              <a:gd name="connsiteX2" fmla="*/ 129287 w 361586"/>
              <a:gd name="connsiteY2" fmla="*/ 55054 h 333279"/>
              <a:gd name="connsiteX3" fmla="*/ 108419 w 361586"/>
              <a:gd name="connsiteY3" fmla="*/ 76009 h 333279"/>
              <a:gd name="connsiteX4" fmla="*/ 129287 w 361586"/>
              <a:gd name="connsiteY4" fmla="*/ 96965 h 333279"/>
              <a:gd name="connsiteX5" fmla="*/ 129287 w 361586"/>
              <a:gd name="connsiteY5" fmla="*/ 67913 h 333279"/>
              <a:gd name="connsiteX6" fmla="*/ 137350 w 361586"/>
              <a:gd name="connsiteY6" fmla="*/ 76009 h 333279"/>
              <a:gd name="connsiteX7" fmla="*/ 129287 w 361586"/>
              <a:gd name="connsiteY7" fmla="*/ 84106 h 333279"/>
              <a:gd name="connsiteX8" fmla="*/ 121224 w 361586"/>
              <a:gd name="connsiteY8" fmla="*/ 76009 h 333279"/>
              <a:gd name="connsiteX9" fmla="*/ 129287 w 361586"/>
              <a:gd name="connsiteY9" fmla="*/ 67913 h 333279"/>
              <a:gd name="connsiteX10" fmla="*/ 181837 w 361586"/>
              <a:gd name="connsiteY10" fmla="*/ 96965 h 333279"/>
              <a:gd name="connsiteX11" fmla="*/ 202705 w 361586"/>
              <a:gd name="connsiteY11" fmla="*/ 76009 h 333279"/>
              <a:gd name="connsiteX12" fmla="*/ 181837 w 361586"/>
              <a:gd name="connsiteY12" fmla="*/ 55054 h 333279"/>
              <a:gd name="connsiteX13" fmla="*/ 160969 w 361586"/>
              <a:gd name="connsiteY13" fmla="*/ 76009 h 333279"/>
              <a:gd name="connsiteX14" fmla="*/ 181837 w 361586"/>
              <a:gd name="connsiteY14" fmla="*/ 96965 h 333279"/>
              <a:gd name="connsiteX15" fmla="*/ 181837 w 361586"/>
              <a:gd name="connsiteY15" fmla="*/ 67913 h 333279"/>
              <a:gd name="connsiteX16" fmla="*/ 189899 w 361586"/>
              <a:gd name="connsiteY16" fmla="*/ 76009 h 333279"/>
              <a:gd name="connsiteX17" fmla="*/ 181837 w 361586"/>
              <a:gd name="connsiteY17" fmla="*/ 84106 h 333279"/>
              <a:gd name="connsiteX18" fmla="*/ 173774 w 361586"/>
              <a:gd name="connsiteY18" fmla="*/ 76009 h 333279"/>
              <a:gd name="connsiteX19" fmla="*/ 181837 w 361586"/>
              <a:gd name="connsiteY19" fmla="*/ 67913 h 333279"/>
              <a:gd name="connsiteX20" fmla="*/ 234386 w 361586"/>
              <a:gd name="connsiteY20" fmla="*/ 96965 h 333279"/>
              <a:gd name="connsiteX21" fmla="*/ 255254 w 361586"/>
              <a:gd name="connsiteY21" fmla="*/ 76009 h 333279"/>
              <a:gd name="connsiteX22" fmla="*/ 234386 w 361586"/>
              <a:gd name="connsiteY22" fmla="*/ 55054 h 333279"/>
              <a:gd name="connsiteX23" fmla="*/ 213518 w 361586"/>
              <a:gd name="connsiteY23" fmla="*/ 76009 h 333279"/>
              <a:gd name="connsiteX24" fmla="*/ 234386 w 361586"/>
              <a:gd name="connsiteY24" fmla="*/ 96965 h 333279"/>
              <a:gd name="connsiteX25" fmla="*/ 234386 w 361586"/>
              <a:gd name="connsiteY25" fmla="*/ 67913 h 333279"/>
              <a:gd name="connsiteX26" fmla="*/ 242449 w 361586"/>
              <a:gd name="connsiteY26" fmla="*/ 76009 h 333279"/>
              <a:gd name="connsiteX27" fmla="*/ 234386 w 361586"/>
              <a:gd name="connsiteY27" fmla="*/ 84106 h 333279"/>
              <a:gd name="connsiteX28" fmla="*/ 226323 w 361586"/>
              <a:gd name="connsiteY28" fmla="*/ 76009 h 333279"/>
              <a:gd name="connsiteX29" fmla="*/ 234386 w 361586"/>
              <a:gd name="connsiteY29" fmla="*/ 67913 h 333279"/>
              <a:gd name="connsiteX30" fmla="*/ 120655 w 361586"/>
              <a:gd name="connsiteY30" fmla="*/ 150686 h 333279"/>
              <a:gd name="connsiteX31" fmla="*/ 174438 w 361586"/>
              <a:gd name="connsiteY31" fmla="*/ 150686 h 333279"/>
              <a:gd name="connsiteX32" fmla="*/ 174438 w 361586"/>
              <a:gd name="connsiteY32" fmla="*/ 186119 h 333279"/>
              <a:gd name="connsiteX33" fmla="*/ 178422 w 361586"/>
              <a:gd name="connsiteY33" fmla="*/ 192024 h 333279"/>
              <a:gd name="connsiteX34" fmla="*/ 180888 w 361586"/>
              <a:gd name="connsiteY34" fmla="*/ 192500 h 333279"/>
              <a:gd name="connsiteX35" fmla="*/ 185441 w 361586"/>
              <a:gd name="connsiteY35" fmla="*/ 190595 h 333279"/>
              <a:gd name="connsiteX36" fmla="*/ 225185 w 361586"/>
              <a:gd name="connsiteY36" fmla="*/ 150686 h 333279"/>
              <a:gd name="connsiteX37" fmla="*/ 239319 w 361586"/>
              <a:gd name="connsiteY37" fmla="*/ 150686 h 333279"/>
              <a:gd name="connsiteX38" fmla="*/ 293101 w 361586"/>
              <a:gd name="connsiteY38" fmla="*/ 96679 h 333279"/>
              <a:gd name="connsiteX39" fmla="*/ 293101 w 361586"/>
              <a:gd name="connsiteY39" fmla="*/ 48006 h 333279"/>
              <a:gd name="connsiteX40" fmla="*/ 239508 w 361586"/>
              <a:gd name="connsiteY40" fmla="*/ 0 h 333279"/>
              <a:gd name="connsiteX41" fmla="*/ 120750 w 361586"/>
              <a:gd name="connsiteY41" fmla="*/ 0 h 333279"/>
              <a:gd name="connsiteX42" fmla="*/ 66967 w 361586"/>
              <a:gd name="connsiteY42" fmla="*/ 54007 h 333279"/>
              <a:gd name="connsiteX43" fmla="*/ 66967 w 361586"/>
              <a:gd name="connsiteY43" fmla="*/ 96583 h 333279"/>
              <a:gd name="connsiteX44" fmla="*/ 120750 w 361586"/>
              <a:gd name="connsiteY44" fmla="*/ 150590 h 333279"/>
              <a:gd name="connsiteX45" fmla="*/ 79583 w 361586"/>
              <a:gd name="connsiteY45" fmla="*/ 54102 h 333279"/>
              <a:gd name="connsiteX46" fmla="*/ 120655 w 361586"/>
              <a:gd name="connsiteY46" fmla="*/ 12859 h 333279"/>
              <a:gd name="connsiteX47" fmla="*/ 239413 w 361586"/>
              <a:gd name="connsiteY47" fmla="*/ 12859 h 333279"/>
              <a:gd name="connsiteX48" fmla="*/ 280201 w 361586"/>
              <a:gd name="connsiteY48" fmla="*/ 48006 h 333279"/>
              <a:gd name="connsiteX49" fmla="*/ 280201 w 361586"/>
              <a:gd name="connsiteY49" fmla="*/ 96679 h 333279"/>
              <a:gd name="connsiteX50" fmla="*/ 239129 w 361586"/>
              <a:gd name="connsiteY50" fmla="*/ 137922 h 333279"/>
              <a:gd name="connsiteX51" fmla="*/ 222340 w 361586"/>
              <a:gd name="connsiteY51" fmla="*/ 137922 h 333279"/>
              <a:gd name="connsiteX52" fmla="*/ 217787 w 361586"/>
              <a:gd name="connsiteY52" fmla="*/ 139827 h 333279"/>
              <a:gd name="connsiteX53" fmla="*/ 187054 w 361586"/>
              <a:gd name="connsiteY53" fmla="*/ 170688 h 333279"/>
              <a:gd name="connsiteX54" fmla="*/ 187054 w 361586"/>
              <a:gd name="connsiteY54" fmla="*/ 144399 h 333279"/>
              <a:gd name="connsiteX55" fmla="*/ 180698 w 361586"/>
              <a:gd name="connsiteY55" fmla="*/ 138017 h 333279"/>
              <a:gd name="connsiteX56" fmla="*/ 120560 w 361586"/>
              <a:gd name="connsiteY56" fmla="*/ 138017 h 333279"/>
              <a:gd name="connsiteX57" fmla="*/ 79488 w 361586"/>
              <a:gd name="connsiteY57" fmla="*/ 96774 h 333279"/>
              <a:gd name="connsiteX58" fmla="*/ 79488 w 361586"/>
              <a:gd name="connsiteY58" fmla="*/ 54197 h 333279"/>
              <a:gd name="connsiteX59" fmla="*/ 321842 w 361586"/>
              <a:gd name="connsiteY59" fmla="*/ 250222 h 333279"/>
              <a:gd name="connsiteX60" fmla="*/ 315866 w 361586"/>
              <a:gd name="connsiteY60" fmla="*/ 247936 h 333279"/>
              <a:gd name="connsiteX61" fmla="*/ 327534 w 361586"/>
              <a:gd name="connsiteY61" fmla="*/ 220218 h 333279"/>
              <a:gd name="connsiteX62" fmla="*/ 288833 w 361586"/>
              <a:gd name="connsiteY62" fmla="*/ 181356 h 333279"/>
              <a:gd name="connsiteX63" fmla="*/ 250132 w 361586"/>
              <a:gd name="connsiteY63" fmla="*/ 220218 h 333279"/>
              <a:gd name="connsiteX64" fmla="*/ 261799 w 361586"/>
              <a:gd name="connsiteY64" fmla="*/ 247936 h 333279"/>
              <a:gd name="connsiteX65" fmla="*/ 255823 w 361586"/>
              <a:gd name="connsiteY65" fmla="*/ 250222 h 333279"/>
              <a:gd name="connsiteX66" fmla="*/ 220632 w 361586"/>
              <a:gd name="connsiteY66" fmla="*/ 277940 h 333279"/>
              <a:gd name="connsiteX67" fmla="*/ 213803 w 361586"/>
              <a:gd name="connsiteY67" fmla="*/ 275368 h 333279"/>
              <a:gd name="connsiteX68" fmla="*/ 207827 w 361586"/>
              <a:gd name="connsiteY68" fmla="*/ 273082 h 333279"/>
              <a:gd name="connsiteX69" fmla="*/ 219494 w 361586"/>
              <a:gd name="connsiteY69" fmla="*/ 245364 h 333279"/>
              <a:gd name="connsiteX70" fmla="*/ 180793 w 361586"/>
              <a:gd name="connsiteY70" fmla="*/ 206502 h 333279"/>
              <a:gd name="connsiteX71" fmla="*/ 142092 w 361586"/>
              <a:gd name="connsiteY71" fmla="*/ 245364 h 333279"/>
              <a:gd name="connsiteX72" fmla="*/ 153760 w 361586"/>
              <a:gd name="connsiteY72" fmla="*/ 273082 h 333279"/>
              <a:gd name="connsiteX73" fmla="*/ 147784 w 361586"/>
              <a:gd name="connsiteY73" fmla="*/ 275368 h 333279"/>
              <a:gd name="connsiteX74" fmla="*/ 140954 w 361586"/>
              <a:gd name="connsiteY74" fmla="*/ 277940 h 333279"/>
              <a:gd name="connsiteX75" fmla="*/ 105763 w 361586"/>
              <a:gd name="connsiteY75" fmla="*/ 250222 h 333279"/>
              <a:gd name="connsiteX76" fmla="*/ 99787 w 361586"/>
              <a:gd name="connsiteY76" fmla="*/ 247936 h 333279"/>
              <a:gd name="connsiteX77" fmla="*/ 111454 w 361586"/>
              <a:gd name="connsiteY77" fmla="*/ 220218 h 333279"/>
              <a:gd name="connsiteX78" fmla="*/ 72754 w 361586"/>
              <a:gd name="connsiteY78" fmla="*/ 181356 h 333279"/>
              <a:gd name="connsiteX79" fmla="*/ 34053 w 361586"/>
              <a:gd name="connsiteY79" fmla="*/ 220218 h 333279"/>
              <a:gd name="connsiteX80" fmla="*/ 45720 w 361586"/>
              <a:gd name="connsiteY80" fmla="*/ 247936 h 333279"/>
              <a:gd name="connsiteX81" fmla="*/ 39744 w 361586"/>
              <a:gd name="connsiteY81" fmla="*/ 250222 h 333279"/>
              <a:gd name="connsiteX82" fmla="*/ 0 w 361586"/>
              <a:gd name="connsiteY82" fmla="*/ 301847 h 333279"/>
              <a:gd name="connsiteX83" fmla="*/ 6355 w 361586"/>
              <a:gd name="connsiteY83" fmla="*/ 308229 h 333279"/>
              <a:gd name="connsiteX84" fmla="*/ 110601 w 361586"/>
              <a:gd name="connsiteY84" fmla="*/ 308229 h 333279"/>
              <a:gd name="connsiteX85" fmla="*/ 108040 w 361586"/>
              <a:gd name="connsiteY85" fmla="*/ 326898 h 333279"/>
              <a:gd name="connsiteX86" fmla="*/ 114395 w 361586"/>
              <a:gd name="connsiteY86" fmla="*/ 333280 h 333279"/>
              <a:gd name="connsiteX87" fmla="*/ 247192 w 361586"/>
              <a:gd name="connsiteY87" fmla="*/ 333280 h 333279"/>
              <a:gd name="connsiteX88" fmla="*/ 253547 w 361586"/>
              <a:gd name="connsiteY88" fmla="*/ 326898 h 333279"/>
              <a:gd name="connsiteX89" fmla="*/ 250986 w 361586"/>
              <a:gd name="connsiteY89" fmla="*/ 308229 h 333279"/>
              <a:gd name="connsiteX90" fmla="*/ 355231 w 361586"/>
              <a:gd name="connsiteY90" fmla="*/ 308229 h 333279"/>
              <a:gd name="connsiteX91" fmla="*/ 361586 w 361586"/>
              <a:gd name="connsiteY91" fmla="*/ 301847 h 333279"/>
              <a:gd name="connsiteX92" fmla="*/ 321842 w 361586"/>
              <a:gd name="connsiteY92" fmla="*/ 250222 h 333279"/>
              <a:gd name="connsiteX93" fmla="*/ 288833 w 361586"/>
              <a:gd name="connsiteY93" fmla="*/ 194215 h 333279"/>
              <a:gd name="connsiteX94" fmla="*/ 314728 w 361586"/>
              <a:gd name="connsiteY94" fmla="*/ 220218 h 333279"/>
              <a:gd name="connsiteX95" fmla="*/ 288833 w 361586"/>
              <a:gd name="connsiteY95" fmla="*/ 246221 h 333279"/>
              <a:gd name="connsiteX96" fmla="*/ 262937 w 361586"/>
              <a:gd name="connsiteY96" fmla="*/ 220218 h 333279"/>
              <a:gd name="connsiteX97" fmla="*/ 288833 w 361586"/>
              <a:gd name="connsiteY97" fmla="*/ 194215 h 333279"/>
              <a:gd name="connsiteX98" fmla="*/ 180793 w 361586"/>
              <a:gd name="connsiteY98" fmla="*/ 219265 h 333279"/>
              <a:gd name="connsiteX99" fmla="*/ 206689 w 361586"/>
              <a:gd name="connsiteY99" fmla="*/ 245269 h 333279"/>
              <a:gd name="connsiteX100" fmla="*/ 180793 w 361586"/>
              <a:gd name="connsiteY100" fmla="*/ 271272 h 333279"/>
              <a:gd name="connsiteX101" fmla="*/ 154898 w 361586"/>
              <a:gd name="connsiteY101" fmla="*/ 245269 h 333279"/>
              <a:gd name="connsiteX102" fmla="*/ 180793 w 361586"/>
              <a:gd name="connsiteY102" fmla="*/ 219265 h 333279"/>
              <a:gd name="connsiteX103" fmla="*/ 72659 w 361586"/>
              <a:gd name="connsiteY103" fmla="*/ 194215 h 333279"/>
              <a:gd name="connsiteX104" fmla="*/ 98554 w 361586"/>
              <a:gd name="connsiteY104" fmla="*/ 220218 h 333279"/>
              <a:gd name="connsiteX105" fmla="*/ 72659 w 361586"/>
              <a:gd name="connsiteY105" fmla="*/ 246221 h 333279"/>
              <a:gd name="connsiteX106" fmla="*/ 46763 w 361586"/>
              <a:gd name="connsiteY106" fmla="*/ 220218 h 333279"/>
              <a:gd name="connsiteX107" fmla="*/ 72659 w 361586"/>
              <a:gd name="connsiteY107" fmla="*/ 194215 h 333279"/>
              <a:gd name="connsiteX108" fmla="*/ 12995 w 361586"/>
              <a:gd name="connsiteY108" fmla="*/ 295370 h 333279"/>
              <a:gd name="connsiteX109" fmla="*/ 44013 w 361586"/>
              <a:gd name="connsiteY109" fmla="*/ 262223 h 333279"/>
              <a:gd name="connsiteX110" fmla="*/ 57482 w 361586"/>
              <a:gd name="connsiteY110" fmla="*/ 255842 h 333279"/>
              <a:gd name="connsiteX111" fmla="*/ 72659 w 361586"/>
              <a:gd name="connsiteY111" fmla="*/ 258985 h 333279"/>
              <a:gd name="connsiteX112" fmla="*/ 87836 w 361586"/>
              <a:gd name="connsiteY112" fmla="*/ 255842 h 333279"/>
              <a:gd name="connsiteX113" fmla="*/ 101305 w 361586"/>
              <a:gd name="connsiteY113" fmla="*/ 262223 h 333279"/>
              <a:gd name="connsiteX114" fmla="*/ 129382 w 361586"/>
              <a:gd name="connsiteY114" fmla="*/ 283655 h 333279"/>
              <a:gd name="connsiteX115" fmla="*/ 116766 w 361586"/>
              <a:gd name="connsiteY115" fmla="*/ 295370 h 333279"/>
              <a:gd name="connsiteX116" fmla="*/ 12995 w 361586"/>
              <a:gd name="connsiteY116" fmla="*/ 295370 h 333279"/>
              <a:gd name="connsiteX117" fmla="*/ 121130 w 361586"/>
              <a:gd name="connsiteY117" fmla="*/ 320516 h 333279"/>
              <a:gd name="connsiteX118" fmla="*/ 152147 w 361586"/>
              <a:gd name="connsiteY118" fmla="*/ 287369 h 333279"/>
              <a:gd name="connsiteX119" fmla="*/ 165616 w 361586"/>
              <a:gd name="connsiteY119" fmla="*/ 280988 h 333279"/>
              <a:gd name="connsiteX120" fmla="*/ 180793 w 361586"/>
              <a:gd name="connsiteY120" fmla="*/ 284131 h 333279"/>
              <a:gd name="connsiteX121" fmla="*/ 195970 w 361586"/>
              <a:gd name="connsiteY121" fmla="*/ 280988 h 333279"/>
              <a:gd name="connsiteX122" fmla="*/ 209439 w 361586"/>
              <a:gd name="connsiteY122" fmla="*/ 287369 h 333279"/>
              <a:gd name="connsiteX123" fmla="*/ 240457 w 361586"/>
              <a:gd name="connsiteY123" fmla="*/ 320516 h 333279"/>
              <a:gd name="connsiteX124" fmla="*/ 121130 w 361586"/>
              <a:gd name="connsiteY124" fmla="*/ 320516 h 333279"/>
              <a:gd name="connsiteX125" fmla="*/ 244725 w 361586"/>
              <a:gd name="connsiteY125" fmla="*/ 295370 h 333279"/>
              <a:gd name="connsiteX126" fmla="*/ 232110 w 361586"/>
              <a:gd name="connsiteY126" fmla="*/ 283655 h 333279"/>
              <a:gd name="connsiteX127" fmla="*/ 260187 w 361586"/>
              <a:gd name="connsiteY127" fmla="*/ 262223 h 333279"/>
              <a:gd name="connsiteX128" fmla="*/ 273656 w 361586"/>
              <a:gd name="connsiteY128" fmla="*/ 255842 h 333279"/>
              <a:gd name="connsiteX129" fmla="*/ 288833 w 361586"/>
              <a:gd name="connsiteY129" fmla="*/ 258985 h 333279"/>
              <a:gd name="connsiteX130" fmla="*/ 304010 w 361586"/>
              <a:gd name="connsiteY130" fmla="*/ 255842 h 333279"/>
              <a:gd name="connsiteX131" fmla="*/ 317479 w 361586"/>
              <a:gd name="connsiteY131" fmla="*/ 262223 h 333279"/>
              <a:gd name="connsiteX132" fmla="*/ 348496 w 361586"/>
              <a:gd name="connsiteY132" fmla="*/ 295370 h 333279"/>
              <a:gd name="connsiteX133" fmla="*/ 244725 w 361586"/>
              <a:gd name="connsiteY133" fmla="*/ 295370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61586" h="333279">
                <a:moveTo>
                  <a:pt x="129287" y="96965"/>
                </a:moveTo>
                <a:cubicBezTo>
                  <a:pt x="140764" y="96965"/>
                  <a:pt x="150155" y="87535"/>
                  <a:pt x="150155" y="76009"/>
                </a:cubicBezTo>
                <a:cubicBezTo>
                  <a:pt x="150155" y="64484"/>
                  <a:pt x="140764" y="55054"/>
                  <a:pt x="129287" y="55054"/>
                </a:cubicBezTo>
                <a:cubicBezTo>
                  <a:pt x="117810" y="55054"/>
                  <a:pt x="108419" y="64484"/>
                  <a:pt x="108419" y="76009"/>
                </a:cubicBezTo>
                <a:cubicBezTo>
                  <a:pt x="108419" y="87535"/>
                  <a:pt x="117810" y="96965"/>
                  <a:pt x="129287" y="96965"/>
                </a:cubicBezTo>
                <a:close/>
                <a:moveTo>
                  <a:pt x="129287" y="67913"/>
                </a:moveTo>
                <a:cubicBezTo>
                  <a:pt x="133745" y="67913"/>
                  <a:pt x="137350" y="71533"/>
                  <a:pt x="137350" y="76009"/>
                </a:cubicBezTo>
                <a:cubicBezTo>
                  <a:pt x="137350" y="80486"/>
                  <a:pt x="133745" y="84106"/>
                  <a:pt x="129287" y="84106"/>
                </a:cubicBezTo>
                <a:cubicBezTo>
                  <a:pt x="124829" y="84106"/>
                  <a:pt x="121224" y="80486"/>
                  <a:pt x="121224" y="76009"/>
                </a:cubicBezTo>
                <a:cubicBezTo>
                  <a:pt x="121224" y="71533"/>
                  <a:pt x="124829" y="67913"/>
                  <a:pt x="129287" y="67913"/>
                </a:cubicBezTo>
                <a:close/>
                <a:moveTo>
                  <a:pt x="181837" y="96965"/>
                </a:moveTo>
                <a:cubicBezTo>
                  <a:pt x="193314" y="96965"/>
                  <a:pt x="202705" y="87535"/>
                  <a:pt x="202705" y="76009"/>
                </a:cubicBezTo>
                <a:cubicBezTo>
                  <a:pt x="202705" y="64484"/>
                  <a:pt x="193314" y="55054"/>
                  <a:pt x="181837" y="55054"/>
                </a:cubicBezTo>
                <a:cubicBezTo>
                  <a:pt x="170359" y="55054"/>
                  <a:pt x="160969" y="64484"/>
                  <a:pt x="160969" y="76009"/>
                </a:cubicBezTo>
                <a:cubicBezTo>
                  <a:pt x="160969" y="87535"/>
                  <a:pt x="170359" y="96965"/>
                  <a:pt x="181837" y="96965"/>
                </a:cubicBezTo>
                <a:close/>
                <a:moveTo>
                  <a:pt x="181837" y="67913"/>
                </a:moveTo>
                <a:cubicBezTo>
                  <a:pt x="186295" y="67913"/>
                  <a:pt x="189899" y="71533"/>
                  <a:pt x="189899" y="76009"/>
                </a:cubicBezTo>
                <a:cubicBezTo>
                  <a:pt x="189899" y="80486"/>
                  <a:pt x="186295" y="84106"/>
                  <a:pt x="181837" y="84106"/>
                </a:cubicBezTo>
                <a:cubicBezTo>
                  <a:pt x="177378" y="84106"/>
                  <a:pt x="173774" y="80486"/>
                  <a:pt x="173774" y="76009"/>
                </a:cubicBezTo>
                <a:cubicBezTo>
                  <a:pt x="173774" y="71533"/>
                  <a:pt x="177378" y="67913"/>
                  <a:pt x="181837" y="67913"/>
                </a:cubicBezTo>
                <a:close/>
                <a:moveTo>
                  <a:pt x="234386" y="96965"/>
                </a:moveTo>
                <a:cubicBezTo>
                  <a:pt x="245864" y="96965"/>
                  <a:pt x="255254" y="87535"/>
                  <a:pt x="255254" y="76009"/>
                </a:cubicBezTo>
                <a:cubicBezTo>
                  <a:pt x="255254" y="64484"/>
                  <a:pt x="245864" y="55054"/>
                  <a:pt x="234386" y="55054"/>
                </a:cubicBezTo>
                <a:cubicBezTo>
                  <a:pt x="222909" y="55054"/>
                  <a:pt x="213518" y="64484"/>
                  <a:pt x="213518" y="76009"/>
                </a:cubicBezTo>
                <a:cubicBezTo>
                  <a:pt x="213518" y="87535"/>
                  <a:pt x="222909" y="96965"/>
                  <a:pt x="234386" y="96965"/>
                </a:cubicBezTo>
                <a:close/>
                <a:moveTo>
                  <a:pt x="234386" y="67913"/>
                </a:moveTo>
                <a:cubicBezTo>
                  <a:pt x="238844" y="67913"/>
                  <a:pt x="242449" y="71533"/>
                  <a:pt x="242449" y="76009"/>
                </a:cubicBezTo>
                <a:cubicBezTo>
                  <a:pt x="242449" y="80486"/>
                  <a:pt x="238844" y="84106"/>
                  <a:pt x="234386" y="84106"/>
                </a:cubicBezTo>
                <a:cubicBezTo>
                  <a:pt x="229928" y="84106"/>
                  <a:pt x="226323" y="80486"/>
                  <a:pt x="226323" y="76009"/>
                </a:cubicBezTo>
                <a:cubicBezTo>
                  <a:pt x="226323" y="71533"/>
                  <a:pt x="229928" y="67913"/>
                  <a:pt x="234386" y="67913"/>
                </a:cubicBezTo>
                <a:close/>
                <a:moveTo>
                  <a:pt x="120655" y="150686"/>
                </a:moveTo>
                <a:lnTo>
                  <a:pt x="174438" y="150686"/>
                </a:lnTo>
                <a:lnTo>
                  <a:pt x="174438" y="186119"/>
                </a:lnTo>
                <a:cubicBezTo>
                  <a:pt x="174438" y="188690"/>
                  <a:pt x="175956" y="191071"/>
                  <a:pt x="178422" y="192024"/>
                </a:cubicBezTo>
                <a:cubicBezTo>
                  <a:pt x="179181" y="192310"/>
                  <a:pt x="180034" y="192500"/>
                  <a:pt x="180888" y="192500"/>
                </a:cubicBezTo>
                <a:cubicBezTo>
                  <a:pt x="182595" y="192500"/>
                  <a:pt x="184208" y="191834"/>
                  <a:pt x="185441" y="190595"/>
                </a:cubicBezTo>
                <a:lnTo>
                  <a:pt x="225185" y="150686"/>
                </a:lnTo>
                <a:lnTo>
                  <a:pt x="239319" y="150686"/>
                </a:lnTo>
                <a:cubicBezTo>
                  <a:pt x="269008" y="150686"/>
                  <a:pt x="293101" y="126397"/>
                  <a:pt x="293101" y="96679"/>
                </a:cubicBezTo>
                <a:lnTo>
                  <a:pt x="293101" y="48006"/>
                </a:lnTo>
                <a:cubicBezTo>
                  <a:pt x="293101" y="19336"/>
                  <a:pt x="265404" y="0"/>
                  <a:pt x="239508" y="0"/>
                </a:cubicBezTo>
                <a:lnTo>
                  <a:pt x="120750" y="0"/>
                </a:lnTo>
                <a:cubicBezTo>
                  <a:pt x="91061" y="0"/>
                  <a:pt x="66967" y="24289"/>
                  <a:pt x="66967" y="54007"/>
                </a:cubicBezTo>
                <a:lnTo>
                  <a:pt x="66967" y="96583"/>
                </a:lnTo>
                <a:cubicBezTo>
                  <a:pt x="66967" y="126397"/>
                  <a:pt x="91155" y="150590"/>
                  <a:pt x="120750" y="150590"/>
                </a:cubicBezTo>
                <a:close/>
                <a:moveTo>
                  <a:pt x="79583" y="54102"/>
                </a:moveTo>
                <a:cubicBezTo>
                  <a:pt x="79583" y="31432"/>
                  <a:pt x="97985" y="12859"/>
                  <a:pt x="120655" y="12859"/>
                </a:cubicBezTo>
                <a:lnTo>
                  <a:pt x="239413" y="12859"/>
                </a:lnTo>
                <a:cubicBezTo>
                  <a:pt x="258669" y="12859"/>
                  <a:pt x="280201" y="27242"/>
                  <a:pt x="280201" y="48006"/>
                </a:cubicBezTo>
                <a:lnTo>
                  <a:pt x="280201" y="96679"/>
                </a:lnTo>
                <a:cubicBezTo>
                  <a:pt x="280201" y="119348"/>
                  <a:pt x="261799" y="137922"/>
                  <a:pt x="239129" y="137922"/>
                </a:cubicBezTo>
                <a:lnTo>
                  <a:pt x="222340" y="137922"/>
                </a:lnTo>
                <a:cubicBezTo>
                  <a:pt x="220632" y="137922"/>
                  <a:pt x="219020" y="138589"/>
                  <a:pt x="217787" y="139827"/>
                </a:cubicBezTo>
                <a:lnTo>
                  <a:pt x="187054" y="170688"/>
                </a:lnTo>
                <a:lnTo>
                  <a:pt x="187054" y="144399"/>
                </a:lnTo>
                <a:cubicBezTo>
                  <a:pt x="187054" y="140875"/>
                  <a:pt x="184208" y="138017"/>
                  <a:pt x="180698" y="138017"/>
                </a:cubicBezTo>
                <a:lnTo>
                  <a:pt x="120560" y="138017"/>
                </a:lnTo>
                <a:cubicBezTo>
                  <a:pt x="97985" y="138017"/>
                  <a:pt x="79488" y="119539"/>
                  <a:pt x="79488" y="96774"/>
                </a:cubicBezTo>
                <a:lnTo>
                  <a:pt x="79488" y="54197"/>
                </a:lnTo>
                <a:close/>
                <a:moveTo>
                  <a:pt x="321842" y="250222"/>
                </a:moveTo>
                <a:cubicBezTo>
                  <a:pt x="319850" y="249555"/>
                  <a:pt x="317763" y="248698"/>
                  <a:pt x="315866" y="247936"/>
                </a:cubicBezTo>
                <a:cubicBezTo>
                  <a:pt x="322980" y="240887"/>
                  <a:pt x="327534" y="231077"/>
                  <a:pt x="327534" y="220218"/>
                </a:cubicBezTo>
                <a:cubicBezTo>
                  <a:pt x="327534" y="198787"/>
                  <a:pt x="310175" y="181356"/>
                  <a:pt x="288833" y="181356"/>
                </a:cubicBezTo>
                <a:cubicBezTo>
                  <a:pt x="267491" y="181356"/>
                  <a:pt x="250132" y="198787"/>
                  <a:pt x="250132" y="220218"/>
                </a:cubicBezTo>
                <a:cubicBezTo>
                  <a:pt x="250132" y="231077"/>
                  <a:pt x="254590" y="240887"/>
                  <a:pt x="261799" y="247936"/>
                </a:cubicBezTo>
                <a:cubicBezTo>
                  <a:pt x="259902" y="248698"/>
                  <a:pt x="257815" y="249555"/>
                  <a:pt x="255823" y="250222"/>
                </a:cubicBezTo>
                <a:cubicBezTo>
                  <a:pt x="244630" y="254317"/>
                  <a:pt x="228505" y="260223"/>
                  <a:pt x="220632" y="277940"/>
                </a:cubicBezTo>
                <a:cubicBezTo>
                  <a:pt x="218261" y="276987"/>
                  <a:pt x="215889" y="276130"/>
                  <a:pt x="213803" y="275368"/>
                </a:cubicBezTo>
                <a:cubicBezTo>
                  <a:pt x="211811" y="274701"/>
                  <a:pt x="209724" y="273844"/>
                  <a:pt x="207827" y="273082"/>
                </a:cubicBezTo>
                <a:cubicBezTo>
                  <a:pt x="214941" y="266033"/>
                  <a:pt x="219494" y="256223"/>
                  <a:pt x="219494" y="245364"/>
                </a:cubicBezTo>
                <a:cubicBezTo>
                  <a:pt x="219494" y="223933"/>
                  <a:pt x="202136" y="206502"/>
                  <a:pt x="180793" y="206502"/>
                </a:cubicBezTo>
                <a:cubicBezTo>
                  <a:pt x="159451" y="206502"/>
                  <a:pt x="142092" y="223933"/>
                  <a:pt x="142092" y="245364"/>
                </a:cubicBezTo>
                <a:cubicBezTo>
                  <a:pt x="142092" y="256223"/>
                  <a:pt x="146551" y="266033"/>
                  <a:pt x="153760" y="273082"/>
                </a:cubicBezTo>
                <a:cubicBezTo>
                  <a:pt x="151863" y="273844"/>
                  <a:pt x="149776" y="274701"/>
                  <a:pt x="147784" y="275368"/>
                </a:cubicBezTo>
                <a:cubicBezTo>
                  <a:pt x="145697" y="276130"/>
                  <a:pt x="143420" y="276987"/>
                  <a:pt x="140954" y="277940"/>
                </a:cubicBezTo>
                <a:cubicBezTo>
                  <a:pt x="133176" y="260318"/>
                  <a:pt x="116956" y="254317"/>
                  <a:pt x="105763" y="250222"/>
                </a:cubicBezTo>
                <a:cubicBezTo>
                  <a:pt x="103771" y="249555"/>
                  <a:pt x="101684" y="248698"/>
                  <a:pt x="99787" y="247936"/>
                </a:cubicBezTo>
                <a:cubicBezTo>
                  <a:pt x="106901" y="240887"/>
                  <a:pt x="111454" y="231077"/>
                  <a:pt x="111454" y="220218"/>
                </a:cubicBezTo>
                <a:cubicBezTo>
                  <a:pt x="111454" y="198787"/>
                  <a:pt x="94096" y="181356"/>
                  <a:pt x="72754" y="181356"/>
                </a:cubicBezTo>
                <a:cubicBezTo>
                  <a:pt x="51411" y="181356"/>
                  <a:pt x="34053" y="198787"/>
                  <a:pt x="34053" y="220218"/>
                </a:cubicBezTo>
                <a:cubicBezTo>
                  <a:pt x="34053" y="231077"/>
                  <a:pt x="38511" y="240887"/>
                  <a:pt x="45720" y="247936"/>
                </a:cubicBezTo>
                <a:cubicBezTo>
                  <a:pt x="43823" y="248698"/>
                  <a:pt x="41736" y="249555"/>
                  <a:pt x="39744" y="250222"/>
                </a:cubicBezTo>
                <a:cubicBezTo>
                  <a:pt x="24852" y="255651"/>
                  <a:pt x="0" y="264605"/>
                  <a:pt x="0" y="301847"/>
                </a:cubicBezTo>
                <a:cubicBezTo>
                  <a:pt x="0" y="305371"/>
                  <a:pt x="2846" y="308229"/>
                  <a:pt x="6355" y="308229"/>
                </a:cubicBezTo>
                <a:lnTo>
                  <a:pt x="110601" y="308229"/>
                </a:lnTo>
                <a:cubicBezTo>
                  <a:pt x="108988" y="313468"/>
                  <a:pt x="108040" y="319659"/>
                  <a:pt x="108040" y="326898"/>
                </a:cubicBezTo>
                <a:cubicBezTo>
                  <a:pt x="108040" y="330422"/>
                  <a:pt x="110885" y="333280"/>
                  <a:pt x="114395" y="333280"/>
                </a:cubicBezTo>
                <a:lnTo>
                  <a:pt x="247192" y="333280"/>
                </a:lnTo>
                <a:cubicBezTo>
                  <a:pt x="250701" y="333280"/>
                  <a:pt x="253547" y="330422"/>
                  <a:pt x="253547" y="326898"/>
                </a:cubicBezTo>
                <a:cubicBezTo>
                  <a:pt x="253547" y="319659"/>
                  <a:pt x="252598" y="313563"/>
                  <a:pt x="250986" y="308229"/>
                </a:cubicBezTo>
                <a:lnTo>
                  <a:pt x="355231" y="308229"/>
                </a:lnTo>
                <a:cubicBezTo>
                  <a:pt x="358741" y="308229"/>
                  <a:pt x="361586" y="305371"/>
                  <a:pt x="361586" y="301847"/>
                </a:cubicBezTo>
                <a:cubicBezTo>
                  <a:pt x="361586" y="264605"/>
                  <a:pt x="336734" y="255556"/>
                  <a:pt x="321842" y="250222"/>
                </a:cubicBezTo>
                <a:close/>
                <a:moveTo>
                  <a:pt x="288833" y="194215"/>
                </a:moveTo>
                <a:cubicBezTo>
                  <a:pt x="303156" y="194215"/>
                  <a:pt x="314728" y="205835"/>
                  <a:pt x="314728" y="220218"/>
                </a:cubicBezTo>
                <a:cubicBezTo>
                  <a:pt x="314728" y="234601"/>
                  <a:pt x="303156" y="246221"/>
                  <a:pt x="288833" y="246221"/>
                </a:cubicBezTo>
                <a:cubicBezTo>
                  <a:pt x="274510" y="246221"/>
                  <a:pt x="262937" y="234601"/>
                  <a:pt x="262937" y="220218"/>
                </a:cubicBezTo>
                <a:cubicBezTo>
                  <a:pt x="262937" y="205835"/>
                  <a:pt x="274510" y="194215"/>
                  <a:pt x="288833" y="194215"/>
                </a:cubicBezTo>
                <a:close/>
                <a:moveTo>
                  <a:pt x="180793" y="219265"/>
                </a:moveTo>
                <a:cubicBezTo>
                  <a:pt x="195116" y="219265"/>
                  <a:pt x="206689" y="230886"/>
                  <a:pt x="206689" y="245269"/>
                </a:cubicBezTo>
                <a:cubicBezTo>
                  <a:pt x="206689" y="259652"/>
                  <a:pt x="195116" y="271272"/>
                  <a:pt x="180793" y="271272"/>
                </a:cubicBezTo>
                <a:cubicBezTo>
                  <a:pt x="166470" y="271272"/>
                  <a:pt x="154898" y="259652"/>
                  <a:pt x="154898" y="245269"/>
                </a:cubicBezTo>
                <a:cubicBezTo>
                  <a:pt x="154898" y="230886"/>
                  <a:pt x="166470" y="219265"/>
                  <a:pt x="180793" y="219265"/>
                </a:cubicBezTo>
                <a:close/>
                <a:moveTo>
                  <a:pt x="72659" y="194215"/>
                </a:moveTo>
                <a:cubicBezTo>
                  <a:pt x="86982" y="194215"/>
                  <a:pt x="98554" y="205835"/>
                  <a:pt x="98554" y="220218"/>
                </a:cubicBezTo>
                <a:cubicBezTo>
                  <a:pt x="98554" y="234601"/>
                  <a:pt x="86982" y="246221"/>
                  <a:pt x="72659" y="246221"/>
                </a:cubicBezTo>
                <a:cubicBezTo>
                  <a:pt x="58336" y="246221"/>
                  <a:pt x="46763" y="234601"/>
                  <a:pt x="46763" y="220218"/>
                </a:cubicBezTo>
                <a:cubicBezTo>
                  <a:pt x="46763" y="205835"/>
                  <a:pt x="58336" y="194215"/>
                  <a:pt x="72659" y="194215"/>
                </a:cubicBezTo>
                <a:close/>
                <a:moveTo>
                  <a:pt x="12995" y="295370"/>
                </a:moveTo>
                <a:cubicBezTo>
                  <a:pt x="15366" y="272606"/>
                  <a:pt x="30448" y="267176"/>
                  <a:pt x="44013" y="262223"/>
                </a:cubicBezTo>
                <a:cubicBezTo>
                  <a:pt x="49230" y="260318"/>
                  <a:pt x="53878" y="258509"/>
                  <a:pt x="57482" y="255842"/>
                </a:cubicBezTo>
                <a:cubicBezTo>
                  <a:pt x="62130" y="257842"/>
                  <a:pt x="67252" y="258985"/>
                  <a:pt x="72659" y="258985"/>
                </a:cubicBezTo>
                <a:cubicBezTo>
                  <a:pt x="78065" y="258985"/>
                  <a:pt x="83188" y="257842"/>
                  <a:pt x="87836" y="255842"/>
                </a:cubicBezTo>
                <a:cubicBezTo>
                  <a:pt x="91440" y="258509"/>
                  <a:pt x="96088" y="260318"/>
                  <a:pt x="101305" y="262223"/>
                </a:cubicBezTo>
                <a:cubicBezTo>
                  <a:pt x="111929" y="266129"/>
                  <a:pt x="123785" y="270510"/>
                  <a:pt x="129382" y="283655"/>
                </a:cubicBezTo>
                <a:cubicBezTo>
                  <a:pt x="124829" y="286607"/>
                  <a:pt x="120371" y="290322"/>
                  <a:pt x="116766" y="295370"/>
                </a:cubicBezTo>
                <a:lnTo>
                  <a:pt x="12995" y="295370"/>
                </a:lnTo>
                <a:close/>
                <a:moveTo>
                  <a:pt x="121130" y="320516"/>
                </a:moveTo>
                <a:cubicBezTo>
                  <a:pt x="123501" y="297752"/>
                  <a:pt x="138583" y="292322"/>
                  <a:pt x="152147" y="287369"/>
                </a:cubicBezTo>
                <a:cubicBezTo>
                  <a:pt x="157364" y="285464"/>
                  <a:pt x="162012" y="283655"/>
                  <a:pt x="165616" y="280988"/>
                </a:cubicBezTo>
                <a:cubicBezTo>
                  <a:pt x="170264" y="282988"/>
                  <a:pt x="175386" y="284131"/>
                  <a:pt x="180793" y="284131"/>
                </a:cubicBezTo>
                <a:cubicBezTo>
                  <a:pt x="186200" y="284131"/>
                  <a:pt x="191322" y="282988"/>
                  <a:pt x="195970" y="280988"/>
                </a:cubicBezTo>
                <a:cubicBezTo>
                  <a:pt x="199574" y="283655"/>
                  <a:pt x="204222" y="285464"/>
                  <a:pt x="209439" y="287369"/>
                </a:cubicBezTo>
                <a:cubicBezTo>
                  <a:pt x="222909" y="292227"/>
                  <a:pt x="238085" y="297752"/>
                  <a:pt x="240457" y="320516"/>
                </a:cubicBezTo>
                <a:lnTo>
                  <a:pt x="121130" y="320516"/>
                </a:lnTo>
                <a:close/>
                <a:moveTo>
                  <a:pt x="244725" y="295370"/>
                </a:moveTo>
                <a:cubicBezTo>
                  <a:pt x="241121" y="290322"/>
                  <a:pt x="236663" y="286607"/>
                  <a:pt x="232110" y="283655"/>
                </a:cubicBezTo>
                <a:cubicBezTo>
                  <a:pt x="237611" y="270510"/>
                  <a:pt x="249468" y="266129"/>
                  <a:pt x="260187" y="262223"/>
                </a:cubicBezTo>
                <a:cubicBezTo>
                  <a:pt x="265404" y="260318"/>
                  <a:pt x="270051" y="258509"/>
                  <a:pt x="273656" y="255842"/>
                </a:cubicBezTo>
                <a:cubicBezTo>
                  <a:pt x="278304" y="257842"/>
                  <a:pt x="283426" y="258985"/>
                  <a:pt x="288833" y="258985"/>
                </a:cubicBezTo>
                <a:cubicBezTo>
                  <a:pt x="294239" y="258985"/>
                  <a:pt x="299362" y="257842"/>
                  <a:pt x="304010" y="255842"/>
                </a:cubicBezTo>
                <a:cubicBezTo>
                  <a:pt x="307614" y="258509"/>
                  <a:pt x="312262" y="260318"/>
                  <a:pt x="317479" y="262223"/>
                </a:cubicBezTo>
                <a:cubicBezTo>
                  <a:pt x="330948" y="267081"/>
                  <a:pt x="346125" y="272606"/>
                  <a:pt x="348496" y="295370"/>
                </a:cubicBezTo>
                <a:lnTo>
                  <a:pt x="244725" y="29537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1" name="Graphic 198">
            <a:extLst>
              <a:ext uri="{FF2B5EF4-FFF2-40B4-BE49-F238E27FC236}">
                <a16:creationId xmlns:a16="http://schemas.microsoft.com/office/drawing/2014/main" id="{06148C8E-C8B8-0B6D-E56B-B1918F7E3ACE}"/>
              </a:ext>
            </a:extLst>
          </p:cNvPr>
          <p:cNvSpPr/>
          <p:nvPr/>
        </p:nvSpPr>
        <p:spPr>
          <a:xfrm>
            <a:off x="6208805" y="2882865"/>
            <a:ext cx="473995" cy="436888"/>
          </a:xfrm>
          <a:custGeom>
            <a:avLst/>
            <a:gdLst>
              <a:gd name="connsiteX0" fmla="*/ 129287 w 361586"/>
              <a:gd name="connsiteY0" fmla="*/ 96965 h 333279"/>
              <a:gd name="connsiteX1" fmla="*/ 150155 w 361586"/>
              <a:gd name="connsiteY1" fmla="*/ 76009 h 333279"/>
              <a:gd name="connsiteX2" fmla="*/ 129287 w 361586"/>
              <a:gd name="connsiteY2" fmla="*/ 55054 h 333279"/>
              <a:gd name="connsiteX3" fmla="*/ 108419 w 361586"/>
              <a:gd name="connsiteY3" fmla="*/ 76009 h 333279"/>
              <a:gd name="connsiteX4" fmla="*/ 129287 w 361586"/>
              <a:gd name="connsiteY4" fmla="*/ 96965 h 333279"/>
              <a:gd name="connsiteX5" fmla="*/ 129287 w 361586"/>
              <a:gd name="connsiteY5" fmla="*/ 67913 h 333279"/>
              <a:gd name="connsiteX6" fmla="*/ 137350 w 361586"/>
              <a:gd name="connsiteY6" fmla="*/ 76009 h 333279"/>
              <a:gd name="connsiteX7" fmla="*/ 129287 w 361586"/>
              <a:gd name="connsiteY7" fmla="*/ 84106 h 333279"/>
              <a:gd name="connsiteX8" fmla="*/ 121224 w 361586"/>
              <a:gd name="connsiteY8" fmla="*/ 76009 h 333279"/>
              <a:gd name="connsiteX9" fmla="*/ 129287 w 361586"/>
              <a:gd name="connsiteY9" fmla="*/ 67913 h 333279"/>
              <a:gd name="connsiteX10" fmla="*/ 181837 w 361586"/>
              <a:gd name="connsiteY10" fmla="*/ 96965 h 333279"/>
              <a:gd name="connsiteX11" fmla="*/ 202705 w 361586"/>
              <a:gd name="connsiteY11" fmla="*/ 76009 h 333279"/>
              <a:gd name="connsiteX12" fmla="*/ 181837 w 361586"/>
              <a:gd name="connsiteY12" fmla="*/ 55054 h 333279"/>
              <a:gd name="connsiteX13" fmla="*/ 160969 w 361586"/>
              <a:gd name="connsiteY13" fmla="*/ 76009 h 333279"/>
              <a:gd name="connsiteX14" fmla="*/ 181837 w 361586"/>
              <a:gd name="connsiteY14" fmla="*/ 96965 h 333279"/>
              <a:gd name="connsiteX15" fmla="*/ 181837 w 361586"/>
              <a:gd name="connsiteY15" fmla="*/ 67913 h 333279"/>
              <a:gd name="connsiteX16" fmla="*/ 189899 w 361586"/>
              <a:gd name="connsiteY16" fmla="*/ 76009 h 333279"/>
              <a:gd name="connsiteX17" fmla="*/ 181837 w 361586"/>
              <a:gd name="connsiteY17" fmla="*/ 84106 h 333279"/>
              <a:gd name="connsiteX18" fmla="*/ 173774 w 361586"/>
              <a:gd name="connsiteY18" fmla="*/ 76009 h 333279"/>
              <a:gd name="connsiteX19" fmla="*/ 181837 w 361586"/>
              <a:gd name="connsiteY19" fmla="*/ 67913 h 333279"/>
              <a:gd name="connsiteX20" fmla="*/ 234386 w 361586"/>
              <a:gd name="connsiteY20" fmla="*/ 96965 h 333279"/>
              <a:gd name="connsiteX21" fmla="*/ 255254 w 361586"/>
              <a:gd name="connsiteY21" fmla="*/ 76009 h 333279"/>
              <a:gd name="connsiteX22" fmla="*/ 234386 w 361586"/>
              <a:gd name="connsiteY22" fmla="*/ 55054 h 333279"/>
              <a:gd name="connsiteX23" fmla="*/ 213518 w 361586"/>
              <a:gd name="connsiteY23" fmla="*/ 76009 h 333279"/>
              <a:gd name="connsiteX24" fmla="*/ 234386 w 361586"/>
              <a:gd name="connsiteY24" fmla="*/ 96965 h 333279"/>
              <a:gd name="connsiteX25" fmla="*/ 234386 w 361586"/>
              <a:gd name="connsiteY25" fmla="*/ 67913 h 333279"/>
              <a:gd name="connsiteX26" fmla="*/ 242449 w 361586"/>
              <a:gd name="connsiteY26" fmla="*/ 76009 h 333279"/>
              <a:gd name="connsiteX27" fmla="*/ 234386 w 361586"/>
              <a:gd name="connsiteY27" fmla="*/ 84106 h 333279"/>
              <a:gd name="connsiteX28" fmla="*/ 226323 w 361586"/>
              <a:gd name="connsiteY28" fmla="*/ 76009 h 333279"/>
              <a:gd name="connsiteX29" fmla="*/ 234386 w 361586"/>
              <a:gd name="connsiteY29" fmla="*/ 67913 h 333279"/>
              <a:gd name="connsiteX30" fmla="*/ 120655 w 361586"/>
              <a:gd name="connsiteY30" fmla="*/ 150686 h 333279"/>
              <a:gd name="connsiteX31" fmla="*/ 174438 w 361586"/>
              <a:gd name="connsiteY31" fmla="*/ 150686 h 333279"/>
              <a:gd name="connsiteX32" fmla="*/ 174438 w 361586"/>
              <a:gd name="connsiteY32" fmla="*/ 186119 h 333279"/>
              <a:gd name="connsiteX33" fmla="*/ 178422 w 361586"/>
              <a:gd name="connsiteY33" fmla="*/ 192024 h 333279"/>
              <a:gd name="connsiteX34" fmla="*/ 180888 w 361586"/>
              <a:gd name="connsiteY34" fmla="*/ 192500 h 333279"/>
              <a:gd name="connsiteX35" fmla="*/ 185441 w 361586"/>
              <a:gd name="connsiteY35" fmla="*/ 190595 h 333279"/>
              <a:gd name="connsiteX36" fmla="*/ 225185 w 361586"/>
              <a:gd name="connsiteY36" fmla="*/ 150686 h 333279"/>
              <a:gd name="connsiteX37" fmla="*/ 239319 w 361586"/>
              <a:gd name="connsiteY37" fmla="*/ 150686 h 333279"/>
              <a:gd name="connsiteX38" fmla="*/ 293101 w 361586"/>
              <a:gd name="connsiteY38" fmla="*/ 96679 h 333279"/>
              <a:gd name="connsiteX39" fmla="*/ 293101 w 361586"/>
              <a:gd name="connsiteY39" fmla="*/ 48006 h 333279"/>
              <a:gd name="connsiteX40" fmla="*/ 239508 w 361586"/>
              <a:gd name="connsiteY40" fmla="*/ 0 h 333279"/>
              <a:gd name="connsiteX41" fmla="*/ 120750 w 361586"/>
              <a:gd name="connsiteY41" fmla="*/ 0 h 333279"/>
              <a:gd name="connsiteX42" fmla="*/ 66967 w 361586"/>
              <a:gd name="connsiteY42" fmla="*/ 54007 h 333279"/>
              <a:gd name="connsiteX43" fmla="*/ 66967 w 361586"/>
              <a:gd name="connsiteY43" fmla="*/ 96583 h 333279"/>
              <a:gd name="connsiteX44" fmla="*/ 120750 w 361586"/>
              <a:gd name="connsiteY44" fmla="*/ 150590 h 333279"/>
              <a:gd name="connsiteX45" fmla="*/ 79583 w 361586"/>
              <a:gd name="connsiteY45" fmla="*/ 54102 h 333279"/>
              <a:gd name="connsiteX46" fmla="*/ 120655 w 361586"/>
              <a:gd name="connsiteY46" fmla="*/ 12859 h 333279"/>
              <a:gd name="connsiteX47" fmla="*/ 239413 w 361586"/>
              <a:gd name="connsiteY47" fmla="*/ 12859 h 333279"/>
              <a:gd name="connsiteX48" fmla="*/ 280201 w 361586"/>
              <a:gd name="connsiteY48" fmla="*/ 48006 h 333279"/>
              <a:gd name="connsiteX49" fmla="*/ 280201 w 361586"/>
              <a:gd name="connsiteY49" fmla="*/ 96679 h 333279"/>
              <a:gd name="connsiteX50" fmla="*/ 239129 w 361586"/>
              <a:gd name="connsiteY50" fmla="*/ 137922 h 333279"/>
              <a:gd name="connsiteX51" fmla="*/ 222340 w 361586"/>
              <a:gd name="connsiteY51" fmla="*/ 137922 h 333279"/>
              <a:gd name="connsiteX52" fmla="*/ 217787 w 361586"/>
              <a:gd name="connsiteY52" fmla="*/ 139827 h 333279"/>
              <a:gd name="connsiteX53" fmla="*/ 187054 w 361586"/>
              <a:gd name="connsiteY53" fmla="*/ 170688 h 333279"/>
              <a:gd name="connsiteX54" fmla="*/ 187054 w 361586"/>
              <a:gd name="connsiteY54" fmla="*/ 144399 h 333279"/>
              <a:gd name="connsiteX55" fmla="*/ 180698 w 361586"/>
              <a:gd name="connsiteY55" fmla="*/ 138017 h 333279"/>
              <a:gd name="connsiteX56" fmla="*/ 120560 w 361586"/>
              <a:gd name="connsiteY56" fmla="*/ 138017 h 333279"/>
              <a:gd name="connsiteX57" fmla="*/ 79488 w 361586"/>
              <a:gd name="connsiteY57" fmla="*/ 96774 h 333279"/>
              <a:gd name="connsiteX58" fmla="*/ 79488 w 361586"/>
              <a:gd name="connsiteY58" fmla="*/ 54197 h 333279"/>
              <a:gd name="connsiteX59" fmla="*/ 321842 w 361586"/>
              <a:gd name="connsiteY59" fmla="*/ 250222 h 333279"/>
              <a:gd name="connsiteX60" fmla="*/ 315866 w 361586"/>
              <a:gd name="connsiteY60" fmla="*/ 247936 h 333279"/>
              <a:gd name="connsiteX61" fmla="*/ 327534 w 361586"/>
              <a:gd name="connsiteY61" fmla="*/ 220218 h 333279"/>
              <a:gd name="connsiteX62" fmla="*/ 288833 w 361586"/>
              <a:gd name="connsiteY62" fmla="*/ 181356 h 333279"/>
              <a:gd name="connsiteX63" fmla="*/ 250132 w 361586"/>
              <a:gd name="connsiteY63" fmla="*/ 220218 h 333279"/>
              <a:gd name="connsiteX64" fmla="*/ 261799 w 361586"/>
              <a:gd name="connsiteY64" fmla="*/ 247936 h 333279"/>
              <a:gd name="connsiteX65" fmla="*/ 255823 w 361586"/>
              <a:gd name="connsiteY65" fmla="*/ 250222 h 333279"/>
              <a:gd name="connsiteX66" fmla="*/ 220632 w 361586"/>
              <a:gd name="connsiteY66" fmla="*/ 277940 h 333279"/>
              <a:gd name="connsiteX67" fmla="*/ 213803 w 361586"/>
              <a:gd name="connsiteY67" fmla="*/ 275368 h 333279"/>
              <a:gd name="connsiteX68" fmla="*/ 207827 w 361586"/>
              <a:gd name="connsiteY68" fmla="*/ 273082 h 333279"/>
              <a:gd name="connsiteX69" fmla="*/ 219494 w 361586"/>
              <a:gd name="connsiteY69" fmla="*/ 245364 h 333279"/>
              <a:gd name="connsiteX70" fmla="*/ 180793 w 361586"/>
              <a:gd name="connsiteY70" fmla="*/ 206502 h 333279"/>
              <a:gd name="connsiteX71" fmla="*/ 142092 w 361586"/>
              <a:gd name="connsiteY71" fmla="*/ 245364 h 333279"/>
              <a:gd name="connsiteX72" fmla="*/ 153760 w 361586"/>
              <a:gd name="connsiteY72" fmla="*/ 273082 h 333279"/>
              <a:gd name="connsiteX73" fmla="*/ 147784 w 361586"/>
              <a:gd name="connsiteY73" fmla="*/ 275368 h 333279"/>
              <a:gd name="connsiteX74" fmla="*/ 140954 w 361586"/>
              <a:gd name="connsiteY74" fmla="*/ 277940 h 333279"/>
              <a:gd name="connsiteX75" fmla="*/ 105763 w 361586"/>
              <a:gd name="connsiteY75" fmla="*/ 250222 h 333279"/>
              <a:gd name="connsiteX76" fmla="*/ 99787 w 361586"/>
              <a:gd name="connsiteY76" fmla="*/ 247936 h 333279"/>
              <a:gd name="connsiteX77" fmla="*/ 111454 w 361586"/>
              <a:gd name="connsiteY77" fmla="*/ 220218 h 333279"/>
              <a:gd name="connsiteX78" fmla="*/ 72754 w 361586"/>
              <a:gd name="connsiteY78" fmla="*/ 181356 h 333279"/>
              <a:gd name="connsiteX79" fmla="*/ 34053 w 361586"/>
              <a:gd name="connsiteY79" fmla="*/ 220218 h 333279"/>
              <a:gd name="connsiteX80" fmla="*/ 45720 w 361586"/>
              <a:gd name="connsiteY80" fmla="*/ 247936 h 333279"/>
              <a:gd name="connsiteX81" fmla="*/ 39744 w 361586"/>
              <a:gd name="connsiteY81" fmla="*/ 250222 h 333279"/>
              <a:gd name="connsiteX82" fmla="*/ 0 w 361586"/>
              <a:gd name="connsiteY82" fmla="*/ 301847 h 333279"/>
              <a:gd name="connsiteX83" fmla="*/ 6355 w 361586"/>
              <a:gd name="connsiteY83" fmla="*/ 308229 h 333279"/>
              <a:gd name="connsiteX84" fmla="*/ 110601 w 361586"/>
              <a:gd name="connsiteY84" fmla="*/ 308229 h 333279"/>
              <a:gd name="connsiteX85" fmla="*/ 108040 w 361586"/>
              <a:gd name="connsiteY85" fmla="*/ 326898 h 333279"/>
              <a:gd name="connsiteX86" fmla="*/ 114395 w 361586"/>
              <a:gd name="connsiteY86" fmla="*/ 333280 h 333279"/>
              <a:gd name="connsiteX87" fmla="*/ 247192 w 361586"/>
              <a:gd name="connsiteY87" fmla="*/ 333280 h 333279"/>
              <a:gd name="connsiteX88" fmla="*/ 253547 w 361586"/>
              <a:gd name="connsiteY88" fmla="*/ 326898 h 333279"/>
              <a:gd name="connsiteX89" fmla="*/ 250986 w 361586"/>
              <a:gd name="connsiteY89" fmla="*/ 308229 h 333279"/>
              <a:gd name="connsiteX90" fmla="*/ 355231 w 361586"/>
              <a:gd name="connsiteY90" fmla="*/ 308229 h 333279"/>
              <a:gd name="connsiteX91" fmla="*/ 361586 w 361586"/>
              <a:gd name="connsiteY91" fmla="*/ 301847 h 333279"/>
              <a:gd name="connsiteX92" fmla="*/ 321842 w 361586"/>
              <a:gd name="connsiteY92" fmla="*/ 250222 h 333279"/>
              <a:gd name="connsiteX93" fmla="*/ 288833 w 361586"/>
              <a:gd name="connsiteY93" fmla="*/ 194215 h 333279"/>
              <a:gd name="connsiteX94" fmla="*/ 314728 w 361586"/>
              <a:gd name="connsiteY94" fmla="*/ 220218 h 333279"/>
              <a:gd name="connsiteX95" fmla="*/ 288833 w 361586"/>
              <a:gd name="connsiteY95" fmla="*/ 246221 h 333279"/>
              <a:gd name="connsiteX96" fmla="*/ 262937 w 361586"/>
              <a:gd name="connsiteY96" fmla="*/ 220218 h 333279"/>
              <a:gd name="connsiteX97" fmla="*/ 288833 w 361586"/>
              <a:gd name="connsiteY97" fmla="*/ 194215 h 333279"/>
              <a:gd name="connsiteX98" fmla="*/ 180793 w 361586"/>
              <a:gd name="connsiteY98" fmla="*/ 219265 h 333279"/>
              <a:gd name="connsiteX99" fmla="*/ 206689 w 361586"/>
              <a:gd name="connsiteY99" fmla="*/ 245269 h 333279"/>
              <a:gd name="connsiteX100" fmla="*/ 180793 w 361586"/>
              <a:gd name="connsiteY100" fmla="*/ 271272 h 333279"/>
              <a:gd name="connsiteX101" fmla="*/ 154898 w 361586"/>
              <a:gd name="connsiteY101" fmla="*/ 245269 h 333279"/>
              <a:gd name="connsiteX102" fmla="*/ 180793 w 361586"/>
              <a:gd name="connsiteY102" fmla="*/ 219265 h 333279"/>
              <a:gd name="connsiteX103" fmla="*/ 72659 w 361586"/>
              <a:gd name="connsiteY103" fmla="*/ 194215 h 333279"/>
              <a:gd name="connsiteX104" fmla="*/ 98554 w 361586"/>
              <a:gd name="connsiteY104" fmla="*/ 220218 h 333279"/>
              <a:gd name="connsiteX105" fmla="*/ 72659 w 361586"/>
              <a:gd name="connsiteY105" fmla="*/ 246221 h 333279"/>
              <a:gd name="connsiteX106" fmla="*/ 46763 w 361586"/>
              <a:gd name="connsiteY106" fmla="*/ 220218 h 333279"/>
              <a:gd name="connsiteX107" fmla="*/ 72659 w 361586"/>
              <a:gd name="connsiteY107" fmla="*/ 194215 h 333279"/>
              <a:gd name="connsiteX108" fmla="*/ 12995 w 361586"/>
              <a:gd name="connsiteY108" fmla="*/ 295370 h 333279"/>
              <a:gd name="connsiteX109" fmla="*/ 44013 w 361586"/>
              <a:gd name="connsiteY109" fmla="*/ 262223 h 333279"/>
              <a:gd name="connsiteX110" fmla="*/ 57482 w 361586"/>
              <a:gd name="connsiteY110" fmla="*/ 255842 h 333279"/>
              <a:gd name="connsiteX111" fmla="*/ 72659 w 361586"/>
              <a:gd name="connsiteY111" fmla="*/ 258985 h 333279"/>
              <a:gd name="connsiteX112" fmla="*/ 87836 w 361586"/>
              <a:gd name="connsiteY112" fmla="*/ 255842 h 333279"/>
              <a:gd name="connsiteX113" fmla="*/ 101305 w 361586"/>
              <a:gd name="connsiteY113" fmla="*/ 262223 h 333279"/>
              <a:gd name="connsiteX114" fmla="*/ 129382 w 361586"/>
              <a:gd name="connsiteY114" fmla="*/ 283655 h 333279"/>
              <a:gd name="connsiteX115" fmla="*/ 116766 w 361586"/>
              <a:gd name="connsiteY115" fmla="*/ 295370 h 333279"/>
              <a:gd name="connsiteX116" fmla="*/ 12995 w 361586"/>
              <a:gd name="connsiteY116" fmla="*/ 295370 h 333279"/>
              <a:gd name="connsiteX117" fmla="*/ 121130 w 361586"/>
              <a:gd name="connsiteY117" fmla="*/ 320516 h 333279"/>
              <a:gd name="connsiteX118" fmla="*/ 152147 w 361586"/>
              <a:gd name="connsiteY118" fmla="*/ 287369 h 333279"/>
              <a:gd name="connsiteX119" fmla="*/ 165616 w 361586"/>
              <a:gd name="connsiteY119" fmla="*/ 280988 h 333279"/>
              <a:gd name="connsiteX120" fmla="*/ 180793 w 361586"/>
              <a:gd name="connsiteY120" fmla="*/ 284131 h 333279"/>
              <a:gd name="connsiteX121" fmla="*/ 195970 w 361586"/>
              <a:gd name="connsiteY121" fmla="*/ 280988 h 333279"/>
              <a:gd name="connsiteX122" fmla="*/ 209439 w 361586"/>
              <a:gd name="connsiteY122" fmla="*/ 287369 h 333279"/>
              <a:gd name="connsiteX123" fmla="*/ 240457 w 361586"/>
              <a:gd name="connsiteY123" fmla="*/ 320516 h 333279"/>
              <a:gd name="connsiteX124" fmla="*/ 121130 w 361586"/>
              <a:gd name="connsiteY124" fmla="*/ 320516 h 333279"/>
              <a:gd name="connsiteX125" fmla="*/ 244725 w 361586"/>
              <a:gd name="connsiteY125" fmla="*/ 295370 h 333279"/>
              <a:gd name="connsiteX126" fmla="*/ 232110 w 361586"/>
              <a:gd name="connsiteY126" fmla="*/ 283655 h 333279"/>
              <a:gd name="connsiteX127" fmla="*/ 260187 w 361586"/>
              <a:gd name="connsiteY127" fmla="*/ 262223 h 333279"/>
              <a:gd name="connsiteX128" fmla="*/ 273656 w 361586"/>
              <a:gd name="connsiteY128" fmla="*/ 255842 h 333279"/>
              <a:gd name="connsiteX129" fmla="*/ 288833 w 361586"/>
              <a:gd name="connsiteY129" fmla="*/ 258985 h 333279"/>
              <a:gd name="connsiteX130" fmla="*/ 304010 w 361586"/>
              <a:gd name="connsiteY130" fmla="*/ 255842 h 333279"/>
              <a:gd name="connsiteX131" fmla="*/ 317479 w 361586"/>
              <a:gd name="connsiteY131" fmla="*/ 262223 h 333279"/>
              <a:gd name="connsiteX132" fmla="*/ 348496 w 361586"/>
              <a:gd name="connsiteY132" fmla="*/ 295370 h 333279"/>
              <a:gd name="connsiteX133" fmla="*/ 244725 w 361586"/>
              <a:gd name="connsiteY133" fmla="*/ 295370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61586" h="333279">
                <a:moveTo>
                  <a:pt x="129287" y="96965"/>
                </a:moveTo>
                <a:cubicBezTo>
                  <a:pt x="140764" y="96965"/>
                  <a:pt x="150155" y="87535"/>
                  <a:pt x="150155" y="76009"/>
                </a:cubicBezTo>
                <a:cubicBezTo>
                  <a:pt x="150155" y="64484"/>
                  <a:pt x="140764" y="55054"/>
                  <a:pt x="129287" y="55054"/>
                </a:cubicBezTo>
                <a:cubicBezTo>
                  <a:pt x="117810" y="55054"/>
                  <a:pt x="108419" y="64484"/>
                  <a:pt x="108419" y="76009"/>
                </a:cubicBezTo>
                <a:cubicBezTo>
                  <a:pt x="108419" y="87535"/>
                  <a:pt x="117810" y="96965"/>
                  <a:pt x="129287" y="96965"/>
                </a:cubicBezTo>
                <a:close/>
                <a:moveTo>
                  <a:pt x="129287" y="67913"/>
                </a:moveTo>
                <a:cubicBezTo>
                  <a:pt x="133745" y="67913"/>
                  <a:pt x="137350" y="71533"/>
                  <a:pt x="137350" y="76009"/>
                </a:cubicBezTo>
                <a:cubicBezTo>
                  <a:pt x="137350" y="80486"/>
                  <a:pt x="133745" y="84106"/>
                  <a:pt x="129287" y="84106"/>
                </a:cubicBezTo>
                <a:cubicBezTo>
                  <a:pt x="124829" y="84106"/>
                  <a:pt x="121224" y="80486"/>
                  <a:pt x="121224" y="76009"/>
                </a:cubicBezTo>
                <a:cubicBezTo>
                  <a:pt x="121224" y="71533"/>
                  <a:pt x="124829" y="67913"/>
                  <a:pt x="129287" y="67913"/>
                </a:cubicBezTo>
                <a:close/>
                <a:moveTo>
                  <a:pt x="181837" y="96965"/>
                </a:moveTo>
                <a:cubicBezTo>
                  <a:pt x="193314" y="96965"/>
                  <a:pt x="202705" y="87535"/>
                  <a:pt x="202705" y="76009"/>
                </a:cubicBezTo>
                <a:cubicBezTo>
                  <a:pt x="202705" y="64484"/>
                  <a:pt x="193314" y="55054"/>
                  <a:pt x="181837" y="55054"/>
                </a:cubicBezTo>
                <a:cubicBezTo>
                  <a:pt x="170359" y="55054"/>
                  <a:pt x="160969" y="64484"/>
                  <a:pt x="160969" y="76009"/>
                </a:cubicBezTo>
                <a:cubicBezTo>
                  <a:pt x="160969" y="87535"/>
                  <a:pt x="170359" y="96965"/>
                  <a:pt x="181837" y="96965"/>
                </a:cubicBezTo>
                <a:close/>
                <a:moveTo>
                  <a:pt x="181837" y="67913"/>
                </a:moveTo>
                <a:cubicBezTo>
                  <a:pt x="186295" y="67913"/>
                  <a:pt x="189899" y="71533"/>
                  <a:pt x="189899" y="76009"/>
                </a:cubicBezTo>
                <a:cubicBezTo>
                  <a:pt x="189899" y="80486"/>
                  <a:pt x="186295" y="84106"/>
                  <a:pt x="181837" y="84106"/>
                </a:cubicBezTo>
                <a:cubicBezTo>
                  <a:pt x="177378" y="84106"/>
                  <a:pt x="173774" y="80486"/>
                  <a:pt x="173774" y="76009"/>
                </a:cubicBezTo>
                <a:cubicBezTo>
                  <a:pt x="173774" y="71533"/>
                  <a:pt x="177378" y="67913"/>
                  <a:pt x="181837" y="67913"/>
                </a:cubicBezTo>
                <a:close/>
                <a:moveTo>
                  <a:pt x="234386" y="96965"/>
                </a:moveTo>
                <a:cubicBezTo>
                  <a:pt x="245864" y="96965"/>
                  <a:pt x="255254" y="87535"/>
                  <a:pt x="255254" y="76009"/>
                </a:cubicBezTo>
                <a:cubicBezTo>
                  <a:pt x="255254" y="64484"/>
                  <a:pt x="245864" y="55054"/>
                  <a:pt x="234386" y="55054"/>
                </a:cubicBezTo>
                <a:cubicBezTo>
                  <a:pt x="222909" y="55054"/>
                  <a:pt x="213518" y="64484"/>
                  <a:pt x="213518" y="76009"/>
                </a:cubicBezTo>
                <a:cubicBezTo>
                  <a:pt x="213518" y="87535"/>
                  <a:pt x="222909" y="96965"/>
                  <a:pt x="234386" y="96965"/>
                </a:cubicBezTo>
                <a:close/>
                <a:moveTo>
                  <a:pt x="234386" y="67913"/>
                </a:moveTo>
                <a:cubicBezTo>
                  <a:pt x="238844" y="67913"/>
                  <a:pt x="242449" y="71533"/>
                  <a:pt x="242449" y="76009"/>
                </a:cubicBezTo>
                <a:cubicBezTo>
                  <a:pt x="242449" y="80486"/>
                  <a:pt x="238844" y="84106"/>
                  <a:pt x="234386" y="84106"/>
                </a:cubicBezTo>
                <a:cubicBezTo>
                  <a:pt x="229928" y="84106"/>
                  <a:pt x="226323" y="80486"/>
                  <a:pt x="226323" y="76009"/>
                </a:cubicBezTo>
                <a:cubicBezTo>
                  <a:pt x="226323" y="71533"/>
                  <a:pt x="229928" y="67913"/>
                  <a:pt x="234386" y="67913"/>
                </a:cubicBezTo>
                <a:close/>
                <a:moveTo>
                  <a:pt x="120655" y="150686"/>
                </a:moveTo>
                <a:lnTo>
                  <a:pt x="174438" y="150686"/>
                </a:lnTo>
                <a:lnTo>
                  <a:pt x="174438" y="186119"/>
                </a:lnTo>
                <a:cubicBezTo>
                  <a:pt x="174438" y="188690"/>
                  <a:pt x="175956" y="191071"/>
                  <a:pt x="178422" y="192024"/>
                </a:cubicBezTo>
                <a:cubicBezTo>
                  <a:pt x="179181" y="192310"/>
                  <a:pt x="180034" y="192500"/>
                  <a:pt x="180888" y="192500"/>
                </a:cubicBezTo>
                <a:cubicBezTo>
                  <a:pt x="182595" y="192500"/>
                  <a:pt x="184208" y="191834"/>
                  <a:pt x="185441" y="190595"/>
                </a:cubicBezTo>
                <a:lnTo>
                  <a:pt x="225185" y="150686"/>
                </a:lnTo>
                <a:lnTo>
                  <a:pt x="239319" y="150686"/>
                </a:lnTo>
                <a:cubicBezTo>
                  <a:pt x="269008" y="150686"/>
                  <a:pt x="293101" y="126397"/>
                  <a:pt x="293101" y="96679"/>
                </a:cubicBezTo>
                <a:lnTo>
                  <a:pt x="293101" y="48006"/>
                </a:lnTo>
                <a:cubicBezTo>
                  <a:pt x="293101" y="19336"/>
                  <a:pt x="265404" y="0"/>
                  <a:pt x="239508" y="0"/>
                </a:cubicBezTo>
                <a:lnTo>
                  <a:pt x="120750" y="0"/>
                </a:lnTo>
                <a:cubicBezTo>
                  <a:pt x="91061" y="0"/>
                  <a:pt x="66967" y="24289"/>
                  <a:pt x="66967" y="54007"/>
                </a:cubicBezTo>
                <a:lnTo>
                  <a:pt x="66967" y="96583"/>
                </a:lnTo>
                <a:cubicBezTo>
                  <a:pt x="66967" y="126397"/>
                  <a:pt x="91155" y="150590"/>
                  <a:pt x="120750" y="150590"/>
                </a:cubicBezTo>
                <a:close/>
                <a:moveTo>
                  <a:pt x="79583" y="54102"/>
                </a:moveTo>
                <a:cubicBezTo>
                  <a:pt x="79583" y="31432"/>
                  <a:pt x="97985" y="12859"/>
                  <a:pt x="120655" y="12859"/>
                </a:cubicBezTo>
                <a:lnTo>
                  <a:pt x="239413" y="12859"/>
                </a:lnTo>
                <a:cubicBezTo>
                  <a:pt x="258669" y="12859"/>
                  <a:pt x="280201" y="27242"/>
                  <a:pt x="280201" y="48006"/>
                </a:cubicBezTo>
                <a:lnTo>
                  <a:pt x="280201" y="96679"/>
                </a:lnTo>
                <a:cubicBezTo>
                  <a:pt x="280201" y="119348"/>
                  <a:pt x="261799" y="137922"/>
                  <a:pt x="239129" y="137922"/>
                </a:cubicBezTo>
                <a:lnTo>
                  <a:pt x="222340" y="137922"/>
                </a:lnTo>
                <a:cubicBezTo>
                  <a:pt x="220632" y="137922"/>
                  <a:pt x="219020" y="138589"/>
                  <a:pt x="217787" y="139827"/>
                </a:cubicBezTo>
                <a:lnTo>
                  <a:pt x="187054" y="170688"/>
                </a:lnTo>
                <a:lnTo>
                  <a:pt x="187054" y="144399"/>
                </a:lnTo>
                <a:cubicBezTo>
                  <a:pt x="187054" y="140875"/>
                  <a:pt x="184208" y="138017"/>
                  <a:pt x="180698" y="138017"/>
                </a:cubicBezTo>
                <a:lnTo>
                  <a:pt x="120560" y="138017"/>
                </a:lnTo>
                <a:cubicBezTo>
                  <a:pt x="97985" y="138017"/>
                  <a:pt x="79488" y="119539"/>
                  <a:pt x="79488" y="96774"/>
                </a:cubicBezTo>
                <a:lnTo>
                  <a:pt x="79488" y="54197"/>
                </a:lnTo>
                <a:close/>
                <a:moveTo>
                  <a:pt x="321842" y="250222"/>
                </a:moveTo>
                <a:cubicBezTo>
                  <a:pt x="319850" y="249555"/>
                  <a:pt x="317763" y="248698"/>
                  <a:pt x="315866" y="247936"/>
                </a:cubicBezTo>
                <a:cubicBezTo>
                  <a:pt x="322980" y="240887"/>
                  <a:pt x="327534" y="231077"/>
                  <a:pt x="327534" y="220218"/>
                </a:cubicBezTo>
                <a:cubicBezTo>
                  <a:pt x="327534" y="198787"/>
                  <a:pt x="310175" y="181356"/>
                  <a:pt x="288833" y="181356"/>
                </a:cubicBezTo>
                <a:cubicBezTo>
                  <a:pt x="267491" y="181356"/>
                  <a:pt x="250132" y="198787"/>
                  <a:pt x="250132" y="220218"/>
                </a:cubicBezTo>
                <a:cubicBezTo>
                  <a:pt x="250132" y="231077"/>
                  <a:pt x="254590" y="240887"/>
                  <a:pt x="261799" y="247936"/>
                </a:cubicBezTo>
                <a:cubicBezTo>
                  <a:pt x="259902" y="248698"/>
                  <a:pt x="257815" y="249555"/>
                  <a:pt x="255823" y="250222"/>
                </a:cubicBezTo>
                <a:cubicBezTo>
                  <a:pt x="244630" y="254317"/>
                  <a:pt x="228505" y="260223"/>
                  <a:pt x="220632" y="277940"/>
                </a:cubicBezTo>
                <a:cubicBezTo>
                  <a:pt x="218261" y="276987"/>
                  <a:pt x="215889" y="276130"/>
                  <a:pt x="213803" y="275368"/>
                </a:cubicBezTo>
                <a:cubicBezTo>
                  <a:pt x="211811" y="274701"/>
                  <a:pt x="209724" y="273844"/>
                  <a:pt x="207827" y="273082"/>
                </a:cubicBezTo>
                <a:cubicBezTo>
                  <a:pt x="214941" y="266033"/>
                  <a:pt x="219494" y="256223"/>
                  <a:pt x="219494" y="245364"/>
                </a:cubicBezTo>
                <a:cubicBezTo>
                  <a:pt x="219494" y="223933"/>
                  <a:pt x="202136" y="206502"/>
                  <a:pt x="180793" y="206502"/>
                </a:cubicBezTo>
                <a:cubicBezTo>
                  <a:pt x="159451" y="206502"/>
                  <a:pt x="142092" y="223933"/>
                  <a:pt x="142092" y="245364"/>
                </a:cubicBezTo>
                <a:cubicBezTo>
                  <a:pt x="142092" y="256223"/>
                  <a:pt x="146551" y="266033"/>
                  <a:pt x="153760" y="273082"/>
                </a:cubicBezTo>
                <a:cubicBezTo>
                  <a:pt x="151863" y="273844"/>
                  <a:pt x="149776" y="274701"/>
                  <a:pt x="147784" y="275368"/>
                </a:cubicBezTo>
                <a:cubicBezTo>
                  <a:pt x="145697" y="276130"/>
                  <a:pt x="143420" y="276987"/>
                  <a:pt x="140954" y="277940"/>
                </a:cubicBezTo>
                <a:cubicBezTo>
                  <a:pt x="133176" y="260318"/>
                  <a:pt x="116956" y="254317"/>
                  <a:pt x="105763" y="250222"/>
                </a:cubicBezTo>
                <a:cubicBezTo>
                  <a:pt x="103771" y="249555"/>
                  <a:pt x="101684" y="248698"/>
                  <a:pt x="99787" y="247936"/>
                </a:cubicBezTo>
                <a:cubicBezTo>
                  <a:pt x="106901" y="240887"/>
                  <a:pt x="111454" y="231077"/>
                  <a:pt x="111454" y="220218"/>
                </a:cubicBezTo>
                <a:cubicBezTo>
                  <a:pt x="111454" y="198787"/>
                  <a:pt x="94096" y="181356"/>
                  <a:pt x="72754" y="181356"/>
                </a:cubicBezTo>
                <a:cubicBezTo>
                  <a:pt x="51411" y="181356"/>
                  <a:pt x="34053" y="198787"/>
                  <a:pt x="34053" y="220218"/>
                </a:cubicBezTo>
                <a:cubicBezTo>
                  <a:pt x="34053" y="231077"/>
                  <a:pt x="38511" y="240887"/>
                  <a:pt x="45720" y="247936"/>
                </a:cubicBezTo>
                <a:cubicBezTo>
                  <a:pt x="43823" y="248698"/>
                  <a:pt x="41736" y="249555"/>
                  <a:pt x="39744" y="250222"/>
                </a:cubicBezTo>
                <a:cubicBezTo>
                  <a:pt x="24852" y="255651"/>
                  <a:pt x="0" y="264605"/>
                  <a:pt x="0" y="301847"/>
                </a:cubicBezTo>
                <a:cubicBezTo>
                  <a:pt x="0" y="305371"/>
                  <a:pt x="2846" y="308229"/>
                  <a:pt x="6355" y="308229"/>
                </a:cubicBezTo>
                <a:lnTo>
                  <a:pt x="110601" y="308229"/>
                </a:lnTo>
                <a:cubicBezTo>
                  <a:pt x="108988" y="313468"/>
                  <a:pt x="108040" y="319659"/>
                  <a:pt x="108040" y="326898"/>
                </a:cubicBezTo>
                <a:cubicBezTo>
                  <a:pt x="108040" y="330422"/>
                  <a:pt x="110885" y="333280"/>
                  <a:pt x="114395" y="333280"/>
                </a:cubicBezTo>
                <a:lnTo>
                  <a:pt x="247192" y="333280"/>
                </a:lnTo>
                <a:cubicBezTo>
                  <a:pt x="250701" y="333280"/>
                  <a:pt x="253547" y="330422"/>
                  <a:pt x="253547" y="326898"/>
                </a:cubicBezTo>
                <a:cubicBezTo>
                  <a:pt x="253547" y="319659"/>
                  <a:pt x="252598" y="313563"/>
                  <a:pt x="250986" y="308229"/>
                </a:cubicBezTo>
                <a:lnTo>
                  <a:pt x="355231" y="308229"/>
                </a:lnTo>
                <a:cubicBezTo>
                  <a:pt x="358741" y="308229"/>
                  <a:pt x="361586" y="305371"/>
                  <a:pt x="361586" y="301847"/>
                </a:cubicBezTo>
                <a:cubicBezTo>
                  <a:pt x="361586" y="264605"/>
                  <a:pt x="336734" y="255556"/>
                  <a:pt x="321842" y="250222"/>
                </a:cubicBezTo>
                <a:close/>
                <a:moveTo>
                  <a:pt x="288833" y="194215"/>
                </a:moveTo>
                <a:cubicBezTo>
                  <a:pt x="303156" y="194215"/>
                  <a:pt x="314728" y="205835"/>
                  <a:pt x="314728" y="220218"/>
                </a:cubicBezTo>
                <a:cubicBezTo>
                  <a:pt x="314728" y="234601"/>
                  <a:pt x="303156" y="246221"/>
                  <a:pt x="288833" y="246221"/>
                </a:cubicBezTo>
                <a:cubicBezTo>
                  <a:pt x="274510" y="246221"/>
                  <a:pt x="262937" y="234601"/>
                  <a:pt x="262937" y="220218"/>
                </a:cubicBezTo>
                <a:cubicBezTo>
                  <a:pt x="262937" y="205835"/>
                  <a:pt x="274510" y="194215"/>
                  <a:pt x="288833" y="194215"/>
                </a:cubicBezTo>
                <a:close/>
                <a:moveTo>
                  <a:pt x="180793" y="219265"/>
                </a:moveTo>
                <a:cubicBezTo>
                  <a:pt x="195116" y="219265"/>
                  <a:pt x="206689" y="230886"/>
                  <a:pt x="206689" y="245269"/>
                </a:cubicBezTo>
                <a:cubicBezTo>
                  <a:pt x="206689" y="259652"/>
                  <a:pt x="195116" y="271272"/>
                  <a:pt x="180793" y="271272"/>
                </a:cubicBezTo>
                <a:cubicBezTo>
                  <a:pt x="166470" y="271272"/>
                  <a:pt x="154898" y="259652"/>
                  <a:pt x="154898" y="245269"/>
                </a:cubicBezTo>
                <a:cubicBezTo>
                  <a:pt x="154898" y="230886"/>
                  <a:pt x="166470" y="219265"/>
                  <a:pt x="180793" y="219265"/>
                </a:cubicBezTo>
                <a:close/>
                <a:moveTo>
                  <a:pt x="72659" y="194215"/>
                </a:moveTo>
                <a:cubicBezTo>
                  <a:pt x="86982" y="194215"/>
                  <a:pt x="98554" y="205835"/>
                  <a:pt x="98554" y="220218"/>
                </a:cubicBezTo>
                <a:cubicBezTo>
                  <a:pt x="98554" y="234601"/>
                  <a:pt x="86982" y="246221"/>
                  <a:pt x="72659" y="246221"/>
                </a:cubicBezTo>
                <a:cubicBezTo>
                  <a:pt x="58336" y="246221"/>
                  <a:pt x="46763" y="234601"/>
                  <a:pt x="46763" y="220218"/>
                </a:cubicBezTo>
                <a:cubicBezTo>
                  <a:pt x="46763" y="205835"/>
                  <a:pt x="58336" y="194215"/>
                  <a:pt x="72659" y="194215"/>
                </a:cubicBezTo>
                <a:close/>
                <a:moveTo>
                  <a:pt x="12995" y="295370"/>
                </a:moveTo>
                <a:cubicBezTo>
                  <a:pt x="15366" y="272606"/>
                  <a:pt x="30448" y="267176"/>
                  <a:pt x="44013" y="262223"/>
                </a:cubicBezTo>
                <a:cubicBezTo>
                  <a:pt x="49230" y="260318"/>
                  <a:pt x="53878" y="258509"/>
                  <a:pt x="57482" y="255842"/>
                </a:cubicBezTo>
                <a:cubicBezTo>
                  <a:pt x="62130" y="257842"/>
                  <a:pt x="67252" y="258985"/>
                  <a:pt x="72659" y="258985"/>
                </a:cubicBezTo>
                <a:cubicBezTo>
                  <a:pt x="78065" y="258985"/>
                  <a:pt x="83188" y="257842"/>
                  <a:pt x="87836" y="255842"/>
                </a:cubicBezTo>
                <a:cubicBezTo>
                  <a:pt x="91440" y="258509"/>
                  <a:pt x="96088" y="260318"/>
                  <a:pt x="101305" y="262223"/>
                </a:cubicBezTo>
                <a:cubicBezTo>
                  <a:pt x="111929" y="266129"/>
                  <a:pt x="123785" y="270510"/>
                  <a:pt x="129382" y="283655"/>
                </a:cubicBezTo>
                <a:cubicBezTo>
                  <a:pt x="124829" y="286607"/>
                  <a:pt x="120371" y="290322"/>
                  <a:pt x="116766" y="295370"/>
                </a:cubicBezTo>
                <a:lnTo>
                  <a:pt x="12995" y="295370"/>
                </a:lnTo>
                <a:close/>
                <a:moveTo>
                  <a:pt x="121130" y="320516"/>
                </a:moveTo>
                <a:cubicBezTo>
                  <a:pt x="123501" y="297752"/>
                  <a:pt x="138583" y="292322"/>
                  <a:pt x="152147" y="287369"/>
                </a:cubicBezTo>
                <a:cubicBezTo>
                  <a:pt x="157364" y="285464"/>
                  <a:pt x="162012" y="283655"/>
                  <a:pt x="165616" y="280988"/>
                </a:cubicBezTo>
                <a:cubicBezTo>
                  <a:pt x="170264" y="282988"/>
                  <a:pt x="175386" y="284131"/>
                  <a:pt x="180793" y="284131"/>
                </a:cubicBezTo>
                <a:cubicBezTo>
                  <a:pt x="186200" y="284131"/>
                  <a:pt x="191322" y="282988"/>
                  <a:pt x="195970" y="280988"/>
                </a:cubicBezTo>
                <a:cubicBezTo>
                  <a:pt x="199574" y="283655"/>
                  <a:pt x="204222" y="285464"/>
                  <a:pt x="209439" y="287369"/>
                </a:cubicBezTo>
                <a:cubicBezTo>
                  <a:pt x="222909" y="292227"/>
                  <a:pt x="238085" y="297752"/>
                  <a:pt x="240457" y="320516"/>
                </a:cubicBezTo>
                <a:lnTo>
                  <a:pt x="121130" y="320516"/>
                </a:lnTo>
                <a:close/>
                <a:moveTo>
                  <a:pt x="244725" y="295370"/>
                </a:moveTo>
                <a:cubicBezTo>
                  <a:pt x="241121" y="290322"/>
                  <a:pt x="236663" y="286607"/>
                  <a:pt x="232110" y="283655"/>
                </a:cubicBezTo>
                <a:cubicBezTo>
                  <a:pt x="237611" y="270510"/>
                  <a:pt x="249468" y="266129"/>
                  <a:pt x="260187" y="262223"/>
                </a:cubicBezTo>
                <a:cubicBezTo>
                  <a:pt x="265404" y="260318"/>
                  <a:pt x="270051" y="258509"/>
                  <a:pt x="273656" y="255842"/>
                </a:cubicBezTo>
                <a:cubicBezTo>
                  <a:pt x="278304" y="257842"/>
                  <a:pt x="283426" y="258985"/>
                  <a:pt x="288833" y="258985"/>
                </a:cubicBezTo>
                <a:cubicBezTo>
                  <a:pt x="294239" y="258985"/>
                  <a:pt x="299362" y="257842"/>
                  <a:pt x="304010" y="255842"/>
                </a:cubicBezTo>
                <a:cubicBezTo>
                  <a:pt x="307614" y="258509"/>
                  <a:pt x="312262" y="260318"/>
                  <a:pt x="317479" y="262223"/>
                </a:cubicBezTo>
                <a:cubicBezTo>
                  <a:pt x="330948" y="267081"/>
                  <a:pt x="346125" y="272606"/>
                  <a:pt x="348496" y="295370"/>
                </a:cubicBezTo>
                <a:lnTo>
                  <a:pt x="244725" y="29537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2" name="Graphic 198">
            <a:extLst>
              <a:ext uri="{FF2B5EF4-FFF2-40B4-BE49-F238E27FC236}">
                <a16:creationId xmlns:a16="http://schemas.microsoft.com/office/drawing/2014/main" id="{8D803A6B-6DE4-5431-F369-5B04B6428D31}"/>
              </a:ext>
            </a:extLst>
          </p:cNvPr>
          <p:cNvSpPr/>
          <p:nvPr/>
        </p:nvSpPr>
        <p:spPr>
          <a:xfrm>
            <a:off x="5507130" y="3492465"/>
            <a:ext cx="473995" cy="436888"/>
          </a:xfrm>
          <a:custGeom>
            <a:avLst/>
            <a:gdLst>
              <a:gd name="connsiteX0" fmla="*/ 129287 w 361586"/>
              <a:gd name="connsiteY0" fmla="*/ 96965 h 333279"/>
              <a:gd name="connsiteX1" fmla="*/ 150155 w 361586"/>
              <a:gd name="connsiteY1" fmla="*/ 76009 h 333279"/>
              <a:gd name="connsiteX2" fmla="*/ 129287 w 361586"/>
              <a:gd name="connsiteY2" fmla="*/ 55054 h 333279"/>
              <a:gd name="connsiteX3" fmla="*/ 108419 w 361586"/>
              <a:gd name="connsiteY3" fmla="*/ 76009 h 333279"/>
              <a:gd name="connsiteX4" fmla="*/ 129287 w 361586"/>
              <a:gd name="connsiteY4" fmla="*/ 96965 h 333279"/>
              <a:gd name="connsiteX5" fmla="*/ 129287 w 361586"/>
              <a:gd name="connsiteY5" fmla="*/ 67913 h 333279"/>
              <a:gd name="connsiteX6" fmla="*/ 137350 w 361586"/>
              <a:gd name="connsiteY6" fmla="*/ 76009 h 333279"/>
              <a:gd name="connsiteX7" fmla="*/ 129287 w 361586"/>
              <a:gd name="connsiteY7" fmla="*/ 84106 h 333279"/>
              <a:gd name="connsiteX8" fmla="*/ 121224 w 361586"/>
              <a:gd name="connsiteY8" fmla="*/ 76009 h 333279"/>
              <a:gd name="connsiteX9" fmla="*/ 129287 w 361586"/>
              <a:gd name="connsiteY9" fmla="*/ 67913 h 333279"/>
              <a:gd name="connsiteX10" fmla="*/ 181837 w 361586"/>
              <a:gd name="connsiteY10" fmla="*/ 96965 h 333279"/>
              <a:gd name="connsiteX11" fmla="*/ 202705 w 361586"/>
              <a:gd name="connsiteY11" fmla="*/ 76009 h 333279"/>
              <a:gd name="connsiteX12" fmla="*/ 181837 w 361586"/>
              <a:gd name="connsiteY12" fmla="*/ 55054 h 333279"/>
              <a:gd name="connsiteX13" fmla="*/ 160969 w 361586"/>
              <a:gd name="connsiteY13" fmla="*/ 76009 h 333279"/>
              <a:gd name="connsiteX14" fmla="*/ 181837 w 361586"/>
              <a:gd name="connsiteY14" fmla="*/ 96965 h 333279"/>
              <a:gd name="connsiteX15" fmla="*/ 181837 w 361586"/>
              <a:gd name="connsiteY15" fmla="*/ 67913 h 333279"/>
              <a:gd name="connsiteX16" fmla="*/ 189899 w 361586"/>
              <a:gd name="connsiteY16" fmla="*/ 76009 h 333279"/>
              <a:gd name="connsiteX17" fmla="*/ 181837 w 361586"/>
              <a:gd name="connsiteY17" fmla="*/ 84106 h 333279"/>
              <a:gd name="connsiteX18" fmla="*/ 173774 w 361586"/>
              <a:gd name="connsiteY18" fmla="*/ 76009 h 333279"/>
              <a:gd name="connsiteX19" fmla="*/ 181837 w 361586"/>
              <a:gd name="connsiteY19" fmla="*/ 67913 h 333279"/>
              <a:gd name="connsiteX20" fmla="*/ 234386 w 361586"/>
              <a:gd name="connsiteY20" fmla="*/ 96965 h 333279"/>
              <a:gd name="connsiteX21" fmla="*/ 255254 w 361586"/>
              <a:gd name="connsiteY21" fmla="*/ 76009 h 333279"/>
              <a:gd name="connsiteX22" fmla="*/ 234386 w 361586"/>
              <a:gd name="connsiteY22" fmla="*/ 55054 h 333279"/>
              <a:gd name="connsiteX23" fmla="*/ 213518 w 361586"/>
              <a:gd name="connsiteY23" fmla="*/ 76009 h 333279"/>
              <a:gd name="connsiteX24" fmla="*/ 234386 w 361586"/>
              <a:gd name="connsiteY24" fmla="*/ 96965 h 333279"/>
              <a:gd name="connsiteX25" fmla="*/ 234386 w 361586"/>
              <a:gd name="connsiteY25" fmla="*/ 67913 h 333279"/>
              <a:gd name="connsiteX26" fmla="*/ 242449 w 361586"/>
              <a:gd name="connsiteY26" fmla="*/ 76009 h 333279"/>
              <a:gd name="connsiteX27" fmla="*/ 234386 w 361586"/>
              <a:gd name="connsiteY27" fmla="*/ 84106 h 333279"/>
              <a:gd name="connsiteX28" fmla="*/ 226323 w 361586"/>
              <a:gd name="connsiteY28" fmla="*/ 76009 h 333279"/>
              <a:gd name="connsiteX29" fmla="*/ 234386 w 361586"/>
              <a:gd name="connsiteY29" fmla="*/ 67913 h 333279"/>
              <a:gd name="connsiteX30" fmla="*/ 120655 w 361586"/>
              <a:gd name="connsiteY30" fmla="*/ 150686 h 333279"/>
              <a:gd name="connsiteX31" fmla="*/ 174438 w 361586"/>
              <a:gd name="connsiteY31" fmla="*/ 150686 h 333279"/>
              <a:gd name="connsiteX32" fmla="*/ 174438 w 361586"/>
              <a:gd name="connsiteY32" fmla="*/ 186119 h 333279"/>
              <a:gd name="connsiteX33" fmla="*/ 178422 w 361586"/>
              <a:gd name="connsiteY33" fmla="*/ 192024 h 333279"/>
              <a:gd name="connsiteX34" fmla="*/ 180888 w 361586"/>
              <a:gd name="connsiteY34" fmla="*/ 192500 h 333279"/>
              <a:gd name="connsiteX35" fmla="*/ 185441 w 361586"/>
              <a:gd name="connsiteY35" fmla="*/ 190595 h 333279"/>
              <a:gd name="connsiteX36" fmla="*/ 225185 w 361586"/>
              <a:gd name="connsiteY36" fmla="*/ 150686 h 333279"/>
              <a:gd name="connsiteX37" fmla="*/ 239319 w 361586"/>
              <a:gd name="connsiteY37" fmla="*/ 150686 h 333279"/>
              <a:gd name="connsiteX38" fmla="*/ 293101 w 361586"/>
              <a:gd name="connsiteY38" fmla="*/ 96679 h 333279"/>
              <a:gd name="connsiteX39" fmla="*/ 293101 w 361586"/>
              <a:gd name="connsiteY39" fmla="*/ 48006 h 333279"/>
              <a:gd name="connsiteX40" fmla="*/ 239508 w 361586"/>
              <a:gd name="connsiteY40" fmla="*/ 0 h 333279"/>
              <a:gd name="connsiteX41" fmla="*/ 120750 w 361586"/>
              <a:gd name="connsiteY41" fmla="*/ 0 h 333279"/>
              <a:gd name="connsiteX42" fmla="*/ 66967 w 361586"/>
              <a:gd name="connsiteY42" fmla="*/ 54007 h 333279"/>
              <a:gd name="connsiteX43" fmla="*/ 66967 w 361586"/>
              <a:gd name="connsiteY43" fmla="*/ 96583 h 333279"/>
              <a:gd name="connsiteX44" fmla="*/ 120750 w 361586"/>
              <a:gd name="connsiteY44" fmla="*/ 150590 h 333279"/>
              <a:gd name="connsiteX45" fmla="*/ 79583 w 361586"/>
              <a:gd name="connsiteY45" fmla="*/ 54102 h 333279"/>
              <a:gd name="connsiteX46" fmla="*/ 120655 w 361586"/>
              <a:gd name="connsiteY46" fmla="*/ 12859 h 333279"/>
              <a:gd name="connsiteX47" fmla="*/ 239413 w 361586"/>
              <a:gd name="connsiteY47" fmla="*/ 12859 h 333279"/>
              <a:gd name="connsiteX48" fmla="*/ 280201 w 361586"/>
              <a:gd name="connsiteY48" fmla="*/ 48006 h 333279"/>
              <a:gd name="connsiteX49" fmla="*/ 280201 w 361586"/>
              <a:gd name="connsiteY49" fmla="*/ 96679 h 333279"/>
              <a:gd name="connsiteX50" fmla="*/ 239129 w 361586"/>
              <a:gd name="connsiteY50" fmla="*/ 137922 h 333279"/>
              <a:gd name="connsiteX51" fmla="*/ 222340 w 361586"/>
              <a:gd name="connsiteY51" fmla="*/ 137922 h 333279"/>
              <a:gd name="connsiteX52" fmla="*/ 217787 w 361586"/>
              <a:gd name="connsiteY52" fmla="*/ 139827 h 333279"/>
              <a:gd name="connsiteX53" fmla="*/ 187054 w 361586"/>
              <a:gd name="connsiteY53" fmla="*/ 170688 h 333279"/>
              <a:gd name="connsiteX54" fmla="*/ 187054 w 361586"/>
              <a:gd name="connsiteY54" fmla="*/ 144399 h 333279"/>
              <a:gd name="connsiteX55" fmla="*/ 180698 w 361586"/>
              <a:gd name="connsiteY55" fmla="*/ 138017 h 333279"/>
              <a:gd name="connsiteX56" fmla="*/ 120560 w 361586"/>
              <a:gd name="connsiteY56" fmla="*/ 138017 h 333279"/>
              <a:gd name="connsiteX57" fmla="*/ 79488 w 361586"/>
              <a:gd name="connsiteY57" fmla="*/ 96774 h 333279"/>
              <a:gd name="connsiteX58" fmla="*/ 79488 w 361586"/>
              <a:gd name="connsiteY58" fmla="*/ 54197 h 333279"/>
              <a:gd name="connsiteX59" fmla="*/ 321842 w 361586"/>
              <a:gd name="connsiteY59" fmla="*/ 250222 h 333279"/>
              <a:gd name="connsiteX60" fmla="*/ 315866 w 361586"/>
              <a:gd name="connsiteY60" fmla="*/ 247936 h 333279"/>
              <a:gd name="connsiteX61" fmla="*/ 327534 w 361586"/>
              <a:gd name="connsiteY61" fmla="*/ 220218 h 333279"/>
              <a:gd name="connsiteX62" fmla="*/ 288833 w 361586"/>
              <a:gd name="connsiteY62" fmla="*/ 181356 h 333279"/>
              <a:gd name="connsiteX63" fmla="*/ 250132 w 361586"/>
              <a:gd name="connsiteY63" fmla="*/ 220218 h 333279"/>
              <a:gd name="connsiteX64" fmla="*/ 261799 w 361586"/>
              <a:gd name="connsiteY64" fmla="*/ 247936 h 333279"/>
              <a:gd name="connsiteX65" fmla="*/ 255823 w 361586"/>
              <a:gd name="connsiteY65" fmla="*/ 250222 h 333279"/>
              <a:gd name="connsiteX66" fmla="*/ 220632 w 361586"/>
              <a:gd name="connsiteY66" fmla="*/ 277940 h 333279"/>
              <a:gd name="connsiteX67" fmla="*/ 213803 w 361586"/>
              <a:gd name="connsiteY67" fmla="*/ 275368 h 333279"/>
              <a:gd name="connsiteX68" fmla="*/ 207827 w 361586"/>
              <a:gd name="connsiteY68" fmla="*/ 273082 h 333279"/>
              <a:gd name="connsiteX69" fmla="*/ 219494 w 361586"/>
              <a:gd name="connsiteY69" fmla="*/ 245364 h 333279"/>
              <a:gd name="connsiteX70" fmla="*/ 180793 w 361586"/>
              <a:gd name="connsiteY70" fmla="*/ 206502 h 333279"/>
              <a:gd name="connsiteX71" fmla="*/ 142092 w 361586"/>
              <a:gd name="connsiteY71" fmla="*/ 245364 h 333279"/>
              <a:gd name="connsiteX72" fmla="*/ 153760 w 361586"/>
              <a:gd name="connsiteY72" fmla="*/ 273082 h 333279"/>
              <a:gd name="connsiteX73" fmla="*/ 147784 w 361586"/>
              <a:gd name="connsiteY73" fmla="*/ 275368 h 333279"/>
              <a:gd name="connsiteX74" fmla="*/ 140954 w 361586"/>
              <a:gd name="connsiteY74" fmla="*/ 277940 h 333279"/>
              <a:gd name="connsiteX75" fmla="*/ 105763 w 361586"/>
              <a:gd name="connsiteY75" fmla="*/ 250222 h 333279"/>
              <a:gd name="connsiteX76" fmla="*/ 99787 w 361586"/>
              <a:gd name="connsiteY76" fmla="*/ 247936 h 333279"/>
              <a:gd name="connsiteX77" fmla="*/ 111454 w 361586"/>
              <a:gd name="connsiteY77" fmla="*/ 220218 h 333279"/>
              <a:gd name="connsiteX78" fmla="*/ 72754 w 361586"/>
              <a:gd name="connsiteY78" fmla="*/ 181356 h 333279"/>
              <a:gd name="connsiteX79" fmla="*/ 34053 w 361586"/>
              <a:gd name="connsiteY79" fmla="*/ 220218 h 333279"/>
              <a:gd name="connsiteX80" fmla="*/ 45720 w 361586"/>
              <a:gd name="connsiteY80" fmla="*/ 247936 h 333279"/>
              <a:gd name="connsiteX81" fmla="*/ 39744 w 361586"/>
              <a:gd name="connsiteY81" fmla="*/ 250222 h 333279"/>
              <a:gd name="connsiteX82" fmla="*/ 0 w 361586"/>
              <a:gd name="connsiteY82" fmla="*/ 301847 h 333279"/>
              <a:gd name="connsiteX83" fmla="*/ 6355 w 361586"/>
              <a:gd name="connsiteY83" fmla="*/ 308229 h 333279"/>
              <a:gd name="connsiteX84" fmla="*/ 110601 w 361586"/>
              <a:gd name="connsiteY84" fmla="*/ 308229 h 333279"/>
              <a:gd name="connsiteX85" fmla="*/ 108040 w 361586"/>
              <a:gd name="connsiteY85" fmla="*/ 326898 h 333279"/>
              <a:gd name="connsiteX86" fmla="*/ 114395 w 361586"/>
              <a:gd name="connsiteY86" fmla="*/ 333280 h 333279"/>
              <a:gd name="connsiteX87" fmla="*/ 247192 w 361586"/>
              <a:gd name="connsiteY87" fmla="*/ 333280 h 333279"/>
              <a:gd name="connsiteX88" fmla="*/ 253547 w 361586"/>
              <a:gd name="connsiteY88" fmla="*/ 326898 h 333279"/>
              <a:gd name="connsiteX89" fmla="*/ 250986 w 361586"/>
              <a:gd name="connsiteY89" fmla="*/ 308229 h 333279"/>
              <a:gd name="connsiteX90" fmla="*/ 355231 w 361586"/>
              <a:gd name="connsiteY90" fmla="*/ 308229 h 333279"/>
              <a:gd name="connsiteX91" fmla="*/ 361586 w 361586"/>
              <a:gd name="connsiteY91" fmla="*/ 301847 h 333279"/>
              <a:gd name="connsiteX92" fmla="*/ 321842 w 361586"/>
              <a:gd name="connsiteY92" fmla="*/ 250222 h 333279"/>
              <a:gd name="connsiteX93" fmla="*/ 288833 w 361586"/>
              <a:gd name="connsiteY93" fmla="*/ 194215 h 333279"/>
              <a:gd name="connsiteX94" fmla="*/ 314728 w 361586"/>
              <a:gd name="connsiteY94" fmla="*/ 220218 h 333279"/>
              <a:gd name="connsiteX95" fmla="*/ 288833 w 361586"/>
              <a:gd name="connsiteY95" fmla="*/ 246221 h 333279"/>
              <a:gd name="connsiteX96" fmla="*/ 262937 w 361586"/>
              <a:gd name="connsiteY96" fmla="*/ 220218 h 333279"/>
              <a:gd name="connsiteX97" fmla="*/ 288833 w 361586"/>
              <a:gd name="connsiteY97" fmla="*/ 194215 h 333279"/>
              <a:gd name="connsiteX98" fmla="*/ 180793 w 361586"/>
              <a:gd name="connsiteY98" fmla="*/ 219265 h 333279"/>
              <a:gd name="connsiteX99" fmla="*/ 206689 w 361586"/>
              <a:gd name="connsiteY99" fmla="*/ 245269 h 333279"/>
              <a:gd name="connsiteX100" fmla="*/ 180793 w 361586"/>
              <a:gd name="connsiteY100" fmla="*/ 271272 h 333279"/>
              <a:gd name="connsiteX101" fmla="*/ 154898 w 361586"/>
              <a:gd name="connsiteY101" fmla="*/ 245269 h 333279"/>
              <a:gd name="connsiteX102" fmla="*/ 180793 w 361586"/>
              <a:gd name="connsiteY102" fmla="*/ 219265 h 333279"/>
              <a:gd name="connsiteX103" fmla="*/ 72659 w 361586"/>
              <a:gd name="connsiteY103" fmla="*/ 194215 h 333279"/>
              <a:gd name="connsiteX104" fmla="*/ 98554 w 361586"/>
              <a:gd name="connsiteY104" fmla="*/ 220218 h 333279"/>
              <a:gd name="connsiteX105" fmla="*/ 72659 w 361586"/>
              <a:gd name="connsiteY105" fmla="*/ 246221 h 333279"/>
              <a:gd name="connsiteX106" fmla="*/ 46763 w 361586"/>
              <a:gd name="connsiteY106" fmla="*/ 220218 h 333279"/>
              <a:gd name="connsiteX107" fmla="*/ 72659 w 361586"/>
              <a:gd name="connsiteY107" fmla="*/ 194215 h 333279"/>
              <a:gd name="connsiteX108" fmla="*/ 12995 w 361586"/>
              <a:gd name="connsiteY108" fmla="*/ 295370 h 333279"/>
              <a:gd name="connsiteX109" fmla="*/ 44013 w 361586"/>
              <a:gd name="connsiteY109" fmla="*/ 262223 h 333279"/>
              <a:gd name="connsiteX110" fmla="*/ 57482 w 361586"/>
              <a:gd name="connsiteY110" fmla="*/ 255842 h 333279"/>
              <a:gd name="connsiteX111" fmla="*/ 72659 w 361586"/>
              <a:gd name="connsiteY111" fmla="*/ 258985 h 333279"/>
              <a:gd name="connsiteX112" fmla="*/ 87836 w 361586"/>
              <a:gd name="connsiteY112" fmla="*/ 255842 h 333279"/>
              <a:gd name="connsiteX113" fmla="*/ 101305 w 361586"/>
              <a:gd name="connsiteY113" fmla="*/ 262223 h 333279"/>
              <a:gd name="connsiteX114" fmla="*/ 129382 w 361586"/>
              <a:gd name="connsiteY114" fmla="*/ 283655 h 333279"/>
              <a:gd name="connsiteX115" fmla="*/ 116766 w 361586"/>
              <a:gd name="connsiteY115" fmla="*/ 295370 h 333279"/>
              <a:gd name="connsiteX116" fmla="*/ 12995 w 361586"/>
              <a:gd name="connsiteY116" fmla="*/ 295370 h 333279"/>
              <a:gd name="connsiteX117" fmla="*/ 121130 w 361586"/>
              <a:gd name="connsiteY117" fmla="*/ 320516 h 333279"/>
              <a:gd name="connsiteX118" fmla="*/ 152147 w 361586"/>
              <a:gd name="connsiteY118" fmla="*/ 287369 h 333279"/>
              <a:gd name="connsiteX119" fmla="*/ 165616 w 361586"/>
              <a:gd name="connsiteY119" fmla="*/ 280988 h 333279"/>
              <a:gd name="connsiteX120" fmla="*/ 180793 w 361586"/>
              <a:gd name="connsiteY120" fmla="*/ 284131 h 333279"/>
              <a:gd name="connsiteX121" fmla="*/ 195970 w 361586"/>
              <a:gd name="connsiteY121" fmla="*/ 280988 h 333279"/>
              <a:gd name="connsiteX122" fmla="*/ 209439 w 361586"/>
              <a:gd name="connsiteY122" fmla="*/ 287369 h 333279"/>
              <a:gd name="connsiteX123" fmla="*/ 240457 w 361586"/>
              <a:gd name="connsiteY123" fmla="*/ 320516 h 333279"/>
              <a:gd name="connsiteX124" fmla="*/ 121130 w 361586"/>
              <a:gd name="connsiteY124" fmla="*/ 320516 h 333279"/>
              <a:gd name="connsiteX125" fmla="*/ 244725 w 361586"/>
              <a:gd name="connsiteY125" fmla="*/ 295370 h 333279"/>
              <a:gd name="connsiteX126" fmla="*/ 232110 w 361586"/>
              <a:gd name="connsiteY126" fmla="*/ 283655 h 333279"/>
              <a:gd name="connsiteX127" fmla="*/ 260187 w 361586"/>
              <a:gd name="connsiteY127" fmla="*/ 262223 h 333279"/>
              <a:gd name="connsiteX128" fmla="*/ 273656 w 361586"/>
              <a:gd name="connsiteY128" fmla="*/ 255842 h 333279"/>
              <a:gd name="connsiteX129" fmla="*/ 288833 w 361586"/>
              <a:gd name="connsiteY129" fmla="*/ 258985 h 333279"/>
              <a:gd name="connsiteX130" fmla="*/ 304010 w 361586"/>
              <a:gd name="connsiteY130" fmla="*/ 255842 h 333279"/>
              <a:gd name="connsiteX131" fmla="*/ 317479 w 361586"/>
              <a:gd name="connsiteY131" fmla="*/ 262223 h 333279"/>
              <a:gd name="connsiteX132" fmla="*/ 348496 w 361586"/>
              <a:gd name="connsiteY132" fmla="*/ 295370 h 333279"/>
              <a:gd name="connsiteX133" fmla="*/ 244725 w 361586"/>
              <a:gd name="connsiteY133" fmla="*/ 295370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61586" h="333279">
                <a:moveTo>
                  <a:pt x="129287" y="96965"/>
                </a:moveTo>
                <a:cubicBezTo>
                  <a:pt x="140764" y="96965"/>
                  <a:pt x="150155" y="87535"/>
                  <a:pt x="150155" y="76009"/>
                </a:cubicBezTo>
                <a:cubicBezTo>
                  <a:pt x="150155" y="64484"/>
                  <a:pt x="140764" y="55054"/>
                  <a:pt x="129287" y="55054"/>
                </a:cubicBezTo>
                <a:cubicBezTo>
                  <a:pt x="117810" y="55054"/>
                  <a:pt x="108419" y="64484"/>
                  <a:pt x="108419" y="76009"/>
                </a:cubicBezTo>
                <a:cubicBezTo>
                  <a:pt x="108419" y="87535"/>
                  <a:pt x="117810" y="96965"/>
                  <a:pt x="129287" y="96965"/>
                </a:cubicBezTo>
                <a:close/>
                <a:moveTo>
                  <a:pt x="129287" y="67913"/>
                </a:moveTo>
                <a:cubicBezTo>
                  <a:pt x="133745" y="67913"/>
                  <a:pt x="137350" y="71533"/>
                  <a:pt x="137350" y="76009"/>
                </a:cubicBezTo>
                <a:cubicBezTo>
                  <a:pt x="137350" y="80486"/>
                  <a:pt x="133745" y="84106"/>
                  <a:pt x="129287" y="84106"/>
                </a:cubicBezTo>
                <a:cubicBezTo>
                  <a:pt x="124829" y="84106"/>
                  <a:pt x="121224" y="80486"/>
                  <a:pt x="121224" y="76009"/>
                </a:cubicBezTo>
                <a:cubicBezTo>
                  <a:pt x="121224" y="71533"/>
                  <a:pt x="124829" y="67913"/>
                  <a:pt x="129287" y="67913"/>
                </a:cubicBezTo>
                <a:close/>
                <a:moveTo>
                  <a:pt x="181837" y="96965"/>
                </a:moveTo>
                <a:cubicBezTo>
                  <a:pt x="193314" y="96965"/>
                  <a:pt x="202705" y="87535"/>
                  <a:pt x="202705" y="76009"/>
                </a:cubicBezTo>
                <a:cubicBezTo>
                  <a:pt x="202705" y="64484"/>
                  <a:pt x="193314" y="55054"/>
                  <a:pt x="181837" y="55054"/>
                </a:cubicBezTo>
                <a:cubicBezTo>
                  <a:pt x="170359" y="55054"/>
                  <a:pt x="160969" y="64484"/>
                  <a:pt x="160969" y="76009"/>
                </a:cubicBezTo>
                <a:cubicBezTo>
                  <a:pt x="160969" y="87535"/>
                  <a:pt x="170359" y="96965"/>
                  <a:pt x="181837" y="96965"/>
                </a:cubicBezTo>
                <a:close/>
                <a:moveTo>
                  <a:pt x="181837" y="67913"/>
                </a:moveTo>
                <a:cubicBezTo>
                  <a:pt x="186295" y="67913"/>
                  <a:pt x="189899" y="71533"/>
                  <a:pt x="189899" y="76009"/>
                </a:cubicBezTo>
                <a:cubicBezTo>
                  <a:pt x="189899" y="80486"/>
                  <a:pt x="186295" y="84106"/>
                  <a:pt x="181837" y="84106"/>
                </a:cubicBezTo>
                <a:cubicBezTo>
                  <a:pt x="177378" y="84106"/>
                  <a:pt x="173774" y="80486"/>
                  <a:pt x="173774" y="76009"/>
                </a:cubicBezTo>
                <a:cubicBezTo>
                  <a:pt x="173774" y="71533"/>
                  <a:pt x="177378" y="67913"/>
                  <a:pt x="181837" y="67913"/>
                </a:cubicBezTo>
                <a:close/>
                <a:moveTo>
                  <a:pt x="234386" y="96965"/>
                </a:moveTo>
                <a:cubicBezTo>
                  <a:pt x="245864" y="96965"/>
                  <a:pt x="255254" y="87535"/>
                  <a:pt x="255254" y="76009"/>
                </a:cubicBezTo>
                <a:cubicBezTo>
                  <a:pt x="255254" y="64484"/>
                  <a:pt x="245864" y="55054"/>
                  <a:pt x="234386" y="55054"/>
                </a:cubicBezTo>
                <a:cubicBezTo>
                  <a:pt x="222909" y="55054"/>
                  <a:pt x="213518" y="64484"/>
                  <a:pt x="213518" y="76009"/>
                </a:cubicBezTo>
                <a:cubicBezTo>
                  <a:pt x="213518" y="87535"/>
                  <a:pt x="222909" y="96965"/>
                  <a:pt x="234386" y="96965"/>
                </a:cubicBezTo>
                <a:close/>
                <a:moveTo>
                  <a:pt x="234386" y="67913"/>
                </a:moveTo>
                <a:cubicBezTo>
                  <a:pt x="238844" y="67913"/>
                  <a:pt x="242449" y="71533"/>
                  <a:pt x="242449" y="76009"/>
                </a:cubicBezTo>
                <a:cubicBezTo>
                  <a:pt x="242449" y="80486"/>
                  <a:pt x="238844" y="84106"/>
                  <a:pt x="234386" y="84106"/>
                </a:cubicBezTo>
                <a:cubicBezTo>
                  <a:pt x="229928" y="84106"/>
                  <a:pt x="226323" y="80486"/>
                  <a:pt x="226323" y="76009"/>
                </a:cubicBezTo>
                <a:cubicBezTo>
                  <a:pt x="226323" y="71533"/>
                  <a:pt x="229928" y="67913"/>
                  <a:pt x="234386" y="67913"/>
                </a:cubicBezTo>
                <a:close/>
                <a:moveTo>
                  <a:pt x="120655" y="150686"/>
                </a:moveTo>
                <a:lnTo>
                  <a:pt x="174438" y="150686"/>
                </a:lnTo>
                <a:lnTo>
                  <a:pt x="174438" y="186119"/>
                </a:lnTo>
                <a:cubicBezTo>
                  <a:pt x="174438" y="188690"/>
                  <a:pt x="175956" y="191071"/>
                  <a:pt x="178422" y="192024"/>
                </a:cubicBezTo>
                <a:cubicBezTo>
                  <a:pt x="179181" y="192310"/>
                  <a:pt x="180034" y="192500"/>
                  <a:pt x="180888" y="192500"/>
                </a:cubicBezTo>
                <a:cubicBezTo>
                  <a:pt x="182595" y="192500"/>
                  <a:pt x="184208" y="191834"/>
                  <a:pt x="185441" y="190595"/>
                </a:cubicBezTo>
                <a:lnTo>
                  <a:pt x="225185" y="150686"/>
                </a:lnTo>
                <a:lnTo>
                  <a:pt x="239319" y="150686"/>
                </a:lnTo>
                <a:cubicBezTo>
                  <a:pt x="269008" y="150686"/>
                  <a:pt x="293101" y="126397"/>
                  <a:pt x="293101" y="96679"/>
                </a:cubicBezTo>
                <a:lnTo>
                  <a:pt x="293101" y="48006"/>
                </a:lnTo>
                <a:cubicBezTo>
                  <a:pt x="293101" y="19336"/>
                  <a:pt x="265404" y="0"/>
                  <a:pt x="239508" y="0"/>
                </a:cubicBezTo>
                <a:lnTo>
                  <a:pt x="120750" y="0"/>
                </a:lnTo>
                <a:cubicBezTo>
                  <a:pt x="91061" y="0"/>
                  <a:pt x="66967" y="24289"/>
                  <a:pt x="66967" y="54007"/>
                </a:cubicBezTo>
                <a:lnTo>
                  <a:pt x="66967" y="96583"/>
                </a:lnTo>
                <a:cubicBezTo>
                  <a:pt x="66967" y="126397"/>
                  <a:pt x="91155" y="150590"/>
                  <a:pt x="120750" y="150590"/>
                </a:cubicBezTo>
                <a:close/>
                <a:moveTo>
                  <a:pt x="79583" y="54102"/>
                </a:moveTo>
                <a:cubicBezTo>
                  <a:pt x="79583" y="31432"/>
                  <a:pt x="97985" y="12859"/>
                  <a:pt x="120655" y="12859"/>
                </a:cubicBezTo>
                <a:lnTo>
                  <a:pt x="239413" y="12859"/>
                </a:lnTo>
                <a:cubicBezTo>
                  <a:pt x="258669" y="12859"/>
                  <a:pt x="280201" y="27242"/>
                  <a:pt x="280201" y="48006"/>
                </a:cubicBezTo>
                <a:lnTo>
                  <a:pt x="280201" y="96679"/>
                </a:lnTo>
                <a:cubicBezTo>
                  <a:pt x="280201" y="119348"/>
                  <a:pt x="261799" y="137922"/>
                  <a:pt x="239129" y="137922"/>
                </a:cubicBezTo>
                <a:lnTo>
                  <a:pt x="222340" y="137922"/>
                </a:lnTo>
                <a:cubicBezTo>
                  <a:pt x="220632" y="137922"/>
                  <a:pt x="219020" y="138589"/>
                  <a:pt x="217787" y="139827"/>
                </a:cubicBezTo>
                <a:lnTo>
                  <a:pt x="187054" y="170688"/>
                </a:lnTo>
                <a:lnTo>
                  <a:pt x="187054" y="144399"/>
                </a:lnTo>
                <a:cubicBezTo>
                  <a:pt x="187054" y="140875"/>
                  <a:pt x="184208" y="138017"/>
                  <a:pt x="180698" y="138017"/>
                </a:cubicBezTo>
                <a:lnTo>
                  <a:pt x="120560" y="138017"/>
                </a:lnTo>
                <a:cubicBezTo>
                  <a:pt x="97985" y="138017"/>
                  <a:pt x="79488" y="119539"/>
                  <a:pt x="79488" y="96774"/>
                </a:cubicBezTo>
                <a:lnTo>
                  <a:pt x="79488" y="54197"/>
                </a:lnTo>
                <a:close/>
                <a:moveTo>
                  <a:pt x="321842" y="250222"/>
                </a:moveTo>
                <a:cubicBezTo>
                  <a:pt x="319850" y="249555"/>
                  <a:pt x="317763" y="248698"/>
                  <a:pt x="315866" y="247936"/>
                </a:cubicBezTo>
                <a:cubicBezTo>
                  <a:pt x="322980" y="240887"/>
                  <a:pt x="327534" y="231077"/>
                  <a:pt x="327534" y="220218"/>
                </a:cubicBezTo>
                <a:cubicBezTo>
                  <a:pt x="327534" y="198787"/>
                  <a:pt x="310175" y="181356"/>
                  <a:pt x="288833" y="181356"/>
                </a:cubicBezTo>
                <a:cubicBezTo>
                  <a:pt x="267491" y="181356"/>
                  <a:pt x="250132" y="198787"/>
                  <a:pt x="250132" y="220218"/>
                </a:cubicBezTo>
                <a:cubicBezTo>
                  <a:pt x="250132" y="231077"/>
                  <a:pt x="254590" y="240887"/>
                  <a:pt x="261799" y="247936"/>
                </a:cubicBezTo>
                <a:cubicBezTo>
                  <a:pt x="259902" y="248698"/>
                  <a:pt x="257815" y="249555"/>
                  <a:pt x="255823" y="250222"/>
                </a:cubicBezTo>
                <a:cubicBezTo>
                  <a:pt x="244630" y="254317"/>
                  <a:pt x="228505" y="260223"/>
                  <a:pt x="220632" y="277940"/>
                </a:cubicBezTo>
                <a:cubicBezTo>
                  <a:pt x="218261" y="276987"/>
                  <a:pt x="215889" y="276130"/>
                  <a:pt x="213803" y="275368"/>
                </a:cubicBezTo>
                <a:cubicBezTo>
                  <a:pt x="211811" y="274701"/>
                  <a:pt x="209724" y="273844"/>
                  <a:pt x="207827" y="273082"/>
                </a:cubicBezTo>
                <a:cubicBezTo>
                  <a:pt x="214941" y="266033"/>
                  <a:pt x="219494" y="256223"/>
                  <a:pt x="219494" y="245364"/>
                </a:cubicBezTo>
                <a:cubicBezTo>
                  <a:pt x="219494" y="223933"/>
                  <a:pt x="202136" y="206502"/>
                  <a:pt x="180793" y="206502"/>
                </a:cubicBezTo>
                <a:cubicBezTo>
                  <a:pt x="159451" y="206502"/>
                  <a:pt x="142092" y="223933"/>
                  <a:pt x="142092" y="245364"/>
                </a:cubicBezTo>
                <a:cubicBezTo>
                  <a:pt x="142092" y="256223"/>
                  <a:pt x="146551" y="266033"/>
                  <a:pt x="153760" y="273082"/>
                </a:cubicBezTo>
                <a:cubicBezTo>
                  <a:pt x="151863" y="273844"/>
                  <a:pt x="149776" y="274701"/>
                  <a:pt x="147784" y="275368"/>
                </a:cubicBezTo>
                <a:cubicBezTo>
                  <a:pt x="145697" y="276130"/>
                  <a:pt x="143420" y="276987"/>
                  <a:pt x="140954" y="277940"/>
                </a:cubicBezTo>
                <a:cubicBezTo>
                  <a:pt x="133176" y="260318"/>
                  <a:pt x="116956" y="254317"/>
                  <a:pt x="105763" y="250222"/>
                </a:cubicBezTo>
                <a:cubicBezTo>
                  <a:pt x="103771" y="249555"/>
                  <a:pt x="101684" y="248698"/>
                  <a:pt x="99787" y="247936"/>
                </a:cubicBezTo>
                <a:cubicBezTo>
                  <a:pt x="106901" y="240887"/>
                  <a:pt x="111454" y="231077"/>
                  <a:pt x="111454" y="220218"/>
                </a:cubicBezTo>
                <a:cubicBezTo>
                  <a:pt x="111454" y="198787"/>
                  <a:pt x="94096" y="181356"/>
                  <a:pt x="72754" y="181356"/>
                </a:cubicBezTo>
                <a:cubicBezTo>
                  <a:pt x="51411" y="181356"/>
                  <a:pt x="34053" y="198787"/>
                  <a:pt x="34053" y="220218"/>
                </a:cubicBezTo>
                <a:cubicBezTo>
                  <a:pt x="34053" y="231077"/>
                  <a:pt x="38511" y="240887"/>
                  <a:pt x="45720" y="247936"/>
                </a:cubicBezTo>
                <a:cubicBezTo>
                  <a:pt x="43823" y="248698"/>
                  <a:pt x="41736" y="249555"/>
                  <a:pt x="39744" y="250222"/>
                </a:cubicBezTo>
                <a:cubicBezTo>
                  <a:pt x="24852" y="255651"/>
                  <a:pt x="0" y="264605"/>
                  <a:pt x="0" y="301847"/>
                </a:cubicBezTo>
                <a:cubicBezTo>
                  <a:pt x="0" y="305371"/>
                  <a:pt x="2846" y="308229"/>
                  <a:pt x="6355" y="308229"/>
                </a:cubicBezTo>
                <a:lnTo>
                  <a:pt x="110601" y="308229"/>
                </a:lnTo>
                <a:cubicBezTo>
                  <a:pt x="108988" y="313468"/>
                  <a:pt x="108040" y="319659"/>
                  <a:pt x="108040" y="326898"/>
                </a:cubicBezTo>
                <a:cubicBezTo>
                  <a:pt x="108040" y="330422"/>
                  <a:pt x="110885" y="333280"/>
                  <a:pt x="114395" y="333280"/>
                </a:cubicBezTo>
                <a:lnTo>
                  <a:pt x="247192" y="333280"/>
                </a:lnTo>
                <a:cubicBezTo>
                  <a:pt x="250701" y="333280"/>
                  <a:pt x="253547" y="330422"/>
                  <a:pt x="253547" y="326898"/>
                </a:cubicBezTo>
                <a:cubicBezTo>
                  <a:pt x="253547" y="319659"/>
                  <a:pt x="252598" y="313563"/>
                  <a:pt x="250986" y="308229"/>
                </a:cubicBezTo>
                <a:lnTo>
                  <a:pt x="355231" y="308229"/>
                </a:lnTo>
                <a:cubicBezTo>
                  <a:pt x="358741" y="308229"/>
                  <a:pt x="361586" y="305371"/>
                  <a:pt x="361586" y="301847"/>
                </a:cubicBezTo>
                <a:cubicBezTo>
                  <a:pt x="361586" y="264605"/>
                  <a:pt x="336734" y="255556"/>
                  <a:pt x="321842" y="250222"/>
                </a:cubicBezTo>
                <a:close/>
                <a:moveTo>
                  <a:pt x="288833" y="194215"/>
                </a:moveTo>
                <a:cubicBezTo>
                  <a:pt x="303156" y="194215"/>
                  <a:pt x="314728" y="205835"/>
                  <a:pt x="314728" y="220218"/>
                </a:cubicBezTo>
                <a:cubicBezTo>
                  <a:pt x="314728" y="234601"/>
                  <a:pt x="303156" y="246221"/>
                  <a:pt x="288833" y="246221"/>
                </a:cubicBezTo>
                <a:cubicBezTo>
                  <a:pt x="274510" y="246221"/>
                  <a:pt x="262937" y="234601"/>
                  <a:pt x="262937" y="220218"/>
                </a:cubicBezTo>
                <a:cubicBezTo>
                  <a:pt x="262937" y="205835"/>
                  <a:pt x="274510" y="194215"/>
                  <a:pt x="288833" y="194215"/>
                </a:cubicBezTo>
                <a:close/>
                <a:moveTo>
                  <a:pt x="180793" y="219265"/>
                </a:moveTo>
                <a:cubicBezTo>
                  <a:pt x="195116" y="219265"/>
                  <a:pt x="206689" y="230886"/>
                  <a:pt x="206689" y="245269"/>
                </a:cubicBezTo>
                <a:cubicBezTo>
                  <a:pt x="206689" y="259652"/>
                  <a:pt x="195116" y="271272"/>
                  <a:pt x="180793" y="271272"/>
                </a:cubicBezTo>
                <a:cubicBezTo>
                  <a:pt x="166470" y="271272"/>
                  <a:pt x="154898" y="259652"/>
                  <a:pt x="154898" y="245269"/>
                </a:cubicBezTo>
                <a:cubicBezTo>
                  <a:pt x="154898" y="230886"/>
                  <a:pt x="166470" y="219265"/>
                  <a:pt x="180793" y="219265"/>
                </a:cubicBezTo>
                <a:close/>
                <a:moveTo>
                  <a:pt x="72659" y="194215"/>
                </a:moveTo>
                <a:cubicBezTo>
                  <a:pt x="86982" y="194215"/>
                  <a:pt x="98554" y="205835"/>
                  <a:pt x="98554" y="220218"/>
                </a:cubicBezTo>
                <a:cubicBezTo>
                  <a:pt x="98554" y="234601"/>
                  <a:pt x="86982" y="246221"/>
                  <a:pt x="72659" y="246221"/>
                </a:cubicBezTo>
                <a:cubicBezTo>
                  <a:pt x="58336" y="246221"/>
                  <a:pt x="46763" y="234601"/>
                  <a:pt x="46763" y="220218"/>
                </a:cubicBezTo>
                <a:cubicBezTo>
                  <a:pt x="46763" y="205835"/>
                  <a:pt x="58336" y="194215"/>
                  <a:pt x="72659" y="194215"/>
                </a:cubicBezTo>
                <a:close/>
                <a:moveTo>
                  <a:pt x="12995" y="295370"/>
                </a:moveTo>
                <a:cubicBezTo>
                  <a:pt x="15366" y="272606"/>
                  <a:pt x="30448" y="267176"/>
                  <a:pt x="44013" y="262223"/>
                </a:cubicBezTo>
                <a:cubicBezTo>
                  <a:pt x="49230" y="260318"/>
                  <a:pt x="53878" y="258509"/>
                  <a:pt x="57482" y="255842"/>
                </a:cubicBezTo>
                <a:cubicBezTo>
                  <a:pt x="62130" y="257842"/>
                  <a:pt x="67252" y="258985"/>
                  <a:pt x="72659" y="258985"/>
                </a:cubicBezTo>
                <a:cubicBezTo>
                  <a:pt x="78065" y="258985"/>
                  <a:pt x="83188" y="257842"/>
                  <a:pt x="87836" y="255842"/>
                </a:cubicBezTo>
                <a:cubicBezTo>
                  <a:pt x="91440" y="258509"/>
                  <a:pt x="96088" y="260318"/>
                  <a:pt x="101305" y="262223"/>
                </a:cubicBezTo>
                <a:cubicBezTo>
                  <a:pt x="111929" y="266129"/>
                  <a:pt x="123785" y="270510"/>
                  <a:pt x="129382" y="283655"/>
                </a:cubicBezTo>
                <a:cubicBezTo>
                  <a:pt x="124829" y="286607"/>
                  <a:pt x="120371" y="290322"/>
                  <a:pt x="116766" y="295370"/>
                </a:cubicBezTo>
                <a:lnTo>
                  <a:pt x="12995" y="295370"/>
                </a:lnTo>
                <a:close/>
                <a:moveTo>
                  <a:pt x="121130" y="320516"/>
                </a:moveTo>
                <a:cubicBezTo>
                  <a:pt x="123501" y="297752"/>
                  <a:pt x="138583" y="292322"/>
                  <a:pt x="152147" y="287369"/>
                </a:cubicBezTo>
                <a:cubicBezTo>
                  <a:pt x="157364" y="285464"/>
                  <a:pt x="162012" y="283655"/>
                  <a:pt x="165616" y="280988"/>
                </a:cubicBezTo>
                <a:cubicBezTo>
                  <a:pt x="170264" y="282988"/>
                  <a:pt x="175386" y="284131"/>
                  <a:pt x="180793" y="284131"/>
                </a:cubicBezTo>
                <a:cubicBezTo>
                  <a:pt x="186200" y="284131"/>
                  <a:pt x="191322" y="282988"/>
                  <a:pt x="195970" y="280988"/>
                </a:cubicBezTo>
                <a:cubicBezTo>
                  <a:pt x="199574" y="283655"/>
                  <a:pt x="204222" y="285464"/>
                  <a:pt x="209439" y="287369"/>
                </a:cubicBezTo>
                <a:cubicBezTo>
                  <a:pt x="222909" y="292227"/>
                  <a:pt x="238085" y="297752"/>
                  <a:pt x="240457" y="320516"/>
                </a:cubicBezTo>
                <a:lnTo>
                  <a:pt x="121130" y="320516"/>
                </a:lnTo>
                <a:close/>
                <a:moveTo>
                  <a:pt x="244725" y="295370"/>
                </a:moveTo>
                <a:cubicBezTo>
                  <a:pt x="241121" y="290322"/>
                  <a:pt x="236663" y="286607"/>
                  <a:pt x="232110" y="283655"/>
                </a:cubicBezTo>
                <a:cubicBezTo>
                  <a:pt x="237611" y="270510"/>
                  <a:pt x="249468" y="266129"/>
                  <a:pt x="260187" y="262223"/>
                </a:cubicBezTo>
                <a:cubicBezTo>
                  <a:pt x="265404" y="260318"/>
                  <a:pt x="270051" y="258509"/>
                  <a:pt x="273656" y="255842"/>
                </a:cubicBezTo>
                <a:cubicBezTo>
                  <a:pt x="278304" y="257842"/>
                  <a:pt x="283426" y="258985"/>
                  <a:pt x="288833" y="258985"/>
                </a:cubicBezTo>
                <a:cubicBezTo>
                  <a:pt x="294239" y="258985"/>
                  <a:pt x="299362" y="257842"/>
                  <a:pt x="304010" y="255842"/>
                </a:cubicBezTo>
                <a:cubicBezTo>
                  <a:pt x="307614" y="258509"/>
                  <a:pt x="312262" y="260318"/>
                  <a:pt x="317479" y="262223"/>
                </a:cubicBezTo>
                <a:cubicBezTo>
                  <a:pt x="330948" y="267081"/>
                  <a:pt x="346125" y="272606"/>
                  <a:pt x="348496" y="295370"/>
                </a:cubicBezTo>
                <a:lnTo>
                  <a:pt x="244725" y="29537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3" name="Graphic 198">
            <a:extLst>
              <a:ext uri="{FF2B5EF4-FFF2-40B4-BE49-F238E27FC236}">
                <a16:creationId xmlns:a16="http://schemas.microsoft.com/office/drawing/2014/main" id="{502C2FC0-C4D4-6EA9-A964-D9BECD9D7B08}"/>
              </a:ext>
            </a:extLst>
          </p:cNvPr>
          <p:cNvSpPr/>
          <p:nvPr/>
        </p:nvSpPr>
        <p:spPr>
          <a:xfrm>
            <a:off x="6208805" y="3492465"/>
            <a:ext cx="473995" cy="436888"/>
          </a:xfrm>
          <a:custGeom>
            <a:avLst/>
            <a:gdLst>
              <a:gd name="connsiteX0" fmla="*/ 129287 w 361586"/>
              <a:gd name="connsiteY0" fmla="*/ 96965 h 333279"/>
              <a:gd name="connsiteX1" fmla="*/ 150155 w 361586"/>
              <a:gd name="connsiteY1" fmla="*/ 76009 h 333279"/>
              <a:gd name="connsiteX2" fmla="*/ 129287 w 361586"/>
              <a:gd name="connsiteY2" fmla="*/ 55054 h 333279"/>
              <a:gd name="connsiteX3" fmla="*/ 108419 w 361586"/>
              <a:gd name="connsiteY3" fmla="*/ 76009 h 333279"/>
              <a:gd name="connsiteX4" fmla="*/ 129287 w 361586"/>
              <a:gd name="connsiteY4" fmla="*/ 96965 h 333279"/>
              <a:gd name="connsiteX5" fmla="*/ 129287 w 361586"/>
              <a:gd name="connsiteY5" fmla="*/ 67913 h 333279"/>
              <a:gd name="connsiteX6" fmla="*/ 137350 w 361586"/>
              <a:gd name="connsiteY6" fmla="*/ 76009 h 333279"/>
              <a:gd name="connsiteX7" fmla="*/ 129287 w 361586"/>
              <a:gd name="connsiteY7" fmla="*/ 84106 h 333279"/>
              <a:gd name="connsiteX8" fmla="*/ 121224 w 361586"/>
              <a:gd name="connsiteY8" fmla="*/ 76009 h 333279"/>
              <a:gd name="connsiteX9" fmla="*/ 129287 w 361586"/>
              <a:gd name="connsiteY9" fmla="*/ 67913 h 333279"/>
              <a:gd name="connsiteX10" fmla="*/ 181837 w 361586"/>
              <a:gd name="connsiteY10" fmla="*/ 96965 h 333279"/>
              <a:gd name="connsiteX11" fmla="*/ 202705 w 361586"/>
              <a:gd name="connsiteY11" fmla="*/ 76009 h 333279"/>
              <a:gd name="connsiteX12" fmla="*/ 181837 w 361586"/>
              <a:gd name="connsiteY12" fmla="*/ 55054 h 333279"/>
              <a:gd name="connsiteX13" fmla="*/ 160969 w 361586"/>
              <a:gd name="connsiteY13" fmla="*/ 76009 h 333279"/>
              <a:gd name="connsiteX14" fmla="*/ 181837 w 361586"/>
              <a:gd name="connsiteY14" fmla="*/ 96965 h 333279"/>
              <a:gd name="connsiteX15" fmla="*/ 181837 w 361586"/>
              <a:gd name="connsiteY15" fmla="*/ 67913 h 333279"/>
              <a:gd name="connsiteX16" fmla="*/ 189899 w 361586"/>
              <a:gd name="connsiteY16" fmla="*/ 76009 h 333279"/>
              <a:gd name="connsiteX17" fmla="*/ 181837 w 361586"/>
              <a:gd name="connsiteY17" fmla="*/ 84106 h 333279"/>
              <a:gd name="connsiteX18" fmla="*/ 173774 w 361586"/>
              <a:gd name="connsiteY18" fmla="*/ 76009 h 333279"/>
              <a:gd name="connsiteX19" fmla="*/ 181837 w 361586"/>
              <a:gd name="connsiteY19" fmla="*/ 67913 h 333279"/>
              <a:gd name="connsiteX20" fmla="*/ 234386 w 361586"/>
              <a:gd name="connsiteY20" fmla="*/ 96965 h 333279"/>
              <a:gd name="connsiteX21" fmla="*/ 255254 w 361586"/>
              <a:gd name="connsiteY21" fmla="*/ 76009 h 333279"/>
              <a:gd name="connsiteX22" fmla="*/ 234386 w 361586"/>
              <a:gd name="connsiteY22" fmla="*/ 55054 h 333279"/>
              <a:gd name="connsiteX23" fmla="*/ 213518 w 361586"/>
              <a:gd name="connsiteY23" fmla="*/ 76009 h 333279"/>
              <a:gd name="connsiteX24" fmla="*/ 234386 w 361586"/>
              <a:gd name="connsiteY24" fmla="*/ 96965 h 333279"/>
              <a:gd name="connsiteX25" fmla="*/ 234386 w 361586"/>
              <a:gd name="connsiteY25" fmla="*/ 67913 h 333279"/>
              <a:gd name="connsiteX26" fmla="*/ 242449 w 361586"/>
              <a:gd name="connsiteY26" fmla="*/ 76009 h 333279"/>
              <a:gd name="connsiteX27" fmla="*/ 234386 w 361586"/>
              <a:gd name="connsiteY27" fmla="*/ 84106 h 333279"/>
              <a:gd name="connsiteX28" fmla="*/ 226323 w 361586"/>
              <a:gd name="connsiteY28" fmla="*/ 76009 h 333279"/>
              <a:gd name="connsiteX29" fmla="*/ 234386 w 361586"/>
              <a:gd name="connsiteY29" fmla="*/ 67913 h 333279"/>
              <a:gd name="connsiteX30" fmla="*/ 120655 w 361586"/>
              <a:gd name="connsiteY30" fmla="*/ 150686 h 333279"/>
              <a:gd name="connsiteX31" fmla="*/ 174438 w 361586"/>
              <a:gd name="connsiteY31" fmla="*/ 150686 h 333279"/>
              <a:gd name="connsiteX32" fmla="*/ 174438 w 361586"/>
              <a:gd name="connsiteY32" fmla="*/ 186119 h 333279"/>
              <a:gd name="connsiteX33" fmla="*/ 178422 w 361586"/>
              <a:gd name="connsiteY33" fmla="*/ 192024 h 333279"/>
              <a:gd name="connsiteX34" fmla="*/ 180888 w 361586"/>
              <a:gd name="connsiteY34" fmla="*/ 192500 h 333279"/>
              <a:gd name="connsiteX35" fmla="*/ 185441 w 361586"/>
              <a:gd name="connsiteY35" fmla="*/ 190595 h 333279"/>
              <a:gd name="connsiteX36" fmla="*/ 225185 w 361586"/>
              <a:gd name="connsiteY36" fmla="*/ 150686 h 333279"/>
              <a:gd name="connsiteX37" fmla="*/ 239319 w 361586"/>
              <a:gd name="connsiteY37" fmla="*/ 150686 h 333279"/>
              <a:gd name="connsiteX38" fmla="*/ 293101 w 361586"/>
              <a:gd name="connsiteY38" fmla="*/ 96679 h 333279"/>
              <a:gd name="connsiteX39" fmla="*/ 293101 w 361586"/>
              <a:gd name="connsiteY39" fmla="*/ 48006 h 333279"/>
              <a:gd name="connsiteX40" fmla="*/ 239508 w 361586"/>
              <a:gd name="connsiteY40" fmla="*/ 0 h 333279"/>
              <a:gd name="connsiteX41" fmla="*/ 120750 w 361586"/>
              <a:gd name="connsiteY41" fmla="*/ 0 h 333279"/>
              <a:gd name="connsiteX42" fmla="*/ 66967 w 361586"/>
              <a:gd name="connsiteY42" fmla="*/ 54007 h 333279"/>
              <a:gd name="connsiteX43" fmla="*/ 66967 w 361586"/>
              <a:gd name="connsiteY43" fmla="*/ 96583 h 333279"/>
              <a:gd name="connsiteX44" fmla="*/ 120750 w 361586"/>
              <a:gd name="connsiteY44" fmla="*/ 150590 h 333279"/>
              <a:gd name="connsiteX45" fmla="*/ 79583 w 361586"/>
              <a:gd name="connsiteY45" fmla="*/ 54102 h 333279"/>
              <a:gd name="connsiteX46" fmla="*/ 120655 w 361586"/>
              <a:gd name="connsiteY46" fmla="*/ 12859 h 333279"/>
              <a:gd name="connsiteX47" fmla="*/ 239413 w 361586"/>
              <a:gd name="connsiteY47" fmla="*/ 12859 h 333279"/>
              <a:gd name="connsiteX48" fmla="*/ 280201 w 361586"/>
              <a:gd name="connsiteY48" fmla="*/ 48006 h 333279"/>
              <a:gd name="connsiteX49" fmla="*/ 280201 w 361586"/>
              <a:gd name="connsiteY49" fmla="*/ 96679 h 333279"/>
              <a:gd name="connsiteX50" fmla="*/ 239129 w 361586"/>
              <a:gd name="connsiteY50" fmla="*/ 137922 h 333279"/>
              <a:gd name="connsiteX51" fmla="*/ 222340 w 361586"/>
              <a:gd name="connsiteY51" fmla="*/ 137922 h 333279"/>
              <a:gd name="connsiteX52" fmla="*/ 217787 w 361586"/>
              <a:gd name="connsiteY52" fmla="*/ 139827 h 333279"/>
              <a:gd name="connsiteX53" fmla="*/ 187054 w 361586"/>
              <a:gd name="connsiteY53" fmla="*/ 170688 h 333279"/>
              <a:gd name="connsiteX54" fmla="*/ 187054 w 361586"/>
              <a:gd name="connsiteY54" fmla="*/ 144399 h 333279"/>
              <a:gd name="connsiteX55" fmla="*/ 180698 w 361586"/>
              <a:gd name="connsiteY55" fmla="*/ 138017 h 333279"/>
              <a:gd name="connsiteX56" fmla="*/ 120560 w 361586"/>
              <a:gd name="connsiteY56" fmla="*/ 138017 h 333279"/>
              <a:gd name="connsiteX57" fmla="*/ 79488 w 361586"/>
              <a:gd name="connsiteY57" fmla="*/ 96774 h 333279"/>
              <a:gd name="connsiteX58" fmla="*/ 79488 w 361586"/>
              <a:gd name="connsiteY58" fmla="*/ 54197 h 333279"/>
              <a:gd name="connsiteX59" fmla="*/ 321842 w 361586"/>
              <a:gd name="connsiteY59" fmla="*/ 250222 h 333279"/>
              <a:gd name="connsiteX60" fmla="*/ 315866 w 361586"/>
              <a:gd name="connsiteY60" fmla="*/ 247936 h 333279"/>
              <a:gd name="connsiteX61" fmla="*/ 327534 w 361586"/>
              <a:gd name="connsiteY61" fmla="*/ 220218 h 333279"/>
              <a:gd name="connsiteX62" fmla="*/ 288833 w 361586"/>
              <a:gd name="connsiteY62" fmla="*/ 181356 h 333279"/>
              <a:gd name="connsiteX63" fmla="*/ 250132 w 361586"/>
              <a:gd name="connsiteY63" fmla="*/ 220218 h 333279"/>
              <a:gd name="connsiteX64" fmla="*/ 261799 w 361586"/>
              <a:gd name="connsiteY64" fmla="*/ 247936 h 333279"/>
              <a:gd name="connsiteX65" fmla="*/ 255823 w 361586"/>
              <a:gd name="connsiteY65" fmla="*/ 250222 h 333279"/>
              <a:gd name="connsiteX66" fmla="*/ 220632 w 361586"/>
              <a:gd name="connsiteY66" fmla="*/ 277940 h 333279"/>
              <a:gd name="connsiteX67" fmla="*/ 213803 w 361586"/>
              <a:gd name="connsiteY67" fmla="*/ 275368 h 333279"/>
              <a:gd name="connsiteX68" fmla="*/ 207827 w 361586"/>
              <a:gd name="connsiteY68" fmla="*/ 273082 h 333279"/>
              <a:gd name="connsiteX69" fmla="*/ 219494 w 361586"/>
              <a:gd name="connsiteY69" fmla="*/ 245364 h 333279"/>
              <a:gd name="connsiteX70" fmla="*/ 180793 w 361586"/>
              <a:gd name="connsiteY70" fmla="*/ 206502 h 333279"/>
              <a:gd name="connsiteX71" fmla="*/ 142092 w 361586"/>
              <a:gd name="connsiteY71" fmla="*/ 245364 h 333279"/>
              <a:gd name="connsiteX72" fmla="*/ 153760 w 361586"/>
              <a:gd name="connsiteY72" fmla="*/ 273082 h 333279"/>
              <a:gd name="connsiteX73" fmla="*/ 147784 w 361586"/>
              <a:gd name="connsiteY73" fmla="*/ 275368 h 333279"/>
              <a:gd name="connsiteX74" fmla="*/ 140954 w 361586"/>
              <a:gd name="connsiteY74" fmla="*/ 277940 h 333279"/>
              <a:gd name="connsiteX75" fmla="*/ 105763 w 361586"/>
              <a:gd name="connsiteY75" fmla="*/ 250222 h 333279"/>
              <a:gd name="connsiteX76" fmla="*/ 99787 w 361586"/>
              <a:gd name="connsiteY76" fmla="*/ 247936 h 333279"/>
              <a:gd name="connsiteX77" fmla="*/ 111454 w 361586"/>
              <a:gd name="connsiteY77" fmla="*/ 220218 h 333279"/>
              <a:gd name="connsiteX78" fmla="*/ 72754 w 361586"/>
              <a:gd name="connsiteY78" fmla="*/ 181356 h 333279"/>
              <a:gd name="connsiteX79" fmla="*/ 34053 w 361586"/>
              <a:gd name="connsiteY79" fmla="*/ 220218 h 333279"/>
              <a:gd name="connsiteX80" fmla="*/ 45720 w 361586"/>
              <a:gd name="connsiteY80" fmla="*/ 247936 h 333279"/>
              <a:gd name="connsiteX81" fmla="*/ 39744 w 361586"/>
              <a:gd name="connsiteY81" fmla="*/ 250222 h 333279"/>
              <a:gd name="connsiteX82" fmla="*/ 0 w 361586"/>
              <a:gd name="connsiteY82" fmla="*/ 301847 h 333279"/>
              <a:gd name="connsiteX83" fmla="*/ 6355 w 361586"/>
              <a:gd name="connsiteY83" fmla="*/ 308229 h 333279"/>
              <a:gd name="connsiteX84" fmla="*/ 110601 w 361586"/>
              <a:gd name="connsiteY84" fmla="*/ 308229 h 333279"/>
              <a:gd name="connsiteX85" fmla="*/ 108040 w 361586"/>
              <a:gd name="connsiteY85" fmla="*/ 326898 h 333279"/>
              <a:gd name="connsiteX86" fmla="*/ 114395 w 361586"/>
              <a:gd name="connsiteY86" fmla="*/ 333280 h 333279"/>
              <a:gd name="connsiteX87" fmla="*/ 247192 w 361586"/>
              <a:gd name="connsiteY87" fmla="*/ 333280 h 333279"/>
              <a:gd name="connsiteX88" fmla="*/ 253547 w 361586"/>
              <a:gd name="connsiteY88" fmla="*/ 326898 h 333279"/>
              <a:gd name="connsiteX89" fmla="*/ 250986 w 361586"/>
              <a:gd name="connsiteY89" fmla="*/ 308229 h 333279"/>
              <a:gd name="connsiteX90" fmla="*/ 355231 w 361586"/>
              <a:gd name="connsiteY90" fmla="*/ 308229 h 333279"/>
              <a:gd name="connsiteX91" fmla="*/ 361586 w 361586"/>
              <a:gd name="connsiteY91" fmla="*/ 301847 h 333279"/>
              <a:gd name="connsiteX92" fmla="*/ 321842 w 361586"/>
              <a:gd name="connsiteY92" fmla="*/ 250222 h 333279"/>
              <a:gd name="connsiteX93" fmla="*/ 288833 w 361586"/>
              <a:gd name="connsiteY93" fmla="*/ 194215 h 333279"/>
              <a:gd name="connsiteX94" fmla="*/ 314728 w 361586"/>
              <a:gd name="connsiteY94" fmla="*/ 220218 h 333279"/>
              <a:gd name="connsiteX95" fmla="*/ 288833 w 361586"/>
              <a:gd name="connsiteY95" fmla="*/ 246221 h 333279"/>
              <a:gd name="connsiteX96" fmla="*/ 262937 w 361586"/>
              <a:gd name="connsiteY96" fmla="*/ 220218 h 333279"/>
              <a:gd name="connsiteX97" fmla="*/ 288833 w 361586"/>
              <a:gd name="connsiteY97" fmla="*/ 194215 h 333279"/>
              <a:gd name="connsiteX98" fmla="*/ 180793 w 361586"/>
              <a:gd name="connsiteY98" fmla="*/ 219265 h 333279"/>
              <a:gd name="connsiteX99" fmla="*/ 206689 w 361586"/>
              <a:gd name="connsiteY99" fmla="*/ 245269 h 333279"/>
              <a:gd name="connsiteX100" fmla="*/ 180793 w 361586"/>
              <a:gd name="connsiteY100" fmla="*/ 271272 h 333279"/>
              <a:gd name="connsiteX101" fmla="*/ 154898 w 361586"/>
              <a:gd name="connsiteY101" fmla="*/ 245269 h 333279"/>
              <a:gd name="connsiteX102" fmla="*/ 180793 w 361586"/>
              <a:gd name="connsiteY102" fmla="*/ 219265 h 333279"/>
              <a:gd name="connsiteX103" fmla="*/ 72659 w 361586"/>
              <a:gd name="connsiteY103" fmla="*/ 194215 h 333279"/>
              <a:gd name="connsiteX104" fmla="*/ 98554 w 361586"/>
              <a:gd name="connsiteY104" fmla="*/ 220218 h 333279"/>
              <a:gd name="connsiteX105" fmla="*/ 72659 w 361586"/>
              <a:gd name="connsiteY105" fmla="*/ 246221 h 333279"/>
              <a:gd name="connsiteX106" fmla="*/ 46763 w 361586"/>
              <a:gd name="connsiteY106" fmla="*/ 220218 h 333279"/>
              <a:gd name="connsiteX107" fmla="*/ 72659 w 361586"/>
              <a:gd name="connsiteY107" fmla="*/ 194215 h 333279"/>
              <a:gd name="connsiteX108" fmla="*/ 12995 w 361586"/>
              <a:gd name="connsiteY108" fmla="*/ 295370 h 333279"/>
              <a:gd name="connsiteX109" fmla="*/ 44013 w 361586"/>
              <a:gd name="connsiteY109" fmla="*/ 262223 h 333279"/>
              <a:gd name="connsiteX110" fmla="*/ 57482 w 361586"/>
              <a:gd name="connsiteY110" fmla="*/ 255842 h 333279"/>
              <a:gd name="connsiteX111" fmla="*/ 72659 w 361586"/>
              <a:gd name="connsiteY111" fmla="*/ 258985 h 333279"/>
              <a:gd name="connsiteX112" fmla="*/ 87836 w 361586"/>
              <a:gd name="connsiteY112" fmla="*/ 255842 h 333279"/>
              <a:gd name="connsiteX113" fmla="*/ 101305 w 361586"/>
              <a:gd name="connsiteY113" fmla="*/ 262223 h 333279"/>
              <a:gd name="connsiteX114" fmla="*/ 129382 w 361586"/>
              <a:gd name="connsiteY114" fmla="*/ 283655 h 333279"/>
              <a:gd name="connsiteX115" fmla="*/ 116766 w 361586"/>
              <a:gd name="connsiteY115" fmla="*/ 295370 h 333279"/>
              <a:gd name="connsiteX116" fmla="*/ 12995 w 361586"/>
              <a:gd name="connsiteY116" fmla="*/ 295370 h 333279"/>
              <a:gd name="connsiteX117" fmla="*/ 121130 w 361586"/>
              <a:gd name="connsiteY117" fmla="*/ 320516 h 333279"/>
              <a:gd name="connsiteX118" fmla="*/ 152147 w 361586"/>
              <a:gd name="connsiteY118" fmla="*/ 287369 h 333279"/>
              <a:gd name="connsiteX119" fmla="*/ 165616 w 361586"/>
              <a:gd name="connsiteY119" fmla="*/ 280988 h 333279"/>
              <a:gd name="connsiteX120" fmla="*/ 180793 w 361586"/>
              <a:gd name="connsiteY120" fmla="*/ 284131 h 333279"/>
              <a:gd name="connsiteX121" fmla="*/ 195970 w 361586"/>
              <a:gd name="connsiteY121" fmla="*/ 280988 h 333279"/>
              <a:gd name="connsiteX122" fmla="*/ 209439 w 361586"/>
              <a:gd name="connsiteY122" fmla="*/ 287369 h 333279"/>
              <a:gd name="connsiteX123" fmla="*/ 240457 w 361586"/>
              <a:gd name="connsiteY123" fmla="*/ 320516 h 333279"/>
              <a:gd name="connsiteX124" fmla="*/ 121130 w 361586"/>
              <a:gd name="connsiteY124" fmla="*/ 320516 h 333279"/>
              <a:gd name="connsiteX125" fmla="*/ 244725 w 361586"/>
              <a:gd name="connsiteY125" fmla="*/ 295370 h 333279"/>
              <a:gd name="connsiteX126" fmla="*/ 232110 w 361586"/>
              <a:gd name="connsiteY126" fmla="*/ 283655 h 333279"/>
              <a:gd name="connsiteX127" fmla="*/ 260187 w 361586"/>
              <a:gd name="connsiteY127" fmla="*/ 262223 h 333279"/>
              <a:gd name="connsiteX128" fmla="*/ 273656 w 361586"/>
              <a:gd name="connsiteY128" fmla="*/ 255842 h 333279"/>
              <a:gd name="connsiteX129" fmla="*/ 288833 w 361586"/>
              <a:gd name="connsiteY129" fmla="*/ 258985 h 333279"/>
              <a:gd name="connsiteX130" fmla="*/ 304010 w 361586"/>
              <a:gd name="connsiteY130" fmla="*/ 255842 h 333279"/>
              <a:gd name="connsiteX131" fmla="*/ 317479 w 361586"/>
              <a:gd name="connsiteY131" fmla="*/ 262223 h 333279"/>
              <a:gd name="connsiteX132" fmla="*/ 348496 w 361586"/>
              <a:gd name="connsiteY132" fmla="*/ 295370 h 333279"/>
              <a:gd name="connsiteX133" fmla="*/ 244725 w 361586"/>
              <a:gd name="connsiteY133" fmla="*/ 295370 h 3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61586" h="333279">
                <a:moveTo>
                  <a:pt x="129287" y="96965"/>
                </a:moveTo>
                <a:cubicBezTo>
                  <a:pt x="140764" y="96965"/>
                  <a:pt x="150155" y="87535"/>
                  <a:pt x="150155" y="76009"/>
                </a:cubicBezTo>
                <a:cubicBezTo>
                  <a:pt x="150155" y="64484"/>
                  <a:pt x="140764" y="55054"/>
                  <a:pt x="129287" y="55054"/>
                </a:cubicBezTo>
                <a:cubicBezTo>
                  <a:pt x="117810" y="55054"/>
                  <a:pt x="108419" y="64484"/>
                  <a:pt x="108419" y="76009"/>
                </a:cubicBezTo>
                <a:cubicBezTo>
                  <a:pt x="108419" y="87535"/>
                  <a:pt x="117810" y="96965"/>
                  <a:pt x="129287" y="96965"/>
                </a:cubicBezTo>
                <a:close/>
                <a:moveTo>
                  <a:pt x="129287" y="67913"/>
                </a:moveTo>
                <a:cubicBezTo>
                  <a:pt x="133745" y="67913"/>
                  <a:pt x="137350" y="71533"/>
                  <a:pt x="137350" y="76009"/>
                </a:cubicBezTo>
                <a:cubicBezTo>
                  <a:pt x="137350" y="80486"/>
                  <a:pt x="133745" y="84106"/>
                  <a:pt x="129287" y="84106"/>
                </a:cubicBezTo>
                <a:cubicBezTo>
                  <a:pt x="124829" y="84106"/>
                  <a:pt x="121224" y="80486"/>
                  <a:pt x="121224" y="76009"/>
                </a:cubicBezTo>
                <a:cubicBezTo>
                  <a:pt x="121224" y="71533"/>
                  <a:pt x="124829" y="67913"/>
                  <a:pt x="129287" y="67913"/>
                </a:cubicBezTo>
                <a:close/>
                <a:moveTo>
                  <a:pt x="181837" y="96965"/>
                </a:moveTo>
                <a:cubicBezTo>
                  <a:pt x="193314" y="96965"/>
                  <a:pt x="202705" y="87535"/>
                  <a:pt x="202705" y="76009"/>
                </a:cubicBezTo>
                <a:cubicBezTo>
                  <a:pt x="202705" y="64484"/>
                  <a:pt x="193314" y="55054"/>
                  <a:pt x="181837" y="55054"/>
                </a:cubicBezTo>
                <a:cubicBezTo>
                  <a:pt x="170359" y="55054"/>
                  <a:pt x="160969" y="64484"/>
                  <a:pt x="160969" y="76009"/>
                </a:cubicBezTo>
                <a:cubicBezTo>
                  <a:pt x="160969" y="87535"/>
                  <a:pt x="170359" y="96965"/>
                  <a:pt x="181837" y="96965"/>
                </a:cubicBezTo>
                <a:close/>
                <a:moveTo>
                  <a:pt x="181837" y="67913"/>
                </a:moveTo>
                <a:cubicBezTo>
                  <a:pt x="186295" y="67913"/>
                  <a:pt x="189899" y="71533"/>
                  <a:pt x="189899" y="76009"/>
                </a:cubicBezTo>
                <a:cubicBezTo>
                  <a:pt x="189899" y="80486"/>
                  <a:pt x="186295" y="84106"/>
                  <a:pt x="181837" y="84106"/>
                </a:cubicBezTo>
                <a:cubicBezTo>
                  <a:pt x="177378" y="84106"/>
                  <a:pt x="173774" y="80486"/>
                  <a:pt x="173774" y="76009"/>
                </a:cubicBezTo>
                <a:cubicBezTo>
                  <a:pt x="173774" y="71533"/>
                  <a:pt x="177378" y="67913"/>
                  <a:pt x="181837" y="67913"/>
                </a:cubicBezTo>
                <a:close/>
                <a:moveTo>
                  <a:pt x="234386" y="96965"/>
                </a:moveTo>
                <a:cubicBezTo>
                  <a:pt x="245864" y="96965"/>
                  <a:pt x="255254" y="87535"/>
                  <a:pt x="255254" y="76009"/>
                </a:cubicBezTo>
                <a:cubicBezTo>
                  <a:pt x="255254" y="64484"/>
                  <a:pt x="245864" y="55054"/>
                  <a:pt x="234386" y="55054"/>
                </a:cubicBezTo>
                <a:cubicBezTo>
                  <a:pt x="222909" y="55054"/>
                  <a:pt x="213518" y="64484"/>
                  <a:pt x="213518" y="76009"/>
                </a:cubicBezTo>
                <a:cubicBezTo>
                  <a:pt x="213518" y="87535"/>
                  <a:pt x="222909" y="96965"/>
                  <a:pt x="234386" y="96965"/>
                </a:cubicBezTo>
                <a:close/>
                <a:moveTo>
                  <a:pt x="234386" y="67913"/>
                </a:moveTo>
                <a:cubicBezTo>
                  <a:pt x="238844" y="67913"/>
                  <a:pt x="242449" y="71533"/>
                  <a:pt x="242449" y="76009"/>
                </a:cubicBezTo>
                <a:cubicBezTo>
                  <a:pt x="242449" y="80486"/>
                  <a:pt x="238844" y="84106"/>
                  <a:pt x="234386" y="84106"/>
                </a:cubicBezTo>
                <a:cubicBezTo>
                  <a:pt x="229928" y="84106"/>
                  <a:pt x="226323" y="80486"/>
                  <a:pt x="226323" y="76009"/>
                </a:cubicBezTo>
                <a:cubicBezTo>
                  <a:pt x="226323" y="71533"/>
                  <a:pt x="229928" y="67913"/>
                  <a:pt x="234386" y="67913"/>
                </a:cubicBezTo>
                <a:close/>
                <a:moveTo>
                  <a:pt x="120655" y="150686"/>
                </a:moveTo>
                <a:lnTo>
                  <a:pt x="174438" y="150686"/>
                </a:lnTo>
                <a:lnTo>
                  <a:pt x="174438" y="186119"/>
                </a:lnTo>
                <a:cubicBezTo>
                  <a:pt x="174438" y="188690"/>
                  <a:pt x="175956" y="191071"/>
                  <a:pt x="178422" y="192024"/>
                </a:cubicBezTo>
                <a:cubicBezTo>
                  <a:pt x="179181" y="192310"/>
                  <a:pt x="180034" y="192500"/>
                  <a:pt x="180888" y="192500"/>
                </a:cubicBezTo>
                <a:cubicBezTo>
                  <a:pt x="182595" y="192500"/>
                  <a:pt x="184208" y="191834"/>
                  <a:pt x="185441" y="190595"/>
                </a:cubicBezTo>
                <a:lnTo>
                  <a:pt x="225185" y="150686"/>
                </a:lnTo>
                <a:lnTo>
                  <a:pt x="239319" y="150686"/>
                </a:lnTo>
                <a:cubicBezTo>
                  <a:pt x="269008" y="150686"/>
                  <a:pt x="293101" y="126397"/>
                  <a:pt x="293101" y="96679"/>
                </a:cubicBezTo>
                <a:lnTo>
                  <a:pt x="293101" y="48006"/>
                </a:lnTo>
                <a:cubicBezTo>
                  <a:pt x="293101" y="19336"/>
                  <a:pt x="265404" y="0"/>
                  <a:pt x="239508" y="0"/>
                </a:cubicBezTo>
                <a:lnTo>
                  <a:pt x="120750" y="0"/>
                </a:lnTo>
                <a:cubicBezTo>
                  <a:pt x="91061" y="0"/>
                  <a:pt x="66967" y="24289"/>
                  <a:pt x="66967" y="54007"/>
                </a:cubicBezTo>
                <a:lnTo>
                  <a:pt x="66967" y="96583"/>
                </a:lnTo>
                <a:cubicBezTo>
                  <a:pt x="66967" y="126397"/>
                  <a:pt x="91155" y="150590"/>
                  <a:pt x="120750" y="150590"/>
                </a:cubicBezTo>
                <a:close/>
                <a:moveTo>
                  <a:pt x="79583" y="54102"/>
                </a:moveTo>
                <a:cubicBezTo>
                  <a:pt x="79583" y="31432"/>
                  <a:pt x="97985" y="12859"/>
                  <a:pt x="120655" y="12859"/>
                </a:cubicBezTo>
                <a:lnTo>
                  <a:pt x="239413" y="12859"/>
                </a:lnTo>
                <a:cubicBezTo>
                  <a:pt x="258669" y="12859"/>
                  <a:pt x="280201" y="27242"/>
                  <a:pt x="280201" y="48006"/>
                </a:cubicBezTo>
                <a:lnTo>
                  <a:pt x="280201" y="96679"/>
                </a:lnTo>
                <a:cubicBezTo>
                  <a:pt x="280201" y="119348"/>
                  <a:pt x="261799" y="137922"/>
                  <a:pt x="239129" y="137922"/>
                </a:cubicBezTo>
                <a:lnTo>
                  <a:pt x="222340" y="137922"/>
                </a:lnTo>
                <a:cubicBezTo>
                  <a:pt x="220632" y="137922"/>
                  <a:pt x="219020" y="138589"/>
                  <a:pt x="217787" y="139827"/>
                </a:cubicBezTo>
                <a:lnTo>
                  <a:pt x="187054" y="170688"/>
                </a:lnTo>
                <a:lnTo>
                  <a:pt x="187054" y="144399"/>
                </a:lnTo>
                <a:cubicBezTo>
                  <a:pt x="187054" y="140875"/>
                  <a:pt x="184208" y="138017"/>
                  <a:pt x="180698" y="138017"/>
                </a:cubicBezTo>
                <a:lnTo>
                  <a:pt x="120560" y="138017"/>
                </a:lnTo>
                <a:cubicBezTo>
                  <a:pt x="97985" y="138017"/>
                  <a:pt x="79488" y="119539"/>
                  <a:pt x="79488" y="96774"/>
                </a:cubicBezTo>
                <a:lnTo>
                  <a:pt x="79488" y="54197"/>
                </a:lnTo>
                <a:close/>
                <a:moveTo>
                  <a:pt x="321842" y="250222"/>
                </a:moveTo>
                <a:cubicBezTo>
                  <a:pt x="319850" y="249555"/>
                  <a:pt x="317763" y="248698"/>
                  <a:pt x="315866" y="247936"/>
                </a:cubicBezTo>
                <a:cubicBezTo>
                  <a:pt x="322980" y="240887"/>
                  <a:pt x="327534" y="231077"/>
                  <a:pt x="327534" y="220218"/>
                </a:cubicBezTo>
                <a:cubicBezTo>
                  <a:pt x="327534" y="198787"/>
                  <a:pt x="310175" y="181356"/>
                  <a:pt x="288833" y="181356"/>
                </a:cubicBezTo>
                <a:cubicBezTo>
                  <a:pt x="267491" y="181356"/>
                  <a:pt x="250132" y="198787"/>
                  <a:pt x="250132" y="220218"/>
                </a:cubicBezTo>
                <a:cubicBezTo>
                  <a:pt x="250132" y="231077"/>
                  <a:pt x="254590" y="240887"/>
                  <a:pt x="261799" y="247936"/>
                </a:cubicBezTo>
                <a:cubicBezTo>
                  <a:pt x="259902" y="248698"/>
                  <a:pt x="257815" y="249555"/>
                  <a:pt x="255823" y="250222"/>
                </a:cubicBezTo>
                <a:cubicBezTo>
                  <a:pt x="244630" y="254317"/>
                  <a:pt x="228505" y="260223"/>
                  <a:pt x="220632" y="277940"/>
                </a:cubicBezTo>
                <a:cubicBezTo>
                  <a:pt x="218261" y="276987"/>
                  <a:pt x="215889" y="276130"/>
                  <a:pt x="213803" y="275368"/>
                </a:cubicBezTo>
                <a:cubicBezTo>
                  <a:pt x="211811" y="274701"/>
                  <a:pt x="209724" y="273844"/>
                  <a:pt x="207827" y="273082"/>
                </a:cubicBezTo>
                <a:cubicBezTo>
                  <a:pt x="214941" y="266033"/>
                  <a:pt x="219494" y="256223"/>
                  <a:pt x="219494" y="245364"/>
                </a:cubicBezTo>
                <a:cubicBezTo>
                  <a:pt x="219494" y="223933"/>
                  <a:pt x="202136" y="206502"/>
                  <a:pt x="180793" y="206502"/>
                </a:cubicBezTo>
                <a:cubicBezTo>
                  <a:pt x="159451" y="206502"/>
                  <a:pt x="142092" y="223933"/>
                  <a:pt x="142092" y="245364"/>
                </a:cubicBezTo>
                <a:cubicBezTo>
                  <a:pt x="142092" y="256223"/>
                  <a:pt x="146551" y="266033"/>
                  <a:pt x="153760" y="273082"/>
                </a:cubicBezTo>
                <a:cubicBezTo>
                  <a:pt x="151863" y="273844"/>
                  <a:pt x="149776" y="274701"/>
                  <a:pt x="147784" y="275368"/>
                </a:cubicBezTo>
                <a:cubicBezTo>
                  <a:pt x="145697" y="276130"/>
                  <a:pt x="143420" y="276987"/>
                  <a:pt x="140954" y="277940"/>
                </a:cubicBezTo>
                <a:cubicBezTo>
                  <a:pt x="133176" y="260318"/>
                  <a:pt x="116956" y="254317"/>
                  <a:pt x="105763" y="250222"/>
                </a:cubicBezTo>
                <a:cubicBezTo>
                  <a:pt x="103771" y="249555"/>
                  <a:pt x="101684" y="248698"/>
                  <a:pt x="99787" y="247936"/>
                </a:cubicBezTo>
                <a:cubicBezTo>
                  <a:pt x="106901" y="240887"/>
                  <a:pt x="111454" y="231077"/>
                  <a:pt x="111454" y="220218"/>
                </a:cubicBezTo>
                <a:cubicBezTo>
                  <a:pt x="111454" y="198787"/>
                  <a:pt x="94096" y="181356"/>
                  <a:pt x="72754" y="181356"/>
                </a:cubicBezTo>
                <a:cubicBezTo>
                  <a:pt x="51411" y="181356"/>
                  <a:pt x="34053" y="198787"/>
                  <a:pt x="34053" y="220218"/>
                </a:cubicBezTo>
                <a:cubicBezTo>
                  <a:pt x="34053" y="231077"/>
                  <a:pt x="38511" y="240887"/>
                  <a:pt x="45720" y="247936"/>
                </a:cubicBezTo>
                <a:cubicBezTo>
                  <a:pt x="43823" y="248698"/>
                  <a:pt x="41736" y="249555"/>
                  <a:pt x="39744" y="250222"/>
                </a:cubicBezTo>
                <a:cubicBezTo>
                  <a:pt x="24852" y="255651"/>
                  <a:pt x="0" y="264605"/>
                  <a:pt x="0" y="301847"/>
                </a:cubicBezTo>
                <a:cubicBezTo>
                  <a:pt x="0" y="305371"/>
                  <a:pt x="2846" y="308229"/>
                  <a:pt x="6355" y="308229"/>
                </a:cubicBezTo>
                <a:lnTo>
                  <a:pt x="110601" y="308229"/>
                </a:lnTo>
                <a:cubicBezTo>
                  <a:pt x="108988" y="313468"/>
                  <a:pt x="108040" y="319659"/>
                  <a:pt x="108040" y="326898"/>
                </a:cubicBezTo>
                <a:cubicBezTo>
                  <a:pt x="108040" y="330422"/>
                  <a:pt x="110885" y="333280"/>
                  <a:pt x="114395" y="333280"/>
                </a:cubicBezTo>
                <a:lnTo>
                  <a:pt x="247192" y="333280"/>
                </a:lnTo>
                <a:cubicBezTo>
                  <a:pt x="250701" y="333280"/>
                  <a:pt x="253547" y="330422"/>
                  <a:pt x="253547" y="326898"/>
                </a:cubicBezTo>
                <a:cubicBezTo>
                  <a:pt x="253547" y="319659"/>
                  <a:pt x="252598" y="313563"/>
                  <a:pt x="250986" y="308229"/>
                </a:cubicBezTo>
                <a:lnTo>
                  <a:pt x="355231" y="308229"/>
                </a:lnTo>
                <a:cubicBezTo>
                  <a:pt x="358741" y="308229"/>
                  <a:pt x="361586" y="305371"/>
                  <a:pt x="361586" y="301847"/>
                </a:cubicBezTo>
                <a:cubicBezTo>
                  <a:pt x="361586" y="264605"/>
                  <a:pt x="336734" y="255556"/>
                  <a:pt x="321842" y="250222"/>
                </a:cubicBezTo>
                <a:close/>
                <a:moveTo>
                  <a:pt x="288833" y="194215"/>
                </a:moveTo>
                <a:cubicBezTo>
                  <a:pt x="303156" y="194215"/>
                  <a:pt x="314728" y="205835"/>
                  <a:pt x="314728" y="220218"/>
                </a:cubicBezTo>
                <a:cubicBezTo>
                  <a:pt x="314728" y="234601"/>
                  <a:pt x="303156" y="246221"/>
                  <a:pt x="288833" y="246221"/>
                </a:cubicBezTo>
                <a:cubicBezTo>
                  <a:pt x="274510" y="246221"/>
                  <a:pt x="262937" y="234601"/>
                  <a:pt x="262937" y="220218"/>
                </a:cubicBezTo>
                <a:cubicBezTo>
                  <a:pt x="262937" y="205835"/>
                  <a:pt x="274510" y="194215"/>
                  <a:pt x="288833" y="194215"/>
                </a:cubicBezTo>
                <a:close/>
                <a:moveTo>
                  <a:pt x="180793" y="219265"/>
                </a:moveTo>
                <a:cubicBezTo>
                  <a:pt x="195116" y="219265"/>
                  <a:pt x="206689" y="230886"/>
                  <a:pt x="206689" y="245269"/>
                </a:cubicBezTo>
                <a:cubicBezTo>
                  <a:pt x="206689" y="259652"/>
                  <a:pt x="195116" y="271272"/>
                  <a:pt x="180793" y="271272"/>
                </a:cubicBezTo>
                <a:cubicBezTo>
                  <a:pt x="166470" y="271272"/>
                  <a:pt x="154898" y="259652"/>
                  <a:pt x="154898" y="245269"/>
                </a:cubicBezTo>
                <a:cubicBezTo>
                  <a:pt x="154898" y="230886"/>
                  <a:pt x="166470" y="219265"/>
                  <a:pt x="180793" y="219265"/>
                </a:cubicBezTo>
                <a:close/>
                <a:moveTo>
                  <a:pt x="72659" y="194215"/>
                </a:moveTo>
                <a:cubicBezTo>
                  <a:pt x="86982" y="194215"/>
                  <a:pt x="98554" y="205835"/>
                  <a:pt x="98554" y="220218"/>
                </a:cubicBezTo>
                <a:cubicBezTo>
                  <a:pt x="98554" y="234601"/>
                  <a:pt x="86982" y="246221"/>
                  <a:pt x="72659" y="246221"/>
                </a:cubicBezTo>
                <a:cubicBezTo>
                  <a:pt x="58336" y="246221"/>
                  <a:pt x="46763" y="234601"/>
                  <a:pt x="46763" y="220218"/>
                </a:cubicBezTo>
                <a:cubicBezTo>
                  <a:pt x="46763" y="205835"/>
                  <a:pt x="58336" y="194215"/>
                  <a:pt x="72659" y="194215"/>
                </a:cubicBezTo>
                <a:close/>
                <a:moveTo>
                  <a:pt x="12995" y="295370"/>
                </a:moveTo>
                <a:cubicBezTo>
                  <a:pt x="15366" y="272606"/>
                  <a:pt x="30448" y="267176"/>
                  <a:pt x="44013" y="262223"/>
                </a:cubicBezTo>
                <a:cubicBezTo>
                  <a:pt x="49230" y="260318"/>
                  <a:pt x="53878" y="258509"/>
                  <a:pt x="57482" y="255842"/>
                </a:cubicBezTo>
                <a:cubicBezTo>
                  <a:pt x="62130" y="257842"/>
                  <a:pt x="67252" y="258985"/>
                  <a:pt x="72659" y="258985"/>
                </a:cubicBezTo>
                <a:cubicBezTo>
                  <a:pt x="78065" y="258985"/>
                  <a:pt x="83188" y="257842"/>
                  <a:pt x="87836" y="255842"/>
                </a:cubicBezTo>
                <a:cubicBezTo>
                  <a:pt x="91440" y="258509"/>
                  <a:pt x="96088" y="260318"/>
                  <a:pt x="101305" y="262223"/>
                </a:cubicBezTo>
                <a:cubicBezTo>
                  <a:pt x="111929" y="266129"/>
                  <a:pt x="123785" y="270510"/>
                  <a:pt x="129382" y="283655"/>
                </a:cubicBezTo>
                <a:cubicBezTo>
                  <a:pt x="124829" y="286607"/>
                  <a:pt x="120371" y="290322"/>
                  <a:pt x="116766" y="295370"/>
                </a:cubicBezTo>
                <a:lnTo>
                  <a:pt x="12995" y="295370"/>
                </a:lnTo>
                <a:close/>
                <a:moveTo>
                  <a:pt x="121130" y="320516"/>
                </a:moveTo>
                <a:cubicBezTo>
                  <a:pt x="123501" y="297752"/>
                  <a:pt x="138583" y="292322"/>
                  <a:pt x="152147" y="287369"/>
                </a:cubicBezTo>
                <a:cubicBezTo>
                  <a:pt x="157364" y="285464"/>
                  <a:pt x="162012" y="283655"/>
                  <a:pt x="165616" y="280988"/>
                </a:cubicBezTo>
                <a:cubicBezTo>
                  <a:pt x="170264" y="282988"/>
                  <a:pt x="175386" y="284131"/>
                  <a:pt x="180793" y="284131"/>
                </a:cubicBezTo>
                <a:cubicBezTo>
                  <a:pt x="186200" y="284131"/>
                  <a:pt x="191322" y="282988"/>
                  <a:pt x="195970" y="280988"/>
                </a:cubicBezTo>
                <a:cubicBezTo>
                  <a:pt x="199574" y="283655"/>
                  <a:pt x="204222" y="285464"/>
                  <a:pt x="209439" y="287369"/>
                </a:cubicBezTo>
                <a:cubicBezTo>
                  <a:pt x="222909" y="292227"/>
                  <a:pt x="238085" y="297752"/>
                  <a:pt x="240457" y="320516"/>
                </a:cubicBezTo>
                <a:lnTo>
                  <a:pt x="121130" y="320516"/>
                </a:lnTo>
                <a:close/>
                <a:moveTo>
                  <a:pt x="244725" y="295370"/>
                </a:moveTo>
                <a:cubicBezTo>
                  <a:pt x="241121" y="290322"/>
                  <a:pt x="236663" y="286607"/>
                  <a:pt x="232110" y="283655"/>
                </a:cubicBezTo>
                <a:cubicBezTo>
                  <a:pt x="237611" y="270510"/>
                  <a:pt x="249468" y="266129"/>
                  <a:pt x="260187" y="262223"/>
                </a:cubicBezTo>
                <a:cubicBezTo>
                  <a:pt x="265404" y="260318"/>
                  <a:pt x="270051" y="258509"/>
                  <a:pt x="273656" y="255842"/>
                </a:cubicBezTo>
                <a:cubicBezTo>
                  <a:pt x="278304" y="257842"/>
                  <a:pt x="283426" y="258985"/>
                  <a:pt x="288833" y="258985"/>
                </a:cubicBezTo>
                <a:cubicBezTo>
                  <a:pt x="294239" y="258985"/>
                  <a:pt x="299362" y="257842"/>
                  <a:pt x="304010" y="255842"/>
                </a:cubicBezTo>
                <a:cubicBezTo>
                  <a:pt x="307614" y="258509"/>
                  <a:pt x="312262" y="260318"/>
                  <a:pt x="317479" y="262223"/>
                </a:cubicBezTo>
                <a:cubicBezTo>
                  <a:pt x="330948" y="267081"/>
                  <a:pt x="346125" y="272606"/>
                  <a:pt x="348496" y="295370"/>
                </a:cubicBezTo>
                <a:lnTo>
                  <a:pt x="244725" y="295370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6" name="Graphic 204">
            <a:extLst>
              <a:ext uri="{FF2B5EF4-FFF2-40B4-BE49-F238E27FC236}">
                <a16:creationId xmlns:a16="http://schemas.microsoft.com/office/drawing/2014/main" id="{D2C0349B-3F19-FE21-2AD2-D2F844272FE2}"/>
              </a:ext>
            </a:extLst>
          </p:cNvPr>
          <p:cNvSpPr/>
          <p:nvPr/>
        </p:nvSpPr>
        <p:spPr>
          <a:xfrm>
            <a:off x="7173046" y="2870305"/>
            <a:ext cx="484846" cy="447400"/>
          </a:xfrm>
          <a:custGeom>
            <a:avLst/>
            <a:gdLst>
              <a:gd name="connsiteX0" fmla="*/ 85085 w 361586"/>
              <a:gd name="connsiteY0" fmla="*/ 93821 h 333660"/>
              <a:gd name="connsiteX1" fmla="*/ 84610 w 361586"/>
              <a:gd name="connsiteY1" fmla="*/ 96107 h 333660"/>
              <a:gd name="connsiteX2" fmla="*/ 85085 w 361586"/>
              <a:gd name="connsiteY2" fmla="*/ 98298 h 333660"/>
              <a:gd name="connsiteX3" fmla="*/ 180793 w 361586"/>
              <a:gd name="connsiteY3" fmla="*/ 192405 h 333660"/>
              <a:gd name="connsiteX4" fmla="*/ 276596 w 361586"/>
              <a:gd name="connsiteY4" fmla="*/ 96203 h 333660"/>
              <a:gd name="connsiteX5" fmla="*/ 180793 w 361586"/>
              <a:gd name="connsiteY5" fmla="*/ 0 h 333660"/>
              <a:gd name="connsiteX6" fmla="*/ 99313 w 361586"/>
              <a:gd name="connsiteY6" fmla="*/ 45910 h 333660"/>
              <a:gd name="connsiteX7" fmla="*/ 97985 w 361586"/>
              <a:gd name="connsiteY7" fmla="*/ 48197 h 333660"/>
              <a:gd name="connsiteX8" fmla="*/ 85180 w 361586"/>
              <a:gd name="connsiteY8" fmla="*/ 93821 h 333660"/>
              <a:gd name="connsiteX9" fmla="*/ 180793 w 361586"/>
              <a:gd name="connsiteY9" fmla="*/ 13716 h 333660"/>
              <a:gd name="connsiteX10" fmla="*/ 202041 w 361586"/>
              <a:gd name="connsiteY10" fmla="*/ 44005 h 333660"/>
              <a:gd name="connsiteX11" fmla="*/ 159451 w 361586"/>
              <a:gd name="connsiteY11" fmla="*/ 44005 h 333660"/>
              <a:gd name="connsiteX12" fmla="*/ 180698 w 361586"/>
              <a:gd name="connsiteY12" fmla="*/ 13716 h 333660"/>
              <a:gd name="connsiteX13" fmla="*/ 205550 w 361586"/>
              <a:gd name="connsiteY13" fmla="*/ 56864 h 333660"/>
              <a:gd name="connsiteX14" fmla="*/ 209250 w 361586"/>
              <a:gd name="connsiteY14" fmla="*/ 89726 h 333660"/>
              <a:gd name="connsiteX15" fmla="*/ 152242 w 361586"/>
              <a:gd name="connsiteY15" fmla="*/ 89726 h 333660"/>
              <a:gd name="connsiteX16" fmla="*/ 155941 w 361586"/>
              <a:gd name="connsiteY16" fmla="*/ 56864 h 333660"/>
              <a:gd name="connsiteX17" fmla="*/ 205550 w 361586"/>
              <a:gd name="connsiteY17" fmla="*/ 56864 h 333660"/>
              <a:gd name="connsiteX18" fmla="*/ 263412 w 361586"/>
              <a:gd name="connsiteY18" fmla="*/ 89726 h 333660"/>
              <a:gd name="connsiteX19" fmla="*/ 222055 w 361586"/>
              <a:gd name="connsiteY19" fmla="*/ 89726 h 333660"/>
              <a:gd name="connsiteX20" fmla="*/ 218735 w 361586"/>
              <a:gd name="connsiteY20" fmla="*/ 56864 h 333660"/>
              <a:gd name="connsiteX21" fmla="*/ 253831 w 361586"/>
              <a:gd name="connsiteY21" fmla="*/ 56864 h 333660"/>
              <a:gd name="connsiteX22" fmla="*/ 263412 w 361586"/>
              <a:gd name="connsiteY22" fmla="*/ 89726 h 333660"/>
              <a:gd name="connsiteX23" fmla="*/ 255064 w 361586"/>
              <a:gd name="connsiteY23" fmla="*/ 133064 h 333660"/>
              <a:gd name="connsiteX24" fmla="*/ 218166 w 361586"/>
              <a:gd name="connsiteY24" fmla="*/ 133064 h 333660"/>
              <a:gd name="connsiteX25" fmla="*/ 222055 w 361586"/>
              <a:gd name="connsiteY25" fmla="*/ 102584 h 333660"/>
              <a:gd name="connsiteX26" fmla="*/ 263412 w 361586"/>
              <a:gd name="connsiteY26" fmla="*/ 102584 h 333660"/>
              <a:gd name="connsiteX27" fmla="*/ 255064 w 361586"/>
              <a:gd name="connsiteY27" fmla="*/ 133064 h 333660"/>
              <a:gd name="connsiteX28" fmla="*/ 180793 w 361586"/>
              <a:gd name="connsiteY28" fmla="*/ 177546 h 333660"/>
              <a:gd name="connsiteX29" fmla="*/ 160589 w 361586"/>
              <a:gd name="connsiteY29" fmla="*/ 145923 h 333660"/>
              <a:gd name="connsiteX30" fmla="*/ 200997 w 361586"/>
              <a:gd name="connsiteY30" fmla="*/ 145923 h 333660"/>
              <a:gd name="connsiteX31" fmla="*/ 180793 w 361586"/>
              <a:gd name="connsiteY31" fmla="*/ 177546 h 333660"/>
              <a:gd name="connsiteX32" fmla="*/ 156510 w 361586"/>
              <a:gd name="connsiteY32" fmla="*/ 133064 h 333660"/>
              <a:gd name="connsiteX33" fmla="*/ 152337 w 361586"/>
              <a:gd name="connsiteY33" fmla="*/ 102584 h 333660"/>
              <a:gd name="connsiteX34" fmla="*/ 209344 w 361586"/>
              <a:gd name="connsiteY34" fmla="*/ 102584 h 333660"/>
              <a:gd name="connsiteX35" fmla="*/ 205171 w 361586"/>
              <a:gd name="connsiteY35" fmla="*/ 133064 h 333660"/>
              <a:gd name="connsiteX36" fmla="*/ 156605 w 361586"/>
              <a:gd name="connsiteY36" fmla="*/ 133064 h 333660"/>
              <a:gd name="connsiteX37" fmla="*/ 98080 w 361586"/>
              <a:gd name="connsiteY37" fmla="*/ 102584 h 333660"/>
              <a:gd name="connsiteX38" fmla="*/ 139436 w 361586"/>
              <a:gd name="connsiteY38" fmla="*/ 102584 h 333660"/>
              <a:gd name="connsiteX39" fmla="*/ 143326 w 361586"/>
              <a:gd name="connsiteY39" fmla="*/ 133064 h 333660"/>
              <a:gd name="connsiteX40" fmla="*/ 106427 w 361586"/>
              <a:gd name="connsiteY40" fmla="*/ 133064 h 333660"/>
              <a:gd name="connsiteX41" fmla="*/ 98080 w 361586"/>
              <a:gd name="connsiteY41" fmla="*/ 102584 h 333660"/>
              <a:gd name="connsiteX42" fmla="*/ 139436 w 361586"/>
              <a:gd name="connsiteY42" fmla="*/ 89726 h 333660"/>
              <a:gd name="connsiteX43" fmla="*/ 98080 w 361586"/>
              <a:gd name="connsiteY43" fmla="*/ 89726 h 333660"/>
              <a:gd name="connsiteX44" fmla="*/ 107660 w 361586"/>
              <a:gd name="connsiteY44" fmla="*/ 56864 h 333660"/>
              <a:gd name="connsiteX45" fmla="*/ 142756 w 361586"/>
              <a:gd name="connsiteY45" fmla="*/ 56864 h 333660"/>
              <a:gd name="connsiteX46" fmla="*/ 139436 w 361586"/>
              <a:gd name="connsiteY46" fmla="*/ 89726 h 333660"/>
              <a:gd name="connsiteX47" fmla="*/ 114300 w 361586"/>
              <a:gd name="connsiteY47" fmla="*/ 145923 h 333660"/>
              <a:gd name="connsiteX48" fmla="*/ 147025 w 361586"/>
              <a:gd name="connsiteY48" fmla="*/ 145923 h 333660"/>
              <a:gd name="connsiteX49" fmla="*/ 163909 w 361586"/>
              <a:gd name="connsiteY49" fmla="*/ 177832 h 333660"/>
              <a:gd name="connsiteX50" fmla="*/ 114395 w 361586"/>
              <a:gd name="connsiteY50" fmla="*/ 145923 h 333660"/>
              <a:gd name="connsiteX51" fmla="*/ 197677 w 361586"/>
              <a:gd name="connsiteY51" fmla="*/ 177832 h 333660"/>
              <a:gd name="connsiteX52" fmla="*/ 214562 w 361586"/>
              <a:gd name="connsiteY52" fmla="*/ 145923 h 333660"/>
              <a:gd name="connsiteX53" fmla="*/ 247286 w 361586"/>
              <a:gd name="connsiteY53" fmla="*/ 145923 h 333660"/>
              <a:gd name="connsiteX54" fmla="*/ 197772 w 361586"/>
              <a:gd name="connsiteY54" fmla="*/ 177832 h 333660"/>
              <a:gd name="connsiteX55" fmla="*/ 245294 w 361586"/>
              <a:gd name="connsiteY55" fmla="*/ 44005 h 333660"/>
              <a:gd name="connsiteX56" fmla="*/ 215415 w 361586"/>
              <a:gd name="connsiteY56" fmla="*/ 44005 h 333660"/>
              <a:gd name="connsiteX57" fmla="*/ 201472 w 361586"/>
              <a:gd name="connsiteY57" fmla="*/ 15621 h 333660"/>
              <a:gd name="connsiteX58" fmla="*/ 245200 w 361586"/>
              <a:gd name="connsiteY58" fmla="*/ 44005 h 333660"/>
              <a:gd name="connsiteX59" fmla="*/ 159925 w 361586"/>
              <a:gd name="connsiteY59" fmla="*/ 15621 h 333660"/>
              <a:gd name="connsiteX60" fmla="*/ 145981 w 361586"/>
              <a:gd name="connsiteY60" fmla="*/ 44005 h 333660"/>
              <a:gd name="connsiteX61" fmla="*/ 116102 w 361586"/>
              <a:gd name="connsiteY61" fmla="*/ 44005 h 333660"/>
              <a:gd name="connsiteX62" fmla="*/ 159830 w 361586"/>
              <a:gd name="connsiteY62" fmla="*/ 15621 h 333660"/>
              <a:gd name="connsiteX63" fmla="*/ 321842 w 361586"/>
              <a:gd name="connsiteY63" fmla="*/ 250603 h 333660"/>
              <a:gd name="connsiteX64" fmla="*/ 315866 w 361586"/>
              <a:gd name="connsiteY64" fmla="*/ 248317 h 333660"/>
              <a:gd name="connsiteX65" fmla="*/ 327534 w 361586"/>
              <a:gd name="connsiteY65" fmla="*/ 220599 h 333660"/>
              <a:gd name="connsiteX66" fmla="*/ 288833 w 361586"/>
              <a:gd name="connsiteY66" fmla="*/ 181737 h 333660"/>
              <a:gd name="connsiteX67" fmla="*/ 250132 w 361586"/>
              <a:gd name="connsiteY67" fmla="*/ 220599 h 333660"/>
              <a:gd name="connsiteX68" fmla="*/ 261799 w 361586"/>
              <a:gd name="connsiteY68" fmla="*/ 248317 h 333660"/>
              <a:gd name="connsiteX69" fmla="*/ 255823 w 361586"/>
              <a:gd name="connsiteY69" fmla="*/ 250603 h 333660"/>
              <a:gd name="connsiteX70" fmla="*/ 220632 w 361586"/>
              <a:gd name="connsiteY70" fmla="*/ 278320 h 333660"/>
              <a:gd name="connsiteX71" fmla="*/ 213803 w 361586"/>
              <a:gd name="connsiteY71" fmla="*/ 275749 h 333660"/>
              <a:gd name="connsiteX72" fmla="*/ 207827 w 361586"/>
              <a:gd name="connsiteY72" fmla="*/ 273463 h 333660"/>
              <a:gd name="connsiteX73" fmla="*/ 219494 w 361586"/>
              <a:gd name="connsiteY73" fmla="*/ 245745 h 333660"/>
              <a:gd name="connsiteX74" fmla="*/ 180793 w 361586"/>
              <a:gd name="connsiteY74" fmla="*/ 206883 h 333660"/>
              <a:gd name="connsiteX75" fmla="*/ 142092 w 361586"/>
              <a:gd name="connsiteY75" fmla="*/ 245745 h 333660"/>
              <a:gd name="connsiteX76" fmla="*/ 153760 w 361586"/>
              <a:gd name="connsiteY76" fmla="*/ 273463 h 333660"/>
              <a:gd name="connsiteX77" fmla="*/ 147784 w 361586"/>
              <a:gd name="connsiteY77" fmla="*/ 275749 h 333660"/>
              <a:gd name="connsiteX78" fmla="*/ 140954 w 361586"/>
              <a:gd name="connsiteY78" fmla="*/ 278320 h 333660"/>
              <a:gd name="connsiteX79" fmla="*/ 105763 w 361586"/>
              <a:gd name="connsiteY79" fmla="*/ 250603 h 333660"/>
              <a:gd name="connsiteX80" fmla="*/ 99787 w 361586"/>
              <a:gd name="connsiteY80" fmla="*/ 248317 h 333660"/>
              <a:gd name="connsiteX81" fmla="*/ 111454 w 361586"/>
              <a:gd name="connsiteY81" fmla="*/ 220599 h 333660"/>
              <a:gd name="connsiteX82" fmla="*/ 72754 w 361586"/>
              <a:gd name="connsiteY82" fmla="*/ 181737 h 333660"/>
              <a:gd name="connsiteX83" fmla="*/ 34053 w 361586"/>
              <a:gd name="connsiteY83" fmla="*/ 220599 h 333660"/>
              <a:gd name="connsiteX84" fmla="*/ 45720 w 361586"/>
              <a:gd name="connsiteY84" fmla="*/ 248317 h 333660"/>
              <a:gd name="connsiteX85" fmla="*/ 39744 w 361586"/>
              <a:gd name="connsiteY85" fmla="*/ 250603 h 333660"/>
              <a:gd name="connsiteX86" fmla="*/ 0 w 361586"/>
              <a:gd name="connsiteY86" fmla="*/ 302228 h 333660"/>
              <a:gd name="connsiteX87" fmla="*/ 6355 w 361586"/>
              <a:gd name="connsiteY87" fmla="*/ 308610 h 333660"/>
              <a:gd name="connsiteX88" fmla="*/ 110601 w 361586"/>
              <a:gd name="connsiteY88" fmla="*/ 308610 h 333660"/>
              <a:gd name="connsiteX89" fmla="*/ 108040 w 361586"/>
              <a:gd name="connsiteY89" fmla="*/ 327279 h 333660"/>
              <a:gd name="connsiteX90" fmla="*/ 114395 w 361586"/>
              <a:gd name="connsiteY90" fmla="*/ 333661 h 333660"/>
              <a:gd name="connsiteX91" fmla="*/ 247192 w 361586"/>
              <a:gd name="connsiteY91" fmla="*/ 333661 h 333660"/>
              <a:gd name="connsiteX92" fmla="*/ 253547 w 361586"/>
              <a:gd name="connsiteY92" fmla="*/ 327279 h 333660"/>
              <a:gd name="connsiteX93" fmla="*/ 250986 w 361586"/>
              <a:gd name="connsiteY93" fmla="*/ 308610 h 333660"/>
              <a:gd name="connsiteX94" fmla="*/ 355231 w 361586"/>
              <a:gd name="connsiteY94" fmla="*/ 308610 h 333660"/>
              <a:gd name="connsiteX95" fmla="*/ 361586 w 361586"/>
              <a:gd name="connsiteY95" fmla="*/ 302228 h 333660"/>
              <a:gd name="connsiteX96" fmla="*/ 321842 w 361586"/>
              <a:gd name="connsiteY96" fmla="*/ 250603 h 333660"/>
              <a:gd name="connsiteX97" fmla="*/ 288833 w 361586"/>
              <a:gd name="connsiteY97" fmla="*/ 194596 h 333660"/>
              <a:gd name="connsiteX98" fmla="*/ 314728 w 361586"/>
              <a:gd name="connsiteY98" fmla="*/ 220599 h 333660"/>
              <a:gd name="connsiteX99" fmla="*/ 288833 w 361586"/>
              <a:gd name="connsiteY99" fmla="*/ 246602 h 333660"/>
              <a:gd name="connsiteX100" fmla="*/ 262937 w 361586"/>
              <a:gd name="connsiteY100" fmla="*/ 220599 h 333660"/>
              <a:gd name="connsiteX101" fmla="*/ 288833 w 361586"/>
              <a:gd name="connsiteY101" fmla="*/ 194596 h 333660"/>
              <a:gd name="connsiteX102" fmla="*/ 180793 w 361586"/>
              <a:gd name="connsiteY102" fmla="*/ 219647 h 333660"/>
              <a:gd name="connsiteX103" fmla="*/ 206689 w 361586"/>
              <a:gd name="connsiteY103" fmla="*/ 245650 h 333660"/>
              <a:gd name="connsiteX104" fmla="*/ 180793 w 361586"/>
              <a:gd name="connsiteY104" fmla="*/ 271653 h 333660"/>
              <a:gd name="connsiteX105" fmla="*/ 154898 w 361586"/>
              <a:gd name="connsiteY105" fmla="*/ 245650 h 333660"/>
              <a:gd name="connsiteX106" fmla="*/ 180793 w 361586"/>
              <a:gd name="connsiteY106" fmla="*/ 219647 h 333660"/>
              <a:gd name="connsiteX107" fmla="*/ 72659 w 361586"/>
              <a:gd name="connsiteY107" fmla="*/ 194596 h 333660"/>
              <a:gd name="connsiteX108" fmla="*/ 98554 w 361586"/>
              <a:gd name="connsiteY108" fmla="*/ 220599 h 333660"/>
              <a:gd name="connsiteX109" fmla="*/ 72659 w 361586"/>
              <a:gd name="connsiteY109" fmla="*/ 246602 h 333660"/>
              <a:gd name="connsiteX110" fmla="*/ 46763 w 361586"/>
              <a:gd name="connsiteY110" fmla="*/ 220599 h 333660"/>
              <a:gd name="connsiteX111" fmla="*/ 72659 w 361586"/>
              <a:gd name="connsiteY111" fmla="*/ 194596 h 333660"/>
              <a:gd name="connsiteX112" fmla="*/ 12995 w 361586"/>
              <a:gd name="connsiteY112" fmla="*/ 295751 h 333660"/>
              <a:gd name="connsiteX113" fmla="*/ 44013 w 361586"/>
              <a:gd name="connsiteY113" fmla="*/ 262604 h 333660"/>
              <a:gd name="connsiteX114" fmla="*/ 57482 w 361586"/>
              <a:gd name="connsiteY114" fmla="*/ 256222 h 333660"/>
              <a:gd name="connsiteX115" fmla="*/ 72659 w 361586"/>
              <a:gd name="connsiteY115" fmla="*/ 259366 h 333660"/>
              <a:gd name="connsiteX116" fmla="*/ 87836 w 361586"/>
              <a:gd name="connsiteY116" fmla="*/ 256222 h 333660"/>
              <a:gd name="connsiteX117" fmla="*/ 101305 w 361586"/>
              <a:gd name="connsiteY117" fmla="*/ 262604 h 333660"/>
              <a:gd name="connsiteX118" fmla="*/ 129382 w 361586"/>
              <a:gd name="connsiteY118" fmla="*/ 284035 h 333660"/>
              <a:gd name="connsiteX119" fmla="*/ 116766 w 361586"/>
              <a:gd name="connsiteY119" fmla="*/ 295751 h 333660"/>
              <a:gd name="connsiteX120" fmla="*/ 12995 w 361586"/>
              <a:gd name="connsiteY120" fmla="*/ 295751 h 333660"/>
              <a:gd name="connsiteX121" fmla="*/ 121130 w 361586"/>
              <a:gd name="connsiteY121" fmla="*/ 320897 h 333660"/>
              <a:gd name="connsiteX122" fmla="*/ 152147 w 361586"/>
              <a:gd name="connsiteY122" fmla="*/ 287750 h 333660"/>
              <a:gd name="connsiteX123" fmla="*/ 165616 w 361586"/>
              <a:gd name="connsiteY123" fmla="*/ 281368 h 333660"/>
              <a:gd name="connsiteX124" fmla="*/ 180793 w 361586"/>
              <a:gd name="connsiteY124" fmla="*/ 284512 h 333660"/>
              <a:gd name="connsiteX125" fmla="*/ 195970 w 361586"/>
              <a:gd name="connsiteY125" fmla="*/ 281368 h 333660"/>
              <a:gd name="connsiteX126" fmla="*/ 209439 w 361586"/>
              <a:gd name="connsiteY126" fmla="*/ 287750 h 333660"/>
              <a:gd name="connsiteX127" fmla="*/ 240457 w 361586"/>
              <a:gd name="connsiteY127" fmla="*/ 320897 h 333660"/>
              <a:gd name="connsiteX128" fmla="*/ 121130 w 361586"/>
              <a:gd name="connsiteY128" fmla="*/ 320897 h 333660"/>
              <a:gd name="connsiteX129" fmla="*/ 244725 w 361586"/>
              <a:gd name="connsiteY129" fmla="*/ 295751 h 333660"/>
              <a:gd name="connsiteX130" fmla="*/ 232110 w 361586"/>
              <a:gd name="connsiteY130" fmla="*/ 284035 h 333660"/>
              <a:gd name="connsiteX131" fmla="*/ 260187 w 361586"/>
              <a:gd name="connsiteY131" fmla="*/ 262604 h 333660"/>
              <a:gd name="connsiteX132" fmla="*/ 273656 w 361586"/>
              <a:gd name="connsiteY132" fmla="*/ 256222 h 333660"/>
              <a:gd name="connsiteX133" fmla="*/ 288833 w 361586"/>
              <a:gd name="connsiteY133" fmla="*/ 259366 h 333660"/>
              <a:gd name="connsiteX134" fmla="*/ 304010 w 361586"/>
              <a:gd name="connsiteY134" fmla="*/ 256222 h 333660"/>
              <a:gd name="connsiteX135" fmla="*/ 317479 w 361586"/>
              <a:gd name="connsiteY135" fmla="*/ 262604 h 333660"/>
              <a:gd name="connsiteX136" fmla="*/ 348496 w 361586"/>
              <a:gd name="connsiteY136" fmla="*/ 295751 h 333660"/>
              <a:gd name="connsiteX137" fmla="*/ 244725 w 361586"/>
              <a:gd name="connsiteY137" fmla="*/ 295751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361586" h="333660">
                <a:moveTo>
                  <a:pt x="85085" y="93821"/>
                </a:moveTo>
                <a:cubicBezTo>
                  <a:pt x="84800" y="94488"/>
                  <a:pt x="84610" y="95250"/>
                  <a:pt x="84610" y="96107"/>
                </a:cubicBezTo>
                <a:cubicBezTo>
                  <a:pt x="84610" y="96964"/>
                  <a:pt x="84800" y="97631"/>
                  <a:pt x="85085" y="98298"/>
                </a:cubicBezTo>
                <a:cubicBezTo>
                  <a:pt x="86223" y="150400"/>
                  <a:pt x="128623" y="192405"/>
                  <a:pt x="180793" y="192405"/>
                </a:cubicBezTo>
                <a:cubicBezTo>
                  <a:pt x="232963" y="192405"/>
                  <a:pt x="276596" y="149257"/>
                  <a:pt x="276596" y="96203"/>
                </a:cubicBezTo>
                <a:cubicBezTo>
                  <a:pt x="276596" y="43148"/>
                  <a:pt x="233627" y="0"/>
                  <a:pt x="180793" y="0"/>
                </a:cubicBezTo>
                <a:cubicBezTo>
                  <a:pt x="146361" y="0"/>
                  <a:pt x="116102" y="18478"/>
                  <a:pt x="99313" y="45910"/>
                </a:cubicBezTo>
                <a:cubicBezTo>
                  <a:pt x="98744" y="46577"/>
                  <a:pt x="98270" y="47339"/>
                  <a:pt x="97985" y="48197"/>
                </a:cubicBezTo>
                <a:cubicBezTo>
                  <a:pt x="90207" y="61722"/>
                  <a:pt x="85654" y="77248"/>
                  <a:pt x="85180" y="93821"/>
                </a:cubicBezTo>
                <a:close/>
                <a:moveTo>
                  <a:pt x="180793" y="13716"/>
                </a:moveTo>
                <a:cubicBezTo>
                  <a:pt x="184967" y="16097"/>
                  <a:pt x="195021" y="23813"/>
                  <a:pt x="202041" y="44005"/>
                </a:cubicBezTo>
                <a:lnTo>
                  <a:pt x="159451" y="44005"/>
                </a:lnTo>
                <a:cubicBezTo>
                  <a:pt x="166470" y="23813"/>
                  <a:pt x="176525" y="16097"/>
                  <a:pt x="180698" y="13716"/>
                </a:cubicBezTo>
                <a:close/>
                <a:moveTo>
                  <a:pt x="205550" y="56864"/>
                </a:moveTo>
                <a:cubicBezTo>
                  <a:pt x="207542" y="65913"/>
                  <a:pt x="208870" y="76772"/>
                  <a:pt x="209250" y="89726"/>
                </a:cubicBezTo>
                <a:lnTo>
                  <a:pt x="152242" y="89726"/>
                </a:lnTo>
                <a:cubicBezTo>
                  <a:pt x="152621" y="76772"/>
                  <a:pt x="153949" y="65913"/>
                  <a:pt x="155941" y="56864"/>
                </a:cubicBezTo>
                <a:lnTo>
                  <a:pt x="205550" y="56864"/>
                </a:lnTo>
                <a:close/>
                <a:moveTo>
                  <a:pt x="263412" y="89726"/>
                </a:moveTo>
                <a:lnTo>
                  <a:pt x="222055" y="89726"/>
                </a:lnTo>
                <a:cubicBezTo>
                  <a:pt x="221770" y="77153"/>
                  <a:pt x="220632" y="66199"/>
                  <a:pt x="218735" y="56864"/>
                </a:cubicBezTo>
                <a:lnTo>
                  <a:pt x="253831" y="56864"/>
                </a:lnTo>
                <a:cubicBezTo>
                  <a:pt x="259143" y="66770"/>
                  <a:pt x="262463" y="77914"/>
                  <a:pt x="263412" y="89726"/>
                </a:cubicBezTo>
                <a:close/>
                <a:moveTo>
                  <a:pt x="255064" y="133064"/>
                </a:moveTo>
                <a:lnTo>
                  <a:pt x="218166" y="133064"/>
                </a:lnTo>
                <a:cubicBezTo>
                  <a:pt x="220253" y="124111"/>
                  <a:pt x="221581" y="113919"/>
                  <a:pt x="222055" y="102584"/>
                </a:cubicBezTo>
                <a:lnTo>
                  <a:pt x="263412" y="102584"/>
                </a:lnTo>
                <a:cubicBezTo>
                  <a:pt x="262558" y="113443"/>
                  <a:pt x="259712" y="123730"/>
                  <a:pt x="255064" y="133064"/>
                </a:cubicBezTo>
                <a:close/>
                <a:moveTo>
                  <a:pt x="180793" y="177546"/>
                </a:moveTo>
                <a:cubicBezTo>
                  <a:pt x="175861" y="172974"/>
                  <a:pt x="167134" y="162973"/>
                  <a:pt x="160589" y="145923"/>
                </a:cubicBezTo>
                <a:lnTo>
                  <a:pt x="200997" y="145923"/>
                </a:lnTo>
                <a:cubicBezTo>
                  <a:pt x="194452" y="162973"/>
                  <a:pt x="185631" y="172974"/>
                  <a:pt x="180793" y="177546"/>
                </a:cubicBezTo>
                <a:close/>
                <a:moveTo>
                  <a:pt x="156510" y="133064"/>
                </a:moveTo>
                <a:cubicBezTo>
                  <a:pt x="154234" y="124301"/>
                  <a:pt x="152716" y="114205"/>
                  <a:pt x="152337" y="102584"/>
                </a:cubicBezTo>
                <a:lnTo>
                  <a:pt x="209344" y="102584"/>
                </a:lnTo>
                <a:cubicBezTo>
                  <a:pt x="208870" y="114205"/>
                  <a:pt x="207353" y="124301"/>
                  <a:pt x="205171" y="133064"/>
                </a:cubicBezTo>
                <a:lnTo>
                  <a:pt x="156605" y="133064"/>
                </a:lnTo>
                <a:close/>
                <a:moveTo>
                  <a:pt x="98080" y="102584"/>
                </a:moveTo>
                <a:lnTo>
                  <a:pt x="139436" y="102584"/>
                </a:lnTo>
                <a:cubicBezTo>
                  <a:pt x="139816" y="114014"/>
                  <a:pt x="141239" y="124111"/>
                  <a:pt x="143326" y="133064"/>
                </a:cubicBezTo>
                <a:lnTo>
                  <a:pt x="106427" y="133064"/>
                </a:lnTo>
                <a:cubicBezTo>
                  <a:pt x="101874" y="123730"/>
                  <a:pt x="98934" y="113443"/>
                  <a:pt x="98080" y="102584"/>
                </a:cubicBezTo>
                <a:close/>
                <a:moveTo>
                  <a:pt x="139436" y="89726"/>
                </a:moveTo>
                <a:lnTo>
                  <a:pt x="98080" y="89726"/>
                </a:lnTo>
                <a:cubicBezTo>
                  <a:pt x="99028" y="77914"/>
                  <a:pt x="102348" y="66770"/>
                  <a:pt x="107660" y="56864"/>
                </a:cubicBezTo>
                <a:lnTo>
                  <a:pt x="142756" y="56864"/>
                </a:lnTo>
                <a:cubicBezTo>
                  <a:pt x="140859" y="66199"/>
                  <a:pt x="139816" y="77153"/>
                  <a:pt x="139436" y="89726"/>
                </a:cubicBezTo>
                <a:close/>
                <a:moveTo>
                  <a:pt x="114300" y="145923"/>
                </a:moveTo>
                <a:lnTo>
                  <a:pt x="147025" y="145923"/>
                </a:lnTo>
                <a:cubicBezTo>
                  <a:pt x="151863" y="160115"/>
                  <a:pt x="158218" y="170593"/>
                  <a:pt x="163909" y="177832"/>
                </a:cubicBezTo>
                <a:cubicBezTo>
                  <a:pt x="143705" y="173641"/>
                  <a:pt x="126252" y="161925"/>
                  <a:pt x="114395" y="145923"/>
                </a:cubicBezTo>
                <a:close/>
                <a:moveTo>
                  <a:pt x="197677" y="177832"/>
                </a:moveTo>
                <a:cubicBezTo>
                  <a:pt x="203369" y="170593"/>
                  <a:pt x="209724" y="160115"/>
                  <a:pt x="214562" y="145923"/>
                </a:cubicBezTo>
                <a:lnTo>
                  <a:pt x="247286" y="145923"/>
                </a:lnTo>
                <a:cubicBezTo>
                  <a:pt x="235335" y="161925"/>
                  <a:pt x="217881" y="173641"/>
                  <a:pt x="197772" y="177832"/>
                </a:cubicBezTo>
                <a:close/>
                <a:moveTo>
                  <a:pt x="245294" y="44005"/>
                </a:moveTo>
                <a:lnTo>
                  <a:pt x="215415" y="44005"/>
                </a:lnTo>
                <a:cubicBezTo>
                  <a:pt x="211526" y="31242"/>
                  <a:pt x="206499" y="22098"/>
                  <a:pt x="201472" y="15621"/>
                </a:cubicBezTo>
                <a:cubicBezTo>
                  <a:pt x="218925" y="20193"/>
                  <a:pt x="234196" y="30290"/>
                  <a:pt x="245200" y="44005"/>
                </a:cubicBezTo>
                <a:close/>
                <a:moveTo>
                  <a:pt x="159925" y="15621"/>
                </a:moveTo>
                <a:cubicBezTo>
                  <a:pt x="154898" y="22098"/>
                  <a:pt x="149871" y="31242"/>
                  <a:pt x="145981" y="44005"/>
                </a:cubicBezTo>
                <a:lnTo>
                  <a:pt x="116102" y="44005"/>
                </a:lnTo>
                <a:cubicBezTo>
                  <a:pt x="127105" y="30290"/>
                  <a:pt x="142377" y="20193"/>
                  <a:pt x="159830" y="15621"/>
                </a:cubicBezTo>
                <a:close/>
                <a:moveTo>
                  <a:pt x="321842" y="250603"/>
                </a:moveTo>
                <a:cubicBezTo>
                  <a:pt x="319850" y="249936"/>
                  <a:pt x="317763" y="249079"/>
                  <a:pt x="315866" y="248317"/>
                </a:cubicBezTo>
                <a:cubicBezTo>
                  <a:pt x="322980" y="241268"/>
                  <a:pt x="327534" y="231458"/>
                  <a:pt x="327534" y="220599"/>
                </a:cubicBezTo>
                <a:cubicBezTo>
                  <a:pt x="327534" y="199168"/>
                  <a:pt x="310175" y="181737"/>
                  <a:pt x="288833" y="181737"/>
                </a:cubicBezTo>
                <a:cubicBezTo>
                  <a:pt x="267491" y="181737"/>
                  <a:pt x="250132" y="199168"/>
                  <a:pt x="250132" y="220599"/>
                </a:cubicBezTo>
                <a:cubicBezTo>
                  <a:pt x="250132" y="231458"/>
                  <a:pt x="254590" y="241268"/>
                  <a:pt x="261799" y="248317"/>
                </a:cubicBezTo>
                <a:cubicBezTo>
                  <a:pt x="259902" y="249079"/>
                  <a:pt x="257815" y="249936"/>
                  <a:pt x="255823" y="250603"/>
                </a:cubicBezTo>
                <a:cubicBezTo>
                  <a:pt x="244630" y="254699"/>
                  <a:pt x="228505" y="260604"/>
                  <a:pt x="220632" y="278320"/>
                </a:cubicBezTo>
                <a:cubicBezTo>
                  <a:pt x="218261" y="277368"/>
                  <a:pt x="215889" y="276511"/>
                  <a:pt x="213803" y="275749"/>
                </a:cubicBezTo>
                <a:cubicBezTo>
                  <a:pt x="211811" y="275082"/>
                  <a:pt x="209724" y="274225"/>
                  <a:pt x="207827" y="273463"/>
                </a:cubicBezTo>
                <a:cubicBezTo>
                  <a:pt x="214941" y="266414"/>
                  <a:pt x="219494" y="256603"/>
                  <a:pt x="219494" y="245745"/>
                </a:cubicBezTo>
                <a:cubicBezTo>
                  <a:pt x="219494" y="224314"/>
                  <a:pt x="202136" y="206883"/>
                  <a:pt x="180793" y="206883"/>
                </a:cubicBezTo>
                <a:cubicBezTo>
                  <a:pt x="159451" y="206883"/>
                  <a:pt x="142092" y="224314"/>
                  <a:pt x="142092" y="245745"/>
                </a:cubicBezTo>
                <a:cubicBezTo>
                  <a:pt x="142092" y="256603"/>
                  <a:pt x="146551" y="266414"/>
                  <a:pt x="153760" y="273463"/>
                </a:cubicBezTo>
                <a:cubicBezTo>
                  <a:pt x="151863" y="274225"/>
                  <a:pt x="149776" y="275082"/>
                  <a:pt x="147784" y="275749"/>
                </a:cubicBezTo>
                <a:cubicBezTo>
                  <a:pt x="145697" y="276511"/>
                  <a:pt x="143420" y="277368"/>
                  <a:pt x="140954" y="278320"/>
                </a:cubicBezTo>
                <a:cubicBezTo>
                  <a:pt x="133176" y="260699"/>
                  <a:pt x="116956" y="254699"/>
                  <a:pt x="105763" y="250603"/>
                </a:cubicBezTo>
                <a:cubicBezTo>
                  <a:pt x="103771" y="249936"/>
                  <a:pt x="101684" y="249079"/>
                  <a:pt x="99787" y="248317"/>
                </a:cubicBezTo>
                <a:cubicBezTo>
                  <a:pt x="106901" y="241268"/>
                  <a:pt x="111454" y="231458"/>
                  <a:pt x="111454" y="220599"/>
                </a:cubicBezTo>
                <a:cubicBezTo>
                  <a:pt x="111454" y="199168"/>
                  <a:pt x="94096" y="181737"/>
                  <a:pt x="72754" y="181737"/>
                </a:cubicBezTo>
                <a:cubicBezTo>
                  <a:pt x="51411" y="181737"/>
                  <a:pt x="34053" y="199168"/>
                  <a:pt x="34053" y="220599"/>
                </a:cubicBezTo>
                <a:cubicBezTo>
                  <a:pt x="34053" y="231458"/>
                  <a:pt x="38511" y="241268"/>
                  <a:pt x="45720" y="248317"/>
                </a:cubicBezTo>
                <a:cubicBezTo>
                  <a:pt x="43823" y="249079"/>
                  <a:pt x="41736" y="249936"/>
                  <a:pt x="39744" y="250603"/>
                </a:cubicBezTo>
                <a:cubicBezTo>
                  <a:pt x="24852" y="256032"/>
                  <a:pt x="0" y="264985"/>
                  <a:pt x="0" y="302228"/>
                </a:cubicBezTo>
                <a:cubicBezTo>
                  <a:pt x="0" y="305753"/>
                  <a:pt x="2846" y="308610"/>
                  <a:pt x="6355" y="308610"/>
                </a:cubicBezTo>
                <a:lnTo>
                  <a:pt x="110601" y="308610"/>
                </a:lnTo>
                <a:cubicBezTo>
                  <a:pt x="108988" y="313849"/>
                  <a:pt x="108040" y="320040"/>
                  <a:pt x="108040" y="327279"/>
                </a:cubicBezTo>
                <a:cubicBezTo>
                  <a:pt x="108040" y="330803"/>
                  <a:pt x="110885" y="333661"/>
                  <a:pt x="114395" y="333661"/>
                </a:cubicBezTo>
                <a:lnTo>
                  <a:pt x="247192" y="333661"/>
                </a:lnTo>
                <a:cubicBezTo>
                  <a:pt x="250701" y="333661"/>
                  <a:pt x="253547" y="330803"/>
                  <a:pt x="253547" y="327279"/>
                </a:cubicBezTo>
                <a:cubicBezTo>
                  <a:pt x="253547" y="320040"/>
                  <a:pt x="252598" y="313944"/>
                  <a:pt x="250986" y="308610"/>
                </a:cubicBezTo>
                <a:lnTo>
                  <a:pt x="355231" y="308610"/>
                </a:lnTo>
                <a:cubicBezTo>
                  <a:pt x="358741" y="308610"/>
                  <a:pt x="361586" y="305753"/>
                  <a:pt x="361586" y="302228"/>
                </a:cubicBezTo>
                <a:cubicBezTo>
                  <a:pt x="361586" y="264985"/>
                  <a:pt x="336734" y="255937"/>
                  <a:pt x="321842" y="250603"/>
                </a:cubicBezTo>
                <a:close/>
                <a:moveTo>
                  <a:pt x="288833" y="194596"/>
                </a:moveTo>
                <a:cubicBezTo>
                  <a:pt x="303156" y="194596"/>
                  <a:pt x="314728" y="206216"/>
                  <a:pt x="314728" y="220599"/>
                </a:cubicBezTo>
                <a:cubicBezTo>
                  <a:pt x="314728" y="234982"/>
                  <a:pt x="303156" y="246602"/>
                  <a:pt x="288833" y="246602"/>
                </a:cubicBezTo>
                <a:cubicBezTo>
                  <a:pt x="274510" y="246602"/>
                  <a:pt x="262937" y="234982"/>
                  <a:pt x="262937" y="220599"/>
                </a:cubicBezTo>
                <a:cubicBezTo>
                  <a:pt x="262937" y="206216"/>
                  <a:pt x="274510" y="194596"/>
                  <a:pt x="288833" y="194596"/>
                </a:cubicBezTo>
                <a:close/>
                <a:moveTo>
                  <a:pt x="180793" y="219647"/>
                </a:moveTo>
                <a:cubicBezTo>
                  <a:pt x="195116" y="219647"/>
                  <a:pt x="206689" y="231267"/>
                  <a:pt x="206689" y="245650"/>
                </a:cubicBezTo>
                <a:cubicBezTo>
                  <a:pt x="206689" y="260033"/>
                  <a:pt x="195116" y="271653"/>
                  <a:pt x="180793" y="271653"/>
                </a:cubicBezTo>
                <a:cubicBezTo>
                  <a:pt x="166470" y="271653"/>
                  <a:pt x="154898" y="260033"/>
                  <a:pt x="154898" y="245650"/>
                </a:cubicBezTo>
                <a:cubicBezTo>
                  <a:pt x="154898" y="231267"/>
                  <a:pt x="166470" y="219647"/>
                  <a:pt x="180793" y="219647"/>
                </a:cubicBezTo>
                <a:close/>
                <a:moveTo>
                  <a:pt x="72659" y="194596"/>
                </a:moveTo>
                <a:cubicBezTo>
                  <a:pt x="86982" y="194596"/>
                  <a:pt x="98554" y="206216"/>
                  <a:pt x="98554" y="220599"/>
                </a:cubicBezTo>
                <a:cubicBezTo>
                  <a:pt x="98554" y="234982"/>
                  <a:pt x="86982" y="246602"/>
                  <a:pt x="72659" y="246602"/>
                </a:cubicBezTo>
                <a:cubicBezTo>
                  <a:pt x="58336" y="246602"/>
                  <a:pt x="46763" y="234982"/>
                  <a:pt x="46763" y="220599"/>
                </a:cubicBezTo>
                <a:cubicBezTo>
                  <a:pt x="46763" y="206216"/>
                  <a:pt x="58336" y="194596"/>
                  <a:pt x="72659" y="194596"/>
                </a:cubicBezTo>
                <a:close/>
                <a:moveTo>
                  <a:pt x="12995" y="295751"/>
                </a:moveTo>
                <a:cubicBezTo>
                  <a:pt x="15366" y="272987"/>
                  <a:pt x="30448" y="267557"/>
                  <a:pt x="44013" y="262604"/>
                </a:cubicBezTo>
                <a:cubicBezTo>
                  <a:pt x="49230" y="260699"/>
                  <a:pt x="53878" y="258889"/>
                  <a:pt x="57482" y="256222"/>
                </a:cubicBezTo>
                <a:cubicBezTo>
                  <a:pt x="62130" y="258223"/>
                  <a:pt x="67252" y="259366"/>
                  <a:pt x="72659" y="259366"/>
                </a:cubicBezTo>
                <a:cubicBezTo>
                  <a:pt x="78065" y="259366"/>
                  <a:pt x="83188" y="258223"/>
                  <a:pt x="87836" y="256222"/>
                </a:cubicBezTo>
                <a:cubicBezTo>
                  <a:pt x="91440" y="258889"/>
                  <a:pt x="96088" y="260699"/>
                  <a:pt x="101305" y="262604"/>
                </a:cubicBezTo>
                <a:cubicBezTo>
                  <a:pt x="111929" y="266510"/>
                  <a:pt x="123785" y="270891"/>
                  <a:pt x="129382" y="284035"/>
                </a:cubicBezTo>
                <a:cubicBezTo>
                  <a:pt x="124829" y="286988"/>
                  <a:pt x="120371" y="290703"/>
                  <a:pt x="116766" y="295751"/>
                </a:cubicBezTo>
                <a:lnTo>
                  <a:pt x="12995" y="295751"/>
                </a:lnTo>
                <a:close/>
                <a:moveTo>
                  <a:pt x="121130" y="320897"/>
                </a:moveTo>
                <a:cubicBezTo>
                  <a:pt x="123501" y="298133"/>
                  <a:pt x="138583" y="292703"/>
                  <a:pt x="152147" y="287750"/>
                </a:cubicBezTo>
                <a:cubicBezTo>
                  <a:pt x="157364" y="285845"/>
                  <a:pt x="162012" y="284035"/>
                  <a:pt x="165616" y="281368"/>
                </a:cubicBezTo>
                <a:cubicBezTo>
                  <a:pt x="170264" y="283369"/>
                  <a:pt x="175386" y="284512"/>
                  <a:pt x="180793" y="284512"/>
                </a:cubicBezTo>
                <a:cubicBezTo>
                  <a:pt x="186200" y="284512"/>
                  <a:pt x="191322" y="283369"/>
                  <a:pt x="195970" y="281368"/>
                </a:cubicBezTo>
                <a:cubicBezTo>
                  <a:pt x="199574" y="284035"/>
                  <a:pt x="204222" y="285845"/>
                  <a:pt x="209439" y="287750"/>
                </a:cubicBezTo>
                <a:cubicBezTo>
                  <a:pt x="222909" y="292608"/>
                  <a:pt x="238085" y="298133"/>
                  <a:pt x="240457" y="320897"/>
                </a:cubicBezTo>
                <a:lnTo>
                  <a:pt x="121130" y="320897"/>
                </a:lnTo>
                <a:close/>
                <a:moveTo>
                  <a:pt x="244725" y="295751"/>
                </a:moveTo>
                <a:cubicBezTo>
                  <a:pt x="241121" y="290703"/>
                  <a:pt x="236663" y="286988"/>
                  <a:pt x="232110" y="284035"/>
                </a:cubicBezTo>
                <a:cubicBezTo>
                  <a:pt x="237611" y="270891"/>
                  <a:pt x="249468" y="266510"/>
                  <a:pt x="260187" y="262604"/>
                </a:cubicBezTo>
                <a:cubicBezTo>
                  <a:pt x="265404" y="260699"/>
                  <a:pt x="270051" y="258889"/>
                  <a:pt x="273656" y="256222"/>
                </a:cubicBezTo>
                <a:cubicBezTo>
                  <a:pt x="278304" y="258223"/>
                  <a:pt x="283426" y="259366"/>
                  <a:pt x="288833" y="259366"/>
                </a:cubicBezTo>
                <a:cubicBezTo>
                  <a:pt x="294239" y="259366"/>
                  <a:pt x="299362" y="258223"/>
                  <a:pt x="304010" y="256222"/>
                </a:cubicBezTo>
                <a:cubicBezTo>
                  <a:pt x="307614" y="258889"/>
                  <a:pt x="312262" y="260699"/>
                  <a:pt x="317479" y="262604"/>
                </a:cubicBezTo>
                <a:cubicBezTo>
                  <a:pt x="330948" y="267462"/>
                  <a:pt x="346125" y="272987"/>
                  <a:pt x="348496" y="295751"/>
                </a:cubicBezTo>
                <a:lnTo>
                  <a:pt x="244725" y="29575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7" name="Graphic 204">
            <a:extLst>
              <a:ext uri="{FF2B5EF4-FFF2-40B4-BE49-F238E27FC236}">
                <a16:creationId xmlns:a16="http://schemas.microsoft.com/office/drawing/2014/main" id="{46B376DC-FDAB-268B-51FA-5BF4A10980DF}"/>
              </a:ext>
            </a:extLst>
          </p:cNvPr>
          <p:cNvSpPr/>
          <p:nvPr/>
        </p:nvSpPr>
        <p:spPr>
          <a:xfrm>
            <a:off x="7820746" y="2870305"/>
            <a:ext cx="484846" cy="447400"/>
          </a:xfrm>
          <a:custGeom>
            <a:avLst/>
            <a:gdLst>
              <a:gd name="connsiteX0" fmla="*/ 85085 w 361586"/>
              <a:gd name="connsiteY0" fmla="*/ 93821 h 333660"/>
              <a:gd name="connsiteX1" fmla="*/ 84610 w 361586"/>
              <a:gd name="connsiteY1" fmla="*/ 96107 h 333660"/>
              <a:gd name="connsiteX2" fmla="*/ 85085 w 361586"/>
              <a:gd name="connsiteY2" fmla="*/ 98298 h 333660"/>
              <a:gd name="connsiteX3" fmla="*/ 180793 w 361586"/>
              <a:gd name="connsiteY3" fmla="*/ 192405 h 333660"/>
              <a:gd name="connsiteX4" fmla="*/ 276596 w 361586"/>
              <a:gd name="connsiteY4" fmla="*/ 96203 h 333660"/>
              <a:gd name="connsiteX5" fmla="*/ 180793 w 361586"/>
              <a:gd name="connsiteY5" fmla="*/ 0 h 333660"/>
              <a:gd name="connsiteX6" fmla="*/ 99313 w 361586"/>
              <a:gd name="connsiteY6" fmla="*/ 45910 h 333660"/>
              <a:gd name="connsiteX7" fmla="*/ 97985 w 361586"/>
              <a:gd name="connsiteY7" fmla="*/ 48197 h 333660"/>
              <a:gd name="connsiteX8" fmla="*/ 85180 w 361586"/>
              <a:gd name="connsiteY8" fmla="*/ 93821 h 333660"/>
              <a:gd name="connsiteX9" fmla="*/ 180793 w 361586"/>
              <a:gd name="connsiteY9" fmla="*/ 13716 h 333660"/>
              <a:gd name="connsiteX10" fmla="*/ 202041 w 361586"/>
              <a:gd name="connsiteY10" fmla="*/ 44005 h 333660"/>
              <a:gd name="connsiteX11" fmla="*/ 159451 w 361586"/>
              <a:gd name="connsiteY11" fmla="*/ 44005 h 333660"/>
              <a:gd name="connsiteX12" fmla="*/ 180698 w 361586"/>
              <a:gd name="connsiteY12" fmla="*/ 13716 h 333660"/>
              <a:gd name="connsiteX13" fmla="*/ 205550 w 361586"/>
              <a:gd name="connsiteY13" fmla="*/ 56864 h 333660"/>
              <a:gd name="connsiteX14" fmla="*/ 209250 w 361586"/>
              <a:gd name="connsiteY14" fmla="*/ 89726 h 333660"/>
              <a:gd name="connsiteX15" fmla="*/ 152242 w 361586"/>
              <a:gd name="connsiteY15" fmla="*/ 89726 h 333660"/>
              <a:gd name="connsiteX16" fmla="*/ 155941 w 361586"/>
              <a:gd name="connsiteY16" fmla="*/ 56864 h 333660"/>
              <a:gd name="connsiteX17" fmla="*/ 205550 w 361586"/>
              <a:gd name="connsiteY17" fmla="*/ 56864 h 333660"/>
              <a:gd name="connsiteX18" fmla="*/ 263412 w 361586"/>
              <a:gd name="connsiteY18" fmla="*/ 89726 h 333660"/>
              <a:gd name="connsiteX19" fmla="*/ 222055 w 361586"/>
              <a:gd name="connsiteY19" fmla="*/ 89726 h 333660"/>
              <a:gd name="connsiteX20" fmla="*/ 218735 w 361586"/>
              <a:gd name="connsiteY20" fmla="*/ 56864 h 333660"/>
              <a:gd name="connsiteX21" fmla="*/ 253831 w 361586"/>
              <a:gd name="connsiteY21" fmla="*/ 56864 h 333660"/>
              <a:gd name="connsiteX22" fmla="*/ 263412 w 361586"/>
              <a:gd name="connsiteY22" fmla="*/ 89726 h 333660"/>
              <a:gd name="connsiteX23" fmla="*/ 255064 w 361586"/>
              <a:gd name="connsiteY23" fmla="*/ 133064 h 333660"/>
              <a:gd name="connsiteX24" fmla="*/ 218166 w 361586"/>
              <a:gd name="connsiteY24" fmla="*/ 133064 h 333660"/>
              <a:gd name="connsiteX25" fmla="*/ 222055 w 361586"/>
              <a:gd name="connsiteY25" fmla="*/ 102584 h 333660"/>
              <a:gd name="connsiteX26" fmla="*/ 263412 w 361586"/>
              <a:gd name="connsiteY26" fmla="*/ 102584 h 333660"/>
              <a:gd name="connsiteX27" fmla="*/ 255064 w 361586"/>
              <a:gd name="connsiteY27" fmla="*/ 133064 h 333660"/>
              <a:gd name="connsiteX28" fmla="*/ 180793 w 361586"/>
              <a:gd name="connsiteY28" fmla="*/ 177546 h 333660"/>
              <a:gd name="connsiteX29" fmla="*/ 160589 w 361586"/>
              <a:gd name="connsiteY29" fmla="*/ 145923 h 333660"/>
              <a:gd name="connsiteX30" fmla="*/ 200997 w 361586"/>
              <a:gd name="connsiteY30" fmla="*/ 145923 h 333660"/>
              <a:gd name="connsiteX31" fmla="*/ 180793 w 361586"/>
              <a:gd name="connsiteY31" fmla="*/ 177546 h 333660"/>
              <a:gd name="connsiteX32" fmla="*/ 156510 w 361586"/>
              <a:gd name="connsiteY32" fmla="*/ 133064 h 333660"/>
              <a:gd name="connsiteX33" fmla="*/ 152337 w 361586"/>
              <a:gd name="connsiteY33" fmla="*/ 102584 h 333660"/>
              <a:gd name="connsiteX34" fmla="*/ 209344 w 361586"/>
              <a:gd name="connsiteY34" fmla="*/ 102584 h 333660"/>
              <a:gd name="connsiteX35" fmla="*/ 205171 w 361586"/>
              <a:gd name="connsiteY35" fmla="*/ 133064 h 333660"/>
              <a:gd name="connsiteX36" fmla="*/ 156605 w 361586"/>
              <a:gd name="connsiteY36" fmla="*/ 133064 h 333660"/>
              <a:gd name="connsiteX37" fmla="*/ 98080 w 361586"/>
              <a:gd name="connsiteY37" fmla="*/ 102584 h 333660"/>
              <a:gd name="connsiteX38" fmla="*/ 139436 w 361586"/>
              <a:gd name="connsiteY38" fmla="*/ 102584 h 333660"/>
              <a:gd name="connsiteX39" fmla="*/ 143326 w 361586"/>
              <a:gd name="connsiteY39" fmla="*/ 133064 h 333660"/>
              <a:gd name="connsiteX40" fmla="*/ 106427 w 361586"/>
              <a:gd name="connsiteY40" fmla="*/ 133064 h 333660"/>
              <a:gd name="connsiteX41" fmla="*/ 98080 w 361586"/>
              <a:gd name="connsiteY41" fmla="*/ 102584 h 333660"/>
              <a:gd name="connsiteX42" fmla="*/ 139436 w 361586"/>
              <a:gd name="connsiteY42" fmla="*/ 89726 h 333660"/>
              <a:gd name="connsiteX43" fmla="*/ 98080 w 361586"/>
              <a:gd name="connsiteY43" fmla="*/ 89726 h 333660"/>
              <a:gd name="connsiteX44" fmla="*/ 107660 w 361586"/>
              <a:gd name="connsiteY44" fmla="*/ 56864 h 333660"/>
              <a:gd name="connsiteX45" fmla="*/ 142756 w 361586"/>
              <a:gd name="connsiteY45" fmla="*/ 56864 h 333660"/>
              <a:gd name="connsiteX46" fmla="*/ 139436 w 361586"/>
              <a:gd name="connsiteY46" fmla="*/ 89726 h 333660"/>
              <a:gd name="connsiteX47" fmla="*/ 114300 w 361586"/>
              <a:gd name="connsiteY47" fmla="*/ 145923 h 333660"/>
              <a:gd name="connsiteX48" fmla="*/ 147025 w 361586"/>
              <a:gd name="connsiteY48" fmla="*/ 145923 h 333660"/>
              <a:gd name="connsiteX49" fmla="*/ 163909 w 361586"/>
              <a:gd name="connsiteY49" fmla="*/ 177832 h 333660"/>
              <a:gd name="connsiteX50" fmla="*/ 114395 w 361586"/>
              <a:gd name="connsiteY50" fmla="*/ 145923 h 333660"/>
              <a:gd name="connsiteX51" fmla="*/ 197677 w 361586"/>
              <a:gd name="connsiteY51" fmla="*/ 177832 h 333660"/>
              <a:gd name="connsiteX52" fmla="*/ 214562 w 361586"/>
              <a:gd name="connsiteY52" fmla="*/ 145923 h 333660"/>
              <a:gd name="connsiteX53" fmla="*/ 247286 w 361586"/>
              <a:gd name="connsiteY53" fmla="*/ 145923 h 333660"/>
              <a:gd name="connsiteX54" fmla="*/ 197772 w 361586"/>
              <a:gd name="connsiteY54" fmla="*/ 177832 h 333660"/>
              <a:gd name="connsiteX55" fmla="*/ 245294 w 361586"/>
              <a:gd name="connsiteY55" fmla="*/ 44005 h 333660"/>
              <a:gd name="connsiteX56" fmla="*/ 215415 w 361586"/>
              <a:gd name="connsiteY56" fmla="*/ 44005 h 333660"/>
              <a:gd name="connsiteX57" fmla="*/ 201472 w 361586"/>
              <a:gd name="connsiteY57" fmla="*/ 15621 h 333660"/>
              <a:gd name="connsiteX58" fmla="*/ 245200 w 361586"/>
              <a:gd name="connsiteY58" fmla="*/ 44005 h 333660"/>
              <a:gd name="connsiteX59" fmla="*/ 159925 w 361586"/>
              <a:gd name="connsiteY59" fmla="*/ 15621 h 333660"/>
              <a:gd name="connsiteX60" fmla="*/ 145981 w 361586"/>
              <a:gd name="connsiteY60" fmla="*/ 44005 h 333660"/>
              <a:gd name="connsiteX61" fmla="*/ 116102 w 361586"/>
              <a:gd name="connsiteY61" fmla="*/ 44005 h 333660"/>
              <a:gd name="connsiteX62" fmla="*/ 159830 w 361586"/>
              <a:gd name="connsiteY62" fmla="*/ 15621 h 333660"/>
              <a:gd name="connsiteX63" fmla="*/ 321842 w 361586"/>
              <a:gd name="connsiteY63" fmla="*/ 250603 h 333660"/>
              <a:gd name="connsiteX64" fmla="*/ 315866 w 361586"/>
              <a:gd name="connsiteY64" fmla="*/ 248317 h 333660"/>
              <a:gd name="connsiteX65" fmla="*/ 327534 w 361586"/>
              <a:gd name="connsiteY65" fmla="*/ 220599 h 333660"/>
              <a:gd name="connsiteX66" fmla="*/ 288833 w 361586"/>
              <a:gd name="connsiteY66" fmla="*/ 181737 h 333660"/>
              <a:gd name="connsiteX67" fmla="*/ 250132 w 361586"/>
              <a:gd name="connsiteY67" fmla="*/ 220599 h 333660"/>
              <a:gd name="connsiteX68" fmla="*/ 261799 w 361586"/>
              <a:gd name="connsiteY68" fmla="*/ 248317 h 333660"/>
              <a:gd name="connsiteX69" fmla="*/ 255823 w 361586"/>
              <a:gd name="connsiteY69" fmla="*/ 250603 h 333660"/>
              <a:gd name="connsiteX70" fmla="*/ 220632 w 361586"/>
              <a:gd name="connsiteY70" fmla="*/ 278320 h 333660"/>
              <a:gd name="connsiteX71" fmla="*/ 213803 w 361586"/>
              <a:gd name="connsiteY71" fmla="*/ 275749 h 333660"/>
              <a:gd name="connsiteX72" fmla="*/ 207827 w 361586"/>
              <a:gd name="connsiteY72" fmla="*/ 273463 h 333660"/>
              <a:gd name="connsiteX73" fmla="*/ 219494 w 361586"/>
              <a:gd name="connsiteY73" fmla="*/ 245745 h 333660"/>
              <a:gd name="connsiteX74" fmla="*/ 180793 w 361586"/>
              <a:gd name="connsiteY74" fmla="*/ 206883 h 333660"/>
              <a:gd name="connsiteX75" fmla="*/ 142092 w 361586"/>
              <a:gd name="connsiteY75" fmla="*/ 245745 h 333660"/>
              <a:gd name="connsiteX76" fmla="*/ 153760 w 361586"/>
              <a:gd name="connsiteY76" fmla="*/ 273463 h 333660"/>
              <a:gd name="connsiteX77" fmla="*/ 147784 w 361586"/>
              <a:gd name="connsiteY77" fmla="*/ 275749 h 333660"/>
              <a:gd name="connsiteX78" fmla="*/ 140954 w 361586"/>
              <a:gd name="connsiteY78" fmla="*/ 278320 h 333660"/>
              <a:gd name="connsiteX79" fmla="*/ 105763 w 361586"/>
              <a:gd name="connsiteY79" fmla="*/ 250603 h 333660"/>
              <a:gd name="connsiteX80" fmla="*/ 99787 w 361586"/>
              <a:gd name="connsiteY80" fmla="*/ 248317 h 333660"/>
              <a:gd name="connsiteX81" fmla="*/ 111454 w 361586"/>
              <a:gd name="connsiteY81" fmla="*/ 220599 h 333660"/>
              <a:gd name="connsiteX82" fmla="*/ 72754 w 361586"/>
              <a:gd name="connsiteY82" fmla="*/ 181737 h 333660"/>
              <a:gd name="connsiteX83" fmla="*/ 34053 w 361586"/>
              <a:gd name="connsiteY83" fmla="*/ 220599 h 333660"/>
              <a:gd name="connsiteX84" fmla="*/ 45720 w 361586"/>
              <a:gd name="connsiteY84" fmla="*/ 248317 h 333660"/>
              <a:gd name="connsiteX85" fmla="*/ 39744 w 361586"/>
              <a:gd name="connsiteY85" fmla="*/ 250603 h 333660"/>
              <a:gd name="connsiteX86" fmla="*/ 0 w 361586"/>
              <a:gd name="connsiteY86" fmla="*/ 302228 h 333660"/>
              <a:gd name="connsiteX87" fmla="*/ 6355 w 361586"/>
              <a:gd name="connsiteY87" fmla="*/ 308610 h 333660"/>
              <a:gd name="connsiteX88" fmla="*/ 110601 w 361586"/>
              <a:gd name="connsiteY88" fmla="*/ 308610 h 333660"/>
              <a:gd name="connsiteX89" fmla="*/ 108040 w 361586"/>
              <a:gd name="connsiteY89" fmla="*/ 327279 h 333660"/>
              <a:gd name="connsiteX90" fmla="*/ 114395 w 361586"/>
              <a:gd name="connsiteY90" fmla="*/ 333661 h 333660"/>
              <a:gd name="connsiteX91" fmla="*/ 247192 w 361586"/>
              <a:gd name="connsiteY91" fmla="*/ 333661 h 333660"/>
              <a:gd name="connsiteX92" fmla="*/ 253547 w 361586"/>
              <a:gd name="connsiteY92" fmla="*/ 327279 h 333660"/>
              <a:gd name="connsiteX93" fmla="*/ 250986 w 361586"/>
              <a:gd name="connsiteY93" fmla="*/ 308610 h 333660"/>
              <a:gd name="connsiteX94" fmla="*/ 355231 w 361586"/>
              <a:gd name="connsiteY94" fmla="*/ 308610 h 333660"/>
              <a:gd name="connsiteX95" fmla="*/ 361586 w 361586"/>
              <a:gd name="connsiteY95" fmla="*/ 302228 h 333660"/>
              <a:gd name="connsiteX96" fmla="*/ 321842 w 361586"/>
              <a:gd name="connsiteY96" fmla="*/ 250603 h 333660"/>
              <a:gd name="connsiteX97" fmla="*/ 288833 w 361586"/>
              <a:gd name="connsiteY97" fmla="*/ 194596 h 333660"/>
              <a:gd name="connsiteX98" fmla="*/ 314728 w 361586"/>
              <a:gd name="connsiteY98" fmla="*/ 220599 h 333660"/>
              <a:gd name="connsiteX99" fmla="*/ 288833 w 361586"/>
              <a:gd name="connsiteY99" fmla="*/ 246602 h 333660"/>
              <a:gd name="connsiteX100" fmla="*/ 262937 w 361586"/>
              <a:gd name="connsiteY100" fmla="*/ 220599 h 333660"/>
              <a:gd name="connsiteX101" fmla="*/ 288833 w 361586"/>
              <a:gd name="connsiteY101" fmla="*/ 194596 h 333660"/>
              <a:gd name="connsiteX102" fmla="*/ 180793 w 361586"/>
              <a:gd name="connsiteY102" fmla="*/ 219647 h 333660"/>
              <a:gd name="connsiteX103" fmla="*/ 206689 w 361586"/>
              <a:gd name="connsiteY103" fmla="*/ 245650 h 333660"/>
              <a:gd name="connsiteX104" fmla="*/ 180793 w 361586"/>
              <a:gd name="connsiteY104" fmla="*/ 271653 h 333660"/>
              <a:gd name="connsiteX105" fmla="*/ 154898 w 361586"/>
              <a:gd name="connsiteY105" fmla="*/ 245650 h 333660"/>
              <a:gd name="connsiteX106" fmla="*/ 180793 w 361586"/>
              <a:gd name="connsiteY106" fmla="*/ 219647 h 333660"/>
              <a:gd name="connsiteX107" fmla="*/ 72659 w 361586"/>
              <a:gd name="connsiteY107" fmla="*/ 194596 h 333660"/>
              <a:gd name="connsiteX108" fmla="*/ 98554 w 361586"/>
              <a:gd name="connsiteY108" fmla="*/ 220599 h 333660"/>
              <a:gd name="connsiteX109" fmla="*/ 72659 w 361586"/>
              <a:gd name="connsiteY109" fmla="*/ 246602 h 333660"/>
              <a:gd name="connsiteX110" fmla="*/ 46763 w 361586"/>
              <a:gd name="connsiteY110" fmla="*/ 220599 h 333660"/>
              <a:gd name="connsiteX111" fmla="*/ 72659 w 361586"/>
              <a:gd name="connsiteY111" fmla="*/ 194596 h 333660"/>
              <a:gd name="connsiteX112" fmla="*/ 12995 w 361586"/>
              <a:gd name="connsiteY112" fmla="*/ 295751 h 333660"/>
              <a:gd name="connsiteX113" fmla="*/ 44013 w 361586"/>
              <a:gd name="connsiteY113" fmla="*/ 262604 h 333660"/>
              <a:gd name="connsiteX114" fmla="*/ 57482 w 361586"/>
              <a:gd name="connsiteY114" fmla="*/ 256222 h 333660"/>
              <a:gd name="connsiteX115" fmla="*/ 72659 w 361586"/>
              <a:gd name="connsiteY115" fmla="*/ 259366 h 333660"/>
              <a:gd name="connsiteX116" fmla="*/ 87836 w 361586"/>
              <a:gd name="connsiteY116" fmla="*/ 256222 h 333660"/>
              <a:gd name="connsiteX117" fmla="*/ 101305 w 361586"/>
              <a:gd name="connsiteY117" fmla="*/ 262604 h 333660"/>
              <a:gd name="connsiteX118" fmla="*/ 129382 w 361586"/>
              <a:gd name="connsiteY118" fmla="*/ 284035 h 333660"/>
              <a:gd name="connsiteX119" fmla="*/ 116766 w 361586"/>
              <a:gd name="connsiteY119" fmla="*/ 295751 h 333660"/>
              <a:gd name="connsiteX120" fmla="*/ 12995 w 361586"/>
              <a:gd name="connsiteY120" fmla="*/ 295751 h 333660"/>
              <a:gd name="connsiteX121" fmla="*/ 121130 w 361586"/>
              <a:gd name="connsiteY121" fmla="*/ 320897 h 333660"/>
              <a:gd name="connsiteX122" fmla="*/ 152147 w 361586"/>
              <a:gd name="connsiteY122" fmla="*/ 287750 h 333660"/>
              <a:gd name="connsiteX123" fmla="*/ 165616 w 361586"/>
              <a:gd name="connsiteY123" fmla="*/ 281368 h 333660"/>
              <a:gd name="connsiteX124" fmla="*/ 180793 w 361586"/>
              <a:gd name="connsiteY124" fmla="*/ 284512 h 333660"/>
              <a:gd name="connsiteX125" fmla="*/ 195970 w 361586"/>
              <a:gd name="connsiteY125" fmla="*/ 281368 h 333660"/>
              <a:gd name="connsiteX126" fmla="*/ 209439 w 361586"/>
              <a:gd name="connsiteY126" fmla="*/ 287750 h 333660"/>
              <a:gd name="connsiteX127" fmla="*/ 240457 w 361586"/>
              <a:gd name="connsiteY127" fmla="*/ 320897 h 333660"/>
              <a:gd name="connsiteX128" fmla="*/ 121130 w 361586"/>
              <a:gd name="connsiteY128" fmla="*/ 320897 h 333660"/>
              <a:gd name="connsiteX129" fmla="*/ 244725 w 361586"/>
              <a:gd name="connsiteY129" fmla="*/ 295751 h 333660"/>
              <a:gd name="connsiteX130" fmla="*/ 232110 w 361586"/>
              <a:gd name="connsiteY130" fmla="*/ 284035 h 333660"/>
              <a:gd name="connsiteX131" fmla="*/ 260187 w 361586"/>
              <a:gd name="connsiteY131" fmla="*/ 262604 h 333660"/>
              <a:gd name="connsiteX132" fmla="*/ 273656 w 361586"/>
              <a:gd name="connsiteY132" fmla="*/ 256222 h 333660"/>
              <a:gd name="connsiteX133" fmla="*/ 288833 w 361586"/>
              <a:gd name="connsiteY133" fmla="*/ 259366 h 333660"/>
              <a:gd name="connsiteX134" fmla="*/ 304010 w 361586"/>
              <a:gd name="connsiteY134" fmla="*/ 256222 h 333660"/>
              <a:gd name="connsiteX135" fmla="*/ 317479 w 361586"/>
              <a:gd name="connsiteY135" fmla="*/ 262604 h 333660"/>
              <a:gd name="connsiteX136" fmla="*/ 348496 w 361586"/>
              <a:gd name="connsiteY136" fmla="*/ 295751 h 333660"/>
              <a:gd name="connsiteX137" fmla="*/ 244725 w 361586"/>
              <a:gd name="connsiteY137" fmla="*/ 295751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361586" h="333660">
                <a:moveTo>
                  <a:pt x="85085" y="93821"/>
                </a:moveTo>
                <a:cubicBezTo>
                  <a:pt x="84800" y="94488"/>
                  <a:pt x="84610" y="95250"/>
                  <a:pt x="84610" y="96107"/>
                </a:cubicBezTo>
                <a:cubicBezTo>
                  <a:pt x="84610" y="96964"/>
                  <a:pt x="84800" y="97631"/>
                  <a:pt x="85085" y="98298"/>
                </a:cubicBezTo>
                <a:cubicBezTo>
                  <a:pt x="86223" y="150400"/>
                  <a:pt x="128623" y="192405"/>
                  <a:pt x="180793" y="192405"/>
                </a:cubicBezTo>
                <a:cubicBezTo>
                  <a:pt x="232963" y="192405"/>
                  <a:pt x="276596" y="149257"/>
                  <a:pt x="276596" y="96203"/>
                </a:cubicBezTo>
                <a:cubicBezTo>
                  <a:pt x="276596" y="43148"/>
                  <a:pt x="233627" y="0"/>
                  <a:pt x="180793" y="0"/>
                </a:cubicBezTo>
                <a:cubicBezTo>
                  <a:pt x="146361" y="0"/>
                  <a:pt x="116102" y="18478"/>
                  <a:pt x="99313" y="45910"/>
                </a:cubicBezTo>
                <a:cubicBezTo>
                  <a:pt x="98744" y="46577"/>
                  <a:pt x="98270" y="47339"/>
                  <a:pt x="97985" y="48197"/>
                </a:cubicBezTo>
                <a:cubicBezTo>
                  <a:pt x="90207" y="61722"/>
                  <a:pt x="85654" y="77248"/>
                  <a:pt x="85180" y="93821"/>
                </a:cubicBezTo>
                <a:close/>
                <a:moveTo>
                  <a:pt x="180793" y="13716"/>
                </a:moveTo>
                <a:cubicBezTo>
                  <a:pt x="184967" y="16097"/>
                  <a:pt x="195021" y="23813"/>
                  <a:pt x="202041" y="44005"/>
                </a:cubicBezTo>
                <a:lnTo>
                  <a:pt x="159451" y="44005"/>
                </a:lnTo>
                <a:cubicBezTo>
                  <a:pt x="166470" y="23813"/>
                  <a:pt x="176525" y="16097"/>
                  <a:pt x="180698" y="13716"/>
                </a:cubicBezTo>
                <a:close/>
                <a:moveTo>
                  <a:pt x="205550" y="56864"/>
                </a:moveTo>
                <a:cubicBezTo>
                  <a:pt x="207542" y="65913"/>
                  <a:pt x="208870" y="76772"/>
                  <a:pt x="209250" y="89726"/>
                </a:cubicBezTo>
                <a:lnTo>
                  <a:pt x="152242" y="89726"/>
                </a:lnTo>
                <a:cubicBezTo>
                  <a:pt x="152621" y="76772"/>
                  <a:pt x="153949" y="65913"/>
                  <a:pt x="155941" y="56864"/>
                </a:cubicBezTo>
                <a:lnTo>
                  <a:pt x="205550" y="56864"/>
                </a:lnTo>
                <a:close/>
                <a:moveTo>
                  <a:pt x="263412" y="89726"/>
                </a:moveTo>
                <a:lnTo>
                  <a:pt x="222055" y="89726"/>
                </a:lnTo>
                <a:cubicBezTo>
                  <a:pt x="221770" y="77153"/>
                  <a:pt x="220632" y="66199"/>
                  <a:pt x="218735" y="56864"/>
                </a:cubicBezTo>
                <a:lnTo>
                  <a:pt x="253831" y="56864"/>
                </a:lnTo>
                <a:cubicBezTo>
                  <a:pt x="259143" y="66770"/>
                  <a:pt x="262463" y="77914"/>
                  <a:pt x="263412" y="89726"/>
                </a:cubicBezTo>
                <a:close/>
                <a:moveTo>
                  <a:pt x="255064" y="133064"/>
                </a:moveTo>
                <a:lnTo>
                  <a:pt x="218166" y="133064"/>
                </a:lnTo>
                <a:cubicBezTo>
                  <a:pt x="220253" y="124111"/>
                  <a:pt x="221581" y="113919"/>
                  <a:pt x="222055" y="102584"/>
                </a:cubicBezTo>
                <a:lnTo>
                  <a:pt x="263412" y="102584"/>
                </a:lnTo>
                <a:cubicBezTo>
                  <a:pt x="262558" y="113443"/>
                  <a:pt x="259712" y="123730"/>
                  <a:pt x="255064" y="133064"/>
                </a:cubicBezTo>
                <a:close/>
                <a:moveTo>
                  <a:pt x="180793" y="177546"/>
                </a:moveTo>
                <a:cubicBezTo>
                  <a:pt x="175861" y="172974"/>
                  <a:pt x="167134" y="162973"/>
                  <a:pt x="160589" y="145923"/>
                </a:cubicBezTo>
                <a:lnTo>
                  <a:pt x="200997" y="145923"/>
                </a:lnTo>
                <a:cubicBezTo>
                  <a:pt x="194452" y="162973"/>
                  <a:pt x="185631" y="172974"/>
                  <a:pt x="180793" y="177546"/>
                </a:cubicBezTo>
                <a:close/>
                <a:moveTo>
                  <a:pt x="156510" y="133064"/>
                </a:moveTo>
                <a:cubicBezTo>
                  <a:pt x="154234" y="124301"/>
                  <a:pt x="152716" y="114205"/>
                  <a:pt x="152337" y="102584"/>
                </a:cubicBezTo>
                <a:lnTo>
                  <a:pt x="209344" y="102584"/>
                </a:lnTo>
                <a:cubicBezTo>
                  <a:pt x="208870" y="114205"/>
                  <a:pt x="207353" y="124301"/>
                  <a:pt x="205171" y="133064"/>
                </a:cubicBezTo>
                <a:lnTo>
                  <a:pt x="156605" y="133064"/>
                </a:lnTo>
                <a:close/>
                <a:moveTo>
                  <a:pt x="98080" y="102584"/>
                </a:moveTo>
                <a:lnTo>
                  <a:pt x="139436" y="102584"/>
                </a:lnTo>
                <a:cubicBezTo>
                  <a:pt x="139816" y="114014"/>
                  <a:pt x="141239" y="124111"/>
                  <a:pt x="143326" y="133064"/>
                </a:cubicBezTo>
                <a:lnTo>
                  <a:pt x="106427" y="133064"/>
                </a:lnTo>
                <a:cubicBezTo>
                  <a:pt x="101874" y="123730"/>
                  <a:pt x="98934" y="113443"/>
                  <a:pt x="98080" y="102584"/>
                </a:cubicBezTo>
                <a:close/>
                <a:moveTo>
                  <a:pt x="139436" y="89726"/>
                </a:moveTo>
                <a:lnTo>
                  <a:pt x="98080" y="89726"/>
                </a:lnTo>
                <a:cubicBezTo>
                  <a:pt x="99028" y="77914"/>
                  <a:pt x="102348" y="66770"/>
                  <a:pt x="107660" y="56864"/>
                </a:cubicBezTo>
                <a:lnTo>
                  <a:pt x="142756" y="56864"/>
                </a:lnTo>
                <a:cubicBezTo>
                  <a:pt x="140859" y="66199"/>
                  <a:pt x="139816" y="77153"/>
                  <a:pt x="139436" y="89726"/>
                </a:cubicBezTo>
                <a:close/>
                <a:moveTo>
                  <a:pt x="114300" y="145923"/>
                </a:moveTo>
                <a:lnTo>
                  <a:pt x="147025" y="145923"/>
                </a:lnTo>
                <a:cubicBezTo>
                  <a:pt x="151863" y="160115"/>
                  <a:pt x="158218" y="170593"/>
                  <a:pt x="163909" y="177832"/>
                </a:cubicBezTo>
                <a:cubicBezTo>
                  <a:pt x="143705" y="173641"/>
                  <a:pt x="126252" y="161925"/>
                  <a:pt x="114395" y="145923"/>
                </a:cubicBezTo>
                <a:close/>
                <a:moveTo>
                  <a:pt x="197677" y="177832"/>
                </a:moveTo>
                <a:cubicBezTo>
                  <a:pt x="203369" y="170593"/>
                  <a:pt x="209724" y="160115"/>
                  <a:pt x="214562" y="145923"/>
                </a:cubicBezTo>
                <a:lnTo>
                  <a:pt x="247286" y="145923"/>
                </a:lnTo>
                <a:cubicBezTo>
                  <a:pt x="235335" y="161925"/>
                  <a:pt x="217881" y="173641"/>
                  <a:pt x="197772" y="177832"/>
                </a:cubicBezTo>
                <a:close/>
                <a:moveTo>
                  <a:pt x="245294" y="44005"/>
                </a:moveTo>
                <a:lnTo>
                  <a:pt x="215415" y="44005"/>
                </a:lnTo>
                <a:cubicBezTo>
                  <a:pt x="211526" y="31242"/>
                  <a:pt x="206499" y="22098"/>
                  <a:pt x="201472" y="15621"/>
                </a:cubicBezTo>
                <a:cubicBezTo>
                  <a:pt x="218925" y="20193"/>
                  <a:pt x="234196" y="30290"/>
                  <a:pt x="245200" y="44005"/>
                </a:cubicBezTo>
                <a:close/>
                <a:moveTo>
                  <a:pt x="159925" y="15621"/>
                </a:moveTo>
                <a:cubicBezTo>
                  <a:pt x="154898" y="22098"/>
                  <a:pt x="149871" y="31242"/>
                  <a:pt x="145981" y="44005"/>
                </a:cubicBezTo>
                <a:lnTo>
                  <a:pt x="116102" y="44005"/>
                </a:lnTo>
                <a:cubicBezTo>
                  <a:pt x="127105" y="30290"/>
                  <a:pt x="142377" y="20193"/>
                  <a:pt x="159830" y="15621"/>
                </a:cubicBezTo>
                <a:close/>
                <a:moveTo>
                  <a:pt x="321842" y="250603"/>
                </a:moveTo>
                <a:cubicBezTo>
                  <a:pt x="319850" y="249936"/>
                  <a:pt x="317763" y="249079"/>
                  <a:pt x="315866" y="248317"/>
                </a:cubicBezTo>
                <a:cubicBezTo>
                  <a:pt x="322980" y="241268"/>
                  <a:pt x="327534" y="231458"/>
                  <a:pt x="327534" y="220599"/>
                </a:cubicBezTo>
                <a:cubicBezTo>
                  <a:pt x="327534" y="199168"/>
                  <a:pt x="310175" y="181737"/>
                  <a:pt x="288833" y="181737"/>
                </a:cubicBezTo>
                <a:cubicBezTo>
                  <a:pt x="267491" y="181737"/>
                  <a:pt x="250132" y="199168"/>
                  <a:pt x="250132" y="220599"/>
                </a:cubicBezTo>
                <a:cubicBezTo>
                  <a:pt x="250132" y="231458"/>
                  <a:pt x="254590" y="241268"/>
                  <a:pt x="261799" y="248317"/>
                </a:cubicBezTo>
                <a:cubicBezTo>
                  <a:pt x="259902" y="249079"/>
                  <a:pt x="257815" y="249936"/>
                  <a:pt x="255823" y="250603"/>
                </a:cubicBezTo>
                <a:cubicBezTo>
                  <a:pt x="244630" y="254699"/>
                  <a:pt x="228505" y="260604"/>
                  <a:pt x="220632" y="278320"/>
                </a:cubicBezTo>
                <a:cubicBezTo>
                  <a:pt x="218261" y="277368"/>
                  <a:pt x="215889" y="276511"/>
                  <a:pt x="213803" y="275749"/>
                </a:cubicBezTo>
                <a:cubicBezTo>
                  <a:pt x="211811" y="275082"/>
                  <a:pt x="209724" y="274225"/>
                  <a:pt x="207827" y="273463"/>
                </a:cubicBezTo>
                <a:cubicBezTo>
                  <a:pt x="214941" y="266414"/>
                  <a:pt x="219494" y="256603"/>
                  <a:pt x="219494" y="245745"/>
                </a:cubicBezTo>
                <a:cubicBezTo>
                  <a:pt x="219494" y="224314"/>
                  <a:pt x="202136" y="206883"/>
                  <a:pt x="180793" y="206883"/>
                </a:cubicBezTo>
                <a:cubicBezTo>
                  <a:pt x="159451" y="206883"/>
                  <a:pt x="142092" y="224314"/>
                  <a:pt x="142092" y="245745"/>
                </a:cubicBezTo>
                <a:cubicBezTo>
                  <a:pt x="142092" y="256603"/>
                  <a:pt x="146551" y="266414"/>
                  <a:pt x="153760" y="273463"/>
                </a:cubicBezTo>
                <a:cubicBezTo>
                  <a:pt x="151863" y="274225"/>
                  <a:pt x="149776" y="275082"/>
                  <a:pt x="147784" y="275749"/>
                </a:cubicBezTo>
                <a:cubicBezTo>
                  <a:pt x="145697" y="276511"/>
                  <a:pt x="143420" y="277368"/>
                  <a:pt x="140954" y="278320"/>
                </a:cubicBezTo>
                <a:cubicBezTo>
                  <a:pt x="133176" y="260699"/>
                  <a:pt x="116956" y="254699"/>
                  <a:pt x="105763" y="250603"/>
                </a:cubicBezTo>
                <a:cubicBezTo>
                  <a:pt x="103771" y="249936"/>
                  <a:pt x="101684" y="249079"/>
                  <a:pt x="99787" y="248317"/>
                </a:cubicBezTo>
                <a:cubicBezTo>
                  <a:pt x="106901" y="241268"/>
                  <a:pt x="111454" y="231458"/>
                  <a:pt x="111454" y="220599"/>
                </a:cubicBezTo>
                <a:cubicBezTo>
                  <a:pt x="111454" y="199168"/>
                  <a:pt x="94096" y="181737"/>
                  <a:pt x="72754" y="181737"/>
                </a:cubicBezTo>
                <a:cubicBezTo>
                  <a:pt x="51411" y="181737"/>
                  <a:pt x="34053" y="199168"/>
                  <a:pt x="34053" y="220599"/>
                </a:cubicBezTo>
                <a:cubicBezTo>
                  <a:pt x="34053" y="231458"/>
                  <a:pt x="38511" y="241268"/>
                  <a:pt x="45720" y="248317"/>
                </a:cubicBezTo>
                <a:cubicBezTo>
                  <a:pt x="43823" y="249079"/>
                  <a:pt x="41736" y="249936"/>
                  <a:pt x="39744" y="250603"/>
                </a:cubicBezTo>
                <a:cubicBezTo>
                  <a:pt x="24852" y="256032"/>
                  <a:pt x="0" y="264985"/>
                  <a:pt x="0" y="302228"/>
                </a:cubicBezTo>
                <a:cubicBezTo>
                  <a:pt x="0" y="305753"/>
                  <a:pt x="2846" y="308610"/>
                  <a:pt x="6355" y="308610"/>
                </a:cubicBezTo>
                <a:lnTo>
                  <a:pt x="110601" y="308610"/>
                </a:lnTo>
                <a:cubicBezTo>
                  <a:pt x="108988" y="313849"/>
                  <a:pt x="108040" y="320040"/>
                  <a:pt x="108040" y="327279"/>
                </a:cubicBezTo>
                <a:cubicBezTo>
                  <a:pt x="108040" y="330803"/>
                  <a:pt x="110885" y="333661"/>
                  <a:pt x="114395" y="333661"/>
                </a:cubicBezTo>
                <a:lnTo>
                  <a:pt x="247192" y="333661"/>
                </a:lnTo>
                <a:cubicBezTo>
                  <a:pt x="250701" y="333661"/>
                  <a:pt x="253547" y="330803"/>
                  <a:pt x="253547" y="327279"/>
                </a:cubicBezTo>
                <a:cubicBezTo>
                  <a:pt x="253547" y="320040"/>
                  <a:pt x="252598" y="313944"/>
                  <a:pt x="250986" y="308610"/>
                </a:cubicBezTo>
                <a:lnTo>
                  <a:pt x="355231" y="308610"/>
                </a:lnTo>
                <a:cubicBezTo>
                  <a:pt x="358741" y="308610"/>
                  <a:pt x="361586" y="305753"/>
                  <a:pt x="361586" y="302228"/>
                </a:cubicBezTo>
                <a:cubicBezTo>
                  <a:pt x="361586" y="264985"/>
                  <a:pt x="336734" y="255937"/>
                  <a:pt x="321842" y="250603"/>
                </a:cubicBezTo>
                <a:close/>
                <a:moveTo>
                  <a:pt x="288833" y="194596"/>
                </a:moveTo>
                <a:cubicBezTo>
                  <a:pt x="303156" y="194596"/>
                  <a:pt x="314728" y="206216"/>
                  <a:pt x="314728" y="220599"/>
                </a:cubicBezTo>
                <a:cubicBezTo>
                  <a:pt x="314728" y="234982"/>
                  <a:pt x="303156" y="246602"/>
                  <a:pt x="288833" y="246602"/>
                </a:cubicBezTo>
                <a:cubicBezTo>
                  <a:pt x="274510" y="246602"/>
                  <a:pt x="262937" y="234982"/>
                  <a:pt x="262937" y="220599"/>
                </a:cubicBezTo>
                <a:cubicBezTo>
                  <a:pt x="262937" y="206216"/>
                  <a:pt x="274510" y="194596"/>
                  <a:pt x="288833" y="194596"/>
                </a:cubicBezTo>
                <a:close/>
                <a:moveTo>
                  <a:pt x="180793" y="219647"/>
                </a:moveTo>
                <a:cubicBezTo>
                  <a:pt x="195116" y="219647"/>
                  <a:pt x="206689" y="231267"/>
                  <a:pt x="206689" y="245650"/>
                </a:cubicBezTo>
                <a:cubicBezTo>
                  <a:pt x="206689" y="260033"/>
                  <a:pt x="195116" y="271653"/>
                  <a:pt x="180793" y="271653"/>
                </a:cubicBezTo>
                <a:cubicBezTo>
                  <a:pt x="166470" y="271653"/>
                  <a:pt x="154898" y="260033"/>
                  <a:pt x="154898" y="245650"/>
                </a:cubicBezTo>
                <a:cubicBezTo>
                  <a:pt x="154898" y="231267"/>
                  <a:pt x="166470" y="219647"/>
                  <a:pt x="180793" y="219647"/>
                </a:cubicBezTo>
                <a:close/>
                <a:moveTo>
                  <a:pt x="72659" y="194596"/>
                </a:moveTo>
                <a:cubicBezTo>
                  <a:pt x="86982" y="194596"/>
                  <a:pt x="98554" y="206216"/>
                  <a:pt x="98554" y="220599"/>
                </a:cubicBezTo>
                <a:cubicBezTo>
                  <a:pt x="98554" y="234982"/>
                  <a:pt x="86982" y="246602"/>
                  <a:pt x="72659" y="246602"/>
                </a:cubicBezTo>
                <a:cubicBezTo>
                  <a:pt x="58336" y="246602"/>
                  <a:pt x="46763" y="234982"/>
                  <a:pt x="46763" y="220599"/>
                </a:cubicBezTo>
                <a:cubicBezTo>
                  <a:pt x="46763" y="206216"/>
                  <a:pt x="58336" y="194596"/>
                  <a:pt x="72659" y="194596"/>
                </a:cubicBezTo>
                <a:close/>
                <a:moveTo>
                  <a:pt x="12995" y="295751"/>
                </a:moveTo>
                <a:cubicBezTo>
                  <a:pt x="15366" y="272987"/>
                  <a:pt x="30448" y="267557"/>
                  <a:pt x="44013" y="262604"/>
                </a:cubicBezTo>
                <a:cubicBezTo>
                  <a:pt x="49230" y="260699"/>
                  <a:pt x="53878" y="258889"/>
                  <a:pt x="57482" y="256222"/>
                </a:cubicBezTo>
                <a:cubicBezTo>
                  <a:pt x="62130" y="258223"/>
                  <a:pt x="67252" y="259366"/>
                  <a:pt x="72659" y="259366"/>
                </a:cubicBezTo>
                <a:cubicBezTo>
                  <a:pt x="78065" y="259366"/>
                  <a:pt x="83188" y="258223"/>
                  <a:pt x="87836" y="256222"/>
                </a:cubicBezTo>
                <a:cubicBezTo>
                  <a:pt x="91440" y="258889"/>
                  <a:pt x="96088" y="260699"/>
                  <a:pt x="101305" y="262604"/>
                </a:cubicBezTo>
                <a:cubicBezTo>
                  <a:pt x="111929" y="266510"/>
                  <a:pt x="123785" y="270891"/>
                  <a:pt x="129382" y="284035"/>
                </a:cubicBezTo>
                <a:cubicBezTo>
                  <a:pt x="124829" y="286988"/>
                  <a:pt x="120371" y="290703"/>
                  <a:pt x="116766" y="295751"/>
                </a:cubicBezTo>
                <a:lnTo>
                  <a:pt x="12995" y="295751"/>
                </a:lnTo>
                <a:close/>
                <a:moveTo>
                  <a:pt x="121130" y="320897"/>
                </a:moveTo>
                <a:cubicBezTo>
                  <a:pt x="123501" y="298133"/>
                  <a:pt x="138583" y="292703"/>
                  <a:pt x="152147" y="287750"/>
                </a:cubicBezTo>
                <a:cubicBezTo>
                  <a:pt x="157364" y="285845"/>
                  <a:pt x="162012" y="284035"/>
                  <a:pt x="165616" y="281368"/>
                </a:cubicBezTo>
                <a:cubicBezTo>
                  <a:pt x="170264" y="283369"/>
                  <a:pt x="175386" y="284512"/>
                  <a:pt x="180793" y="284512"/>
                </a:cubicBezTo>
                <a:cubicBezTo>
                  <a:pt x="186200" y="284512"/>
                  <a:pt x="191322" y="283369"/>
                  <a:pt x="195970" y="281368"/>
                </a:cubicBezTo>
                <a:cubicBezTo>
                  <a:pt x="199574" y="284035"/>
                  <a:pt x="204222" y="285845"/>
                  <a:pt x="209439" y="287750"/>
                </a:cubicBezTo>
                <a:cubicBezTo>
                  <a:pt x="222909" y="292608"/>
                  <a:pt x="238085" y="298133"/>
                  <a:pt x="240457" y="320897"/>
                </a:cubicBezTo>
                <a:lnTo>
                  <a:pt x="121130" y="320897"/>
                </a:lnTo>
                <a:close/>
                <a:moveTo>
                  <a:pt x="244725" y="295751"/>
                </a:moveTo>
                <a:cubicBezTo>
                  <a:pt x="241121" y="290703"/>
                  <a:pt x="236663" y="286988"/>
                  <a:pt x="232110" y="284035"/>
                </a:cubicBezTo>
                <a:cubicBezTo>
                  <a:pt x="237611" y="270891"/>
                  <a:pt x="249468" y="266510"/>
                  <a:pt x="260187" y="262604"/>
                </a:cubicBezTo>
                <a:cubicBezTo>
                  <a:pt x="265404" y="260699"/>
                  <a:pt x="270051" y="258889"/>
                  <a:pt x="273656" y="256222"/>
                </a:cubicBezTo>
                <a:cubicBezTo>
                  <a:pt x="278304" y="258223"/>
                  <a:pt x="283426" y="259366"/>
                  <a:pt x="288833" y="259366"/>
                </a:cubicBezTo>
                <a:cubicBezTo>
                  <a:pt x="294239" y="259366"/>
                  <a:pt x="299362" y="258223"/>
                  <a:pt x="304010" y="256222"/>
                </a:cubicBezTo>
                <a:cubicBezTo>
                  <a:pt x="307614" y="258889"/>
                  <a:pt x="312262" y="260699"/>
                  <a:pt x="317479" y="262604"/>
                </a:cubicBezTo>
                <a:cubicBezTo>
                  <a:pt x="330948" y="267462"/>
                  <a:pt x="346125" y="272987"/>
                  <a:pt x="348496" y="295751"/>
                </a:cubicBezTo>
                <a:lnTo>
                  <a:pt x="244725" y="29575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8" name="Graphic 204">
            <a:extLst>
              <a:ext uri="{FF2B5EF4-FFF2-40B4-BE49-F238E27FC236}">
                <a16:creationId xmlns:a16="http://schemas.microsoft.com/office/drawing/2014/main" id="{DE73E2EA-0307-185C-36C2-693AAC747A2E}"/>
              </a:ext>
            </a:extLst>
          </p:cNvPr>
          <p:cNvSpPr/>
          <p:nvPr/>
        </p:nvSpPr>
        <p:spPr>
          <a:xfrm>
            <a:off x="7173046" y="3489430"/>
            <a:ext cx="484846" cy="447400"/>
          </a:xfrm>
          <a:custGeom>
            <a:avLst/>
            <a:gdLst>
              <a:gd name="connsiteX0" fmla="*/ 85085 w 361586"/>
              <a:gd name="connsiteY0" fmla="*/ 93821 h 333660"/>
              <a:gd name="connsiteX1" fmla="*/ 84610 w 361586"/>
              <a:gd name="connsiteY1" fmla="*/ 96107 h 333660"/>
              <a:gd name="connsiteX2" fmla="*/ 85085 w 361586"/>
              <a:gd name="connsiteY2" fmla="*/ 98298 h 333660"/>
              <a:gd name="connsiteX3" fmla="*/ 180793 w 361586"/>
              <a:gd name="connsiteY3" fmla="*/ 192405 h 333660"/>
              <a:gd name="connsiteX4" fmla="*/ 276596 w 361586"/>
              <a:gd name="connsiteY4" fmla="*/ 96203 h 333660"/>
              <a:gd name="connsiteX5" fmla="*/ 180793 w 361586"/>
              <a:gd name="connsiteY5" fmla="*/ 0 h 333660"/>
              <a:gd name="connsiteX6" fmla="*/ 99313 w 361586"/>
              <a:gd name="connsiteY6" fmla="*/ 45910 h 333660"/>
              <a:gd name="connsiteX7" fmla="*/ 97985 w 361586"/>
              <a:gd name="connsiteY7" fmla="*/ 48197 h 333660"/>
              <a:gd name="connsiteX8" fmla="*/ 85180 w 361586"/>
              <a:gd name="connsiteY8" fmla="*/ 93821 h 333660"/>
              <a:gd name="connsiteX9" fmla="*/ 180793 w 361586"/>
              <a:gd name="connsiteY9" fmla="*/ 13716 h 333660"/>
              <a:gd name="connsiteX10" fmla="*/ 202041 w 361586"/>
              <a:gd name="connsiteY10" fmla="*/ 44005 h 333660"/>
              <a:gd name="connsiteX11" fmla="*/ 159451 w 361586"/>
              <a:gd name="connsiteY11" fmla="*/ 44005 h 333660"/>
              <a:gd name="connsiteX12" fmla="*/ 180698 w 361586"/>
              <a:gd name="connsiteY12" fmla="*/ 13716 h 333660"/>
              <a:gd name="connsiteX13" fmla="*/ 205550 w 361586"/>
              <a:gd name="connsiteY13" fmla="*/ 56864 h 333660"/>
              <a:gd name="connsiteX14" fmla="*/ 209250 w 361586"/>
              <a:gd name="connsiteY14" fmla="*/ 89726 h 333660"/>
              <a:gd name="connsiteX15" fmla="*/ 152242 w 361586"/>
              <a:gd name="connsiteY15" fmla="*/ 89726 h 333660"/>
              <a:gd name="connsiteX16" fmla="*/ 155941 w 361586"/>
              <a:gd name="connsiteY16" fmla="*/ 56864 h 333660"/>
              <a:gd name="connsiteX17" fmla="*/ 205550 w 361586"/>
              <a:gd name="connsiteY17" fmla="*/ 56864 h 333660"/>
              <a:gd name="connsiteX18" fmla="*/ 263412 w 361586"/>
              <a:gd name="connsiteY18" fmla="*/ 89726 h 333660"/>
              <a:gd name="connsiteX19" fmla="*/ 222055 w 361586"/>
              <a:gd name="connsiteY19" fmla="*/ 89726 h 333660"/>
              <a:gd name="connsiteX20" fmla="*/ 218735 w 361586"/>
              <a:gd name="connsiteY20" fmla="*/ 56864 h 333660"/>
              <a:gd name="connsiteX21" fmla="*/ 253831 w 361586"/>
              <a:gd name="connsiteY21" fmla="*/ 56864 h 333660"/>
              <a:gd name="connsiteX22" fmla="*/ 263412 w 361586"/>
              <a:gd name="connsiteY22" fmla="*/ 89726 h 333660"/>
              <a:gd name="connsiteX23" fmla="*/ 255064 w 361586"/>
              <a:gd name="connsiteY23" fmla="*/ 133064 h 333660"/>
              <a:gd name="connsiteX24" fmla="*/ 218166 w 361586"/>
              <a:gd name="connsiteY24" fmla="*/ 133064 h 333660"/>
              <a:gd name="connsiteX25" fmla="*/ 222055 w 361586"/>
              <a:gd name="connsiteY25" fmla="*/ 102584 h 333660"/>
              <a:gd name="connsiteX26" fmla="*/ 263412 w 361586"/>
              <a:gd name="connsiteY26" fmla="*/ 102584 h 333660"/>
              <a:gd name="connsiteX27" fmla="*/ 255064 w 361586"/>
              <a:gd name="connsiteY27" fmla="*/ 133064 h 333660"/>
              <a:gd name="connsiteX28" fmla="*/ 180793 w 361586"/>
              <a:gd name="connsiteY28" fmla="*/ 177546 h 333660"/>
              <a:gd name="connsiteX29" fmla="*/ 160589 w 361586"/>
              <a:gd name="connsiteY29" fmla="*/ 145923 h 333660"/>
              <a:gd name="connsiteX30" fmla="*/ 200997 w 361586"/>
              <a:gd name="connsiteY30" fmla="*/ 145923 h 333660"/>
              <a:gd name="connsiteX31" fmla="*/ 180793 w 361586"/>
              <a:gd name="connsiteY31" fmla="*/ 177546 h 333660"/>
              <a:gd name="connsiteX32" fmla="*/ 156510 w 361586"/>
              <a:gd name="connsiteY32" fmla="*/ 133064 h 333660"/>
              <a:gd name="connsiteX33" fmla="*/ 152337 w 361586"/>
              <a:gd name="connsiteY33" fmla="*/ 102584 h 333660"/>
              <a:gd name="connsiteX34" fmla="*/ 209344 w 361586"/>
              <a:gd name="connsiteY34" fmla="*/ 102584 h 333660"/>
              <a:gd name="connsiteX35" fmla="*/ 205171 w 361586"/>
              <a:gd name="connsiteY35" fmla="*/ 133064 h 333660"/>
              <a:gd name="connsiteX36" fmla="*/ 156605 w 361586"/>
              <a:gd name="connsiteY36" fmla="*/ 133064 h 333660"/>
              <a:gd name="connsiteX37" fmla="*/ 98080 w 361586"/>
              <a:gd name="connsiteY37" fmla="*/ 102584 h 333660"/>
              <a:gd name="connsiteX38" fmla="*/ 139436 w 361586"/>
              <a:gd name="connsiteY38" fmla="*/ 102584 h 333660"/>
              <a:gd name="connsiteX39" fmla="*/ 143326 w 361586"/>
              <a:gd name="connsiteY39" fmla="*/ 133064 h 333660"/>
              <a:gd name="connsiteX40" fmla="*/ 106427 w 361586"/>
              <a:gd name="connsiteY40" fmla="*/ 133064 h 333660"/>
              <a:gd name="connsiteX41" fmla="*/ 98080 w 361586"/>
              <a:gd name="connsiteY41" fmla="*/ 102584 h 333660"/>
              <a:gd name="connsiteX42" fmla="*/ 139436 w 361586"/>
              <a:gd name="connsiteY42" fmla="*/ 89726 h 333660"/>
              <a:gd name="connsiteX43" fmla="*/ 98080 w 361586"/>
              <a:gd name="connsiteY43" fmla="*/ 89726 h 333660"/>
              <a:gd name="connsiteX44" fmla="*/ 107660 w 361586"/>
              <a:gd name="connsiteY44" fmla="*/ 56864 h 333660"/>
              <a:gd name="connsiteX45" fmla="*/ 142756 w 361586"/>
              <a:gd name="connsiteY45" fmla="*/ 56864 h 333660"/>
              <a:gd name="connsiteX46" fmla="*/ 139436 w 361586"/>
              <a:gd name="connsiteY46" fmla="*/ 89726 h 333660"/>
              <a:gd name="connsiteX47" fmla="*/ 114300 w 361586"/>
              <a:gd name="connsiteY47" fmla="*/ 145923 h 333660"/>
              <a:gd name="connsiteX48" fmla="*/ 147025 w 361586"/>
              <a:gd name="connsiteY48" fmla="*/ 145923 h 333660"/>
              <a:gd name="connsiteX49" fmla="*/ 163909 w 361586"/>
              <a:gd name="connsiteY49" fmla="*/ 177832 h 333660"/>
              <a:gd name="connsiteX50" fmla="*/ 114395 w 361586"/>
              <a:gd name="connsiteY50" fmla="*/ 145923 h 333660"/>
              <a:gd name="connsiteX51" fmla="*/ 197677 w 361586"/>
              <a:gd name="connsiteY51" fmla="*/ 177832 h 333660"/>
              <a:gd name="connsiteX52" fmla="*/ 214562 w 361586"/>
              <a:gd name="connsiteY52" fmla="*/ 145923 h 333660"/>
              <a:gd name="connsiteX53" fmla="*/ 247286 w 361586"/>
              <a:gd name="connsiteY53" fmla="*/ 145923 h 333660"/>
              <a:gd name="connsiteX54" fmla="*/ 197772 w 361586"/>
              <a:gd name="connsiteY54" fmla="*/ 177832 h 333660"/>
              <a:gd name="connsiteX55" fmla="*/ 245294 w 361586"/>
              <a:gd name="connsiteY55" fmla="*/ 44005 h 333660"/>
              <a:gd name="connsiteX56" fmla="*/ 215415 w 361586"/>
              <a:gd name="connsiteY56" fmla="*/ 44005 h 333660"/>
              <a:gd name="connsiteX57" fmla="*/ 201472 w 361586"/>
              <a:gd name="connsiteY57" fmla="*/ 15621 h 333660"/>
              <a:gd name="connsiteX58" fmla="*/ 245200 w 361586"/>
              <a:gd name="connsiteY58" fmla="*/ 44005 h 333660"/>
              <a:gd name="connsiteX59" fmla="*/ 159925 w 361586"/>
              <a:gd name="connsiteY59" fmla="*/ 15621 h 333660"/>
              <a:gd name="connsiteX60" fmla="*/ 145981 w 361586"/>
              <a:gd name="connsiteY60" fmla="*/ 44005 h 333660"/>
              <a:gd name="connsiteX61" fmla="*/ 116102 w 361586"/>
              <a:gd name="connsiteY61" fmla="*/ 44005 h 333660"/>
              <a:gd name="connsiteX62" fmla="*/ 159830 w 361586"/>
              <a:gd name="connsiteY62" fmla="*/ 15621 h 333660"/>
              <a:gd name="connsiteX63" fmla="*/ 321842 w 361586"/>
              <a:gd name="connsiteY63" fmla="*/ 250603 h 333660"/>
              <a:gd name="connsiteX64" fmla="*/ 315866 w 361586"/>
              <a:gd name="connsiteY64" fmla="*/ 248317 h 333660"/>
              <a:gd name="connsiteX65" fmla="*/ 327534 w 361586"/>
              <a:gd name="connsiteY65" fmla="*/ 220599 h 333660"/>
              <a:gd name="connsiteX66" fmla="*/ 288833 w 361586"/>
              <a:gd name="connsiteY66" fmla="*/ 181737 h 333660"/>
              <a:gd name="connsiteX67" fmla="*/ 250132 w 361586"/>
              <a:gd name="connsiteY67" fmla="*/ 220599 h 333660"/>
              <a:gd name="connsiteX68" fmla="*/ 261799 w 361586"/>
              <a:gd name="connsiteY68" fmla="*/ 248317 h 333660"/>
              <a:gd name="connsiteX69" fmla="*/ 255823 w 361586"/>
              <a:gd name="connsiteY69" fmla="*/ 250603 h 333660"/>
              <a:gd name="connsiteX70" fmla="*/ 220632 w 361586"/>
              <a:gd name="connsiteY70" fmla="*/ 278320 h 333660"/>
              <a:gd name="connsiteX71" fmla="*/ 213803 w 361586"/>
              <a:gd name="connsiteY71" fmla="*/ 275749 h 333660"/>
              <a:gd name="connsiteX72" fmla="*/ 207827 w 361586"/>
              <a:gd name="connsiteY72" fmla="*/ 273463 h 333660"/>
              <a:gd name="connsiteX73" fmla="*/ 219494 w 361586"/>
              <a:gd name="connsiteY73" fmla="*/ 245745 h 333660"/>
              <a:gd name="connsiteX74" fmla="*/ 180793 w 361586"/>
              <a:gd name="connsiteY74" fmla="*/ 206883 h 333660"/>
              <a:gd name="connsiteX75" fmla="*/ 142092 w 361586"/>
              <a:gd name="connsiteY75" fmla="*/ 245745 h 333660"/>
              <a:gd name="connsiteX76" fmla="*/ 153760 w 361586"/>
              <a:gd name="connsiteY76" fmla="*/ 273463 h 333660"/>
              <a:gd name="connsiteX77" fmla="*/ 147784 w 361586"/>
              <a:gd name="connsiteY77" fmla="*/ 275749 h 333660"/>
              <a:gd name="connsiteX78" fmla="*/ 140954 w 361586"/>
              <a:gd name="connsiteY78" fmla="*/ 278320 h 333660"/>
              <a:gd name="connsiteX79" fmla="*/ 105763 w 361586"/>
              <a:gd name="connsiteY79" fmla="*/ 250603 h 333660"/>
              <a:gd name="connsiteX80" fmla="*/ 99787 w 361586"/>
              <a:gd name="connsiteY80" fmla="*/ 248317 h 333660"/>
              <a:gd name="connsiteX81" fmla="*/ 111454 w 361586"/>
              <a:gd name="connsiteY81" fmla="*/ 220599 h 333660"/>
              <a:gd name="connsiteX82" fmla="*/ 72754 w 361586"/>
              <a:gd name="connsiteY82" fmla="*/ 181737 h 333660"/>
              <a:gd name="connsiteX83" fmla="*/ 34053 w 361586"/>
              <a:gd name="connsiteY83" fmla="*/ 220599 h 333660"/>
              <a:gd name="connsiteX84" fmla="*/ 45720 w 361586"/>
              <a:gd name="connsiteY84" fmla="*/ 248317 h 333660"/>
              <a:gd name="connsiteX85" fmla="*/ 39744 w 361586"/>
              <a:gd name="connsiteY85" fmla="*/ 250603 h 333660"/>
              <a:gd name="connsiteX86" fmla="*/ 0 w 361586"/>
              <a:gd name="connsiteY86" fmla="*/ 302228 h 333660"/>
              <a:gd name="connsiteX87" fmla="*/ 6355 w 361586"/>
              <a:gd name="connsiteY87" fmla="*/ 308610 h 333660"/>
              <a:gd name="connsiteX88" fmla="*/ 110601 w 361586"/>
              <a:gd name="connsiteY88" fmla="*/ 308610 h 333660"/>
              <a:gd name="connsiteX89" fmla="*/ 108040 w 361586"/>
              <a:gd name="connsiteY89" fmla="*/ 327279 h 333660"/>
              <a:gd name="connsiteX90" fmla="*/ 114395 w 361586"/>
              <a:gd name="connsiteY90" fmla="*/ 333661 h 333660"/>
              <a:gd name="connsiteX91" fmla="*/ 247192 w 361586"/>
              <a:gd name="connsiteY91" fmla="*/ 333661 h 333660"/>
              <a:gd name="connsiteX92" fmla="*/ 253547 w 361586"/>
              <a:gd name="connsiteY92" fmla="*/ 327279 h 333660"/>
              <a:gd name="connsiteX93" fmla="*/ 250986 w 361586"/>
              <a:gd name="connsiteY93" fmla="*/ 308610 h 333660"/>
              <a:gd name="connsiteX94" fmla="*/ 355231 w 361586"/>
              <a:gd name="connsiteY94" fmla="*/ 308610 h 333660"/>
              <a:gd name="connsiteX95" fmla="*/ 361586 w 361586"/>
              <a:gd name="connsiteY95" fmla="*/ 302228 h 333660"/>
              <a:gd name="connsiteX96" fmla="*/ 321842 w 361586"/>
              <a:gd name="connsiteY96" fmla="*/ 250603 h 333660"/>
              <a:gd name="connsiteX97" fmla="*/ 288833 w 361586"/>
              <a:gd name="connsiteY97" fmla="*/ 194596 h 333660"/>
              <a:gd name="connsiteX98" fmla="*/ 314728 w 361586"/>
              <a:gd name="connsiteY98" fmla="*/ 220599 h 333660"/>
              <a:gd name="connsiteX99" fmla="*/ 288833 w 361586"/>
              <a:gd name="connsiteY99" fmla="*/ 246602 h 333660"/>
              <a:gd name="connsiteX100" fmla="*/ 262937 w 361586"/>
              <a:gd name="connsiteY100" fmla="*/ 220599 h 333660"/>
              <a:gd name="connsiteX101" fmla="*/ 288833 w 361586"/>
              <a:gd name="connsiteY101" fmla="*/ 194596 h 333660"/>
              <a:gd name="connsiteX102" fmla="*/ 180793 w 361586"/>
              <a:gd name="connsiteY102" fmla="*/ 219647 h 333660"/>
              <a:gd name="connsiteX103" fmla="*/ 206689 w 361586"/>
              <a:gd name="connsiteY103" fmla="*/ 245650 h 333660"/>
              <a:gd name="connsiteX104" fmla="*/ 180793 w 361586"/>
              <a:gd name="connsiteY104" fmla="*/ 271653 h 333660"/>
              <a:gd name="connsiteX105" fmla="*/ 154898 w 361586"/>
              <a:gd name="connsiteY105" fmla="*/ 245650 h 333660"/>
              <a:gd name="connsiteX106" fmla="*/ 180793 w 361586"/>
              <a:gd name="connsiteY106" fmla="*/ 219647 h 333660"/>
              <a:gd name="connsiteX107" fmla="*/ 72659 w 361586"/>
              <a:gd name="connsiteY107" fmla="*/ 194596 h 333660"/>
              <a:gd name="connsiteX108" fmla="*/ 98554 w 361586"/>
              <a:gd name="connsiteY108" fmla="*/ 220599 h 333660"/>
              <a:gd name="connsiteX109" fmla="*/ 72659 w 361586"/>
              <a:gd name="connsiteY109" fmla="*/ 246602 h 333660"/>
              <a:gd name="connsiteX110" fmla="*/ 46763 w 361586"/>
              <a:gd name="connsiteY110" fmla="*/ 220599 h 333660"/>
              <a:gd name="connsiteX111" fmla="*/ 72659 w 361586"/>
              <a:gd name="connsiteY111" fmla="*/ 194596 h 333660"/>
              <a:gd name="connsiteX112" fmla="*/ 12995 w 361586"/>
              <a:gd name="connsiteY112" fmla="*/ 295751 h 333660"/>
              <a:gd name="connsiteX113" fmla="*/ 44013 w 361586"/>
              <a:gd name="connsiteY113" fmla="*/ 262604 h 333660"/>
              <a:gd name="connsiteX114" fmla="*/ 57482 w 361586"/>
              <a:gd name="connsiteY114" fmla="*/ 256222 h 333660"/>
              <a:gd name="connsiteX115" fmla="*/ 72659 w 361586"/>
              <a:gd name="connsiteY115" fmla="*/ 259366 h 333660"/>
              <a:gd name="connsiteX116" fmla="*/ 87836 w 361586"/>
              <a:gd name="connsiteY116" fmla="*/ 256222 h 333660"/>
              <a:gd name="connsiteX117" fmla="*/ 101305 w 361586"/>
              <a:gd name="connsiteY117" fmla="*/ 262604 h 333660"/>
              <a:gd name="connsiteX118" fmla="*/ 129382 w 361586"/>
              <a:gd name="connsiteY118" fmla="*/ 284035 h 333660"/>
              <a:gd name="connsiteX119" fmla="*/ 116766 w 361586"/>
              <a:gd name="connsiteY119" fmla="*/ 295751 h 333660"/>
              <a:gd name="connsiteX120" fmla="*/ 12995 w 361586"/>
              <a:gd name="connsiteY120" fmla="*/ 295751 h 333660"/>
              <a:gd name="connsiteX121" fmla="*/ 121130 w 361586"/>
              <a:gd name="connsiteY121" fmla="*/ 320897 h 333660"/>
              <a:gd name="connsiteX122" fmla="*/ 152147 w 361586"/>
              <a:gd name="connsiteY122" fmla="*/ 287750 h 333660"/>
              <a:gd name="connsiteX123" fmla="*/ 165616 w 361586"/>
              <a:gd name="connsiteY123" fmla="*/ 281368 h 333660"/>
              <a:gd name="connsiteX124" fmla="*/ 180793 w 361586"/>
              <a:gd name="connsiteY124" fmla="*/ 284512 h 333660"/>
              <a:gd name="connsiteX125" fmla="*/ 195970 w 361586"/>
              <a:gd name="connsiteY125" fmla="*/ 281368 h 333660"/>
              <a:gd name="connsiteX126" fmla="*/ 209439 w 361586"/>
              <a:gd name="connsiteY126" fmla="*/ 287750 h 333660"/>
              <a:gd name="connsiteX127" fmla="*/ 240457 w 361586"/>
              <a:gd name="connsiteY127" fmla="*/ 320897 h 333660"/>
              <a:gd name="connsiteX128" fmla="*/ 121130 w 361586"/>
              <a:gd name="connsiteY128" fmla="*/ 320897 h 333660"/>
              <a:gd name="connsiteX129" fmla="*/ 244725 w 361586"/>
              <a:gd name="connsiteY129" fmla="*/ 295751 h 333660"/>
              <a:gd name="connsiteX130" fmla="*/ 232110 w 361586"/>
              <a:gd name="connsiteY130" fmla="*/ 284035 h 333660"/>
              <a:gd name="connsiteX131" fmla="*/ 260187 w 361586"/>
              <a:gd name="connsiteY131" fmla="*/ 262604 h 333660"/>
              <a:gd name="connsiteX132" fmla="*/ 273656 w 361586"/>
              <a:gd name="connsiteY132" fmla="*/ 256222 h 333660"/>
              <a:gd name="connsiteX133" fmla="*/ 288833 w 361586"/>
              <a:gd name="connsiteY133" fmla="*/ 259366 h 333660"/>
              <a:gd name="connsiteX134" fmla="*/ 304010 w 361586"/>
              <a:gd name="connsiteY134" fmla="*/ 256222 h 333660"/>
              <a:gd name="connsiteX135" fmla="*/ 317479 w 361586"/>
              <a:gd name="connsiteY135" fmla="*/ 262604 h 333660"/>
              <a:gd name="connsiteX136" fmla="*/ 348496 w 361586"/>
              <a:gd name="connsiteY136" fmla="*/ 295751 h 333660"/>
              <a:gd name="connsiteX137" fmla="*/ 244725 w 361586"/>
              <a:gd name="connsiteY137" fmla="*/ 295751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361586" h="333660">
                <a:moveTo>
                  <a:pt x="85085" y="93821"/>
                </a:moveTo>
                <a:cubicBezTo>
                  <a:pt x="84800" y="94488"/>
                  <a:pt x="84610" y="95250"/>
                  <a:pt x="84610" y="96107"/>
                </a:cubicBezTo>
                <a:cubicBezTo>
                  <a:pt x="84610" y="96964"/>
                  <a:pt x="84800" y="97631"/>
                  <a:pt x="85085" y="98298"/>
                </a:cubicBezTo>
                <a:cubicBezTo>
                  <a:pt x="86223" y="150400"/>
                  <a:pt x="128623" y="192405"/>
                  <a:pt x="180793" y="192405"/>
                </a:cubicBezTo>
                <a:cubicBezTo>
                  <a:pt x="232963" y="192405"/>
                  <a:pt x="276596" y="149257"/>
                  <a:pt x="276596" y="96203"/>
                </a:cubicBezTo>
                <a:cubicBezTo>
                  <a:pt x="276596" y="43148"/>
                  <a:pt x="233627" y="0"/>
                  <a:pt x="180793" y="0"/>
                </a:cubicBezTo>
                <a:cubicBezTo>
                  <a:pt x="146361" y="0"/>
                  <a:pt x="116102" y="18478"/>
                  <a:pt x="99313" y="45910"/>
                </a:cubicBezTo>
                <a:cubicBezTo>
                  <a:pt x="98744" y="46577"/>
                  <a:pt x="98270" y="47339"/>
                  <a:pt x="97985" y="48197"/>
                </a:cubicBezTo>
                <a:cubicBezTo>
                  <a:pt x="90207" y="61722"/>
                  <a:pt x="85654" y="77248"/>
                  <a:pt x="85180" y="93821"/>
                </a:cubicBezTo>
                <a:close/>
                <a:moveTo>
                  <a:pt x="180793" y="13716"/>
                </a:moveTo>
                <a:cubicBezTo>
                  <a:pt x="184967" y="16097"/>
                  <a:pt x="195021" y="23813"/>
                  <a:pt x="202041" y="44005"/>
                </a:cubicBezTo>
                <a:lnTo>
                  <a:pt x="159451" y="44005"/>
                </a:lnTo>
                <a:cubicBezTo>
                  <a:pt x="166470" y="23813"/>
                  <a:pt x="176525" y="16097"/>
                  <a:pt x="180698" y="13716"/>
                </a:cubicBezTo>
                <a:close/>
                <a:moveTo>
                  <a:pt x="205550" y="56864"/>
                </a:moveTo>
                <a:cubicBezTo>
                  <a:pt x="207542" y="65913"/>
                  <a:pt x="208870" y="76772"/>
                  <a:pt x="209250" y="89726"/>
                </a:cubicBezTo>
                <a:lnTo>
                  <a:pt x="152242" y="89726"/>
                </a:lnTo>
                <a:cubicBezTo>
                  <a:pt x="152621" y="76772"/>
                  <a:pt x="153949" y="65913"/>
                  <a:pt x="155941" y="56864"/>
                </a:cubicBezTo>
                <a:lnTo>
                  <a:pt x="205550" y="56864"/>
                </a:lnTo>
                <a:close/>
                <a:moveTo>
                  <a:pt x="263412" y="89726"/>
                </a:moveTo>
                <a:lnTo>
                  <a:pt x="222055" y="89726"/>
                </a:lnTo>
                <a:cubicBezTo>
                  <a:pt x="221770" y="77153"/>
                  <a:pt x="220632" y="66199"/>
                  <a:pt x="218735" y="56864"/>
                </a:cubicBezTo>
                <a:lnTo>
                  <a:pt x="253831" y="56864"/>
                </a:lnTo>
                <a:cubicBezTo>
                  <a:pt x="259143" y="66770"/>
                  <a:pt x="262463" y="77914"/>
                  <a:pt x="263412" y="89726"/>
                </a:cubicBezTo>
                <a:close/>
                <a:moveTo>
                  <a:pt x="255064" y="133064"/>
                </a:moveTo>
                <a:lnTo>
                  <a:pt x="218166" y="133064"/>
                </a:lnTo>
                <a:cubicBezTo>
                  <a:pt x="220253" y="124111"/>
                  <a:pt x="221581" y="113919"/>
                  <a:pt x="222055" y="102584"/>
                </a:cubicBezTo>
                <a:lnTo>
                  <a:pt x="263412" y="102584"/>
                </a:lnTo>
                <a:cubicBezTo>
                  <a:pt x="262558" y="113443"/>
                  <a:pt x="259712" y="123730"/>
                  <a:pt x="255064" y="133064"/>
                </a:cubicBezTo>
                <a:close/>
                <a:moveTo>
                  <a:pt x="180793" y="177546"/>
                </a:moveTo>
                <a:cubicBezTo>
                  <a:pt x="175861" y="172974"/>
                  <a:pt x="167134" y="162973"/>
                  <a:pt x="160589" y="145923"/>
                </a:cubicBezTo>
                <a:lnTo>
                  <a:pt x="200997" y="145923"/>
                </a:lnTo>
                <a:cubicBezTo>
                  <a:pt x="194452" y="162973"/>
                  <a:pt x="185631" y="172974"/>
                  <a:pt x="180793" y="177546"/>
                </a:cubicBezTo>
                <a:close/>
                <a:moveTo>
                  <a:pt x="156510" y="133064"/>
                </a:moveTo>
                <a:cubicBezTo>
                  <a:pt x="154234" y="124301"/>
                  <a:pt x="152716" y="114205"/>
                  <a:pt x="152337" y="102584"/>
                </a:cubicBezTo>
                <a:lnTo>
                  <a:pt x="209344" y="102584"/>
                </a:lnTo>
                <a:cubicBezTo>
                  <a:pt x="208870" y="114205"/>
                  <a:pt x="207353" y="124301"/>
                  <a:pt x="205171" y="133064"/>
                </a:cubicBezTo>
                <a:lnTo>
                  <a:pt x="156605" y="133064"/>
                </a:lnTo>
                <a:close/>
                <a:moveTo>
                  <a:pt x="98080" y="102584"/>
                </a:moveTo>
                <a:lnTo>
                  <a:pt x="139436" y="102584"/>
                </a:lnTo>
                <a:cubicBezTo>
                  <a:pt x="139816" y="114014"/>
                  <a:pt x="141239" y="124111"/>
                  <a:pt x="143326" y="133064"/>
                </a:cubicBezTo>
                <a:lnTo>
                  <a:pt x="106427" y="133064"/>
                </a:lnTo>
                <a:cubicBezTo>
                  <a:pt x="101874" y="123730"/>
                  <a:pt x="98934" y="113443"/>
                  <a:pt x="98080" y="102584"/>
                </a:cubicBezTo>
                <a:close/>
                <a:moveTo>
                  <a:pt x="139436" y="89726"/>
                </a:moveTo>
                <a:lnTo>
                  <a:pt x="98080" y="89726"/>
                </a:lnTo>
                <a:cubicBezTo>
                  <a:pt x="99028" y="77914"/>
                  <a:pt x="102348" y="66770"/>
                  <a:pt x="107660" y="56864"/>
                </a:cubicBezTo>
                <a:lnTo>
                  <a:pt x="142756" y="56864"/>
                </a:lnTo>
                <a:cubicBezTo>
                  <a:pt x="140859" y="66199"/>
                  <a:pt x="139816" y="77153"/>
                  <a:pt x="139436" y="89726"/>
                </a:cubicBezTo>
                <a:close/>
                <a:moveTo>
                  <a:pt x="114300" y="145923"/>
                </a:moveTo>
                <a:lnTo>
                  <a:pt x="147025" y="145923"/>
                </a:lnTo>
                <a:cubicBezTo>
                  <a:pt x="151863" y="160115"/>
                  <a:pt x="158218" y="170593"/>
                  <a:pt x="163909" y="177832"/>
                </a:cubicBezTo>
                <a:cubicBezTo>
                  <a:pt x="143705" y="173641"/>
                  <a:pt x="126252" y="161925"/>
                  <a:pt x="114395" y="145923"/>
                </a:cubicBezTo>
                <a:close/>
                <a:moveTo>
                  <a:pt x="197677" y="177832"/>
                </a:moveTo>
                <a:cubicBezTo>
                  <a:pt x="203369" y="170593"/>
                  <a:pt x="209724" y="160115"/>
                  <a:pt x="214562" y="145923"/>
                </a:cubicBezTo>
                <a:lnTo>
                  <a:pt x="247286" y="145923"/>
                </a:lnTo>
                <a:cubicBezTo>
                  <a:pt x="235335" y="161925"/>
                  <a:pt x="217881" y="173641"/>
                  <a:pt x="197772" y="177832"/>
                </a:cubicBezTo>
                <a:close/>
                <a:moveTo>
                  <a:pt x="245294" y="44005"/>
                </a:moveTo>
                <a:lnTo>
                  <a:pt x="215415" y="44005"/>
                </a:lnTo>
                <a:cubicBezTo>
                  <a:pt x="211526" y="31242"/>
                  <a:pt x="206499" y="22098"/>
                  <a:pt x="201472" y="15621"/>
                </a:cubicBezTo>
                <a:cubicBezTo>
                  <a:pt x="218925" y="20193"/>
                  <a:pt x="234196" y="30290"/>
                  <a:pt x="245200" y="44005"/>
                </a:cubicBezTo>
                <a:close/>
                <a:moveTo>
                  <a:pt x="159925" y="15621"/>
                </a:moveTo>
                <a:cubicBezTo>
                  <a:pt x="154898" y="22098"/>
                  <a:pt x="149871" y="31242"/>
                  <a:pt x="145981" y="44005"/>
                </a:cubicBezTo>
                <a:lnTo>
                  <a:pt x="116102" y="44005"/>
                </a:lnTo>
                <a:cubicBezTo>
                  <a:pt x="127105" y="30290"/>
                  <a:pt x="142377" y="20193"/>
                  <a:pt x="159830" y="15621"/>
                </a:cubicBezTo>
                <a:close/>
                <a:moveTo>
                  <a:pt x="321842" y="250603"/>
                </a:moveTo>
                <a:cubicBezTo>
                  <a:pt x="319850" y="249936"/>
                  <a:pt x="317763" y="249079"/>
                  <a:pt x="315866" y="248317"/>
                </a:cubicBezTo>
                <a:cubicBezTo>
                  <a:pt x="322980" y="241268"/>
                  <a:pt x="327534" y="231458"/>
                  <a:pt x="327534" y="220599"/>
                </a:cubicBezTo>
                <a:cubicBezTo>
                  <a:pt x="327534" y="199168"/>
                  <a:pt x="310175" y="181737"/>
                  <a:pt x="288833" y="181737"/>
                </a:cubicBezTo>
                <a:cubicBezTo>
                  <a:pt x="267491" y="181737"/>
                  <a:pt x="250132" y="199168"/>
                  <a:pt x="250132" y="220599"/>
                </a:cubicBezTo>
                <a:cubicBezTo>
                  <a:pt x="250132" y="231458"/>
                  <a:pt x="254590" y="241268"/>
                  <a:pt x="261799" y="248317"/>
                </a:cubicBezTo>
                <a:cubicBezTo>
                  <a:pt x="259902" y="249079"/>
                  <a:pt x="257815" y="249936"/>
                  <a:pt x="255823" y="250603"/>
                </a:cubicBezTo>
                <a:cubicBezTo>
                  <a:pt x="244630" y="254699"/>
                  <a:pt x="228505" y="260604"/>
                  <a:pt x="220632" y="278320"/>
                </a:cubicBezTo>
                <a:cubicBezTo>
                  <a:pt x="218261" y="277368"/>
                  <a:pt x="215889" y="276511"/>
                  <a:pt x="213803" y="275749"/>
                </a:cubicBezTo>
                <a:cubicBezTo>
                  <a:pt x="211811" y="275082"/>
                  <a:pt x="209724" y="274225"/>
                  <a:pt x="207827" y="273463"/>
                </a:cubicBezTo>
                <a:cubicBezTo>
                  <a:pt x="214941" y="266414"/>
                  <a:pt x="219494" y="256603"/>
                  <a:pt x="219494" y="245745"/>
                </a:cubicBezTo>
                <a:cubicBezTo>
                  <a:pt x="219494" y="224314"/>
                  <a:pt x="202136" y="206883"/>
                  <a:pt x="180793" y="206883"/>
                </a:cubicBezTo>
                <a:cubicBezTo>
                  <a:pt x="159451" y="206883"/>
                  <a:pt x="142092" y="224314"/>
                  <a:pt x="142092" y="245745"/>
                </a:cubicBezTo>
                <a:cubicBezTo>
                  <a:pt x="142092" y="256603"/>
                  <a:pt x="146551" y="266414"/>
                  <a:pt x="153760" y="273463"/>
                </a:cubicBezTo>
                <a:cubicBezTo>
                  <a:pt x="151863" y="274225"/>
                  <a:pt x="149776" y="275082"/>
                  <a:pt x="147784" y="275749"/>
                </a:cubicBezTo>
                <a:cubicBezTo>
                  <a:pt x="145697" y="276511"/>
                  <a:pt x="143420" y="277368"/>
                  <a:pt x="140954" y="278320"/>
                </a:cubicBezTo>
                <a:cubicBezTo>
                  <a:pt x="133176" y="260699"/>
                  <a:pt x="116956" y="254699"/>
                  <a:pt x="105763" y="250603"/>
                </a:cubicBezTo>
                <a:cubicBezTo>
                  <a:pt x="103771" y="249936"/>
                  <a:pt x="101684" y="249079"/>
                  <a:pt x="99787" y="248317"/>
                </a:cubicBezTo>
                <a:cubicBezTo>
                  <a:pt x="106901" y="241268"/>
                  <a:pt x="111454" y="231458"/>
                  <a:pt x="111454" y="220599"/>
                </a:cubicBezTo>
                <a:cubicBezTo>
                  <a:pt x="111454" y="199168"/>
                  <a:pt x="94096" y="181737"/>
                  <a:pt x="72754" y="181737"/>
                </a:cubicBezTo>
                <a:cubicBezTo>
                  <a:pt x="51411" y="181737"/>
                  <a:pt x="34053" y="199168"/>
                  <a:pt x="34053" y="220599"/>
                </a:cubicBezTo>
                <a:cubicBezTo>
                  <a:pt x="34053" y="231458"/>
                  <a:pt x="38511" y="241268"/>
                  <a:pt x="45720" y="248317"/>
                </a:cubicBezTo>
                <a:cubicBezTo>
                  <a:pt x="43823" y="249079"/>
                  <a:pt x="41736" y="249936"/>
                  <a:pt x="39744" y="250603"/>
                </a:cubicBezTo>
                <a:cubicBezTo>
                  <a:pt x="24852" y="256032"/>
                  <a:pt x="0" y="264985"/>
                  <a:pt x="0" y="302228"/>
                </a:cubicBezTo>
                <a:cubicBezTo>
                  <a:pt x="0" y="305753"/>
                  <a:pt x="2846" y="308610"/>
                  <a:pt x="6355" y="308610"/>
                </a:cubicBezTo>
                <a:lnTo>
                  <a:pt x="110601" y="308610"/>
                </a:lnTo>
                <a:cubicBezTo>
                  <a:pt x="108988" y="313849"/>
                  <a:pt x="108040" y="320040"/>
                  <a:pt x="108040" y="327279"/>
                </a:cubicBezTo>
                <a:cubicBezTo>
                  <a:pt x="108040" y="330803"/>
                  <a:pt x="110885" y="333661"/>
                  <a:pt x="114395" y="333661"/>
                </a:cubicBezTo>
                <a:lnTo>
                  <a:pt x="247192" y="333661"/>
                </a:lnTo>
                <a:cubicBezTo>
                  <a:pt x="250701" y="333661"/>
                  <a:pt x="253547" y="330803"/>
                  <a:pt x="253547" y="327279"/>
                </a:cubicBezTo>
                <a:cubicBezTo>
                  <a:pt x="253547" y="320040"/>
                  <a:pt x="252598" y="313944"/>
                  <a:pt x="250986" y="308610"/>
                </a:cubicBezTo>
                <a:lnTo>
                  <a:pt x="355231" y="308610"/>
                </a:lnTo>
                <a:cubicBezTo>
                  <a:pt x="358741" y="308610"/>
                  <a:pt x="361586" y="305753"/>
                  <a:pt x="361586" y="302228"/>
                </a:cubicBezTo>
                <a:cubicBezTo>
                  <a:pt x="361586" y="264985"/>
                  <a:pt x="336734" y="255937"/>
                  <a:pt x="321842" y="250603"/>
                </a:cubicBezTo>
                <a:close/>
                <a:moveTo>
                  <a:pt x="288833" y="194596"/>
                </a:moveTo>
                <a:cubicBezTo>
                  <a:pt x="303156" y="194596"/>
                  <a:pt x="314728" y="206216"/>
                  <a:pt x="314728" y="220599"/>
                </a:cubicBezTo>
                <a:cubicBezTo>
                  <a:pt x="314728" y="234982"/>
                  <a:pt x="303156" y="246602"/>
                  <a:pt x="288833" y="246602"/>
                </a:cubicBezTo>
                <a:cubicBezTo>
                  <a:pt x="274510" y="246602"/>
                  <a:pt x="262937" y="234982"/>
                  <a:pt x="262937" y="220599"/>
                </a:cubicBezTo>
                <a:cubicBezTo>
                  <a:pt x="262937" y="206216"/>
                  <a:pt x="274510" y="194596"/>
                  <a:pt x="288833" y="194596"/>
                </a:cubicBezTo>
                <a:close/>
                <a:moveTo>
                  <a:pt x="180793" y="219647"/>
                </a:moveTo>
                <a:cubicBezTo>
                  <a:pt x="195116" y="219647"/>
                  <a:pt x="206689" y="231267"/>
                  <a:pt x="206689" y="245650"/>
                </a:cubicBezTo>
                <a:cubicBezTo>
                  <a:pt x="206689" y="260033"/>
                  <a:pt x="195116" y="271653"/>
                  <a:pt x="180793" y="271653"/>
                </a:cubicBezTo>
                <a:cubicBezTo>
                  <a:pt x="166470" y="271653"/>
                  <a:pt x="154898" y="260033"/>
                  <a:pt x="154898" y="245650"/>
                </a:cubicBezTo>
                <a:cubicBezTo>
                  <a:pt x="154898" y="231267"/>
                  <a:pt x="166470" y="219647"/>
                  <a:pt x="180793" y="219647"/>
                </a:cubicBezTo>
                <a:close/>
                <a:moveTo>
                  <a:pt x="72659" y="194596"/>
                </a:moveTo>
                <a:cubicBezTo>
                  <a:pt x="86982" y="194596"/>
                  <a:pt x="98554" y="206216"/>
                  <a:pt x="98554" y="220599"/>
                </a:cubicBezTo>
                <a:cubicBezTo>
                  <a:pt x="98554" y="234982"/>
                  <a:pt x="86982" y="246602"/>
                  <a:pt x="72659" y="246602"/>
                </a:cubicBezTo>
                <a:cubicBezTo>
                  <a:pt x="58336" y="246602"/>
                  <a:pt x="46763" y="234982"/>
                  <a:pt x="46763" y="220599"/>
                </a:cubicBezTo>
                <a:cubicBezTo>
                  <a:pt x="46763" y="206216"/>
                  <a:pt x="58336" y="194596"/>
                  <a:pt x="72659" y="194596"/>
                </a:cubicBezTo>
                <a:close/>
                <a:moveTo>
                  <a:pt x="12995" y="295751"/>
                </a:moveTo>
                <a:cubicBezTo>
                  <a:pt x="15366" y="272987"/>
                  <a:pt x="30448" y="267557"/>
                  <a:pt x="44013" y="262604"/>
                </a:cubicBezTo>
                <a:cubicBezTo>
                  <a:pt x="49230" y="260699"/>
                  <a:pt x="53878" y="258889"/>
                  <a:pt x="57482" y="256222"/>
                </a:cubicBezTo>
                <a:cubicBezTo>
                  <a:pt x="62130" y="258223"/>
                  <a:pt x="67252" y="259366"/>
                  <a:pt x="72659" y="259366"/>
                </a:cubicBezTo>
                <a:cubicBezTo>
                  <a:pt x="78065" y="259366"/>
                  <a:pt x="83188" y="258223"/>
                  <a:pt x="87836" y="256222"/>
                </a:cubicBezTo>
                <a:cubicBezTo>
                  <a:pt x="91440" y="258889"/>
                  <a:pt x="96088" y="260699"/>
                  <a:pt x="101305" y="262604"/>
                </a:cubicBezTo>
                <a:cubicBezTo>
                  <a:pt x="111929" y="266510"/>
                  <a:pt x="123785" y="270891"/>
                  <a:pt x="129382" y="284035"/>
                </a:cubicBezTo>
                <a:cubicBezTo>
                  <a:pt x="124829" y="286988"/>
                  <a:pt x="120371" y="290703"/>
                  <a:pt x="116766" y="295751"/>
                </a:cubicBezTo>
                <a:lnTo>
                  <a:pt x="12995" y="295751"/>
                </a:lnTo>
                <a:close/>
                <a:moveTo>
                  <a:pt x="121130" y="320897"/>
                </a:moveTo>
                <a:cubicBezTo>
                  <a:pt x="123501" y="298133"/>
                  <a:pt x="138583" y="292703"/>
                  <a:pt x="152147" y="287750"/>
                </a:cubicBezTo>
                <a:cubicBezTo>
                  <a:pt x="157364" y="285845"/>
                  <a:pt x="162012" y="284035"/>
                  <a:pt x="165616" y="281368"/>
                </a:cubicBezTo>
                <a:cubicBezTo>
                  <a:pt x="170264" y="283369"/>
                  <a:pt x="175386" y="284512"/>
                  <a:pt x="180793" y="284512"/>
                </a:cubicBezTo>
                <a:cubicBezTo>
                  <a:pt x="186200" y="284512"/>
                  <a:pt x="191322" y="283369"/>
                  <a:pt x="195970" y="281368"/>
                </a:cubicBezTo>
                <a:cubicBezTo>
                  <a:pt x="199574" y="284035"/>
                  <a:pt x="204222" y="285845"/>
                  <a:pt x="209439" y="287750"/>
                </a:cubicBezTo>
                <a:cubicBezTo>
                  <a:pt x="222909" y="292608"/>
                  <a:pt x="238085" y="298133"/>
                  <a:pt x="240457" y="320897"/>
                </a:cubicBezTo>
                <a:lnTo>
                  <a:pt x="121130" y="320897"/>
                </a:lnTo>
                <a:close/>
                <a:moveTo>
                  <a:pt x="244725" y="295751"/>
                </a:moveTo>
                <a:cubicBezTo>
                  <a:pt x="241121" y="290703"/>
                  <a:pt x="236663" y="286988"/>
                  <a:pt x="232110" y="284035"/>
                </a:cubicBezTo>
                <a:cubicBezTo>
                  <a:pt x="237611" y="270891"/>
                  <a:pt x="249468" y="266510"/>
                  <a:pt x="260187" y="262604"/>
                </a:cubicBezTo>
                <a:cubicBezTo>
                  <a:pt x="265404" y="260699"/>
                  <a:pt x="270051" y="258889"/>
                  <a:pt x="273656" y="256222"/>
                </a:cubicBezTo>
                <a:cubicBezTo>
                  <a:pt x="278304" y="258223"/>
                  <a:pt x="283426" y="259366"/>
                  <a:pt x="288833" y="259366"/>
                </a:cubicBezTo>
                <a:cubicBezTo>
                  <a:pt x="294239" y="259366"/>
                  <a:pt x="299362" y="258223"/>
                  <a:pt x="304010" y="256222"/>
                </a:cubicBezTo>
                <a:cubicBezTo>
                  <a:pt x="307614" y="258889"/>
                  <a:pt x="312262" y="260699"/>
                  <a:pt x="317479" y="262604"/>
                </a:cubicBezTo>
                <a:cubicBezTo>
                  <a:pt x="330948" y="267462"/>
                  <a:pt x="346125" y="272987"/>
                  <a:pt x="348496" y="295751"/>
                </a:cubicBezTo>
                <a:lnTo>
                  <a:pt x="244725" y="29575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9" name="Graphic 204">
            <a:extLst>
              <a:ext uri="{FF2B5EF4-FFF2-40B4-BE49-F238E27FC236}">
                <a16:creationId xmlns:a16="http://schemas.microsoft.com/office/drawing/2014/main" id="{D58CDA06-99A3-D3AC-203F-7BFABE2BB1AC}"/>
              </a:ext>
            </a:extLst>
          </p:cNvPr>
          <p:cNvSpPr/>
          <p:nvPr/>
        </p:nvSpPr>
        <p:spPr>
          <a:xfrm>
            <a:off x="7820746" y="3489430"/>
            <a:ext cx="484846" cy="447400"/>
          </a:xfrm>
          <a:custGeom>
            <a:avLst/>
            <a:gdLst>
              <a:gd name="connsiteX0" fmla="*/ 85085 w 361586"/>
              <a:gd name="connsiteY0" fmla="*/ 93821 h 333660"/>
              <a:gd name="connsiteX1" fmla="*/ 84610 w 361586"/>
              <a:gd name="connsiteY1" fmla="*/ 96107 h 333660"/>
              <a:gd name="connsiteX2" fmla="*/ 85085 w 361586"/>
              <a:gd name="connsiteY2" fmla="*/ 98298 h 333660"/>
              <a:gd name="connsiteX3" fmla="*/ 180793 w 361586"/>
              <a:gd name="connsiteY3" fmla="*/ 192405 h 333660"/>
              <a:gd name="connsiteX4" fmla="*/ 276596 w 361586"/>
              <a:gd name="connsiteY4" fmla="*/ 96203 h 333660"/>
              <a:gd name="connsiteX5" fmla="*/ 180793 w 361586"/>
              <a:gd name="connsiteY5" fmla="*/ 0 h 333660"/>
              <a:gd name="connsiteX6" fmla="*/ 99313 w 361586"/>
              <a:gd name="connsiteY6" fmla="*/ 45910 h 333660"/>
              <a:gd name="connsiteX7" fmla="*/ 97985 w 361586"/>
              <a:gd name="connsiteY7" fmla="*/ 48197 h 333660"/>
              <a:gd name="connsiteX8" fmla="*/ 85180 w 361586"/>
              <a:gd name="connsiteY8" fmla="*/ 93821 h 333660"/>
              <a:gd name="connsiteX9" fmla="*/ 180793 w 361586"/>
              <a:gd name="connsiteY9" fmla="*/ 13716 h 333660"/>
              <a:gd name="connsiteX10" fmla="*/ 202041 w 361586"/>
              <a:gd name="connsiteY10" fmla="*/ 44005 h 333660"/>
              <a:gd name="connsiteX11" fmla="*/ 159451 w 361586"/>
              <a:gd name="connsiteY11" fmla="*/ 44005 h 333660"/>
              <a:gd name="connsiteX12" fmla="*/ 180698 w 361586"/>
              <a:gd name="connsiteY12" fmla="*/ 13716 h 333660"/>
              <a:gd name="connsiteX13" fmla="*/ 205550 w 361586"/>
              <a:gd name="connsiteY13" fmla="*/ 56864 h 333660"/>
              <a:gd name="connsiteX14" fmla="*/ 209250 w 361586"/>
              <a:gd name="connsiteY14" fmla="*/ 89726 h 333660"/>
              <a:gd name="connsiteX15" fmla="*/ 152242 w 361586"/>
              <a:gd name="connsiteY15" fmla="*/ 89726 h 333660"/>
              <a:gd name="connsiteX16" fmla="*/ 155941 w 361586"/>
              <a:gd name="connsiteY16" fmla="*/ 56864 h 333660"/>
              <a:gd name="connsiteX17" fmla="*/ 205550 w 361586"/>
              <a:gd name="connsiteY17" fmla="*/ 56864 h 333660"/>
              <a:gd name="connsiteX18" fmla="*/ 263412 w 361586"/>
              <a:gd name="connsiteY18" fmla="*/ 89726 h 333660"/>
              <a:gd name="connsiteX19" fmla="*/ 222055 w 361586"/>
              <a:gd name="connsiteY19" fmla="*/ 89726 h 333660"/>
              <a:gd name="connsiteX20" fmla="*/ 218735 w 361586"/>
              <a:gd name="connsiteY20" fmla="*/ 56864 h 333660"/>
              <a:gd name="connsiteX21" fmla="*/ 253831 w 361586"/>
              <a:gd name="connsiteY21" fmla="*/ 56864 h 333660"/>
              <a:gd name="connsiteX22" fmla="*/ 263412 w 361586"/>
              <a:gd name="connsiteY22" fmla="*/ 89726 h 333660"/>
              <a:gd name="connsiteX23" fmla="*/ 255064 w 361586"/>
              <a:gd name="connsiteY23" fmla="*/ 133064 h 333660"/>
              <a:gd name="connsiteX24" fmla="*/ 218166 w 361586"/>
              <a:gd name="connsiteY24" fmla="*/ 133064 h 333660"/>
              <a:gd name="connsiteX25" fmla="*/ 222055 w 361586"/>
              <a:gd name="connsiteY25" fmla="*/ 102584 h 333660"/>
              <a:gd name="connsiteX26" fmla="*/ 263412 w 361586"/>
              <a:gd name="connsiteY26" fmla="*/ 102584 h 333660"/>
              <a:gd name="connsiteX27" fmla="*/ 255064 w 361586"/>
              <a:gd name="connsiteY27" fmla="*/ 133064 h 333660"/>
              <a:gd name="connsiteX28" fmla="*/ 180793 w 361586"/>
              <a:gd name="connsiteY28" fmla="*/ 177546 h 333660"/>
              <a:gd name="connsiteX29" fmla="*/ 160589 w 361586"/>
              <a:gd name="connsiteY29" fmla="*/ 145923 h 333660"/>
              <a:gd name="connsiteX30" fmla="*/ 200997 w 361586"/>
              <a:gd name="connsiteY30" fmla="*/ 145923 h 333660"/>
              <a:gd name="connsiteX31" fmla="*/ 180793 w 361586"/>
              <a:gd name="connsiteY31" fmla="*/ 177546 h 333660"/>
              <a:gd name="connsiteX32" fmla="*/ 156510 w 361586"/>
              <a:gd name="connsiteY32" fmla="*/ 133064 h 333660"/>
              <a:gd name="connsiteX33" fmla="*/ 152337 w 361586"/>
              <a:gd name="connsiteY33" fmla="*/ 102584 h 333660"/>
              <a:gd name="connsiteX34" fmla="*/ 209344 w 361586"/>
              <a:gd name="connsiteY34" fmla="*/ 102584 h 333660"/>
              <a:gd name="connsiteX35" fmla="*/ 205171 w 361586"/>
              <a:gd name="connsiteY35" fmla="*/ 133064 h 333660"/>
              <a:gd name="connsiteX36" fmla="*/ 156605 w 361586"/>
              <a:gd name="connsiteY36" fmla="*/ 133064 h 333660"/>
              <a:gd name="connsiteX37" fmla="*/ 98080 w 361586"/>
              <a:gd name="connsiteY37" fmla="*/ 102584 h 333660"/>
              <a:gd name="connsiteX38" fmla="*/ 139436 w 361586"/>
              <a:gd name="connsiteY38" fmla="*/ 102584 h 333660"/>
              <a:gd name="connsiteX39" fmla="*/ 143326 w 361586"/>
              <a:gd name="connsiteY39" fmla="*/ 133064 h 333660"/>
              <a:gd name="connsiteX40" fmla="*/ 106427 w 361586"/>
              <a:gd name="connsiteY40" fmla="*/ 133064 h 333660"/>
              <a:gd name="connsiteX41" fmla="*/ 98080 w 361586"/>
              <a:gd name="connsiteY41" fmla="*/ 102584 h 333660"/>
              <a:gd name="connsiteX42" fmla="*/ 139436 w 361586"/>
              <a:gd name="connsiteY42" fmla="*/ 89726 h 333660"/>
              <a:gd name="connsiteX43" fmla="*/ 98080 w 361586"/>
              <a:gd name="connsiteY43" fmla="*/ 89726 h 333660"/>
              <a:gd name="connsiteX44" fmla="*/ 107660 w 361586"/>
              <a:gd name="connsiteY44" fmla="*/ 56864 h 333660"/>
              <a:gd name="connsiteX45" fmla="*/ 142756 w 361586"/>
              <a:gd name="connsiteY45" fmla="*/ 56864 h 333660"/>
              <a:gd name="connsiteX46" fmla="*/ 139436 w 361586"/>
              <a:gd name="connsiteY46" fmla="*/ 89726 h 333660"/>
              <a:gd name="connsiteX47" fmla="*/ 114300 w 361586"/>
              <a:gd name="connsiteY47" fmla="*/ 145923 h 333660"/>
              <a:gd name="connsiteX48" fmla="*/ 147025 w 361586"/>
              <a:gd name="connsiteY48" fmla="*/ 145923 h 333660"/>
              <a:gd name="connsiteX49" fmla="*/ 163909 w 361586"/>
              <a:gd name="connsiteY49" fmla="*/ 177832 h 333660"/>
              <a:gd name="connsiteX50" fmla="*/ 114395 w 361586"/>
              <a:gd name="connsiteY50" fmla="*/ 145923 h 333660"/>
              <a:gd name="connsiteX51" fmla="*/ 197677 w 361586"/>
              <a:gd name="connsiteY51" fmla="*/ 177832 h 333660"/>
              <a:gd name="connsiteX52" fmla="*/ 214562 w 361586"/>
              <a:gd name="connsiteY52" fmla="*/ 145923 h 333660"/>
              <a:gd name="connsiteX53" fmla="*/ 247286 w 361586"/>
              <a:gd name="connsiteY53" fmla="*/ 145923 h 333660"/>
              <a:gd name="connsiteX54" fmla="*/ 197772 w 361586"/>
              <a:gd name="connsiteY54" fmla="*/ 177832 h 333660"/>
              <a:gd name="connsiteX55" fmla="*/ 245294 w 361586"/>
              <a:gd name="connsiteY55" fmla="*/ 44005 h 333660"/>
              <a:gd name="connsiteX56" fmla="*/ 215415 w 361586"/>
              <a:gd name="connsiteY56" fmla="*/ 44005 h 333660"/>
              <a:gd name="connsiteX57" fmla="*/ 201472 w 361586"/>
              <a:gd name="connsiteY57" fmla="*/ 15621 h 333660"/>
              <a:gd name="connsiteX58" fmla="*/ 245200 w 361586"/>
              <a:gd name="connsiteY58" fmla="*/ 44005 h 333660"/>
              <a:gd name="connsiteX59" fmla="*/ 159925 w 361586"/>
              <a:gd name="connsiteY59" fmla="*/ 15621 h 333660"/>
              <a:gd name="connsiteX60" fmla="*/ 145981 w 361586"/>
              <a:gd name="connsiteY60" fmla="*/ 44005 h 333660"/>
              <a:gd name="connsiteX61" fmla="*/ 116102 w 361586"/>
              <a:gd name="connsiteY61" fmla="*/ 44005 h 333660"/>
              <a:gd name="connsiteX62" fmla="*/ 159830 w 361586"/>
              <a:gd name="connsiteY62" fmla="*/ 15621 h 333660"/>
              <a:gd name="connsiteX63" fmla="*/ 321842 w 361586"/>
              <a:gd name="connsiteY63" fmla="*/ 250603 h 333660"/>
              <a:gd name="connsiteX64" fmla="*/ 315866 w 361586"/>
              <a:gd name="connsiteY64" fmla="*/ 248317 h 333660"/>
              <a:gd name="connsiteX65" fmla="*/ 327534 w 361586"/>
              <a:gd name="connsiteY65" fmla="*/ 220599 h 333660"/>
              <a:gd name="connsiteX66" fmla="*/ 288833 w 361586"/>
              <a:gd name="connsiteY66" fmla="*/ 181737 h 333660"/>
              <a:gd name="connsiteX67" fmla="*/ 250132 w 361586"/>
              <a:gd name="connsiteY67" fmla="*/ 220599 h 333660"/>
              <a:gd name="connsiteX68" fmla="*/ 261799 w 361586"/>
              <a:gd name="connsiteY68" fmla="*/ 248317 h 333660"/>
              <a:gd name="connsiteX69" fmla="*/ 255823 w 361586"/>
              <a:gd name="connsiteY69" fmla="*/ 250603 h 333660"/>
              <a:gd name="connsiteX70" fmla="*/ 220632 w 361586"/>
              <a:gd name="connsiteY70" fmla="*/ 278320 h 333660"/>
              <a:gd name="connsiteX71" fmla="*/ 213803 w 361586"/>
              <a:gd name="connsiteY71" fmla="*/ 275749 h 333660"/>
              <a:gd name="connsiteX72" fmla="*/ 207827 w 361586"/>
              <a:gd name="connsiteY72" fmla="*/ 273463 h 333660"/>
              <a:gd name="connsiteX73" fmla="*/ 219494 w 361586"/>
              <a:gd name="connsiteY73" fmla="*/ 245745 h 333660"/>
              <a:gd name="connsiteX74" fmla="*/ 180793 w 361586"/>
              <a:gd name="connsiteY74" fmla="*/ 206883 h 333660"/>
              <a:gd name="connsiteX75" fmla="*/ 142092 w 361586"/>
              <a:gd name="connsiteY75" fmla="*/ 245745 h 333660"/>
              <a:gd name="connsiteX76" fmla="*/ 153760 w 361586"/>
              <a:gd name="connsiteY76" fmla="*/ 273463 h 333660"/>
              <a:gd name="connsiteX77" fmla="*/ 147784 w 361586"/>
              <a:gd name="connsiteY77" fmla="*/ 275749 h 333660"/>
              <a:gd name="connsiteX78" fmla="*/ 140954 w 361586"/>
              <a:gd name="connsiteY78" fmla="*/ 278320 h 333660"/>
              <a:gd name="connsiteX79" fmla="*/ 105763 w 361586"/>
              <a:gd name="connsiteY79" fmla="*/ 250603 h 333660"/>
              <a:gd name="connsiteX80" fmla="*/ 99787 w 361586"/>
              <a:gd name="connsiteY80" fmla="*/ 248317 h 333660"/>
              <a:gd name="connsiteX81" fmla="*/ 111454 w 361586"/>
              <a:gd name="connsiteY81" fmla="*/ 220599 h 333660"/>
              <a:gd name="connsiteX82" fmla="*/ 72754 w 361586"/>
              <a:gd name="connsiteY82" fmla="*/ 181737 h 333660"/>
              <a:gd name="connsiteX83" fmla="*/ 34053 w 361586"/>
              <a:gd name="connsiteY83" fmla="*/ 220599 h 333660"/>
              <a:gd name="connsiteX84" fmla="*/ 45720 w 361586"/>
              <a:gd name="connsiteY84" fmla="*/ 248317 h 333660"/>
              <a:gd name="connsiteX85" fmla="*/ 39744 w 361586"/>
              <a:gd name="connsiteY85" fmla="*/ 250603 h 333660"/>
              <a:gd name="connsiteX86" fmla="*/ 0 w 361586"/>
              <a:gd name="connsiteY86" fmla="*/ 302228 h 333660"/>
              <a:gd name="connsiteX87" fmla="*/ 6355 w 361586"/>
              <a:gd name="connsiteY87" fmla="*/ 308610 h 333660"/>
              <a:gd name="connsiteX88" fmla="*/ 110601 w 361586"/>
              <a:gd name="connsiteY88" fmla="*/ 308610 h 333660"/>
              <a:gd name="connsiteX89" fmla="*/ 108040 w 361586"/>
              <a:gd name="connsiteY89" fmla="*/ 327279 h 333660"/>
              <a:gd name="connsiteX90" fmla="*/ 114395 w 361586"/>
              <a:gd name="connsiteY90" fmla="*/ 333661 h 333660"/>
              <a:gd name="connsiteX91" fmla="*/ 247192 w 361586"/>
              <a:gd name="connsiteY91" fmla="*/ 333661 h 333660"/>
              <a:gd name="connsiteX92" fmla="*/ 253547 w 361586"/>
              <a:gd name="connsiteY92" fmla="*/ 327279 h 333660"/>
              <a:gd name="connsiteX93" fmla="*/ 250986 w 361586"/>
              <a:gd name="connsiteY93" fmla="*/ 308610 h 333660"/>
              <a:gd name="connsiteX94" fmla="*/ 355231 w 361586"/>
              <a:gd name="connsiteY94" fmla="*/ 308610 h 333660"/>
              <a:gd name="connsiteX95" fmla="*/ 361586 w 361586"/>
              <a:gd name="connsiteY95" fmla="*/ 302228 h 333660"/>
              <a:gd name="connsiteX96" fmla="*/ 321842 w 361586"/>
              <a:gd name="connsiteY96" fmla="*/ 250603 h 333660"/>
              <a:gd name="connsiteX97" fmla="*/ 288833 w 361586"/>
              <a:gd name="connsiteY97" fmla="*/ 194596 h 333660"/>
              <a:gd name="connsiteX98" fmla="*/ 314728 w 361586"/>
              <a:gd name="connsiteY98" fmla="*/ 220599 h 333660"/>
              <a:gd name="connsiteX99" fmla="*/ 288833 w 361586"/>
              <a:gd name="connsiteY99" fmla="*/ 246602 h 333660"/>
              <a:gd name="connsiteX100" fmla="*/ 262937 w 361586"/>
              <a:gd name="connsiteY100" fmla="*/ 220599 h 333660"/>
              <a:gd name="connsiteX101" fmla="*/ 288833 w 361586"/>
              <a:gd name="connsiteY101" fmla="*/ 194596 h 333660"/>
              <a:gd name="connsiteX102" fmla="*/ 180793 w 361586"/>
              <a:gd name="connsiteY102" fmla="*/ 219647 h 333660"/>
              <a:gd name="connsiteX103" fmla="*/ 206689 w 361586"/>
              <a:gd name="connsiteY103" fmla="*/ 245650 h 333660"/>
              <a:gd name="connsiteX104" fmla="*/ 180793 w 361586"/>
              <a:gd name="connsiteY104" fmla="*/ 271653 h 333660"/>
              <a:gd name="connsiteX105" fmla="*/ 154898 w 361586"/>
              <a:gd name="connsiteY105" fmla="*/ 245650 h 333660"/>
              <a:gd name="connsiteX106" fmla="*/ 180793 w 361586"/>
              <a:gd name="connsiteY106" fmla="*/ 219647 h 333660"/>
              <a:gd name="connsiteX107" fmla="*/ 72659 w 361586"/>
              <a:gd name="connsiteY107" fmla="*/ 194596 h 333660"/>
              <a:gd name="connsiteX108" fmla="*/ 98554 w 361586"/>
              <a:gd name="connsiteY108" fmla="*/ 220599 h 333660"/>
              <a:gd name="connsiteX109" fmla="*/ 72659 w 361586"/>
              <a:gd name="connsiteY109" fmla="*/ 246602 h 333660"/>
              <a:gd name="connsiteX110" fmla="*/ 46763 w 361586"/>
              <a:gd name="connsiteY110" fmla="*/ 220599 h 333660"/>
              <a:gd name="connsiteX111" fmla="*/ 72659 w 361586"/>
              <a:gd name="connsiteY111" fmla="*/ 194596 h 333660"/>
              <a:gd name="connsiteX112" fmla="*/ 12995 w 361586"/>
              <a:gd name="connsiteY112" fmla="*/ 295751 h 333660"/>
              <a:gd name="connsiteX113" fmla="*/ 44013 w 361586"/>
              <a:gd name="connsiteY113" fmla="*/ 262604 h 333660"/>
              <a:gd name="connsiteX114" fmla="*/ 57482 w 361586"/>
              <a:gd name="connsiteY114" fmla="*/ 256222 h 333660"/>
              <a:gd name="connsiteX115" fmla="*/ 72659 w 361586"/>
              <a:gd name="connsiteY115" fmla="*/ 259366 h 333660"/>
              <a:gd name="connsiteX116" fmla="*/ 87836 w 361586"/>
              <a:gd name="connsiteY116" fmla="*/ 256222 h 333660"/>
              <a:gd name="connsiteX117" fmla="*/ 101305 w 361586"/>
              <a:gd name="connsiteY117" fmla="*/ 262604 h 333660"/>
              <a:gd name="connsiteX118" fmla="*/ 129382 w 361586"/>
              <a:gd name="connsiteY118" fmla="*/ 284035 h 333660"/>
              <a:gd name="connsiteX119" fmla="*/ 116766 w 361586"/>
              <a:gd name="connsiteY119" fmla="*/ 295751 h 333660"/>
              <a:gd name="connsiteX120" fmla="*/ 12995 w 361586"/>
              <a:gd name="connsiteY120" fmla="*/ 295751 h 333660"/>
              <a:gd name="connsiteX121" fmla="*/ 121130 w 361586"/>
              <a:gd name="connsiteY121" fmla="*/ 320897 h 333660"/>
              <a:gd name="connsiteX122" fmla="*/ 152147 w 361586"/>
              <a:gd name="connsiteY122" fmla="*/ 287750 h 333660"/>
              <a:gd name="connsiteX123" fmla="*/ 165616 w 361586"/>
              <a:gd name="connsiteY123" fmla="*/ 281368 h 333660"/>
              <a:gd name="connsiteX124" fmla="*/ 180793 w 361586"/>
              <a:gd name="connsiteY124" fmla="*/ 284512 h 333660"/>
              <a:gd name="connsiteX125" fmla="*/ 195970 w 361586"/>
              <a:gd name="connsiteY125" fmla="*/ 281368 h 333660"/>
              <a:gd name="connsiteX126" fmla="*/ 209439 w 361586"/>
              <a:gd name="connsiteY126" fmla="*/ 287750 h 333660"/>
              <a:gd name="connsiteX127" fmla="*/ 240457 w 361586"/>
              <a:gd name="connsiteY127" fmla="*/ 320897 h 333660"/>
              <a:gd name="connsiteX128" fmla="*/ 121130 w 361586"/>
              <a:gd name="connsiteY128" fmla="*/ 320897 h 333660"/>
              <a:gd name="connsiteX129" fmla="*/ 244725 w 361586"/>
              <a:gd name="connsiteY129" fmla="*/ 295751 h 333660"/>
              <a:gd name="connsiteX130" fmla="*/ 232110 w 361586"/>
              <a:gd name="connsiteY130" fmla="*/ 284035 h 333660"/>
              <a:gd name="connsiteX131" fmla="*/ 260187 w 361586"/>
              <a:gd name="connsiteY131" fmla="*/ 262604 h 333660"/>
              <a:gd name="connsiteX132" fmla="*/ 273656 w 361586"/>
              <a:gd name="connsiteY132" fmla="*/ 256222 h 333660"/>
              <a:gd name="connsiteX133" fmla="*/ 288833 w 361586"/>
              <a:gd name="connsiteY133" fmla="*/ 259366 h 333660"/>
              <a:gd name="connsiteX134" fmla="*/ 304010 w 361586"/>
              <a:gd name="connsiteY134" fmla="*/ 256222 h 333660"/>
              <a:gd name="connsiteX135" fmla="*/ 317479 w 361586"/>
              <a:gd name="connsiteY135" fmla="*/ 262604 h 333660"/>
              <a:gd name="connsiteX136" fmla="*/ 348496 w 361586"/>
              <a:gd name="connsiteY136" fmla="*/ 295751 h 333660"/>
              <a:gd name="connsiteX137" fmla="*/ 244725 w 361586"/>
              <a:gd name="connsiteY137" fmla="*/ 295751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361586" h="333660">
                <a:moveTo>
                  <a:pt x="85085" y="93821"/>
                </a:moveTo>
                <a:cubicBezTo>
                  <a:pt x="84800" y="94488"/>
                  <a:pt x="84610" y="95250"/>
                  <a:pt x="84610" y="96107"/>
                </a:cubicBezTo>
                <a:cubicBezTo>
                  <a:pt x="84610" y="96964"/>
                  <a:pt x="84800" y="97631"/>
                  <a:pt x="85085" y="98298"/>
                </a:cubicBezTo>
                <a:cubicBezTo>
                  <a:pt x="86223" y="150400"/>
                  <a:pt x="128623" y="192405"/>
                  <a:pt x="180793" y="192405"/>
                </a:cubicBezTo>
                <a:cubicBezTo>
                  <a:pt x="232963" y="192405"/>
                  <a:pt x="276596" y="149257"/>
                  <a:pt x="276596" y="96203"/>
                </a:cubicBezTo>
                <a:cubicBezTo>
                  <a:pt x="276596" y="43148"/>
                  <a:pt x="233627" y="0"/>
                  <a:pt x="180793" y="0"/>
                </a:cubicBezTo>
                <a:cubicBezTo>
                  <a:pt x="146361" y="0"/>
                  <a:pt x="116102" y="18478"/>
                  <a:pt x="99313" y="45910"/>
                </a:cubicBezTo>
                <a:cubicBezTo>
                  <a:pt x="98744" y="46577"/>
                  <a:pt x="98270" y="47339"/>
                  <a:pt x="97985" y="48197"/>
                </a:cubicBezTo>
                <a:cubicBezTo>
                  <a:pt x="90207" y="61722"/>
                  <a:pt x="85654" y="77248"/>
                  <a:pt x="85180" y="93821"/>
                </a:cubicBezTo>
                <a:close/>
                <a:moveTo>
                  <a:pt x="180793" y="13716"/>
                </a:moveTo>
                <a:cubicBezTo>
                  <a:pt x="184967" y="16097"/>
                  <a:pt x="195021" y="23813"/>
                  <a:pt x="202041" y="44005"/>
                </a:cubicBezTo>
                <a:lnTo>
                  <a:pt x="159451" y="44005"/>
                </a:lnTo>
                <a:cubicBezTo>
                  <a:pt x="166470" y="23813"/>
                  <a:pt x="176525" y="16097"/>
                  <a:pt x="180698" y="13716"/>
                </a:cubicBezTo>
                <a:close/>
                <a:moveTo>
                  <a:pt x="205550" y="56864"/>
                </a:moveTo>
                <a:cubicBezTo>
                  <a:pt x="207542" y="65913"/>
                  <a:pt x="208870" y="76772"/>
                  <a:pt x="209250" y="89726"/>
                </a:cubicBezTo>
                <a:lnTo>
                  <a:pt x="152242" y="89726"/>
                </a:lnTo>
                <a:cubicBezTo>
                  <a:pt x="152621" y="76772"/>
                  <a:pt x="153949" y="65913"/>
                  <a:pt x="155941" y="56864"/>
                </a:cubicBezTo>
                <a:lnTo>
                  <a:pt x="205550" y="56864"/>
                </a:lnTo>
                <a:close/>
                <a:moveTo>
                  <a:pt x="263412" y="89726"/>
                </a:moveTo>
                <a:lnTo>
                  <a:pt x="222055" y="89726"/>
                </a:lnTo>
                <a:cubicBezTo>
                  <a:pt x="221770" y="77153"/>
                  <a:pt x="220632" y="66199"/>
                  <a:pt x="218735" y="56864"/>
                </a:cubicBezTo>
                <a:lnTo>
                  <a:pt x="253831" y="56864"/>
                </a:lnTo>
                <a:cubicBezTo>
                  <a:pt x="259143" y="66770"/>
                  <a:pt x="262463" y="77914"/>
                  <a:pt x="263412" y="89726"/>
                </a:cubicBezTo>
                <a:close/>
                <a:moveTo>
                  <a:pt x="255064" y="133064"/>
                </a:moveTo>
                <a:lnTo>
                  <a:pt x="218166" y="133064"/>
                </a:lnTo>
                <a:cubicBezTo>
                  <a:pt x="220253" y="124111"/>
                  <a:pt x="221581" y="113919"/>
                  <a:pt x="222055" y="102584"/>
                </a:cubicBezTo>
                <a:lnTo>
                  <a:pt x="263412" y="102584"/>
                </a:lnTo>
                <a:cubicBezTo>
                  <a:pt x="262558" y="113443"/>
                  <a:pt x="259712" y="123730"/>
                  <a:pt x="255064" y="133064"/>
                </a:cubicBezTo>
                <a:close/>
                <a:moveTo>
                  <a:pt x="180793" y="177546"/>
                </a:moveTo>
                <a:cubicBezTo>
                  <a:pt x="175861" y="172974"/>
                  <a:pt x="167134" y="162973"/>
                  <a:pt x="160589" y="145923"/>
                </a:cubicBezTo>
                <a:lnTo>
                  <a:pt x="200997" y="145923"/>
                </a:lnTo>
                <a:cubicBezTo>
                  <a:pt x="194452" y="162973"/>
                  <a:pt x="185631" y="172974"/>
                  <a:pt x="180793" y="177546"/>
                </a:cubicBezTo>
                <a:close/>
                <a:moveTo>
                  <a:pt x="156510" y="133064"/>
                </a:moveTo>
                <a:cubicBezTo>
                  <a:pt x="154234" y="124301"/>
                  <a:pt x="152716" y="114205"/>
                  <a:pt x="152337" y="102584"/>
                </a:cubicBezTo>
                <a:lnTo>
                  <a:pt x="209344" y="102584"/>
                </a:lnTo>
                <a:cubicBezTo>
                  <a:pt x="208870" y="114205"/>
                  <a:pt x="207353" y="124301"/>
                  <a:pt x="205171" y="133064"/>
                </a:cubicBezTo>
                <a:lnTo>
                  <a:pt x="156605" y="133064"/>
                </a:lnTo>
                <a:close/>
                <a:moveTo>
                  <a:pt x="98080" y="102584"/>
                </a:moveTo>
                <a:lnTo>
                  <a:pt x="139436" y="102584"/>
                </a:lnTo>
                <a:cubicBezTo>
                  <a:pt x="139816" y="114014"/>
                  <a:pt x="141239" y="124111"/>
                  <a:pt x="143326" y="133064"/>
                </a:cubicBezTo>
                <a:lnTo>
                  <a:pt x="106427" y="133064"/>
                </a:lnTo>
                <a:cubicBezTo>
                  <a:pt x="101874" y="123730"/>
                  <a:pt x="98934" y="113443"/>
                  <a:pt x="98080" y="102584"/>
                </a:cubicBezTo>
                <a:close/>
                <a:moveTo>
                  <a:pt x="139436" y="89726"/>
                </a:moveTo>
                <a:lnTo>
                  <a:pt x="98080" y="89726"/>
                </a:lnTo>
                <a:cubicBezTo>
                  <a:pt x="99028" y="77914"/>
                  <a:pt x="102348" y="66770"/>
                  <a:pt x="107660" y="56864"/>
                </a:cubicBezTo>
                <a:lnTo>
                  <a:pt x="142756" y="56864"/>
                </a:lnTo>
                <a:cubicBezTo>
                  <a:pt x="140859" y="66199"/>
                  <a:pt x="139816" y="77153"/>
                  <a:pt x="139436" y="89726"/>
                </a:cubicBezTo>
                <a:close/>
                <a:moveTo>
                  <a:pt x="114300" y="145923"/>
                </a:moveTo>
                <a:lnTo>
                  <a:pt x="147025" y="145923"/>
                </a:lnTo>
                <a:cubicBezTo>
                  <a:pt x="151863" y="160115"/>
                  <a:pt x="158218" y="170593"/>
                  <a:pt x="163909" y="177832"/>
                </a:cubicBezTo>
                <a:cubicBezTo>
                  <a:pt x="143705" y="173641"/>
                  <a:pt x="126252" y="161925"/>
                  <a:pt x="114395" y="145923"/>
                </a:cubicBezTo>
                <a:close/>
                <a:moveTo>
                  <a:pt x="197677" y="177832"/>
                </a:moveTo>
                <a:cubicBezTo>
                  <a:pt x="203369" y="170593"/>
                  <a:pt x="209724" y="160115"/>
                  <a:pt x="214562" y="145923"/>
                </a:cubicBezTo>
                <a:lnTo>
                  <a:pt x="247286" y="145923"/>
                </a:lnTo>
                <a:cubicBezTo>
                  <a:pt x="235335" y="161925"/>
                  <a:pt x="217881" y="173641"/>
                  <a:pt x="197772" y="177832"/>
                </a:cubicBezTo>
                <a:close/>
                <a:moveTo>
                  <a:pt x="245294" y="44005"/>
                </a:moveTo>
                <a:lnTo>
                  <a:pt x="215415" y="44005"/>
                </a:lnTo>
                <a:cubicBezTo>
                  <a:pt x="211526" y="31242"/>
                  <a:pt x="206499" y="22098"/>
                  <a:pt x="201472" y="15621"/>
                </a:cubicBezTo>
                <a:cubicBezTo>
                  <a:pt x="218925" y="20193"/>
                  <a:pt x="234196" y="30290"/>
                  <a:pt x="245200" y="44005"/>
                </a:cubicBezTo>
                <a:close/>
                <a:moveTo>
                  <a:pt x="159925" y="15621"/>
                </a:moveTo>
                <a:cubicBezTo>
                  <a:pt x="154898" y="22098"/>
                  <a:pt x="149871" y="31242"/>
                  <a:pt x="145981" y="44005"/>
                </a:cubicBezTo>
                <a:lnTo>
                  <a:pt x="116102" y="44005"/>
                </a:lnTo>
                <a:cubicBezTo>
                  <a:pt x="127105" y="30290"/>
                  <a:pt x="142377" y="20193"/>
                  <a:pt x="159830" y="15621"/>
                </a:cubicBezTo>
                <a:close/>
                <a:moveTo>
                  <a:pt x="321842" y="250603"/>
                </a:moveTo>
                <a:cubicBezTo>
                  <a:pt x="319850" y="249936"/>
                  <a:pt x="317763" y="249079"/>
                  <a:pt x="315866" y="248317"/>
                </a:cubicBezTo>
                <a:cubicBezTo>
                  <a:pt x="322980" y="241268"/>
                  <a:pt x="327534" y="231458"/>
                  <a:pt x="327534" y="220599"/>
                </a:cubicBezTo>
                <a:cubicBezTo>
                  <a:pt x="327534" y="199168"/>
                  <a:pt x="310175" y="181737"/>
                  <a:pt x="288833" y="181737"/>
                </a:cubicBezTo>
                <a:cubicBezTo>
                  <a:pt x="267491" y="181737"/>
                  <a:pt x="250132" y="199168"/>
                  <a:pt x="250132" y="220599"/>
                </a:cubicBezTo>
                <a:cubicBezTo>
                  <a:pt x="250132" y="231458"/>
                  <a:pt x="254590" y="241268"/>
                  <a:pt x="261799" y="248317"/>
                </a:cubicBezTo>
                <a:cubicBezTo>
                  <a:pt x="259902" y="249079"/>
                  <a:pt x="257815" y="249936"/>
                  <a:pt x="255823" y="250603"/>
                </a:cubicBezTo>
                <a:cubicBezTo>
                  <a:pt x="244630" y="254699"/>
                  <a:pt x="228505" y="260604"/>
                  <a:pt x="220632" y="278320"/>
                </a:cubicBezTo>
                <a:cubicBezTo>
                  <a:pt x="218261" y="277368"/>
                  <a:pt x="215889" y="276511"/>
                  <a:pt x="213803" y="275749"/>
                </a:cubicBezTo>
                <a:cubicBezTo>
                  <a:pt x="211811" y="275082"/>
                  <a:pt x="209724" y="274225"/>
                  <a:pt x="207827" y="273463"/>
                </a:cubicBezTo>
                <a:cubicBezTo>
                  <a:pt x="214941" y="266414"/>
                  <a:pt x="219494" y="256603"/>
                  <a:pt x="219494" y="245745"/>
                </a:cubicBezTo>
                <a:cubicBezTo>
                  <a:pt x="219494" y="224314"/>
                  <a:pt x="202136" y="206883"/>
                  <a:pt x="180793" y="206883"/>
                </a:cubicBezTo>
                <a:cubicBezTo>
                  <a:pt x="159451" y="206883"/>
                  <a:pt x="142092" y="224314"/>
                  <a:pt x="142092" y="245745"/>
                </a:cubicBezTo>
                <a:cubicBezTo>
                  <a:pt x="142092" y="256603"/>
                  <a:pt x="146551" y="266414"/>
                  <a:pt x="153760" y="273463"/>
                </a:cubicBezTo>
                <a:cubicBezTo>
                  <a:pt x="151863" y="274225"/>
                  <a:pt x="149776" y="275082"/>
                  <a:pt x="147784" y="275749"/>
                </a:cubicBezTo>
                <a:cubicBezTo>
                  <a:pt x="145697" y="276511"/>
                  <a:pt x="143420" y="277368"/>
                  <a:pt x="140954" y="278320"/>
                </a:cubicBezTo>
                <a:cubicBezTo>
                  <a:pt x="133176" y="260699"/>
                  <a:pt x="116956" y="254699"/>
                  <a:pt x="105763" y="250603"/>
                </a:cubicBezTo>
                <a:cubicBezTo>
                  <a:pt x="103771" y="249936"/>
                  <a:pt x="101684" y="249079"/>
                  <a:pt x="99787" y="248317"/>
                </a:cubicBezTo>
                <a:cubicBezTo>
                  <a:pt x="106901" y="241268"/>
                  <a:pt x="111454" y="231458"/>
                  <a:pt x="111454" y="220599"/>
                </a:cubicBezTo>
                <a:cubicBezTo>
                  <a:pt x="111454" y="199168"/>
                  <a:pt x="94096" y="181737"/>
                  <a:pt x="72754" y="181737"/>
                </a:cubicBezTo>
                <a:cubicBezTo>
                  <a:pt x="51411" y="181737"/>
                  <a:pt x="34053" y="199168"/>
                  <a:pt x="34053" y="220599"/>
                </a:cubicBezTo>
                <a:cubicBezTo>
                  <a:pt x="34053" y="231458"/>
                  <a:pt x="38511" y="241268"/>
                  <a:pt x="45720" y="248317"/>
                </a:cubicBezTo>
                <a:cubicBezTo>
                  <a:pt x="43823" y="249079"/>
                  <a:pt x="41736" y="249936"/>
                  <a:pt x="39744" y="250603"/>
                </a:cubicBezTo>
                <a:cubicBezTo>
                  <a:pt x="24852" y="256032"/>
                  <a:pt x="0" y="264985"/>
                  <a:pt x="0" y="302228"/>
                </a:cubicBezTo>
                <a:cubicBezTo>
                  <a:pt x="0" y="305753"/>
                  <a:pt x="2846" y="308610"/>
                  <a:pt x="6355" y="308610"/>
                </a:cubicBezTo>
                <a:lnTo>
                  <a:pt x="110601" y="308610"/>
                </a:lnTo>
                <a:cubicBezTo>
                  <a:pt x="108988" y="313849"/>
                  <a:pt x="108040" y="320040"/>
                  <a:pt x="108040" y="327279"/>
                </a:cubicBezTo>
                <a:cubicBezTo>
                  <a:pt x="108040" y="330803"/>
                  <a:pt x="110885" y="333661"/>
                  <a:pt x="114395" y="333661"/>
                </a:cubicBezTo>
                <a:lnTo>
                  <a:pt x="247192" y="333661"/>
                </a:lnTo>
                <a:cubicBezTo>
                  <a:pt x="250701" y="333661"/>
                  <a:pt x="253547" y="330803"/>
                  <a:pt x="253547" y="327279"/>
                </a:cubicBezTo>
                <a:cubicBezTo>
                  <a:pt x="253547" y="320040"/>
                  <a:pt x="252598" y="313944"/>
                  <a:pt x="250986" y="308610"/>
                </a:cubicBezTo>
                <a:lnTo>
                  <a:pt x="355231" y="308610"/>
                </a:lnTo>
                <a:cubicBezTo>
                  <a:pt x="358741" y="308610"/>
                  <a:pt x="361586" y="305753"/>
                  <a:pt x="361586" y="302228"/>
                </a:cubicBezTo>
                <a:cubicBezTo>
                  <a:pt x="361586" y="264985"/>
                  <a:pt x="336734" y="255937"/>
                  <a:pt x="321842" y="250603"/>
                </a:cubicBezTo>
                <a:close/>
                <a:moveTo>
                  <a:pt x="288833" y="194596"/>
                </a:moveTo>
                <a:cubicBezTo>
                  <a:pt x="303156" y="194596"/>
                  <a:pt x="314728" y="206216"/>
                  <a:pt x="314728" y="220599"/>
                </a:cubicBezTo>
                <a:cubicBezTo>
                  <a:pt x="314728" y="234982"/>
                  <a:pt x="303156" y="246602"/>
                  <a:pt x="288833" y="246602"/>
                </a:cubicBezTo>
                <a:cubicBezTo>
                  <a:pt x="274510" y="246602"/>
                  <a:pt x="262937" y="234982"/>
                  <a:pt x="262937" y="220599"/>
                </a:cubicBezTo>
                <a:cubicBezTo>
                  <a:pt x="262937" y="206216"/>
                  <a:pt x="274510" y="194596"/>
                  <a:pt x="288833" y="194596"/>
                </a:cubicBezTo>
                <a:close/>
                <a:moveTo>
                  <a:pt x="180793" y="219647"/>
                </a:moveTo>
                <a:cubicBezTo>
                  <a:pt x="195116" y="219647"/>
                  <a:pt x="206689" y="231267"/>
                  <a:pt x="206689" y="245650"/>
                </a:cubicBezTo>
                <a:cubicBezTo>
                  <a:pt x="206689" y="260033"/>
                  <a:pt x="195116" y="271653"/>
                  <a:pt x="180793" y="271653"/>
                </a:cubicBezTo>
                <a:cubicBezTo>
                  <a:pt x="166470" y="271653"/>
                  <a:pt x="154898" y="260033"/>
                  <a:pt x="154898" y="245650"/>
                </a:cubicBezTo>
                <a:cubicBezTo>
                  <a:pt x="154898" y="231267"/>
                  <a:pt x="166470" y="219647"/>
                  <a:pt x="180793" y="219647"/>
                </a:cubicBezTo>
                <a:close/>
                <a:moveTo>
                  <a:pt x="72659" y="194596"/>
                </a:moveTo>
                <a:cubicBezTo>
                  <a:pt x="86982" y="194596"/>
                  <a:pt x="98554" y="206216"/>
                  <a:pt x="98554" y="220599"/>
                </a:cubicBezTo>
                <a:cubicBezTo>
                  <a:pt x="98554" y="234982"/>
                  <a:pt x="86982" y="246602"/>
                  <a:pt x="72659" y="246602"/>
                </a:cubicBezTo>
                <a:cubicBezTo>
                  <a:pt x="58336" y="246602"/>
                  <a:pt x="46763" y="234982"/>
                  <a:pt x="46763" y="220599"/>
                </a:cubicBezTo>
                <a:cubicBezTo>
                  <a:pt x="46763" y="206216"/>
                  <a:pt x="58336" y="194596"/>
                  <a:pt x="72659" y="194596"/>
                </a:cubicBezTo>
                <a:close/>
                <a:moveTo>
                  <a:pt x="12995" y="295751"/>
                </a:moveTo>
                <a:cubicBezTo>
                  <a:pt x="15366" y="272987"/>
                  <a:pt x="30448" y="267557"/>
                  <a:pt x="44013" y="262604"/>
                </a:cubicBezTo>
                <a:cubicBezTo>
                  <a:pt x="49230" y="260699"/>
                  <a:pt x="53878" y="258889"/>
                  <a:pt x="57482" y="256222"/>
                </a:cubicBezTo>
                <a:cubicBezTo>
                  <a:pt x="62130" y="258223"/>
                  <a:pt x="67252" y="259366"/>
                  <a:pt x="72659" y="259366"/>
                </a:cubicBezTo>
                <a:cubicBezTo>
                  <a:pt x="78065" y="259366"/>
                  <a:pt x="83188" y="258223"/>
                  <a:pt x="87836" y="256222"/>
                </a:cubicBezTo>
                <a:cubicBezTo>
                  <a:pt x="91440" y="258889"/>
                  <a:pt x="96088" y="260699"/>
                  <a:pt x="101305" y="262604"/>
                </a:cubicBezTo>
                <a:cubicBezTo>
                  <a:pt x="111929" y="266510"/>
                  <a:pt x="123785" y="270891"/>
                  <a:pt x="129382" y="284035"/>
                </a:cubicBezTo>
                <a:cubicBezTo>
                  <a:pt x="124829" y="286988"/>
                  <a:pt x="120371" y="290703"/>
                  <a:pt x="116766" y="295751"/>
                </a:cubicBezTo>
                <a:lnTo>
                  <a:pt x="12995" y="295751"/>
                </a:lnTo>
                <a:close/>
                <a:moveTo>
                  <a:pt x="121130" y="320897"/>
                </a:moveTo>
                <a:cubicBezTo>
                  <a:pt x="123501" y="298133"/>
                  <a:pt x="138583" y="292703"/>
                  <a:pt x="152147" y="287750"/>
                </a:cubicBezTo>
                <a:cubicBezTo>
                  <a:pt x="157364" y="285845"/>
                  <a:pt x="162012" y="284035"/>
                  <a:pt x="165616" y="281368"/>
                </a:cubicBezTo>
                <a:cubicBezTo>
                  <a:pt x="170264" y="283369"/>
                  <a:pt x="175386" y="284512"/>
                  <a:pt x="180793" y="284512"/>
                </a:cubicBezTo>
                <a:cubicBezTo>
                  <a:pt x="186200" y="284512"/>
                  <a:pt x="191322" y="283369"/>
                  <a:pt x="195970" y="281368"/>
                </a:cubicBezTo>
                <a:cubicBezTo>
                  <a:pt x="199574" y="284035"/>
                  <a:pt x="204222" y="285845"/>
                  <a:pt x="209439" y="287750"/>
                </a:cubicBezTo>
                <a:cubicBezTo>
                  <a:pt x="222909" y="292608"/>
                  <a:pt x="238085" y="298133"/>
                  <a:pt x="240457" y="320897"/>
                </a:cubicBezTo>
                <a:lnTo>
                  <a:pt x="121130" y="320897"/>
                </a:lnTo>
                <a:close/>
                <a:moveTo>
                  <a:pt x="244725" y="295751"/>
                </a:moveTo>
                <a:cubicBezTo>
                  <a:pt x="241121" y="290703"/>
                  <a:pt x="236663" y="286988"/>
                  <a:pt x="232110" y="284035"/>
                </a:cubicBezTo>
                <a:cubicBezTo>
                  <a:pt x="237611" y="270891"/>
                  <a:pt x="249468" y="266510"/>
                  <a:pt x="260187" y="262604"/>
                </a:cubicBezTo>
                <a:cubicBezTo>
                  <a:pt x="265404" y="260699"/>
                  <a:pt x="270051" y="258889"/>
                  <a:pt x="273656" y="256222"/>
                </a:cubicBezTo>
                <a:cubicBezTo>
                  <a:pt x="278304" y="258223"/>
                  <a:pt x="283426" y="259366"/>
                  <a:pt x="288833" y="259366"/>
                </a:cubicBezTo>
                <a:cubicBezTo>
                  <a:pt x="294239" y="259366"/>
                  <a:pt x="299362" y="258223"/>
                  <a:pt x="304010" y="256222"/>
                </a:cubicBezTo>
                <a:cubicBezTo>
                  <a:pt x="307614" y="258889"/>
                  <a:pt x="312262" y="260699"/>
                  <a:pt x="317479" y="262604"/>
                </a:cubicBezTo>
                <a:cubicBezTo>
                  <a:pt x="330948" y="267462"/>
                  <a:pt x="346125" y="272987"/>
                  <a:pt x="348496" y="295751"/>
                </a:cubicBezTo>
                <a:lnTo>
                  <a:pt x="244725" y="29575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2" name="Graphic 210">
            <a:extLst>
              <a:ext uri="{FF2B5EF4-FFF2-40B4-BE49-F238E27FC236}">
                <a16:creationId xmlns:a16="http://schemas.microsoft.com/office/drawing/2014/main" id="{0BFD72FB-F29A-7EA2-2C2F-01E03D36AB6C}"/>
              </a:ext>
            </a:extLst>
          </p:cNvPr>
          <p:cNvSpPr/>
          <p:nvPr/>
        </p:nvSpPr>
        <p:spPr>
          <a:xfrm>
            <a:off x="8774350" y="2836776"/>
            <a:ext cx="512444" cy="475800"/>
          </a:xfrm>
          <a:custGeom>
            <a:avLst/>
            <a:gdLst>
              <a:gd name="connsiteX0" fmla="*/ 84895 w 382644"/>
              <a:gd name="connsiteY0" fmla="*/ 308038 h 355282"/>
              <a:gd name="connsiteX1" fmla="*/ 82239 w 382644"/>
              <a:gd name="connsiteY1" fmla="*/ 307086 h 355282"/>
              <a:gd name="connsiteX2" fmla="*/ 90302 w 382644"/>
              <a:gd name="connsiteY2" fmla="*/ 286607 h 355282"/>
              <a:gd name="connsiteX3" fmla="*/ 58525 w 382644"/>
              <a:gd name="connsiteY3" fmla="*/ 255461 h 355282"/>
              <a:gd name="connsiteX4" fmla="*/ 26749 w 382644"/>
              <a:gd name="connsiteY4" fmla="*/ 286607 h 355282"/>
              <a:gd name="connsiteX5" fmla="*/ 34812 w 382644"/>
              <a:gd name="connsiteY5" fmla="*/ 307086 h 355282"/>
              <a:gd name="connsiteX6" fmla="*/ 32156 w 382644"/>
              <a:gd name="connsiteY6" fmla="*/ 308038 h 355282"/>
              <a:gd name="connsiteX7" fmla="*/ 0 w 382644"/>
              <a:gd name="connsiteY7" fmla="*/ 348901 h 355282"/>
              <a:gd name="connsiteX8" fmla="*/ 6355 w 382644"/>
              <a:gd name="connsiteY8" fmla="*/ 355282 h 355282"/>
              <a:gd name="connsiteX9" fmla="*/ 110696 w 382644"/>
              <a:gd name="connsiteY9" fmla="*/ 355282 h 355282"/>
              <a:gd name="connsiteX10" fmla="*/ 117051 w 382644"/>
              <a:gd name="connsiteY10" fmla="*/ 348901 h 355282"/>
              <a:gd name="connsiteX11" fmla="*/ 84895 w 382644"/>
              <a:gd name="connsiteY11" fmla="*/ 308038 h 355282"/>
              <a:gd name="connsiteX12" fmla="*/ 58525 w 382644"/>
              <a:gd name="connsiteY12" fmla="*/ 268224 h 355282"/>
              <a:gd name="connsiteX13" fmla="*/ 77496 w 382644"/>
              <a:gd name="connsiteY13" fmla="*/ 286512 h 355282"/>
              <a:gd name="connsiteX14" fmla="*/ 58525 w 382644"/>
              <a:gd name="connsiteY14" fmla="*/ 304800 h 355282"/>
              <a:gd name="connsiteX15" fmla="*/ 39554 w 382644"/>
              <a:gd name="connsiteY15" fmla="*/ 286512 h 355282"/>
              <a:gd name="connsiteX16" fmla="*/ 58525 w 382644"/>
              <a:gd name="connsiteY16" fmla="*/ 268224 h 355282"/>
              <a:gd name="connsiteX17" fmla="*/ 13185 w 382644"/>
              <a:gd name="connsiteY17" fmla="*/ 342424 h 355282"/>
              <a:gd name="connsiteX18" fmla="*/ 36329 w 382644"/>
              <a:gd name="connsiteY18" fmla="*/ 320135 h 355282"/>
              <a:gd name="connsiteX19" fmla="*/ 46669 w 382644"/>
              <a:gd name="connsiteY19" fmla="*/ 315468 h 355282"/>
              <a:gd name="connsiteX20" fmla="*/ 58431 w 382644"/>
              <a:gd name="connsiteY20" fmla="*/ 317754 h 355282"/>
              <a:gd name="connsiteX21" fmla="*/ 70193 w 382644"/>
              <a:gd name="connsiteY21" fmla="*/ 315468 h 355282"/>
              <a:gd name="connsiteX22" fmla="*/ 80532 w 382644"/>
              <a:gd name="connsiteY22" fmla="*/ 320135 h 355282"/>
              <a:gd name="connsiteX23" fmla="*/ 103676 w 382644"/>
              <a:gd name="connsiteY23" fmla="*/ 342424 h 355282"/>
              <a:gd name="connsiteX24" fmla="*/ 13090 w 382644"/>
              <a:gd name="connsiteY24" fmla="*/ 342424 h 355282"/>
              <a:gd name="connsiteX25" fmla="*/ 217692 w 382644"/>
              <a:gd name="connsiteY25" fmla="*/ 308038 h 355282"/>
              <a:gd name="connsiteX26" fmla="*/ 215036 w 382644"/>
              <a:gd name="connsiteY26" fmla="*/ 307086 h 355282"/>
              <a:gd name="connsiteX27" fmla="*/ 223098 w 382644"/>
              <a:gd name="connsiteY27" fmla="*/ 286607 h 355282"/>
              <a:gd name="connsiteX28" fmla="*/ 191322 w 382644"/>
              <a:gd name="connsiteY28" fmla="*/ 255461 h 355282"/>
              <a:gd name="connsiteX29" fmla="*/ 159546 w 382644"/>
              <a:gd name="connsiteY29" fmla="*/ 286607 h 355282"/>
              <a:gd name="connsiteX30" fmla="*/ 167608 w 382644"/>
              <a:gd name="connsiteY30" fmla="*/ 307086 h 355282"/>
              <a:gd name="connsiteX31" fmla="*/ 164952 w 382644"/>
              <a:gd name="connsiteY31" fmla="*/ 308038 h 355282"/>
              <a:gd name="connsiteX32" fmla="*/ 132797 w 382644"/>
              <a:gd name="connsiteY32" fmla="*/ 348901 h 355282"/>
              <a:gd name="connsiteX33" fmla="*/ 139152 w 382644"/>
              <a:gd name="connsiteY33" fmla="*/ 355282 h 355282"/>
              <a:gd name="connsiteX34" fmla="*/ 243492 w 382644"/>
              <a:gd name="connsiteY34" fmla="*/ 355282 h 355282"/>
              <a:gd name="connsiteX35" fmla="*/ 249847 w 382644"/>
              <a:gd name="connsiteY35" fmla="*/ 348901 h 355282"/>
              <a:gd name="connsiteX36" fmla="*/ 217692 w 382644"/>
              <a:gd name="connsiteY36" fmla="*/ 308038 h 355282"/>
              <a:gd name="connsiteX37" fmla="*/ 191322 w 382644"/>
              <a:gd name="connsiteY37" fmla="*/ 268224 h 355282"/>
              <a:gd name="connsiteX38" fmla="*/ 210293 w 382644"/>
              <a:gd name="connsiteY38" fmla="*/ 286512 h 355282"/>
              <a:gd name="connsiteX39" fmla="*/ 191322 w 382644"/>
              <a:gd name="connsiteY39" fmla="*/ 304800 h 355282"/>
              <a:gd name="connsiteX40" fmla="*/ 172351 w 382644"/>
              <a:gd name="connsiteY40" fmla="*/ 286512 h 355282"/>
              <a:gd name="connsiteX41" fmla="*/ 191322 w 382644"/>
              <a:gd name="connsiteY41" fmla="*/ 268224 h 355282"/>
              <a:gd name="connsiteX42" fmla="*/ 145981 w 382644"/>
              <a:gd name="connsiteY42" fmla="*/ 342424 h 355282"/>
              <a:gd name="connsiteX43" fmla="*/ 169126 w 382644"/>
              <a:gd name="connsiteY43" fmla="*/ 320135 h 355282"/>
              <a:gd name="connsiteX44" fmla="*/ 179465 w 382644"/>
              <a:gd name="connsiteY44" fmla="*/ 315468 h 355282"/>
              <a:gd name="connsiteX45" fmla="*/ 191227 w 382644"/>
              <a:gd name="connsiteY45" fmla="*/ 317754 h 355282"/>
              <a:gd name="connsiteX46" fmla="*/ 202989 w 382644"/>
              <a:gd name="connsiteY46" fmla="*/ 315468 h 355282"/>
              <a:gd name="connsiteX47" fmla="*/ 213328 w 382644"/>
              <a:gd name="connsiteY47" fmla="*/ 320135 h 355282"/>
              <a:gd name="connsiteX48" fmla="*/ 236473 w 382644"/>
              <a:gd name="connsiteY48" fmla="*/ 342424 h 355282"/>
              <a:gd name="connsiteX49" fmla="*/ 145887 w 382644"/>
              <a:gd name="connsiteY49" fmla="*/ 342424 h 355282"/>
              <a:gd name="connsiteX50" fmla="*/ 350488 w 382644"/>
              <a:gd name="connsiteY50" fmla="*/ 308038 h 355282"/>
              <a:gd name="connsiteX51" fmla="*/ 347833 w 382644"/>
              <a:gd name="connsiteY51" fmla="*/ 307086 h 355282"/>
              <a:gd name="connsiteX52" fmla="*/ 355895 w 382644"/>
              <a:gd name="connsiteY52" fmla="*/ 286607 h 355282"/>
              <a:gd name="connsiteX53" fmla="*/ 324119 w 382644"/>
              <a:gd name="connsiteY53" fmla="*/ 255461 h 355282"/>
              <a:gd name="connsiteX54" fmla="*/ 292342 w 382644"/>
              <a:gd name="connsiteY54" fmla="*/ 286607 h 355282"/>
              <a:gd name="connsiteX55" fmla="*/ 300405 w 382644"/>
              <a:gd name="connsiteY55" fmla="*/ 307086 h 355282"/>
              <a:gd name="connsiteX56" fmla="*/ 297749 w 382644"/>
              <a:gd name="connsiteY56" fmla="*/ 308038 h 355282"/>
              <a:gd name="connsiteX57" fmla="*/ 265593 w 382644"/>
              <a:gd name="connsiteY57" fmla="*/ 348901 h 355282"/>
              <a:gd name="connsiteX58" fmla="*/ 271949 w 382644"/>
              <a:gd name="connsiteY58" fmla="*/ 355282 h 355282"/>
              <a:gd name="connsiteX59" fmla="*/ 376289 w 382644"/>
              <a:gd name="connsiteY59" fmla="*/ 355282 h 355282"/>
              <a:gd name="connsiteX60" fmla="*/ 382644 w 382644"/>
              <a:gd name="connsiteY60" fmla="*/ 348901 h 355282"/>
              <a:gd name="connsiteX61" fmla="*/ 350488 w 382644"/>
              <a:gd name="connsiteY61" fmla="*/ 308038 h 355282"/>
              <a:gd name="connsiteX62" fmla="*/ 324119 w 382644"/>
              <a:gd name="connsiteY62" fmla="*/ 268224 h 355282"/>
              <a:gd name="connsiteX63" fmla="*/ 343090 w 382644"/>
              <a:gd name="connsiteY63" fmla="*/ 286512 h 355282"/>
              <a:gd name="connsiteX64" fmla="*/ 324119 w 382644"/>
              <a:gd name="connsiteY64" fmla="*/ 304800 h 355282"/>
              <a:gd name="connsiteX65" fmla="*/ 305148 w 382644"/>
              <a:gd name="connsiteY65" fmla="*/ 286512 h 355282"/>
              <a:gd name="connsiteX66" fmla="*/ 324119 w 382644"/>
              <a:gd name="connsiteY66" fmla="*/ 268224 h 355282"/>
              <a:gd name="connsiteX67" fmla="*/ 278778 w 382644"/>
              <a:gd name="connsiteY67" fmla="*/ 342424 h 355282"/>
              <a:gd name="connsiteX68" fmla="*/ 301923 w 382644"/>
              <a:gd name="connsiteY68" fmla="*/ 320135 h 355282"/>
              <a:gd name="connsiteX69" fmla="*/ 312262 w 382644"/>
              <a:gd name="connsiteY69" fmla="*/ 315468 h 355282"/>
              <a:gd name="connsiteX70" fmla="*/ 324024 w 382644"/>
              <a:gd name="connsiteY70" fmla="*/ 317754 h 355282"/>
              <a:gd name="connsiteX71" fmla="*/ 335786 w 382644"/>
              <a:gd name="connsiteY71" fmla="*/ 315468 h 355282"/>
              <a:gd name="connsiteX72" fmla="*/ 346125 w 382644"/>
              <a:gd name="connsiteY72" fmla="*/ 320135 h 355282"/>
              <a:gd name="connsiteX73" fmla="*/ 369270 w 382644"/>
              <a:gd name="connsiteY73" fmla="*/ 342424 h 355282"/>
              <a:gd name="connsiteX74" fmla="*/ 278683 w 382644"/>
              <a:gd name="connsiteY74" fmla="*/ 342424 h 355282"/>
              <a:gd name="connsiteX75" fmla="*/ 58525 w 382644"/>
              <a:gd name="connsiteY75" fmla="*/ 243459 h 355282"/>
              <a:gd name="connsiteX76" fmla="*/ 64881 w 382644"/>
              <a:gd name="connsiteY76" fmla="*/ 237077 h 355282"/>
              <a:gd name="connsiteX77" fmla="*/ 64881 w 382644"/>
              <a:gd name="connsiteY77" fmla="*/ 224409 h 355282"/>
              <a:gd name="connsiteX78" fmla="*/ 317669 w 382644"/>
              <a:gd name="connsiteY78" fmla="*/ 224409 h 355282"/>
              <a:gd name="connsiteX79" fmla="*/ 317669 w 382644"/>
              <a:gd name="connsiteY79" fmla="*/ 237077 h 355282"/>
              <a:gd name="connsiteX80" fmla="*/ 324024 w 382644"/>
              <a:gd name="connsiteY80" fmla="*/ 243459 h 355282"/>
              <a:gd name="connsiteX81" fmla="*/ 330379 w 382644"/>
              <a:gd name="connsiteY81" fmla="*/ 237077 h 355282"/>
              <a:gd name="connsiteX82" fmla="*/ 330379 w 382644"/>
              <a:gd name="connsiteY82" fmla="*/ 218027 h 355282"/>
              <a:gd name="connsiteX83" fmla="*/ 324024 w 382644"/>
              <a:gd name="connsiteY83" fmla="*/ 211646 h 355282"/>
              <a:gd name="connsiteX84" fmla="*/ 197583 w 382644"/>
              <a:gd name="connsiteY84" fmla="*/ 211646 h 355282"/>
              <a:gd name="connsiteX85" fmla="*/ 197583 w 382644"/>
              <a:gd name="connsiteY85" fmla="*/ 184213 h 355282"/>
              <a:gd name="connsiteX86" fmla="*/ 291014 w 382644"/>
              <a:gd name="connsiteY86" fmla="*/ 184213 h 355282"/>
              <a:gd name="connsiteX87" fmla="*/ 297370 w 382644"/>
              <a:gd name="connsiteY87" fmla="*/ 177832 h 355282"/>
              <a:gd name="connsiteX88" fmla="*/ 239793 w 382644"/>
              <a:gd name="connsiteY88" fmla="*/ 103251 h 355282"/>
              <a:gd name="connsiteX89" fmla="*/ 226229 w 382644"/>
              <a:gd name="connsiteY89" fmla="*/ 97631 h 355282"/>
              <a:gd name="connsiteX90" fmla="*/ 246148 w 382644"/>
              <a:gd name="connsiteY90" fmla="*/ 55150 h 355282"/>
              <a:gd name="connsiteX91" fmla="*/ 191227 w 382644"/>
              <a:gd name="connsiteY91" fmla="*/ 0 h 355282"/>
              <a:gd name="connsiteX92" fmla="*/ 136306 w 382644"/>
              <a:gd name="connsiteY92" fmla="*/ 55150 h 355282"/>
              <a:gd name="connsiteX93" fmla="*/ 156226 w 382644"/>
              <a:gd name="connsiteY93" fmla="*/ 97631 h 355282"/>
              <a:gd name="connsiteX94" fmla="*/ 142662 w 382644"/>
              <a:gd name="connsiteY94" fmla="*/ 103251 h 355282"/>
              <a:gd name="connsiteX95" fmla="*/ 85085 w 382644"/>
              <a:gd name="connsiteY95" fmla="*/ 177832 h 355282"/>
              <a:gd name="connsiteX96" fmla="*/ 91440 w 382644"/>
              <a:gd name="connsiteY96" fmla="*/ 184213 h 355282"/>
              <a:gd name="connsiteX97" fmla="*/ 184872 w 382644"/>
              <a:gd name="connsiteY97" fmla="*/ 184213 h 355282"/>
              <a:gd name="connsiteX98" fmla="*/ 184872 w 382644"/>
              <a:gd name="connsiteY98" fmla="*/ 211646 h 355282"/>
              <a:gd name="connsiteX99" fmla="*/ 58431 w 382644"/>
              <a:gd name="connsiteY99" fmla="*/ 211646 h 355282"/>
              <a:gd name="connsiteX100" fmla="*/ 52075 w 382644"/>
              <a:gd name="connsiteY100" fmla="*/ 218027 h 355282"/>
              <a:gd name="connsiteX101" fmla="*/ 52075 w 382644"/>
              <a:gd name="connsiteY101" fmla="*/ 237077 h 355282"/>
              <a:gd name="connsiteX102" fmla="*/ 58431 w 382644"/>
              <a:gd name="connsiteY102" fmla="*/ 243459 h 355282"/>
              <a:gd name="connsiteX103" fmla="*/ 149112 w 382644"/>
              <a:gd name="connsiteY103" fmla="*/ 54959 h 355282"/>
              <a:gd name="connsiteX104" fmla="*/ 191227 w 382644"/>
              <a:gd name="connsiteY104" fmla="*/ 12668 h 355282"/>
              <a:gd name="connsiteX105" fmla="*/ 233343 w 382644"/>
              <a:gd name="connsiteY105" fmla="*/ 54959 h 355282"/>
              <a:gd name="connsiteX106" fmla="*/ 191227 w 382644"/>
              <a:gd name="connsiteY106" fmla="*/ 97250 h 355282"/>
              <a:gd name="connsiteX107" fmla="*/ 149112 w 382644"/>
              <a:gd name="connsiteY107" fmla="*/ 54959 h 355282"/>
              <a:gd name="connsiteX108" fmla="*/ 147025 w 382644"/>
              <a:gd name="connsiteY108" fmla="*/ 115252 h 355282"/>
              <a:gd name="connsiteX109" fmla="*/ 168083 w 382644"/>
              <a:gd name="connsiteY109" fmla="*/ 104965 h 355282"/>
              <a:gd name="connsiteX110" fmla="*/ 191322 w 382644"/>
              <a:gd name="connsiteY110" fmla="*/ 110204 h 355282"/>
              <a:gd name="connsiteX111" fmla="*/ 214562 w 382644"/>
              <a:gd name="connsiteY111" fmla="*/ 104965 h 355282"/>
              <a:gd name="connsiteX112" fmla="*/ 235619 w 382644"/>
              <a:gd name="connsiteY112" fmla="*/ 115252 h 355282"/>
              <a:gd name="connsiteX113" fmla="*/ 284564 w 382644"/>
              <a:gd name="connsiteY113" fmla="*/ 171259 h 355282"/>
              <a:gd name="connsiteX114" fmla="*/ 191986 w 382644"/>
              <a:gd name="connsiteY114" fmla="*/ 171259 h 355282"/>
              <a:gd name="connsiteX115" fmla="*/ 191322 w 382644"/>
              <a:gd name="connsiteY115" fmla="*/ 171164 h 355282"/>
              <a:gd name="connsiteX116" fmla="*/ 190658 w 382644"/>
              <a:gd name="connsiteY116" fmla="*/ 171259 h 355282"/>
              <a:gd name="connsiteX117" fmla="*/ 98080 w 382644"/>
              <a:gd name="connsiteY117" fmla="*/ 171259 h 355282"/>
              <a:gd name="connsiteX118" fmla="*/ 147025 w 382644"/>
              <a:gd name="connsiteY118" fmla="*/ 115252 h 355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382644" h="355282">
                <a:moveTo>
                  <a:pt x="84895" y="308038"/>
                </a:moveTo>
                <a:cubicBezTo>
                  <a:pt x="84136" y="307753"/>
                  <a:pt x="83188" y="307467"/>
                  <a:pt x="82239" y="307086"/>
                </a:cubicBezTo>
                <a:cubicBezTo>
                  <a:pt x="87172" y="301561"/>
                  <a:pt x="90302" y="294513"/>
                  <a:pt x="90302" y="286607"/>
                </a:cubicBezTo>
                <a:cubicBezTo>
                  <a:pt x="90302" y="269462"/>
                  <a:pt x="76073" y="255461"/>
                  <a:pt x="58525" y="255461"/>
                </a:cubicBezTo>
                <a:cubicBezTo>
                  <a:pt x="40977" y="255461"/>
                  <a:pt x="26749" y="269462"/>
                  <a:pt x="26749" y="286607"/>
                </a:cubicBezTo>
                <a:cubicBezTo>
                  <a:pt x="26749" y="294513"/>
                  <a:pt x="29879" y="301561"/>
                  <a:pt x="34812" y="307086"/>
                </a:cubicBezTo>
                <a:cubicBezTo>
                  <a:pt x="33863" y="307467"/>
                  <a:pt x="33009" y="307753"/>
                  <a:pt x="32156" y="308038"/>
                </a:cubicBezTo>
                <a:cubicBezTo>
                  <a:pt x="20109" y="312325"/>
                  <a:pt x="0" y="319373"/>
                  <a:pt x="0" y="348901"/>
                </a:cubicBezTo>
                <a:cubicBezTo>
                  <a:pt x="0" y="352425"/>
                  <a:pt x="2846" y="355282"/>
                  <a:pt x="6355" y="355282"/>
                </a:cubicBezTo>
                <a:lnTo>
                  <a:pt x="110696" y="355282"/>
                </a:lnTo>
                <a:cubicBezTo>
                  <a:pt x="114205" y="355282"/>
                  <a:pt x="117051" y="352425"/>
                  <a:pt x="117051" y="348901"/>
                </a:cubicBezTo>
                <a:cubicBezTo>
                  <a:pt x="117051" y="319373"/>
                  <a:pt x="96942" y="312325"/>
                  <a:pt x="84895" y="308038"/>
                </a:cubicBezTo>
                <a:close/>
                <a:moveTo>
                  <a:pt x="58525" y="268224"/>
                </a:moveTo>
                <a:cubicBezTo>
                  <a:pt x="68959" y="268224"/>
                  <a:pt x="77496" y="276415"/>
                  <a:pt x="77496" y="286512"/>
                </a:cubicBezTo>
                <a:cubicBezTo>
                  <a:pt x="77496" y="296609"/>
                  <a:pt x="68959" y="304800"/>
                  <a:pt x="58525" y="304800"/>
                </a:cubicBezTo>
                <a:cubicBezTo>
                  <a:pt x="48091" y="304800"/>
                  <a:pt x="39554" y="296609"/>
                  <a:pt x="39554" y="286512"/>
                </a:cubicBezTo>
                <a:cubicBezTo>
                  <a:pt x="39554" y="276415"/>
                  <a:pt x="48091" y="268224"/>
                  <a:pt x="58525" y="268224"/>
                </a:cubicBezTo>
                <a:close/>
                <a:moveTo>
                  <a:pt x="13185" y="342424"/>
                </a:moveTo>
                <a:cubicBezTo>
                  <a:pt x="15461" y="327469"/>
                  <a:pt x="26085" y="323755"/>
                  <a:pt x="36329" y="320135"/>
                </a:cubicBezTo>
                <a:cubicBezTo>
                  <a:pt x="40313" y="318707"/>
                  <a:pt x="43823" y="317373"/>
                  <a:pt x="46669" y="315468"/>
                </a:cubicBezTo>
                <a:cubicBezTo>
                  <a:pt x="50273" y="316897"/>
                  <a:pt x="54257" y="317754"/>
                  <a:pt x="58431" y="317754"/>
                </a:cubicBezTo>
                <a:cubicBezTo>
                  <a:pt x="62604" y="317754"/>
                  <a:pt x="66588" y="316897"/>
                  <a:pt x="70193" y="315468"/>
                </a:cubicBezTo>
                <a:cubicBezTo>
                  <a:pt x="73038" y="317373"/>
                  <a:pt x="76548" y="318707"/>
                  <a:pt x="80532" y="320135"/>
                </a:cubicBezTo>
                <a:cubicBezTo>
                  <a:pt x="90776" y="323755"/>
                  <a:pt x="101400" y="327469"/>
                  <a:pt x="103676" y="342424"/>
                </a:cubicBezTo>
                <a:lnTo>
                  <a:pt x="13090" y="342424"/>
                </a:lnTo>
                <a:close/>
                <a:moveTo>
                  <a:pt x="217692" y="308038"/>
                </a:moveTo>
                <a:cubicBezTo>
                  <a:pt x="216933" y="307753"/>
                  <a:pt x="215984" y="307467"/>
                  <a:pt x="215036" y="307086"/>
                </a:cubicBezTo>
                <a:cubicBezTo>
                  <a:pt x="219968" y="301561"/>
                  <a:pt x="223098" y="294513"/>
                  <a:pt x="223098" y="286607"/>
                </a:cubicBezTo>
                <a:cubicBezTo>
                  <a:pt x="223098" y="269462"/>
                  <a:pt x="208870" y="255461"/>
                  <a:pt x="191322" y="255461"/>
                </a:cubicBezTo>
                <a:cubicBezTo>
                  <a:pt x="173774" y="255461"/>
                  <a:pt x="159546" y="269462"/>
                  <a:pt x="159546" y="286607"/>
                </a:cubicBezTo>
                <a:cubicBezTo>
                  <a:pt x="159546" y="294513"/>
                  <a:pt x="162676" y="301561"/>
                  <a:pt x="167608" y="307086"/>
                </a:cubicBezTo>
                <a:cubicBezTo>
                  <a:pt x="166660" y="307467"/>
                  <a:pt x="165806" y="307753"/>
                  <a:pt x="164952" y="308038"/>
                </a:cubicBezTo>
                <a:cubicBezTo>
                  <a:pt x="152906" y="312325"/>
                  <a:pt x="132797" y="319373"/>
                  <a:pt x="132797" y="348901"/>
                </a:cubicBezTo>
                <a:cubicBezTo>
                  <a:pt x="132797" y="352425"/>
                  <a:pt x="135642" y="355282"/>
                  <a:pt x="139152" y="355282"/>
                </a:cubicBezTo>
                <a:lnTo>
                  <a:pt x="243492" y="355282"/>
                </a:lnTo>
                <a:cubicBezTo>
                  <a:pt x="247002" y="355282"/>
                  <a:pt x="249847" y="352425"/>
                  <a:pt x="249847" y="348901"/>
                </a:cubicBezTo>
                <a:cubicBezTo>
                  <a:pt x="249847" y="319373"/>
                  <a:pt x="229738" y="312325"/>
                  <a:pt x="217692" y="308038"/>
                </a:cubicBezTo>
                <a:close/>
                <a:moveTo>
                  <a:pt x="191322" y="268224"/>
                </a:moveTo>
                <a:cubicBezTo>
                  <a:pt x="201756" y="268224"/>
                  <a:pt x="210293" y="276415"/>
                  <a:pt x="210293" y="286512"/>
                </a:cubicBezTo>
                <a:cubicBezTo>
                  <a:pt x="210293" y="296609"/>
                  <a:pt x="201756" y="304800"/>
                  <a:pt x="191322" y="304800"/>
                </a:cubicBezTo>
                <a:cubicBezTo>
                  <a:pt x="180888" y="304800"/>
                  <a:pt x="172351" y="296609"/>
                  <a:pt x="172351" y="286512"/>
                </a:cubicBezTo>
                <a:cubicBezTo>
                  <a:pt x="172351" y="276415"/>
                  <a:pt x="180888" y="268224"/>
                  <a:pt x="191322" y="268224"/>
                </a:cubicBezTo>
                <a:close/>
                <a:moveTo>
                  <a:pt x="145981" y="342424"/>
                </a:moveTo>
                <a:cubicBezTo>
                  <a:pt x="148258" y="327469"/>
                  <a:pt x="158882" y="323755"/>
                  <a:pt x="169126" y="320135"/>
                </a:cubicBezTo>
                <a:cubicBezTo>
                  <a:pt x="173110" y="318707"/>
                  <a:pt x="176620" y="317373"/>
                  <a:pt x="179465" y="315468"/>
                </a:cubicBezTo>
                <a:cubicBezTo>
                  <a:pt x="183070" y="316897"/>
                  <a:pt x="187054" y="317754"/>
                  <a:pt x="191227" y="317754"/>
                </a:cubicBezTo>
                <a:cubicBezTo>
                  <a:pt x="195401" y="317754"/>
                  <a:pt x="199385" y="316897"/>
                  <a:pt x="202989" y="315468"/>
                </a:cubicBezTo>
                <a:cubicBezTo>
                  <a:pt x="205835" y="317373"/>
                  <a:pt x="209344" y="318707"/>
                  <a:pt x="213328" y="320135"/>
                </a:cubicBezTo>
                <a:cubicBezTo>
                  <a:pt x="223573" y="323755"/>
                  <a:pt x="234196" y="327469"/>
                  <a:pt x="236473" y="342424"/>
                </a:cubicBezTo>
                <a:lnTo>
                  <a:pt x="145887" y="342424"/>
                </a:lnTo>
                <a:close/>
                <a:moveTo>
                  <a:pt x="350488" y="308038"/>
                </a:moveTo>
                <a:cubicBezTo>
                  <a:pt x="349730" y="307753"/>
                  <a:pt x="348781" y="307467"/>
                  <a:pt x="347833" y="307086"/>
                </a:cubicBezTo>
                <a:cubicBezTo>
                  <a:pt x="352765" y="301561"/>
                  <a:pt x="355895" y="294513"/>
                  <a:pt x="355895" y="286607"/>
                </a:cubicBezTo>
                <a:cubicBezTo>
                  <a:pt x="355895" y="269462"/>
                  <a:pt x="341667" y="255461"/>
                  <a:pt x="324119" y="255461"/>
                </a:cubicBezTo>
                <a:cubicBezTo>
                  <a:pt x="306571" y="255461"/>
                  <a:pt x="292342" y="269462"/>
                  <a:pt x="292342" y="286607"/>
                </a:cubicBezTo>
                <a:cubicBezTo>
                  <a:pt x="292342" y="294513"/>
                  <a:pt x="295473" y="301561"/>
                  <a:pt x="300405" y="307086"/>
                </a:cubicBezTo>
                <a:cubicBezTo>
                  <a:pt x="299457" y="307467"/>
                  <a:pt x="298603" y="307753"/>
                  <a:pt x="297749" y="308038"/>
                </a:cubicBezTo>
                <a:cubicBezTo>
                  <a:pt x="285703" y="312325"/>
                  <a:pt x="265593" y="319373"/>
                  <a:pt x="265593" y="348901"/>
                </a:cubicBezTo>
                <a:cubicBezTo>
                  <a:pt x="265593" y="352425"/>
                  <a:pt x="268439" y="355282"/>
                  <a:pt x="271949" y="355282"/>
                </a:cubicBezTo>
                <a:lnTo>
                  <a:pt x="376289" y="355282"/>
                </a:lnTo>
                <a:cubicBezTo>
                  <a:pt x="379799" y="355282"/>
                  <a:pt x="382644" y="352425"/>
                  <a:pt x="382644" y="348901"/>
                </a:cubicBezTo>
                <a:cubicBezTo>
                  <a:pt x="382644" y="319373"/>
                  <a:pt x="362535" y="312325"/>
                  <a:pt x="350488" y="308038"/>
                </a:cubicBezTo>
                <a:close/>
                <a:moveTo>
                  <a:pt x="324119" y="268224"/>
                </a:moveTo>
                <a:cubicBezTo>
                  <a:pt x="334553" y="268224"/>
                  <a:pt x="343090" y="276415"/>
                  <a:pt x="343090" y="286512"/>
                </a:cubicBezTo>
                <a:cubicBezTo>
                  <a:pt x="343090" y="296609"/>
                  <a:pt x="334553" y="304800"/>
                  <a:pt x="324119" y="304800"/>
                </a:cubicBezTo>
                <a:cubicBezTo>
                  <a:pt x="313685" y="304800"/>
                  <a:pt x="305148" y="296609"/>
                  <a:pt x="305148" y="286512"/>
                </a:cubicBezTo>
                <a:cubicBezTo>
                  <a:pt x="305148" y="276415"/>
                  <a:pt x="313685" y="268224"/>
                  <a:pt x="324119" y="268224"/>
                </a:cubicBezTo>
                <a:close/>
                <a:moveTo>
                  <a:pt x="278778" y="342424"/>
                </a:moveTo>
                <a:cubicBezTo>
                  <a:pt x="281055" y="327469"/>
                  <a:pt x="291678" y="323755"/>
                  <a:pt x="301923" y="320135"/>
                </a:cubicBezTo>
                <a:cubicBezTo>
                  <a:pt x="305907" y="318707"/>
                  <a:pt x="309416" y="317373"/>
                  <a:pt x="312262" y="315468"/>
                </a:cubicBezTo>
                <a:cubicBezTo>
                  <a:pt x="315866" y="316897"/>
                  <a:pt x="319850" y="317754"/>
                  <a:pt x="324024" y="317754"/>
                </a:cubicBezTo>
                <a:cubicBezTo>
                  <a:pt x="328198" y="317754"/>
                  <a:pt x="332181" y="316897"/>
                  <a:pt x="335786" y="315468"/>
                </a:cubicBezTo>
                <a:cubicBezTo>
                  <a:pt x="338632" y="317373"/>
                  <a:pt x="342141" y="318707"/>
                  <a:pt x="346125" y="320135"/>
                </a:cubicBezTo>
                <a:cubicBezTo>
                  <a:pt x="356369" y="323755"/>
                  <a:pt x="366993" y="327469"/>
                  <a:pt x="369270" y="342424"/>
                </a:cubicBezTo>
                <a:lnTo>
                  <a:pt x="278683" y="342424"/>
                </a:lnTo>
                <a:close/>
                <a:moveTo>
                  <a:pt x="58525" y="243459"/>
                </a:moveTo>
                <a:cubicBezTo>
                  <a:pt x="62035" y="243459"/>
                  <a:pt x="64881" y="240602"/>
                  <a:pt x="64881" y="237077"/>
                </a:cubicBezTo>
                <a:lnTo>
                  <a:pt x="64881" y="224409"/>
                </a:lnTo>
                <a:lnTo>
                  <a:pt x="317669" y="224409"/>
                </a:lnTo>
                <a:lnTo>
                  <a:pt x="317669" y="237077"/>
                </a:lnTo>
                <a:cubicBezTo>
                  <a:pt x="317669" y="240602"/>
                  <a:pt x="320514" y="243459"/>
                  <a:pt x="324024" y="243459"/>
                </a:cubicBezTo>
                <a:cubicBezTo>
                  <a:pt x="327534" y="243459"/>
                  <a:pt x="330379" y="240602"/>
                  <a:pt x="330379" y="237077"/>
                </a:cubicBezTo>
                <a:lnTo>
                  <a:pt x="330379" y="218027"/>
                </a:lnTo>
                <a:cubicBezTo>
                  <a:pt x="330379" y="214503"/>
                  <a:pt x="327534" y="211646"/>
                  <a:pt x="324024" y="211646"/>
                </a:cubicBezTo>
                <a:lnTo>
                  <a:pt x="197583" y="211646"/>
                </a:lnTo>
                <a:lnTo>
                  <a:pt x="197583" y="184213"/>
                </a:lnTo>
                <a:lnTo>
                  <a:pt x="291014" y="184213"/>
                </a:lnTo>
                <a:cubicBezTo>
                  <a:pt x="294524" y="184213"/>
                  <a:pt x="297370" y="181356"/>
                  <a:pt x="297370" y="177832"/>
                </a:cubicBezTo>
                <a:cubicBezTo>
                  <a:pt x="297370" y="124206"/>
                  <a:pt x="262653" y="111538"/>
                  <a:pt x="239793" y="103251"/>
                </a:cubicBezTo>
                <a:cubicBezTo>
                  <a:pt x="234671" y="101346"/>
                  <a:pt x="229833" y="99536"/>
                  <a:pt x="226229" y="97631"/>
                </a:cubicBezTo>
                <a:cubicBezTo>
                  <a:pt x="238370" y="87535"/>
                  <a:pt x="246148" y="72200"/>
                  <a:pt x="246148" y="55150"/>
                </a:cubicBezTo>
                <a:cubicBezTo>
                  <a:pt x="246148" y="24765"/>
                  <a:pt x="221486" y="0"/>
                  <a:pt x="191227" y="0"/>
                </a:cubicBezTo>
                <a:cubicBezTo>
                  <a:pt x="160969" y="0"/>
                  <a:pt x="136306" y="24765"/>
                  <a:pt x="136306" y="55150"/>
                </a:cubicBezTo>
                <a:cubicBezTo>
                  <a:pt x="136306" y="72200"/>
                  <a:pt x="144084" y="87535"/>
                  <a:pt x="156226" y="97631"/>
                </a:cubicBezTo>
                <a:cubicBezTo>
                  <a:pt x="152621" y="99536"/>
                  <a:pt x="147879" y="101441"/>
                  <a:pt x="142662" y="103251"/>
                </a:cubicBezTo>
                <a:cubicBezTo>
                  <a:pt x="119707" y="111538"/>
                  <a:pt x="85085" y="124206"/>
                  <a:pt x="85085" y="177832"/>
                </a:cubicBezTo>
                <a:cubicBezTo>
                  <a:pt x="85085" y="181356"/>
                  <a:pt x="87930" y="184213"/>
                  <a:pt x="91440" y="184213"/>
                </a:cubicBezTo>
                <a:lnTo>
                  <a:pt x="184872" y="184213"/>
                </a:lnTo>
                <a:lnTo>
                  <a:pt x="184872" y="211646"/>
                </a:lnTo>
                <a:lnTo>
                  <a:pt x="58431" y="211646"/>
                </a:lnTo>
                <a:cubicBezTo>
                  <a:pt x="54921" y="211646"/>
                  <a:pt x="52075" y="214503"/>
                  <a:pt x="52075" y="218027"/>
                </a:cubicBezTo>
                <a:lnTo>
                  <a:pt x="52075" y="237077"/>
                </a:lnTo>
                <a:cubicBezTo>
                  <a:pt x="52075" y="240602"/>
                  <a:pt x="54921" y="243459"/>
                  <a:pt x="58431" y="243459"/>
                </a:cubicBezTo>
                <a:close/>
                <a:moveTo>
                  <a:pt x="149112" y="54959"/>
                </a:moveTo>
                <a:cubicBezTo>
                  <a:pt x="149112" y="31623"/>
                  <a:pt x="167988" y="12668"/>
                  <a:pt x="191227" y="12668"/>
                </a:cubicBezTo>
                <a:cubicBezTo>
                  <a:pt x="214467" y="12668"/>
                  <a:pt x="233343" y="31623"/>
                  <a:pt x="233343" y="54959"/>
                </a:cubicBezTo>
                <a:cubicBezTo>
                  <a:pt x="233343" y="78296"/>
                  <a:pt x="214467" y="97250"/>
                  <a:pt x="191227" y="97250"/>
                </a:cubicBezTo>
                <a:cubicBezTo>
                  <a:pt x="167988" y="97250"/>
                  <a:pt x="149112" y="78296"/>
                  <a:pt x="149112" y="54959"/>
                </a:cubicBezTo>
                <a:close/>
                <a:moveTo>
                  <a:pt x="147025" y="115252"/>
                </a:moveTo>
                <a:cubicBezTo>
                  <a:pt x="155467" y="112204"/>
                  <a:pt x="162961" y="109442"/>
                  <a:pt x="168083" y="104965"/>
                </a:cubicBezTo>
                <a:cubicBezTo>
                  <a:pt x="175102" y="108299"/>
                  <a:pt x="182975" y="110204"/>
                  <a:pt x="191322" y="110204"/>
                </a:cubicBezTo>
                <a:cubicBezTo>
                  <a:pt x="199669" y="110204"/>
                  <a:pt x="207447" y="108299"/>
                  <a:pt x="214562" y="104965"/>
                </a:cubicBezTo>
                <a:cubicBezTo>
                  <a:pt x="219684" y="109442"/>
                  <a:pt x="227177" y="112204"/>
                  <a:pt x="235619" y="115252"/>
                </a:cubicBezTo>
                <a:cubicBezTo>
                  <a:pt x="256392" y="122777"/>
                  <a:pt x="282098" y="132112"/>
                  <a:pt x="284564" y="171259"/>
                </a:cubicBezTo>
                <a:lnTo>
                  <a:pt x="191986" y="171259"/>
                </a:lnTo>
                <a:cubicBezTo>
                  <a:pt x="191986" y="171259"/>
                  <a:pt x="191607" y="171164"/>
                  <a:pt x="191322" y="171164"/>
                </a:cubicBezTo>
                <a:cubicBezTo>
                  <a:pt x="191038" y="171164"/>
                  <a:pt x="190943" y="171259"/>
                  <a:pt x="190658" y="171259"/>
                </a:cubicBezTo>
                <a:lnTo>
                  <a:pt x="98080" y="171259"/>
                </a:lnTo>
                <a:cubicBezTo>
                  <a:pt x="100546" y="132112"/>
                  <a:pt x="126252" y="122777"/>
                  <a:pt x="147025" y="11525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3" name="Graphic 210">
            <a:extLst>
              <a:ext uri="{FF2B5EF4-FFF2-40B4-BE49-F238E27FC236}">
                <a16:creationId xmlns:a16="http://schemas.microsoft.com/office/drawing/2014/main" id="{0C44C672-CAAA-2AFB-7E5B-462A0EE7EE03}"/>
              </a:ext>
            </a:extLst>
          </p:cNvPr>
          <p:cNvSpPr/>
          <p:nvPr/>
        </p:nvSpPr>
        <p:spPr>
          <a:xfrm>
            <a:off x="9434750" y="2836776"/>
            <a:ext cx="512444" cy="475800"/>
          </a:xfrm>
          <a:custGeom>
            <a:avLst/>
            <a:gdLst>
              <a:gd name="connsiteX0" fmla="*/ 84895 w 382644"/>
              <a:gd name="connsiteY0" fmla="*/ 308038 h 355282"/>
              <a:gd name="connsiteX1" fmla="*/ 82239 w 382644"/>
              <a:gd name="connsiteY1" fmla="*/ 307086 h 355282"/>
              <a:gd name="connsiteX2" fmla="*/ 90302 w 382644"/>
              <a:gd name="connsiteY2" fmla="*/ 286607 h 355282"/>
              <a:gd name="connsiteX3" fmla="*/ 58525 w 382644"/>
              <a:gd name="connsiteY3" fmla="*/ 255461 h 355282"/>
              <a:gd name="connsiteX4" fmla="*/ 26749 w 382644"/>
              <a:gd name="connsiteY4" fmla="*/ 286607 h 355282"/>
              <a:gd name="connsiteX5" fmla="*/ 34812 w 382644"/>
              <a:gd name="connsiteY5" fmla="*/ 307086 h 355282"/>
              <a:gd name="connsiteX6" fmla="*/ 32156 w 382644"/>
              <a:gd name="connsiteY6" fmla="*/ 308038 h 355282"/>
              <a:gd name="connsiteX7" fmla="*/ 0 w 382644"/>
              <a:gd name="connsiteY7" fmla="*/ 348901 h 355282"/>
              <a:gd name="connsiteX8" fmla="*/ 6355 w 382644"/>
              <a:gd name="connsiteY8" fmla="*/ 355282 h 355282"/>
              <a:gd name="connsiteX9" fmla="*/ 110696 w 382644"/>
              <a:gd name="connsiteY9" fmla="*/ 355282 h 355282"/>
              <a:gd name="connsiteX10" fmla="*/ 117051 w 382644"/>
              <a:gd name="connsiteY10" fmla="*/ 348901 h 355282"/>
              <a:gd name="connsiteX11" fmla="*/ 84895 w 382644"/>
              <a:gd name="connsiteY11" fmla="*/ 308038 h 355282"/>
              <a:gd name="connsiteX12" fmla="*/ 58525 w 382644"/>
              <a:gd name="connsiteY12" fmla="*/ 268224 h 355282"/>
              <a:gd name="connsiteX13" fmla="*/ 77496 w 382644"/>
              <a:gd name="connsiteY13" fmla="*/ 286512 h 355282"/>
              <a:gd name="connsiteX14" fmla="*/ 58525 w 382644"/>
              <a:gd name="connsiteY14" fmla="*/ 304800 h 355282"/>
              <a:gd name="connsiteX15" fmla="*/ 39554 w 382644"/>
              <a:gd name="connsiteY15" fmla="*/ 286512 h 355282"/>
              <a:gd name="connsiteX16" fmla="*/ 58525 w 382644"/>
              <a:gd name="connsiteY16" fmla="*/ 268224 h 355282"/>
              <a:gd name="connsiteX17" fmla="*/ 13185 w 382644"/>
              <a:gd name="connsiteY17" fmla="*/ 342424 h 355282"/>
              <a:gd name="connsiteX18" fmla="*/ 36329 w 382644"/>
              <a:gd name="connsiteY18" fmla="*/ 320135 h 355282"/>
              <a:gd name="connsiteX19" fmla="*/ 46669 w 382644"/>
              <a:gd name="connsiteY19" fmla="*/ 315468 h 355282"/>
              <a:gd name="connsiteX20" fmla="*/ 58431 w 382644"/>
              <a:gd name="connsiteY20" fmla="*/ 317754 h 355282"/>
              <a:gd name="connsiteX21" fmla="*/ 70193 w 382644"/>
              <a:gd name="connsiteY21" fmla="*/ 315468 h 355282"/>
              <a:gd name="connsiteX22" fmla="*/ 80532 w 382644"/>
              <a:gd name="connsiteY22" fmla="*/ 320135 h 355282"/>
              <a:gd name="connsiteX23" fmla="*/ 103676 w 382644"/>
              <a:gd name="connsiteY23" fmla="*/ 342424 h 355282"/>
              <a:gd name="connsiteX24" fmla="*/ 13090 w 382644"/>
              <a:gd name="connsiteY24" fmla="*/ 342424 h 355282"/>
              <a:gd name="connsiteX25" fmla="*/ 217692 w 382644"/>
              <a:gd name="connsiteY25" fmla="*/ 308038 h 355282"/>
              <a:gd name="connsiteX26" fmla="*/ 215036 w 382644"/>
              <a:gd name="connsiteY26" fmla="*/ 307086 h 355282"/>
              <a:gd name="connsiteX27" fmla="*/ 223098 w 382644"/>
              <a:gd name="connsiteY27" fmla="*/ 286607 h 355282"/>
              <a:gd name="connsiteX28" fmla="*/ 191322 w 382644"/>
              <a:gd name="connsiteY28" fmla="*/ 255461 h 355282"/>
              <a:gd name="connsiteX29" fmla="*/ 159546 w 382644"/>
              <a:gd name="connsiteY29" fmla="*/ 286607 h 355282"/>
              <a:gd name="connsiteX30" fmla="*/ 167608 w 382644"/>
              <a:gd name="connsiteY30" fmla="*/ 307086 h 355282"/>
              <a:gd name="connsiteX31" fmla="*/ 164952 w 382644"/>
              <a:gd name="connsiteY31" fmla="*/ 308038 h 355282"/>
              <a:gd name="connsiteX32" fmla="*/ 132797 w 382644"/>
              <a:gd name="connsiteY32" fmla="*/ 348901 h 355282"/>
              <a:gd name="connsiteX33" fmla="*/ 139152 w 382644"/>
              <a:gd name="connsiteY33" fmla="*/ 355282 h 355282"/>
              <a:gd name="connsiteX34" fmla="*/ 243492 w 382644"/>
              <a:gd name="connsiteY34" fmla="*/ 355282 h 355282"/>
              <a:gd name="connsiteX35" fmla="*/ 249847 w 382644"/>
              <a:gd name="connsiteY35" fmla="*/ 348901 h 355282"/>
              <a:gd name="connsiteX36" fmla="*/ 217692 w 382644"/>
              <a:gd name="connsiteY36" fmla="*/ 308038 h 355282"/>
              <a:gd name="connsiteX37" fmla="*/ 191322 w 382644"/>
              <a:gd name="connsiteY37" fmla="*/ 268224 h 355282"/>
              <a:gd name="connsiteX38" fmla="*/ 210293 w 382644"/>
              <a:gd name="connsiteY38" fmla="*/ 286512 h 355282"/>
              <a:gd name="connsiteX39" fmla="*/ 191322 w 382644"/>
              <a:gd name="connsiteY39" fmla="*/ 304800 h 355282"/>
              <a:gd name="connsiteX40" fmla="*/ 172351 w 382644"/>
              <a:gd name="connsiteY40" fmla="*/ 286512 h 355282"/>
              <a:gd name="connsiteX41" fmla="*/ 191322 w 382644"/>
              <a:gd name="connsiteY41" fmla="*/ 268224 h 355282"/>
              <a:gd name="connsiteX42" fmla="*/ 145981 w 382644"/>
              <a:gd name="connsiteY42" fmla="*/ 342424 h 355282"/>
              <a:gd name="connsiteX43" fmla="*/ 169126 w 382644"/>
              <a:gd name="connsiteY43" fmla="*/ 320135 h 355282"/>
              <a:gd name="connsiteX44" fmla="*/ 179465 w 382644"/>
              <a:gd name="connsiteY44" fmla="*/ 315468 h 355282"/>
              <a:gd name="connsiteX45" fmla="*/ 191227 w 382644"/>
              <a:gd name="connsiteY45" fmla="*/ 317754 h 355282"/>
              <a:gd name="connsiteX46" fmla="*/ 202989 w 382644"/>
              <a:gd name="connsiteY46" fmla="*/ 315468 h 355282"/>
              <a:gd name="connsiteX47" fmla="*/ 213328 w 382644"/>
              <a:gd name="connsiteY47" fmla="*/ 320135 h 355282"/>
              <a:gd name="connsiteX48" fmla="*/ 236473 w 382644"/>
              <a:gd name="connsiteY48" fmla="*/ 342424 h 355282"/>
              <a:gd name="connsiteX49" fmla="*/ 145887 w 382644"/>
              <a:gd name="connsiteY49" fmla="*/ 342424 h 355282"/>
              <a:gd name="connsiteX50" fmla="*/ 350488 w 382644"/>
              <a:gd name="connsiteY50" fmla="*/ 308038 h 355282"/>
              <a:gd name="connsiteX51" fmla="*/ 347833 w 382644"/>
              <a:gd name="connsiteY51" fmla="*/ 307086 h 355282"/>
              <a:gd name="connsiteX52" fmla="*/ 355895 w 382644"/>
              <a:gd name="connsiteY52" fmla="*/ 286607 h 355282"/>
              <a:gd name="connsiteX53" fmla="*/ 324119 w 382644"/>
              <a:gd name="connsiteY53" fmla="*/ 255461 h 355282"/>
              <a:gd name="connsiteX54" fmla="*/ 292342 w 382644"/>
              <a:gd name="connsiteY54" fmla="*/ 286607 h 355282"/>
              <a:gd name="connsiteX55" fmla="*/ 300405 w 382644"/>
              <a:gd name="connsiteY55" fmla="*/ 307086 h 355282"/>
              <a:gd name="connsiteX56" fmla="*/ 297749 w 382644"/>
              <a:gd name="connsiteY56" fmla="*/ 308038 h 355282"/>
              <a:gd name="connsiteX57" fmla="*/ 265593 w 382644"/>
              <a:gd name="connsiteY57" fmla="*/ 348901 h 355282"/>
              <a:gd name="connsiteX58" fmla="*/ 271949 w 382644"/>
              <a:gd name="connsiteY58" fmla="*/ 355282 h 355282"/>
              <a:gd name="connsiteX59" fmla="*/ 376289 w 382644"/>
              <a:gd name="connsiteY59" fmla="*/ 355282 h 355282"/>
              <a:gd name="connsiteX60" fmla="*/ 382644 w 382644"/>
              <a:gd name="connsiteY60" fmla="*/ 348901 h 355282"/>
              <a:gd name="connsiteX61" fmla="*/ 350488 w 382644"/>
              <a:gd name="connsiteY61" fmla="*/ 308038 h 355282"/>
              <a:gd name="connsiteX62" fmla="*/ 324119 w 382644"/>
              <a:gd name="connsiteY62" fmla="*/ 268224 h 355282"/>
              <a:gd name="connsiteX63" fmla="*/ 343090 w 382644"/>
              <a:gd name="connsiteY63" fmla="*/ 286512 h 355282"/>
              <a:gd name="connsiteX64" fmla="*/ 324119 w 382644"/>
              <a:gd name="connsiteY64" fmla="*/ 304800 h 355282"/>
              <a:gd name="connsiteX65" fmla="*/ 305148 w 382644"/>
              <a:gd name="connsiteY65" fmla="*/ 286512 h 355282"/>
              <a:gd name="connsiteX66" fmla="*/ 324119 w 382644"/>
              <a:gd name="connsiteY66" fmla="*/ 268224 h 355282"/>
              <a:gd name="connsiteX67" fmla="*/ 278778 w 382644"/>
              <a:gd name="connsiteY67" fmla="*/ 342424 h 355282"/>
              <a:gd name="connsiteX68" fmla="*/ 301923 w 382644"/>
              <a:gd name="connsiteY68" fmla="*/ 320135 h 355282"/>
              <a:gd name="connsiteX69" fmla="*/ 312262 w 382644"/>
              <a:gd name="connsiteY69" fmla="*/ 315468 h 355282"/>
              <a:gd name="connsiteX70" fmla="*/ 324024 w 382644"/>
              <a:gd name="connsiteY70" fmla="*/ 317754 h 355282"/>
              <a:gd name="connsiteX71" fmla="*/ 335786 w 382644"/>
              <a:gd name="connsiteY71" fmla="*/ 315468 h 355282"/>
              <a:gd name="connsiteX72" fmla="*/ 346125 w 382644"/>
              <a:gd name="connsiteY72" fmla="*/ 320135 h 355282"/>
              <a:gd name="connsiteX73" fmla="*/ 369270 w 382644"/>
              <a:gd name="connsiteY73" fmla="*/ 342424 h 355282"/>
              <a:gd name="connsiteX74" fmla="*/ 278683 w 382644"/>
              <a:gd name="connsiteY74" fmla="*/ 342424 h 355282"/>
              <a:gd name="connsiteX75" fmla="*/ 58525 w 382644"/>
              <a:gd name="connsiteY75" fmla="*/ 243459 h 355282"/>
              <a:gd name="connsiteX76" fmla="*/ 64881 w 382644"/>
              <a:gd name="connsiteY76" fmla="*/ 237077 h 355282"/>
              <a:gd name="connsiteX77" fmla="*/ 64881 w 382644"/>
              <a:gd name="connsiteY77" fmla="*/ 224409 h 355282"/>
              <a:gd name="connsiteX78" fmla="*/ 317669 w 382644"/>
              <a:gd name="connsiteY78" fmla="*/ 224409 h 355282"/>
              <a:gd name="connsiteX79" fmla="*/ 317669 w 382644"/>
              <a:gd name="connsiteY79" fmla="*/ 237077 h 355282"/>
              <a:gd name="connsiteX80" fmla="*/ 324024 w 382644"/>
              <a:gd name="connsiteY80" fmla="*/ 243459 h 355282"/>
              <a:gd name="connsiteX81" fmla="*/ 330379 w 382644"/>
              <a:gd name="connsiteY81" fmla="*/ 237077 h 355282"/>
              <a:gd name="connsiteX82" fmla="*/ 330379 w 382644"/>
              <a:gd name="connsiteY82" fmla="*/ 218027 h 355282"/>
              <a:gd name="connsiteX83" fmla="*/ 324024 w 382644"/>
              <a:gd name="connsiteY83" fmla="*/ 211646 h 355282"/>
              <a:gd name="connsiteX84" fmla="*/ 197583 w 382644"/>
              <a:gd name="connsiteY84" fmla="*/ 211646 h 355282"/>
              <a:gd name="connsiteX85" fmla="*/ 197583 w 382644"/>
              <a:gd name="connsiteY85" fmla="*/ 184213 h 355282"/>
              <a:gd name="connsiteX86" fmla="*/ 291014 w 382644"/>
              <a:gd name="connsiteY86" fmla="*/ 184213 h 355282"/>
              <a:gd name="connsiteX87" fmla="*/ 297370 w 382644"/>
              <a:gd name="connsiteY87" fmla="*/ 177832 h 355282"/>
              <a:gd name="connsiteX88" fmla="*/ 239793 w 382644"/>
              <a:gd name="connsiteY88" fmla="*/ 103251 h 355282"/>
              <a:gd name="connsiteX89" fmla="*/ 226229 w 382644"/>
              <a:gd name="connsiteY89" fmla="*/ 97631 h 355282"/>
              <a:gd name="connsiteX90" fmla="*/ 246148 w 382644"/>
              <a:gd name="connsiteY90" fmla="*/ 55150 h 355282"/>
              <a:gd name="connsiteX91" fmla="*/ 191227 w 382644"/>
              <a:gd name="connsiteY91" fmla="*/ 0 h 355282"/>
              <a:gd name="connsiteX92" fmla="*/ 136306 w 382644"/>
              <a:gd name="connsiteY92" fmla="*/ 55150 h 355282"/>
              <a:gd name="connsiteX93" fmla="*/ 156226 w 382644"/>
              <a:gd name="connsiteY93" fmla="*/ 97631 h 355282"/>
              <a:gd name="connsiteX94" fmla="*/ 142662 w 382644"/>
              <a:gd name="connsiteY94" fmla="*/ 103251 h 355282"/>
              <a:gd name="connsiteX95" fmla="*/ 85085 w 382644"/>
              <a:gd name="connsiteY95" fmla="*/ 177832 h 355282"/>
              <a:gd name="connsiteX96" fmla="*/ 91440 w 382644"/>
              <a:gd name="connsiteY96" fmla="*/ 184213 h 355282"/>
              <a:gd name="connsiteX97" fmla="*/ 184872 w 382644"/>
              <a:gd name="connsiteY97" fmla="*/ 184213 h 355282"/>
              <a:gd name="connsiteX98" fmla="*/ 184872 w 382644"/>
              <a:gd name="connsiteY98" fmla="*/ 211646 h 355282"/>
              <a:gd name="connsiteX99" fmla="*/ 58431 w 382644"/>
              <a:gd name="connsiteY99" fmla="*/ 211646 h 355282"/>
              <a:gd name="connsiteX100" fmla="*/ 52075 w 382644"/>
              <a:gd name="connsiteY100" fmla="*/ 218027 h 355282"/>
              <a:gd name="connsiteX101" fmla="*/ 52075 w 382644"/>
              <a:gd name="connsiteY101" fmla="*/ 237077 h 355282"/>
              <a:gd name="connsiteX102" fmla="*/ 58431 w 382644"/>
              <a:gd name="connsiteY102" fmla="*/ 243459 h 355282"/>
              <a:gd name="connsiteX103" fmla="*/ 149112 w 382644"/>
              <a:gd name="connsiteY103" fmla="*/ 54959 h 355282"/>
              <a:gd name="connsiteX104" fmla="*/ 191227 w 382644"/>
              <a:gd name="connsiteY104" fmla="*/ 12668 h 355282"/>
              <a:gd name="connsiteX105" fmla="*/ 233343 w 382644"/>
              <a:gd name="connsiteY105" fmla="*/ 54959 h 355282"/>
              <a:gd name="connsiteX106" fmla="*/ 191227 w 382644"/>
              <a:gd name="connsiteY106" fmla="*/ 97250 h 355282"/>
              <a:gd name="connsiteX107" fmla="*/ 149112 w 382644"/>
              <a:gd name="connsiteY107" fmla="*/ 54959 h 355282"/>
              <a:gd name="connsiteX108" fmla="*/ 147025 w 382644"/>
              <a:gd name="connsiteY108" fmla="*/ 115252 h 355282"/>
              <a:gd name="connsiteX109" fmla="*/ 168083 w 382644"/>
              <a:gd name="connsiteY109" fmla="*/ 104965 h 355282"/>
              <a:gd name="connsiteX110" fmla="*/ 191322 w 382644"/>
              <a:gd name="connsiteY110" fmla="*/ 110204 h 355282"/>
              <a:gd name="connsiteX111" fmla="*/ 214562 w 382644"/>
              <a:gd name="connsiteY111" fmla="*/ 104965 h 355282"/>
              <a:gd name="connsiteX112" fmla="*/ 235619 w 382644"/>
              <a:gd name="connsiteY112" fmla="*/ 115252 h 355282"/>
              <a:gd name="connsiteX113" fmla="*/ 284564 w 382644"/>
              <a:gd name="connsiteY113" fmla="*/ 171259 h 355282"/>
              <a:gd name="connsiteX114" fmla="*/ 191986 w 382644"/>
              <a:gd name="connsiteY114" fmla="*/ 171259 h 355282"/>
              <a:gd name="connsiteX115" fmla="*/ 191322 w 382644"/>
              <a:gd name="connsiteY115" fmla="*/ 171164 h 355282"/>
              <a:gd name="connsiteX116" fmla="*/ 190658 w 382644"/>
              <a:gd name="connsiteY116" fmla="*/ 171259 h 355282"/>
              <a:gd name="connsiteX117" fmla="*/ 98080 w 382644"/>
              <a:gd name="connsiteY117" fmla="*/ 171259 h 355282"/>
              <a:gd name="connsiteX118" fmla="*/ 147025 w 382644"/>
              <a:gd name="connsiteY118" fmla="*/ 115252 h 355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382644" h="355282">
                <a:moveTo>
                  <a:pt x="84895" y="308038"/>
                </a:moveTo>
                <a:cubicBezTo>
                  <a:pt x="84136" y="307753"/>
                  <a:pt x="83188" y="307467"/>
                  <a:pt x="82239" y="307086"/>
                </a:cubicBezTo>
                <a:cubicBezTo>
                  <a:pt x="87172" y="301561"/>
                  <a:pt x="90302" y="294513"/>
                  <a:pt x="90302" y="286607"/>
                </a:cubicBezTo>
                <a:cubicBezTo>
                  <a:pt x="90302" y="269462"/>
                  <a:pt x="76073" y="255461"/>
                  <a:pt x="58525" y="255461"/>
                </a:cubicBezTo>
                <a:cubicBezTo>
                  <a:pt x="40977" y="255461"/>
                  <a:pt x="26749" y="269462"/>
                  <a:pt x="26749" y="286607"/>
                </a:cubicBezTo>
                <a:cubicBezTo>
                  <a:pt x="26749" y="294513"/>
                  <a:pt x="29879" y="301561"/>
                  <a:pt x="34812" y="307086"/>
                </a:cubicBezTo>
                <a:cubicBezTo>
                  <a:pt x="33863" y="307467"/>
                  <a:pt x="33009" y="307753"/>
                  <a:pt x="32156" y="308038"/>
                </a:cubicBezTo>
                <a:cubicBezTo>
                  <a:pt x="20109" y="312325"/>
                  <a:pt x="0" y="319373"/>
                  <a:pt x="0" y="348901"/>
                </a:cubicBezTo>
                <a:cubicBezTo>
                  <a:pt x="0" y="352425"/>
                  <a:pt x="2846" y="355282"/>
                  <a:pt x="6355" y="355282"/>
                </a:cubicBezTo>
                <a:lnTo>
                  <a:pt x="110696" y="355282"/>
                </a:lnTo>
                <a:cubicBezTo>
                  <a:pt x="114205" y="355282"/>
                  <a:pt x="117051" y="352425"/>
                  <a:pt x="117051" y="348901"/>
                </a:cubicBezTo>
                <a:cubicBezTo>
                  <a:pt x="117051" y="319373"/>
                  <a:pt x="96942" y="312325"/>
                  <a:pt x="84895" y="308038"/>
                </a:cubicBezTo>
                <a:close/>
                <a:moveTo>
                  <a:pt x="58525" y="268224"/>
                </a:moveTo>
                <a:cubicBezTo>
                  <a:pt x="68959" y="268224"/>
                  <a:pt x="77496" y="276415"/>
                  <a:pt x="77496" y="286512"/>
                </a:cubicBezTo>
                <a:cubicBezTo>
                  <a:pt x="77496" y="296609"/>
                  <a:pt x="68959" y="304800"/>
                  <a:pt x="58525" y="304800"/>
                </a:cubicBezTo>
                <a:cubicBezTo>
                  <a:pt x="48091" y="304800"/>
                  <a:pt x="39554" y="296609"/>
                  <a:pt x="39554" y="286512"/>
                </a:cubicBezTo>
                <a:cubicBezTo>
                  <a:pt x="39554" y="276415"/>
                  <a:pt x="48091" y="268224"/>
                  <a:pt x="58525" y="268224"/>
                </a:cubicBezTo>
                <a:close/>
                <a:moveTo>
                  <a:pt x="13185" y="342424"/>
                </a:moveTo>
                <a:cubicBezTo>
                  <a:pt x="15461" y="327469"/>
                  <a:pt x="26085" y="323755"/>
                  <a:pt x="36329" y="320135"/>
                </a:cubicBezTo>
                <a:cubicBezTo>
                  <a:pt x="40313" y="318707"/>
                  <a:pt x="43823" y="317373"/>
                  <a:pt x="46669" y="315468"/>
                </a:cubicBezTo>
                <a:cubicBezTo>
                  <a:pt x="50273" y="316897"/>
                  <a:pt x="54257" y="317754"/>
                  <a:pt x="58431" y="317754"/>
                </a:cubicBezTo>
                <a:cubicBezTo>
                  <a:pt x="62604" y="317754"/>
                  <a:pt x="66588" y="316897"/>
                  <a:pt x="70193" y="315468"/>
                </a:cubicBezTo>
                <a:cubicBezTo>
                  <a:pt x="73038" y="317373"/>
                  <a:pt x="76548" y="318707"/>
                  <a:pt x="80532" y="320135"/>
                </a:cubicBezTo>
                <a:cubicBezTo>
                  <a:pt x="90776" y="323755"/>
                  <a:pt x="101400" y="327469"/>
                  <a:pt x="103676" y="342424"/>
                </a:cubicBezTo>
                <a:lnTo>
                  <a:pt x="13090" y="342424"/>
                </a:lnTo>
                <a:close/>
                <a:moveTo>
                  <a:pt x="217692" y="308038"/>
                </a:moveTo>
                <a:cubicBezTo>
                  <a:pt x="216933" y="307753"/>
                  <a:pt x="215984" y="307467"/>
                  <a:pt x="215036" y="307086"/>
                </a:cubicBezTo>
                <a:cubicBezTo>
                  <a:pt x="219968" y="301561"/>
                  <a:pt x="223098" y="294513"/>
                  <a:pt x="223098" y="286607"/>
                </a:cubicBezTo>
                <a:cubicBezTo>
                  <a:pt x="223098" y="269462"/>
                  <a:pt x="208870" y="255461"/>
                  <a:pt x="191322" y="255461"/>
                </a:cubicBezTo>
                <a:cubicBezTo>
                  <a:pt x="173774" y="255461"/>
                  <a:pt x="159546" y="269462"/>
                  <a:pt x="159546" y="286607"/>
                </a:cubicBezTo>
                <a:cubicBezTo>
                  <a:pt x="159546" y="294513"/>
                  <a:pt x="162676" y="301561"/>
                  <a:pt x="167608" y="307086"/>
                </a:cubicBezTo>
                <a:cubicBezTo>
                  <a:pt x="166660" y="307467"/>
                  <a:pt x="165806" y="307753"/>
                  <a:pt x="164952" y="308038"/>
                </a:cubicBezTo>
                <a:cubicBezTo>
                  <a:pt x="152906" y="312325"/>
                  <a:pt x="132797" y="319373"/>
                  <a:pt x="132797" y="348901"/>
                </a:cubicBezTo>
                <a:cubicBezTo>
                  <a:pt x="132797" y="352425"/>
                  <a:pt x="135642" y="355282"/>
                  <a:pt x="139152" y="355282"/>
                </a:cubicBezTo>
                <a:lnTo>
                  <a:pt x="243492" y="355282"/>
                </a:lnTo>
                <a:cubicBezTo>
                  <a:pt x="247002" y="355282"/>
                  <a:pt x="249847" y="352425"/>
                  <a:pt x="249847" y="348901"/>
                </a:cubicBezTo>
                <a:cubicBezTo>
                  <a:pt x="249847" y="319373"/>
                  <a:pt x="229738" y="312325"/>
                  <a:pt x="217692" y="308038"/>
                </a:cubicBezTo>
                <a:close/>
                <a:moveTo>
                  <a:pt x="191322" y="268224"/>
                </a:moveTo>
                <a:cubicBezTo>
                  <a:pt x="201756" y="268224"/>
                  <a:pt x="210293" y="276415"/>
                  <a:pt x="210293" y="286512"/>
                </a:cubicBezTo>
                <a:cubicBezTo>
                  <a:pt x="210293" y="296609"/>
                  <a:pt x="201756" y="304800"/>
                  <a:pt x="191322" y="304800"/>
                </a:cubicBezTo>
                <a:cubicBezTo>
                  <a:pt x="180888" y="304800"/>
                  <a:pt x="172351" y="296609"/>
                  <a:pt x="172351" y="286512"/>
                </a:cubicBezTo>
                <a:cubicBezTo>
                  <a:pt x="172351" y="276415"/>
                  <a:pt x="180888" y="268224"/>
                  <a:pt x="191322" y="268224"/>
                </a:cubicBezTo>
                <a:close/>
                <a:moveTo>
                  <a:pt x="145981" y="342424"/>
                </a:moveTo>
                <a:cubicBezTo>
                  <a:pt x="148258" y="327469"/>
                  <a:pt x="158882" y="323755"/>
                  <a:pt x="169126" y="320135"/>
                </a:cubicBezTo>
                <a:cubicBezTo>
                  <a:pt x="173110" y="318707"/>
                  <a:pt x="176620" y="317373"/>
                  <a:pt x="179465" y="315468"/>
                </a:cubicBezTo>
                <a:cubicBezTo>
                  <a:pt x="183070" y="316897"/>
                  <a:pt x="187054" y="317754"/>
                  <a:pt x="191227" y="317754"/>
                </a:cubicBezTo>
                <a:cubicBezTo>
                  <a:pt x="195401" y="317754"/>
                  <a:pt x="199385" y="316897"/>
                  <a:pt x="202989" y="315468"/>
                </a:cubicBezTo>
                <a:cubicBezTo>
                  <a:pt x="205835" y="317373"/>
                  <a:pt x="209344" y="318707"/>
                  <a:pt x="213328" y="320135"/>
                </a:cubicBezTo>
                <a:cubicBezTo>
                  <a:pt x="223573" y="323755"/>
                  <a:pt x="234196" y="327469"/>
                  <a:pt x="236473" y="342424"/>
                </a:cubicBezTo>
                <a:lnTo>
                  <a:pt x="145887" y="342424"/>
                </a:lnTo>
                <a:close/>
                <a:moveTo>
                  <a:pt x="350488" y="308038"/>
                </a:moveTo>
                <a:cubicBezTo>
                  <a:pt x="349730" y="307753"/>
                  <a:pt x="348781" y="307467"/>
                  <a:pt x="347833" y="307086"/>
                </a:cubicBezTo>
                <a:cubicBezTo>
                  <a:pt x="352765" y="301561"/>
                  <a:pt x="355895" y="294513"/>
                  <a:pt x="355895" y="286607"/>
                </a:cubicBezTo>
                <a:cubicBezTo>
                  <a:pt x="355895" y="269462"/>
                  <a:pt x="341667" y="255461"/>
                  <a:pt x="324119" y="255461"/>
                </a:cubicBezTo>
                <a:cubicBezTo>
                  <a:pt x="306571" y="255461"/>
                  <a:pt x="292342" y="269462"/>
                  <a:pt x="292342" y="286607"/>
                </a:cubicBezTo>
                <a:cubicBezTo>
                  <a:pt x="292342" y="294513"/>
                  <a:pt x="295473" y="301561"/>
                  <a:pt x="300405" y="307086"/>
                </a:cubicBezTo>
                <a:cubicBezTo>
                  <a:pt x="299457" y="307467"/>
                  <a:pt x="298603" y="307753"/>
                  <a:pt x="297749" y="308038"/>
                </a:cubicBezTo>
                <a:cubicBezTo>
                  <a:pt x="285703" y="312325"/>
                  <a:pt x="265593" y="319373"/>
                  <a:pt x="265593" y="348901"/>
                </a:cubicBezTo>
                <a:cubicBezTo>
                  <a:pt x="265593" y="352425"/>
                  <a:pt x="268439" y="355282"/>
                  <a:pt x="271949" y="355282"/>
                </a:cubicBezTo>
                <a:lnTo>
                  <a:pt x="376289" y="355282"/>
                </a:lnTo>
                <a:cubicBezTo>
                  <a:pt x="379799" y="355282"/>
                  <a:pt x="382644" y="352425"/>
                  <a:pt x="382644" y="348901"/>
                </a:cubicBezTo>
                <a:cubicBezTo>
                  <a:pt x="382644" y="319373"/>
                  <a:pt x="362535" y="312325"/>
                  <a:pt x="350488" y="308038"/>
                </a:cubicBezTo>
                <a:close/>
                <a:moveTo>
                  <a:pt x="324119" y="268224"/>
                </a:moveTo>
                <a:cubicBezTo>
                  <a:pt x="334553" y="268224"/>
                  <a:pt x="343090" y="276415"/>
                  <a:pt x="343090" y="286512"/>
                </a:cubicBezTo>
                <a:cubicBezTo>
                  <a:pt x="343090" y="296609"/>
                  <a:pt x="334553" y="304800"/>
                  <a:pt x="324119" y="304800"/>
                </a:cubicBezTo>
                <a:cubicBezTo>
                  <a:pt x="313685" y="304800"/>
                  <a:pt x="305148" y="296609"/>
                  <a:pt x="305148" y="286512"/>
                </a:cubicBezTo>
                <a:cubicBezTo>
                  <a:pt x="305148" y="276415"/>
                  <a:pt x="313685" y="268224"/>
                  <a:pt x="324119" y="268224"/>
                </a:cubicBezTo>
                <a:close/>
                <a:moveTo>
                  <a:pt x="278778" y="342424"/>
                </a:moveTo>
                <a:cubicBezTo>
                  <a:pt x="281055" y="327469"/>
                  <a:pt x="291678" y="323755"/>
                  <a:pt x="301923" y="320135"/>
                </a:cubicBezTo>
                <a:cubicBezTo>
                  <a:pt x="305907" y="318707"/>
                  <a:pt x="309416" y="317373"/>
                  <a:pt x="312262" y="315468"/>
                </a:cubicBezTo>
                <a:cubicBezTo>
                  <a:pt x="315866" y="316897"/>
                  <a:pt x="319850" y="317754"/>
                  <a:pt x="324024" y="317754"/>
                </a:cubicBezTo>
                <a:cubicBezTo>
                  <a:pt x="328198" y="317754"/>
                  <a:pt x="332181" y="316897"/>
                  <a:pt x="335786" y="315468"/>
                </a:cubicBezTo>
                <a:cubicBezTo>
                  <a:pt x="338632" y="317373"/>
                  <a:pt x="342141" y="318707"/>
                  <a:pt x="346125" y="320135"/>
                </a:cubicBezTo>
                <a:cubicBezTo>
                  <a:pt x="356369" y="323755"/>
                  <a:pt x="366993" y="327469"/>
                  <a:pt x="369270" y="342424"/>
                </a:cubicBezTo>
                <a:lnTo>
                  <a:pt x="278683" y="342424"/>
                </a:lnTo>
                <a:close/>
                <a:moveTo>
                  <a:pt x="58525" y="243459"/>
                </a:moveTo>
                <a:cubicBezTo>
                  <a:pt x="62035" y="243459"/>
                  <a:pt x="64881" y="240602"/>
                  <a:pt x="64881" y="237077"/>
                </a:cubicBezTo>
                <a:lnTo>
                  <a:pt x="64881" y="224409"/>
                </a:lnTo>
                <a:lnTo>
                  <a:pt x="317669" y="224409"/>
                </a:lnTo>
                <a:lnTo>
                  <a:pt x="317669" y="237077"/>
                </a:lnTo>
                <a:cubicBezTo>
                  <a:pt x="317669" y="240602"/>
                  <a:pt x="320514" y="243459"/>
                  <a:pt x="324024" y="243459"/>
                </a:cubicBezTo>
                <a:cubicBezTo>
                  <a:pt x="327534" y="243459"/>
                  <a:pt x="330379" y="240602"/>
                  <a:pt x="330379" y="237077"/>
                </a:cubicBezTo>
                <a:lnTo>
                  <a:pt x="330379" y="218027"/>
                </a:lnTo>
                <a:cubicBezTo>
                  <a:pt x="330379" y="214503"/>
                  <a:pt x="327534" y="211646"/>
                  <a:pt x="324024" y="211646"/>
                </a:cubicBezTo>
                <a:lnTo>
                  <a:pt x="197583" y="211646"/>
                </a:lnTo>
                <a:lnTo>
                  <a:pt x="197583" y="184213"/>
                </a:lnTo>
                <a:lnTo>
                  <a:pt x="291014" y="184213"/>
                </a:lnTo>
                <a:cubicBezTo>
                  <a:pt x="294524" y="184213"/>
                  <a:pt x="297370" y="181356"/>
                  <a:pt x="297370" y="177832"/>
                </a:cubicBezTo>
                <a:cubicBezTo>
                  <a:pt x="297370" y="124206"/>
                  <a:pt x="262653" y="111538"/>
                  <a:pt x="239793" y="103251"/>
                </a:cubicBezTo>
                <a:cubicBezTo>
                  <a:pt x="234671" y="101346"/>
                  <a:pt x="229833" y="99536"/>
                  <a:pt x="226229" y="97631"/>
                </a:cubicBezTo>
                <a:cubicBezTo>
                  <a:pt x="238370" y="87535"/>
                  <a:pt x="246148" y="72200"/>
                  <a:pt x="246148" y="55150"/>
                </a:cubicBezTo>
                <a:cubicBezTo>
                  <a:pt x="246148" y="24765"/>
                  <a:pt x="221486" y="0"/>
                  <a:pt x="191227" y="0"/>
                </a:cubicBezTo>
                <a:cubicBezTo>
                  <a:pt x="160969" y="0"/>
                  <a:pt x="136306" y="24765"/>
                  <a:pt x="136306" y="55150"/>
                </a:cubicBezTo>
                <a:cubicBezTo>
                  <a:pt x="136306" y="72200"/>
                  <a:pt x="144084" y="87535"/>
                  <a:pt x="156226" y="97631"/>
                </a:cubicBezTo>
                <a:cubicBezTo>
                  <a:pt x="152621" y="99536"/>
                  <a:pt x="147879" y="101441"/>
                  <a:pt x="142662" y="103251"/>
                </a:cubicBezTo>
                <a:cubicBezTo>
                  <a:pt x="119707" y="111538"/>
                  <a:pt x="85085" y="124206"/>
                  <a:pt x="85085" y="177832"/>
                </a:cubicBezTo>
                <a:cubicBezTo>
                  <a:pt x="85085" y="181356"/>
                  <a:pt x="87930" y="184213"/>
                  <a:pt x="91440" y="184213"/>
                </a:cubicBezTo>
                <a:lnTo>
                  <a:pt x="184872" y="184213"/>
                </a:lnTo>
                <a:lnTo>
                  <a:pt x="184872" y="211646"/>
                </a:lnTo>
                <a:lnTo>
                  <a:pt x="58431" y="211646"/>
                </a:lnTo>
                <a:cubicBezTo>
                  <a:pt x="54921" y="211646"/>
                  <a:pt x="52075" y="214503"/>
                  <a:pt x="52075" y="218027"/>
                </a:cubicBezTo>
                <a:lnTo>
                  <a:pt x="52075" y="237077"/>
                </a:lnTo>
                <a:cubicBezTo>
                  <a:pt x="52075" y="240602"/>
                  <a:pt x="54921" y="243459"/>
                  <a:pt x="58431" y="243459"/>
                </a:cubicBezTo>
                <a:close/>
                <a:moveTo>
                  <a:pt x="149112" y="54959"/>
                </a:moveTo>
                <a:cubicBezTo>
                  <a:pt x="149112" y="31623"/>
                  <a:pt x="167988" y="12668"/>
                  <a:pt x="191227" y="12668"/>
                </a:cubicBezTo>
                <a:cubicBezTo>
                  <a:pt x="214467" y="12668"/>
                  <a:pt x="233343" y="31623"/>
                  <a:pt x="233343" y="54959"/>
                </a:cubicBezTo>
                <a:cubicBezTo>
                  <a:pt x="233343" y="78296"/>
                  <a:pt x="214467" y="97250"/>
                  <a:pt x="191227" y="97250"/>
                </a:cubicBezTo>
                <a:cubicBezTo>
                  <a:pt x="167988" y="97250"/>
                  <a:pt x="149112" y="78296"/>
                  <a:pt x="149112" y="54959"/>
                </a:cubicBezTo>
                <a:close/>
                <a:moveTo>
                  <a:pt x="147025" y="115252"/>
                </a:moveTo>
                <a:cubicBezTo>
                  <a:pt x="155467" y="112204"/>
                  <a:pt x="162961" y="109442"/>
                  <a:pt x="168083" y="104965"/>
                </a:cubicBezTo>
                <a:cubicBezTo>
                  <a:pt x="175102" y="108299"/>
                  <a:pt x="182975" y="110204"/>
                  <a:pt x="191322" y="110204"/>
                </a:cubicBezTo>
                <a:cubicBezTo>
                  <a:pt x="199669" y="110204"/>
                  <a:pt x="207447" y="108299"/>
                  <a:pt x="214562" y="104965"/>
                </a:cubicBezTo>
                <a:cubicBezTo>
                  <a:pt x="219684" y="109442"/>
                  <a:pt x="227177" y="112204"/>
                  <a:pt x="235619" y="115252"/>
                </a:cubicBezTo>
                <a:cubicBezTo>
                  <a:pt x="256392" y="122777"/>
                  <a:pt x="282098" y="132112"/>
                  <a:pt x="284564" y="171259"/>
                </a:cubicBezTo>
                <a:lnTo>
                  <a:pt x="191986" y="171259"/>
                </a:lnTo>
                <a:cubicBezTo>
                  <a:pt x="191986" y="171259"/>
                  <a:pt x="191607" y="171164"/>
                  <a:pt x="191322" y="171164"/>
                </a:cubicBezTo>
                <a:cubicBezTo>
                  <a:pt x="191038" y="171164"/>
                  <a:pt x="190943" y="171259"/>
                  <a:pt x="190658" y="171259"/>
                </a:cubicBezTo>
                <a:lnTo>
                  <a:pt x="98080" y="171259"/>
                </a:lnTo>
                <a:cubicBezTo>
                  <a:pt x="100546" y="132112"/>
                  <a:pt x="126252" y="122777"/>
                  <a:pt x="147025" y="11525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4" name="Graphic 210">
            <a:extLst>
              <a:ext uri="{FF2B5EF4-FFF2-40B4-BE49-F238E27FC236}">
                <a16:creationId xmlns:a16="http://schemas.microsoft.com/office/drawing/2014/main" id="{39583659-A799-3CB0-0697-ED871B2FEA6C}"/>
              </a:ext>
            </a:extLst>
          </p:cNvPr>
          <p:cNvSpPr/>
          <p:nvPr/>
        </p:nvSpPr>
        <p:spPr>
          <a:xfrm>
            <a:off x="8774350" y="3478126"/>
            <a:ext cx="512444" cy="475800"/>
          </a:xfrm>
          <a:custGeom>
            <a:avLst/>
            <a:gdLst>
              <a:gd name="connsiteX0" fmla="*/ 84895 w 382644"/>
              <a:gd name="connsiteY0" fmla="*/ 308038 h 355282"/>
              <a:gd name="connsiteX1" fmla="*/ 82239 w 382644"/>
              <a:gd name="connsiteY1" fmla="*/ 307086 h 355282"/>
              <a:gd name="connsiteX2" fmla="*/ 90302 w 382644"/>
              <a:gd name="connsiteY2" fmla="*/ 286607 h 355282"/>
              <a:gd name="connsiteX3" fmla="*/ 58525 w 382644"/>
              <a:gd name="connsiteY3" fmla="*/ 255461 h 355282"/>
              <a:gd name="connsiteX4" fmla="*/ 26749 w 382644"/>
              <a:gd name="connsiteY4" fmla="*/ 286607 h 355282"/>
              <a:gd name="connsiteX5" fmla="*/ 34812 w 382644"/>
              <a:gd name="connsiteY5" fmla="*/ 307086 h 355282"/>
              <a:gd name="connsiteX6" fmla="*/ 32156 w 382644"/>
              <a:gd name="connsiteY6" fmla="*/ 308038 h 355282"/>
              <a:gd name="connsiteX7" fmla="*/ 0 w 382644"/>
              <a:gd name="connsiteY7" fmla="*/ 348901 h 355282"/>
              <a:gd name="connsiteX8" fmla="*/ 6355 w 382644"/>
              <a:gd name="connsiteY8" fmla="*/ 355282 h 355282"/>
              <a:gd name="connsiteX9" fmla="*/ 110696 w 382644"/>
              <a:gd name="connsiteY9" fmla="*/ 355282 h 355282"/>
              <a:gd name="connsiteX10" fmla="*/ 117051 w 382644"/>
              <a:gd name="connsiteY10" fmla="*/ 348901 h 355282"/>
              <a:gd name="connsiteX11" fmla="*/ 84895 w 382644"/>
              <a:gd name="connsiteY11" fmla="*/ 308038 h 355282"/>
              <a:gd name="connsiteX12" fmla="*/ 58525 w 382644"/>
              <a:gd name="connsiteY12" fmla="*/ 268224 h 355282"/>
              <a:gd name="connsiteX13" fmla="*/ 77496 w 382644"/>
              <a:gd name="connsiteY13" fmla="*/ 286512 h 355282"/>
              <a:gd name="connsiteX14" fmla="*/ 58525 w 382644"/>
              <a:gd name="connsiteY14" fmla="*/ 304800 h 355282"/>
              <a:gd name="connsiteX15" fmla="*/ 39554 w 382644"/>
              <a:gd name="connsiteY15" fmla="*/ 286512 h 355282"/>
              <a:gd name="connsiteX16" fmla="*/ 58525 w 382644"/>
              <a:gd name="connsiteY16" fmla="*/ 268224 h 355282"/>
              <a:gd name="connsiteX17" fmla="*/ 13185 w 382644"/>
              <a:gd name="connsiteY17" fmla="*/ 342424 h 355282"/>
              <a:gd name="connsiteX18" fmla="*/ 36329 w 382644"/>
              <a:gd name="connsiteY18" fmla="*/ 320135 h 355282"/>
              <a:gd name="connsiteX19" fmla="*/ 46669 w 382644"/>
              <a:gd name="connsiteY19" fmla="*/ 315468 h 355282"/>
              <a:gd name="connsiteX20" fmla="*/ 58431 w 382644"/>
              <a:gd name="connsiteY20" fmla="*/ 317754 h 355282"/>
              <a:gd name="connsiteX21" fmla="*/ 70193 w 382644"/>
              <a:gd name="connsiteY21" fmla="*/ 315468 h 355282"/>
              <a:gd name="connsiteX22" fmla="*/ 80532 w 382644"/>
              <a:gd name="connsiteY22" fmla="*/ 320135 h 355282"/>
              <a:gd name="connsiteX23" fmla="*/ 103676 w 382644"/>
              <a:gd name="connsiteY23" fmla="*/ 342424 h 355282"/>
              <a:gd name="connsiteX24" fmla="*/ 13090 w 382644"/>
              <a:gd name="connsiteY24" fmla="*/ 342424 h 355282"/>
              <a:gd name="connsiteX25" fmla="*/ 217692 w 382644"/>
              <a:gd name="connsiteY25" fmla="*/ 308038 h 355282"/>
              <a:gd name="connsiteX26" fmla="*/ 215036 w 382644"/>
              <a:gd name="connsiteY26" fmla="*/ 307086 h 355282"/>
              <a:gd name="connsiteX27" fmla="*/ 223098 w 382644"/>
              <a:gd name="connsiteY27" fmla="*/ 286607 h 355282"/>
              <a:gd name="connsiteX28" fmla="*/ 191322 w 382644"/>
              <a:gd name="connsiteY28" fmla="*/ 255461 h 355282"/>
              <a:gd name="connsiteX29" fmla="*/ 159546 w 382644"/>
              <a:gd name="connsiteY29" fmla="*/ 286607 h 355282"/>
              <a:gd name="connsiteX30" fmla="*/ 167608 w 382644"/>
              <a:gd name="connsiteY30" fmla="*/ 307086 h 355282"/>
              <a:gd name="connsiteX31" fmla="*/ 164952 w 382644"/>
              <a:gd name="connsiteY31" fmla="*/ 308038 h 355282"/>
              <a:gd name="connsiteX32" fmla="*/ 132797 w 382644"/>
              <a:gd name="connsiteY32" fmla="*/ 348901 h 355282"/>
              <a:gd name="connsiteX33" fmla="*/ 139152 w 382644"/>
              <a:gd name="connsiteY33" fmla="*/ 355282 h 355282"/>
              <a:gd name="connsiteX34" fmla="*/ 243492 w 382644"/>
              <a:gd name="connsiteY34" fmla="*/ 355282 h 355282"/>
              <a:gd name="connsiteX35" fmla="*/ 249847 w 382644"/>
              <a:gd name="connsiteY35" fmla="*/ 348901 h 355282"/>
              <a:gd name="connsiteX36" fmla="*/ 217692 w 382644"/>
              <a:gd name="connsiteY36" fmla="*/ 308038 h 355282"/>
              <a:gd name="connsiteX37" fmla="*/ 191322 w 382644"/>
              <a:gd name="connsiteY37" fmla="*/ 268224 h 355282"/>
              <a:gd name="connsiteX38" fmla="*/ 210293 w 382644"/>
              <a:gd name="connsiteY38" fmla="*/ 286512 h 355282"/>
              <a:gd name="connsiteX39" fmla="*/ 191322 w 382644"/>
              <a:gd name="connsiteY39" fmla="*/ 304800 h 355282"/>
              <a:gd name="connsiteX40" fmla="*/ 172351 w 382644"/>
              <a:gd name="connsiteY40" fmla="*/ 286512 h 355282"/>
              <a:gd name="connsiteX41" fmla="*/ 191322 w 382644"/>
              <a:gd name="connsiteY41" fmla="*/ 268224 h 355282"/>
              <a:gd name="connsiteX42" fmla="*/ 145981 w 382644"/>
              <a:gd name="connsiteY42" fmla="*/ 342424 h 355282"/>
              <a:gd name="connsiteX43" fmla="*/ 169126 w 382644"/>
              <a:gd name="connsiteY43" fmla="*/ 320135 h 355282"/>
              <a:gd name="connsiteX44" fmla="*/ 179465 w 382644"/>
              <a:gd name="connsiteY44" fmla="*/ 315468 h 355282"/>
              <a:gd name="connsiteX45" fmla="*/ 191227 w 382644"/>
              <a:gd name="connsiteY45" fmla="*/ 317754 h 355282"/>
              <a:gd name="connsiteX46" fmla="*/ 202989 w 382644"/>
              <a:gd name="connsiteY46" fmla="*/ 315468 h 355282"/>
              <a:gd name="connsiteX47" fmla="*/ 213328 w 382644"/>
              <a:gd name="connsiteY47" fmla="*/ 320135 h 355282"/>
              <a:gd name="connsiteX48" fmla="*/ 236473 w 382644"/>
              <a:gd name="connsiteY48" fmla="*/ 342424 h 355282"/>
              <a:gd name="connsiteX49" fmla="*/ 145887 w 382644"/>
              <a:gd name="connsiteY49" fmla="*/ 342424 h 355282"/>
              <a:gd name="connsiteX50" fmla="*/ 350488 w 382644"/>
              <a:gd name="connsiteY50" fmla="*/ 308038 h 355282"/>
              <a:gd name="connsiteX51" fmla="*/ 347833 w 382644"/>
              <a:gd name="connsiteY51" fmla="*/ 307086 h 355282"/>
              <a:gd name="connsiteX52" fmla="*/ 355895 w 382644"/>
              <a:gd name="connsiteY52" fmla="*/ 286607 h 355282"/>
              <a:gd name="connsiteX53" fmla="*/ 324119 w 382644"/>
              <a:gd name="connsiteY53" fmla="*/ 255461 h 355282"/>
              <a:gd name="connsiteX54" fmla="*/ 292342 w 382644"/>
              <a:gd name="connsiteY54" fmla="*/ 286607 h 355282"/>
              <a:gd name="connsiteX55" fmla="*/ 300405 w 382644"/>
              <a:gd name="connsiteY55" fmla="*/ 307086 h 355282"/>
              <a:gd name="connsiteX56" fmla="*/ 297749 w 382644"/>
              <a:gd name="connsiteY56" fmla="*/ 308038 h 355282"/>
              <a:gd name="connsiteX57" fmla="*/ 265593 w 382644"/>
              <a:gd name="connsiteY57" fmla="*/ 348901 h 355282"/>
              <a:gd name="connsiteX58" fmla="*/ 271949 w 382644"/>
              <a:gd name="connsiteY58" fmla="*/ 355282 h 355282"/>
              <a:gd name="connsiteX59" fmla="*/ 376289 w 382644"/>
              <a:gd name="connsiteY59" fmla="*/ 355282 h 355282"/>
              <a:gd name="connsiteX60" fmla="*/ 382644 w 382644"/>
              <a:gd name="connsiteY60" fmla="*/ 348901 h 355282"/>
              <a:gd name="connsiteX61" fmla="*/ 350488 w 382644"/>
              <a:gd name="connsiteY61" fmla="*/ 308038 h 355282"/>
              <a:gd name="connsiteX62" fmla="*/ 324119 w 382644"/>
              <a:gd name="connsiteY62" fmla="*/ 268224 h 355282"/>
              <a:gd name="connsiteX63" fmla="*/ 343090 w 382644"/>
              <a:gd name="connsiteY63" fmla="*/ 286512 h 355282"/>
              <a:gd name="connsiteX64" fmla="*/ 324119 w 382644"/>
              <a:gd name="connsiteY64" fmla="*/ 304800 h 355282"/>
              <a:gd name="connsiteX65" fmla="*/ 305148 w 382644"/>
              <a:gd name="connsiteY65" fmla="*/ 286512 h 355282"/>
              <a:gd name="connsiteX66" fmla="*/ 324119 w 382644"/>
              <a:gd name="connsiteY66" fmla="*/ 268224 h 355282"/>
              <a:gd name="connsiteX67" fmla="*/ 278778 w 382644"/>
              <a:gd name="connsiteY67" fmla="*/ 342424 h 355282"/>
              <a:gd name="connsiteX68" fmla="*/ 301923 w 382644"/>
              <a:gd name="connsiteY68" fmla="*/ 320135 h 355282"/>
              <a:gd name="connsiteX69" fmla="*/ 312262 w 382644"/>
              <a:gd name="connsiteY69" fmla="*/ 315468 h 355282"/>
              <a:gd name="connsiteX70" fmla="*/ 324024 w 382644"/>
              <a:gd name="connsiteY70" fmla="*/ 317754 h 355282"/>
              <a:gd name="connsiteX71" fmla="*/ 335786 w 382644"/>
              <a:gd name="connsiteY71" fmla="*/ 315468 h 355282"/>
              <a:gd name="connsiteX72" fmla="*/ 346125 w 382644"/>
              <a:gd name="connsiteY72" fmla="*/ 320135 h 355282"/>
              <a:gd name="connsiteX73" fmla="*/ 369270 w 382644"/>
              <a:gd name="connsiteY73" fmla="*/ 342424 h 355282"/>
              <a:gd name="connsiteX74" fmla="*/ 278683 w 382644"/>
              <a:gd name="connsiteY74" fmla="*/ 342424 h 355282"/>
              <a:gd name="connsiteX75" fmla="*/ 58525 w 382644"/>
              <a:gd name="connsiteY75" fmla="*/ 243459 h 355282"/>
              <a:gd name="connsiteX76" fmla="*/ 64881 w 382644"/>
              <a:gd name="connsiteY76" fmla="*/ 237077 h 355282"/>
              <a:gd name="connsiteX77" fmla="*/ 64881 w 382644"/>
              <a:gd name="connsiteY77" fmla="*/ 224409 h 355282"/>
              <a:gd name="connsiteX78" fmla="*/ 317669 w 382644"/>
              <a:gd name="connsiteY78" fmla="*/ 224409 h 355282"/>
              <a:gd name="connsiteX79" fmla="*/ 317669 w 382644"/>
              <a:gd name="connsiteY79" fmla="*/ 237077 h 355282"/>
              <a:gd name="connsiteX80" fmla="*/ 324024 w 382644"/>
              <a:gd name="connsiteY80" fmla="*/ 243459 h 355282"/>
              <a:gd name="connsiteX81" fmla="*/ 330379 w 382644"/>
              <a:gd name="connsiteY81" fmla="*/ 237077 h 355282"/>
              <a:gd name="connsiteX82" fmla="*/ 330379 w 382644"/>
              <a:gd name="connsiteY82" fmla="*/ 218027 h 355282"/>
              <a:gd name="connsiteX83" fmla="*/ 324024 w 382644"/>
              <a:gd name="connsiteY83" fmla="*/ 211646 h 355282"/>
              <a:gd name="connsiteX84" fmla="*/ 197583 w 382644"/>
              <a:gd name="connsiteY84" fmla="*/ 211646 h 355282"/>
              <a:gd name="connsiteX85" fmla="*/ 197583 w 382644"/>
              <a:gd name="connsiteY85" fmla="*/ 184213 h 355282"/>
              <a:gd name="connsiteX86" fmla="*/ 291014 w 382644"/>
              <a:gd name="connsiteY86" fmla="*/ 184213 h 355282"/>
              <a:gd name="connsiteX87" fmla="*/ 297370 w 382644"/>
              <a:gd name="connsiteY87" fmla="*/ 177832 h 355282"/>
              <a:gd name="connsiteX88" fmla="*/ 239793 w 382644"/>
              <a:gd name="connsiteY88" fmla="*/ 103251 h 355282"/>
              <a:gd name="connsiteX89" fmla="*/ 226229 w 382644"/>
              <a:gd name="connsiteY89" fmla="*/ 97631 h 355282"/>
              <a:gd name="connsiteX90" fmla="*/ 246148 w 382644"/>
              <a:gd name="connsiteY90" fmla="*/ 55150 h 355282"/>
              <a:gd name="connsiteX91" fmla="*/ 191227 w 382644"/>
              <a:gd name="connsiteY91" fmla="*/ 0 h 355282"/>
              <a:gd name="connsiteX92" fmla="*/ 136306 w 382644"/>
              <a:gd name="connsiteY92" fmla="*/ 55150 h 355282"/>
              <a:gd name="connsiteX93" fmla="*/ 156226 w 382644"/>
              <a:gd name="connsiteY93" fmla="*/ 97631 h 355282"/>
              <a:gd name="connsiteX94" fmla="*/ 142662 w 382644"/>
              <a:gd name="connsiteY94" fmla="*/ 103251 h 355282"/>
              <a:gd name="connsiteX95" fmla="*/ 85085 w 382644"/>
              <a:gd name="connsiteY95" fmla="*/ 177832 h 355282"/>
              <a:gd name="connsiteX96" fmla="*/ 91440 w 382644"/>
              <a:gd name="connsiteY96" fmla="*/ 184213 h 355282"/>
              <a:gd name="connsiteX97" fmla="*/ 184872 w 382644"/>
              <a:gd name="connsiteY97" fmla="*/ 184213 h 355282"/>
              <a:gd name="connsiteX98" fmla="*/ 184872 w 382644"/>
              <a:gd name="connsiteY98" fmla="*/ 211646 h 355282"/>
              <a:gd name="connsiteX99" fmla="*/ 58431 w 382644"/>
              <a:gd name="connsiteY99" fmla="*/ 211646 h 355282"/>
              <a:gd name="connsiteX100" fmla="*/ 52075 w 382644"/>
              <a:gd name="connsiteY100" fmla="*/ 218027 h 355282"/>
              <a:gd name="connsiteX101" fmla="*/ 52075 w 382644"/>
              <a:gd name="connsiteY101" fmla="*/ 237077 h 355282"/>
              <a:gd name="connsiteX102" fmla="*/ 58431 w 382644"/>
              <a:gd name="connsiteY102" fmla="*/ 243459 h 355282"/>
              <a:gd name="connsiteX103" fmla="*/ 149112 w 382644"/>
              <a:gd name="connsiteY103" fmla="*/ 54959 h 355282"/>
              <a:gd name="connsiteX104" fmla="*/ 191227 w 382644"/>
              <a:gd name="connsiteY104" fmla="*/ 12668 h 355282"/>
              <a:gd name="connsiteX105" fmla="*/ 233343 w 382644"/>
              <a:gd name="connsiteY105" fmla="*/ 54959 h 355282"/>
              <a:gd name="connsiteX106" fmla="*/ 191227 w 382644"/>
              <a:gd name="connsiteY106" fmla="*/ 97250 h 355282"/>
              <a:gd name="connsiteX107" fmla="*/ 149112 w 382644"/>
              <a:gd name="connsiteY107" fmla="*/ 54959 h 355282"/>
              <a:gd name="connsiteX108" fmla="*/ 147025 w 382644"/>
              <a:gd name="connsiteY108" fmla="*/ 115252 h 355282"/>
              <a:gd name="connsiteX109" fmla="*/ 168083 w 382644"/>
              <a:gd name="connsiteY109" fmla="*/ 104965 h 355282"/>
              <a:gd name="connsiteX110" fmla="*/ 191322 w 382644"/>
              <a:gd name="connsiteY110" fmla="*/ 110204 h 355282"/>
              <a:gd name="connsiteX111" fmla="*/ 214562 w 382644"/>
              <a:gd name="connsiteY111" fmla="*/ 104965 h 355282"/>
              <a:gd name="connsiteX112" fmla="*/ 235619 w 382644"/>
              <a:gd name="connsiteY112" fmla="*/ 115252 h 355282"/>
              <a:gd name="connsiteX113" fmla="*/ 284564 w 382644"/>
              <a:gd name="connsiteY113" fmla="*/ 171259 h 355282"/>
              <a:gd name="connsiteX114" fmla="*/ 191986 w 382644"/>
              <a:gd name="connsiteY114" fmla="*/ 171259 h 355282"/>
              <a:gd name="connsiteX115" fmla="*/ 191322 w 382644"/>
              <a:gd name="connsiteY115" fmla="*/ 171164 h 355282"/>
              <a:gd name="connsiteX116" fmla="*/ 190658 w 382644"/>
              <a:gd name="connsiteY116" fmla="*/ 171259 h 355282"/>
              <a:gd name="connsiteX117" fmla="*/ 98080 w 382644"/>
              <a:gd name="connsiteY117" fmla="*/ 171259 h 355282"/>
              <a:gd name="connsiteX118" fmla="*/ 147025 w 382644"/>
              <a:gd name="connsiteY118" fmla="*/ 115252 h 355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382644" h="355282">
                <a:moveTo>
                  <a:pt x="84895" y="308038"/>
                </a:moveTo>
                <a:cubicBezTo>
                  <a:pt x="84136" y="307753"/>
                  <a:pt x="83188" y="307467"/>
                  <a:pt x="82239" y="307086"/>
                </a:cubicBezTo>
                <a:cubicBezTo>
                  <a:pt x="87172" y="301561"/>
                  <a:pt x="90302" y="294513"/>
                  <a:pt x="90302" y="286607"/>
                </a:cubicBezTo>
                <a:cubicBezTo>
                  <a:pt x="90302" y="269462"/>
                  <a:pt x="76073" y="255461"/>
                  <a:pt x="58525" y="255461"/>
                </a:cubicBezTo>
                <a:cubicBezTo>
                  <a:pt x="40977" y="255461"/>
                  <a:pt x="26749" y="269462"/>
                  <a:pt x="26749" y="286607"/>
                </a:cubicBezTo>
                <a:cubicBezTo>
                  <a:pt x="26749" y="294513"/>
                  <a:pt x="29879" y="301561"/>
                  <a:pt x="34812" y="307086"/>
                </a:cubicBezTo>
                <a:cubicBezTo>
                  <a:pt x="33863" y="307467"/>
                  <a:pt x="33009" y="307753"/>
                  <a:pt x="32156" y="308038"/>
                </a:cubicBezTo>
                <a:cubicBezTo>
                  <a:pt x="20109" y="312325"/>
                  <a:pt x="0" y="319373"/>
                  <a:pt x="0" y="348901"/>
                </a:cubicBezTo>
                <a:cubicBezTo>
                  <a:pt x="0" y="352425"/>
                  <a:pt x="2846" y="355282"/>
                  <a:pt x="6355" y="355282"/>
                </a:cubicBezTo>
                <a:lnTo>
                  <a:pt x="110696" y="355282"/>
                </a:lnTo>
                <a:cubicBezTo>
                  <a:pt x="114205" y="355282"/>
                  <a:pt x="117051" y="352425"/>
                  <a:pt x="117051" y="348901"/>
                </a:cubicBezTo>
                <a:cubicBezTo>
                  <a:pt x="117051" y="319373"/>
                  <a:pt x="96942" y="312325"/>
                  <a:pt x="84895" y="308038"/>
                </a:cubicBezTo>
                <a:close/>
                <a:moveTo>
                  <a:pt x="58525" y="268224"/>
                </a:moveTo>
                <a:cubicBezTo>
                  <a:pt x="68959" y="268224"/>
                  <a:pt x="77496" y="276415"/>
                  <a:pt x="77496" y="286512"/>
                </a:cubicBezTo>
                <a:cubicBezTo>
                  <a:pt x="77496" y="296609"/>
                  <a:pt x="68959" y="304800"/>
                  <a:pt x="58525" y="304800"/>
                </a:cubicBezTo>
                <a:cubicBezTo>
                  <a:pt x="48091" y="304800"/>
                  <a:pt x="39554" y="296609"/>
                  <a:pt x="39554" y="286512"/>
                </a:cubicBezTo>
                <a:cubicBezTo>
                  <a:pt x="39554" y="276415"/>
                  <a:pt x="48091" y="268224"/>
                  <a:pt x="58525" y="268224"/>
                </a:cubicBezTo>
                <a:close/>
                <a:moveTo>
                  <a:pt x="13185" y="342424"/>
                </a:moveTo>
                <a:cubicBezTo>
                  <a:pt x="15461" y="327469"/>
                  <a:pt x="26085" y="323755"/>
                  <a:pt x="36329" y="320135"/>
                </a:cubicBezTo>
                <a:cubicBezTo>
                  <a:pt x="40313" y="318707"/>
                  <a:pt x="43823" y="317373"/>
                  <a:pt x="46669" y="315468"/>
                </a:cubicBezTo>
                <a:cubicBezTo>
                  <a:pt x="50273" y="316897"/>
                  <a:pt x="54257" y="317754"/>
                  <a:pt x="58431" y="317754"/>
                </a:cubicBezTo>
                <a:cubicBezTo>
                  <a:pt x="62604" y="317754"/>
                  <a:pt x="66588" y="316897"/>
                  <a:pt x="70193" y="315468"/>
                </a:cubicBezTo>
                <a:cubicBezTo>
                  <a:pt x="73038" y="317373"/>
                  <a:pt x="76548" y="318707"/>
                  <a:pt x="80532" y="320135"/>
                </a:cubicBezTo>
                <a:cubicBezTo>
                  <a:pt x="90776" y="323755"/>
                  <a:pt x="101400" y="327469"/>
                  <a:pt x="103676" y="342424"/>
                </a:cubicBezTo>
                <a:lnTo>
                  <a:pt x="13090" y="342424"/>
                </a:lnTo>
                <a:close/>
                <a:moveTo>
                  <a:pt x="217692" y="308038"/>
                </a:moveTo>
                <a:cubicBezTo>
                  <a:pt x="216933" y="307753"/>
                  <a:pt x="215984" y="307467"/>
                  <a:pt x="215036" y="307086"/>
                </a:cubicBezTo>
                <a:cubicBezTo>
                  <a:pt x="219968" y="301561"/>
                  <a:pt x="223098" y="294513"/>
                  <a:pt x="223098" y="286607"/>
                </a:cubicBezTo>
                <a:cubicBezTo>
                  <a:pt x="223098" y="269462"/>
                  <a:pt x="208870" y="255461"/>
                  <a:pt x="191322" y="255461"/>
                </a:cubicBezTo>
                <a:cubicBezTo>
                  <a:pt x="173774" y="255461"/>
                  <a:pt x="159546" y="269462"/>
                  <a:pt x="159546" y="286607"/>
                </a:cubicBezTo>
                <a:cubicBezTo>
                  <a:pt x="159546" y="294513"/>
                  <a:pt x="162676" y="301561"/>
                  <a:pt x="167608" y="307086"/>
                </a:cubicBezTo>
                <a:cubicBezTo>
                  <a:pt x="166660" y="307467"/>
                  <a:pt x="165806" y="307753"/>
                  <a:pt x="164952" y="308038"/>
                </a:cubicBezTo>
                <a:cubicBezTo>
                  <a:pt x="152906" y="312325"/>
                  <a:pt x="132797" y="319373"/>
                  <a:pt x="132797" y="348901"/>
                </a:cubicBezTo>
                <a:cubicBezTo>
                  <a:pt x="132797" y="352425"/>
                  <a:pt x="135642" y="355282"/>
                  <a:pt x="139152" y="355282"/>
                </a:cubicBezTo>
                <a:lnTo>
                  <a:pt x="243492" y="355282"/>
                </a:lnTo>
                <a:cubicBezTo>
                  <a:pt x="247002" y="355282"/>
                  <a:pt x="249847" y="352425"/>
                  <a:pt x="249847" y="348901"/>
                </a:cubicBezTo>
                <a:cubicBezTo>
                  <a:pt x="249847" y="319373"/>
                  <a:pt x="229738" y="312325"/>
                  <a:pt x="217692" y="308038"/>
                </a:cubicBezTo>
                <a:close/>
                <a:moveTo>
                  <a:pt x="191322" y="268224"/>
                </a:moveTo>
                <a:cubicBezTo>
                  <a:pt x="201756" y="268224"/>
                  <a:pt x="210293" y="276415"/>
                  <a:pt x="210293" y="286512"/>
                </a:cubicBezTo>
                <a:cubicBezTo>
                  <a:pt x="210293" y="296609"/>
                  <a:pt x="201756" y="304800"/>
                  <a:pt x="191322" y="304800"/>
                </a:cubicBezTo>
                <a:cubicBezTo>
                  <a:pt x="180888" y="304800"/>
                  <a:pt x="172351" y="296609"/>
                  <a:pt x="172351" y="286512"/>
                </a:cubicBezTo>
                <a:cubicBezTo>
                  <a:pt x="172351" y="276415"/>
                  <a:pt x="180888" y="268224"/>
                  <a:pt x="191322" y="268224"/>
                </a:cubicBezTo>
                <a:close/>
                <a:moveTo>
                  <a:pt x="145981" y="342424"/>
                </a:moveTo>
                <a:cubicBezTo>
                  <a:pt x="148258" y="327469"/>
                  <a:pt x="158882" y="323755"/>
                  <a:pt x="169126" y="320135"/>
                </a:cubicBezTo>
                <a:cubicBezTo>
                  <a:pt x="173110" y="318707"/>
                  <a:pt x="176620" y="317373"/>
                  <a:pt x="179465" y="315468"/>
                </a:cubicBezTo>
                <a:cubicBezTo>
                  <a:pt x="183070" y="316897"/>
                  <a:pt x="187054" y="317754"/>
                  <a:pt x="191227" y="317754"/>
                </a:cubicBezTo>
                <a:cubicBezTo>
                  <a:pt x="195401" y="317754"/>
                  <a:pt x="199385" y="316897"/>
                  <a:pt x="202989" y="315468"/>
                </a:cubicBezTo>
                <a:cubicBezTo>
                  <a:pt x="205835" y="317373"/>
                  <a:pt x="209344" y="318707"/>
                  <a:pt x="213328" y="320135"/>
                </a:cubicBezTo>
                <a:cubicBezTo>
                  <a:pt x="223573" y="323755"/>
                  <a:pt x="234196" y="327469"/>
                  <a:pt x="236473" y="342424"/>
                </a:cubicBezTo>
                <a:lnTo>
                  <a:pt x="145887" y="342424"/>
                </a:lnTo>
                <a:close/>
                <a:moveTo>
                  <a:pt x="350488" y="308038"/>
                </a:moveTo>
                <a:cubicBezTo>
                  <a:pt x="349730" y="307753"/>
                  <a:pt x="348781" y="307467"/>
                  <a:pt x="347833" y="307086"/>
                </a:cubicBezTo>
                <a:cubicBezTo>
                  <a:pt x="352765" y="301561"/>
                  <a:pt x="355895" y="294513"/>
                  <a:pt x="355895" y="286607"/>
                </a:cubicBezTo>
                <a:cubicBezTo>
                  <a:pt x="355895" y="269462"/>
                  <a:pt x="341667" y="255461"/>
                  <a:pt x="324119" y="255461"/>
                </a:cubicBezTo>
                <a:cubicBezTo>
                  <a:pt x="306571" y="255461"/>
                  <a:pt x="292342" y="269462"/>
                  <a:pt x="292342" y="286607"/>
                </a:cubicBezTo>
                <a:cubicBezTo>
                  <a:pt x="292342" y="294513"/>
                  <a:pt x="295473" y="301561"/>
                  <a:pt x="300405" y="307086"/>
                </a:cubicBezTo>
                <a:cubicBezTo>
                  <a:pt x="299457" y="307467"/>
                  <a:pt x="298603" y="307753"/>
                  <a:pt x="297749" y="308038"/>
                </a:cubicBezTo>
                <a:cubicBezTo>
                  <a:pt x="285703" y="312325"/>
                  <a:pt x="265593" y="319373"/>
                  <a:pt x="265593" y="348901"/>
                </a:cubicBezTo>
                <a:cubicBezTo>
                  <a:pt x="265593" y="352425"/>
                  <a:pt x="268439" y="355282"/>
                  <a:pt x="271949" y="355282"/>
                </a:cubicBezTo>
                <a:lnTo>
                  <a:pt x="376289" y="355282"/>
                </a:lnTo>
                <a:cubicBezTo>
                  <a:pt x="379799" y="355282"/>
                  <a:pt x="382644" y="352425"/>
                  <a:pt x="382644" y="348901"/>
                </a:cubicBezTo>
                <a:cubicBezTo>
                  <a:pt x="382644" y="319373"/>
                  <a:pt x="362535" y="312325"/>
                  <a:pt x="350488" y="308038"/>
                </a:cubicBezTo>
                <a:close/>
                <a:moveTo>
                  <a:pt x="324119" y="268224"/>
                </a:moveTo>
                <a:cubicBezTo>
                  <a:pt x="334553" y="268224"/>
                  <a:pt x="343090" y="276415"/>
                  <a:pt x="343090" y="286512"/>
                </a:cubicBezTo>
                <a:cubicBezTo>
                  <a:pt x="343090" y="296609"/>
                  <a:pt x="334553" y="304800"/>
                  <a:pt x="324119" y="304800"/>
                </a:cubicBezTo>
                <a:cubicBezTo>
                  <a:pt x="313685" y="304800"/>
                  <a:pt x="305148" y="296609"/>
                  <a:pt x="305148" y="286512"/>
                </a:cubicBezTo>
                <a:cubicBezTo>
                  <a:pt x="305148" y="276415"/>
                  <a:pt x="313685" y="268224"/>
                  <a:pt x="324119" y="268224"/>
                </a:cubicBezTo>
                <a:close/>
                <a:moveTo>
                  <a:pt x="278778" y="342424"/>
                </a:moveTo>
                <a:cubicBezTo>
                  <a:pt x="281055" y="327469"/>
                  <a:pt x="291678" y="323755"/>
                  <a:pt x="301923" y="320135"/>
                </a:cubicBezTo>
                <a:cubicBezTo>
                  <a:pt x="305907" y="318707"/>
                  <a:pt x="309416" y="317373"/>
                  <a:pt x="312262" y="315468"/>
                </a:cubicBezTo>
                <a:cubicBezTo>
                  <a:pt x="315866" y="316897"/>
                  <a:pt x="319850" y="317754"/>
                  <a:pt x="324024" y="317754"/>
                </a:cubicBezTo>
                <a:cubicBezTo>
                  <a:pt x="328198" y="317754"/>
                  <a:pt x="332181" y="316897"/>
                  <a:pt x="335786" y="315468"/>
                </a:cubicBezTo>
                <a:cubicBezTo>
                  <a:pt x="338632" y="317373"/>
                  <a:pt x="342141" y="318707"/>
                  <a:pt x="346125" y="320135"/>
                </a:cubicBezTo>
                <a:cubicBezTo>
                  <a:pt x="356369" y="323755"/>
                  <a:pt x="366993" y="327469"/>
                  <a:pt x="369270" y="342424"/>
                </a:cubicBezTo>
                <a:lnTo>
                  <a:pt x="278683" y="342424"/>
                </a:lnTo>
                <a:close/>
                <a:moveTo>
                  <a:pt x="58525" y="243459"/>
                </a:moveTo>
                <a:cubicBezTo>
                  <a:pt x="62035" y="243459"/>
                  <a:pt x="64881" y="240602"/>
                  <a:pt x="64881" y="237077"/>
                </a:cubicBezTo>
                <a:lnTo>
                  <a:pt x="64881" y="224409"/>
                </a:lnTo>
                <a:lnTo>
                  <a:pt x="317669" y="224409"/>
                </a:lnTo>
                <a:lnTo>
                  <a:pt x="317669" y="237077"/>
                </a:lnTo>
                <a:cubicBezTo>
                  <a:pt x="317669" y="240602"/>
                  <a:pt x="320514" y="243459"/>
                  <a:pt x="324024" y="243459"/>
                </a:cubicBezTo>
                <a:cubicBezTo>
                  <a:pt x="327534" y="243459"/>
                  <a:pt x="330379" y="240602"/>
                  <a:pt x="330379" y="237077"/>
                </a:cubicBezTo>
                <a:lnTo>
                  <a:pt x="330379" y="218027"/>
                </a:lnTo>
                <a:cubicBezTo>
                  <a:pt x="330379" y="214503"/>
                  <a:pt x="327534" y="211646"/>
                  <a:pt x="324024" y="211646"/>
                </a:cubicBezTo>
                <a:lnTo>
                  <a:pt x="197583" y="211646"/>
                </a:lnTo>
                <a:lnTo>
                  <a:pt x="197583" y="184213"/>
                </a:lnTo>
                <a:lnTo>
                  <a:pt x="291014" y="184213"/>
                </a:lnTo>
                <a:cubicBezTo>
                  <a:pt x="294524" y="184213"/>
                  <a:pt x="297370" y="181356"/>
                  <a:pt x="297370" y="177832"/>
                </a:cubicBezTo>
                <a:cubicBezTo>
                  <a:pt x="297370" y="124206"/>
                  <a:pt x="262653" y="111538"/>
                  <a:pt x="239793" y="103251"/>
                </a:cubicBezTo>
                <a:cubicBezTo>
                  <a:pt x="234671" y="101346"/>
                  <a:pt x="229833" y="99536"/>
                  <a:pt x="226229" y="97631"/>
                </a:cubicBezTo>
                <a:cubicBezTo>
                  <a:pt x="238370" y="87535"/>
                  <a:pt x="246148" y="72200"/>
                  <a:pt x="246148" y="55150"/>
                </a:cubicBezTo>
                <a:cubicBezTo>
                  <a:pt x="246148" y="24765"/>
                  <a:pt x="221486" y="0"/>
                  <a:pt x="191227" y="0"/>
                </a:cubicBezTo>
                <a:cubicBezTo>
                  <a:pt x="160969" y="0"/>
                  <a:pt x="136306" y="24765"/>
                  <a:pt x="136306" y="55150"/>
                </a:cubicBezTo>
                <a:cubicBezTo>
                  <a:pt x="136306" y="72200"/>
                  <a:pt x="144084" y="87535"/>
                  <a:pt x="156226" y="97631"/>
                </a:cubicBezTo>
                <a:cubicBezTo>
                  <a:pt x="152621" y="99536"/>
                  <a:pt x="147879" y="101441"/>
                  <a:pt x="142662" y="103251"/>
                </a:cubicBezTo>
                <a:cubicBezTo>
                  <a:pt x="119707" y="111538"/>
                  <a:pt x="85085" y="124206"/>
                  <a:pt x="85085" y="177832"/>
                </a:cubicBezTo>
                <a:cubicBezTo>
                  <a:pt x="85085" y="181356"/>
                  <a:pt x="87930" y="184213"/>
                  <a:pt x="91440" y="184213"/>
                </a:cubicBezTo>
                <a:lnTo>
                  <a:pt x="184872" y="184213"/>
                </a:lnTo>
                <a:lnTo>
                  <a:pt x="184872" y="211646"/>
                </a:lnTo>
                <a:lnTo>
                  <a:pt x="58431" y="211646"/>
                </a:lnTo>
                <a:cubicBezTo>
                  <a:pt x="54921" y="211646"/>
                  <a:pt x="52075" y="214503"/>
                  <a:pt x="52075" y="218027"/>
                </a:cubicBezTo>
                <a:lnTo>
                  <a:pt x="52075" y="237077"/>
                </a:lnTo>
                <a:cubicBezTo>
                  <a:pt x="52075" y="240602"/>
                  <a:pt x="54921" y="243459"/>
                  <a:pt x="58431" y="243459"/>
                </a:cubicBezTo>
                <a:close/>
                <a:moveTo>
                  <a:pt x="149112" y="54959"/>
                </a:moveTo>
                <a:cubicBezTo>
                  <a:pt x="149112" y="31623"/>
                  <a:pt x="167988" y="12668"/>
                  <a:pt x="191227" y="12668"/>
                </a:cubicBezTo>
                <a:cubicBezTo>
                  <a:pt x="214467" y="12668"/>
                  <a:pt x="233343" y="31623"/>
                  <a:pt x="233343" y="54959"/>
                </a:cubicBezTo>
                <a:cubicBezTo>
                  <a:pt x="233343" y="78296"/>
                  <a:pt x="214467" y="97250"/>
                  <a:pt x="191227" y="97250"/>
                </a:cubicBezTo>
                <a:cubicBezTo>
                  <a:pt x="167988" y="97250"/>
                  <a:pt x="149112" y="78296"/>
                  <a:pt x="149112" y="54959"/>
                </a:cubicBezTo>
                <a:close/>
                <a:moveTo>
                  <a:pt x="147025" y="115252"/>
                </a:moveTo>
                <a:cubicBezTo>
                  <a:pt x="155467" y="112204"/>
                  <a:pt x="162961" y="109442"/>
                  <a:pt x="168083" y="104965"/>
                </a:cubicBezTo>
                <a:cubicBezTo>
                  <a:pt x="175102" y="108299"/>
                  <a:pt x="182975" y="110204"/>
                  <a:pt x="191322" y="110204"/>
                </a:cubicBezTo>
                <a:cubicBezTo>
                  <a:pt x="199669" y="110204"/>
                  <a:pt x="207447" y="108299"/>
                  <a:pt x="214562" y="104965"/>
                </a:cubicBezTo>
                <a:cubicBezTo>
                  <a:pt x="219684" y="109442"/>
                  <a:pt x="227177" y="112204"/>
                  <a:pt x="235619" y="115252"/>
                </a:cubicBezTo>
                <a:cubicBezTo>
                  <a:pt x="256392" y="122777"/>
                  <a:pt x="282098" y="132112"/>
                  <a:pt x="284564" y="171259"/>
                </a:cubicBezTo>
                <a:lnTo>
                  <a:pt x="191986" y="171259"/>
                </a:lnTo>
                <a:cubicBezTo>
                  <a:pt x="191986" y="171259"/>
                  <a:pt x="191607" y="171164"/>
                  <a:pt x="191322" y="171164"/>
                </a:cubicBezTo>
                <a:cubicBezTo>
                  <a:pt x="191038" y="171164"/>
                  <a:pt x="190943" y="171259"/>
                  <a:pt x="190658" y="171259"/>
                </a:cubicBezTo>
                <a:lnTo>
                  <a:pt x="98080" y="171259"/>
                </a:lnTo>
                <a:cubicBezTo>
                  <a:pt x="100546" y="132112"/>
                  <a:pt x="126252" y="122777"/>
                  <a:pt x="147025" y="11525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5" name="Graphic 210">
            <a:extLst>
              <a:ext uri="{FF2B5EF4-FFF2-40B4-BE49-F238E27FC236}">
                <a16:creationId xmlns:a16="http://schemas.microsoft.com/office/drawing/2014/main" id="{6EB1FC33-9CAA-FD54-5B67-A21536F20421}"/>
              </a:ext>
            </a:extLst>
          </p:cNvPr>
          <p:cNvSpPr/>
          <p:nvPr/>
        </p:nvSpPr>
        <p:spPr>
          <a:xfrm>
            <a:off x="9434750" y="3478126"/>
            <a:ext cx="512444" cy="475800"/>
          </a:xfrm>
          <a:custGeom>
            <a:avLst/>
            <a:gdLst>
              <a:gd name="connsiteX0" fmla="*/ 84895 w 382644"/>
              <a:gd name="connsiteY0" fmla="*/ 308038 h 355282"/>
              <a:gd name="connsiteX1" fmla="*/ 82239 w 382644"/>
              <a:gd name="connsiteY1" fmla="*/ 307086 h 355282"/>
              <a:gd name="connsiteX2" fmla="*/ 90302 w 382644"/>
              <a:gd name="connsiteY2" fmla="*/ 286607 h 355282"/>
              <a:gd name="connsiteX3" fmla="*/ 58525 w 382644"/>
              <a:gd name="connsiteY3" fmla="*/ 255461 h 355282"/>
              <a:gd name="connsiteX4" fmla="*/ 26749 w 382644"/>
              <a:gd name="connsiteY4" fmla="*/ 286607 h 355282"/>
              <a:gd name="connsiteX5" fmla="*/ 34812 w 382644"/>
              <a:gd name="connsiteY5" fmla="*/ 307086 h 355282"/>
              <a:gd name="connsiteX6" fmla="*/ 32156 w 382644"/>
              <a:gd name="connsiteY6" fmla="*/ 308038 h 355282"/>
              <a:gd name="connsiteX7" fmla="*/ 0 w 382644"/>
              <a:gd name="connsiteY7" fmla="*/ 348901 h 355282"/>
              <a:gd name="connsiteX8" fmla="*/ 6355 w 382644"/>
              <a:gd name="connsiteY8" fmla="*/ 355282 h 355282"/>
              <a:gd name="connsiteX9" fmla="*/ 110696 w 382644"/>
              <a:gd name="connsiteY9" fmla="*/ 355282 h 355282"/>
              <a:gd name="connsiteX10" fmla="*/ 117051 w 382644"/>
              <a:gd name="connsiteY10" fmla="*/ 348901 h 355282"/>
              <a:gd name="connsiteX11" fmla="*/ 84895 w 382644"/>
              <a:gd name="connsiteY11" fmla="*/ 308038 h 355282"/>
              <a:gd name="connsiteX12" fmla="*/ 58525 w 382644"/>
              <a:gd name="connsiteY12" fmla="*/ 268224 h 355282"/>
              <a:gd name="connsiteX13" fmla="*/ 77496 w 382644"/>
              <a:gd name="connsiteY13" fmla="*/ 286512 h 355282"/>
              <a:gd name="connsiteX14" fmla="*/ 58525 w 382644"/>
              <a:gd name="connsiteY14" fmla="*/ 304800 h 355282"/>
              <a:gd name="connsiteX15" fmla="*/ 39554 w 382644"/>
              <a:gd name="connsiteY15" fmla="*/ 286512 h 355282"/>
              <a:gd name="connsiteX16" fmla="*/ 58525 w 382644"/>
              <a:gd name="connsiteY16" fmla="*/ 268224 h 355282"/>
              <a:gd name="connsiteX17" fmla="*/ 13185 w 382644"/>
              <a:gd name="connsiteY17" fmla="*/ 342424 h 355282"/>
              <a:gd name="connsiteX18" fmla="*/ 36329 w 382644"/>
              <a:gd name="connsiteY18" fmla="*/ 320135 h 355282"/>
              <a:gd name="connsiteX19" fmla="*/ 46669 w 382644"/>
              <a:gd name="connsiteY19" fmla="*/ 315468 h 355282"/>
              <a:gd name="connsiteX20" fmla="*/ 58431 w 382644"/>
              <a:gd name="connsiteY20" fmla="*/ 317754 h 355282"/>
              <a:gd name="connsiteX21" fmla="*/ 70193 w 382644"/>
              <a:gd name="connsiteY21" fmla="*/ 315468 h 355282"/>
              <a:gd name="connsiteX22" fmla="*/ 80532 w 382644"/>
              <a:gd name="connsiteY22" fmla="*/ 320135 h 355282"/>
              <a:gd name="connsiteX23" fmla="*/ 103676 w 382644"/>
              <a:gd name="connsiteY23" fmla="*/ 342424 h 355282"/>
              <a:gd name="connsiteX24" fmla="*/ 13090 w 382644"/>
              <a:gd name="connsiteY24" fmla="*/ 342424 h 355282"/>
              <a:gd name="connsiteX25" fmla="*/ 217692 w 382644"/>
              <a:gd name="connsiteY25" fmla="*/ 308038 h 355282"/>
              <a:gd name="connsiteX26" fmla="*/ 215036 w 382644"/>
              <a:gd name="connsiteY26" fmla="*/ 307086 h 355282"/>
              <a:gd name="connsiteX27" fmla="*/ 223098 w 382644"/>
              <a:gd name="connsiteY27" fmla="*/ 286607 h 355282"/>
              <a:gd name="connsiteX28" fmla="*/ 191322 w 382644"/>
              <a:gd name="connsiteY28" fmla="*/ 255461 h 355282"/>
              <a:gd name="connsiteX29" fmla="*/ 159546 w 382644"/>
              <a:gd name="connsiteY29" fmla="*/ 286607 h 355282"/>
              <a:gd name="connsiteX30" fmla="*/ 167608 w 382644"/>
              <a:gd name="connsiteY30" fmla="*/ 307086 h 355282"/>
              <a:gd name="connsiteX31" fmla="*/ 164952 w 382644"/>
              <a:gd name="connsiteY31" fmla="*/ 308038 h 355282"/>
              <a:gd name="connsiteX32" fmla="*/ 132797 w 382644"/>
              <a:gd name="connsiteY32" fmla="*/ 348901 h 355282"/>
              <a:gd name="connsiteX33" fmla="*/ 139152 w 382644"/>
              <a:gd name="connsiteY33" fmla="*/ 355282 h 355282"/>
              <a:gd name="connsiteX34" fmla="*/ 243492 w 382644"/>
              <a:gd name="connsiteY34" fmla="*/ 355282 h 355282"/>
              <a:gd name="connsiteX35" fmla="*/ 249847 w 382644"/>
              <a:gd name="connsiteY35" fmla="*/ 348901 h 355282"/>
              <a:gd name="connsiteX36" fmla="*/ 217692 w 382644"/>
              <a:gd name="connsiteY36" fmla="*/ 308038 h 355282"/>
              <a:gd name="connsiteX37" fmla="*/ 191322 w 382644"/>
              <a:gd name="connsiteY37" fmla="*/ 268224 h 355282"/>
              <a:gd name="connsiteX38" fmla="*/ 210293 w 382644"/>
              <a:gd name="connsiteY38" fmla="*/ 286512 h 355282"/>
              <a:gd name="connsiteX39" fmla="*/ 191322 w 382644"/>
              <a:gd name="connsiteY39" fmla="*/ 304800 h 355282"/>
              <a:gd name="connsiteX40" fmla="*/ 172351 w 382644"/>
              <a:gd name="connsiteY40" fmla="*/ 286512 h 355282"/>
              <a:gd name="connsiteX41" fmla="*/ 191322 w 382644"/>
              <a:gd name="connsiteY41" fmla="*/ 268224 h 355282"/>
              <a:gd name="connsiteX42" fmla="*/ 145981 w 382644"/>
              <a:gd name="connsiteY42" fmla="*/ 342424 h 355282"/>
              <a:gd name="connsiteX43" fmla="*/ 169126 w 382644"/>
              <a:gd name="connsiteY43" fmla="*/ 320135 h 355282"/>
              <a:gd name="connsiteX44" fmla="*/ 179465 w 382644"/>
              <a:gd name="connsiteY44" fmla="*/ 315468 h 355282"/>
              <a:gd name="connsiteX45" fmla="*/ 191227 w 382644"/>
              <a:gd name="connsiteY45" fmla="*/ 317754 h 355282"/>
              <a:gd name="connsiteX46" fmla="*/ 202989 w 382644"/>
              <a:gd name="connsiteY46" fmla="*/ 315468 h 355282"/>
              <a:gd name="connsiteX47" fmla="*/ 213328 w 382644"/>
              <a:gd name="connsiteY47" fmla="*/ 320135 h 355282"/>
              <a:gd name="connsiteX48" fmla="*/ 236473 w 382644"/>
              <a:gd name="connsiteY48" fmla="*/ 342424 h 355282"/>
              <a:gd name="connsiteX49" fmla="*/ 145887 w 382644"/>
              <a:gd name="connsiteY49" fmla="*/ 342424 h 355282"/>
              <a:gd name="connsiteX50" fmla="*/ 350488 w 382644"/>
              <a:gd name="connsiteY50" fmla="*/ 308038 h 355282"/>
              <a:gd name="connsiteX51" fmla="*/ 347833 w 382644"/>
              <a:gd name="connsiteY51" fmla="*/ 307086 h 355282"/>
              <a:gd name="connsiteX52" fmla="*/ 355895 w 382644"/>
              <a:gd name="connsiteY52" fmla="*/ 286607 h 355282"/>
              <a:gd name="connsiteX53" fmla="*/ 324119 w 382644"/>
              <a:gd name="connsiteY53" fmla="*/ 255461 h 355282"/>
              <a:gd name="connsiteX54" fmla="*/ 292342 w 382644"/>
              <a:gd name="connsiteY54" fmla="*/ 286607 h 355282"/>
              <a:gd name="connsiteX55" fmla="*/ 300405 w 382644"/>
              <a:gd name="connsiteY55" fmla="*/ 307086 h 355282"/>
              <a:gd name="connsiteX56" fmla="*/ 297749 w 382644"/>
              <a:gd name="connsiteY56" fmla="*/ 308038 h 355282"/>
              <a:gd name="connsiteX57" fmla="*/ 265593 w 382644"/>
              <a:gd name="connsiteY57" fmla="*/ 348901 h 355282"/>
              <a:gd name="connsiteX58" fmla="*/ 271949 w 382644"/>
              <a:gd name="connsiteY58" fmla="*/ 355282 h 355282"/>
              <a:gd name="connsiteX59" fmla="*/ 376289 w 382644"/>
              <a:gd name="connsiteY59" fmla="*/ 355282 h 355282"/>
              <a:gd name="connsiteX60" fmla="*/ 382644 w 382644"/>
              <a:gd name="connsiteY60" fmla="*/ 348901 h 355282"/>
              <a:gd name="connsiteX61" fmla="*/ 350488 w 382644"/>
              <a:gd name="connsiteY61" fmla="*/ 308038 h 355282"/>
              <a:gd name="connsiteX62" fmla="*/ 324119 w 382644"/>
              <a:gd name="connsiteY62" fmla="*/ 268224 h 355282"/>
              <a:gd name="connsiteX63" fmla="*/ 343090 w 382644"/>
              <a:gd name="connsiteY63" fmla="*/ 286512 h 355282"/>
              <a:gd name="connsiteX64" fmla="*/ 324119 w 382644"/>
              <a:gd name="connsiteY64" fmla="*/ 304800 h 355282"/>
              <a:gd name="connsiteX65" fmla="*/ 305148 w 382644"/>
              <a:gd name="connsiteY65" fmla="*/ 286512 h 355282"/>
              <a:gd name="connsiteX66" fmla="*/ 324119 w 382644"/>
              <a:gd name="connsiteY66" fmla="*/ 268224 h 355282"/>
              <a:gd name="connsiteX67" fmla="*/ 278778 w 382644"/>
              <a:gd name="connsiteY67" fmla="*/ 342424 h 355282"/>
              <a:gd name="connsiteX68" fmla="*/ 301923 w 382644"/>
              <a:gd name="connsiteY68" fmla="*/ 320135 h 355282"/>
              <a:gd name="connsiteX69" fmla="*/ 312262 w 382644"/>
              <a:gd name="connsiteY69" fmla="*/ 315468 h 355282"/>
              <a:gd name="connsiteX70" fmla="*/ 324024 w 382644"/>
              <a:gd name="connsiteY70" fmla="*/ 317754 h 355282"/>
              <a:gd name="connsiteX71" fmla="*/ 335786 w 382644"/>
              <a:gd name="connsiteY71" fmla="*/ 315468 h 355282"/>
              <a:gd name="connsiteX72" fmla="*/ 346125 w 382644"/>
              <a:gd name="connsiteY72" fmla="*/ 320135 h 355282"/>
              <a:gd name="connsiteX73" fmla="*/ 369270 w 382644"/>
              <a:gd name="connsiteY73" fmla="*/ 342424 h 355282"/>
              <a:gd name="connsiteX74" fmla="*/ 278683 w 382644"/>
              <a:gd name="connsiteY74" fmla="*/ 342424 h 355282"/>
              <a:gd name="connsiteX75" fmla="*/ 58525 w 382644"/>
              <a:gd name="connsiteY75" fmla="*/ 243459 h 355282"/>
              <a:gd name="connsiteX76" fmla="*/ 64881 w 382644"/>
              <a:gd name="connsiteY76" fmla="*/ 237077 h 355282"/>
              <a:gd name="connsiteX77" fmla="*/ 64881 w 382644"/>
              <a:gd name="connsiteY77" fmla="*/ 224409 h 355282"/>
              <a:gd name="connsiteX78" fmla="*/ 317669 w 382644"/>
              <a:gd name="connsiteY78" fmla="*/ 224409 h 355282"/>
              <a:gd name="connsiteX79" fmla="*/ 317669 w 382644"/>
              <a:gd name="connsiteY79" fmla="*/ 237077 h 355282"/>
              <a:gd name="connsiteX80" fmla="*/ 324024 w 382644"/>
              <a:gd name="connsiteY80" fmla="*/ 243459 h 355282"/>
              <a:gd name="connsiteX81" fmla="*/ 330379 w 382644"/>
              <a:gd name="connsiteY81" fmla="*/ 237077 h 355282"/>
              <a:gd name="connsiteX82" fmla="*/ 330379 w 382644"/>
              <a:gd name="connsiteY82" fmla="*/ 218027 h 355282"/>
              <a:gd name="connsiteX83" fmla="*/ 324024 w 382644"/>
              <a:gd name="connsiteY83" fmla="*/ 211646 h 355282"/>
              <a:gd name="connsiteX84" fmla="*/ 197583 w 382644"/>
              <a:gd name="connsiteY84" fmla="*/ 211646 h 355282"/>
              <a:gd name="connsiteX85" fmla="*/ 197583 w 382644"/>
              <a:gd name="connsiteY85" fmla="*/ 184213 h 355282"/>
              <a:gd name="connsiteX86" fmla="*/ 291014 w 382644"/>
              <a:gd name="connsiteY86" fmla="*/ 184213 h 355282"/>
              <a:gd name="connsiteX87" fmla="*/ 297370 w 382644"/>
              <a:gd name="connsiteY87" fmla="*/ 177832 h 355282"/>
              <a:gd name="connsiteX88" fmla="*/ 239793 w 382644"/>
              <a:gd name="connsiteY88" fmla="*/ 103251 h 355282"/>
              <a:gd name="connsiteX89" fmla="*/ 226229 w 382644"/>
              <a:gd name="connsiteY89" fmla="*/ 97631 h 355282"/>
              <a:gd name="connsiteX90" fmla="*/ 246148 w 382644"/>
              <a:gd name="connsiteY90" fmla="*/ 55150 h 355282"/>
              <a:gd name="connsiteX91" fmla="*/ 191227 w 382644"/>
              <a:gd name="connsiteY91" fmla="*/ 0 h 355282"/>
              <a:gd name="connsiteX92" fmla="*/ 136306 w 382644"/>
              <a:gd name="connsiteY92" fmla="*/ 55150 h 355282"/>
              <a:gd name="connsiteX93" fmla="*/ 156226 w 382644"/>
              <a:gd name="connsiteY93" fmla="*/ 97631 h 355282"/>
              <a:gd name="connsiteX94" fmla="*/ 142662 w 382644"/>
              <a:gd name="connsiteY94" fmla="*/ 103251 h 355282"/>
              <a:gd name="connsiteX95" fmla="*/ 85085 w 382644"/>
              <a:gd name="connsiteY95" fmla="*/ 177832 h 355282"/>
              <a:gd name="connsiteX96" fmla="*/ 91440 w 382644"/>
              <a:gd name="connsiteY96" fmla="*/ 184213 h 355282"/>
              <a:gd name="connsiteX97" fmla="*/ 184872 w 382644"/>
              <a:gd name="connsiteY97" fmla="*/ 184213 h 355282"/>
              <a:gd name="connsiteX98" fmla="*/ 184872 w 382644"/>
              <a:gd name="connsiteY98" fmla="*/ 211646 h 355282"/>
              <a:gd name="connsiteX99" fmla="*/ 58431 w 382644"/>
              <a:gd name="connsiteY99" fmla="*/ 211646 h 355282"/>
              <a:gd name="connsiteX100" fmla="*/ 52075 w 382644"/>
              <a:gd name="connsiteY100" fmla="*/ 218027 h 355282"/>
              <a:gd name="connsiteX101" fmla="*/ 52075 w 382644"/>
              <a:gd name="connsiteY101" fmla="*/ 237077 h 355282"/>
              <a:gd name="connsiteX102" fmla="*/ 58431 w 382644"/>
              <a:gd name="connsiteY102" fmla="*/ 243459 h 355282"/>
              <a:gd name="connsiteX103" fmla="*/ 149112 w 382644"/>
              <a:gd name="connsiteY103" fmla="*/ 54959 h 355282"/>
              <a:gd name="connsiteX104" fmla="*/ 191227 w 382644"/>
              <a:gd name="connsiteY104" fmla="*/ 12668 h 355282"/>
              <a:gd name="connsiteX105" fmla="*/ 233343 w 382644"/>
              <a:gd name="connsiteY105" fmla="*/ 54959 h 355282"/>
              <a:gd name="connsiteX106" fmla="*/ 191227 w 382644"/>
              <a:gd name="connsiteY106" fmla="*/ 97250 h 355282"/>
              <a:gd name="connsiteX107" fmla="*/ 149112 w 382644"/>
              <a:gd name="connsiteY107" fmla="*/ 54959 h 355282"/>
              <a:gd name="connsiteX108" fmla="*/ 147025 w 382644"/>
              <a:gd name="connsiteY108" fmla="*/ 115252 h 355282"/>
              <a:gd name="connsiteX109" fmla="*/ 168083 w 382644"/>
              <a:gd name="connsiteY109" fmla="*/ 104965 h 355282"/>
              <a:gd name="connsiteX110" fmla="*/ 191322 w 382644"/>
              <a:gd name="connsiteY110" fmla="*/ 110204 h 355282"/>
              <a:gd name="connsiteX111" fmla="*/ 214562 w 382644"/>
              <a:gd name="connsiteY111" fmla="*/ 104965 h 355282"/>
              <a:gd name="connsiteX112" fmla="*/ 235619 w 382644"/>
              <a:gd name="connsiteY112" fmla="*/ 115252 h 355282"/>
              <a:gd name="connsiteX113" fmla="*/ 284564 w 382644"/>
              <a:gd name="connsiteY113" fmla="*/ 171259 h 355282"/>
              <a:gd name="connsiteX114" fmla="*/ 191986 w 382644"/>
              <a:gd name="connsiteY114" fmla="*/ 171259 h 355282"/>
              <a:gd name="connsiteX115" fmla="*/ 191322 w 382644"/>
              <a:gd name="connsiteY115" fmla="*/ 171164 h 355282"/>
              <a:gd name="connsiteX116" fmla="*/ 190658 w 382644"/>
              <a:gd name="connsiteY116" fmla="*/ 171259 h 355282"/>
              <a:gd name="connsiteX117" fmla="*/ 98080 w 382644"/>
              <a:gd name="connsiteY117" fmla="*/ 171259 h 355282"/>
              <a:gd name="connsiteX118" fmla="*/ 147025 w 382644"/>
              <a:gd name="connsiteY118" fmla="*/ 115252 h 355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382644" h="355282">
                <a:moveTo>
                  <a:pt x="84895" y="308038"/>
                </a:moveTo>
                <a:cubicBezTo>
                  <a:pt x="84136" y="307753"/>
                  <a:pt x="83188" y="307467"/>
                  <a:pt x="82239" y="307086"/>
                </a:cubicBezTo>
                <a:cubicBezTo>
                  <a:pt x="87172" y="301561"/>
                  <a:pt x="90302" y="294513"/>
                  <a:pt x="90302" y="286607"/>
                </a:cubicBezTo>
                <a:cubicBezTo>
                  <a:pt x="90302" y="269462"/>
                  <a:pt x="76073" y="255461"/>
                  <a:pt x="58525" y="255461"/>
                </a:cubicBezTo>
                <a:cubicBezTo>
                  <a:pt x="40977" y="255461"/>
                  <a:pt x="26749" y="269462"/>
                  <a:pt x="26749" y="286607"/>
                </a:cubicBezTo>
                <a:cubicBezTo>
                  <a:pt x="26749" y="294513"/>
                  <a:pt x="29879" y="301561"/>
                  <a:pt x="34812" y="307086"/>
                </a:cubicBezTo>
                <a:cubicBezTo>
                  <a:pt x="33863" y="307467"/>
                  <a:pt x="33009" y="307753"/>
                  <a:pt x="32156" y="308038"/>
                </a:cubicBezTo>
                <a:cubicBezTo>
                  <a:pt x="20109" y="312325"/>
                  <a:pt x="0" y="319373"/>
                  <a:pt x="0" y="348901"/>
                </a:cubicBezTo>
                <a:cubicBezTo>
                  <a:pt x="0" y="352425"/>
                  <a:pt x="2846" y="355282"/>
                  <a:pt x="6355" y="355282"/>
                </a:cubicBezTo>
                <a:lnTo>
                  <a:pt x="110696" y="355282"/>
                </a:lnTo>
                <a:cubicBezTo>
                  <a:pt x="114205" y="355282"/>
                  <a:pt x="117051" y="352425"/>
                  <a:pt x="117051" y="348901"/>
                </a:cubicBezTo>
                <a:cubicBezTo>
                  <a:pt x="117051" y="319373"/>
                  <a:pt x="96942" y="312325"/>
                  <a:pt x="84895" y="308038"/>
                </a:cubicBezTo>
                <a:close/>
                <a:moveTo>
                  <a:pt x="58525" y="268224"/>
                </a:moveTo>
                <a:cubicBezTo>
                  <a:pt x="68959" y="268224"/>
                  <a:pt x="77496" y="276415"/>
                  <a:pt x="77496" y="286512"/>
                </a:cubicBezTo>
                <a:cubicBezTo>
                  <a:pt x="77496" y="296609"/>
                  <a:pt x="68959" y="304800"/>
                  <a:pt x="58525" y="304800"/>
                </a:cubicBezTo>
                <a:cubicBezTo>
                  <a:pt x="48091" y="304800"/>
                  <a:pt x="39554" y="296609"/>
                  <a:pt x="39554" y="286512"/>
                </a:cubicBezTo>
                <a:cubicBezTo>
                  <a:pt x="39554" y="276415"/>
                  <a:pt x="48091" y="268224"/>
                  <a:pt x="58525" y="268224"/>
                </a:cubicBezTo>
                <a:close/>
                <a:moveTo>
                  <a:pt x="13185" y="342424"/>
                </a:moveTo>
                <a:cubicBezTo>
                  <a:pt x="15461" y="327469"/>
                  <a:pt x="26085" y="323755"/>
                  <a:pt x="36329" y="320135"/>
                </a:cubicBezTo>
                <a:cubicBezTo>
                  <a:pt x="40313" y="318707"/>
                  <a:pt x="43823" y="317373"/>
                  <a:pt x="46669" y="315468"/>
                </a:cubicBezTo>
                <a:cubicBezTo>
                  <a:pt x="50273" y="316897"/>
                  <a:pt x="54257" y="317754"/>
                  <a:pt x="58431" y="317754"/>
                </a:cubicBezTo>
                <a:cubicBezTo>
                  <a:pt x="62604" y="317754"/>
                  <a:pt x="66588" y="316897"/>
                  <a:pt x="70193" y="315468"/>
                </a:cubicBezTo>
                <a:cubicBezTo>
                  <a:pt x="73038" y="317373"/>
                  <a:pt x="76548" y="318707"/>
                  <a:pt x="80532" y="320135"/>
                </a:cubicBezTo>
                <a:cubicBezTo>
                  <a:pt x="90776" y="323755"/>
                  <a:pt x="101400" y="327469"/>
                  <a:pt x="103676" y="342424"/>
                </a:cubicBezTo>
                <a:lnTo>
                  <a:pt x="13090" y="342424"/>
                </a:lnTo>
                <a:close/>
                <a:moveTo>
                  <a:pt x="217692" y="308038"/>
                </a:moveTo>
                <a:cubicBezTo>
                  <a:pt x="216933" y="307753"/>
                  <a:pt x="215984" y="307467"/>
                  <a:pt x="215036" y="307086"/>
                </a:cubicBezTo>
                <a:cubicBezTo>
                  <a:pt x="219968" y="301561"/>
                  <a:pt x="223098" y="294513"/>
                  <a:pt x="223098" y="286607"/>
                </a:cubicBezTo>
                <a:cubicBezTo>
                  <a:pt x="223098" y="269462"/>
                  <a:pt x="208870" y="255461"/>
                  <a:pt x="191322" y="255461"/>
                </a:cubicBezTo>
                <a:cubicBezTo>
                  <a:pt x="173774" y="255461"/>
                  <a:pt x="159546" y="269462"/>
                  <a:pt x="159546" y="286607"/>
                </a:cubicBezTo>
                <a:cubicBezTo>
                  <a:pt x="159546" y="294513"/>
                  <a:pt x="162676" y="301561"/>
                  <a:pt x="167608" y="307086"/>
                </a:cubicBezTo>
                <a:cubicBezTo>
                  <a:pt x="166660" y="307467"/>
                  <a:pt x="165806" y="307753"/>
                  <a:pt x="164952" y="308038"/>
                </a:cubicBezTo>
                <a:cubicBezTo>
                  <a:pt x="152906" y="312325"/>
                  <a:pt x="132797" y="319373"/>
                  <a:pt x="132797" y="348901"/>
                </a:cubicBezTo>
                <a:cubicBezTo>
                  <a:pt x="132797" y="352425"/>
                  <a:pt x="135642" y="355282"/>
                  <a:pt x="139152" y="355282"/>
                </a:cubicBezTo>
                <a:lnTo>
                  <a:pt x="243492" y="355282"/>
                </a:lnTo>
                <a:cubicBezTo>
                  <a:pt x="247002" y="355282"/>
                  <a:pt x="249847" y="352425"/>
                  <a:pt x="249847" y="348901"/>
                </a:cubicBezTo>
                <a:cubicBezTo>
                  <a:pt x="249847" y="319373"/>
                  <a:pt x="229738" y="312325"/>
                  <a:pt x="217692" y="308038"/>
                </a:cubicBezTo>
                <a:close/>
                <a:moveTo>
                  <a:pt x="191322" y="268224"/>
                </a:moveTo>
                <a:cubicBezTo>
                  <a:pt x="201756" y="268224"/>
                  <a:pt x="210293" y="276415"/>
                  <a:pt x="210293" y="286512"/>
                </a:cubicBezTo>
                <a:cubicBezTo>
                  <a:pt x="210293" y="296609"/>
                  <a:pt x="201756" y="304800"/>
                  <a:pt x="191322" y="304800"/>
                </a:cubicBezTo>
                <a:cubicBezTo>
                  <a:pt x="180888" y="304800"/>
                  <a:pt x="172351" y="296609"/>
                  <a:pt x="172351" y="286512"/>
                </a:cubicBezTo>
                <a:cubicBezTo>
                  <a:pt x="172351" y="276415"/>
                  <a:pt x="180888" y="268224"/>
                  <a:pt x="191322" y="268224"/>
                </a:cubicBezTo>
                <a:close/>
                <a:moveTo>
                  <a:pt x="145981" y="342424"/>
                </a:moveTo>
                <a:cubicBezTo>
                  <a:pt x="148258" y="327469"/>
                  <a:pt x="158882" y="323755"/>
                  <a:pt x="169126" y="320135"/>
                </a:cubicBezTo>
                <a:cubicBezTo>
                  <a:pt x="173110" y="318707"/>
                  <a:pt x="176620" y="317373"/>
                  <a:pt x="179465" y="315468"/>
                </a:cubicBezTo>
                <a:cubicBezTo>
                  <a:pt x="183070" y="316897"/>
                  <a:pt x="187054" y="317754"/>
                  <a:pt x="191227" y="317754"/>
                </a:cubicBezTo>
                <a:cubicBezTo>
                  <a:pt x="195401" y="317754"/>
                  <a:pt x="199385" y="316897"/>
                  <a:pt x="202989" y="315468"/>
                </a:cubicBezTo>
                <a:cubicBezTo>
                  <a:pt x="205835" y="317373"/>
                  <a:pt x="209344" y="318707"/>
                  <a:pt x="213328" y="320135"/>
                </a:cubicBezTo>
                <a:cubicBezTo>
                  <a:pt x="223573" y="323755"/>
                  <a:pt x="234196" y="327469"/>
                  <a:pt x="236473" y="342424"/>
                </a:cubicBezTo>
                <a:lnTo>
                  <a:pt x="145887" y="342424"/>
                </a:lnTo>
                <a:close/>
                <a:moveTo>
                  <a:pt x="350488" y="308038"/>
                </a:moveTo>
                <a:cubicBezTo>
                  <a:pt x="349730" y="307753"/>
                  <a:pt x="348781" y="307467"/>
                  <a:pt x="347833" y="307086"/>
                </a:cubicBezTo>
                <a:cubicBezTo>
                  <a:pt x="352765" y="301561"/>
                  <a:pt x="355895" y="294513"/>
                  <a:pt x="355895" y="286607"/>
                </a:cubicBezTo>
                <a:cubicBezTo>
                  <a:pt x="355895" y="269462"/>
                  <a:pt x="341667" y="255461"/>
                  <a:pt x="324119" y="255461"/>
                </a:cubicBezTo>
                <a:cubicBezTo>
                  <a:pt x="306571" y="255461"/>
                  <a:pt x="292342" y="269462"/>
                  <a:pt x="292342" y="286607"/>
                </a:cubicBezTo>
                <a:cubicBezTo>
                  <a:pt x="292342" y="294513"/>
                  <a:pt x="295473" y="301561"/>
                  <a:pt x="300405" y="307086"/>
                </a:cubicBezTo>
                <a:cubicBezTo>
                  <a:pt x="299457" y="307467"/>
                  <a:pt x="298603" y="307753"/>
                  <a:pt x="297749" y="308038"/>
                </a:cubicBezTo>
                <a:cubicBezTo>
                  <a:pt x="285703" y="312325"/>
                  <a:pt x="265593" y="319373"/>
                  <a:pt x="265593" y="348901"/>
                </a:cubicBezTo>
                <a:cubicBezTo>
                  <a:pt x="265593" y="352425"/>
                  <a:pt x="268439" y="355282"/>
                  <a:pt x="271949" y="355282"/>
                </a:cubicBezTo>
                <a:lnTo>
                  <a:pt x="376289" y="355282"/>
                </a:lnTo>
                <a:cubicBezTo>
                  <a:pt x="379799" y="355282"/>
                  <a:pt x="382644" y="352425"/>
                  <a:pt x="382644" y="348901"/>
                </a:cubicBezTo>
                <a:cubicBezTo>
                  <a:pt x="382644" y="319373"/>
                  <a:pt x="362535" y="312325"/>
                  <a:pt x="350488" y="308038"/>
                </a:cubicBezTo>
                <a:close/>
                <a:moveTo>
                  <a:pt x="324119" y="268224"/>
                </a:moveTo>
                <a:cubicBezTo>
                  <a:pt x="334553" y="268224"/>
                  <a:pt x="343090" y="276415"/>
                  <a:pt x="343090" y="286512"/>
                </a:cubicBezTo>
                <a:cubicBezTo>
                  <a:pt x="343090" y="296609"/>
                  <a:pt x="334553" y="304800"/>
                  <a:pt x="324119" y="304800"/>
                </a:cubicBezTo>
                <a:cubicBezTo>
                  <a:pt x="313685" y="304800"/>
                  <a:pt x="305148" y="296609"/>
                  <a:pt x="305148" y="286512"/>
                </a:cubicBezTo>
                <a:cubicBezTo>
                  <a:pt x="305148" y="276415"/>
                  <a:pt x="313685" y="268224"/>
                  <a:pt x="324119" y="268224"/>
                </a:cubicBezTo>
                <a:close/>
                <a:moveTo>
                  <a:pt x="278778" y="342424"/>
                </a:moveTo>
                <a:cubicBezTo>
                  <a:pt x="281055" y="327469"/>
                  <a:pt x="291678" y="323755"/>
                  <a:pt x="301923" y="320135"/>
                </a:cubicBezTo>
                <a:cubicBezTo>
                  <a:pt x="305907" y="318707"/>
                  <a:pt x="309416" y="317373"/>
                  <a:pt x="312262" y="315468"/>
                </a:cubicBezTo>
                <a:cubicBezTo>
                  <a:pt x="315866" y="316897"/>
                  <a:pt x="319850" y="317754"/>
                  <a:pt x="324024" y="317754"/>
                </a:cubicBezTo>
                <a:cubicBezTo>
                  <a:pt x="328198" y="317754"/>
                  <a:pt x="332181" y="316897"/>
                  <a:pt x="335786" y="315468"/>
                </a:cubicBezTo>
                <a:cubicBezTo>
                  <a:pt x="338632" y="317373"/>
                  <a:pt x="342141" y="318707"/>
                  <a:pt x="346125" y="320135"/>
                </a:cubicBezTo>
                <a:cubicBezTo>
                  <a:pt x="356369" y="323755"/>
                  <a:pt x="366993" y="327469"/>
                  <a:pt x="369270" y="342424"/>
                </a:cubicBezTo>
                <a:lnTo>
                  <a:pt x="278683" y="342424"/>
                </a:lnTo>
                <a:close/>
                <a:moveTo>
                  <a:pt x="58525" y="243459"/>
                </a:moveTo>
                <a:cubicBezTo>
                  <a:pt x="62035" y="243459"/>
                  <a:pt x="64881" y="240602"/>
                  <a:pt x="64881" y="237077"/>
                </a:cubicBezTo>
                <a:lnTo>
                  <a:pt x="64881" y="224409"/>
                </a:lnTo>
                <a:lnTo>
                  <a:pt x="317669" y="224409"/>
                </a:lnTo>
                <a:lnTo>
                  <a:pt x="317669" y="237077"/>
                </a:lnTo>
                <a:cubicBezTo>
                  <a:pt x="317669" y="240602"/>
                  <a:pt x="320514" y="243459"/>
                  <a:pt x="324024" y="243459"/>
                </a:cubicBezTo>
                <a:cubicBezTo>
                  <a:pt x="327534" y="243459"/>
                  <a:pt x="330379" y="240602"/>
                  <a:pt x="330379" y="237077"/>
                </a:cubicBezTo>
                <a:lnTo>
                  <a:pt x="330379" y="218027"/>
                </a:lnTo>
                <a:cubicBezTo>
                  <a:pt x="330379" y="214503"/>
                  <a:pt x="327534" y="211646"/>
                  <a:pt x="324024" y="211646"/>
                </a:cubicBezTo>
                <a:lnTo>
                  <a:pt x="197583" y="211646"/>
                </a:lnTo>
                <a:lnTo>
                  <a:pt x="197583" y="184213"/>
                </a:lnTo>
                <a:lnTo>
                  <a:pt x="291014" y="184213"/>
                </a:lnTo>
                <a:cubicBezTo>
                  <a:pt x="294524" y="184213"/>
                  <a:pt x="297370" y="181356"/>
                  <a:pt x="297370" y="177832"/>
                </a:cubicBezTo>
                <a:cubicBezTo>
                  <a:pt x="297370" y="124206"/>
                  <a:pt x="262653" y="111538"/>
                  <a:pt x="239793" y="103251"/>
                </a:cubicBezTo>
                <a:cubicBezTo>
                  <a:pt x="234671" y="101346"/>
                  <a:pt x="229833" y="99536"/>
                  <a:pt x="226229" y="97631"/>
                </a:cubicBezTo>
                <a:cubicBezTo>
                  <a:pt x="238370" y="87535"/>
                  <a:pt x="246148" y="72200"/>
                  <a:pt x="246148" y="55150"/>
                </a:cubicBezTo>
                <a:cubicBezTo>
                  <a:pt x="246148" y="24765"/>
                  <a:pt x="221486" y="0"/>
                  <a:pt x="191227" y="0"/>
                </a:cubicBezTo>
                <a:cubicBezTo>
                  <a:pt x="160969" y="0"/>
                  <a:pt x="136306" y="24765"/>
                  <a:pt x="136306" y="55150"/>
                </a:cubicBezTo>
                <a:cubicBezTo>
                  <a:pt x="136306" y="72200"/>
                  <a:pt x="144084" y="87535"/>
                  <a:pt x="156226" y="97631"/>
                </a:cubicBezTo>
                <a:cubicBezTo>
                  <a:pt x="152621" y="99536"/>
                  <a:pt x="147879" y="101441"/>
                  <a:pt x="142662" y="103251"/>
                </a:cubicBezTo>
                <a:cubicBezTo>
                  <a:pt x="119707" y="111538"/>
                  <a:pt x="85085" y="124206"/>
                  <a:pt x="85085" y="177832"/>
                </a:cubicBezTo>
                <a:cubicBezTo>
                  <a:pt x="85085" y="181356"/>
                  <a:pt x="87930" y="184213"/>
                  <a:pt x="91440" y="184213"/>
                </a:cubicBezTo>
                <a:lnTo>
                  <a:pt x="184872" y="184213"/>
                </a:lnTo>
                <a:lnTo>
                  <a:pt x="184872" y="211646"/>
                </a:lnTo>
                <a:lnTo>
                  <a:pt x="58431" y="211646"/>
                </a:lnTo>
                <a:cubicBezTo>
                  <a:pt x="54921" y="211646"/>
                  <a:pt x="52075" y="214503"/>
                  <a:pt x="52075" y="218027"/>
                </a:cubicBezTo>
                <a:lnTo>
                  <a:pt x="52075" y="237077"/>
                </a:lnTo>
                <a:cubicBezTo>
                  <a:pt x="52075" y="240602"/>
                  <a:pt x="54921" y="243459"/>
                  <a:pt x="58431" y="243459"/>
                </a:cubicBezTo>
                <a:close/>
                <a:moveTo>
                  <a:pt x="149112" y="54959"/>
                </a:moveTo>
                <a:cubicBezTo>
                  <a:pt x="149112" y="31623"/>
                  <a:pt x="167988" y="12668"/>
                  <a:pt x="191227" y="12668"/>
                </a:cubicBezTo>
                <a:cubicBezTo>
                  <a:pt x="214467" y="12668"/>
                  <a:pt x="233343" y="31623"/>
                  <a:pt x="233343" y="54959"/>
                </a:cubicBezTo>
                <a:cubicBezTo>
                  <a:pt x="233343" y="78296"/>
                  <a:pt x="214467" y="97250"/>
                  <a:pt x="191227" y="97250"/>
                </a:cubicBezTo>
                <a:cubicBezTo>
                  <a:pt x="167988" y="97250"/>
                  <a:pt x="149112" y="78296"/>
                  <a:pt x="149112" y="54959"/>
                </a:cubicBezTo>
                <a:close/>
                <a:moveTo>
                  <a:pt x="147025" y="115252"/>
                </a:moveTo>
                <a:cubicBezTo>
                  <a:pt x="155467" y="112204"/>
                  <a:pt x="162961" y="109442"/>
                  <a:pt x="168083" y="104965"/>
                </a:cubicBezTo>
                <a:cubicBezTo>
                  <a:pt x="175102" y="108299"/>
                  <a:pt x="182975" y="110204"/>
                  <a:pt x="191322" y="110204"/>
                </a:cubicBezTo>
                <a:cubicBezTo>
                  <a:pt x="199669" y="110204"/>
                  <a:pt x="207447" y="108299"/>
                  <a:pt x="214562" y="104965"/>
                </a:cubicBezTo>
                <a:cubicBezTo>
                  <a:pt x="219684" y="109442"/>
                  <a:pt x="227177" y="112204"/>
                  <a:pt x="235619" y="115252"/>
                </a:cubicBezTo>
                <a:cubicBezTo>
                  <a:pt x="256392" y="122777"/>
                  <a:pt x="282098" y="132112"/>
                  <a:pt x="284564" y="171259"/>
                </a:cubicBezTo>
                <a:lnTo>
                  <a:pt x="191986" y="171259"/>
                </a:lnTo>
                <a:cubicBezTo>
                  <a:pt x="191986" y="171259"/>
                  <a:pt x="191607" y="171164"/>
                  <a:pt x="191322" y="171164"/>
                </a:cubicBezTo>
                <a:cubicBezTo>
                  <a:pt x="191038" y="171164"/>
                  <a:pt x="190943" y="171259"/>
                  <a:pt x="190658" y="171259"/>
                </a:cubicBezTo>
                <a:lnTo>
                  <a:pt x="98080" y="171259"/>
                </a:lnTo>
                <a:cubicBezTo>
                  <a:pt x="100546" y="132112"/>
                  <a:pt x="126252" y="122777"/>
                  <a:pt x="147025" y="11525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8" name="Graphic 216">
            <a:extLst>
              <a:ext uri="{FF2B5EF4-FFF2-40B4-BE49-F238E27FC236}">
                <a16:creationId xmlns:a16="http://schemas.microsoft.com/office/drawing/2014/main" id="{BFE25C92-7735-86B2-5867-2890BCDBCF3B}"/>
              </a:ext>
            </a:extLst>
          </p:cNvPr>
          <p:cNvSpPr/>
          <p:nvPr/>
        </p:nvSpPr>
        <p:spPr>
          <a:xfrm>
            <a:off x="10424643" y="2856615"/>
            <a:ext cx="467414" cy="449966"/>
          </a:xfrm>
          <a:custGeom>
            <a:avLst/>
            <a:gdLst>
              <a:gd name="connsiteX0" fmla="*/ 342521 w 344719"/>
              <a:gd name="connsiteY0" fmla="*/ 320612 h 331851"/>
              <a:gd name="connsiteX1" fmla="*/ 243397 w 344719"/>
              <a:gd name="connsiteY1" fmla="*/ 234696 h 331851"/>
              <a:gd name="connsiteX2" fmla="*/ 279822 w 344719"/>
              <a:gd name="connsiteY2" fmla="*/ 140494 h 331851"/>
              <a:gd name="connsiteX3" fmla="*/ 139911 w 344719"/>
              <a:gd name="connsiteY3" fmla="*/ 0 h 331851"/>
              <a:gd name="connsiteX4" fmla="*/ 0 w 344719"/>
              <a:gd name="connsiteY4" fmla="*/ 140494 h 331851"/>
              <a:gd name="connsiteX5" fmla="*/ 139911 w 344719"/>
              <a:gd name="connsiteY5" fmla="*/ 280988 h 331851"/>
              <a:gd name="connsiteX6" fmla="*/ 234386 w 344719"/>
              <a:gd name="connsiteY6" fmla="*/ 243840 h 331851"/>
              <a:gd name="connsiteX7" fmla="*/ 334173 w 344719"/>
              <a:gd name="connsiteY7" fmla="*/ 330327 h 331851"/>
              <a:gd name="connsiteX8" fmla="*/ 338347 w 344719"/>
              <a:gd name="connsiteY8" fmla="*/ 331851 h 331851"/>
              <a:gd name="connsiteX9" fmla="*/ 343185 w 344719"/>
              <a:gd name="connsiteY9" fmla="*/ 329660 h 331851"/>
              <a:gd name="connsiteX10" fmla="*/ 342521 w 344719"/>
              <a:gd name="connsiteY10" fmla="*/ 320612 h 331851"/>
              <a:gd name="connsiteX11" fmla="*/ 139816 w 344719"/>
              <a:gd name="connsiteY11" fmla="*/ 12859 h 331851"/>
              <a:gd name="connsiteX12" fmla="*/ 266921 w 344719"/>
              <a:gd name="connsiteY12" fmla="*/ 140494 h 331851"/>
              <a:gd name="connsiteX13" fmla="*/ 247381 w 344719"/>
              <a:gd name="connsiteY13" fmla="*/ 208121 h 331851"/>
              <a:gd name="connsiteX14" fmla="*/ 197677 w 344719"/>
              <a:gd name="connsiteY14" fmla="*/ 178499 h 331851"/>
              <a:gd name="connsiteX15" fmla="*/ 179465 w 344719"/>
              <a:gd name="connsiteY15" fmla="*/ 170688 h 331851"/>
              <a:gd name="connsiteX16" fmla="*/ 204507 w 344719"/>
              <a:gd name="connsiteY16" fmla="*/ 119444 h 331851"/>
              <a:gd name="connsiteX17" fmla="*/ 139816 w 344719"/>
              <a:gd name="connsiteY17" fmla="*/ 54483 h 331851"/>
              <a:gd name="connsiteX18" fmla="*/ 75125 w 344719"/>
              <a:gd name="connsiteY18" fmla="*/ 119444 h 331851"/>
              <a:gd name="connsiteX19" fmla="*/ 100167 w 344719"/>
              <a:gd name="connsiteY19" fmla="*/ 170688 h 331851"/>
              <a:gd name="connsiteX20" fmla="*/ 81955 w 344719"/>
              <a:gd name="connsiteY20" fmla="*/ 178499 h 331851"/>
              <a:gd name="connsiteX21" fmla="*/ 32251 w 344719"/>
              <a:gd name="connsiteY21" fmla="*/ 208121 h 331851"/>
              <a:gd name="connsiteX22" fmla="*/ 12711 w 344719"/>
              <a:gd name="connsiteY22" fmla="*/ 140494 h 331851"/>
              <a:gd name="connsiteX23" fmla="*/ 139816 w 344719"/>
              <a:gd name="connsiteY23" fmla="*/ 12859 h 331851"/>
              <a:gd name="connsiteX24" fmla="*/ 87930 w 344719"/>
              <a:gd name="connsiteY24" fmla="*/ 119444 h 331851"/>
              <a:gd name="connsiteX25" fmla="*/ 139816 w 344719"/>
              <a:gd name="connsiteY25" fmla="*/ 67342 h 331851"/>
              <a:gd name="connsiteX26" fmla="*/ 191701 w 344719"/>
              <a:gd name="connsiteY26" fmla="*/ 119444 h 331851"/>
              <a:gd name="connsiteX27" fmla="*/ 139816 w 344719"/>
              <a:gd name="connsiteY27" fmla="*/ 171545 h 331851"/>
              <a:gd name="connsiteX28" fmla="*/ 87930 w 344719"/>
              <a:gd name="connsiteY28" fmla="*/ 119444 h 331851"/>
              <a:gd name="connsiteX29" fmla="*/ 39934 w 344719"/>
              <a:gd name="connsiteY29" fmla="*/ 219170 h 331851"/>
              <a:gd name="connsiteX30" fmla="*/ 86223 w 344719"/>
              <a:gd name="connsiteY30" fmla="*/ 190595 h 331851"/>
              <a:gd name="connsiteX31" fmla="*/ 111644 w 344719"/>
              <a:gd name="connsiteY31" fmla="*/ 177927 h 331851"/>
              <a:gd name="connsiteX32" fmla="*/ 139721 w 344719"/>
              <a:gd name="connsiteY32" fmla="*/ 184499 h 331851"/>
              <a:gd name="connsiteX33" fmla="*/ 167798 w 344719"/>
              <a:gd name="connsiteY33" fmla="*/ 177927 h 331851"/>
              <a:gd name="connsiteX34" fmla="*/ 193219 w 344719"/>
              <a:gd name="connsiteY34" fmla="*/ 190595 h 331851"/>
              <a:gd name="connsiteX35" fmla="*/ 239508 w 344719"/>
              <a:gd name="connsiteY35" fmla="*/ 219170 h 331851"/>
              <a:gd name="connsiteX36" fmla="*/ 139626 w 344719"/>
              <a:gd name="connsiteY36" fmla="*/ 268129 h 331851"/>
              <a:gd name="connsiteX37" fmla="*/ 39744 w 344719"/>
              <a:gd name="connsiteY37" fmla="*/ 219170 h 331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44719" h="331851">
                <a:moveTo>
                  <a:pt x="342521" y="320612"/>
                </a:moveTo>
                <a:lnTo>
                  <a:pt x="243397" y="234696"/>
                </a:lnTo>
                <a:cubicBezTo>
                  <a:pt x="265973" y="209741"/>
                  <a:pt x="279822" y="176784"/>
                  <a:pt x="279822" y="140494"/>
                </a:cubicBezTo>
                <a:cubicBezTo>
                  <a:pt x="279822" y="63055"/>
                  <a:pt x="217028" y="0"/>
                  <a:pt x="139911" y="0"/>
                </a:cubicBezTo>
                <a:cubicBezTo>
                  <a:pt x="62794" y="0"/>
                  <a:pt x="0" y="63055"/>
                  <a:pt x="0" y="140494"/>
                </a:cubicBezTo>
                <a:cubicBezTo>
                  <a:pt x="0" y="217932"/>
                  <a:pt x="62794" y="280988"/>
                  <a:pt x="139911" y="280988"/>
                </a:cubicBezTo>
                <a:cubicBezTo>
                  <a:pt x="176335" y="280988"/>
                  <a:pt x="209439" y="266795"/>
                  <a:pt x="234386" y="243840"/>
                </a:cubicBezTo>
                <a:lnTo>
                  <a:pt x="334173" y="330327"/>
                </a:lnTo>
                <a:cubicBezTo>
                  <a:pt x="335406" y="331375"/>
                  <a:pt x="336829" y="331851"/>
                  <a:pt x="338347" y="331851"/>
                </a:cubicBezTo>
                <a:cubicBezTo>
                  <a:pt x="340149" y="331851"/>
                  <a:pt x="341951" y="331089"/>
                  <a:pt x="343185" y="329660"/>
                </a:cubicBezTo>
                <a:cubicBezTo>
                  <a:pt x="345461" y="326993"/>
                  <a:pt x="345177" y="322897"/>
                  <a:pt x="342521" y="320612"/>
                </a:cubicBezTo>
                <a:close/>
                <a:moveTo>
                  <a:pt x="139816" y="12859"/>
                </a:moveTo>
                <a:cubicBezTo>
                  <a:pt x="209914" y="12859"/>
                  <a:pt x="266921" y="70104"/>
                  <a:pt x="266921" y="140494"/>
                </a:cubicBezTo>
                <a:cubicBezTo>
                  <a:pt x="266921" y="165354"/>
                  <a:pt x="259712" y="188500"/>
                  <a:pt x="247381" y="208121"/>
                </a:cubicBezTo>
                <a:cubicBezTo>
                  <a:pt x="233153" y="191357"/>
                  <a:pt x="213708" y="184309"/>
                  <a:pt x="197677" y="178499"/>
                </a:cubicBezTo>
                <a:cubicBezTo>
                  <a:pt x="190658" y="175927"/>
                  <a:pt x="183923" y="173450"/>
                  <a:pt x="179465" y="170688"/>
                </a:cubicBezTo>
                <a:cubicBezTo>
                  <a:pt x="194642" y="158782"/>
                  <a:pt x="204507" y="140303"/>
                  <a:pt x="204507" y="119444"/>
                </a:cubicBezTo>
                <a:cubicBezTo>
                  <a:pt x="204507" y="83630"/>
                  <a:pt x="175481" y="54483"/>
                  <a:pt x="139816" y="54483"/>
                </a:cubicBezTo>
                <a:cubicBezTo>
                  <a:pt x="104151" y="54483"/>
                  <a:pt x="75125" y="83630"/>
                  <a:pt x="75125" y="119444"/>
                </a:cubicBezTo>
                <a:cubicBezTo>
                  <a:pt x="75125" y="140208"/>
                  <a:pt x="84990" y="158782"/>
                  <a:pt x="100167" y="170688"/>
                </a:cubicBezTo>
                <a:cubicBezTo>
                  <a:pt x="95709" y="173450"/>
                  <a:pt x="88974" y="175927"/>
                  <a:pt x="81955" y="178499"/>
                </a:cubicBezTo>
                <a:cubicBezTo>
                  <a:pt x="65924" y="184309"/>
                  <a:pt x="46479" y="191453"/>
                  <a:pt x="32251" y="208121"/>
                </a:cubicBezTo>
                <a:cubicBezTo>
                  <a:pt x="19919" y="188500"/>
                  <a:pt x="12711" y="165354"/>
                  <a:pt x="12711" y="140494"/>
                </a:cubicBezTo>
                <a:cubicBezTo>
                  <a:pt x="12711" y="70104"/>
                  <a:pt x="69718" y="12859"/>
                  <a:pt x="139816" y="12859"/>
                </a:cubicBezTo>
                <a:close/>
                <a:moveTo>
                  <a:pt x="87930" y="119444"/>
                </a:moveTo>
                <a:cubicBezTo>
                  <a:pt x="87930" y="90678"/>
                  <a:pt x="111265" y="67342"/>
                  <a:pt x="139816" y="67342"/>
                </a:cubicBezTo>
                <a:cubicBezTo>
                  <a:pt x="168367" y="67342"/>
                  <a:pt x="191701" y="90773"/>
                  <a:pt x="191701" y="119444"/>
                </a:cubicBezTo>
                <a:cubicBezTo>
                  <a:pt x="191701" y="148114"/>
                  <a:pt x="168367" y="171545"/>
                  <a:pt x="139816" y="171545"/>
                </a:cubicBezTo>
                <a:cubicBezTo>
                  <a:pt x="111265" y="171545"/>
                  <a:pt x="87930" y="148114"/>
                  <a:pt x="87930" y="119444"/>
                </a:cubicBezTo>
                <a:close/>
                <a:moveTo>
                  <a:pt x="39934" y="219170"/>
                </a:moveTo>
                <a:cubicBezTo>
                  <a:pt x="51980" y="203168"/>
                  <a:pt x="70098" y="196405"/>
                  <a:pt x="86223" y="190595"/>
                </a:cubicBezTo>
                <a:cubicBezTo>
                  <a:pt x="96562" y="186880"/>
                  <a:pt x="105763" y="183451"/>
                  <a:pt x="111644" y="177927"/>
                </a:cubicBezTo>
                <a:cubicBezTo>
                  <a:pt x="120181" y="182118"/>
                  <a:pt x="129666" y="184499"/>
                  <a:pt x="139721" y="184499"/>
                </a:cubicBezTo>
                <a:cubicBezTo>
                  <a:pt x="149776" y="184499"/>
                  <a:pt x="159356" y="182118"/>
                  <a:pt x="167798" y="177927"/>
                </a:cubicBezTo>
                <a:cubicBezTo>
                  <a:pt x="173774" y="183451"/>
                  <a:pt x="182880" y="186880"/>
                  <a:pt x="193219" y="190595"/>
                </a:cubicBezTo>
                <a:cubicBezTo>
                  <a:pt x="209344" y="196501"/>
                  <a:pt x="227462" y="203168"/>
                  <a:pt x="239508" y="219170"/>
                </a:cubicBezTo>
                <a:cubicBezTo>
                  <a:pt x="216174" y="248888"/>
                  <a:pt x="180129" y="268129"/>
                  <a:pt x="139626" y="268129"/>
                </a:cubicBezTo>
                <a:cubicBezTo>
                  <a:pt x="99123" y="268129"/>
                  <a:pt x="62984" y="248888"/>
                  <a:pt x="39744" y="21917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9" name="Graphic 216">
            <a:extLst>
              <a:ext uri="{FF2B5EF4-FFF2-40B4-BE49-F238E27FC236}">
                <a16:creationId xmlns:a16="http://schemas.microsoft.com/office/drawing/2014/main" id="{0D1C12B2-BB3C-22E6-4379-E1C32F4A6E59}"/>
              </a:ext>
            </a:extLst>
          </p:cNvPr>
          <p:cNvSpPr/>
          <p:nvPr/>
        </p:nvSpPr>
        <p:spPr>
          <a:xfrm>
            <a:off x="11110443" y="2856615"/>
            <a:ext cx="467414" cy="449966"/>
          </a:xfrm>
          <a:custGeom>
            <a:avLst/>
            <a:gdLst>
              <a:gd name="connsiteX0" fmla="*/ 342521 w 344719"/>
              <a:gd name="connsiteY0" fmla="*/ 320612 h 331851"/>
              <a:gd name="connsiteX1" fmla="*/ 243397 w 344719"/>
              <a:gd name="connsiteY1" fmla="*/ 234696 h 331851"/>
              <a:gd name="connsiteX2" fmla="*/ 279822 w 344719"/>
              <a:gd name="connsiteY2" fmla="*/ 140494 h 331851"/>
              <a:gd name="connsiteX3" fmla="*/ 139911 w 344719"/>
              <a:gd name="connsiteY3" fmla="*/ 0 h 331851"/>
              <a:gd name="connsiteX4" fmla="*/ 0 w 344719"/>
              <a:gd name="connsiteY4" fmla="*/ 140494 h 331851"/>
              <a:gd name="connsiteX5" fmla="*/ 139911 w 344719"/>
              <a:gd name="connsiteY5" fmla="*/ 280988 h 331851"/>
              <a:gd name="connsiteX6" fmla="*/ 234386 w 344719"/>
              <a:gd name="connsiteY6" fmla="*/ 243840 h 331851"/>
              <a:gd name="connsiteX7" fmla="*/ 334173 w 344719"/>
              <a:gd name="connsiteY7" fmla="*/ 330327 h 331851"/>
              <a:gd name="connsiteX8" fmla="*/ 338347 w 344719"/>
              <a:gd name="connsiteY8" fmla="*/ 331851 h 331851"/>
              <a:gd name="connsiteX9" fmla="*/ 343185 w 344719"/>
              <a:gd name="connsiteY9" fmla="*/ 329660 h 331851"/>
              <a:gd name="connsiteX10" fmla="*/ 342521 w 344719"/>
              <a:gd name="connsiteY10" fmla="*/ 320612 h 331851"/>
              <a:gd name="connsiteX11" fmla="*/ 139816 w 344719"/>
              <a:gd name="connsiteY11" fmla="*/ 12859 h 331851"/>
              <a:gd name="connsiteX12" fmla="*/ 266921 w 344719"/>
              <a:gd name="connsiteY12" fmla="*/ 140494 h 331851"/>
              <a:gd name="connsiteX13" fmla="*/ 247381 w 344719"/>
              <a:gd name="connsiteY13" fmla="*/ 208121 h 331851"/>
              <a:gd name="connsiteX14" fmla="*/ 197677 w 344719"/>
              <a:gd name="connsiteY14" fmla="*/ 178499 h 331851"/>
              <a:gd name="connsiteX15" fmla="*/ 179465 w 344719"/>
              <a:gd name="connsiteY15" fmla="*/ 170688 h 331851"/>
              <a:gd name="connsiteX16" fmla="*/ 204507 w 344719"/>
              <a:gd name="connsiteY16" fmla="*/ 119444 h 331851"/>
              <a:gd name="connsiteX17" fmla="*/ 139816 w 344719"/>
              <a:gd name="connsiteY17" fmla="*/ 54483 h 331851"/>
              <a:gd name="connsiteX18" fmla="*/ 75125 w 344719"/>
              <a:gd name="connsiteY18" fmla="*/ 119444 h 331851"/>
              <a:gd name="connsiteX19" fmla="*/ 100167 w 344719"/>
              <a:gd name="connsiteY19" fmla="*/ 170688 h 331851"/>
              <a:gd name="connsiteX20" fmla="*/ 81955 w 344719"/>
              <a:gd name="connsiteY20" fmla="*/ 178499 h 331851"/>
              <a:gd name="connsiteX21" fmla="*/ 32251 w 344719"/>
              <a:gd name="connsiteY21" fmla="*/ 208121 h 331851"/>
              <a:gd name="connsiteX22" fmla="*/ 12711 w 344719"/>
              <a:gd name="connsiteY22" fmla="*/ 140494 h 331851"/>
              <a:gd name="connsiteX23" fmla="*/ 139816 w 344719"/>
              <a:gd name="connsiteY23" fmla="*/ 12859 h 331851"/>
              <a:gd name="connsiteX24" fmla="*/ 87930 w 344719"/>
              <a:gd name="connsiteY24" fmla="*/ 119444 h 331851"/>
              <a:gd name="connsiteX25" fmla="*/ 139816 w 344719"/>
              <a:gd name="connsiteY25" fmla="*/ 67342 h 331851"/>
              <a:gd name="connsiteX26" fmla="*/ 191701 w 344719"/>
              <a:gd name="connsiteY26" fmla="*/ 119444 h 331851"/>
              <a:gd name="connsiteX27" fmla="*/ 139816 w 344719"/>
              <a:gd name="connsiteY27" fmla="*/ 171545 h 331851"/>
              <a:gd name="connsiteX28" fmla="*/ 87930 w 344719"/>
              <a:gd name="connsiteY28" fmla="*/ 119444 h 331851"/>
              <a:gd name="connsiteX29" fmla="*/ 39934 w 344719"/>
              <a:gd name="connsiteY29" fmla="*/ 219170 h 331851"/>
              <a:gd name="connsiteX30" fmla="*/ 86223 w 344719"/>
              <a:gd name="connsiteY30" fmla="*/ 190595 h 331851"/>
              <a:gd name="connsiteX31" fmla="*/ 111644 w 344719"/>
              <a:gd name="connsiteY31" fmla="*/ 177927 h 331851"/>
              <a:gd name="connsiteX32" fmla="*/ 139721 w 344719"/>
              <a:gd name="connsiteY32" fmla="*/ 184499 h 331851"/>
              <a:gd name="connsiteX33" fmla="*/ 167798 w 344719"/>
              <a:gd name="connsiteY33" fmla="*/ 177927 h 331851"/>
              <a:gd name="connsiteX34" fmla="*/ 193219 w 344719"/>
              <a:gd name="connsiteY34" fmla="*/ 190595 h 331851"/>
              <a:gd name="connsiteX35" fmla="*/ 239508 w 344719"/>
              <a:gd name="connsiteY35" fmla="*/ 219170 h 331851"/>
              <a:gd name="connsiteX36" fmla="*/ 139626 w 344719"/>
              <a:gd name="connsiteY36" fmla="*/ 268129 h 331851"/>
              <a:gd name="connsiteX37" fmla="*/ 39744 w 344719"/>
              <a:gd name="connsiteY37" fmla="*/ 219170 h 331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44719" h="331851">
                <a:moveTo>
                  <a:pt x="342521" y="320612"/>
                </a:moveTo>
                <a:lnTo>
                  <a:pt x="243397" y="234696"/>
                </a:lnTo>
                <a:cubicBezTo>
                  <a:pt x="265973" y="209741"/>
                  <a:pt x="279822" y="176784"/>
                  <a:pt x="279822" y="140494"/>
                </a:cubicBezTo>
                <a:cubicBezTo>
                  <a:pt x="279822" y="63055"/>
                  <a:pt x="217028" y="0"/>
                  <a:pt x="139911" y="0"/>
                </a:cubicBezTo>
                <a:cubicBezTo>
                  <a:pt x="62794" y="0"/>
                  <a:pt x="0" y="63055"/>
                  <a:pt x="0" y="140494"/>
                </a:cubicBezTo>
                <a:cubicBezTo>
                  <a:pt x="0" y="217932"/>
                  <a:pt x="62794" y="280988"/>
                  <a:pt x="139911" y="280988"/>
                </a:cubicBezTo>
                <a:cubicBezTo>
                  <a:pt x="176335" y="280988"/>
                  <a:pt x="209439" y="266795"/>
                  <a:pt x="234386" y="243840"/>
                </a:cubicBezTo>
                <a:lnTo>
                  <a:pt x="334173" y="330327"/>
                </a:lnTo>
                <a:cubicBezTo>
                  <a:pt x="335406" y="331375"/>
                  <a:pt x="336829" y="331851"/>
                  <a:pt x="338347" y="331851"/>
                </a:cubicBezTo>
                <a:cubicBezTo>
                  <a:pt x="340149" y="331851"/>
                  <a:pt x="341951" y="331089"/>
                  <a:pt x="343185" y="329660"/>
                </a:cubicBezTo>
                <a:cubicBezTo>
                  <a:pt x="345461" y="326993"/>
                  <a:pt x="345177" y="322897"/>
                  <a:pt x="342521" y="320612"/>
                </a:cubicBezTo>
                <a:close/>
                <a:moveTo>
                  <a:pt x="139816" y="12859"/>
                </a:moveTo>
                <a:cubicBezTo>
                  <a:pt x="209914" y="12859"/>
                  <a:pt x="266921" y="70104"/>
                  <a:pt x="266921" y="140494"/>
                </a:cubicBezTo>
                <a:cubicBezTo>
                  <a:pt x="266921" y="165354"/>
                  <a:pt x="259712" y="188500"/>
                  <a:pt x="247381" y="208121"/>
                </a:cubicBezTo>
                <a:cubicBezTo>
                  <a:pt x="233153" y="191357"/>
                  <a:pt x="213708" y="184309"/>
                  <a:pt x="197677" y="178499"/>
                </a:cubicBezTo>
                <a:cubicBezTo>
                  <a:pt x="190658" y="175927"/>
                  <a:pt x="183923" y="173450"/>
                  <a:pt x="179465" y="170688"/>
                </a:cubicBezTo>
                <a:cubicBezTo>
                  <a:pt x="194642" y="158782"/>
                  <a:pt x="204507" y="140303"/>
                  <a:pt x="204507" y="119444"/>
                </a:cubicBezTo>
                <a:cubicBezTo>
                  <a:pt x="204507" y="83630"/>
                  <a:pt x="175481" y="54483"/>
                  <a:pt x="139816" y="54483"/>
                </a:cubicBezTo>
                <a:cubicBezTo>
                  <a:pt x="104151" y="54483"/>
                  <a:pt x="75125" y="83630"/>
                  <a:pt x="75125" y="119444"/>
                </a:cubicBezTo>
                <a:cubicBezTo>
                  <a:pt x="75125" y="140208"/>
                  <a:pt x="84990" y="158782"/>
                  <a:pt x="100167" y="170688"/>
                </a:cubicBezTo>
                <a:cubicBezTo>
                  <a:pt x="95709" y="173450"/>
                  <a:pt x="88974" y="175927"/>
                  <a:pt x="81955" y="178499"/>
                </a:cubicBezTo>
                <a:cubicBezTo>
                  <a:pt x="65924" y="184309"/>
                  <a:pt x="46479" y="191453"/>
                  <a:pt x="32251" y="208121"/>
                </a:cubicBezTo>
                <a:cubicBezTo>
                  <a:pt x="19919" y="188500"/>
                  <a:pt x="12711" y="165354"/>
                  <a:pt x="12711" y="140494"/>
                </a:cubicBezTo>
                <a:cubicBezTo>
                  <a:pt x="12711" y="70104"/>
                  <a:pt x="69718" y="12859"/>
                  <a:pt x="139816" y="12859"/>
                </a:cubicBezTo>
                <a:close/>
                <a:moveTo>
                  <a:pt x="87930" y="119444"/>
                </a:moveTo>
                <a:cubicBezTo>
                  <a:pt x="87930" y="90678"/>
                  <a:pt x="111265" y="67342"/>
                  <a:pt x="139816" y="67342"/>
                </a:cubicBezTo>
                <a:cubicBezTo>
                  <a:pt x="168367" y="67342"/>
                  <a:pt x="191701" y="90773"/>
                  <a:pt x="191701" y="119444"/>
                </a:cubicBezTo>
                <a:cubicBezTo>
                  <a:pt x="191701" y="148114"/>
                  <a:pt x="168367" y="171545"/>
                  <a:pt x="139816" y="171545"/>
                </a:cubicBezTo>
                <a:cubicBezTo>
                  <a:pt x="111265" y="171545"/>
                  <a:pt x="87930" y="148114"/>
                  <a:pt x="87930" y="119444"/>
                </a:cubicBezTo>
                <a:close/>
                <a:moveTo>
                  <a:pt x="39934" y="219170"/>
                </a:moveTo>
                <a:cubicBezTo>
                  <a:pt x="51980" y="203168"/>
                  <a:pt x="70098" y="196405"/>
                  <a:pt x="86223" y="190595"/>
                </a:cubicBezTo>
                <a:cubicBezTo>
                  <a:pt x="96562" y="186880"/>
                  <a:pt x="105763" y="183451"/>
                  <a:pt x="111644" y="177927"/>
                </a:cubicBezTo>
                <a:cubicBezTo>
                  <a:pt x="120181" y="182118"/>
                  <a:pt x="129666" y="184499"/>
                  <a:pt x="139721" y="184499"/>
                </a:cubicBezTo>
                <a:cubicBezTo>
                  <a:pt x="149776" y="184499"/>
                  <a:pt x="159356" y="182118"/>
                  <a:pt x="167798" y="177927"/>
                </a:cubicBezTo>
                <a:cubicBezTo>
                  <a:pt x="173774" y="183451"/>
                  <a:pt x="182880" y="186880"/>
                  <a:pt x="193219" y="190595"/>
                </a:cubicBezTo>
                <a:cubicBezTo>
                  <a:pt x="209344" y="196501"/>
                  <a:pt x="227462" y="203168"/>
                  <a:pt x="239508" y="219170"/>
                </a:cubicBezTo>
                <a:cubicBezTo>
                  <a:pt x="216174" y="248888"/>
                  <a:pt x="180129" y="268129"/>
                  <a:pt x="139626" y="268129"/>
                </a:cubicBezTo>
                <a:cubicBezTo>
                  <a:pt x="99123" y="268129"/>
                  <a:pt x="62984" y="248888"/>
                  <a:pt x="39744" y="21917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0" name="Graphic 216">
            <a:extLst>
              <a:ext uri="{FF2B5EF4-FFF2-40B4-BE49-F238E27FC236}">
                <a16:creationId xmlns:a16="http://schemas.microsoft.com/office/drawing/2014/main" id="{79559066-9F76-0B84-5890-B21522EADF4B}"/>
              </a:ext>
            </a:extLst>
          </p:cNvPr>
          <p:cNvSpPr/>
          <p:nvPr/>
        </p:nvSpPr>
        <p:spPr>
          <a:xfrm>
            <a:off x="10424643" y="3478915"/>
            <a:ext cx="467414" cy="449966"/>
          </a:xfrm>
          <a:custGeom>
            <a:avLst/>
            <a:gdLst>
              <a:gd name="connsiteX0" fmla="*/ 342521 w 344719"/>
              <a:gd name="connsiteY0" fmla="*/ 320612 h 331851"/>
              <a:gd name="connsiteX1" fmla="*/ 243397 w 344719"/>
              <a:gd name="connsiteY1" fmla="*/ 234696 h 331851"/>
              <a:gd name="connsiteX2" fmla="*/ 279822 w 344719"/>
              <a:gd name="connsiteY2" fmla="*/ 140494 h 331851"/>
              <a:gd name="connsiteX3" fmla="*/ 139911 w 344719"/>
              <a:gd name="connsiteY3" fmla="*/ 0 h 331851"/>
              <a:gd name="connsiteX4" fmla="*/ 0 w 344719"/>
              <a:gd name="connsiteY4" fmla="*/ 140494 h 331851"/>
              <a:gd name="connsiteX5" fmla="*/ 139911 w 344719"/>
              <a:gd name="connsiteY5" fmla="*/ 280988 h 331851"/>
              <a:gd name="connsiteX6" fmla="*/ 234386 w 344719"/>
              <a:gd name="connsiteY6" fmla="*/ 243840 h 331851"/>
              <a:gd name="connsiteX7" fmla="*/ 334173 w 344719"/>
              <a:gd name="connsiteY7" fmla="*/ 330327 h 331851"/>
              <a:gd name="connsiteX8" fmla="*/ 338347 w 344719"/>
              <a:gd name="connsiteY8" fmla="*/ 331851 h 331851"/>
              <a:gd name="connsiteX9" fmla="*/ 343185 w 344719"/>
              <a:gd name="connsiteY9" fmla="*/ 329660 h 331851"/>
              <a:gd name="connsiteX10" fmla="*/ 342521 w 344719"/>
              <a:gd name="connsiteY10" fmla="*/ 320612 h 331851"/>
              <a:gd name="connsiteX11" fmla="*/ 139816 w 344719"/>
              <a:gd name="connsiteY11" fmla="*/ 12859 h 331851"/>
              <a:gd name="connsiteX12" fmla="*/ 266921 w 344719"/>
              <a:gd name="connsiteY12" fmla="*/ 140494 h 331851"/>
              <a:gd name="connsiteX13" fmla="*/ 247381 w 344719"/>
              <a:gd name="connsiteY13" fmla="*/ 208121 h 331851"/>
              <a:gd name="connsiteX14" fmla="*/ 197677 w 344719"/>
              <a:gd name="connsiteY14" fmla="*/ 178499 h 331851"/>
              <a:gd name="connsiteX15" fmla="*/ 179465 w 344719"/>
              <a:gd name="connsiteY15" fmla="*/ 170688 h 331851"/>
              <a:gd name="connsiteX16" fmla="*/ 204507 w 344719"/>
              <a:gd name="connsiteY16" fmla="*/ 119444 h 331851"/>
              <a:gd name="connsiteX17" fmla="*/ 139816 w 344719"/>
              <a:gd name="connsiteY17" fmla="*/ 54483 h 331851"/>
              <a:gd name="connsiteX18" fmla="*/ 75125 w 344719"/>
              <a:gd name="connsiteY18" fmla="*/ 119444 h 331851"/>
              <a:gd name="connsiteX19" fmla="*/ 100167 w 344719"/>
              <a:gd name="connsiteY19" fmla="*/ 170688 h 331851"/>
              <a:gd name="connsiteX20" fmla="*/ 81955 w 344719"/>
              <a:gd name="connsiteY20" fmla="*/ 178499 h 331851"/>
              <a:gd name="connsiteX21" fmla="*/ 32251 w 344719"/>
              <a:gd name="connsiteY21" fmla="*/ 208121 h 331851"/>
              <a:gd name="connsiteX22" fmla="*/ 12711 w 344719"/>
              <a:gd name="connsiteY22" fmla="*/ 140494 h 331851"/>
              <a:gd name="connsiteX23" fmla="*/ 139816 w 344719"/>
              <a:gd name="connsiteY23" fmla="*/ 12859 h 331851"/>
              <a:gd name="connsiteX24" fmla="*/ 87930 w 344719"/>
              <a:gd name="connsiteY24" fmla="*/ 119444 h 331851"/>
              <a:gd name="connsiteX25" fmla="*/ 139816 w 344719"/>
              <a:gd name="connsiteY25" fmla="*/ 67342 h 331851"/>
              <a:gd name="connsiteX26" fmla="*/ 191701 w 344719"/>
              <a:gd name="connsiteY26" fmla="*/ 119444 h 331851"/>
              <a:gd name="connsiteX27" fmla="*/ 139816 w 344719"/>
              <a:gd name="connsiteY27" fmla="*/ 171545 h 331851"/>
              <a:gd name="connsiteX28" fmla="*/ 87930 w 344719"/>
              <a:gd name="connsiteY28" fmla="*/ 119444 h 331851"/>
              <a:gd name="connsiteX29" fmla="*/ 39934 w 344719"/>
              <a:gd name="connsiteY29" fmla="*/ 219170 h 331851"/>
              <a:gd name="connsiteX30" fmla="*/ 86223 w 344719"/>
              <a:gd name="connsiteY30" fmla="*/ 190595 h 331851"/>
              <a:gd name="connsiteX31" fmla="*/ 111644 w 344719"/>
              <a:gd name="connsiteY31" fmla="*/ 177927 h 331851"/>
              <a:gd name="connsiteX32" fmla="*/ 139721 w 344719"/>
              <a:gd name="connsiteY32" fmla="*/ 184499 h 331851"/>
              <a:gd name="connsiteX33" fmla="*/ 167798 w 344719"/>
              <a:gd name="connsiteY33" fmla="*/ 177927 h 331851"/>
              <a:gd name="connsiteX34" fmla="*/ 193219 w 344719"/>
              <a:gd name="connsiteY34" fmla="*/ 190595 h 331851"/>
              <a:gd name="connsiteX35" fmla="*/ 239508 w 344719"/>
              <a:gd name="connsiteY35" fmla="*/ 219170 h 331851"/>
              <a:gd name="connsiteX36" fmla="*/ 139626 w 344719"/>
              <a:gd name="connsiteY36" fmla="*/ 268129 h 331851"/>
              <a:gd name="connsiteX37" fmla="*/ 39744 w 344719"/>
              <a:gd name="connsiteY37" fmla="*/ 219170 h 331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44719" h="331851">
                <a:moveTo>
                  <a:pt x="342521" y="320612"/>
                </a:moveTo>
                <a:lnTo>
                  <a:pt x="243397" y="234696"/>
                </a:lnTo>
                <a:cubicBezTo>
                  <a:pt x="265973" y="209741"/>
                  <a:pt x="279822" y="176784"/>
                  <a:pt x="279822" y="140494"/>
                </a:cubicBezTo>
                <a:cubicBezTo>
                  <a:pt x="279822" y="63055"/>
                  <a:pt x="217028" y="0"/>
                  <a:pt x="139911" y="0"/>
                </a:cubicBezTo>
                <a:cubicBezTo>
                  <a:pt x="62794" y="0"/>
                  <a:pt x="0" y="63055"/>
                  <a:pt x="0" y="140494"/>
                </a:cubicBezTo>
                <a:cubicBezTo>
                  <a:pt x="0" y="217932"/>
                  <a:pt x="62794" y="280988"/>
                  <a:pt x="139911" y="280988"/>
                </a:cubicBezTo>
                <a:cubicBezTo>
                  <a:pt x="176335" y="280988"/>
                  <a:pt x="209439" y="266795"/>
                  <a:pt x="234386" y="243840"/>
                </a:cubicBezTo>
                <a:lnTo>
                  <a:pt x="334173" y="330327"/>
                </a:lnTo>
                <a:cubicBezTo>
                  <a:pt x="335406" y="331375"/>
                  <a:pt x="336829" y="331851"/>
                  <a:pt x="338347" y="331851"/>
                </a:cubicBezTo>
                <a:cubicBezTo>
                  <a:pt x="340149" y="331851"/>
                  <a:pt x="341951" y="331089"/>
                  <a:pt x="343185" y="329660"/>
                </a:cubicBezTo>
                <a:cubicBezTo>
                  <a:pt x="345461" y="326993"/>
                  <a:pt x="345177" y="322897"/>
                  <a:pt x="342521" y="320612"/>
                </a:cubicBezTo>
                <a:close/>
                <a:moveTo>
                  <a:pt x="139816" y="12859"/>
                </a:moveTo>
                <a:cubicBezTo>
                  <a:pt x="209914" y="12859"/>
                  <a:pt x="266921" y="70104"/>
                  <a:pt x="266921" y="140494"/>
                </a:cubicBezTo>
                <a:cubicBezTo>
                  <a:pt x="266921" y="165354"/>
                  <a:pt x="259712" y="188500"/>
                  <a:pt x="247381" y="208121"/>
                </a:cubicBezTo>
                <a:cubicBezTo>
                  <a:pt x="233153" y="191357"/>
                  <a:pt x="213708" y="184309"/>
                  <a:pt x="197677" y="178499"/>
                </a:cubicBezTo>
                <a:cubicBezTo>
                  <a:pt x="190658" y="175927"/>
                  <a:pt x="183923" y="173450"/>
                  <a:pt x="179465" y="170688"/>
                </a:cubicBezTo>
                <a:cubicBezTo>
                  <a:pt x="194642" y="158782"/>
                  <a:pt x="204507" y="140303"/>
                  <a:pt x="204507" y="119444"/>
                </a:cubicBezTo>
                <a:cubicBezTo>
                  <a:pt x="204507" y="83630"/>
                  <a:pt x="175481" y="54483"/>
                  <a:pt x="139816" y="54483"/>
                </a:cubicBezTo>
                <a:cubicBezTo>
                  <a:pt x="104151" y="54483"/>
                  <a:pt x="75125" y="83630"/>
                  <a:pt x="75125" y="119444"/>
                </a:cubicBezTo>
                <a:cubicBezTo>
                  <a:pt x="75125" y="140208"/>
                  <a:pt x="84990" y="158782"/>
                  <a:pt x="100167" y="170688"/>
                </a:cubicBezTo>
                <a:cubicBezTo>
                  <a:pt x="95709" y="173450"/>
                  <a:pt x="88974" y="175927"/>
                  <a:pt x="81955" y="178499"/>
                </a:cubicBezTo>
                <a:cubicBezTo>
                  <a:pt x="65924" y="184309"/>
                  <a:pt x="46479" y="191453"/>
                  <a:pt x="32251" y="208121"/>
                </a:cubicBezTo>
                <a:cubicBezTo>
                  <a:pt x="19919" y="188500"/>
                  <a:pt x="12711" y="165354"/>
                  <a:pt x="12711" y="140494"/>
                </a:cubicBezTo>
                <a:cubicBezTo>
                  <a:pt x="12711" y="70104"/>
                  <a:pt x="69718" y="12859"/>
                  <a:pt x="139816" y="12859"/>
                </a:cubicBezTo>
                <a:close/>
                <a:moveTo>
                  <a:pt x="87930" y="119444"/>
                </a:moveTo>
                <a:cubicBezTo>
                  <a:pt x="87930" y="90678"/>
                  <a:pt x="111265" y="67342"/>
                  <a:pt x="139816" y="67342"/>
                </a:cubicBezTo>
                <a:cubicBezTo>
                  <a:pt x="168367" y="67342"/>
                  <a:pt x="191701" y="90773"/>
                  <a:pt x="191701" y="119444"/>
                </a:cubicBezTo>
                <a:cubicBezTo>
                  <a:pt x="191701" y="148114"/>
                  <a:pt x="168367" y="171545"/>
                  <a:pt x="139816" y="171545"/>
                </a:cubicBezTo>
                <a:cubicBezTo>
                  <a:pt x="111265" y="171545"/>
                  <a:pt x="87930" y="148114"/>
                  <a:pt x="87930" y="119444"/>
                </a:cubicBezTo>
                <a:close/>
                <a:moveTo>
                  <a:pt x="39934" y="219170"/>
                </a:moveTo>
                <a:cubicBezTo>
                  <a:pt x="51980" y="203168"/>
                  <a:pt x="70098" y="196405"/>
                  <a:pt x="86223" y="190595"/>
                </a:cubicBezTo>
                <a:cubicBezTo>
                  <a:pt x="96562" y="186880"/>
                  <a:pt x="105763" y="183451"/>
                  <a:pt x="111644" y="177927"/>
                </a:cubicBezTo>
                <a:cubicBezTo>
                  <a:pt x="120181" y="182118"/>
                  <a:pt x="129666" y="184499"/>
                  <a:pt x="139721" y="184499"/>
                </a:cubicBezTo>
                <a:cubicBezTo>
                  <a:pt x="149776" y="184499"/>
                  <a:pt x="159356" y="182118"/>
                  <a:pt x="167798" y="177927"/>
                </a:cubicBezTo>
                <a:cubicBezTo>
                  <a:pt x="173774" y="183451"/>
                  <a:pt x="182880" y="186880"/>
                  <a:pt x="193219" y="190595"/>
                </a:cubicBezTo>
                <a:cubicBezTo>
                  <a:pt x="209344" y="196501"/>
                  <a:pt x="227462" y="203168"/>
                  <a:pt x="239508" y="219170"/>
                </a:cubicBezTo>
                <a:cubicBezTo>
                  <a:pt x="216174" y="248888"/>
                  <a:pt x="180129" y="268129"/>
                  <a:pt x="139626" y="268129"/>
                </a:cubicBezTo>
                <a:cubicBezTo>
                  <a:pt x="99123" y="268129"/>
                  <a:pt x="62984" y="248888"/>
                  <a:pt x="39744" y="21917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1" name="Graphic 216">
            <a:extLst>
              <a:ext uri="{FF2B5EF4-FFF2-40B4-BE49-F238E27FC236}">
                <a16:creationId xmlns:a16="http://schemas.microsoft.com/office/drawing/2014/main" id="{DD62A2D0-F2CA-9703-E19B-020EB2E38476}"/>
              </a:ext>
            </a:extLst>
          </p:cNvPr>
          <p:cNvSpPr/>
          <p:nvPr/>
        </p:nvSpPr>
        <p:spPr>
          <a:xfrm>
            <a:off x="11110443" y="3478915"/>
            <a:ext cx="467414" cy="449966"/>
          </a:xfrm>
          <a:custGeom>
            <a:avLst/>
            <a:gdLst>
              <a:gd name="connsiteX0" fmla="*/ 342521 w 344719"/>
              <a:gd name="connsiteY0" fmla="*/ 320612 h 331851"/>
              <a:gd name="connsiteX1" fmla="*/ 243397 w 344719"/>
              <a:gd name="connsiteY1" fmla="*/ 234696 h 331851"/>
              <a:gd name="connsiteX2" fmla="*/ 279822 w 344719"/>
              <a:gd name="connsiteY2" fmla="*/ 140494 h 331851"/>
              <a:gd name="connsiteX3" fmla="*/ 139911 w 344719"/>
              <a:gd name="connsiteY3" fmla="*/ 0 h 331851"/>
              <a:gd name="connsiteX4" fmla="*/ 0 w 344719"/>
              <a:gd name="connsiteY4" fmla="*/ 140494 h 331851"/>
              <a:gd name="connsiteX5" fmla="*/ 139911 w 344719"/>
              <a:gd name="connsiteY5" fmla="*/ 280988 h 331851"/>
              <a:gd name="connsiteX6" fmla="*/ 234386 w 344719"/>
              <a:gd name="connsiteY6" fmla="*/ 243840 h 331851"/>
              <a:gd name="connsiteX7" fmla="*/ 334173 w 344719"/>
              <a:gd name="connsiteY7" fmla="*/ 330327 h 331851"/>
              <a:gd name="connsiteX8" fmla="*/ 338347 w 344719"/>
              <a:gd name="connsiteY8" fmla="*/ 331851 h 331851"/>
              <a:gd name="connsiteX9" fmla="*/ 343185 w 344719"/>
              <a:gd name="connsiteY9" fmla="*/ 329660 h 331851"/>
              <a:gd name="connsiteX10" fmla="*/ 342521 w 344719"/>
              <a:gd name="connsiteY10" fmla="*/ 320612 h 331851"/>
              <a:gd name="connsiteX11" fmla="*/ 139816 w 344719"/>
              <a:gd name="connsiteY11" fmla="*/ 12859 h 331851"/>
              <a:gd name="connsiteX12" fmla="*/ 266921 w 344719"/>
              <a:gd name="connsiteY12" fmla="*/ 140494 h 331851"/>
              <a:gd name="connsiteX13" fmla="*/ 247381 w 344719"/>
              <a:gd name="connsiteY13" fmla="*/ 208121 h 331851"/>
              <a:gd name="connsiteX14" fmla="*/ 197677 w 344719"/>
              <a:gd name="connsiteY14" fmla="*/ 178499 h 331851"/>
              <a:gd name="connsiteX15" fmla="*/ 179465 w 344719"/>
              <a:gd name="connsiteY15" fmla="*/ 170688 h 331851"/>
              <a:gd name="connsiteX16" fmla="*/ 204507 w 344719"/>
              <a:gd name="connsiteY16" fmla="*/ 119444 h 331851"/>
              <a:gd name="connsiteX17" fmla="*/ 139816 w 344719"/>
              <a:gd name="connsiteY17" fmla="*/ 54483 h 331851"/>
              <a:gd name="connsiteX18" fmla="*/ 75125 w 344719"/>
              <a:gd name="connsiteY18" fmla="*/ 119444 h 331851"/>
              <a:gd name="connsiteX19" fmla="*/ 100167 w 344719"/>
              <a:gd name="connsiteY19" fmla="*/ 170688 h 331851"/>
              <a:gd name="connsiteX20" fmla="*/ 81955 w 344719"/>
              <a:gd name="connsiteY20" fmla="*/ 178499 h 331851"/>
              <a:gd name="connsiteX21" fmla="*/ 32251 w 344719"/>
              <a:gd name="connsiteY21" fmla="*/ 208121 h 331851"/>
              <a:gd name="connsiteX22" fmla="*/ 12711 w 344719"/>
              <a:gd name="connsiteY22" fmla="*/ 140494 h 331851"/>
              <a:gd name="connsiteX23" fmla="*/ 139816 w 344719"/>
              <a:gd name="connsiteY23" fmla="*/ 12859 h 331851"/>
              <a:gd name="connsiteX24" fmla="*/ 87930 w 344719"/>
              <a:gd name="connsiteY24" fmla="*/ 119444 h 331851"/>
              <a:gd name="connsiteX25" fmla="*/ 139816 w 344719"/>
              <a:gd name="connsiteY25" fmla="*/ 67342 h 331851"/>
              <a:gd name="connsiteX26" fmla="*/ 191701 w 344719"/>
              <a:gd name="connsiteY26" fmla="*/ 119444 h 331851"/>
              <a:gd name="connsiteX27" fmla="*/ 139816 w 344719"/>
              <a:gd name="connsiteY27" fmla="*/ 171545 h 331851"/>
              <a:gd name="connsiteX28" fmla="*/ 87930 w 344719"/>
              <a:gd name="connsiteY28" fmla="*/ 119444 h 331851"/>
              <a:gd name="connsiteX29" fmla="*/ 39934 w 344719"/>
              <a:gd name="connsiteY29" fmla="*/ 219170 h 331851"/>
              <a:gd name="connsiteX30" fmla="*/ 86223 w 344719"/>
              <a:gd name="connsiteY30" fmla="*/ 190595 h 331851"/>
              <a:gd name="connsiteX31" fmla="*/ 111644 w 344719"/>
              <a:gd name="connsiteY31" fmla="*/ 177927 h 331851"/>
              <a:gd name="connsiteX32" fmla="*/ 139721 w 344719"/>
              <a:gd name="connsiteY32" fmla="*/ 184499 h 331851"/>
              <a:gd name="connsiteX33" fmla="*/ 167798 w 344719"/>
              <a:gd name="connsiteY33" fmla="*/ 177927 h 331851"/>
              <a:gd name="connsiteX34" fmla="*/ 193219 w 344719"/>
              <a:gd name="connsiteY34" fmla="*/ 190595 h 331851"/>
              <a:gd name="connsiteX35" fmla="*/ 239508 w 344719"/>
              <a:gd name="connsiteY35" fmla="*/ 219170 h 331851"/>
              <a:gd name="connsiteX36" fmla="*/ 139626 w 344719"/>
              <a:gd name="connsiteY36" fmla="*/ 268129 h 331851"/>
              <a:gd name="connsiteX37" fmla="*/ 39744 w 344719"/>
              <a:gd name="connsiteY37" fmla="*/ 219170 h 331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44719" h="331851">
                <a:moveTo>
                  <a:pt x="342521" y="320612"/>
                </a:moveTo>
                <a:lnTo>
                  <a:pt x="243397" y="234696"/>
                </a:lnTo>
                <a:cubicBezTo>
                  <a:pt x="265973" y="209741"/>
                  <a:pt x="279822" y="176784"/>
                  <a:pt x="279822" y="140494"/>
                </a:cubicBezTo>
                <a:cubicBezTo>
                  <a:pt x="279822" y="63055"/>
                  <a:pt x="217028" y="0"/>
                  <a:pt x="139911" y="0"/>
                </a:cubicBezTo>
                <a:cubicBezTo>
                  <a:pt x="62794" y="0"/>
                  <a:pt x="0" y="63055"/>
                  <a:pt x="0" y="140494"/>
                </a:cubicBezTo>
                <a:cubicBezTo>
                  <a:pt x="0" y="217932"/>
                  <a:pt x="62794" y="280988"/>
                  <a:pt x="139911" y="280988"/>
                </a:cubicBezTo>
                <a:cubicBezTo>
                  <a:pt x="176335" y="280988"/>
                  <a:pt x="209439" y="266795"/>
                  <a:pt x="234386" y="243840"/>
                </a:cubicBezTo>
                <a:lnTo>
                  <a:pt x="334173" y="330327"/>
                </a:lnTo>
                <a:cubicBezTo>
                  <a:pt x="335406" y="331375"/>
                  <a:pt x="336829" y="331851"/>
                  <a:pt x="338347" y="331851"/>
                </a:cubicBezTo>
                <a:cubicBezTo>
                  <a:pt x="340149" y="331851"/>
                  <a:pt x="341951" y="331089"/>
                  <a:pt x="343185" y="329660"/>
                </a:cubicBezTo>
                <a:cubicBezTo>
                  <a:pt x="345461" y="326993"/>
                  <a:pt x="345177" y="322897"/>
                  <a:pt x="342521" y="320612"/>
                </a:cubicBezTo>
                <a:close/>
                <a:moveTo>
                  <a:pt x="139816" y="12859"/>
                </a:moveTo>
                <a:cubicBezTo>
                  <a:pt x="209914" y="12859"/>
                  <a:pt x="266921" y="70104"/>
                  <a:pt x="266921" y="140494"/>
                </a:cubicBezTo>
                <a:cubicBezTo>
                  <a:pt x="266921" y="165354"/>
                  <a:pt x="259712" y="188500"/>
                  <a:pt x="247381" y="208121"/>
                </a:cubicBezTo>
                <a:cubicBezTo>
                  <a:pt x="233153" y="191357"/>
                  <a:pt x="213708" y="184309"/>
                  <a:pt x="197677" y="178499"/>
                </a:cubicBezTo>
                <a:cubicBezTo>
                  <a:pt x="190658" y="175927"/>
                  <a:pt x="183923" y="173450"/>
                  <a:pt x="179465" y="170688"/>
                </a:cubicBezTo>
                <a:cubicBezTo>
                  <a:pt x="194642" y="158782"/>
                  <a:pt x="204507" y="140303"/>
                  <a:pt x="204507" y="119444"/>
                </a:cubicBezTo>
                <a:cubicBezTo>
                  <a:pt x="204507" y="83630"/>
                  <a:pt x="175481" y="54483"/>
                  <a:pt x="139816" y="54483"/>
                </a:cubicBezTo>
                <a:cubicBezTo>
                  <a:pt x="104151" y="54483"/>
                  <a:pt x="75125" y="83630"/>
                  <a:pt x="75125" y="119444"/>
                </a:cubicBezTo>
                <a:cubicBezTo>
                  <a:pt x="75125" y="140208"/>
                  <a:pt x="84990" y="158782"/>
                  <a:pt x="100167" y="170688"/>
                </a:cubicBezTo>
                <a:cubicBezTo>
                  <a:pt x="95709" y="173450"/>
                  <a:pt x="88974" y="175927"/>
                  <a:pt x="81955" y="178499"/>
                </a:cubicBezTo>
                <a:cubicBezTo>
                  <a:pt x="65924" y="184309"/>
                  <a:pt x="46479" y="191453"/>
                  <a:pt x="32251" y="208121"/>
                </a:cubicBezTo>
                <a:cubicBezTo>
                  <a:pt x="19919" y="188500"/>
                  <a:pt x="12711" y="165354"/>
                  <a:pt x="12711" y="140494"/>
                </a:cubicBezTo>
                <a:cubicBezTo>
                  <a:pt x="12711" y="70104"/>
                  <a:pt x="69718" y="12859"/>
                  <a:pt x="139816" y="12859"/>
                </a:cubicBezTo>
                <a:close/>
                <a:moveTo>
                  <a:pt x="87930" y="119444"/>
                </a:moveTo>
                <a:cubicBezTo>
                  <a:pt x="87930" y="90678"/>
                  <a:pt x="111265" y="67342"/>
                  <a:pt x="139816" y="67342"/>
                </a:cubicBezTo>
                <a:cubicBezTo>
                  <a:pt x="168367" y="67342"/>
                  <a:pt x="191701" y="90773"/>
                  <a:pt x="191701" y="119444"/>
                </a:cubicBezTo>
                <a:cubicBezTo>
                  <a:pt x="191701" y="148114"/>
                  <a:pt x="168367" y="171545"/>
                  <a:pt x="139816" y="171545"/>
                </a:cubicBezTo>
                <a:cubicBezTo>
                  <a:pt x="111265" y="171545"/>
                  <a:pt x="87930" y="148114"/>
                  <a:pt x="87930" y="119444"/>
                </a:cubicBezTo>
                <a:close/>
                <a:moveTo>
                  <a:pt x="39934" y="219170"/>
                </a:moveTo>
                <a:cubicBezTo>
                  <a:pt x="51980" y="203168"/>
                  <a:pt x="70098" y="196405"/>
                  <a:pt x="86223" y="190595"/>
                </a:cubicBezTo>
                <a:cubicBezTo>
                  <a:pt x="96562" y="186880"/>
                  <a:pt x="105763" y="183451"/>
                  <a:pt x="111644" y="177927"/>
                </a:cubicBezTo>
                <a:cubicBezTo>
                  <a:pt x="120181" y="182118"/>
                  <a:pt x="129666" y="184499"/>
                  <a:pt x="139721" y="184499"/>
                </a:cubicBezTo>
                <a:cubicBezTo>
                  <a:pt x="149776" y="184499"/>
                  <a:pt x="159356" y="182118"/>
                  <a:pt x="167798" y="177927"/>
                </a:cubicBezTo>
                <a:cubicBezTo>
                  <a:pt x="173774" y="183451"/>
                  <a:pt x="182880" y="186880"/>
                  <a:pt x="193219" y="190595"/>
                </a:cubicBezTo>
                <a:cubicBezTo>
                  <a:pt x="209344" y="196501"/>
                  <a:pt x="227462" y="203168"/>
                  <a:pt x="239508" y="219170"/>
                </a:cubicBezTo>
                <a:cubicBezTo>
                  <a:pt x="216174" y="248888"/>
                  <a:pt x="180129" y="268129"/>
                  <a:pt x="139626" y="268129"/>
                </a:cubicBezTo>
                <a:cubicBezTo>
                  <a:pt x="99123" y="268129"/>
                  <a:pt x="62984" y="248888"/>
                  <a:pt x="39744" y="21917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C511333D-54D3-85B6-3F26-782793E254BF}"/>
              </a:ext>
            </a:extLst>
          </p:cNvPr>
          <p:cNvGrpSpPr/>
          <p:nvPr/>
        </p:nvGrpSpPr>
        <p:grpSpPr>
          <a:xfrm>
            <a:off x="555245" y="4871334"/>
            <a:ext cx="484623" cy="492735"/>
            <a:chOff x="2742805" y="4398015"/>
            <a:chExt cx="356559" cy="362527"/>
          </a:xfrm>
        </p:grpSpPr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17BF07FC-14B3-DE52-36C6-08267ED0264C}"/>
                </a:ext>
              </a:extLst>
            </p:cNvPr>
            <p:cNvSpPr/>
            <p:nvPr/>
          </p:nvSpPr>
          <p:spPr>
            <a:xfrm>
              <a:off x="2860756" y="4439359"/>
              <a:ext cx="136733" cy="85915"/>
            </a:xfrm>
            <a:custGeom>
              <a:avLst/>
              <a:gdLst>
                <a:gd name="connsiteX0" fmla="*/ 95 w 136733"/>
                <a:gd name="connsiteY0" fmla="*/ 79534 h 85915"/>
                <a:gd name="connsiteX1" fmla="*/ 6450 w 136733"/>
                <a:gd name="connsiteY1" fmla="*/ 85916 h 85915"/>
                <a:gd name="connsiteX2" fmla="*/ 12805 w 136733"/>
                <a:gd name="connsiteY2" fmla="*/ 79534 h 85915"/>
                <a:gd name="connsiteX3" fmla="*/ 79204 w 136733"/>
                <a:gd name="connsiteY3" fmla="*/ 12859 h 85915"/>
                <a:gd name="connsiteX4" fmla="*/ 125872 w 136733"/>
                <a:gd name="connsiteY4" fmla="*/ 32099 h 85915"/>
                <a:gd name="connsiteX5" fmla="*/ 134883 w 136733"/>
                <a:gd name="connsiteY5" fmla="*/ 32099 h 85915"/>
                <a:gd name="connsiteX6" fmla="*/ 134883 w 136733"/>
                <a:gd name="connsiteY6" fmla="*/ 22955 h 85915"/>
                <a:gd name="connsiteX7" fmla="*/ 79204 w 136733"/>
                <a:gd name="connsiteY7" fmla="*/ 0 h 85915"/>
                <a:gd name="connsiteX8" fmla="*/ 0 w 136733"/>
                <a:gd name="connsiteY8" fmla="*/ 79534 h 8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733" h="85915">
                  <a:moveTo>
                    <a:pt x="95" y="79534"/>
                  </a:moveTo>
                  <a:cubicBezTo>
                    <a:pt x="95" y="83058"/>
                    <a:pt x="2940" y="85916"/>
                    <a:pt x="6450" y="85916"/>
                  </a:cubicBezTo>
                  <a:cubicBezTo>
                    <a:pt x="9960" y="85916"/>
                    <a:pt x="12805" y="83058"/>
                    <a:pt x="12805" y="79534"/>
                  </a:cubicBezTo>
                  <a:cubicBezTo>
                    <a:pt x="12805" y="42767"/>
                    <a:pt x="42590" y="12859"/>
                    <a:pt x="79204" y="12859"/>
                  </a:cubicBezTo>
                  <a:cubicBezTo>
                    <a:pt x="96752" y="12859"/>
                    <a:pt x="113351" y="19717"/>
                    <a:pt x="125872" y="32099"/>
                  </a:cubicBezTo>
                  <a:cubicBezTo>
                    <a:pt x="128338" y="34576"/>
                    <a:pt x="132417" y="34576"/>
                    <a:pt x="134883" y="32099"/>
                  </a:cubicBezTo>
                  <a:cubicBezTo>
                    <a:pt x="137350" y="29528"/>
                    <a:pt x="137350" y="25527"/>
                    <a:pt x="134883" y="22955"/>
                  </a:cubicBezTo>
                  <a:cubicBezTo>
                    <a:pt x="119991" y="8192"/>
                    <a:pt x="100167" y="0"/>
                    <a:pt x="79204" y="0"/>
                  </a:cubicBezTo>
                  <a:cubicBezTo>
                    <a:pt x="35476" y="0"/>
                    <a:pt x="0" y="35719"/>
                    <a:pt x="0" y="79534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77C82405-21B9-2221-726A-2000258BE17A}"/>
                </a:ext>
              </a:extLst>
            </p:cNvPr>
            <p:cNvSpPr/>
            <p:nvPr/>
          </p:nvSpPr>
          <p:spPr>
            <a:xfrm>
              <a:off x="2819779" y="4398015"/>
              <a:ext cx="207565" cy="127259"/>
            </a:xfrm>
            <a:custGeom>
              <a:avLst/>
              <a:gdLst>
                <a:gd name="connsiteX0" fmla="*/ 6545 w 207565"/>
                <a:gd name="connsiteY0" fmla="*/ 127260 h 127259"/>
                <a:gd name="connsiteX1" fmla="*/ 12900 w 207565"/>
                <a:gd name="connsiteY1" fmla="*/ 120878 h 127259"/>
                <a:gd name="connsiteX2" fmla="*/ 45910 w 207565"/>
                <a:gd name="connsiteY2" fmla="*/ 43059 h 127259"/>
                <a:gd name="connsiteX3" fmla="*/ 124829 w 207565"/>
                <a:gd name="connsiteY3" fmla="*/ 13150 h 127259"/>
                <a:gd name="connsiteX4" fmla="*/ 196634 w 207565"/>
                <a:gd name="connsiteY4" fmla="*/ 45440 h 127259"/>
                <a:gd name="connsiteX5" fmla="*/ 205645 w 207565"/>
                <a:gd name="connsiteY5" fmla="*/ 45440 h 127259"/>
                <a:gd name="connsiteX6" fmla="*/ 205645 w 207565"/>
                <a:gd name="connsiteY6" fmla="*/ 36296 h 127259"/>
                <a:gd name="connsiteX7" fmla="*/ 125303 w 207565"/>
                <a:gd name="connsiteY7" fmla="*/ 101 h 127259"/>
                <a:gd name="connsiteX8" fmla="*/ 36993 w 207565"/>
                <a:gd name="connsiteY8" fmla="*/ 33629 h 127259"/>
                <a:gd name="connsiteX9" fmla="*/ 0 w 207565"/>
                <a:gd name="connsiteY9" fmla="*/ 120687 h 127259"/>
                <a:gd name="connsiteX10" fmla="*/ 6355 w 207565"/>
                <a:gd name="connsiteY10" fmla="*/ 127069 h 12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7565" h="127259">
                  <a:moveTo>
                    <a:pt x="6545" y="127260"/>
                  </a:moveTo>
                  <a:cubicBezTo>
                    <a:pt x="10055" y="127260"/>
                    <a:pt x="12900" y="124402"/>
                    <a:pt x="12900" y="120878"/>
                  </a:cubicBezTo>
                  <a:cubicBezTo>
                    <a:pt x="12900" y="91255"/>
                    <a:pt x="24662" y="63633"/>
                    <a:pt x="45910" y="43059"/>
                  </a:cubicBezTo>
                  <a:cubicBezTo>
                    <a:pt x="67252" y="22580"/>
                    <a:pt x="95234" y="11912"/>
                    <a:pt x="124829" y="13150"/>
                  </a:cubicBezTo>
                  <a:cubicBezTo>
                    <a:pt x="151768" y="14293"/>
                    <a:pt x="177284" y="25723"/>
                    <a:pt x="196634" y="45440"/>
                  </a:cubicBezTo>
                  <a:cubicBezTo>
                    <a:pt x="199100" y="48012"/>
                    <a:pt x="203179" y="48012"/>
                    <a:pt x="205645" y="45440"/>
                  </a:cubicBezTo>
                  <a:cubicBezTo>
                    <a:pt x="208206" y="42964"/>
                    <a:pt x="208206" y="38868"/>
                    <a:pt x="205645" y="36296"/>
                  </a:cubicBezTo>
                  <a:cubicBezTo>
                    <a:pt x="184018" y="14198"/>
                    <a:pt x="155467" y="1339"/>
                    <a:pt x="125303" y="101"/>
                  </a:cubicBezTo>
                  <a:cubicBezTo>
                    <a:pt x="92199" y="-1233"/>
                    <a:pt x="60897" y="10674"/>
                    <a:pt x="36993" y="33629"/>
                  </a:cubicBezTo>
                  <a:cubicBezTo>
                    <a:pt x="13185" y="56584"/>
                    <a:pt x="0" y="87541"/>
                    <a:pt x="0" y="120687"/>
                  </a:cubicBezTo>
                  <a:cubicBezTo>
                    <a:pt x="0" y="124212"/>
                    <a:pt x="2846" y="127069"/>
                    <a:pt x="6355" y="12706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DE02FB62-446F-8291-85FD-37EC244B2DD0}"/>
                </a:ext>
              </a:extLst>
            </p:cNvPr>
            <p:cNvSpPr/>
            <p:nvPr/>
          </p:nvSpPr>
          <p:spPr>
            <a:xfrm>
              <a:off x="2829041" y="4487851"/>
              <a:ext cx="231237" cy="272691"/>
            </a:xfrm>
            <a:custGeom>
              <a:avLst/>
              <a:gdLst>
                <a:gd name="connsiteX0" fmla="*/ 220761 w 231237"/>
                <a:gd name="connsiteY0" fmla="*/ 181 h 272691"/>
                <a:gd name="connsiteX1" fmla="*/ 215924 w 231237"/>
                <a:gd name="connsiteY1" fmla="*/ 7896 h 272691"/>
                <a:gd name="connsiteX2" fmla="*/ 218485 w 231237"/>
                <a:gd name="connsiteY2" fmla="*/ 28375 h 272691"/>
                <a:gd name="connsiteX3" fmla="*/ 181302 w 231237"/>
                <a:gd name="connsiteY3" fmla="*/ 112862 h 272691"/>
                <a:gd name="connsiteX4" fmla="*/ 142411 w 231237"/>
                <a:gd name="connsiteY4" fmla="*/ 195824 h 272691"/>
                <a:gd name="connsiteX5" fmla="*/ 141747 w 231237"/>
                <a:gd name="connsiteY5" fmla="*/ 201349 h 272691"/>
                <a:gd name="connsiteX6" fmla="*/ 81230 w 231237"/>
                <a:gd name="connsiteY6" fmla="*/ 259356 h 272691"/>
                <a:gd name="connsiteX7" fmla="*/ 12081 w 231237"/>
                <a:gd name="connsiteY7" fmla="*/ 223352 h 272691"/>
                <a:gd name="connsiteX8" fmla="*/ 3354 w 231237"/>
                <a:gd name="connsiteY8" fmla="*/ 220780 h 272691"/>
                <a:gd name="connsiteX9" fmla="*/ 793 w 231237"/>
                <a:gd name="connsiteY9" fmla="*/ 229543 h 272691"/>
                <a:gd name="connsiteX10" fmla="*/ 73167 w 231237"/>
                <a:gd name="connsiteY10" fmla="*/ 272691 h 272691"/>
                <a:gd name="connsiteX11" fmla="*/ 82653 w 231237"/>
                <a:gd name="connsiteY11" fmla="*/ 272120 h 272691"/>
                <a:gd name="connsiteX12" fmla="*/ 154363 w 231237"/>
                <a:gd name="connsiteY12" fmla="*/ 203349 h 272691"/>
                <a:gd name="connsiteX13" fmla="*/ 155122 w 231237"/>
                <a:gd name="connsiteY13" fmla="*/ 196777 h 272691"/>
                <a:gd name="connsiteX14" fmla="*/ 189649 w 231237"/>
                <a:gd name="connsiteY14" fmla="*/ 122482 h 272691"/>
                <a:gd name="connsiteX15" fmla="*/ 231195 w 231237"/>
                <a:gd name="connsiteY15" fmla="*/ 27994 h 272691"/>
                <a:gd name="connsiteX16" fmla="*/ 228350 w 231237"/>
                <a:gd name="connsiteY16" fmla="*/ 5039 h 272691"/>
                <a:gd name="connsiteX17" fmla="*/ 220666 w 231237"/>
                <a:gd name="connsiteY17" fmla="*/ 181 h 27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237" h="272691">
                  <a:moveTo>
                    <a:pt x="220761" y="181"/>
                  </a:moveTo>
                  <a:cubicBezTo>
                    <a:pt x="217347" y="943"/>
                    <a:pt x="215165" y="4372"/>
                    <a:pt x="215924" y="7896"/>
                  </a:cubicBezTo>
                  <a:cubicBezTo>
                    <a:pt x="217441" y="14659"/>
                    <a:pt x="218295" y="21517"/>
                    <a:pt x="218485" y="28375"/>
                  </a:cubicBezTo>
                  <a:cubicBezTo>
                    <a:pt x="219338" y="60855"/>
                    <a:pt x="205774" y="91621"/>
                    <a:pt x="181302" y="112862"/>
                  </a:cubicBezTo>
                  <a:cubicBezTo>
                    <a:pt x="158916" y="132293"/>
                    <a:pt x="145162" y="161725"/>
                    <a:pt x="142411" y="195824"/>
                  </a:cubicBezTo>
                  <a:cubicBezTo>
                    <a:pt x="142222" y="197634"/>
                    <a:pt x="142032" y="199539"/>
                    <a:pt x="141747" y="201349"/>
                  </a:cubicBezTo>
                  <a:cubicBezTo>
                    <a:pt x="137005" y="231543"/>
                    <a:pt x="111583" y="255927"/>
                    <a:pt x="81230" y="259356"/>
                  </a:cubicBezTo>
                  <a:cubicBezTo>
                    <a:pt x="52773" y="262499"/>
                    <a:pt x="25645" y="248402"/>
                    <a:pt x="12081" y="223352"/>
                  </a:cubicBezTo>
                  <a:cubicBezTo>
                    <a:pt x="10373" y="220208"/>
                    <a:pt x="6484" y="219065"/>
                    <a:pt x="3354" y="220780"/>
                  </a:cubicBezTo>
                  <a:cubicBezTo>
                    <a:pt x="224" y="222494"/>
                    <a:pt x="-914" y="226400"/>
                    <a:pt x="793" y="229543"/>
                  </a:cubicBezTo>
                  <a:cubicBezTo>
                    <a:pt x="15401" y="256499"/>
                    <a:pt x="43098" y="272691"/>
                    <a:pt x="73167" y="272691"/>
                  </a:cubicBezTo>
                  <a:cubicBezTo>
                    <a:pt x="76297" y="272691"/>
                    <a:pt x="79428" y="272501"/>
                    <a:pt x="82653" y="272120"/>
                  </a:cubicBezTo>
                  <a:cubicBezTo>
                    <a:pt x="119172" y="268024"/>
                    <a:pt x="148577" y="239735"/>
                    <a:pt x="154363" y="203349"/>
                  </a:cubicBezTo>
                  <a:cubicBezTo>
                    <a:pt x="154742" y="201158"/>
                    <a:pt x="154932" y="198968"/>
                    <a:pt x="155122" y="196777"/>
                  </a:cubicBezTo>
                  <a:cubicBezTo>
                    <a:pt x="157588" y="166011"/>
                    <a:pt x="169824" y="139627"/>
                    <a:pt x="189649" y="122482"/>
                  </a:cubicBezTo>
                  <a:cubicBezTo>
                    <a:pt x="217062" y="98765"/>
                    <a:pt x="232144" y="64284"/>
                    <a:pt x="231195" y="27994"/>
                  </a:cubicBezTo>
                  <a:cubicBezTo>
                    <a:pt x="231006" y="20279"/>
                    <a:pt x="230057" y="12563"/>
                    <a:pt x="228350" y="5039"/>
                  </a:cubicBezTo>
                  <a:cubicBezTo>
                    <a:pt x="227591" y="1610"/>
                    <a:pt x="224176" y="-676"/>
                    <a:pt x="220666" y="18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71627A64-72C1-5503-3ED4-C9C8791E9368}"/>
                </a:ext>
              </a:extLst>
            </p:cNvPr>
            <p:cNvSpPr/>
            <p:nvPr/>
          </p:nvSpPr>
          <p:spPr>
            <a:xfrm>
              <a:off x="2742805" y="4399973"/>
              <a:ext cx="356559" cy="358092"/>
            </a:xfrm>
            <a:custGeom>
              <a:avLst/>
              <a:gdLst>
                <a:gd name="connsiteX0" fmla="*/ 354709 w 356559"/>
                <a:gd name="connsiteY0" fmla="*/ 1857 h 358092"/>
                <a:gd name="connsiteX1" fmla="*/ 345603 w 356559"/>
                <a:gd name="connsiteY1" fmla="*/ 1857 h 358092"/>
                <a:gd name="connsiteX2" fmla="*/ 1850 w 356559"/>
                <a:gd name="connsiteY2" fmla="*/ 347043 h 358092"/>
                <a:gd name="connsiteX3" fmla="*/ 1850 w 356559"/>
                <a:gd name="connsiteY3" fmla="*/ 356187 h 358092"/>
                <a:gd name="connsiteX4" fmla="*/ 6403 w 356559"/>
                <a:gd name="connsiteY4" fmla="*/ 358092 h 358092"/>
                <a:gd name="connsiteX5" fmla="*/ 10956 w 356559"/>
                <a:gd name="connsiteY5" fmla="*/ 356187 h 358092"/>
                <a:gd name="connsiteX6" fmla="*/ 354709 w 356559"/>
                <a:gd name="connsiteY6" fmla="*/ 11001 h 358092"/>
                <a:gd name="connsiteX7" fmla="*/ 354709 w 356559"/>
                <a:gd name="connsiteY7" fmla="*/ 1857 h 35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559" h="358092">
                  <a:moveTo>
                    <a:pt x="354709" y="1857"/>
                  </a:moveTo>
                  <a:cubicBezTo>
                    <a:pt x="352243" y="-619"/>
                    <a:pt x="348164" y="-619"/>
                    <a:pt x="345603" y="1857"/>
                  </a:cubicBezTo>
                  <a:lnTo>
                    <a:pt x="1850" y="347043"/>
                  </a:lnTo>
                  <a:cubicBezTo>
                    <a:pt x="-617" y="349520"/>
                    <a:pt x="-617" y="353616"/>
                    <a:pt x="1850" y="356187"/>
                  </a:cubicBezTo>
                  <a:cubicBezTo>
                    <a:pt x="3083" y="357426"/>
                    <a:pt x="4695" y="358092"/>
                    <a:pt x="6403" y="358092"/>
                  </a:cubicBezTo>
                  <a:cubicBezTo>
                    <a:pt x="8110" y="358092"/>
                    <a:pt x="9723" y="357426"/>
                    <a:pt x="10956" y="356187"/>
                  </a:cubicBezTo>
                  <a:lnTo>
                    <a:pt x="354709" y="11001"/>
                  </a:lnTo>
                  <a:cubicBezTo>
                    <a:pt x="357176" y="8525"/>
                    <a:pt x="357176" y="4429"/>
                    <a:pt x="354709" y="1857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33D7F7DD-A188-00CC-73FB-BA6411523F3C}"/>
                </a:ext>
              </a:extLst>
            </p:cNvPr>
            <p:cNvSpPr/>
            <p:nvPr/>
          </p:nvSpPr>
          <p:spPr>
            <a:xfrm>
              <a:off x="2865879" y="4531928"/>
              <a:ext cx="150865" cy="182227"/>
            </a:xfrm>
            <a:custGeom>
              <a:avLst/>
              <a:gdLst>
                <a:gd name="connsiteX0" fmla="*/ 72659 w 150865"/>
                <a:gd name="connsiteY0" fmla="*/ 145746 h 182227"/>
                <a:gd name="connsiteX1" fmla="*/ 125113 w 150865"/>
                <a:gd name="connsiteY1" fmla="*/ 48687 h 182227"/>
                <a:gd name="connsiteX2" fmla="*/ 133935 w 150865"/>
                <a:gd name="connsiteY2" fmla="*/ 39162 h 182227"/>
                <a:gd name="connsiteX3" fmla="*/ 150629 w 150865"/>
                <a:gd name="connsiteY3" fmla="*/ 8110 h 182227"/>
                <a:gd name="connsiteX4" fmla="*/ 146171 w 150865"/>
                <a:gd name="connsiteY4" fmla="*/ 204 h 182227"/>
                <a:gd name="connsiteX5" fmla="*/ 138298 w 150865"/>
                <a:gd name="connsiteY5" fmla="*/ 4681 h 182227"/>
                <a:gd name="connsiteX6" fmla="*/ 124449 w 150865"/>
                <a:gd name="connsiteY6" fmla="*/ 30589 h 182227"/>
                <a:gd name="connsiteX7" fmla="*/ 115818 w 150865"/>
                <a:gd name="connsiteY7" fmla="*/ 39828 h 182227"/>
                <a:gd name="connsiteX8" fmla="*/ 59948 w 150865"/>
                <a:gd name="connsiteY8" fmla="*/ 145651 h 182227"/>
                <a:gd name="connsiteX9" fmla="*/ 36329 w 150865"/>
                <a:gd name="connsiteY9" fmla="*/ 169368 h 182227"/>
                <a:gd name="connsiteX10" fmla="*/ 12711 w 150865"/>
                <a:gd name="connsiteY10" fmla="*/ 145651 h 182227"/>
                <a:gd name="connsiteX11" fmla="*/ 6355 w 150865"/>
                <a:gd name="connsiteY11" fmla="*/ 139269 h 182227"/>
                <a:gd name="connsiteX12" fmla="*/ 0 w 150865"/>
                <a:gd name="connsiteY12" fmla="*/ 145651 h 182227"/>
                <a:gd name="connsiteX13" fmla="*/ 36424 w 150865"/>
                <a:gd name="connsiteY13" fmla="*/ 182227 h 182227"/>
                <a:gd name="connsiteX14" fmla="*/ 72848 w 150865"/>
                <a:gd name="connsiteY14" fmla="*/ 145651 h 182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865" h="182227">
                  <a:moveTo>
                    <a:pt x="72659" y="145746"/>
                  </a:moveTo>
                  <a:cubicBezTo>
                    <a:pt x="72659" y="104408"/>
                    <a:pt x="102917" y="72213"/>
                    <a:pt x="125113" y="48687"/>
                  </a:cubicBezTo>
                  <a:cubicBezTo>
                    <a:pt x="128244" y="45353"/>
                    <a:pt x="131184" y="42210"/>
                    <a:pt x="133935" y="39162"/>
                  </a:cubicBezTo>
                  <a:cubicBezTo>
                    <a:pt x="141808" y="30208"/>
                    <a:pt x="147404" y="19731"/>
                    <a:pt x="150629" y="8110"/>
                  </a:cubicBezTo>
                  <a:cubicBezTo>
                    <a:pt x="151578" y="4681"/>
                    <a:pt x="149586" y="1157"/>
                    <a:pt x="146171" y="204"/>
                  </a:cubicBezTo>
                  <a:cubicBezTo>
                    <a:pt x="142757" y="-653"/>
                    <a:pt x="139247" y="1252"/>
                    <a:pt x="138298" y="4681"/>
                  </a:cubicBezTo>
                  <a:cubicBezTo>
                    <a:pt x="135642" y="14397"/>
                    <a:pt x="130900" y="23160"/>
                    <a:pt x="124449" y="30589"/>
                  </a:cubicBezTo>
                  <a:cubicBezTo>
                    <a:pt x="121794" y="33542"/>
                    <a:pt x="118948" y="36590"/>
                    <a:pt x="115818" y="39828"/>
                  </a:cubicBezTo>
                  <a:cubicBezTo>
                    <a:pt x="92199" y="64879"/>
                    <a:pt x="59948" y="99169"/>
                    <a:pt x="59948" y="145651"/>
                  </a:cubicBezTo>
                  <a:cubicBezTo>
                    <a:pt x="59948" y="158700"/>
                    <a:pt x="49325" y="169368"/>
                    <a:pt x="36329" y="169368"/>
                  </a:cubicBezTo>
                  <a:cubicBezTo>
                    <a:pt x="23334" y="169368"/>
                    <a:pt x="12711" y="158700"/>
                    <a:pt x="12711" y="145651"/>
                  </a:cubicBezTo>
                  <a:cubicBezTo>
                    <a:pt x="12711" y="142127"/>
                    <a:pt x="9865" y="139269"/>
                    <a:pt x="6355" y="139269"/>
                  </a:cubicBezTo>
                  <a:cubicBezTo>
                    <a:pt x="2846" y="139269"/>
                    <a:pt x="0" y="142127"/>
                    <a:pt x="0" y="145651"/>
                  </a:cubicBezTo>
                  <a:cubicBezTo>
                    <a:pt x="0" y="165844"/>
                    <a:pt x="16315" y="182227"/>
                    <a:pt x="36424" y="182227"/>
                  </a:cubicBezTo>
                  <a:cubicBezTo>
                    <a:pt x="56534" y="182227"/>
                    <a:pt x="72848" y="165844"/>
                    <a:pt x="72848" y="14565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A9B547A7-3D6E-0123-D94E-BAA453C15A50}"/>
              </a:ext>
            </a:extLst>
          </p:cNvPr>
          <p:cNvGrpSpPr/>
          <p:nvPr/>
        </p:nvGrpSpPr>
        <p:grpSpPr>
          <a:xfrm>
            <a:off x="1272795" y="4871334"/>
            <a:ext cx="484623" cy="492735"/>
            <a:chOff x="2742805" y="4398015"/>
            <a:chExt cx="356559" cy="362527"/>
          </a:xfrm>
          <a:solidFill>
            <a:schemeClr val="accent4"/>
          </a:solidFill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50E981-4FF8-C49E-F42A-4126B2DC3114}"/>
                </a:ext>
              </a:extLst>
            </p:cNvPr>
            <p:cNvSpPr/>
            <p:nvPr/>
          </p:nvSpPr>
          <p:spPr>
            <a:xfrm>
              <a:off x="2860756" y="4439359"/>
              <a:ext cx="136733" cy="85915"/>
            </a:xfrm>
            <a:custGeom>
              <a:avLst/>
              <a:gdLst>
                <a:gd name="connsiteX0" fmla="*/ 95 w 136733"/>
                <a:gd name="connsiteY0" fmla="*/ 79534 h 85915"/>
                <a:gd name="connsiteX1" fmla="*/ 6450 w 136733"/>
                <a:gd name="connsiteY1" fmla="*/ 85916 h 85915"/>
                <a:gd name="connsiteX2" fmla="*/ 12805 w 136733"/>
                <a:gd name="connsiteY2" fmla="*/ 79534 h 85915"/>
                <a:gd name="connsiteX3" fmla="*/ 79204 w 136733"/>
                <a:gd name="connsiteY3" fmla="*/ 12859 h 85915"/>
                <a:gd name="connsiteX4" fmla="*/ 125872 w 136733"/>
                <a:gd name="connsiteY4" fmla="*/ 32099 h 85915"/>
                <a:gd name="connsiteX5" fmla="*/ 134883 w 136733"/>
                <a:gd name="connsiteY5" fmla="*/ 32099 h 85915"/>
                <a:gd name="connsiteX6" fmla="*/ 134883 w 136733"/>
                <a:gd name="connsiteY6" fmla="*/ 22955 h 85915"/>
                <a:gd name="connsiteX7" fmla="*/ 79204 w 136733"/>
                <a:gd name="connsiteY7" fmla="*/ 0 h 85915"/>
                <a:gd name="connsiteX8" fmla="*/ 0 w 136733"/>
                <a:gd name="connsiteY8" fmla="*/ 79534 h 8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733" h="85915">
                  <a:moveTo>
                    <a:pt x="95" y="79534"/>
                  </a:moveTo>
                  <a:cubicBezTo>
                    <a:pt x="95" y="83058"/>
                    <a:pt x="2940" y="85916"/>
                    <a:pt x="6450" y="85916"/>
                  </a:cubicBezTo>
                  <a:cubicBezTo>
                    <a:pt x="9960" y="85916"/>
                    <a:pt x="12805" y="83058"/>
                    <a:pt x="12805" y="79534"/>
                  </a:cubicBezTo>
                  <a:cubicBezTo>
                    <a:pt x="12805" y="42767"/>
                    <a:pt x="42590" y="12859"/>
                    <a:pt x="79204" y="12859"/>
                  </a:cubicBezTo>
                  <a:cubicBezTo>
                    <a:pt x="96752" y="12859"/>
                    <a:pt x="113351" y="19717"/>
                    <a:pt x="125872" y="32099"/>
                  </a:cubicBezTo>
                  <a:cubicBezTo>
                    <a:pt x="128338" y="34576"/>
                    <a:pt x="132417" y="34576"/>
                    <a:pt x="134883" y="32099"/>
                  </a:cubicBezTo>
                  <a:cubicBezTo>
                    <a:pt x="137350" y="29528"/>
                    <a:pt x="137350" y="25527"/>
                    <a:pt x="134883" y="22955"/>
                  </a:cubicBezTo>
                  <a:cubicBezTo>
                    <a:pt x="119991" y="8192"/>
                    <a:pt x="100167" y="0"/>
                    <a:pt x="79204" y="0"/>
                  </a:cubicBezTo>
                  <a:cubicBezTo>
                    <a:pt x="35476" y="0"/>
                    <a:pt x="0" y="35719"/>
                    <a:pt x="0" y="79534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55EF017C-3659-2CF7-566B-3B6C6CEB44F3}"/>
                </a:ext>
              </a:extLst>
            </p:cNvPr>
            <p:cNvSpPr/>
            <p:nvPr/>
          </p:nvSpPr>
          <p:spPr>
            <a:xfrm>
              <a:off x="2819779" y="4398015"/>
              <a:ext cx="207565" cy="127259"/>
            </a:xfrm>
            <a:custGeom>
              <a:avLst/>
              <a:gdLst>
                <a:gd name="connsiteX0" fmla="*/ 6545 w 207565"/>
                <a:gd name="connsiteY0" fmla="*/ 127260 h 127259"/>
                <a:gd name="connsiteX1" fmla="*/ 12900 w 207565"/>
                <a:gd name="connsiteY1" fmla="*/ 120878 h 127259"/>
                <a:gd name="connsiteX2" fmla="*/ 45910 w 207565"/>
                <a:gd name="connsiteY2" fmla="*/ 43059 h 127259"/>
                <a:gd name="connsiteX3" fmla="*/ 124829 w 207565"/>
                <a:gd name="connsiteY3" fmla="*/ 13150 h 127259"/>
                <a:gd name="connsiteX4" fmla="*/ 196634 w 207565"/>
                <a:gd name="connsiteY4" fmla="*/ 45440 h 127259"/>
                <a:gd name="connsiteX5" fmla="*/ 205645 w 207565"/>
                <a:gd name="connsiteY5" fmla="*/ 45440 h 127259"/>
                <a:gd name="connsiteX6" fmla="*/ 205645 w 207565"/>
                <a:gd name="connsiteY6" fmla="*/ 36296 h 127259"/>
                <a:gd name="connsiteX7" fmla="*/ 125303 w 207565"/>
                <a:gd name="connsiteY7" fmla="*/ 101 h 127259"/>
                <a:gd name="connsiteX8" fmla="*/ 36993 w 207565"/>
                <a:gd name="connsiteY8" fmla="*/ 33629 h 127259"/>
                <a:gd name="connsiteX9" fmla="*/ 0 w 207565"/>
                <a:gd name="connsiteY9" fmla="*/ 120687 h 127259"/>
                <a:gd name="connsiteX10" fmla="*/ 6355 w 207565"/>
                <a:gd name="connsiteY10" fmla="*/ 127069 h 12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7565" h="127259">
                  <a:moveTo>
                    <a:pt x="6545" y="127260"/>
                  </a:moveTo>
                  <a:cubicBezTo>
                    <a:pt x="10055" y="127260"/>
                    <a:pt x="12900" y="124402"/>
                    <a:pt x="12900" y="120878"/>
                  </a:cubicBezTo>
                  <a:cubicBezTo>
                    <a:pt x="12900" y="91255"/>
                    <a:pt x="24662" y="63633"/>
                    <a:pt x="45910" y="43059"/>
                  </a:cubicBezTo>
                  <a:cubicBezTo>
                    <a:pt x="67252" y="22580"/>
                    <a:pt x="95234" y="11912"/>
                    <a:pt x="124829" y="13150"/>
                  </a:cubicBezTo>
                  <a:cubicBezTo>
                    <a:pt x="151768" y="14293"/>
                    <a:pt x="177284" y="25723"/>
                    <a:pt x="196634" y="45440"/>
                  </a:cubicBezTo>
                  <a:cubicBezTo>
                    <a:pt x="199100" y="48012"/>
                    <a:pt x="203179" y="48012"/>
                    <a:pt x="205645" y="45440"/>
                  </a:cubicBezTo>
                  <a:cubicBezTo>
                    <a:pt x="208206" y="42964"/>
                    <a:pt x="208206" y="38868"/>
                    <a:pt x="205645" y="36296"/>
                  </a:cubicBezTo>
                  <a:cubicBezTo>
                    <a:pt x="184018" y="14198"/>
                    <a:pt x="155467" y="1339"/>
                    <a:pt x="125303" y="101"/>
                  </a:cubicBezTo>
                  <a:cubicBezTo>
                    <a:pt x="92199" y="-1233"/>
                    <a:pt x="60897" y="10674"/>
                    <a:pt x="36993" y="33629"/>
                  </a:cubicBezTo>
                  <a:cubicBezTo>
                    <a:pt x="13185" y="56584"/>
                    <a:pt x="0" y="87541"/>
                    <a:pt x="0" y="120687"/>
                  </a:cubicBezTo>
                  <a:cubicBezTo>
                    <a:pt x="0" y="124212"/>
                    <a:pt x="2846" y="127069"/>
                    <a:pt x="6355" y="1270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B20BBB9-FAEE-37A1-3631-67021CC91672}"/>
                </a:ext>
              </a:extLst>
            </p:cNvPr>
            <p:cNvSpPr/>
            <p:nvPr/>
          </p:nvSpPr>
          <p:spPr>
            <a:xfrm>
              <a:off x="2829041" y="4487851"/>
              <a:ext cx="231237" cy="272691"/>
            </a:xfrm>
            <a:custGeom>
              <a:avLst/>
              <a:gdLst>
                <a:gd name="connsiteX0" fmla="*/ 220761 w 231237"/>
                <a:gd name="connsiteY0" fmla="*/ 181 h 272691"/>
                <a:gd name="connsiteX1" fmla="*/ 215924 w 231237"/>
                <a:gd name="connsiteY1" fmla="*/ 7896 h 272691"/>
                <a:gd name="connsiteX2" fmla="*/ 218485 w 231237"/>
                <a:gd name="connsiteY2" fmla="*/ 28375 h 272691"/>
                <a:gd name="connsiteX3" fmla="*/ 181302 w 231237"/>
                <a:gd name="connsiteY3" fmla="*/ 112862 h 272691"/>
                <a:gd name="connsiteX4" fmla="*/ 142411 w 231237"/>
                <a:gd name="connsiteY4" fmla="*/ 195824 h 272691"/>
                <a:gd name="connsiteX5" fmla="*/ 141747 w 231237"/>
                <a:gd name="connsiteY5" fmla="*/ 201349 h 272691"/>
                <a:gd name="connsiteX6" fmla="*/ 81230 w 231237"/>
                <a:gd name="connsiteY6" fmla="*/ 259356 h 272691"/>
                <a:gd name="connsiteX7" fmla="*/ 12081 w 231237"/>
                <a:gd name="connsiteY7" fmla="*/ 223352 h 272691"/>
                <a:gd name="connsiteX8" fmla="*/ 3354 w 231237"/>
                <a:gd name="connsiteY8" fmla="*/ 220780 h 272691"/>
                <a:gd name="connsiteX9" fmla="*/ 793 w 231237"/>
                <a:gd name="connsiteY9" fmla="*/ 229543 h 272691"/>
                <a:gd name="connsiteX10" fmla="*/ 73167 w 231237"/>
                <a:gd name="connsiteY10" fmla="*/ 272691 h 272691"/>
                <a:gd name="connsiteX11" fmla="*/ 82653 w 231237"/>
                <a:gd name="connsiteY11" fmla="*/ 272120 h 272691"/>
                <a:gd name="connsiteX12" fmla="*/ 154363 w 231237"/>
                <a:gd name="connsiteY12" fmla="*/ 203349 h 272691"/>
                <a:gd name="connsiteX13" fmla="*/ 155122 w 231237"/>
                <a:gd name="connsiteY13" fmla="*/ 196777 h 272691"/>
                <a:gd name="connsiteX14" fmla="*/ 189649 w 231237"/>
                <a:gd name="connsiteY14" fmla="*/ 122482 h 272691"/>
                <a:gd name="connsiteX15" fmla="*/ 231195 w 231237"/>
                <a:gd name="connsiteY15" fmla="*/ 27994 h 272691"/>
                <a:gd name="connsiteX16" fmla="*/ 228350 w 231237"/>
                <a:gd name="connsiteY16" fmla="*/ 5039 h 272691"/>
                <a:gd name="connsiteX17" fmla="*/ 220666 w 231237"/>
                <a:gd name="connsiteY17" fmla="*/ 181 h 27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237" h="272691">
                  <a:moveTo>
                    <a:pt x="220761" y="181"/>
                  </a:moveTo>
                  <a:cubicBezTo>
                    <a:pt x="217347" y="943"/>
                    <a:pt x="215165" y="4372"/>
                    <a:pt x="215924" y="7896"/>
                  </a:cubicBezTo>
                  <a:cubicBezTo>
                    <a:pt x="217441" y="14659"/>
                    <a:pt x="218295" y="21517"/>
                    <a:pt x="218485" y="28375"/>
                  </a:cubicBezTo>
                  <a:cubicBezTo>
                    <a:pt x="219338" y="60855"/>
                    <a:pt x="205774" y="91621"/>
                    <a:pt x="181302" y="112862"/>
                  </a:cubicBezTo>
                  <a:cubicBezTo>
                    <a:pt x="158916" y="132293"/>
                    <a:pt x="145162" y="161725"/>
                    <a:pt x="142411" y="195824"/>
                  </a:cubicBezTo>
                  <a:cubicBezTo>
                    <a:pt x="142222" y="197634"/>
                    <a:pt x="142032" y="199539"/>
                    <a:pt x="141747" y="201349"/>
                  </a:cubicBezTo>
                  <a:cubicBezTo>
                    <a:pt x="137005" y="231543"/>
                    <a:pt x="111583" y="255927"/>
                    <a:pt x="81230" y="259356"/>
                  </a:cubicBezTo>
                  <a:cubicBezTo>
                    <a:pt x="52773" y="262499"/>
                    <a:pt x="25645" y="248402"/>
                    <a:pt x="12081" y="223352"/>
                  </a:cubicBezTo>
                  <a:cubicBezTo>
                    <a:pt x="10373" y="220208"/>
                    <a:pt x="6484" y="219065"/>
                    <a:pt x="3354" y="220780"/>
                  </a:cubicBezTo>
                  <a:cubicBezTo>
                    <a:pt x="224" y="222494"/>
                    <a:pt x="-914" y="226400"/>
                    <a:pt x="793" y="229543"/>
                  </a:cubicBezTo>
                  <a:cubicBezTo>
                    <a:pt x="15401" y="256499"/>
                    <a:pt x="43098" y="272691"/>
                    <a:pt x="73167" y="272691"/>
                  </a:cubicBezTo>
                  <a:cubicBezTo>
                    <a:pt x="76297" y="272691"/>
                    <a:pt x="79428" y="272501"/>
                    <a:pt x="82653" y="272120"/>
                  </a:cubicBezTo>
                  <a:cubicBezTo>
                    <a:pt x="119172" y="268024"/>
                    <a:pt x="148577" y="239735"/>
                    <a:pt x="154363" y="203349"/>
                  </a:cubicBezTo>
                  <a:cubicBezTo>
                    <a:pt x="154742" y="201158"/>
                    <a:pt x="154932" y="198968"/>
                    <a:pt x="155122" y="196777"/>
                  </a:cubicBezTo>
                  <a:cubicBezTo>
                    <a:pt x="157588" y="166011"/>
                    <a:pt x="169824" y="139627"/>
                    <a:pt x="189649" y="122482"/>
                  </a:cubicBezTo>
                  <a:cubicBezTo>
                    <a:pt x="217062" y="98765"/>
                    <a:pt x="232144" y="64284"/>
                    <a:pt x="231195" y="27994"/>
                  </a:cubicBezTo>
                  <a:cubicBezTo>
                    <a:pt x="231006" y="20279"/>
                    <a:pt x="230057" y="12563"/>
                    <a:pt x="228350" y="5039"/>
                  </a:cubicBezTo>
                  <a:cubicBezTo>
                    <a:pt x="227591" y="1610"/>
                    <a:pt x="224176" y="-676"/>
                    <a:pt x="220666" y="181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DEB5B764-A061-0636-CD8F-FE3640B90920}"/>
                </a:ext>
              </a:extLst>
            </p:cNvPr>
            <p:cNvSpPr/>
            <p:nvPr/>
          </p:nvSpPr>
          <p:spPr>
            <a:xfrm>
              <a:off x="2742805" y="4399973"/>
              <a:ext cx="356559" cy="358092"/>
            </a:xfrm>
            <a:custGeom>
              <a:avLst/>
              <a:gdLst>
                <a:gd name="connsiteX0" fmla="*/ 354709 w 356559"/>
                <a:gd name="connsiteY0" fmla="*/ 1857 h 358092"/>
                <a:gd name="connsiteX1" fmla="*/ 345603 w 356559"/>
                <a:gd name="connsiteY1" fmla="*/ 1857 h 358092"/>
                <a:gd name="connsiteX2" fmla="*/ 1850 w 356559"/>
                <a:gd name="connsiteY2" fmla="*/ 347043 h 358092"/>
                <a:gd name="connsiteX3" fmla="*/ 1850 w 356559"/>
                <a:gd name="connsiteY3" fmla="*/ 356187 h 358092"/>
                <a:gd name="connsiteX4" fmla="*/ 6403 w 356559"/>
                <a:gd name="connsiteY4" fmla="*/ 358092 h 358092"/>
                <a:gd name="connsiteX5" fmla="*/ 10956 w 356559"/>
                <a:gd name="connsiteY5" fmla="*/ 356187 h 358092"/>
                <a:gd name="connsiteX6" fmla="*/ 354709 w 356559"/>
                <a:gd name="connsiteY6" fmla="*/ 11001 h 358092"/>
                <a:gd name="connsiteX7" fmla="*/ 354709 w 356559"/>
                <a:gd name="connsiteY7" fmla="*/ 1857 h 35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559" h="358092">
                  <a:moveTo>
                    <a:pt x="354709" y="1857"/>
                  </a:moveTo>
                  <a:cubicBezTo>
                    <a:pt x="352243" y="-619"/>
                    <a:pt x="348164" y="-619"/>
                    <a:pt x="345603" y="1857"/>
                  </a:cubicBezTo>
                  <a:lnTo>
                    <a:pt x="1850" y="347043"/>
                  </a:lnTo>
                  <a:cubicBezTo>
                    <a:pt x="-617" y="349520"/>
                    <a:pt x="-617" y="353616"/>
                    <a:pt x="1850" y="356187"/>
                  </a:cubicBezTo>
                  <a:cubicBezTo>
                    <a:pt x="3083" y="357426"/>
                    <a:pt x="4695" y="358092"/>
                    <a:pt x="6403" y="358092"/>
                  </a:cubicBezTo>
                  <a:cubicBezTo>
                    <a:pt x="8110" y="358092"/>
                    <a:pt x="9723" y="357426"/>
                    <a:pt x="10956" y="356187"/>
                  </a:cubicBezTo>
                  <a:lnTo>
                    <a:pt x="354709" y="11001"/>
                  </a:lnTo>
                  <a:cubicBezTo>
                    <a:pt x="357176" y="8525"/>
                    <a:pt x="357176" y="4429"/>
                    <a:pt x="354709" y="1857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93293F1F-41D9-1CA5-584F-64ACA1504189}"/>
                </a:ext>
              </a:extLst>
            </p:cNvPr>
            <p:cNvSpPr/>
            <p:nvPr/>
          </p:nvSpPr>
          <p:spPr>
            <a:xfrm>
              <a:off x="2865879" y="4531928"/>
              <a:ext cx="150865" cy="182227"/>
            </a:xfrm>
            <a:custGeom>
              <a:avLst/>
              <a:gdLst>
                <a:gd name="connsiteX0" fmla="*/ 72659 w 150865"/>
                <a:gd name="connsiteY0" fmla="*/ 145746 h 182227"/>
                <a:gd name="connsiteX1" fmla="*/ 125113 w 150865"/>
                <a:gd name="connsiteY1" fmla="*/ 48687 h 182227"/>
                <a:gd name="connsiteX2" fmla="*/ 133935 w 150865"/>
                <a:gd name="connsiteY2" fmla="*/ 39162 h 182227"/>
                <a:gd name="connsiteX3" fmla="*/ 150629 w 150865"/>
                <a:gd name="connsiteY3" fmla="*/ 8110 h 182227"/>
                <a:gd name="connsiteX4" fmla="*/ 146171 w 150865"/>
                <a:gd name="connsiteY4" fmla="*/ 204 h 182227"/>
                <a:gd name="connsiteX5" fmla="*/ 138298 w 150865"/>
                <a:gd name="connsiteY5" fmla="*/ 4681 h 182227"/>
                <a:gd name="connsiteX6" fmla="*/ 124449 w 150865"/>
                <a:gd name="connsiteY6" fmla="*/ 30589 h 182227"/>
                <a:gd name="connsiteX7" fmla="*/ 115818 w 150865"/>
                <a:gd name="connsiteY7" fmla="*/ 39828 h 182227"/>
                <a:gd name="connsiteX8" fmla="*/ 59948 w 150865"/>
                <a:gd name="connsiteY8" fmla="*/ 145651 h 182227"/>
                <a:gd name="connsiteX9" fmla="*/ 36329 w 150865"/>
                <a:gd name="connsiteY9" fmla="*/ 169368 h 182227"/>
                <a:gd name="connsiteX10" fmla="*/ 12711 w 150865"/>
                <a:gd name="connsiteY10" fmla="*/ 145651 h 182227"/>
                <a:gd name="connsiteX11" fmla="*/ 6355 w 150865"/>
                <a:gd name="connsiteY11" fmla="*/ 139269 h 182227"/>
                <a:gd name="connsiteX12" fmla="*/ 0 w 150865"/>
                <a:gd name="connsiteY12" fmla="*/ 145651 h 182227"/>
                <a:gd name="connsiteX13" fmla="*/ 36424 w 150865"/>
                <a:gd name="connsiteY13" fmla="*/ 182227 h 182227"/>
                <a:gd name="connsiteX14" fmla="*/ 72848 w 150865"/>
                <a:gd name="connsiteY14" fmla="*/ 145651 h 182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865" h="182227">
                  <a:moveTo>
                    <a:pt x="72659" y="145746"/>
                  </a:moveTo>
                  <a:cubicBezTo>
                    <a:pt x="72659" y="104408"/>
                    <a:pt x="102917" y="72213"/>
                    <a:pt x="125113" y="48687"/>
                  </a:cubicBezTo>
                  <a:cubicBezTo>
                    <a:pt x="128244" y="45353"/>
                    <a:pt x="131184" y="42210"/>
                    <a:pt x="133935" y="39162"/>
                  </a:cubicBezTo>
                  <a:cubicBezTo>
                    <a:pt x="141808" y="30208"/>
                    <a:pt x="147404" y="19731"/>
                    <a:pt x="150629" y="8110"/>
                  </a:cubicBezTo>
                  <a:cubicBezTo>
                    <a:pt x="151578" y="4681"/>
                    <a:pt x="149586" y="1157"/>
                    <a:pt x="146171" y="204"/>
                  </a:cubicBezTo>
                  <a:cubicBezTo>
                    <a:pt x="142757" y="-653"/>
                    <a:pt x="139247" y="1252"/>
                    <a:pt x="138298" y="4681"/>
                  </a:cubicBezTo>
                  <a:cubicBezTo>
                    <a:pt x="135642" y="14397"/>
                    <a:pt x="130900" y="23160"/>
                    <a:pt x="124449" y="30589"/>
                  </a:cubicBezTo>
                  <a:cubicBezTo>
                    <a:pt x="121794" y="33542"/>
                    <a:pt x="118948" y="36590"/>
                    <a:pt x="115818" y="39828"/>
                  </a:cubicBezTo>
                  <a:cubicBezTo>
                    <a:pt x="92199" y="64879"/>
                    <a:pt x="59948" y="99169"/>
                    <a:pt x="59948" y="145651"/>
                  </a:cubicBezTo>
                  <a:cubicBezTo>
                    <a:pt x="59948" y="158700"/>
                    <a:pt x="49325" y="169368"/>
                    <a:pt x="36329" y="169368"/>
                  </a:cubicBezTo>
                  <a:cubicBezTo>
                    <a:pt x="23334" y="169368"/>
                    <a:pt x="12711" y="158700"/>
                    <a:pt x="12711" y="145651"/>
                  </a:cubicBezTo>
                  <a:cubicBezTo>
                    <a:pt x="12711" y="142127"/>
                    <a:pt x="9865" y="139269"/>
                    <a:pt x="6355" y="139269"/>
                  </a:cubicBezTo>
                  <a:cubicBezTo>
                    <a:pt x="2846" y="139269"/>
                    <a:pt x="0" y="142127"/>
                    <a:pt x="0" y="145651"/>
                  </a:cubicBezTo>
                  <a:cubicBezTo>
                    <a:pt x="0" y="165844"/>
                    <a:pt x="16315" y="182227"/>
                    <a:pt x="36424" y="182227"/>
                  </a:cubicBezTo>
                  <a:cubicBezTo>
                    <a:pt x="56534" y="182227"/>
                    <a:pt x="72848" y="165844"/>
                    <a:pt x="72848" y="145651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A8BFF89B-BC65-87F3-770F-649461346BD3}"/>
              </a:ext>
            </a:extLst>
          </p:cNvPr>
          <p:cNvGrpSpPr/>
          <p:nvPr/>
        </p:nvGrpSpPr>
        <p:grpSpPr>
          <a:xfrm>
            <a:off x="1272795" y="5533442"/>
            <a:ext cx="484623" cy="492735"/>
            <a:chOff x="2742805" y="4398015"/>
            <a:chExt cx="356559" cy="362527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14B93F21-D852-213F-8CF9-A860C0021E11}"/>
                </a:ext>
              </a:extLst>
            </p:cNvPr>
            <p:cNvSpPr/>
            <p:nvPr/>
          </p:nvSpPr>
          <p:spPr>
            <a:xfrm>
              <a:off x="2860756" y="4439359"/>
              <a:ext cx="136733" cy="85915"/>
            </a:xfrm>
            <a:custGeom>
              <a:avLst/>
              <a:gdLst>
                <a:gd name="connsiteX0" fmla="*/ 95 w 136733"/>
                <a:gd name="connsiteY0" fmla="*/ 79534 h 85915"/>
                <a:gd name="connsiteX1" fmla="*/ 6450 w 136733"/>
                <a:gd name="connsiteY1" fmla="*/ 85916 h 85915"/>
                <a:gd name="connsiteX2" fmla="*/ 12805 w 136733"/>
                <a:gd name="connsiteY2" fmla="*/ 79534 h 85915"/>
                <a:gd name="connsiteX3" fmla="*/ 79204 w 136733"/>
                <a:gd name="connsiteY3" fmla="*/ 12859 h 85915"/>
                <a:gd name="connsiteX4" fmla="*/ 125872 w 136733"/>
                <a:gd name="connsiteY4" fmla="*/ 32099 h 85915"/>
                <a:gd name="connsiteX5" fmla="*/ 134883 w 136733"/>
                <a:gd name="connsiteY5" fmla="*/ 32099 h 85915"/>
                <a:gd name="connsiteX6" fmla="*/ 134883 w 136733"/>
                <a:gd name="connsiteY6" fmla="*/ 22955 h 85915"/>
                <a:gd name="connsiteX7" fmla="*/ 79204 w 136733"/>
                <a:gd name="connsiteY7" fmla="*/ 0 h 85915"/>
                <a:gd name="connsiteX8" fmla="*/ 0 w 136733"/>
                <a:gd name="connsiteY8" fmla="*/ 79534 h 8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733" h="85915">
                  <a:moveTo>
                    <a:pt x="95" y="79534"/>
                  </a:moveTo>
                  <a:cubicBezTo>
                    <a:pt x="95" y="83058"/>
                    <a:pt x="2940" y="85916"/>
                    <a:pt x="6450" y="85916"/>
                  </a:cubicBezTo>
                  <a:cubicBezTo>
                    <a:pt x="9960" y="85916"/>
                    <a:pt x="12805" y="83058"/>
                    <a:pt x="12805" y="79534"/>
                  </a:cubicBezTo>
                  <a:cubicBezTo>
                    <a:pt x="12805" y="42767"/>
                    <a:pt x="42590" y="12859"/>
                    <a:pt x="79204" y="12859"/>
                  </a:cubicBezTo>
                  <a:cubicBezTo>
                    <a:pt x="96752" y="12859"/>
                    <a:pt x="113351" y="19717"/>
                    <a:pt x="125872" y="32099"/>
                  </a:cubicBezTo>
                  <a:cubicBezTo>
                    <a:pt x="128338" y="34576"/>
                    <a:pt x="132417" y="34576"/>
                    <a:pt x="134883" y="32099"/>
                  </a:cubicBezTo>
                  <a:cubicBezTo>
                    <a:pt x="137350" y="29528"/>
                    <a:pt x="137350" y="25527"/>
                    <a:pt x="134883" y="22955"/>
                  </a:cubicBezTo>
                  <a:cubicBezTo>
                    <a:pt x="119991" y="8192"/>
                    <a:pt x="100167" y="0"/>
                    <a:pt x="79204" y="0"/>
                  </a:cubicBezTo>
                  <a:cubicBezTo>
                    <a:pt x="35476" y="0"/>
                    <a:pt x="0" y="35719"/>
                    <a:pt x="0" y="79534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83B13104-E109-5C69-D705-88342EBDF4DA}"/>
                </a:ext>
              </a:extLst>
            </p:cNvPr>
            <p:cNvSpPr/>
            <p:nvPr/>
          </p:nvSpPr>
          <p:spPr>
            <a:xfrm>
              <a:off x="2819779" y="4398015"/>
              <a:ext cx="207565" cy="127259"/>
            </a:xfrm>
            <a:custGeom>
              <a:avLst/>
              <a:gdLst>
                <a:gd name="connsiteX0" fmla="*/ 6545 w 207565"/>
                <a:gd name="connsiteY0" fmla="*/ 127260 h 127259"/>
                <a:gd name="connsiteX1" fmla="*/ 12900 w 207565"/>
                <a:gd name="connsiteY1" fmla="*/ 120878 h 127259"/>
                <a:gd name="connsiteX2" fmla="*/ 45910 w 207565"/>
                <a:gd name="connsiteY2" fmla="*/ 43059 h 127259"/>
                <a:gd name="connsiteX3" fmla="*/ 124829 w 207565"/>
                <a:gd name="connsiteY3" fmla="*/ 13150 h 127259"/>
                <a:gd name="connsiteX4" fmla="*/ 196634 w 207565"/>
                <a:gd name="connsiteY4" fmla="*/ 45440 h 127259"/>
                <a:gd name="connsiteX5" fmla="*/ 205645 w 207565"/>
                <a:gd name="connsiteY5" fmla="*/ 45440 h 127259"/>
                <a:gd name="connsiteX6" fmla="*/ 205645 w 207565"/>
                <a:gd name="connsiteY6" fmla="*/ 36296 h 127259"/>
                <a:gd name="connsiteX7" fmla="*/ 125303 w 207565"/>
                <a:gd name="connsiteY7" fmla="*/ 101 h 127259"/>
                <a:gd name="connsiteX8" fmla="*/ 36993 w 207565"/>
                <a:gd name="connsiteY8" fmla="*/ 33629 h 127259"/>
                <a:gd name="connsiteX9" fmla="*/ 0 w 207565"/>
                <a:gd name="connsiteY9" fmla="*/ 120687 h 127259"/>
                <a:gd name="connsiteX10" fmla="*/ 6355 w 207565"/>
                <a:gd name="connsiteY10" fmla="*/ 127069 h 12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7565" h="127259">
                  <a:moveTo>
                    <a:pt x="6545" y="127260"/>
                  </a:moveTo>
                  <a:cubicBezTo>
                    <a:pt x="10055" y="127260"/>
                    <a:pt x="12900" y="124402"/>
                    <a:pt x="12900" y="120878"/>
                  </a:cubicBezTo>
                  <a:cubicBezTo>
                    <a:pt x="12900" y="91255"/>
                    <a:pt x="24662" y="63633"/>
                    <a:pt x="45910" y="43059"/>
                  </a:cubicBezTo>
                  <a:cubicBezTo>
                    <a:pt x="67252" y="22580"/>
                    <a:pt x="95234" y="11912"/>
                    <a:pt x="124829" y="13150"/>
                  </a:cubicBezTo>
                  <a:cubicBezTo>
                    <a:pt x="151768" y="14293"/>
                    <a:pt x="177284" y="25723"/>
                    <a:pt x="196634" y="45440"/>
                  </a:cubicBezTo>
                  <a:cubicBezTo>
                    <a:pt x="199100" y="48012"/>
                    <a:pt x="203179" y="48012"/>
                    <a:pt x="205645" y="45440"/>
                  </a:cubicBezTo>
                  <a:cubicBezTo>
                    <a:pt x="208206" y="42964"/>
                    <a:pt x="208206" y="38868"/>
                    <a:pt x="205645" y="36296"/>
                  </a:cubicBezTo>
                  <a:cubicBezTo>
                    <a:pt x="184018" y="14198"/>
                    <a:pt x="155467" y="1339"/>
                    <a:pt x="125303" y="101"/>
                  </a:cubicBezTo>
                  <a:cubicBezTo>
                    <a:pt x="92199" y="-1233"/>
                    <a:pt x="60897" y="10674"/>
                    <a:pt x="36993" y="33629"/>
                  </a:cubicBezTo>
                  <a:cubicBezTo>
                    <a:pt x="13185" y="56584"/>
                    <a:pt x="0" y="87541"/>
                    <a:pt x="0" y="120687"/>
                  </a:cubicBezTo>
                  <a:cubicBezTo>
                    <a:pt x="0" y="124212"/>
                    <a:pt x="2846" y="127069"/>
                    <a:pt x="6355" y="127069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5EE3884B-B969-0BC9-227C-1A7CC493D076}"/>
                </a:ext>
              </a:extLst>
            </p:cNvPr>
            <p:cNvSpPr/>
            <p:nvPr/>
          </p:nvSpPr>
          <p:spPr>
            <a:xfrm>
              <a:off x="2829041" y="4487851"/>
              <a:ext cx="231237" cy="272691"/>
            </a:xfrm>
            <a:custGeom>
              <a:avLst/>
              <a:gdLst>
                <a:gd name="connsiteX0" fmla="*/ 220761 w 231237"/>
                <a:gd name="connsiteY0" fmla="*/ 181 h 272691"/>
                <a:gd name="connsiteX1" fmla="*/ 215924 w 231237"/>
                <a:gd name="connsiteY1" fmla="*/ 7896 h 272691"/>
                <a:gd name="connsiteX2" fmla="*/ 218485 w 231237"/>
                <a:gd name="connsiteY2" fmla="*/ 28375 h 272691"/>
                <a:gd name="connsiteX3" fmla="*/ 181302 w 231237"/>
                <a:gd name="connsiteY3" fmla="*/ 112862 h 272691"/>
                <a:gd name="connsiteX4" fmla="*/ 142411 w 231237"/>
                <a:gd name="connsiteY4" fmla="*/ 195824 h 272691"/>
                <a:gd name="connsiteX5" fmla="*/ 141747 w 231237"/>
                <a:gd name="connsiteY5" fmla="*/ 201349 h 272691"/>
                <a:gd name="connsiteX6" fmla="*/ 81230 w 231237"/>
                <a:gd name="connsiteY6" fmla="*/ 259356 h 272691"/>
                <a:gd name="connsiteX7" fmla="*/ 12081 w 231237"/>
                <a:gd name="connsiteY7" fmla="*/ 223352 h 272691"/>
                <a:gd name="connsiteX8" fmla="*/ 3354 w 231237"/>
                <a:gd name="connsiteY8" fmla="*/ 220780 h 272691"/>
                <a:gd name="connsiteX9" fmla="*/ 793 w 231237"/>
                <a:gd name="connsiteY9" fmla="*/ 229543 h 272691"/>
                <a:gd name="connsiteX10" fmla="*/ 73167 w 231237"/>
                <a:gd name="connsiteY10" fmla="*/ 272691 h 272691"/>
                <a:gd name="connsiteX11" fmla="*/ 82653 w 231237"/>
                <a:gd name="connsiteY11" fmla="*/ 272120 h 272691"/>
                <a:gd name="connsiteX12" fmla="*/ 154363 w 231237"/>
                <a:gd name="connsiteY12" fmla="*/ 203349 h 272691"/>
                <a:gd name="connsiteX13" fmla="*/ 155122 w 231237"/>
                <a:gd name="connsiteY13" fmla="*/ 196777 h 272691"/>
                <a:gd name="connsiteX14" fmla="*/ 189649 w 231237"/>
                <a:gd name="connsiteY14" fmla="*/ 122482 h 272691"/>
                <a:gd name="connsiteX15" fmla="*/ 231195 w 231237"/>
                <a:gd name="connsiteY15" fmla="*/ 27994 h 272691"/>
                <a:gd name="connsiteX16" fmla="*/ 228350 w 231237"/>
                <a:gd name="connsiteY16" fmla="*/ 5039 h 272691"/>
                <a:gd name="connsiteX17" fmla="*/ 220666 w 231237"/>
                <a:gd name="connsiteY17" fmla="*/ 181 h 27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237" h="272691">
                  <a:moveTo>
                    <a:pt x="220761" y="181"/>
                  </a:moveTo>
                  <a:cubicBezTo>
                    <a:pt x="217347" y="943"/>
                    <a:pt x="215165" y="4372"/>
                    <a:pt x="215924" y="7896"/>
                  </a:cubicBezTo>
                  <a:cubicBezTo>
                    <a:pt x="217441" y="14659"/>
                    <a:pt x="218295" y="21517"/>
                    <a:pt x="218485" y="28375"/>
                  </a:cubicBezTo>
                  <a:cubicBezTo>
                    <a:pt x="219338" y="60855"/>
                    <a:pt x="205774" y="91621"/>
                    <a:pt x="181302" y="112862"/>
                  </a:cubicBezTo>
                  <a:cubicBezTo>
                    <a:pt x="158916" y="132293"/>
                    <a:pt x="145162" y="161725"/>
                    <a:pt x="142411" y="195824"/>
                  </a:cubicBezTo>
                  <a:cubicBezTo>
                    <a:pt x="142222" y="197634"/>
                    <a:pt x="142032" y="199539"/>
                    <a:pt x="141747" y="201349"/>
                  </a:cubicBezTo>
                  <a:cubicBezTo>
                    <a:pt x="137005" y="231543"/>
                    <a:pt x="111583" y="255927"/>
                    <a:pt x="81230" y="259356"/>
                  </a:cubicBezTo>
                  <a:cubicBezTo>
                    <a:pt x="52773" y="262499"/>
                    <a:pt x="25645" y="248402"/>
                    <a:pt x="12081" y="223352"/>
                  </a:cubicBezTo>
                  <a:cubicBezTo>
                    <a:pt x="10373" y="220208"/>
                    <a:pt x="6484" y="219065"/>
                    <a:pt x="3354" y="220780"/>
                  </a:cubicBezTo>
                  <a:cubicBezTo>
                    <a:pt x="224" y="222494"/>
                    <a:pt x="-914" y="226400"/>
                    <a:pt x="793" y="229543"/>
                  </a:cubicBezTo>
                  <a:cubicBezTo>
                    <a:pt x="15401" y="256499"/>
                    <a:pt x="43098" y="272691"/>
                    <a:pt x="73167" y="272691"/>
                  </a:cubicBezTo>
                  <a:cubicBezTo>
                    <a:pt x="76297" y="272691"/>
                    <a:pt x="79428" y="272501"/>
                    <a:pt x="82653" y="272120"/>
                  </a:cubicBezTo>
                  <a:cubicBezTo>
                    <a:pt x="119172" y="268024"/>
                    <a:pt x="148577" y="239735"/>
                    <a:pt x="154363" y="203349"/>
                  </a:cubicBezTo>
                  <a:cubicBezTo>
                    <a:pt x="154742" y="201158"/>
                    <a:pt x="154932" y="198968"/>
                    <a:pt x="155122" y="196777"/>
                  </a:cubicBezTo>
                  <a:cubicBezTo>
                    <a:pt x="157588" y="166011"/>
                    <a:pt x="169824" y="139627"/>
                    <a:pt x="189649" y="122482"/>
                  </a:cubicBezTo>
                  <a:cubicBezTo>
                    <a:pt x="217062" y="98765"/>
                    <a:pt x="232144" y="64284"/>
                    <a:pt x="231195" y="27994"/>
                  </a:cubicBezTo>
                  <a:cubicBezTo>
                    <a:pt x="231006" y="20279"/>
                    <a:pt x="230057" y="12563"/>
                    <a:pt x="228350" y="5039"/>
                  </a:cubicBezTo>
                  <a:cubicBezTo>
                    <a:pt x="227591" y="1610"/>
                    <a:pt x="224176" y="-676"/>
                    <a:pt x="220666" y="181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72ABB9D0-533E-03AB-898A-5D454B0E521E}"/>
                </a:ext>
              </a:extLst>
            </p:cNvPr>
            <p:cNvSpPr/>
            <p:nvPr/>
          </p:nvSpPr>
          <p:spPr>
            <a:xfrm>
              <a:off x="2742805" y="4399973"/>
              <a:ext cx="356559" cy="358092"/>
            </a:xfrm>
            <a:custGeom>
              <a:avLst/>
              <a:gdLst>
                <a:gd name="connsiteX0" fmla="*/ 354709 w 356559"/>
                <a:gd name="connsiteY0" fmla="*/ 1857 h 358092"/>
                <a:gd name="connsiteX1" fmla="*/ 345603 w 356559"/>
                <a:gd name="connsiteY1" fmla="*/ 1857 h 358092"/>
                <a:gd name="connsiteX2" fmla="*/ 1850 w 356559"/>
                <a:gd name="connsiteY2" fmla="*/ 347043 h 358092"/>
                <a:gd name="connsiteX3" fmla="*/ 1850 w 356559"/>
                <a:gd name="connsiteY3" fmla="*/ 356187 h 358092"/>
                <a:gd name="connsiteX4" fmla="*/ 6403 w 356559"/>
                <a:gd name="connsiteY4" fmla="*/ 358092 h 358092"/>
                <a:gd name="connsiteX5" fmla="*/ 10956 w 356559"/>
                <a:gd name="connsiteY5" fmla="*/ 356187 h 358092"/>
                <a:gd name="connsiteX6" fmla="*/ 354709 w 356559"/>
                <a:gd name="connsiteY6" fmla="*/ 11001 h 358092"/>
                <a:gd name="connsiteX7" fmla="*/ 354709 w 356559"/>
                <a:gd name="connsiteY7" fmla="*/ 1857 h 35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559" h="358092">
                  <a:moveTo>
                    <a:pt x="354709" y="1857"/>
                  </a:moveTo>
                  <a:cubicBezTo>
                    <a:pt x="352243" y="-619"/>
                    <a:pt x="348164" y="-619"/>
                    <a:pt x="345603" y="1857"/>
                  </a:cubicBezTo>
                  <a:lnTo>
                    <a:pt x="1850" y="347043"/>
                  </a:lnTo>
                  <a:cubicBezTo>
                    <a:pt x="-617" y="349520"/>
                    <a:pt x="-617" y="353616"/>
                    <a:pt x="1850" y="356187"/>
                  </a:cubicBezTo>
                  <a:cubicBezTo>
                    <a:pt x="3083" y="357426"/>
                    <a:pt x="4695" y="358092"/>
                    <a:pt x="6403" y="358092"/>
                  </a:cubicBezTo>
                  <a:cubicBezTo>
                    <a:pt x="8110" y="358092"/>
                    <a:pt x="9723" y="357426"/>
                    <a:pt x="10956" y="356187"/>
                  </a:cubicBezTo>
                  <a:lnTo>
                    <a:pt x="354709" y="11001"/>
                  </a:lnTo>
                  <a:cubicBezTo>
                    <a:pt x="357176" y="8525"/>
                    <a:pt x="357176" y="4429"/>
                    <a:pt x="354709" y="1857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AECD7F44-6C8C-BA21-86BB-ABA1616FB44E}"/>
                </a:ext>
              </a:extLst>
            </p:cNvPr>
            <p:cNvSpPr/>
            <p:nvPr/>
          </p:nvSpPr>
          <p:spPr>
            <a:xfrm>
              <a:off x="2865879" y="4531928"/>
              <a:ext cx="150865" cy="182227"/>
            </a:xfrm>
            <a:custGeom>
              <a:avLst/>
              <a:gdLst>
                <a:gd name="connsiteX0" fmla="*/ 72659 w 150865"/>
                <a:gd name="connsiteY0" fmla="*/ 145746 h 182227"/>
                <a:gd name="connsiteX1" fmla="*/ 125113 w 150865"/>
                <a:gd name="connsiteY1" fmla="*/ 48687 h 182227"/>
                <a:gd name="connsiteX2" fmla="*/ 133935 w 150865"/>
                <a:gd name="connsiteY2" fmla="*/ 39162 h 182227"/>
                <a:gd name="connsiteX3" fmla="*/ 150629 w 150865"/>
                <a:gd name="connsiteY3" fmla="*/ 8110 h 182227"/>
                <a:gd name="connsiteX4" fmla="*/ 146171 w 150865"/>
                <a:gd name="connsiteY4" fmla="*/ 204 h 182227"/>
                <a:gd name="connsiteX5" fmla="*/ 138298 w 150865"/>
                <a:gd name="connsiteY5" fmla="*/ 4681 h 182227"/>
                <a:gd name="connsiteX6" fmla="*/ 124449 w 150865"/>
                <a:gd name="connsiteY6" fmla="*/ 30589 h 182227"/>
                <a:gd name="connsiteX7" fmla="*/ 115818 w 150865"/>
                <a:gd name="connsiteY7" fmla="*/ 39828 h 182227"/>
                <a:gd name="connsiteX8" fmla="*/ 59948 w 150865"/>
                <a:gd name="connsiteY8" fmla="*/ 145651 h 182227"/>
                <a:gd name="connsiteX9" fmla="*/ 36329 w 150865"/>
                <a:gd name="connsiteY9" fmla="*/ 169368 h 182227"/>
                <a:gd name="connsiteX10" fmla="*/ 12711 w 150865"/>
                <a:gd name="connsiteY10" fmla="*/ 145651 h 182227"/>
                <a:gd name="connsiteX11" fmla="*/ 6355 w 150865"/>
                <a:gd name="connsiteY11" fmla="*/ 139269 h 182227"/>
                <a:gd name="connsiteX12" fmla="*/ 0 w 150865"/>
                <a:gd name="connsiteY12" fmla="*/ 145651 h 182227"/>
                <a:gd name="connsiteX13" fmla="*/ 36424 w 150865"/>
                <a:gd name="connsiteY13" fmla="*/ 182227 h 182227"/>
                <a:gd name="connsiteX14" fmla="*/ 72848 w 150865"/>
                <a:gd name="connsiteY14" fmla="*/ 145651 h 182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865" h="182227">
                  <a:moveTo>
                    <a:pt x="72659" y="145746"/>
                  </a:moveTo>
                  <a:cubicBezTo>
                    <a:pt x="72659" y="104408"/>
                    <a:pt x="102917" y="72213"/>
                    <a:pt x="125113" y="48687"/>
                  </a:cubicBezTo>
                  <a:cubicBezTo>
                    <a:pt x="128244" y="45353"/>
                    <a:pt x="131184" y="42210"/>
                    <a:pt x="133935" y="39162"/>
                  </a:cubicBezTo>
                  <a:cubicBezTo>
                    <a:pt x="141808" y="30208"/>
                    <a:pt x="147404" y="19731"/>
                    <a:pt x="150629" y="8110"/>
                  </a:cubicBezTo>
                  <a:cubicBezTo>
                    <a:pt x="151578" y="4681"/>
                    <a:pt x="149586" y="1157"/>
                    <a:pt x="146171" y="204"/>
                  </a:cubicBezTo>
                  <a:cubicBezTo>
                    <a:pt x="142757" y="-653"/>
                    <a:pt x="139247" y="1252"/>
                    <a:pt x="138298" y="4681"/>
                  </a:cubicBezTo>
                  <a:cubicBezTo>
                    <a:pt x="135642" y="14397"/>
                    <a:pt x="130900" y="23160"/>
                    <a:pt x="124449" y="30589"/>
                  </a:cubicBezTo>
                  <a:cubicBezTo>
                    <a:pt x="121794" y="33542"/>
                    <a:pt x="118948" y="36590"/>
                    <a:pt x="115818" y="39828"/>
                  </a:cubicBezTo>
                  <a:cubicBezTo>
                    <a:pt x="92199" y="64879"/>
                    <a:pt x="59948" y="99169"/>
                    <a:pt x="59948" y="145651"/>
                  </a:cubicBezTo>
                  <a:cubicBezTo>
                    <a:pt x="59948" y="158700"/>
                    <a:pt x="49325" y="169368"/>
                    <a:pt x="36329" y="169368"/>
                  </a:cubicBezTo>
                  <a:cubicBezTo>
                    <a:pt x="23334" y="169368"/>
                    <a:pt x="12711" y="158700"/>
                    <a:pt x="12711" y="145651"/>
                  </a:cubicBezTo>
                  <a:cubicBezTo>
                    <a:pt x="12711" y="142127"/>
                    <a:pt x="9865" y="139269"/>
                    <a:pt x="6355" y="139269"/>
                  </a:cubicBezTo>
                  <a:cubicBezTo>
                    <a:pt x="2846" y="139269"/>
                    <a:pt x="0" y="142127"/>
                    <a:pt x="0" y="145651"/>
                  </a:cubicBezTo>
                  <a:cubicBezTo>
                    <a:pt x="0" y="165844"/>
                    <a:pt x="16315" y="182227"/>
                    <a:pt x="36424" y="182227"/>
                  </a:cubicBezTo>
                  <a:cubicBezTo>
                    <a:pt x="56534" y="182227"/>
                    <a:pt x="72848" y="165844"/>
                    <a:pt x="72848" y="145651"/>
                  </a:cubicBezTo>
                  <a:close/>
                </a:path>
              </a:pathLst>
            </a:custGeom>
            <a:solidFill>
              <a:schemeClr val="tx1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20B26188-1B99-8DB7-B4FD-F2135694E8A7}"/>
              </a:ext>
            </a:extLst>
          </p:cNvPr>
          <p:cNvGrpSpPr/>
          <p:nvPr/>
        </p:nvGrpSpPr>
        <p:grpSpPr>
          <a:xfrm>
            <a:off x="555245" y="5515859"/>
            <a:ext cx="484623" cy="492735"/>
            <a:chOff x="2742805" y="4398015"/>
            <a:chExt cx="356559" cy="362527"/>
          </a:xfrm>
          <a:solidFill>
            <a:schemeClr val="bg1"/>
          </a:solidFill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CBA2395F-5479-D98D-A4B3-11B64AB769ED}"/>
                </a:ext>
              </a:extLst>
            </p:cNvPr>
            <p:cNvSpPr/>
            <p:nvPr/>
          </p:nvSpPr>
          <p:spPr>
            <a:xfrm>
              <a:off x="2860756" y="4439359"/>
              <a:ext cx="136733" cy="85915"/>
            </a:xfrm>
            <a:custGeom>
              <a:avLst/>
              <a:gdLst>
                <a:gd name="connsiteX0" fmla="*/ 95 w 136733"/>
                <a:gd name="connsiteY0" fmla="*/ 79534 h 85915"/>
                <a:gd name="connsiteX1" fmla="*/ 6450 w 136733"/>
                <a:gd name="connsiteY1" fmla="*/ 85916 h 85915"/>
                <a:gd name="connsiteX2" fmla="*/ 12805 w 136733"/>
                <a:gd name="connsiteY2" fmla="*/ 79534 h 85915"/>
                <a:gd name="connsiteX3" fmla="*/ 79204 w 136733"/>
                <a:gd name="connsiteY3" fmla="*/ 12859 h 85915"/>
                <a:gd name="connsiteX4" fmla="*/ 125872 w 136733"/>
                <a:gd name="connsiteY4" fmla="*/ 32099 h 85915"/>
                <a:gd name="connsiteX5" fmla="*/ 134883 w 136733"/>
                <a:gd name="connsiteY5" fmla="*/ 32099 h 85915"/>
                <a:gd name="connsiteX6" fmla="*/ 134883 w 136733"/>
                <a:gd name="connsiteY6" fmla="*/ 22955 h 85915"/>
                <a:gd name="connsiteX7" fmla="*/ 79204 w 136733"/>
                <a:gd name="connsiteY7" fmla="*/ 0 h 85915"/>
                <a:gd name="connsiteX8" fmla="*/ 0 w 136733"/>
                <a:gd name="connsiteY8" fmla="*/ 79534 h 8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733" h="85915">
                  <a:moveTo>
                    <a:pt x="95" y="79534"/>
                  </a:moveTo>
                  <a:cubicBezTo>
                    <a:pt x="95" y="83058"/>
                    <a:pt x="2940" y="85916"/>
                    <a:pt x="6450" y="85916"/>
                  </a:cubicBezTo>
                  <a:cubicBezTo>
                    <a:pt x="9960" y="85916"/>
                    <a:pt x="12805" y="83058"/>
                    <a:pt x="12805" y="79534"/>
                  </a:cubicBezTo>
                  <a:cubicBezTo>
                    <a:pt x="12805" y="42767"/>
                    <a:pt x="42590" y="12859"/>
                    <a:pt x="79204" y="12859"/>
                  </a:cubicBezTo>
                  <a:cubicBezTo>
                    <a:pt x="96752" y="12859"/>
                    <a:pt x="113351" y="19717"/>
                    <a:pt x="125872" y="32099"/>
                  </a:cubicBezTo>
                  <a:cubicBezTo>
                    <a:pt x="128338" y="34576"/>
                    <a:pt x="132417" y="34576"/>
                    <a:pt x="134883" y="32099"/>
                  </a:cubicBezTo>
                  <a:cubicBezTo>
                    <a:pt x="137350" y="29528"/>
                    <a:pt x="137350" y="25527"/>
                    <a:pt x="134883" y="22955"/>
                  </a:cubicBezTo>
                  <a:cubicBezTo>
                    <a:pt x="119991" y="8192"/>
                    <a:pt x="100167" y="0"/>
                    <a:pt x="79204" y="0"/>
                  </a:cubicBezTo>
                  <a:cubicBezTo>
                    <a:pt x="35476" y="0"/>
                    <a:pt x="0" y="35719"/>
                    <a:pt x="0" y="79534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537AE3A7-6BAF-EA27-C100-0514AE62CE6C}"/>
                </a:ext>
              </a:extLst>
            </p:cNvPr>
            <p:cNvSpPr/>
            <p:nvPr/>
          </p:nvSpPr>
          <p:spPr>
            <a:xfrm>
              <a:off x="2819779" y="4398015"/>
              <a:ext cx="207565" cy="127259"/>
            </a:xfrm>
            <a:custGeom>
              <a:avLst/>
              <a:gdLst>
                <a:gd name="connsiteX0" fmla="*/ 6545 w 207565"/>
                <a:gd name="connsiteY0" fmla="*/ 127260 h 127259"/>
                <a:gd name="connsiteX1" fmla="*/ 12900 w 207565"/>
                <a:gd name="connsiteY1" fmla="*/ 120878 h 127259"/>
                <a:gd name="connsiteX2" fmla="*/ 45910 w 207565"/>
                <a:gd name="connsiteY2" fmla="*/ 43059 h 127259"/>
                <a:gd name="connsiteX3" fmla="*/ 124829 w 207565"/>
                <a:gd name="connsiteY3" fmla="*/ 13150 h 127259"/>
                <a:gd name="connsiteX4" fmla="*/ 196634 w 207565"/>
                <a:gd name="connsiteY4" fmla="*/ 45440 h 127259"/>
                <a:gd name="connsiteX5" fmla="*/ 205645 w 207565"/>
                <a:gd name="connsiteY5" fmla="*/ 45440 h 127259"/>
                <a:gd name="connsiteX6" fmla="*/ 205645 w 207565"/>
                <a:gd name="connsiteY6" fmla="*/ 36296 h 127259"/>
                <a:gd name="connsiteX7" fmla="*/ 125303 w 207565"/>
                <a:gd name="connsiteY7" fmla="*/ 101 h 127259"/>
                <a:gd name="connsiteX8" fmla="*/ 36993 w 207565"/>
                <a:gd name="connsiteY8" fmla="*/ 33629 h 127259"/>
                <a:gd name="connsiteX9" fmla="*/ 0 w 207565"/>
                <a:gd name="connsiteY9" fmla="*/ 120687 h 127259"/>
                <a:gd name="connsiteX10" fmla="*/ 6355 w 207565"/>
                <a:gd name="connsiteY10" fmla="*/ 127069 h 12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7565" h="127259">
                  <a:moveTo>
                    <a:pt x="6545" y="127260"/>
                  </a:moveTo>
                  <a:cubicBezTo>
                    <a:pt x="10055" y="127260"/>
                    <a:pt x="12900" y="124402"/>
                    <a:pt x="12900" y="120878"/>
                  </a:cubicBezTo>
                  <a:cubicBezTo>
                    <a:pt x="12900" y="91255"/>
                    <a:pt x="24662" y="63633"/>
                    <a:pt x="45910" y="43059"/>
                  </a:cubicBezTo>
                  <a:cubicBezTo>
                    <a:pt x="67252" y="22580"/>
                    <a:pt x="95234" y="11912"/>
                    <a:pt x="124829" y="13150"/>
                  </a:cubicBezTo>
                  <a:cubicBezTo>
                    <a:pt x="151768" y="14293"/>
                    <a:pt x="177284" y="25723"/>
                    <a:pt x="196634" y="45440"/>
                  </a:cubicBezTo>
                  <a:cubicBezTo>
                    <a:pt x="199100" y="48012"/>
                    <a:pt x="203179" y="48012"/>
                    <a:pt x="205645" y="45440"/>
                  </a:cubicBezTo>
                  <a:cubicBezTo>
                    <a:pt x="208206" y="42964"/>
                    <a:pt x="208206" y="38868"/>
                    <a:pt x="205645" y="36296"/>
                  </a:cubicBezTo>
                  <a:cubicBezTo>
                    <a:pt x="184018" y="14198"/>
                    <a:pt x="155467" y="1339"/>
                    <a:pt x="125303" y="101"/>
                  </a:cubicBezTo>
                  <a:cubicBezTo>
                    <a:pt x="92199" y="-1233"/>
                    <a:pt x="60897" y="10674"/>
                    <a:pt x="36993" y="33629"/>
                  </a:cubicBezTo>
                  <a:cubicBezTo>
                    <a:pt x="13185" y="56584"/>
                    <a:pt x="0" y="87541"/>
                    <a:pt x="0" y="120687"/>
                  </a:cubicBezTo>
                  <a:cubicBezTo>
                    <a:pt x="0" y="124212"/>
                    <a:pt x="2846" y="127069"/>
                    <a:pt x="6355" y="1270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AEBF0E59-AC57-ED18-D703-5C5B4503139B}"/>
                </a:ext>
              </a:extLst>
            </p:cNvPr>
            <p:cNvSpPr/>
            <p:nvPr/>
          </p:nvSpPr>
          <p:spPr>
            <a:xfrm>
              <a:off x="2829041" y="4487851"/>
              <a:ext cx="231237" cy="272691"/>
            </a:xfrm>
            <a:custGeom>
              <a:avLst/>
              <a:gdLst>
                <a:gd name="connsiteX0" fmla="*/ 220761 w 231237"/>
                <a:gd name="connsiteY0" fmla="*/ 181 h 272691"/>
                <a:gd name="connsiteX1" fmla="*/ 215924 w 231237"/>
                <a:gd name="connsiteY1" fmla="*/ 7896 h 272691"/>
                <a:gd name="connsiteX2" fmla="*/ 218485 w 231237"/>
                <a:gd name="connsiteY2" fmla="*/ 28375 h 272691"/>
                <a:gd name="connsiteX3" fmla="*/ 181302 w 231237"/>
                <a:gd name="connsiteY3" fmla="*/ 112862 h 272691"/>
                <a:gd name="connsiteX4" fmla="*/ 142411 w 231237"/>
                <a:gd name="connsiteY4" fmla="*/ 195824 h 272691"/>
                <a:gd name="connsiteX5" fmla="*/ 141747 w 231237"/>
                <a:gd name="connsiteY5" fmla="*/ 201349 h 272691"/>
                <a:gd name="connsiteX6" fmla="*/ 81230 w 231237"/>
                <a:gd name="connsiteY6" fmla="*/ 259356 h 272691"/>
                <a:gd name="connsiteX7" fmla="*/ 12081 w 231237"/>
                <a:gd name="connsiteY7" fmla="*/ 223352 h 272691"/>
                <a:gd name="connsiteX8" fmla="*/ 3354 w 231237"/>
                <a:gd name="connsiteY8" fmla="*/ 220780 h 272691"/>
                <a:gd name="connsiteX9" fmla="*/ 793 w 231237"/>
                <a:gd name="connsiteY9" fmla="*/ 229543 h 272691"/>
                <a:gd name="connsiteX10" fmla="*/ 73167 w 231237"/>
                <a:gd name="connsiteY10" fmla="*/ 272691 h 272691"/>
                <a:gd name="connsiteX11" fmla="*/ 82653 w 231237"/>
                <a:gd name="connsiteY11" fmla="*/ 272120 h 272691"/>
                <a:gd name="connsiteX12" fmla="*/ 154363 w 231237"/>
                <a:gd name="connsiteY12" fmla="*/ 203349 h 272691"/>
                <a:gd name="connsiteX13" fmla="*/ 155122 w 231237"/>
                <a:gd name="connsiteY13" fmla="*/ 196777 h 272691"/>
                <a:gd name="connsiteX14" fmla="*/ 189649 w 231237"/>
                <a:gd name="connsiteY14" fmla="*/ 122482 h 272691"/>
                <a:gd name="connsiteX15" fmla="*/ 231195 w 231237"/>
                <a:gd name="connsiteY15" fmla="*/ 27994 h 272691"/>
                <a:gd name="connsiteX16" fmla="*/ 228350 w 231237"/>
                <a:gd name="connsiteY16" fmla="*/ 5039 h 272691"/>
                <a:gd name="connsiteX17" fmla="*/ 220666 w 231237"/>
                <a:gd name="connsiteY17" fmla="*/ 181 h 27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237" h="272691">
                  <a:moveTo>
                    <a:pt x="220761" y="181"/>
                  </a:moveTo>
                  <a:cubicBezTo>
                    <a:pt x="217347" y="943"/>
                    <a:pt x="215165" y="4372"/>
                    <a:pt x="215924" y="7896"/>
                  </a:cubicBezTo>
                  <a:cubicBezTo>
                    <a:pt x="217441" y="14659"/>
                    <a:pt x="218295" y="21517"/>
                    <a:pt x="218485" y="28375"/>
                  </a:cubicBezTo>
                  <a:cubicBezTo>
                    <a:pt x="219338" y="60855"/>
                    <a:pt x="205774" y="91621"/>
                    <a:pt x="181302" y="112862"/>
                  </a:cubicBezTo>
                  <a:cubicBezTo>
                    <a:pt x="158916" y="132293"/>
                    <a:pt x="145162" y="161725"/>
                    <a:pt x="142411" y="195824"/>
                  </a:cubicBezTo>
                  <a:cubicBezTo>
                    <a:pt x="142222" y="197634"/>
                    <a:pt x="142032" y="199539"/>
                    <a:pt x="141747" y="201349"/>
                  </a:cubicBezTo>
                  <a:cubicBezTo>
                    <a:pt x="137005" y="231543"/>
                    <a:pt x="111583" y="255927"/>
                    <a:pt x="81230" y="259356"/>
                  </a:cubicBezTo>
                  <a:cubicBezTo>
                    <a:pt x="52773" y="262499"/>
                    <a:pt x="25645" y="248402"/>
                    <a:pt x="12081" y="223352"/>
                  </a:cubicBezTo>
                  <a:cubicBezTo>
                    <a:pt x="10373" y="220208"/>
                    <a:pt x="6484" y="219065"/>
                    <a:pt x="3354" y="220780"/>
                  </a:cubicBezTo>
                  <a:cubicBezTo>
                    <a:pt x="224" y="222494"/>
                    <a:pt x="-914" y="226400"/>
                    <a:pt x="793" y="229543"/>
                  </a:cubicBezTo>
                  <a:cubicBezTo>
                    <a:pt x="15401" y="256499"/>
                    <a:pt x="43098" y="272691"/>
                    <a:pt x="73167" y="272691"/>
                  </a:cubicBezTo>
                  <a:cubicBezTo>
                    <a:pt x="76297" y="272691"/>
                    <a:pt x="79428" y="272501"/>
                    <a:pt x="82653" y="272120"/>
                  </a:cubicBezTo>
                  <a:cubicBezTo>
                    <a:pt x="119172" y="268024"/>
                    <a:pt x="148577" y="239735"/>
                    <a:pt x="154363" y="203349"/>
                  </a:cubicBezTo>
                  <a:cubicBezTo>
                    <a:pt x="154742" y="201158"/>
                    <a:pt x="154932" y="198968"/>
                    <a:pt x="155122" y="196777"/>
                  </a:cubicBezTo>
                  <a:cubicBezTo>
                    <a:pt x="157588" y="166011"/>
                    <a:pt x="169824" y="139627"/>
                    <a:pt x="189649" y="122482"/>
                  </a:cubicBezTo>
                  <a:cubicBezTo>
                    <a:pt x="217062" y="98765"/>
                    <a:pt x="232144" y="64284"/>
                    <a:pt x="231195" y="27994"/>
                  </a:cubicBezTo>
                  <a:cubicBezTo>
                    <a:pt x="231006" y="20279"/>
                    <a:pt x="230057" y="12563"/>
                    <a:pt x="228350" y="5039"/>
                  </a:cubicBezTo>
                  <a:cubicBezTo>
                    <a:pt x="227591" y="1610"/>
                    <a:pt x="224176" y="-676"/>
                    <a:pt x="220666" y="181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1505B99A-71E0-07D0-2E6A-3736D07128B4}"/>
                </a:ext>
              </a:extLst>
            </p:cNvPr>
            <p:cNvSpPr/>
            <p:nvPr/>
          </p:nvSpPr>
          <p:spPr>
            <a:xfrm>
              <a:off x="2742805" y="4399973"/>
              <a:ext cx="356559" cy="358092"/>
            </a:xfrm>
            <a:custGeom>
              <a:avLst/>
              <a:gdLst>
                <a:gd name="connsiteX0" fmla="*/ 354709 w 356559"/>
                <a:gd name="connsiteY0" fmla="*/ 1857 h 358092"/>
                <a:gd name="connsiteX1" fmla="*/ 345603 w 356559"/>
                <a:gd name="connsiteY1" fmla="*/ 1857 h 358092"/>
                <a:gd name="connsiteX2" fmla="*/ 1850 w 356559"/>
                <a:gd name="connsiteY2" fmla="*/ 347043 h 358092"/>
                <a:gd name="connsiteX3" fmla="*/ 1850 w 356559"/>
                <a:gd name="connsiteY3" fmla="*/ 356187 h 358092"/>
                <a:gd name="connsiteX4" fmla="*/ 6403 w 356559"/>
                <a:gd name="connsiteY4" fmla="*/ 358092 h 358092"/>
                <a:gd name="connsiteX5" fmla="*/ 10956 w 356559"/>
                <a:gd name="connsiteY5" fmla="*/ 356187 h 358092"/>
                <a:gd name="connsiteX6" fmla="*/ 354709 w 356559"/>
                <a:gd name="connsiteY6" fmla="*/ 11001 h 358092"/>
                <a:gd name="connsiteX7" fmla="*/ 354709 w 356559"/>
                <a:gd name="connsiteY7" fmla="*/ 1857 h 35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559" h="358092">
                  <a:moveTo>
                    <a:pt x="354709" y="1857"/>
                  </a:moveTo>
                  <a:cubicBezTo>
                    <a:pt x="352243" y="-619"/>
                    <a:pt x="348164" y="-619"/>
                    <a:pt x="345603" y="1857"/>
                  </a:cubicBezTo>
                  <a:lnTo>
                    <a:pt x="1850" y="347043"/>
                  </a:lnTo>
                  <a:cubicBezTo>
                    <a:pt x="-617" y="349520"/>
                    <a:pt x="-617" y="353616"/>
                    <a:pt x="1850" y="356187"/>
                  </a:cubicBezTo>
                  <a:cubicBezTo>
                    <a:pt x="3083" y="357426"/>
                    <a:pt x="4695" y="358092"/>
                    <a:pt x="6403" y="358092"/>
                  </a:cubicBezTo>
                  <a:cubicBezTo>
                    <a:pt x="8110" y="358092"/>
                    <a:pt x="9723" y="357426"/>
                    <a:pt x="10956" y="356187"/>
                  </a:cubicBezTo>
                  <a:lnTo>
                    <a:pt x="354709" y="11001"/>
                  </a:lnTo>
                  <a:cubicBezTo>
                    <a:pt x="357176" y="8525"/>
                    <a:pt x="357176" y="4429"/>
                    <a:pt x="354709" y="1857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58C8045C-9DA8-5F41-D830-288B37AC2D55}"/>
                </a:ext>
              </a:extLst>
            </p:cNvPr>
            <p:cNvSpPr/>
            <p:nvPr/>
          </p:nvSpPr>
          <p:spPr>
            <a:xfrm>
              <a:off x="2865879" y="4531928"/>
              <a:ext cx="150865" cy="182227"/>
            </a:xfrm>
            <a:custGeom>
              <a:avLst/>
              <a:gdLst>
                <a:gd name="connsiteX0" fmla="*/ 72659 w 150865"/>
                <a:gd name="connsiteY0" fmla="*/ 145746 h 182227"/>
                <a:gd name="connsiteX1" fmla="*/ 125113 w 150865"/>
                <a:gd name="connsiteY1" fmla="*/ 48687 h 182227"/>
                <a:gd name="connsiteX2" fmla="*/ 133935 w 150865"/>
                <a:gd name="connsiteY2" fmla="*/ 39162 h 182227"/>
                <a:gd name="connsiteX3" fmla="*/ 150629 w 150865"/>
                <a:gd name="connsiteY3" fmla="*/ 8110 h 182227"/>
                <a:gd name="connsiteX4" fmla="*/ 146171 w 150865"/>
                <a:gd name="connsiteY4" fmla="*/ 204 h 182227"/>
                <a:gd name="connsiteX5" fmla="*/ 138298 w 150865"/>
                <a:gd name="connsiteY5" fmla="*/ 4681 h 182227"/>
                <a:gd name="connsiteX6" fmla="*/ 124449 w 150865"/>
                <a:gd name="connsiteY6" fmla="*/ 30589 h 182227"/>
                <a:gd name="connsiteX7" fmla="*/ 115818 w 150865"/>
                <a:gd name="connsiteY7" fmla="*/ 39828 h 182227"/>
                <a:gd name="connsiteX8" fmla="*/ 59948 w 150865"/>
                <a:gd name="connsiteY8" fmla="*/ 145651 h 182227"/>
                <a:gd name="connsiteX9" fmla="*/ 36329 w 150865"/>
                <a:gd name="connsiteY9" fmla="*/ 169368 h 182227"/>
                <a:gd name="connsiteX10" fmla="*/ 12711 w 150865"/>
                <a:gd name="connsiteY10" fmla="*/ 145651 h 182227"/>
                <a:gd name="connsiteX11" fmla="*/ 6355 w 150865"/>
                <a:gd name="connsiteY11" fmla="*/ 139269 h 182227"/>
                <a:gd name="connsiteX12" fmla="*/ 0 w 150865"/>
                <a:gd name="connsiteY12" fmla="*/ 145651 h 182227"/>
                <a:gd name="connsiteX13" fmla="*/ 36424 w 150865"/>
                <a:gd name="connsiteY13" fmla="*/ 182227 h 182227"/>
                <a:gd name="connsiteX14" fmla="*/ 72848 w 150865"/>
                <a:gd name="connsiteY14" fmla="*/ 145651 h 182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865" h="182227">
                  <a:moveTo>
                    <a:pt x="72659" y="145746"/>
                  </a:moveTo>
                  <a:cubicBezTo>
                    <a:pt x="72659" y="104408"/>
                    <a:pt x="102917" y="72213"/>
                    <a:pt x="125113" y="48687"/>
                  </a:cubicBezTo>
                  <a:cubicBezTo>
                    <a:pt x="128244" y="45353"/>
                    <a:pt x="131184" y="42210"/>
                    <a:pt x="133935" y="39162"/>
                  </a:cubicBezTo>
                  <a:cubicBezTo>
                    <a:pt x="141808" y="30208"/>
                    <a:pt x="147404" y="19731"/>
                    <a:pt x="150629" y="8110"/>
                  </a:cubicBezTo>
                  <a:cubicBezTo>
                    <a:pt x="151578" y="4681"/>
                    <a:pt x="149586" y="1157"/>
                    <a:pt x="146171" y="204"/>
                  </a:cubicBezTo>
                  <a:cubicBezTo>
                    <a:pt x="142757" y="-653"/>
                    <a:pt x="139247" y="1252"/>
                    <a:pt x="138298" y="4681"/>
                  </a:cubicBezTo>
                  <a:cubicBezTo>
                    <a:pt x="135642" y="14397"/>
                    <a:pt x="130900" y="23160"/>
                    <a:pt x="124449" y="30589"/>
                  </a:cubicBezTo>
                  <a:cubicBezTo>
                    <a:pt x="121794" y="33542"/>
                    <a:pt x="118948" y="36590"/>
                    <a:pt x="115818" y="39828"/>
                  </a:cubicBezTo>
                  <a:cubicBezTo>
                    <a:pt x="92199" y="64879"/>
                    <a:pt x="59948" y="99169"/>
                    <a:pt x="59948" y="145651"/>
                  </a:cubicBezTo>
                  <a:cubicBezTo>
                    <a:pt x="59948" y="158700"/>
                    <a:pt x="49325" y="169368"/>
                    <a:pt x="36329" y="169368"/>
                  </a:cubicBezTo>
                  <a:cubicBezTo>
                    <a:pt x="23334" y="169368"/>
                    <a:pt x="12711" y="158700"/>
                    <a:pt x="12711" y="145651"/>
                  </a:cubicBezTo>
                  <a:cubicBezTo>
                    <a:pt x="12711" y="142127"/>
                    <a:pt x="9865" y="139269"/>
                    <a:pt x="6355" y="139269"/>
                  </a:cubicBezTo>
                  <a:cubicBezTo>
                    <a:pt x="2846" y="139269"/>
                    <a:pt x="0" y="142127"/>
                    <a:pt x="0" y="145651"/>
                  </a:cubicBezTo>
                  <a:cubicBezTo>
                    <a:pt x="0" y="165844"/>
                    <a:pt x="16315" y="182227"/>
                    <a:pt x="36424" y="182227"/>
                  </a:cubicBezTo>
                  <a:cubicBezTo>
                    <a:pt x="56534" y="182227"/>
                    <a:pt x="72848" y="165844"/>
                    <a:pt x="72848" y="145651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20630D1B-750B-43FC-78DF-DF4148CCB410}"/>
              </a:ext>
            </a:extLst>
          </p:cNvPr>
          <p:cNvGrpSpPr/>
          <p:nvPr/>
        </p:nvGrpSpPr>
        <p:grpSpPr>
          <a:xfrm>
            <a:off x="2211119" y="4875245"/>
            <a:ext cx="474103" cy="476240"/>
            <a:chOff x="2913091" y="4040043"/>
            <a:chExt cx="360352" cy="361976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1267B4D5-85CA-C20C-B2D2-67B7CB3F16BE}"/>
                </a:ext>
              </a:extLst>
            </p:cNvPr>
            <p:cNvSpPr/>
            <p:nvPr/>
          </p:nvSpPr>
          <p:spPr>
            <a:xfrm>
              <a:off x="2955776" y="4269717"/>
              <a:ext cx="56154" cy="132207"/>
            </a:xfrm>
            <a:custGeom>
              <a:avLst/>
              <a:gdLst>
                <a:gd name="connsiteX0" fmla="*/ 28172 w 56154"/>
                <a:gd name="connsiteY0" fmla="*/ 0 h 132207"/>
                <a:gd name="connsiteX1" fmla="*/ 0 w 56154"/>
                <a:gd name="connsiteY1" fmla="*/ 29051 h 132207"/>
                <a:gd name="connsiteX2" fmla="*/ 0 w 56154"/>
                <a:gd name="connsiteY2" fmla="*/ 125825 h 132207"/>
                <a:gd name="connsiteX3" fmla="*/ 6355 w 56154"/>
                <a:gd name="connsiteY3" fmla="*/ 132207 h 132207"/>
                <a:gd name="connsiteX4" fmla="*/ 49799 w 56154"/>
                <a:gd name="connsiteY4" fmla="*/ 132207 h 132207"/>
                <a:gd name="connsiteX5" fmla="*/ 56154 w 56154"/>
                <a:gd name="connsiteY5" fmla="*/ 125825 h 132207"/>
                <a:gd name="connsiteX6" fmla="*/ 56154 w 56154"/>
                <a:gd name="connsiteY6" fmla="*/ 29051 h 132207"/>
                <a:gd name="connsiteX7" fmla="*/ 27982 w 56154"/>
                <a:gd name="connsiteY7" fmla="*/ 0 h 132207"/>
                <a:gd name="connsiteX8" fmla="*/ 43538 w 56154"/>
                <a:gd name="connsiteY8" fmla="*/ 119348 h 132207"/>
                <a:gd name="connsiteX9" fmla="*/ 12805 w 56154"/>
                <a:gd name="connsiteY9" fmla="*/ 119348 h 132207"/>
                <a:gd name="connsiteX10" fmla="*/ 12805 w 56154"/>
                <a:gd name="connsiteY10" fmla="*/ 28956 h 132207"/>
                <a:gd name="connsiteX11" fmla="*/ 28172 w 56154"/>
                <a:gd name="connsiteY11" fmla="*/ 12764 h 132207"/>
                <a:gd name="connsiteX12" fmla="*/ 43538 w 56154"/>
                <a:gd name="connsiteY12" fmla="*/ 28956 h 132207"/>
                <a:gd name="connsiteX13" fmla="*/ 43538 w 56154"/>
                <a:gd name="connsiteY13" fmla="*/ 119348 h 13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132207">
                  <a:moveTo>
                    <a:pt x="28172" y="0"/>
                  </a:moveTo>
                  <a:cubicBezTo>
                    <a:pt x="12426" y="0"/>
                    <a:pt x="0" y="12764"/>
                    <a:pt x="0" y="29051"/>
                  </a:cubicBezTo>
                  <a:lnTo>
                    <a:pt x="0" y="125825"/>
                  </a:lnTo>
                  <a:cubicBezTo>
                    <a:pt x="0" y="129350"/>
                    <a:pt x="2846" y="132207"/>
                    <a:pt x="6355" y="132207"/>
                  </a:cubicBezTo>
                  <a:lnTo>
                    <a:pt x="49799" y="132207"/>
                  </a:lnTo>
                  <a:cubicBezTo>
                    <a:pt x="53308" y="132207"/>
                    <a:pt x="56154" y="129350"/>
                    <a:pt x="56154" y="125825"/>
                  </a:cubicBezTo>
                  <a:lnTo>
                    <a:pt x="56154" y="29051"/>
                  </a:lnTo>
                  <a:cubicBezTo>
                    <a:pt x="56154" y="12192"/>
                    <a:pt x="44297" y="0"/>
                    <a:pt x="27982" y="0"/>
                  </a:cubicBezTo>
                  <a:close/>
                  <a:moveTo>
                    <a:pt x="43538" y="119348"/>
                  </a:moveTo>
                  <a:lnTo>
                    <a:pt x="12805" y="119348"/>
                  </a:lnTo>
                  <a:lnTo>
                    <a:pt x="12805" y="28956"/>
                  </a:lnTo>
                  <a:cubicBezTo>
                    <a:pt x="12805" y="19717"/>
                    <a:pt x="19445" y="12764"/>
                    <a:pt x="28172" y="12764"/>
                  </a:cubicBezTo>
                  <a:cubicBezTo>
                    <a:pt x="36899" y="12764"/>
                    <a:pt x="43538" y="19241"/>
                    <a:pt x="43538" y="28956"/>
                  </a:cubicBezTo>
                  <a:lnTo>
                    <a:pt x="43538" y="119348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6C7FCE69-463E-DD16-4BD3-6716CEFB487A}"/>
                </a:ext>
              </a:extLst>
            </p:cNvPr>
            <p:cNvSpPr/>
            <p:nvPr/>
          </p:nvSpPr>
          <p:spPr>
            <a:xfrm>
              <a:off x="2956250" y="4201900"/>
              <a:ext cx="55395" cy="55625"/>
            </a:xfrm>
            <a:custGeom>
              <a:avLst/>
              <a:gdLst>
                <a:gd name="connsiteX0" fmla="*/ 27698 w 55395"/>
                <a:gd name="connsiteY0" fmla="*/ 55626 h 55625"/>
                <a:gd name="connsiteX1" fmla="*/ 55395 w 55395"/>
                <a:gd name="connsiteY1" fmla="*/ 27813 h 55625"/>
                <a:gd name="connsiteX2" fmla="*/ 27698 w 55395"/>
                <a:gd name="connsiteY2" fmla="*/ 0 h 55625"/>
                <a:gd name="connsiteX3" fmla="*/ 0 w 55395"/>
                <a:gd name="connsiteY3" fmla="*/ 27813 h 55625"/>
                <a:gd name="connsiteX4" fmla="*/ 27698 w 55395"/>
                <a:gd name="connsiteY4" fmla="*/ 55626 h 55625"/>
                <a:gd name="connsiteX5" fmla="*/ 27698 w 55395"/>
                <a:gd name="connsiteY5" fmla="*/ 12763 h 55625"/>
                <a:gd name="connsiteX6" fmla="*/ 42685 w 55395"/>
                <a:gd name="connsiteY6" fmla="*/ 27813 h 55625"/>
                <a:gd name="connsiteX7" fmla="*/ 27698 w 55395"/>
                <a:gd name="connsiteY7" fmla="*/ 42863 h 55625"/>
                <a:gd name="connsiteX8" fmla="*/ 12711 w 55395"/>
                <a:gd name="connsiteY8" fmla="*/ 27813 h 55625"/>
                <a:gd name="connsiteX9" fmla="*/ 27698 w 55395"/>
                <a:gd name="connsiteY9" fmla="*/ 1276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3"/>
                  </a:move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3"/>
                    <a:pt x="27698" y="1276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4BB185E8-9264-D50A-65F0-21079DD008F6}"/>
                </a:ext>
              </a:extLst>
            </p:cNvPr>
            <p:cNvSpPr/>
            <p:nvPr/>
          </p:nvSpPr>
          <p:spPr>
            <a:xfrm>
              <a:off x="3109156" y="4282481"/>
              <a:ext cx="56248" cy="119443"/>
            </a:xfrm>
            <a:custGeom>
              <a:avLst/>
              <a:gdLst>
                <a:gd name="connsiteX0" fmla="*/ 28172 w 56248"/>
                <a:gd name="connsiteY0" fmla="*/ 0 h 119443"/>
                <a:gd name="connsiteX1" fmla="*/ 0 w 56248"/>
                <a:gd name="connsiteY1" fmla="*/ 29051 h 119443"/>
                <a:gd name="connsiteX2" fmla="*/ 0 w 56248"/>
                <a:gd name="connsiteY2" fmla="*/ 113062 h 119443"/>
                <a:gd name="connsiteX3" fmla="*/ 6355 w 56248"/>
                <a:gd name="connsiteY3" fmla="*/ 119444 h 119443"/>
                <a:gd name="connsiteX4" fmla="*/ 49894 w 56248"/>
                <a:gd name="connsiteY4" fmla="*/ 119444 h 119443"/>
                <a:gd name="connsiteX5" fmla="*/ 56249 w 56248"/>
                <a:gd name="connsiteY5" fmla="*/ 113062 h 119443"/>
                <a:gd name="connsiteX6" fmla="*/ 56249 w 56248"/>
                <a:gd name="connsiteY6" fmla="*/ 29051 h 119443"/>
                <a:gd name="connsiteX7" fmla="*/ 28077 w 56248"/>
                <a:gd name="connsiteY7" fmla="*/ 0 h 119443"/>
                <a:gd name="connsiteX8" fmla="*/ 43538 w 56248"/>
                <a:gd name="connsiteY8" fmla="*/ 106585 h 119443"/>
                <a:gd name="connsiteX9" fmla="*/ 12805 w 56248"/>
                <a:gd name="connsiteY9" fmla="*/ 106585 h 119443"/>
                <a:gd name="connsiteX10" fmla="*/ 12805 w 56248"/>
                <a:gd name="connsiteY10" fmla="*/ 28956 h 119443"/>
                <a:gd name="connsiteX11" fmla="*/ 28172 w 56248"/>
                <a:gd name="connsiteY11" fmla="*/ 12763 h 119443"/>
                <a:gd name="connsiteX12" fmla="*/ 43538 w 56248"/>
                <a:gd name="connsiteY12" fmla="*/ 28956 h 119443"/>
                <a:gd name="connsiteX13" fmla="*/ 43538 w 56248"/>
                <a:gd name="connsiteY13" fmla="*/ 106585 h 11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248" h="119443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113062"/>
                  </a:lnTo>
                  <a:cubicBezTo>
                    <a:pt x="0" y="116586"/>
                    <a:pt x="2846" y="119444"/>
                    <a:pt x="6355" y="119444"/>
                  </a:cubicBezTo>
                  <a:lnTo>
                    <a:pt x="49894" y="119444"/>
                  </a:lnTo>
                  <a:cubicBezTo>
                    <a:pt x="53403" y="119444"/>
                    <a:pt x="56249" y="116586"/>
                    <a:pt x="56249" y="113062"/>
                  </a:cubicBezTo>
                  <a:lnTo>
                    <a:pt x="56249" y="29051"/>
                  </a:lnTo>
                  <a:cubicBezTo>
                    <a:pt x="56249" y="12763"/>
                    <a:pt x="43918" y="0"/>
                    <a:pt x="28077" y="0"/>
                  </a:cubicBezTo>
                  <a:close/>
                  <a:moveTo>
                    <a:pt x="43538" y="106585"/>
                  </a:moveTo>
                  <a:lnTo>
                    <a:pt x="12805" y="106585"/>
                  </a:lnTo>
                  <a:lnTo>
                    <a:pt x="12805" y="28956"/>
                  </a:lnTo>
                  <a:cubicBezTo>
                    <a:pt x="12805" y="19240"/>
                    <a:pt x="18971" y="12763"/>
                    <a:pt x="28172" y="12763"/>
                  </a:cubicBezTo>
                  <a:cubicBezTo>
                    <a:pt x="37373" y="12763"/>
                    <a:pt x="43538" y="19717"/>
                    <a:pt x="43538" y="28956"/>
                  </a:cubicBezTo>
                  <a:lnTo>
                    <a:pt x="43538" y="106585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721D6F66-B09B-5E0B-F87D-8E5A5FAB0FFD}"/>
                </a:ext>
              </a:extLst>
            </p:cNvPr>
            <p:cNvSpPr/>
            <p:nvPr/>
          </p:nvSpPr>
          <p:spPr>
            <a:xfrm>
              <a:off x="3109630" y="4214663"/>
              <a:ext cx="55395" cy="55626"/>
            </a:xfrm>
            <a:custGeom>
              <a:avLst/>
              <a:gdLst>
                <a:gd name="connsiteX0" fmla="*/ 27698 w 55395"/>
                <a:gd name="connsiteY0" fmla="*/ 55626 h 55626"/>
                <a:gd name="connsiteX1" fmla="*/ 55395 w 55395"/>
                <a:gd name="connsiteY1" fmla="*/ 27813 h 55626"/>
                <a:gd name="connsiteX2" fmla="*/ 27698 w 55395"/>
                <a:gd name="connsiteY2" fmla="*/ 0 h 55626"/>
                <a:gd name="connsiteX3" fmla="*/ 0 w 55395"/>
                <a:gd name="connsiteY3" fmla="*/ 27813 h 55626"/>
                <a:gd name="connsiteX4" fmla="*/ 27698 w 55395"/>
                <a:gd name="connsiteY4" fmla="*/ 55626 h 55626"/>
                <a:gd name="connsiteX5" fmla="*/ 27698 w 55395"/>
                <a:gd name="connsiteY5" fmla="*/ 12764 h 55626"/>
                <a:gd name="connsiteX6" fmla="*/ 42685 w 55395"/>
                <a:gd name="connsiteY6" fmla="*/ 27813 h 55626"/>
                <a:gd name="connsiteX7" fmla="*/ 27698 w 55395"/>
                <a:gd name="connsiteY7" fmla="*/ 42863 h 55626"/>
                <a:gd name="connsiteX8" fmla="*/ 12711 w 55395"/>
                <a:gd name="connsiteY8" fmla="*/ 27813 h 55626"/>
                <a:gd name="connsiteX9" fmla="*/ 27698 w 55395"/>
                <a:gd name="connsiteY9" fmla="*/ 12764 h 5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6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4"/>
                  </a:moveTo>
                  <a:cubicBezTo>
                    <a:pt x="35950" y="12764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4"/>
                    <a:pt x="27698" y="12764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36C581DD-346B-6700-30B8-21F6C1405E01}"/>
                </a:ext>
              </a:extLst>
            </p:cNvPr>
            <p:cNvSpPr/>
            <p:nvPr/>
          </p:nvSpPr>
          <p:spPr>
            <a:xfrm>
              <a:off x="3187885" y="4243524"/>
              <a:ext cx="85558" cy="158495"/>
            </a:xfrm>
            <a:custGeom>
              <a:avLst/>
              <a:gdLst>
                <a:gd name="connsiteX0" fmla="*/ 42779 w 85558"/>
                <a:gd name="connsiteY0" fmla="*/ 0 h 158495"/>
                <a:gd name="connsiteX1" fmla="*/ 0 w 85558"/>
                <a:gd name="connsiteY1" fmla="*/ 44387 h 158495"/>
                <a:gd name="connsiteX2" fmla="*/ 0 w 85558"/>
                <a:gd name="connsiteY2" fmla="*/ 152114 h 158495"/>
                <a:gd name="connsiteX3" fmla="*/ 6355 w 85558"/>
                <a:gd name="connsiteY3" fmla="*/ 158496 h 158495"/>
                <a:gd name="connsiteX4" fmla="*/ 79204 w 85558"/>
                <a:gd name="connsiteY4" fmla="*/ 158496 h 158495"/>
                <a:gd name="connsiteX5" fmla="*/ 85559 w 85558"/>
                <a:gd name="connsiteY5" fmla="*/ 152114 h 158495"/>
                <a:gd name="connsiteX6" fmla="*/ 85559 w 85558"/>
                <a:gd name="connsiteY6" fmla="*/ 44387 h 158495"/>
                <a:gd name="connsiteX7" fmla="*/ 42779 w 85558"/>
                <a:gd name="connsiteY7" fmla="*/ 0 h 158495"/>
                <a:gd name="connsiteX8" fmla="*/ 72754 w 85558"/>
                <a:gd name="connsiteY8" fmla="*/ 145542 h 158495"/>
                <a:gd name="connsiteX9" fmla="*/ 12711 w 85558"/>
                <a:gd name="connsiteY9" fmla="*/ 145542 h 158495"/>
                <a:gd name="connsiteX10" fmla="*/ 12711 w 85558"/>
                <a:gd name="connsiteY10" fmla="*/ 44291 h 158495"/>
                <a:gd name="connsiteX11" fmla="*/ 42685 w 85558"/>
                <a:gd name="connsiteY11" fmla="*/ 12764 h 158495"/>
                <a:gd name="connsiteX12" fmla="*/ 72659 w 85558"/>
                <a:gd name="connsiteY12" fmla="*/ 44291 h 158495"/>
                <a:gd name="connsiteX13" fmla="*/ 72659 w 85558"/>
                <a:gd name="connsiteY13" fmla="*/ 145542 h 15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558" h="158495">
                  <a:moveTo>
                    <a:pt x="42779" y="0"/>
                  </a:moveTo>
                  <a:cubicBezTo>
                    <a:pt x="17928" y="0"/>
                    <a:pt x="0" y="18669"/>
                    <a:pt x="0" y="44387"/>
                  </a:cubicBezTo>
                  <a:lnTo>
                    <a:pt x="0" y="152114"/>
                  </a:lnTo>
                  <a:cubicBezTo>
                    <a:pt x="0" y="155639"/>
                    <a:pt x="2846" y="158496"/>
                    <a:pt x="6355" y="158496"/>
                  </a:cubicBezTo>
                  <a:lnTo>
                    <a:pt x="79204" y="158496"/>
                  </a:lnTo>
                  <a:cubicBezTo>
                    <a:pt x="82713" y="158496"/>
                    <a:pt x="85559" y="155639"/>
                    <a:pt x="85559" y="152114"/>
                  </a:cubicBezTo>
                  <a:lnTo>
                    <a:pt x="85559" y="44387"/>
                  </a:lnTo>
                  <a:cubicBezTo>
                    <a:pt x="85559" y="19526"/>
                    <a:pt x="66778" y="0"/>
                    <a:pt x="42779" y="0"/>
                  </a:cubicBezTo>
                  <a:close/>
                  <a:moveTo>
                    <a:pt x="72754" y="145542"/>
                  </a:moveTo>
                  <a:lnTo>
                    <a:pt x="12711" y="145542"/>
                  </a:lnTo>
                  <a:lnTo>
                    <a:pt x="12711" y="44291"/>
                  </a:lnTo>
                  <a:cubicBezTo>
                    <a:pt x="12711" y="25718"/>
                    <a:pt x="25042" y="12764"/>
                    <a:pt x="42685" y="12764"/>
                  </a:cubicBezTo>
                  <a:cubicBezTo>
                    <a:pt x="60327" y="12764"/>
                    <a:pt x="72659" y="26575"/>
                    <a:pt x="72659" y="44291"/>
                  </a:cubicBezTo>
                  <a:lnTo>
                    <a:pt x="72659" y="145542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BA4B15B9-F5FE-6DEC-909A-9588398B59B5}"/>
                </a:ext>
              </a:extLst>
            </p:cNvPr>
            <p:cNvSpPr/>
            <p:nvPr/>
          </p:nvSpPr>
          <p:spPr>
            <a:xfrm>
              <a:off x="3202967" y="4175611"/>
              <a:ext cx="55395" cy="55625"/>
            </a:xfrm>
            <a:custGeom>
              <a:avLst/>
              <a:gdLst>
                <a:gd name="connsiteX0" fmla="*/ 55395 w 55395"/>
                <a:gd name="connsiteY0" fmla="*/ 27813 h 55625"/>
                <a:gd name="connsiteX1" fmla="*/ 27698 w 55395"/>
                <a:gd name="connsiteY1" fmla="*/ 0 h 55625"/>
                <a:gd name="connsiteX2" fmla="*/ 0 w 55395"/>
                <a:gd name="connsiteY2" fmla="*/ 27813 h 55625"/>
                <a:gd name="connsiteX3" fmla="*/ 27698 w 55395"/>
                <a:gd name="connsiteY3" fmla="*/ 55626 h 55625"/>
                <a:gd name="connsiteX4" fmla="*/ 55395 w 55395"/>
                <a:gd name="connsiteY4" fmla="*/ 27813 h 55625"/>
                <a:gd name="connsiteX5" fmla="*/ 12711 w 55395"/>
                <a:gd name="connsiteY5" fmla="*/ 27813 h 55625"/>
                <a:gd name="connsiteX6" fmla="*/ 27698 w 55395"/>
                <a:gd name="connsiteY6" fmla="*/ 12763 h 55625"/>
                <a:gd name="connsiteX7" fmla="*/ 42685 w 55395"/>
                <a:gd name="connsiteY7" fmla="*/ 27813 h 55625"/>
                <a:gd name="connsiteX8" fmla="*/ 27698 w 55395"/>
                <a:gd name="connsiteY8" fmla="*/ 42863 h 55625"/>
                <a:gd name="connsiteX9" fmla="*/ 12711 w 55395"/>
                <a:gd name="connsiteY9" fmla="*/ 2781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55395" y="27813"/>
                  </a:move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ubicBezTo>
                    <a:pt x="42969" y="55626"/>
                    <a:pt x="55395" y="43148"/>
                    <a:pt x="55395" y="27813"/>
                  </a:cubicBezTo>
                  <a:close/>
                  <a:moveTo>
                    <a:pt x="12711" y="27813"/>
                  </a:moveTo>
                  <a:cubicBezTo>
                    <a:pt x="12711" y="19526"/>
                    <a:pt x="19445" y="12763"/>
                    <a:pt x="27698" y="12763"/>
                  </a:cubicBez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3EA46517-B6FA-0D82-A5DD-1A4BB763A1B6}"/>
                </a:ext>
              </a:extLst>
            </p:cNvPr>
            <p:cNvSpPr/>
            <p:nvPr/>
          </p:nvSpPr>
          <p:spPr>
            <a:xfrm>
              <a:off x="3032418" y="4317819"/>
              <a:ext cx="56154" cy="84105"/>
            </a:xfrm>
            <a:custGeom>
              <a:avLst/>
              <a:gdLst>
                <a:gd name="connsiteX0" fmla="*/ 28172 w 56154"/>
                <a:gd name="connsiteY0" fmla="*/ 0 h 84105"/>
                <a:gd name="connsiteX1" fmla="*/ 0 w 56154"/>
                <a:gd name="connsiteY1" fmla="*/ 29051 h 84105"/>
                <a:gd name="connsiteX2" fmla="*/ 0 w 56154"/>
                <a:gd name="connsiteY2" fmla="*/ 77724 h 84105"/>
                <a:gd name="connsiteX3" fmla="*/ 6355 w 56154"/>
                <a:gd name="connsiteY3" fmla="*/ 84106 h 84105"/>
                <a:gd name="connsiteX4" fmla="*/ 49799 w 56154"/>
                <a:gd name="connsiteY4" fmla="*/ 84106 h 84105"/>
                <a:gd name="connsiteX5" fmla="*/ 56154 w 56154"/>
                <a:gd name="connsiteY5" fmla="*/ 77724 h 84105"/>
                <a:gd name="connsiteX6" fmla="*/ 56154 w 56154"/>
                <a:gd name="connsiteY6" fmla="*/ 29051 h 84105"/>
                <a:gd name="connsiteX7" fmla="*/ 27982 w 56154"/>
                <a:gd name="connsiteY7" fmla="*/ 0 h 84105"/>
                <a:gd name="connsiteX8" fmla="*/ 43538 w 56154"/>
                <a:gd name="connsiteY8" fmla="*/ 71247 h 84105"/>
                <a:gd name="connsiteX9" fmla="*/ 12805 w 56154"/>
                <a:gd name="connsiteY9" fmla="*/ 71247 h 84105"/>
                <a:gd name="connsiteX10" fmla="*/ 12805 w 56154"/>
                <a:gd name="connsiteY10" fmla="*/ 29051 h 84105"/>
                <a:gd name="connsiteX11" fmla="*/ 28172 w 56154"/>
                <a:gd name="connsiteY11" fmla="*/ 12859 h 84105"/>
                <a:gd name="connsiteX12" fmla="*/ 43538 w 56154"/>
                <a:gd name="connsiteY12" fmla="*/ 29051 h 84105"/>
                <a:gd name="connsiteX13" fmla="*/ 43538 w 56154"/>
                <a:gd name="connsiteY13" fmla="*/ 71247 h 8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84105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77724"/>
                  </a:lnTo>
                  <a:cubicBezTo>
                    <a:pt x="0" y="81248"/>
                    <a:pt x="2846" y="84106"/>
                    <a:pt x="6355" y="84106"/>
                  </a:cubicBezTo>
                  <a:lnTo>
                    <a:pt x="49799" y="84106"/>
                  </a:lnTo>
                  <a:cubicBezTo>
                    <a:pt x="53308" y="84106"/>
                    <a:pt x="56154" y="81248"/>
                    <a:pt x="56154" y="77724"/>
                  </a:cubicBezTo>
                  <a:lnTo>
                    <a:pt x="56154" y="29051"/>
                  </a:lnTo>
                  <a:cubicBezTo>
                    <a:pt x="56154" y="12763"/>
                    <a:pt x="43823" y="0"/>
                    <a:pt x="27982" y="0"/>
                  </a:cubicBezTo>
                  <a:close/>
                  <a:moveTo>
                    <a:pt x="43538" y="71247"/>
                  </a:moveTo>
                  <a:lnTo>
                    <a:pt x="12805" y="71247"/>
                  </a:lnTo>
                  <a:lnTo>
                    <a:pt x="12805" y="29051"/>
                  </a:lnTo>
                  <a:cubicBezTo>
                    <a:pt x="12805" y="19336"/>
                    <a:pt x="18971" y="12859"/>
                    <a:pt x="28172" y="12859"/>
                  </a:cubicBezTo>
                  <a:cubicBezTo>
                    <a:pt x="37373" y="12859"/>
                    <a:pt x="43538" y="19812"/>
                    <a:pt x="43538" y="29051"/>
                  </a:cubicBezTo>
                  <a:lnTo>
                    <a:pt x="43538" y="71247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4FB38EE2-C532-309D-F32F-65360BFF7F30}"/>
                </a:ext>
              </a:extLst>
            </p:cNvPr>
            <p:cNvSpPr/>
            <p:nvPr/>
          </p:nvSpPr>
          <p:spPr>
            <a:xfrm>
              <a:off x="3029288" y="4245524"/>
              <a:ext cx="62604" cy="62865"/>
            </a:xfrm>
            <a:custGeom>
              <a:avLst/>
              <a:gdLst>
                <a:gd name="connsiteX0" fmla="*/ 31302 w 62604"/>
                <a:gd name="connsiteY0" fmla="*/ 0 h 62865"/>
                <a:gd name="connsiteX1" fmla="*/ 0 w 62604"/>
                <a:gd name="connsiteY1" fmla="*/ 31433 h 62865"/>
                <a:gd name="connsiteX2" fmla="*/ 31302 w 62604"/>
                <a:gd name="connsiteY2" fmla="*/ 62865 h 62865"/>
                <a:gd name="connsiteX3" fmla="*/ 62604 w 62604"/>
                <a:gd name="connsiteY3" fmla="*/ 31433 h 62865"/>
                <a:gd name="connsiteX4" fmla="*/ 31302 w 62604"/>
                <a:gd name="connsiteY4" fmla="*/ 0 h 62865"/>
                <a:gd name="connsiteX5" fmla="*/ 31302 w 62604"/>
                <a:gd name="connsiteY5" fmla="*/ 50006 h 62865"/>
                <a:gd name="connsiteX6" fmla="*/ 12805 w 62604"/>
                <a:gd name="connsiteY6" fmla="*/ 31433 h 62865"/>
                <a:gd name="connsiteX7" fmla="*/ 31302 w 62604"/>
                <a:gd name="connsiteY7" fmla="*/ 12859 h 62865"/>
                <a:gd name="connsiteX8" fmla="*/ 49799 w 62604"/>
                <a:gd name="connsiteY8" fmla="*/ 31433 h 62865"/>
                <a:gd name="connsiteX9" fmla="*/ 31302 w 62604"/>
                <a:gd name="connsiteY9" fmla="*/ 50006 h 6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604" h="62865">
                  <a:moveTo>
                    <a:pt x="31302" y="0"/>
                  </a:moveTo>
                  <a:cubicBezTo>
                    <a:pt x="14039" y="0"/>
                    <a:pt x="0" y="14097"/>
                    <a:pt x="0" y="31433"/>
                  </a:cubicBezTo>
                  <a:cubicBezTo>
                    <a:pt x="0" y="48768"/>
                    <a:pt x="14039" y="62865"/>
                    <a:pt x="31302" y="62865"/>
                  </a:cubicBezTo>
                  <a:cubicBezTo>
                    <a:pt x="48566" y="62865"/>
                    <a:pt x="62604" y="48768"/>
                    <a:pt x="62604" y="31433"/>
                  </a:cubicBezTo>
                  <a:cubicBezTo>
                    <a:pt x="62604" y="14097"/>
                    <a:pt x="48566" y="0"/>
                    <a:pt x="31302" y="0"/>
                  </a:cubicBezTo>
                  <a:close/>
                  <a:moveTo>
                    <a:pt x="31302" y="50006"/>
                  </a:moveTo>
                  <a:cubicBezTo>
                    <a:pt x="21058" y="50006"/>
                    <a:pt x="12805" y="41624"/>
                    <a:pt x="12805" y="31433"/>
                  </a:cubicBezTo>
                  <a:cubicBezTo>
                    <a:pt x="12805" y="21241"/>
                    <a:pt x="21153" y="12859"/>
                    <a:pt x="31302" y="12859"/>
                  </a:cubicBezTo>
                  <a:cubicBezTo>
                    <a:pt x="41452" y="12859"/>
                    <a:pt x="49799" y="21241"/>
                    <a:pt x="49799" y="31433"/>
                  </a:cubicBezTo>
                  <a:cubicBezTo>
                    <a:pt x="49799" y="41624"/>
                    <a:pt x="41452" y="50006"/>
                    <a:pt x="31302" y="5000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CBC65E0E-761B-84BA-C9DE-F41D4041063D}"/>
                </a:ext>
              </a:extLst>
            </p:cNvPr>
            <p:cNvSpPr/>
            <p:nvPr/>
          </p:nvSpPr>
          <p:spPr>
            <a:xfrm>
              <a:off x="2913091" y="4040153"/>
              <a:ext cx="203748" cy="361866"/>
            </a:xfrm>
            <a:custGeom>
              <a:avLst/>
              <a:gdLst>
                <a:gd name="connsiteX0" fmla="*/ 199195 w 203748"/>
                <a:gd name="connsiteY0" fmla="*/ 146602 h 361866"/>
                <a:gd name="connsiteX1" fmla="*/ 203748 w 203748"/>
                <a:gd name="connsiteY1" fmla="*/ 140411 h 361866"/>
                <a:gd name="connsiteX2" fmla="*/ 203748 w 203748"/>
                <a:gd name="connsiteY2" fmla="*/ 24682 h 361866"/>
                <a:gd name="connsiteX3" fmla="*/ 201187 w 203748"/>
                <a:gd name="connsiteY3" fmla="*/ 19538 h 361866"/>
                <a:gd name="connsiteX4" fmla="*/ 195496 w 203748"/>
                <a:gd name="connsiteY4" fmla="*/ 18586 h 361866"/>
                <a:gd name="connsiteX5" fmla="*/ 111454 w 203748"/>
                <a:gd name="connsiteY5" fmla="*/ 17633 h 361866"/>
                <a:gd name="connsiteX6" fmla="*/ 4553 w 203748"/>
                <a:gd name="connsiteY6" fmla="*/ 13824 h 361866"/>
                <a:gd name="connsiteX7" fmla="*/ 0 w 203748"/>
                <a:gd name="connsiteY7" fmla="*/ 20015 h 361866"/>
                <a:gd name="connsiteX8" fmla="*/ 0 w 203748"/>
                <a:gd name="connsiteY8" fmla="*/ 355485 h 361866"/>
                <a:gd name="connsiteX9" fmla="*/ 6355 w 203748"/>
                <a:gd name="connsiteY9" fmla="*/ 361867 h 361866"/>
                <a:gd name="connsiteX10" fmla="*/ 12711 w 203748"/>
                <a:gd name="connsiteY10" fmla="*/ 355485 h 361866"/>
                <a:gd name="connsiteX11" fmla="*/ 12711 w 203748"/>
                <a:gd name="connsiteY11" fmla="*/ 140506 h 361866"/>
                <a:gd name="connsiteX12" fmla="*/ 101400 w 203748"/>
                <a:gd name="connsiteY12" fmla="*/ 141458 h 361866"/>
                <a:gd name="connsiteX13" fmla="*/ 137919 w 203748"/>
                <a:gd name="connsiteY13" fmla="*/ 158699 h 361866"/>
                <a:gd name="connsiteX14" fmla="*/ 199100 w 203748"/>
                <a:gd name="connsiteY14" fmla="*/ 146602 h 361866"/>
                <a:gd name="connsiteX15" fmla="*/ 111454 w 203748"/>
                <a:gd name="connsiteY15" fmla="*/ 133267 h 361866"/>
                <a:gd name="connsiteX16" fmla="*/ 73418 w 203748"/>
                <a:gd name="connsiteY16" fmla="*/ 115646 h 361866"/>
                <a:gd name="connsiteX17" fmla="*/ 12805 w 203748"/>
                <a:gd name="connsiteY17" fmla="*/ 126981 h 361866"/>
                <a:gd name="connsiteX18" fmla="*/ 12805 w 203748"/>
                <a:gd name="connsiteY18" fmla="*/ 24682 h 361866"/>
                <a:gd name="connsiteX19" fmla="*/ 101495 w 203748"/>
                <a:gd name="connsiteY19" fmla="*/ 25730 h 361866"/>
                <a:gd name="connsiteX20" fmla="*/ 190943 w 203748"/>
                <a:gd name="connsiteY20" fmla="*/ 33350 h 361866"/>
                <a:gd name="connsiteX21" fmla="*/ 190943 w 203748"/>
                <a:gd name="connsiteY21" fmla="*/ 135744 h 361866"/>
                <a:gd name="connsiteX22" fmla="*/ 111454 w 203748"/>
                <a:gd name="connsiteY22" fmla="*/ 133362 h 3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3748" h="361866">
                  <a:moveTo>
                    <a:pt x="199195" y="146602"/>
                  </a:moveTo>
                  <a:cubicBezTo>
                    <a:pt x="201851" y="145745"/>
                    <a:pt x="203748" y="143268"/>
                    <a:pt x="203748" y="140411"/>
                  </a:cubicBezTo>
                  <a:lnTo>
                    <a:pt x="203748" y="24682"/>
                  </a:lnTo>
                  <a:cubicBezTo>
                    <a:pt x="203748" y="22682"/>
                    <a:pt x="202800" y="20682"/>
                    <a:pt x="201187" y="19538"/>
                  </a:cubicBezTo>
                  <a:cubicBezTo>
                    <a:pt x="199574" y="18300"/>
                    <a:pt x="197488" y="18014"/>
                    <a:pt x="195496" y="18586"/>
                  </a:cubicBezTo>
                  <a:cubicBezTo>
                    <a:pt x="128718" y="38874"/>
                    <a:pt x="120371" y="28587"/>
                    <a:pt x="111454" y="17633"/>
                  </a:cubicBezTo>
                  <a:cubicBezTo>
                    <a:pt x="97511" y="488"/>
                    <a:pt x="81670" y="-9798"/>
                    <a:pt x="4553" y="13824"/>
                  </a:cubicBezTo>
                  <a:cubicBezTo>
                    <a:pt x="1897" y="14681"/>
                    <a:pt x="0" y="17157"/>
                    <a:pt x="0" y="20015"/>
                  </a:cubicBezTo>
                  <a:lnTo>
                    <a:pt x="0" y="355485"/>
                  </a:lnTo>
                  <a:cubicBezTo>
                    <a:pt x="0" y="359010"/>
                    <a:pt x="2846" y="361867"/>
                    <a:pt x="6355" y="361867"/>
                  </a:cubicBezTo>
                  <a:cubicBezTo>
                    <a:pt x="9865" y="361867"/>
                    <a:pt x="12711" y="359010"/>
                    <a:pt x="12711" y="355485"/>
                  </a:cubicBezTo>
                  <a:lnTo>
                    <a:pt x="12711" y="140506"/>
                  </a:lnTo>
                  <a:cubicBezTo>
                    <a:pt x="83282" y="119456"/>
                    <a:pt x="92578" y="130600"/>
                    <a:pt x="101400" y="141458"/>
                  </a:cubicBezTo>
                  <a:cubicBezTo>
                    <a:pt x="109368" y="151174"/>
                    <a:pt x="117810" y="158699"/>
                    <a:pt x="137919" y="158699"/>
                  </a:cubicBezTo>
                  <a:cubicBezTo>
                    <a:pt x="151673" y="158699"/>
                    <a:pt x="170833" y="155270"/>
                    <a:pt x="199100" y="146602"/>
                  </a:cubicBezTo>
                  <a:close/>
                  <a:moveTo>
                    <a:pt x="111454" y="133267"/>
                  </a:moveTo>
                  <a:cubicBezTo>
                    <a:pt x="103297" y="123266"/>
                    <a:pt x="94570" y="115646"/>
                    <a:pt x="73418" y="115646"/>
                  </a:cubicBezTo>
                  <a:cubicBezTo>
                    <a:pt x="59569" y="115646"/>
                    <a:pt x="40503" y="118884"/>
                    <a:pt x="12805" y="126981"/>
                  </a:cubicBezTo>
                  <a:lnTo>
                    <a:pt x="12805" y="24682"/>
                  </a:lnTo>
                  <a:cubicBezTo>
                    <a:pt x="83472" y="3632"/>
                    <a:pt x="92673" y="14871"/>
                    <a:pt x="101495" y="25730"/>
                  </a:cubicBezTo>
                  <a:cubicBezTo>
                    <a:pt x="114300" y="41446"/>
                    <a:pt x="128433" y="51257"/>
                    <a:pt x="190943" y="33350"/>
                  </a:cubicBezTo>
                  <a:lnTo>
                    <a:pt x="190943" y="135744"/>
                  </a:lnTo>
                  <a:cubicBezTo>
                    <a:pt x="128338" y="154222"/>
                    <a:pt x="120181" y="144125"/>
                    <a:pt x="111454" y="133362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7D66B4E7-6A56-1EE0-9213-FE6A4C30A589}"/>
                </a:ext>
              </a:extLst>
            </p:cNvPr>
            <p:cNvSpPr/>
            <p:nvPr/>
          </p:nvSpPr>
          <p:spPr>
            <a:xfrm>
              <a:off x="3139604" y="4040043"/>
              <a:ext cx="133745" cy="117184"/>
            </a:xfrm>
            <a:custGeom>
              <a:avLst/>
              <a:gdLst>
                <a:gd name="connsiteX0" fmla="*/ 131279 w 133745"/>
                <a:gd name="connsiteY0" fmla="*/ 14410 h 117184"/>
                <a:gd name="connsiteX1" fmla="*/ 125588 w 133745"/>
                <a:gd name="connsiteY1" fmla="*/ 13457 h 117184"/>
                <a:gd name="connsiteX2" fmla="*/ 75979 w 133745"/>
                <a:gd name="connsiteY2" fmla="*/ 15077 h 117184"/>
                <a:gd name="connsiteX3" fmla="*/ 4553 w 133745"/>
                <a:gd name="connsiteY3" fmla="*/ 9933 h 117184"/>
                <a:gd name="connsiteX4" fmla="*/ 0 w 133745"/>
                <a:gd name="connsiteY4" fmla="*/ 16124 h 117184"/>
                <a:gd name="connsiteX5" fmla="*/ 0 w 133745"/>
                <a:gd name="connsiteY5" fmla="*/ 98992 h 117184"/>
                <a:gd name="connsiteX6" fmla="*/ 2561 w 133745"/>
                <a:gd name="connsiteY6" fmla="*/ 104135 h 117184"/>
                <a:gd name="connsiteX7" fmla="*/ 8252 w 133745"/>
                <a:gd name="connsiteY7" fmla="*/ 105088 h 117184"/>
                <a:gd name="connsiteX8" fmla="*/ 63932 w 133745"/>
                <a:gd name="connsiteY8" fmla="*/ 102421 h 117184"/>
                <a:gd name="connsiteX9" fmla="*/ 86413 w 133745"/>
                <a:gd name="connsiteY9" fmla="*/ 117185 h 117184"/>
                <a:gd name="connsiteX10" fmla="*/ 129192 w 133745"/>
                <a:gd name="connsiteY10" fmla="*/ 108422 h 117184"/>
                <a:gd name="connsiteX11" fmla="*/ 133745 w 133745"/>
                <a:gd name="connsiteY11" fmla="*/ 102230 h 117184"/>
                <a:gd name="connsiteX12" fmla="*/ 133745 w 133745"/>
                <a:gd name="connsiteY12" fmla="*/ 19363 h 117184"/>
                <a:gd name="connsiteX13" fmla="*/ 131184 w 133745"/>
                <a:gd name="connsiteY13" fmla="*/ 14219 h 117184"/>
                <a:gd name="connsiteX14" fmla="*/ 121035 w 133745"/>
                <a:gd name="connsiteY14" fmla="*/ 97658 h 117184"/>
                <a:gd name="connsiteX15" fmla="*/ 75979 w 133745"/>
                <a:gd name="connsiteY15" fmla="*/ 97944 h 117184"/>
                <a:gd name="connsiteX16" fmla="*/ 52644 w 133745"/>
                <a:gd name="connsiteY16" fmla="*/ 82895 h 117184"/>
                <a:gd name="connsiteX17" fmla="*/ 12805 w 133745"/>
                <a:gd name="connsiteY17" fmla="*/ 90419 h 117184"/>
                <a:gd name="connsiteX18" fmla="*/ 12805 w 133745"/>
                <a:gd name="connsiteY18" fmla="*/ 20887 h 117184"/>
                <a:gd name="connsiteX19" fmla="*/ 64027 w 133745"/>
                <a:gd name="connsiteY19" fmla="*/ 19649 h 117184"/>
                <a:gd name="connsiteX20" fmla="*/ 121035 w 133745"/>
                <a:gd name="connsiteY20" fmla="*/ 28126 h 117184"/>
                <a:gd name="connsiteX21" fmla="*/ 121035 w 133745"/>
                <a:gd name="connsiteY21" fmla="*/ 97658 h 11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3745" h="117184">
                  <a:moveTo>
                    <a:pt x="131279" y="14410"/>
                  </a:moveTo>
                  <a:cubicBezTo>
                    <a:pt x="129666" y="13172"/>
                    <a:pt x="127580" y="12791"/>
                    <a:pt x="125588" y="13457"/>
                  </a:cubicBezTo>
                  <a:cubicBezTo>
                    <a:pt x="80532" y="27173"/>
                    <a:pt x="78160" y="20792"/>
                    <a:pt x="75979" y="15077"/>
                  </a:cubicBezTo>
                  <a:cubicBezTo>
                    <a:pt x="69813" y="-1306"/>
                    <a:pt x="57482" y="-6259"/>
                    <a:pt x="4553" y="9933"/>
                  </a:cubicBezTo>
                  <a:cubicBezTo>
                    <a:pt x="1897" y="10790"/>
                    <a:pt x="0" y="13267"/>
                    <a:pt x="0" y="16124"/>
                  </a:cubicBezTo>
                  <a:lnTo>
                    <a:pt x="0" y="98992"/>
                  </a:lnTo>
                  <a:cubicBezTo>
                    <a:pt x="0" y="100992"/>
                    <a:pt x="949" y="102992"/>
                    <a:pt x="2561" y="104135"/>
                  </a:cubicBezTo>
                  <a:cubicBezTo>
                    <a:pt x="4174" y="105374"/>
                    <a:pt x="6260" y="105659"/>
                    <a:pt x="8252" y="105088"/>
                  </a:cubicBezTo>
                  <a:cubicBezTo>
                    <a:pt x="59095" y="89562"/>
                    <a:pt x="61750" y="96706"/>
                    <a:pt x="63932" y="102421"/>
                  </a:cubicBezTo>
                  <a:cubicBezTo>
                    <a:pt x="67442" y="111660"/>
                    <a:pt x="72754" y="117185"/>
                    <a:pt x="86413" y="117185"/>
                  </a:cubicBezTo>
                  <a:cubicBezTo>
                    <a:pt x="95898" y="117185"/>
                    <a:pt x="109462" y="114518"/>
                    <a:pt x="129192" y="108422"/>
                  </a:cubicBezTo>
                  <a:cubicBezTo>
                    <a:pt x="131848" y="107564"/>
                    <a:pt x="133745" y="105088"/>
                    <a:pt x="133745" y="102230"/>
                  </a:cubicBezTo>
                  <a:lnTo>
                    <a:pt x="133745" y="19363"/>
                  </a:lnTo>
                  <a:cubicBezTo>
                    <a:pt x="133745" y="17363"/>
                    <a:pt x="132797" y="15362"/>
                    <a:pt x="131184" y="14219"/>
                  </a:cubicBezTo>
                  <a:close/>
                  <a:moveTo>
                    <a:pt x="121035" y="97658"/>
                  </a:moveTo>
                  <a:cubicBezTo>
                    <a:pt x="80437" y="109565"/>
                    <a:pt x="78066" y="103469"/>
                    <a:pt x="75979" y="97944"/>
                  </a:cubicBezTo>
                  <a:cubicBezTo>
                    <a:pt x="72374" y="88514"/>
                    <a:pt x="66873" y="82895"/>
                    <a:pt x="52644" y="82895"/>
                  </a:cubicBezTo>
                  <a:cubicBezTo>
                    <a:pt x="43538" y="82895"/>
                    <a:pt x="30828" y="85276"/>
                    <a:pt x="12805" y="90419"/>
                  </a:cubicBezTo>
                  <a:lnTo>
                    <a:pt x="12805" y="20887"/>
                  </a:lnTo>
                  <a:cubicBezTo>
                    <a:pt x="59189" y="7171"/>
                    <a:pt x="61845" y="14029"/>
                    <a:pt x="64027" y="19649"/>
                  </a:cubicBezTo>
                  <a:cubicBezTo>
                    <a:pt x="69623" y="34412"/>
                    <a:pt x="79963" y="39746"/>
                    <a:pt x="121035" y="28126"/>
                  </a:cubicBezTo>
                  <a:lnTo>
                    <a:pt x="121035" y="97658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A342EC4F-4F97-B46B-35AD-B79511ABCA06}"/>
              </a:ext>
            </a:extLst>
          </p:cNvPr>
          <p:cNvGrpSpPr/>
          <p:nvPr/>
        </p:nvGrpSpPr>
        <p:grpSpPr>
          <a:xfrm>
            <a:off x="2928669" y="4875245"/>
            <a:ext cx="474103" cy="476240"/>
            <a:chOff x="2913091" y="4040043"/>
            <a:chExt cx="360352" cy="361976"/>
          </a:xfrm>
          <a:solidFill>
            <a:schemeClr val="accent4"/>
          </a:solidFill>
        </p:grpSpPr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F5E83511-F627-B22F-3C0A-CC44A0DBDA06}"/>
                </a:ext>
              </a:extLst>
            </p:cNvPr>
            <p:cNvSpPr/>
            <p:nvPr/>
          </p:nvSpPr>
          <p:spPr>
            <a:xfrm>
              <a:off x="2955776" y="4269717"/>
              <a:ext cx="56154" cy="132207"/>
            </a:xfrm>
            <a:custGeom>
              <a:avLst/>
              <a:gdLst>
                <a:gd name="connsiteX0" fmla="*/ 28172 w 56154"/>
                <a:gd name="connsiteY0" fmla="*/ 0 h 132207"/>
                <a:gd name="connsiteX1" fmla="*/ 0 w 56154"/>
                <a:gd name="connsiteY1" fmla="*/ 29051 h 132207"/>
                <a:gd name="connsiteX2" fmla="*/ 0 w 56154"/>
                <a:gd name="connsiteY2" fmla="*/ 125825 h 132207"/>
                <a:gd name="connsiteX3" fmla="*/ 6355 w 56154"/>
                <a:gd name="connsiteY3" fmla="*/ 132207 h 132207"/>
                <a:gd name="connsiteX4" fmla="*/ 49799 w 56154"/>
                <a:gd name="connsiteY4" fmla="*/ 132207 h 132207"/>
                <a:gd name="connsiteX5" fmla="*/ 56154 w 56154"/>
                <a:gd name="connsiteY5" fmla="*/ 125825 h 132207"/>
                <a:gd name="connsiteX6" fmla="*/ 56154 w 56154"/>
                <a:gd name="connsiteY6" fmla="*/ 29051 h 132207"/>
                <a:gd name="connsiteX7" fmla="*/ 27982 w 56154"/>
                <a:gd name="connsiteY7" fmla="*/ 0 h 132207"/>
                <a:gd name="connsiteX8" fmla="*/ 43538 w 56154"/>
                <a:gd name="connsiteY8" fmla="*/ 119348 h 132207"/>
                <a:gd name="connsiteX9" fmla="*/ 12805 w 56154"/>
                <a:gd name="connsiteY9" fmla="*/ 119348 h 132207"/>
                <a:gd name="connsiteX10" fmla="*/ 12805 w 56154"/>
                <a:gd name="connsiteY10" fmla="*/ 28956 h 132207"/>
                <a:gd name="connsiteX11" fmla="*/ 28172 w 56154"/>
                <a:gd name="connsiteY11" fmla="*/ 12764 h 132207"/>
                <a:gd name="connsiteX12" fmla="*/ 43538 w 56154"/>
                <a:gd name="connsiteY12" fmla="*/ 28956 h 132207"/>
                <a:gd name="connsiteX13" fmla="*/ 43538 w 56154"/>
                <a:gd name="connsiteY13" fmla="*/ 119348 h 13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132207">
                  <a:moveTo>
                    <a:pt x="28172" y="0"/>
                  </a:moveTo>
                  <a:cubicBezTo>
                    <a:pt x="12426" y="0"/>
                    <a:pt x="0" y="12764"/>
                    <a:pt x="0" y="29051"/>
                  </a:cubicBezTo>
                  <a:lnTo>
                    <a:pt x="0" y="125825"/>
                  </a:lnTo>
                  <a:cubicBezTo>
                    <a:pt x="0" y="129350"/>
                    <a:pt x="2846" y="132207"/>
                    <a:pt x="6355" y="132207"/>
                  </a:cubicBezTo>
                  <a:lnTo>
                    <a:pt x="49799" y="132207"/>
                  </a:lnTo>
                  <a:cubicBezTo>
                    <a:pt x="53308" y="132207"/>
                    <a:pt x="56154" y="129350"/>
                    <a:pt x="56154" y="125825"/>
                  </a:cubicBezTo>
                  <a:lnTo>
                    <a:pt x="56154" y="29051"/>
                  </a:lnTo>
                  <a:cubicBezTo>
                    <a:pt x="56154" y="12192"/>
                    <a:pt x="44297" y="0"/>
                    <a:pt x="27982" y="0"/>
                  </a:cubicBezTo>
                  <a:close/>
                  <a:moveTo>
                    <a:pt x="43538" y="119348"/>
                  </a:moveTo>
                  <a:lnTo>
                    <a:pt x="12805" y="119348"/>
                  </a:lnTo>
                  <a:lnTo>
                    <a:pt x="12805" y="28956"/>
                  </a:lnTo>
                  <a:cubicBezTo>
                    <a:pt x="12805" y="19717"/>
                    <a:pt x="19445" y="12764"/>
                    <a:pt x="28172" y="12764"/>
                  </a:cubicBezTo>
                  <a:cubicBezTo>
                    <a:pt x="36899" y="12764"/>
                    <a:pt x="43538" y="19241"/>
                    <a:pt x="43538" y="28956"/>
                  </a:cubicBezTo>
                  <a:lnTo>
                    <a:pt x="43538" y="11934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A2BD1913-7957-61CD-89F4-573FE468ADB7}"/>
                </a:ext>
              </a:extLst>
            </p:cNvPr>
            <p:cNvSpPr/>
            <p:nvPr/>
          </p:nvSpPr>
          <p:spPr>
            <a:xfrm>
              <a:off x="2956250" y="4201900"/>
              <a:ext cx="55395" cy="55625"/>
            </a:xfrm>
            <a:custGeom>
              <a:avLst/>
              <a:gdLst>
                <a:gd name="connsiteX0" fmla="*/ 27698 w 55395"/>
                <a:gd name="connsiteY0" fmla="*/ 55626 h 55625"/>
                <a:gd name="connsiteX1" fmla="*/ 55395 w 55395"/>
                <a:gd name="connsiteY1" fmla="*/ 27813 h 55625"/>
                <a:gd name="connsiteX2" fmla="*/ 27698 w 55395"/>
                <a:gd name="connsiteY2" fmla="*/ 0 h 55625"/>
                <a:gd name="connsiteX3" fmla="*/ 0 w 55395"/>
                <a:gd name="connsiteY3" fmla="*/ 27813 h 55625"/>
                <a:gd name="connsiteX4" fmla="*/ 27698 w 55395"/>
                <a:gd name="connsiteY4" fmla="*/ 55626 h 55625"/>
                <a:gd name="connsiteX5" fmla="*/ 27698 w 55395"/>
                <a:gd name="connsiteY5" fmla="*/ 12763 h 55625"/>
                <a:gd name="connsiteX6" fmla="*/ 42685 w 55395"/>
                <a:gd name="connsiteY6" fmla="*/ 27813 h 55625"/>
                <a:gd name="connsiteX7" fmla="*/ 27698 w 55395"/>
                <a:gd name="connsiteY7" fmla="*/ 42863 h 55625"/>
                <a:gd name="connsiteX8" fmla="*/ 12711 w 55395"/>
                <a:gd name="connsiteY8" fmla="*/ 27813 h 55625"/>
                <a:gd name="connsiteX9" fmla="*/ 27698 w 55395"/>
                <a:gd name="connsiteY9" fmla="*/ 1276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3"/>
                  </a:move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3"/>
                    <a:pt x="27698" y="1276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3BE17B59-8C72-ABB1-CE94-5DE100A79826}"/>
                </a:ext>
              </a:extLst>
            </p:cNvPr>
            <p:cNvSpPr/>
            <p:nvPr/>
          </p:nvSpPr>
          <p:spPr>
            <a:xfrm>
              <a:off x="3109156" y="4282481"/>
              <a:ext cx="56248" cy="119443"/>
            </a:xfrm>
            <a:custGeom>
              <a:avLst/>
              <a:gdLst>
                <a:gd name="connsiteX0" fmla="*/ 28172 w 56248"/>
                <a:gd name="connsiteY0" fmla="*/ 0 h 119443"/>
                <a:gd name="connsiteX1" fmla="*/ 0 w 56248"/>
                <a:gd name="connsiteY1" fmla="*/ 29051 h 119443"/>
                <a:gd name="connsiteX2" fmla="*/ 0 w 56248"/>
                <a:gd name="connsiteY2" fmla="*/ 113062 h 119443"/>
                <a:gd name="connsiteX3" fmla="*/ 6355 w 56248"/>
                <a:gd name="connsiteY3" fmla="*/ 119444 h 119443"/>
                <a:gd name="connsiteX4" fmla="*/ 49894 w 56248"/>
                <a:gd name="connsiteY4" fmla="*/ 119444 h 119443"/>
                <a:gd name="connsiteX5" fmla="*/ 56249 w 56248"/>
                <a:gd name="connsiteY5" fmla="*/ 113062 h 119443"/>
                <a:gd name="connsiteX6" fmla="*/ 56249 w 56248"/>
                <a:gd name="connsiteY6" fmla="*/ 29051 h 119443"/>
                <a:gd name="connsiteX7" fmla="*/ 28077 w 56248"/>
                <a:gd name="connsiteY7" fmla="*/ 0 h 119443"/>
                <a:gd name="connsiteX8" fmla="*/ 43538 w 56248"/>
                <a:gd name="connsiteY8" fmla="*/ 106585 h 119443"/>
                <a:gd name="connsiteX9" fmla="*/ 12805 w 56248"/>
                <a:gd name="connsiteY9" fmla="*/ 106585 h 119443"/>
                <a:gd name="connsiteX10" fmla="*/ 12805 w 56248"/>
                <a:gd name="connsiteY10" fmla="*/ 28956 h 119443"/>
                <a:gd name="connsiteX11" fmla="*/ 28172 w 56248"/>
                <a:gd name="connsiteY11" fmla="*/ 12763 h 119443"/>
                <a:gd name="connsiteX12" fmla="*/ 43538 w 56248"/>
                <a:gd name="connsiteY12" fmla="*/ 28956 h 119443"/>
                <a:gd name="connsiteX13" fmla="*/ 43538 w 56248"/>
                <a:gd name="connsiteY13" fmla="*/ 106585 h 11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248" h="119443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113062"/>
                  </a:lnTo>
                  <a:cubicBezTo>
                    <a:pt x="0" y="116586"/>
                    <a:pt x="2846" y="119444"/>
                    <a:pt x="6355" y="119444"/>
                  </a:cubicBezTo>
                  <a:lnTo>
                    <a:pt x="49894" y="119444"/>
                  </a:lnTo>
                  <a:cubicBezTo>
                    <a:pt x="53403" y="119444"/>
                    <a:pt x="56249" y="116586"/>
                    <a:pt x="56249" y="113062"/>
                  </a:cubicBezTo>
                  <a:lnTo>
                    <a:pt x="56249" y="29051"/>
                  </a:lnTo>
                  <a:cubicBezTo>
                    <a:pt x="56249" y="12763"/>
                    <a:pt x="43918" y="0"/>
                    <a:pt x="28077" y="0"/>
                  </a:cubicBezTo>
                  <a:close/>
                  <a:moveTo>
                    <a:pt x="43538" y="106585"/>
                  </a:moveTo>
                  <a:lnTo>
                    <a:pt x="12805" y="106585"/>
                  </a:lnTo>
                  <a:lnTo>
                    <a:pt x="12805" y="28956"/>
                  </a:lnTo>
                  <a:cubicBezTo>
                    <a:pt x="12805" y="19240"/>
                    <a:pt x="18971" y="12763"/>
                    <a:pt x="28172" y="12763"/>
                  </a:cubicBezTo>
                  <a:cubicBezTo>
                    <a:pt x="37373" y="12763"/>
                    <a:pt x="43538" y="19717"/>
                    <a:pt x="43538" y="28956"/>
                  </a:cubicBezTo>
                  <a:lnTo>
                    <a:pt x="43538" y="10658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099EED63-25EC-9CD5-3116-B65A6A8AB8D7}"/>
                </a:ext>
              </a:extLst>
            </p:cNvPr>
            <p:cNvSpPr/>
            <p:nvPr/>
          </p:nvSpPr>
          <p:spPr>
            <a:xfrm>
              <a:off x="3109630" y="4214663"/>
              <a:ext cx="55395" cy="55626"/>
            </a:xfrm>
            <a:custGeom>
              <a:avLst/>
              <a:gdLst>
                <a:gd name="connsiteX0" fmla="*/ 27698 w 55395"/>
                <a:gd name="connsiteY0" fmla="*/ 55626 h 55626"/>
                <a:gd name="connsiteX1" fmla="*/ 55395 w 55395"/>
                <a:gd name="connsiteY1" fmla="*/ 27813 h 55626"/>
                <a:gd name="connsiteX2" fmla="*/ 27698 w 55395"/>
                <a:gd name="connsiteY2" fmla="*/ 0 h 55626"/>
                <a:gd name="connsiteX3" fmla="*/ 0 w 55395"/>
                <a:gd name="connsiteY3" fmla="*/ 27813 h 55626"/>
                <a:gd name="connsiteX4" fmla="*/ 27698 w 55395"/>
                <a:gd name="connsiteY4" fmla="*/ 55626 h 55626"/>
                <a:gd name="connsiteX5" fmla="*/ 27698 w 55395"/>
                <a:gd name="connsiteY5" fmla="*/ 12764 h 55626"/>
                <a:gd name="connsiteX6" fmla="*/ 42685 w 55395"/>
                <a:gd name="connsiteY6" fmla="*/ 27813 h 55626"/>
                <a:gd name="connsiteX7" fmla="*/ 27698 w 55395"/>
                <a:gd name="connsiteY7" fmla="*/ 42863 h 55626"/>
                <a:gd name="connsiteX8" fmla="*/ 12711 w 55395"/>
                <a:gd name="connsiteY8" fmla="*/ 27813 h 55626"/>
                <a:gd name="connsiteX9" fmla="*/ 27698 w 55395"/>
                <a:gd name="connsiteY9" fmla="*/ 12764 h 5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6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4"/>
                  </a:moveTo>
                  <a:cubicBezTo>
                    <a:pt x="35950" y="12764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4"/>
                    <a:pt x="27698" y="12764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53C23726-6CFF-3B82-5AC4-443D612FE32D}"/>
                </a:ext>
              </a:extLst>
            </p:cNvPr>
            <p:cNvSpPr/>
            <p:nvPr/>
          </p:nvSpPr>
          <p:spPr>
            <a:xfrm>
              <a:off x="3187885" y="4243524"/>
              <a:ext cx="85558" cy="158495"/>
            </a:xfrm>
            <a:custGeom>
              <a:avLst/>
              <a:gdLst>
                <a:gd name="connsiteX0" fmla="*/ 42779 w 85558"/>
                <a:gd name="connsiteY0" fmla="*/ 0 h 158495"/>
                <a:gd name="connsiteX1" fmla="*/ 0 w 85558"/>
                <a:gd name="connsiteY1" fmla="*/ 44387 h 158495"/>
                <a:gd name="connsiteX2" fmla="*/ 0 w 85558"/>
                <a:gd name="connsiteY2" fmla="*/ 152114 h 158495"/>
                <a:gd name="connsiteX3" fmla="*/ 6355 w 85558"/>
                <a:gd name="connsiteY3" fmla="*/ 158496 h 158495"/>
                <a:gd name="connsiteX4" fmla="*/ 79204 w 85558"/>
                <a:gd name="connsiteY4" fmla="*/ 158496 h 158495"/>
                <a:gd name="connsiteX5" fmla="*/ 85559 w 85558"/>
                <a:gd name="connsiteY5" fmla="*/ 152114 h 158495"/>
                <a:gd name="connsiteX6" fmla="*/ 85559 w 85558"/>
                <a:gd name="connsiteY6" fmla="*/ 44387 h 158495"/>
                <a:gd name="connsiteX7" fmla="*/ 42779 w 85558"/>
                <a:gd name="connsiteY7" fmla="*/ 0 h 158495"/>
                <a:gd name="connsiteX8" fmla="*/ 72754 w 85558"/>
                <a:gd name="connsiteY8" fmla="*/ 145542 h 158495"/>
                <a:gd name="connsiteX9" fmla="*/ 12711 w 85558"/>
                <a:gd name="connsiteY9" fmla="*/ 145542 h 158495"/>
                <a:gd name="connsiteX10" fmla="*/ 12711 w 85558"/>
                <a:gd name="connsiteY10" fmla="*/ 44291 h 158495"/>
                <a:gd name="connsiteX11" fmla="*/ 42685 w 85558"/>
                <a:gd name="connsiteY11" fmla="*/ 12764 h 158495"/>
                <a:gd name="connsiteX12" fmla="*/ 72659 w 85558"/>
                <a:gd name="connsiteY12" fmla="*/ 44291 h 158495"/>
                <a:gd name="connsiteX13" fmla="*/ 72659 w 85558"/>
                <a:gd name="connsiteY13" fmla="*/ 145542 h 15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558" h="158495">
                  <a:moveTo>
                    <a:pt x="42779" y="0"/>
                  </a:moveTo>
                  <a:cubicBezTo>
                    <a:pt x="17928" y="0"/>
                    <a:pt x="0" y="18669"/>
                    <a:pt x="0" y="44387"/>
                  </a:cubicBezTo>
                  <a:lnTo>
                    <a:pt x="0" y="152114"/>
                  </a:lnTo>
                  <a:cubicBezTo>
                    <a:pt x="0" y="155639"/>
                    <a:pt x="2846" y="158496"/>
                    <a:pt x="6355" y="158496"/>
                  </a:cubicBezTo>
                  <a:lnTo>
                    <a:pt x="79204" y="158496"/>
                  </a:lnTo>
                  <a:cubicBezTo>
                    <a:pt x="82713" y="158496"/>
                    <a:pt x="85559" y="155639"/>
                    <a:pt x="85559" y="152114"/>
                  </a:cubicBezTo>
                  <a:lnTo>
                    <a:pt x="85559" y="44387"/>
                  </a:lnTo>
                  <a:cubicBezTo>
                    <a:pt x="85559" y="19526"/>
                    <a:pt x="66778" y="0"/>
                    <a:pt x="42779" y="0"/>
                  </a:cubicBezTo>
                  <a:close/>
                  <a:moveTo>
                    <a:pt x="72754" y="145542"/>
                  </a:moveTo>
                  <a:lnTo>
                    <a:pt x="12711" y="145542"/>
                  </a:lnTo>
                  <a:lnTo>
                    <a:pt x="12711" y="44291"/>
                  </a:lnTo>
                  <a:cubicBezTo>
                    <a:pt x="12711" y="25718"/>
                    <a:pt x="25042" y="12764"/>
                    <a:pt x="42685" y="12764"/>
                  </a:cubicBezTo>
                  <a:cubicBezTo>
                    <a:pt x="60327" y="12764"/>
                    <a:pt x="72659" y="26575"/>
                    <a:pt x="72659" y="44291"/>
                  </a:cubicBezTo>
                  <a:lnTo>
                    <a:pt x="72659" y="14554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FDE86BA9-0A02-6DB5-A190-E2B323EF7FF9}"/>
                </a:ext>
              </a:extLst>
            </p:cNvPr>
            <p:cNvSpPr/>
            <p:nvPr/>
          </p:nvSpPr>
          <p:spPr>
            <a:xfrm>
              <a:off x="3202967" y="4175611"/>
              <a:ext cx="55395" cy="55625"/>
            </a:xfrm>
            <a:custGeom>
              <a:avLst/>
              <a:gdLst>
                <a:gd name="connsiteX0" fmla="*/ 55395 w 55395"/>
                <a:gd name="connsiteY0" fmla="*/ 27813 h 55625"/>
                <a:gd name="connsiteX1" fmla="*/ 27698 w 55395"/>
                <a:gd name="connsiteY1" fmla="*/ 0 h 55625"/>
                <a:gd name="connsiteX2" fmla="*/ 0 w 55395"/>
                <a:gd name="connsiteY2" fmla="*/ 27813 h 55625"/>
                <a:gd name="connsiteX3" fmla="*/ 27698 w 55395"/>
                <a:gd name="connsiteY3" fmla="*/ 55626 h 55625"/>
                <a:gd name="connsiteX4" fmla="*/ 55395 w 55395"/>
                <a:gd name="connsiteY4" fmla="*/ 27813 h 55625"/>
                <a:gd name="connsiteX5" fmla="*/ 12711 w 55395"/>
                <a:gd name="connsiteY5" fmla="*/ 27813 h 55625"/>
                <a:gd name="connsiteX6" fmla="*/ 27698 w 55395"/>
                <a:gd name="connsiteY6" fmla="*/ 12763 h 55625"/>
                <a:gd name="connsiteX7" fmla="*/ 42685 w 55395"/>
                <a:gd name="connsiteY7" fmla="*/ 27813 h 55625"/>
                <a:gd name="connsiteX8" fmla="*/ 27698 w 55395"/>
                <a:gd name="connsiteY8" fmla="*/ 42863 h 55625"/>
                <a:gd name="connsiteX9" fmla="*/ 12711 w 55395"/>
                <a:gd name="connsiteY9" fmla="*/ 2781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55395" y="27813"/>
                  </a:move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ubicBezTo>
                    <a:pt x="42969" y="55626"/>
                    <a:pt x="55395" y="43148"/>
                    <a:pt x="55395" y="27813"/>
                  </a:cubicBezTo>
                  <a:close/>
                  <a:moveTo>
                    <a:pt x="12711" y="27813"/>
                  </a:moveTo>
                  <a:cubicBezTo>
                    <a:pt x="12711" y="19526"/>
                    <a:pt x="19445" y="12763"/>
                    <a:pt x="27698" y="12763"/>
                  </a:cubicBez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EB88666-464A-D91B-C835-F178F6CA1D4B}"/>
                </a:ext>
              </a:extLst>
            </p:cNvPr>
            <p:cNvSpPr/>
            <p:nvPr/>
          </p:nvSpPr>
          <p:spPr>
            <a:xfrm>
              <a:off x="3032418" y="4317819"/>
              <a:ext cx="56154" cy="84105"/>
            </a:xfrm>
            <a:custGeom>
              <a:avLst/>
              <a:gdLst>
                <a:gd name="connsiteX0" fmla="*/ 28172 w 56154"/>
                <a:gd name="connsiteY0" fmla="*/ 0 h 84105"/>
                <a:gd name="connsiteX1" fmla="*/ 0 w 56154"/>
                <a:gd name="connsiteY1" fmla="*/ 29051 h 84105"/>
                <a:gd name="connsiteX2" fmla="*/ 0 w 56154"/>
                <a:gd name="connsiteY2" fmla="*/ 77724 h 84105"/>
                <a:gd name="connsiteX3" fmla="*/ 6355 w 56154"/>
                <a:gd name="connsiteY3" fmla="*/ 84106 h 84105"/>
                <a:gd name="connsiteX4" fmla="*/ 49799 w 56154"/>
                <a:gd name="connsiteY4" fmla="*/ 84106 h 84105"/>
                <a:gd name="connsiteX5" fmla="*/ 56154 w 56154"/>
                <a:gd name="connsiteY5" fmla="*/ 77724 h 84105"/>
                <a:gd name="connsiteX6" fmla="*/ 56154 w 56154"/>
                <a:gd name="connsiteY6" fmla="*/ 29051 h 84105"/>
                <a:gd name="connsiteX7" fmla="*/ 27982 w 56154"/>
                <a:gd name="connsiteY7" fmla="*/ 0 h 84105"/>
                <a:gd name="connsiteX8" fmla="*/ 43538 w 56154"/>
                <a:gd name="connsiteY8" fmla="*/ 71247 h 84105"/>
                <a:gd name="connsiteX9" fmla="*/ 12805 w 56154"/>
                <a:gd name="connsiteY9" fmla="*/ 71247 h 84105"/>
                <a:gd name="connsiteX10" fmla="*/ 12805 w 56154"/>
                <a:gd name="connsiteY10" fmla="*/ 29051 h 84105"/>
                <a:gd name="connsiteX11" fmla="*/ 28172 w 56154"/>
                <a:gd name="connsiteY11" fmla="*/ 12859 h 84105"/>
                <a:gd name="connsiteX12" fmla="*/ 43538 w 56154"/>
                <a:gd name="connsiteY12" fmla="*/ 29051 h 84105"/>
                <a:gd name="connsiteX13" fmla="*/ 43538 w 56154"/>
                <a:gd name="connsiteY13" fmla="*/ 71247 h 8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84105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77724"/>
                  </a:lnTo>
                  <a:cubicBezTo>
                    <a:pt x="0" y="81248"/>
                    <a:pt x="2846" y="84106"/>
                    <a:pt x="6355" y="84106"/>
                  </a:cubicBezTo>
                  <a:lnTo>
                    <a:pt x="49799" y="84106"/>
                  </a:lnTo>
                  <a:cubicBezTo>
                    <a:pt x="53308" y="84106"/>
                    <a:pt x="56154" y="81248"/>
                    <a:pt x="56154" y="77724"/>
                  </a:cubicBezTo>
                  <a:lnTo>
                    <a:pt x="56154" y="29051"/>
                  </a:lnTo>
                  <a:cubicBezTo>
                    <a:pt x="56154" y="12763"/>
                    <a:pt x="43823" y="0"/>
                    <a:pt x="27982" y="0"/>
                  </a:cubicBezTo>
                  <a:close/>
                  <a:moveTo>
                    <a:pt x="43538" y="71247"/>
                  </a:moveTo>
                  <a:lnTo>
                    <a:pt x="12805" y="71247"/>
                  </a:lnTo>
                  <a:lnTo>
                    <a:pt x="12805" y="29051"/>
                  </a:lnTo>
                  <a:cubicBezTo>
                    <a:pt x="12805" y="19336"/>
                    <a:pt x="18971" y="12859"/>
                    <a:pt x="28172" y="12859"/>
                  </a:cubicBezTo>
                  <a:cubicBezTo>
                    <a:pt x="37373" y="12859"/>
                    <a:pt x="43538" y="19812"/>
                    <a:pt x="43538" y="29051"/>
                  </a:cubicBezTo>
                  <a:lnTo>
                    <a:pt x="43538" y="71247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0A81EE2E-10C4-0321-5679-43F320A405FA}"/>
                </a:ext>
              </a:extLst>
            </p:cNvPr>
            <p:cNvSpPr/>
            <p:nvPr/>
          </p:nvSpPr>
          <p:spPr>
            <a:xfrm>
              <a:off x="3029288" y="4245524"/>
              <a:ext cx="62604" cy="62865"/>
            </a:xfrm>
            <a:custGeom>
              <a:avLst/>
              <a:gdLst>
                <a:gd name="connsiteX0" fmla="*/ 31302 w 62604"/>
                <a:gd name="connsiteY0" fmla="*/ 0 h 62865"/>
                <a:gd name="connsiteX1" fmla="*/ 0 w 62604"/>
                <a:gd name="connsiteY1" fmla="*/ 31433 h 62865"/>
                <a:gd name="connsiteX2" fmla="*/ 31302 w 62604"/>
                <a:gd name="connsiteY2" fmla="*/ 62865 h 62865"/>
                <a:gd name="connsiteX3" fmla="*/ 62604 w 62604"/>
                <a:gd name="connsiteY3" fmla="*/ 31433 h 62865"/>
                <a:gd name="connsiteX4" fmla="*/ 31302 w 62604"/>
                <a:gd name="connsiteY4" fmla="*/ 0 h 62865"/>
                <a:gd name="connsiteX5" fmla="*/ 31302 w 62604"/>
                <a:gd name="connsiteY5" fmla="*/ 50006 h 62865"/>
                <a:gd name="connsiteX6" fmla="*/ 12805 w 62604"/>
                <a:gd name="connsiteY6" fmla="*/ 31433 h 62865"/>
                <a:gd name="connsiteX7" fmla="*/ 31302 w 62604"/>
                <a:gd name="connsiteY7" fmla="*/ 12859 h 62865"/>
                <a:gd name="connsiteX8" fmla="*/ 49799 w 62604"/>
                <a:gd name="connsiteY8" fmla="*/ 31433 h 62865"/>
                <a:gd name="connsiteX9" fmla="*/ 31302 w 62604"/>
                <a:gd name="connsiteY9" fmla="*/ 50006 h 6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604" h="62865">
                  <a:moveTo>
                    <a:pt x="31302" y="0"/>
                  </a:moveTo>
                  <a:cubicBezTo>
                    <a:pt x="14039" y="0"/>
                    <a:pt x="0" y="14097"/>
                    <a:pt x="0" y="31433"/>
                  </a:cubicBezTo>
                  <a:cubicBezTo>
                    <a:pt x="0" y="48768"/>
                    <a:pt x="14039" y="62865"/>
                    <a:pt x="31302" y="62865"/>
                  </a:cubicBezTo>
                  <a:cubicBezTo>
                    <a:pt x="48566" y="62865"/>
                    <a:pt x="62604" y="48768"/>
                    <a:pt x="62604" y="31433"/>
                  </a:cubicBezTo>
                  <a:cubicBezTo>
                    <a:pt x="62604" y="14097"/>
                    <a:pt x="48566" y="0"/>
                    <a:pt x="31302" y="0"/>
                  </a:cubicBezTo>
                  <a:close/>
                  <a:moveTo>
                    <a:pt x="31302" y="50006"/>
                  </a:moveTo>
                  <a:cubicBezTo>
                    <a:pt x="21058" y="50006"/>
                    <a:pt x="12805" y="41624"/>
                    <a:pt x="12805" y="31433"/>
                  </a:cubicBezTo>
                  <a:cubicBezTo>
                    <a:pt x="12805" y="21241"/>
                    <a:pt x="21153" y="12859"/>
                    <a:pt x="31302" y="12859"/>
                  </a:cubicBezTo>
                  <a:cubicBezTo>
                    <a:pt x="41452" y="12859"/>
                    <a:pt x="49799" y="21241"/>
                    <a:pt x="49799" y="31433"/>
                  </a:cubicBezTo>
                  <a:cubicBezTo>
                    <a:pt x="49799" y="41624"/>
                    <a:pt x="41452" y="50006"/>
                    <a:pt x="31302" y="5000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4BD53D38-38AE-95A2-82C3-13598BF88C1D}"/>
                </a:ext>
              </a:extLst>
            </p:cNvPr>
            <p:cNvSpPr/>
            <p:nvPr/>
          </p:nvSpPr>
          <p:spPr>
            <a:xfrm>
              <a:off x="2913091" y="4040153"/>
              <a:ext cx="203748" cy="361866"/>
            </a:xfrm>
            <a:custGeom>
              <a:avLst/>
              <a:gdLst>
                <a:gd name="connsiteX0" fmla="*/ 199195 w 203748"/>
                <a:gd name="connsiteY0" fmla="*/ 146602 h 361866"/>
                <a:gd name="connsiteX1" fmla="*/ 203748 w 203748"/>
                <a:gd name="connsiteY1" fmla="*/ 140411 h 361866"/>
                <a:gd name="connsiteX2" fmla="*/ 203748 w 203748"/>
                <a:gd name="connsiteY2" fmla="*/ 24682 h 361866"/>
                <a:gd name="connsiteX3" fmla="*/ 201187 w 203748"/>
                <a:gd name="connsiteY3" fmla="*/ 19538 h 361866"/>
                <a:gd name="connsiteX4" fmla="*/ 195496 w 203748"/>
                <a:gd name="connsiteY4" fmla="*/ 18586 h 361866"/>
                <a:gd name="connsiteX5" fmla="*/ 111454 w 203748"/>
                <a:gd name="connsiteY5" fmla="*/ 17633 h 361866"/>
                <a:gd name="connsiteX6" fmla="*/ 4553 w 203748"/>
                <a:gd name="connsiteY6" fmla="*/ 13824 h 361866"/>
                <a:gd name="connsiteX7" fmla="*/ 0 w 203748"/>
                <a:gd name="connsiteY7" fmla="*/ 20015 h 361866"/>
                <a:gd name="connsiteX8" fmla="*/ 0 w 203748"/>
                <a:gd name="connsiteY8" fmla="*/ 355485 h 361866"/>
                <a:gd name="connsiteX9" fmla="*/ 6355 w 203748"/>
                <a:gd name="connsiteY9" fmla="*/ 361867 h 361866"/>
                <a:gd name="connsiteX10" fmla="*/ 12711 w 203748"/>
                <a:gd name="connsiteY10" fmla="*/ 355485 h 361866"/>
                <a:gd name="connsiteX11" fmla="*/ 12711 w 203748"/>
                <a:gd name="connsiteY11" fmla="*/ 140506 h 361866"/>
                <a:gd name="connsiteX12" fmla="*/ 101400 w 203748"/>
                <a:gd name="connsiteY12" fmla="*/ 141458 h 361866"/>
                <a:gd name="connsiteX13" fmla="*/ 137919 w 203748"/>
                <a:gd name="connsiteY13" fmla="*/ 158699 h 361866"/>
                <a:gd name="connsiteX14" fmla="*/ 199100 w 203748"/>
                <a:gd name="connsiteY14" fmla="*/ 146602 h 361866"/>
                <a:gd name="connsiteX15" fmla="*/ 111454 w 203748"/>
                <a:gd name="connsiteY15" fmla="*/ 133267 h 361866"/>
                <a:gd name="connsiteX16" fmla="*/ 73418 w 203748"/>
                <a:gd name="connsiteY16" fmla="*/ 115646 h 361866"/>
                <a:gd name="connsiteX17" fmla="*/ 12805 w 203748"/>
                <a:gd name="connsiteY17" fmla="*/ 126981 h 361866"/>
                <a:gd name="connsiteX18" fmla="*/ 12805 w 203748"/>
                <a:gd name="connsiteY18" fmla="*/ 24682 h 361866"/>
                <a:gd name="connsiteX19" fmla="*/ 101495 w 203748"/>
                <a:gd name="connsiteY19" fmla="*/ 25730 h 361866"/>
                <a:gd name="connsiteX20" fmla="*/ 190943 w 203748"/>
                <a:gd name="connsiteY20" fmla="*/ 33350 h 361866"/>
                <a:gd name="connsiteX21" fmla="*/ 190943 w 203748"/>
                <a:gd name="connsiteY21" fmla="*/ 135744 h 361866"/>
                <a:gd name="connsiteX22" fmla="*/ 111454 w 203748"/>
                <a:gd name="connsiteY22" fmla="*/ 133362 h 3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3748" h="361866">
                  <a:moveTo>
                    <a:pt x="199195" y="146602"/>
                  </a:moveTo>
                  <a:cubicBezTo>
                    <a:pt x="201851" y="145745"/>
                    <a:pt x="203748" y="143268"/>
                    <a:pt x="203748" y="140411"/>
                  </a:cubicBezTo>
                  <a:lnTo>
                    <a:pt x="203748" y="24682"/>
                  </a:lnTo>
                  <a:cubicBezTo>
                    <a:pt x="203748" y="22682"/>
                    <a:pt x="202800" y="20682"/>
                    <a:pt x="201187" y="19538"/>
                  </a:cubicBezTo>
                  <a:cubicBezTo>
                    <a:pt x="199574" y="18300"/>
                    <a:pt x="197488" y="18014"/>
                    <a:pt x="195496" y="18586"/>
                  </a:cubicBezTo>
                  <a:cubicBezTo>
                    <a:pt x="128718" y="38874"/>
                    <a:pt x="120371" y="28587"/>
                    <a:pt x="111454" y="17633"/>
                  </a:cubicBezTo>
                  <a:cubicBezTo>
                    <a:pt x="97511" y="488"/>
                    <a:pt x="81670" y="-9798"/>
                    <a:pt x="4553" y="13824"/>
                  </a:cubicBezTo>
                  <a:cubicBezTo>
                    <a:pt x="1897" y="14681"/>
                    <a:pt x="0" y="17157"/>
                    <a:pt x="0" y="20015"/>
                  </a:cubicBezTo>
                  <a:lnTo>
                    <a:pt x="0" y="355485"/>
                  </a:lnTo>
                  <a:cubicBezTo>
                    <a:pt x="0" y="359010"/>
                    <a:pt x="2846" y="361867"/>
                    <a:pt x="6355" y="361867"/>
                  </a:cubicBezTo>
                  <a:cubicBezTo>
                    <a:pt x="9865" y="361867"/>
                    <a:pt x="12711" y="359010"/>
                    <a:pt x="12711" y="355485"/>
                  </a:cubicBezTo>
                  <a:lnTo>
                    <a:pt x="12711" y="140506"/>
                  </a:lnTo>
                  <a:cubicBezTo>
                    <a:pt x="83282" y="119456"/>
                    <a:pt x="92578" y="130600"/>
                    <a:pt x="101400" y="141458"/>
                  </a:cubicBezTo>
                  <a:cubicBezTo>
                    <a:pt x="109368" y="151174"/>
                    <a:pt x="117810" y="158699"/>
                    <a:pt x="137919" y="158699"/>
                  </a:cubicBezTo>
                  <a:cubicBezTo>
                    <a:pt x="151673" y="158699"/>
                    <a:pt x="170833" y="155270"/>
                    <a:pt x="199100" y="146602"/>
                  </a:cubicBezTo>
                  <a:close/>
                  <a:moveTo>
                    <a:pt x="111454" y="133267"/>
                  </a:moveTo>
                  <a:cubicBezTo>
                    <a:pt x="103297" y="123266"/>
                    <a:pt x="94570" y="115646"/>
                    <a:pt x="73418" y="115646"/>
                  </a:cubicBezTo>
                  <a:cubicBezTo>
                    <a:pt x="59569" y="115646"/>
                    <a:pt x="40503" y="118884"/>
                    <a:pt x="12805" y="126981"/>
                  </a:cubicBezTo>
                  <a:lnTo>
                    <a:pt x="12805" y="24682"/>
                  </a:lnTo>
                  <a:cubicBezTo>
                    <a:pt x="83472" y="3632"/>
                    <a:pt x="92673" y="14871"/>
                    <a:pt x="101495" y="25730"/>
                  </a:cubicBezTo>
                  <a:cubicBezTo>
                    <a:pt x="114300" y="41446"/>
                    <a:pt x="128433" y="51257"/>
                    <a:pt x="190943" y="33350"/>
                  </a:cubicBezTo>
                  <a:lnTo>
                    <a:pt x="190943" y="135744"/>
                  </a:lnTo>
                  <a:cubicBezTo>
                    <a:pt x="128338" y="154222"/>
                    <a:pt x="120181" y="144125"/>
                    <a:pt x="111454" y="133362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58E16FA3-36C0-AAA9-34F3-FBED5EC6EE7E}"/>
                </a:ext>
              </a:extLst>
            </p:cNvPr>
            <p:cNvSpPr/>
            <p:nvPr/>
          </p:nvSpPr>
          <p:spPr>
            <a:xfrm>
              <a:off x="3139604" y="4040043"/>
              <a:ext cx="133745" cy="117184"/>
            </a:xfrm>
            <a:custGeom>
              <a:avLst/>
              <a:gdLst>
                <a:gd name="connsiteX0" fmla="*/ 131279 w 133745"/>
                <a:gd name="connsiteY0" fmla="*/ 14410 h 117184"/>
                <a:gd name="connsiteX1" fmla="*/ 125588 w 133745"/>
                <a:gd name="connsiteY1" fmla="*/ 13457 h 117184"/>
                <a:gd name="connsiteX2" fmla="*/ 75979 w 133745"/>
                <a:gd name="connsiteY2" fmla="*/ 15077 h 117184"/>
                <a:gd name="connsiteX3" fmla="*/ 4553 w 133745"/>
                <a:gd name="connsiteY3" fmla="*/ 9933 h 117184"/>
                <a:gd name="connsiteX4" fmla="*/ 0 w 133745"/>
                <a:gd name="connsiteY4" fmla="*/ 16124 h 117184"/>
                <a:gd name="connsiteX5" fmla="*/ 0 w 133745"/>
                <a:gd name="connsiteY5" fmla="*/ 98992 h 117184"/>
                <a:gd name="connsiteX6" fmla="*/ 2561 w 133745"/>
                <a:gd name="connsiteY6" fmla="*/ 104135 h 117184"/>
                <a:gd name="connsiteX7" fmla="*/ 8252 w 133745"/>
                <a:gd name="connsiteY7" fmla="*/ 105088 h 117184"/>
                <a:gd name="connsiteX8" fmla="*/ 63932 w 133745"/>
                <a:gd name="connsiteY8" fmla="*/ 102421 h 117184"/>
                <a:gd name="connsiteX9" fmla="*/ 86413 w 133745"/>
                <a:gd name="connsiteY9" fmla="*/ 117185 h 117184"/>
                <a:gd name="connsiteX10" fmla="*/ 129192 w 133745"/>
                <a:gd name="connsiteY10" fmla="*/ 108422 h 117184"/>
                <a:gd name="connsiteX11" fmla="*/ 133745 w 133745"/>
                <a:gd name="connsiteY11" fmla="*/ 102230 h 117184"/>
                <a:gd name="connsiteX12" fmla="*/ 133745 w 133745"/>
                <a:gd name="connsiteY12" fmla="*/ 19363 h 117184"/>
                <a:gd name="connsiteX13" fmla="*/ 131184 w 133745"/>
                <a:gd name="connsiteY13" fmla="*/ 14219 h 117184"/>
                <a:gd name="connsiteX14" fmla="*/ 121035 w 133745"/>
                <a:gd name="connsiteY14" fmla="*/ 97658 h 117184"/>
                <a:gd name="connsiteX15" fmla="*/ 75979 w 133745"/>
                <a:gd name="connsiteY15" fmla="*/ 97944 h 117184"/>
                <a:gd name="connsiteX16" fmla="*/ 52644 w 133745"/>
                <a:gd name="connsiteY16" fmla="*/ 82895 h 117184"/>
                <a:gd name="connsiteX17" fmla="*/ 12805 w 133745"/>
                <a:gd name="connsiteY17" fmla="*/ 90419 h 117184"/>
                <a:gd name="connsiteX18" fmla="*/ 12805 w 133745"/>
                <a:gd name="connsiteY18" fmla="*/ 20887 h 117184"/>
                <a:gd name="connsiteX19" fmla="*/ 64027 w 133745"/>
                <a:gd name="connsiteY19" fmla="*/ 19649 h 117184"/>
                <a:gd name="connsiteX20" fmla="*/ 121035 w 133745"/>
                <a:gd name="connsiteY20" fmla="*/ 28126 h 117184"/>
                <a:gd name="connsiteX21" fmla="*/ 121035 w 133745"/>
                <a:gd name="connsiteY21" fmla="*/ 97658 h 11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3745" h="117184">
                  <a:moveTo>
                    <a:pt x="131279" y="14410"/>
                  </a:moveTo>
                  <a:cubicBezTo>
                    <a:pt x="129666" y="13172"/>
                    <a:pt x="127580" y="12791"/>
                    <a:pt x="125588" y="13457"/>
                  </a:cubicBezTo>
                  <a:cubicBezTo>
                    <a:pt x="80532" y="27173"/>
                    <a:pt x="78160" y="20792"/>
                    <a:pt x="75979" y="15077"/>
                  </a:cubicBezTo>
                  <a:cubicBezTo>
                    <a:pt x="69813" y="-1306"/>
                    <a:pt x="57482" y="-6259"/>
                    <a:pt x="4553" y="9933"/>
                  </a:cubicBezTo>
                  <a:cubicBezTo>
                    <a:pt x="1897" y="10790"/>
                    <a:pt x="0" y="13267"/>
                    <a:pt x="0" y="16124"/>
                  </a:cubicBezTo>
                  <a:lnTo>
                    <a:pt x="0" y="98992"/>
                  </a:lnTo>
                  <a:cubicBezTo>
                    <a:pt x="0" y="100992"/>
                    <a:pt x="949" y="102992"/>
                    <a:pt x="2561" y="104135"/>
                  </a:cubicBezTo>
                  <a:cubicBezTo>
                    <a:pt x="4174" y="105374"/>
                    <a:pt x="6260" y="105659"/>
                    <a:pt x="8252" y="105088"/>
                  </a:cubicBezTo>
                  <a:cubicBezTo>
                    <a:pt x="59095" y="89562"/>
                    <a:pt x="61750" y="96706"/>
                    <a:pt x="63932" y="102421"/>
                  </a:cubicBezTo>
                  <a:cubicBezTo>
                    <a:pt x="67442" y="111660"/>
                    <a:pt x="72754" y="117185"/>
                    <a:pt x="86413" y="117185"/>
                  </a:cubicBezTo>
                  <a:cubicBezTo>
                    <a:pt x="95898" y="117185"/>
                    <a:pt x="109462" y="114518"/>
                    <a:pt x="129192" y="108422"/>
                  </a:cubicBezTo>
                  <a:cubicBezTo>
                    <a:pt x="131848" y="107564"/>
                    <a:pt x="133745" y="105088"/>
                    <a:pt x="133745" y="102230"/>
                  </a:cubicBezTo>
                  <a:lnTo>
                    <a:pt x="133745" y="19363"/>
                  </a:lnTo>
                  <a:cubicBezTo>
                    <a:pt x="133745" y="17363"/>
                    <a:pt x="132797" y="15362"/>
                    <a:pt x="131184" y="14219"/>
                  </a:cubicBezTo>
                  <a:close/>
                  <a:moveTo>
                    <a:pt x="121035" y="97658"/>
                  </a:moveTo>
                  <a:cubicBezTo>
                    <a:pt x="80437" y="109565"/>
                    <a:pt x="78066" y="103469"/>
                    <a:pt x="75979" y="97944"/>
                  </a:cubicBezTo>
                  <a:cubicBezTo>
                    <a:pt x="72374" y="88514"/>
                    <a:pt x="66873" y="82895"/>
                    <a:pt x="52644" y="82895"/>
                  </a:cubicBezTo>
                  <a:cubicBezTo>
                    <a:pt x="43538" y="82895"/>
                    <a:pt x="30828" y="85276"/>
                    <a:pt x="12805" y="90419"/>
                  </a:cubicBezTo>
                  <a:lnTo>
                    <a:pt x="12805" y="20887"/>
                  </a:lnTo>
                  <a:cubicBezTo>
                    <a:pt x="59189" y="7171"/>
                    <a:pt x="61845" y="14029"/>
                    <a:pt x="64027" y="19649"/>
                  </a:cubicBezTo>
                  <a:cubicBezTo>
                    <a:pt x="69623" y="34412"/>
                    <a:pt x="79963" y="39746"/>
                    <a:pt x="121035" y="28126"/>
                  </a:cubicBezTo>
                  <a:lnTo>
                    <a:pt x="121035" y="9765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8C1AB9B9-DEBA-0B0F-D1EA-40FBA8A55025}"/>
              </a:ext>
            </a:extLst>
          </p:cNvPr>
          <p:cNvGrpSpPr/>
          <p:nvPr/>
        </p:nvGrpSpPr>
        <p:grpSpPr>
          <a:xfrm>
            <a:off x="2928669" y="5538820"/>
            <a:ext cx="474103" cy="476240"/>
            <a:chOff x="2913091" y="4040043"/>
            <a:chExt cx="360352" cy="361976"/>
          </a:xfrm>
          <a:solidFill>
            <a:schemeClr val="tx1"/>
          </a:solidFill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45CFEFB0-6388-4027-D13C-85D92A8F3EBC}"/>
                </a:ext>
              </a:extLst>
            </p:cNvPr>
            <p:cNvSpPr/>
            <p:nvPr/>
          </p:nvSpPr>
          <p:spPr>
            <a:xfrm>
              <a:off x="2955776" y="4269717"/>
              <a:ext cx="56154" cy="132207"/>
            </a:xfrm>
            <a:custGeom>
              <a:avLst/>
              <a:gdLst>
                <a:gd name="connsiteX0" fmla="*/ 28172 w 56154"/>
                <a:gd name="connsiteY0" fmla="*/ 0 h 132207"/>
                <a:gd name="connsiteX1" fmla="*/ 0 w 56154"/>
                <a:gd name="connsiteY1" fmla="*/ 29051 h 132207"/>
                <a:gd name="connsiteX2" fmla="*/ 0 w 56154"/>
                <a:gd name="connsiteY2" fmla="*/ 125825 h 132207"/>
                <a:gd name="connsiteX3" fmla="*/ 6355 w 56154"/>
                <a:gd name="connsiteY3" fmla="*/ 132207 h 132207"/>
                <a:gd name="connsiteX4" fmla="*/ 49799 w 56154"/>
                <a:gd name="connsiteY4" fmla="*/ 132207 h 132207"/>
                <a:gd name="connsiteX5" fmla="*/ 56154 w 56154"/>
                <a:gd name="connsiteY5" fmla="*/ 125825 h 132207"/>
                <a:gd name="connsiteX6" fmla="*/ 56154 w 56154"/>
                <a:gd name="connsiteY6" fmla="*/ 29051 h 132207"/>
                <a:gd name="connsiteX7" fmla="*/ 27982 w 56154"/>
                <a:gd name="connsiteY7" fmla="*/ 0 h 132207"/>
                <a:gd name="connsiteX8" fmla="*/ 43538 w 56154"/>
                <a:gd name="connsiteY8" fmla="*/ 119348 h 132207"/>
                <a:gd name="connsiteX9" fmla="*/ 12805 w 56154"/>
                <a:gd name="connsiteY9" fmla="*/ 119348 h 132207"/>
                <a:gd name="connsiteX10" fmla="*/ 12805 w 56154"/>
                <a:gd name="connsiteY10" fmla="*/ 28956 h 132207"/>
                <a:gd name="connsiteX11" fmla="*/ 28172 w 56154"/>
                <a:gd name="connsiteY11" fmla="*/ 12764 h 132207"/>
                <a:gd name="connsiteX12" fmla="*/ 43538 w 56154"/>
                <a:gd name="connsiteY12" fmla="*/ 28956 h 132207"/>
                <a:gd name="connsiteX13" fmla="*/ 43538 w 56154"/>
                <a:gd name="connsiteY13" fmla="*/ 119348 h 13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132207">
                  <a:moveTo>
                    <a:pt x="28172" y="0"/>
                  </a:moveTo>
                  <a:cubicBezTo>
                    <a:pt x="12426" y="0"/>
                    <a:pt x="0" y="12764"/>
                    <a:pt x="0" y="29051"/>
                  </a:cubicBezTo>
                  <a:lnTo>
                    <a:pt x="0" y="125825"/>
                  </a:lnTo>
                  <a:cubicBezTo>
                    <a:pt x="0" y="129350"/>
                    <a:pt x="2846" y="132207"/>
                    <a:pt x="6355" y="132207"/>
                  </a:cubicBezTo>
                  <a:lnTo>
                    <a:pt x="49799" y="132207"/>
                  </a:lnTo>
                  <a:cubicBezTo>
                    <a:pt x="53308" y="132207"/>
                    <a:pt x="56154" y="129350"/>
                    <a:pt x="56154" y="125825"/>
                  </a:cubicBezTo>
                  <a:lnTo>
                    <a:pt x="56154" y="29051"/>
                  </a:lnTo>
                  <a:cubicBezTo>
                    <a:pt x="56154" y="12192"/>
                    <a:pt x="44297" y="0"/>
                    <a:pt x="27982" y="0"/>
                  </a:cubicBezTo>
                  <a:close/>
                  <a:moveTo>
                    <a:pt x="43538" y="119348"/>
                  </a:moveTo>
                  <a:lnTo>
                    <a:pt x="12805" y="119348"/>
                  </a:lnTo>
                  <a:lnTo>
                    <a:pt x="12805" y="28956"/>
                  </a:lnTo>
                  <a:cubicBezTo>
                    <a:pt x="12805" y="19717"/>
                    <a:pt x="19445" y="12764"/>
                    <a:pt x="28172" y="12764"/>
                  </a:cubicBezTo>
                  <a:cubicBezTo>
                    <a:pt x="36899" y="12764"/>
                    <a:pt x="43538" y="19241"/>
                    <a:pt x="43538" y="28956"/>
                  </a:cubicBezTo>
                  <a:lnTo>
                    <a:pt x="43538" y="11934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F3E1E46F-C03D-6CC4-B33A-2B83B77CB2C0}"/>
                </a:ext>
              </a:extLst>
            </p:cNvPr>
            <p:cNvSpPr/>
            <p:nvPr/>
          </p:nvSpPr>
          <p:spPr>
            <a:xfrm>
              <a:off x="2956250" y="4201900"/>
              <a:ext cx="55395" cy="55625"/>
            </a:xfrm>
            <a:custGeom>
              <a:avLst/>
              <a:gdLst>
                <a:gd name="connsiteX0" fmla="*/ 27698 w 55395"/>
                <a:gd name="connsiteY0" fmla="*/ 55626 h 55625"/>
                <a:gd name="connsiteX1" fmla="*/ 55395 w 55395"/>
                <a:gd name="connsiteY1" fmla="*/ 27813 h 55625"/>
                <a:gd name="connsiteX2" fmla="*/ 27698 w 55395"/>
                <a:gd name="connsiteY2" fmla="*/ 0 h 55625"/>
                <a:gd name="connsiteX3" fmla="*/ 0 w 55395"/>
                <a:gd name="connsiteY3" fmla="*/ 27813 h 55625"/>
                <a:gd name="connsiteX4" fmla="*/ 27698 w 55395"/>
                <a:gd name="connsiteY4" fmla="*/ 55626 h 55625"/>
                <a:gd name="connsiteX5" fmla="*/ 27698 w 55395"/>
                <a:gd name="connsiteY5" fmla="*/ 12763 h 55625"/>
                <a:gd name="connsiteX6" fmla="*/ 42685 w 55395"/>
                <a:gd name="connsiteY6" fmla="*/ 27813 h 55625"/>
                <a:gd name="connsiteX7" fmla="*/ 27698 w 55395"/>
                <a:gd name="connsiteY7" fmla="*/ 42863 h 55625"/>
                <a:gd name="connsiteX8" fmla="*/ 12711 w 55395"/>
                <a:gd name="connsiteY8" fmla="*/ 27813 h 55625"/>
                <a:gd name="connsiteX9" fmla="*/ 27698 w 55395"/>
                <a:gd name="connsiteY9" fmla="*/ 1276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3"/>
                  </a:move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3"/>
                    <a:pt x="27698" y="1276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57EF4EE-D5DA-5FE8-D795-93D987B0B968}"/>
                </a:ext>
              </a:extLst>
            </p:cNvPr>
            <p:cNvSpPr/>
            <p:nvPr/>
          </p:nvSpPr>
          <p:spPr>
            <a:xfrm>
              <a:off x="3109156" y="4282481"/>
              <a:ext cx="56248" cy="119443"/>
            </a:xfrm>
            <a:custGeom>
              <a:avLst/>
              <a:gdLst>
                <a:gd name="connsiteX0" fmla="*/ 28172 w 56248"/>
                <a:gd name="connsiteY0" fmla="*/ 0 h 119443"/>
                <a:gd name="connsiteX1" fmla="*/ 0 w 56248"/>
                <a:gd name="connsiteY1" fmla="*/ 29051 h 119443"/>
                <a:gd name="connsiteX2" fmla="*/ 0 w 56248"/>
                <a:gd name="connsiteY2" fmla="*/ 113062 h 119443"/>
                <a:gd name="connsiteX3" fmla="*/ 6355 w 56248"/>
                <a:gd name="connsiteY3" fmla="*/ 119444 h 119443"/>
                <a:gd name="connsiteX4" fmla="*/ 49894 w 56248"/>
                <a:gd name="connsiteY4" fmla="*/ 119444 h 119443"/>
                <a:gd name="connsiteX5" fmla="*/ 56249 w 56248"/>
                <a:gd name="connsiteY5" fmla="*/ 113062 h 119443"/>
                <a:gd name="connsiteX6" fmla="*/ 56249 w 56248"/>
                <a:gd name="connsiteY6" fmla="*/ 29051 h 119443"/>
                <a:gd name="connsiteX7" fmla="*/ 28077 w 56248"/>
                <a:gd name="connsiteY7" fmla="*/ 0 h 119443"/>
                <a:gd name="connsiteX8" fmla="*/ 43538 w 56248"/>
                <a:gd name="connsiteY8" fmla="*/ 106585 h 119443"/>
                <a:gd name="connsiteX9" fmla="*/ 12805 w 56248"/>
                <a:gd name="connsiteY9" fmla="*/ 106585 h 119443"/>
                <a:gd name="connsiteX10" fmla="*/ 12805 w 56248"/>
                <a:gd name="connsiteY10" fmla="*/ 28956 h 119443"/>
                <a:gd name="connsiteX11" fmla="*/ 28172 w 56248"/>
                <a:gd name="connsiteY11" fmla="*/ 12763 h 119443"/>
                <a:gd name="connsiteX12" fmla="*/ 43538 w 56248"/>
                <a:gd name="connsiteY12" fmla="*/ 28956 h 119443"/>
                <a:gd name="connsiteX13" fmla="*/ 43538 w 56248"/>
                <a:gd name="connsiteY13" fmla="*/ 106585 h 11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248" h="119443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113062"/>
                  </a:lnTo>
                  <a:cubicBezTo>
                    <a:pt x="0" y="116586"/>
                    <a:pt x="2846" y="119444"/>
                    <a:pt x="6355" y="119444"/>
                  </a:cubicBezTo>
                  <a:lnTo>
                    <a:pt x="49894" y="119444"/>
                  </a:lnTo>
                  <a:cubicBezTo>
                    <a:pt x="53403" y="119444"/>
                    <a:pt x="56249" y="116586"/>
                    <a:pt x="56249" y="113062"/>
                  </a:cubicBezTo>
                  <a:lnTo>
                    <a:pt x="56249" y="29051"/>
                  </a:lnTo>
                  <a:cubicBezTo>
                    <a:pt x="56249" y="12763"/>
                    <a:pt x="43918" y="0"/>
                    <a:pt x="28077" y="0"/>
                  </a:cubicBezTo>
                  <a:close/>
                  <a:moveTo>
                    <a:pt x="43538" y="106585"/>
                  </a:moveTo>
                  <a:lnTo>
                    <a:pt x="12805" y="106585"/>
                  </a:lnTo>
                  <a:lnTo>
                    <a:pt x="12805" y="28956"/>
                  </a:lnTo>
                  <a:cubicBezTo>
                    <a:pt x="12805" y="19240"/>
                    <a:pt x="18971" y="12763"/>
                    <a:pt x="28172" y="12763"/>
                  </a:cubicBezTo>
                  <a:cubicBezTo>
                    <a:pt x="37373" y="12763"/>
                    <a:pt x="43538" y="19717"/>
                    <a:pt x="43538" y="28956"/>
                  </a:cubicBezTo>
                  <a:lnTo>
                    <a:pt x="43538" y="10658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1D240144-1194-203D-964F-DBB0BB1BA1F8}"/>
                </a:ext>
              </a:extLst>
            </p:cNvPr>
            <p:cNvSpPr/>
            <p:nvPr/>
          </p:nvSpPr>
          <p:spPr>
            <a:xfrm>
              <a:off x="3109630" y="4214663"/>
              <a:ext cx="55395" cy="55626"/>
            </a:xfrm>
            <a:custGeom>
              <a:avLst/>
              <a:gdLst>
                <a:gd name="connsiteX0" fmla="*/ 27698 w 55395"/>
                <a:gd name="connsiteY0" fmla="*/ 55626 h 55626"/>
                <a:gd name="connsiteX1" fmla="*/ 55395 w 55395"/>
                <a:gd name="connsiteY1" fmla="*/ 27813 h 55626"/>
                <a:gd name="connsiteX2" fmla="*/ 27698 w 55395"/>
                <a:gd name="connsiteY2" fmla="*/ 0 h 55626"/>
                <a:gd name="connsiteX3" fmla="*/ 0 w 55395"/>
                <a:gd name="connsiteY3" fmla="*/ 27813 h 55626"/>
                <a:gd name="connsiteX4" fmla="*/ 27698 w 55395"/>
                <a:gd name="connsiteY4" fmla="*/ 55626 h 55626"/>
                <a:gd name="connsiteX5" fmla="*/ 27698 w 55395"/>
                <a:gd name="connsiteY5" fmla="*/ 12764 h 55626"/>
                <a:gd name="connsiteX6" fmla="*/ 42685 w 55395"/>
                <a:gd name="connsiteY6" fmla="*/ 27813 h 55626"/>
                <a:gd name="connsiteX7" fmla="*/ 27698 w 55395"/>
                <a:gd name="connsiteY7" fmla="*/ 42863 h 55626"/>
                <a:gd name="connsiteX8" fmla="*/ 12711 w 55395"/>
                <a:gd name="connsiteY8" fmla="*/ 27813 h 55626"/>
                <a:gd name="connsiteX9" fmla="*/ 27698 w 55395"/>
                <a:gd name="connsiteY9" fmla="*/ 12764 h 5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6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4"/>
                  </a:moveTo>
                  <a:cubicBezTo>
                    <a:pt x="35950" y="12764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4"/>
                    <a:pt x="27698" y="12764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E7F9A2B0-7087-B4DB-29D5-2720B8C201F3}"/>
                </a:ext>
              </a:extLst>
            </p:cNvPr>
            <p:cNvSpPr/>
            <p:nvPr/>
          </p:nvSpPr>
          <p:spPr>
            <a:xfrm>
              <a:off x="3187885" y="4243524"/>
              <a:ext cx="85558" cy="158495"/>
            </a:xfrm>
            <a:custGeom>
              <a:avLst/>
              <a:gdLst>
                <a:gd name="connsiteX0" fmla="*/ 42779 w 85558"/>
                <a:gd name="connsiteY0" fmla="*/ 0 h 158495"/>
                <a:gd name="connsiteX1" fmla="*/ 0 w 85558"/>
                <a:gd name="connsiteY1" fmla="*/ 44387 h 158495"/>
                <a:gd name="connsiteX2" fmla="*/ 0 w 85558"/>
                <a:gd name="connsiteY2" fmla="*/ 152114 h 158495"/>
                <a:gd name="connsiteX3" fmla="*/ 6355 w 85558"/>
                <a:gd name="connsiteY3" fmla="*/ 158496 h 158495"/>
                <a:gd name="connsiteX4" fmla="*/ 79204 w 85558"/>
                <a:gd name="connsiteY4" fmla="*/ 158496 h 158495"/>
                <a:gd name="connsiteX5" fmla="*/ 85559 w 85558"/>
                <a:gd name="connsiteY5" fmla="*/ 152114 h 158495"/>
                <a:gd name="connsiteX6" fmla="*/ 85559 w 85558"/>
                <a:gd name="connsiteY6" fmla="*/ 44387 h 158495"/>
                <a:gd name="connsiteX7" fmla="*/ 42779 w 85558"/>
                <a:gd name="connsiteY7" fmla="*/ 0 h 158495"/>
                <a:gd name="connsiteX8" fmla="*/ 72754 w 85558"/>
                <a:gd name="connsiteY8" fmla="*/ 145542 h 158495"/>
                <a:gd name="connsiteX9" fmla="*/ 12711 w 85558"/>
                <a:gd name="connsiteY9" fmla="*/ 145542 h 158495"/>
                <a:gd name="connsiteX10" fmla="*/ 12711 w 85558"/>
                <a:gd name="connsiteY10" fmla="*/ 44291 h 158495"/>
                <a:gd name="connsiteX11" fmla="*/ 42685 w 85558"/>
                <a:gd name="connsiteY11" fmla="*/ 12764 h 158495"/>
                <a:gd name="connsiteX12" fmla="*/ 72659 w 85558"/>
                <a:gd name="connsiteY12" fmla="*/ 44291 h 158495"/>
                <a:gd name="connsiteX13" fmla="*/ 72659 w 85558"/>
                <a:gd name="connsiteY13" fmla="*/ 145542 h 15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558" h="158495">
                  <a:moveTo>
                    <a:pt x="42779" y="0"/>
                  </a:moveTo>
                  <a:cubicBezTo>
                    <a:pt x="17928" y="0"/>
                    <a:pt x="0" y="18669"/>
                    <a:pt x="0" y="44387"/>
                  </a:cubicBezTo>
                  <a:lnTo>
                    <a:pt x="0" y="152114"/>
                  </a:lnTo>
                  <a:cubicBezTo>
                    <a:pt x="0" y="155639"/>
                    <a:pt x="2846" y="158496"/>
                    <a:pt x="6355" y="158496"/>
                  </a:cubicBezTo>
                  <a:lnTo>
                    <a:pt x="79204" y="158496"/>
                  </a:lnTo>
                  <a:cubicBezTo>
                    <a:pt x="82713" y="158496"/>
                    <a:pt x="85559" y="155639"/>
                    <a:pt x="85559" y="152114"/>
                  </a:cubicBezTo>
                  <a:lnTo>
                    <a:pt x="85559" y="44387"/>
                  </a:lnTo>
                  <a:cubicBezTo>
                    <a:pt x="85559" y="19526"/>
                    <a:pt x="66778" y="0"/>
                    <a:pt x="42779" y="0"/>
                  </a:cubicBezTo>
                  <a:close/>
                  <a:moveTo>
                    <a:pt x="72754" y="145542"/>
                  </a:moveTo>
                  <a:lnTo>
                    <a:pt x="12711" y="145542"/>
                  </a:lnTo>
                  <a:lnTo>
                    <a:pt x="12711" y="44291"/>
                  </a:lnTo>
                  <a:cubicBezTo>
                    <a:pt x="12711" y="25718"/>
                    <a:pt x="25042" y="12764"/>
                    <a:pt x="42685" y="12764"/>
                  </a:cubicBezTo>
                  <a:cubicBezTo>
                    <a:pt x="60327" y="12764"/>
                    <a:pt x="72659" y="26575"/>
                    <a:pt x="72659" y="44291"/>
                  </a:cubicBezTo>
                  <a:lnTo>
                    <a:pt x="72659" y="14554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A988AE30-BB52-8470-3B50-D2541673A6F9}"/>
                </a:ext>
              </a:extLst>
            </p:cNvPr>
            <p:cNvSpPr/>
            <p:nvPr/>
          </p:nvSpPr>
          <p:spPr>
            <a:xfrm>
              <a:off x="3202967" y="4175611"/>
              <a:ext cx="55395" cy="55625"/>
            </a:xfrm>
            <a:custGeom>
              <a:avLst/>
              <a:gdLst>
                <a:gd name="connsiteX0" fmla="*/ 55395 w 55395"/>
                <a:gd name="connsiteY0" fmla="*/ 27813 h 55625"/>
                <a:gd name="connsiteX1" fmla="*/ 27698 w 55395"/>
                <a:gd name="connsiteY1" fmla="*/ 0 h 55625"/>
                <a:gd name="connsiteX2" fmla="*/ 0 w 55395"/>
                <a:gd name="connsiteY2" fmla="*/ 27813 h 55625"/>
                <a:gd name="connsiteX3" fmla="*/ 27698 w 55395"/>
                <a:gd name="connsiteY3" fmla="*/ 55626 h 55625"/>
                <a:gd name="connsiteX4" fmla="*/ 55395 w 55395"/>
                <a:gd name="connsiteY4" fmla="*/ 27813 h 55625"/>
                <a:gd name="connsiteX5" fmla="*/ 12711 w 55395"/>
                <a:gd name="connsiteY5" fmla="*/ 27813 h 55625"/>
                <a:gd name="connsiteX6" fmla="*/ 27698 w 55395"/>
                <a:gd name="connsiteY6" fmla="*/ 12763 h 55625"/>
                <a:gd name="connsiteX7" fmla="*/ 42685 w 55395"/>
                <a:gd name="connsiteY7" fmla="*/ 27813 h 55625"/>
                <a:gd name="connsiteX8" fmla="*/ 27698 w 55395"/>
                <a:gd name="connsiteY8" fmla="*/ 42863 h 55625"/>
                <a:gd name="connsiteX9" fmla="*/ 12711 w 55395"/>
                <a:gd name="connsiteY9" fmla="*/ 2781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55395" y="27813"/>
                  </a:move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ubicBezTo>
                    <a:pt x="42969" y="55626"/>
                    <a:pt x="55395" y="43148"/>
                    <a:pt x="55395" y="27813"/>
                  </a:cubicBezTo>
                  <a:close/>
                  <a:moveTo>
                    <a:pt x="12711" y="27813"/>
                  </a:moveTo>
                  <a:cubicBezTo>
                    <a:pt x="12711" y="19526"/>
                    <a:pt x="19445" y="12763"/>
                    <a:pt x="27698" y="12763"/>
                  </a:cubicBez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AADC6E4F-DAC8-F858-BA10-DE4483E532F0}"/>
                </a:ext>
              </a:extLst>
            </p:cNvPr>
            <p:cNvSpPr/>
            <p:nvPr/>
          </p:nvSpPr>
          <p:spPr>
            <a:xfrm>
              <a:off x="3032418" y="4317819"/>
              <a:ext cx="56154" cy="84105"/>
            </a:xfrm>
            <a:custGeom>
              <a:avLst/>
              <a:gdLst>
                <a:gd name="connsiteX0" fmla="*/ 28172 w 56154"/>
                <a:gd name="connsiteY0" fmla="*/ 0 h 84105"/>
                <a:gd name="connsiteX1" fmla="*/ 0 w 56154"/>
                <a:gd name="connsiteY1" fmla="*/ 29051 h 84105"/>
                <a:gd name="connsiteX2" fmla="*/ 0 w 56154"/>
                <a:gd name="connsiteY2" fmla="*/ 77724 h 84105"/>
                <a:gd name="connsiteX3" fmla="*/ 6355 w 56154"/>
                <a:gd name="connsiteY3" fmla="*/ 84106 h 84105"/>
                <a:gd name="connsiteX4" fmla="*/ 49799 w 56154"/>
                <a:gd name="connsiteY4" fmla="*/ 84106 h 84105"/>
                <a:gd name="connsiteX5" fmla="*/ 56154 w 56154"/>
                <a:gd name="connsiteY5" fmla="*/ 77724 h 84105"/>
                <a:gd name="connsiteX6" fmla="*/ 56154 w 56154"/>
                <a:gd name="connsiteY6" fmla="*/ 29051 h 84105"/>
                <a:gd name="connsiteX7" fmla="*/ 27982 w 56154"/>
                <a:gd name="connsiteY7" fmla="*/ 0 h 84105"/>
                <a:gd name="connsiteX8" fmla="*/ 43538 w 56154"/>
                <a:gd name="connsiteY8" fmla="*/ 71247 h 84105"/>
                <a:gd name="connsiteX9" fmla="*/ 12805 w 56154"/>
                <a:gd name="connsiteY9" fmla="*/ 71247 h 84105"/>
                <a:gd name="connsiteX10" fmla="*/ 12805 w 56154"/>
                <a:gd name="connsiteY10" fmla="*/ 29051 h 84105"/>
                <a:gd name="connsiteX11" fmla="*/ 28172 w 56154"/>
                <a:gd name="connsiteY11" fmla="*/ 12859 h 84105"/>
                <a:gd name="connsiteX12" fmla="*/ 43538 w 56154"/>
                <a:gd name="connsiteY12" fmla="*/ 29051 h 84105"/>
                <a:gd name="connsiteX13" fmla="*/ 43538 w 56154"/>
                <a:gd name="connsiteY13" fmla="*/ 71247 h 8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84105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77724"/>
                  </a:lnTo>
                  <a:cubicBezTo>
                    <a:pt x="0" y="81248"/>
                    <a:pt x="2846" y="84106"/>
                    <a:pt x="6355" y="84106"/>
                  </a:cubicBezTo>
                  <a:lnTo>
                    <a:pt x="49799" y="84106"/>
                  </a:lnTo>
                  <a:cubicBezTo>
                    <a:pt x="53308" y="84106"/>
                    <a:pt x="56154" y="81248"/>
                    <a:pt x="56154" y="77724"/>
                  </a:cubicBezTo>
                  <a:lnTo>
                    <a:pt x="56154" y="29051"/>
                  </a:lnTo>
                  <a:cubicBezTo>
                    <a:pt x="56154" y="12763"/>
                    <a:pt x="43823" y="0"/>
                    <a:pt x="27982" y="0"/>
                  </a:cubicBezTo>
                  <a:close/>
                  <a:moveTo>
                    <a:pt x="43538" y="71247"/>
                  </a:moveTo>
                  <a:lnTo>
                    <a:pt x="12805" y="71247"/>
                  </a:lnTo>
                  <a:lnTo>
                    <a:pt x="12805" y="29051"/>
                  </a:lnTo>
                  <a:cubicBezTo>
                    <a:pt x="12805" y="19336"/>
                    <a:pt x="18971" y="12859"/>
                    <a:pt x="28172" y="12859"/>
                  </a:cubicBezTo>
                  <a:cubicBezTo>
                    <a:pt x="37373" y="12859"/>
                    <a:pt x="43538" y="19812"/>
                    <a:pt x="43538" y="29051"/>
                  </a:cubicBezTo>
                  <a:lnTo>
                    <a:pt x="43538" y="71247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4D88E5FD-F202-BD3C-9F2F-85BB6B66B58A}"/>
                </a:ext>
              </a:extLst>
            </p:cNvPr>
            <p:cNvSpPr/>
            <p:nvPr/>
          </p:nvSpPr>
          <p:spPr>
            <a:xfrm>
              <a:off x="3029288" y="4245524"/>
              <a:ext cx="62604" cy="62865"/>
            </a:xfrm>
            <a:custGeom>
              <a:avLst/>
              <a:gdLst>
                <a:gd name="connsiteX0" fmla="*/ 31302 w 62604"/>
                <a:gd name="connsiteY0" fmla="*/ 0 h 62865"/>
                <a:gd name="connsiteX1" fmla="*/ 0 w 62604"/>
                <a:gd name="connsiteY1" fmla="*/ 31433 h 62865"/>
                <a:gd name="connsiteX2" fmla="*/ 31302 w 62604"/>
                <a:gd name="connsiteY2" fmla="*/ 62865 h 62865"/>
                <a:gd name="connsiteX3" fmla="*/ 62604 w 62604"/>
                <a:gd name="connsiteY3" fmla="*/ 31433 h 62865"/>
                <a:gd name="connsiteX4" fmla="*/ 31302 w 62604"/>
                <a:gd name="connsiteY4" fmla="*/ 0 h 62865"/>
                <a:gd name="connsiteX5" fmla="*/ 31302 w 62604"/>
                <a:gd name="connsiteY5" fmla="*/ 50006 h 62865"/>
                <a:gd name="connsiteX6" fmla="*/ 12805 w 62604"/>
                <a:gd name="connsiteY6" fmla="*/ 31433 h 62865"/>
                <a:gd name="connsiteX7" fmla="*/ 31302 w 62604"/>
                <a:gd name="connsiteY7" fmla="*/ 12859 h 62865"/>
                <a:gd name="connsiteX8" fmla="*/ 49799 w 62604"/>
                <a:gd name="connsiteY8" fmla="*/ 31433 h 62865"/>
                <a:gd name="connsiteX9" fmla="*/ 31302 w 62604"/>
                <a:gd name="connsiteY9" fmla="*/ 50006 h 6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604" h="62865">
                  <a:moveTo>
                    <a:pt x="31302" y="0"/>
                  </a:moveTo>
                  <a:cubicBezTo>
                    <a:pt x="14039" y="0"/>
                    <a:pt x="0" y="14097"/>
                    <a:pt x="0" y="31433"/>
                  </a:cubicBezTo>
                  <a:cubicBezTo>
                    <a:pt x="0" y="48768"/>
                    <a:pt x="14039" y="62865"/>
                    <a:pt x="31302" y="62865"/>
                  </a:cubicBezTo>
                  <a:cubicBezTo>
                    <a:pt x="48566" y="62865"/>
                    <a:pt x="62604" y="48768"/>
                    <a:pt x="62604" y="31433"/>
                  </a:cubicBezTo>
                  <a:cubicBezTo>
                    <a:pt x="62604" y="14097"/>
                    <a:pt x="48566" y="0"/>
                    <a:pt x="31302" y="0"/>
                  </a:cubicBezTo>
                  <a:close/>
                  <a:moveTo>
                    <a:pt x="31302" y="50006"/>
                  </a:moveTo>
                  <a:cubicBezTo>
                    <a:pt x="21058" y="50006"/>
                    <a:pt x="12805" y="41624"/>
                    <a:pt x="12805" y="31433"/>
                  </a:cubicBezTo>
                  <a:cubicBezTo>
                    <a:pt x="12805" y="21241"/>
                    <a:pt x="21153" y="12859"/>
                    <a:pt x="31302" y="12859"/>
                  </a:cubicBezTo>
                  <a:cubicBezTo>
                    <a:pt x="41452" y="12859"/>
                    <a:pt x="49799" y="21241"/>
                    <a:pt x="49799" y="31433"/>
                  </a:cubicBezTo>
                  <a:cubicBezTo>
                    <a:pt x="49799" y="41624"/>
                    <a:pt x="41452" y="50006"/>
                    <a:pt x="31302" y="5000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02DE3B67-B7E2-7A4D-1D0B-EFA725E21113}"/>
                </a:ext>
              </a:extLst>
            </p:cNvPr>
            <p:cNvSpPr/>
            <p:nvPr/>
          </p:nvSpPr>
          <p:spPr>
            <a:xfrm>
              <a:off x="2913091" y="4040153"/>
              <a:ext cx="203748" cy="361866"/>
            </a:xfrm>
            <a:custGeom>
              <a:avLst/>
              <a:gdLst>
                <a:gd name="connsiteX0" fmla="*/ 199195 w 203748"/>
                <a:gd name="connsiteY0" fmla="*/ 146602 h 361866"/>
                <a:gd name="connsiteX1" fmla="*/ 203748 w 203748"/>
                <a:gd name="connsiteY1" fmla="*/ 140411 h 361866"/>
                <a:gd name="connsiteX2" fmla="*/ 203748 w 203748"/>
                <a:gd name="connsiteY2" fmla="*/ 24682 h 361866"/>
                <a:gd name="connsiteX3" fmla="*/ 201187 w 203748"/>
                <a:gd name="connsiteY3" fmla="*/ 19538 h 361866"/>
                <a:gd name="connsiteX4" fmla="*/ 195496 w 203748"/>
                <a:gd name="connsiteY4" fmla="*/ 18586 h 361866"/>
                <a:gd name="connsiteX5" fmla="*/ 111454 w 203748"/>
                <a:gd name="connsiteY5" fmla="*/ 17633 h 361866"/>
                <a:gd name="connsiteX6" fmla="*/ 4553 w 203748"/>
                <a:gd name="connsiteY6" fmla="*/ 13824 h 361866"/>
                <a:gd name="connsiteX7" fmla="*/ 0 w 203748"/>
                <a:gd name="connsiteY7" fmla="*/ 20015 h 361866"/>
                <a:gd name="connsiteX8" fmla="*/ 0 w 203748"/>
                <a:gd name="connsiteY8" fmla="*/ 355485 h 361866"/>
                <a:gd name="connsiteX9" fmla="*/ 6355 w 203748"/>
                <a:gd name="connsiteY9" fmla="*/ 361867 h 361866"/>
                <a:gd name="connsiteX10" fmla="*/ 12711 w 203748"/>
                <a:gd name="connsiteY10" fmla="*/ 355485 h 361866"/>
                <a:gd name="connsiteX11" fmla="*/ 12711 w 203748"/>
                <a:gd name="connsiteY11" fmla="*/ 140506 h 361866"/>
                <a:gd name="connsiteX12" fmla="*/ 101400 w 203748"/>
                <a:gd name="connsiteY12" fmla="*/ 141458 h 361866"/>
                <a:gd name="connsiteX13" fmla="*/ 137919 w 203748"/>
                <a:gd name="connsiteY13" fmla="*/ 158699 h 361866"/>
                <a:gd name="connsiteX14" fmla="*/ 199100 w 203748"/>
                <a:gd name="connsiteY14" fmla="*/ 146602 h 361866"/>
                <a:gd name="connsiteX15" fmla="*/ 111454 w 203748"/>
                <a:gd name="connsiteY15" fmla="*/ 133267 h 361866"/>
                <a:gd name="connsiteX16" fmla="*/ 73418 w 203748"/>
                <a:gd name="connsiteY16" fmla="*/ 115646 h 361866"/>
                <a:gd name="connsiteX17" fmla="*/ 12805 w 203748"/>
                <a:gd name="connsiteY17" fmla="*/ 126981 h 361866"/>
                <a:gd name="connsiteX18" fmla="*/ 12805 w 203748"/>
                <a:gd name="connsiteY18" fmla="*/ 24682 h 361866"/>
                <a:gd name="connsiteX19" fmla="*/ 101495 w 203748"/>
                <a:gd name="connsiteY19" fmla="*/ 25730 h 361866"/>
                <a:gd name="connsiteX20" fmla="*/ 190943 w 203748"/>
                <a:gd name="connsiteY20" fmla="*/ 33350 h 361866"/>
                <a:gd name="connsiteX21" fmla="*/ 190943 w 203748"/>
                <a:gd name="connsiteY21" fmla="*/ 135744 h 361866"/>
                <a:gd name="connsiteX22" fmla="*/ 111454 w 203748"/>
                <a:gd name="connsiteY22" fmla="*/ 133362 h 3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3748" h="361866">
                  <a:moveTo>
                    <a:pt x="199195" y="146602"/>
                  </a:moveTo>
                  <a:cubicBezTo>
                    <a:pt x="201851" y="145745"/>
                    <a:pt x="203748" y="143268"/>
                    <a:pt x="203748" y="140411"/>
                  </a:cubicBezTo>
                  <a:lnTo>
                    <a:pt x="203748" y="24682"/>
                  </a:lnTo>
                  <a:cubicBezTo>
                    <a:pt x="203748" y="22682"/>
                    <a:pt x="202800" y="20682"/>
                    <a:pt x="201187" y="19538"/>
                  </a:cubicBezTo>
                  <a:cubicBezTo>
                    <a:pt x="199574" y="18300"/>
                    <a:pt x="197488" y="18014"/>
                    <a:pt x="195496" y="18586"/>
                  </a:cubicBezTo>
                  <a:cubicBezTo>
                    <a:pt x="128718" y="38874"/>
                    <a:pt x="120371" y="28587"/>
                    <a:pt x="111454" y="17633"/>
                  </a:cubicBezTo>
                  <a:cubicBezTo>
                    <a:pt x="97511" y="488"/>
                    <a:pt x="81670" y="-9798"/>
                    <a:pt x="4553" y="13824"/>
                  </a:cubicBezTo>
                  <a:cubicBezTo>
                    <a:pt x="1897" y="14681"/>
                    <a:pt x="0" y="17157"/>
                    <a:pt x="0" y="20015"/>
                  </a:cubicBezTo>
                  <a:lnTo>
                    <a:pt x="0" y="355485"/>
                  </a:lnTo>
                  <a:cubicBezTo>
                    <a:pt x="0" y="359010"/>
                    <a:pt x="2846" y="361867"/>
                    <a:pt x="6355" y="361867"/>
                  </a:cubicBezTo>
                  <a:cubicBezTo>
                    <a:pt x="9865" y="361867"/>
                    <a:pt x="12711" y="359010"/>
                    <a:pt x="12711" y="355485"/>
                  </a:cubicBezTo>
                  <a:lnTo>
                    <a:pt x="12711" y="140506"/>
                  </a:lnTo>
                  <a:cubicBezTo>
                    <a:pt x="83282" y="119456"/>
                    <a:pt x="92578" y="130600"/>
                    <a:pt x="101400" y="141458"/>
                  </a:cubicBezTo>
                  <a:cubicBezTo>
                    <a:pt x="109368" y="151174"/>
                    <a:pt x="117810" y="158699"/>
                    <a:pt x="137919" y="158699"/>
                  </a:cubicBezTo>
                  <a:cubicBezTo>
                    <a:pt x="151673" y="158699"/>
                    <a:pt x="170833" y="155270"/>
                    <a:pt x="199100" y="146602"/>
                  </a:cubicBezTo>
                  <a:close/>
                  <a:moveTo>
                    <a:pt x="111454" y="133267"/>
                  </a:moveTo>
                  <a:cubicBezTo>
                    <a:pt x="103297" y="123266"/>
                    <a:pt x="94570" y="115646"/>
                    <a:pt x="73418" y="115646"/>
                  </a:cubicBezTo>
                  <a:cubicBezTo>
                    <a:pt x="59569" y="115646"/>
                    <a:pt x="40503" y="118884"/>
                    <a:pt x="12805" y="126981"/>
                  </a:cubicBezTo>
                  <a:lnTo>
                    <a:pt x="12805" y="24682"/>
                  </a:lnTo>
                  <a:cubicBezTo>
                    <a:pt x="83472" y="3632"/>
                    <a:pt x="92673" y="14871"/>
                    <a:pt x="101495" y="25730"/>
                  </a:cubicBezTo>
                  <a:cubicBezTo>
                    <a:pt x="114300" y="41446"/>
                    <a:pt x="128433" y="51257"/>
                    <a:pt x="190943" y="33350"/>
                  </a:cubicBezTo>
                  <a:lnTo>
                    <a:pt x="190943" y="135744"/>
                  </a:lnTo>
                  <a:cubicBezTo>
                    <a:pt x="128338" y="154222"/>
                    <a:pt x="120181" y="144125"/>
                    <a:pt x="111454" y="133362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72CB87C6-71D2-9282-1B52-A1E3599AD318}"/>
                </a:ext>
              </a:extLst>
            </p:cNvPr>
            <p:cNvSpPr/>
            <p:nvPr/>
          </p:nvSpPr>
          <p:spPr>
            <a:xfrm>
              <a:off x="3139604" y="4040043"/>
              <a:ext cx="133745" cy="117184"/>
            </a:xfrm>
            <a:custGeom>
              <a:avLst/>
              <a:gdLst>
                <a:gd name="connsiteX0" fmla="*/ 131279 w 133745"/>
                <a:gd name="connsiteY0" fmla="*/ 14410 h 117184"/>
                <a:gd name="connsiteX1" fmla="*/ 125588 w 133745"/>
                <a:gd name="connsiteY1" fmla="*/ 13457 h 117184"/>
                <a:gd name="connsiteX2" fmla="*/ 75979 w 133745"/>
                <a:gd name="connsiteY2" fmla="*/ 15077 h 117184"/>
                <a:gd name="connsiteX3" fmla="*/ 4553 w 133745"/>
                <a:gd name="connsiteY3" fmla="*/ 9933 h 117184"/>
                <a:gd name="connsiteX4" fmla="*/ 0 w 133745"/>
                <a:gd name="connsiteY4" fmla="*/ 16124 h 117184"/>
                <a:gd name="connsiteX5" fmla="*/ 0 w 133745"/>
                <a:gd name="connsiteY5" fmla="*/ 98992 h 117184"/>
                <a:gd name="connsiteX6" fmla="*/ 2561 w 133745"/>
                <a:gd name="connsiteY6" fmla="*/ 104135 h 117184"/>
                <a:gd name="connsiteX7" fmla="*/ 8252 w 133745"/>
                <a:gd name="connsiteY7" fmla="*/ 105088 h 117184"/>
                <a:gd name="connsiteX8" fmla="*/ 63932 w 133745"/>
                <a:gd name="connsiteY8" fmla="*/ 102421 h 117184"/>
                <a:gd name="connsiteX9" fmla="*/ 86413 w 133745"/>
                <a:gd name="connsiteY9" fmla="*/ 117185 h 117184"/>
                <a:gd name="connsiteX10" fmla="*/ 129192 w 133745"/>
                <a:gd name="connsiteY10" fmla="*/ 108422 h 117184"/>
                <a:gd name="connsiteX11" fmla="*/ 133745 w 133745"/>
                <a:gd name="connsiteY11" fmla="*/ 102230 h 117184"/>
                <a:gd name="connsiteX12" fmla="*/ 133745 w 133745"/>
                <a:gd name="connsiteY12" fmla="*/ 19363 h 117184"/>
                <a:gd name="connsiteX13" fmla="*/ 131184 w 133745"/>
                <a:gd name="connsiteY13" fmla="*/ 14219 h 117184"/>
                <a:gd name="connsiteX14" fmla="*/ 121035 w 133745"/>
                <a:gd name="connsiteY14" fmla="*/ 97658 h 117184"/>
                <a:gd name="connsiteX15" fmla="*/ 75979 w 133745"/>
                <a:gd name="connsiteY15" fmla="*/ 97944 h 117184"/>
                <a:gd name="connsiteX16" fmla="*/ 52644 w 133745"/>
                <a:gd name="connsiteY16" fmla="*/ 82895 h 117184"/>
                <a:gd name="connsiteX17" fmla="*/ 12805 w 133745"/>
                <a:gd name="connsiteY17" fmla="*/ 90419 h 117184"/>
                <a:gd name="connsiteX18" fmla="*/ 12805 w 133745"/>
                <a:gd name="connsiteY18" fmla="*/ 20887 h 117184"/>
                <a:gd name="connsiteX19" fmla="*/ 64027 w 133745"/>
                <a:gd name="connsiteY19" fmla="*/ 19649 h 117184"/>
                <a:gd name="connsiteX20" fmla="*/ 121035 w 133745"/>
                <a:gd name="connsiteY20" fmla="*/ 28126 h 117184"/>
                <a:gd name="connsiteX21" fmla="*/ 121035 w 133745"/>
                <a:gd name="connsiteY21" fmla="*/ 97658 h 11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3745" h="117184">
                  <a:moveTo>
                    <a:pt x="131279" y="14410"/>
                  </a:moveTo>
                  <a:cubicBezTo>
                    <a:pt x="129666" y="13172"/>
                    <a:pt x="127580" y="12791"/>
                    <a:pt x="125588" y="13457"/>
                  </a:cubicBezTo>
                  <a:cubicBezTo>
                    <a:pt x="80532" y="27173"/>
                    <a:pt x="78160" y="20792"/>
                    <a:pt x="75979" y="15077"/>
                  </a:cubicBezTo>
                  <a:cubicBezTo>
                    <a:pt x="69813" y="-1306"/>
                    <a:pt x="57482" y="-6259"/>
                    <a:pt x="4553" y="9933"/>
                  </a:cubicBezTo>
                  <a:cubicBezTo>
                    <a:pt x="1897" y="10790"/>
                    <a:pt x="0" y="13267"/>
                    <a:pt x="0" y="16124"/>
                  </a:cubicBezTo>
                  <a:lnTo>
                    <a:pt x="0" y="98992"/>
                  </a:lnTo>
                  <a:cubicBezTo>
                    <a:pt x="0" y="100992"/>
                    <a:pt x="949" y="102992"/>
                    <a:pt x="2561" y="104135"/>
                  </a:cubicBezTo>
                  <a:cubicBezTo>
                    <a:pt x="4174" y="105374"/>
                    <a:pt x="6260" y="105659"/>
                    <a:pt x="8252" y="105088"/>
                  </a:cubicBezTo>
                  <a:cubicBezTo>
                    <a:pt x="59095" y="89562"/>
                    <a:pt x="61750" y="96706"/>
                    <a:pt x="63932" y="102421"/>
                  </a:cubicBezTo>
                  <a:cubicBezTo>
                    <a:pt x="67442" y="111660"/>
                    <a:pt x="72754" y="117185"/>
                    <a:pt x="86413" y="117185"/>
                  </a:cubicBezTo>
                  <a:cubicBezTo>
                    <a:pt x="95898" y="117185"/>
                    <a:pt x="109462" y="114518"/>
                    <a:pt x="129192" y="108422"/>
                  </a:cubicBezTo>
                  <a:cubicBezTo>
                    <a:pt x="131848" y="107564"/>
                    <a:pt x="133745" y="105088"/>
                    <a:pt x="133745" y="102230"/>
                  </a:cubicBezTo>
                  <a:lnTo>
                    <a:pt x="133745" y="19363"/>
                  </a:lnTo>
                  <a:cubicBezTo>
                    <a:pt x="133745" y="17363"/>
                    <a:pt x="132797" y="15362"/>
                    <a:pt x="131184" y="14219"/>
                  </a:cubicBezTo>
                  <a:close/>
                  <a:moveTo>
                    <a:pt x="121035" y="97658"/>
                  </a:moveTo>
                  <a:cubicBezTo>
                    <a:pt x="80437" y="109565"/>
                    <a:pt x="78066" y="103469"/>
                    <a:pt x="75979" y="97944"/>
                  </a:cubicBezTo>
                  <a:cubicBezTo>
                    <a:pt x="72374" y="88514"/>
                    <a:pt x="66873" y="82895"/>
                    <a:pt x="52644" y="82895"/>
                  </a:cubicBezTo>
                  <a:cubicBezTo>
                    <a:pt x="43538" y="82895"/>
                    <a:pt x="30828" y="85276"/>
                    <a:pt x="12805" y="90419"/>
                  </a:cubicBezTo>
                  <a:lnTo>
                    <a:pt x="12805" y="20887"/>
                  </a:lnTo>
                  <a:cubicBezTo>
                    <a:pt x="59189" y="7171"/>
                    <a:pt x="61845" y="14029"/>
                    <a:pt x="64027" y="19649"/>
                  </a:cubicBezTo>
                  <a:cubicBezTo>
                    <a:pt x="69623" y="34412"/>
                    <a:pt x="79963" y="39746"/>
                    <a:pt x="121035" y="28126"/>
                  </a:cubicBezTo>
                  <a:lnTo>
                    <a:pt x="121035" y="9765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77A46528-C837-8F98-177C-16EB3D62E316}"/>
              </a:ext>
            </a:extLst>
          </p:cNvPr>
          <p:cNvGrpSpPr/>
          <p:nvPr/>
        </p:nvGrpSpPr>
        <p:grpSpPr>
          <a:xfrm>
            <a:off x="2211119" y="5535645"/>
            <a:ext cx="474103" cy="476240"/>
            <a:chOff x="2913091" y="4040043"/>
            <a:chExt cx="360352" cy="361976"/>
          </a:xfrm>
          <a:solidFill>
            <a:schemeClr val="bg1"/>
          </a:solidFill>
        </p:grpSpPr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0780A4BB-E54A-EAFE-3354-B61150994833}"/>
                </a:ext>
              </a:extLst>
            </p:cNvPr>
            <p:cNvSpPr/>
            <p:nvPr/>
          </p:nvSpPr>
          <p:spPr>
            <a:xfrm>
              <a:off x="2955776" y="4269717"/>
              <a:ext cx="56154" cy="132207"/>
            </a:xfrm>
            <a:custGeom>
              <a:avLst/>
              <a:gdLst>
                <a:gd name="connsiteX0" fmla="*/ 28172 w 56154"/>
                <a:gd name="connsiteY0" fmla="*/ 0 h 132207"/>
                <a:gd name="connsiteX1" fmla="*/ 0 w 56154"/>
                <a:gd name="connsiteY1" fmla="*/ 29051 h 132207"/>
                <a:gd name="connsiteX2" fmla="*/ 0 w 56154"/>
                <a:gd name="connsiteY2" fmla="*/ 125825 h 132207"/>
                <a:gd name="connsiteX3" fmla="*/ 6355 w 56154"/>
                <a:gd name="connsiteY3" fmla="*/ 132207 h 132207"/>
                <a:gd name="connsiteX4" fmla="*/ 49799 w 56154"/>
                <a:gd name="connsiteY4" fmla="*/ 132207 h 132207"/>
                <a:gd name="connsiteX5" fmla="*/ 56154 w 56154"/>
                <a:gd name="connsiteY5" fmla="*/ 125825 h 132207"/>
                <a:gd name="connsiteX6" fmla="*/ 56154 w 56154"/>
                <a:gd name="connsiteY6" fmla="*/ 29051 h 132207"/>
                <a:gd name="connsiteX7" fmla="*/ 27982 w 56154"/>
                <a:gd name="connsiteY7" fmla="*/ 0 h 132207"/>
                <a:gd name="connsiteX8" fmla="*/ 43538 w 56154"/>
                <a:gd name="connsiteY8" fmla="*/ 119348 h 132207"/>
                <a:gd name="connsiteX9" fmla="*/ 12805 w 56154"/>
                <a:gd name="connsiteY9" fmla="*/ 119348 h 132207"/>
                <a:gd name="connsiteX10" fmla="*/ 12805 w 56154"/>
                <a:gd name="connsiteY10" fmla="*/ 28956 h 132207"/>
                <a:gd name="connsiteX11" fmla="*/ 28172 w 56154"/>
                <a:gd name="connsiteY11" fmla="*/ 12764 h 132207"/>
                <a:gd name="connsiteX12" fmla="*/ 43538 w 56154"/>
                <a:gd name="connsiteY12" fmla="*/ 28956 h 132207"/>
                <a:gd name="connsiteX13" fmla="*/ 43538 w 56154"/>
                <a:gd name="connsiteY13" fmla="*/ 119348 h 13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132207">
                  <a:moveTo>
                    <a:pt x="28172" y="0"/>
                  </a:moveTo>
                  <a:cubicBezTo>
                    <a:pt x="12426" y="0"/>
                    <a:pt x="0" y="12764"/>
                    <a:pt x="0" y="29051"/>
                  </a:cubicBezTo>
                  <a:lnTo>
                    <a:pt x="0" y="125825"/>
                  </a:lnTo>
                  <a:cubicBezTo>
                    <a:pt x="0" y="129350"/>
                    <a:pt x="2846" y="132207"/>
                    <a:pt x="6355" y="132207"/>
                  </a:cubicBezTo>
                  <a:lnTo>
                    <a:pt x="49799" y="132207"/>
                  </a:lnTo>
                  <a:cubicBezTo>
                    <a:pt x="53308" y="132207"/>
                    <a:pt x="56154" y="129350"/>
                    <a:pt x="56154" y="125825"/>
                  </a:cubicBezTo>
                  <a:lnTo>
                    <a:pt x="56154" y="29051"/>
                  </a:lnTo>
                  <a:cubicBezTo>
                    <a:pt x="56154" y="12192"/>
                    <a:pt x="44297" y="0"/>
                    <a:pt x="27982" y="0"/>
                  </a:cubicBezTo>
                  <a:close/>
                  <a:moveTo>
                    <a:pt x="43538" y="119348"/>
                  </a:moveTo>
                  <a:lnTo>
                    <a:pt x="12805" y="119348"/>
                  </a:lnTo>
                  <a:lnTo>
                    <a:pt x="12805" y="28956"/>
                  </a:lnTo>
                  <a:cubicBezTo>
                    <a:pt x="12805" y="19717"/>
                    <a:pt x="19445" y="12764"/>
                    <a:pt x="28172" y="12764"/>
                  </a:cubicBezTo>
                  <a:cubicBezTo>
                    <a:pt x="36899" y="12764"/>
                    <a:pt x="43538" y="19241"/>
                    <a:pt x="43538" y="28956"/>
                  </a:cubicBezTo>
                  <a:lnTo>
                    <a:pt x="43538" y="11934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2F1FFFB1-BD40-BE7A-2D16-6AF825278C06}"/>
                </a:ext>
              </a:extLst>
            </p:cNvPr>
            <p:cNvSpPr/>
            <p:nvPr/>
          </p:nvSpPr>
          <p:spPr>
            <a:xfrm>
              <a:off x="2956250" y="4201900"/>
              <a:ext cx="55395" cy="55625"/>
            </a:xfrm>
            <a:custGeom>
              <a:avLst/>
              <a:gdLst>
                <a:gd name="connsiteX0" fmla="*/ 27698 w 55395"/>
                <a:gd name="connsiteY0" fmla="*/ 55626 h 55625"/>
                <a:gd name="connsiteX1" fmla="*/ 55395 w 55395"/>
                <a:gd name="connsiteY1" fmla="*/ 27813 h 55625"/>
                <a:gd name="connsiteX2" fmla="*/ 27698 w 55395"/>
                <a:gd name="connsiteY2" fmla="*/ 0 h 55625"/>
                <a:gd name="connsiteX3" fmla="*/ 0 w 55395"/>
                <a:gd name="connsiteY3" fmla="*/ 27813 h 55625"/>
                <a:gd name="connsiteX4" fmla="*/ 27698 w 55395"/>
                <a:gd name="connsiteY4" fmla="*/ 55626 h 55625"/>
                <a:gd name="connsiteX5" fmla="*/ 27698 w 55395"/>
                <a:gd name="connsiteY5" fmla="*/ 12763 h 55625"/>
                <a:gd name="connsiteX6" fmla="*/ 42685 w 55395"/>
                <a:gd name="connsiteY6" fmla="*/ 27813 h 55625"/>
                <a:gd name="connsiteX7" fmla="*/ 27698 w 55395"/>
                <a:gd name="connsiteY7" fmla="*/ 42863 h 55625"/>
                <a:gd name="connsiteX8" fmla="*/ 12711 w 55395"/>
                <a:gd name="connsiteY8" fmla="*/ 27813 h 55625"/>
                <a:gd name="connsiteX9" fmla="*/ 27698 w 55395"/>
                <a:gd name="connsiteY9" fmla="*/ 1276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3"/>
                  </a:move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3"/>
                    <a:pt x="27698" y="1276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22290644-A2CE-8D42-D1C6-79DEDCAE509F}"/>
                </a:ext>
              </a:extLst>
            </p:cNvPr>
            <p:cNvSpPr/>
            <p:nvPr/>
          </p:nvSpPr>
          <p:spPr>
            <a:xfrm>
              <a:off x="3109156" y="4282481"/>
              <a:ext cx="56248" cy="119443"/>
            </a:xfrm>
            <a:custGeom>
              <a:avLst/>
              <a:gdLst>
                <a:gd name="connsiteX0" fmla="*/ 28172 w 56248"/>
                <a:gd name="connsiteY0" fmla="*/ 0 h 119443"/>
                <a:gd name="connsiteX1" fmla="*/ 0 w 56248"/>
                <a:gd name="connsiteY1" fmla="*/ 29051 h 119443"/>
                <a:gd name="connsiteX2" fmla="*/ 0 w 56248"/>
                <a:gd name="connsiteY2" fmla="*/ 113062 h 119443"/>
                <a:gd name="connsiteX3" fmla="*/ 6355 w 56248"/>
                <a:gd name="connsiteY3" fmla="*/ 119444 h 119443"/>
                <a:gd name="connsiteX4" fmla="*/ 49894 w 56248"/>
                <a:gd name="connsiteY4" fmla="*/ 119444 h 119443"/>
                <a:gd name="connsiteX5" fmla="*/ 56249 w 56248"/>
                <a:gd name="connsiteY5" fmla="*/ 113062 h 119443"/>
                <a:gd name="connsiteX6" fmla="*/ 56249 w 56248"/>
                <a:gd name="connsiteY6" fmla="*/ 29051 h 119443"/>
                <a:gd name="connsiteX7" fmla="*/ 28077 w 56248"/>
                <a:gd name="connsiteY7" fmla="*/ 0 h 119443"/>
                <a:gd name="connsiteX8" fmla="*/ 43538 w 56248"/>
                <a:gd name="connsiteY8" fmla="*/ 106585 h 119443"/>
                <a:gd name="connsiteX9" fmla="*/ 12805 w 56248"/>
                <a:gd name="connsiteY9" fmla="*/ 106585 h 119443"/>
                <a:gd name="connsiteX10" fmla="*/ 12805 w 56248"/>
                <a:gd name="connsiteY10" fmla="*/ 28956 h 119443"/>
                <a:gd name="connsiteX11" fmla="*/ 28172 w 56248"/>
                <a:gd name="connsiteY11" fmla="*/ 12763 h 119443"/>
                <a:gd name="connsiteX12" fmla="*/ 43538 w 56248"/>
                <a:gd name="connsiteY12" fmla="*/ 28956 h 119443"/>
                <a:gd name="connsiteX13" fmla="*/ 43538 w 56248"/>
                <a:gd name="connsiteY13" fmla="*/ 106585 h 11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248" h="119443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113062"/>
                  </a:lnTo>
                  <a:cubicBezTo>
                    <a:pt x="0" y="116586"/>
                    <a:pt x="2846" y="119444"/>
                    <a:pt x="6355" y="119444"/>
                  </a:cubicBezTo>
                  <a:lnTo>
                    <a:pt x="49894" y="119444"/>
                  </a:lnTo>
                  <a:cubicBezTo>
                    <a:pt x="53403" y="119444"/>
                    <a:pt x="56249" y="116586"/>
                    <a:pt x="56249" y="113062"/>
                  </a:cubicBezTo>
                  <a:lnTo>
                    <a:pt x="56249" y="29051"/>
                  </a:lnTo>
                  <a:cubicBezTo>
                    <a:pt x="56249" y="12763"/>
                    <a:pt x="43918" y="0"/>
                    <a:pt x="28077" y="0"/>
                  </a:cubicBezTo>
                  <a:close/>
                  <a:moveTo>
                    <a:pt x="43538" y="106585"/>
                  </a:moveTo>
                  <a:lnTo>
                    <a:pt x="12805" y="106585"/>
                  </a:lnTo>
                  <a:lnTo>
                    <a:pt x="12805" y="28956"/>
                  </a:lnTo>
                  <a:cubicBezTo>
                    <a:pt x="12805" y="19240"/>
                    <a:pt x="18971" y="12763"/>
                    <a:pt x="28172" y="12763"/>
                  </a:cubicBezTo>
                  <a:cubicBezTo>
                    <a:pt x="37373" y="12763"/>
                    <a:pt x="43538" y="19717"/>
                    <a:pt x="43538" y="28956"/>
                  </a:cubicBezTo>
                  <a:lnTo>
                    <a:pt x="43538" y="10658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2ECBBBB1-7725-2B6E-DCD4-7CCA040B15A1}"/>
                </a:ext>
              </a:extLst>
            </p:cNvPr>
            <p:cNvSpPr/>
            <p:nvPr/>
          </p:nvSpPr>
          <p:spPr>
            <a:xfrm>
              <a:off x="3109630" y="4214663"/>
              <a:ext cx="55395" cy="55626"/>
            </a:xfrm>
            <a:custGeom>
              <a:avLst/>
              <a:gdLst>
                <a:gd name="connsiteX0" fmla="*/ 27698 w 55395"/>
                <a:gd name="connsiteY0" fmla="*/ 55626 h 55626"/>
                <a:gd name="connsiteX1" fmla="*/ 55395 w 55395"/>
                <a:gd name="connsiteY1" fmla="*/ 27813 h 55626"/>
                <a:gd name="connsiteX2" fmla="*/ 27698 w 55395"/>
                <a:gd name="connsiteY2" fmla="*/ 0 h 55626"/>
                <a:gd name="connsiteX3" fmla="*/ 0 w 55395"/>
                <a:gd name="connsiteY3" fmla="*/ 27813 h 55626"/>
                <a:gd name="connsiteX4" fmla="*/ 27698 w 55395"/>
                <a:gd name="connsiteY4" fmla="*/ 55626 h 55626"/>
                <a:gd name="connsiteX5" fmla="*/ 27698 w 55395"/>
                <a:gd name="connsiteY5" fmla="*/ 12764 h 55626"/>
                <a:gd name="connsiteX6" fmla="*/ 42685 w 55395"/>
                <a:gd name="connsiteY6" fmla="*/ 27813 h 55626"/>
                <a:gd name="connsiteX7" fmla="*/ 27698 w 55395"/>
                <a:gd name="connsiteY7" fmla="*/ 42863 h 55626"/>
                <a:gd name="connsiteX8" fmla="*/ 12711 w 55395"/>
                <a:gd name="connsiteY8" fmla="*/ 27813 h 55626"/>
                <a:gd name="connsiteX9" fmla="*/ 27698 w 55395"/>
                <a:gd name="connsiteY9" fmla="*/ 12764 h 5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6">
                  <a:moveTo>
                    <a:pt x="27698" y="55626"/>
                  </a:moveTo>
                  <a:cubicBezTo>
                    <a:pt x="42969" y="55626"/>
                    <a:pt x="55395" y="43148"/>
                    <a:pt x="55395" y="27813"/>
                  </a:cubicBez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lose/>
                  <a:moveTo>
                    <a:pt x="27698" y="12764"/>
                  </a:moveTo>
                  <a:cubicBezTo>
                    <a:pt x="35950" y="12764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ubicBezTo>
                    <a:pt x="12711" y="19526"/>
                    <a:pt x="19445" y="12764"/>
                    <a:pt x="27698" y="12764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548A47CA-E9E2-8A48-BE89-9F6F408BF586}"/>
                </a:ext>
              </a:extLst>
            </p:cNvPr>
            <p:cNvSpPr/>
            <p:nvPr/>
          </p:nvSpPr>
          <p:spPr>
            <a:xfrm>
              <a:off x="3187885" y="4243524"/>
              <a:ext cx="85558" cy="158495"/>
            </a:xfrm>
            <a:custGeom>
              <a:avLst/>
              <a:gdLst>
                <a:gd name="connsiteX0" fmla="*/ 42779 w 85558"/>
                <a:gd name="connsiteY0" fmla="*/ 0 h 158495"/>
                <a:gd name="connsiteX1" fmla="*/ 0 w 85558"/>
                <a:gd name="connsiteY1" fmla="*/ 44387 h 158495"/>
                <a:gd name="connsiteX2" fmla="*/ 0 w 85558"/>
                <a:gd name="connsiteY2" fmla="*/ 152114 h 158495"/>
                <a:gd name="connsiteX3" fmla="*/ 6355 w 85558"/>
                <a:gd name="connsiteY3" fmla="*/ 158496 h 158495"/>
                <a:gd name="connsiteX4" fmla="*/ 79204 w 85558"/>
                <a:gd name="connsiteY4" fmla="*/ 158496 h 158495"/>
                <a:gd name="connsiteX5" fmla="*/ 85559 w 85558"/>
                <a:gd name="connsiteY5" fmla="*/ 152114 h 158495"/>
                <a:gd name="connsiteX6" fmla="*/ 85559 w 85558"/>
                <a:gd name="connsiteY6" fmla="*/ 44387 h 158495"/>
                <a:gd name="connsiteX7" fmla="*/ 42779 w 85558"/>
                <a:gd name="connsiteY7" fmla="*/ 0 h 158495"/>
                <a:gd name="connsiteX8" fmla="*/ 72754 w 85558"/>
                <a:gd name="connsiteY8" fmla="*/ 145542 h 158495"/>
                <a:gd name="connsiteX9" fmla="*/ 12711 w 85558"/>
                <a:gd name="connsiteY9" fmla="*/ 145542 h 158495"/>
                <a:gd name="connsiteX10" fmla="*/ 12711 w 85558"/>
                <a:gd name="connsiteY10" fmla="*/ 44291 h 158495"/>
                <a:gd name="connsiteX11" fmla="*/ 42685 w 85558"/>
                <a:gd name="connsiteY11" fmla="*/ 12764 h 158495"/>
                <a:gd name="connsiteX12" fmla="*/ 72659 w 85558"/>
                <a:gd name="connsiteY12" fmla="*/ 44291 h 158495"/>
                <a:gd name="connsiteX13" fmla="*/ 72659 w 85558"/>
                <a:gd name="connsiteY13" fmla="*/ 145542 h 15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558" h="158495">
                  <a:moveTo>
                    <a:pt x="42779" y="0"/>
                  </a:moveTo>
                  <a:cubicBezTo>
                    <a:pt x="17928" y="0"/>
                    <a:pt x="0" y="18669"/>
                    <a:pt x="0" y="44387"/>
                  </a:cubicBezTo>
                  <a:lnTo>
                    <a:pt x="0" y="152114"/>
                  </a:lnTo>
                  <a:cubicBezTo>
                    <a:pt x="0" y="155639"/>
                    <a:pt x="2846" y="158496"/>
                    <a:pt x="6355" y="158496"/>
                  </a:cubicBezTo>
                  <a:lnTo>
                    <a:pt x="79204" y="158496"/>
                  </a:lnTo>
                  <a:cubicBezTo>
                    <a:pt x="82713" y="158496"/>
                    <a:pt x="85559" y="155639"/>
                    <a:pt x="85559" y="152114"/>
                  </a:cubicBezTo>
                  <a:lnTo>
                    <a:pt x="85559" y="44387"/>
                  </a:lnTo>
                  <a:cubicBezTo>
                    <a:pt x="85559" y="19526"/>
                    <a:pt x="66778" y="0"/>
                    <a:pt x="42779" y="0"/>
                  </a:cubicBezTo>
                  <a:close/>
                  <a:moveTo>
                    <a:pt x="72754" y="145542"/>
                  </a:moveTo>
                  <a:lnTo>
                    <a:pt x="12711" y="145542"/>
                  </a:lnTo>
                  <a:lnTo>
                    <a:pt x="12711" y="44291"/>
                  </a:lnTo>
                  <a:cubicBezTo>
                    <a:pt x="12711" y="25718"/>
                    <a:pt x="25042" y="12764"/>
                    <a:pt x="42685" y="12764"/>
                  </a:cubicBezTo>
                  <a:cubicBezTo>
                    <a:pt x="60327" y="12764"/>
                    <a:pt x="72659" y="26575"/>
                    <a:pt x="72659" y="44291"/>
                  </a:cubicBezTo>
                  <a:lnTo>
                    <a:pt x="72659" y="14554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1E47DB0C-7400-BF59-983B-B2B3C5042B33}"/>
                </a:ext>
              </a:extLst>
            </p:cNvPr>
            <p:cNvSpPr/>
            <p:nvPr/>
          </p:nvSpPr>
          <p:spPr>
            <a:xfrm>
              <a:off x="3202967" y="4175611"/>
              <a:ext cx="55395" cy="55625"/>
            </a:xfrm>
            <a:custGeom>
              <a:avLst/>
              <a:gdLst>
                <a:gd name="connsiteX0" fmla="*/ 55395 w 55395"/>
                <a:gd name="connsiteY0" fmla="*/ 27813 h 55625"/>
                <a:gd name="connsiteX1" fmla="*/ 27698 w 55395"/>
                <a:gd name="connsiteY1" fmla="*/ 0 h 55625"/>
                <a:gd name="connsiteX2" fmla="*/ 0 w 55395"/>
                <a:gd name="connsiteY2" fmla="*/ 27813 h 55625"/>
                <a:gd name="connsiteX3" fmla="*/ 27698 w 55395"/>
                <a:gd name="connsiteY3" fmla="*/ 55626 h 55625"/>
                <a:gd name="connsiteX4" fmla="*/ 55395 w 55395"/>
                <a:gd name="connsiteY4" fmla="*/ 27813 h 55625"/>
                <a:gd name="connsiteX5" fmla="*/ 12711 w 55395"/>
                <a:gd name="connsiteY5" fmla="*/ 27813 h 55625"/>
                <a:gd name="connsiteX6" fmla="*/ 27698 w 55395"/>
                <a:gd name="connsiteY6" fmla="*/ 12763 h 55625"/>
                <a:gd name="connsiteX7" fmla="*/ 42685 w 55395"/>
                <a:gd name="connsiteY7" fmla="*/ 27813 h 55625"/>
                <a:gd name="connsiteX8" fmla="*/ 27698 w 55395"/>
                <a:gd name="connsiteY8" fmla="*/ 42863 h 55625"/>
                <a:gd name="connsiteX9" fmla="*/ 12711 w 55395"/>
                <a:gd name="connsiteY9" fmla="*/ 27813 h 5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95" h="55625">
                  <a:moveTo>
                    <a:pt x="55395" y="27813"/>
                  </a:moveTo>
                  <a:cubicBezTo>
                    <a:pt x="55395" y="12478"/>
                    <a:pt x="42969" y="0"/>
                    <a:pt x="27698" y="0"/>
                  </a:cubicBezTo>
                  <a:cubicBezTo>
                    <a:pt x="12426" y="0"/>
                    <a:pt x="0" y="12478"/>
                    <a:pt x="0" y="27813"/>
                  </a:cubicBezTo>
                  <a:cubicBezTo>
                    <a:pt x="0" y="43148"/>
                    <a:pt x="12426" y="55626"/>
                    <a:pt x="27698" y="55626"/>
                  </a:cubicBezTo>
                  <a:cubicBezTo>
                    <a:pt x="42969" y="55626"/>
                    <a:pt x="55395" y="43148"/>
                    <a:pt x="55395" y="27813"/>
                  </a:cubicBezTo>
                  <a:close/>
                  <a:moveTo>
                    <a:pt x="12711" y="27813"/>
                  </a:moveTo>
                  <a:cubicBezTo>
                    <a:pt x="12711" y="19526"/>
                    <a:pt x="19445" y="12763"/>
                    <a:pt x="27698" y="12763"/>
                  </a:cubicBezTo>
                  <a:cubicBezTo>
                    <a:pt x="35950" y="12763"/>
                    <a:pt x="42685" y="19526"/>
                    <a:pt x="42685" y="27813"/>
                  </a:cubicBezTo>
                  <a:cubicBezTo>
                    <a:pt x="42685" y="36100"/>
                    <a:pt x="35950" y="42863"/>
                    <a:pt x="27698" y="42863"/>
                  </a:cubicBezTo>
                  <a:cubicBezTo>
                    <a:pt x="19445" y="42863"/>
                    <a:pt x="12711" y="36100"/>
                    <a:pt x="12711" y="2781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4C426AEB-74FE-454F-1419-AA37FC0D6BA1}"/>
                </a:ext>
              </a:extLst>
            </p:cNvPr>
            <p:cNvSpPr/>
            <p:nvPr/>
          </p:nvSpPr>
          <p:spPr>
            <a:xfrm>
              <a:off x="3032418" y="4317819"/>
              <a:ext cx="56154" cy="84105"/>
            </a:xfrm>
            <a:custGeom>
              <a:avLst/>
              <a:gdLst>
                <a:gd name="connsiteX0" fmla="*/ 28172 w 56154"/>
                <a:gd name="connsiteY0" fmla="*/ 0 h 84105"/>
                <a:gd name="connsiteX1" fmla="*/ 0 w 56154"/>
                <a:gd name="connsiteY1" fmla="*/ 29051 h 84105"/>
                <a:gd name="connsiteX2" fmla="*/ 0 w 56154"/>
                <a:gd name="connsiteY2" fmla="*/ 77724 h 84105"/>
                <a:gd name="connsiteX3" fmla="*/ 6355 w 56154"/>
                <a:gd name="connsiteY3" fmla="*/ 84106 h 84105"/>
                <a:gd name="connsiteX4" fmla="*/ 49799 w 56154"/>
                <a:gd name="connsiteY4" fmla="*/ 84106 h 84105"/>
                <a:gd name="connsiteX5" fmla="*/ 56154 w 56154"/>
                <a:gd name="connsiteY5" fmla="*/ 77724 h 84105"/>
                <a:gd name="connsiteX6" fmla="*/ 56154 w 56154"/>
                <a:gd name="connsiteY6" fmla="*/ 29051 h 84105"/>
                <a:gd name="connsiteX7" fmla="*/ 27982 w 56154"/>
                <a:gd name="connsiteY7" fmla="*/ 0 h 84105"/>
                <a:gd name="connsiteX8" fmla="*/ 43538 w 56154"/>
                <a:gd name="connsiteY8" fmla="*/ 71247 h 84105"/>
                <a:gd name="connsiteX9" fmla="*/ 12805 w 56154"/>
                <a:gd name="connsiteY9" fmla="*/ 71247 h 84105"/>
                <a:gd name="connsiteX10" fmla="*/ 12805 w 56154"/>
                <a:gd name="connsiteY10" fmla="*/ 29051 h 84105"/>
                <a:gd name="connsiteX11" fmla="*/ 28172 w 56154"/>
                <a:gd name="connsiteY11" fmla="*/ 12859 h 84105"/>
                <a:gd name="connsiteX12" fmla="*/ 43538 w 56154"/>
                <a:gd name="connsiteY12" fmla="*/ 29051 h 84105"/>
                <a:gd name="connsiteX13" fmla="*/ 43538 w 56154"/>
                <a:gd name="connsiteY13" fmla="*/ 71247 h 8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54" h="84105">
                  <a:moveTo>
                    <a:pt x="28172" y="0"/>
                  </a:moveTo>
                  <a:cubicBezTo>
                    <a:pt x="11857" y="0"/>
                    <a:pt x="0" y="12192"/>
                    <a:pt x="0" y="29051"/>
                  </a:cubicBezTo>
                  <a:lnTo>
                    <a:pt x="0" y="77724"/>
                  </a:lnTo>
                  <a:cubicBezTo>
                    <a:pt x="0" y="81248"/>
                    <a:pt x="2846" y="84106"/>
                    <a:pt x="6355" y="84106"/>
                  </a:cubicBezTo>
                  <a:lnTo>
                    <a:pt x="49799" y="84106"/>
                  </a:lnTo>
                  <a:cubicBezTo>
                    <a:pt x="53308" y="84106"/>
                    <a:pt x="56154" y="81248"/>
                    <a:pt x="56154" y="77724"/>
                  </a:cubicBezTo>
                  <a:lnTo>
                    <a:pt x="56154" y="29051"/>
                  </a:lnTo>
                  <a:cubicBezTo>
                    <a:pt x="56154" y="12763"/>
                    <a:pt x="43823" y="0"/>
                    <a:pt x="27982" y="0"/>
                  </a:cubicBezTo>
                  <a:close/>
                  <a:moveTo>
                    <a:pt x="43538" y="71247"/>
                  </a:moveTo>
                  <a:lnTo>
                    <a:pt x="12805" y="71247"/>
                  </a:lnTo>
                  <a:lnTo>
                    <a:pt x="12805" y="29051"/>
                  </a:lnTo>
                  <a:cubicBezTo>
                    <a:pt x="12805" y="19336"/>
                    <a:pt x="18971" y="12859"/>
                    <a:pt x="28172" y="12859"/>
                  </a:cubicBezTo>
                  <a:cubicBezTo>
                    <a:pt x="37373" y="12859"/>
                    <a:pt x="43538" y="19812"/>
                    <a:pt x="43538" y="29051"/>
                  </a:cubicBezTo>
                  <a:lnTo>
                    <a:pt x="43538" y="71247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7BA1905A-BA97-2980-745A-9E550C6EA5C0}"/>
                </a:ext>
              </a:extLst>
            </p:cNvPr>
            <p:cNvSpPr/>
            <p:nvPr/>
          </p:nvSpPr>
          <p:spPr>
            <a:xfrm>
              <a:off x="3029288" y="4245524"/>
              <a:ext cx="62604" cy="62865"/>
            </a:xfrm>
            <a:custGeom>
              <a:avLst/>
              <a:gdLst>
                <a:gd name="connsiteX0" fmla="*/ 31302 w 62604"/>
                <a:gd name="connsiteY0" fmla="*/ 0 h 62865"/>
                <a:gd name="connsiteX1" fmla="*/ 0 w 62604"/>
                <a:gd name="connsiteY1" fmla="*/ 31433 h 62865"/>
                <a:gd name="connsiteX2" fmla="*/ 31302 w 62604"/>
                <a:gd name="connsiteY2" fmla="*/ 62865 h 62865"/>
                <a:gd name="connsiteX3" fmla="*/ 62604 w 62604"/>
                <a:gd name="connsiteY3" fmla="*/ 31433 h 62865"/>
                <a:gd name="connsiteX4" fmla="*/ 31302 w 62604"/>
                <a:gd name="connsiteY4" fmla="*/ 0 h 62865"/>
                <a:gd name="connsiteX5" fmla="*/ 31302 w 62604"/>
                <a:gd name="connsiteY5" fmla="*/ 50006 h 62865"/>
                <a:gd name="connsiteX6" fmla="*/ 12805 w 62604"/>
                <a:gd name="connsiteY6" fmla="*/ 31433 h 62865"/>
                <a:gd name="connsiteX7" fmla="*/ 31302 w 62604"/>
                <a:gd name="connsiteY7" fmla="*/ 12859 h 62865"/>
                <a:gd name="connsiteX8" fmla="*/ 49799 w 62604"/>
                <a:gd name="connsiteY8" fmla="*/ 31433 h 62865"/>
                <a:gd name="connsiteX9" fmla="*/ 31302 w 62604"/>
                <a:gd name="connsiteY9" fmla="*/ 50006 h 6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604" h="62865">
                  <a:moveTo>
                    <a:pt x="31302" y="0"/>
                  </a:moveTo>
                  <a:cubicBezTo>
                    <a:pt x="14039" y="0"/>
                    <a:pt x="0" y="14097"/>
                    <a:pt x="0" y="31433"/>
                  </a:cubicBezTo>
                  <a:cubicBezTo>
                    <a:pt x="0" y="48768"/>
                    <a:pt x="14039" y="62865"/>
                    <a:pt x="31302" y="62865"/>
                  </a:cubicBezTo>
                  <a:cubicBezTo>
                    <a:pt x="48566" y="62865"/>
                    <a:pt x="62604" y="48768"/>
                    <a:pt x="62604" y="31433"/>
                  </a:cubicBezTo>
                  <a:cubicBezTo>
                    <a:pt x="62604" y="14097"/>
                    <a:pt x="48566" y="0"/>
                    <a:pt x="31302" y="0"/>
                  </a:cubicBezTo>
                  <a:close/>
                  <a:moveTo>
                    <a:pt x="31302" y="50006"/>
                  </a:moveTo>
                  <a:cubicBezTo>
                    <a:pt x="21058" y="50006"/>
                    <a:pt x="12805" y="41624"/>
                    <a:pt x="12805" y="31433"/>
                  </a:cubicBezTo>
                  <a:cubicBezTo>
                    <a:pt x="12805" y="21241"/>
                    <a:pt x="21153" y="12859"/>
                    <a:pt x="31302" y="12859"/>
                  </a:cubicBezTo>
                  <a:cubicBezTo>
                    <a:pt x="41452" y="12859"/>
                    <a:pt x="49799" y="21241"/>
                    <a:pt x="49799" y="31433"/>
                  </a:cubicBezTo>
                  <a:cubicBezTo>
                    <a:pt x="49799" y="41624"/>
                    <a:pt x="41452" y="50006"/>
                    <a:pt x="31302" y="5000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F9400F0B-ED50-B8D6-F3F4-B348FC424D39}"/>
                </a:ext>
              </a:extLst>
            </p:cNvPr>
            <p:cNvSpPr/>
            <p:nvPr/>
          </p:nvSpPr>
          <p:spPr>
            <a:xfrm>
              <a:off x="2913091" y="4040153"/>
              <a:ext cx="203748" cy="361866"/>
            </a:xfrm>
            <a:custGeom>
              <a:avLst/>
              <a:gdLst>
                <a:gd name="connsiteX0" fmla="*/ 199195 w 203748"/>
                <a:gd name="connsiteY0" fmla="*/ 146602 h 361866"/>
                <a:gd name="connsiteX1" fmla="*/ 203748 w 203748"/>
                <a:gd name="connsiteY1" fmla="*/ 140411 h 361866"/>
                <a:gd name="connsiteX2" fmla="*/ 203748 w 203748"/>
                <a:gd name="connsiteY2" fmla="*/ 24682 h 361866"/>
                <a:gd name="connsiteX3" fmla="*/ 201187 w 203748"/>
                <a:gd name="connsiteY3" fmla="*/ 19538 h 361866"/>
                <a:gd name="connsiteX4" fmla="*/ 195496 w 203748"/>
                <a:gd name="connsiteY4" fmla="*/ 18586 h 361866"/>
                <a:gd name="connsiteX5" fmla="*/ 111454 w 203748"/>
                <a:gd name="connsiteY5" fmla="*/ 17633 h 361866"/>
                <a:gd name="connsiteX6" fmla="*/ 4553 w 203748"/>
                <a:gd name="connsiteY6" fmla="*/ 13824 h 361866"/>
                <a:gd name="connsiteX7" fmla="*/ 0 w 203748"/>
                <a:gd name="connsiteY7" fmla="*/ 20015 h 361866"/>
                <a:gd name="connsiteX8" fmla="*/ 0 w 203748"/>
                <a:gd name="connsiteY8" fmla="*/ 355485 h 361866"/>
                <a:gd name="connsiteX9" fmla="*/ 6355 w 203748"/>
                <a:gd name="connsiteY9" fmla="*/ 361867 h 361866"/>
                <a:gd name="connsiteX10" fmla="*/ 12711 w 203748"/>
                <a:gd name="connsiteY10" fmla="*/ 355485 h 361866"/>
                <a:gd name="connsiteX11" fmla="*/ 12711 w 203748"/>
                <a:gd name="connsiteY11" fmla="*/ 140506 h 361866"/>
                <a:gd name="connsiteX12" fmla="*/ 101400 w 203748"/>
                <a:gd name="connsiteY12" fmla="*/ 141458 h 361866"/>
                <a:gd name="connsiteX13" fmla="*/ 137919 w 203748"/>
                <a:gd name="connsiteY13" fmla="*/ 158699 h 361866"/>
                <a:gd name="connsiteX14" fmla="*/ 199100 w 203748"/>
                <a:gd name="connsiteY14" fmla="*/ 146602 h 361866"/>
                <a:gd name="connsiteX15" fmla="*/ 111454 w 203748"/>
                <a:gd name="connsiteY15" fmla="*/ 133267 h 361866"/>
                <a:gd name="connsiteX16" fmla="*/ 73418 w 203748"/>
                <a:gd name="connsiteY16" fmla="*/ 115646 h 361866"/>
                <a:gd name="connsiteX17" fmla="*/ 12805 w 203748"/>
                <a:gd name="connsiteY17" fmla="*/ 126981 h 361866"/>
                <a:gd name="connsiteX18" fmla="*/ 12805 w 203748"/>
                <a:gd name="connsiteY18" fmla="*/ 24682 h 361866"/>
                <a:gd name="connsiteX19" fmla="*/ 101495 w 203748"/>
                <a:gd name="connsiteY19" fmla="*/ 25730 h 361866"/>
                <a:gd name="connsiteX20" fmla="*/ 190943 w 203748"/>
                <a:gd name="connsiteY20" fmla="*/ 33350 h 361866"/>
                <a:gd name="connsiteX21" fmla="*/ 190943 w 203748"/>
                <a:gd name="connsiteY21" fmla="*/ 135744 h 361866"/>
                <a:gd name="connsiteX22" fmla="*/ 111454 w 203748"/>
                <a:gd name="connsiteY22" fmla="*/ 133362 h 3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3748" h="361866">
                  <a:moveTo>
                    <a:pt x="199195" y="146602"/>
                  </a:moveTo>
                  <a:cubicBezTo>
                    <a:pt x="201851" y="145745"/>
                    <a:pt x="203748" y="143268"/>
                    <a:pt x="203748" y="140411"/>
                  </a:cubicBezTo>
                  <a:lnTo>
                    <a:pt x="203748" y="24682"/>
                  </a:lnTo>
                  <a:cubicBezTo>
                    <a:pt x="203748" y="22682"/>
                    <a:pt x="202800" y="20682"/>
                    <a:pt x="201187" y="19538"/>
                  </a:cubicBezTo>
                  <a:cubicBezTo>
                    <a:pt x="199574" y="18300"/>
                    <a:pt x="197488" y="18014"/>
                    <a:pt x="195496" y="18586"/>
                  </a:cubicBezTo>
                  <a:cubicBezTo>
                    <a:pt x="128718" y="38874"/>
                    <a:pt x="120371" y="28587"/>
                    <a:pt x="111454" y="17633"/>
                  </a:cubicBezTo>
                  <a:cubicBezTo>
                    <a:pt x="97511" y="488"/>
                    <a:pt x="81670" y="-9798"/>
                    <a:pt x="4553" y="13824"/>
                  </a:cubicBezTo>
                  <a:cubicBezTo>
                    <a:pt x="1897" y="14681"/>
                    <a:pt x="0" y="17157"/>
                    <a:pt x="0" y="20015"/>
                  </a:cubicBezTo>
                  <a:lnTo>
                    <a:pt x="0" y="355485"/>
                  </a:lnTo>
                  <a:cubicBezTo>
                    <a:pt x="0" y="359010"/>
                    <a:pt x="2846" y="361867"/>
                    <a:pt x="6355" y="361867"/>
                  </a:cubicBezTo>
                  <a:cubicBezTo>
                    <a:pt x="9865" y="361867"/>
                    <a:pt x="12711" y="359010"/>
                    <a:pt x="12711" y="355485"/>
                  </a:cubicBezTo>
                  <a:lnTo>
                    <a:pt x="12711" y="140506"/>
                  </a:lnTo>
                  <a:cubicBezTo>
                    <a:pt x="83282" y="119456"/>
                    <a:pt x="92578" y="130600"/>
                    <a:pt x="101400" y="141458"/>
                  </a:cubicBezTo>
                  <a:cubicBezTo>
                    <a:pt x="109368" y="151174"/>
                    <a:pt x="117810" y="158699"/>
                    <a:pt x="137919" y="158699"/>
                  </a:cubicBezTo>
                  <a:cubicBezTo>
                    <a:pt x="151673" y="158699"/>
                    <a:pt x="170833" y="155270"/>
                    <a:pt x="199100" y="146602"/>
                  </a:cubicBezTo>
                  <a:close/>
                  <a:moveTo>
                    <a:pt x="111454" y="133267"/>
                  </a:moveTo>
                  <a:cubicBezTo>
                    <a:pt x="103297" y="123266"/>
                    <a:pt x="94570" y="115646"/>
                    <a:pt x="73418" y="115646"/>
                  </a:cubicBezTo>
                  <a:cubicBezTo>
                    <a:pt x="59569" y="115646"/>
                    <a:pt x="40503" y="118884"/>
                    <a:pt x="12805" y="126981"/>
                  </a:cubicBezTo>
                  <a:lnTo>
                    <a:pt x="12805" y="24682"/>
                  </a:lnTo>
                  <a:cubicBezTo>
                    <a:pt x="83472" y="3632"/>
                    <a:pt x="92673" y="14871"/>
                    <a:pt x="101495" y="25730"/>
                  </a:cubicBezTo>
                  <a:cubicBezTo>
                    <a:pt x="114300" y="41446"/>
                    <a:pt x="128433" y="51257"/>
                    <a:pt x="190943" y="33350"/>
                  </a:cubicBezTo>
                  <a:lnTo>
                    <a:pt x="190943" y="135744"/>
                  </a:lnTo>
                  <a:cubicBezTo>
                    <a:pt x="128338" y="154222"/>
                    <a:pt x="120181" y="144125"/>
                    <a:pt x="111454" y="133362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9F126B84-5043-50A6-DC7C-0E5A5749E9AF}"/>
                </a:ext>
              </a:extLst>
            </p:cNvPr>
            <p:cNvSpPr/>
            <p:nvPr/>
          </p:nvSpPr>
          <p:spPr>
            <a:xfrm>
              <a:off x="3139604" y="4040043"/>
              <a:ext cx="133745" cy="117184"/>
            </a:xfrm>
            <a:custGeom>
              <a:avLst/>
              <a:gdLst>
                <a:gd name="connsiteX0" fmla="*/ 131279 w 133745"/>
                <a:gd name="connsiteY0" fmla="*/ 14410 h 117184"/>
                <a:gd name="connsiteX1" fmla="*/ 125588 w 133745"/>
                <a:gd name="connsiteY1" fmla="*/ 13457 h 117184"/>
                <a:gd name="connsiteX2" fmla="*/ 75979 w 133745"/>
                <a:gd name="connsiteY2" fmla="*/ 15077 h 117184"/>
                <a:gd name="connsiteX3" fmla="*/ 4553 w 133745"/>
                <a:gd name="connsiteY3" fmla="*/ 9933 h 117184"/>
                <a:gd name="connsiteX4" fmla="*/ 0 w 133745"/>
                <a:gd name="connsiteY4" fmla="*/ 16124 h 117184"/>
                <a:gd name="connsiteX5" fmla="*/ 0 w 133745"/>
                <a:gd name="connsiteY5" fmla="*/ 98992 h 117184"/>
                <a:gd name="connsiteX6" fmla="*/ 2561 w 133745"/>
                <a:gd name="connsiteY6" fmla="*/ 104135 h 117184"/>
                <a:gd name="connsiteX7" fmla="*/ 8252 w 133745"/>
                <a:gd name="connsiteY7" fmla="*/ 105088 h 117184"/>
                <a:gd name="connsiteX8" fmla="*/ 63932 w 133745"/>
                <a:gd name="connsiteY8" fmla="*/ 102421 h 117184"/>
                <a:gd name="connsiteX9" fmla="*/ 86413 w 133745"/>
                <a:gd name="connsiteY9" fmla="*/ 117185 h 117184"/>
                <a:gd name="connsiteX10" fmla="*/ 129192 w 133745"/>
                <a:gd name="connsiteY10" fmla="*/ 108422 h 117184"/>
                <a:gd name="connsiteX11" fmla="*/ 133745 w 133745"/>
                <a:gd name="connsiteY11" fmla="*/ 102230 h 117184"/>
                <a:gd name="connsiteX12" fmla="*/ 133745 w 133745"/>
                <a:gd name="connsiteY12" fmla="*/ 19363 h 117184"/>
                <a:gd name="connsiteX13" fmla="*/ 131184 w 133745"/>
                <a:gd name="connsiteY13" fmla="*/ 14219 h 117184"/>
                <a:gd name="connsiteX14" fmla="*/ 121035 w 133745"/>
                <a:gd name="connsiteY14" fmla="*/ 97658 h 117184"/>
                <a:gd name="connsiteX15" fmla="*/ 75979 w 133745"/>
                <a:gd name="connsiteY15" fmla="*/ 97944 h 117184"/>
                <a:gd name="connsiteX16" fmla="*/ 52644 w 133745"/>
                <a:gd name="connsiteY16" fmla="*/ 82895 h 117184"/>
                <a:gd name="connsiteX17" fmla="*/ 12805 w 133745"/>
                <a:gd name="connsiteY17" fmla="*/ 90419 h 117184"/>
                <a:gd name="connsiteX18" fmla="*/ 12805 w 133745"/>
                <a:gd name="connsiteY18" fmla="*/ 20887 h 117184"/>
                <a:gd name="connsiteX19" fmla="*/ 64027 w 133745"/>
                <a:gd name="connsiteY19" fmla="*/ 19649 h 117184"/>
                <a:gd name="connsiteX20" fmla="*/ 121035 w 133745"/>
                <a:gd name="connsiteY20" fmla="*/ 28126 h 117184"/>
                <a:gd name="connsiteX21" fmla="*/ 121035 w 133745"/>
                <a:gd name="connsiteY21" fmla="*/ 97658 h 11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3745" h="117184">
                  <a:moveTo>
                    <a:pt x="131279" y="14410"/>
                  </a:moveTo>
                  <a:cubicBezTo>
                    <a:pt x="129666" y="13172"/>
                    <a:pt x="127580" y="12791"/>
                    <a:pt x="125588" y="13457"/>
                  </a:cubicBezTo>
                  <a:cubicBezTo>
                    <a:pt x="80532" y="27173"/>
                    <a:pt x="78160" y="20792"/>
                    <a:pt x="75979" y="15077"/>
                  </a:cubicBezTo>
                  <a:cubicBezTo>
                    <a:pt x="69813" y="-1306"/>
                    <a:pt x="57482" y="-6259"/>
                    <a:pt x="4553" y="9933"/>
                  </a:cubicBezTo>
                  <a:cubicBezTo>
                    <a:pt x="1897" y="10790"/>
                    <a:pt x="0" y="13267"/>
                    <a:pt x="0" y="16124"/>
                  </a:cubicBezTo>
                  <a:lnTo>
                    <a:pt x="0" y="98992"/>
                  </a:lnTo>
                  <a:cubicBezTo>
                    <a:pt x="0" y="100992"/>
                    <a:pt x="949" y="102992"/>
                    <a:pt x="2561" y="104135"/>
                  </a:cubicBezTo>
                  <a:cubicBezTo>
                    <a:pt x="4174" y="105374"/>
                    <a:pt x="6260" y="105659"/>
                    <a:pt x="8252" y="105088"/>
                  </a:cubicBezTo>
                  <a:cubicBezTo>
                    <a:pt x="59095" y="89562"/>
                    <a:pt x="61750" y="96706"/>
                    <a:pt x="63932" y="102421"/>
                  </a:cubicBezTo>
                  <a:cubicBezTo>
                    <a:pt x="67442" y="111660"/>
                    <a:pt x="72754" y="117185"/>
                    <a:pt x="86413" y="117185"/>
                  </a:cubicBezTo>
                  <a:cubicBezTo>
                    <a:pt x="95898" y="117185"/>
                    <a:pt x="109462" y="114518"/>
                    <a:pt x="129192" y="108422"/>
                  </a:cubicBezTo>
                  <a:cubicBezTo>
                    <a:pt x="131848" y="107564"/>
                    <a:pt x="133745" y="105088"/>
                    <a:pt x="133745" y="102230"/>
                  </a:cubicBezTo>
                  <a:lnTo>
                    <a:pt x="133745" y="19363"/>
                  </a:lnTo>
                  <a:cubicBezTo>
                    <a:pt x="133745" y="17363"/>
                    <a:pt x="132797" y="15362"/>
                    <a:pt x="131184" y="14219"/>
                  </a:cubicBezTo>
                  <a:close/>
                  <a:moveTo>
                    <a:pt x="121035" y="97658"/>
                  </a:moveTo>
                  <a:cubicBezTo>
                    <a:pt x="80437" y="109565"/>
                    <a:pt x="78066" y="103469"/>
                    <a:pt x="75979" y="97944"/>
                  </a:cubicBezTo>
                  <a:cubicBezTo>
                    <a:pt x="72374" y="88514"/>
                    <a:pt x="66873" y="82895"/>
                    <a:pt x="52644" y="82895"/>
                  </a:cubicBezTo>
                  <a:cubicBezTo>
                    <a:pt x="43538" y="82895"/>
                    <a:pt x="30828" y="85276"/>
                    <a:pt x="12805" y="90419"/>
                  </a:cubicBezTo>
                  <a:lnTo>
                    <a:pt x="12805" y="20887"/>
                  </a:lnTo>
                  <a:cubicBezTo>
                    <a:pt x="59189" y="7171"/>
                    <a:pt x="61845" y="14029"/>
                    <a:pt x="64027" y="19649"/>
                  </a:cubicBezTo>
                  <a:cubicBezTo>
                    <a:pt x="69623" y="34412"/>
                    <a:pt x="79963" y="39746"/>
                    <a:pt x="121035" y="28126"/>
                  </a:cubicBezTo>
                  <a:lnTo>
                    <a:pt x="121035" y="9765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A00BC6EE-84F2-0F6B-1453-A8E67C2CBD6E}"/>
              </a:ext>
            </a:extLst>
          </p:cNvPr>
          <p:cNvGrpSpPr/>
          <p:nvPr/>
        </p:nvGrpSpPr>
        <p:grpSpPr>
          <a:xfrm>
            <a:off x="3871696" y="4871395"/>
            <a:ext cx="481483" cy="480184"/>
            <a:chOff x="5989050" y="4811520"/>
            <a:chExt cx="360732" cy="359759"/>
          </a:xfrm>
        </p:grpSpPr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DD8659FD-16ED-A642-276F-4AACEC84D114}"/>
                </a:ext>
              </a:extLst>
            </p:cNvPr>
            <p:cNvSpPr/>
            <p:nvPr/>
          </p:nvSpPr>
          <p:spPr>
            <a:xfrm>
              <a:off x="6032683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5A1AD5F1-C1B3-8304-7520-EA9BCF5A43F1}"/>
                </a:ext>
              </a:extLst>
            </p:cNvPr>
            <p:cNvSpPr/>
            <p:nvPr/>
          </p:nvSpPr>
          <p:spPr>
            <a:xfrm>
              <a:off x="6231878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DCFF2360-7C30-894F-4249-60E5F66E7BB6}"/>
                </a:ext>
              </a:extLst>
            </p:cNvPr>
            <p:cNvSpPr/>
            <p:nvPr/>
          </p:nvSpPr>
          <p:spPr>
            <a:xfrm>
              <a:off x="6231878" y="4896102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7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7"/>
                    <a:pt x="16600" y="33337"/>
                  </a:cubicBezTo>
                  <a:cubicBezTo>
                    <a:pt x="7432" y="33337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73B19914-4AAF-726C-0A79-F1D99AFA7C0C}"/>
                </a:ext>
              </a:extLst>
            </p:cNvPr>
            <p:cNvSpPr/>
            <p:nvPr/>
          </p:nvSpPr>
          <p:spPr>
            <a:xfrm>
              <a:off x="6112267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8C6F30DC-77DF-4BFA-7472-06904D22E198}"/>
                </a:ext>
              </a:extLst>
            </p:cNvPr>
            <p:cNvSpPr/>
            <p:nvPr/>
          </p:nvSpPr>
          <p:spPr>
            <a:xfrm>
              <a:off x="5989050" y="4811520"/>
              <a:ext cx="360732" cy="359759"/>
            </a:xfrm>
            <a:custGeom>
              <a:avLst/>
              <a:gdLst>
                <a:gd name="connsiteX0" fmla="*/ 342615 w 360732"/>
                <a:gd name="connsiteY0" fmla="*/ 0 h 359759"/>
                <a:gd name="connsiteX1" fmla="*/ 18212 w 360732"/>
                <a:gd name="connsiteY1" fmla="*/ 0 h 359759"/>
                <a:gd name="connsiteX2" fmla="*/ 0 w 360732"/>
                <a:gd name="connsiteY2" fmla="*/ 18288 h 359759"/>
                <a:gd name="connsiteX3" fmla="*/ 0 w 360732"/>
                <a:gd name="connsiteY3" fmla="*/ 137350 h 359759"/>
                <a:gd name="connsiteX4" fmla="*/ 18212 w 360732"/>
                <a:gd name="connsiteY4" fmla="*/ 155638 h 359759"/>
                <a:gd name="connsiteX5" fmla="*/ 132702 w 360732"/>
                <a:gd name="connsiteY5" fmla="*/ 155638 h 359759"/>
                <a:gd name="connsiteX6" fmla="*/ 132702 w 360732"/>
                <a:gd name="connsiteY6" fmla="*/ 303181 h 359759"/>
                <a:gd name="connsiteX7" fmla="*/ 94191 w 360732"/>
                <a:gd name="connsiteY7" fmla="*/ 279368 h 359759"/>
                <a:gd name="connsiteX8" fmla="*/ 92958 w 360732"/>
                <a:gd name="connsiteY8" fmla="*/ 278606 h 359759"/>
                <a:gd name="connsiteX9" fmla="*/ 56059 w 360732"/>
                <a:gd name="connsiteY9" fmla="*/ 286417 h 359759"/>
                <a:gd name="connsiteX10" fmla="*/ 61940 w 360732"/>
                <a:gd name="connsiteY10" fmla="*/ 322802 h 359759"/>
                <a:gd name="connsiteX11" fmla="*/ 95139 w 360732"/>
                <a:gd name="connsiteY11" fmla="*/ 359759 h 359759"/>
                <a:gd name="connsiteX12" fmla="*/ 104625 w 360732"/>
                <a:gd name="connsiteY12" fmla="*/ 351187 h 359759"/>
                <a:gd name="connsiteX13" fmla="*/ 71426 w 360732"/>
                <a:gd name="connsiteY13" fmla="*/ 314230 h 359759"/>
                <a:gd name="connsiteX14" fmla="*/ 66683 w 360732"/>
                <a:gd name="connsiteY14" fmla="*/ 293656 h 359759"/>
                <a:gd name="connsiteX15" fmla="*/ 86223 w 360732"/>
                <a:gd name="connsiteY15" fmla="*/ 289655 h 359759"/>
                <a:gd name="connsiteX16" fmla="*/ 87551 w 360732"/>
                <a:gd name="connsiteY16" fmla="*/ 290417 h 359759"/>
                <a:gd name="connsiteX17" fmla="*/ 135737 w 360732"/>
                <a:gd name="connsiteY17" fmla="*/ 320230 h 359759"/>
                <a:gd name="connsiteX18" fmla="*/ 142282 w 360732"/>
                <a:gd name="connsiteY18" fmla="*/ 320421 h 359759"/>
                <a:gd name="connsiteX19" fmla="*/ 145602 w 360732"/>
                <a:gd name="connsiteY19" fmla="*/ 314801 h 359759"/>
                <a:gd name="connsiteX20" fmla="*/ 145602 w 360732"/>
                <a:gd name="connsiteY20" fmla="*/ 126778 h 359759"/>
                <a:gd name="connsiteX21" fmla="*/ 159830 w 360732"/>
                <a:gd name="connsiteY21" fmla="*/ 112967 h 359759"/>
                <a:gd name="connsiteX22" fmla="*/ 174058 w 360732"/>
                <a:gd name="connsiteY22" fmla="*/ 126778 h 359759"/>
                <a:gd name="connsiteX23" fmla="*/ 174058 w 360732"/>
                <a:gd name="connsiteY23" fmla="*/ 244602 h 359759"/>
                <a:gd name="connsiteX24" fmla="*/ 180414 w 360732"/>
                <a:gd name="connsiteY24" fmla="*/ 250984 h 359759"/>
                <a:gd name="connsiteX25" fmla="*/ 186769 w 360732"/>
                <a:gd name="connsiteY25" fmla="*/ 244602 h 359759"/>
                <a:gd name="connsiteX26" fmla="*/ 186769 w 360732"/>
                <a:gd name="connsiteY26" fmla="*/ 211741 h 359759"/>
                <a:gd name="connsiteX27" fmla="*/ 200997 w 360732"/>
                <a:gd name="connsiteY27" fmla="*/ 197834 h 359759"/>
                <a:gd name="connsiteX28" fmla="*/ 215225 w 360732"/>
                <a:gd name="connsiteY28" fmla="*/ 211741 h 359759"/>
                <a:gd name="connsiteX29" fmla="*/ 215225 w 360732"/>
                <a:gd name="connsiteY29" fmla="*/ 259747 h 359759"/>
                <a:gd name="connsiteX30" fmla="*/ 221581 w 360732"/>
                <a:gd name="connsiteY30" fmla="*/ 266128 h 359759"/>
                <a:gd name="connsiteX31" fmla="*/ 227936 w 360732"/>
                <a:gd name="connsiteY31" fmla="*/ 259747 h 359759"/>
                <a:gd name="connsiteX32" fmla="*/ 227936 w 360732"/>
                <a:gd name="connsiteY32" fmla="*/ 229743 h 359759"/>
                <a:gd name="connsiteX33" fmla="*/ 242164 w 360732"/>
                <a:gd name="connsiteY33" fmla="*/ 215836 h 359759"/>
                <a:gd name="connsiteX34" fmla="*/ 256392 w 360732"/>
                <a:gd name="connsiteY34" fmla="*/ 229743 h 359759"/>
                <a:gd name="connsiteX35" fmla="*/ 256392 w 360732"/>
                <a:gd name="connsiteY35" fmla="*/ 275273 h 359759"/>
                <a:gd name="connsiteX36" fmla="*/ 262748 w 360732"/>
                <a:gd name="connsiteY36" fmla="*/ 281654 h 359759"/>
                <a:gd name="connsiteX37" fmla="*/ 269103 w 360732"/>
                <a:gd name="connsiteY37" fmla="*/ 275273 h 359759"/>
                <a:gd name="connsiteX38" fmla="*/ 269103 w 360732"/>
                <a:gd name="connsiteY38" fmla="*/ 257175 h 359759"/>
                <a:gd name="connsiteX39" fmla="*/ 283331 w 360732"/>
                <a:gd name="connsiteY39" fmla="*/ 243269 h 359759"/>
                <a:gd name="connsiteX40" fmla="*/ 297559 w 360732"/>
                <a:gd name="connsiteY40" fmla="*/ 257175 h 359759"/>
                <a:gd name="connsiteX41" fmla="*/ 297559 w 360732"/>
                <a:gd name="connsiteY41" fmla="*/ 355473 h 359759"/>
                <a:gd name="connsiteX42" fmla="*/ 310365 w 360732"/>
                <a:gd name="connsiteY42" fmla="*/ 355473 h 359759"/>
                <a:gd name="connsiteX43" fmla="*/ 310365 w 360732"/>
                <a:gd name="connsiteY43" fmla="*/ 257175 h 359759"/>
                <a:gd name="connsiteX44" fmla="*/ 283331 w 360732"/>
                <a:gd name="connsiteY44" fmla="*/ 230505 h 359759"/>
                <a:gd name="connsiteX45" fmla="*/ 269103 w 360732"/>
                <a:gd name="connsiteY45" fmla="*/ 234505 h 359759"/>
                <a:gd name="connsiteX46" fmla="*/ 269103 w 360732"/>
                <a:gd name="connsiteY46" fmla="*/ 229838 h 359759"/>
                <a:gd name="connsiteX47" fmla="*/ 242069 w 360732"/>
                <a:gd name="connsiteY47" fmla="*/ 203168 h 359759"/>
                <a:gd name="connsiteX48" fmla="*/ 227462 w 360732"/>
                <a:gd name="connsiteY48" fmla="*/ 207359 h 359759"/>
                <a:gd name="connsiteX49" fmla="*/ 200808 w 360732"/>
                <a:gd name="connsiteY49" fmla="*/ 185166 h 359759"/>
                <a:gd name="connsiteX50" fmla="*/ 186579 w 360732"/>
                <a:gd name="connsiteY50" fmla="*/ 189167 h 359759"/>
                <a:gd name="connsiteX51" fmla="*/ 186579 w 360732"/>
                <a:gd name="connsiteY51" fmla="*/ 155829 h 359759"/>
                <a:gd name="connsiteX52" fmla="*/ 342426 w 360732"/>
                <a:gd name="connsiteY52" fmla="*/ 155829 h 359759"/>
                <a:gd name="connsiteX53" fmla="*/ 360733 w 360732"/>
                <a:gd name="connsiteY53" fmla="*/ 137541 h 359759"/>
                <a:gd name="connsiteX54" fmla="*/ 360733 w 360732"/>
                <a:gd name="connsiteY54" fmla="*/ 18478 h 359759"/>
                <a:gd name="connsiteX55" fmla="*/ 342426 w 360732"/>
                <a:gd name="connsiteY55" fmla="*/ 190 h 359759"/>
                <a:gd name="connsiteX56" fmla="*/ 348022 w 360732"/>
                <a:gd name="connsiteY56" fmla="*/ 137350 h 359759"/>
                <a:gd name="connsiteX57" fmla="*/ 342521 w 360732"/>
                <a:gd name="connsiteY57" fmla="*/ 142875 h 359759"/>
                <a:gd name="connsiteX58" fmla="*/ 186674 w 360732"/>
                <a:gd name="connsiteY58" fmla="*/ 142875 h 359759"/>
                <a:gd name="connsiteX59" fmla="*/ 186674 w 360732"/>
                <a:gd name="connsiteY59" fmla="*/ 126873 h 359759"/>
                <a:gd name="connsiteX60" fmla="*/ 159641 w 360732"/>
                <a:gd name="connsiteY60" fmla="*/ 100203 h 359759"/>
                <a:gd name="connsiteX61" fmla="*/ 132607 w 360732"/>
                <a:gd name="connsiteY61" fmla="*/ 126873 h 359759"/>
                <a:gd name="connsiteX62" fmla="*/ 132607 w 360732"/>
                <a:gd name="connsiteY62" fmla="*/ 142875 h 359759"/>
                <a:gd name="connsiteX63" fmla="*/ 18117 w 360732"/>
                <a:gd name="connsiteY63" fmla="*/ 142875 h 359759"/>
                <a:gd name="connsiteX64" fmla="*/ 12616 w 360732"/>
                <a:gd name="connsiteY64" fmla="*/ 137350 h 359759"/>
                <a:gd name="connsiteX65" fmla="*/ 12616 w 360732"/>
                <a:gd name="connsiteY65" fmla="*/ 18288 h 359759"/>
                <a:gd name="connsiteX66" fmla="*/ 18117 w 360732"/>
                <a:gd name="connsiteY66" fmla="*/ 12764 h 359759"/>
                <a:gd name="connsiteX67" fmla="*/ 342521 w 360732"/>
                <a:gd name="connsiteY67" fmla="*/ 12764 h 359759"/>
                <a:gd name="connsiteX68" fmla="*/ 348022 w 360732"/>
                <a:gd name="connsiteY68" fmla="*/ 18288 h 359759"/>
                <a:gd name="connsiteX69" fmla="*/ 348022 w 360732"/>
                <a:gd name="connsiteY69" fmla="*/ 137350 h 359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360732" h="359759">
                  <a:moveTo>
                    <a:pt x="342615" y="0"/>
                  </a:moveTo>
                  <a:lnTo>
                    <a:pt x="18212" y="0"/>
                  </a:lnTo>
                  <a:cubicBezTo>
                    <a:pt x="8158" y="0"/>
                    <a:pt x="0" y="8191"/>
                    <a:pt x="0" y="18288"/>
                  </a:cubicBezTo>
                  <a:lnTo>
                    <a:pt x="0" y="137350"/>
                  </a:lnTo>
                  <a:cubicBezTo>
                    <a:pt x="0" y="147447"/>
                    <a:pt x="8158" y="155638"/>
                    <a:pt x="18212" y="155638"/>
                  </a:cubicBezTo>
                  <a:lnTo>
                    <a:pt x="132702" y="155638"/>
                  </a:lnTo>
                  <a:lnTo>
                    <a:pt x="132702" y="303181"/>
                  </a:lnTo>
                  <a:cubicBezTo>
                    <a:pt x="118853" y="294608"/>
                    <a:pt x="99313" y="282607"/>
                    <a:pt x="94191" y="279368"/>
                  </a:cubicBezTo>
                  <a:lnTo>
                    <a:pt x="92958" y="278606"/>
                  </a:lnTo>
                  <a:cubicBezTo>
                    <a:pt x="79678" y="270415"/>
                    <a:pt x="64501" y="273653"/>
                    <a:pt x="56059" y="286417"/>
                  </a:cubicBezTo>
                  <a:cubicBezTo>
                    <a:pt x="45910" y="301657"/>
                    <a:pt x="53878" y="313849"/>
                    <a:pt x="61940" y="322802"/>
                  </a:cubicBezTo>
                  <a:cubicBezTo>
                    <a:pt x="72090" y="334042"/>
                    <a:pt x="95139" y="359759"/>
                    <a:pt x="95139" y="359759"/>
                  </a:cubicBezTo>
                  <a:lnTo>
                    <a:pt x="104625" y="351187"/>
                  </a:lnTo>
                  <a:cubicBezTo>
                    <a:pt x="104625" y="351187"/>
                    <a:pt x="81480" y="325469"/>
                    <a:pt x="71426" y="314230"/>
                  </a:cubicBezTo>
                  <a:cubicBezTo>
                    <a:pt x="61561" y="303276"/>
                    <a:pt x="63363" y="298609"/>
                    <a:pt x="66683" y="293656"/>
                  </a:cubicBezTo>
                  <a:cubicBezTo>
                    <a:pt x="71331" y="286703"/>
                    <a:pt x="79014" y="285083"/>
                    <a:pt x="86223" y="289655"/>
                  </a:cubicBezTo>
                  <a:lnTo>
                    <a:pt x="87551" y="290417"/>
                  </a:lnTo>
                  <a:cubicBezTo>
                    <a:pt x="94191" y="294513"/>
                    <a:pt x="124165" y="312896"/>
                    <a:pt x="135737" y="320230"/>
                  </a:cubicBezTo>
                  <a:cubicBezTo>
                    <a:pt x="137729" y="321469"/>
                    <a:pt x="140195" y="321564"/>
                    <a:pt x="142282" y="320421"/>
                  </a:cubicBezTo>
                  <a:cubicBezTo>
                    <a:pt x="144369" y="319278"/>
                    <a:pt x="145602" y="317087"/>
                    <a:pt x="145602" y="314801"/>
                  </a:cubicBezTo>
                  <a:lnTo>
                    <a:pt x="145602" y="126778"/>
                  </a:lnTo>
                  <a:cubicBezTo>
                    <a:pt x="145602" y="118872"/>
                    <a:pt x="151768" y="112967"/>
                    <a:pt x="159830" y="112967"/>
                  </a:cubicBezTo>
                  <a:cubicBezTo>
                    <a:pt x="167893" y="112967"/>
                    <a:pt x="174058" y="118491"/>
                    <a:pt x="174058" y="126778"/>
                  </a:cubicBezTo>
                  <a:lnTo>
                    <a:pt x="174058" y="244602"/>
                  </a:lnTo>
                  <a:cubicBezTo>
                    <a:pt x="174058" y="248126"/>
                    <a:pt x="176904" y="250984"/>
                    <a:pt x="180414" y="250984"/>
                  </a:cubicBezTo>
                  <a:cubicBezTo>
                    <a:pt x="183923" y="250984"/>
                    <a:pt x="186769" y="248126"/>
                    <a:pt x="186769" y="244602"/>
                  </a:cubicBezTo>
                  <a:lnTo>
                    <a:pt x="186769" y="211741"/>
                  </a:lnTo>
                  <a:cubicBezTo>
                    <a:pt x="186769" y="203835"/>
                    <a:pt x="192935" y="197834"/>
                    <a:pt x="200997" y="197834"/>
                  </a:cubicBezTo>
                  <a:cubicBezTo>
                    <a:pt x="209060" y="197834"/>
                    <a:pt x="215225" y="203359"/>
                    <a:pt x="215225" y="211741"/>
                  </a:cubicBezTo>
                  <a:lnTo>
                    <a:pt x="215225" y="259747"/>
                  </a:lnTo>
                  <a:cubicBezTo>
                    <a:pt x="215225" y="263271"/>
                    <a:pt x="218071" y="266128"/>
                    <a:pt x="221581" y="266128"/>
                  </a:cubicBezTo>
                  <a:cubicBezTo>
                    <a:pt x="225090" y="266128"/>
                    <a:pt x="227936" y="263271"/>
                    <a:pt x="227936" y="259747"/>
                  </a:cubicBezTo>
                  <a:lnTo>
                    <a:pt x="227936" y="229743"/>
                  </a:lnTo>
                  <a:cubicBezTo>
                    <a:pt x="227936" y="221837"/>
                    <a:pt x="234102" y="215836"/>
                    <a:pt x="242164" y="215836"/>
                  </a:cubicBezTo>
                  <a:cubicBezTo>
                    <a:pt x="250701" y="215836"/>
                    <a:pt x="256392" y="221361"/>
                    <a:pt x="256392" y="229743"/>
                  </a:cubicBezTo>
                  <a:lnTo>
                    <a:pt x="256392" y="275273"/>
                  </a:lnTo>
                  <a:cubicBezTo>
                    <a:pt x="256392" y="278797"/>
                    <a:pt x="259238" y="281654"/>
                    <a:pt x="262748" y="281654"/>
                  </a:cubicBezTo>
                  <a:cubicBezTo>
                    <a:pt x="266257" y="281654"/>
                    <a:pt x="269103" y="278797"/>
                    <a:pt x="269103" y="275273"/>
                  </a:cubicBezTo>
                  <a:lnTo>
                    <a:pt x="269103" y="257175"/>
                  </a:lnTo>
                  <a:cubicBezTo>
                    <a:pt x="269103" y="249269"/>
                    <a:pt x="275269" y="243269"/>
                    <a:pt x="283331" y="243269"/>
                  </a:cubicBezTo>
                  <a:cubicBezTo>
                    <a:pt x="291868" y="243269"/>
                    <a:pt x="297559" y="248793"/>
                    <a:pt x="297559" y="257175"/>
                  </a:cubicBezTo>
                  <a:lnTo>
                    <a:pt x="297559" y="355473"/>
                  </a:lnTo>
                  <a:cubicBezTo>
                    <a:pt x="297559" y="355473"/>
                    <a:pt x="310365" y="355473"/>
                    <a:pt x="310365" y="355473"/>
                  </a:cubicBezTo>
                  <a:lnTo>
                    <a:pt x="310365" y="257175"/>
                  </a:lnTo>
                  <a:cubicBezTo>
                    <a:pt x="310365" y="241744"/>
                    <a:pt x="299077" y="230505"/>
                    <a:pt x="283331" y="230505"/>
                  </a:cubicBezTo>
                  <a:cubicBezTo>
                    <a:pt x="278019" y="230505"/>
                    <a:pt x="273182" y="232029"/>
                    <a:pt x="269103" y="234505"/>
                  </a:cubicBezTo>
                  <a:lnTo>
                    <a:pt x="269103" y="229838"/>
                  </a:lnTo>
                  <a:cubicBezTo>
                    <a:pt x="269103" y="214408"/>
                    <a:pt x="257720" y="203168"/>
                    <a:pt x="242069" y="203168"/>
                  </a:cubicBezTo>
                  <a:cubicBezTo>
                    <a:pt x="236663" y="203168"/>
                    <a:pt x="231635" y="204692"/>
                    <a:pt x="227462" y="207359"/>
                  </a:cubicBezTo>
                  <a:cubicBezTo>
                    <a:pt x="225470" y="194310"/>
                    <a:pt x="214941" y="185166"/>
                    <a:pt x="200808" y="185166"/>
                  </a:cubicBezTo>
                  <a:cubicBezTo>
                    <a:pt x="195496" y="185166"/>
                    <a:pt x="190658" y="186690"/>
                    <a:pt x="186579" y="189167"/>
                  </a:cubicBezTo>
                  <a:lnTo>
                    <a:pt x="186579" y="155829"/>
                  </a:lnTo>
                  <a:lnTo>
                    <a:pt x="342426" y="155829"/>
                  </a:lnTo>
                  <a:cubicBezTo>
                    <a:pt x="352480" y="155829"/>
                    <a:pt x="360733" y="147638"/>
                    <a:pt x="360733" y="137541"/>
                  </a:cubicBezTo>
                  <a:lnTo>
                    <a:pt x="360733" y="18478"/>
                  </a:lnTo>
                  <a:cubicBezTo>
                    <a:pt x="360733" y="8382"/>
                    <a:pt x="352575" y="190"/>
                    <a:pt x="342426" y="190"/>
                  </a:cubicBezTo>
                  <a:close/>
                  <a:moveTo>
                    <a:pt x="348022" y="137350"/>
                  </a:moveTo>
                  <a:cubicBezTo>
                    <a:pt x="348022" y="140398"/>
                    <a:pt x="345556" y="142875"/>
                    <a:pt x="342521" y="142875"/>
                  </a:cubicBezTo>
                  <a:lnTo>
                    <a:pt x="186674" y="142875"/>
                  </a:lnTo>
                  <a:lnTo>
                    <a:pt x="186674" y="126873"/>
                  </a:lnTo>
                  <a:cubicBezTo>
                    <a:pt x="186674" y="111442"/>
                    <a:pt x="175292" y="100203"/>
                    <a:pt x="159641" y="100203"/>
                  </a:cubicBezTo>
                  <a:cubicBezTo>
                    <a:pt x="143990" y="100203"/>
                    <a:pt x="132607" y="111919"/>
                    <a:pt x="132607" y="126873"/>
                  </a:cubicBezTo>
                  <a:lnTo>
                    <a:pt x="132607" y="142875"/>
                  </a:lnTo>
                  <a:lnTo>
                    <a:pt x="18117" y="142875"/>
                  </a:lnTo>
                  <a:cubicBezTo>
                    <a:pt x="15082" y="142875"/>
                    <a:pt x="12616" y="140398"/>
                    <a:pt x="12616" y="137350"/>
                  </a:cubicBezTo>
                  <a:lnTo>
                    <a:pt x="12616" y="18288"/>
                  </a:lnTo>
                  <a:cubicBezTo>
                    <a:pt x="12616" y="15240"/>
                    <a:pt x="15082" y="12764"/>
                    <a:pt x="18117" y="12764"/>
                  </a:cubicBezTo>
                  <a:lnTo>
                    <a:pt x="342521" y="12764"/>
                  </a:lnTo>
                  <a:cubicBezTo>
                    <a:pt x="345556" y="12764"/>
                    <a:pt x="348022" y="15240"/>
                    <a:pt x="348022" y="18288"/>
                  </a:cubicBezTo>
                  <a:lnTo>
                    <a:pt x="348022" y="137350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59609BD2-8058-590A-4193-A2262248C80F}"/>
                </a:ext>
              </a:extLst>
            </p:cNvPr>
            <p:cNvSpPr/>
            <p:nvPr/>
          </p:nvSpPr>
          <p:spPr>
            <a:xfrm>
              <a:off x="6152485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E38E8B3E-A949-6B1F-862A-19CA7172B150}"/>
              </a:ext>
            </a:extLst>
          </p:cNvPr>
          <p:cNvGrpSpPr/>
          <p:nvPr/>
        </p:nvGrpSpPr>
        <p:grpSpPr>
          <a:xfrm>
            <a:off x="4554321" y="4871395"/>
            <a:ext cx="481483" cy="480184"/>
            <a:chOff x="5989050" y="4811520"/>
            <a:chExt cx="360732" cy="359759"/>
          </a:xfrm>
          <a:solidFill>
            <a:schemeClr val="accent4"/>
          </a:solidFill>
        </p:grpSpPr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9A55EA19-6A26-C775-687A-E07CED816038}"/>
                </a:ext>
              </a:extLst>
            </p:cNvPr>
            <p:cNvSpPr/>
            <p:nvPr/>
          </p:nvSpPr>
          <p:spPr>
            <a:xfrm>
              <a:off x="6032683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2951F29A-7FF1-CFDE-CABB-7608842A1C00}"/>
                </a:ext>
              </a:extLst>
            </p:cNvPr>
            <p:cNvSpPr/>
            <p:nvPr/>
          </p:nvSpPr>
          <p:spPr>
            <a:xfrm>
              <a:off x="6231878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164B622E-77FE-B91B-7254-ED199AB0EA84}"/>
                </a:ext>
              </a:extLst>
            </p:cNvPr>
            <p:cNvSpPr/>
            <p:nvPr/>
          </p:nvSpPr>
          <p:spPr>
            <a:xfrm>
              <a:off x="6231878" y="4896102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7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7"/>
                    <a:pt x="16600" y="33337"/>
                  </a:cubicBezTo>
                  <a:cubicBezTo>
                    <a:pt x="7432" y="33337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1C54FD84-A32B-F662-D4B8-B7F825221817}"/>
                </a:ext>
              </a:extLst>
            </p:cNvPr>
            <p:cNvSpPr/>
            <p:nvPr/>
          </p:nvSpPr>
          <p:spPr>
            <a:xfrm>
              <a:off x="6112267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B7CA4CF4-C5C8-6B6A-9CD4-C0EB98C5029B}"/>
                </a:ext>
              </a:extLst>
            </p:cNvPr>
            <p:cNvSpPr/>
            <p:nvPr/>
          </p:nvSpPr>
          <p:spPr>
            <a:xfrm>
              <a:off x="5989050" y="4811520"/>
              <a:ext cx="360732" cy="359759"/>
            </a:xfrm>
            <a:custGeom>
              <a:avLst/>
              <a:gdLst>
                <a:gd name="connsiteX0" fmla="*/ 342615 w 360732"/>
                <a:gd name="connsiteY0" fmla="*/ 0 h 359759"/>
                <a:gd name="connsiteX1" fmla="*/ 18212 w 360732"/>
                <a:gd name="connsiteY1" fmla="*/ 0 h 359759"/>
                <a:gd name="connsiteX2" fmla="*/ 0 w 360732"/>
                <a:gd name="connsiteY2" fmla="*/ 18288 h 359759"/>
                <a:gd name="connsiteX3" fmla="*/ 0 w 360732"/>
                <a:gd name="connsiteY3" fmla="*/ 137350 h 359759"/>
                <a:gd name="connsiteX4" fmla="*/ 18212 w 360732"/>
                <a:gd name="connsiteY4" fmla="*/ 155638 h 359759"/>
                <a:gd name="connsiteX5" fmla="*/ 132702 w 360732"/>
                <a:gd name="connsiteY5" fmla="*/ 155638 h 359759"/>
                <a:gd name="connsiteX6" fmla="*/ 132702 w 360732"/>
                <a:gd name="connsiteY6" fmla="*/ 303181 h 359759"/>
                <a:gd name="connsiteX7" fmla="*/ 94191 w 360732"/>
                <a:gd name="connsiteY7" fmla="*/ 279368 h 359759"/>
                <a:gd name="connsiteX8" fmla="*/ 92958 w 360732"/>
                <a:gd name="connsiteY8" fmla="*/ 278606 h 359759"/>
                <a:gd name="connsiteX9" fmla="*/ 56059 w 360732"/>
                <a:gd name="connsiteY9" fmla="*/ 286417 h 359759"/>
                <a:gd name="connsiteX10" fmla="*/ 61940 w 360732"/>
                <a:gd name="connsiteY10" fmla="*/ 322802 h 359759"/>
                <a:gd name="connsiteX11" fmla="*/ 95139 w 360732"/>
                <a:gd name="connsiteY11" fmla="*/ 359759 h 359759"/>
                <a:gd name="connsiteX12" fmla="*/ 104625 w 360732"/>
                <a:gd name="connsiteY12" fmla="*/ 351187 h 359759"/>
                <a:gd name="connsiteX13" fmla="*/ 71426 w 360732"/>
                <a:gd name="connsiteY13" fmla="*/ 314230 h 359759"/>
                <a:gd name="connsiteX14" fmla="*/ 66683 w 360732"/>
                <a:gd name="connsiteY14" fmla="*/ 293656 h 359759"/>
                <a:gd name="connsiteX15" fmla="*/ 86223 w 360732"/>
                <a:gd name="connsiteY15" fmla="*/ 289655 h 359759"/>
                <a:gd name="connsiteX16" fmla="*/ 87551 w 360732"/>
                <a:gd name="connsiteY16" fmla="*/ 290417 h 359759"/>
                <a:gd name="connsiteX17" fmla="*/ 135737 w 360732"/>
                <a:gd name="connsiteY17" fmla="*/ 320230 h 359759"/>
                <a:gd name="connsiteX18" fmla="*/ 142282 w 360732"/>
                <a:gd name="connsiteY18" fmla="*/ 320421 h 359759"/>
                <a:gd name="connsiteX19" fmla="*/ 145602 w 360732"/>
                <a:gd name="connsiteY19" fmla="*/ 314801 h 359759"/>
                <a:gd name="connsiteX20" fmla="*/ 145602 w 360732"/>
                <a:gd name="connsiteY20" fmla="*/ 126778 h 359759"/>
                <a:gd name="connsiteX21" fmla="*/ 159830 w 360732"/>
                <a:gd name="connsiteY21" fmla="*/ 112967 h 359759"/>
                <a:gd name="connsiteX22" fmla="*/ 174058 w 360732"/>
                <a:gd name="connsiteY22" fmla="*/ 126778 h 359759"/>
                <a:gd name="connsiteX23" fmla="*/ 174058 w 360732"/>
                <a:gd name="connsiteY23" fmla="*/ 244602 h 359759"/>
                <a:gd name="connsiteX24" fmla="*/ 180414 w 360732"/>
                <a:gd name="connsiteY24" fmla="*/ 250984 h 359759"/>
                <a:gd name="connsiteX25" fmla="*/ 186769 w 360732"/>
                <a:gd name="connsiteY25" fmla="*/ 244602 h 359759"/>
                <a:gd name="connsiteX26" fmla="*/ 186769 w 360732"/>
                <a:gd name="connsiteY26" fmla="*/ 211741 h 359759"/>
                <a:gd name="connsiteX27" fmla="*/ 200997 w 360732"/>
                <a:gd name="connsiteY27" fmla="*/ 197834 h 359759"/>
                <a:gd name="connsiteX28" fmla="*/ 215225 w 360732"/>
                <a:gd name="connsiteY28" fmla="*/ 211741 h 359759"/>
                <a:gd name="connsiteX29" fmla="*/ 215225 w 360732"/>
                <a:gd name="connsiteY29" fmla="*/ 259747 h 359759"/>
                <a:gd name="connsiteX30" fmla="*/ 221581 w 360732"/>
                <a:gd name="connsiteY30" fmla="*/ 266128 h 359759"/>
                <a:gd name="connsiteX31" fmla="*/ 227936 w 360732"/>
                <a:gd name="connsiteY31" fmla="*/ 259747 h 359759"/>
                <a:gd name="connsiteX32" fmla="*/ 227936 w 360732"/>
                <a:gd name="connsiteY32" fmla="*/ 229743 h 359759"/>
                <a:gd name="connsiteX33" fmla="*/ 242164 w 360732"/>
                <a:gd name="connsiteY33" fmla="*/ 215836 h 359759"/>
                <a:gd name="connsiteX34" fmla="*/ 256392 w 360732"/>
                <a:gd name="connsiteY34" fmla="*/ 229743 h 359759"/>
                <a:gd name="connsiteX35" fmla="*/ 256392 w 360732"/>
                <a:gd name="connsiteY35" fmla="*/ 275273 h 359759"/>
                <a:gd name="connsiteX36" fmla="*/ 262748 w 360732"/>
                <a:gd name="connsiteY36" fmla="*/ 281654 h 359759"/>
                <a:gd name="connsiteX37" fmla="*/ 269103 w 360732"/>
                <a:gd name="connsiteY37" fmla="*/ 275273 h 359759"/>
                <a:gd name="connsiteX38" fmla="*/ 269103 w 360732"/>
                <a:gd name="connsiteY38" fmla="*/ 257175 h 359759"/>
                <a:gd name="connsiteX39" fmla="*/ 283331 w 360732"/>
                <a:gd name="connsiteY39" fmla="*/ 243269 h 359759"/>
                <a:gd name="connsiteX40" fmla="*/ 297559 w 360732"/>
                <a:gd name="connsiteY40" fmla="*/ 257175 h 359759"/>
                <a:gd name="connsiteX41" fmla="*/ 297559 w 360732"/>
                <a:gd name="connsiteY41" fmla="*/ 355473 h 359759"/>
                <a:gd name="connsiteX42" fmla="*/ 310365 w 360732"/>
                <a:gd name="connsiteY42" fmla="*/ 355473 h 359759"/>
                <a:gd name="connsiteX43" fmla="*/ 310365 w 360732"/>
                <a:gd name="connsiteY43" fmla="*/ 257175 h 359759"/>
                <a:gd name="connsiteX44" fmla="*/ 283331 w 360732"/>
                <a:gd name="connsiteY44" fmla="*/ 230505 h 359759"/>
                <a:gd name="connsiteX45" fmla="*/ 269103 w 360732"/>
                <a:gd name="connsiteY45" fmla="*/ 234505 h 359759"/>
                <a:gd name="connsiteX46" fmla="*/ 269103 w 360732"/>
                <a:gd name="connsiteY46" fmla="*/ 229838 h 359759"/>
                <a:gd name="connsiteX47" fmla="*/ 242069 w 360732"/>
                <a:gd name="connsiteY47" fmla="*/ 203168 h 359759"/>
                <a:gd name="connsiteX48" fmla="*/ 227462 w 360732"/>
                <a:gd name="connsiteY48" fmla="*/ 207359 h 359759"/>
                <a:gd name="connsiteX49" fmla="*/ 200808 w 360732"/>
                <a:gd name="connsiteY49" fmla="*/ 185166 h 359759"/>
                <a:gd name="connsiteX50" fmla="*/ 186579 w 360732"/>
                <a:gd name="connsiteY50" fmla="*/ 189167 h 359759"/>
                <a:gd name="connsiteX51" fmla="*/ 186579 w 360732"/>
                <a:gd name="connsiteY51" fmla="*/ 155829 h 359759"/>
                <a:gd name="connsiteX52" fmla="*/ 342426 w 360732"/>
                <a:gd name="connsiteY52" fmla="*/ 155829 h 359759"/>
                <a:gd name="connsiteX53" fmla="*/ 360733 w 360732"/>
                <a:gd name="connsiteY53" fmla="*/ 137541 h 359759"/>
                <a:gd name="connsiteX54" fmla="*/ 360733 w 360732"/>
                <a:gd name="connsiteY54" fmla="*/ 18478 h 359759"/>
                <a:gd name="connsiteX55" fmla="*/ 342426 w 360732"/>
                <a:gd name="connsiteY55" fmla="*/ 190 h 359759"/>
                <a:gd name="connsiteX56" fmla="*/ 348022 w 360732"/>
                <a:gd name="connsiteY56" fmla="*/ 137350 h 359759"/>
                <a:gd name="connsiteX57" fmla="*/ 342521 w 360732"/>
                <a:gd name="connsiteY57" fmla="*/ 142875 h 359759"/>
                <a:gd name="connsiteX58" fmla="*/ 186674 w 360732"/>
                <a:gd name="connsiteY58" fmla="*/ 142875 h 359759"/>
                <a:gd name="connsiteX59" fmla="*/ 186674 w 360732"/>
                <a:gd name="connsiteY59" fmla="*/ 126873 h 359759"/>
                <a:gd name="connsiteX60" fmla="*/ 159641 w 360732"/>
                <a:gd name="connsiteY60" fmla="*/ 100203 h 359759"/>
                <a:gd name="connsiteX61" fmla="*/ 132607 w 360732"/>
                <a:gd name="connsiteY61" fmla="*/ 126873 h 359759"/>
                <a:gd name="connsiteX62" fmla="*/ 132607 w 360732"/>
                <a:gd name="connsiteY62" fmla="*/ 142875 h 359759"/>
                <a:gd name="connsiteX63" fmla="*/ 18117 w 360732"/>
                <a:gd name="connsiteY63" fmla="*/ 142875 h 359759"/>
                <a:gd name="connsiteX64" fmla="*/ 12616 w 360732"/>
                <a:gd name="connsiteY64" fmla="*/ 137350 h 359759"/>
                <a:gd name="connsiteX65" fmla="*/ 12616 w 360732"/>
                <a:gd name="connsiteY65" fmla="*/ 18288 h 359759"/>
                <a:gd name="connsiteX66" fmla="*/ 18117 w 360732"/>
                <a:gd name="connsiteY66" fmla="*/ 12764 h 359759"/>
                <a:gd name="connsiteX67" fmla="*/ 342521 w 360732"/>
                <a:gd name="connsiteY67" fmla="*/ 12764 h 359759"/>
                <a:gd name="connsiteX68" fmla="*/ 348022 w 360732"/>
                <a:gd name="connsiteY68" fmla="*/ 18288 h 359759"/>
                <a:gd name="connsiteX69" fmla="*/ 348022 w 360732"/>
                <a:gd name="connsiteY69" fmla="*/ 137350 h 359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360732" h="359759">
                  <a:moveTo>
                    <a:pt x="342615" y="0"/>
                  </a:moveTo>
                  <a:lnTo>
                    <a:pt x="18212" y="0"/>
                  </a:lnTo>
                  <a:cubicBezTo>
                    <a:pt x="8158" y="0"/>
                    <a:pt x="0" y="8191"/>
                    <a:pt x="0" y="18288"/>
                  </a:cubicBezTo>
                  <a:lnTo>
                    <a:pt x="0" y="137350"/>
                  </a:lnTo>
                  <a:cubicBezTo>
                    <a:pt x="0" y="147447"/>
                    <a:pt x="8158" y="155638"/>
                    <a:pt x="18212" y="155638"/>
                  </a:cubicBezTo>
                  <a:lnTo>
                    <a:pt x="132702" y="155638"/>
                  </a:lnTo>
                  <a:lnTo>
                    <a:pt x="132702" y="303181"/>
                  </a:lnTo>
                  <a:cubicBezTo>
                    <a:pt x="118853" y="294608"/>
                    <a:pt x="99313" y="282607"/>
                    <a:pt x="94191" y="279368"/>
                  </a:cubicBezTo>
                  <a:lnTo>
                    <a:pt x="92958" y="278606"/>
                  </a:lnTo>
                  <a:cubicBezTo>
                    <a:pt x="79678" y="270415"/>
                    <a:pt x="64501" y="273653"/>
                    <a:pt x="56059" y="286417"/>
                  </a:cubicBezTo>
                  <a:cubicBezTo>
                    <a:pt x="45910" y="301657"/>
                    <a:pt x="53878" y="313849"/>
                    <a:pt x="61940" y="322802"/>
                  </a:cubicBezTo>
                  <a:cubicBezTo>
                    <a:pt x="72090" y="334042"/>
                    <a:pt x="95139" y="359759"/>
                    <a:pt x="95139" y="359759"/>
                  </a:cubicBezTo>
                  <a:lnTo>
                    <a:pt x="104625" y="351187"/>
                  </a:lnTo>
                  <a:cubicBezTo>
                    <a:pt x="104625" y="351187"/>
                    <a:pt x="81480" y="325469"/>
                    <a:pt x="71426" y="314230"/>
                  </a:cubicBezTo>
                  <a:cubicBezTo>
                    <a:pt x="61561" y="303276"/>
                    <a:pt x="63363" y="298609"/>
                    <a:pt x="66683" y="293656"/>
                  </a:cubicBezTo>
                  <a:cubicBezTo>
                    <a:pt x="71331" y="286703"/>
                    <a:pt x="79014" y="285083"/>
                    <a:pt x="86223" y="289655"/>
                  </a:cubicBezTo>
                  <a:lnTo>
                    <a:pt x="87551" y="290417"/>
                  </a:lnTo>
                  <a:cubicBezTo>
                    <a:pt x="94191" y="294513"/>
                    <a:pt x="124165" y="312896"/>
                    <a:pt x="135737" y="320230"/>
                  </a:cubicBezTo>
                  <a:cubicBezTo>
                    <a:pt x="137729" y="321469"/>
                    <a:pt x="140195" y="321564"/>
                    <a:pt x="142282" y="320421"/>
                  </a:cubicBezTo>
                  <a:cubicBezTo>
                    <a:pt x="144369" y="319278"/>
                    <a:pt x="145602" y="317087"/>
                    <a:pt x="145602" y="314801"/>
                  </a:cubicBezTo>
                  <a:lnTo>
                    <a:pt x="145602" y="126778"/>
                  </a:lnTo>
                  <a:cubicBezTo>
                    <a:pt x="145602" y="118872"/>
                    <a:pt x="151768" y="112967"/>
                    <a:pt x="159830" y="112967"/>
                  </a:cubicBezTo>
                  <a:cubicBezTo>
                    <a:pt x="167893" y="112967"/>
                    <a:pt x="174058" y="118491"/>
                    <a:pt x="174058" y="126778"/>
                  </a:cubicBezTo>
                  <a:lnTo>
                    <a:pt x="174058" y="244602"/>
                  </a:lnTo>
                  <a:cubicBezTo>
                    <a:pt x="174058" y="248126"/>
                    <a:pt x="176904" y="250984"/>
                    <a:pt x="180414" y="250984"/>
                  </a:cubicBezTo>
                  <a:cubicBezTo>
                    <a:pt x="183923" y="250984"/>
                    <a:pt x="186769" y="248126"/>
                    <a:pt x="186769" y="244602"/>
                  </a:cubicBezTo>
                  <a:lnTo>
                    <a:pt x="186769" y="211741"/>
                  </a:lnTo>
                  <a:cubicBezTo>
                    <a:pt x="186769" y="203835"/>
                    <a:pt x="192935" y="197834"/>
                    <a:pt x="200997" y="197834"/>
                  </a:cubicBezTo>
                  <a:cubicBezTo>
                    <a:pt x="209060" y="197834"/>
                    <a:pt x="215225" y="203359"/>
                    <a:pt x="215225" y="211741"/>
                  </a:cubicBezTo>
                  <a:lnTo>
                    <a:pt x="215225" y="259747"/>
                  </a:lnTo>
                  <a:cubicBezTo>
                    <a:pt x="215225" y="263271"/>
                    <a:pt x="218071" y="266128"/>
                    <a:pt x="221581" y="266128"/>
                  </a:cubicBezTo>
                  <a:cubicBezTo>
                    <a:pt x="225090" y="266128"/>
                    <a:pt x="227936" y="263271"/>
                    <a:pt x="227936" y="259747"/>
                  </a:cubicBezTo>
                  <a:lnTo>
                    <a:pt x="227936" y="229743"/>
                  </a:lnTo>
                  <a:cubicBezTo>
                    <a:pt x="227936" y="221837"/>
                    <a:pt x="234102" y="215836"/>
                    <a:pt x="242164" y="215836"/>
                  </a:cubicBezTo>
                  <a:cubicBezTo>
                    <a:pt x="250701" y="215836"/>
                    <a:pt x="256392" y="221361"/>
                    <a:pt x="256392" y="229743"/>
                  </a:cubicBezTo>
                  <a:lnTo>
                    <a:pt x="256392" y="275273"/>
                  </a:lnTo>
                  <a:cubicBezTo>
                    <a:pt x="256392" y="278797"/>
                    <a:pt x="259238" y="281654"/>
                    <a:pt x="262748" y="281654"/>
                  </a:cubicBezTo>
                  <a:cubicBezTo>
                    <a:pt x="266257" y="281654"/>
                    <a:pt x="269103" y="278797"/>
                    <a:pt x="269103" y="275273"/>
                  </a:cubicBezTo>
                  <a:lnTo>
                    <a:pt x="269103" y="257175"/>
                  </a:lnTo>
                  <a:cubicBezTo>
                    <a:pt x="269103" y="249269"/>
                    <a:pt x="275269" y="243269"/>
                    <a:pt x="283331" y="243269"/>
                  </a:cubicBezTo>
                  <a:cubicBezTo>
                    <a:pt x="291868" y="243269"/>
                    <a:pt x="297559" y="248793"/>
                    <a:pt x="297559" y="257175"/>
                  </a:cubicBezTo>
                  <a:lnTo>
                    <a:pt x="297559" y="355473"/>
                  </a:lnTo>
                  <a:cubicBezTo>
                    <a:pt x="297559" y="355473"/>
                    <a:pt x="310365" y="355473"/>
                    <a:pt x="310365" y="355473"/>
                  </a:cubicBezTo>
                  <a:lnTo>
                    <a:pt x="310365" y="257175"/>
                  </a:lnTo>
                  <a:cubicBezTo>
                    <a:pt x="310365" y="241744"/>
                    <a:pt x="299077" y="230505"/>
                    <a:pt x="283331" y="230505"/>
                  </a:cubicBezTo>
                  <a:cubicBezTo>
                    <a:pt x="278019" y="230505"/>
                    <a:pt x="273182" y="232029"/>
                    <a:pt x="269103" y="234505"/>
                  </a:cubicBezTo>
                  <a:lnTo>
                    <a:pt x="269103" y="229838"/>
                  </a:lnTo>
                  <a:cubicBezTo>
                    <a:pt x="269103" y="214408"/>
                    <a:pt x="257720" y="203168"/>
                    <a:pt x="242069" y="203168"/>
                  </a:cubicBezTo>
                  <a:cubicBezTo>
                    <a:pt x="236663" y="203168"/>
                    <a:pt x="231635" y="204692"/>
                    <a:pt x="227462" y="207359"/>
                  </a:cubicBezTo>
                  <a:cubicBezTo>
                    <a:pt x="225470" y="194310"/>
                    <a:pt x="214941" y="185166"/>
                    <a:pt x="200808" y="185166"/>
                  </a:cubicBezTo>
                  <a:cubicBezTo>
                    <a:pt x="195496" y="185166"/>
                    <a:pt x="190658" y="186690"/>
                    <a:pt x="186579" y="189167"/>
                  </a:cubicBezTo>
                  <a:lnTo>
                    <a:pt x="186579" y="155829"/>
                  </a:lnTo>
                  <a:lnTo>
                    <a:pt x="342426" y="155829"/>
                  </a:lnTo>
                  <a:cubicBezTo>
                    <a:pt x="352480" y="155829"/>
                    <a:pt x="360733" y="147638"/>
                    <a:pt x="360733" y="137541"/>
                  </a:cubicBezTo>
                  <a:lnTo>
                    <a:pt x="360733" y="18478"/>
                  </a:lnTo>
                  <a:cubicBezTo>
                    <a:pt x="360733" y="8382"/>
                    <a:pt x="352575" y="190"/>
                    <a:pt x="342426" y="190"/>
                  </a:cubicBezTo>
                  <a:close/>
                  <a:moveTo>
                    <a:pt x="348022" y="137350"/>
                  </a:moveTo>
                  <a:cubicBezTo>
                    <a:pt x="348022" y="140398"/>
                    <a:pt x="345556" y="142875"/>
                    <a:pt x="342521" y="142875"/>
                  </a:cubicBezTo>
                  <a:lnTo>
                    <a:pt x="186674" y="142875"/>
                  </a:lnTo>
                  <a:lnTo>
                    <a:pt x="186674" y="126873"/>
                  </a:lnTo>
                  <a:cubicBezTo>
                    <a:pt x="186674" y="111442"/>
                    <a:pt x="175292" y="100203"/>
                    <a:pt x="159641" y="100203"/>
                  </a:cubicBezTo>
                  <a:cubicBezTo>
                    <a:pt x="143990" y="100203"/>
                    <a:pt x="132607" y="111919"/>
                    <a:pt x="132607" y="126873"/>
                  </a:cubicBezTo>
                  <a:lnTo>
                    <a:pt x="132607" y="142875"/>
                  </a:lnTo>
                  <a:lnTo>
                    <a:pt x="18117" y="142875"/>
                  </a:lnTo>
                  <a:cubicBezTo>
                    <a:pt x="15082" y="142875"/>
                    <a:pt x="12616" y="140398"/>
                    <a:pt x="12616" y="137350"/>
                  </a:cubicBezTo>
                  <a:lnTo>
                    <a:pt x="12616" y="18288"/>
                  </a:lnTo>
                  <a:cubicBezTo>
                    <a:pt x="12616" y="15240"/>
                    <a:pt x="15082" y="12764"/>
                    <a:pt x="18117" y="12764"/>
                  </a:cubicBezTo>
                  <a:lnTo>
                    <a:pt x="342521" y="12764"/>
                  </a:lnTo>
                  <a:cubicBezTo>
                    <a:pt x="345556" y="12764"/>
                    <a:pt x="348022" y="15240"/>
                    <a:pt x="348022" y="18288"/>
                  </a:cubicBezTo>
                  <a:lnTo>
                    <a:pt x="348022" y="137350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53A2A706-7885-20FB-D310-1640AA0C5182}"/>
                </a:ext>
              </a:extLst>
            </p:cNvPr>
            <p:cNvSpPr/>
            <p:nvPr/>
          </p:nvSpPr>
          <p:spPr>
            <a:xfrm>
              <a:off x="6152485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7DAE2865-2839-0955-8038-545CFAB3BB62}"/>
              </a:ext>
            </a:extLst>
          </p:cNvPr>
          <p:cNvGrpSpPr/>
          <p:nvPr/>
        </p:nvGrpSpPr>
        <p:grpSpPr>
          <a:xfrm>
            <a:off x="3871696" y="5528620"/>
            <a:ext cx="481483" cy="480184"/>
            <a:chOff x="5989050" y="4811520"/>
            <a:chExt cx="360732" cy="359759"/>
          </a:xfrm>
          <a:solidFill>
            <a:schemeClr val="bg1"/>
          </a:solidFill>
        </p:grpSpPr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8EFA3223-EC84-E6D1-7C21-57869EB58790}"/>
                </a:ext>
              </a:extLst>
            </p:cNvPr>
            <p:cNvSpPr/>
            <p:nvPr/>
          </p:nvSpPr>
          <p:spPr>
            <a:xfrm>
              <a:off x="6032683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D5D1CE28-9D4A-0C3F-ECCA-A32941B1E78F}"/>
                </a:ext>
              </a:extLst>
            </p:cNvPr>
            <p:cNvSpPr/>
            <p:nvPr/>
          </p:nvSpPr>
          <p:spPr>
            <a:xfrm>
              <a:off x="6231878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836C545F-C3A4-D22E-AADA-7C1FEC98A87B}"/>
                </a:ext>
              </a:extLst>
            </p:cNvPr>
            <p:cNvSpPr/>
            <p:nvPr/>
          </p:nvSpPr>
          <p:spPr>
            <a:xfrm>
              <a:off x="6231878" y="4896102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7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7"/>
                    <a:pt x="16600" y="33337"/>
                  </a:cubicBezTo>
                  <a:cubicBezTo>
                    <a:pt x="7432" y="33337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35DDB733-DE8D-F6FB-35DD-50C2019BB0E6}"/>
                </a:ext>
              </a:extLst>
            </p:cNvPr>
            <p:cNvSpPr/>
            <p:nvPr/>
          </p:nvSpPr>
          <p:spPr>
            <a:xfrm>
              <a:off x="6112267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DE10D656-4E04-E852-3F03-D23FAD30ADE5}"/>
                </a:ext>
              </a:extLst>
            </p:cNvPr>
            <p:cNvSpPr/>
            <p:nvPr/>
          </p:nvSpPr>
          <p:spPr>
            <a:xfrm>
              <a:off x="5989050" y="4811520"/>
              <a:ext cx="360732" cy="359759"/>
            </a:xfrm>
            <a:custGeom>
              <a:avLst/>
              <a:gdLst>
                <a:gd name="connsiteX0" fmla="*/ 342615 w 360732"/>
                <a:gd name="connsiteY0" fmla="*/ 0 h 359759"/>
                <a:gd name="connsiteX1" fmla="*/ 18212 w 360732"/>
                <a:gd name="connsiteY1" fmla="*/ 0 h 359759"/>
                <a:gd name="connsiteX2" fmla="*/ 0 w 360732"/>
                <a:gd name="connsiteY2" fmla="*/ 18288 h 359759"/>
                <a:gd name="connsiteX3" fmla="*/ 0 w 360732"/>
                <a:gd name="connsiteY3" fmla="*/ 137350 h 359759"/>
                <a:gd name="connsiteX4" fmla="*/ 18212 w 360732"/>
                <a:gd name="connsiteY4" fmla="*/ 155638 h 359759"/>
                <a:gd name="connsiteX5" fmla="*/ 132702 w 360732"/>
                <a:gd name="connsiteY5" fmla="*/ 155638 h 359759"/>
                <a:gd name="connsiteX6" fmla="*/ 132702 w 360732"/>
                <a:gd name="connsiteY6" fmla="*/ 303181 h 359759"/>
                <a:gd name="connsiteX7" fmla="*/ 94191 w 360732"/>
                <a:gd name="connsiteY7" fmla="*/ 279368 h 359759"/>
                <a:gd name="connsiteX8" fmla="*/ 92958 w 360732"/>
                <a:gd name="connsiteY8" fmla="*/ 278606 h 359759"/>
                <a:gd name="connsiteX9" fmla="*/ 56059 w 360732"/>
                <a:gd name="connsiteY9" fmla="*/ 286417 h 359759"/>
                <a:gd name="connsiteX10" fmla="*/ 61940 w 360732"/>
                <a:gd name="connsiteY10" fmla="*/ 322802 h 359759"/>
                <a:gd name="connsiteX11" fmla="*/ 95139 w 360732"/>
                <a:gd name="connsiteY11" fmla="*/ 359759 h 359759"/>
                <a:gd name="connsiteX12" fmla="*/ 104625 w 360732"/>
                <a:gd name="connsiteY12" fmla="*/ 351187 h 359759"/>
                <a:gd name="connsiteX13" fmla="*/ 71426 w 360732"/>
                <a:gd name="connsiteY13" fmla="*/ 314230 h 359759"/>
                <a:gd name="connsiteX14" fmla="*/ 66683 w 360732"/>
                <a:gd name="connsiteY14" fmla="*/ 293656 h 359759"/>
                <a:gd name="connsiteX15" fmla="*/ 86223 w 360732"/>
                <a:gd name="connsiteY15" fmla="*/ 289655 h 359759"/>
                <a:gd name="connsiteX16" fmla="*/ 87551 w 360732"/>
                <a:gd name="connsiteY16" fmla="*/ 290417 h 359759"/>
                <a:gd name="connsiteX17" fmla="*/ 135737 w 360732"/>
                <a:gd name="connsiteY17" fmla="*/ 320230 h 359759"/>
                <a:gd name="connsiteX18" fmla="*/ 142282 w 360732"/>
                <a:gd name="connsiteY18" fmla="*/ 320421 h 359759"/>
                <a:gd name="connsiteX19" fmla="*/ 145602 w 360732"/>
                <a:gd name="connsiteY19" fmla="*/ 314801 h 359759"/>
                <a:gd name="connsiteX20" fmla="*/ 145602 w 360732"/>
                <a:gd name="connsiteY20" fmla="*/ 126778 h 359759"/>
                <a:gd name="connsiteX21" fmla="*/ 159830 w 360732"/>
                <a:gd name="connsiteY21" fmla="*/ 112967 h 359759"/>
                <a:gd name="connsiteX22" fmla="*/ 174058 w 360732"/>
                <a:gd name="connsiteY22" fmla="*/ 126778 h 359759"/>
                <a:gd name="connsiteX23" fmla="*/ 174058 w 360732"/>
                <a:gd name="connsiteY23" fmla="*/ 244602 h 359759"/>
                <a:gd name="connsiteX24" fmla="*/ 180414 w 360732"/>
                <a:gd name="connsiteY24" fmla="*/ 250984 h 359759"/>
                <a:gd name="connsiteX25" fmla="*/ 186769 w 360732"/>
                <a:gd name="connsiteY25" fmla="*/ 244602 h 359759"/>
                <a:gd name="connsiteX26" fmla="*/ 186769 w 360732"/>
                <a:gd name="connsiteY26" fmla="*/ 211741 h 359759"/>
                <a:gd name="connsiteX27" fmla="*/ 200997 w 360732"/>
                <a:gd name="connsiteY27" fmla="*/ 197834 h 359759"/>
                <a:gd name="connsiteX28" fmla="*/ 215225 w 360732"/>
                <a:gd name="connsiteY28" fmla="*/ 211741 h 359759"/>
                <a:gd name="connsiteX29" fmla="*/ 215225 w 360732"/>
                <a:gd name="connsiteY29" fmla="*/ 259747 h 359759"/>
                <a:gd name="connsiteX30" fmla="*/ 221581 w 360732"/>
                <a:gd name="connsiteY30" fmla="*/ 266128 h 359759"/>
                <a:gd name="connsiteX31" fmla="*/ 227936 w 360732"/>
                <a:gd name="connsiteY31" fmla="*/ 259747 h 359759"/>
                <a:gd name="connsiteX32" fmla="*/ 227936 w 360732"/>
                <a:gd name="connsiteY32" fmla="*/ 229743 h 359759"/>
                <a:gd name="connsiteX33" fmla="*/ 242164 w 360732"/>
                <a:gd name="connsiteY33" fmla="*/ 215836 h 359759"/>
                <a:gd name="connsiteX34" fmla="*/ 256392 w 360732"/>
                <a:gd name="connsiteY34" fmla="*/ 229743 h 359759"/>
                <a:gd name="connsiteX35" fmla="*/ 256392 w 360732"/>
                <a:gd name="connsiteY35" fmla="*/ 275273 h 359759"/>
                <a:gd name="connsiteX36" fmla="*/ 262748 w 360732"/>
                <a:gd name="connsiteY36" fmla="*/ 281654 h 359759"/>
                <a:gd name="connsiteX37" fmla="*/ 269103 w 360732"/>
                <a:gd name="connsiteY37" fmla="*/ 275273 h 359759"/>
                <a:gd name="connsiteX38" fmla="*/ 269103 w 360732"/>
                <a:gd name="connsiteY38" fmla="*/ 257175 h 359759"/>
                <a:gd name="connsiteX39" fmla="*/ 283331 w 360732"/>
                <a:gd name="connsiteY39" fmla="*/ 243269 h 359759"/>
                <a:gd name="connsiteX40" fmla="*/ 297559 w 360732"/>
                <a:gd name="connsiteY40" fmla="*/ 257175 h 359759"/>
                <a:gd name="connsiteX41" fmla="*/ 297559 w 360732"/>
                <a:gd name="connsiteY41" fmla="*/ 355473 h 359759"/>
                <a:gd name="connsiteX42" fmla="*/ 310365 w 360732"/>
                <a:gd name="connsiteY42" fmla="*/ 355473 h 359759"/>
                <a:gd name="connsiteX43" fmla="*/ 310365 w 360732"/>
                <a:gd name="connsiteY43" fmla="*/ 257175 h 359759"/>
                <a:gd name="connsiteX44" fmla="*/ 283331 w 360732"/>
                <a:gd name="connsiteY44" fmla="*/ 230505 h 359759"/>
                <a:gd name="connsiteX45" fmla="*/ 269103 w 360732"/>
                <a:gd name="connsiteY45" fmla="*/ 234505 h 359759"/>
                <a:gd name="connsiteX46" fmla="*/ 269103 w 360732"/>
                <a:gd name="connsiteY46" fmla="*/ 229838 h 359759"/>
                <a:gd name="connsiteX47" fmla="*/ 242069 w 360732"/>
                <a:gd name="connsiteY47" fmla="*/ 203168 h 359759"/>
                <a:gd name="connsiteX48" fmla="*/ 227462 w 360732"/>
                <a:gd name="connsiteY48" fmla="*/ 207359 h 359759"/>
                <a:gd name="connsiteX49" fmla="*/ 200808 w 360732"/>
                <a:gd name="connsiteY49" fmla="*/ 185166 h 359759"/>
                <a:gd name="connsiteX50" fmla="*/ 186579 w 360732"/>
                <a:gd name="connsiteY50" fmla="*/ 189167 h 359759"/>
                <a:gd name="connsiteX51" fmla="*/ 186579 w 360732"/>
                <a:gd name="connsiteY51" fmla="*/ 155829 h 359759"/>
                <a:gd name="connsiteX52" fmla="*/ 342426 w 360732"/>
                <a:gd name="connsiteY52" fmla="*/ 155829 h 359759"/>
                <a:gd name="connsiteX53" fmla="*/ 360733 w 360732"/>
                <a:gd name="connsiteY53" fmla="*/ 137541 h 359759"/>
                <a:gd name="connsiteX54" fmla="*/ 360733 w 360732"/>
                <a:gd name="connsiteY54" fmla="*/ 18478 h 359759"/>
                <a:gd name="connsiteX55" fmla="*/ 342426 w 360732"/>
                <a:gd name="connsiteY55" fmla="*/ 190 h 359759"/>
                <a:gd name="connsiteX56" fmla="*/ 348022 w 360732"/>
                <a:gd name="connsiteY56" fmla="*/ 137350 h 359759"/>
                <a:gd name="connsiteX57" fmla="*/ 342521 w 360732"/>
                <a:gd name="connsiteY57" fmla="*/ 142875 h 359759"/>
                <a:gd name="connsiteX58" fmla="*/ 186674 w 360732"/>
                <a:gd name="connsiteY58" fmla="*/ 142875 h 359759"/>
                <a:gd name="connsiteX59" fmla="*/ 186674 w 360732"/>
                <a:gd name="connsiteY59" fmla="*/ 126873 h 359759"/>
                <a:gd name="connsiteX60" fmla="*/ 159641 w 360732"/>
                <a:gd name="connsiteY60" fmla="*/ 100203 h 359759"/>
                <a:gd name="connsiteX61" fmla="*/ 132607 w 360732"/>
                <a:gd name="connsiteY61" fmla="*/ 126873 h 359759"/>
                <a:gd name="connsiteX62" fmla="*/ 132607 w 360732"/>
                <a:gd name="connsiteY62" fmla="*/ 142875 h 359759"/>
                <a:gd name="connsiteX63" fmla="*/ 18117 w 360732"/>
                <a:gd name="connsiteY63" fmla="*/ 142875 h 359759"/>
                <a:gd name="connsiteX64" fmla="*/ 12616 w 360732"/>
                <a:gd name="connsiteY64" fmla="*/ 137350 h 359759"/>
                <a:gd name="connsiteX65" fmla="*/ 12616 w 360732"/>
                <a:gd name="connsiteY65" fmla="*/ 18288 h 359759"/>
                <a:gd name="connsiteX66" fmla="*/ 18117 w 360732"/>
                <a:gd name="connsiteY66" fmla="*/ 12764 h 359759"/>
                <a:gd name="connsiteX67" fmla="*/ 342521 w 360732"/>
                <a:gd name="connsiteY67" fmla="*/ 12764 h 359759"/>
                <a:gd name="connsiteX68" fmla="*/ 348022 w 360732"/>
                <a:gd name="connsiteY68" fmla="*/ 18288 h 359759"/>
                <a:gd name="connsiteX69" fmla="*/ 348022 w 360732"/>
                <a:gd name="connsiteY69" fmla="*/ 137350 h 359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360732" h="359759">
                  <a:moveTo>
                    <a:pt x="342615" y="0"/>
                  </a:moveTo>
                  <a:lnTo>
                    <a:pt x="18212" y="0"/>
                  </a:lnTo>
                  <a:cubicBezTo>
                    <a:pt x="8158" y="0"/>
                    <a:pt x="0" y="8191"/>
                    <a:pt x="0" y="18288"/>
                  </a:cubicBezTo>
                  <a:lnTo>
                    <a:pt x="0" y="137350"/>
                  </a:lnTo>
                  <a:cubicBezTo>
                    <a:pt x="0" y="147447"/>
                    <a:pt x="8158" y="155638"/>
                    <a:pt x="18212" y="155638"/>
                  </a:cubicBezTo>
                  <a:lnTo>
                    <a:pt x="132702" y="155638"/>
                  </a:lnTo>
                  <a:lnTo>
                    <a:pt x="132702" y="303181"/>
                  </a:lnTo>
                  <a:cubicBezTo>
                    <a:pt x="118853" y="294608"/>
                    <a:pt x="99313" y="282607"/>
                    <a:pt x="94191" y="279368"/>
                  </a:cubicBezTo>
                  <a:lnTo>
                    <a:pt x="92958" y="278606"/>
                  </a:lnTo>
                  <a:cubicBezTo>
                    <a:pt x="79678" y="270415"/>
                    <a:pt x="64501" y="273653"/>
                    <a:pt x="56059" y="286417"/>
                  </a:cubicBezTo>
                  <a:cubicBezTo>
                    <a:pt x="45910" y="301657"/>
                    <a:pt x="53878" y="313849"/>
                    <a:pt x="61940" y="322802"/>
                  </a:cubicBezTo>
                  <a:cubicBezTo>
                    <a:pt x="72090" y="334042"/>
                    <a:pt x="95139" y="359759"/>
                    <a:pt x="95139" y="359759"/>
                  </a:cubicBezTo>
                  <a:lnTo>
                    <a:pt x="104625" y="351187"/>
                  </a:lnTo>
                  <a:cubicBezTo>
                    <a:pt x="104625" y="351187"/>
                    <a:pt x="81480" y="325469"/>
                    <a:pt x="71426" y="314230"/>
                  </a:cubicBezTo>
                  <a:cubicBezTo>
                    <a:pt x="61561" y="303276"/>
                    <a:pt x="63363" y="298609"/>
                    <a:pt x="66683" y="293656"/>
                  </a:cubicBezTo>
                  <a:cubicBezTo>
                    <a:pt x="71331" y="286703"/>
                    <a:pt x="79014" y="285083"/>
                    <a:pt x="86223" y="289655"/>
                  </a:cubicBezTo>
                  <a:lnTo>
                    <a:pt x="87551" y="290417"/>
                  </a:lnTo>
                  <a:cubicBezTo>
                    <a:pt x="94191" y="294513"/>
                    <a:pt x="124165" y="312896"/>
                    <a:pt x="135737" y="320230"/>
                  </a:cubicBezTo>
                  <a:cubicBezTo>
                    <a:pt x="137729" y="321469"/>
                    <a:pt x="140195" y="321564"/>
                    <a:pt x="142282" y="320421"/>
                  </a:cubicBezTo>
                  <a:cubicBezTo>
                    <a:pt x="144369" y="319278"/>
                    <a:pt x="145602" y="317087"/>
                    <a:pt x="145602" y="314801"/>
                  </a:cubicBezTo>
                  <a:lnTo>
                    <a:pt x="145602" y="126778"/>
                  </a:lnTo>
                  <a:cubicBezTo>
                    <a:pt x="145602" y="118872"/>
                    <a:pt x="151768" y="112967"/>
                    <a:pt x="159830" y="112967"/>
                  </a:cubicBezTo>
                  <a:cubicBezTo>
                    <a:pt x="167893" y="112967"/>
                    <a:pt x="174058" y="118491"/>
                    <a:pt x="174058" y="126778"/>
                  </a:cubicBezTo>
                  <a:lnTo>
                    <a:pt x="174058" y="244602"/>
                  </a:lnTo>
                  <a:cubicBezTo>
                    <a:pt x="174058" y="248126"/>
                    <a:pt x="176904" y="250984"/>
                    <a:pt x="180414" y="250984"/>
                  </a:cubicBezTo>
                  <a:cubicBezTo>
                    <a:pt x="183923" y="250984"/>
                    <a:pt x="186769" y="248126"/>
                    <a:pt x="186769" y="244602"/>
                  </a:cubicBezTo>
                  <a:lnTo>
                    <a:pt x="186769" y="211741"/>
                  </a:lnTo>
                  <a:cubicBezTo>
                    <a:pt x="186769" y="203835"/>
                    <a:pt x="192935" y="197834"/>
                    <a:pt x="200997" y="197834"/>
                  </a:cubicBezTo>
                  <a:cubicBezTo>
                    <a:pt x="209060" y="197834"/>
                    <a:pt x="215225" y="203359"/>
                    <a:pt x="215225" y="211741"/>
                  </a:cubicBezTo>
                  <a:lnTo>
                    <a:pt x="215225" y="259747"/>
                  </a:lnTo>
                  <a:cubicBezTo>
                    <a:pt x="215225" y="263271"/>
                    <a:pt x="218071" y="266128"/>
                    <a:pt x="221581" y="266128"/>
                  </a:cubicBezTo>
                  <a:cubicBezTo>
                    <a:pt x="225090" y="266128"/>
                    <a:pt x="227936" y="263271"/>
                    <a:pt x="227936" y="259747"/>
                  </a:cubicBezTo>
                  <a:lnTo>
                    <a:pt x="227936" y="229743"/>
                  </a:lnTo>
                  <a:cubicBezTo>
                    <a:pt x="227936" y="221837"/>
                    <a:pt x="234102" y="215836"/>
                    <a:pt x="242164" y="215836"/>
                  </a:cubicBezTo>
                  <a:cubicBezTo>
                    <a:pt x="250701" y="215836"/>
                    <a:pt x="256392" y="221361"/>
                    <a:pt x="256392" y="229743"/>
                  </a:cubicBezTo>
                  <a:lnTo>
                    <a:pt x="256392" y="275273"/>
                  </a:lnTo>
                  <a:cubicBezTo>
                    <a:pt x="256392" y="278797"/>
                    <a:pt x="259238" y="281654"/>
                    <a:pt x="262748" y="281654"/>
                  </a:cubicBezTo>
                  <a:cubicBezTo>
                    <a:pt x="266257" y="281654"/>
                    <a:pt x="269103" y="278797"/>
                    <a:pt x="269103" y="275273"/>
                  </a:cubicBezTo>
                  <a:lnTo>
                    <a:pt x="269103" y="257175"/>
                  </a:lnTo>
                  <a:cubicBezTo>
                    <a:pt x="269103" y="249269"/>
                    <a:pt x="275269" y="243269"/>
                    <a:pt x="283331" y="243269"/>
                  </a:cubicBezTo>
                  <a:cubicBezTo>
                    <a:pt x="291868" y="243269"/>
                    <a:pt x="297559" y="248793"/>
                    <a:pt x="297559" y="257175"/>
                  </a:cubicBezTo>
                  <a:lnTo>
                    <a:pt x="297559" y="355473"/>
                  </a:lnTo>
                  <a:cubicBezTo>
                    <a:pt x="297559" y="355473"/>
                    <a:pt x="310365" y="355473"/>
                    <a:pt x="310365" y="355473"/>
                  </a:cubicBezTo>
                  <a:lnTo>
                    <a:pt x="310365" y="257175"/>
                  </a:lnTo>
                  <a:cubicBezTo>
                    <a:pt x="310365" y="241744"/>
                    <a:pt x="299077" y="230505"/>
                    <a:pt x="283331" y="230505"/>
                  </a:cubicBezTo>
                  <a:cubicBezTo>
                    <a:pt x="278019" y="230505"/>
                    <a:pt x="273182" y="232029"/>
                    <a:pt x="269103" y="234505"/>
                  </a:cubicBezTo>
                  <a:lnTo>
                    <a:pt x="269103" y="229838"/>
                  </a:lnTo>
                  <a:cubicBezTo>
                    <a:pt x="269103" y="214408"/>
                    <a:pt x="257720" y="203168"/>
                    <a:pt x="242069" y="203168"/>
                  </a:cubicBezTo>
                  <a:cubicBezTo>
                    <a:pt x="236663" y="203168"/>
                    <a:pt x="231635" y="204692"/>
                    <a:pt x="227462" y="207359"/>
                  </a:cubicBezTo>
                  <a:cubicBezTo>
                    <a:pt x="225470" y="194310"/>
                    <a:pt x="214941" y="185166"/>
                    <a:pt x="200808" y="185166"/>
                  </a:cubicBezTo>
                  <a:cubicBezTo>
                    <a:pt x="195496" y="185166"/>
                    <a:pt x="190658" y="186690"/>
                    <a:pt x="186579" y="189167"/>
                  </a:cubicBezTo>
                  <a:lnTo>
                    <a:pt x="186579" y="155829"/>
                  </a:lnTo>
                  <a:lnTo>
                    <a:pt x="342426" y="155829"/>
                  </a:lnTo>
                  <a:cubicBezTo>
                    <a:pt x="352480" y="155829"/>
                    <a:pt x="360733" y="147638"/>
                    <a:pt x="360733" y="137541"/>
                  </a:cubicBezTo>
                  <a:lnTo>
                    <a:pt x="360733" y="18478"/>
                  </a:lnTo>
                  <a:cubicBezTo>
                    <a:pt x="360733" y="8382"/>
                    <a:pt x="352575" y="190"/>
                    <a:pt x="342426" y="190"/>
                  </a:cubicBezTo>
                  <a:close/>
                  <a:moveTo>
                    <a:pt x="348022" y="137350"/>
                  </a:moveTo>
                  <a:cubicBezTo>
                    <a:pt x="348022" y="140398"/>
                    <a:pt x="345556" y="142875"/>
                    <a:pt x="342521" y="142875"/>
                  </a:cubicBezTo>
                  <a:lnTo>
                    <a:pt x="186674" y="142875"/>
                  </a:lnTo>
                  <a:lnTo>
                    <a:pt x="186674" y="126873"/>
                  </a:lnTo>
                  <a:cubicBezTo>
                    <a:pt x="186674" y="111442"/>
                    <a:pt x="175292" y="100203"/>
                    <a:pt x="159641" y="100203"/>
                  </a:cubicBezTo>
                  <a:cubicBezTo>
                    <a:pt x="143990" y="100203"/>
                    <a:pt x="132607" y="111919"/>
                    <a:pt x="132607" y="126873"/>
                  </a:cubicBezTo>
                  <a:lnTo>
                    <a:pt x="132607" y="142875"/>
                  </a:lnTo>
                  <a:lnTo>
                    <a:pt x="18117" y="142875"/>
                  </a:lnTo>
                  <a:cubicBezTo>
                    <a:pt x="15082" y="142875"/>
                    <a:pt x="12616" y="140398"/>
                    <a:pt x="12616" y="137350"/>
                  </a:cubicBezTo>
                  <a:lnTo>
                    <a:pt x="12616" y="18288"/>
                  </a:lnTo>
                  <a:cubicBezTo>
                    <a:pt x="12616" y="15240"/>
                    <a:pt x="15082" y="12764"/>
                    <a:pt x="18117" y="12764"/>
                  </a:cubicBezTo>
                  <a:lnTo>
                    <a:pt x="342521" y="12764"/>
                  </a:lnTo>
                  <a:cubicBezTo>
                    <a:pt x="345556" y="12764"/>
                    <a:pt x="348022" y="15240"/>
                    <a:pt x="348022" y="18288"/>
                  </a:cubicBezTo>
                  <a:lnTo>
                    <a:pt x="348022" y="137350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BE4122AF-165F-0E90-A57E-A76C27718A3B}"/>
                </a:ext>
              </a:extLst>
            </p:cNvPr>
            <p:cNvSpPr/>
            <p:nvPr/>
          </p:nvSpPr>
          <p:spPr>
            <a:xfrm>
              <a:off x="6152485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DFF9F5E0-8BF0-FF74-16BC-801B78C7C075}"/>
              </a:ext>
            </a:extLst>
          </p:cNvPr>
          <p:cNvGrpSpPr/>
          <p:nvPr/>
        </p:nvGrpSpPr>
        <p:grpSpPr>
          <a:xfrm>
            <a:off x="4554321" y="5528620"/>
            <a:ext cx="481483" cy="480184"/>
            <a:chOff x="5989050" y="4811520"/>
            <a:chExt cx="360732" cy="359759"/>
          </a:xfrm>
          <a:solidFill>
            <a:schemeClr val="tx1"/>
          </a:solidFill>
        </p:grpSpPr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1EAF75CC-219D-FEA0-9B1A-E16A819E1D40}"/>
                </a:ext>
              </a:extLst>
            </p:cNvPr>
            <p:cNvSpPr/>
            <p:nvPr/>
          </p:nvSpPr>
          <p:spPr>
            <a:xfrm>
              <a:off x="6032683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D4A48A40-14B4-94EC-CD89-02CB2A2DC23C}"/>
                </a:ext>
              </a:extLst>
            </p:cNvPr>
            <p:cNvSpPr/>
            <p:nvPr/>
          </p:nvSpPr>
          <p:spPr>
            <a:xfrm>
              <a:off x="6231878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639A15E8-0D79-3328-CEC7-650A7E4714E4}"/>
                </a:ext>
              </a:extLst>
            </p:cNvPr>
            <p:cNvSpPr/>
            <p:nvPr/>
          </p:nvSpPr>
          <p:spPr>
            <a:xfrm>
              <a:off x="6231878" y="4896102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7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7"/>
                    <a:pt x="16600" y="33337"/>
                  </a:cubicBezTo>
                  <a:cubicBezTo>
                    <a:pt x="7432" y="33337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62ADCAC0-A229-8955-D1B6-90D1ED375838}"/>
                </a:ext>
              </a:extLst>
            </p:cNvPr>
            <p:cNvSpPr/>
            <p:nvPr/>
          </p:nvSpPr>
          <p:spPr>
            <a:xfrm>
              <a:off x="6112267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77089340-C797-B53E-3BB4-DDC674F3505C}"/>
                </a:ext>
              </a:extLst>
            </p:cNvPr>
            <p:cNvSpPr/>
            <p:nvPr/>
          </p:nvSpPr>
          <p:spPr>
            <a:xfrm>
              <a:off x="5989050" y="4811520"/>
              <a:ext cx="360732" cy="359759"/>
            </a:xfrm>
            <a:custGeom>
              <a:avLst/>
              <a:gdLst>
                <a:gd name="connsiteX0" fmla="*/ 342615 w 360732"/>
                <a:gd name="connsiteY0" fmla="*/ 0 h 359759"/>
                <a:gd name="connsiteX1" fmla="*/ 18212 w 360732"/>
                <a:gd name="connsiteY1" fmla="*/ 0 h 359759"/>
                <a:gd name="connsiteX2" fmla="*/ 0 w 360732"/>
                <a:gd name="connsiteY2" fmla="*/ 18288 h 359759"/>
                <a:gd name="connsiteX3" fmla="*/ 0 w 360732"/>
                <a:gd name="connsiteY3" fmla="*/ 137350 h 359759"/>
                <a:gd name="connsiteX4" fmla="*/ 18212 w 360732"/>
                <a:gd name="connsiteY4" fmla="*/ 155638 h 359759"/>
                <a:gd name="connsiteX5" fmla="*/ 132702 w 360732"/>
                <a:gd name="connsiteY5" fmla="*/ 155638 h 359759"/>
                <a:gd name="connsiteX6" fmla="*/ 132702 w 360732"/>
                <a:gd name="connsiteY6" fmla="*/ 303181 h 359759"/>
                <a:gd name="connsiteX7" fmla="*/ 94191 w 360732"/>
                <a:gd name="connsiteY7" fmla="*/ 279368 h 359759"/>
                <a:gd name="connsiteX8" fmla="*/ 92958 w 360732"/>
                <a:gd name="connsiteY8" fmla="*/ 278606 h 359759"/>
                <a:gd name="connsiteX9" fmla="*/ 56059 w 360732"/>
                <a:gd name="connsiteY9" fmla="*/ 286417 h 359759"/>
                <a:gd name="connsiteX10" fmla="*/ 61940 w 360732"/>
                <a:gd name="connsiteY10" fmla="*/ 322802 h 359759"/>
                <a:gd name="connsiteX11" fmla="*/ 95139 w 360732"/>
                <a:gd name="connsiteY11" fmla="*/ 359759 h 359759"/>
                <a:gd name="connsiteX12" fmla="*/ 104625 w 360732"/>
                <a:gd name="connsiteY12" fmla="*/ 351187 h 359759"/>
                <a:gd name="connsiteX13" fmla="*/ 71426 w 360732"/>
                <a:gd name="connsiteY13" fmla="*/ 314230 h 359759"/>
                <a:gd name="connsiteX14" fmla="*/ 66683 w 360732"/>
                <a:gd name="connsiteY14" fmla="*/ 293656 h 359759"/>
                <a:gd name="connsiteX15" fmla="*/ 86223 w 360732"/>
                <a:gd name="connsiteY15" fmla="*/ 289655 h 359759"/>
                <a:gd name="connsiteX16" fmla="*/ 87551 w 360732"/>
                <a:gd name="connsiteY16" fmla="*/ 290417 h 359759"/>
                <a:gd name="connsiteX17" fmla="*/ 135737 w 360732"/>
                <a:gd name="connsiteY17" fmla="*/ 320230 h 359759"/>
                <a:gd name="connsiteX18" fmla="*/ 142282 w 360732"/>
                <a:gd name="connsiteY18" fmla="*/ 320421 h 359759"/>
                <a:gd name="connsiteX19" fmla="*/ 145602 w 360732"/>
                <a:gd name="connsiteY19" fmla="*/ 314801 h 359759"/>
                <a:gd name="connsiteX20" fmla="*/ 145602 w 360732"/>
                <a:gd name="connsiteY20" fmla="*/ 126778 h 359759"/>
                <a:gd name="connsiteX21" fmla="*/ 159830 w 360732"/>
                <a:gd name="connsiteY21" fmla="*/ 112967 h 359759"/>
                <a:gd name="connsiteX22" fmla="*/ 174058 w 360732"/>
                <a:gd name="connsiteY22" fmla="*/ 126778 h 359759"/>
                <a:gd name="connsiteX23" fmla="*/ 174058 w 360732"/>
                <a:gd name="connsiteY23" fmla="*/ 244602 h 359759"/>
                <a:gd name="connsiteX24" fmla="*/ 180414 w 360732"/>
                <a:gd name="connsiteY24" fmla="*/ 250984 h 359759"/>
                <a:gd name="connsiteX25" fmla="*/ 186769 w 360732"/>
                <a:gd name="connsiteY25" fmla="*/ 244602 h 359759"/>
                <a:gd name="connsiteX26" fmla="*/ 186769 w 360732"/>
                <a:gd name="connsiteY26" fmla="*/ 211741 h 359759"/>
                <a:gd name="connsiteX27" fmla="*/ 200997 w 360732"/>
                <a:gd name="connsiteY27" fmla="*/ 197834 h 359759"/>
                <a:gd name="connsiteX28" fmla="*/ 215225 w 360732"/>
                <a:gd name="connsiteY28" fmla="*/ 211741 h 359759"/>
                <a:gd name="connsiteX29" fmla="*/ 215225 w 360732"/>
                <a:gd name="connsiteY29" fmla="*/ 259747 h 359759"/>
                <a:gd name="connsiteX30" fmla="*/ 221581 w 360732"/>
                <a:gd name="connsiteY30" fmla="*/ 266128 h 359759"/>
                <a:gd name="connsiteX31" fmla="*/ 227936 w 360732"/>
                <a:gd name="connsiteY31" fmla="*/ 259747 h 359759"/>
                <a:gd name="connsiteX32" fmla="*/ 227936 w 360732"/>
                <a:gd name="connsiteY32" fmla="*/ 229743 h 359759"/>
                <a:gd name="connsiteX33" fmla="*/ 242164 w 360732"/>
                <a:gd name="connsiteY33" fmla="*/ 215836 h 359759"/>
                <a:gd name="connsiteX34" fmla="*/ 256392 w 360732"/>
                <a:gd name="connsiteY34" fmla="*/ 229743 h 359759"/>
                <a:gd name="connsiteX35" fmla="*/ 256392 w 360732"/>
                <a:gd name="connsiteY35" fmla="*/ 275273 h 359759"/>
                <a:gd name="connsiteX36" fmla="*/ 262748 w 360732"/>
                <a:gd name="connsiteY36" fmla="*/ 281654 h 359759"/>
                <a:gd name="connsiteX37" fmla="*/ 269103 w 360732"/>
                <a:gd name="connsiteY37" fmla="*/ 275273 h 359759"/>
                <a:gd name="connsiteX38" fmla="*/ 269103 w 360732"/>
                <a:gd name="connsiteY38" fmla="*/ 257175 h 359759"/>
                <a:gd name="connsiteX39" fmla="*/ 283331 w 360732"/>
                <a:gd name="connsiteY39" fmla="*/ 243269 h 359759"/>
                <a:gd name="connsiteX40" fmla="*/ 297559 w 360732"/>
                <a:gd name="connsiteY40" fmla="*/ 257175 h 359759"/>
                <a:gd name="connsiteX41" fmla="*/ 297559 w 360732"/>
                <a:gd name="connsiteY41" fmla="*/ 355473 h 359759"/>
                <a:gd name="connsiteX42" fmla="*/ 310365 w 360732"/>
                <a:gd name="connsiteY42" fmla="*/ 355473 h 359759"/>
                <a:gd name="connsiteX43" fmla="*/ 310365 w 360732"/>
                <a:gd name="connsiteY43" fmla="*/ 257175 h 359759"/>
                <a:gd name="connsiteX44" fmla="*/ 283331 w 360732"/>
                <a:gd name="connsiteY44" fmla="*/ 230505 h 359759"/>
                <a:gd name="connsiteX45" fmla="*/ 269103 w 360732"/>
                <a:gd name="connsiteY45" fmla="*/ 234505 h 359759"/>
                <a:gd name="connsiteX46" fmla="*/ 269103 w 360732"/>
                <a:gd name="connsiteY46" fmla="*/ 229838 h 359759"/>
                <a:gd name="connsiteX47" fmla="*/ 242069 w 360732"/>
                <a:gd name="connsiteY47" fmla="*/ 203168 h 359759"/>
                <a:gd name="connsiteX48" fmla="*/ 227462 w 360732"/>
                <a:gd name="connsiteY48" fmla="*/ 207359 h 359759"/>
                <a:gd name="connsiteX49" fmla="*/ 200808 w 360732"/>
                <a:gd name="connsiteY49" fmla="*/ 185166 h 359759"/>
                <a:gd name="connsiteX50" fmla="*/ 186579 w 360732"/>
                <a:gd name="connsiteY50" fmla="*/ 189167 h 359759"/>
                <a:gd name="connsiteX51" fmla="*/ 186579 w 360732"/>
                <a:gd name="connsiteY51" fmla="*/ 155829 h 359759"/>
                <a:gd name="connsiteX52" fmla="*/ 342426 w 360732"/>
                <a:gd name="connsiteY52" fmla="*/ 155829 h 359759"/>
                <a:gd name="connsiteX53" fmla="*/ 360733 w 360732"/>
                <a:gd name="connsiteY53" fmla="*/ 137541 h 359759"/>
                <a:gd name="connsiteX54" fmla="*/ 360733 w 360732"/>
                <a:gd name="connsiteY54" fmla="*/ 18478 h 359759"/>
                <a:gd name="connsiteX55" fmla="*/ 342426 w 360732"/>
                <a:gd name="connsiteY55" fmla="*/ 190 h 359759"/>
                <a:gd name="connsiteX56" fmla="*/ 348022 w 360732"/>
                <a:gd name="connsiteY56" fmla="*/ 137350 h 359759"/>
                <a:gd name="connsiteX57" fmla="*/ 342521 w 360732"/>
                <a:gd name="connsiteY57" fmla="*/ 142875 h 359759"/>
                <a:gd name="connsiteX58" fmla="*/ 186674 w 360732"/>
                <a:gd name="connsiteY58" fmla="*/ 142875 h 359759"/>
                <a:gd name="connsiteX59" fmla="*/ 186674 w 360732"/>
                <a:gd name="connsiteY59" fmla="*/ 126873 h 359759"/>
                <a:gd name="connsiteX60" fmla="*/ 159641 w 360732"/>
                <a:gd name="connsiteY60" fmla="*/ 100203 h 359759"/>
                <a:gd name="connsiteX61" fmla="*/ 132607 w 360732"/>
                <a:gd name="connsiteY61" fmla="*/ 126873 h 359759"/>
                <a:gd name="connsiteX62" fmla="*/ 132607 w 360732"/>
                <a:gd name="connsiteY62" fmla="*/ 142875 h 359759"/>
                <a:gd name="connsiteX63" fmla="*/ 18117 w 360732"/>
                <a:gd name="connsiteY63" fmla="*/ 142875 h 359759"/>
                <a:gd name="connsiteX64" fmla="*/ 12616 w 360732"/>
                <a:gd name="connsiteY64" fmla="*/ 137350 h 359759"/>
                <a:gd name="connsiteX65" fmla="*/ 12616 w 360732"/>
                <a:gd name="connsiteY65" fmla="*/ 18288 h 359759"/>
                <a:gd name="connsiteX66" fmla="*/ 18117 w 360732"/>
                <a:gd name="connsiteY66" fmla="*/ 12764 h 359759"/>
                <a:gd name="connsiteX67" fmla="*/ 342521 w 360732"/>
                <a:gd name="connsiteY67" fmla="*/ 12764 h 359759"/>
                <a:gd name="connsiteX68" fmla="*/ 348022 w 360732"/>
                <a:gd name="connsiteY68" fmla="*/ 18288 h 359759"/>
                <a:gd name="connsiteX69" fmla="*/ 348022 w 360732"/>
                <a:gd name="connsiteY69" fmla="*/ 137350 h 359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360732" h="359759">
                  <a:moveTo>
                    <a:pt x="342615" y="0"/>
                  </a:moveTo>
                  <a:lnTo>
                    <a:pt x="18212" y="0"/>
                  </a:lnTo>
                  <a:cubicBezTo>
                    <a:pt x="8158" y="0"/>
                    <a:pt x="0" y="8191"/>
                    <a:pt x="0" y="18288"/>
                  </a:cubicBezTo>
                  <a:lnTo>
                    <a:pt x="0" y="137350"/>
                  </a:lnTo>
                  <a:cubicBezTo>
                    <a:pt x="0" y="147447"/>
                    <a:pt x="8158" y="155638"/>
                    <a:pt x="18212" y="155638"/>
                  </a:cubicBezTo>
                  <a:lnTo>
                    <a:pt x="132702" y="155638"/>
                  </a:lnTo>
                  <a:lnTo>
                    <a:pt x="132702" y="303181"/>
                  </a:lnTo>
                  <a:cubicBezTo>
                    <a:pt x="118853" y="294608"/>
                    <a:pt x="99313" y="282607"/>
                    <a:pt x="94191" y="279368"/>
                  </a:cubicBezTo>
                  <a:lnTo>
                    <a:pt x="92958" y="278606"/>
                  </a:lnTo>
                  <a:cubicBezTo>
                    <a:pt x="79678" y="270415"/>
                    <a:pt x="64501" y="273653"/>
                    <a:pt x="56059" y="286417"/>
                  </a:cubicBezTo>
                  <a:cubicBezTo>
                    <a:pt x="45910" y="301657"/>
                    <a:pt x="53878" y="313849"/>
                    <a:pt x="61940" y="322802"/>
                  </a:cubicBezTo>
                  <a:cubicBezTo>
                    <a:pt x="72090" y="334042"/>
                    <a:pt x="95139" y="359759"/>
                    <a:pt x="95139" y="359759"/>
                  </a:cubicBezTo>
                  <a:lnTo>
                    <a:pt x="104625" y="351187"/>
                  </a:lnTo>
                  <a:cubicBezTo>
                    <a:pt x="104625" y="351187"/>
                    <a:pt x="81480" y="325469"/>
                    <a:pt x="71426" y="314230"/>
                  </a:cubicBezTo>
                  <a:cubicBezTo>
                    <a:pt x="61561" y="303276"/>
                    <a:pt x="63363" y="298609"/>
                    <a:pt x="66683" y="293656"/>
                  </a:cubicBezTo>
                  <a:cubicBezTo>
                    <a:pt x="71331" y="286703"/>
                    <a:pt x="79014" y="285083"/>
                    <a:pt x="86223" y="289655"/>
                  </a:cubicBezTo>
                  <a:lnTo>
                    <a:pt x="87551" y="290417"/>
                  </a:lnTo>
                  <a:cubicBezTo>
                    <a:pt x="94191" y="294513"/>
                    <a:pt x="124165" y="312896"/>
                    <a:pt x="135737" y="320230"/>
                  </a:cubicBezTo>
                  <a:cubicBezTo>
                    <a:pt x="137729" y="321469"/>
                    <a:pt x="140195" y="321564"/>
                    <a:pt x="142282" y="320421"/>
                  </a:cubicBezTo>
                  <a:cubicBezTo>
                    <a:pt x="144369" y="319278"/>
                    <a:pt x="145602" y="317087"/>
                    <a:pt x="145602" y="314801"/>
                  </a:cubicBezTo>
                  <a:lnTo>
                    <a:pt x="145602" y="126778"/>
                  </a:lnTo>
                  <a:cubicBezTo>
                    <a:pt x="145602" y="118872"/>
                    <a:pt x="151768" y="112967"/>
                    <a:pt x="159830" y="112967"/>
                  </a:cubicBezTo>
                  <a:cubicBezTo>
                    <a:pt x="167893" y="112967"/>
                    <a:pt x="174058" y="118491"/>
                    <a:pt x="174058" y="126778"/>
                  </a:cubicBezTo>
                  <a:lnTo>
                    <a:pt x="174058" y="244602"/>
                  </a:lnTo>
                  <a:cubicBezTo>
                    <a:pt x="174058" y="248126"/>
                    <a:pt x="176904" y="250984"/>
                    <a:pt x="180414" y="250984"/>
                  </a:cubicBezTo>
                  <a:cubicBezTo>
                    <a:pt x="183923" y="250984"/>
                    <a:pt x="186769" y="248126"/>
                    <a:pt x="186769" y="244602"/>
                  </a:cubicBezTo>
                  <a:lnTo>
                    <a:pt x="186769" y="211741"/>
                  </a:lnTo>
                  <a:cubicBezTo>
                    <a:pt x="186769" y="203835"/>
                    <a:pt x="192935" y="197834"/>
                    <a:pt x="200997" y="197834"/>
                  </a:cubicBezTo>
                  <a:cubicBezTo>
                    <a:pt x="209060" y="197834"/>
                    <a:pt x="215225" y="203359"/>
                    <a:pt x="215225" y="211741"/>
                  </a:cubicBezTo>
                  <a:lnTo>
                    <a:pt x="215225" y="259747"/>
                  </a:lnTo>
                  <a:cubicBezTo>
                    <a:pt x="215225" y="263271"/>
                    <a:pt x="218071" y="266128"/>
                    <a:pt x="221581" y="266128"/>
                  </a:cubicBezTo>
                  <a:cubicBezTo>
                    <a:pt x="225090" y="266128"/>
                    <a:pt x="227936" y="263271"/>
                    <a:pt x="227936" y="259747"/>
                  </a:cubicBezTo>
                  <a:lnTo>
                    <a:pt x="227936" y="229743"/>
                  </a:lnTo>
                  <a:cubicBezTo>
                    <a:pt x="227936" y="221837"/>
                    <a:pt x="234102" y="215836"/>
                    <a:pt x="242164" y="215836"/>
                  </a:cubicBezTo>
                  <a:cubicBezTo>
                    <a:pt x="250701" y="215836"/>
                    <a:pt x="256392" y="221361"/>
                    <a:pt x="256392" y="229743"/>
                  </a:cubicBezTo>
                  <a:lnTo>
                    <a:pt x="256392" y="275273"/>
                  </a:lnTo>
                  <a:cubicBezTo>
                    <a:pt x="256392" y="278797"/>
                    <a:pt x="259238" y="281654"/>
                    <a:pt x="262748" y="281654"/>
                  </a:cubicBezTo>
                  <a:cubicBezTo>
                    <a:pt x="266257" y="281654"/>
                    <a:pt x="269103" y="278797"/>
                    <a:pt x="269103" y="275273"/>
                  </a:cubicBezTo>
                  <a:lnTo>
                    <a:pt x="269103" y="257175"/>
                  </a:lnTo>
                  <a:cubicBezTo>
                    <a:pt x="269103" y="249269"/>
                    <a:pt x="275269" y="243269"/>
                    <a:pt x="283331" y="243269"/>
                  </a:cubicBezTo>
                  <a:cubicBezTo>
                    <a:pt x="291868" y="243269"/>
                    <a:pt x="297559" y="248793"/>
                    <a:pt x="297559" y="257175"/>
                  </a:cubicBezTo>
                  <a:lnTo>
                    <a:pt x="297559" y="355473"/>
                  </a:lnTo>
                  <a:cubicBezTo>
                    <a:pt x="297559" y="355473"/>
                    <a:pt x="310365" y="355473"/>
                    <a:pt x="310365" y="355473"/>
                  </a:cubicBezTo>
                  <a:lnTo>
                    <a:pt x="310365" y="257175"/>
                  </a:lnTo>
                  <a:cubicBezTo>
                    <a:pt x="310365" y="241744"/>
                    <a:pt x="299077" y="230505"/>
                    <a:pt x="283331" y="230505"/>
                  </a:cubicBezTo>
                  <a:cubicBezTo>
                    <a:pt x="278019" y="230505"/>
                    <a:pt x="273182" y="232029"/>
                    <a:pt x="269103" y="234505"/>
                  </a:cubicBezTo>
                  <a:lnTo>
                    <a:pt x="269103" y="229838"/>
                  </a:lnTo>
                  <a:cubicBezTo>
                    <a:pt x="269103" y="214408"/>
                    <a:pt x="257720" y="203168"/>
                    <a:pt x="242069" y="203168"/>
                  </a:cubicBezTo>
                  <a:cubicBezTo>
                    <a:pt x="236663" y="203168"/>
                    <a:pt x="231635" y="204692"/>
                    <a:pt x="227462" y="207359"/>
                  </a:cubicBezTo>
                  <a:cubicBezTo>
                    <a:pt x="225470" y="194310"/>
                    <a:pt x="214941" y="185166"/>
                    <a:pt x="200808" y="185166"/>
                  </a:cubicBezTo>
                  <a:cubicBezTo>
                    <a:pt x="195496" y="185166"/>
                    <a:pt x="190658" y="186690"/>
                    <a:pt x="186579" y="189167"/>
                  </a:cubicBezTo>
                  <a:lnTo>
                    <a:pt x="186579" y="155829"/>
                  </a:lnTo>
                  <a:lnTo>
                    <a:pt x="342426" y="155829"/>
                  </a:lnTo>
                  <a:cubicBezTo>
                    <a:pt x="352480" y="155829"/>
                    <a:pt x="360733" y="147638"/>
                    <a:pt x="360733" y="137541"/>
                  </a:cubicBezTo>
                  <a:lnTo>
                    <a:pt x="360733" y="18478"/>
                  </a:lnTo>
                  <a:cubicBezTo>
                    <a:pt x="360733" y="8382"/>
                    <a:pt x="352575" y="190"/>
                    <a:pt x="342426" y="190"/>
                  </a:cubicBezTo>
                  <a:close/>
                  <a:moveTo>
                    <a:pt x="348022" y="137350"/>
                  </a:moveTo>
                  <a:cubicBezTo>
                    <a:pt x="348022" y="140398"/>
                    <a:pt x="345556" y="142875"/>
                    <a:pt x="342521" y="142875"/>
                  </a:cubicBezTo>
                  <a:lnTo>
                    <a:pt x="186674" y="142875"/>
                  </a:lnTo>
                  <a:lnTo>
                    <a:pt x="186674" y="126873"/>
                  </a:lnTo>
                  <a:cubicBezTo>
                    <a:pt x="186674" y="111442"/>
                    <a:pt x="175292" y="100203"/>
                    <a:pt x="159641" y="100203"/>
                  </a:cubicBezTo>
                  <a:cubicBezTo>
                    <a:pt x="143990" y="100203"/>
                    <a:pt x="132607" y="111919"/>
                    <a:pt x="132607" y="126873"/>
                  </a:cubicBezTo>
                  <a:lnTo>
                    <a:pt x="132607" y="142875"/>
                  </a:lnTo>
                  <a:lnTo>
                    <a:pt x="18117" y="142875"/>
                  </a:lnTo>
                  <a:cubicBezTo>
                    <a:pt x="15082" y="142875"/>
                    <a:pt x="12616" y="140398"/>
                    <a:pt x="12616" y="137350"/>
                  </a:cubicBezTo>
                  <a:lnTo>
                    <a:pt x="12616" y="18288"/>
                  </a:lnTo>
                  <a:cubicBezTo>
                    <a:pt x="12616" y="15240"/>
                    <a:pt x="15082" y="12764"/>
                    <a:pt x="18117" y="12764"/>
                  </a:cubicBezTo>
                  <a:lnTo>
                    <a:pt x="342521" y="12764"/>
                  </a:lnTo>
                  <a:cubicBezTo>
                    <a:pt x="345556" y="12764"/>
                    <a:pt x="348022" y="15240"/>
                    <a:pt x="348022" y="18288"/>
                  </a:cubicBezTo>
                  <a:lnTo>
                    <a:pt x="348022" y="137350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BE465A2C-88A0-D2AE-4B75-FCE741BE36DF}"/>
                </a:ext>
              </a:extLst>
            </p:cNvPr>
            <p:cNvSpPr/>
            <p:nvPr/>
          </p:nvSpPr>
          <p:spPr>
            <a:xfrm>
              <a:off x="6152485" y="4855811"/>
              <a:ext cx="33199" cy="33337"/>
            </a:xfrm>
            <a:custGeom>
              <a:avLst/>
              <a:gdLst>
                <a:gd name="connsiteX0" fmla="*/ 33199 w 33199"/>
                <a:gd name="connsiteY0" fmla="*/ 16669 h 33337"/>
                <a:gd name="connsiteX1" fmla="*/ 16600 w 33199"/>
                <a:gd name="connsiteY1" fmla="*/ 33338 h 33337"/>
                <a:gd name="connsiteX2" fmla="*/ 0 w 33199"/>
                <a:gd name="connsiteY2" fmla="*/ 16669 h 33337"/>
                <a:gd name="connsiteX3" fmla="*/ 16600 w 33199"/>
                <a:gd name="connsiteY3" fmla="*/ 0 h 33337"/>
                <a:gd name="connsiteX4" fmla="*/ 33199 w 33199"/>
                <a:gd name="connsiteY4" fmla="*/ 16669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337">
                  <a:moveTo>
                    <a:pt x="33199" y="16669"/>
                  </a:moveTo>
                  <a:cubicBezTo>
                    <a:pt x="33199" y="25875"/>
                    <a:pt x="25767" y="33338"/>
                    <a:pt x="16600" y="33338"/>
                  </a:cubicBezTo>
                  <a:cubicBezTo>
                    <a:pt x="7432" y="33338"/>
                    <a:pt x="0" y="25875"/>
                    <a:pt x="0" y="16669"/>
                  </a:cubicBezTo>
                  <a:cubicBezTo>
                    <a:pt x="0" y="7463"/>
                    <a:pt x="7432" y="0"/>
                    <a:pt x="16600" y="0"/>
                  </a:cubicBezTo>
                  <a:cubicBezTo>
                    <a:pt x="25767" y="0"/>
                    <a:pt x="33199" y="7463"/>
                    <a:pt x="33199" y="16669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340" name="Graphic 338">
            <a:extLst>
              <a:ext uri="{FF2B5EF4-FFF2-40B4-BE49-F238E27FC236}">
                <a16:creationId xmlns:a16="http://schemas.microsoft.com/office/drawing/2014/main" id="{C6E23D4D-1DA2-1FE5-8D21-4BD8A92AD903}"/>
              </a:ext>
            </a:extLst>
          </p:cNvPr>
          <p:cNvSpPr/>
          <p:nvPr/>
        </p:nvSpPr>
        <p:spPr>
          <a:xfrm>
            <a:off x="5545936" y="4873845"/>
            <a:ext cx="399315" cy="506894"/>
          </a:xfrm>
          <a:custGeom>
            <a:avLst/>
            <a:gdLst>
              <a:gd name="connsiteX0" fmla="*/ 297654 w 298039"/>
              <a:gd name="connsiteY0" fmla="*/ 328708 h 378333"/>
              <a:gd name="connsiteX1" fmla="*/ 288453 w 298039"/>
              <a:gd name="connsiteY1" fmla="*/ 323469 h 378333"/>
              <a:gd name="connsiteX2" fmla="*/ 262273 w 298039"/>
              <a:gd name="connsiteY2" fmla="*/ 330041 h 378333"/>
              <a:gd name="connsiteX3" fmla="*/ 257056 w 298039"/>
              <a:gd name="connsiteY3" fmla="*/ 305086 h 378333"/>
              <a:gd name="connsiteX4" fmla="*/ 228315 w 298039"/>
              <a:gd name="connsiteY4" fmla="*/ 244602 h 378333"/>
              <a:gd name="connsiteX5" fmla="*/ 101400 w 298039"/>
              <a:gd name="connsiteY5" fmla="*/ 266986 h 378333"/>
              <a:gd name="connsiteX6" fmla="*/ 92389 w 298039"/>
              <a:gd name="connsiteY6" fmla="*/ 200406 h 378333"/>
              <a:gd name="connsiteX7" fmla="*/ 174438 w 298039"/>
              <a:gd name="connsiteY7" fmla="*/ 179642 h 378333"/>
              <a:gd name="connsiteX8" fmla="*/ 179655 w 298039"/>
              <a:gd name="connsiteY8" fmla="*/ 170402 h 378333"/>
              <a:gd name="connsiteX9" fmla="*/ 170549 w 298039"/>
              <a:gd name="connsiteY9" fmla="*/ 165164 h 378333"/>
              <a:gd name="connsiteX10" fmla="*/ 90302 w 298039"/>
              <a:gd name="connsiteY10" fmla="*/ 185452 h 378333"/>
              <a:gd name="connsiteX11" fmla="*/ 78540 w 298039"/>
              <a:gd name="connsiteY11" fmla="*/ 98965 h 378333"/>
              <a:gd name="connsiteX12" fmla="*/ 117051 w 298039"/>
              <a:gd name="connsiteY12" fmla="*/ 49625 h 378333"/>
              <a:gd name="connsiteX13" fmla="*/ 65829 w 298039"/>
              <a:gd name="connsiteY13" fmla="*/ 0 h 378333"/>
              <a:gd name="connsiteX14" fmla="*/ 15936 w 298039"/>
              <a:gd name="connsiteY14" fmla="*/ 49625 h 378333"/>
              <a:gd name="connsiteX15" fmla="*/ 64122 w 298039"/>
              <a:gd name="connsiteY15" fmla="*/ 100394 h 378333"/>
              <a:gd name="connsiteX16" fmla="*/ 75599 w 298039"/>
              <a:gd name="connsiteY16" fmla="*/ 189167 h 378333"/>
              <a:gd name="connsiteX17" fmla="*/ 74746 w 298039"/>
              <a:gd name="connsiteY17" fmla="*/ 189167 h 378333"/>
              <a:gd name="connsiteX18" fmla="*/ 0 w 298039"/>
              <a:gd name="connsiteY18" fmla="*/ 283750 h 378333"/>
              <a:gd name="connsiteX19" fmla="*/ 91819 w 298039"/>
              <a:gd name="connsiteY19" fmla="*/ 378333 h 378333"/>
              <a:gd name="connsiteX20" fmla="*/ 188856 w 298039"/>
              <a:gd name="connsiteY20" fmla="*/ 283750 h 378333"/>
              <a:gd name="connsiteX21" fmla="*/ 188856 w 298039"/>
              <a:gd name="connsiteY21" fmla="*/ 265843 h 378333"/>
              <a:gd name="connsiteX22" fmla="*/ 226893 w 298039"/>
              <a:gd name="connsiteY22" fmla="*/ 260318 h 378333"/>
              <a:gd name="connsiteX23" fmla="*/ 241311 w 298039"/>
              <a:gd name="connsiteY23" fmla="*/ 307658 h 378333"/>
              <a:gd name="connsiteX24" fmla="*/ 259617 w 298039"/>
              <a:gd name="connsiteY24" fmla="*/ 347091 h 378333"/>
              <a:gd name="connsiteX25" fmla="*/ 292342 w 298039"/>
              <a:gd name="connsiteY25" fmla="*/ 337852 h 378333"/>
              <a:gd name="connsiteX26" fmla="*/ 297559 w 298039"/>
              <a:gd name="connsiteY26" fmla="*/ 328613 h 378333"/>
              <a:gd name="connsiteX27" fmla="*/ 31871 w 298039"/>
              <a:gd name="connsiteY27" fmla="*/ 49530 h 378333"/>
              <a:gd name="connsiteX28" fmla="*/ 66019 w 298039"/>
              <a:gd name="connsiteY28" fmla="*/ 15526 h 378333"/>
              <a:gd name="connsiteX29" fmla="*/ 101495 w 298039"/>
              <a:gd name="connsiteY29" fmla="*/ 49530 h 378333"/>
              <a:gd name="connsiteX30" fmla="*/ 66019 w 298039"/>
              <a:gd name="connsiteY30" fmla="*/ 84772 h 378333"/>
              <a:gd name="connsiteX31" fmla="*/ 31871 w 298039"/>
              <a:gd name="connsiteY31" fmla="*/ 49530 h 378333"/>
              <a:gd name="connsiteX32" fmla="*/ 173300 w 298039"/>
              <a:gd name="connsiteY32" fmla="*/ 283655 h 378333"/>
              <a:gd name="connsiteX33" fmla="*/ 92009 w 298039"/>
              <a:gd name="connsiteY33" fmla="*/ 362522 h 378333"/>
              <a:gd name="connsiteX34" fmla="*/ 15936 w 298039"/>
              <a:gd name="connsiteY34" fmla="*/ 283655 h 378333"/>
              <a:gd name="connsiteX35" fmla="*/ 77591 w 298039"/>
              <a:gd name="connsiteY35" fmla="*/ 204788 h 378333"/>
              <a:gd name="connsiteX36" fmla="*/ 77876 w 298039"/>
              <a:gd name="connsiteY36" fmla="*/ 204788 h 378333"/>
              <a:gd name="connsiteX37" fmla="*/ 87077 w 298039"/>
              <a:gd name="connsiteY37" fmla="*/ 276035 h 378333"/>
              <a:gd name="connsiteX38" fmla="*/ 89733 w 298039"/>
              <a:gd name="connsiteY38" fmla="*/ 282607 h 378333"/>
              <a:gd name="connsiteX39" fmla="*/ 96278 w 298039"/>
              <a:gd name="connsiteY39" fmla="*/ 283940 h 378333"/>
              <a:gd name="connsiteX40" fmla="*/ 173300 w 298039"/>
              <a:gd name="connsiteY40" fmla="*/ 268700 h 378333"/>
              <a:gd name="connsiteX41" fmla="*/ 173300 w 298039"/>
              <a:gd name="connsiteY41" fmla="*/ 283655 h 378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98039" h="378333">
                <a:moveTo>
                  <a:pt x="297654" y="328708"/>
                </a:moveTo>
                <a:cubicBezTo>
                  <a:pt x="296326" y="324803"/>
                  <a:pt x="292437" y="322136"/>
                  <a:pt x="288453" y="323469"/>
                </a:cubicBezTo>
                <a:cubicBezTo>
                  <a:pt x="280580" y="326136"/>
                  <a:pt x="268818" y="328708"/>
                  <a:pt x="262273" y="330041"/>
                </a:cubicBezTo>
                <a:cubicBezTo>
                  <a:pt x="260945" y="324803"/>
                  <a:pt x="258384" y="312896"/>
                  <a:pt x="257056" y="305086"/>
                </a:cubicBezTo>
                <a:cubicBezTo>
                  <a:pt x="247856" y="266891"/>
                  <a:pt x="242639" y="244602"/>
                  <a:pt x="228315" y="244602"/>
                </a:cubicBezTo>
                <a:cubicBezTo>
                  <a:pt x="213992" y="244602"/>
                  <a:pt x="128908" y="260414"/>
                  <a:pt x="101400" y="266986"/>
                </a:cubicBezTo>
                <a:cubicBezTo>
                  <a:pt x="101400" y="266986"/>
                  <a:pt x="98393" y="244793"/>
                  <a:pt x="92389" y="200406"/>
                </a:cubicBezTo>
                <a:cubicBezTo>
                  <a:pt x="104151" y="197453"/>
                  <a:pt x="127580" y="191453"/>
                  <a:pt x="174438" y="179642"/>
                </a:cubicBezTo>
                <a:cubicBezTo>
                  <a:pt x="178327" y="179642"/>
                  <a:pt x="180983" y="174403"/>
                  <a:pt x="179655" y="170402"/>
                </a:cubicBezTo>
                <a:cubicBezTo>
                  <a:pt x="179655" y="166402"/>
                  <a:pt x="174438" y="163830"/>
                  <a:pt x="170549" y="165164"/>
                </a:cubicBezTo>
                <a:cubicBezTo>
                  <a:pt x="170549" y="165164"/>
                  <a:pt x="143800" y="171926"/>
                  <a:pt x="90302" y="185452"/>
                </a:cubicBezTo>
                <a:cubicBezTo>
                  <a:pt x="87266" y="163259"/>
                  <a:pt x="83472" y="134874"/>
                  <a:pt x="78540" y="98965"/>
                </a:cubicBezTo>
                <a:cubicBezTo>
                  <a:pt x="101020" y="93536"/>
                  <a:pt x="117051" y="74009"/>
                  <a:pt x="117051" y="49625"/>
                </a:cubicBezTo>
                <a:cubicBezTo>
                  <a:pt x="117051" y="22193"/>
                  <a:pt x="94760" y="0"/>
                  <a:pt x="65829" y="0"/>
                </a:cubicBezTo>
                <a:cubicBezTo>
                  <a:pt x="36899" y="0"/>
                  <a:pt x="15936" y="22193"/>
                  <a:pt x="15936" y="49625"/>
                </a:cubicBezTo>
                <a:cubicBezTo>
                  <a:pt x="15936" y="77057"/>
                  <a:pt x="37373" y="99536"/>
                  <a:pt x="64122" y="100394"/>
                </a:cubicBezTo>
                <a:cubicBezTo>
                  <a:pt x="65260" y="109252"/>
                  <a:pt x="68201" y="131826"/>
                  <a:pt x="75599" y="189167"/>
                </a:cubicBezTo>
                <a:lnTo>
                  <a:pt x="74746" y="189167"/>
                </a:lnTo>
                <a:cubicBezTo>
                  <a:pt x="32725" y="197072"/>
                  <a:pt x="0" y="239078"/>
                  <a:pt x="0" y="283750"/>
                </a:cubicBezTo>
                <a:cubicBezTo>
                  <a:pt x="0" y="334994"/>
                  <a:pt x="40693" y="378333"/>
                  <a:pt x="91819" y="378333"/>
                </a:cubicBezTo>
                <a:cubicBezTo>
                  <a:pt x="142946" y="378333"/>
                  <a:pt x="188856" y="334994"/>
                  <a:pt x="188856" y="283750"/>
                </a:cubicBezTo>
                <a:lnTo>
                  <a:pt x="188856" y="265843"/>
                </a:lnTo>
                <a:cubicBezTo>
                  <a:pt x="206878" y="262604"/>
                  <a:pt x="221201" y="260318"/>
                  <a:pt x="226893" y="260318"/>
                </a:cubicBezTo>
                <a:cubicBezTo>
                  <a:pt x="232110" y="265557"/>
                  <a:pt x="237327" y="294513"/>
                  <a:pt x="241311" y="307658"/>
                </a:cubicBezTo>
                <a:cubicBezTo>
                  <a:pt x="246528" y="336614"/>
                  <a:pt x="249184" y="347091"/>
                  <a:pt x="259617" y="347091"/>
                </a:cubicBezTo>
                <a:cubicBezTo>
                  <a:pt x="267490" y="347091"/>
                  <a:pt x="288358" y="339185"/>
                  <a:pt x="292342" y="337852"/>
                </a:cubicBezTo>
                <a:cubicBezTo>
                  <a:pt x="297559" y="336518"/>
                  <a:pt x="298887" y="332613"/>
                  <a:pt x="297559" y="328613"/>
                </a:cubicBezTo>
                <a:close/>
                <a:moveTo>
                  <a:pt x="31871" y="49530"/>
                </a:moveTo>
                <a:cubicBezTo>
                  <a:pt x="31871" y="31242"/>
                  <a:pt x="47617" y="15526"/>
                  <a:pt x="66019" y="15526"/>
                </a:cubicBezTo>
                <a:cubicBezTo>
                  <a:pt x="85749" y="15526"/>
                  <a:pt x="101495" y="31242"/>
                  <a:pt x="101495" y="49530"/>
                </a:cubicBezTo>
                <a:cubicBezTo>
                  <a:pt x="101495" y="69152"/>
                  <a:pt x="85749" y="84772"/>
                  <a:pt x="66019" y="84772"/>
                </a:cubicBezTo>
                <a:cubicBezTo>
                  <a:pt x="47617" y="84772"/>
                  <a:pt x="31871" y="69056"/>
                  <a:pt x="31871" y="49530"/>
                </a:cubicBezTo>
                <a:close/>
                <a:moveTo>
                  <a:pt x="173300" y="283655"/>
                </a:moveTo>
                <a:cubicBezTo>
                  <a:pt x="173300" y="325755"/>
                  <a:pt x="135263" y="362522"/>
                  <a:pt x="92009" y="362522"/>
                </a:cubicBezTo>
                <a:cubicBezTo>
                  <a:pt x="48755" y="362522"/>
                  <a:pt x="15936" y="326993"/>
                  <a:pt x="15936" y="283655"/>
                </a:cubicBezTo>
                <a:cubicBezTo>
                  <a:pt x="15936" y="242888"/>
                  <a:pt x="47427" y="210026"/>
                  <a:pt x="77591" y="204788"/>
                </a:cubicBezTo>
                <a:cubicBezTo>
                  <a:pt x="77686" y="204788"/>
                  <a:pt x="77781" y="204788"/>
                  <a:pt x="77876" y="204788"/>
                </a:cubicBezTo>
                <a:cubicBezTo>
                  <a:pt x="80437" y="224695"/>
                  <a:pt x="83472" y="248222"/>
                  <a:pt x="87077" y="276035"/>
                </a:cubicBezTo>
                <a:cubicBezTo>
                  <a:pt x="87077" y="278701"/>
                  <a:pt x="88405" y="281273"/>
                  <a:pt x="89733" y="282607"/>
                </a:cubicBezTo>
                <a:cubicBezTo>
                  <a:pt x="91061" y="283940"/>
                  <a:pt x="93622" y="283940"/>
                  <a:pt x="96278" y="283940"/>
                </a:cubicBezTo>
                <a:cubicBezTo>
                  <a:pt x="119138" y="279368"/>
                  <a:pt x="148163" y="273463"/>
                  <a:pt x="173300" y="268700"/>
                </a:cubicBezTo>
                <a:lnTo>
                  <a:pt x="173300" y="283655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1" name="Graphic 338">
            <a:extLst>
              <a:ext uri="{FF2B5EF4-FFF2-40B4-BE49-F238E27FC236}">
                <a16:creationId xmlns:a16="http://schemas.microsoft.com/office/drawing/2014/main" id="{1D9FBB08-05E5-1B60-BEF5-F47B9535EFCD}"/>
              </a:ext>
            </a:extLst>
          </p:cNvPr>
          <p:cNvSpPr/>
          <p:nvPr/>
        </p:nvSpPr>
        <p:spPr>
          <a:xfrm>
            <a:off x="6247611" y="4873845"/>
            <a:ext cx="399315" cy="506894"/>
          </a:xfrm>
          <a:custGeom>
            <a:avLst/>
            <a:gdLst>
              <a:gd name="connsiteX0" fmla="*/ 297654 w 298039"/>
              <a:gd name="connsiteY0" fmla="*/ 328708 h 378333"/>
              <a:gd name="connsiteX1" fmla="*/ 288453 w 298039"/>
              <a:gd name="connsiteY1" fmla="*/ 323469 h 378333"/>
              <a:gd name="connsiteX2" fmla="*/ 262273 w 298039"/>
              <a:gd name="connsiteY2" fmla="*/ 330041 h 378333"/>
              <a:gd name="connsiteX3" fmla="*/ 257056 w 298039"/>
              <a:gd name="connsiteY3" fmla="*/ 305086 h 378333"/>
              <a:gd name="connsiteX4" fmla="*/ 228315 w 298039"/>
              <a:gd name="connsiteY4" fmla="*/ 244602 h 378333"/>
              <a:gd name="connsiteX5" fmla="*/ 101400 w 298039"/>
              <a:gd name="connsiteY5" fmla="*/ 266986 h 378333"/>
              <a:gd name="connsiteX6" fmla="*/ 92389 w 298039"/>
              <a:gd name="connsiteY6" fmla="*/ 200406 h 378333"/>
              <a:gd name="connsiteX7" fmla="*/ 174438 w 298039"/>
              <a:gd name="connsiteY7" fmla="*/ 179642 h 378333"/>
              <a:gd name="connsiteX8" fmla="*/ 179655 w 298039"/>
              <a:gd name="connsiteY8" fmla="*/ 170402 h 378333"/>
              <a:gd name="connsiteX9" fmla="*/ 170549 w 298039"/>
              <a:gd name="connsiteY9" fmla="*/ 165164 h 378333"/>
              <a:gd name="connsiteX10" fmla="*/ 90302 w 298039"/>
              <a:gd name="connsiteY10" fmla="*/ 185452 h 378333"/>
              <a:gd name="connsiteX11" fmla="*/ 78540 w 298039"/>
              <a:gd name="connsiteY11" fmla="*/ 98965 h 378333"/>
              <a:gd name="connsiteX12" fmla="*/ 117051 w 298039"/>
              <a:gd name="connsiteY12" fmla="*/ 49625 h 378333"/>
              <a:gd name="connsiteX13" fmla="*/ 65829 w 298039"/>
              <a:gd name="connsiteY13" fmla="*/ 0 h 378333"/>
              <a:gd name="connsiteX14" fmla="*/ 15936 w 298039"/>
              <a:gd name="connsiteY14" fmla="*/ 49625 h 378333"/>
              <a:gd name="connsiteX15" fmla="*/ 64122 w 298039"/>
              <a:gd name="connsiteY15" fmla="*/ 100394 h 378333"/>
              <a:gd name="connsiteX16" fmla="*/ 75599 w 298039"/>
              <a:gd name="connsiteY16" fmla="*/ 189167 h 378333"/>
              <a:gd name="connsiteX17" fmla="*/ 74746 w 298039"/>
              <a:gd name="connsiteY17" fmla="*/ 189167 h 378333"/>
              <a:gd name="connsiteX18" fmla="*/ 0 w 298039"/>
              <a:gd name="connsiteY18" fmla="*/ 283750 h 378333"/>
              <a:gd name="connsiteX19" fmla="*/ 91819 w 298039"/>
              <a:gd name="connsiteY19" fmla="*/ 378333 h 378333"/>
              <a:gd name="connsiteX20" fmla="*/ 188856 w 298039"/>
              <a:gd name="connsiteY20" fmla="*/ 283750 h 378333"/>
              <a:gd name="connsiteX21" fmla="*/ 188856 w 298039"/>
              <a:gd name="connsiteY21" fmla="*/ 265843 h 378333"/>
              <a:gd name="connsiteX22" fmla="*/ 226893 w 298039"/>
              <a:gd name="connsiteY22" fmla="*/ 260318 h 378333"/>
              <a:gd name="connsiteX23" fmla="*/ 241311 w 298039"/>
              <a:gd name="connsiteY23" fmla="*/ 307658 h 378333"/>
              <a:gd name="connsiteX24" fmla="*/ 259617 w 298039"/>
              <a:gd name="connsiteY24" fmla="*/ 347091 h 378333"/>
              <a:gd name="connsiteX25" fmla="*/ 292342 w 298039"/>
              <a:gd name="connsiteY25" fmla="*/ 337852 h 378333"/>
              <a:gd name="connsiteX26" fmla="*/ 297559 w 298039"/>
              <a:gd name="connsiteY26" fmla="*/ 328613 h 378333"/>
              <a:gd name="connsiteX27" fmla="*/ 31871 w 298039"/>
              <a:gd name="connsiteY27" fmla="*/ 49530 h 378333"/>
              <a:gd name="connsiteX28" fmla="*/ 66019 w 298039"/>
              <a:gd name="connsiteY28" fmla="*/ 15526 h 378333"/>
              <a:gd name="connsiteX29" fmla="*/ 101495 w 298039"/>
              <a:gd name="connsiteY29" fmla="*/ 49530 h 378333"/>
              <a:gd name="connsiteX30" fmla="*/ 66019 w 298039"/>
              <a:gd name="connsiteY30" fmla="*/ 84772 h 378333"/>
              <a:gd name="connsiteX31" fmla="*/ 31871 w 298039"/>
              <a:gd name="connsiteY31" fmla="*/ 49530 h 378333"/>
              <a:gd name="connsiteX32" fmla="*/ 173300 w 298039"/>
              <a:gd name="connsiteY32" fmla="*/ 283655 h 378333"/>
              <a:gd name="connsiteX33" fmla="*/ 92009 w 298039"/>
              <a:gd name="connsiteY33" fmla="*/ 362522 h 378333"/>
              <a:gd name="connsiteX34" fmla="*/ 15936 w 298039"/>
              <a:gd name="connsiteY34" fmla="*/ 283655 h 378333"/>
              <a:gd name="connsiteX35" fmla="*/ 77591 w 298039"/>
              <a:gd name="connsiteY35" fmla="*/ 204788 h 378333"/>
              <a:gd name="connsiteX36" fmla="*/ 77876 w 298039"/>
              <a:gd name="connsiteY36" fmla="*/ 204788 h 378333"/>
              <a:gd name="connsiteX37" fmla="*/ 87077 w 298039"/>
              <a:gd name="connsiteY37" fmla="*/ 276035 h 378333"/>
              <a:gd name="connsiteX38" fmla="*/ 89733 w 298039"/>
              <a:gd name="connsiteY38" fmla="*/ 282607 h 378333"/>
              <a:gd name="connsiteX39" fmla="*/ 96278 w 298039"/>
              <a:gd name="connsiteY39" fmla="*/ 283940 h 378333"/>
              <a:gd name="connsiteX40" fmla="*/ 173300 w 298039"/>
              <a:gd name="connsiteY40" fmla="*/ 268700 h 378333"/>
              <a:gd name="connsiteX41" fmla="*/ 173300 w 298039"/>
              <a:gd name="connsiteY41" fmla="*/ 283655 h 378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98039" h="378333">
                <a:moveTo>
                  <a:pt x="297654" y="328708"/>
                </a:moveTo>
                <a:cubicBezTo>
                  <a:pt x="296326" y="324803"/>
                  <a:pt x="292437" y="322136"/>
                  <a:pt x="288453" y="323469"/>
                </a:cubicBezTo>
                <a:cubicBezTo>
                  <a:pt x="280580" y="326136"/>
                  <a:pt x="268818" y="328708"/>
                  <a:pt x="262273" y="330041"/>
                </a:cubicBezTo>
                <a:cubicBezTo>
                  <a:pt x="260945" y="324803"/>
                  <a:pt x="258384" y="312896"/>
                  <a:pt x="257056" y="305086"/>
                </a:cubicBezTo>
                <a:cubicBezTo>
                  <a:pt x="247856" y="266891"/>
                  <a:pt x="242639" y="244602"/>
                  <a:pt x="228315" y="244602"/>
                </a:cubicBezTo>
                <a:cubicBezTo>
                  <a:pt x="213992" y="244602"/>
                  <a:pt x="128908" y="260414"/>
                  <a:pt x="101400" y="266986"/>
                </a:cubicBezTo>
                <a:cubicBezTo>
                  <a:pt x="101400" y="266986"/>
                  <a:pt x="98393" y="244793"/>
                  <a:pt x="92389" y="200406"/>
                </a:cubicBezTo>
                <a:cubicBezTo>
                  <a:pt x="104151" y="197453"/>
                  <a:pt x="127580" y="191453"/>
                  <a:pt x="174438" y="179642"/>
                </a:cubicBezTo>
                <a:cubicBezTo>
                  <a:pt x="178327" y="179642"/>
                  <a:pt x="180983" y="174403"/>
                  <a:pt x="179655" y="170402"/>
                </a:cubicBezTo>
                <a:cubicBezTo>
                  <a:pt x="179655" y="166402"/>
                  <a:pt x="174438" y="163830"/>
                  <a:pt x="170549" y="165164"/>
                </a:cubicBezTo>
                <a:cubicBezTo>
                  <a:pt x="170549" y="165164"/>
                  <a:pt x="143800" y="171926"/>
                  <a:pt x="90302" y="185452"/>
                </a:cubicBezTo>
                <a:cubicBezTo>
                  <a:pt x="87266" y="163259"/>
                  <a:pt x="83472" y="134874"/>
                  <a:pt x="78540" y="98965"/>
                </a:cubicBezTo>
                <a:cubicBezTo>
                  <a:pt x="101020" y="93536"/>
                  <a:pt x="117051" y="74009"/>
                  <a:pt x="117051" y="49625"/>
                </a:cubicBezTo>
                <a:cubicBezTo>
                  <a:pt x="117051" y="22193"/>
                  <a:pt x="94760" y="0"/>
                  <a:pt x="65829" y="0"/>
                </a:cubicBezTo>
                <a:cubicBezTo>
                  <a:pt x="36899" y="0"/>
                  <a:pt x="15936" y="22193"/>
                  <a:pt x="15936" y="49625"/>
                </a:cubicBezTo>
                <a:cubicBezTo>
                  <a:pt x="15936" y="77057"/>
                  <a:pt x="37373" y="99536"/>
                  <a:pt x="64122" y="100394"/>
                </a:cubicBezTo>
                <a:cubicBezTo>
                  <a:pt x="65260" y="109252"/>
                  <a:pt x="68201" y="131826"/>
                  <a:pt x="75599" y="189167"/>
                </a:cubicBezTo>
                <a:lnTo>
                  <a:pt x="74746" y="189167"/>
                </a:lnTo>
                <a:cubicBezTo>
                  <a:pt x="32725" y="197072"/>
                  <a:pt x="0" y="239078"/>
                  <a:pt x="0" y="283750"/>
                </a:cubicBezTo>
                <a:cubicBezTo>
                  <a:pt x="0" y="334994"/>
                  <a:pt x="40693" y="378333"/>
                  <a:pt x="91819" y="378333"/>
                </a:cubicBezTo>
                <a:cubicBezTo>
                  <a:pt x="142946" y="378333"/>
                  <a:pt x="188856" y="334994"/>
                  <a:pt x="188856" y="283750"/>
                </a:cubicBezTo>
                <a:lnTo>
                  <a:pt x="188856" y="265843"/>
                </a:lnTo>
                <a:cubicBezTo>
                  <a:pt x="206878" y="262604"/>
                  <a:pt x="221201" y="260318"/>
                  <a:pt x="226893" y="260318"/>
                </a:cubicBezTo>
                <a:cubicBezTo>
                  <a:pt x="232110" y="265557"/>
                  <a:pt x="237327" y="294513"/>
                  <a:pt x="241311" y="307658"/>
                </a:cubicBezTo>
                <a:cubicBezTo>
                  <a:pt x="246528" y="336614"/>
                  <a:pt x="249184" y="347091"/>
                  <a:pt x="259617" y="347091"/>
                </a:cubicBezTo>
                <a:cubicBezTo>
                  <a:pt x="267490" y="347091"/>
                  <a:pt x="288358" y="339185"/>
                  <a:pt x="292342" y="337852"/>
                </a:cubicBezTo>
                <a:cubicBezTo>
                  <a:pt x="297559" y="336518"/>
                  <a:pt x="298887" y="332613"/>
                  <a:pt x="297559" y="328613"/>
                </a:cubicBezTo>
                <a:close/>
                <a:moveTo>
                  <a:pt x="31871" y="49530"/>
                </a:moveTo>
                <a:cubicBezTo>
                  <a:pt x="31871" y="31242"/>
                  <a:pt x="47617" y="15526"/>
                  <a:pt x="66019" y="15526"/>
                </a:cubicBezTo>
                <a:cubicBezTo>
                  <a:pt x="85749" y="15526"/>
                  <a:pt x="101495" y="31242"/>
                  <a:pt x="101495" y="49530"/>
                </a:cubicBezTo>
                <a:cubicBezTo>
                  <a:pt x="101495" y="69152"/>
                  <a:pt x="85749" y="84772"/>
                  <a:pt x="66019" y="84772"/>
                </a:cubicBezTo>
                <a:cubicBezTo>
                  <a:pt x="47617" y="84772"/>
                  <a:pt x="31871" y="69056"/>
                  <a:pt x="31871" y="49530"/>
                </a:cubicBezTo>
                <a:close/>
                <a:moveTo>
                  <a:pt x="173300" y="283655"/>
                </a:moveTo>
                <a:cubicBezTo>
                  <a:pt x="173300" y="325755"/>
                  <a:pt x="135263" y="362522"/>
                  <a:pt x="92009" y="362522"/>
                </a:cubicBezTo>
                <a:cubicBezTo>
                  <a:pt x="48755" y="362522"/>
                  <a:pt x="15936" y="326993"/>
                  <a:pt x="15936" y="283655"/>
                </a:cubicBezTo>
                <a:cubicBezTo>
                  <a:pt x="15936" y="242888"/>
                  <a:pt x="47427" y="210026"/>
                  <a:pt x="77591" y="204788"/>
                </a:cubicBezTo>
                <a:cubicBezTo>
                  <a:pt x="77686" y="204788"/>
                  <a:pt x="77781" y="204788"/>
                  <a:pt x="77876" y="204788"/>
                </a:cubicBezTo>
                <a:cubicBezTo>
                  <a:pt x="80437" y="224695"/>
                  <a:pt x="83472" y="248222"/>
                  <a:pt x="87077" y="276035"/>
                </a:cubicBezTo>
                <a:cubicBezTo>
                  <a:pt x="87077" y="278701"/>
                  <a:pt x="88405" y="281273"/>
                  <a:pt x="89733" y="282607"/>
                </a:cubicBezTo>
                <a:cubicBezTo>
                  <a:pt x="91061" y="283940"/>
                  <a:pt x="93622" y="283940"/>
                  <a:pt x="96278" y="283940"/>
                </a:cubicBezTo>
                <a:cubicBezTo>
                  <a:pt x="119138" y="279368"/>
                  <a:pt x="148163" y="273463"/>
                  <a:pt x="173300" y="268700"/>
                </a:cubicBezTo>
                <a:lnTo>
                  <a:pt x="173300" y="283655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2" name="Graphic 338">
            <a:extLst>
              <a:ext uri="{FF2B5EF4-FFF2-40B4-BE49-F238E27FC236}">
                <a16:creationId xmlns:a16="http://schemas.microsoft.com/office/drawing/2014/main" id="{2E447A55-C00B-C769-7993-5DB52232D504}"/>
              </a:ext>
            </a:extLst>
          </p:cNvPr>
          <p:cNvSpPr/>
          <p:nvPr/>
        </p:nvSpPr>
        <p:spPr>
          <a:xfrm>
            <a:off x="5545936" y="5512020"/>
            <a:ext cx="399315" cy="506894"/>
          </a:xfrm>
          <a:custGeom>
            <a:avLst/>
            <a:gdLst>
              <a:gd name="connsiteX0" fmla="*/ 297654 w 298039"/>
              <a:gd name="connsiteY0" fmla="*/ 328708 h 378333"/>
              <a:gd name="connsiteX1" fmla="*/ 288453 w 298039"/>
              <a:gd name="connsiteY1" fmla="*/ 323469 h 378333"/>
              <a:gd name="connsiteX2" fmla="*/ 262273 w 298039"/>
              <a:gd name="connsiteY2" fmla="*/ 330041 h 378333"/>
              <a:gd name="connsiteX3" fmla="*/ 257056 w 298039"/>
              <a:gd name="connsiteY3" fmla="*/ 305086 h 378333"/>
              <a:gd name="connsiteX4" fmla="*/ 228315 w 298039"/>
              <a:gd name="connsiteY4" fmla="*/ 244602 h 378333"/>
              <a:gd name="connsiteX5" fmla="*/ 101400 w 298039"/>
              <a:gd name="connsiteY5" fmla="*/ 266986 h 378333"/>
              <a:gd name="connsiteX6" fmla="*/ 92389 w 298039"/>
              <a:gd name="connsiteY6" fmla="*/ 200406 h 378333"/>
              <a:gd name="connsiteX7" fmla="*/ 174438 w 298039"/>
              <a:gd name="connsiteY7" fmla="*/ 179642 h 378333"/>
              <a:gd name="connsiteX8" fmla="*/ 179655 w 298039"/>
              <a:gd name="connsiteY8" fmla="*/ 170402 h 378333"/>
              <a:gd name="connsiteX9" fmla="*/ 170549 w 298039"/>
              <a:gd name="connsiteY9" fmla="*/ 165164 h 378333"/>
              <a:gd name="connsiteX10" fmla="*/ 90302 w 298039"/>
              <a:gd name="connsiteY10" fmla="*/ 185452 h 378333"/>
              <a:gd name="connsiteX11" fmla="*/ 78540 w 298039"/>
              <a:gd name="connsiteY11" fmla="*/ 98965 h 378333"/>
              <a:gd name="connsiteX12" fmla="*/ 117051 w 298039"/>
              <a:gd name="connsiteY12" fmla="*/ 49625 h 378333"/>
              <a:gd name="connsiteX13" fmla="*/ 65829 w 298039"/>
              <a:gd name="connsiteY13" fmla="*/ 0 h 378333"/>
              <a:gd name="connsiteX14" fmla="*/ 15936 w 298039"/>
              <a:gd name="connsiteY14" fmla="*/ 49625 h 378333"/>
              <a:gd name="connsiteX15" fmla="*/ 64122 w 298039"/>
              <a:gd name="connsiteY15" fmla="*/ 100394 h 378333"/>
              <a:gd name="connsiteX16" fmla="*/ 75599 w 298039"/>
              <a:gd name="connsiteY16" fmla="*/ 189167 h 378333"/>
              <a:gd name="connsiteX17" fmla="*/ 74746 w 298039"/>
              <a:gd name="connsiteY17" fmla="*/ 189167 h 378333"/>
              <a:gd name="connsiteX18" fmla="*/ 0 w 298039"/>
              <a:gd name="connsiteY18" fmla="*/ 283750 h 378333"/>
              <a:gd name="connsiteX19" fmla="*/ 91819 w 298039"/>
              <a:gd name="connsiteY19" fmla="*/ 378333 h 378333"/>
              <a:gd name="connsiteX20" fmla="*/ 188856 w 298039"/>
              <a:gd name="connsiteY20" fmla="*/ 283750 h 378333"/>
              <a:gd name="connsiteX21" fmla="*/ 188856 w 298039"/>
              <a:gd name="connsiteY21" fmla="*/ 265843 h 378333"/>
              <a:gd name="connsiteX22" fmla="*/ 226893 w 298039"/>
              <a:gd name="connsiteY22" fmla="*/ 260318 h 378333"/>
              <a:gd name="connsiteX23" fmla="*/ 241311 w 298039"/>
              <a:gd name="connsiteY23" fmla="*/ 307658 h 378333"/>
              <a:gd name="connsiteX24" fmla="*/ 259617 w 298039"/>
              <a:gd name="connsiteY24" fmla="*/ 347091 h 378333"/>
              <a:gd name="connsiteX25" fmla="*/ 292342 w 298039"/>
              <a:gd name="connsiteY25" fmla="*/ 337852 h 378333"/>
              <a:gd name="connsiteX26" fmla="*/ 297559 w 298039"/>
              <a:gd name="connsiteY26" fmla="*/ 328613 h 378333"/>
              <a:gd name="connsiteX27" fmla="*/ 31871 w 298039"/>
              <a:gd name="connsiteY27" fmla="*/ 49530 h 378333"/>
              <a:gd name="connsiteX28" fmla="*/ 66019 w 298039"/>
              <a:gd name="connsiteY28" fmla="*/ 15526 h 378333"/>
              <a:gd name="connsiteX29" fmla="*/ 101495 w 298039"/>
              <a:gd name="connsiteY29" fmla="*/ 49530 h 378333"/>
              <a:gd name="connsiteX30" fmla="*/ 66019 w 298039"/>
              <a:gd name="connsiteY30" fmla="*/ 84772 h 378333"/>
              <a:gd name="connsiteX31" fmla="*/ 31871 w 298039"/>
              <a:gd name="connsiteY31" fmla="*/ 49530 h 378333"/>
              <a:gd name="connsiteX32" fmla="*/ 173300 w 298039"/>
              <a:gd name="connsiteY32" fmla="*/ 283655 h 378333"/>
              <a:gd name="connsiteX33" fmla="*/ 92009 w 298039"/>
              <a:gd name="connsiteY33" fmla="*/ 362522 h 378333"/>
              <a:gd name="connsiteX34" fmla="*/ 15936 w 298039"/>
              <a:gd name="connsiteY34" fmla="*/ 283655 h 378333"/>
              <a:gd name="connsiteX35" fmla="*/ 77591 w 298039"/>
              <a:gd name="connsiteY35" fmla="*/ 204788 h 378333"/>
              <a:gd name="connsiteX36" fmla="*/ 77876 w 298039"/>
              <a:gd name="connsiteY36" fmla="*/ 204788 h 378333"/>
              <a:gd name="connsiteX37" fmla="*/ 87077 w 298039"/>
              <a:gd name="connsiteY37" fmla="*/ 276035 h 378333"/>
              <a:gd name="connsiteX38" fmla="*/ 89733 w 298039"/>
              <a:gd name="connsiteY38" fmla="*/ 282607 h 378333"/>
              <a:gd name="connsiteX39" fmla="*/ 96278 w 298039"/>
              <a:gd name="connsiteY39" fmla="*/ 283940 h 378333"/>
              <a:gd name="connsiteX40" fmla="*/ 173300 w 298039"/>
              <a:gd name="connsiteY40" fmla="*/ 268700 h 378333"/>
              <a:gd name="connsiteX41" fmla="*/ 173300 w 298039"/>
              <a:gd name="connsiteY41" fmla="*/ 283655 h 378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98039" h="378333">
                <a:moveTo>
                  <a:pt x="297654" y="328708"/>
                </a:moveTo>
                <a:cubicBezTo>
                  <a:pt x="296326" y="324803"/>
                  <a:pt x="292437" y="322136"/>
                  <a:pt x="288453" y="323469"/>
                </a:cubicBezTo>
                <a:cubicBezTo>
                  <a:pt x="280580" y="326136"/>
                  <a:pt x="268818" y="328708"/>
                  <a:pt x="262273" y="330041"/>
                </a:cubicBezTo>
                <a:cubicBezTo>
                  <a:pt x="260945" y="324803"/>
                  <a:pt x="258384" y="312896"/>
                  <a:pt x="257056" y="305086"/>
                </a:cubicBezTo>
                <a:cubicBezTo>
                  <a:pt x="247856" y="266891"/>
                  <a:pt x="242639" y="244602"/>
                  <a:pt x="228315" y="244602"/>
                </a:cubicBezTo>
                <a:cubicBezTo>
                  <a:pt x="213992" y="244602"/>
                  <a:pt x="128908" y="260414"/>
                  <a:pt x="101400" y="266986"/>
                </a:cubicBezTo>
                <a:cubicBezTo>
                  <a:pt x="101400" y="266986"/>
                  <a:pt x="98393" y="244793"/>
                  <a:pt x="92389" y="200406"/>
                </a:cubicBezTo>
                <a:cubicBezTo>
                  <a:pt x="104151" y="197453"/>
                  <a:pt x="127580" y="191453"/>
                  <a:pt x="174438" y="179642"/>
                </a:cubicBezTo>
                <a:cubicBezTo>
                  <a:pt x="178327" y="179642"/>
                  <a:pt x="180983" y="174403"/>
                  <a:pt x="179655" y="170402"/>
                </a:cubicBezTo>
                <a:cubicBezTo>
                  <a:pt x="179655" y="166402"/>
                  <a:pt x="174438" y="163830"/>
                  <a:pt x="170549" y="165164"/>
                </a:cubicBezTo>
                <a:cubicBezTo>
                  <a:pt x="170549" y="165164"/>
                  <a:pt x="143800" y="171926"/>
                  <a:pt x="90302" y="185452"/>
                </a:cubicBezTo>
                <a:cubicBezTo>
                  <a:pt x="87266" y="163259"/>
                  <a:pt x="83472" y="134874"/>
                  <a:pt x="78540" y="98965"/>
                </a:cubicBezTo>
                <a:cubicBezTo>
                  <a:pt x="101020" y="93536"/>
                  <a:pt x="117051" y="74009"/>
                  <a:pt x="117051" y="49625"/>
                </a:cubicBezTo>
                <a:cubicBezTo>
                  <a:pt x="117051" y="22193"/>
                  <a:pt x="94760" y="0"/>
                  <a:pt x="65829" y="0"/>
                </a:cubicBezTo>
                <a:cubicBezTo>
                  <a:pt x="36899" y="0"/>
                  <a:pt x="15936" y="22193"/>
                  <a:pt x="15936" y="49625"/>
                </a:cubicBezTo>
                <a:cubicBezTo>
                  <a:pt x="15936" y="77057"/>
                  <a:pt x="37373" y="99536"/>
                  <a:pt x="64122" y="100394"/>
                </a:cubicBezTo>
                <a:cubicBezTo>
                  <a:pt x="65260" y="109252"/>
                  <a:pt x="68201" y="131826"/>
                  <a:pt x="75599" y="189167"/>
                </a:cubicBezTo>
                <a:lnTo>
                  <a:pt x="74746" y="189167"/>
                </a:lnTo>
                <a:cubicBezTo>
                  <a:pt x="32725" y="197072"/>
                  <a:pt x="0" y="239078"/>
                  <a:pt x="0" y="283750"/>
                </a:cubicBezTo>
                <a:cubicBezTo>
                  <a:pt x="0" y="334994"/>
                  <a:pt x="40693" y="378333"/>
                  <a:pt x="91819" y="378333"/>
                </a:cubicBezTo>
                <a:cubicBezTo>
                  <a:pt x="142946" y="378333"/>
                  <a:pt x="188856" y="334994"/>
                  <a:pt x="188856" y="283750"/>
                </a:cubicBezTo>
                <a:lnTo>
                  <a:pt x="188856" y="265843"/>
                </a:lnTo>
                <a:cubicBezTo>
                  <a:pt x="206878" y="262604"/>
                  <a:pt x="221201" y="260318"/>
                  <a:pt x="226893" y="260318"/>
                </a:cubicBezTo>
                <a:cubicBezTo>
                  <a:pt x="232110" y="265557"/>
                  <a:pt x="237327" y="294513"/>
                  <a:pt x="241311" y="307658"/>
                </a:cubicBezTo>
                <a:cubicBezTo>
                  <a:pt x="246528" y="336614"/>
                  <a:pt x="249184" y="347091"/>
                  <a:pt x="259617" y="347091"/>
                </a:cubicBezTo>
                <a:cubicBezTo>
                  <a:pt x="267490" y="347091"/>
                  <a:pt x="288358" y="339185"/>
                  <a:pt x="292342" y="337852"/>
                </a:cubicBezTo>
                <a:cubicBezTo>
                  <a:pt x="297559" y="336518"/>
                  <a:pt x="298887" y="332613"/>
                  <a:pt x="297559" y="328613"/>
                </a:cubicBezTo>
                <a:close/>
                <a:moveTo>
                  <a:pt x="31871" y="49530"/>
                </a:moveTo>
                <a:cubicBezTo>
                  <a:pt x="31871" y="31242"/>
                  <a:pt x="47617" y="15526"/>
                  <a:pt x="66019" y="15526"/>
                </a:cubicBezTo>
                <a:cubicBezTo>
                  <a:pt x="85749" y="15526"/>
                  <a:pt x="101495" y="31242"/>
                  <a:pt x="101495" y="49530"/>
                </a:cubicBezTo>
                <a:cubicBezTo>
                  <a:pt x="101495" y="69152"/>
                  <a:pt x="85749" y="84772"/>
                  <a:pt x="66019" y="84772"/>
                </a:cubicBezTo>
                <a:cubicBezTo>
                  <a:pt x="47617" y="84772"/>
                  <a:pt x="31871" y="69056"/>
                  <a:pt x="31871" y="49530"/>
                </a:cubicBezTo>
                <a:close/>
                <a:moveTo>
                  <a:pt x="173300" y="283655"/>
                </a:moveTo>
                <a:cubicBezTo>
                  <a:pt x="173300" y="325755"/>
                  <a:pt x="135263" y="362522"/>
                  <a:pt x="92009" y="362522"/>
                </a:cubicBezTo>
                <a:cubicBezTo>
                  <a:pt x="48755" y="362522"/>
                  <a:pt x="15936" y="326993"/>
                  <a:pt x="15936" y="283655"/>
                </a:cubicBezTo>
                <a:cubicBezTo>
                  <a:pt x="15936" y="242888"/>
                  <a:pt x="47427" y="210026"/>
                  <a:pt x="77591" y="204788"/>
                </a:cubicBezTo>
                <a:cubicBezTo>
                  <a:pt x="77686" y="204788"/>
                  <a:pt x="77781" y="204788"/>
                  <a:pt x="77876" y="204788"/>
                </a:cubicBezTo>
                <a:cubicBezTo>
                  <a:pt x="80437" y="224695"/>
                  <a:pt x="83472" y="248222"/>
                  <a:pt x="87077" y="276035"/>
                </a:cubicBezTo>
                <a:cubicBezTo>
                  <a:pt x="87077" y="278701"/>
                  <a:pt x="88405" y="281273"/>
                  <a:pt x="89733" y="282607"/>
                </a:cubicBezTo>
                <a:cubicBezTo>
                  <a:pt x="91061" y="283940"/>
                  <a:pt x="93622" y="283940"/>
                  <a:pt x="96278" y="283940"/>
                </a:cubicBezTo>
                <a:cubicBezTo>
                  <a:pt x="119138" y="279368"/>
                  <a:pt x="148163" y="273463"/>
                  <a:pt x="173300" y="268700"/>
                </a:cubicBezTo>
                <a:lnTo>
                  <a:pt x="173300" y="283655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3" name="Graphic 338">
            <a:extLst>
              <a:ext uri="{FF2B5EF4-FFF2-40B4-BE49-F238E27FC236}">
                <a16:creationId xmlns:a16="http://schemas.microsoft.com/office/drawing/2014/main" id="{F63B0ABF-9101-793C-D839-CD2FED0DB4BB}"/>
              </a:ext>
            </a:extLst>
          </p:cNvPr>
          <p:cNvSpPr/>
          <p:nvPr/>
        </p:nvSpPr>
        <p:spPr>
          <a:xfrm>
            <a:off x="6247611" y="5512020"/>
            <a:ext cx="399315" cy="506894"/>
          </a:xfrm>
          <a:custGeom>
            <a:avLst/>
            <a:gdLst>
              <a:gd name="connsiteX0" fmla="*/ 297654 w 298039"/>
              <a:gd name="connsiteY0" fmla="*/ 328708 h 378333"/>
              <a:gd name="connsiteX1" fmla="*/ 288453 w 298039"/>
              <a:gd name="connsiteY1" fmla="*/ 323469 h 378333"/>
              <a:gd name="connsiteX2" fmla="*/ 262273 w 298039"/>
              <a:gd name="connsiteY2" fmla="*/ 330041 h 378333"/>
              <a:gd name="connsiteX3" fmla="*/ 257056 w 298039"/>
              <a:gd name="connsiteY3" fmla="*/ 305086 h 378333"/>
              <a:gd name="connsiteX4" fmla="*/ 228315 w 298039"/>
              <a:gd name="connsiteY4" fmla="*/ 244602 h 378333"/>
              <a:gd name="connsiteX5" fmla="*/ 101400 w 298039"/>
              <a:gd name="connsiteY5" fmla="*/ 266986 h 378333"/>
              <a:gd name="connsiteX6" fmla="*/ 92389 w 298039"/>
              <a:gd name="connsiteY6" fmla="*/ 200406 h 378333"/>
              <a:gd name="connsiteX7" fmla="*/ 174438 w 298039"/>
              <a:gd name="connsiteY7" fmla="*/ 179642 h 378333"/>
              <a:gd name="connsiteX8" fmla="*/ 179655 w 298039"/>
              <a:gd name="connsiteY8" fmla="*/ 170402 h 378333"/>
              <a:gd name="connsiteX9" fmla="*/ 170549 w 298039"/>
              <a:gd name="connsiteY9" fmla="*/ 165164 h 378333"/>
              <a:gd name="connsiteX10" fmla="*/ 90302 w 298039"/>
              <a:gd name="connsiteY10" fmla="*/ 185452 h 378333"/>
              <a:gd name="connsiteX11" fmla="*/ 78540 w 298039"/>
              <a:gd name="connsiteY11" fmla="*/ 98965 h 378333"/>
              <a:gd name="connsiteX12" fmla="*/ 117051 w 298039"/>
              <a:gd name="connsiteY12" fmla="*/ 49625 h 378333"/>
              <a:gd name="connsiteX13" fmla="*/ 65829 w 298039"/>
              <a:gd name="connsiteY13" fmla="*/ 0 h 378333"/>
              <a:gd name="connsiteX14" fmla="*/ 15936 w 298039"/>
              <a:gd name="connsiteY14" fmla="*/ 49625 h 378333"/>
              <a:gd name="connsiteX15" fmla="*/ 64122 w 298039"/>
              <a:gd name="connsiteY15" fmla="*/ 100394 h 378333"/>
              <a:gd name="connsiteX16" fmla="*/ 75599 w 298039"/>
              <a:gd name="connsiteY16" fmla="*/ 189167 h 378333"/>
              <a:gd name="connsiteX17" fmla="*/ 74746 w 298039"/>
              <a:gd name="connsiteY17" fmla="*/ 189167 h 378333"/>
              <a:gd name="connsiteX18" fmla="*/ 0 w 298039"/>
              <a:gd name="connsiteY18" fmla="*/ 283750 h 378333"/>
              <a:gd name="connsiteX19" fmla="*/ 91819 w 298039"/>
              <a:gd name="connsiteY19" fmla="*/ 378333 h 378333"/>
              <a:gd name="connsiteX20" fmla="*/ 188856 w 298039"/>
              <a:gd name="connsiteY20" fmla="*/ 283750 h 378333"/>
              <a:gd name="connsiteX21" fmla="*/ 188856 w 298039"/>
              <a:gd name="connsiteY21" fmla="*/ 265843 h 378333"/>
              <a:gd name="connsiteX22" fmla="*/ 226893 w 298039"/>
              <a:gd name="connsiteY22" fmla="*/ 260318 h 378333"/>
              <a:gd name="connsiteX23" fmla="*/ 241311 w 298039"/>
              <a:gd name="connsiteY23" fmla="*/ 307658 h 378333"/>
              <a:gd name="connsiteX24" fmla="*/ 259617 w 298039"/>
              <a:gd name="connsiteY24" fmla="*/ 347091 h 378333"/>
              <a:gd name="connsiteX25" fmla="*/ 292342 w 298039"/>
              <a:gd name="connsiteY25" fmla="*/ 337852 h 378333"/>
              <a:gd name="connsiteX26" fmla="*/ 297559 w 298039"/>
              <a:gd name="connsiteY26" fmla="*/ 328613 h 378333"/>
              <a:gd name="connsiteX27" fmla="*/ 31871 w 298039"/>
              <a:gd name="connsiteY27" fmla="*/ 49530 h 378333"/>
              <a:gd name="connsiteX28" fmla="*/ 66019 w 298039"/>
              <a:gd name="connsiteY28" fmla="*/ 15526 h 378333"/>
              <a:gd name="connsiteX29" fmla="*/ 101495 w 298039"/>
              <a:gd name="connsiteY29" fmla="*/ 49530 h 378333"/>
              <a:gd name="connsiteX30" fmla="*/ 66019 w 298039"/>
              <a:gd name="connsiteY30" fmla="*/ 84772 h 378333"/>
              <a:gd name="connsiteX31" fmla="*/ 31871 w 298039"/>
              <a:gd name="connsiteY31" fmla="*/ 49530 h 378333"/>
              <a:gd name="connsiteX32" fmla="*/ 173300 w 298039"/>
              <a:gd name="connsiteY32" fmla="*/ 283655 h 378333"/>
              <a:gd name="connsiteX33" fmla="*/ 92009 w 298039"/>
              <a:gd name="connsiteY33" fmla="*/ 362522 h 378333"/>
              <a:gd name="connsiteX34" fmla="*/ 15936 w 298039"/>
              <a:gd name="connsiteY34" fmla="*/ 283655 h 378333"/>
              <a:gd name="connsiteX35" fmla="*/ 77591 w 298039"/>
              <a:gd name="connsiteY35" fmla="*/ 204788 h 378333"/>
              <a:gd name="connsiteX36" fmla="*/ 77876 w 298039"/>
              <a:gd name="connsiteY36" fmla="*/ 204788 h 378333"/>
              <a:gd name="connsiteX37" fmla="*/ 87077 w 298039"/>
              <a:gd name="connsiteY37" fmla="*/ 276035 h 378333"/>
              <a:gd name="connsiteX38" fmla="*/ 89733 w 298039"/>
              <a:gd name="connsiteY38" fmla="*/ 282607 h 378333"/>
              <a:gd name="connsiteX39" fmla="*/ 96278 w 298039"/>
              <a:gd name="connsiteY39" fmla="*/ 283940 h 378333"/>
              <a:gd name="connsiteX40" fmla="*/ 173300 w 298039"/>
              <a:gd name="connsiteY40" fmla="*/ 268700 h 378333"/>
              <a:gd name="connsiteX41" fmla="*/ 173300 w 298039"/>
              <a:gd name="connsiteY41" fmla="*/ 283655 h 378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98039" h="378333">
                <a:moveTo>
                  <a:pt x="297654" y="328708"/>
                </a:moveTo>
                <a:cubicBezTo>
                  <a:pt x="296326" y="324803"/>
                  <a:pt x="292437" y="322136"/>
                  <a:pt x="288453" y="323469"/>
                </a:cubicBezTo>
                <a:cubicBezTo>
                  <a:pt x="280580" y="326136"/>
                  <a:pt x="268818" y="328708"/>
                  <a:pt x="262273" y="330041"/>
                </a:cubicBezTo>
                <a:cubicBezTo>
                  <a:pt x="260945" y="324803"/>
                  <a:pt x="258384" y="312896"/>
                  <a:pt x="257056" y="305086"/>
                </a:cubicBezTo>
                <a:cubicBezTo>
                  <a:pt x="247856" y="266891"/>
                  <a:pt x="242639" y="244602"/>
                  <a:pt x="228315" y="244602"/>
                </a:cubicBezTo>
                <a:cubicBezTo>
                  <a:pt x="213992" y="244602"/>
                  <a:pt x="128908" y="260414"/>
                  <a:pt x="101400" y="266986"/>
                </a:cubicBezTo>
                <a:cubicBezTo>
                  <a:pt x="101400" y="266986"/>
                  <a:pt x="98393" y="244793"/>
                  <a:pt x="92389" y="200406"/>
                </a:cubicBezTo>
                <a:cubicBezTo>
                  <a:pt x="104151" y="197453"/>
                  <a:pt x="127580" y="191453"/>
                  <a:pt x="174438" y="179642"/>
                </a:cubicBezTo>
                <a:cubicBezTo>
                  <a:pt x="178327" y="179642"/>
                  <a:pt x="180983" y="174403"/>
                  <a:pt x="179655" y="170402"/>
                </a:cubicBezTo>
                <a:cubicBezTo>
                  <a:pt x="179655" y="166402"/>
                  <a:pt x="174438" y="163830"/>
                  <a:pt x="170549" y="165164"/>
                </a:cubicBezTo>
                <a:cubicBezTo>
                  <a:pt x="170549" y="165164"/>
                  <a:pt x="143800" y="171926"/>
                  <a:pt x="90302" y="185452"/>
                </a:cubicBezTo>
                <a:cubicBezTo>
                  <a:pt x="87266" y="163259"/>
                  <a:pt x="83472" y="134874"/>
                  <a:pt x="78540" y="98965"/>
                </a:cubicBezTo>
                <a:cubicBezTo>
                  <a:pt x="101020" y="93536"/>
                  <a:pt x="117051" y="74009"/>
                  <a:pt x="117051" y="49625"/>
                </a:cubicBezTo>
                <a:cubicBezTo>
                  <a:pt x="117051" y="22193"/>
                  <a:pt x="94760" y="0"/>
                  <a:pt x="65829" y="0"/>
                </a:cubicBezTo>
                <a:cubicBezTo>
                  <a:pt x="36899" y="0"/>
                  <a:pt x="15936" y="22193"/>
                  <a:pt x="15936" y="49625"/>
                </a:cubicBezTo>
                <a:cubicBezTo>
                  <a:pt x="15936" y="77057"/>
                  <a:pt x="37373" y="99536"/>
                  <a:pt x="64122" y="100394"/>
                </a:cubicBezTo>
                <a:cubicBezTo>
                  <a:pt x="65260" y="109252"/>
                  <a:pt x="68201" y="131826"/>
                  <a:pt x="75599" y="189167"/>
                </a:cubicBezTo>
                <a:lnTo>
                  <a:pt x="74746" y="189167"/>
                </a:lnTo>
                <a:cubicBezTo>
                  <a:pt x="32725" y="197072"/>
                  <a:pt x="0" y="239078"/>
                  <a:pt x="0" y="283750"/>
                </a:cubicBezTo>
                <a:cubicBezTo>
                  <a:pt x="0" y="334994"/>
                  <a:pt x="40693" y="378333"/>
                  <a:pt x="91819" y="378333"/>
                </a:cubicBezTo>
                <a:cubicBezTo>
                  <a:pt x="142946" y="378333"/>
                  <a:pt x="188856" y="334994"/>
                  <a:pt x="188856" y="283750"/>
                </a:cubicBezTo>
                <a:lnTo>
                  <a:pt x="188856" y="265843"/>
                </a:lnTo>
                <a:cubicBezTo>
                  <a:pt x="206878" y="262604"/>
                  <a:pt x="221201" y="260318"/>
                  <a:pt x="226893" y="260318"/>
                </a:cubicBezTo>
                <a:cubicBezTo>
                  <a:pt x="232110" y="265557"/>
                  <a:pt x="237327" y="294513"/>
                  <a:pt x="241311" y="307658"/>
                </a:cubicBezTo>
                <a:cubicBezTo>
                  <a:pt x="246528" y="336614"/>
                  <a:pt x="249184" y="347091"/>
                  <a:pt x="259617" y="347091"/>
                </a:cubicBezTo>
                <a:cubicBezTo>
                  <a:pt x="267490" y="347091"/>
                  <a:pt x="288358" y="339185"/>
                  <a:pt x="292342" y="337852"/>
                </a:cubicBezTo>
                <a:cubicBezTo>
                  <a:pt x="297559" y="336518"/>
                  <a:pt x="298887" y="332613"/>
                  <a:pt x="297559" y="328613"/>
                </a:cubicBezTo>
                <a:close/>
                <a:moveTo>
                  <a:pt x="31871" y="49530"/>
                </a:moveTo>
                <a:cubicBezTo>
                  <a:pt x="31871" y="31242"/>
                  <a:pt x="47617" y="15526"/>
                  <a:pt x="66019" y="15526"/>
                </a:cubicBezTo>
                <a:cubicBezTo>
                  <a:pt x="85749" y="15526"/>
                  <a:pt x="101495" y="31242"/>
                  <a:pt x="101495" y="49530"/>
                </a:cubicBezTo>
                <a:cubicBezTo>
                  <a:pt x="101495" y="69152"/>
                  <a:pt x="85749" y="84772"/>
                  <a:pt x="66019" y="84772"/>
                </a:cubicBezTo>
                <a:cubicBezTo>
                  <a:pt x="47617" y="84772"/>
                  <a:pt x="31871" y="69056"/>
                  <a:pt x="31871" y="49530"/>
                </a:cubicBezTo>
                <a:close/>
                <a:moveTo>
                  <a:pt x="173300" y="283655"/>
                </a:moveTo>
                <a:cubicBezTo>
                  <a:pt x="173300" y="325755"/>
                  <a:pt x="135263" y="362522"/>
                  <a:pt x="92009" y="362522"/>
                </a:cubicBezTo>
                <a:cubicBezTo>
                  <a:pt x="48755" y="362522"/>
                  <a:pt x="15936" y="326993"/>
                  <a:pt x="15936" y="283655"/>
                </a:cubicBezTo>
                <a:cubicBezTo>
                  <a:pt x="15936" y="242888"/>
                  <a:pt x="47427" y="210026"/>
                  <a:pt x="77591" y="204788"/>
                </a:cubicBezTo>
                <a:cubicBezTo>
                  <a:pt x="77686" y="204788"/>
                  <a:pt x="77781" y="204788"/>
                  <a:pt x="77876" y="204788"/>
                </a:cubicBezTo>
                <a:cubicBezTo>
                  <a:pt x="80437" y="224695"/>
                  <a:pt x="83472" y="248222"/>
                  <a:pt x="87077" y="276035"/>
                </a:cubicBezTo>
                <a:cubicBezTo>
                  <a:pt x="87077" y="278701"/>
                  <a:pt x="88405" y="281273"/>
                  <a:pt x="89733" y="282607"/>
                </a:cubicBezTo>
                <a:cubicBezTo>
                  <a:pt x="91061" y="283940"/>
                  <a:pt x="93622" y="283940"/>
                  <a:pt x="96278" y="283940"/>
                </a:cubicBezTo>
                <a:cubicBezTo>
                  <a:pt x="119138" y="279368"/>
                  <a:pt x="148163" y="273463"/>
                  <a:pt x="173300" y="268700"/>
                </a:cubicBezTo>
                <a:lnTo>
                  <a:pt x="173300" y="283655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hidden="1">
            <a:extLst>
              <a:ext uri="{FF2B5EF4-FFF2-40B4-BE49-F238E27FC236}">
                <a16:creationId xmlns:a16="http://schemas.microsoft.com/office/drawing/2014/main" id="{1390504E-4627-66D1-2CBB-08250860C0CB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61607" y="-477400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People &amp; organization Template 2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28839582-EF86-729A-224F-EAD5CCB3E956}"/>
              </a:ext>
            </a:extLst>
          </p:cNvPr>
          <p:cNvSpPr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People &amp; organization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0F82287-EF1A-9559-2280-BC914795594E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content; management;</a:t>
            </a:r>
          </a:p>
          <a:p>
            <a:r>
              <a:rPr lang="en-US" dirty="0"/>
              <a:t>wcm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34CD2D3-4D52-47E9-6FE1-09E5B27664EC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graph; chart; plot; journey;</a:t>
            </a:r>
          </a:p>
          <a:p>
            <a:r>
              <a:rPr lang="en-US" dirty="0"/>
              <a:t>course; grow; growth</a:t>
            </a:r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EF8C8B5-AF65-F113-DE9F-65261725C253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team; hierarchy; org;</a:t>
            </a:r>
          </a:p>
          <a:p>
            <a:r>
              <a:rPr lang="en-US" dirty="0"/>
              <a:t>chart; pyramid</a:t>
            </a:r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AC2CE10-FA1F-F8BB-451A-56B5922947BF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network; IOT; IoT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D8DD70E-BA81-C8E9-D8CD-286795F8AFFB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process; multi stage;</a:t>
            </a:r>
          </a:p>
          <a:p>
            <a:r>
              <a:rPr lang="en-US" dirty="0"/>
              <a:t>phase; phases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ABD29D0-D153-5A13-308D-EFC2D595DBAF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share; connected;</a:t>
            </a:r>
          </a:p>
          <a:p>
            <a:r>
              <a:rPr lang="en-US" dirty="0"/>
              <a:t>link; joined</a:t>
            </a:r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D5DA08A-EEBC-7187-968B-DA644FC583C4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marketing; target;</a:t>
            </a:r>
          </a:p>
          <a:p>
            <a:r>
              <a:rPr lang="en-US" dirty="0"/>
              <a:t>campaign</a:t>
            </a:r>
            <a:endParaRPr lang="en-US"/>
          </a:p>
        </p:txBody>
      </p:sp>
      <p:sp>
        <p:nvSpPr>
          <p:cNvPr id="13" name="Graphic 11">
            <a:extLst>
              <a:ext uri="{FF2B5EF4-FFF2-40B4-BE49-F238E27FC236}">
                <a16:creationId xmlns:a16="http://schemas.microsoft.com/office/drawing/2014/main" id="{1DA4C17C-159D-1C0B-EC4F-64D52F26D677}"/>
              </a:ext>
            </a:extLst>
          </p:cNvPr>
          <p:cNvSpPr/>
          <p:nvPr/>
        </p:nvSpPr>
        <p:spPr>
          <a:xfrm>
            <a:off x="557926" y="782995"/>
            <a:ext cx="492352" cy="483279"/>
          </a:xfrm>
          <a:custGeom>
            <a:avLst/>
            <a:gdLst>
              <a:gd name="connsiteX0" fmla="*/ 311693 w 383592"/>
              <a:gd name="connsiteY0" fmla="*/ 235649 h 376523"/>
              <a:gd name="connsiteX1" fmla="*/ 290066 w 383592"/>
              <a:gd name="connsiteY1" fmla="*/ 238792 h 376523"/>
              <a:gd name="connsiteX2" fmla="*/ 233438 w 383592"/>
              <a:gd name="connsiteY2" fmla="*/ 128207 h 376523"/>
              <a:gd name="connsiteX3" fmla="*/ 264171 w 383592"/>
              <a:gd name="connsiteY3" fmla="*/ 70485 h 376523"/>
              <a:gd name="connsiteX4" fmla="*/ 191796 w 383592"/>
              <a:gd name="connsiteY4" fmla="*/ 0 h 376523"/>
              <a:gd name="connsiteX5" fmla="*/ 119422 w 383592"/>
              <a:gd name="connsiteY5" fmla="*/ 70485 h 376523"/>
              <a:gd name="connsiteX6" fmla="*/ 149207 w 383592"/>
              <a:gd name="connsiteY6" fmla="*/ 127540 h 376523"/>
              <a:gd name="connsiteX7" fmla="*/ 93432 w 383592"/>
              <a:gd name="connsiteY7" fmla="*/ 238697 h 376523"/>
              <a:gd name="connsiteX8" fmla="*/ 71900 w 383592"/>
              <a:gd name="connsiteY8" fmla="*/ 235553 h 376523"/>
              <a:gd name="connsiteX9" fmla="*/ 0 w 383592"/>
              <a:gd name="connsiteY9" fmla="*/ 306038 h 376523"/>
              <a:gd name="connsiteX10" fmla="*/ 71900 w 383592"/>
              <a:gd name="connsiteY10" fmla="*/ 376523 h 376523"/>
              <a:gd name="connsiteX11" fmla="*/ 143420 w 383592"/>
              <a:gd name="connsiteY11" fmla="*/ 313468 h 376523"/>
              <a:gd name="connsiteX12" fmla="*/ 240172 w 383592"/>
              <a:gd name="connsiteY12" fmla="*/ 313468 h 376523"/>
              <a:gd name="connsiteX13" fmla="*/ 311693 w 383592"/>
              <a:gd name="connsiteY13" fmla="*/ 376523 h 376523"/>
              <a:gd name="connsiteX14" fmla="*/ 383593 w 383592"/>
              <a:gd name="connsiteY14" fmla="*/ 306038 h 376523"/>
              <a:gd name="connsiteX15" fmla="*/ 311693 w 383592"/>
              <a:gd name="connsiteY15" fmla="*/ 235553 h 376523"/>
              <a:gd name="connsiteX16" fmla="*/ 135453 w 383592"/>
              <a:gd name="connsiteY16" fmla="*/ 70580 h 376523"/>
              <a:gd name="connsiteX17" fmla="*/ 191701 w 383592"/>
              <a:gd name="connsiteY17" fmla="*/ 15716 h 376523"/>
              <a:gd name="connsiteX18" fmla="*/ 247950 w 383592"/>
              <a:gd name="connsiteY18" fmla="*/ 70580 h 376523"/>
              <a:gd name="connsiteX19" fmla="*/ 191701 w 383592"/>
              <a:gd name="connsiteY19" fmla="*/ 125444 h 376523"/>
              <a:gd name="connsiteX20" fmla="*/ 135453 w 383592"/>
              <a:gd name="connsiteY20" fmla="*/ 70580 h 376523"/>
              <a:gd name="connsiteX21" fmla="*/ 163435 w 383592"/>
              <a:gd name="connsiteY21" fmla="*/ 135541 h 376523"/>
              <a:gd name="connsiteX22" fmla="*/ 191701 w 383592"/>
              <a:gd name="connsiteY22" fmla="*/ 141065 h 376523"/>
              <a:gd name="connsiteX23" fmla="*/ 219968 w 383592"/>
              <a:gd name="connsiteY23" fmla="*/ 135541 h 376523"/>
              <a:gd name="connsiteX24" fmla="*/ 274699 w 383592"/>
              <a:gd name="connsiteY24" fmla="*/ 245555 h 376523"/>
              <a:gd name="connsiteX25" fmla="*/ 240172 w 383592"/>
              <a:gd name="connsiteY25" fmla="*/ 297751 h 376523"/>
              <a:gd name="connsiteX26" fmla="*/ 143136 w 383592"/>
              <a:gd name="connsiteY26" fmla="*/ 297751 h 376523"/>
              <a:gd name="connsiteX27" fmla="*/ 107376 w 383592"/>
              <a:gd name="connsiteY27" fmla="*/ 244793 h 376523"/>
              <a:gd name="connsiteX28" fmla="*/ 163340 w 383592"/>
              <a:gd name="connsiteY28" fmla="*/ 135541 h 376523"/>
              <a:gd name="connsiteX29" fmla="*/ 71900 w 383592"/>
              <a:gd name="connsiteY29" fmla="*/ 360902 h 376523"/>
              <a:gd name="connsiteX30" fmla="*/ 15936 w 383592"/>
              <a:gd name="connsiteY30" fmla="*/ 306038 h 376523"/>
              <a:gd name="connsiteX31" fmla="*/ 71900 w 383592"/>
              <a:gd name="connsiteY31" fmla="*/ 251174 h 376523"/>
              <a:gd name="connsiteX32" fmla="*/ 127864 w 383592"/>
              <a:gd name="connsiteY32" fmla="*/ 306038 h 376523"/>
              <a:gd name="connsiteX33" fmla="*/ 71900 w 383592"/>
              <a:gd name="connsiteY33" fmla="*/ 360902 h 376523"/>
              <a:gd name="connsiteX34" fmla="*/ 311693 w 383592"/>
              <a:gd name="connsiteY34" fmla="*/ 360902 h 376523"/>
              <a:gd name="connsiteX35" fmla="*/ 255728 w 383592"/>
              <a:gd name="connsiteY35" fmla="*/ 306038 h 376523"/>
              <a:gd name="connsiteX36" fmla="*/ 311693 w 383592"/>
              <a:gd name="connsiteY36" fmla="*/ 251174 h 376523"/>
              <a:gd name="connsiteX37" fmla="*/ 367657 w 383592"/>
              <a:gd name="connsiteY37" fmla="*/ 306038 h 376523"/>
              <a:gd name="connsiteX38" fmla="*/ 311693 w 383592"/>
              <a:gd name="connsiteY38" fmla="*/ 360902 h 376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83592" h="376523">
                <a:moveTo>
                  <a:pt x="311693" y="235649"/>
                </a:moveTo>
                <a:cubicBezTo>
                  <a:pt x="304199" y="235649"/>
                  <a:pt x="296895" y="236791"/>
                  <a:pt x="290066" y="238792"/>
                </a:cubicBezTo>
                <a:lnTo>
                  <a:pt x="233438" y="128207"/>
                </a:lnTo>
                <a:cubicBezTo>
                  <a:pt x="252029" y="115538"/>
                  <a:pt x="264171" y="94488"/>
                  <a:pt x="264171" y="70485"/>
                </a:cubicBezTo>
                <a:cubicBezTo>
                  <a:pt x="264171" y="31337"/>
                  <a:pt x="232015" y="0"/>
                  <a:pt x="191796" y="0"/>
                </a:cubicBezTo>
                <a:cubicBezTo>
                  <a:pt x="151578" y="0"/>
                  <a:pt x="119422" y="31337"/>
                  <a:pt x="119422" y="70485"/>
                </a:cubicBezTo>
                <a:cubicBezTo>
                  <a:pt x="119422" y="94107"/>
                  <a:pt x="131184" y="114776"/>
                  <a:pt x="149207" y="127540"/>
                </a:cubicBezTo>
                <a:lnTo>
                  <a:pt x="93432" y="238697"/>
                </a:lnTo>
                <a:cubicBezTo>
                  <a:pt x="86602" y="236601"/>
                  <a:pt x="79393" y="235553"/>
                  <a:pt x="71900" y="235553"/>
                </a:cubicBezTo>
                <a:cubicBezTo>
                  <a:pt x="31966" y="235553"/>
                  <a:pt x="0" y="266891"/>
                  <a:pt x="0" y="306038"/>
                </a:cubicBezTo>
                <a:cubicBezTo>
                  <a:pt x="0" y="345186"/>
                  <a:pt x="31966" y="376523"/>
                  <a:pt x="71900" y="376523"/>
                </a:cubicBezTo>
                <a:cubicBezTo>
                  <a:pt x="109273" y="376523"/>
                  <a:pt x="139721" y="349091"/>
                  <a:pt x="143420" y="313468"/>
                </a:cubicBezTo>
                <a:lnTo>
                  <a:pt x="240172" y="313468"/>
                </a:lnTo>
                <a:cubicBezTo>
                  <a:pt x="243966" y="349091"/>
                  <a:pt x="274320" y="376523"/>
                  <a:pt x="311693" y="376523"/>
                </a:cubicBezTo>
                <a:cubicBezTo>
                  <a:pt x="351627" y="376523"/>
                  <a:pt x="383593" y="345186"/>
                  <a:pt x="383593" y="306038"/>
                </a:cubicBezTo>
                <a:cubicBezTo>
                  <a:pt x="383593" y="266891"/>
                  <a:pt x="351627" y="235553"/>
                  <a:pt x="311693" y="235553"/>
                </a:cubicBezTo>
                <a:close/>
                <a:moveTo>
                  <a:pt x="135453" y="70580"/>
                </a:moveTo>
                <a:cubicBezTo>
                  <a:pt x="135453" y="40576"/>
                  <a:pt x="160874" y="15716"/>
                  <a:pt x="191701" y="15716"/>
                </a:cubicBezTo>
                <a:cubicBezTo>
                  <a:pt x="222529" y="15716"/>
                  <a:pt x="247950" y="40481"/>
                  <a:pt x="247950" y="70580"/>
                </a:cubicBezTo>
                <a:cubicBezTo>
                  <a:pt x="247950" y="100679"/>
                  <a:pt x="222529" y="125444"/>
                  <a:pt x="191701" y="125444"/>
                </a:cubicBezTo>
                <a:cubicBezTo>
                  <a:pt x="160874" y="125444"/>
                  <a:pt x="135453" y="100679"/>
                  <a:pt x="135453" y="70580"/>
                </a:cubicBezTo>
                <a:close/>
                <a:moveTo>
                  <a:pt x="163435" y="135541"/>
                </a:moveTo>
                <a:cubicBezTo>
                  <a:pt x="172067" y="139065"/>
                  <a:pt x="181647" y="141065"/>
                  <a:pt x="191701" y="141065"/>
                </a:cubicBezTo>
                <a:cubicBezTo>
                  <a:pt x="201756" y="141065"/>
                  <a:pt x="211242" y="139065"/>
                  <a:pt x="219968" y="135541"/>
                </a:cubicBezTo>
                <a:lnTo>
                  <a:pt x="274699" y="245555"/>
                </a:lnTo>
                <a:cubicBezTo>
                  <a:pt x="256013" y="256508"/>
                  <a:pt x="242828" y="275463"/>
                  <a:pt x="240172" y="297751"/>
                </a:cubicBezTo>
                <a:lnTo>
                  <a:pt x="143136" y="297751"/>
                </a:lnTo>
                <a:cubicBezTo>
                  <a:pt x="140480" y="274891"/>
                  <a:pt x="126821" y="255556"/>
                  <a:pt x="107376" y="244793"/>
                </a:cubicBezTo>
                <a:lnTo>
                  <a:pt x="163340" y="135541"/>
                </a:lnTo>
                <a:close/>
                <a:moveTo>
                  <a:pt x="71900" y="360902"/>
                </a:moveTo>
                <a:cubicBezTo>
                  <a:pt x="41262" y="360902"/>
                  <a:pt x="15936" y="336137"/>
                  <a:pt x="15936" y="306038"/>
                </a:cubicBezTo>
                <a:cubicBezTo>
                  <a:pt x="15936" y="275939"/>
                  <a:pt x="41262" y="251174"/>
                  <a:pt x="71900" y="251174"/>
                </a:cubicBezTo>
                <a:cubicBezTo>
                  <a:pt x="102538" y="251174"/>
                  <a:pt x="127864" y="275939"/>
                  <a:pt x="127864" y="306038"/>
                </a:cubicBezTo>
                <a:cubicBezTo>
                  <a:pt x="127864" y="336137"/>
                  <a:pt x="102538" y="360902"/>
                  <a:pt x="71900" y="360902"/>
                </a:cubicBezTo>
                <a:close/>
                <a:moveTo>
                  <a:pt x="311693" y="360902"/>
                </a:moveTo>
                <a:cubicBezTo>
                  <a:pt x="281055" y="360902"/>
                  <a:pt x="255728" y="336137"/>
                  <a:pt x="255728" y="306038"/>
                </a:cubicBezTo>
                <a:cubicBezTo>
                  <a:pt x="255728" y="275939"/>
                  <a:pt x="281055" y="251174"/>
                  <a:pt x="311693" y="251174"/>
                </a:cubicBezTo>
                <a:cubicBezTo>
                  <a:pt x="342331" y="251174"/>
                  <a:pt x="367657" y="275939"/>
                  <a:pt x="367657" y="306038"/>
                </a:cubicBezTo>
                <a:cubicBezTo>
                  <a:pt x="367657" y="336137"/>
                  <a:pt x="342331" y="360902"/>
                  <a:pt x="311693" y="36090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11">
            <a:extLst>
              <a:ext uri="{FF2B5EF4-FFF2-40B4-BE49-F238E27FC236}">
                <a16:creationId xmlns:a16="http://schemas.microsoft.com/office/drawing/2014/main" id="{699F9D47-3296-3D79-83C7-770D19A6BA5A}"/>
              </a:ext>
            </a:extLst>
          </p:cNvPr>
          <p:cNvSpPr/>
          <p:nvPr/>
        </p:nvSpPr>
        <p:spPr>
          <a:xfrm>
            <a:off x="1317003" y="779627"/>
            <a:ext cx="502253" cy="492998"/>
          </a:xfrm>
          <a:custGeom>
            <a:avLst/>
            <a:gdLst>
              <a:gd name="connsiteX0" fmla="*/ 311693 w 383592"/>
              <a:gd name="connsiteY0" fmla="*/ 235649 h 376523"/>
              <a:gd name="connsiteX1" fmla="*/ 290066 w 383592"/>
              <a:gd name="connsiteY1" fmla="*/ 238792 h 376523"/>
              <a:gd name="connsiteX2" fmla="*/ 233438 w 383592"/>
              <a:gd name="connsiteY2" fmla="*/ 128207 h 376523"/>
              <a:gd name="connsiteX3" fmla="*/ 264171 w 383592"/>
              <a:gd name="connsiteY3" fmla="*/ 70485 h 376523"/>
              <a:gd name="connsiteX4" fmla="*/ 191796 w 383592"/>
              <a:gd name="connsiteY4" fmla="*/ 0 h 376523"/>
              <a:gd name="connsiteX5" fmla="*/ 119422 w 383592"/>
              <a:gd name="connsiteY5" fmla="*/ 70485 h 376523"/>
              <a:gd name="connsiteX6" fmla="*/ 149207 w 383592"/>
              <a:gd name="connsiteY6" fmla="*/ 127540 h 376523"/>
              <a:gd name="connsiteX7" fmla="*/ 93432 w 383592"/>
              <a:gd name="connsiteY7" fmla="*/ 238697 h 376523"/>
              <a:gd name="connsiteX8" fmla="*/ 71900 w 383592"/>
              <a:gd name="connsiteY8" fmla="*/ 235553 h 376523"/>
              <a:gd name="connsiteX9" fmla="*/ 0 w 383592"/>
              <a:gd name="connsiteY9" fmla="*/ 306038 h 376523"/>
              <a:gd name="connsiteX10" fmla="*/ 71900 w 383592"/>
              <a:gd name="connsiteY10" fmla="*/ 376523 h 376523"/>
              <a:gd name="connsiteX11" fmla="*/ 143420 w 383592"/>
              <a:gd name="connsiteY11" fmla="*/ 313468 h 376523"/>
              <a:gd name="connsiteX12" fmla="*/ 240172 w 383592"/>
              <a:gd name="connsiteY12" fmla="*/ 313468 h 376523"/>
              <a:gd name="connsiteX13" fmla="*/ 311693 w 383592"/>
              <a:gd name="connsiteY13" fmla="*/ 376523 h 376523"/>
              <a:gd name="connsiteX14" fmla="*/ 383593 w 383592"/>
              <a:gd name="connsiteY14" fmla="*/ 306038 h 376523"/>
              <a:gd name="connsiteX15" fmla="*/ 311693 w 383592"/>
              <a:gd name="connsiteY15" fmla="*/ 235553 h 376523"/>
              <a:gd name="connsiteX16" fmla="*/ 135453 w 383592"/>
              <a:gd name="connsiteY16" fmla="*/ 70580 h 376523"/>
              <a:gd name="connsiteX17" fmla="*/ 191701 w 383592"/>
              <a:gd name="connsiteY17" fmla="*/ 15716 h 376523"/>
              <a:gd name="connsiteX18" fmla="*/ 247950 w 383592"/>
              <a:gd name="connsiteY18" fmla="*/ 70580 h 376523"/>
              <a:gd name="connsiteX19" fmla="*/ 191701 w 383592"/>
              <a:gd name="connsiteY19" fmla="*/ 125444 h 376523"/>
              <a:gd name="connsiteX20" fmla="*/ 135453 w 383592"/>
              <a:gd name="connsiteY20" fmla="*/ 70580 h 376523"/>
              <a:gd name="connsiteX21" fmla="*/ 163435 w 383592"/>
              <a:gd name="connsiteY21" fmla="*/ 135541 h 376523"/>
              <a:gd name="connsiteX22" fmla="*/ 191701 w 383592"/>
              <a:gd name="connsiteY22" fmla="*/ 141065 h 376523"/>
              <a:gd name="connsiteX23" fmla="*/ 219968 w 383592"/>
              <a:gd name="connsiteY23" fmla="*/ 135541 h 376523"/>
              <a:gd name="connsiteX24" fmla="*/ 274699 w 383592"/>
              <a:gd name="connsiteY24" fmla="*/ 245555 h 376523"/>
              <a:gd name="connsiteX25" fmla="*/ 240172 w 383592"/>
              <a:gd name="connsiteY25" fmla="*/ 297751 h 376523"/>
              <a:gd name="connsiteX26" fmla="*/ 143136 w 383592"/>
              <a:gd name="connsiteY26" fmla="*/ 297751 h 376523"/>
              <a:gd name="connsiteX27" fmla="*/ 107376 w 383592"/>
              <a:gd name="connsiteY27" fmla="*/ 244793 h 376523"/>
              <a:gd name="connsiteX28" fmla="*/ 163340 w 383592"/>
              <a:gd name="connsiteY28" fmla="*/ 135541 h 376523"/>
              <a:gd name="connsiteX29" fmla="*/ 71900 w 383592"/>
              <a:gd name="connsiteY29" fmla="*/ 360902 h 376523"/>
              <a:gd name="connsiteX30" fmla="*/ 15936 w 383592"/>
              <a:gd name="connsiteY30" fmla="*/ 306038 h 376523"/>
              <a:gd name="connsiteX31" fmla="*/ 71900 w 383592"/>
              <a:gd name="connsiteY31" fmla="*/ 251174 h 376523"/>
              <a:gd name="connsiteX32" fmla="*/ 127864 w 383592"/>
              <a:gd name="connsiteY32" fmla="*/ 306038 h 376523"/>
              <a:gd name="connsiteX33" fmla="*/ 71900 w 383592"/>
              <a:gd name="connsiteY33" fmla="*/ 360902 h 376523"/>
              <a:gd name="connsiteX34" fmla="*/ 311693 w 383592"/>
              <a:gd name="connsiteY34" fmla="*/ 360902 h 376523"/>
              <a:gd name="connsiteX35" fmla="*/ 255728 w 383592"/>
              <a:gd name="connsiteY35" fmla="*/ 306038 h 376523"/>
              <a:gd name="connsiteX36" fmla="*/ 311693 w 383592"/>
              <a:gd name="connsiteY36" fmla="*/ 251174 h 376523"/>
              <a:gd name="connsiteX37" fmla="*/ 367657 w 383592"/>
              <a:gd name="connsiteY37" fmla="*/ 306038 h 376523"/>
              <a:gd name="connsiteX38" fmla="*/ 311693 w 383592"/>
              <a:gd name="connsiteY38" fmla="*/ 360902 h 376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83592" h="376523">
                <a:moveTo>
                  <a:pt x="311693" y="235649"/>
                </a:moveTo>
                <a:cubicBezTo>
                  <a:pt x="304199" y="235649"/>
                  <a:pt x="296895" y="236791"/>
                  <a:pt x="290066" y="238792"/>
                </a:cubicBezTo>
                <a:lnTo>
                  <a:pt x="233438" y="128207"/>
                </a:lnTo>
                <a:cubicBezTo>
                  <a:pt x="252029" y="115538"/>
                  <a:pt x="264171" y="94488"/>
                  <a:pt x="264171" y="70485"/>
                </a:cubicBezTo>
                <a:cubicBezTo>
                  <a:pt x="264171" y="31337"/>
                  <a:pt x="232015" y="0"/>
                  <a:pt x="191796" y="0"/>
                </a:cubicBezTo>
                <a:cubicBezTo>
                  <a:pt x="151578" y="0"/>
                  <a:pt x="119422" y="31337"/>
                  <a:pt x="119422" y="70485"/>
                </a:cubicBezTo>
                <a:cubicBezTo>
                  <a:pt x="119422" y="94107"/>
                  <a:pt x="131184" y="114776"/>
                  <a:pt x="149207" y="127540"/>
                </a:cubicBezTo>
                <a:lnTo>
                  <a:pt x="93432" y="238697"/>
                </a:lnTo>
                <a:cubicBezTo>
                  <a:pt x="86602" y="236601"/>
                  <a:pt x="79393" y="235553"/>
                  <a:pt x="71900" y="235553"/>
                </a:cubicBezTo>
                <a:cubicBezTo>
                  <a:pt x="31966" y="235553"/>
                  <a:pt x="0" y="266891"/>
                  <a:pt x="0" y="306038"/>
                </a:cubicBezTo>
                <a:cubicBezTo>
                  <a:pt x="0" y="345186"/>
                  <a:pt x="31966" y="376523"/>
                  <a:pt x="71900" y="376523"/>
                </a:cubicBezTo>
                <a:cubicBezTo>
                  <a:pt x="109273" y="376523"/>
                  <a:pt x="139721" y="349091"/>
                  <a:pt x="143420" y="313468"/>
                </a:cubicBezTo>
                <a:lnTo>
                  <a:pt x="240172" y="313468"/>
                </a:lnTo>
                <a:cubicBezTo>
                  <a:pt x="243966" y="349091"/>
                  <a:pt x="274320" y="376523"/>
                  <a:pt x="311693" y="376523"/>
                </a:cubicBezTo>
                <a:cubicBezTo>
                  <a:pt x="351627" y="376523"/>
                  <a:pt x="383593" y="345186"/>
                  <a:pt x="383593" y="306038"/>
                </a:cubicBezTo>
                <a:cubicBezTo>
                  <a:pt x="383593" y="266891"/>
                  <a:pt x="351627" y="235553"/>
                  <a:pt x="311693" y="235553"/>
                </a:cubicBezTo>
                <a:close/>
                <a:moveTo>
                  <a:pt x="135453" y="70580"/>
                </a:moveTo>
                <a:cubicBezTo>
                  <a:pt x="135453" y="40576"/>
                  <a:pt x="160874" y="15716"/>
                  <a:pt x="191701" y="15716"/>
                </a:cubicBezTo>
                <a:cubicBezTo>
                  <a:pt x="222529" y="15716"/>
                  <a:pt x="247950" y="40481"/>
                  <a:pt x="247950" y="70580"/>
                </a:cubicBezTo>
                <a:cubicBezTo>
                  <a:pt x="247950" y="100679"/>
                  <a:pt x="222529" y="125444"/>
                  <a:pt x="191701" y="125444"/>
                </a:cubicBezTo>
                <a:cubicBezTo>
                  <a:pt x="160874" y="125444"/>
                  <a:pt x="135453" y="100679"/>
                  <a:pt x="135453" y="70580"/>
                </a:cubicBezTo>
                <a:close/>
                <a:moveTo>
                  <a:pt x="163435" y="135541"/>
                </a:moveTo>
                <a:cubicBezTo>
                  <a:pt x="172067" y="139065"/>
                  <a:pt x="181647" y="141065"/>
                  <a:pt x="191701" y="141065"/>
                </a:cubicBezTo>
                <a:cubicBezTo>
                  <a:pt x="201756" y="141065"/>
                  <a:pt x="211242" y="139065"/>
                  <a:pt x="219968" y="135541"/>
                </a:cubicBezTo>
                <a:lnTo>
                  <a:pt x="274699" y="245555"/>
                </a:lnTo>
                <a:cubicBezTo>
                  <a:pt x="256013" y="256508"/>
                  <a:pt x="242828" y="275463"/>
                  <a:pt x="240172" y="297751"/>
                </a:cubicBezTo>
                <a:lnTo>
                  <a:pt x="143136" y="297751"/>
                </a:lnTo>
                <a:cubicBezTo>
                  <a:pt x="140480" y="274891"/>
                  <a:pt x="126821" y="255556"/>
                  <a:pt x="107376" y="244793"/>
                </a:cubicBezTo>
                <a:lnTo>
                  <a:pt x="163340" y="135541"/>
                </a:lnTo>
                <a:close/>
                <a:moveTo>
                  <a:pt x="71900" y="360902"/>
                </a:moveTo>
                <a:cubicBezTo>
                  <a:pt x="41262" y="360902"/>
                  <a:pt x="15936" y="336137"/>
                  <a:pt x="15936" y="306038"/>
                </a:cubicBezTo>
                <a:cubicBezTo>
                  <a:pt x="15936" y="275939"/>
                  <a:pt x="41262" y="251174"/>
                  <a:pt x="71900" y="251174"/>
                </a:cubicBezTo>
                <a:cubicBezTo>
                  <a:pt x="102538" y="251174"/>
                  <a:pt x="127864" y="275939"/>
                  <a:pt x="127864" y="306038"/>
                </a:cubicBezTo>
                <a:cubicBezTo>
                  <a:pt x="127864" y="336137"/>
                  <a:pt x="102538" y="360902"/>
                  <a:pt x="71900" y="360902"/>
                </a:cubicBezTo>
                <a:close/>
                <a:moveTo>
                  <a:pt x="311693" y="360902"/>
                </a:moveTo>
                <a:cubicBezTo>
                  <a:pt x="281055" y="360902"/>
                  <a:pt x="255728" y="336137"/>
                  <a:pt x="255728" y="306038"/>
                </a:cubicBezTo>
                <a:cubicBezTo>
                  <a:pt x="255728" y="275939"/>
                  <a:pt x="281055" y="251174"/>
                  <a:pt x="311693" y="251174"/>
                </a:cubicBezTo>
                <a:cubicBezTo>
                  <a:pt x="342331" y="251174"/>
                  <a:pt x="367657" y="275939"/>
                  <a:pt x="367657" y="306038"/>
                </a:cubicBezTo>
                <a:cubicBezTo>
                  <a:pt x="367657" y="336137"/>
                  <a:pt x="342331" y="360902"/>
                  <a:pt x="311693" y="36090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" name="Graphic 11">
            <a:extLst>
              <a:ext uri="{FF2B5EF4-FFF2-40B4-BE49-F238E27FC236}">
                <a16:creationId xmlns:a16="http://schemas.microsoft.com/office/drawing/2014/main" id="{CD3A09B0-8971-3722-196D-432452E68B21}"/>
              </a:ext>
            </a:extLst>
          </p:cNvPr>
          <p:cNvSpPr/>
          <p:nvPr/>
        </p:nvSpPr>
        <p:spPr>
          <a:xfrm>
            <a:off x="1317003" y="1420977"/>
            <a:ext cx="502253" cy="492998"/>
          </a:xfrm>
          <a:custGeom>
            <a:avLst/>
            <a:gdLst>
              <a:gd name="connsiteX0" fmla="*/ 311693 w 383592"/>
              <a:gd name="connsiteY0" fmla="*/ 235649 h 376523"/>
              <a:gd name="connsiteX1" fmla="*/ 290066 w 383592"/>
              <a:gd name="connsiteY1" fmla="*/ 238792 h 376523"/>
              <a:gd name="connsiteX2" fmla="*/ 233438 w 383592"/>
              <a:gd name="connsiteY2" fmla="*/ 128207 h 376523"/>
              <a:gd name="connsiteX3" fmla="*/ 264171 w 383592"/>
              <a:gd name="connsiteY3" fmla="*/ 70485 h 376523"/>
              <a:gd name="connsiteX4" fmla="*/ 191796 w 383592"/>
              <a:gd name="connsiteY4" fmla="*/ 0 h 376523"/>
              <a:gd name="connsiteX5" fmla="*/ 119422 w 383592"/>
              <a:gd name="connsiteY5" fmla="*/ 70485 h 376523"/>
              <a:gd name="connsiteX6" fmla="*/ 149207 w 383592"/>
              <a:gd name="connsiteY6" fmla="*/ 127540 h 376523"/>
              <a:gd name="connsiteX7" fmla="*/ 93432 w 383592"/>
              <a:gd name="connsiteY7" fmla="*/ 238697 h 376523"/>
              <a:gd name="connsiteX8" fmla="*/ 71900 w 383592"/>
              <a:gd name="connsiteY8" fmla="*/ 235553 h 376523"/>
              <a:gd name="connsiteX9" fmla="*/ 0 w 383592"/>
              <a:gd name="connsiteY9" fmla="*/ 306038 h 376523"/>
              <a:gd name="connsiteX10" fmla="*/ 71900 w 383592"/>
              <a:gd name="connsiteY10" fmla="*/ 376523 h 376523"/>
              <a:gd name="connsiteX11" fmla="*/ 143420 w 383592"/>
              <a:gd name="connsiteY11" fmla="*/ 313468 h 376523"/>
              <a:gd name="connsiteX12" fmla="*/ 240172 w 383592"/>
              <a:gd name="connsiteY12" fmla="*/ 313468 h 376523"/>
              <a:gd name="connsiteX13" fmla="*/ 311693 w 383592"/>
              <a:gd name="connsiteY13" fmla="*/ 376523 h 376523"/>
              <a:gd name="connsiteX14" fmla="*/ 383593 w 383592"/>
              <a:gd name="connsiteY14" fmla="*/ 306038 h 376523"/>
              <a:gd name="connsiteX15" fmla="*/ 311693 w 383592"/>
              <a:gd name="connsiteY15" fmla="*/ 235553 h 376523"/>
              <a:gd name="connsiteX16" fmla="*/ 135453 w 383592"/>
              <a:gd name="connsiteY16" fmla="*/ 70580 h 376523"/>
              <a:gd name="connsiteX17" fmla="*/ 191701 w 383592"/>
              <a:gd name="connsiteY17" fmla="*/ 15716 h 376523"/>
              <a:gd name="connsiteX18" fmla="*/ 247950 w 383592"/>
              <a:gd name="connsiteY18" fmla="*/ 70580 h 376523"/>
              <a:gd name="connsiteX19" fmla="*/ 191701 w 383592"/>
              <a:gd name="connsiteY19" fmla="*/ 125444 h 376523"/>
              <a:gd name="connsiteX20" fmla="*/ 135453 w 383592"/>
              <a:gd name="connsiteY20" fmla="*/ 70580 h 376523"/>
              <a:gd name="connsiteX21" fmla="*/ 163435 w 383592"/>
              <a:gd name="connsiteY21" fmla="*/ 135541 h 376523"/>
              <a:gd name="connsiteX22" fmla="*/ 191701 w 383592"/>
              <a:gd name="connsiteY22" fmla="*/ 141065 h 376523"/>
              <a:gd name="connsiteX23" fmla="*/ 219968 w 383592"/>
              <a:gd name="connsiteY23" fmla="*/ 135541 h 376523"/>
              <a:gd name="connsiteX24" fmla="*/ 274699 w 383592"/>
              <a:gd name="connsiteY24" fmla="*/ 245555 h 376523"/>
              <a:gd name="connsiteX25" fmla="*/ 240172 w 383592"/>
              <a:gd name="connsiteY25" fmla="*/ 297751 h 376523"/>
              <a:gd name="connsiteX26" fmla="*/ 143136 w 383592"/>
              <a:gd name="connsiteY26" fmla="*/ 297751 h 376523"/>
              <a:gd name="connsiteX27" fmla="*/ 107376 w 383592"/>
              <a:gd name="connsiteY27" fmla="*/ 244793 h 376523"/>
              <a:gd name="connsiteX28" fmla="*/ 163340 w 383592"/>
              <a:gd name="connsiteY28" fmla="*/ 135541 h 376523"/>
              <a:gd name="connsiteX29" fmla="*/ 71900 w 383592"/>
              <a:gd name="connsiteY29" fmla="*/ 360902 h 376523"/>
              <a:gd name="connsiteX30" fmla="*/ 15936 w 383592"/>
              <a:gd name="connsiteY30" fmla="*/ 306038 h 376523"/>
              <a:gd name="connsiteX31" fmla="*/ 71900 w 383592"/>
              <a:gd name="connsiteY31" fmla="*/ 251174 h 376523"/>
              <a:gd name="connsiteX32" fmla="*/ 127864 w 383592"/>
              <a:gd name="connsiteY32" fmla="*/ 306038 h 376523"/>
              <a:gd name="connsiteX33" fmla="*/ 71900 w 383592"/>
              <a:gd name="connsiteY33" fmla="*/ 360902 h 376523"/>
              <a:gd name="connsiteX34" fmla="*/ 311693 w 383592"/>
              <a:gd name="connsiteY34" fmla="*/ 360902 h 376523"/>
              <a:gd name="connsiteX35" fmla="*/ 255728 w 383592"/>
              <a:gd name="connsiteY35" fmla="*/ 306038 h 376523"/>
              <a:gd name="connsiteX36" fmla="*/ 311693 w 383592"/>
              <a:gd name="connsiteY36" fmla="*/ 251174 h 376523"/>
              <a:gd name="connsiteX37" fmla="*/ 367657 w 383592"/>
              <a:gd name="connsiteY37" fmla="*/ 306038 h 376523"/>
              <a:gd name="connsiteX38" fmla="*/ 311693 w 383592"/>
              <a:gd name="connsiteY38" fmla="*/ 360902 h 376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83592" h="376523">
                <a:moveTo>
                  <a:pt x="311693" y="235649"/>
                </a:moveTo>
                <a:cubicBezTo>
                  <a:pt x="304199" y="235649"/>
                  <a:pt x="296895" y="236791"/>
                  <a:pt x="290066" y="238792"/>
                </a:cubicBezTo>
                <a:lnTo>
                  <a:pt x="233438" y="128207"/>
                </a:lnTo>
                <a:cubicBezTo>
                  <a:pt x="252029" y="115538"/>
                  <a:pt x="264171" y="94488"/>
                  <a:pt x="264171" y="70485"/>
                </a:cubicBezTo>
                <a:cubicBezTo>
                  <a:pt x="264171" y="31337"/>
                  <a:pt x="232015" y="0"/>
                  <a:pt x="191796" y="0"/>
                </a:cubicBezTo>
                <a:cubicBezTo>
                  <a:pt x="151578" y="0"/>
                  <a:pt x="119422" y="31337"/>
                  <a:pt x="119422" y="70485"/>
                </a:cubicBezTo>
                <a:cubicBezTo>
                  <a:pt x="119422" y="94107"/>
                  <a:pt x="131184" y="114776"/>
                  <a:pt x="149207" y="127540"/>
                </a:cubicBezTo>
                <a:lnTo>
                  <a:pt x="93432" y="238697"/>
                </a:lnTo>
                <a:cubicBezTo>
                  <a:pt x="86602" y="236601"/>
                  <a:pt x="79393" y="235553"/>
                  <a:pt x="71900" y="235553"/>
                </a:cubicBezTo>
                <a:cubicBezTo>
                  <a:pt x="31966" y="235553"/>
                  <a:pt x="0" y="266891"/>
                  <a:pt x="0" y="306038"/>
                </a:cubicBezTo>
                <a:cubicBezTo>
                  <a:pt x="0" y="345186"/>
                  <a:pt x="31966" y="376523"/>
                  <a:pt x="71900" y="376523"/>
                </a:cubicBezTo>
                <a:cubicBezTo>
                  <a:pt x="109273" y="376523"/>
                  <a:pt x="139721" y="349091"/>
                  <a:pt x="143420" y="313468"/>
                </a:cubicBezTo>
                <a:lnTo>
                  <a:pt x="240172" y="313468"/>
                </a:lnTo>
                <a:cubicBezTo>
                  <a:pt x="243966" y="349091"/>
                  <a:pt x="274320" y="376523"/>
                  <a:pt x="311693" y="376523"/>
                </a:cubicBezTo>
                <a:cubicBezTo>
                  <a:pt x="351627" y="376523"/>
                  <a:pt x="383593" y="345186"/>
                  <a:pt x="383593" y="306038"/>
                </a:cubicBezTo>
                <a:cubicBezTo>
                  <a:pt x="383593" y="266891"/>
                  <a:pt x="351627" y="235553"/>
                  <a:pt x="311693" y="235553"/>
                </a:cubicBezTo>
                <a:close/>
                <a:moveTo>
                  <a:pt x="135453" y="70580"/>
                </a:moveTo>
                <a:cubicBezTo>
                  <a:pt x="135453" y="40576"/>
                  <a:pt x="160874" y="15716"/>
                  <a:pt x="191701" y="15716"/>
                </a:cubicBezTo>
                <a:cubicBezTo>
                  <a:pt x="222529" y="15716"/>
                  <a:pt x="247950" y="40481"/>
                  <a:pt x="247950" y="70580"/>
                </a:cubicBezTo>
                <a:cubicBezTo>
                  <a:pt x="247950" y="100679"/>
                  <a:pt x="222529" y="125444"/>
                  <a:pt x="191701" y="125444"/>
                </a:cubicBezTo>
                <a:cubicBezTo>
                  <a:pt x="160874" y="125444"/>
                  <a:pt x="135453" y="100679"/>
                  <a:pt x="135453" y="70580"/>
                </a:cubicBezTo>
                <a:close/>
                <a:moveTo>
                  <a:pt x="163435" y="135541"/>
                </a:moveTo>
                <a:cubicBezTo>
                  <a:pt x="172067" y="139065"/>
                  <a:pt x="181647" y="141065"/>
                  <a:pt x="191701" y="141065"/>
                </a:cubicBezTo>
                <a:cubicBezTo>
                  <a:pt x="201756" y="141065"/>
                  <a:pt x="211242" y="139065"/>
                  <a:pt x="219968" y="135541"/>
                </a:cubicBezTo>
                <a:lnTo>
                  <a:pt x="274699" y="245555"/>
                </a:lnTo>
                <a:cubicBezTo>
                  <a:pt x="256013" y="256508"/>
                  <a:pt x="242828" y="275463"/>
                  <a:pt x="240172" y="297751"/>
                </a:cubicBezTo>
                <a:lnTo>
                  <a:pt x="143136" y="297751"/>
                </a:lnTo>
                <a:cubicBezTo>
                  <a:pt x="140480" y="274891"/>
                  <a:pt x="126821" y="255556"/>
                  <a:pt x="107376" y="244793"/>
                </a:cubicBezTo>
                <a:lnTo>
                  <a:pt x="163340" y="135541"/>
                </a:lnTo>
                <a:close/>
                <a:moveTo>
                  <a:pt x="71900" y="360902"/>
                </a:moveTo>
                <a:cubicBezTo>
                  <a:pt x="41262" y="360902"/>
                  <a:pt x="15936" y="336137"/>
                  <a:pt x="15936" y="306038"/>
                </a:cubicBezTo>
                <a:cubicBezTo>
                  <a:pt x="15936" y="275939"/>
                  <a:pt x="41262" y="251174"/>
                  <a:pt x="71900" y="251174"/>
                </a:cubicBezTo>
                <a:cubicBezTo>
                  <a:pt x="102538" y="251174"/>
                  <a:pt x="127864" y="275939"/>
                  <a:pt x="127864" y="306038"/>
                </a:cubicBezTo>
                <a:cubicBezTo>
                  <a:pt x="127864" y="336137"/>
                  <a:pt x="102538" y="360902"/>
                  <a:pt x="71900" y="360902"/>
                </a:cubicBezTo>
                <a:close/>
                <a:moveTo>
                  <a:pt x="311693" y="360902"/>
                </a:moveTo>
                <a:cubicBezTo>
                  <a:pt x="281055" y="360902"/>
                  <a:pt x="255728" y="336137"/>
                  <a:pt x="255728" y="306038"/>
                </a:cubicBezTo>
                <a:cubicBezTo>
                  <a:pt x="255728" y="275939"/>
                  <a:pt x="281055" y="251174"/>
                  <a:pt x="311693" y="251174"/>
                </a:cubicBezTo>
                <a:cubicBezTo>
                  <a:pt x="342331" y="251174"/>
                  <a:pt x="367657" y="275939"/>
                  <a:pt x="367657" y="306038"/>
                </a:cubicBezTo>
                <a:cubicBezTo>
                  <a:pt x="367657" y="336137"/>
                  <a:pt x="342331" y="360902"/>
                  <a:pt x="311693" y="36090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" name="Graphic 11">
            <a:extLst>
              <a:ext uri="{FF2B5EF4-FFF2-40B4-BE49-F238E27FC236}">
                <a16:creationId xmlns:a16="http://schemas.microsoft.com/office/drawing/2014/main" id="{C4DF7C2C-CC95-4677-983F-BEE187F2D1B6}"/>
              </a:ext>
            </a:extLst>
          </p:cNvPr>
          <p:cNvSpPr/>
          <p:nvPr/>
        </p:nvSpPr>
        <p:spPr>
          <a:xfrm>
            <a:off x="557926" y="1430695"/>
            <a:ext cx="492352" cy="483279"/>
          </a:xfrm>
          <a:custGeom>
            <a:avLst/>
            <a:gdLst>
              <a:gd name="connsiteX0" fmla="*/ 311693 w 383592"/>
              <a:gd name="connsiteY0" fmla="*/ 235649 h 376523"/>
              <a:gd name="connsiteX1" fmla="*/ 290066 w 383592"/>
              <a:gd name="connsiteY1" fmla="*/ 238792 h 376523"/>
              <a:gd name="connsiteX2" fmla="*/ 233438 w 383592"/>
              <a:gd name="connsiteY2" fmla="*/ 128207 h 376523"/>
              <a:gd name="connsiteX3" fmla="*/ 264171 w 383592"/>
              <a:gd name="connsiteY3" fmla="*/ 70485 h 376523"/>
              <a:gd name="connsiteX4" fmla="*/ 191796 w 383592"/>
              <a:gd name="connsiteY4" fmla="*/ 0 h 376523"/>
              <a:gd name="connsiteX5" fmla="*/ 119422 w 383592"/>
              <a:gd name="connsiteY5" fmla="*/ 70485 h 376523"/>
              <a:gd name="connsiteX6" fmla="*/ 149207 w 383592"/>
              <a:gd name="connsiteY6" fmla="*/ 127540 h 376523"/>
              <a:gd name="connsiteX7" fmla="*/ 93432 w 383592"/>
              <a:gd name="connsiteY7" fmla="*/ 238697 h 376523"/>
              <a:gd name="connsiteX8" fmla="*/ 71900 w 383592"/>
              <a:gd name="connsiteY8" fmla="*/ 235553 h 376523"/>
              <a:gd name="connsiteX9" fmla="*/ 0 w 383592"/>
              <a:gd name="connsiteY9" fmla="*/ 306038 h 376523"/>
              <a:gd name="connsiteX10" fmla="*/ 71900 w 383592"/>
              <a:gd name="connsiteY10" fmla="*/ 376523 h 376523"/>
              <a:gd name="connsiteX11" fmla="*/ 143420 w 383592"/>
              <a:gd name="connsiteY11" fmla="*/ 313468 h 376523"/>
              <a:gd name="connsiteX12" fmla="*/ 240172 w 383592"/>
              <a:gd name="connsiteY12" fmla="*/ 313468 h 376523"/>
              <a:gd name="connsiteX13" fmla="*/ 311693 w 383592"/>
              <a:gd name="connsiteY13" fmla="*/ 376523 h 376523"/>
              <a:gd name="connsiteX14" fmla="*/ 383593 w 383592"/>
              <a:gd name="connsiteY14" fmla="*/ 306038 h 376523"/>
              <a:gd name="connsiteX15" fmla="*/ 311693 w 383592"/>
              <a:gd name="connsiteY15" fmla="*/ 235553 h 376523"/>
              <a:gd name="connsiteX16" fmla="*/ 135453 w 383592"/>
              <a:gd name="connsiteY16" fmla="*/ 70580 h 376523"/>
              <a:gd name="connsiteX17" fmla="*/ 191701 w 383592"/>
              <a:gd name="connsiteY17" fmla="*/ 15716 h 376523"/>
              <a:gd name="connsiteX18" fmla="*/ 247950 w 383592"/>
              <a:gd name="connsiteY18" fmla="*/ 70580 h 376523"/>
              <a:gd name="connsiteX19" fmla="*/ 191701 w 383592"/>
              <a:gd name="connsiteY19" fmla="*/ 125444 h 376523"/>
              <a:gd name="connsiteX20" fmla="*/ 135453 w 383592"/>
              <a:gd name="connsiteY20" fmla="*/ 70580 h 376523"/>
              <a:gd name="connsiteX21" fmla="*/ 163435 w 383592"/>
              <a:gd name="connsiteY21" fmla="*/ 135541 h 376523"/>
              <a:gd name="connsiteX22" fmla="*/ 191701 w 383592"/>
              <a:gd name="connsiteY22" fmla="*/ 141065 h 376523"/>
              <a:gd name="connsiteX23" fmla="*/ 219968 w 383592"/>
              <a:gd name="connsiteY23" fmla="*/ 135541 h 376523"/>
              <a:gd name="connsiteX24" fmla="*/ 274699 w 383592"/>
              <a:gd name="connsiteY24" fmla="*/ 245555 h 376523"/>
              <a:gd name="connsiteX25" fmla="*/ 240172 w 383592"/>
              <a:gd name="connsiteY25" fmla="*/ 297751 h 376523"/>
              <a:gd name="connsiteX26" fmla="*/ 143136 w 383592"/>
              <a:gd name="connsiteY26" fmla="*/ 297751 h 376523"/>
              <a:gd name="connsiteX27" fmla="*/ 107376 w 383592"/>
              <a:gd name="connsiteY27" fmla="*/ 244793 h 376523"/>
              <a:gd name="connsiteX28" fmla="*/ 163340 w 383592"/>
              <a:gd name="connsiteY28" fmla="*/ 135541 h 376523"/>
              <a:gd name="connsiteX29" fmla="*/ 71900 w 383592"/>
              <a:gd name="connsiteY29" fmla="*/ 360902 h 376523"/>
              <a:gd name="connsiteX30" fmla="*/ 15936 w 383592"/>
              <a:gd name="connsiteY30" fmla="*/ 306038 h 376523"/>
              <a:gd name="connsiteX31" fmla="*/ 71900 w 383592"/>
              <a:gd name="connsiteY31" fmla="*/ 251174 h 376523"/>
              <a:gd name="connsiteX32" fmla="*/ 127864 w 383592"/>
              <a:gd name="connsiteY32" fmla="*/ 306038 h 376523"/>
              <a:gd name="connsiteX33" fmla="*/ 71900 w 383592"/>
              <a:gd name="connsiteY33" fmla="*/ 360902 h 376523"/>
              <a:gd name="connsiteX34" fmla="*/ 311693 w 383592"/>
              <a:gd name="connsiteY34" fmla="*/ 360902 h 376523"/>
              <a:gd name="connsiteX35" fmla="*/ 255728 w 383592"/>
              <a:gd name="connsiteY35" fmla="*/ 306038 h 376523"/>
              <a:gd name="connsiteX36" fmla="*/ 311693 w 383592"/>
              <a:gd name="connsiteY36" fmla="*/ 251174 h 376523"/>
              <a:gd name="connsiteX37" fmla="*/ 367657 w 383592"/>
              <a:gd name="connsiteY37" fmla="*/ 306038 h 376523"/>
              <a:gd name="connsiteX38" fmla="*/ 311693 w 383592"/>
              <a:gd name="connsiteY38" fmla="*/ 360902 h 376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83592" h="376523">
                <a:moveTo>
                  <a:pt x="311693" y="235649"/>
                </a:moveTo>
                <a:cubicBezTo>
                  <a:pt x="304199" y="235649"/>
                  <a:pt x="296895" y="236791"/>
                  <a:pt x="290066" y="238792"/>
                </a:cubicBezTo>
                <a:lnTo>
                  <a:pt x="233438" y="128207"/>
                </a:lnTo>
                <a:cubicBezTo>
                  <a:pt x="252029" y="115538"/>
                  <a:pt x="264171" y="94488"/>
                  <a:pt x="264171" y="70485"/>
                </a:cubicBezTo>
                <a:cubicBezTo>
                  <a:pt x="264171" y="31337"/>
                  <a:pt x="232015" y="0"/>
                  <a:pt x="191796" y="0"/>
                </a:cubicBezTo>
                <a:cubicBezTo>
                  <a:pt x="151578" y="0"/>
                  <a:pt x="119422" y="31337"/>
                  <a:pt x="119422" y="70485"/>
                </a:cubicBezTo>
                <a:cubicBezTo>
                  <a:pt x="119422" y="94107"/>
                  <a:pt x="131184" y="114776"/>
                  <a:pt x="149207" y="127540"/>
                </a:cubicBezTo>
                <a:lnTo>
                  <a:pt x="93432" y="238697"/>
                </a:lnTo>
                <a:cubicBezTo>
                  <a:pt x="86602" y="236601"/>
                  <a:pt x="79393" y="235553"/>
                  <a:pt x="71900" y="235553"/>
                </a:cubicBezTo>
                <a:cubicBezTo>
                  <a:pt x="31966" y="235553"/>
                  <a:pt x="0" y="266891"/>
                  <a:pt x="0" y="306038"/>
                </a:cubicBezTo>
                <a:cubicBezTo>
                  <a:pt x="0" y="345186"/>
                  <a:pt x="31966" y="376523"/>
                  <a:pt x="71900" y="376523"/>
                </a:cubicBezTo>
                <a:cubicBezTo>
                  <a:pt x="109273" y="376523"/>
                  <a:pt x="139721" y="349091"/>
                  <a:pt x="143420" y="313468"/>
                </a:cubicBezTo>
                <a:lnTo>
                  <a:pt x="240172" y="313468"/>
                </a:lnTo>
                <a:cubicBezTo>
                  <a:pt x="243966" y="349091"/>
                  <a:pt x="274320" y="376523"/>
                  <a:pt x="311693" y="376523"/>
                </a:cubicBezTo>
                <a:cubicBezTo>
                  <a:pt x="351627" y="376523"/>
                  <a:pt x="383593" y="345186"/>
                  <a:pt x="383593" y="306038"/>
                </a:cubicBezTo>
                <a:cubicBezTo>
                  <a:pt x="383593" y="266891"/>
                  <a:pt x="351627" y="235553"/>
                  <a:pt x="311693" y="235553"/>
                </a:cubicBezTo>
                <a:close/>
                <a:moveTo>
                  <a:pt x="135453" y="70580"/>
                </a:moveTo>
                <a:cubicBezTo>
                  <a:pt x="135453" y="40576"/>
                  <a:pt x="160874" y="15716"/>
                  <a:pt x="191701" y="15716"/>
                </a:cubicBezTo>
                <a:cubicBezTo>
                  <a:pt x="222529" y="15716"/>
                  <a:pt x="247950" y="40481"/>
                  <a:pt x="247950" y="70580"/>
                </a:cubicBezTo>
                <a:cubicBezTo>
                  <a:pt x="247950" y="100679"/>
                  <a:pt x="222529" y="125444"/>
                  <a:pt x="191701" y="125444"/>
                </a:cubicBezTo>
                <a:cubicBezTo>
                  <a:pt x="160874" y="125444"/>
                  <a:pt x="135453" y="100679"/>
                  <a:pt x="135453" y="70580"/>
                </a:cubicBezTo>
                <a:close/>
                <a:moveTo>
                  <a:pt x="163435" y="135541"/>
                </a:moveTo>
                <a:cubicBezTo>
                  <a:pt x="172067" y="139065"/>
                  <a:pt x="181647" y="141065"/>
                  <a:pt x="191701" y="141065"/>
                </a:cubicBezTo>
                <a:cubicBezTo>
                  <a:pt x="201756" y="141065"/>
                  <a:pt x="211242" y="139065"/>
                  <a:pt x="219968" y="135541"/>
                </a:cubicBezTo>
                <a:lnTo>
                  <a:pt x="274699" y="245555"/>
                </a:lnTo>
                <a:cubicBezTo>
                  <a:pt x="256013" y="256508"/>
                  <a:pt x="242828" y="275463"/>
                  <a:pt x="240172" y="297751"/>
                </a:cubicBezTo>
                <a:lnTo>
                  <a:pt x="143136" y="297751"/>
                </a:lnTo>
                <a:cubicBezTo>
                  <a:pt x="140480" y="274891"/>
                  <a:pt x="126821" y="255556"/>
                  <a:pt x="107376" y="244793"/>
                </a:cubicBezTo>
                <a:lnTo>
                  <a:pt x="163340" y="135541"/>
                </a:lnTo>
                <a:close/>
                <a:moveTo>
                  <a:pt x="71900" y="360902"/>
                </a:moveTo>
                <a:cubicBezTo>
                  <a:pt x="41262" y="360902"/>
                  <a:pt x="15936" y="336137"/>
                  <a:pt x="15936" y="306038"/>
                </a:cubicBezTo>
                <a:cubicBezTo>
                  <a:pt x="15936" y="275939"/>
                  <a:pt x="41262" y="251174"/>
                  <a:pt x="71900" y="251174"/>
                </a:cubicBezTo>
                <a:cubicBezTo>
                  <a:pt x="102538" y="251174"/>
                  <a:pt x="127864" y="275939"/>
                  <a:pt x="127864" y="306038"/>
                </a:cubicBezTo>
                <a:cubicBezTo>
                  <a:pt x="127864" y="336137"/>
                  <a:pt x="102538" y="360902"/>
                  <a:pt x="71900" y="360902"/>
                </a:cubicBezTo>
                <a:close/>
                <a:moveTo>
                  <a:pt x="311693" y="360902"/>
                </a:moveTo>
                <a:cubicBezTo>
                  <a:pt x="281055" y="360902"/>
                  <a:pt x="255728" y="336137"/>
                  <a:pt x="255728" y="306038"/>
                </a:cubicBezTo>
                <a:cubicBezTo>
                  <a:pt x="255728" y="275939"/>
                  <a:pt x="281055" y="251174"/>
                  <a:pt x="311693" y="251174"/>
                </a:cubicBezTo>
                <a:cubicBezTo>
                  <a:pt x="342331" y="251174"/>
                  <a:pt x="367657" y="275939"/>
                  <a:pt x="367657" y="306038"/>
                </a:cubicBezTo>
                <a:cubicBezTo>
                  <a:pt x="367657" y="336137"/>
                  <a:pt x="342331" y="360902"/>
                  <a:pt x="311693" y="36090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8">
            <a:extLst>
              <a:ext uri="{FF2B5EF4-FFF2-40B4-BE49-F238E27FC236}">
                <a16:creationId xmlns:a16="http://schemas.microsoft.com/office/drawing/2014/main" id="{55E7F8AA-2B8E-7327-A909-C430DD76963D}"/>
              </a:ext>
            </a:extLst>
          </p:cNvPr>
          <p:cNvSpPr/>
          <p:nvPr/>
        </p:nvSpPr>
        <p:spPr>
          <a:xfrm>
            <a:off x="2194071" y="771665"/>
            <a:ext cx="511750" cy="500960"/>
          </a:xfrm>
          <a:custGeom>
            <a:avLst/>
            <a:gdLst>
              <a:gd name="connsiteX0" fmla="*/ 336734 w 384730"/>
              <a:gd name="connsiteY0" fmla="*/ 0 h 376618"/>
              <a:gd name="connsiteX1" fmla="*/ 288738 w 384730"/>
              <a:gd name="connsiteY1" fmla="*/ 46863 h 376618"/>
              <a:gd name="connsiteX2" fmla="*/ 312831 w 384730"/>
              <a:gd name="connsiteY2" fmla="*/ 87344 h 376618"/>
              <a:gd name="connsiteX3" fmla="*/ 273751 w 384730"/>
              <a:gd name="connsiteY3" fmla="*/ 197072 h 376618"/>
              <a:gd name="connsiteX4" fmla="*/ 264265 w 384730"/>
              <a:gd name="connsiteY4" fmla="*/ 196120 h 376618"/>
              <a:gd name="connsiteX5" fmla="*/ 233438 w 384730"/>
              <a:gd name="connsiteY5" fmla="*/ 207264 h 376618"/>
              <a:gd name="connsiteX6" fmla="*/ 193504 w 384730"/>
              <a:gd name="connsiteY6" fmla="*/ 173355 h 376618"/>
              <a:gd name="connsiteX7" fmla="*/ 200618 w 384730"/>
              <a:gd name="connsiteY7" fmla="*/ 148876 h 376618"/>
              <a:gd name="connsiteX8" fmla="*/ 152242 w 384730"/>
              <a:gd name="connsiteY8" fmla="*/ 101632 h 376618"/>
              <a:gd name="connsiteX9" fmla="*/ 103866 w 384730"/>
              <a:gd name="connsiteY9" fmla="*/ 148876 h 376618"/>
              <a:gd name="connsiteX10" fmla="*/ 122078 w 384730"/>
              <a:gd name="connsiteY10" fmla="*/ 185738 h 376618"/>
              <a:gd name="connsiteX11" fmla="*/ 64406 w 384730"/>
              <a:gd name="connsiteY11" fmla="*/ 285845 h 376618"/>
              <a:gd name="connsiteX12" fmla="*/ 47997 w 384730"/>
              <a:gd name="connsiteY12" fmla="*/ 282893 h 376618"/>
              <a:gd name="connsiteX13" fmla="*/ 0 w 384730"/>
              <a:gd name="connsiteY13" fmla="*/ 329756 h 376618"/>
              <a:gd name="connsiteX14" fmla="*/ 47997 w 384730"/>
              <a:gd name="connsiteY14" fmla="*/ 376619 h 376618"/>
              <a:gd name="connsiteX15" fmla="*/ 95993 w 384730"/>
              <a:gd name="connsiteY15" fmla="*/ 329756 h 376618"/>
              <a:gd name="connsiteX16" fmla="*/ 77876 w 384730"/>
              <a:gd name="connsiteY16" fmla="*/ 293275 h 376618"/>
              <a:gd name="connsiteX17" fmla="*/ 136781 w 384730"/>
              <a:gd name="connsiteY17" fmla="*/ 193548 h 376618"/>
              <a:gd name="connsiteX18" fmla="*/ 152147 w 384730"/>
              <a:gd name="connsiteY18" fmla="*/ 196215 h 376618"/>
              <a:gd name="connsiteX19" fmla="*/ 183259 w 384730"/>
              <a:gd name="connsiteY19" fmla="*/ 184975 h 376618"/>
              <a:gd name="connsiteX20" fmla="*/ 223288 w 384730"/>
              <a:gd name="connsiteY20" fmla="*/ 218885 h 376618"/>
              <a:gd name="connsiteX21" fmla="*/ 216269 w 384730"/>
              <a:gd name="connsiteY21" fmla="*/ 242983 h 376618"/>
              <a:gd name="connsiteX22" fmla="*/ 264265 w 384730"/>
              <a:gd name="connsiteY22" fmla="*/ 289846 h 376618"/>
              <a:gd name="connsiteX23" fmla="*/ 312262 w 384730"/>
              <a:gd name="connsiteY23" fmla="*/ 242983 h 376618"/>
              <a:gd name="connsiteX24" fmla="*/ 288548 w 384730"/>
              <a:gd name="connsiteY24" fmla="*/ 202692 h 376618"/>
              <a:gd name="connsiteX25" fmla="*/ 329146 w 384730"/>
              <a:gd name="connsiteY25" fmla="*/ 92964 h 376618"/>
              <a:gd name="connsiteX26" fmla="*/ 336734 w 384730"/>
              <a:gd name="connsiteY26" fmla="*/ 93726 h 376618"/>
              <a:gd name="connsiteX27" fmla="*/ 384731 w 384730"/>
              <a:gd name="connsiteY27" fmla="*/ 46863 h 376618"/>
              <a:gd name="connsiteX28" fmla="*/ 336734 w 384730"/>
              <a:gd name="connsiteY28" fmla="*/ 0 h 376618"/>
              <a:gd name="connsiteX29" fmla="*/ 48091 w 384730"/>
              <a:gd name="connsiteY29" fmla="*/ 360902 h 376618"/>
              <a:gd name="connsiteX30" fmla="*/ 16125 w 384730"/>
              <a:gd name="connsiteY30" fmla="*/ 329660 h 376618"/>
              <a:gd name="connsiteX31" fmla="*/ 48091 w 384730"/>
              <a:gd name="connsiteY31" fmla="*/ 298418 h 376618"/>
              <a:gd name="connsiteX32" fmla="*/ 80057 w 384730"/>
              <a:gd name="connsiteY32" fmla="*/ 329660 h 376618"/>
              <a:gd name="connsiteX33" fmla="*/ 48091 w 384730"/>
              <a:gd name="connsiteY33" fmla="*/ 360902 h 376618"/>
              <a:gd name="connsiteX34" fmla="*/ 152337 w 384730"/>
              <a:gd name="connsiteY34" fmla="*/ 180308 h 376618"/>
              <a:gd name="connsiteX35" fmla="*/ 120086 w 384730"/>
              <a:gd name="connsiteY35" fmla="*/ 148781 h 376618"/>
              <a:gd name="connsiteX36" fmla="*/ 152337 w 384730"/>
              <a:gd name="connsiteY36" fmla="*/ 117253 h 376618"/>
              <a:gd name="connsiteX37" fmla="*/ 184587 w 384730"/>
              <a:gd name="connsiteY37" fmla="*/ 148781 h 376618"/>
              <a:gd name="connsiteX38" fmla="*/ 152337 w 384730"/>
              <a:gd name="connsiteY38" fmla="*/ 180308 h 376618"/>
              <a:gd name="connsiteX39" fmla="*/ 264360 w 384730"/>
              <a:gd name="connsiteY39" fmla="*/ 274225 h 376618"/>
              <a:gd name="connsiteX40" fmla="*/ 232394 w 384730"/>
              <a:gd name="connsiteY40" fmla="*/ 242983 h 376618"/>
              <a:gd name="connsiteX41" fmla="*/ 264360 w 384730"/>
              <a:gd name="connsiteY41" fmla="*/ 211741 h 376618"/>
              <a:gd name="connsiteX42" fmla="*/ 296326 w 384730"/>
              <a:gd name="connsiteY42" fmla="*/ 242983 h 376618"/>
              <a:gd name="connsiteX43" fmla="*/ 264360 w 384730"/>
              <a:gd name="connsiteY43" fmla="*/ 274225 h 376618"/>
              <a:gd name="connsiteX44" fmla="*/ 336734 w 384730"/>
              <a:gd name="connsiteY44" fmla="*/ 78010 h 376618"/>
              <a:gd name="connsiteX45" fmla="*/ 304768 w 384730"/>
              <a:gd name="connsiteY45" fmla="*/ 46768 h 376618"/>
              <a:gd name="connsiteX46" fmla="*/ 336734 w 384730"/>
              <a:gd name="connsiteY46" fmla="*/ 15526 h 376618"/>
              <a:gd name="connsiteX47" fmla="*/ 368700 w 384730"/>
              <a:gd name="connsiteY47" fmla="*/ 46768 h 376618"/>
              <a:gd name="connsiteX48" fmla="*/ 336734 w 384730"/>
              <a:gd name="connsiteY48" fmla="*/ 78010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4730" h="376618">
                <a:moveTo>
                  <a:pt x="336734" y="0"/>
                </a:moveTo>
                <a:cubicBezTo>
                  <a:pt x="310080" y="0"/>
                  <a:pt x="288738" y="20860"/>
                  <a:pt x="288738" y="46863"/>
                </a:cubicBezTo>
                <a:cubicBezTo>
                  <a:pt x="288738" y="64294"/>
                  <a:pt x="298413" y="79248"/>
                  <a:pt x="312831" y="87344"/>
                </a:cubicBezTo>
                <a:lnTo>
                  <a:pt x="273751" y="197072"/>
                </a:lnTo>
                <a:cubicBezTo>
                  <a:pt x="270716" y="196501"/>
                  <a:pt x="267585" y="196120"/>
                  <a:pt x="264265" y="196120"/>
                </a:cubicBezTo>
                <a:cubicBezTo>
                  <a:pt x="252409" y="196120"/>
                  <a:pt x="241785" y="200406"/>
                  <a:pt x="233438" y="207264"/>
                </a:cubicBezTo>
                <a:lnTo>
                  <a:pt x="193504" y="173355"/>
                </a:lnTo>
                <a:cubicBezTo>
                  <a:pt x="197962" y="166211"/>
                  <a:pt x="200618" y="157925"/>
                  <a:pt x="200618" y="148876"/>
                </a:cubicBezTo>
                <a:cubicBezTo>
                  <a:pt x="200618" y="122587"/>
                  <a:pt x="179086" y="101632"/>
                  <a:pt x="152242" y="101632"/>
                </a:cubicBezTo>
                <a:cubicBezTo>
                  <a:pt x="125398" y="101632"/>
                  <a:pt x="103866" y="122682"/>
                  <a:pt x="103866" y="148876"/>
                </a:cubicBezTo>
                <a:cubicBezTo>
                  <a:pt x="103866" y="163925"/>
                  <a:pt x="111075" y="177070"/>
                  <a:pt x="122078" y="185738"/>
                </a:cubicBezTo>
                <a:lnTo>
                  <a:pt x="64406" y="285845"/>
                </a:lnTo>
                <a:cubicBezTo>
                  <a:pt x="59284" y="284036"/>
                  <a:pt x="53783" y="282893"/>
                  <a:pt x="47997" y="282893"/>
                </a:cubicBezTo>
                <a:cubicBezTo>
                  <a:pt x="21342" y="282893"/>
                  <a:pt x="0" y="303752"/>
                  <a:pt x="0" y="329756"/>
                </a:cubicBezTo>
                <a:cubicBezTo>
                  <a:pt x="0" y="355759"/>
                  <a:pt x="21342" y="376619"/>
                  <a:pt x="47997" y="376619"/>
                </a:cubicBezTo>
                <a:cubicBezTo>
                  <a:pt x="74651" y="376619"/>
                  <a:pt x="95993" y="355759"/>
                  <a:pt x="95993" y="329756"/>
                </a:cubicBezTo>
                <a:cubicBezTo>
                  <a:pt x="95993" y="314896"/>
                  <a:pt x="88879" y="301847"/>
                  <a:pt x="77876" y="293275"/>
                </a:cubicBezTo>
                <a:lnTo>
                  <a:pt x="136781" y="193548"/>
                </a:lnTo>
                <a:cubicBezTo>
                  <a:pt x="141618" y="195167"/>
                  <a:pt x="146740" y="196215"/>
                  <a:pt x="152147" y="196215"/>
                </a:cubicBezTo>
                <a:cubicBezTo>
                  <a:pt x="164099" y="196215"/>
                  <a:pt x="174817" y="191929"/>
                  <a:pt x="183259" y="184975"/>
                </a:cubicBezTo>
                <a:lnTo>
                  <a:pt x="223288" y="218885"/>
                </a:lnTo>
                <a:cubicBezTo>
                  <a:pt x="218925" y="225933"/>
                  <a:pt x="216269" y="234125"/>
                  <a:pt x="216269" y="242983"/>
                </a:cubicBezTo>
                <a:cubicBezTo>
                  <a:pt x="216269" y="268986"/>
                  <a:pt x="237611" y="289846"/>
                  <a:pt x="264265" y="289846"/>
                </a:cubicBezTo>
                <a:cubicBezTo>
                  <a:pt x="290920" y="289846"/>
                  <a:pt x="312262" y="268986"/>
                  <a:pt x="312262" y="242983"/>
                </a:cubicBezTo>
                <a:cubicBezTo>
                  <a:pt x="312262" y="225647"/>
                  <a:pt x="302682" y="210788"/>
                  <a:pt x="288548" y="202692"/>
                </a:cubicBezTo>
                <a:lnTo>
                  <a:pt x="329146" y="92964"/>
                </a:lnTo>
                <a:cubicBezTo>
                  <a:pt x="331612" y="93345"/>
                  <a:pt x="334079" y="93726"/>
                  <a:pt x="336734" y="93726"/>
                </a:cubicBezTo>
                <a:cubicBezTo>
                  <a:pt x="363389" y="93726"/>
                  <a:pt x="384731" y="72866"/>
                  <a:pt x="384731" y="46863"/>
                </a:cubicBezTo>
                <a:cubicBezTo>
                  <a:pt x="384731" y="20860"/>
                  <a:pt x="363389" y="0"/>
                  <a:pt x="336734" y="0"/>
                </a:cubicBezTo>
                <a:close/>
                <a:moveTo>
                  <a:pt x="48091" y="360902"/>
                </a:moveTo>
                <a:cubicBezTo>
                  <a:pt x="30733" y="360902"/>
                  <a:pt x="16125" y="346615"/>
                  <a:pt x="16125" y="329660"/>
                </a:cubicBezTo>
                <a:cubicBezTo>
                  <a:pt x="16125" y="312706"/>
                  <a:pt x="30733" y="298418"/>
                  <a:pt x="48091" y="298418"/>
                </a:cubicBezTo>
                <a:cubicBezTo>
                  <a:pt x="65450" y="298418"/>
                  <a:pt x="80057" y="312706"/>
                  <a:pt x="80057" y="329660"/>
                </a:cubicBezTo>
                <a:cubicBezTo>
                  <a:pt x="80057" y="346615"/>
                  <a:pt x="65450" y="360902"/>
                  <a:pt x="48091" y="360902"/>
                </a:cubicBezTo>
                <a:close/>
                <a:moveTo>
                  <a:pt x="152337" y="180308"/>
                </a:moveTo>
                <a:cubicBezTo>
                  <a:pt x="134884" y="180308"/>
                  <a:pt x="120086" y="165830"/>
                  <a:pt x="120086" y="148781"/>
                </a:cubicBezTo>
                <a:cubicBezTo>
                  <a:pt x="120086" y="131731"/>
                  <a:pt x="134884" y="117253"/>
                  <a:pt x="152337" y="117253"/>
                </a:cubicBezTo>
                <a:cubicBezTo>
                  <a:pt x="169790" y="117253"/>
                  <a:pt x="184587" y="131731"/>
                  <a:pt x="184587" y="148781"/>
                </a:cubicBezTo>
                <a:cubicBezTo>
                  <a:pt x="184587" y="165830"/>
                  <a:pt x="169790" y="180308"/>
                  <a:pt x="152337" y="180308"/>
                </a:cubicBezTo>
                <a:close/>
                <a:moveTo>
                  <a:pt x="264360" y="274225"/>
                </a:moveTo>
                <a:cubicBezTo>
                  <a:pt x="247002" y="274225"/>
                  <a:pt x="232394" y="259937"/>
                  <a:pt x="232394" y="242983"/>
                </a:cubicBezTo>
                <a:cubicBezTo>
                  <a:pt x="232394" y="226028"/>
                  <a:pt x="247002" y="211741"/>
                  <a:pt x="264360" y="211741"/>
                </a:cubicBezTo>
                <a:cubicBezTo>
                  <a:pt x="281719" y="211741"/>
                  <a:pt x="296326" y="226028"/>
                  <a:pt x="296326" y="242983"/>
                </a:cubicBezTo>
                <a:cubicBezTo>
                  <a:pt x="296326" y="259937"/>
                  <a:pt x="281719" y="274225"/>
                  <a:pt x="264360" y="274225"/>
                </a:cubicBezTo>
                <a:close/>
                <a:moveTo>
                  <a:pt x="336734" y="78010"/>
                </a:moveTo>
                <a:cubicBezTo>
                  <a:pt x="319376" y="78010"/>
                  <a:pt x="304768" y="63722"/>
                  <a:pt x="304768" y="46768"/>
                </a:cubicBezTo>
                <a:cubicBezTo>
                  <a:pt x="304768" y="29813"/>
                  <a:pt x="319471" y="15526"/>
                  <a:pt x="336734" y="15526"/>
                </a:cubicBezTo>
                <a:cubicBezTo>
                  <a:pt x="353998" y="15526"/>
                  <a:pt x="368700" y="29813"/>
                  <a:pt x="368700" y="46768"/>
                </a:cubicBezTo>
                <a:cubicBezTo>
                  <a:pt x="368700" y="63722"/>
                  <a:pt x="354093" y="78010"/>
                  <a:pt x="336734" y="7801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18">
            <a:extLst>
              <a:ext uri="{FF2B5EF4-FFF2-40B4-BE49-F238E27FC236}">
                <a16:creationId xmlns:a16="http://schemas.microsoft.com/office/drawing/2014/main" id="{857E60CB-68DF-BCAE-0E41-9CE97FE34546}"/>
              </a:ext>
            </a:extLst>
          </p:cNvPr>
          <p:cNvSpPr/>
          <p:nvPr/>
        </p:nvSpPr>
        <p:spPr>
          <a:xfrm>
            <a:off x="2952896" y="771665"/>
            <a:ext cx="511750" cy="500960"/>
          </a:xfrm>
          <a:custGeom>
            <a:avLst/>
            <a:gdLst>
              <a:gd name="connsiteX0" fmla="*/ 336734 w 384730"/>
              <a:gd name="connsiteY0" fmla="*/ 0 h 376618"/>
              <a:gd name="connsiteX1" fmla="*/ 288738 w 384730"/>
              <a:gd name="connsiteY1" fmla="*/ 46863 h 376618"/>
              <a:gd name="connsiteX2" fmla="*/ 312831 w 384730"/>
              <a:gd name="connsiteY2" fmla="*/ 87344 h 376618"/>
              <a:gd name="connsiteX3" fmla="*/ 273751 w 384730"/>
              <a:gd name="connsiteY3" fmla="*/ 197072 h 376618"/>
              <a:gd name="connsiteX4" fmla="*/ 264265 w 384730"/>
              <a:gd name="connsiteY4" fmla="*/ 196120 h 376618"/>
              <a:gd name="connsiteX5" fmla="*/ 233438 w 384730"/>
              <a:gd name="connsiteY5" fmla="*/ 207264 h 376618"/>
              <a:gd name="connsiteX6" fmla="*/ 193504 w 384730"/>
              <a:gd name="connsiteY6" fmla="*/ 173355 h 376618"/>
              <a:gd name="connsiteX7" fmla="*/ 200618 w 384730"/>
              <a:gd name="connsiteY7" fmla="*/ 148876 h 376618"/>
              <a:gd name="connsiteX8" fmla="*/ 152242 w 384730"/>
              <a:gd name="connsiteY8" fmla="*/ 101632 h 376618"/>
              <a:gd name="connsiteX9" fmla="*/ 103866 w 384730"/>
              <a:gd name="connsiteY9" fmla="*/ 148876 h 376618"/>
              <a:gd name="connsiteX10" fmla="*/ 122078 w 384730"/>
              <a:gd name="connsiteY10" fmla="*/ 185738 h 376618"/>
              <a:gd name="connsiteX11" fmla="*/ 64406 w 384730"/>
              <a:gd name="connsiteY11" fmla="*/ 285845 h 376618"/>
              <a:gd name="connsiteX12" fmla="*/ 47997 w 384730"/>
              <a:gd name="connsiteY12" fmla="*/ 282893 h 376618"/>
              <a:gd name="connsiteX13" fmla="*/ 0 w 384730"/>
              <a:gd name="connsiteY13" fmla="*/ 329756 h 376618"/>
              <a:gd name="connsiteX14" fmla="*/ 47997 w 384730"/>
              <a:gd name="connsiteY14" fmla="*/ 376619 h 376618"/>
              <a:gd name="connsiteX15" fmla="*/ 95993 w 384730"/>
              <a:gd name="connsiteY15" fmla="*/ 329756 h 376618"/>
              <a:gd name="connsiteX16" fmla="*/ 77876 w 384730"/>
              <a:gd name="connsiteY16" fmla="*/ 293275 h 376618"/>
              <a:gd name="connsiteX17" fmla="*/ 136781 w 384730"/>
              <a:gd name="connsiteY17" fmla="*/ 193548 h 376618"/>
              <a:gd name="connsiteX18" fmla="*/ 152147 w 384730"/>
              <a:gd name="connsiteY18" fmla="*/ 196215 h 376618"/>
              <a:gd name="connsiteX19" fmla="*/ 183259 w 384730"/>
              <a:gd name="connsiteY19" fmla="*/ 184975 h 376618"/>
              <a:gd name="connsiteX20" fmla="*/ 223288 w 384730"/>
              <a:gd name="connsiteY20" fmla="*/ 218885 h 376618"/>
              <a:gd name="connsiteX21" fmla="*/ 216269 w 384730"/>
              <a:gd name="connsiteY21" fmla="*/ 242983 h 376618"/>
              <a:gd name="connsiteX22" fmla="*/ 264265 w 384730"/>
              <a:gd name="connsiteY22" fmla="*/ 289846 h 376618"/>
              <a:gd name="connsiteX23" fmla="*/ 312262 w 384730"/>
              <a:gd name="connsiteY23" fmla="*/ 242983 h 376618"/>
              <a:gd name="connsiteX24" fmla="*/ 288548 w 384730"/>
              <a:gd name="connsiteY24" fmla="*/ 202692 h 376618"/>
              <a:gd name="connsiteX25" fmla="*/ 329146 w 384730"/>
              <a:gd name="connsiteY25" fmla="*/ 92964 h 376618"/>
              <a:gd name="connsiteX26" fmla="*/ 336734 w 384730"/>
              <a:gd name="connsiteY26" fmla="*/ 93726 h 376618"/>
              <a:gd name="connsiteX27" fmla="*/ 384731 w 384730"/>
              <a:gd name="connsiteY27" fmla="*/ 46863 h 376618"/>
              <a:gd name="connsiteX28" fmla="*/ 336734 w 384730"/>
              <a:gd name="connsiteY28" fmla="*/ 0 h 376618"/>
              <a:gd name="connsiteX29" fmla="*/ 48091 w 384730"/>
              <a:gd name="connsiteY29" fmla="*/ 360902 h 376618"/>
              <a:gd name="connsiteX30" fmla="*/ 16125 w 384730"/>
              <a:gd name="connsiteY30" fmla="*/ 329660 h 376618"/>
              <a:gd name="connsiteX31" fmla="*/ 48091 w 384730"/>
              <a:gd name="connsiteY31" fmla="*/ 298418 h 376618"/>
              <a:gd name="connsiteX32" fmla="*/ 80057 w 384730"/>
              <a:gd name="connsiteY32" fmla="*/ 329660 h 376618"/>
              <a:gd name="connsiteX33" fmla="*/ 48091 w 384730"/>
              <a:gd name="connsiteY33" fmla="*/ 360902 h 376618"/>
              <a:gd name="connsiteX34" fmla="*/ 152337 w 384730"/>
              <a:gd name="connsiteY34" fmla="*/ 180308 h 376618"/>
              <a:gd name="connsiteX35" fmla="*/ 120086 w 384730"/>
              <a:gd name="connsiteY35" fmla="*/ 148781 h 376618"/>
              <a:gd name="connsiteX36" fmla="*/ 152337 w 384730"/>
              <a:gd name="connsiteY36" fmla="*/ 117253 h 376618"/>
              <a:gd name="connsiteX37" fmla="*/ 184587 w 384730"/>
              <a:gd name="connsiteY37" fmla="*/ 148781 h 376618"/>
              <a:gd name="connsiteX38" fmla="*/ 152337 w 384730"/>
              <a:gd name="connsiteY38" fmla="*/ 180308 h 376618"/>
              <a:gd name="connsiteX39" fmla="*/ 264360 w 384730"/>
              <a:gd name="connsiteY39" fmla="*/ 274225 h 376618"/>
              <a:gd name="connsiteX40" fmla="*/ 232394 w 384730"/>
              <a:gd name="connsiteY40" fmla="*/ 242983 h 376618"/>
              <a:gd name="connsiteX41" fmla="*/ 264360 w 384730"/>
              <a:gd name="connsiteY41" fmla="*/ 211741 h 376618"/>
              <a:gd name="connsiteX42" fmla="*/ 296326 w 384730"/>
              <a:gd name="connsiteY42" fmla="*/ 242983 h 376618"/>
              <a:gd name="connsiteX43" fmla="*/ 264360 w 384730"/>
              <a:gd name="connsiteY43" fmla="*/ 274225 h 376618"/>
              <a:gd name="connsiteX44" fmla="*/ 336734 w 384730"/>
              <a:gd name="connsiteY44" fmla="*/ 78010 h 376618"/>
              <a:gd name="connsiteX45" fmla="*/ 304768 w 384730"/>
              <a:gd name="connsiteY45" fmla="*/ 46768 h 376618"/>
              <a:gd name="connsiteX46" fmla="*/ 336734 w 384730"/>
              <a:gd name="connsiteY46" fmla="*/ 15526 h 376618"/>
              <a:gd name="connsiteX47" fmla="*/ 368700 w 384730"/>
              <a:gd name="connsiteY47" fmla="*/ 46768 h 376618"/>
              <a:gd name="connsiteX48" fmla="*/ 336734 w 384730"/>
              <a:gd name="connsiteY48" fmla="*/ 78010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4730" h="376618">
                <a:moveTo>
                  <a:pt x="336734" y="0"/>
                </a:moveTo>
                <a:cubicBezTo>
                  <a:pt x="310080" y="0"/>
                  <a:pt x="288738" y="20860"/>
                  <a:pt x="288738" y="46863"/>
                </a:cubicBezTo>
                <a:cubicBezTo>
                  <a:pt x="288738" y="64294"/>
                  <a:pt x="298413" y="79248"/>
                  <a:pt x="312831" y="87344"/>
                </a:cubicBezTo>
                <a:lnTo>
                  <a:pt x="273751" y="197072"/>
                </a:lnTo>
                <a:cubicBezTo>
                  <a:pt x="270716" y="196501"/>
                  <a:pt x="267585" y="196120"/>
                  <a:pt x="264265" y="196120"/>
                </a:cubicBezTo>
                <a:cubicBezTo>
                  <a:pt x="252409" y="196120"/>
                  <a:pt x="241785" y="200406"/>
                  <a:pt x="233438" y="207264"/>
                </a:cubicBezTo>
                <a:lnTo>
                  <a:pt x="193504" y="173355"/>
                </a:lnTo>
                <a:cubicBezTo>
                  <a:pt x="197962" y="166211"/>
                  <a:pt x="200618" y="157925"/>
                  <a:pt x="200618" y="148876"/>
                </a:cubicBezTo>
                <a:cubicBezTo>
                  <a:pt x="200618" y="122587"/>
                  <a:pt x="179086" y="101632"/>
                  <a:pt x="152242" y="101632"/>
                </a:cubicBezTo>
                <a:cubicBezTo>
                  <a:pt x="125398" y="101632"/>
                  <a:pt x="103866" y="122682"/>
                  <a:pt x="103866" y="148876"/>
                </a:cubicBezTo>
                <a:cubicBezTo>
                  <a:pt x="103866" y="163925"/>
                  <a:pt x="111075" y="177070"/>
                  <a:pt x="122078" y="185738"/>
                </a:cubicBezTo>
                <a:lnTo>
                  <a:pt x="64406" y="285845"/>
                </a:lnTo>
                <a:cubicBezTo>
                  <a:pt x="59284" y="284036"/>
                  <a:pt x="53783" y="282893"/>
                  <a:pt x="47997" y="282893"/>
                </a:cubicBezTo>
                <a:cubicBezTo>
                  <a:pt x="21342" y="282893"/>
                  <a:pt x="0" y="303752"/>
                  <a:pt x="0" y="329756"/>
                </a:cubicBezTo>
                <a:cubicBezTo>
                  <a:pt x="0" y="355759"/>
                  <a:pt x="21342" y="376619"/>
                  <a:pt x="47997" y="376619"/>
                </a:cubicBezTo>
                <a:cubicBezTo>
                  <a:pt x="74651" y="376619"/>
                  <a:pt x="95993" y="355759"/>
                  <a:pt x="95993" y="329756"/>
                </a:cubicBezTo>
                <a:cubicBezTo>
                  <a:pt x="95993" y="314896"/>
                  <a:pt x="88879" y="301847"/>
                  <a:pt x="77876" y="293275"/>
                </a:cubicBezTo>
                <a:lnTo>
                  <a:pt x="136781" y="193548"/>
                </a:lnTo>
                <a:cubicBezTo>
                  <a:pt x="141618" y="195167"/>
                  <a:pt x="146740" y="196215"/>
                  <a:pt x="152147" y="196215"/>
                </a:cubicBezTo>
                <a:cubicBezTo>
                  <a:pt x="164099" y="196215"/>
                  <a:pt x="174817" y="191929"/>
                  <a:pt x="183259" y="184975"/>
                </a:cubicBezTo>
                <a:lnTo>
                  <a:pt x="223288" y="218885"/>
                </a:lnTo>
                <a:cubicBezTo>
                  <a:pt x="218925" y="225933"/>
                  <a:pt x="216269" y="234125"/>
                  <a:pt x="216269" y="242983"/>
                </a:cubicBezTo>
                <a:cubicBezTo>
                  <a:pt x="216269" y="268986"/>
                  <a:pt x="237611" y="289846"/>
                  <a:pt x="264265" y="289846"/>
                </a:cubicBezTo>
                <a:cubicBezTo>
                  <a:pt x="290920" y="289846"/>
                  <a:pt x="312262" y="268986"/>
                  <a:pt x="312262" y="242983"/>
                </a:cubicBezTo>
                <a:cubicBezTo>
                  <a:pt x="312262" y="225647"/>
                  <a:pt x="302682" y="210788"/>
                  <a:pt x="288548" y="202692"/>
                </a:cubicBezTo>
                <a:lnTo>
                  <a:pt x="329146" y="92964"/>
                </a:lnTo>
                <a:cubicBezTo>
                  <a:pt x="331612" y="93345"/>
                  <a:pt x="334079" y="93726"/>
                  <a:pt x="336734" y="93726"/>
                </a:cubicBezTo>
                <a:cubicBezTo>
                  <a:pt x="363389" y="93726"/>
                  <a:pt x="384731" y="72866"/>
                  <a:pt x="384731" y="46863"/>
                </a:cubicBezTo>
                <a:cubicBezTo>
                  <a:pt x="384731" y="20860"/>
                  <a:pt x="363389" y="0"/>
                  <a:pt x="336734" y="0"/>
                </a:cubicBezTo>
                <a:close/>
                <a:moveTo>
                  <a:pt x="48091" y="360902"/>
                </a:moveTo>
                <a:cubicBezTo>
                  <a:pt x="30733" y="360902"/>
                  <a:pt x="16125" y="346615"/>
                  <a:pt x="16125" y="329660"/>
                </a:cubicBezTo>
                <a:cubicBezTo>
                  <a:pt x="16125" y="312706"/>
                  <a:pt x="30733" y="298418"/>
                  <a:pt x="48091" y="298418"/>
                </a:cubicBezTo>
                <a:cubicBezTo>
                  <a:pt x="65450" y="298418"/>
                  <a:pt x="80057" y="312706"/>
                  <a:pt x="80057" y="329660"/>
                </a:cubicBezTo>
                <a:cubicBezTo>
                  <a:pt x="80057" y="346615"/>
                  <a:pt x="65450" y="360902"/>
                  <a:pt x="48091" y="360902"/>
                </a:cubicBezTo>
                <a:close/>
                <a:moveTo>
                  <a:pt x="152337" y="180308"/>
                </a:moveTo>
                <a:cubicBezTo>
                  <a:pt x="134884" y="180308"/>
                  <a:pt x="120086" y="165830"/>
                  <a:pt x="120086" y="148781"/>
                </a:cubicBezTo>
                <a:cubicBezTo>
                  <a:pt x="120086" y="131731"/>
                  <a:pt x="134884" y="117253"/>
                  <a:pt x="152337" y="117253"/>
                </a:cubicBezTo>
                <a:cubicBezTo>
                  <a:pt x="169790" y="117253"/>
                  <a:pt x="184587" y="131731"/>
                  <a:pt x="184587" y="148781"/>
                </a:cubicBezTo>
                <a:cubicBezTo>
                  <a:pt x="184587" y="165830"/>
                  <a:pt x="169790" y="180308"/>
                  <a:pt x="152337" y="180308"/>
                </a:cubicBezTo>
                <a:close/>
                <a:moveTo>
                  <a:pt x="264360" y="274225"/>
                </a:moveTo>
                <a:cubicBezTo>
                  <a:pt x="247002" y="274225"/>
                  <a:pt x="232394" y="259937"/>
                  <a:pt x="232394" y="242983"/>
                </a:cubicBezTo>
                <a:cubicBezTo>
                  <a:pt x="232394" y="226028"/>
                  <a:pt x="247002" y="211741"/>
                  <a:pt x="264360" y="211741"/>
                </a:cubicBezTo>
                <a:cubicBezTo>
                  <a:pt x="281719" y="211741"/>
                  <a:pt x="296326" y="226028"/>
                  <a:pt x="296326" y="242983"/>
                </a:cubicBezTo>
                <a:cubicBezTo>
                  <a:pt x="296326" y="259937"/>
                  <a:pt x="281719" y="274225"/>
                  <a:pt x="264360" y="274225"/>
                </a:cubicBezTo>
                <a:close/>
                <a:moveTo>
                  <a:pt x="336734" y="78010"/>
                </a:moveTo>
                <a:cubicBezTo>
                  <a:pt x="319376" y="78010"/>
                  <a:pt x="304768" y="63722"/>
                  <a:pt x="304768" y="46768"/>
                </a:cubicBezTo>
                <a:cubicBezTo>
                  <a:pt x="304768" y="29813"/>
                  <a:pt x="319471" y="15526"/>
                  <a:pt x="336734" y="15526"/>
                </a:cubicBezTo>
                <a:cubicBezTo>
                  <a:pt x="353998" y="15526"/>
                  <a:pt x="368700" y="29813"/>
                  <a:pt x="368700" y="46768"/>
                </a:cubicBezTo>
                <a:cubicBezTo>
                  <a:pt x="368700" y="63722"/>
                  <a:pt x="354093" y="78010"/>
                  <a:pt x="336734" y="7801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" name="Graphic 18">
            <a:extLst>
              <a:ext uri="{FF2B5EF4-FFF2-40B4-BE49-F238E27FC236}">
                <a16:creationId xmlns:a16="http://schemas.microsoft.com/office/drawing/2014/main" id="{5A5471FF-3666-74BD-FFD4-BC507549C33D}"/>
              </a:ext>
            </a:extLst>
          </p:cNvPr>
          <p:cNvSpPr/>
          <p:nvPr/>
        </p:nvSpPr>
        <p:spPr>
          <a:xfrm>
            <a:off x="2194071" y="1409840"/>
            <a:ext cx="511750" cy="500960"/>
          </a:xfrm>
          <a:custGeom>
            <a:avLst/>
            <a:gdLst>
              <a:gd name="connsiteX0" fmla="*/ 336734 w 384730"/>
              <a:gd name="connsiteY0" fmla="*/ 0 h 376618"/>
              <a:gd name="connsiteX1" fmla="*/ 288738 w 384730"/>
              <a:gd name="connsiteY1" fmla="*/ 46863 h 376618"/>
              <a:gd name="connsiteX2" fmla="*/ 312831 w 384730"/>
              <a:gd name="connsiteY2" fmla="*/ 87344 h 376618"/>
              <a:gd name="connsiteX3" fmla="*/ 273751 w 384730"/>
              <a:gd name="connsiteY3" fmla="*/ 197072 h 376618"/>
              <a:gd name="connsiteX4" fmla="*/ 264265 w 384730"/>
              <a:gd name="connsiteY4" fmla="*/ 196120 h 376618"/>
              <a:gd name="connsiteX5" fmla="*/ 233438 w 384730"/>
              <a:gd name="connsiteY5" fmla="*/ 207264 h 376618"/>
              <a:gd name="connsiteX6" fmla="*/ 193504 w 384730"/>
              <a:gd name="connsiteY6" fmla="*/ 173355 h 376618"/>
              <a:gd name="connsiteX7" fmla="*/ 200618 w 384730"/>
              <a:gd name="connsiteY7" fmla="*/ 148876 h 376618"/>
              <a:gd name="connsiteX8" fmla="*/ 152242 w 384730"/>
              <a:gd name="connsiteY8" fmla="*/ 101632 h 376618"/>
              <a:gd name="connsiteX9" fmla="*/ 103866 w 384730"/>
              <a:gd name="connsiteY9" fmla="*/ 148876 h 376618"/>
              <a:gd name="connsiteX10" fmla="*/ 122078 w 384730"/>
              <a:gd name="connsiteY10" fmla="*/ 185738 h 376618"/>
              <a:gd name="connsiteX11" fmla="*/ 64406 w 384730"/>
              <a:gd name="connsiteY11" fmla="*/ 285845 h 376618"/>
              <a:gd name="connsiteX12" fmla="*/ 47997 w 384730"/>
              <a:gd name="connsiteY12" fmla="*/ 282893 h 376618"/>
              <a:gd name="connsiteX13" fmla="*/ 0 w 384730"/>
              <a:gd name="connsiteY13" fmla="*/ 329756 h 376618"/>
              <a:gd name="connsiteX14" fmla="*/ 47997 w 384730"/>
              <a:gd name="connsiteY14" fmla="*/ 376619 h 376618"/>
              <a:gd name="connsiteX15" fmla="*/ 95993 w 384730"/>
              <a:gd name="connsiteY15" fmla="*/ 329756 h 376618"/>
              <a:gd name="connsiteX16" fmla="*/ 77876 w 384730"/>
              <a:gd name="connsiteY16" fmla="*/ 293275 h 376618"/>
              <a:gd name="connsiteX17" fmla="*/ 136781 w 384730"/>
              <a:gd name="connsiteY17" fmla="*/ 193548 h 376618"/>
              <a:gd name="connsiteX18" fmla="*/ 152147 w 384730"/>
              <a:gd name="connsiteY18" fmla="*/ 196215 h 376618"/>
              <a:gd name="connsiteX19" fmla="*/ 183259 w 384730"/>
              <a:gd name="connsiteY19" fmla="*/ 184975 h 376618"/>
              <a:gd name="connsiteX20" fmla="*/ 223288 w 384730"/>
              <a:gd name="connsiteY20" fmla="*/ 218885 h 376618"/>
              <a:gd name="connsiteX21" fmla="*/ 216269 w 384730"/>
              <a:gd name="connsiteY21" fmla="*/ 242983 h 376618"/>
              <a:gd name="connsiteX22" fmla="*/ 264265 w 384730"/>
              <a:gd name="connsiteY22" fmla="*/ 289846 h 376618"/>
              <a:gd name="connsiteX23" fmla="*/ 312262 w 384730"/>
              <a:gd name="connsiteY23" fmla="*/ 242983 h 376618"/>
              <a:gd name="connsiteX24" fmla="*/ 288548 w 384730"/>
              <a:gd name="connsiteY24" fmla="*/ 202692 h 376618"/>
              <a:gd name="connsiteX25" fmla="*/ 329146 w 384730"/>
              <a:gd name="connsiteY25" fmla="*/ 92964 h 376618"/>
              <a:gd name="connsiteX26" fmla="*/ 336734 w 384730"/>
              <a:gd name="connsiteY26" fmla="*/ 93726 h 376618"/>
              <a:gd name="connsiteX27" fmla="*/ 384731 w 384730"/>
              <a:gd name="connsiteY27" fmla="*/ 46863 h 376618"/>
              <a:gd name="connsiteX28" fmla="*/ 336734 w 384730"/>
              <a:gd name="connsiteY28" fmla="*/ 0 h 376618"/>
              <a:gd name="connsiteX29" fmla="*/ 48091 w 384730"/>
              <a:gd name="connsiteY29" fmla="*/ 360902 h 376618"/>
              <a:gd name="connsiteX30" fmla="*/ 16125 w 384730"/>
              <a:gd name="connsiteY30" fmla="*/ 329660 h 376618"/>
              <a:gd name="connsiteX31" fmla="*/ 48091 w 384730"/>
              <a:gd name="connsiteY31" fmla="*/ 298418 h 376618"/>
              <a:gd name="connsiteX32" fmla="*/ 80057 w 384730"/>
              <a:gd name="connsiteY32" fmla="*/ 329660 h 376618"/>
              <a:gd name="connsiteX33" fmla="*/ 48091 w 384730"/>
              <a:gd name="connsiteY33" fmla="*/ 360902 h 376618"/>
              <a:gd name="connsiteX34" fmla="*/ 152337 w 384730"/>
              <a:gd name="connsiteY34" fmla="*/ 180308 h 376618"/>
              <a:gd name="connsiteX35" fmla="*/ 120086 w 384730"/>
              <a:gd name="connsiteY35" fmla="*/ 148781 h 376618"/>
              <a:gd name="connsiteX36" fmla="*/ 152337 w 384730"/>
              <a:gd name="connsiteY36" fmla="*/ 117253 h 376618"/>
              <a:gd name="connsiteX37" fmla="*/ 184587 w 384730"/>
              <a:gd name="connsiteY37" fmla="*/ 148781 h 376618"/>
              <a:gd name="connsiteX38" fmla="*/ 152337 w 384730"/>
              <a:gd name="connsiteY38" fmla="*/ 180308 h 376618"/>
              <a:gd name="connsiteX39" fmla="*/ 264360 w 384730"/>
              <a:gd name="connsiteY39" fmla="*/ 274225 h 376618"/>
              <a:gd name="connsiteX40" fmla="*/ 232394 w 384730"/>
              <a:gd name="connsiteY40" fmla="*/ 242983 h 376618"/>
              <a:gd name="connsiteX41" fmla="*/ 264360 w 384730"/>
              <a:gd name="connsiteY41" fmla="*/ 211741 h 376618"/>
              <a:gd name="connsiteX42" fmla="*/ 296326 w 384730"/>
              <a:gd name="connsiteY42" fmla="*/ 242983 h 376618"/>
              <a:gd name="connsiteX43" fmla="*/ 264360 w 384730"/>
              <a:gd name="connsiteY43" fmla="*/ 274225 h 376618"/>
              <a:gd name="connsiteX44" fmla="*/ 336734 w 384730"/>
              <a:gd name="connsiteY44" fmla="*/ 78010 h 376618"/>
              <a:gd name="connsiteX45" fmla="*/ 304768 w 384730"/>
              <a:gd name="connsiteY45" fmla="*/ 46768 h 376618"/>
              <a:gd name="connsiteX46" fmla="*/ 336734 w 384730"/>
              <a:gd name="connsiteY46" fmla="*/ 15526 h 376618"/>
              <a:gd name="connsiteX47" fmla="*/ 368700 w 384730"/>
              <a:gd name="connsiteY47" fmla="*/ 46768 h 376618"/>
              <a:gd name="connsiteX48" fmla="*/ 336734 w 384730"/>
              <a:gd name="connsiteY48" fmla="*/ 78010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4730" h="376618">
                <a:moveTo>
                  <a:pt x="336734" y="0"/>
                </a:moveTo>
                <a:cubicBezTo>
                  <a:pt x="310080" y="0"/>
                  <a:pt x="288738" y="20860"/>
                  <a:pt x="288738" y="46863"/>
                </a:cubicBezTo>
                <a:cubicBezTo>
                  <a:pt x="288738" y="64294"/>
                  <a:pt x="298413" y="79248"/>
                  <a:pt x="312831" y="87344"/>
                </a:cubicBezTo>
                <a:lnTo>
                  <a:pt x="273751" y="197072"/>
                </a:lnTo>
                <a:cubicBezTo>
                  <a:pt x="270716" y="196501"/>
                  <a:pt x="267585" y="196120"/>
                  <a:pt x="264265" y="196120"/>
                </a:cubicBezTo>
                <a:cubicBezTo>
                  <a:pt x="252409" y="196120"/>
                  <a:pt x="241785" y="200406"/>
                  <a:pt x="233438" y="207264"/>
                </a:cubicBezTo>
                <a:lnTo>
                  <a:pt x="193504" y="173355"/>
                </a:lnTo>
                <a:cubicBezTo>
                  <a:pt x="197962" y="166211"/>
                  <a:pt x="200618" y="157925"/>
                  <a:pt x="200618" y="148876"/>
                </a:cubicBezTo>
                <a:cubicBezTo>
                  <a:pt x="200618" y="122587"/>
                  <a:pt x="179086" y="101632"/>
                  <a:pt x="152242" y="101632"/>
                </a:cubicBezTo>
                <a:cubicBezTo>
                  <a:pt x="125398" y="101632"/>
                  <a:pt x="103866" y="122682"/>
                  <a:pt x="103866" y="148876"/>
                </a:cubicBezTo>
                <a:cubicBezTo>
                  <a:pt x="103866" y="163925"/>
                  <a:pt x="111075" y="177070"/>
                  <a:pt x="122078" y="185738"/>
                </a:cubicBezTo>
                <a:lnTo>
                  <a:pt x="64406" y="285845"/>
                </a:lnTo>
                <a:cubicBezTo>
                  <a:pt x="59284" y="284036"/>
                  <a:pt x="53783" y="282893"/>
                  <a:pt x="47997" y="282893"/>
                </a:cubicBezTo>
                <a:cubicBezTo>
                  <a:pt x="21342" y="282893"/>
                  <a:pt x="0" y="303752"/>
                  <a:pt x="0" y="329756"/>
                </a:cubicBezTo>
                <a:cubicBezTo>
                  <a:pt x="0" y="355759"/>
                  <a:pt x="21342" y="376619"/>
                  <a:pt x="47997" y="376619"/>
                </a:cubicBezTo>
                <a:cubicBezTo>
                  <a:pt x="74651" y="376619"/>
                  <a:pt x="95993" y="355759"/>
                  <a:pt x="95993" y="329756"/>
                </a:cubicBezTo>
                <a:cubicBezTo>
                  <a:pt x="95993" y="314896"/>
                  <a:pt x="88879" y="301847"/>
                  <a:pt x="77876" y="293275"/>
                </a:cubicBezTo>
                <a:lnTo>
                  <a:pt x="136781" y="193548"/>
                </a:lnTo>
                <a:cubicBezTo>
                  <a:pt x="141618" y="195167"/>
                  <a:pt x="146740" y="196215"/>
                  <a:pt x="152147" y="196215"/>
                </a:cubicBezTo>
                <a:cubicBezTo>
                  <a:pt x="164099" y="196215"/>
                  <a:pt x="174817" y="191929"/>
                  <a:pt x="183259" y="184975"/>
                </a:cubicBezTo>
                <a:lnTo>
                  <a:pt x="223288" y="218885"/>
                </a:lnTo>
                <a:cubicBezTo>
                  <a:pt x="218925" y="225933"/>
                  <a:pt x="216269" y="234125"/>
                  <a:pt x="216269" y="242983"/>
                </a:cubicBezTo>
                <a:cubicBezTo>
                  <a:pt x="216269" y="268986"/>
                  <a:pt x="237611" y="289846"/>
                  <a:pt x="264265" y="289846"/>
                </a:cubicBezTo>
                <a:cubicBezTo>
                  <a:pt x="290920" y="289846"/>
                  <a:pt x="312262" y="268986"/>
                  <a:pt x="312262" y="242983"/>
                </a:cubicBezTo>
                <a:cubicBezTo>
                  <a:pt x="312262" y="225647"/>
                  <a:pt x="302682" y="210788"/>
                  <a:pt x="288548" y="202692"/>
                </a:cubicBezTo>
                <a:lnTo>
                  <a:pt x="329146" y="92964"/>
                </a:lnTo>
                <a:cubicBezTo>
                  <a:pt x="331612" y="93345"/>
                  <a:pt x="334079" y="93726"/>
                  <a:pt x="336734" y="93726"/>
                </a:cubicBezTo>
                <a:cubicBezTo>
                  <a:pt x="363389" y="93726"/>
                  <a:pt x="384731" y="72866"/>
                  <a:pt x="384731" y="46863"/>
                </a:cubicBezTo>
                <a:cubicBezTo>
                  <a:pt x="384731" y="20860"/>
                  <a:pt x="363389" y="0"/>
                  <a:pt x="336734" y="0"/>
                </a:cubicBezTo>
                <a:close/>
                <a:moveTo>
                  <a:pt x="48091" y="360902"/>
                </a:moveTo>
                <a:cubicBezTo>
                  <a:pt x="30733" y="360902"/>
                  <a:pt x="16125" y="346615"/>
                  <a:pt x="16125" y="329660"/>
                </a:cubicBezTo>
                <a:cubicBezTo>
                  <a:pt x="16125" y="312706"/>
                  <a:pt x="30733" y="298418"/>
                  <a:pt x="48091" y="298418"/>
                </a:cubicBezTo>
                <a:cubicBezTo>
                  <a:pt x="65450" y="298418"/>
                  <a:pt x="80057" y="312706"/>
                  <a:pt x="80057" y="329660"/>
                </a:cubicBezTo>
                <a:cubicBezTo>
                  <a:pt x="80057" y="346615"/>
                  <a:pt x="65450" y="360902"/>
                  <a:pt x="48091" y="360902"/>
                </a:cubicBezTo>
                <a:close/>
                <a:moveTo>
                  <a:pt x="152337" y="180308"/>
                </a:moveTo>
                <a:cubicBezTo>
                  <a:pt x="134884" y="180308"/>
                  <a:pt x="120086" y="165830"/>
                  <a:pt x="120086" y="148781"/>
                </a:cubicBezTo>
                <a:cubicBezTo>
                  <a:pt x="120086" y="131731"/>
                  <a:pt x="134884" y="117253"/>
                  <a:pt x="152337" y="117253"/>
                </a:cubicBezTo>
                <a:cubicBezTo>
                  <a:pt x="169790" y="117253"/>
                  <a:pt x="184587" y="131731"/>
                  <a:pt x="184587" y="148781"/>
                </a:cubicBezTo>
                <a:cubicBezTo>
                  <a:pt x="184587" y="165830"/>
                  <a:pt x="169790" y="180308"/>
                  <a:pt x="152337" y="180308"/>
                </a:cubicBezTo>
                <a:close/>
                <a:moveTo>
                  <a:pt x="264360" y="274225"/>
                </a:moveTo>
                <a:cubicBezTo>
                  <a:pt x="247002" y="274225"/>
                  <a:pt x="232394" y="259937"/>
                  <a:pt x="232394" y="242983"/>
                </a:cubicBezTo>
                <a:cubicBezTo>
                  <a:pt x="232394" y="226028"/>
                  <a:pt x="247002" y="211741"/>
                  <a:pt x="264360" y="211741"/>
                </a:cubicBezTo>
                <a:cubicBezTo>
                  <a:pt x="281719" y="211741"/>
                  <a:pt x="296326" y="226028"/>
                  <a:pt x="296326" y="242983"/>
                </a:cubicBezTo>
                <a:cubicBezTo>
                  <a:pt x="296326" y="259937"/>
                  <a:pt x="281719" y="274225"/>
                  <a:pt x="264360" y="274225"/>
                </a:cubicBezTo>
                <a:close/>
                <a:moveTo>
                  <a:pt x="336734" y="78010"/>
                </a:moveTo>
                <a:cubicBezTo>
                  <a:pt x="319376" y="78010"/>
                  <a:pt x="304768" y="63722"/>
                  <a:pt x="304768" y="46768"/>
                </a:cubicBezTo>
                <a:cubicBezTo>
                  <a:pt x="304768" y="29813"/>
                  <a:pt x="319471" y="15526"/>
                  <a:pt x="336734" y="15526"/>
                </a:cubicBezTo>
                <a:cubicBezTo>
                  <a:pt x="353998" y="15526"/>
                  <a:pt x="368700" y="29813"/>
                  <a:pt x="368700" y="46768"/>
                </a:cubicBezTo>
                <a:cubicBezTo>
                  <a:pt x="368700" y="63722"/>
                  <a:pt x="354093" y="78010"/>
                  <a:pt x="336734" y="7801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" name="Graphic 18">
            <a:extLst>
              <a:ext uri="{FF2B5EF4-FFF2-40B4-BE49-F238E27FC236}">
                <a16:creationId xmlns:a16="http://schemas.microsoft.com/office/drawing/2014/main" id="{90202362-E7F0-AAAC-B016-342AA86604B9}"/>
              </a:ext>
            </a:extLst>
          </p:cNvPr>
          <p:cNvSpPr/>
          <p:nvPr/>
        </p:nvSpPr>
        <p:spPr>
          <a:xfrm>
            <a:off x="2952896" y="1409840"/>
            <a:ext cx="511750" cy="500960"/>
          </a:xfrm>
          <a:custGeom>
            <a:avLst/>
            <a:gdLst>
              <a:gd name="connsiteX0" fmla="*/ 336734 w 384730"/>
              <a:gd name="connsiteY0" fmla="*/ 0 h 376618"/>
              <a:gd name="connsiteX1" fmla="*/ 288738 w 384730"/>
              <a:gd name="connsiteY1" fmla="*/ 46863 h 376618"/>
              <a:gd name="connsiteX2" fmla="*/ 312831 w 384730"/>
              <a:gd name="connsiteY2" fmla="*/ 87344 h 376618"/>
              <a:gd name="connsiteX3" fmla="*/ 273751 w 384730"/>
              <a:gd name="connsiteY3" fmla="*/ 197072 h 376618"/>
              <a:gd name="connsiteX4" fmla="*/ 264265 w 384730"/>
              <a:gd name="connsiteY4" fmla="*/ 196120 h 376618"/>
              <a:gd name="connsiteX5" fmla="*/ 233438 w 384730"/>
              <a:gd name="connsiteY5" fmla="*/ 207264 h 376618"/>
              <a:gd name="connsiteX6" fmla="*/ 193504 w 384730"/>
              <a:gd name="connsiteY6" fmla="*/ 173355 h 376618"/>
              <a:gd name="connsiteX7" fmla="*/ 200618 w 384730"/>
              <a:gd name="connsiteY7" fmla="*/ 148876 h 376618"/>
              <a:gd name="connsiteX8" fmla="*/ 152242 w 384730"/>
              <a:gd name="connsiteY8" fmla="*/ 101632 h 376618"/>
              <a:gd name="connsiteX9" fmla="*/ 103866 w 384730"/>
              <a:gd name="connsiteY9" fmla="*/ 148876 h 376618"/>
              <a:gd name="connsiteX10" fmla="*/ 122078 w 384730"/>
              <a:gd name="connsiteY10" fmla="*/ 185738 h 376618"/>
              <a:gd name="connsiteX11" fmla="*/ 64406 w 384730"/>
              <a:gd name="connsiteY11" fmla="*/ 285845 h 376618"/>
              <a:gd name="connsiteX12" fmla="*/ 47997 w 384730"/>
              <a:gd name="connsiteY12" fmla="*/ 282893 h 376618"/>
              <a:gd name="connsiteX13" fmla="*/ 0 w 384730"/>
              <a:gd name="connsiteY13" fmla="*/ 329756 h 376618"/>
              <a:gd name="connsiteX14" fmla="*/ 47997 w 384730"/>
              <a:gd name="connsiteY14" fmla="*/ 376619 h 376618"/>
              <a:gd name="connsiteX15" fmla="*/ 95993 w 384730"/>
              <a:gd name="connsiteY15" fmla="*/ 329756 h 376618"/>
              <a:gd name="connsiteX16" fmla="*/ 77876 w 384730"/>
              <a:gd name="connsiteY16" fmla="*/ 293275 h 376618"/>
              <a:gd name="connsiteX17" fmla="*/ 136781 w 384730"/>
              <a:gd name="connsiteY17" fmla="*/ 193548 h 376618"/>
              <a:gd name="connsiteX18" fmla="*/ 152147 w 384730"/>
              <a:gd name="connsiteY18" fmla="*/ 196215 h 376618"/>
              <a:gd name="connsiteX19" fmla="*/ 183259 w 384730"/>
              <a:gd name="connsiteY19" fmla="*/ 184975 h 376618"/>
              <a:gd name="connsiteX20" fmla="*/ 223288 w 384730"/>
              <a:gd name="connsiteY20" fmla="*/ 218885 h 376618"/>
              <a:gd name="connsiteX21" fmla="*/ 216269 w 384730"/>
              <a:gd name="connsiteY21" fmla="*/ 242983 h 376618"/>
              <a:gd name="connsiteX22" fmla="*/ 264265 w 384730"/>
              <a:gd name="connsiteY22" fmla="*/ 289846 h 376618"/>
              <a:gd name="connsiteX23" fmla="*/ 312262 w 384730"/>
              <a:gd name="connsiteY23" fmla="*/ 242983 h 376618"/>
              <a:gd name="connsiteX24" fmla="*/ 288548 w 384730"/>
              <a:gd name="connsiteY24" fmla="*/ 202692 h 376618"/>
              <a:gd name="connsiteX25" fmla="*/ 329146 w 384730"/>
              <a:gd name="connsiteY25" fmla="*/ 92964 h 376618"/>
              <a:gd name="connsiteX26" fmla="*/ 336734 w 384730"/>
              <a:gd name="connsiteY26" fmla="*/ 93726 h 376618"/>
              <a:gd name="connsiteX27" fmla="*/ 384731 w 384730"/>
              <a:gd name="connsiteY27" fmla="*/ 46863 h 376618"/>
              <a:gd name="connsiteX28" fmla="*/ 336734 w 384730"/>
              <a:gd name="connsiteY28" fmla="*/ 0 h 376618"/>
              <a:gd name="connsiteX29" fmla="*/ 48091 w 384730"/>
              <a:gd name="connsiteY29" fmla="*/ 360902 h 376618"/>
              <a:gd name="connsiteX30" fmla="*/ 16125 w 384730"/>
              <a:gd name="connsiteY30" fmla="*/ 329660 h 376618"/>
              <a:gd name="connsiteX31" fmla="*/ 48091 w 384730"/>
              <a:gd name="connsiteY31" fmla="*/ 298418 h 376618"/>
              <a:gd name="connsiteX32" fmla="*/ 80057 w 384730"/>
              <a:gd name="connsiteY32" fmla="*/ 329660 h 376618"/>
              <a:gd name="connsiteX33" fmla="*/ 48091 w 384730"/>
              <a:gd name="connsiteY33" fmla="*/ 360902 h 376618"/>
              <a:gd name="connsiteX34" fmla="*/ 152337 w 384730"/>
              <a:gd name="connsiteY34" fmla="*/ 180308 h 376618"/>
              <a:gd name="connsiteX35" fmla="*/ 120086 w 384730"/>
              <a:gd name="connsiteY35" fmla="*/ 148781 h 376618"/>
              <a:gd name="connsiteX36" fmla="*/ 152337 w 384730"/>
              <a:gd name="connsiteY36" fmla="*/ 117253 h 376618"/>
              <a:gd name="connsiteX37" fmla="*/ 184587 w 384730"/>
              <a:gd name="connsiteY37" fmla="*/ 148781 h 376618"/>
              <a:gd name="connsiteX38" fmla="*/ 152337 w 384730"/>
              <a:gd name="connsiteY38" fmla="*/ 180308 h 376618"/>
              <a:gd name="connsiteX39" fmla="*/ 264360 w 384730"/>
              <a:gd name="connsiteY39" fmla="*/ 274225 h 376618"/>
              <a:gd name="connsiteX40" fmla="*/ 232394 w 384730"/>
              <a:gd name="connsiteY40" fmla="*/ 242983 h 376618"/>
              <a:gd name="connsiteX41" fmla="*/ 264360 w 384730"/>
              <a:gd name="connsiteY41" fmla="*/ 211741 h 376618"/>
              <a:gd name="connsiteX42" fmla="*/ 296326 w 384730"/>
              <a:gd name="connsiteY42" fmla="*/ 242983 h 376618"/>
              <a:gd name="connsiteX43" fmla="*/ 264360 w 384730"/>
              <a:gd name="connsiteY43" fmla="*/ 274225 h 376618"/>
              <a:gd name="connsiteX44" fmla="*/ 336734 w 384730"/>
              <a:gd name="connsiteY44" fmla="*/ 78010 h 376618"/>
              <a:gd name="connsiteX45" fmla="*/ 304768 w 384730"/>
              <a:gd name="connsiteY45" fmla="*/ 46768 h 376618"/>
              <a:gd name="connsiteX46" fmla="*/ 336734 w 384730"/>
              <a:gd name="connsiteY46" fmla="*/ 15526 h 376618"/>
              <a:gd name="connsiteX47" fmla="*/ 368700 w 384730"/>
              <a:gd name="connsiteY47" fmla="*/ 46768 h 376618"/>
              <a:gd name="connsiteX48" fmla="*/ 336734 w 384730"/>
              <a:gd name="connsiteY48" fmla="*/ 78010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4730" h="376618">
                <a:moveTo>
                  <a:pt x="336734" y="0"/>
                </a:moveTo>
                <a:cubicBezTo>
                  <a:pt x="310080" y="0"/>
                  <a:pt x="288738" y="20860"/>
                  <a:pt x="288738" y="46863"/>
                </a:cubicBezTo>
                <a:cubicBezTo>
                  <a:pt x="288738" y="64294"/>
                  <a:pt x="298413" y="79248"/>
                  <a:pt x="312831" y="87344"/>
                </a:cubicBezTo>
                <a:lnTo>
                  <a:pt x="273751" y="197072"/>
                </a:lnTo>
                <a:cubicBezTo>
                  <a:pt x="270716" y="196501"/>
                  <a:pt x="267585" y="196120"/>
                  <a:pt x="264265" y="196120"/>
                </a:cubicBezTo>
                <a:cubicBezTo>
                  <a:pt x="252409" y="196120"/>
                  <a:pt x="241785" y="200406"/>
                  <a:pt x="233438" y="207264"/>
                </a:cubicBezTo>
                <a:lnTo>
                  <a:pt x="193504" y="173355"/>
                </a:lnTo>
                <a:cubicBezTo>
                  <a:pt x="197962" y="166211"/>
                  <a:pt x="200618" y="157925"/>
                  <a:pt x="200618" y="148876"/>
                </a:cubicBezTo>
                <a:cubicBezTo>
                  <a:pt x="200618" y="122587"/>
                  <a:pt x="179086" y="101632"/>
                  <a:pt x="152242" y="101632"/>
                </a:cubicBezTo>
                <a:cubicBezTo>
                  <a:pt x="125398" y="101632"/>
                  <a:pt x="103866" y="122682"/>
                  <a:pt x="103866" y="148876"/>
                </a:cubicBezTo>
                <a:cubicBezTo>
                  <a:pt x="103866" y="163925"/>
                  <a:pt x="111075" y="177070"/>
                  <a:pt x="122078" y="185738"/>
                </a:cubicBezTo>
                <a:lnTo>
                  <a:pt x="64406" y="285845"/>
                </a:lnTo>
                <a:cubicBezTo>
                  <a:pt x="59284" y="284036"/>
                  <a:pt x="53783" y="282893"/>
                  <a:pt x="47997" y="282893"/>
                </a:cubicBezTo>
                <a:cubicBezTo>
                  <a:pt x="21342" y="282893"/>
                  <a:pt x="0" y="303752"/>
                  <a:pt x="0" y="329756"/>
                </a:cubicBezTo>
                <a:cubicBezTo>
                  <a:pt x="0" y="355759"/>
                  <a:pt x="21342" y="376619"/>
                  <a:pt x="47997" y="376619"/>
                </a:cubicBezTo>
                <a:cubicBezTo>
                  <a:pt x="74651" y="376619"/>
                  <a:pt x="95993" y="355759"/>
                  <a:pt x="95993" y="329756"/>
                </a:cubicBezTo>
                <a:cubicBezTo>
                  <a:pt x="95993" y="314896"/>
                  <a:pt x="88879" y="301847"/>
                  <a:pt x="77876" y="293275"/>
                </a:cubicBezTo>
                <a:lnTo>
                  <a:pt x="136781" y="193548"/>
                </a:lnTo>
                <a:cubicBezTo>
                  <a:pt x="141618" y="195167"/>
                  <a:pt x="146740" y="196215"/>
                  <a:pt x="152147" y="196215"/>
                </a:cubicBezTo>
                <a:cubicBezTo>
                  <a:pt x="164099" y="196215"/>
                  <a:pt x="174817" y="191929"/>
                  <a:pt x="183259" y="184975"/>
                </a:cubicBezTo>
                <a:lnTo>
                  <a:pt x="223288" y="218885"/>
                </a:lnTo>
                <a:cubicBezTo>
                  <a:pt x="218925" y="225933"/>
                  <a:pt x="216269" y="234125"/>
                  <a:pt x="216269" y="242983"/>
                </a:cubicBezTo>
                <a:cubicBezTo>
                  <a:pt x="216269" y="268986"/>
                  <a:pt x="237611" y="289846"/>
                  <a:pt x="264265" y="289846"/>
                </a:cubicBezTo>
                <a:cubicBezTo>
                  <a:pt x="290920" y="289846"/>
                  <a:pt x="312262" y="268986"/>
                  <a:pt x="312262" y="242983"/>
                </a:cubicBezTo>
                <a:cubicBezTo>
                  <a:pt x="312262" y="225647"/>
                  <a:pt x="302682" y="210788"/>
                  <a:pt x="288548" y="202692"/>
                </a:cubicBezTo>
                <a:lnTo>
                  <a:pt x="329146" y="92964"/>
                </a:lnTo>
                <a:cubicBezTo>
                  <a:pt x="331612" y="93345"/>
                  <a:pt x="334079" y="93726"/>
                  <a:pt x="336734" y="93726"/>
                </a:cubicBezTo>
                <a:cubicBezTo>
                  <a:pt x="363389" y="93726"/>
                  <a:pt x="384731" y="72866"/>
                  <a:pt x="384731" y="46863"/>
                </a:cubicBezTo>
                <a:cubicBezTo>
                  <a:pt x="384731" y="20860"/>
                  <a:pt x="363389" y="0"/>
                  <a:pt x="336734" y="0"/>
                </a:cubicBezTo>
                <a:close/>
                <a:moveTo>
                  <a:pt x="48091" y="360902"/>
                </a:moveTo>
                <a:cubicBezTo>
                  <a:pt x="30733" y="360902"/>
                  <a:pt x="16125" y="346615"/>
                  <a:pt x="16125" y="329660"/>
                </a:cubicBezTo>
                <a:cubicBezTo>
                  <a:pt x="16125" y="312706"/>
                  <a:pt x="30733" y="298418"/>
                  <a:pt x="48091" y="298418"/>
                </a:cubicBezTo>
                <a:cubicBezTo>
                  <a:pt x="65450" y="298418"/>
                  <a:pt x="80057" y="312706"/>
                  <a:pt x="80057" y="329660"/>
                </a:cubicBezTo>
                <a:cubicBezTo>
                  <a:pt x="80057" y="346615"/>
                  <a:pt x="65450" y="360902"/>
                  <a:pt x="48091" y="360902"/>
                </a:cubicBezTo>
                <a:close/>
                <a:moveTo>
                  <a:pt x="152337" y="180308"/>
                </a:moveTo>
                <a:cubicBezTo>
                  <a:pt x="134884" y="180308"/>
                  <a:pt x="120086" y="165830"/>
                  <a:pt x="120086" y="148781"/>
                </a:cubicBezTo>
                <a:cubicBezTo>
                  <a:pt x="120086" y="131731"/>
                  <a:pt x="134884" y="117253"/>
                  <a:pt x="152337" y="117253"/>
                </a:cubicBezTo>
                <a:cubicBezTo>
                  <a:pt x="169790" y="117253"/>
                  <a:pt x="184587" y="131731"/>
                  <a:pt x="184587" y="148781"/>
                </a:cubicBezTo>
                <a:cubicBezTo>
                  <a:pt x="184587" y="165830"/>
                  <a:pt x="169790" y="180308"/>
                  <a:pt x="152337" y="180308"/>
                </a:cubicBezTo>
                <a:close/>
                <a:moveTo>
                  <a:pt x="264360" y="274225"/>
                </a:moveTo>
                <a:cubicBezTo>
                  <a:pt x="247002" y="274225"/>
                  <a:pt x="232394" y="259937"/>
                  <a:pt x="232394" y="242983"/>
                </a:cubicBezTo>
                <a:cubicBezTo>
                  <a:pt x="232394" y="226028"/>
                  <a:pt x="247002" y="211741"/>
                  <a:pt x="264360" y="211741"/>
                </a:cubicBezTo>
                <a:cubicBezTo>
                  <a:pt x="281719" y="211741"/>
                  <a:pt x="296326" y="226028"/>
                  <a:pt x="296326" y="242983"/>
                </a:cubicBezTo>
                <a:cubicBezTo>
                  <a:pt x="296326" y="259937"/>
                  <a:pt x="281719" y="274225"/>
                  <a:pt x="264360" y="274225"/>
                </a:cubicBezTo>
                <a:close/>
                <a:moveTo>
                  <a:pt x="336734" y="78010"/>
                </a:moveTo>
                <a:cubicBezTo>
                  <a:pt x="319376" y="78010"/>
                  <a:pt x="304768" y="63722"/>
                  <a:pt x="304768" y="46768"/>
                </a:cubicBezTo>
                <a:cubicBezTo>
                  <a:pt x="304768" y="29813"/>
                  <a:pt x="319471" y="15526"/>
                  <a:pt x="336734" y="15526"/>
                </a:cubicBezTo>
                <a:cubicBezTo>
                  <a:pt x="353998" y="15526"/>
                  <a:pt x="368700" y="29813"/>
                  <a:pt x="368700" y="46768"/>
                </a:cubicBezTo>
                <a:cubicBezTo>
                  <a:pt x="368700" y="63722"/>
                  <a:pt x="354093" y="78010"/>
                  <a:pt x="336734" y="7801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4" name="Graphic 52">
            <a:extLst>
              <a:ext uri="{FF2B5EF4-FFF2-40B4-BE49-F238E27FC236}">
                <a16:creationId xmlns:a16="http://schemas.microsoft.com/office/drawing/2014/main" id="{1607104C-0154-DCE1-7359-0E5EF1D12658}"/>
              </a:ext>
            </a:extLst>
          </p:cNvPr>
          <p:cNvSpPr/>
          <p:nvPr/>
        </p:nvSpPr>
        <p:spPr>
          <a:xfrm>
            <a:off x="3812304" y="773571"/>
            <a:ext cx="511750" cy="501082"/>
          </a:xfrm>
          <a:custGeom>
            <a:avLst/>
            <a:gdLst>
              <a:gd name="connsiteX0" fmla="*/ 376574 w 384636"/>
              <a:gd name="connsiteY0" fmla="*/ 282893 h 376618"/>
              <a:gd name="connsiteX1" fmla="*/ 344133 w 384636"/>
              <a:gd name="connsiteY1" fmla="*/ 282893 h 376618"/>
              <a:gd name="connsiteX2" fmla="*/ 240362 w 384636"/>
              <a:gd name="connsiteY2" fmla="*/ 188309 h 376618"/>
              <a:gd name="connsiteX3" fmla="*/ 191891 w 384636"/>
              <a:gd name="connsiteY3" fmla="*/ 188309 h 376618"/>
              <a:gd name="connsiteX4" fmla="*/ 191891 w 384636"/>
              <a:gd name="connsiteY4" fmla="*/ 93726 h 376618"/>
              <a:gd name="connsiteX5" fmla="*/ 231825 w 384636"/>
              <a:gd name="connsiteY5" fmla="*/ 93726 h 376618"/>
              <a:gd name="connsiteX6" fmla="*/ 239793 w 384636"/>
              <a:gd name="connsiteY6" fmla="*/ 85916 h 376618"/>
              <a:gd name="connsiteX7" fmla="*/ 239793 w 384636"/>
              <a:gd name="connsiteY7" fmla="*/ 7810 h 376618"/>
              <a:gd name="connsiteX8" fmla="*/ 231825 w 384636"/>
              <a:gd name="connsiteY8" fmla="*/ 0 h 376618"/>
              <a:gd name="connsiteX9" fmla="*/ 151863 w 384636"/>
              <a:gd name="connsiteY9" fmla="*/ 0 h 376618"/>
              <a:gd name="connsiteX10" fmla="*/ 143895 w 384636"/>
              <a:gd name="connsiteY10" fmla="*/ 7810 h 376618"/>
              <a:gd name="connsiteX11" fmla="*/ 143895 w 384636"/>
              <a:gd name="connsiteY11" fmla="*/ 85916 h 376618"/>
              <a:gd name="connsiteX12" fmla="*/ 151863 w 384636"/>
              <a:gd name="connsiteY12" fmla="*/ 93726 h 376618"/>
              <a:gd name="connsiteX13" fmla="*/ 176145 w 384636"/>
              <a:gd name="connsiteY13" fmla="*/ 93726 h 376618"/>
              <a:gd name="connsiteX14" fmla="*/ 176145 w 384636"/>
              <a:gd name="connsiteY14" fmla="*/ 188309 h 376618"/>
              <a:gd name="connsiteX15" fmla="*/ 144179 w 384636"/>
              <a:gd name="connsiteY15" fmla="*/ 188309 h 376618"/>
              <a:gd name="connsiteX16" fmla="*/ 40408 w 384636"/>
              <a:gd name="connsiteY16" fmla="*/ 282893 h 376618"/>
              <a:gd name="connsiteX17" fmla="*/ 7968 w 384636"/>
              <a:gd name="connsiteY17" fmla="*/ 282893 h 376618"/>
              <a:gd name="connsiteX18" fmla="*/ 0 w 384636"/>
              <a:gd name="connsiteY18" fmla="*/ 290703 h 376618"/>
              <a:gd name="connsiteX19" fmla="*/ 0 w 384636"/>
              <a:gd name="connsiteY19" fmla="*/ 368808 h 376618"/>
              <a:gd name="connsiteX20" fmla="*/ 7968 w 384636"/>
              <a:gd name="connsiteY20" fmla="*/ 376618 h 376618"/>
              <a:gd name="connsiteX21" fmla="*/ 87930 w 384636"/>
              <a:gd name="connsiteY21" fmla="*/ 376618 h 376618"/>
              <a:gd name="connsiteX22" fmla="*/ 95898 w 384636"/>
              <a:gd name="connsiteY22" fmla="*/ 368808 h 376618"/>
              <a:gd name="connsiteX23" fmla="*/ 95898 w 384636"/>
              <a:gd name="connsiteY23" fmla="*/ 290703 h 376618"/>
              <a:gd name="connsiteX24" fmla="*/ 87930 w 384636"/>
              <a:gd name="connsiteY24" fmla="*/ 282893 h 376618"/>
              <a:gd name="connsiteX25" fmla="*/ 56533 w 384636"/>
              <a:gd name="connsiteY25" fmla="*/ 282893 h 376618"/>
              <a:gd name="connsiteX26" fmla="*/ 144274 w 384636"/>
              <a:gd name="connsiteY26" fmla="*/ 203930 h 376618"/>
              <a:gd name="connsiteX27" fmla="*/ 176240 w 384636"/>
              <a:gd name="connsiteY27" fmla="*/ 203930 h 376618"/>
              <a:gd name="connsiteX28" fmla="*/ 176240 w 384636"/>
              <a:gd name="connsiteY28" fmla="*/ 282893 h 376618"/>
              <a:gd name="connsiteX29" fmla="*/ 151957 w 384636"/>
              <a:gd name="connsiteY29" fmla="*/ 282893 h 376618"/>
              <a:gd name="connsiteX30" fmla="*/ 143990 w 384636"/>
              <a:gd name="connsiteY30" fmla="*/ 290703 h 376618"/>
              <a:gd name="connsiteX31" fmla="*/ 143990 w 384636"/>
              <a:gd name="connsiteY31" fmla="*/ 368808 h 376618"/>
              <a:gd name="connsiteX32" fmla="*/ 151957 w 384636"/>
              <a:gd name="connsiteY32" fmla="*/ 376618 h 376618"/>
              <a:gd name="connsiteX33" fmla="*/ 231920 w 384636"/>
              <a:gd name="connsiteY33" fmla="*/ 376618 h 376618"/>
              <a:gd name="connsiteX34" fmla="*/ 239888 w 384636"/>
              <a:gd name="connsiteY34" fmla="*/ 368808 h 376618"/>
              <a:gd name="connsiteX35" fmla="*/ 239888 w 384636"/>
              <a:gd name="connsiteY35" fmla="*/ 290703 h 376618"/>
              <a:gd name="connsiteX36" fmla="*/ 231920 w 384636"/>
              <a:gd name="connsiteY36" fmla="*/ 282893 h 376618"/>
              <a:gd name="connsiteX37" fmla="*/ 191986 w 384636"/>
              <a:gd name="connsiteY37" fmla="*/ 282893 h 376618"/>
              <a:gd name="connsiteX38" fmla="*/ 191986 w 384636"/>
              <a:gd name="connsiteY38" fmla="*/ 203930 h 376618"/>
              <a:gd name="connsiteX39" fmla="*/ 240457 w 384636"/>
              <a:gd name="connsiteY39" fmla="*/ 203930 h 376618"/>
              <a:gd name="connsiteX40" fmla="*/ 328198 w 384636"/>
              <a:gd name="connsiteY40" fmla="*/ 282893 h 376618"/>
              <a:gd name="connsiteX41" fmla="*/ 295947 w 384636"/>
              <a:gd name="connsiteY41" fmla="*/ 282893 h 376618"/>
              <a:gd name="connsiteX42" fmla="*/ 287884 w 384636"/>
              <a:gd name="connsiteY42" fmla="*/ 290703 h 376618"/>
              <a:gd name="connsiteX43" fmla="*/ 287884 w 384636"/>
              <a:gd name="connsiteY43" fmla="*/ 368808 h 376618"/>
              <a:gd name="connsiteX44" fmla="*/ 295947 w 384636"/>
              <a:gd name="connsiteY44" fmla="*/ 376618 h 376618"/>
              <a:gd name="connsiteX45" fmla="*/ 376574 w 384636"/>
              <a:gd name="connsiteY45" fmla="*/ 376618 h 376618"/>
              <a:gd name="connsiteX46" fmla="*/ 384636 w 384636"/>
              <a:gd name="connsiteY46" fmla="*/ 368808 h 376618"/>
              <a:gd name="connsiteX47" fmla="*/ 384636 w 384636"/>
              <a:gd name="connsiteY47" fmla="*/ 290703 h 376618"/>
              <a:gd name="connsiteX48" fmla="*/ 376574 w 384636"/>
              <a:gd name="connsiteY48" fmla="*/ 282893 h 376618"/>
              <a:gd name="connsiteX49" fmla="*/ 159925 w 384636"/>
              <a:gd name="connsiteY49" fmla="*/ 15716 h 376618"/>
              <a:gd name="connsiteX50" fmla="*/ 223857 w 384636"/>
              <a:gd name="connsiteY50" fmla="*/ 15716 h 376618"/>
              <a:gd name="connsiteX51" fmla="*/ 223857 w 384636"/>
              <a:gd name="connsiteY51" fmla="*/ 78200 h 376618"/>
              <a:gd name="connsiteX52" fmla="*/ 159925 w 384636"/>
              <a:gd name="connsiteY52" fmla="*/ 78200 h 376618"/>
              <a:gd name="connsiteX53" fmla="*/ 159925 w 384636"/>
              <a:gd name="connsiteY53" fmla="*/ 15716 h 376618"/>
              <a:gd name="connsiteX54" fmla="*/ 79963 w 384636"/>
              <a:gd name="connsiteY54" fmla="*/ 360997 h 376618"/>
              <a:gd name="connsiteX55" fmla="*/ 16030 w 384636"/>
              <a:gd name="connsiteY55" fmla="*/ 360997 h 376618"/>
              <a:gd name="connsiteX56" fmla="*/ 16030 w 384636"/>
              <a:gd name="connsiteY56" fmla="*/ 298514 h 376618"/>
              <a:gd name="connsiteX57" fmla="*/ 79963 w 384636"/>
              <a:gd name="connsiteY57" fmla="*/ 298514 h 376618"/>
              <a:gd name="connsiteX58" fmla="*/ 79963 w 384636"/>
              <a:gd name="connsiteY58" fmla="*/ 360997 h 376618"/>
              <a:gd name="connsiteX59" fmla="*/ 223857 w 384636"/>
              <a:gd name="connsiteY59" fmla="*/ 360997 h 376618"/>
              <a:gd name="connsiteX60" fmla="*/ 159925 w 384636"/>
              <a:gd name="connsiteY60" fmla="*/ 360997 h 376618"/>
              <a:gd name="connsiteX61" fmla="*/ 159925 w 384636"/>
              <a:gd name="connsiteY61" fmla="*/ 298514 h 376618"/>
              <a:gd name="connsiteX62" fmla="*/ 223857 w 384636"/>
              <a:gd name="connsiteY62" fmla="*/ 298514 h 376618"/>
              <a:gd name="connsiteX63" fmla="*/ 223857 w 384636"/>
              <a:gd name="connsiteY63" fmla="*/ 360997 h 376618"/>
              <a:gd name="connsiteX64" fmla="*/ 368511 w 384636"/>
              <a:gd name="connsiteY64" fmla="*/ 360997 h 376618"/>
              <a:gd name="connsiteX65" fmla="*/ 304010 w 384636"/>
              <a:gd name="connsiteY65" fmla="*/ 360997 h 376618"/>
              <a:gd name="connsiteX66" fmla="*/ 304010 w 384636"/>
              <a:gd name="connsiteY66" fmla="*/ 298514 h 376618"/>
              <a:gd name="connsiteX67" fmla="*/ 368511 w 384636"/>
              <a:gd name="connsiteY67" fmla="*/ 298514 h 376618"/>
              <a:gd name="connsiteX68" fmla="*/ 368511 w 384636"/>
              <a:gd name="connsiteY68" fmla="*/ 360997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84636" h="376618">
                <a:moveTo>
                  <a:pt x="376574" y="282893"/>
                </a:moveTo>
                <a:lnTo>
                  <a:pt x="344133" y="282893"/>
                </a:lnTo>
                <a:cubicBezTo>
                  <a:pt x="340339" y="230124"/>
                  <a:pt x="295378" y="188309"/>
                  <a:pt x="240362" y="188309"/>
                </a:cubicBezTo>
                <a:lnTo>
                  <a:pt x="191891" y="188309"/>
                </a:lnTo>
                <a:lnTo>
                  <a:pt x="191891" y="93726"/>
                </a:lnTo>
                <a:lnTo>
                  <a:pt x="231825" y="93726"/>
                </a:lnTo>
                <a:cubicBezTo>
                  <a:pt x="237137" y="93726"/>
                  <a:pt x="239793" y="91154"/>
                  <a:pt x="239793" y="85916"/>
                </a:cubicBezTo>
                <a:lnTo>
                  <a:pt x="239793" y="7810"/>
                </a:lnTo>
                <a:cubicBezTo>
                  <a:pt x="239793" y="3905"/>
                  <a:pt x="237137" y="0"/>
                  <a:pt x="231825" y="0"/>
                </a:cubicBezTo>
                <a:lnTo>
                  <a:pt x="151863" y="0"/>
                </a:lnTo>
                <a:cubicBezTo>
                  <a:pt x="147879" y="0"/>
                  <a:pt x="143895" y="3905"/>
                  <a:pt x="143895" y="7810"/>
                </a:cubicBezTo>
                <a:lnTo>
                  <a:pt x="143895" y="85916"/>
                </a:lnTo>
                <a:cubicBezTo>
                  <a:pt x="143895" y="91154"/>
                  <a:pt x="147879" y="93726"/>
                  <a:pt x="151863" y="93726"/>
                </a:cubicBezTo>
                <a:lnTo>
                  <a:pt x="176145" y="93726"/>
                </a:lnTo>
                <a:lnTo>
                  <a:pt x="176145" y="188309"/>
                </a:lnTo>
                <a:lnTo>
                  <a:pt x="144179" y="188309"/>
                </a:lnTo>
                <a:cubicBezTo>
                  <a:pt x="89258" y="188309"/>
                  <a:pt x="44202" y="230124"/>
                  <a:pt x="40408" y="282893"/>
                </a:cubicBezTo>
                <a:lnTo>
                  <a:pt x="7968" y="282893"/>
                </a:lnTo>
                <a:cubicBezTo>
                  <a:pt x="3984" y="282893"/>
                  <a:pt x="0" y="286798"/>
                  <a:pt x="0" y="290703"/>
                </a:cubicBezTo>
                <a:lnTo>
                  <a:pt x="0" y="368808"/>
                </a:lnTo>
                <a:cubicBezTo>
                  <a:pt x="0" y="374047"/>
                  <a:pt x="3984" y="376618"/>
                  <a:pt x="7968" y="376618"/>
                </a:cubicBezTo>
                <a:lnTo>
                  <a:pt x="87930" y="376618"/>
                </a:lnTo>
                <a:cubicBezTo>
                  <a:pt x="93242" y="376618"/>
                  <a:pt x="95898" y="374047"/>
                  <a:pt x="95898" y="368808"/>
                </a:cubicBezTo>
                <a:lnTo>
                  <a:pt x="95898" y="290703"/>
                </a:lnTo>
                <a:cubicBezTo>
                  <a:pt x="95898" y="286798"/>
                  <a:pt x="93242" y="282893"/>
                  <a:pt x="87930" y="282893"/>
                </a:cubicBezTo>
                <a:lnTo>
                  <a:pt x="56533" y="282893"/>
                </a:lnTo>
                <a:cubicBezTo>
                  <a:pt x="60328" y="239173"/>
                  <a:pt x="98649" y="203930"/>
                  <a:pt x="144274" y="203930"/>
                </a:cubicBezTo>
                <a:lnTo>
                  <a:pt x="176240" y="203930"/>
                </a:lnTo>
                <a:lnTo>
                  <a:pt x="176240" y="282893"/>
                </a:lnTo>
                <a:lnTo>
                  <a:pt x="151957" y="282893"/>
                </a:lnTo>
                <a:cubicBezTo>
                  <a:pt x="147973" y="282893"/>
                  <a:pt x="143990" y="286798"/>
                  <a:pt x="143990" y="290703"/>
                </a:cubicBezTo>
                <a:lnTo>
                  <a:pt x="143990" y="368808"/>
                </a:lnTo>
                <a:cubicBezTo>
                  <a:pt x="143990" y="374047"/>
                  <a:pt x="147973" y="376618"/>
                  <a:pt x="151957" y="376618"/>
                </a:cubicBezTo>
                <a:lnTo>
                  <a:pt x="231920" y="376618"/>
                </a:lnTo>
                <a:cubicBezTo>
                  <a:pt x="237232" y="376618"/>
                  <a:pt x="239888" y="374047"/>
                  <a:pt x="239888" y="368808"/>
                </a:cubicBezTo>
                <a:lnTo>
                  <a:pt x="239888" y="290703"/>
                </a:lnTo>
                <a:cubicBezTo>
                  <a:pt x="239888" y="286798"/>
                  <a:pt x="237232" y="282893"/>
                  <a:pt x="231920" y="282893"/>
                </a:cubicBezTo>
                <a:lnTo>
                  <a:pt x="191986" y="282893"/>
                </a:lnTo>
                <a:lnTo>
                  <a:pt x="191986" y="203930"/>
                </a:lnTo>
                <a:lnTo>
                  <a:pt x="240457" y="203930"/>
                </a:lnTo>
                <a:cubicBezTo>
                  <a:pt x="287315" y="203930"/>
                  <a:pt x="324498" y="239173"/>
                  <a:pt x="328198" y="282893"/>
                </a:cubicBezTo>
                <a:lnTo>
                  <a:pt x="295947" y="282893"/>
                </a:lnTo>
                <a:cubicBezTo>
                  <a:pt x="291868" y="282893"/>
                  <a:pt x="287884" y="286798"/>
                  <a:pt x="287884" y="290703"/>
                </a:cubicBezTo>
                <a:lnTo>
                  <a:pt x="287884" y="368808"/>
                </a:lnTo>
                <a:cubicBezTo>
                  <a:pt x="287884" y="374047"/>
                  <a:pt x="291963" y="376618"/>
                  <a:pt x="295947" y="376618"/>
                </a:cubicBezTo>
                <a:lnTo>
                  <a:pt x="376574" y="376618"/>
                </a:lnTo>
                <a:cubicBezTo>
                  <a:pt x="381980" y="376618"/>
                  <a:pt x="384636" y="374047"/>
                  <a:pt x="384636" y="368808"/>
                </a:cubicBezTo>
                <a:lnTo>
                  <a:pt x="384636" y="290703"/>
                </a:lnTo>
                <a:cubicBezTo>
                  <a:pt x="384636" y="286798"/>
                  <a:pt x="381980" y="282893"/>
                  <a:pt x="376574" y="282893"/>
                </a:cubicBezTo>
                <a:close/>
                <a:moveTo>
                  <a:pt x="159925" y="15716"/>
                </a:moveTo>
                <a:lnTo>
                  <a:pt x="223857" y="15716"/>
                </a:lnTo>
                <a:lnTo>
                  <a:pt x="223857" y="78200"/>
                </a:lnTo>
                <a:lnTo>
                  <a:pt x="159925" y="78200"/>
                </a:lnTo>
                <a:lnTo>
                  <a:pt x="159925" y="15716"/>
                </a:lnTo>
                <a:close/>
                <a:moveTo>
                  <a:pt x="79963" y="360997"/>
                </a:moveTo>
                <a:lnTo>
                  <a:pt x="16030" y="360997"/>
                </a:lnTo>
                <a:lnTo>
                  <a:pt x="16030" y="298514"/>
                </a:lnTo>
                <a:lnTo>
                  <a:pt x="79963" y="298514"/>
                </a:lnTo>
                <a:lnTo>
                  <a:pt x="79963" y="360997"/>
                </a:lnTo>
                <a:close/>
                <a:moveTo>
                  <a:pt x="223857" y="360997"/>
                </a:moveTo>
                <a:lnTo>
                  <a:pt x="159925" y="360997"/>
                </a:lnTo>
                <a:lnTo>
                  <a:pt x="159925" y="298514"/>
                </a:lnTo>
                <a:lnTo>
                  <a:pt x="223857" y="298514"/>
                </a:lnTo>
                <a:lnTo>
                  <a:pt x="223857" y="360997"/>
                </a:lnTo>
                <a:close/>
                <a:moveTo>
                  <a:pt x="368511" y="360997"/>
                </a:moveTo>
                <a:lnTo>
                  <a:pt x="304010" y="360997"/>
                </a:lnTo>
                <a:lnTo>
                  <a:pt x="304010" y="298514"/>
                </a:lnTo>
                <a:lnTo>
                  <a:pt x="368511" y="298514"/>
                </a:lnTo>
                <a:lnTo>
                  <a:pt x="368511" y="36099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5" name="Graphic 52">
            <a:extLst>
              <a:ext uri="{FF2B5EF4-FFF2-40B4-BE49-F238E27FC236}">
                <a16:creationId xmlns:a16="http://schemas.microsoft.com/office/drawing/2014/main" id="{05214F7C-ECFB-707D-34E0-5850205111A8}"/>
              </a:ext>
            </a:extLst>
          </p:cNvPr>
          <p:cNvSpPr/>
          <p:nvPr/>
        </p:nvSpPr>
        <p:spPr>
          <a:xfrm>
            <a:off x="4571129" y="773571"/>
            <a:ext cx="511750" cy="501082"/>
          </a:xfrm>
          <a:custGeom>
            <a:avLst/>
            <a:gdLst>
              <a:gd name="connsiteX0" fmla="*/ 376574 w 384636"/>
              <a:gd name="connsiteY0" fmla="*/ 282893 h 376618"/>
              <a:gd name="connsiteX1" fmla="*/ 344133 w 384636"/>
              <a:gd name="connsiteY1" fmla="*/ 282893 h 376618"/>
              <a:gd name="connsiteX2" fmla="*/ 240362 w 384636"/>
              <a:gd name="connsiteY2" fmla="*/ 188309 h 376618"/>
              <a:gd name="connsiteX3" fmla="*/ 191891 w 384636"/>
              <a:gd name="connsiteY3" fmla="*/ 188309 h 376618"/>
              <a:gd name="connsiteX4" fmla="*/ 191891 w 384636"/>
              <a:gd name="connsiteY4" fmla="*/ 93726 h 376618"/>
              <a:gd name="connsiteX5" fmla="*/ 231825 w 384636"/>
              <a:gd name="connsiteY5" fmla="*/ 93726 h 376618"/>
              <a:gd name="connsiteX6" fmla="*/ 239793 w 384636"/>
              <a:gd name="connsiteY6" fmla="*/ 85916 h 376618"/>
              <a:gd name="connsiteX7" fmla="*/ 239793 w 384636"/>
              <a:gd name="connsiteY7" fmla="*/ 7810 h 376618"/>
              <a:gd name="connsiteX8" fmla="*/ 231825 w 384636"/>
              <a:gd name="connsiteY8" fmla="*/ 0 h 376618"/>
              <a:gd name="connsiteX9" fmla="*/ 151863 w 384636"/>
              <a:gd name="connsiteY9" fmla="*/ 0 h 376618"/>
              <a:gd name="connsiteX10" fmla="*/ 143895 w 384636"/>
              <a:gd name="connsiteY10" fmla="*/ 7810 h 376618"/>
              <a:gd name="connsiteX11" fmla="*/ 143895 w 384636"/>
              <a:gd name="connsiteY11" fmla="*/ 85916 h 376618"/>
              <a:gd name="connsiteX12" fmla="*/ 151863 w 384636"/>
              <a:gd name="connsiteY12" fmla="*/ 93726 h 376618"/>
              <a:gd name="connsiteX13" fmla="*/ 176145 w 384636"/>
              <a:gd name="connsiteY13" fmla="*/ 93726 h 376618"/>
              <a:gd name="connsiteX14" fmla="*/ 176145 w 384636"/>
              <a:gd name="connsiteY14" fmla="*/ 188309 h 376618"/>
              <a:gd name="connsiteX15" fmla="*/ 144179 w 384636"/>
              <a:gd name="connsiteY15" fmla="*/ 188309 h 376618"/>
              <a:gd name="connsiteX16" fmla="*/ 40408 w 384636"/>
              <a:gd name="connsiteY16" fmla="*/ 282893 h 376618"/>
              <a:gd name="connsiteX17" fmla="*/ 7968 w 384636"/>
              <a:gd name="connsiteY17" fmla="*/ 282893 h 376618"/>
              <a:gd name="connsiteX18" fmla="*/ 0 w 384636"/>
              <a:gd name="connsiteY18" fmla="*/ 290703 h 376618"/>
              <a:gd name="connsiteX19" fmla="*/ 0 w 384636"/>
              <a:gd name="connsiteY19" fmla="*/ 368808 h 376618"/>
              <a:gd name="connsiteX20" fmla="*/ 7968 w 384636"/>
              <a:gd name="connsiteY20" fmla="*/ 376618 h 376618"/>
              <a:gd name="connsiteX21" fmla="*/ 87930 w 384636"/>
              <a:gd name="connsiteY21" fmla="*/ 376618 h 376618"/>
              <a:gd name="connsiteX22" fmla="*/ 95898 w 384636"/>
              <a:gd name="connsiteY22" fmla="*/ 368808 h 376618"/>
              <a:gd name="connsiteX23" fmla="*/ 95898 w 384636"/>
              <a:gd name="connsiteY23" fmla="*/ 290703 h 376618"/>
              <a:gd name="connsiteX24" fmla="*/ 87930 w 384636"/>
              <a:gd name="connsiteY24" fmla="*/ 282893 h 376618"/>
              <a:gd name="connsiteX25" fmla="*/ 56533 w 384636"/>
              <a:gd name="connsiteY25" fmla="*/ 282893 h 376618"/>
              <a:gd name="connsiteX26" fmla="*/ 144274 w 384636"/>
              <a:gd name="connsiteY26" fmla="*/ 203930 h 376618"/>
              <a:gd name="connsiteX27" fmla="*/ 176240 w 384636"/>
              <a:gd name="connsiteY27" fmla="*/ 203930 h 376618"/>
              <a:gd name="connsiteX28" fmla="*/ 176240 w 384636"/>
              <a:gd name="connsiteY28" fmla="*/ 282893 h 376618"/>
              <a:gd name="connsiteX29" fmla="*/ 151957 w 384636"/>
              <a:gd name="connsiteY29" fmla="*/ 282893 h 376618"/>
              <a:gd name="connsiteX30" fmla="*/ 143990 w 384636"/>
              <a:gd name="connsiteY30" fmla="*/ 290703 h 376618"/>
              <a:gd name="connsiteX31" fmla="*/ 143990 w 384636"/>
              <a:gd name="connsiteY31" fmla="*/ 368808 h 376618"/>
              <a:gd name="connsiteX32" fmla="*/ 151957 w 384636"/>
              <a:gd name="connsiteY32" fmla="*/ 376618 h 376618"/>
              <a:gd name="connsiteX33" fmla="*/ 231920 w 384636"/>
              <a:gd name="connsiteY33" fmla="*/ 376618 h 376618"/>
              <a:gd name="connsiteX34" fmla="*/ 239888 w 384636"/>
              <a:gd name="connsiteY34" fmla="*/ 368808 h 376618"/>
              <a:gd name="connsiteX35" fmla="*/ 239888 w 384636"/>
              <a:gd name="connsiteY35" fmla="*/ 290703 h 376618"/>
              <a:gd name="connsiteX36" fmla="*/ 231920 w 384636"/>
              <a:gd name="connsiteY36" fmla="*/ 282893 h 376618"/>
              <a:gd name="connsiteX37" fmla="*/ 191986 w 384636"/>
              <a:gd name="connsiteY37" fmla="*/ 282893 h 376618"/>
              <a:gd name="connsiteX38" fmla="*/ 191986 w 384636"/>
              <a:gd name="connsiteY38" fmla="*/ 203930 h 376618"/>
              <a:gd name="connsiteX39" fmla="*/ 240457 w 384636"/>
              <a:gd name="connsiteY39" fmla="*/ 203930 h 376618"/>
              <a:gd name="connsiteX40" fmla="*/ 328198 w 384636"/>
              <a:gd name="connsiteY40" fmla="*/ 282893 h 376618"/>
              <a:gd name="connsiteX41" fmla="*/ 295947 w 384636"/>
              <a:gd name="connsiteY41" fmla="*/ 282893 h 376618"/>
              <a:gd name="connsiteX42" fmla="*/ 287884 w 384636"/>
              <a:gd name="connsiteY42" fmla="*/ 290703 h 376618"/>
              <a:gd name="connsiteX43" fmla="*/ 287884 w 384636"/>
              <a:gd name="connsiteY43" fmla="*/ 368808 h 376618"/>
              <a:gd name="connsiteX44" fmla="*/ 295947 w 384636"/>
              <a:gd name="connsiteY44" fmla="*/ 376618 h 376618"/>
              <a:gd name="connsiteX45" fmla="*/ 376574 w 384636"/>
              <a:gd name="connsiteY45" fmla="*/ 376618 h 376618"/>
              <a:gd name="connsiteX46" fmla="*/ 384636 w 384636"/>
              <a:gd name="connsiteY46" fmla="*/ 368808 h 376618"/>
              <a:gd name="connsiteX47" fmla="*/ 384636 w 384636"/>
              <a:gd name="connsiteY47" fmla="*/ 290703 h 376618"/>
              <a:gd name="connsiteX48" fmla="*/ 376574 w 384636"/>
              <a:gd name="connsiteY48" fmla="*/ 282893 h 376618"/>
              <a:gd name="connsiteX49" fmla="*/ 159925 w 384636"/>
              <a:gd name="connsiteY49" fmla="*/ 15716 h 376618"/>
              <a:gd name="connsiteX50" fmla="*/ 223857 w 384636"/>
              <a:gd name="connsiteY50" fmla="*/ 15716 h 376618"/>
              <a:gd name="connsiteX51" fmla="*/ 223857 w 384636"/>
              <a:gd name="connsiteY51" fmla="*/ 78200 h 376618"/>
              <a:gd name="connsiteX52" fmla="*/ 159925 w 384636"/>
              <a:gd name="connsiteY52" fmla="*/ 78200 h 376618"/>
              <a:gd name="connsiteX53" fmla="*/ 159925 w 384636"/>
              <a:gd name="connsiteY53" fmla="*/ 15716 h 376618"/>
              <a:gd name="connsiteX54" fmla="*/ 79963 w 384636"/>
              <a:gd name="connsiteY54" fmla="*/ 360997 h 376618"/>
              <a:gd name="connsiteX55" fmla="*/ 16030 w 384636"/>
              <a:gd name="connsiteY55" fmla="*/ 360997 h 376618"/>
              <a:gd name="connsiteX56" fmla="*/ 16030 w 384636"/>
              <a:gd name="connsiteY56" fmla="*/ 298514 h 376618"/>
              <a:gd name="connsiteX57" fmla="*/ 79963 w 384636"/>
              <a:gd name="connsiteY57" fmla="*/ 298514 h 376618"/>
              <a:gd name="connsiteX58" fmla="*/ 79963 w 384636"/>
              <a:gd name="connsiteY58" fmla="*/ 360997 h 376618"/>
              <a:gd name="connsiteX59" fmla="*/ 223857 w 384636"/>
              <a:gd name="connsiteY59" fmla="*/ 360997 h 376618"/>
              <a:gd name="connsiteX60" fmla="*/ 159925 w 384636"/>
              <a:gd name="connsiteY60" fmla="*/ 360997 h 376618"/>
              <a:gd name="connsiteX61" fmla="*/ 159925 w 384636"/>
              <a:gd name="connsiteY61" fmla="*/ 298514 h 376618"/>
              <a:gd name="connsiteX62" fmla="*/ 223857 w 384636"/>
              <a:gd name="connsiteY62" fmla="*/ 298514 h 376618"/>
              <a:gd name="connsiteX63" fmla="*/ 223857 w 384636"/>
              <a:gd name="connsiteY63" fmla="*/ 360997 h 376618"/>
              <a:gd name="connsiteX64" fmla="*/ 368511 w 384636"/>
              <a:gd name="connsiteY64" fmla="*/ 360997 h 376618"/>
              <a:gd name="connsiteX65" fmla="*/ 304010 w 384636"/>
              <a:gd name="connsiteY65" fmla="*/ 360997 h 376618"/>
              <a:gd name="connsiteX66" fmla="*/ 304010 w 384636"/>
              <a:gd name="connsiteY66" fmla="*/ 298514 h 376618"/>
              <a:gd name="connsiteX67" fmla="*/ 368511 w 384636"/>
              <a:gd name="connsiteY67" fmla="*/ 298514 h 376618"/>
              <a:gd name="connsiteX68" fmla="*/ 368511 w 384636"/>
              <a:gd name="connsiteY68" fmla="*/ 360997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84636" h="376618">
                <a:moveTo>
                  <a:pt x="376574" y="282893"/>
                </a:moveTo>
                <a:lnTo>
                  <a:pt x="344133" y="282893"/>
                </a:lnTo>
                <a:cubicBezTo>
                  <a:pt x="340339" y="230124"/>
                  <a:pt x="295378" y="188309"/>
                  <a:pt x="240362" y="188309"/>
                </a:cubicBezTo>
                <a:lnTo>
                  <a:pt x="191891" y="188309"/>
                </a:lnTo>
                <a:lnTo>
                  <a:pt x="191891" y="93726"/>
                </a:lnTo>
                <a:lnTo>
                  <a:pt x="231825" y="93726"/>
                </a:lnTo>
                <a:cubicBezTo>
                  <a:pt x="237137" y="93726"/>
                  <a:pt x="239793" y="91154"/>
                  <a:pt x="239793" y="85916"/>
                </a:cubicBezTo>
                <a:lnTo>
                  <a:pt x="239793" y="7810"/>
                </a:lnTo>
                <a:cubicBezTo>
                  <a:pt x="239793" y="3905"/>
                  <a:pt x="237137" y="0"/>
                  <a:pt x="231825" y="0"/>
                </a:cubicBezTo>
                <a:lnTo>
                  <a:pt x="151863" y="0"/>
                </a:lnTo>
                <a:cubicBezTo>
                  <a:pt x="147879" y="0"/>
                  <a:pt x="143895" y="3905"/>
                  <a:pt x="143895" y="7810"/>
                </a:cubicBezTo>
                <a:lnTo>
                  <a:pt x="143895" y="85916"/>
                </a:lnTo>
                <a:cubicBezTo>
                  <a:pt x="143895" y="91154"/>
                  <a:pt x="147879" y="93726"/>
                  <a:pt x="151863" y="93726"/>
                </a:cubicBezTo>
                <a:lnTo>
                  <a:pt x="176145" y="93726"/>
                </a:lnTo>
                <a:lnTo>
                  <a:pt x="176145" y="188309"/>
                </a:lnTo>
                <a:lnTo>
                  <a:pt x="144179" y="188309"/>
                </a:lnTo>
                <a:cubicBezTo>
                  <a:pt x="89258" y="188309"/>
                  <a:pt x="44202" y="230124"/>
                  <a:pt x="40408" y="282893"/>
                </a:cubicBezTo>
                <a:lnTo>
                  <a:pt x="7968" y="282893"/>
                </a:lnTo>
                <a:cubicBezTo>
                  <a:pt x="3984" y="282893"/>
                  <a:pt x="0" y="286798"/>
                  <a:pt x="0" y="290703"/>
                </a:cubicBezTo>
                <a:lnTo>
                  <a:pt x="0" y="368808"/>
                </a:lnTo>
                <a:cubicBezTo>
                  <a:pt x="0" y="374047"/>
                  <a:pt x="3984" y="376618"/>
                  <a:pt x="7968" y="376618"/>
                </a:cubicBezTo>
                <a:lnTo>
                  <a:pt x="87930" y="376618"/>
                </a:lnTo>
                <a:cubicBezTo>
                  <a:pt x="93242" y="376618"/>
                  <a:pt x="95898" y="374047"/>
                  <a:pt x="95898" y="368808"/>
                </a:cubicBezTo>
                <a:lnTo>
                  <a:pt x="95898" y="290703"/>
                </a:lnTo>
                <a:cubicBezTo>
                  <a:pt x="95898" y="286798"/>
                  <a:pt x="93242" y="282893"/>
                  <a:pt x="87930" y="282893"/>
                </a:cubicBezTo>
                <a:lnTo>
                  <a:pt x="56533" y="282893"/>
                </a:lnTo>
                <a:cubicBezTo>
                  <a:pt x="60328" y="239173"/>
                  <a:pt x="98649" y="203930"/>
                  <a:pt x="144274" y="203930"/>
                </a:cubicBezTo>
                <a:lnTo>
                  <a:pt x="176240" y="203930"/>
                </a:lnTo>
                <a:lnTo>
                  <a:pt x="176240" y="282893"/>
                </a:lnTo>
                <a:lnTo>
                  <a:pt x="151957" y="282893"/>
                </a:lnTo>
                <a:cubicBezTo>
                  <a:pt x="147973" y="282893"/>
                  <a:pt x="143990" y="286798"/>
                  <a:pt x="143990" y="290703"/>
                </a:cubicBezTo>
                <a:lnTo>
                  <a:pt x="143990" y="368808"/>
                </a:lnTo>
                <a:cubicBezTo>
                  <a:pt x="143990" y="374047"/>
                  <a:pt x="147973" y="376618"/>
                  <a:pt x="151957" y="376618"/>
                </a:cubicBezTo>
                <a:lnTo>
                  <a:pt x="231920" y="376618"/>
                </a:lnTo>
                <a:cubicBezTo>
                  <a:pt x="237232" y="376618"/>
                  <a:pt x="239888" y="374047"/>
                  <a:pt x="239888" y="368808"/>
                </a:cubicBezTo>
                <a:lnTo>
                  <a:pt x="239888" y="290703"/>
                </a:lnTo>
                <a:cubicBezTo>
                  <a:pt x="239888" y="286798"/>
                  <a:pt x="237232" y="282893"/>
                  <a:pt x="231920" y="282893"/>
                </a:cubicBezTo>
                <a:lnTo>
                  <a:pt x="191986" y="282893"/>
                </a:lnTo>
                <a:lnTo>
                  <a:pt x="191986" y="203930"/>
                </a:lnTo>
                <a:lnTo>
                  <a:pt x="240457" y="203930"/>
                </a:lnTo>
                <a:cubicBezTo>
                  <a:pt x="287315" y="203930"/>
                  <a:pt x="324498" y="239173"/>
                  <a:pt x="328198" y="282893"/>
                </a:cubicBezTo>
                <a:lnTo>
                  <a:pt x="295947" y="282893"/>
                </a:lnTo>
                <a:cubicBezTo>
                  <a:pt x="291868" y="282893"/>
                  <a:pt x="287884" y="286798"/>
                  <a:pt x="287884" y="290703"/>
                </a:cubicBezTo>
                <a:lnTo>
                  <a:pt x="287884" y="368808"/>
                </a:lnTo>
                <a:cubicBezTo>
                  <a:pt x="287884" y="374047"/>
                  <a:pt x="291963" y="376618"/>
                  <a:pt x="295947" y="376618"/>
                </a:cubicBezTo>
                <a:lnTo>
                  <a:pt x="376574" y="376618"/>
                </a:lnTo>
                <a:cubicBezTo>
                  <a:pt x="381980" y="376618"/>
                  <a:pt x="384636" y="374047"/>
                  <a:pt x="384636" y="368808"/>
                </a:cubicBezTo>
                <a:lnTo>
                  <a:pt x="384636" y="290703"/>
                </a:lnTo>
                <a:cubicBezTo>
                  <a:pt x="384636" y="286798"/>
                  <a:pt x="381980" y="282893"/>
                  <a:pt x="376574" y="282893"/>
                </a:cubicBezTo>
                <a:close/>
                <a:moveTo>
                  <a:pt x="159925" y="15716"/>
                </a:moveTo>
                <a:lnTo>
                  <a:pt x="223857" y="15716"/>
                </a:lnTo>
                <a:lnTo>
                  <a:pt x="223857" y="78200"/>
                </a:lnTo>
                <a:lnTo>
                  <a:pt x="159925" y="78200"/>
                </a:lnTo>
                <a:lnTo>
                  <a:pt x="159925" y="15716"/>
                </a:lnTo>
                <a:close/>
                <a:moveTo>
                  <a:pt x="79963" y="360997"/>
                </a:moveTo>
                <a:lnTo>
                  <a:pt x="16030" y="360997"/>
                </a:lnTo>
                <a:lnTo>
                  <a:pt x="16030" y="298514"/>
                </a:lnTo>
                <a:lnTo>
                  <a:pt x="79963" y="298514"/>
                </a:lnTo>
                <a:lnTo>
                  <a:pt x="79963" y="360997"/>
                </a:lnTo>
                <a:close/>
                <a:moveTo>
                  <a:pt x="223857" y="360997"/>
                </a:moveTo>
                <a:lnTo>
                  <a:pt x="159925" y="360997"/>
                </a:lnTo>
                <a:lnTo>
                  <a:pt x="159925" y="298514"/>
                </a:lnTo>
                <a:lnTo>
                  <a:pt x="223857" y="298514"/>
                </a:lnTo>
                <a:lnTo>
                  <a:pt x="223857" y="360997"/>
                </a:lnTo>
                <a:close/>
                <a:moveTo>
                  <a:pt x="368511" y="360997"/>
                </a:moveTo>
                <a:lnTo>
                  <a:pt x="304010" y="360997"/>
                </a:lnTo>
                <a:lnTo>
                  <a:pt x="304010" y="298514"/>
                </a:lnTo>
                <a:lnTo>
                  <a:pt x="368511" y="298514"/>
                </a:lnTo>
                <a:lnTo>
                  <a:pt x="368511" y="36099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6" name="Graphic 52">
            <a:extLst>
              <a:ext uri="{FF2B5EF4-FFF2-40B4-BE49-F238E27FC236}">
                <a16:creationId xmlns:a16="http://schemas.microsoft.com/office/drawing/2014/main" id="{809DE84B-D053-5F38-7F2B-EBDAA8A56638}"/>
              </a:ext>
            </a:extLst>
          </p:cNvPr>
          <p:cNvSpPr/>
          <p:nvPr/>
        </p:nvSpPr>
        <p:spPr>
          <a:xfrm>
            <a:off x="3812304" y="1411746"/>
            <a:ext cx="511750" cy="501082"/>
          </a:xfrm>
          <a:custGeom>
            <a:avLst/>
            <a:gdLst>
              <a:gd name="connsiteX0" fmla="*/ 376574 w 384636"/>
              <a:gd name="connsiteY0" fmla="*/ 282893 h 376618"/>
              <a:gd name="connsiteX1" fmla="*/ 344133 w 384636"/>
              <a:gd name="connsiteY1" fmla="*/ 282893 h 376618"/>
              <a:gd name="connsiteX2" fmla="*/ 240362 w 384636"/>
              <a:gd name="connsiteY2" fmla="*/ 188309 h 376618"/>
              <a:gd name="connsiteX3" fmla="*/ 191891 w 384636"/>
              <a:gd name="connsiteY3" fmla="*/ 188309 h 376618"/>
              <a:gd name="connsiteX4" fmla="*/ 191891 w 384636"/>
              <a:gd name="connsiteY4" fmla="*/ 93726 h 376618"/>
              <a:gd name="connsiteX5" fmla="*/ 231825 w 384636"/>
              <a:gd name="connsiteY5" fmla="*/ 93726 h 376618"/>
              <a:gd name="connsiteX6" fmla="*/ 239793 w 384636"/>
              <a:gd name="connsiteY6" fmla="*/ 85916 h 376618"/>
              <a:gd name="connsiteX7" fmla="*/ 239793 w 384636"/>
              <a:gd name="connsiteY7" fmla="*/ 7810 h 376618"/>
              <a:gd name="connsiteX8" fmla="*/ 231825 w 384636"/>
              <a:gd name="connsiteY8" fmla="*/ 0 h 376618"/>
              <a:gd name="connsiteX9" fmla="*/ 151863 w 384636"/>
              <a:gd name="connsiteY9" fmla="*/ 0 h 376618"/>
              <a:gd name="connsiteX10" fmla="*/ 143895 w 384636"/>
              <a:gd name="connsiteY10" fmla="*/ 7810 h 376618"/>
              <a:gd name="connsiteX11" fmla="*/ 143895 w 384636"/>
              <a:gd name="connsiteY11" fmla="*/ 85916 h 376618"/>
              <a:gd name="connsiteX12" fmla="*/ 151863 w 384636"/>
              <a:gd name="connsiteY12" fmla="*/ 93726 h 376618"/>
              <a:gd name="connsiteX13" fmla="*/ 176145 w 384636"/>
              <a:gd name="connsiteY13" fmla="*/ 93726 h 376618"/>
              <a:gd name="connsiteX14" fmla="*/ 176145 w 384636"/>
              <a:gd name="connsiteY14" fmla="*/ 188309 h 376618"/>
              <a:gd name="connsiteX15" fmla="*/ 144179 w 384636"/>
              <a:gd name="connsiteY15" fmla="*/ 188309 h 376618"/>
              <a:gd name="connsiteX16" fmla="*/ 40408 w 384636"/>
              <a:gd name="connsiteY16" fmla="*/ 282893 h 376618"/>
              <a:gd name="connsiteX17" fmla="*/ 7968 w 384636"/>
              <a:gd name="connsiteY17" fmla="*/ 282893 h 376618"/>
              <a:gd name="connsiteX18" fmla="*/ 0 w 384636"/>
              <a:gd name="connsiteY18" fmla="*/ 290703 h 376618"/>
              <a:gd name="connsiteX19" fmla="*/ 0 w 384636"/>
              <a:gd name="connsiteY19" fmla="*/ 368808 h 376618"/>
              <a:gd name="connsiteX20" fmla="*/ 7968 w 384636"/>
              <a:gd name="connsiteY20" fmla="*/ 376618 h 376618"/>
              <a:gd name="connsiteX21" fmla="*/ 87930 w 384636"/>
              <a:gd name="connsiteY21" fmla="*/ 376618 h 376618"/>
              <a:gd name="connsiteX22" fmla="*/ 95898 w 384636"/>
              <a:gd name="connsiteY22" fmla="*/ 368808 h 376618"/>
              <a:gd name="connsiteX23" fmla="*/ 95898 w 384636"/>
              <a:gd name="connsiteY23" fmla="*/ 290703 h 376618"/>
              <a:gd name="connsiteX24" fmla="*/ 87930 w 384636"/>
              <a:gd name="connsiteY24" fmla="*/ 282893 h 376618"/>
              <a:gd name="connsiteX25" fmla="*/ 56533 w 384636"/>
              <a:gd name="connsiteY25" fmla="*/ 282893 h 376618"/>
              <a:gd name="connsiteX26" fmla="*/ 144274 w 384636"/>
              <a:gd name="connsiteY26" fmla="*/ 203930 h 376618"/>
              <a:gd name="connsiteX27" fmla="*/ 176240 w 384636"/>
              <a:gd name="connsiteY27" fmla="*/ 203930 h 376618"/>
              <a:gd name="connsiteX28" fmla="*/ 176240 w 384636"/>
              <a:gd name="connsiteY28" fmla="*/ 282893 h 376618"/>
              <a:gd name="connsiteX29" fmla="*/ 151957 w 384636"/>
              <a:gd name="connsiteY29" fmla="*/ 282893 h 376618"/>
              <a:gd name="connsiteX30" fmla="*/ 143990 w 384636"/>
              <a:gd name="connsiteY30" fmla="*/ 290703 h 376618"/>
              <a:gd name="connsiteX31" fmla="*/ 143990 w 384636"/>
              <a:gd name="connsiteY31" fmla="*/ 368808 h 376618"/>
              <a:gd name="connsiteX32" fmla="*/ 151957 w 384636"/>
              <a:gd name="connsiteY32" fmla="*/ 376618 h 376618"/>
              <a:gd name="connsiteX33" fmla="*/ 231920 w 384636"/>
              <a:gd name="connsiteY33" fmla="*/ 376618 h 376618"/>
              <a:gd name="connsiteX34" fmla="*/ 239888 w 384636"/>
              <a:gd name="connsiteY34" fmla="*/ 368808 h 376618"/>
              <a:gd name="connsiteX35" fmla="*/ 239888 w 384636"/>
              <a:gd name="connsiteY35" fmla="*/ 290703 h 376618"/>
              <a:gd name="connsiteX36" fmla="*/ 231920 w 384636"/>
              <a:gd name="connsiteY36" fmla="*/ 282893 h 376618"/>
              <a:gd name="connsiteX37" fmla="*/ 191986 w 384636"/>
              <a:gd name="connsiteY37" fmla="*/ 282893 h 376618"/>
              <a:gd name="connsiteX38" fmla="*/ 191986 w 384636"/>
              <a:gd name="connsiteY38" fmla="*/ 203930 h 376618"/>
              <a:gd name="connsiteX39" fmla="*/ 240457 w 384636"/>
              <a:gd name="connsiteY39" fmla="*/ 203930 h 376618"/>
              <a:gd name="connsiteX40" fmla="*/ 328198 w 384636"/>
              <a:gd name="connsiteY40" fmla="*/ 282893 h 376618"/>
              <a:gd name="connsiteX41" fmla="*/ 295947 w 384636"/>
              <a:gd name="connsiteY41" fmla="*/ 282893 h 376618"/>
              <a:gd name="connsiteX42" fmla="*/ 287884 w 384636"/>
              <a:gd name="connsiteY42" fmla="*/ 290703 h 376618"/>
              <a:gd name="connsiteX43" fmla="*/ 287884 w 384636"/>
              <a:gd name="connsiteY43" fmla="*/ 368808 h 376618"/>
              <a:gd name="connsiteX44" fmla="*/ 295947 w 384636"/>
              <a:gd name="connsiteY44" fmla="*/ 376618 h 376618"/>
              <a:gd name="connsiteX45" fmla="*/ 376574 w 384636"/>
              <a:gd name="connsiteY45" fmla="*/ 376618 h 376618"/>
              <a:gd name="connsiteX46" fmla="*/ 384636 w 384636"/>
              <a:gd name="connsiteY46" fmla="*/ 368808 h 376618"/>
              <a:gd name="connsiteX47" fmla="*/ 384636 w 384636"/>
              <a:gd name="connsiteY47" fmla="*/ 290703 h 376618"/>
              <a:gd name="connsiteX48" fmla="*/ 376574 w 384636"/>
              <a:gd name="connsiteY48" fmla="*/ 282893 h 376618"/>
              <a:gd name="connsiteX49" fmla="*/ 159925 w 384636"/>
              <a:gd name="connsiteY49" fmla="*/ 15716 h 376618"/>
              <a:gd name="connsiteX50" fmla="*/ 223857 w 384636"/>
              <a:gd name="connsiteY50" fmla="*/ 15716 h 376618"/>
              <a:gd name="connsiteX51" fmla="*/ 223857 w 384636"/>
              <a:gd name="connsiteY51" fmla="*/ 78200 h 376618"/>
              <a:gd name="connsiteX52" fmla="*/ 159925 w 384636"/>
              <a:gd name="connsiteY52" fmla="*/ 78200 h 376618"/>
              <a:gd name="connsiteX53" fmla="*/ 159925 w 384636"/>
              <a:gd name="connsiteY53" fmla="*/ 15716 h 376618"/>
              <a:gd name="connsiteX54" fmla="*/ 79963 w 384636"/>
              <a:gd name="connsiteY54" fmla="*/ 360997 h 376618"/>
              <a:gd name="connsiteX55" fmla="*/ 16030 w 384636"/>
              <a:gd name="connsiteY55" fmla="*/ 360997 h 376618"/>
              <a:gd name="connsiteX56" fmla="*/ 16030 w 384636"/>
              <a:gd name="connsiteY56" fmla="*/ 298514 h 376618"/>
              <a:gd name="connsiteX57" fmla="*/ 79963 w 384636"/>
              <a:gd name="connsiteY57" fmla="*/ 298514 h 376618"/>
              <a:gd name="connsiteX58" fmla="*/ 79963 w 384636"/>
              <a:gd name="connsiteY58" fmla="*/ 360997 h 376618"/>
              <a:gd name="connsiteX59" fmla="*/ 223857 w 384636"/>
              <a:gd name="connsiteY59" fmla="*/ 360997 h 376618"/>
              <a:gd name="connsiteX60" fmla="*/ 159925 w 384636"/>
              <a:gd name="connsiteY60" fmla="*/ 360997 h 376618"/>
              <a:gd name="connsiteX61" fmla="*/ 159925 w 384636"/>
              <a:gd name="connsiteY61" fmla="*/ 298514 h 376618"/>
              <a:gd name="connsiteX62" fmla="*/ 223857 w 384636"/>
              <a:gd name="connsiteY62" fmla="*/ 298514 h 376618"/>
              <a:gd name="connsiteX63" fmla="*/ 223857 w 384636"/>
              <a:gd name="connsiteY63" fmla="*/ 360997 h 376618"/>
              <a:gd name="connsiteX64" fmla="*/ 368511 w 384636"/>
              <a:gd name="connsiteY64" fmla="*/ 360997 h 376618"/>
              <a:gd name="connsiteX65" fmla="*/ 304010 w 384636"/>
              <a:gd name="connsiteY65" fmla="*/ 360997 h 376618"/>
              <a:gd name="connsiteX66" fmla="*/ 304010 w 384636"/>
              <a:gd name="connsiteY66" fmla="*/ 298514 h 376618"/>
              <a:gd name="connsiteX67" fmla="*/ 368511 w 384636"/>
              <a:gd name="connsiteY67" fmla="*/ 298514 h 376618"/>
              <a:gd name="connsiteX68" fmla="*/ 368511 w 384636"/>
              <a:gd name="connsiteY68" fmla="*/ 360997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84636" h="376618">
                <a:moveTo>
                  <a:pt x="376574" y="282893"/>
                </a:moveTo>
                <a:lnTo>
                  <a:pt x="344133" y="282893"/>
                </a:lnTo>
                <a:cubicBezTo>
                  <a:pt x="340339" y="230124"/>
                  <a:pt x="295378" y="188309"/>
                  <a:pt x="240362" y="188309"/>
                </a:cubicBezTo>
                <a:lnTo>
                  <a:pt x="191891" y="188309"/>
                </a:lnTo>
                <a:lnTo>
                  <a:pt x="191891" y="93726"/>
                </a:lnTo>
                <a:lnTo>
                  <a:pt x="231825" y="93726"/>
                </a:lnTo>
                <a:cubicBezTo>
                  <a:pt x="237137" y="93726"/>
                  <a:pt x="239793" y="91154"/>
                  <a:pt x="239793" y="85916"/>
                </a:cubicBezTo>
                <a:lnTo>
                  <a:pt x="239793" y="7810"/>
                </a:lnTo>
                <a:cubicBezTo>
                  <a:pt x="239793" y="3905"/>
                  <a:pt x="237137" y="0"/>
                  <a:pt x="231825" y="0"/>
                </a:cubicBezTo>
                <a:lnTo>
                  <a:pt x="151863" y="0"/>
                </a:lnTo>
                <a:cubicBezTo>
                  <a:pt x="147879" y="0"/>
                  <a:pt x="143895" y="3905"/>
                  <a:pt x="143895" y="7810"/>
                </a:cubicBezTo>
                <a:lnTo>
                  <a:pt x="143895" y="85916"/>
                </a:lnTo>
                <a:cubicBezTo>
                  <a:pt x="143895" y="91154"/>
                  <a:pt x="147879" y="93726"/>
                  <a:pt x="151863" y="93726"/>
                </a:cubicBezTo>
                <a:lnTo>
                  <a:pt x="176145" y="93726"/>
                </a:lnTo>
                <a:lnTo>
                  <a:pt x="176145" y="188309"/>
                </a:lnTo>
                <a:lnTo>
                  <a:pt x="144179" y="188309"/>
                </a:lnTo>
                <a:cubicBezTo>
                  <a:pt x="89258" y="188309"/>
                  <a:pt x="44202" y="230124"/>
                  <a:pt x="40408" y="282893"/>
                </a:cubicBezTo>
                <a:lnTo>
                  <a:pt x="7968" y="282893"/>
                </a:lnTo>
                <a:cubicBezTo>
                  <a:pt x="3984" y="282893"/>
                  <a:pt x="0" y="286798"/>
                  <a:pt x="0" y="290703"/>
                </a:cubicBezTo>
                <a:lnTo>
                  <a:pt x="0" y="368808"/>
                </a:lnTo>
                <a:cubicBezTo>
                  <a:pt x="0" y="374047"/>
                  <a:pt x="3984" y="376618"/>
                  <a:pt x="7968" y="376618"/>
                </a:cubicBezTo>
                <a:lnTo>
                  <a:pt x="87930" y="376618"/>
                </a:lnTo>
                <a:cubicBezTo>
                  <a:pt x="93242" y="376618"/>
                  <a:pt x="95898" y="374047"/>
                  <a:pt x="95898" y="368808"/>
                </a:cubicBezTo>
                <a:lnTo>
                  <a:pt x="95898" y="290703"/>
                </a:lnTo>
                <a:cubicBezTo>
                  <a:pt x="95898" y="286798"/>
                  <a:pt x="93242" y="282893"/>
                  <a:pt x="87930" y="282893"/>
                </a:cubicBezTo>
                <a:lnTo>
                  <a:pt x="56533" y="282893"/>
                </a:lnTo>
                <a:cubicBezTo>
                  <a:pt x="60328" y="239173"/>
                  <a:pt x="98649" y="203930"/>
                  <a:pt x="144274" y="203930"/>
                </a:cubicBezTo>
                <a:lnTo>
                  <a:pt x="176240" y="203930"/>
                </a:lnTo>
                <a:lnTo>
                  <a:pt x="176240" y="282893"/>
                </a:lnTo>
                <a:lnTo>
                  <a:pt x="151957" y="282893"/>
                </a:lnTo>
                <a:cubicBezTo>
                  <a:pt x="147973" y="282893"/>
                  <a:pt x="143990" y="286798"/>
                  <a:pt x="143990" y="290703"/>
                </a:cubicBezTo>
                <a:lnTo>
                  <a:pt x="143990" y="368808"/>
                </a:lnTo>
                <a:cubicBezTo>
                  <a:pt x="143990" y="374047"/>
                  <a:pt x="147973" y="376618"/>
                  <a:pt x="151957" y="376618"/>
                </a:cubicBezTo>
                <a:lnTo>
                  <a:pt x="231920" y="376618"/>
                </a:lnTo>
                <a:cubicBezTo>
                  <a:pt x="237232" y="376618"/>
                  <a:pt x="239888" y="374047"/>
                  <a:pt x="239888" y="368808"/>
                </a:cubicBezTo>
                <a:lnTo>
                  <a:pt x="239888" y="290703"/>
                </a:lnTo>
                <a:cubicBezTo>
                  <a:pt x="239888" y="286798"/>
                  <a:pt x="237232" y="282893"/>
                  <a:pt x="231920" y="282893"/>
                </a:cubicBezTo>
                <a:lnTo>
                  <a:pt x="191986" y="282893"/>
                </a:lnTo>
                <a:lnTo>
                  <a:pt x="191986" y="203930"/>
                </a:lnTo>
                <a:lnTo>
                  <a:pt x="240457" y="203930"/>
                </a:lnTo>
                <a:cubicBezTo>
                  <a:pt x="287315" y="203930"/>
                  <a:pt x="324498" y="239173"/>
                  <a:pt x="328198" y="282893"/>
                </a:cubicBezTo>
                <a:lnTo>
                  <a:pt x="295947" y="282893"/>
                </a:lnTo>
                <a:cubicBezTo>
                  <a:pt x="291868" y="282893"/>
                  <a:pt x="287884" y="286798"/>
                  <a:pt x="287884" y="290703"/>
                </a:cubicBezTo>
                <a:lnTo>
                  <a:pt x="287884" y="368808"/>
                </a:lnTo>
                <a:cubicBezTo>
                  <a:pt x="287884" y="374047"/>
                  <a:pt x="291963" y="376618"/>
                  <a:pt x="295947" y="376618"/>
                </a:cubicBezTo>
                <a:lnTo>
                  <a:pt x="376574" y="376618"/>
                </a:lnTo>
                <a:cubicBezTo>
                  <a:pt x="381980" y="376618"/>
                  <a:pt x="384636" y="374047"/>
                  <a:pt x="384636" y="368808"/>
                </a:cubicBezTo>
                <a:lnTo>
                  <a:pt x="384636" y="290703"/>
                </a:lnTo>
                <a:cubicBezTo>
                  <a:pt x="384636" y="286798"/>
                  <a:pt x="381980" y="282893"/>
                  <a:pt x="376574" y="282893"/>
                </a:cubicBezTo>
                <a:close/>
                <a:moveTo>
                  <a:pt x="159925" y="15716"/>
                </a:moveTo>
                <a:lnTo>
                  <a:pt x="223857" y="15716"/>
                </a:lnTo>
                <a:lnTo>
                  <a:pt x="223857" y="78200"/>
                </a:lnTo>
                <a:lnTo>
                  <a:pt x="159925" y="78200"/>
                </a:lnTo>
                <a:lnTo>
                  <a:pt x="159925" y="15716"/>
                </a:lnTo>
                <a:close/>
                <a:moveTo>
                  <a:pt x="79963" y="360997"/>
                </a:moveTo>
                <a:lnTo>
                  <a:pt x="16030" y="360997"/>
                </a:lnTo>
                <a:lnTo>
                  <a:pt x="16030" y="298514"/>
                </a:lnTo>
                <a:lnTo>
                  <a:pt x="79963" y="298514"/>
                </a:lnTo>
                <a:lnTo>
                  <a:pt x="79963" y="360997"/>
                </a:lnTo>
                <a:close/>
                <a:moveTo>
                  <a:pt x="223857" y="360997"/>
                </a:moveTo>
                <a:lnTo>
                  <a:pt x="159925" y="360997"/>
                </a:lnTo>
                <a:lnTo>
                  <a:pt x="159925" y="298514"/>
                </a:lnTo>
                <a:lnTo>
                  <a:pt x="223857" y="298514"/>
                </a:lnTo>
                <a:lnTo>
                  <a:pt x="223857" y="360997"/>
                </a:lnTo>
                <a:close/>
                <a:moveTo>
                  <a:pt x="368511" y="360997"/>
                </a:moveTo>
                <a:lnTo>
                  <a:pt x="304010" y="360997"/>
                </a:lnTo>
                <a:lnTo>
                  <a:pt x="304010" y="298514"/>
                </a:lnTo>
                <a:lnTo>
                  <a:pt x="368511" y="298514"/>
                </a:lnTo>
                <a:lnTo>
                  <a:pt x="368511" y="36099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7" name="Graphic 52">
            <a:extLst>
              <a:ext uri="{FF2B5EF4-FFF2-40B4-BE49-F238E27FC236}">
                <a16:creationId xmlns:a16="http://schemas.microsoft.com/office/drawing/2014/main" id="{8E60DF88-2FC8-49C7-6BE1-88D1CD19A45F}"/>
              </a:ext>
            </a:extLst>
          </p:cNvPr>
          <p:cNvSpPr/>
          <p:nvPr/>
        </p:nvSpPr>
        <p:spPr>
          <a:xfrm>
            <a:off x="4571129" y="1411746"/>
            <a:ext cx="511750" cy="501082"/>
          </a:xfrm>
          <a:custGeom>
            <a:avLst/>
            <a:gdLst>
              <a:gd name="connsiteX0" fmla="*/ 376574 w 384636"/>
              <a:gd name="connsiteY0" fmla="*/ 282893 h 376618"/>
              <a:gd name="connsiteX1" fmla="*/ 344133 w 384636"/>
              <a:gd name="connsiteY1" fmla="*/ 282893 h 376618"/>
              <a:gd name="connsiteX2" fmla="*/ 240362 w 384636"/>
              <a:gd name="connsiteY2" fmla="*/ 188309 h 376618"/>
              <a:gd name="connsiteX3" fmla="*/ 191891 w 384636"/>
              <a:gd name="connsiteY3" fmla="*/ 188309 h 376618"/>
              <a:gd name="connsiteX4" fmla="*/ 191891 w 384636"/>
              <a:gd name="connsiteY4" fmla="*/ 93726 h 376618"/>
              <a:gd name="connsiteX5" fmla="*/ 231825 w 384636"/>
              <a:gd name="connsiteY5" fmla="*/ 93726 h 376618"/>
              <a:gd name="connsiteX6" fmla="*/ 239793 w 384636"/>
              <a:gd name="connsiteY6" fmla="*/ 85916 h 376618"/>
              <a:gd name="connsiteX7" fmla="*/ 239793 w 384636"/>
              <a:gd name="connsiteY7" fmla="*/ 7810 h 376618"/>
              <a:gd name="connsiteX8" fmla="*/ 231825 w 384636"/>
              <a:gd name="connsiteY8" fmla="*/ 0 h 376618"/>
              <a:gd name="connsiteX9" fmla="*/ 151863 w 384636"/>
              <a:gd name="connsiteY9" fmla="*/ 0 h 376618"/>
              <a:gd name="connsiteX10" fmla="*/ 143895 w 384636"/>
              <a:gd name="connsiteY10" fmla="*/ 7810 h 376618"/>
              <a:gd name="connsiteX11" fmla="*/ 143895 w 384636"/>
              <a:gd name="connsiteY11" fmla="*/ 85916 h 376618"/>
              <a:gd name="connsiteX12" fmla="*/ 151863 w 384636"/>
              <a:gd name="connsiteY12" fmla="*/ 93726 h 376618"/>
              <a:gd name="connsiteX13" fmla="*/ 176145 w 384636"/>
              <a:gd name="connsiteY13" fmla="*/ 93726 h 376618"/>
              <a:gd name="connsiteX14" fmla="*/ 176145 w 384636"/>
              <a:gd name="connsiteY14" fmla="*/ 188309 h 376618"/>
              <a:gd name="connsiteX15" fmla="*/ 144179 w 384636"/>
              <a:gd name="connsiteY15" fmla="*/ 188309 h 376618"/>
              <a:gd name="connsiteX16" fmla="*/ 40408 w 384636"/>
              <a:gd name="connsiteY16" fmla="*/ 282893 h 376618"/>
              <a:gd name="connsiteX17" fmla="*/ 7968 w 384636"/>
              <a:gd name="connsiteY17" fmla="*/ 282893 h 376618"/>
              <a:gd name="connsiteX18" fmla="*/ 0 w 384636"/>
              <a:gd name="connsiteY18" fmla="*/ 290703 h 376618"/>
              <a:gd name="connsiteX19" fmla="*/ 0 w 384636"/>
              <a:gd name="connsiteY19" fmla="*/ 368808 h 376618"/>
              <a:gd name="connsiteX20" fmla="*/ 7968 w 384636"/>
              <a:gd name="connsiteY20" fmla="*/ 376618 h 376618"/>
              <a:gd name="connsiteX21" fmla="*/ 87930 w 384636"/>
              <a:gd name="connsiteY21" fmla="*/ 376618 h 376618"/>
              <a:gd name="connsiteX22" fmla="*/ 95898 w 384636"/>
              <a:gd name="connsiteY22" fmla="*/ 368808 h 376618"/>
              <a:gd name="connsiteX23" fmla="*/ 95898 w 384636"/>
              <a:gd name="connsiteY23" fmla="*/ 290703 h 376618"/>
              <a:gd name="connsiteX24" fmla="*/ 87930 w 384636"/>
              <a:gd name="connsiteY24" fmla="*/ 282893 h 376618"/>
              <a:gd name="connsiteX25" fmla="*/ 56533 w 384636"/>
              <a:gd name="connsiteY25" fmla="*/ 282893 h 376618"/>
              <a:gd name="connsiteX26" fmla="*/ 144274 w 384636"/>
              <a:gd name="connsiteY26" fmla="*/ 203930 h 376618"/>
              <a:gd name="connsiteX27" fmla="*/ 176240 w 384636"/>
              <a:gd name="connsiteY27" fmla="*/ 203930 h 376618"/>
              <a:gd name="connsiteX28" fmla="*/ 176240 w 384636"/>
              <a:gd name="connsiteY28" fmla="*/ 282893 h 376618"/>
              <a:gd name="connsiteX29" fmla="*/ 151957 w 384636"/>
              <a:gd name="connsiteY29" fmla="*/ 282893 h 376618"/>
              <a:gd name="connsiteX30" fmla="*/ 143990 w 384636"/>
              <a:gd name="connsiteY30" fmla="*/ 290703 h 376618"/>
              <a:gd name="connsiteX31" fmla="*/ 143990 w 384636"/>
              <a:gd name="connsiteY31" fmla="*/ 368808 h 376618"/>
              <a:gd name="connsiteX32" fmla="*/ 151957 w 384636"/>
              <a:gd name="connsiteY32" fmla="*/ 376618 h 376618"/>
              <a:gd name="connsiteX33" fmla="*/ 231920 w 384636"/>
              <a:gd name="connsiteY33" fmla="*/ 376618 h 376618"/>
              <a:gd name="connsiteX34" fmla="*/ 239888 w 384636"/>
              <a:gd name="connsiteY34" fmla="*/ 368808 h 376618"/>
              <a:gd name="connsiteX35" fmla="*/ 239888 w 384636"/>
              <a:gd name="connsiteY35" fmla="*/ 290703 h 376618"/>
              <a:gd name="connsiteX36" fmla="*/ 231920 w 384636"/>
              <a:gd name="connsiteY36" fmla="*/ 282893 h 376618"/>
              <a:gd name="connsiteX37" fmla="*/ 191986 w 384636"/>
              <a:gd name="connsiteY37" fmla="*/ 282893 h 376618"/>
              <a:gd name="connsiteX38" fmla="*/ 191986 w 384636"/>
              <a:gd name="connsiteY38" fmla="*/ 203930 h 376618"/>
              <a:gd name="connsiteX39" fmla="*/ 240457 w 384636"/>
              <a:gd name="connsiteY39" fmla="*/ 203930 h 376618"/>
              <a:gd name="connsiteX40" fmla="*/ 328198 w 384636"/>
              <a:gd name="connsiteY40" fmla="*/ 282893 h 376618"/>
              <a:gd name="connsiteX41" fmla="*/ 295947 w 384636"/>
              <a:gd name="connsiteY41" fmla="*/ 282893 h 376618"/>
              <a:gd name="connsiteX42" fmla="*/ 287884 w 384636"/>
              <a:gd name="connsiteY42" fmla="*/ 290703 h 376618"/>
              <a:gd name="connsiteX43" fmla="*/ 287884 w 384636"/>
              <a:gd name="connsiteY43" fmla="*/ 368808 h 376618"/>
              <a:gd name="connsiteX44" fmla="*/ 295947 w 384636"/>
              <a:gd name="connsiteY44" fmla="*/ 376618 h 376618"/>
              <a:gd name="connsiteX45" fmla="*/ 376574 w 384636"/>
              <a:gd name="connsiteY45" fmla="*/ 376618 h 376618"/>
              <a:gd name="connsiteX46" fmla="*/ 384636 w 384636"/>
              <a:gd name="connsiteY46" fmla="*/ 368808 h 376618"/>
              <a:gd name="connsiteX47" fmla="*/ 384636 w 384636"/>
              <a:gd name="connsiteY47" fmla="*/ 290703 h 376618"/>
              <a:gd name="connsiteX48" fmla="*/ 376574 w 384636"/>
              <a:gd name="connsiteY48" fmla="*/ 282893 h 376618"/>
              <a:gd name="connsiteX49" fmla="*/ 159925 w 384636"/>
              <a:gd name="connsiteY49" fmla="*/ 15716 h 376618"/>
              <a:gd name="connsiteX50" fmla="*/ 223857 w 384636"/>
              <a:gd name="connsiteY50" fmla="*/ 15716 h 376618"/>
              <a:gd name="connsiteX51" fmla="*/ 223857 w 384636"/>
              <a:gd name="connsiteY51" fmla="*/ 78200 h 376618"/>
              <a:gd name="connsiteX52" fmla="*/ 159925 w 384636"/>
              <a:gd name="connsiteY52" fmla="*/ 78200 h 376618"/>
              <a:gd name="connsiteX53" fmla="*/ 159925 w 384636"/>
              <a:gd name="connsiteY53" fmla="*/ 15716 h 376618"/>
              <a:gd name="connsiteX54" fmla="*/ 79963 w 384636"/>
              <a:gd name="connsiteY54" fmla="*/ 360997 h 376618"/>
              <a:gd name="connsiteX55" fmla="*/ 16030 w 384636"/>
              <a:gd name="connsiteY55" fmla="*/ 360997 h 376618"/>
              <a:gd name="connsiteX56" fmla="*/ 16030 w 384636"/>
              <a:gd name="connsiteY56" fmla="*/ 298514 h 376618"/>
              <a:gd name="connsiteX57" fmla="*/ 79963 w 384636"/>
              <a:gd name="connsiteY57" fmla="*/ 298514 h 376618"/>
              <a:gd name="connsiteX58" fmla="*/ 79963 w 384636"/>
              <a:gd name="connsiteY58" fmla="*/ 360997 h 376618"/>
              <a:gd name="connsiteX59" fmla="*/ 223857 w 384636"/>
              <a:gd name="connsiteY59" fmla="*/ 360997 h 376618"/>
              <a:gd name="connsiteX60" fmla="*/ 159925 w 384636"/>
              <a:gd name="connsiteY60" fmla="*/ 360997 h 376618"/>
              <a:gd name="connsiteX61" fmla="*/ 159925 w 384636"/>
              <a:gd name="connsiteY61" fmla="*/ 298514 h 376618"/>
              <a:gd name="connsiteX62" fmla="*/ 223857 w 384636"/>
              <a:gd name="connsiteY62" fmla="*/ 298514 h 376618"/>
              <a:gd name="connsiteX63" fmla="*/ 223857 w 384636"/>
              <a:gd name="connsiteY63" fmla="*/ 360997 h 376618"/>
              <a:gd name="connsiteX64" fmla="*/ 368511 w 384636"/>
              <a:gd name="connsiteY64" fmla="*/ 360997 h 376618"/>
              <a:gd name="connsiteX65" fmla="*/ 304010 w 384636"/>
              <a:gd name="connsiteY65" fmla="*/ 360997 h 376618"/>
              <a:gd name="connsiteX66" fmla="*/ 304010 w 384636"/>
              <a:gd name="connsiteY66" fmla="*/ 298514 h 376618"/>
              <a:gd name="connsiteX67" fmla="*/ 368511 w 384636"/>
              <a:gd name="connsiteY67" fmla="*/ 298514 h 376618"/>
              <a:gd name="connsiteX68" fmla="*/ 368511 w 384636"/>
              <a:gd name="connsiteY68" fmla="*/ 360997 h 37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84636" h="376618">
                <a:moveTo>
                  <a:pt x="376574" y="282893"/>
                </a:moveTo>
                <a:lnTo>
                  <a:pt x="344133" y="282893"/>
                </a:lnTo>
                <a:cubicBezTo>
                  <a:pt x="340339" y="230124"/>
                  <a:pt x="295378" y="188309"/>
                  <a:pt x="240362" y="188309"/>
                </a:cubicBezTo>
                <a:lnTo>
                  <a:pt x="191891" y="188309"/>
                </a:lnTo>
                <a:lnTo>
                  <a:pt x="191891" y="93726"/>
                </a:lnTo>
                <a:lnTo>
                  <a:pt x="231825" y="93726"/>
                </a:lnTo>
                <a:cubicBezTo>
                  <a:pt x="237137" y="93726"/>
                  <a:pt x="239793" y="91154"/>
                  <a:pt x="239793" y="85916"/>
                </a:cubicBezTo>
                <a:lnTo>
                  <a:pt x="239793" y="7810"/>
                </a:lnTo>
                <a:cubicBezTo>
                  <a:pt x="239793" y="3905"/>
                  <a:pt x="237137" y="0"/>
                  <a:pt x="231825" y="0"/>
                </a:cubicBezTo>
                <a:lnTo>
                  <a:pt x="151863" y="0"/>
                </a:lnTo>
                <a:cubicBezTo>
                  <a:pt x="147879" y="0"/>
                  <a:pt x="143895" y="3905"/>
                  <a:pt x="143895" y="7810"/>
                </a:cubicBezTo>
                <a:lnTo>
                  <a:pt x="143895" y="85916"/>
                </a:lnTo>
                <a:cubicBezTo>
                  <a:pt x="143895" y="91154"/>
                  <a:pt x="147879" y="93726"/>
                  <a:pt x="151863" y="93726"/>
                </a:cubicBezTo>
                <a:lnTo>
                  <a:pt x="176145" y="93726"/>
                </a:lnTo>
                <a:lnTo>
                  <a:pt x="176145" y="188309"/>
                </a:lnTo>
                <a:lnTo>
                  <a:pt x="144179" y="188309"/>
                </a:lnTo>
                <a:cubicBezTo>
                  <a:pt x="89258" y="188309"/>
                  <a:pt x="44202" y="230124"/>
                  <a:pt x="40408" y="282893"/>
                </a:cubicBezTo>
                <a:lnTo>
                  <a:pt x="7968" y="282893"/>
                </a:lnTo>
                <a:cubicBezTo>
                  <a:pt x="3984" y="282893"/>
                  <a:pt x="0" y="286798"/>
                  <a:pt x="0" y="290703"/>
                </a:cubicBezTo>
                <a:lnTo>
                  <a:pt x="0" y="368808"/>
                </a:lnTo>
                <a:cubicBezTo>
                  <a:pt x="0" y="374047"/>
                  <a:pt x="3984" y="376618"/>
                  <a:pt x="7968" y="376618"/>
                </a:cubicBezTo>
                <a:lnTo>
                  <a:pt x="87930" y="376618"/>
                </a:lnTo>
                <a:cubicBezTo>
                  <a:pt x="93242" y="376618"/>
                  <a:pt x="95898" y="374047"/>
                  <a:pt x="95898" y="368808"/>
                </a:cubicBezTo>
                <a:lnTo>
                  <a:pt x="95898" y="290703"/>
                </a:lnTo>
                <a:cubicBezTo>
                  <a:pt x="95898" y="286798"/>
                  <a:pt x="93242" y="282893"/>
                  <a:pt x="87930" y="282893"/>
                </a:cubicBezTo>
                <a:lnTo>
                  <a:pt x="56533" y="282893"/>
                </a:lnTo>
                <a:cubicBezTo>
                  <a:pt x="60328" y="239173"/>
                  <a:pt x="98649" y="203930"/>
                  <a:pt x="144274" y="203930"/>
                </a:cubicBezTo>
                <a:lnTo>
                  <a:pt x="176240" y="203930"/>
                </a:lnTo>
                <a:lnTo>
                  <a:pt x="176240" y="282893"/>
                </a:lnTo>
                <a:lnTo>
                  <a:pt x="151957" y="282893"/>
                </a:lnTo>
                <a:cubicBezTo>
                  <a:pt x="147973" y="282893"/>
                  <a:pt x="143990" y="286798"/>
                  <a:pt x="143990" y="290703"/>
                </a:cubicBezTo>
                <a:lnTo>
                  <a:pt x="143990" y="368808"/>
                </a:lnTo>
                <a:cubicBezTo>
                  <a:pt x="143990" y="374047"/>
                  <a:pt x="147973" y="376618"/>
                  <a:pt x="151957" y="376618"/>
                </a:cubicBezTo>
                <a:lnTo>
                  <a:pt x="231920" y="376618"/>
                </a:lnTo>
                <a:cubicBezTo>
                  <a:pt x="237232" y="376618"/>
                  <a:pt x="239888" y="374047"/>
                  <a:pt x="239888" y="368808"/>
                </a:cubicBezTo>
                <a:lnTo>
                  <a:pt x="239888" y="290703"/>
                </a:lnTo>
                <a:cubicBezTo>
                  <a:pt x="239888" y="286798"/>
                  <a:pt x="237232" y="282893"/>
                  <a:pt x="231920" y="282893"/>
                </a:cubicBezTo>
                <a:lnTo>
                  <a:pt x="191986" y="282893"/>
                </a:lnTo>
                <a:lnTo>
                  <a:pt x="191986" y="203930"/>
                </a:lnTo>
                <a:lnTo>
                  <a:pt x="240457" y="203930"/>
                </a:lnTo>
                <a:cubicBezTo>
                  <a:pt x="287315" y="203930"/>
                  <a:pt x="324498" y="239173"/>
                  <a:pt x="328198" y="282893"/>
                </a:cubicBezTo>
                <a:lnTo>
                  <a:pt x="295947" y="282893"/>
                </a:lnTo>
                <a:cubicBezTo>
                  <a:pt x="291868" y="282893"/>
                  <a:pt x="287884" y="286798"/>
                  <a:pt x="287884" y="290703"/>
                </a:cubicBezTo>
                <a:lnTo>
                  <a:pt x="287884" y="368808"/>
                </a:lnTo>
                <a:cubicBezTo>
                  <a:pt x="287884" y="374047"/>
                  <a:pt x="291963" y="376618"/>
                  <a:pt x="295947" y="376618"/>
                </a:cubicBezTo>
                <a:lnTo>
                  <a:pt x="376574" y="376618"/>
                </a:lnTo>
                <a:cubicBezTo>
                  <a:pt x="381980" y="376618"/>
                  <a:pt x="384636" y="374047"/>
                  <a:pt x="384636" y="368808"/>
                </a:cubicBezTo>
                <a:lnTo>
                  <a:pt x="384636" y="290703"/>
                </a:lnTo>
                <a:cubicBezTo>
                  <a:pt x="384636" y="286798"/>
                  <a:pt x="381980" y="282893"/>
                  <a:pt x="376574" y="282893"/>
                </a:cubicBezTo>
                <a:close/>
                <a:moveTo>
                  <a:pt x="159925" y="15716"/>
                </a:moveTo>
                <a:lnTo>
                  <a:pt x="223857" y="15716"/>
                </a:lnTo>
                <a:lnTo>
                  <a:pt x="223857" y="78200"/>
                </a:lnTo>
                <a:lnTo>
                  <a:pt x="159925" y="78200"/>
                </a:lnTo>
                <a:lnTo>
                  <a:pt x="159925" y="15716"/>
                </a:lnTo>
                <a:close/>
                <a:moveTo>
                  <a:pt x="79963" y="360997"/>
                </a:moveTo>
                <a:lnTo>
                  <a:pt x="16030" y="360997"/>
                </a:lnTo>
                <a:lnTo>
                  <a:pt x="16030" y="298514"/>
                </a:lnTo>
                <a:lnTo>
                  <a:pt x="79963" y="298514"/>
                </a:lnTo>
                <a:lnTo>
                  <a:pt x="79963" y="360997"/>
                </a:lnTo>
                <a:close/>
                <a:moveTo>
                  <a:pt x="223857" y="360997"/>
                </a:moveTo>
                <a:lnTo>
                  <a:pt x="159925" y="360997"/>
                </a:lnTo>
                <a:lnTo>
                  <a:pt x="159925" y="298514"/>
                </a:lnTo>
                <a:lnTo>
                  <a:pt x="223857" y="298514"/>
                </a:lnTo>
                <a:lnTo>
                  <a:pt x="223857" y="360997"/>
                </a:lnTo>
                <a:close/>
                <a:moveTo>
                  <a:pt x="368511" y="360997"/>
                </a:moveTo>
                <a:lnTo>
                  <a:pt x="304010" y="360997"/>
                </a:lnTo>
                <a:lnTo>
                  <a:pt x="304010" y="298514"/>
                </a:lnTo>
                <a:lnTo>
                  <a:pt x="368511" y="298514"/>
                </a:lnTo>
                <a:lnTo>
                  <a:pt x="368511" y="36099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0" name="Graphic 58">
            <a:extLst>
              <a:ext uri="{FF2B5EF4-FFF2-40B4-BE49-F238E27FC236}">
                <a16:creationId xmlns:a16="http://schemas.microsoft.com/office/drawing/2014/main" id="{89064477-62D7-A0C4-DFDB-5703076AC63A}"/>
              </a:ext>
            </a:extLst>
          </p:cNvPr>
          <p:cNvSpPr/>
          <p:nvPr/>
        </p:nvSpPr>
        <p:spPr>
          <a:xfrm>
            <a:off x="5457694" y="776592"/>
            <a:ext cx="511750" cy="501573"/>
          </a:xfrm>
          <a:custGeom>
            <a:avLst/>
            <a:gdLst>
              <a:gd name="connsiteX0" fmla="*/ 351911 w 384066"/>
              <a:gd name="connsiteY0" fmla="*/ 196215 h 376428"/>
              <a:gd name="connsiteX1" fmla="*/ 325731 w 384066"/>
              <a:gd name="connsiteY1" fmla="*/ 210122 h 376428"/>
              <a:gd name="connsiteX2" fmla="*/ 282288 w 384066"/>
              <a:gd name="connsiteY2" fmla="*/ 192310 h 376428"/>
              <a:gd name="connsiteX3" fmla="*/ 287884 w 384066"/>
              <a:gd name="connsiteY3" fmla="*/ 164687 h 376428"/>
              <a:gd name="connsiteX4" fmla="*/ 272802 w 384066"/>
              <a:gd name="connsiteY4" fmla="*/ 121158 h 376428"/>
              <a:gd name="connsiteX5" fmla="*/ 335976 w 384066"/>
              <a:gd name="connsiteY5" fmla="*/ 58483 h 376428"/>
              <a:gd name="connsiteX6" fmla="*/ 352006 w 384066"/>
              <a:gd name="connsiteY6" fmla="*/ 63055 h 376428"/>
              <a:gd name="connsiteX7" fmla="*/ 383877 w 384066"/>
              <a:gd name="connsiteY7" fmla="*/ 31528 h 376428"/>
              <a:gd name="connsiteX8" fmla="*/ 352006 w 384066"/>
              <a:gd name="connsiteY8" fmla="*/ 0 h 376428"/>
              <a:gd name="connsiteX9" fmla="*/ 320135 w 384066"/>
              <a:gd name="connsiteY9" fmla="*/ 31528 h 376428"/>
              <a:gd name="connsiteX10" fmla="*/ 324593 w 384066"/>
              <a:gd name="connsiteY10" fmla="*/ 47053 h 376428"/>
              <a:gd name="connsiteX11" fmla="*/ 261135 w 384066"/>
              <a:gd name="connsiteY11" fmla="*/ 109252 h 376428"/>
              <a:gd name="connsiteX12" fmla="*/ 215984 w 384066"/>
              <a:gd name="connsiteY12" fmla="*/ 93631 h 376428"/>
              <a:gd name="connsiteX13" fmla="*/ 152906 w 384066"/>
              <a:gd name="connsiteY13" fmla="*/ 130207 h 376428"/>
              <a:gd name="connsiteX14" fmla="*/ 62984 w 384066"/>
              <a:gd name="connsiteY14" fmla="*/ 92678 h 376428"/>
              <a:gd name="connsiteX15" fmla="*/ 63742 w 384066"/>
              <a:gd name="connsiteY15" fmla="*/ 86106 h 376428"/>
              <a:gd name="connsiteX16" fmla="*/ 31871 w 384066"/>
              <a:gd name="connsiteY16" fmla="*/ 55054 h 376428"/>
              <a:gd name="connsiteX17" fmla="*/ 0 w 384066"/>
              <a:gd name="connsiteY17" fmla="*/ 86106 h 376428"/>
              <a:gd name="connsiteX18" fmla="*/ 31871 w 384066"/>
              <a:gd name="connsiteY18" fmla="*/ 117157 h 376428"/>
              <a:gd name="connsiteX19" fmla="*/ 55775 w 384066"/>
              <a:gd name="connsiteY19" fmla="*/ 106204 h 376428"/>
              <a:gd name="connsiteX20" fmla="*/ 146835 w 384066"/>
              <a:gd name="connsiteY20" fmla="*/ 144589 h 376428"/>
              <a:gd name="connsiteX21" fmla="*/ 143990 w 384066"/>
              <a:gd name="connsiteY21" fmla="*/ 164401 h 376428"/>
              <a:gd name="connsiteX22" fmla="*/ 159735 w 384066"/>
              <a:gd name="connsiteY22" fmla="*/ 208883 h 376428"/>
              <a:gd name="connsiteX23" fmla="*/ 48471 w 384066"/>
              <a:gd name="connsiteY23" fmla="*/ 318135 h 376428"/>
              <a:gd name="connsiteX24" fmla="*/ 31871 w 384066"/>
              <a:gd name="connsiteY24" fmla="*/ 313277 h 376428"/>
              <a:gd name="connsiteX25" fmla="*/ 0 w 384066"/>
              <a:gd name="connsiteY25" fmla="*/ 344805 h 376428"/>
              <a:gd name="connsiteX26" fmla="*/ 31871 w 384066"/>
              <a:gd name="connsiteY26" fmla="*/ 376333 h 376428"/>
              <a:gd name="connsiteX27" fmla="*/ 63742 w 384066"/>
              <a:gd name="connsiteY27" fmla="*/ 344805 h 376428"/>
              <a:gd name="connsiteX28" fmla="*/ 59284 w 384066"/>
              <a:gd name="connsiteY28" fmla="*/ 329279 h 376428"/>
              <a:gd name="connsiteX29" fmla="*/ 171213 w 384066"/>
              <a:gd name="connsiteY29" fmla="*/ 220123 h 376428"/>
              <a:gd name="connsiteX30" fmla="*/ 207637 w 384066"/>
              <a:gd name="connsiteY30" fmla="*/ 234887 h 376428"/>
              <a:gd name="connsiteX31" fmla="*/ 207637 w 384066"/>
              <a:gd name="connsiteY31" fmla="*/ 314611 h 376428"/>
              <a:gd name="connsiteX32" fmla="*/ 184113 w 384066"/>
              <a:gd name="connsiteY32" fmla="*/ 344900 h 376428"/>
              <a:gd name="connsiteX33" fmla="*/ 215984 w 384066"/>
              <a:gd name="connsiteY33" fmla="*/ 376428 h 376428"/>
              <a:gd name="connsiteX34" fmla="*/ 247856 w 384066"/>
              <a:gd name="connsiteY34" fmla="*/ 344900 h 376428"/>
              <a:gd name="connsiteX35" fmla="*/ 224331 w 384066"/>
              <a:gd name="connsiteY35" fmla="*/ 314611 h 376428"/>
              <a:gd name="connsiteX36" fmla="*/ 224331 w 384066"/>
              <a:gd name="connsiteY36" fmla="*/ 234887 h 376428"/>
              <a:gd name="connsiteX37" fmla="*/ 274130 w 384066"/>
              <a:gd name="connsiteY37" fmla="*/ 206407 h 376428"/>
              <a:gd name="connsiteX38" fmla="*/ 320514 w 384066"/>
              <a:gd name="connsiteY38" fmla="*/ 225457 h 376428"/>
              <a:gd name="connsiteX39" fmla="*/ 320325 w 384066"/>
              <a:gd name="connsiteY39" fmla="*/ 227552 h 376428"/>
              <a:gd name="connsiteX40" fmla="*/ 352196 w 384066"/>
              <a:gd name="connsiteY40" fmla="*/ 259080 h 376428"/>
              <a:gd name="connsiteX41" fmla="*/ 384067 w 384066"/>
              <a:gd name="connsiteY41" fmla="*/ 227552 h 376428"/>
              <a:gd name="connsiteX42" fmla="*/ 352196 w 384066"/>
              <a:gd name="connsiteY42" fmla="*/ 196024 h 376428"/>
              <a:gd name="connsiteX43" fmla="*/ 31871 w 384066"/>
              <a:gd name="connsiteY43" fmla="*/ 101822 h 376428"/>
              <a:gd name="connsiteX44" fmla="*/ 15936 w 384066"/>
              <a:gd name="connsiteY44" fmla="*/ 86297 h 376428"/>
              <a:gd name="connsiteX45" fmla="*/ 31871 w 384066"/>
              <a:gd name="connsiteY45" fmla="*/ 70771 h 376428"/>
              <a:gd name="connsiteX46" fmla="*/ 47807 w 384066"/>
              <a:gd name="connsiteY46" fmla="*/ 86297 h 376428"/>
              <a:gd name="connsiteX47" fmla="*/ 31871 w 384066"/>
              <a:gd name="connsiteY47" fmla="*/ 101822 h 376428"/>
              <a:gd name="connsiteX48" fmla="*/ 351911 w 384066"/>
              <a:gd name="connsiteY48" fmla="*/ 15811 h 376428"/>
              <a:gd name="connsiteX49" fmla="*/ 367847 w 384066"/>
              <a:gd name="connsiteY49" fmla="*/ 31528 h 376428"/>
              <a:gd name="connsiteX50" fmla="*/ 351911 w 384066"/>
              <a:gd name="connsiteY50" fmla="*/ 47244 h 376428"/>
              <a:gd name="connsiteX51" fmla="*/ 335976 w 384066"/>
              <a:gd name="connsiteY51" fmla="*/ 31528 h 376428"/>
              <a:gd name="connsiteX52" fmla="*/ 351911 w 384066"/>
              <a:gd name="connsiteY52" fmla="*/ 15811 h 376428"/>
              <a:gd name="connsiteX53" fmla="*/ 31871 w 384066"/>
              <a:gd name="connsiteY53" fmla="*/ 360807 h 376428"/>
              <a:gd name="connsiteX54" fmla="*/ 15936 w 384066"/>
              <a:gd name="connsiteY54" fmla="*/ 345091 h 376428"/>
              <a:gd name="connsiteX55" fmla="*/ 31871 w 384066"/>
              <a:gd name="connsiteY55" fmla="*/ 329374 h 376428"/>
              <a:gd name="connsiteX56" fmla="*/ 47807 w 384066"/>
              <a:gd name="connsiteY56" fmla="*/ 345091 h 376428"/>
              <a:gd name="connsiteX57" fmla="*/ 31871 w 384066"/>
              <a:gd name="connsiteY57" fmla="*/ 360807 h 376428"/>
              <a:gd name="connsiteX58" fmla="*/ 231730 w 384066"/>
              <a:gd name="connsiteY58" fmla="*/ 345091 h 376428"/>
              <a:gd name="connsiteX59" fmla="*/ 215795 w 384066"/>
              <a:gd name="connsiteY59" fmla="*/ 360807 h 376428"/>
              <a:gd name="connsiteX60" fmla="*/ 199859 w 384066"/>
              <a:gd name="connsiteY60" fmla="*/ 345091 h 376428"/>
              <a:gd name="connsiteX61" fmla="*/ 215795 w 384066"/>
              <a:gd name="connsiteY61" fmla="*/ 329374 h 376428"/>
              <a:gd name="connsiteX62" fmla="*/ 231730 w 384066"/>
              <a:gd name="connsiteY62" fmla="*/ 345091 h 376428"/>
              <a:gd name="connsiteX63" fmla="*/ 215889 w 384066"/>
              <a:gd name="connsiteY63" fmla="*/ 219837 h 376428"/>
              <a:gd name="connsiteX64" fmla="*/ 159925 w 384066"/>
              <a:gd name="connsiteY64" fmla="*/ 164687 h 376428"/>
              <a:gd name="connsiteX65" fmla="*/ 215889 w 384066"/>
              <a:gd name="connsiteY65" fmla="*/ 109537 h 376428"/>
              <a:gd name="connsiteX66" fmla="*/ 271854 w 384066"/>
              <a:gd name="connsiteY66" fmla="*/ 164687 h 376428"/>
              <a:gd name="connsiteX67" fmla="*/ 215889 w 384066"/>
              <a:gd name="connsiteY67" fmla="*/ 219837 h 376428"/>
              <a:gd name="connsiteX68" fmla="*/ 351911 w 384066"/>
              <a:gd name="connsiteY68" fmla="*/ 243459 h 376428"/>
              <a:gd name="connsiteX69" fmla="*/ 335976 w 384066"/>
              <a:gd name="connsiteY69" fmla="*/ 227647 h 376428"/>
              <a:gd name="connsiteX70" fmla="*/ 351911 w 384066"/>
              <a:gd name="connsiteY70" fmla="*/ 211931 h 376428"/>
              <a:gd name="connsiteX71" fmla="*/ 367847 w 384066"/>
              <a:gd name="connsiteY71" fmla="*/ 227647 h 376428"/>
              <a:gd name="connsiteX72" fmla="*/ 351911 w 384066"/>
              <a:gd name="connsiteY72" fmla="*/ 243459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84066" h="376428">
                <a:moveTo>
                  <a:pt x="351911" y="196215"/>
                </a:moveTo>
                <a:cubicBezTo>
                  <a:pt x="341193" y="196215"/>
                  <a:pt x="331517" y="201835"/>
                  <a:pt x="325731" y="210122"/>
                </a:cubicBezTo>
                <a:lnTo>
                  <a:pt x="282288" y="192310"/>
                </a:lnTo>
                <a:cubicBezTo>
                  <a:pt x="285892" y="183833"/>
                  <a:pt x="287884" y="174498"/>
                  <a:pt x="287884" y="164687"/>
                </a:cubicBezTo>
                <a:cubicBezTo>
                  <a:pt x="287884" y="148209"/>
                  <a:pt x="282288" y="133160"/>
                  <a:pt x="272802" y="121158"/>
                </a:cubicBezTo>
                <a:lnTo>
                  <a:pt x="335976" y="58483"/>
                </a:lnTo>
                <a:cubicBezTo>
                  <a:pt x="340718" y="61341"/>
                  <a:pt x="346125" y="63055"/>
                  <a:pt x="352006" y="63055"/>
                </a:cubicBezTo>
                <a:cubicBezTo>
                  <a:pt x="369270" y="63055"/>
                  <a:pt x="383877" y="48577"/>
                  <a:pt x="383877" y="31528"/>
                </a:cubicBezTo>
                <a:cubicBezTo>
                  <a:pt x="383877" y="14478"/>
                  <a:pt x="369270" y="0"/>
                  <a:pt x="352006" y="0"/>
                </a:cubicBezTo>
                <a:cubicBezTo>
                  <a:pt x="334743" y="0"/>
                  <a:pt x="320135" y="14478"/>
                  <a:pt x="320135" y="31528"/>
                </a:cubicBezTo>
                <a:cubicBezTo>
                  <a:pt x="320135" y="37147"/>
                  <a:pt x="321842" y="42481"/>
                  <a:pt x="324593" y="47053"/>
                </a:cubicBezTo>
                <a:lnTo>
                  <a:pt x="261135" y="109252"/>
                </a:lnTo>
                <a:cubicBezTo>
                  <a:pt x="248804" y="99441"/>
                  <a:pt x="233153" y="93631"/>
                  <a:pt x="215984" y="93631"/>
                </a:cubicBezTo>
                <a:cubicBezTo>
                  <a:pt x="188666" y="93631"/>
                  <a:pt x="165142" y="108299"/>
                  <a:pt x="152906" y="130207"/>
                </a:cubicBezTo>
                <a:lnTo>
                  <a:pt x="62984" y="92678"/>
                </a:lnTo>
                <a:cubicBezTo>
                  <a:pt x="63458" y="90583"/>
                  <a:pt x="63742" y="88392"/>
                  <a:pt x="63742" y="86106"/>
                </a:cubicBezTo>
                <a:cubicBezTo>
                  <a:pt x="63742" y="69247"/>
                  <a:pt x="49135" y="55054"/>
                  <a:pt x="31871" y="55054"/>
                </a:cubicBezTo>
                <a:cubicBezTo>
                  <a:pt x="14608" y="55054"/>
                  <a:pt x="0" y="69342"/>
                  <a:pt x="0" y="86106"/>
                </a:cubicBezTo>
                <a:cubicBezTo>
                  <a:pt x="0" y="102870"/>
                  <a:pt x="14608" y="117157"/>
                  <a:pt x="31871" y="117157"/>
                </a:cubicBezTo>
                <a:cubicBezTo>
                  <a:pt x="41262" y="117157"/>
                  <a:pt x="49799" y="112776"/>
                  <a:pt x="55775" y="106204"/>
                </a:cubicBezTo>
                <a:lnTo>
                  <a:pt x="146835" y="144589"/>
                </a:lnTo>
                <a:cubicBezTo>
                  <a:pt x="145033" y="150876"/>
                  <a:pt x="143990" y="157543"/>
                  <a:pt x="143990" y="164401"/>
                </a:cubicBezTo>
                <a:cubicBezTo>
                  <a:pt x="143990" y="181261"/>
                  <a:pt x="149871" y="196691"/>
                  <a:pt x="159735" y="208883"/>
                </a:cubicBezTo>
                <a:lnTo>
                  <a:pt x="48471" y="318135"/>
                </a:lnTo>
                <a:cubicBezTo>
                  <a:pt x="43633" y="315087"/>
                  <a:pt x="37942" y="313277"/>
                  <a:pt x="31871" y="313277"/>
                </a:cubicBezTo>
                <a:cubicBezTo>
                  <a:pt x="14608" y="313277"/>
                  <a:pt x="0" y="327755"/>
                  <a:pt x="0" y="344805"/>
                </a:cubicBezTo>
                <a:cubicBezTo>
                  <a:pt x="0" y="361855"/>
                  <a:pt x="14608" y="376333"/>
                  <a:pt x="31871" y="376333"/>
                </a:cubicBezTo>
                <a:cubicBezTo>
                  <a:pt x="49135" y="376333"/>
                  <a:pt x="63742" y="361855"/>
                  <a:pt x="63742" y="344805"/>
                </a:cubicBezTo>
                <a:cubicBezTo>
                  <a:pt x="63742" y="339185"/>
                  <a:pt x="62035" y="333947"/>
                  <a:pt x="59284" y="329279"/>
                </a:cubicBezTo>
                <a:lnTo>
                  <a:pt x="171213" y="220123"/>
                </a:lnTo>
                <a:cubicBezTo>
                  <a:pt x="181457" y="228124"/>
                  <a:pt x="193883" y="233362"/>
                  <a:pt x="207637" y="234887"/>
                </a:cubicBezTo>
                <a:lnTo>
                  <a:pt x="207637" y="314611"/>
                </a:lnTo>
                <a:cubicBezTo>
                  <a:pt x="194263" y="318326"/>
                  <a:pt x="184113" y="330613"/>
                  <a:pt x="184113" y="344900"/>
                </a:cubicBezTo>
                <a:cubicBezTo>
                  <a:pt x="184113" y="361950"/>
                  <a:pt x="198721" y="376428"/>
                  <a:pt x="215984" y="376428"/>
                </a:cubicBezTo>
                <a:cubicBezTo>
                  <a:pt x="233248" y="376428"/>
                  <a:pt x="247856" y="361950"/>
                  <a:pt x="247856" y="344900"/>
                </a:cubicBezTo>
                <a:cubicBezTo>
                  <a:pt x="247856" y="330708"/>
                  <a:pt x="237706" y="318421"/>
                  <a:pt x="224331" y="314611"/>
                </a:cubicBezTo>
                <a:lnTo>
                  <a:pt x="224331" y="234887"/>
                </a:lnTo>
                <a:cubicBezTo>
                  <a:pt x="244820" y="232601"/>
                  <a:pt x="262558" y="221933"/>
                  <a:pt x="274130" y="206407"/>
                </a:cubicBezTo>
                <a:lnTo>
                  <a:pt x="320514" y="225457"/>
                </a:lnTo>
                <a:cubicBezTo>
                  <a:pt x="320514" y="226124"/>
                  <a:pt x="320325" y="226790"/>
                  <a:pt x="320325" y="227552"/>
                </a:cubicBezTo>
                <a:cubicBezTo>
                  <a:pt x="320325" y="244602"/>
                  <a:pt x="334932" y="259080"/>
                  <a:pt x="352196" y="259080"/>
                </a:cubicBezTo>
                <a:cubicBezTo>
                  <a:pt x="369459" y="259080"/>
                  <a:pt x="384067" y="244602"/>
                  <a:pt x="384067" y="227552"/>
                </a:cubicBezTo>
                <a:cubicBezTo>
                  <a:pt x="384067" y="210503"/>
                  <a:pt x="369459" y="196024"/>
                  <a:pt x="352196" y="196024"/>
                </a:cubicBezTo>
                <a:close/>
                <a:moveTo>
                  <a:pt x="31871" y="101822"/>
                </a:moveTo>
                <a:cubicBezTo>
                  <a:pt x="22575" y="101822"/>
                  <a:pt x="15936" y="95345"/>
                  <a:pt x="15936" y="86297"/>
                </a:cubicBezTo>
                <a:cubicBezTo>
                  <a:pt x="15936" y="78486"/>
                  <a:pt x="22575" y="70771"/>
                  <a:pt x="31871" y="70771"/>
                </a:cubicBezTo>
                <a:cubicBezTo>
                  <a:pt x="41167" y="70771"/>
                  <a:pt x="47807" y="78581"/>
                  <a:pt x="47807" y="86297"/>
                </a:cubicBezTo>
                <a:cubicBezTo>
                  <a:pt x="47807" y="95345"/>
                  <a:pt x="41167" y="101822"/>
                  <a:pt x="31871" y="101822"/>
                </a:cubicBezTo>
                <a:close/>
                <a:moveTo>
                  <a:pt x="351911" y="15811"/>
                </a:moveTo>
                <a:cubicBezTo>
                  <a:pt x="361207" y="15811"/>
                  <a:pt x="367847" y="23717"/>
                  <a:pt x="367847" y="31528"/>
                </a:cubicBezTo>
                <a:cubicBezTo>
                  <a:pt x="367847" y="40767"/>
                  <a:pt x="361207" y="47244"/>
                  <a:pt x="351911" y="47244"/>
                </a:cubicBezTo>
                <a:cubicBezTo>
                  <a:pt x="342615" y="47244"/>
                  <a:pt x="335976" y="40672"/>
                  <a:pt x="335976" y="31528"/>
                </a:cubicBezTo>
                <a:cubicBezTo>
                  <a:pt x="335976" y="23622"/>
                  <a:pt x="342615" y="15811"/>
                  <a:pt x="351911" y="15811"/>
                </a:cubicBezTo>
                <a:close/>
                <a:moveTo>
                  <a:pt x="31871" y="360807"/>
                </a:moveTo>
                <a:cubicBezTo>
                  <a:pt x="22575" y="360807"/>
                  <a:pt x="15936" y="354235"/>
                  <a:pt x="15936" y="345091"/>
                </a:cubicBezTo>
                <a:cubicBezTo>
                  <a:pt x="15936" y="337185"/>
                  <a:pt x="22575" y="329374"/>
                  <a:pt x="31871" y="329374"/>
                </a:cubicBezTo>
                <a:cubicBezTo>
                  <a:pt x="41167" y="329374"/>
                  <a:pt x="47807" y="337280"/>
                  <a:pt x="47807" y="345091"/>
                </a:cubicBezTo>
                <a:cubicBezTo>
                  <a:pt x="47807" y="354330"/>
                  <a:pt x="41167" y="360807"/>
                  <a:pt x="31871" y="360807"/>
                </a:cubicBezTo>
                <a:close/>
                <a:moveTo>
                  <a:pt x="231730" y="345091"/>
                </a:moveTo>
                <a:cubicBezTo>
                  <a:pt x="231730" y="354330"/>
                  <a:pt x="225090" y="360807"/>
                  <a:pt x="215795" y="360807"/>
                </a:cubicBezTo>
                <a:cubicBezTo>
                  <a:pt x="206499" y="360807"/>
                  <a:pt x="199859" y="354235"/>
                  <a:pt x="199859" y="345091"/>
                </a:cubicBezTo>
                <a:cubicBezTo>
                  <a:pt x="199859" y="337185"/>
                  <a:pt x="206499" y="329374"/>
                  <a:pt x="215795" y="329374"/>
                </a:cubicBezTo>
                <a:cubicBezTo>
                  <a:pt x="225090" y="329374"/>
                  <a:pt x="231730" y="337280"/>
                  <a:pt x="231730" y="345091"/>
                </a:cubicBezTo>
                <a:close/>
                <a:moveTo>
                  <a:pt x="215889" y="219837"/>
                </a:moveTo>
                <a:cubicBezTo>
                  <a:pt x="185251" y="219837"/>
                  <a:pt x="159925" y="194882"/>
                  <a:pt x="159925" y="164687"/>
                </a:cubicBezTo>
                <a:cubicBezTo>
                  <a:pt x="159925" y="134493"/>
                  <a:pt x="185251" y="109537"/>
                  <a:pt x="215889" y="109537"/>
                </a:cubicBezTo>
                <a:cubicBezTo>
                  <a:pt x="246528" y="109537"/>
                  <a:pt x="271854" y="134493"/>
                  <a:pt x="271854" y="164687"/>
                </a:cubicBezTo>
                <a:cubicBezTo>
                  <a:pt x="271854" y="194882"/>
                  <a:pt x="246528" y="219837"/>
                  <a:pt x="215889" y="219837"/>
                </a:cubicBezTo>
                <a:close/>
                <a:moveTo>
                  <a:pt x="351911" y="243459"/>
                </a:moveTo>
                <a:cubicBezTo>
                  <a:pt x="342615" y="243459"/>
                  <a:pt x="335976" y="236887"/>
                  <a:pt x="335976" y="227647"/>
                </a:cubicBezTo>
                <a:cubicBezTo>
                  <a:pt x="335976" y="219742"/>
                  <a:pt x="342615" y="211931"/>
                  <a:pt x="351911" y="211931"/>
                </a:cubicBezTo>
                <a:cubicBezTo>
                  <a:pt x="361207" y="211931"/>
                  <a:pt x="367847" y="219837"/>
                  <a:pt x="367847" y="227647"/>
                </a:cubicBezTo>
                <a:cubicBezTo>
                  <a:pt x="367847" y="236887"/>
                  <a:pt x="361207" y="243459"/>
                  <a:pt x="351911" y="24345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1" name="Graphic 58">
            <a:extLst>
              <a:ext uri="{FF2B5EF4-FFF2-40B4-BE49-F238E27FC236}">
                <a16:creationId xmlns:a16="http://schemas.microsoft.com/office/drawing/2014/main" id="{A0EB2645-5A74-EA8E-DF6D-D45473BD9B34}"/>
              </a:ext>
            </a:extLst>
          </p:cNvPr>
          <p:cNvSpPr/>
          <p:nvPr/>
        </p:nvSpPr>
        <p:spPr>
          <a:xfrm>
            <a:off x="6226044" y="776592"/>
            <a:ext cx="511750" cy="501573"/>
          </a:xfrm>
          <a:custGeom>
            <a:avLst/>
            <a:gdLst>
              <a:gd name="connsiteX0" fmla="*/ 351911 w 384066"/>
              <a:gd name="connsiteY0" fmla="*/ 196215 h 376428"/>
              <a:gd name="connsiteX1" fmla="*/ 325731 w 384066"/>
              <a:gd name="connsiteY1" fmla="*/ 210122 h 376428"/>
              <a:gd name="connsiteX2" fmla="*/ 282288 w 384066"/>
              <a:gd name="connsiteY2" fmla="*/ 192310 h 376428"/>
              <a:gd name="connsiteX3" fmla="*/ 287884 w 384066"/>
              <a:gd name="connsiteY3" fmla="*/ 164687 h 376428"/>
              <a:gd name="connsiteX4" fmla="*/ 272802 w 384066"/>
              <a:gd name="connsiteY4" fmla="*/ 121158 h 376428"/>
              <a:gd name="connsiteX5" fmla="*/ 335976 w 384066"/>
              <a:gd name="connsiteY5" fmla="*/ 58483 h 376428"/>
              <a:gd name="connsiteX6" fmla="*/ 352006 w 384066"/>
              <a:gd name="connsiteY6" fmla="*/ 63055 h 376428"/>
              <a:gd name="connsiteX7" fmla="*/ 383877 w 384066"/>
              <a:gd name="connsiteY7" fmla="*/ 31528 h 376428"/>
              <a:gd name="connsiteX8" fmla="*/ 352006 w 384066"/>
              <a:gd name="connsiteY8" fmla="*/ 0 h 376428"/>
              <a:gd name="connsiteX9" fmla="*/ 320135 w 384066"/>
              <a:gd name="connsiteY9" fmla="*/ 31528 h 376428"/>
              <a:gd name="connsiteX10" fmla="*/ 324593 w 384066"/>
              <a:gd name="connsiteY10" fmla="*/ 47053 h 376428"/>
              <a:gd name="connsiteX11" fmla="*/ 261135 w 384066"/>
              <a:gd name="connsiteY11" fmla="*/ 109252 h 376428"/>
              <a:gd name="connsiteX12" fmla="*/ 215984 w 384066"/>
              <a:gd name="connsiteY12" fmla="*/ 93631 h 376428"/>
              <a:gd name="connsiteX13" fmla="*/ 152906 w 384066"/>
              <a:gd name="connsiteY13" fmla="*/ 130207 h 376428"/>
              <a:gd name="connsiteX14" fmla="*/ 62984 w 384066"/>
              <a:gd name="connsiteY14" fmla="*/ 92678 h 376428"/>
              <a:gd name="connsiteX15" fmla="*/ 63742 w 384066"/>
              <a:gd name="connsiteY15" fmla="*/ 86106 h 376428"/>
              <a:gd name="connsiteX16" fmla="*/ 31871 w 384066"/>
              <a:gd name="connsiteY16" fmla="*/ 55054 h 376428"/>
              <a:gd name="connsiteX17" fmla="*/ 0 w 384066"/>
              <a:gd name="connsiteY17" fmla="*/ 86106 h 376428"/>
              <a:gd name="connsiteX18" fmla="*/ 31871 w 384066"/>
              <a:gd name="connsiteY18" fmla="*/ 117157 h 376428"/>
              <a:gd name="connsiteX19" fmla="*/ 55775 w 384066"/>
              <a:gd name="connsiteY19" fmla="*/ 106204 h 376428"/>
              <a:gd name="connsiteX20" fmla="*/ 146835 w 384066"/>
              <a:gd name="connsiteY20" fmla="*/ 144589 h 376428"/>
              <a:gd name="connsiteX21" fmla="*/ 143990 w 384066"/>
              <a:gd name="connsiteY21" fmla="*/ 164401 h 376428"/>
              <a:gd name="connsiteX22" fmla="*/ 159735 w 384066"/>
              <a:gd name="connsiteY22" fmla="*/ 208883 h 376428"/>
              <a:gd name="connsiteX23" fmla="*/ 48471 w 384066"/>
              <a:gd name="connsiteY23" fmla="*/ 318135 h 376428"/>
              <a:gd name="connsiteX24" fmla="*/ 31871 w 384066"/>
              <a:gd name="connsiteY24" fmla="*/ 313277 h 376428"/>
              <a:gd name="connsiteX25" fmla="*/ 0 w 384066"/>
              <a:gd name="connsiteY25" fmla="*/ 344805 h 376428"/>
              <a:gd name="connsiteX26" fmla="*/ 31871 w 384066"/>
              <a:gd name="connsiteY26" fmla="*/ 376333 h 376428"/>
              <a:gd name="connsiteX27" fmla="*/ 63742 w 384066"/>
              <a:gd name="connsiteY27" fmla="*/ 344805 h 376428"/>
              <a:gd name="connsiteX28" fmla="*/ 59284 w 384066"/>
              <a:gd name="connsiteY28" fmla="*/ 329279 h 376428"/>
              <a:gd name="connsiteX29" fmla="*/ 171213 w 384066"/>
              <a:gd name="connsiteY29" fmla="*/ 220123 h 376428"/>
              <a:gd name="connsiteX30" fmla="*/ 207637 w 384066"/>
              <a:gd name="connsiteY30" fmla="*/ 234887 h 376428"/>
              <a:gd name="connsiteX31" fmla="*/ 207637 w 384066"/>
              <a:gd name="connsiteY31" fmla="*/ 314611 h 376428"/>
              <a:gd name="connsiteX32" fmla="*/ 184113 w 384066"/>
              <a:gd name="connsiteY32" fmla="*/ 344900 h 376428"/>
              <a:gd name="connsiteX33" fmla="*/ 215984 w 384066"/>
              <a:gd name="connsiteY33" fmla="*/ 376428 h 376428"/>
              <a:gd name="connsiteX34" fmla="*/ 247856 w 384066"/>
              <a:gd name="connsiteY34" fmla="*/ 344900 h 376428"/>
              <a:gd name="connsiteX35" fmla="*/ 224331 w 384066"/>
              <a:gd name="connsiteY35" fmla="*/ 314611 h 376428"/>
              <a:gd name="connsiteX36" fmla="*/ 224331 w 384066"/>
              <a:gd name="connsiteY36" fmla="*/ 234887 h 376428"/>
              <a:gd name="connsiteX37" fmla="*/ 274130 w 384066"/>
              <a:gd name="connsiteY37" fmla="*/ 206407 h 376428"/>
              <a:gd name="connsiteX38" fmla="*/ 320514 w 384066"/>
              <a:gd name="connsiteY38" fmla="*/ 225457 h 376428"/>
              <a:gd name="connsiteX39" fmla="*/ 320325 w 384066"/>
              <a:gd name="connsiteY39" fmla="*/ 227552 h 376428"/>
              <a:gd name="connsiteX40" fmla="*/ 352196 w 384066"/>
              <a:gd name="connsiteY40" fmla="*/ 259080 h 376428"/>
              <a:gd name="connsiteX41" fmla="*/ 384067 w 384066"/>
              <a:gd name="connsiteY41" fmla="*/ 227552 h 376428"/>
              <a:gd name="connsiteX42" fmla="*/ 352196 w 384066"/>
              <a:gd name="connsiteY42" fmla="*/ 196024 h 376428"/>
              <a:gd name="connsiteX43" fmla="*/ 31871 w 384066"/>
              <a:gd name="connsiteY43" fmla="*/ 101822 h 376428"/>
              <a:gd name="connsiteX44" fmla="*/ 15936 w 384066"/>
              <a:gd name="connsiteY44" fmla="*/ 86297 h 376428"/>
              <a:gd name="connsiteX45" fmla="*/ 31871 w 384066"/>
              <a:gd name="connsiteY45" fmla="*/ 70771 h 376428"/>
              <a:gd name="connsiteX46" fmla="*/ 47807 w 384066"/>
              <a:gd name="connsiteY46" fmla="*/ 86297 h 376428"/>
              <a:gd name="connsiteX47" fmla="*/ 31871 w 384066"/>
              <a:gd name="connsiteY47" fmla="*/ 101822 h 376428"/>
              <a:gd name="connsiteX48" fmla="*/ 351911 w 384066"/>
              <a:gd name="connsiteY48" fmla="*/ 15811 h 376428"/>
              <a:gd name="connsiteX49" fmla="*/ 367847 w 384066"/>
              <a:gd name="connsiteY49" fmla="*/ 31528 h 376428"/>
              <a:gd name="connsiteX50" fmla="*/ 351911 w 384066"/>
              <a:gd name="connsiteY50" fmla="*/ 47244 h 376428"/>
              <a:gd name="connsiteX51" fmla="*/ 335976 w 384066"/>
              <a:gd name="connsiteY51" fmla="*/ 31528 h 376428"/>
              <a:gd name="connsiteX52" fmla="*/ 351911 w 384066"/>
              <a:gd name="connsiteY52" fmla="*/ 15811 h 376428"/>
              <a:gd name="connsiteX53" fmla="*/ 31871 w 384066"/>
              <a:gd name="connsiteY53" fmla="*/ 360807 h 376428"/>
              <a:gd name="connsiteX54" fmla="*/ 15936 w 384066"/>
              <a:gd name="connsiteY54" fmla="*/ 345091 h 376428"/>
              <a:gd name="connsiteX55" fmla="*/ 31871 w 384066"/>
              <a:gd name="connsiteY55" fmla="*/ 329374 h 376428"/>
              <a:gd name="connsiteX56" fmla="*/ 47807 w 384066"/>
              <a:gd name="connsiteY56" fmla="*/ 345091 h 376428"/>
              <a:gd name="connsiteX57" fmla="*/ 31871 w 384066"/>
              <a:gd name="connsiteY57" fmla="*/ 360807 h 376428"/>
              <a:gd name="connsiteX58" fmla="*/ 231730 w 384066"/>
              <a:gd name="connsiteY58" fmla="*/ 345091 h 376428"/>
              <a:gd name="connsiteX59" fmla="*/ 215795 w 384066"/>
              <a:gd name="connsiteY59" fmla="*/ 360807 h 376428"/>
              <a:gd name="connsiteX60" fmla="*/ 199859 w 384066"/>
              <a:gd name="connsiteY60" fmla="*/ 345091 h 376428"/>
              <a:gd name="connsiteX61" fmla="*/ 215795 w 384066"/>
              <a:gd name="connsiteY61" fmla="*/ 329374 h 376428"/>
              <a:gd name="connsiteX62" fmla="*/ 231730 w 384066"/>
              <a:gd name="connsiteY62" fmla="*/ 345091 h 376428"/>
              <a:gd name="connsiteX63" fmla="*/ 215889 w 384066"/>
              <a:gd name="connsiteY63" fmla="*/ 219837 h 376428"/>
              <a:gd name="connsiteX64" fmla="*/ 159925 w 384066"/>
              <a:gd name="connsiteY64" fmla="*/ 164687 h 376428"/>
              <a:gd name="connsiteX65" fmla="*/ 215889 w 384066"/>
              <a:gd name="connsiteY65" fmla="*/ 109537 h 376428"/>
              <a:gd name="connsiteX66" fmla="*/ 271854 w 384066"/>
              <a:gd name="connsiteY66" fmla="*/ 164687 h 376428"/>
              <a:gd name="connsiteX67" fmla="*/ 215889 w 384066"/>
              <a:gd name="connsiteY67" fmla="*/ 219837 h 376428"/>
              <a:gd name="connsiteX68" fmla="*/ 351911 w 384066"/>
              <a:gd name="connsiteY68" fmla="*/ 243459 h 376428"/>
              <a:gd name="connsiteX69" fmla="*/ 335976 w 384066"/>
              <a:gd name="connsiteY69" fmla="*/ 227647 h 376428"/>
              <a:gd name="connsiteX70" fmla="*/ 351911 w 384066"/>
              <a:gd name="connsiteY70" fmla="*/ 211931 h 376428"/>
              <a:gd name="connsiteX71" fmla="*/ 367847 w 384066"/>
              <a:gd name="connsiteY71" fmla="*/ 227647 h 376428"/>
              <a:gd name="connsiteX72" fmla="*/ 351911 w 384066"/>
              <a:gd name="connsiteY72" fmla="*/ 243459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84066" h="376428">
                <a:moveTo>
                  <a:pt x="351911" y="196215"/>
                </a:moveTo>
                <a:cubicBezTo>
                  <a:pt x="341193" y="196215"/>
                  <a:pt x="331517" y="201835"/>
                  <a:pt x="325731" y="210122"/>
                </a:cubicBezTo>
                <a:lnTo>
                  <a:pt x="282288" y="192310"/>
                </a:lnTo>
                <a:cubicBezTo>
                  <a:pt x="285892" y="183833"/>
                  <a:pt x="287884" y="174498"/>
                  <a:pt x="287884" y="164687"/>
                </a:cubicBezTo>
                <a:cubicBezTo>
                  <a:pt x="287884" y="148209"/>
                  <a:pt x="282288" y="133160"/>
                  <a:pt x="272802" y="121158"/>
                </a:cubicBezTo>
                <a:lnTo>
                  <a:pt x="335976" y="58483"/>
                </a:lnTo>
                <a:cubicBezTo>
                  <a:pt x="340718" y="61341"/>
                  <a:pt x="346125" y="63055"/>
                  <a:pt x="352006" y="63055"/>
                </a:cubicBezTo>
                <a:cubicBezTo>
                  <a:pt x="369270" y="63055"/>
                  <a:pt x="383877" y="48577"/>
                  <a:pt x="383877" y="31528"/>
                </a:cubicBezTo>
                <a:cubicBezTo>
                  <a:pt x="383877" y="14478"/>
                  <a:pt x="369270" y="0"/>
                  <a:pt x="352006" y="0"/>
                </a:cubicBezTo>
                <a:cubicBezTo>
                  <a:pt x="334743" y="0"/>
                  <a:pt x="320135" y="14478"/>
                  <a:pt x="320135" y="31528"/>
                </a:cubicBezTo>
                <a:cubicBezTo>
                  <a:pt x="320135" y="37147"/>
                  <a:pt x="321842" y="42481"/>
                  <a:pt x="324593" y="47053"/>
                </a:cubicBezTo>
                <a:lnTo>
                  <a:pt x="261135" y="109252"/>
                </a:lnTo>
                <a:cubicBezTo>
                  <a:pt x="248804" y="99441"/>
                  <a:pt x="233153" y="93631"/>
                  <a:pt x="215984" y="93631"/>
                </a:cubicBezTo>
                <a:cubicBezTo>
                  <a:pt x="188666" y="93631"/>
                  <a:pt x="165142" y="108299"/>
                  <a:pt x="152906" y="130207"/>
                </a:cubicBezTo>
                <a:lnTo>
                  <a:pt x="62984" y="92678"/>
                </a:lnTo>
                <a:cubicBezTo>
                  <a:pt x="63458" y="90583"/>
                  <a:pt x="63742" y="88392"/>
                  <a:pt x="63742" y="86106"/>
                </a:cubicBezTo>
                <a:cubicBezTo>
                  <a:pt x="63742" y="69247"/>
                  <a:pt x="49135" y="55054"/>
                  <a:pt x="31871" y="55054"/>
                </a:cubicBezTo>
                <a:cubicBezTo>
                  <a:pt x="14608" y="55054"/>
                  <a:pt x="0" y="69342"/>
                  <a:pt x="0" y="86106"/>
                </a:cubicBezTo>
                <a:cubicBezTo>
                  <a:pt x="0" y="102870"/>
                  <a:pt x="14608" y="117157"/>
                  <a:pt x="31871" y="117157"/>
                </a:cubicBezTo>
                <a:cubicBezTo>
                  <a:pt x="41262" y="117157"/>
                  <a:pt x="49799" y="112776"/>
                  <a:pt x="55775" y="106204"/>
                </a:cubicBezTo>
                <a:lnTo>
                  <a:pt x="146835" y="144589"/>
                </a:lnTo>
                <a:cubicBezTo>
                  <a:pt x="145033" y="150876"/>
                  <a:pt x="143990" y="157543"/>
                  <a:pt x="143990" y="164401"/>
                </a:cubicBezTo>
                <a:cubicBezTo>
                  <a:pt x="143990" y="181261"/>
                  <a:pt x="149871" y="196691"/>
                  <a:pt x="159735" y="208883"/>
                </a:cubicBezTo>
                <a:lnTo>
                  <a:pt x="48471" y="318135"/>
                </a:lnTo>
                <a:cubicBezTo>
                  <a:pt x="43633" y="315087"/>
                  <a:pt x="37942" y="313277"/>
                  <a:pt x="31871" y="313277"/>
                </a:cubicBezTo>
                <a:cubicBezTo>
                  <a:pt x="14608" y="313277"/>
                  <a:pt x="0" y="327755"/>
                  <a:pt x="0" y="344805"/>
                </a:cubicBezTo>
                <a:cubicBezTo>
                  <a:pt x="0" y="361855"/>
                  <a:pt x="14608" y="376333"/>
                  <a:pt x="31871" y="376333"/>
                </a:cubicBezTo>
                <a:cubicBezTo>
                  <a:pt x="49135" y="376333"/>
                  <a:pt x="63742" y="361855"/>
                  <a:pt x="63742" y="344805"/>
                </a:cubicBezTo>
                <a:cubicBezTo>
                  <a:pt x="63742" y="339185"/>
                  <a:pt x="62035" y="333947"/>
                  <a:pt x="59284" y="329279"/>
                </a:cubicBezTo>
                <a:lnTo>
                  <a:pt x="171213" y="220123"/>
                </a:lnTo>
                <a:cubicBezTo>
                  <a:pt x="181457" y="228124"/>
                  <a:pt x="193883" y="233362"/>
                  <a:pt x="207637" y="234887"/>
                </a:cubicBezTo>
                <a:lnTo>
                  <a:pt x="207637" y="314611"/>
                </a:lnTo>
                <a:cubicBezTo>
                  <a:pt x="194263" y="318326"/>
                  <a:pt x="184113" y="330613"/>
                  <a:pt x="184113" y="344900"/>
                </a:cubicBezTo>
                <a:cubicBezTo>
                  <a:pt x="184113" y="361950"/>
                  <a:pt x="198721" y="376428"/>
                  <a:pt x="215984" y="376428"/>
                </a:cubicBezTo>
                <a:cubicBezTo>
                  <a:pt x="233248" y="376428"/>
                  <a:pt x="247856" y="361950"/>
                  <a:pt x="247856" y="344900"/>
                </a:cubicBezTo>
                <a:cubicBezTo>
                  <a:pt x="247856" y="330708"/>
                  <a:pt x="237706" y="318421"/>
                  <a:pt x="224331" y="314611"/>
                </a:cubicBezTo>
                <a:lnTo>
                  <a:pt x="224331" y="234887"/>
                </a:lnTo>
                <a:cubicBezTo>
                  <a:pt x="244820" y="232601"/>
                  <a:pt x="262558" y="221933"/>
                  <a:pt x="274130" y="206407"/>
                </a:cubicBezTo>
                <a:lnTo>
                  <a:pt x="320514" y="225457"/>
                </a:lnTo>
                <a:cubicBezTo>
                  <a:pt x="320514" y="226124"/>
                  <a:pt x="320325" y="226790"/>
                  <a:pt x="320325" y="227552"/>
                </a:cubicBezTo>
                <a:cubicBezTo>
                  <a:pt x="320325" y="244602"/>
                  <a:pt x="334932" y="259080"/>
                  <a:pt x="352196" y="259080"/>
                </a:cubicBezTo>
                <a:cubicBezTo>
                  <a:pt x="369459" y="259080"/>
                  <a:pt x="384067" y="244602"/>
                  <a:pt x="384067" y="227552"/>
                </a:cubicBezTo>
                <a:cubicBezTo>
                  <a:pt x="384067" y="210503"/>
                  <a:pt x="369459" y="196024"/>
                  <a:pt x="352196" y="196024"/>
                </a:cubicBezTo>
                <a:close/>
                <a:moveTo>
                  <a:pt x="31871" y="101822"/>
                </a:moveTo>
                <a:cubicBezTo>
                  <a:pt x="22575" y="101822"/>
                  <a:pt x="15936" y="95345"/>
                  <a:pt x="15936" y="86297"/>
                </a:cubicBezTo>
                <a:cubicBezTo>
                  <a:pt x="15936" y="78486"/>
                  <a:pt x="22575" y="70771"/>
                  <a:pt x="31871" y="70771"/>
                </a:cubicBezTo>
                <a:cubicBezTo>
                  <a:pt x="41167" y="70771"/>
                  <a:pt x="47807" y="78581"/>
                  <a:pt x="47807" y="86297"/>
                </a:cubicBezTo>
                <a:cubicBezTo>
                  <a:pt x="47807" y="95345"/>
                  <a:pt x="41167" y="101822"/>
                  <a:pt x="31871" y="101822"/>
                </a:cubicBezTo>
                <a:close/>
                <a:moveTo>
                  <a:pt x="351911" y="15811"/>
                </a:moveTo>
                <a:cubicBezTo>
                  <a:pt x="361207" y="15811"/>
                  <a:pt x="367847" y="23717"/>
                  <a:pt x="367847" y="31528"/>
                </a:cubicBezTo>
                <a:cubicBezTo>
                  <a:pt x="367847" y="40767"/>
                  <a:pt x="361207" y="47244"/>
                  <a:pt x="351911" y="47244"/>
                </a:cubicBezTo>
                <a:cubicBezTo>
                  <a:pt x="342615" y="47244"/>
                  <a:pt x="335976" y="40672"/>
                  <a:pt x="335976" y="31528"/>
                </a:cubicBezTo>
                <a:cubicBezTo>
                  <a:pt x="335976" y="23622"/>
                  <a:pt x="342615" y="15811"/>
                  <a:pt x="351911" y="15811"/>
                </a:cubicBezTo>
                <a:close/>
                <a:moveTo>
                  <a:pt x="31871" y="360807"/>
                </a:moveTo>
                <a:cubicBezTo>
                  <a:pt x="22575" y="360807"/>
                  <a:pt x="15936" y="354235"/>
                  <a:pt x="15936" y="345091"/>
                </a:cubicBezTo>
                <a:cubicBezTo>
                  <a:pt x="15936" y="337185"/>
                  <a:pt x="22575" y="329374"/>
                  <a:pt x="31871" y="329374"/>
                </a:cubicBezTo>
                <a:cubicBezTo>
                  <a:pt x="41167" y="329374"/>
                  <a:pt x="47807" y="337280"/>
                  <a:pt x="47807" y="345091"/>
                </a:cubicBezTo>
                <a:cubicBezTo>
                  <a:pt x="47807" y="354330"/>
                  <a:pt x="41167" y="360807"/>
                  <a:pt x="31871" y="360807"/>
                </a:cubicBezTo>
                <a:close/>
                <a:moveTo>
                  <a:pt x="231730" y="345091"/>
                </a:moveTo>
                <a:cubicBezTo>
                  <a:pt x="231730" y="354330"/>
                  <a:pt x="225090" y="360807"/>
                  <a:pt x="215795" y="360807"/>
                </a:cubicBezTo>
                <a:cubicBezTo>
                  <a:pt x="206499" y="360807"/>
                  <a:pt x="199859" y="354235"/>
                  <a:pt x="199859" y="345091"/>
                </a:cubicBezTo>
                <a:cubicBezTo>
                  <a:pt x="199859" y="337185"/>
                  <a:pt x="206499" y="329374"/>
                  <a:pt x="215795" y="329374"/>
                </a:cubicBezTo>
                <a:cubicBezTo>
                  <a:pt x="225090" y="329374"/>
                  <a:pt x="231730" y="337280"/>
                  <a:pt x="231730" y="345091"/>
                </a:cubicBezTo>
                <a:close/>
                <a:moveTo>
                  <a:pt x="215889" y="219837"/>
                </a:moveTo>
                <a:cubicBezTo>
                  <a:pt x="185251" y="219837"/>
                  <a:pt x="159925" y="194882"/>
                  <a:pt x="159925" y="164687"/>
                </a:cubicBezTo>
                <a:cubicBezTo>
                  <a:pt x="159925" y="134493"/>
                  <a:pt x="185251" y="109537"/>
                  <a:pt x="215889" y="109537"/>
                </a:cubicBezTo>
                <a:cubicBezTo>
                  <a:pt x="246528" y="109537"/>
                  <a:pt x="271854" y="134493"/>
                  <a:pt x="271854" y="164687"/>
                </a:cubicBezTo>
                <a:cubicBezTo>
                  <a:pt x="271854" y="194882"/>
                  <a:pt x="246528" y="219837"/>
                  <a:pt x="215889" y="219837"/>
                </a:cubicBezTo>
                <a:close/>
                <a:moveTo>
                  <a:pt x="351911" y="243459"/>
                </a:moveTo>
                <a:cubicBezTo>
                  <a:pt x="342615" y="243459"/>
                  <a:pt x="335976" y="236887"/>
                  <a:pt x="335976" y="227647"/>
                </a:cubicBezTo>
                <a:cubicBezTo>
                  <a:pt x="335976" y="219742"/>
                  <a:pt x="342615" y="211931"/>
                  <a:pt x="351911" y="211931"/>
                </a:cubicBezTo>
                <a:cubicBezTo>
                  <a:pt x="361207" y="211931"/>
                  <a:pt x="367847" y="219837"/>
                  <a:pt x="367847" y="227647"/>
                </a:cubicBezTo>
                <a:cubicBezTo>
                  <a:pt x="367847" y="236887"/>
                  <a:pt x="361207" y="243459"/>
                  <a:pt x="351911" y="24345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2" name="Graphic 58">
            <a:extLst>
              <a:ext uri="{FF2B5EF4-FFF2-40B4-BE49-F238E27FC236}">
                <a16:creationId xmlns:a16="http://schemas.microsoft.com/office/drawing/2014/main" id="{563AA6E8-A382-28B8-43B2-67571D766317}"/>
              </a:ext>
            </a:extLst>
          </p:cNvPr>
          <p:cNvSpPr/>
          <p:nvPr/>
        </p:nvSpPr>
        <p:spPr>
          <a:xfrm>
            <a:off x="5457694" y="1405242"/>
            <a:ext cx="511750" cy="501573"/>
          </a:xfrm>
          <a:custGeom>
            <a:avLst/>
            <a:gdLst>
              <a:gd name="connsiteX0" fmla="*/ 351911 w 384066"/>
              <a:gd name="connsiteY0" fmla="*/ 196215 h 376428"/>
              <a:gd name="connsiteX1" fmla="*/ 325731 w 384066"/>
              <a:gd name="connsiteY1" fmla="*/ 210122 h 376428"/>
              <a:gd name="connsiteX2" fmla="*/ 282288 w 384066"/>
              <a:gd name="connsiteY2" fmla="*/ 192310 h 376428"/>
              <a:gd name="connsiteX3" fmla="*/ 287884 w 384066"/>
              <a:gd name="connsiteY3" fmla="*/ 164687 h 376428"/>
              <a:gd name="connsiteX4" fmla="*/ 272802 w 384066"/>
              <a:gd name="connsiteY4" fmla="*/ 121158 h 376428"/>
              <a:gd name="connsiteX5" fmla="*/ 335976 w 384066"/>
              <a:gd name="connsiteY5" fmla="*/ 58483 h 376428"/>
              <a:gd name="connsiteX6" fmla="*/ 352006 w 384066"/>
              <a:gd name="connsiteY6" fmla="*/ 63055 h 376428"/>
              <a:gd name="connsiteX7" fmla="*/ 383877 w 384066"/>
              <a:gd name="connsiteY7" fmla="*/ 31528 h 376428"/>
              <a:gd name="connsiteX8" fmla="*/ 352006 w 384066"/>
              <a:gd name="connsiteY8" fmla="*/ 0 h 376428"/>
              <a:gd name="connsiteX9" fmla="*/ 320135 w 384066"/>
              <a:gd name="connsiteY9" fmla="*/ 31528 h 376428"/>
              <a:gd name="connsiteX10" fmla="*/ 324593 w 384066"/>
              <a:gd name="connsiteY10" fmla="*/ 47053 h 376428"/>
              <a:gd name="connsiteX11" fmla="*/ 261135 w 384066"/>
              <a:gd name="connsiteY11" fmla="*/ 109252 h 376428"/>
              <a:gd name="connsiteX12" fmla="*/ 215984 w 384066"/>
              <a:gd name="connsiteY12" fmla="*/ 93631 h 376428"/>
              <a:gd name="connsiteX13" fmla="*/ 152906 w 384066"/>
              <a:gd name="connsiteY13" fmla="*/ 130207 h 376428"/>
              <a:gd name="connsiteX14" fmla="*/ 62984 w 384066"/>
              <a:gd name="connsiteY14" fmla="*/ 92678 h 376428"/>
              <a:gd name="connsiteX15" fmla="*/ 63742 w 384066"/>
              <a:gd name="connsiteY15" fmla="*/ 86106 h 376428"/>
              <a:gd name="connsiteX16" fmla="*/ 31871 w 384066"/>
              <a:gd name="connsiteY16" fmla="*/ 55054 h 376428"/>
              <a:gd name="connsiteX17" fmla="*/ 0 w 384066"/>
              <a:gd name="connsiteY17" fmla="*/ 86106 h 376428"/>
              <a:gd name="connsiteX18" fmla="*/ 31871 w 384066"/>
              <a:gd name="connsiteY18" fmla="*/ 117157 h 376428"/>
              <a:gd name="connsiteX19" fmla="*/ 55775 w 384066"/>
              <a:gd name="connsiteY19" fmla="*/ 106204 h 376428"/>
              <a:gd name="connsiteX20" fmla="*/ 146835 w 384066"/>
              <a:gd name="connsiteY20" fmla="*/ 144589 h 376428"/>
              <a:gd name="connsiteX21" fmla="*/ 143990 w 384066"/>
              <a:gd name="connsiteY21" fmla="*/ 164401 h 376428"/>
              <a:gd name="connsiteX22" fmla="*/ 159735 w 384066"/>
              <a:gd name="connsiteY22" fmla="*/ 208883 h 376428"/>
              <a:gd name="connsiteX23" fmla="*/ 48471 w 384066"/>
              <a:gd name="connsiteY23" fmla="*/ 318135 h 376428"/>
              <a:gd name="connsiteX24" fmla="*/ 31871 w 384066"/>
              <a:gd name="connsiteY24" fmla="*/ 313277 h 376428"/>
              <a:gd name="connsiteX25" fmla="*/ 0 w 384066"/>
              <a:gd name="connsiteY25" fmla="*/ 344805 h 376428"/>
              <a:gd name="connsiteX26" fmla="*/ 31871 w 384066"/>
              <a:gd name="connsiteY26" fmla="*/ 376333 h 376428"/>
              <a:gd name="connsiteX27" fmla="*/ 63742 w 384066"/>
              <a:gd name="connsiteY27" fmla="*/ 344805 h 376428"/>
              <a:gd name="connsiteX28" fmla="*/ 59284 w 384066"/>
              <a:gd name="connsiteY28" fmla="*/ 329279 h 376428"/>
              <a:gd name="connsiteX29" fmla="*/ 171213 w 384066"/>
              <a:gd name="connsiteY29" fmla="*/ 220123 h 376428"/>
              <a:gd name="connsiteX30" fmla="*/ 207637 w 384066"/>
              <a:gd name="connsiteY30" fmla="*/ 234887 h 376428"/>
              <a:gd name="connsiteX31" fmla="*/ 207637 w 384066"/>
              <a:gd name="connsiteY31" fmla="*/ 314611 h 376428"/>
              <a:gd name="connsiteX32" fmla="*/ 184113 w 384066"/>
              <a:gd name="connsiteY32" fmla="*/ 344900 h 376428"/>
              <a:gd name="connsiteX33" fmla="*/ 215984 w 384066"/>
              <a:gd name="connsiteY33" fmla="*/ 376428 h 376428"/>
              <a:gd name="connsiteX34" fmla="*/ 247856 w 384066"/>
              <a:gd name="connsiteY34" fmla="*/ 344900 h 376428"/>
              <a:gd name="connsiteX35" fmla="*/ 224331 w 384066"/>
              <a:gd name="connsiteY35" fmla="*/ 314611 h 376428"/>
              <a:gd name="connsiteX36" fmla="*/ 224331 w 384066"/>
              <a:gd name="connsiteY36" fmla="*/ 234887 h 376428"/>
              <a:gd name="connsiteX37" fmla="*/ 274130 w 384066"/>
              <a:gd name="connsiteY37" fmla="*/ 206407 h 376428"/>
              <a:gd name="connsiteX38" fmla="*/ 320514 w 384066"/>
              <a:gd name="connsiteY38" fmla="*/ 225457 h 376428"/>
              <a:gd name="connsiteX39" fmla="*/ 320325 w 384066"/>
              <a:gd name="connsiteY39" fmla="*/ 227552 h 376428"/>
              <a:gd name="connsiteX40" fmla="*/ 352196 w 384066"/>
              <a:gd name="connsiteY40" fmla="*/ 259080 h 376428"/>
              <a:gd name="connsiteX41" fmla="*/ 384067 w 384066"/>
              <a:gd name="connsiteY41" fmla="*/ 227552 h 376428"/>
              <a:gd name="connsiteX42" fmla="*/ 352196 w 384066"/>
              <a:gd name="connsiteY42" fmla="*/ 196024 h 376428"/>
              <a:gd name="connsiteX43" fmla="*/ 31871 w 384066"/>
              <a:gd name="connsiteY43" fmla="*/ 101822 h 376428"/>
              <a:gd name="connsiteX44" fmla="*/ 15936 w 384066"/>
              <a:gd name="connsiteY44" fmla="*/ 86297 h 376428"/>
              <a:gd name="connsiteX45" fmla="*/ 31871 w 384066"/>
              <a:gd name="connsiteY45" fmla="*/ 70771 h 376428"/>
              <a:gd name="connsiteX46" fmla="*/ 47807 w 384066"/>
              <a:gd name="connsiteY46" fmla="*/ 86297 h 376428"/>
              <a:gd name="connsiteX47" fmla="*/ 31871 w 384066"/>
              <a:gd name="connsiteY47" fmla="*/ 101822 h 376428"/>
              <a:gd name="connsiteX48" fmla="*/ 351911 w 384066"/>
              <a:gd name="connsiteY48" fmla="*/ 15811 h 376428"/>
              <a:gd name="connsiteX49" fmla="*/ 367847 w 384066"/>
              <a:gd name="connsiteY49" fmla="*/ 31528 h 376428"/>
              <a:gd name="connsiteX50" fmla="*/ 351911 w 384066"/>
              <a:gd name="connsiteY50" fmla="*/ 47244 h 376428"/>
              <a:gd name="connsiteX51" fmla="*/ 335976 w 384066"/>
              <a:gd name="connsiteY51" fmla="*/ 31528 h 376428"/>
              <a:gd name="connsiteX52" fmla="*/ 351911 w 384066"/>
              <a:gd name="connsiteY52" fmla="*/ 15811 h 376428"/>
              <a:gd name="connsiteX53" fmla="*/ 31871 w 384066"/>
              <a:gd name="connsiteY53" fmla="*/ 360807 h 376428"/>
              <a:gd name="connsiteX54" fmla="*/ 15936 w 384066"/>
              <a:gd name="connsiteY54" fmla="*/ 345091 h 376428"/>
              <a:gd name="connsiteX55" fmla="*/ 31871 w 384066"/>
              <a:gd name="connsiteY55" fmla="*/ 329374 h 376428"/>
              <a:gd name="connsiteX56" fmla="*/ 47807 w 384066"/>
              <a:gd name="connsiteY56" fmla="*/ 345091 h 376428"/>
              <a:gd name="connsiteX57" fmla="*/ 31871 w 384066"/>
              <a:gd name="connsiteY57" fmla="*/ 360807 h 376428"/>
              <a:gd name="connsiteX58" fmla="*/ 231730 w 384066"/>
              <a:gd name="connsiteY58" fmla="*/ 345091 h 376428"/>
              <a:gd name="connsiteX59" fmla="*/ 215795 w 384066"/>
              <a:gd name="connsiteY59" fmla="*/ 360807 h 376428"/>
              <a:gd name="connsiteX60" fmla="*/ 199859 w 384066"/>
              <a:gd name="connsiteY60" fmla="*/ 345091 h 376428"/>
              <a:gd name="connsiteX61" fmla="*/ 215795 w 384066"/>
              <a:gd name="connsiteY61" fmla="*/ 329374 h 376428"/>
              <a:gd name="connsiteX62" fmla="*/ 231730 w 384066"/>
              <a:gd name="connsiteY62" fmla="*/ 345091 h 376428"/>
              <a:gd name="connsiteX63" fmla="*/ 215889 w 384066"/>
              <a:gd name="connsiteY63" fmla="*/ 219837 h 376428"/>
              <a:gd name="connsiteX64" fmla="*/ 159925 w 384066"/>
              <a:gd name="connsiteY64" fmla="*/ 164687 h 376428"/>
              <a:gd name="connsiteX65" fmla="*/ 215889 w 384066"/>
              <a:gd name="connsiteY65" fmla="*/ 109537 h 376428"/>
              <a:gd name="connsiteX66" fmla="*/ 271854 w 384066"/>
              <a:gd name="connsiteY66" fmla="*/ 164687 h 376428"/>
              <a:gd name="connsiteX67" fmla="*/ 215889 w 384066"/>
              <a:gd name="connsiteY67" fmla="*/ 219837 h 376428"/>
              <a:gd name="connsiteX68" fmla="*/ 351911 w 384066"/>
              <a:gd name="connsiteY68" fmla="*/ 243459 h 376428"/>
              <a:gd name="connsiteX69" fmla="*/ 335976 w 384066"/>
              <a:gd name="connsiteY69" fmla="*/ 227647 h 376428"/>
              <a:gd name="connsiteX70" fmla="*/ 351911 w 384066"/>
              <a:gd name="connsiteY70" fmla="*/ 211931 h 376428"/>
              <a:gd name="connsiteX71" fmla="*/ 367847 w 384066"/>
              <a:gd name="connsiteY71" fmla="*/ 227647 h 376428"/>
              <a:gd name="connsiteX72" fmla="*/ 351911 w 384066"/>
              <a:gd name="connsiteY72" fmla="*/ 243459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84066" h="376428">
                <a:moveTo>
                  <a:pt x="351911" y="196215"/>
                </a:moveTo>
                <a:cubicBezTo>
                  <a:pt x="341193" y="196215"/>
                  <a:pt x="331517" y="201835"/>
                  <a:pt x="325731" y="210122"/>
                </a:cubicBezTo>
                <a:lnTo>
                  <a:pt x="282288" y="192310"/>
                </a:lnTo>
                <a:cubicBezTo>
                  <a:pt x="285892" y="183833"/>
                  <a:pt x="287884" y="174498"/>
                  <a:pt x="287884" y="164687"/>
                </a:cubicBezTo>
                <a:cubicBezTo>
                  <a:pt x="287884" y="148209"/>
                  <a:pt x="282288" y="133160"/>
                  <a:pt x="272802" y="121158"/>
                </a:cubicBezTo>
                <a:lnTo>
                  <a:pt x="335976" y="58483"/>
                </a:lnTo>
                <a:cubicBezTo>
                  <a:pt x="340718" y="61341"/>
                  <a:pt x="346125" y="63055"/>
                  <a:pt x="352006" y="63055"/>
                </a:cubicBezTo>
                <a:cubicBezTo>
                  <a:pt x="369270" y="63055"/>
                  <a:pt x="383877" y="48577"/>
                  <a:pt x="383877" y="31528"/>
                </a:cubicBezTo>
                <a:cubicBezTo>
                  <a:pt x="383877" y="14478"/>
                  <a:pt x="369270" y="0"/>
                  <a:pt x="352006" y="0"/>
                </a:cubicBezTo>
                <a:cubicBezTo>
                  <a:pt x="334743" y="0"/>
                  <a:pt x="320135" y="14478"/>
                  <a:pt x="320135" y="31528"/>
                </a:cubicBezTo>
                <a:cubicBezTo>
                  <a:pt x="320135" y="37147"/>
                  <a:pt x="321842" y="42481"/>
                  <a:pt x="324593" y="47053"/>
                </a:cubicBezTo>
                <a:lnTo>
                  <a:pt x="261135" y="109252"/>
                </a:lnTo>
                <a:cubicBezTo>
                  <a:pt x="248804" y="99441"/>
                  <a:pt x="233153" y="93631"/>
                  <a:pt x="215984" y="93631"/>
                </a:cubicBezTo>
                <a:cubicBezTo>
                  <a:pt x="188666" y="93631"/>
                  <a:pt x="165142" y="108299"/>
                  <a:pt x="152906" y="130207"/>
                </a:cubicBezTo>
                <a:lnTo>
                  <a:pt x="62984" y="92678"/>
                </a:lnTo>
                <a:cubicBezTo>
                  <a:pt x="63458" y="90583"/>
                  <a:pt x="63742" y="88392"/>
                  <a:pt x="63742" y="86106"/>
                </a:cubicBezTo>
                <a:cubicBezTo>
                  <a:pt x="63742" y="69247"/>
                  <a:pt x="49135" y="55054"/>
                  <a:pt x="31871" y="55054"/>
                </a:cubicBezTo>
                <a:cubicBezTo>
                  <a:pt x="14608" y="55054"/>
                  <a:pt x="0" y="69342"/>
                  <a:pt x="0" y="86106"/>
                </a:cubicBezTo>
                <a:cubicBezTo>
                  <a:pt x="0" y="102870"/>
                  <a:pt x="14608" y="117157"/>
                  <a:pt x="31871" y="117157"/>
                </a:cubicBezTo>
                <a:cubicBezTo>
                  <a:pt x="41262" y="117157"/>
                  <a:pt x="49799" y="112776"/>
                  <a:pt x="55775" y="106204"/>
                </a:cubicBezTo>
                <a:lnTo>
                  <a:pt x="146835" y="144589"/>
                </a:lnTo>
                <a:cubicBezTo>
                  <a:pt x="145033" y="150876"/>
                  <a:pt x="143990" y="157543"/>
                  <a:pt x="143990" y="164401"/>
                </a:cubicBezTo>
                <a:cubicBezTo>
                  <a:pt x="143990" y="181261"/>
                  <a:pt x="149871" y="196691"/>
                  <a:pt x="159735" y="208883"/>
                </a:cubicBezTo>
                <a:lnTo>
                  <a:pt x="48471" y="318135"/>
                </a:lnTo>
                <a:cubicBezTo>
                  <a:pt x="43633" y="315087"/>
                  <a:pt x="37942" y="313277"/>
                  <a:pt x="31871" y="313277"/>
                </a:cubicBezTo>
                <a:cubicBezTo>
                  <a:pt x="14608" y="313277"/>
                  <a:pt x="0" y="327755"/>
                  <a:pt x="0" y="344805"/>
                </a:cubicBezTo>
                <a:cubicBezTo>
                  <a:pt x="0" y="361855"/>
                  <a:pt x="14608" y="376333"/>
                  <a:pt x="31871" y="376333"/>
                </a:cubicBezTo>
                <a:cubicBezTo>
                  <a:pt x="49135" y="376333"/>
                  <a:pt x="63742" y="361855"/>
                  <a:pt x="63742" y="344805"/>
                </a:cubicBezTo>
                <a:cubicBezTo>
                  <a:pt x="63742" y="339185"/>
                  <a:pt x="62035" y="333947"/>
                  <a:pt x="59284" y="329279"/>
                </a:cubicBezTo>
                <a:lnTo>
                  <a:pt x="171213" y="220123"/>
                </a:lnTo>
                <a:cubicBezTo>
                  <a:pt x="181457" y="228124"/>
                  <a:pt x="193883" y="233362"/>
                  <a:pt x="207637" y="234887"/>
                </a:cubicBezTo>
                <a:lnTo>
                  <a:pt x="207637" y="314611"/>
                </a:lnTo>
                <a:cubicBezTo>
                  <a:pt x="194263" y="318326"/>
                  <a:pt x="184113" y="330613"/>
                  <a:pt x="184113" y="344900"/>
                </a:cubicBezTo>
                <a:cubicBezTo>
                  <a:pt x="184113" y="361950"/>
                  <a:pt x="198721" y="376428"/>
                  <a:pt x="215984" y="376428"/>
                </a:cubicBezTo>
                <a:cubicBezTo>
                  <a:pt x="233248" y="376428"/>
                  <a:pt x="247856" y="361950"/>
                  <a:pt x="247856" y="344900"/>
                </a:cubicBezTo>
                <a:cubicBezTo>
                  <a:pt x="247856" y="330708"/>
                  <a:pt x="237706" y="318421"/>
                  <a:pt x="224331" y="314611"/>
                </a:cubicBezTo>
                <a:lnTo>
                  <a:pt x="224331" y="234887"/>
                </a:lnTo>
                <a:cubicBezTo>
                  <a:pt x="244820" y="232601"/>
                  <a:pt x="262558" y="221933"/>
                  <a:pt x="274130" y="206407"/>
                </a:cubicBezTo>
                <a:lnTo>
                  <a:pt x="320514" y="225457"/>
                </a:lnTo>
                <a:cubicBezTo>
                  <a:pt x="320514" y="226124"/>
                  <a:pt x="320325" y="226790"/>
                  <a:pt x="320325" y="227552"/>
                </a:cubicBezTo>
                <a:cubicBezTo>
                  <a:pt x="320325" y="244602"/>
                  <a:pt x="334932" y="259080"/>
                  <a:pt x="352196" y="259080"/>
                </a:cubicBezTo>
                <a:cubicBezTo>
                  <a:pt x="369459" y="259080"/>
                  <a:pt x="384067" y="244602"/>
                  <a:pt x="384067" y="227552"/>
                </a:cubicBezTo>
                <a:cubicBezTo>
                  <a:pt x="384067" y="210503"/>
                  <a:pt x="369459" y="196024"/>
                  <a:pt x="352196" y="196024"/>
                </a:cubicBezTo>
                <a:close/>
                <a:moveTo>
                  <a:pt x="31871" y="101822"/>
                </a:moveTo>
                <a:cubicBezTo>
                  <a:pt x="22575" y="101822"/>
                  <a:pt x="15936" y="95345"/>
                  <a:pt x="15936" y="86297"/>
                </a:cubicBezTo>
                <a:cubicBezTo>
                  <a:pt x="15936" y="78486"/>
                  <a:pt x="22575" y="70771"/>
                  <a:pt x="31871" y="70771"/>
                </a:cubicBezTo>
                <a:cubicBezTo>
                  <a:pt x="41167" y="70771"/>
                  <a:pt x="47807" y="78581"/>
                  <a:pt x="47807" y="86297"/>
                </a:cubicBezTo>
                <a:cubicBezTo>
                  <a:pt x="47807" y="95345"/>
                  <a:pt x="41167" y="101822"/>
                  <a:pt x="31871" y="101822"/>
                </a:cubicBezTo>
                <a:close/>
                <a:moveTo>
                  <a:pt x="351911" y="15811"/>
                </a:moveTo>
                <a:cubicBezTo>
                  <a:pt x="361207" y="15811"/>
                  <a:pt x="367847" y="23717"/>
                  <a:pt x="367847" y="31528"/>
                </a:cubicBezTo>
                <a:cubicBezTo>
                  <a:pt x="367847" y="40767"/>
                  <a:pt x="361207" y="47244"/>
                  <a:pt x="351911" y="47244"/>
                </a:cubicBezTo>
                <a:cubicBezTo>
                  <a:pt x="342615" y="47244"/>
                  <a:pt x="335976" y="40672"/>
                  <a:pt x="335976" y="31528"/>
                </a:cubicBezTo>
                <a:cubicBezTo>
                  <a:pt x="335976" y="23622"/>
                  <a:pt x="342615" y="15811"/>
                  <a:pt x="351911" y="15811"/>
                </a:cubicBezTo>
                <a:close/>
                <a:moveTo>
                  <a:pt x="31871" y="360807"/>
                </a:moveTo>
                <a:cubicBezTo>
                  <a:pt x="22575" y="360807"/>
                  <a:pt x="15936" y="354235"/>
                  <a:pt x="15936" y="345091"/>
                </a:cubicBezTo>
                <a:cubicBezTo>
                  <a:pt x="15936" y="337185"/>
                  <a:pt x="22575" y="329374"/>
                  <a:pt x="31871" y="329374"/>
                </a:cubicBezTo>
                <a:cubicBezTo>
                  <a:pt x="41167" y="329374"/>
                  <a:pt x="47807" y="337280"/>
                  <a:pt x="47807" y="345091"/>
                </a:cubicBezTo>
                <a:cubicBezTo>
                  <a:pt x="47807" y="354330"/>
                  <a:pt x="41167" y="360807"/>
                  <a:pt x="31871" y="360807"/>
                </a:cubicBezTo>
                <a:close/>
                <a:moveTo>
                  <a:pt x="231730" y="345091"/>
                </a:moveTo>
                <a:cubicBezTo>
                  <a:pt x="231730" y="354330"/>
                  <a:pt x="225090" y="360807"/>
                  <a:pt x="215795" y="360807"/>
                </a:cubicBezTo>
                <a:cubicBezTo>
                  <a:pt x="206499" y="360807"/>
                  <a:pt x="199859" y="354235"/>
                  <a:pt x="199859" y="345091"/>
                </a:cubicBezTo>
                <a:cubicBezTo>
                  <a:pt x="199859" y="337185"/>
                  <a:pt x="206499" y="329374"/>
                  <a:pt x="215795" y="329374"/>
                </a:cubicBezTo>
                <a:cubicBezTo>
                  <a:pt x="225090" y="329374"/>
                  <a:pt x="231730" y="337280"/>
                  <a:pt x="231730" y="345091"/>
                </a:cubicBezTo>
                <a:close/>
                <a:moveTo>
                  <a:pt x="215889" y="219837"/>
                </a:moveTo>
                <a:cubicBezTo>
                  <a:pt x="185251" y="219837"/>
                  <a:pt x="159925" y="194882"/>
                  <a:pt x="159925" y="164687"/>
                </a:cubicBezTo>
                <a:cubicBezTo>
                  <a:pt x="159925" y="134493"/>
                  <a:pt x="185251" y="109537"/>
                  <a:pt x="215889" y="109537"/>
                </a:cubicBezTo>
                <a:cubicBezTo>
                  <a:pt x="246528" y="109537"/>
                  <a:pt x="271854" y="134493"/>
                  <a:pt x="271854" y="164687"/>
                </a:cubicBezTo>
                <a:cubicBezTo>
                  <a:pt x="271854" y="194882"/>
                  <a:pt x="246528" y="219837"/>
                  <a:pt x="215889" y="219837"/>
                </a:cubicBezTo>
                <a:close/>
                <a:moveTo>
                  <a:pt x="351911" y="243459"/>
                </a:moveTo>
                <a:cubicBezTo>
                  <a:pt x="342615" y="243459"/>
                  <a:pt x="335976" y="236887"/>
                  <a:pt x="335976" y="227647"/>
                </a:cubicBezTo>
                <a:cubicBezTo>
                  <a:pt x="335976" y="219742"/>
                  <a:pt x="342615" y="211931"/>
                  <a:pt x="351911" y="211931"/>
                </a:cubicBezTo>
                <a:cubicBezTo>
                  <a:pt x="361207" y="211931"/>
                  <a:pt x="367847" y="219837"/>
                  <a:pt x="367847" y="227647"/>
                </a:cubicBezTo>
                <a:cubicBezTo>
                  <a:pt x="367847" y="236887"/>
                  <a:pt x="361207" y="243459"/>
                  <a:pt x="351911" y="24345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3" name="Graphic 58">
            <a:extLst>
              <a:ext uri="{FF2B5EF4-FFF2-40B4-BE49-F238E27FC236}">
                <a16:creationId xmlns:a16="http://schemas.microsoft.com/office/drawing/2014/main" id="{3F23483A-C816-F9F9-7DC8-2ACD33A69983}"/>
              </a:ext>
            </a:extLst>
          </p:cNvPr>
          <p:cNvSpPr/>
          <p:nvPr/>
        </p:nvSpPr>
        <p:spPr>
          <a:xfrm>
            <a:off x="6226044" y="1405242"/>
            <a:ext cx="511750" cy="501573"/>
          </a:xfrm>
          <a:custGeom>
            <a:avLst/>
            <a:gdLst>
              <a:gd name="connsiteX0" fmla="*/ 351911 w 384066"/>
              <a:gd name="connsiteY0" fmla="*/ 196215 h 376428"/>
              <a:gd name="connsiteX1" fmla="*/ 325731 w 384066"/>
              <a:gd name="connsiteY1" fmla="*/ 210122 h 376428"/>
              <a:gd name="connsiteX2" fmla="*/ 282288 w 384066"/>
              <a:gd name="connsiteY2" fmla="*/ 192310 h 376428"/>
              <a:gd name="connsiteX3" fmla="*/ 287884 w 384066"/>
              <a:gd name="connsiteY3" fmla="*/ 164687 h 376428"/>
              <a:gd name="connsiteX4" fmla="*/ 272802 w 384066"/>
              <a:gd name="connsiteY4" fmla="*/ 121158 h 376428"/>
              <a:gd name="connsiteX5" fmla="*/ 335976 w 384066"/>
              <a:gd name="connsiteY5" fmla="*/ 58483 h 376428"/>
              <a:gd name="connsiteX6" fmla="*/ 352006 w 384066"/>
              <a:gd name="connsiteY6" fmla="*/ 63055 h 376428"/>
              <a:gd name="connsiteX7" fmla="*/ 383877 w 384066"/>
              <a:gd name="connsiteY7" fmla="*/ 31528 h 376428"/>
              <a:gd name="connsiteX8" fmla="*/ 352006 w 384066"/>
              <a:gd name="connsiteY8" fmla="*/ 0 h 376428"/>
              <a:gd name="connsiteX9" fmla="*/ 320135 w 384066"/>
              <a:gd name="connsiteY9" fmla="*/ 31528 h 376428"/>
              <a:gd name="connsiteX10" fmla="*/ 324593 w 384066"/>
              <a:gd name="connsiteY10" fmla="*/ 47053 h 376428"/>
              <a:gd name="connsiteX11" fmla="*/ 261135 w 384066"/>
              <a:gd name="connsiteY11" fmla="*/ 109252 h 376428"/>
              <a:gd name="connsiteX12" fmla="*/ 215984 w 384066"/>
              <a:gd name="connsiteY12" fmla="*/ 93631 h 376428"/>
              <a:gd name="connsiteX13" fmla="*/ 152906 w 384066"/>
              <a:gd name="connsiteY13" fmla="*/ 130207 h 376428"/>
              <a:gd name="connsiteX14" fmla="*/ 62984 w 384066"/>
              <a:gd name="connsiteY14" fmla="*/ 92678 h 376428"/>
              <a:gd name="connsiteX15" fmla="*/ 63742 w 384066"/>
              <a:gd name="connsiteY15" fmla="*/ 86106 h 376428"/>
              <a:gd name="connsiteX16" fmla="*/ 31871 w 384066"/>
              <a:gd name="connsiteY16" fmla="*/ 55054 h 376428"/>
              <a:gd name="connsiteX17" fmla="*/ 0 w 384066"/>
              <a:gd name="connsiteY17" fmla="*/ 86106 h 376428"/>
              <a:gd name="connsiteX18" fmla="*/ 31871 w 384066"/>
              <a:gd name="connsiteY18" fmla="*/ 117157 h 376428"/>
              <a:gd name="connsiteX19" fmla="*/ 55775 w 384066"/>
              <a:gd name="connsiteY19" fmla="*/ 106204 h 376428"/>
              <a:gd name="connsiteX20" fmla="*/ 146835 w 384066"/>
              <a:gd name="connsiteY20" fmla="*/ 144589 h 376428"/>
              <a:gd name="connsiteX21" fmla="*/ 143990 w 384066"/>
              <a:gd name="connsiteY21" fmla="*/ 164401 h 376428"/>
              <a:gd name="connsiteX22" fmla="*/ 159735 w 384066"/>
              <a:gd name="connsiteY22" fmla="*/ 208883 h 376428"/>
              <a:gd name="connsiteX23" fmla="*/ 48471 w 384066"/>
              <a:gd name="connsiteY23" fmla="*/ 318135 h 376428"/>
              <a:gd name="connsiteX24" fmla="*/ 31871 w 384066"/>
              <a:gd name="connsiteY24" fmla="*/ 313277 h 376428"/>
              <a:gd name="connsiteX25" fmla="*/ 0 w 384066"/>
              <a:gd name="connsiteY25" fmla="*/ 344805 h 376428"/>
              <a:gd name="connsiteX26" fmla="*/ 31871 w 384066"/>
              <a:gd name="connsiteY26" fmla="*/ 376333 h 376428"/>
              <a:gd name="connsiteX27" fmla="*/ 63742 w 384066"/>
              <a:gd name="connsiteY27" fmla="*/ 344805 h 376428"/>
              <a:gd name="connsiteX28" fmla="*/ 59284 w 384066"/>
              <a:gd name="connsiteY28" fmla="*/ 329279 h 376428"/>
              <a:gd name="connsiteX29" fmla="*/ 171213 w 384066"/>
              <a:gd name="connsiteY29" fmla="*/ 220123 h 376428"/>
              <a:gd name="connsiteX30" fmla="*/ 207637 w 384066"/>
              <a:gd name="connsiteY30" fmla="*/ 234887 h 376428"/>
              <a:gd name="connsiteX31" fmla="*/ 207637 w 384066"/>
              <a:gd name="connsiteY31" fmla="*/ 314611 h 376428"/>
              <a:gd name="connsiteX32" fmla="*/ 184113 w 384066"/>
              <a:gd name="connsiteY32" fmla="*/ 344900 h 376428"/>
              <a:gd name="connsiteX33" fmla="*/ 215984 w 384066"/>
              <a:gd name="connsiteY33" fmla="*/ 376428 h 376428"/>
              <a:gd name="connsiteX34" fmla="*/ 247856 w 384066"/>
              <a:gd name="connsiteY34" fmla="*/ 344900 h 376428"/>
              <a:gd name="connsiteX35" fmla="*/ 224331 w 384066"/>
              <a:gd name="connsiteY35" fmla="*/ 314611 h 376428"/>
              <a:gd name="connsiteX36" fmla="*/ 224331 w 384066"/>
              <a:gd name="connsiteY36" fmla="*/ 234887 h 376428"/>
              <a:gd name="connsiteX37" fmla="*/ 274130 w 384066"/>
              <a:gd name="connsiteY37" fmla="*/ 206407 h 376428"/>
              <a:gd name="connsiteX38" fmla="*/ 320514 w 384066"/>
              <a:gd name="connsiteY38" fmla="*/ 225457 h 376428"/>
              <a:gd name="connsiteX39" fmla="*/ 320325 w 384066"/>
              <a:gd name="connsiteY39" fmla="*/ 227552 h 376428"/>
              <a:gd name="connsiteX40" fmla="*/ 352196 w 384066"/>
              <a:gd name="connsiteY40" fmla="*/ 259080 h 376428"/>
              <a:gd name="connsiteX41" fmla="*/ 384067 w 384066"/>
              <a:gd name="connsiteY41" fmla="*/ 227552 h 376428"/>
              <a:gd name="connsiteX42" fmla="*/ 352196 w 384066"/>
              <a:gd name="connsiteY42" fmla="*/ 196024 h 376428"/>
              <a:gd name="connsiteX43" fmla="*/ 31871 w 384066"/>
              <a:gd name="connsiteY43" fmla="*/ 101822 h 376428"/>
              <a:gd name="connsiteX44" fmla="*/ 15936 w 384066"/>
              <a:gd name="connsiteY44" fmla="*/ 86297 h 376428"/>
              <a:gd name="connsiteX45" fmla="*/ 31871 w 384066"/>
              <a:gd name="connsiteY45" fmla="*/ 70771 h 376428"/>
              <a:gd name="connsiteX46" fmla="*/ 47807 w 384066"/>
              <a:gd name="connsiteY46" fmla="*/ 86297 h 376428"/>
              <a:gd name="connsiteX47" fmla="*/ 31871 w 384066"/>
              <a:gd name="connsiteY47" fmla="*/ 101822 h 376428"/>
              <a:gd name="connsiteX48" fmla="*/ 351911 w 384066"/>
              <a:gd name="connsiteY48" fmla="*/ 15811 h 376428"/>
              <a:gd name="connsiteX49" fmla="*/ 367847 w 384066"/>
              <a:gd name="connsiteY49" fmla="*/ 31528 h 376428"/>
              <a:gd name="connsiteX50" fmla="*/ 351911 w 384066"/>
              <a:gd name="connsiteY50" fmla="*/ 47244 h 376428"/>
              <a:gd name="connsiteX51" fmla="*/ 335976 w 384066"/>
              <a:gd name="connsiteY51" fmla="*/ 31528 h 376428"/>
              <a:gd name="connsiteX52" fmla="*/ 351911 w 384066"/>
              <a:gd name="connsiteY52" fmla="*/ 15811 h 376428"/>
              <a:gd name="connsiteX53" fmla="*/ 31871 w 384066"/>
              <a:gd name="connsiteY53" fmla="*/ 360807 h 376428"/>
              <a:gd name="connsiteX54" fmla="*/ 15936 w 384066"/>
              <a:gd name="connsiteY54" fmla="*/ 345091 h 376428"/>
              <a:gd name="connsiteX55" fmla="*/ 31871 w 384066"/>
              <a:gd name="connsiteY55" fmla="*/ 329374 h 376428"/>
              <a:gd name="connsiteX56" fmla="*/ 47807 w 384066"/>
              <a:gd name="connsiteY56" fmla="*/ 345091 h 376428"/>
              <a:gd name="connsiteX57" fmla="*/ 31871 w 384066"/>
              <a:gd name="connsiteY57" fmla="*/ 360807 h 376428"/>
              <a:gd name="connsiteX58" fmla="*/ 231730 w 384066"/>
              <a:gd name="connsiteY58" fmla="*/ 345091 h 376428"/>
              <a:gd name="connsiteX59" fmla="*/ 215795 w 384066"/>
              <a:gd name="connsiteY59" fmla="*/ 360807 h 376428"/>
              <a:gd name="connsiteX60" fmla="*/ 199859 w 384066"/>
              <a:gd name="connsiteY60" fmla="*/ 345091 h 376428"/>
              <a:gd name="connsiteX61" fmla="*/ 215795 w 384066"/>
              <a:gd name="connsiteY61" fmla="*/ 329374 h 376428"/>
              <a:gd name="connsiteX62" fmla="*/ 231730 w 384066"/>
              <a:gd name="connsiteY62" fmla="*/ 345091 h 376428"/>
              <a:gd name="connsiteX63" fmla="*/ 215889 w 384066"/>
              <a:gd name="connsiteY63" fmla="*/ 219837 h 376428"/>
              <a:gd name="connsiteX64" fmla="*/ 159925 w 384066"/>
              <a:gd name="connsiteY64" fmla="*/ 164687 h 376428"/>
              <a:gd name="connsiteX65" fmla="*/ 215889 w 384066"/>
              <a:gd name="connsiteY65" fmla="*/ 109537 h 376428"/>
              <a:gd name="connsiteX66" fmla="*/ 271854 w 384066"/>
              <a:gd name="connsiteY66" fmla="*/ 164687 h 376428"/>
              <a:gd name="connsiteX67" fmla="*/ 215889 w 384066"/>
              <a:gd name="connsiteY67" fmla="*/ 219837 h 376428"/>
              <a:gd name="connsiteX68" fmla="*/ 351911 w 384066"/>
              <a:gd name="connsiteY68" fmla="*/ 243459 h 376428"/>
              <a:gd name="connsiteX69" fmla="*/ 335976 w 384066"/>
              <a:gd name="connsiteY69" fmla="*/ 227647 h 376428"/>
              <a:gd name="connsiteX70" fmla="*/ 351911 w 384066"/>
              <a:gd name="connsiteY70" fmla="*/ 211931 h 376428"/>
              <a:gd name="connsiteX71" fmla="*/ 367847 w 384066"/>
              <a:gd name="connsiteY71" fmla="*/ 227647 h 376428"/>
              <a:gd name="connsiteX72" fmla="*/ 351911 w 384066"/>
              <a:gd name="connsiteY72" fmla="*/ 243459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84066" h="376428">
                <a:moveTo>
                  <a:pt x="351911" y="196215"/>
                </a:moveTo>
                <a:cubicBezTo>
                  <a:pt x="341193" y="196215"/>
                  <a:pt x="331517" y="201835"/>
                  <a:pt x="325731" y="210122"/>
                </a:cubicBezTo>
                <a:lnTo>
                  <a:pt x="282288" y="192310"/>
                </a:lnTo>
                <a:cubicBezTo>
                  <a:pt x="285892" y="183833"/>
                  <a:pt x="287884" y="174498"/>
                  <a:pt x="287884" y="164687"/>
                </a:cubicBezTo>
                <a:cubicBezTo>
                  <a:pt x="287884" y="148209"/>
                  <a:pt x="282288" y="133160"/>
                  <a:pt x="272802" y="121158"/>
                </a:cubicBezTo>
                <a:lnTo>
                  <a:pt x="335976" y="58483"/>
                </a:lnTo>
                <a:cubicBezTo>
                  <a:pt x="340718" y="61341"/>
                  <a:pt x="346125" y="63055"/>
                  <a:pt x="352006" y="63055"/>
                </a:cubicBezTo>
                <a:cubicBezTo>
                  <a:pt x="369270" y="63055"/>
                  <a:pt x="383877" y="48577"/>
                  <a:pt x="383877" y="31528"/>
                </a:cubicBezTo>
                <a:cubicBezTo>
                  <a:pt x="383877" y="14478"/>
                  <a:pt x="369270" y="0"/>
                  <a:pt x="352006" y="0"/>
                </a:cubicBezTo>
                <a:cubicBezTo>
                  <a:pt x="334743" y="0"/>
                  <a:pt x="320135" y="14478"/>
                  <a:pt x="320135" y="31528"/>
                </a:cubicBezTo>
                <a:cubicBezTo>
                  <a:pt x="320135" y="37147"/>
                  <a:pt x="321842" y="42481"/>
                  <a:pt x="324593" y="47053"/>
                </a:cubicBezTo>
                <a:lnTo>
                  <a:pt x="261135" y="109252"/>
                </a:lnTo>
                <a:cubicBezTo>
                  <a:pt x="248804" y="99441"/>
                  <a:pt x="233153" y="93631"/>
                  <a:pt x="215984" y="93631"/>
                </a:cubicBezTo>
                <a:cubicBezTo>
                  <a:pt x="188666" y="93631"/>
                  <a:pt x="165142" y="108299"/>
                  <a:pt x="152906" y="130207"/>
                </a:cubicBezTo>
                <a:lnTo>
                  <a:pt x="62984" y="92678"/>
                </a:lnTo>
                <a:cubicBezTo>
                  <a:pt x="63458" y="90583"/>
                  <a:pt x="63742" y="88392"/>
                  <a:pt x="63742" y="86106"/>
                </a:cubicBezTo>
                <a:cubicBezTo>
                  <a:pt x="63742" y="69247"/>
                  <a:pt x="49135" y="55054"/>
                  <a:pt x="31871" y="55054"/>
                </a:cubicBezTo>
                <a:cubicBezTo>
                  <a:pt x="14608" y="55054"/>
                  <a:pt x="0" y="69342"/>
                  <a:pt x="0" y="86106"/>
                </a:cubicBezTo>
                <a:cubicBezTo>
                  <a:pt x="0" y="102870"/>
                  <a:pt x="14608" y="117157"/>
                  <a:pt x="31871" y="117157"/>
                </a:cubicBezTo>
                <a:cubicBezTo>
                  <a:pt x="41262" y="117157"/>
                  <a:pt x="49799" y="112776"/>
                  <a:pt x="55775" y="106204"/>
                </a:cubicBezTo>
                <a:lnTo>
                  <a:pt x="146835" y="144589"/>
                </a:lnTo>
                <a:cubicBezTo>
                  <a:pt x="145033" y="150876"/>
                  <a:pt x="143990" y="157543"/>
                  <a:pt x="143990" y="164401"/>
                </a:cubicBezTo>
                <a:cubicBezTo>
                  <a:pt x="143990" y="181261"/>
                  <a:pt x="149871" y="196691"/>
                  <a:pt x="159735" y="208883"/>
                </a:cubicBezTo>
                <a:lnTo>
                  <a:pt x="48471" y="318135"/>
                </a:lnTo>
                <a:cubicBezTo>
                  <a:pt x="43633" y="315087"/>
                  <a:pt x="37942" y="313277"/>
                  <a:pt x="31871" y="313277"/>
                </a:cubicBezTo>
                <a:cubicBezTo>
                  <a:pt x="14608" y="313277"/>
                  <a:pt x="0" y="327755"/>
                  <a:pt x="0" y="344805"/>
                </a:cubicBezTo>
                <a:cubicBezTo>
                  <a:pt x="0" y="361855"/>
                  <a:pt x="14608" y="376333"/>
                  <a:pt x="31871" y="376333"/>
                </a:cubicBezTo>
                <a:cubicBezTo>
                  <a:pt x="49135" y="376333"/>
                  <a:pt x="63742" y="361855"/>
                  <a:pt x="63742" y="344805"/>
                </a:cubicBezTo>
                <a:cubicBezTo>
                  <a:pt x="63742" y="339185"/>
                  <a:pt x="62035" y="333947"/>
                  <a:pt x="59284" y="329279"/>
                </a:cubicBezTo>
                <a:lnTo>
                  <a:pt x="171213" y="220123"/>
                </a:lnTo>
                <a:cubicBezTo>
                  <a:pt x="181457" y="228124"/>
                  <a:pt x="193883" y="233362"/>
                  <a:pt x="207637" y="234887"/>
                </a:cubicBezTo>
                <a:lnTo>
                  <a:pt x="207637" y="314611"/>
                </a:lnTo>
                <a:cubicBezTo>
                  <a:pt x="194263" y="318326"/>
                  <a:pt x="184113" y="330613"/>
                  <a:pt x="184113" y="344900"/>
                </a:cubicBezTo>
                <a:cubicBezTo>
                  <a:pt x="184113" y="361950"/>
                  <a:pt x="198721" y="376428"/>
                  <a:pt x="215984" y="376428"/>
                </a:cubicBezTo>
                <a:cubicBezTo>
                  <a:pt x="233248" y="376428"/>
                  <a:pt x="247856" y="361950"/>
                  <a:pt x="247856" y="344900"/>
                </a:cubicBezTo>
                <a:cubicBezTo>
                  <a:pt x="247856" y="330708"/>
                  <a:pt x="237706" y="318421"/>
                  <a:pt x="224331" y="314611"/>
                </a:cubicBezTo>
                <a:lnTo>
                  <a:pt x="224331" y="234887"/>
                </a:lnTo>
                <a:cubicBezTo>
                  <a:pt x="244820" y="232601"/>
                  <a:pt x="262558" y="221933"/>
                  <a:pt x="274130" y="206407"/>
                </a:cubicBezTo>
                <a:lnTo>
                  <a:pt x="320514" y="225457"/>
                </a:lnTo>
                <a:cubicBezTo>
                  <a:pt x="320514" y="226124"/>
                  <a:pt x="320325" y="226790"/>
                  <a:pt x="320325" y="227552"/>
                </a:cubicBezTo>
                <a:cubicBezTo>
                  <a:pt x="320325" y="244602"/>
                  <a:pt x="334932" y="259080"/>
                  <a:pt x="352196" y="259080"/>
                </a:cubicBezTo>
                <a:cubicBezTo>
                  <a:pt x="369459" y="259080"/>
                  <a:pt x="384067" y="244602"/>
                  <a:pt x="384067" y="227552"/>
                </a:cubicBezTo>
                <a:cubicBezTo>
                  <a:pt x="384067" y="210503"/>
                  <a:pt x="369459" y="196024"/>
                  <a:pt x="352196" y="196024"/>
                </a:cubicBezTo>
                <a:close/>
                <a:moveTo>
                  <a:pt x="31871" y="101822"/>
                </a:moveTo>
                <a:cubicBezTo>
                  <a:pt x="22575" y="101822"/>
                  <a:pt x="15936" y="95345"/>
                  <a:pt x="15936" y="86297"/>
                </a:cubicBezTo>
                <a:cubicBezTo>
                  <a:pt x="15936" y="78486"/>
                  <a:pt x="22575" y="70771"/>
                  <a:pt x="31871" y="70771"/>
                </a:cubicBezTo>
                <a:cubicBezTo>
                  <a:pt x="41167" y="70771"/>
                  <a:pt x="47807" y="78581"/>
                  <a:pt x="47807" y="86297"/>
                </a:cubicBezTo>
                <a:cubicBezTo>
                  <a:pt x="47807" y="95345"/>
                  <a:pt x="41167" y="101822"/>
                  <a:pt x="31871" y="101822"/>
                </a:cubicBezTo>
                <a:close/>
                <a:moveTo>
                  <a:pt x="351911" y="15811"/>
                </a:moveTo>
                <a:cubicBezTo>
                  <a:pt x="361207" y="15811"/>
                  <a:pt x="367847" y="23717"/>
                  <a:pt x="367847" y="31528"/>
                </a:cubicBezTo>
                <a:cubicBezTo>
                  <a:pt x="367847" y="40767"/>
                  <a:pt x="361207" y="47244"/>
                  <a:pt x="351911" y="47244"/>
                </a:cubicBezTo>
                <a:cubicBezTo>
                  <a:pt x="342615" y="47244"/>
                  <a:pt x="335976" y="40672"/>
                  <a:pt x="335976" y="31528"/>
                </a:cubicBezTo>
                <a:cubicBezTo>
                  <a:pt x="335976" y="23622"/>
                  <a:pt x="342615" y="15811"/>
                  <a:pt x="351911" y="15811"/>
                </a:cubicBezTo>
                <a:close/>
                <a:moveTo>
                  <a:pt x="31871" y="360807"/>
                </a:moveTo>
                <a:cubicBezTo>
                  <a:pt x="22575" y="360807"/>
                  <a:pt x="15936" y="354235"/>
                  <a:pt x="15936" y="345091"/>
                </a:cubicBezTo>
                <a:cubicBezTo>
                  <a:pt x="15936" y="337185"/>
                  <a:pt x="22575" y="329374"/>
                  <a:pt x="31871" y="329374"/>
                </a:cubicBezTo>
                <a:cubicBezTo>
                  <a:pt x="41167" y="329374"/>
                  <a:pt x="47807" y="337280"/>
                  <a:pt x="47807" y="345091"/>
                </a:cubicBezTo>
                <a:cubicBezTo>
                  <a:pt x="47807" y="354330"/>
                  <a:pt x="41167" y="360807"/>
                  <a:pt x="31871" y="360807"/>
                </a:cubicBezTo>
                <a:close/>
                <a:moveTo>
                  <a:pt x="231730" y="345091"/>
                </a:moveTo>
                <a:cubicBezTo>
                  <a:pt x="231730" y="354330"/>
                  <a:pt x="225090" y="360807"/>
                  <a:pt x="215795" y="360807"/>
                </a:cubicBezTo>
                <a:cubicBezTo>
                  <a:pt x="206499" y="360807"/>
                  <a:pt x="199859" y="354235"/>
                  <a:pt x="199859" y="345091"/>
                </a:cubicBezTo>
                <a:cubicBezTo>
                  <a:pt x="199859" y="337185"/>
                  <a:pt x="206499" y="329374"/>
                  <a:pt x="215795" y="329374"/>
                </a:cubicBezTo>
                <a:cubicBezTo>
                  <a:pt x="225090" y="329374"/>
                  <a:pt x="231730" y="337280"/>
                  <a:pt x="231730" y="345091"/>
                </a:cubicBezTo>
                <a:close/>
                <a:moveTo>
                  <a:pt x="215889" y="219837"/>
                </a:moveTo>
                <a:cubicBezTo>
                  <a:pt x="185251" y="219837"/>
                  <a:pt x="159925" y="194882"/>
                  <a:pt x="159925" y="164687"/>
                </a:cubicBezTo>
                <a:cubicBezTo>
                  <a:pt x="159925" y="134493"/>
                  <a:pt x="185251" y="109537"/>
                  <a:pt x="215889" y="109537"/>
                </a:cubicBezTo>
                <a:cubicBezTo>
                  <a:pt x="246528" y="109537"/>
                  <a:pt x="271854" y="134493"/>
                  <a:pt x="271854" y="164687"/>
                </a:cubicBezTo>
                <a:cubicBezTo>
                  <a:pt x="271854" y="194882"/>
                  <a:pt x="246528" y="219837"/>
                  <a:pt x="215889" y="219837"/>
                </a:cubicBezTo>
                <a:close/>
                <a:moveTo>
                  <a:pt x="351911" y="243459"/>
                </a:moveTo>
                <a:cubicBezTo>
                  <a:pt x="342615" y="243459"/>
                  <a:pt x="335976" y="236887"/>
                  <a:pt x="335976" y="227647"/>
                </a:cubicBezTo>
                <a:cubicBezTo>
                  <a:pt x="335976" y="219742"/>
                  <a:pt x="342615" y="211931"/>
                  <a:pt x="351911" y="211931"/>
                </a:cubicBezTo>
                <a:cubicBezTo>
                  <a:pt x="361207" y="211931"/>
                  <a:pt x="367847" y="219837"/>
                  <a:pt x="367847" y="227647"/>
                </a:cubicBezTo>
                <a:cubicBezTo>
                  <a:pt x="367847" y="236887"/>
                  <a:pt x="361207" y="243459"/>
                  <a:pt x="351911" y="24345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6" name="Graphic 64">
            <a:extLst>
              <a:ext uri="{FF2B5EF4-FFF2-40B4-BE49-F238E27FC236}">
                <a16:creationId xmlns:a16="http://schemas.microsoft.com/office/drawing/2014/main" id="{38D246DC-0417-58F1-FFCC-25BE7C316086}"/>
              </a:ext>
            </a:extLst>
          </p:cNvPr>
          <p:cNvSpPr/>
          <p:nvPr/>
        </p:nvSpPr>
        <p:spPr>
          <a:xfrm>
            <a:off x="7093217" y="843032"/>
            <a:ext cx="506729" cy="434236"/>
          </a:xfrm>
          <a:custGeom>
            <a:avLst/>
            <a:gdLst>
              <a:gd name="connsiteX0" fmla="*/ 163719 w 378470"/>
              <a:gd name="connsiteY0" fmla="*/ 124397 h 324326"/>
              <a:gd name="connsiteX1" fmla="*/ 199764 w 378470"/>
              <a:gd name="connsiteY1" fmla="*/ 124397 h 324326"/>
              <a:gd name="connsiteX2" fmla="*/ 199764 w 378470"/>
              <a:gd name="connsiteY2" fmla="*/ 158496 h 324326"/>
              <a:gd name="connsiteX3" fmla="*/ 163719 w 378470"/>
              <a:gd name="connsiteY3" fmla="*/ 158496 h 324326"/>
              <a:gd name="connsiteX4" fmla="*/ 163719 w 378470"/>
              <a:gd name="connsiteY4" fmla="*/ 124397 h 324326"/>
              <a:gd name="connsiteX5" fmla="*/ 299931 w 378470"/>
              <a:gd name="connsiteY5" fmla="*/ 251555 h 324326"/>
              <a:gd name="connsiteX6" fmla="*/ 299931 w 378470"/>
              <a:gd name="connsiteY6" fmla="*/ 248888 h 324326"/>
              <a:gd name="connsiteX7" fmla="*/ 298603 w 378470"/>
              <a:gd name="connsiteY7" fmla="*/ 248888 h 324326"/>
              <a:gd name="connsiteX8" fmla="*/ 298603 w 378470"/>
              <a:gd name="connsiteY8" fmla="*/ 247555 h 324326"/>
              <a:gd name="connsiteX9" fmla="*/ 234481 w 378470"/>
              <a:gd name="connsiteY9" fmla="*/ 184595 h 324326"/>
              <a:gd name="connsiteX10" fmla="*/ 227841 w 378470"/>
              <a:gd name="connsiteY10" fmla="*/ 181928 h 324326"/>
              <a:gd name="connsiteX11" fmla="*/ 222529 w 378470"/>
              <a:gd name="connsiteY11" fmla="*/ 184595 h 324326"/>
              <a:gd name="connsiteX12" fmla="*/ 222529 w 378470"/>
              <a:gd name="connsiteY12" fmla="*/ 196405 h 324326"/>
              <a:gd name="connsiteX13" fmla="*/ 273277 w 378470"/>
              <a:gd name="connsiteY13" fmla="*/ 244888 h 324326"/>
              <a:gd name="connsiteX14" fmla="*/ 64976 w 378470"/>
              <a:gd name="connsiteY14" fmla="*/ 244888 h 324326"/>
              <a:gd name="connsiteX15" fmla="*/ 16884 w 378470"/>
              <a:gd name="connsiteY15" fmla="*/ 197739 h 324326"/>
              <a:gd name="connsiteX16" fmla="*/ 64976 w 378470"/>
              <a:gd name="connsiteY16" fmla="*/ 150590 h 324326"/>
              <a:gd name="connsiteX17" fmla="*/ 149112 w 378470"/>
              <a:gd name="connsiteY17" fmla="*/ 150590 h 324326"/>
              <a:gd name="connsiteX18" fmla="*/ 149112 w 378470"/>
              <a:gd name="connsiteY18" fmla="*/ 166307 h 324326"/>
              <a:gd name="connsiteX19" fmla="*/ 157079 w 378470"/>
              <a:gd name="connsiteY19" fmla="*/ 174212 h 324326"/>
              <a:gd name="connsiteX20" fmla="*/ 207827 w 378470"/>
              <a:gd name="connsiteY20" fmla="*/ 174212 h 324326"/>
              <a:gd name="connsiteX21" fmla="*/ 215795 w 378470"/>
              <a:gd name="connsiteY21" fmla="*/ 166307 h 324326"/>
              <a:gd name="connsiteX22" fmla="*/ 215795 w 378470"/>
              <a:gd name="connsiteY22" fmla="*/ 116491 h 324326"/>
              <a:gd name="connsiteX23" fmla="*/ 207827 w 378470"/>
              <a:gd name="connsiteY23" fmla="*/ 108585 h 324326"/>
              <a:gd name="connsiteX24" fmla="*/ 157079 w 378470"/>
              <a:gd name="connsiteY24" fmla="*/ 108585 h 324326"/>
              <a:gd name="connsiteX25" fmla="*/ 149112 w 378470"/>
              <a:gd name="connsiteY25" fmla="*/ 116491 h 324326"/>
              <a:gd name="connsiteX26" fmla="*/ 149112 w 378470"/>
              <a:gd name="connsiteY26" fmla="*/ 136112 h 324326"/>
              <a:gd name="connsiteX27" fmla="*/ 64976 w 378470"/>
              <a:gd name="connsiteY27" fmla="*/ 136112 h 324326"/>
              <a:gd name="connsiteX28" fmla="*/ 854 w 378470"/>
              <a:gd name="connsiteY28" fmla="*/ 197739 h 324326"/>
              <a:gd name="connsiteX29" fmla="*/ 64976 w 378470"/>
              <a:gd name="connsiteY29" fmla="*/ 260699 h 324326"/>
              <a:gd name="connsiteX30" fmla="*/ 273277 w 378470"/>
              <a:gd name="connsiteY30" fmla="*/ 260699 h 324326"/>
              <a:gd name="connsiteX31" fmla="*/ 222529 w 378470"/>
              <a:gd name="connsiteY31" fmla="*/ 310515 h 324326"/>
              <a:gd name="connsiteX32" fmla="*/ 222529 w 378470"/>
              <a:gd name="connsiteY32" fmla="*/ 322326 h 324326"/>
              <a:gd name="connsiteX33" fmla="*/ 234576 w 378470"/>
              <a:gd name="connsiteY33" fmla="*/ 322326 h 324326"/>
              <a:gd name="connsiteX34" fmla="*/ 298698 w 378470"/>
              <a:gd name="connsiteY34" fmla="*/ 259366 h 324326"/>
              <a:gd name="connsiteX35" fmla="*/ 298698 w 378470"/>
              <a:gd name="connsiteY35" fmla="*/ 258032 h 324326"/>
              <a:gd name="connsiteX36" fmla="*/ 300026 w 378470"/>
              <a:gd name="connsiteY36" fmla="*/ 256699 h 324326"/>
              <a:gd name="connsiteX37" fmla="*/ 300026 w 378470"/>
              <a:gd name="connsiteY37" fmla="*/ 251460 h 324326"/>
              <a:gd name="connsiteX38" fmla="*/ 362535 w 378470"/>
              <a:gd name="connsiteY38" fmla="*/ 268034 h 324326"/>
              <a:gd name="connsiteX39" fmla="*/ 328103 w 378470"/>
              <a:gd name="connsiteY39" fmla="*/ 268034 h 324326"/>
              <a:gd name="connsiteX40" fmla="*/ 328103 w 378470"/>
              <a:gd name="connsiteY40" fmla="*/ 233839 h 324326"/>
              <a:gd name="connsiteX41" fmla="*/ 362535 w 378470"/>
              <a:gd name="connsiteY41" fmla="*/ 233839 h 324326"/>
              <a:gd name="connsiteX42" fmla="*/ 362535 w 378470"/>
              <a:gd name="connsiteY42" fmla="*/ 268034 h 324326"/>
              <a:gd name="connsiteX43" fmla="*/ 370503 w 378470"/>
              <a:gd name="connsiteY43" fmla="*/ 218122 h 324326"/>
              <a:gd name="connsiteX44" fmla="*/ 320135 w 378470"/>
              <a:gd name="connsiteY44" fmla="*/ 218122 h 324326"/>
              <a:gd name="connsiteX45" fmla="*/ 312167 w 378470"/>
              <a:gd name="connsiteY45" fmla="*/ 226028 h 324326"/>
              <a:gd name="connsiteX46" fmla="*/ 312167 w 378470"/>
              <a:gd name="connsiteY46" fmla="*/ 275939 h 324326"/>
              <a:gd name="connsiteX47" fmla="*/ 320135 w 378470"/>
              <a:gd name="connsiteY47" fmla="*/ 283845 h 324326"/>
              <a:gd name="connsiteX48" fmla="*/ 370503 w 378470"/>
              <a:gd name="connsiteY48" fmla="*/ 283845 h 324326"/>
              <a:gd name="connsiteX49" fmla="*/ 378471 w 378470"/>
              <a:gd name="connsiteY49" fmla="*/ 275939 h 324326"/>
              <a:gd name="connsiteX50" fmla="*/ 378471 w 378470"/>
              <a:gd name="connsiteY50" fmla="*/ 226028 h 324326"/>
              <a:gd name="connsiteX51" fmla="*/ 370503 w 378470"/>
              <a:gd name="connsiteY51" fmla="*/ 218122 h 324326"/>
              <a:gd name="connsiteX52" fmla="*/ 50652 w 378470"/>
              <a:gd name="connsiteY52" fmla="*/ 49720 h 324326"/>
              <a:gd name="connsiteX53" fmla="*/ 16030 w 378470"/>
              <a:gd name="connsiteY53" fmla="*/ 49720 h 324326"/>
              <a:gd name="connsiteX54" fmla="*/ 16030 w 378470"/>
              <a:gd name="connsiteY54" fmla="*/ 14478 h 324326"/>
              <a:gd name="connsiteX55" fmla="*/ 50652 w 378470"/>
              <a:gd name="connsiteY55" fmla="*/ 14478 h 324326"/>
              <a:gd name="connsiteX56" fmla="*/ 50652 w 378470"/>
              <a:gd name="connsiteY56" fmla="*/ 49720 h 324326"/>
              <a:gd name="connsiteX57" fmla="*/ 257151 w 378470"/>
              <a:gd name="connsiteY57" fmla="*/ 150209 h 324326"/>
              <a:gd name="connsiteX58" fmla="*/ 314444 w 378470"/>
              <a:gd name="connsiteY58" fmla="*/ 150209 h 324326"/>
              <a:gd name="connsiteX59" fmla="*/ 378376 w 378470"/>
              <a:gd name="connsiteY59" fmla="*/ 88868 h 324326"/>
              <a:gd name="connsiteX60" fmla="*/ 314444 w 378470"/>
              <a:gd name="connsiteY60" fmla="*/ 26194 h 324326"/>
              <a:gd name="connsiteX61" fmla="*/ 66588 w 378470"/>
              <a:gd name="connsiteY61" fmla="*/ 26194 h 324326"/>
              <a:gd name="connsiteX62" fmla="*/ 66588 w 378470"/>
              <a:gd name="connsiteY62" fmla="*/ 6572 h 324326"/>
              <a:gd name="connsiteX63" fmla="*/ 58620 w 378470"/>
              <a:gd name="connsiteY63" fmla="*/ 0 h 324326"/>
              <a:gd name="connsiteX64" fmla="*/ 7968 w 378470"/>
              <a:gd name="connsiteY64" fmla="*/ 0 h 324326"/>
              <a:gd name="connsiteX65" fmla="*/ 0 w 378470"/>
              <a:gd name="connsiteY65" fmla="*/ 6572 h 324326"/>
              <a:gd name="connsiteX66" fmla="*/ 0 w 378470"/>
              <a:gd name="connsiteY66" fmla="*/ 57531 h 324326"/>
              <a:gd name="connsiteX67" fmla="*/ 7968 w 378470"/>
              <a:gd name="connsiteY67" fmla="*/ 64103 h 324326"/>
              <a:gd name="connsiteX68" fmla="*/ 58620 w 378470"/>
              <a:gd name="connsiteY68" fmla="*/ 64103 h 324326"/>
              <a:gd name="connsiteX69" fmla="*/ 66588 w 378470"/>
              <a:gd name="connsiteY69" fmla="*/ 57531 h 324326"/>
              <a:gd name="connsiteX70" fmla="*/ 66588 w 378470"/>
              <a:gd name="connsiteY70" fmla="*/ 41910 h 324326"/>
              <a:gd name="connsiteX71" fmla="*/ 314444 w 378470"/>
              <a:gd name="connsiteY71" fmla="*/ 41910 h 324326"/>
              <a:gd name="connsiteX72" fmla="*/ 362440 w 378470"/>
              <a:gd name="connsiteY72" fmla="*/ 88868 h 324326"/>
              <a:gd name="connsiteX73" fmla="*/ 314444 w 378470"/>
              <a:gd name="connsiteY73" fmla="*/ 135826 h 324326"/>
              <a:gd name="connsiteX74" fmla="*/ 255823 w 378470"/>
              <a:gd name="connsiteY74" fmla="*/ 135826 h 324326"/>
              <a:gd name="connsiteX75" fmla="*/ 255823 w 378470"/>
              <a:gd name="connsiteY75" fmla="*/ 133255 h 324326"/>
              <a:gd name="connsiteX76" fmla="*/ 305148 w 378470"/>
              <a:gd name="connsiteY76" fmla="*/ 84963 h 324326"/>
              <a:gd name="connsiteX77" fmla="*/ 305148 w 378470"/>
              <a:gd name="connsiteY77" fmla="*/ 73247 h 324326"/>
              <a:gd name="connsiteX78" fmla="*/ 299836 w 378470"/>
              <a:gd name="connsiteY78" fmla="*/ 70676 h 324326"/>
              <a:gd name="connsiteX79" fmla="*/ 294524 w 378470"/>
              <a:gd name="connsiteY79" fmla="*/ 73247 h 324326"/>
              <a:gd name="connsiteX80" fmla="*/ 230592 w 378470"/>
              <a:gd name="connsiteY80" fmla="*/ 135922 h 324326"/>
              <a:gd name="connsiteX81" fmla="*/ 229264 w 378470"/>
              <a:gd name="connsiteY81" fmla="*/ 137255 h 324326"/>
              <a:gd name="connsiteX82" fmla="*/ 227936 w 378470"/>
              <a:gd name="connsiteY82" fmla="*/ 138589 h 324326"/>
              <a:gd name="connsiteX83" fmla="*/ 227936 w 378470"/>
              <a:gd name="connsiteY83" fmla="*/ 145161 h 324326"/>
              <a:gd name="connsiteX84" fmla="*/ 229264 w 378470"/>
              <a:gd name="connsiteY84" fmla="*/ 145161 h 324326"/>
              <a:gd name="connsiteX85" fmla="*/ 229264 w 378470"/>
              <a:gd name="connsiteY85" fmla="*/ 146495 h 324326"/>
              <a:gd name="connsiteX86" fmla="*/ 230592 w 378470"/>
              <a:gd name="connsiteY86" fmla="*/ 147828 h 324326"/>
              <a:gd name="connsiteX87" fmla="*/ 294524 w 378470"/>
              <a:gd name="connsiteY87" fmla="*/ 209169 h 324326"/>
              <a:gd name="connsiteX88" fmla="*/ 305148 w 378470"/>
              <a:gd name="connsiteY88" fmla="*/ 209169 h 324326"/>
              <a:gd name="connsiteX89" fmla="*/ 305148 w 378470"/>
              <a:gd name="connsiteY89" fmla="*/ 198691 h 324326"/>
              <a:gd name="connsiteX90" fmla="*/ 257151 w 378470"/>
              <a:gd name="connsiteY90" fmla="*/ 150400 h 32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378470" h="324326">
                <a:moveTo>
                  <a:pt x="163719" y="124397"/>
                </a:moveTo>
                <a:lnTo>
                  <a:pt x="199764" y="124397"/>
                </a:lnTo>
                <a:lnTo>
                  <a:pt x="199764" y="158496"/>
                </a:lnTo>
                <a:lnTo>
                  <a:pt x="163719" y="158496"/>
                </a:lnTo>
                <a:lnTo>
                  <a:pt x="163719" y="124397"/>
                </a:lnTo>
                <a:close/>
                <a:moveTo>
                  <a:pt x="299931" y="251555"/>
                </a:moveTo>
                <a:lnTo>
                  <a:pt x="299931" y="248888"/>
                </a:lnTo>
                <a:lnTo>
                  <a:pt x="298603" y="248888"/>
                </a:lnTo>
                <a:lnTo>
                  <a:pt x="298603" y="247555"/>
                </a:lnTo>
                <a:lnTo>
                  <a:pt x="234481" y="184595"/>
                </a:lnTo>
                <a:cubicBezTo>
                  <a:pt x="233153" y="183261"/>
                  <a:pt x="230497" y="181928"/>
                  <a:pt x="227841" y="181928"/>
                </a:cubicBezTo>
                <a:cubicBezTo>
                  <a:pt x="226513" y="181928"/>
                  <a:pt x="223857" y="183261"/>
                  <a:pt x="222529" y="184595"/>
                </a:cubicBezTo>
                <a:cubicBezTo>
                  <a:pt x="219873" y="188500"/>
                  <a:pt x="219873" y="192500"/>
                  <a:pt x="222529" y="196405"/>
                </a:cubicBezTo>
                <a:lnTo>
                  <a:pt x="273277" y="244888"/>
                </a:lnTo>
                <a:lnTo>
                  <a:pt x="64976" y="244888"/>
                </a:lnTo>
                <a:cubicBezTo>
                  <a:pt x="38226" y="244888"/>
                  <a:pt x="16884" y="223933"/>
                  <a:pt x="16884" y="197739"/>
                </a:cubicBezTo>
                <a:cubicBezTo>
                  <a:pt x="16884" y="171545"/>
                  <a:pt x="38226" y="150590"/>
                  <a:pt x="64976" y="150590"/>
                </a:cubicBezTo>
                <a:lnTo>
                  <a:pt x="149112" y="150590"/>
                </a:lnTo>
                <a:lnTo>
                  <a:pt x="149112" y="166307"/>
                </a:lnTo>
                <a:cubicBezTo>
                  <a:pt x="149112" y="171545"/>
                  <a:pt x="151768" y="174212"/>
                  <a:pt x="157079" y="174212"/>
                </a:cubicBezTo>
                <a:lnTo>
                  <a:pt x="207827" y="174212"/>
                </a:lnTo>
                <a:cubicBezTo>
                  <a:pt x="211811" y="174212"/>
                  <a:pt x="215795" y="171545"/>
                  <a:pt x="215795" y="166307"/>
                </a:cubicBezTo>
                <a:lnTo>
                  <a:pt x="215795" y="116491"/>
                </a:lnTo>
                <a:cubicBezTo>
                  <a:pt x="215795" y="112586"/>
                  <a:pt x="211811" y="108585"/>
                  <a:pt x="207827" y="108585"/>
                </a:cubicBezTo>
                <a:lnTo>
                  <a:pt x="157079" y="108585"/>
                </a:lnTo>
                <a:cubicBezTo>
                  <a:pt x="151768" y="108585"/>
                  <a:pt x="149112" y="112490"/>
                  <a:pt x="149112" y="116491"/>
                </a:cubicBezTo>
                <a:lnTo>
                  <a:pt x="149112" y="136112"/>
                </a:lnTo>
                <a:lnTo>
                  <a:pt x="64976" y="136112"/>
                </a:lnTo>
                <a:cubicBezTo>
                  <a:pt x="28931" y="136112"/>
                  <a:pt x="854" y="163640"/>
                  <a:pt x="854" y="197739"/>
                </a:cubicBezTo>
                <a:cubicBezTo>
                  <a:pt x="854" y="231839"/>
                  <a:pt x="28931" y="260699"/>
                  <a:pt x="64976" y="260699"/>
                </a:cubicBezTo>
                <a:lnTo>
                  <a:pt x="273277" y="260699"/>
                </a:lnTo>
                <a:lnTo>
                  <a:pt x="222529" y="310515"/>
                </a:lnTo>
                <a:cubicBezTo>
                  <a:pt x="219873" y="313182"/>
                  <a:pt x="219873" y="318421"/>
                  <a:pt x="222529" y="322326"/>
                </a:cubicBezTo>
                <a:cubicBezTo>
                  <a:pt x="226513" y="324993"/>
                  <a:pt x="230497" y="324993"/>
                  <a:pt x="234576" y="322326"/>
                </a:cubicBezTo>
                <a:lnTo>
                  <a:pt x="298698" y="259366"/>
                </a:lnTo>
                <a:lnTo>
                  <a:pt x="298698" y="258032"/>
                </a:lnTo>
                <a:lnTo>
                  <a:pt x="300026" y="256699"/>
                </a:lnTo>
                <a:lnTo>
                  <a:pt x="300026" y="251460"/>
                </a:lnTo>
                <a:close/>
                <a:moveTo>
                  <a:pt x="362535" y="268034"/>
                </a:moveTo>
                <a:lnTo>
                  <a:pt x="328103" y="268034"/>
                </a:lnTo>
                <a:lnTo>
                  <a:pt x="328103" y="233839"/>
                </a:lnTo>
                <a:lnTo>
                  <a:pt x="362535" y="233839"/>
                </a:lnTo>
                <a:lnTo>
                  <a:pt x="362535" y="268034"/>
                </a:lnTo>
                <a:close/>
                <a:moveTo>
                  <a:pt x="370503" y="218122"/>
                </a:moveTo>
                <a:lnTo>
                  <a:pt x="320135" y="218122"/>
                </a:lnTo>
                <a:cubicBezTo>
                  <a:pt x="316151" y="218122"/>
                  <a:pt x="312167" y="222028"/>
                  <a:pt x="312167" y="226028"/>
                </a:cubicBezTo>
                <a:lnTo>
                  <a:pt x="312167" y="275939"/>
                </a:lnTo>
                <a:cubicBezTo>
                  <a:pt x="312167" y="279845"/>
                  <a:pt x="316151" y="283845"/>
                  <a:pt x="320135" y="283845"/>
                </a:cubicBezTo>
                <a:lnTo>
                  <a:pt x="370503" y="283845"/>
                </a:lnTo>
                <a:cubicBezTo>
                  <a:pt x="375815" y="283845"/>
                  <a:pt x="378471" y="279940"/>
                  <a:pt x="378471" y="275939"/>
                </a:cubicBezTo>
                <a:lnTo>
                  <a:pt x="378471" y="226028"/>
                </a:lnTo>
                <a:cubicBezTo>
                  <a:pt x="378471" y="222123"/>
                  <a:pt x="375815" y="218122"/>
                  <a:pt x="370503" y="218122"/>
                </a:cubicBezTo>
                <a:close/>
                <a:moveTo>
                  <a:pt x="50652" y="49720"/>
                </a:moveTo>
                <a:lnTo>
                  <a:pt x="16030" y="49720"/>
                </a:lnTo>
                <a:lnTo>
                  <a:pt x="16030" y="14478"/>
                </a:lnTo>
                <a:lnTo>
                  <a:pt x="50652" y="14478"/>
                </a:lnTo>
                <a:lnTo>
                  <a:pt x="50652" y="49720"/>
                </a:lnTo>
                <a:close/>
                <a:moveTo>
                  <a:pt x="257151" y="150209"/>
                </a:moveTo>
                <a:lnTo>
                  <a:pt x="314444" y="150209"/>
                </a:lnTo>
                <a:cubicBezTo>
                  <a:pt x="349066" y="150209"/>
                  <a:pt x="378376" y="122777"/>
                  <a:pt x="378376" y="88868"/>
                </a:cubicBezTo>
                <a:cubicBezTo>
                  <a:pt x="378376" y="54959"/>
                  <a:pt x="349066" y="26194"/>
                  <a:pt x="314444" y="26194"/>
                </a:cubicBezTo>
                <a:lnTo>
                  <a:pt x="66588" y="26194"/>
                </a:lnTo>
                <a:lnTo>
                  <a:pt x="66588" y="6572"/>
                </a:lnTo>
                <a:cubicBezTo>
                  <a:pt x="66588" y="2667"/>
                  <a:pt x="62604" y="0"/>
                  <a:pt x="58620" y="0"/>
                </a:cubicBezTo>
                <a:lnTo>
                  <a:pt x="7968" y="0"/>
                </a:lnTo>
                <a:cubicBezTo>
                  <a:pt x="3984" y="0"/>
                  <a:pt x="0" y="2572"/>
                  <a:pt x="0" y="6572"/>
                </a:cubicBezTo>
                <a:lnTo>
                  <a:pt x="0" y="57531"/>
                </a:lnTo>
                <a:cubicBezTo>
                  <a:pt x="0" y="61436"/>
                  <a:pt x="3984" y="64103"/>
                  <a:pt x="7968" y="64103"/>
                </a:cubicBezTo>
                <a:lnTo>
                  <a:pt x="58620" y="64103"/>
                </a:lnTo>
                <a:cubicBezTo>
                  <a:pt x="62604" y="64103"/>
                  <a:pt x="66588" y="61532"/>
                  <a:pt x="66588" y="57531"/>
                </a:cubicBezTo>
                <a:lnTo>
                  <a:pt x="66588" y="41910"/>
                </a:lnTo>
                <a:lnTo>
                  <a:pt x="314444" y="41910"/>
                </a:lnTo>
                <a:cubicBezTo>
                  <a:pt x="341098" y="41910"/>
                  <a:pt x="362440" y="62770"/>
                  <a:pt x="362440" y="88868"/>
                </a:cubicBezTo>
                <a:cubicBezTo>
                  <a:pt x="362440" y="114967"/>
                  <a:pt x="341098" y="135826"/>
                  <a:pt x="314444" y="135826"/>
                </a:cubicBezTo>
                <a:lnTo>
                  <a:pt x="255823" y="135826"/>
                </a:lnTo>
                <a:lnTo>
                  <a:pt x="255823" y="133255"/>
                </a:lnTo>
                <a:lnTo>
                  <a:pt x="305148" y="84963"/>
                </a:lnTo>
                <a:cubicBezTo>
                  <a:pt x="309132" y="81058"/>
                  <a:pt x="309132" y="75819"/>
                  <a:pt x="305148" y="73247"/>
                </a:cubicBezTo>
                <a:cubicBezTo>
                  <a:pt x="303820" y="71914"/>
                  <a:pt x="302492" y="70676"/>
                  <a:pt x="299836" y="70676"/>
                </a:cubicBezTo>
                <a:cubicBezTo>
                  <a:pt x="297180" y="70676"/>
                  <a:pt x="295852" y="72009"/>
                  <a:pt x="294524" y="73247"/>
                </a:cubicBezTo>
                <a:lnTo>
                  <a:pt x="230592" y="135922"/>
                </a:lnTo>
                <a:lnTo>
                  <a:pt x="229264" y="137255"/>
                </a:lnTo>
                <a:cubicBezTo>
                  <a:pt x="229264" y="138144"/>
                  <a:pt x="228818" y="138589"/>
                  <a:pt x="227936" y="138589"/>
                </a:cubicBezTo>
                <a:lnTo>
                  <a:pt x="227936" y="145161"/>
                </a:lnTo>
                <a:lnTo>
                  <a:pt x="229264" y="145161"/>
                </a:lnTo>
                <a:lnTo>
                  <a:pt x="229264" y="146495"/>
                </a:lnTo>
                <a:cubicBezTo>
                  <a:pt x="229264" y="146495"/>
                  <a:pt x="230592" y="146495"/>
                  <a:pt x="230592" y="147828"/>
                </a:cubicBezTo>
                <a:lnTo>
                  <a:pt x="294524" y="209169"/>
                </a:lnTo>
                <a:cubicBezTo>
                  <a:pt x="297180" y="213074"/>
                  <a:pt x="302492" y="213074"/>
                  <a:pt x="305148" y="209169"/>
                </a:cubicBezTo>
                <a:cubicBezTo>
                  <a:pt x="309132" y="206597"/>
                  <a:pt x="309132" y="201359"/>
                  <a:pt x="305148" y="198691"/>
                </a:cubicBezTo>
                <a:lnTo>
                  <a:pt x="257151" y="15040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7" name="Graphic 64">
            <a:extLst>
              <a:ext uri="{FF2B5EF4-FFF2-40B4-BE49-F238E27FC236}">
                <a16:creationId xmlns:a16="http://schemas.microsoft.com/office/drawing/2014/main" id="{A1D02557-AC47-663F-9152-460334B1BC4B}"/>
              </a:ext>
            </a:extLst>
          </p:cNvPr>
          <p:cNvSpPr/>
          <p:nvPr/>
        </p:nvSpPr>
        <p:spPr>
          <a:xfrm>
            <a:off x="7858392" y="843032"/>
            <a:ext cx="506729" cy="434236"/>
          </a:xfrm>
          <a:custGeom>
            <a:avLst/>
            <a:gdLst>
              <a:gd name="connsiteX0" fmla="*/ 163719 w 378470"/>
              <a:gd name="connsiteY0" fmla="*/ 124397 h 324326"/>
              <a:gd name="connsiteX1" fmla="*/ 199764 w 378470"/>
              <a:gd name="connsiteY1" fmla="*/ 124397 h 324326"/>
              <a:gd name="connsiteX2" fmla="*/ 199764 w 378470"/>
              <a:gd name="connsiteY2" fmla="*/ 158496 h 324326"/>
              <a:gd name="connsiteX3" fmla="*/ 163719 w 378470"/>
              <a:gd name="connsiteY3" fmla="*/ 158496 h 324326"/>
              <a:gd name="connsiteX4" fmla="*/ 163719 w 378470"/>
              <a:gd name="connsiteY4" fmla="*/ 124397 h 324326"/>
              <a:gd name="connsiteX5" fmla="*/ 299931 w 378470"/>
              <a:gd name="connsiteY5" fmla="*/ 251555 h 324326"/>
              <a:gd name="connsiteX6" fmla="*/ 299931 w 378470"/>
              <a:gd name="connsiteY6" fmla="*/ 248888 h 324326"/>
              <a:gd name="connsiteX7" fmla="*/ 298603 w 378470"/>
              <a:gd name="connsiteY7" fmla="*/ 248888 h 324326"/>
              <a:gd name="connsiteX8" fmla="*/ 298603 w 378470"/>
              <a:gd name="connsiteY8" fmla="*/ 247555 h 324326"/>
              <a:gd name="connsiteX9" fmla="*/ 234481 w 378470"/>
              <a:gd name="connsiteY9" fmla="*/ 184595 h 324326"/>
              <a:gd name="connsiteX10" fmla="*/ 227841 w 378470"/>
              <a:gd name="connsiteY10" fmla="*/ 181928 h 324326"/>
              <a:gd name="connsiteX11" fmla="*/ 222529 w 378470"/>
              <a:gd name="connsiteY11" fmla="*/ 184595 h 324326"/>
              <a:gd name="connsiteX12" fmla="*/ 222529 w 378470"/>
              <a:gd name="connsiteY12" fmla="*/ 196405 h 324326"/>
              <a:gd name="connsiteX13" fmla="*/ 273277 w 378470"/>
              <a:gd name="connsiteY13" fmla="*/ 244888 h 324326"/>
              <a:gd name="connsiteX14" fmla="*/ 64976 w 378470"/>
              <a:gd name="connsiteY14" fmla="*/ 244888 h 324326"/>
              <a:gd name="connsiteX15" fmla="*/ 16884 w 378470"/>
              <a:gd name="connsiteY15" fmla="*/ 197739 h 324326"/>
              <a:gd name="connsiteX16" fmla="*/ 64976 w 378470"/>
              <a:gd name="connsiteY16" fmla="*/ 150590 h 324326"/>
              <a:gd name="connsiteX17" fmla="*/ 149112 w 378470"/>
              <a:gd name="connsiteY17" fmla="*/ 150590 h 324326"/>
              <a:gd name="connsiteX18" fmla="*/ 149112 w 378470"/>
              <a:gd name="connsiteY18" fmla="*/ 166307 h 324326"/>
              <a:gd name="connsiteX19" fmla="*/ 157079 w 378470"/>
              <a:gd name="connsiteY19" fmla="*/ 174212 h 324326"/>
              <a:gd name="connsiteX20" fmla="*/ 207827 w 378470"/>
              <a:gd name="connsiteY20" fmla="*/ 174212 h 324326"/>
              <a:gd name="connsiteX21" fmla="*/ 215795 w 378470"/>
              <a:gd name="connsiteY21" fmla="*/ 166307 h 324326"/>
              <a:gd name="connsiteX22" fmla="*/ 215795 w 378470"/>
              <a:gd name="connsiteY22" fmla="*/ 116491 h 324326"/>
              <a:gd name="connsiteX23" fmla="*/ 207827 w 378470"/>
              <a:gd name="connsiteY23" fmla="*/ 108585 h 324326"/>
              <a:gd name="connsiteX24" fmla="*/ 157079 w 378470"/>
              <a:gd name="connsiteY24" fmla="*/ 108585 h 324326"/>
              <a:gd name="connsiteX25" fmla="*/ 149112 w 378470"/>
              <a:gd name="connsiteY25" fmla="*/ 116491 h 324326"/>
              <a:gd name="connsiteX26" fmla="*/ 149112 w 378470"/>
              <a:gd name="connsiteY26" fmla="*/ 136112 h 324326"/>
              <a:gd name="connsiteX27" fmla="*/ 64976 w 378470"/>
              <a:gd name="connsiteY27" fmla="*/ 136112 h 324326"/>
              <a:gd name="connsiteX28" fmla="*/ 854 w 378470"/>
              <a:gd name="connsiteY28" fmla="*/ 197739 h 324326"/>
              <a:gd name="connsiteX29" fmla="*/ 64976 w 378470"/>
              <a:gd name="connsiteY29" fmla="*/ 260699 h 324326"/>
              <a:gd name="connsiteX30" fmla="*/ 273277 w 378470"/>
              <a:gd name="connsiteY30" fmla="*/ 260699 h 324326"/>
              <a:gd name="connsiteX31" fmla="*/ 222529 w 378470"/>
              <a:gd name="connsiteY31" fmla="*/ 310515 h 324326"/>
              <a:gd name="connsiteX32" fmla="*/ 222529 w 378470"/>
              <a:gd name="connsiteY32" fmla="*/ 322326 h 324326"/>
              <a:gd name="connsiteX33" fmla="*/ 234576 w 378470"/>
              <a:gd name="connsiteY33" fmla="*/ 322326 h 324326"/>
              <a:gd name="connsiteX34" fmla="*/ 298698 w 378470"/>
              <a:gd name="connsiteY34" fmla="*/ 259366 h 324326"/>
              <a:gd name="connsiteX35" fmla="*/ 298698 w 378470"/>
              <a:gd name="connsiteY35" fmla="*/ 258032 h 324326"/>
              <a:gd name="connsiteX36" fmla="*/ 300026 w 378470"/>
              <a:gd name="connsiteY36" fmla="*/ 256699 h 324326"/>
              <a:gd name="connsiteX37" fmla="*/ 300026 w 378470"/>
              <a:gd name="connsiteY37" fmla="*/ 251460 h 324326"/>
              <a:gd name="connsiteX38" fmla="*/ 362535 w 378470"/>
              <a:gd name="connsiteY38" fmla="*/ 268034 h 324326"/>
              <a:gd name="connsiteX39" fmla="*/ 328103 w 378470"/>
              <a:gd name="connsiteY39" fmla="*/ 268034 h 324326"/>
              <a:gd name="connsiteX40" fmla="*/ 328103 w 378470"/>
              <a:gd name="connsiteY40" fmla="*/ 233839 h 324326"/>
              <a:gd name="connsiteX41" fmla="*/ 362535 w 378470"/>
              <a:gd name="connsiteY41" fmla="*/ 233839 h 324326"/>
              <a:gd name="connsiteX42" fmla="*/ 362535 w 378470"/>
              <a:gd name="connsiteY42" fmla="*/ 268034 h 324326"/>
              <a:gd name="connsiteX43" fmla="*/ 370503 w 378470"/>
              <a:gd name="connsiteY43" fmla="*/ 218122 h 324326"/>
              <a:gd name="connsiteX44" fmla="*/ 320135 w 378470"/>
              <a:gd name="connsiteY44" fmla="*/ 218122 h 324326"/>
              <a:gd name="connsiteX45" fmla="*/ 312167 w 378470"/>
              <a:gd name="connsiteY45" fmla="*/ 226028 h 324326"/>
              <a:gd name="connsiteX46" fmla="*/ 312167 w 378470"/>
              <a:gd name="connsiteY46" fmla="*/ 275939 h 324326"/>
              <a:gd name="connsiteX47" fmla="*/ 320135 w 378470"/>
              <a:gd name="connsiteY47" fmla="*/ 283845 h 324326"/>
              <a:gd name="connsiteX48" fmla="*/ 370503 w 378470"/>
              <a:gd name="connsiteY48" fmla="*/ 283845 h 324326"/>
              <a:gd name="connsiteX49" fmla="*/ 378471 w 378470"/>
              <a:gd name="connsiteY49" fmla="*/ 275939 h 324326"/>
              <a:gd name="connsiteX50" fmla="*/ 378471 w 378470"/>
              <a:gd name="connsiteY50" fmla="*/ 226028 h 324326"/>
              <a:gd name="connsiteX51" fmla="*/ 370503 w 378470"/>
              <a:gd name="connsiteY51" fmla="*/ 218122 h 324326"/>
              <a:gd name="connsiteX52" fmla="*/ 50652 w 378470"/>
              <a:gd name="connsiteY52" fmla="*/ 49720 h 324326"/>
              <a:gd name="connsiteX53" fmla="*/ 16030 w 378470"/>
              <a:gd name="connsiteY53" fmla="*/ 49720 h 324326"/>
              <a:gd name="connsiteX54" fmla="*/ 16030 w 378470"/>
              <a:gd name="connsiteY54" fmla="*/ 14478 h 324326"/>
              <a:gd name="connsiteX55" fmla="*/ 50652 w 378470"/>
              <a:gd name="connsiteY55" fmla="*/ 14478 h 324326"/>
              <a:gd name="connsiteX56" fmla="*/ 50652 w 378470"/>
              <a:gd name="connsiteY56" fmla="*/ 49720 h 324326"/>
              <a:gd name="connsiteX57" fmla="*/ 257151 w 378470"/>
              <a:gd name="connsiteY57" fmla="*/ 150209 h 324326"/>
              <a:gd name="connsiteX58" fmla="*/ 314444 w 378470"/>
              <a:gd name="connsiteY58" fmla="*/ 150209 h 324326"/>
              <a:gd name="connsiteX59" fmla="*/ 378376 w 378470"/>
              <a:gd name="connsiteY59" fmla="*/ 88868 h 324326"/>
              <a:gd name="connsiteX60" fmla="*/ 314444 w 378470"/>
              <a:gd name="connsiteY60" fmla="*/ 26194 h 324326"/>
              <a:gd name="connsiteX61" fmla="*/ 66588 w 378470"/>
              <a:gd name="connsiteY61" fmla="*/ 26194 h 324326"/>
              <a:gd name="connsiteX62" fmla="*/ 66588 w 378470"/>
              <a:gd name="connsiteY62" fmla="*/ 6572 h 324326"/>
              <a:gd name="connsiteX63" fmla="*/ 58620 w 378470"/>
              <a:gd name="connsiteY63" fmla="*/ 0 h 324326"/>
              <a:gd name="connsiteX64" fmla="*/ 7968 w 378470"/>
              <a:gd name="connsiteY64" fmla="*/ 0 h 324326"/>
              <a:gd name="connsiteX65" fmla="*/ 0 w 378470"/>
              <a:gd name="connsiteY65" fmla="*/ 6572 h 324326"/>
              <a:gd name="connsiteX66" fmla="*/ 0 w 378470"/>
              <a:gd name="connsiteY66" fmla="*/ 57531 h 324326"/>
              <a:gd name="connsiteX67" fmla="*/ 7968 w 378470"/>
              <a:gd name="connsiteY67" fmla="*/ 64103 h 324326"/>
              <a:gd name="connsiteX68" fmla="*/ 58620 w 378470"/>
              <a:gd name="connsiteY68" fmla="*/ 64103 h 324326"/>
              <a:gd name="connsiteX69" fmla="*/ 66588 w 378470"/>
              <a:gd name="connsiteY69" fmla="*/ 57531 h 324326"/>
              <a:gd name="connsiteX70" fmla="*/ 66588 w 378470"/>
              <a:gd name="connsiteY70" fmla="*/ 41910 h 324326"/>
              <a:gd name="connsiteX71" fmla="*/ 314444 w 378470"/>
              <a:gd name="connsiteY71" fmla="*/ 41910 h 324326"/>
              <a:gd name="connsiteX72" fmla="*/ 362440 w 378470"/>
              <a:gd name="connsiteY72" fmla="*/ 88868 h 324326"/>
              <a:gd name="connsiteX73" fmla="*/ 314444 w 378470"/>
              <a:gd name="connsiteY73" fmla="*/ 135826 h 324326"/>
              <a:gd name="connsiteX74" fmla="*/ 255823 w 378470"/>
              <a:gd name="connsiteY74" fmla="*/ 135826 h 324326"/>
              <a:gd name="connsiteX75" fmla="*/ 255823 w 378470"/>
              <a:gd name="connsiteY75" fmla="*/ 133255 h 324326"/>
              <a:gd name="connsiteX76" fmla="*/ 305148 w 378470"/>
              <a:gd name="connsiteY76" fmla="*/ 84963 h 324326"/>
              <a:gd name="connsiteX77" fmla="*/ 305148 w 378470"/>
              <a:gd name="connsiteY77" fmla="*/ 73247 h 324326"/>
              <a:gd name="connsiteX78" fmla="*/ 299836 w 378470"/>
              <a:gd name="connsiteY78" fmla="*/ 70676 h 324326"/>
              <a:gd name="connsiteX79" fmla="*/ 294524 w 378470"/>
              <a:gd name="connsiteY79" fmla="*/ 73247 h 324326"/>
              <a:gd name="connsiteX80" fmla="*/ 230592 w 378470"/>
              <a:gd name="connsiteY80" fmla="*/ 135922 h 324326"/>
              <a:gd name="connsiteX81" fmla="*/ 229264 w 378470"/>
              <a:gd name="connsiteY81" fmla="*/ 137255 h 324326"/>
              <a:gd name="connsiteX82" fmla="*/ 227936 w 378470"/>
              <a:gd name="connsiteY82" fmla="*/ 138589 h 324326"/>
              <a:gd name="connsiteX83" fmla="*/ 227936 w 378470"/>
              <a:gd name="connsiteY83" fmla="*/ 145161 h 324326"/>
              <a:gd name="connsiteX84" fmla="*/ 229264 w 378470"/>
              <a:gd name="connsiteY84" fmla="*/ 145161 h 324326"/>
              <a:gd name="connsiteX85" fmla="*/ 229264 w 378470"/>
              <a:gd name="connsiteY85" fmla="*/ 146495 h 324326"/>
              <a:gd name="connsiteX86" fmla="*/ 230592 w 378470"/>
              <a:gd name="connsiteY86" fmla="*/ 147828 h 324326"/>
              <a:gd name="connsiteX87" fmla="*/ 294524 w 378470"/>
              <a:gd name="connsiteY87" fmla="*/ 209169 h 324326"/>
              <a:gd name="connsiteX88" fmla="*/ 305148 w 378470"/>
              <a:gd name="connsiteY88" fmla="*/ 209169 h 324326"/>
              <a:gd name="connsiteX89" fmla="*/ 305148 w 378470"/>
              <a:gd name="connsiteY89" fmla="*/ 198691 h 324326"/>
              <a:gd name="connsiteX90" fmla="*/ 257151 w 378470"/>
              <a:gd name="connsiteY90" fmla="*/ 150400 h 32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378470" h="324326">
                <a:moveTo>
                  <a:pt x="163719" y="124397"/>
                </a:moveTo>
                <a:lnTo>
                  <a:pt x="199764" y="124397"/>
                </a:lnTo>
                <a:lnTo>
                  <a:pt x="199764" y="158496"/>
                </a:lnTo>
                <a:lnTo>
                  <a:pt x="163719" y="158496"/>
                </a:lnTo>
                <a:lnTo>
                  <a:pt x="163719" y="124397"/>
                </a:lnTo>
                <a:close/>
                <a:moveTo>
                  <a:pt x="299931" y="251555"/>
                </a:moveTo>
                <a:lnTo>
                  <a:pt x="299931" y="248888"/>
                </a:lnTo>
                <a:lnTo>
                  <a:pt x="298603" y="248888"/>
                </a:lnTo>
                <a:lnTo>
                  <a:pt x="298603" y="247555"/>
                </a:lnTo>
                <a:lnTo>
                  <a:pt x="234481" y="184595"/>
                </a:lnTo>
                <a:cubicBezTo>
                  <a:pt x="233153" y="183261"/>
                  <a:pt x="230497" y="181928"/>
                  <a:pt x="227841" y="181928"/>
                </a:cubicBezTo>
                <a:cubicBezTo>
                  <a:pt x="226513" y="181928"/>
                  <a:pt x="223857" y="183261"/>
                  <a:pt x="222529" y="184595"/>
                </a:cubicBezTo>
                <a:cubicBezTo>
                  <a:pt x="219873" y="188500"/>
                  <a:pt x="219873" y="192500"/>
                  <a:pt x="222529" y="196405"/>
                </a:cubicBezTo>
                <a:lnTo>
                  <a:pt x="273277" y="244888"/>
                </a:lnTo>
                <a:lnTo>
                  <a:pt x="64976" y="244888"/>
                </a:lnTo>
                <a:cubicBezTo>
                  <a:pt x="38226" y="244888"/>
                  <a:pt x="16884" y="223933"/>
                  <a:pt x="16884" y="197739"/>
                </a:cubicBezTo>
                <a:cubicBezTo>
                  <a:pt x="16884" y="171545"/>
                  <a:pt x="38226" y="150590"/>
                  <a:pt x="64976" y="150590"/>
                </a:cubicBezTo>
                <a:lnTo>
                  <a:pt x="149112" y="150590"/>
                </a:lnTo>
                <a:lnTo>
                  <a:pt x="149112" y="166307"/>
                </a:lnTo>
                <a:cubicBezTo>
                  <a:pt x="149112" y="171545"/>
                  <a:pt x="151768" y="174212"/>
                  <a:pt x="157079" y="174212"/>
                </a:cubicBezTo>
                <a:lnTo>
                  <a:pt x="207827" y="174212"/>
                </a:lnTo>
                <a:cubicBezTo>
                  <a:pt x="211811" y="174212"/>
                  <a:pt x="215795" y="171545"/>
                  <a:pt x="215795" y="166307"/>
                </a:cubicBezTo>
                <a:lnTo>
                  <a:pt x="215795" y="116491"/>
                </a:lnTo>
                <a:cubicBezTo>
                  <a:pt x="215795" y="112586"/>
                  <a:pt x="211811" y="108585"/>
                  <a:pt x="207827" y="108585"/>
                </a:cubicBezTo>
                <a:lnTo>
                  <a:pt x="157079" y="108585"/>
                </a:lnTo>
                <a:cubicBezTo>
                  <a:pt x="151768" y="108585"/>
                  <a:pt x="149112" y="112490"/>
                  <a:pt x="149112" y="116491"/>
                </a:cubicBezTo>
                <a:lnTo>
                  <a:pt x="149112" y="136112"/>
                </a:lnTo>
                <a:lnTo>
                  <a:pt x="64976" y="136112"/>
                </a:lnTo>
                <a:cubicBezTo>
                  <a:pt x="28931" y="136112"/>
                  <a:pt x="854" y="163640"/>
                  <a:pt x="854" y="197739"/>
                </a:cubicBezTo>
                <a:cubicBezTo>
                  <a:pt x="854" y="231839"/>
                  <a:pt x="28931" y="260699"/>
                  <a:pt x="64976" y="260699"/>
                </a:cubicBezTo>
                <a:lnTo>
                  <a:pt x="273277" y="260699"/>
                </a:lnTo>
                <a:lnTo>
                  <a:pt x="222529" y="310515"/>
                </a:lnTo>
                <a:cubicBezTo>
                  <a:pt x="219873" y="313182"/>
                  <a:pt x="219873" y="318421"/>
                  <a:pt x="222529" y="322326"/>
                </a:cubicBezTo>
                <a:cubicBezTo>
                  <a:pt x="226513" y="324993"/>
                  <a:pt x="230497" y="324993"/>
                  <a:pt x="234576" y="322326"/>
                </a:cubicBezTo>
                <a:lnTo>
                  <a:pt x="298698" y="259366"/>
                </a:lnTo>
                <a:lnTo>
                  <a:pt x="298698" y="258032"/>
                </a:lnTo>
                <a:lnTo>
                  <a:pt x="300026" y="256699"/>
                </a:lnTo>
                <a:lnTo>
                  <a:pt x="300026" y="251460"/>
                </a:lnTo>
                <a:close/>
                <a:moveTo>
                  <a:pt x="362535" y="268034"/>
                </a:moveTo>
                <a:lnTo>
                  <a:pt x="328103" y="268034"/>
                </a:lnTo>
                <a:lnTo>
                  <a:pt x="328103" y="233839"/>
                </a:lnTo>
                <a:lnTo>
                  <a:pt x="362535" y="233839"/>
                </a:lnTo>
                <a:lnTo>
                  <a:pt x="362535" y="268034"/>
                </a:lnTo>
                <a:close/>
                <a:moveTo>
                  <a:pt x="370503" y="218122"/>
                </a:moveTo>
                <a:lnTo>
                  <a:pt x="320135" y="218122"/>
                </a:lnTo>
                <a:cubicBezTo>
                  <a:pt x="316151" y="218122"/>
                  <a:pt x="312167" y="222028"/>
                  <a:pt x="312167" y="226028"/>
                </a:cubicBezTo>
                <a:lnTo>
                  <a:pt x="312167" y="275939"/>
                </a:lnTo>
                <a:cubicBezTo>
                  <a:pt x="312167" y="279845"/>
                  <a:pt x="316151" y="283845"/>
                  <a:pt x="320135" y="283845"/>
                </a:cubicBezTo>
                <a:lnTo>
                  <a:pt x="370503" y="283845"/>
                </a:lnTo>
                <a:cubicBezTo>
                  <a:pt x="375815" y="283845"/>
                  <a:pt x="378471" y="279940"/>
                  <a:pt x="378471" y="275939"/>
                </a:cubicBezTo>
                <a:lnTo>
                  <a:pt x="378471" y="226028"/>
                </a:lnTo>
                <a:cubicBezTo>
                  <a:pt x="378471" y="222123"/>
                  <a:pt x="375815" y="218122"/>
                  <a:pt x="370503" y="218122"/>
                </a:cubicBezTo>
                <a:close/>
                <a:moveTo>
                  <a:pt x="50652" y="49720"/>
                </a:moveTo>
                <a:lnTo>
                  <a:pt x="16030" y="49720"/>
                </a:lnTo>
                <a:lnTo>
                  <a:pt x="16030" y="14478"/>
                </a:lnTo>
                <a:lnTo>
                  <a:pt x="50652" y="14478"/>
                </a:lnTo>
                <a:lnTo>
                  <a:pt x="50652" y="49720"/>
                </a:lnTo>
                <a:close/>
                <a:moveTo>
                  <a:pt x="257151" y="150209"/>
                </a:moveTo>
                <a:lnTo>
                  <a:pt x="314444" y="150209"/>
                </a:lnTo>
                <a:cubicBezTo>
                  <a:pt x="349066" y="150209"/>
                  <a:pt x="378376" y="122777"/>
                  <a:pt x="378376" y="88868"/>
                </a:cubicBezTo>
                <a:cubicBezTo>
                  <a:pt x="378376" y="54959"/>
                  <a:pt x="349066" y="26194"/>
                  <a:pt x="314444" y="26194"/>
                </a:cubicBezTo>
                <a:lnTo>
                  <a:pt x="66588" y="26194"/>
                </a:lnTo>
                <a:lnTo>
                  <a:pt x="66588" y="6572"/>
                </a:lnTo>
                <a:cubicBezTo>
                  <a:pt x="66588" y="2667"/>
                  <a:pt x="62604" y="0"/>
                  <a:pt x="58620" y="0"/>
                </a:cubicBezTo>
                <a:lnTo>
                  <a:pt x="7968" y="0"/>
                </a:lnTo>
                <a:cubicBezTo>
                  <a:pt x="3984" y="0"/>
                  <a:pt x="0" y="2572"/>
                  <a:pt x="0" y="6572"/>
                </a:cubicBezTo>
                <a:lnTo>
                  <a:pt x="0" y="57531"/>
                </a:lnTo>
                <a:cubicBezTo>
                  <a:pt x="0" y="61436"/>
                  <a:pt x="3984" y="64103"/>
                  <a:pt x="7968" y="64103"/>
                </a:cubicBezTo>
                <a:lnTo>
                  <a:pt x="58620" y="64103"/>
                </a:lnTo>
                <a:cubicBezTo>
                  <a:pt x="62604" y="64103"/>
                  <a:pt x="66588" y="61532"/>
                  <a:pt x="66588" y="57531"/>
                </a:cubicBezTo>
                <a:lnTo>
                  <a:pt x="66588" y="41910"/>
                </a:lnTo>
                <a:lnTo>
                  <a:pt x="314444" y="41910"/>
                </a:lnTo>
                <a:cubicBezTo>
                  <a:pt x="341098" y="41910"/>
                  <a:pt x="362440" y="62770"/>
                  <a:pt x="362440" y="88868"/>
                </a:cubicBezTo>
                <a:cubicBezTo>
                  <a:pt x="362440" y="114967"/>
                  <a:pt x="341098" y="135826"/>
                  <a:pt x="314444" y="135826"/>
                </a:cubicBezTo>
                <a:lnTo>
                  <a:pt x="255823" y="135826"/>
                </a:lnTo>
                <a:lnTo>
                  <a:pt x="255823" y="133255"/>
                </a:lnTo>
                <a:lnTo>
                  <a:pt x="305148" y="84963"/>
                </a:lnTo>
                <a:cubicBezTo>
                  <a:pt x="309132" y="81058"/>
                  <a:pt x="309132" y="75819"/>
                  <a:pt x="305148" y="73247"/>
                </a:cubicBezTo>
                <a:cubicBezTo>
                  <a:pt x="303820" y="71914"/>
                  <a:pt x="302492" y="70676"/>
                  <a:pt x="299836" y="70676"/>
                </a:cubicBezTo>
                <a:cubicBezTo>
                  <a:pt x="297180" y="70676"/>
                  <a:pt x="295852" y="72009"/>
                  <a:pt x="294524" y="73247"/>
                </a:cubicBezTo>
                <a:lnTo>
                  <a:pt x="230592" y="135922"/>
                </a:lnTo>
                <a:lnTo>
                  <a:pt x="229264" y="137255"/>
                </a:lnTo>
                <a:cubicBezTo>
                  <a:pt x="229264" y="138144"/>
                  <a:pt x="228818" y="138589"/>
                  <a:pt x="227936" y="138589"/>
                </a:cubicBezTo>
                <a:lnTo>
                  <a:pt x="227936" y="145161"/>
                </a:lnTo>
                <a:lnTo>
                  <a:pt x="229264" y="145161"/>
                </a:lnTo>
                <a:lnTo>
                  <a:pt x="229264" y="146495"/>
                </a:lnTo>
                <a:cubicBezTo>
                  <a:pt x="229264" y="146495"/>
                  <a:pt x="230592" y="146495"/>
                  <a:pt x="230592" y="147828"/>
                </a:cubicBezTo>
                <a:lnTo>
                  <a:pt x="294524" y="209169"/>
                </a:lnTo>
                <a:cubicBezTo>
                  <a:pt x="297180" y="213074"/>
                  <a:pt x="302492" y="213074"/>
                  <a:pt x="305148" y="209169"/>
                </a:cubicBezTo>
                <a:cubicBezTo>
                  <a:pt x="309132" y="206597"/>
                  <a:pt x="309132" y="201359"/>
                  <a:pt x="305148" y="198691"/>
                </a:cubicBezTo>
                <a:lnTo>
                  <a:pt x="257151" y="15040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8" name="Graphic 64">
            <a:extLst>
              <a:ext uri="{FF2B5EF4-FFF2-40B4-BE49-F238E27FC236}">
                <a16:creationId xmlns:a16="http://schemas.microsoft.com/office/drawing/2014/main" id="{F0CBAF9A-79A1-1644-CC96-BD4998F4B9DF}"/>
              </a:ext>
            </a:extLst>
          </p:cNvPr>
          <p:cNvSpPr/>
          <p:nvPr/>
        </p:nvSpPr>
        <p:spPr>
          <a:xfrm>
            <a:off x="7093217" y="1478032"/>
            <a:ext cx="506729" cy="434236"/>
          </a:xfrm>
          <a:custGeom>
            <a:avLst/>
            <a:gdLst>
              <a:gd name="connsiteX0" fmla="*/ 163719 w 378470"/>
              <a:gd name="connsiteY0" fmla="*/ 124397 h 324326"/>
              <a:gd name="connsiteX1" fmla="*/ 199764 w 378470"/>
              <a:gd name="connsiteY1" fmla="*/ 124397 h 324326"/>
              <a:gd name="connsiteX2" fmla="*/ 199764 w 378470"/>
              <a:gd name="connsiteY2" fmla="*/ 158496 h 324326"/>
              <a:gd name="connsiteX3" fmla="*/ 163719 w 378470"/>
              <a:gd name="connsiteY3" fmla="*/ 158496 h 324326"/>
              <a:gd name="connsiteX4" fmla="*/ 163719 w 378470"/>
              <a:gd name="connsiteY4" fmla="*/ 124397 h 324326"/>
              <a:gd name="connsiteX5" fmla="*/ 299931 w 378470"/>
              <a:gd name="connsiteY5" fmla="*/ 251555 h 324326"/>
              <a:gd name="connsiteX6" fmla="*/ 299931 w 378470"/>
              <a:gd name="connsiteY6" fmla="*/ 248888 h 324326"/>
              <a:gd name="connsiteX7" fmla="*/ 298603 w 378470"/>
              <a:gd name="connsiteY7" fmla="*/ 248888 h 324326"/>
              <a:gd name="connsiteX8" fmla="*/ 298603 w 378470"/>
              <a:gd name="connsiteY8" fmla="*/ 247555 h 324326"/>
              <a:gd name="connsiteX9" fmla="*/ 234481 w 378470"/>
              <a:gd name="connsiteY9" fmla="*/ 184595 h 324326"/>
              <a:gd name="connsiteX10" fmla="*/ 227841 w 378470"/>
              <a:gd name="connsiteY10" fmla="*/ 181928 h 324326"/>
              <a:gd name="connsiteX11" fmla="*/ 222529 w 378470"/>
              <a:gd name="connsiteY11" fmla="*/ 184595 h 324326"/>
              <a:gd name="connsiteX12" fmla="*/ 222529 w 378470"/>
              <a:gd name="connsiteY12" fmla="*/ 196405 h 324326"/>
              <a:gd name="connsiteX13" fmla="*/ 273277 w 378470"/>
              <a:gd name="connsiteY13" fmla="*/ 244888 h 324326"/>
              <a:gd name="connsiteX14" fmla="*/ 64976 w 378470"/>
              <a:gd name="connsiteY14" fmla="*/ 244888 h 324326"/>
              <a:gd name="connsiteX15" fmla="*/ 16884 w 378470"/>
              <a:gd name="connsiteY15" fmla="*/ 197739 h 324326"/>
              <a:gd name="connsiteX16" fmla="*/ 64976 w 378470"/>
              <a:gd name="connsiteY16" fmla="*/ 150590 h 324326"/>
              <a:gd name="connsiteX17" fmla="*/ 149112 w 378470"/>
              <a:gd name="connsiteY17" fmla="*/ 150590 h 324326"/>
              <a:gd name="connsiteX18" fmla="*/ 149112 w 378470"/>
              <a:gd name="connsiteY18" fmla="*/ 166307 h 324326"/>
              <a:gd name="connsiteX19" fmla="*/ 157079 w 378470"/>
              <a:gd name="connsiteY19" fmla="*/ 174212 h 324326"/>
              <a:gd name="connsiteX20" fmla="*/ 207827 w 378470"/>
              <a:gd name="connsiteY20" fmla="*/ 174212 h 324326"/>
              <a:gd name="connsiteX21" fmla="*/ 215795 w 378470"/>
              <a:gd name="connsiteY21" fmla="*/ 166307 h 324326"/>
              <a:gd name="connsiteX22" fmla="*/ 215795 w 378470"/>
              <a:gd name="connsiteY22" fmla="*/ 116491 h 324326"/>
              <a:gd name="connsiteX23" fmla="*/ 207827 w 378470"/>
              <a:gd name="connsiteY23" fmla="*/ 108585 h 324326"/>
              <a:gd name="connsiteX24" fmla="*/ 157079 w 378470"/>
              <a:gd name="connsiteY24" fmla="*/ 108585 h 324326"/>
              <a:gd name="connsiteX25" fmla="*/ 149112 w 378470"/>
              <a:gd name="connsiteY25" fmla="*/ 116491 h 324326"/>
              <a:gd name="connsiteX26" fmla="*/ 149112 w 378470"/>
              <a:gd name="connsiteY26" fmla="*/ 136112 h 324326"/>
              <a:gd name="connsiteX27" fmla="*/ 64976 w 378470"/>
              <a:gd name="connsiteY27" fmla="*/ 136112 h 324326"/>
              <a:gd name="connsiteX28" fmla="*/ 854 w 378470"/>
              <a:gd name="connsiteY28" fmla="*/ 197739 h 324326"/>
              <a:gd name="connsiteX29" fmla="*/ 64976 w 378470"/>
              <a:gd name="connsiteY29" fmla="*/ 260699 h 324326"/>
              <a:gd name="connsiteX30" fmla="*/ 273277 w 378470"/>
              <a:gd name="connsiteY30" fmla="*/ 260699 h 324326"/>
              <a:gd name="connsiteX31" fmla="*/ 222529 w 378470"/>
              <a:gd name="connsiteY31" fmla="*/ 310515 h 324326"/>
              <a:gd name="connsiteX32" fmla="*/ 222529 w 378470"/>
              <a:gd name="connsiteY32" fmla="*/ 322326 h 324326"/>
              <a:gd name="connsiteX33" fmla="*/ 234576 w 378470"/>
              <a:gd name="connsiteY33" fmla="*/ 322326 h 324326"/>
              <a:gd name="connsiteX34" fmla="*/ 298698 w 378470"/>
              <a:gd name="connsiteY34" fmla="*/ 259366 h 324326"/>
              <a:gd name="connsiteX35" fmla="*/ 298698 w 378470"/>
              <a:gd name="connsiteY35" fmla="*/ 258032 h 324326"/>
              <a:gd name="connsiteX36" fmla="*/ 300026 w 378470"/>
              <a:gd name="connsiteY36" fmla="*/ 256699 h 324326"/>
              <a:gd name="connsiteX37" fmla="*/ 300026 w 378470"/>
              <a:gd name="connsiteY37" fmla="*/ 251460 h 324326"/>
              <a:gd name="connsiteX38" fmla="*/ 362535 w 378470"/>
              <a:gd name="connsiteY38" fmla="*/ 268034 h 324326"/>
              <a:gd name="connsiteX39" fmla="*/ 328103 w 378470"/>
              <a:gd name="connsiteY39" fmla="*/ 268034 h 324326"/>
              <a:gd name="connsiteX40" fmla="*/ 328103 w 378470"/>
              <a:gd name="connsiteY40" fmla="*/ 233839 h 324326"/>
              <a:gd name="connsiteX41" fmla="*/ 362535 w 378470"/>
              <a:gd name="connsiteY41" fmla="*/ 233839 h 324326"/>
              <a:gd name="connsiteX42" fmla="*/ 362535 w 378470"/>
              <a:gd name="connsiteY42" fmla="*/ 268034 h 324326"/>
              <a:gd name="connsiteX43" fmla="*/ 370503 w 378470"/>
              <a:gd name="connsiteY43" fmla="*/ 218122 h 324326"/>
              <a:gd name="connsiteX44" fmla="*/ 320135 w 378470"/>
              <a:gd name="connsiteY44" fmla="*/ 218122 h 324326"/>
              <a:gd name="connsiteX45" fmla="*/ 312167 w 378470"/>
              <a:gd name="connsiteY45" fmla="*/ 226028 h 324326"/>
              <a:gd name="connsiteX46" fmla="*/ 312167 w 378470"/>
              <a:gd name="connsiteY46" fmla="*/ 275939 h 324326"/>
              <a:gd name="connsiteX47" fmla="*/ 320135 w 378470"/>
              <a:gd name="connsiteY47" fmla="*/ 283845 h 324326"/>
              <a:gd name="connsiteX48" fmla="*/ 370503 w 378470"/>
              <a:gd name="connsiteY48" fmla="*/ 283845 h 324326"/>
              <a:gd name="connsiteX49" fmla="*/ 378471 w 378470"/>
              <a:gd name="connsiteY49" fmla="*/ 275939 h 324326"/>
              <a:gd name="connsiteX50" fmla="*/ 378471 w 378470"/>
              <a:gd name="connsiteY50" fmla="*/ 226028 h 324326"/>
              <a:gd name="connsiteX51" fmla="*/ 370503 w 378470"/>
              <a:gd name="connsiteY51" fmla="*/ 218122 h 324326"/>
              <a:gd name="connsiteX52" fmla="*/ 50652 w 378470"/>
              <a:gd name="connsiteY52" fmla="*/ 49720 h 324326"/>
              <a:gd name="connsiteX53" fmla="*/ 16030 w 378470"/>
              <a:gd name="connsiteY53" fmla="*/ 49720 h 324326"/>
              <a:gd name="connsiteX54" fmla="*/ 16030 w 378470"/>
              <a:gd name="connsiteY54" fmla="*/ 14478 h 324326"/>
              <a:gd name="connsiteX55" fmla="*/ 50652 w 378470"/>
              <a:gd name="connsiteY55" fmla="*/ 14478 h 324326"/>
              <a:gd name="connsiteX56" fmla="*/ 50652 w 378470"/>
              <a:gd name="connsiteY56" fmla="*/ 49720 h 324326"/>
              <a:gd name="connsiteX57" fmla="*/ 257151 w 378470"/>
              <a:gd name="connsiteY57" fmla="*/ 150209 h 324326"/>
              <a:gd name="connsiteX58" fmla="*/ 314444 w 378470"/>
              <a:gd name="connsiteY58" fmla="*/ 150209 h 324326"/>
              <a:gd name="connsiteX59" fmla="*/ 378376 w 378470"/>
              <a:gd name="connsiteY59" fmla="*/ 88868 h 324326"/>
              <a:gd name="connsiteX60" fmla="*/ 314444 w 378470"/>
              <a:gd name="connsiteY60" fmla="*/ 26194 h 324326"/>
              <a:gd name="connsiteX61" fmla="*/ 66588 w 378470"/>
              <a:gd name="connsiteY61" fmla="*/ 26194 h 324326"/>
              <a:gd name="connsiteX62" fmla="*/ 66588 w 378470"/>
              <a:gd name="connsiteY62" fmla="*/ 6572 h 324326"/>
              <a:gd name="connsiteX63" fmla="*/ 58620 w 378470"/>
              <a:gd name="connsiteY63" fmla="*/ 0 h 324326"/>
              <a:gd name="connsiteX64" fmla="*/ 7968 w 378470"/>
              <a:gd name="connsiteY64" fmla="*/ 0 h 324326"/>
              <a:gd name="connsiteX65" fmla="*/ 0 w 378470"/>
              <a:gd name="connsiteY65" fmla="*/ 6572 h 324326"/>
              <a:gd name="connsiteX66" fmla="*/ 0 w 378470"/>
              <a:gd name="connsiteY66" fmla="*/ 57531 h 324326"/>
              <a:gd name="connsiteX67" fmla="*/ 7968 w 378470"/>
              <a:gd name="connsiteY67" fmla="*/ 64103 h 324326"/>
              <a:gd name="connsiteX68" fmla="*/ 58620 w 378470"/>
              <a:gd name="connsiteY68" fmla="*/ 64103 h 324326"/>
              <a:gd name="connsiteX69" fmla="*/ 66588 w 378470"/>
              <a:gd name="connsiteY69" fmla="*/ 57531 h 324326"/>
              <a:gd name="connsiteX70" fmla="*/ 66588 w 378470"/>
              <a:gd name="connsiteY70" fmla="*/ 41910 h 324326"/>
              <a:gd name="connsiteX71" fmla="*/ 314444 w 378470"/>
              <a:gd name="connsiteY71" fmla="*/ 41910 h 324326"/>
              <a:gd name="connsiteX72" fmla="*/ 362440 w 378470"/>
              <a:gd name="connsiteY72" fmla="*/ 88868 h 324326"/>
              <a:gd name="connsiteX73" fmla="*/ 314444 w 378470"/>
              <a:gd name="connsiteY73" fmla="*/ 135826 h 324326"/>
              <a:gd name="connsiteX74" fmla="*/ 255823 w 378470"/>
              <a:gd name="connsiteY74" fmla="*/ 135826 h 324326"/>
              <a:gd name="connsiteX75" fmla="*/ 255823 w 378470"/>
              <a:gd name="connsiteY75" fmla="*/ 133255 h 324326"/>
              <a:gd name="connsiteX76" fmla="*/ 305148 w 378470"/>
              <a:gd name="connsiteY76" fmla="*/ 84963 h 324326"/>
              <a:gd name="connsiteX77" fmla="*/ 305148 w 378470"/>
              <a:gd name="connsiteY77" fmla="*/ 73247 h 324326"/>
              <a:gd name="connsiteX78" fmla="*/ 299836 w 378470"/>
              <a:gd name="connsiteY78" fmla="*/ 70676 h 324326"/>
              <a:gd name="connsiteX79" fmla="*/ 294524 w 378470"/>
              <a:gd name="connsiteY79" fmla="*/ 73247 h 324326"/>
              <a:gd name="connsiteX80" fmla="*/ 230592 w 378470"/>
              <a:gd name="connsiteY80" fmla="*/ 135922 h 324326"/>
              <a:gd name="connsiteX81" fmla="*/ 229264 w 378470"/>
              <a:gd name="connsiteY81" fmla="*/ 137255 h 324326"/>
              <a:gd name="connsiteX82" fmla="*/ 227936 w 378470"/>
              <a:gd name="connsiteY82" fmla="*/ 138589 h 324326"/>
              <a:gd name="connsiteX83" fmla="*/ 227936 w 378470"/>
              <a:gd name="connsiteY83" fmla="*/ 145161 h 324326"/>
              <a:gd name="connsiteX84" fmla="*/ 229264 w 378470"/>
              <a:gd name="connsiteY84" fmla="*/ 145161 h 324326"/>
              <a:gd name="connsiteX85" fmla="*/ 229264 w 378470"/>
              <a:gd name="connsiteY85" fmla="*/ 146495 h 324326"/>
              <a:gd name="connsiteX86" fmla="*/ 230592 w 378470"/>
              <a:gd name="connsiteY86" fmla="*/ 147828 h 324326"/>
              <a:gd name="connsiteX87" fmla="*/ 294524 w 378470"/>
              <a:gd name="connsiteY87" fmla="*/ 209169 h 324326"/>
              <a:gd name="connsiteX88" fmla="*/ 305148 w 378470"/>
              <a:gd name="connsiteY88" fmla="*/ 209169 h 324326"/>
              <a:gd name="connsiteX89" fmla="*/ 305148 w 378470"/>
              <a:gd name="connsiteY89" fmla="*/ 198691 h 324326"/>
              <a:gd name="connsiteX90" fmla="*/ 257151 w 378470"/>
              <a:gd name="connsiteY90" fmla="*/ 150400 h 32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378470" h="324326">
                <a:moveTo>
                  <a:pt x="163719" y="124397"/>
                </a:moveTo>
                <a:lnTo>
                  <a:pt x="199764" y="124397"/>
                </a:lnTo>
                <a:lnTo>
                  <a:pt x="199764" y="158496"/>
                </a:lnTo>
                <a:lnTo>
                  <a:pt x="163719" y="158496"/>
                </a:lnTo>
                <a:lnTo>
                  <a:pt x="163719" y="124397"/>
                </a:lnTo>
                <a:close/>
                <a:moveTo>
                  <a:pt x="299931" y="251555"/>
                </a:moveTo>
                <a:lnTo>
                  <a:pt x="299931" y="248888"/>
                </a:lnTo>
                <a:lnTo>
                  <a:pt x="298603" y="248888"/>
                </a:lnTo>
                <a:lnTo>
                  <a:pt x="298603" y="247555"/>
                </a:lnTo>
                <a:lnTo>
                  <a:pt x="234481" y="184595"/>
                </a:lnTo>
                <a:cubicBezTo>
                  <a:pt x="233153" y="183261"/>
                  <a:pt x="230497" y="181928"/>
                  <a:pt x="227841" y="181928"/>
                </a:cubicBezTo>
                <a:cubicBezTo>
                  <a:pt x="226513" y="181928"/>
                  <a:pt x="223857" y="183261"/>
                  <a:pt x="222529" y="184595"/>
                </a:cubicBezTo>
                <a:cubicBezTo>
                  <a:pt x="219873" y="188500"/>
                  <a:pt x="219873" y="192500"/>
                  <a:pt x="222529" y="196405"/>
                </a:cubicBezTo>
                <a:lnTo>
                  <a:pt x="273277" y="244888"/>
                </a:lnTo>
                <a:lnTo>
                  <a:pt x="64976" y="244888"/>
                </a:lnTo>
                <a:cubicBezTo>
                  <a:pt x="38226" y="244888"/>
                  <a:pt x="16884" y="223933"/>
                  <a:pt x="16884" y="197739"/>
                </a:cubicBezTo>
                <a:cubicBezTo>
                  <a:pt x="16884" y="171545"/>
                  <a:pt x="38226" y="150590"/>
                  <a:pt x="64976" y="150590"/>
                </a:cubicBezTo>
                <a:lnTo>
                  <a:pt x="149112" y="150590"/>
                </a:lnTo>
                <a:lnTo>
                  <a:pt x="149112" y="166307"/>
                </a:lnTo>
                <a:cubicBezTo>
                  <a:pt x="149112" y="171545"/>
                  <a:pt x="151768" y="174212"/>
                  <a:pt x="157079" y="174212"/>
                </a:cubicBezTo>
                <a:lnTo>
                  <a:pt x="207827" y="174212"/>
                </a:lnTo>
                <a:cubicBezTo>
                  <a:pt x="211811" y="174212"/>
                  <a:pt x="215795" y="171545"/>
                  <a:pt x="215795" y="166307"/>
                </a:cubicBezTo>
                <a:lnTo>
                  <a:pt x="215795" y="116491"/>
                </a:lnTo>
                <a:cubicBezTo>
                  <a:pt x="215795" y="112586"/>
                  <a:pt x="211811" y="108585"/>
                  <a:pt x="207827" y="108585"/>
                </a:cubicBezTo>
                <a:lnTo>
                  <a:pt x="157079" y="108585"/>
                </a:lnTo>
                <a:cubicBezTo>
                  <a:pt x="151768" y="108585"/>
                  <a:pt x="149112" y="112490"/>
                  <a:pt x="149112" y="116491"/>
                </a:cubicBezTo>
                <a:lnTo>
                  <a:pt x="149112" y="136112"/>
                </a:lnTo>
                <a:lnTo>
                  <a:pt x="64976" y="136112"/>
                </a:lnTo>
                <a:cubicBezTo>
                  <a:pt x="28931" y="136112"/>
                  <a:pt x="854" y="163640"/>
                  <a:pt x="854" y="197739"/>
                </a:cubicBezTo>
                <a:cubicBezTo>
                  <a:pt x="854" y="231839"/>
                  <a:pt x="28931" y="260699"/>
                  <a:pt x="64976" y="260699"/>
                </a:cubicBezTo>
                <a:lnTo>
                  <a:pt x="273277" y="260699"/>
                </a:lnTo>
                <a:lnTo>
                  <a:pt x="222529" y="310515"/>
                </a:lnTo>
                <a:cubicBezTo>
                  <a:pt x="219873" y="313182"/>
                  <a:pt x="219873" y="318421"/>
                  <a:pt x="222529" y="322326"/>
                </a:cubicBezTo>
                <a:cubicBezTo>
                  <a:pt x="226513" y="324993"/>
                  <a:pt x="230497" y="324993"/>
                  <a:pt x="234576" y="322326"/>
                </a:cubicBezTo>
                <a:lnTo>
                  <a:pt x="298698" y="259366"/>
                </a:lnTo>
                <a:lnTo>
                  <a:pt x="298698" y="258032"/>
                </a:lnTo>
                <a:lnTo>
                  <a:pt x="300026" y="256699"/>
                </a:lnTo>
                <a:lnTo>
                  <a:pt x="300026" y="251460"/>
                </a:lnTo>
                <a:close/>
                <a:moveTo>
                  <a:pt x="362535" y="268034"/>
                </a:moveTo>
                <a:lnTo>
                  <a:pt x="328103" y="268034"/>
                </a:lnTo>
                <a:lnTo>
                  <a:pt x="328103" y="233839"/>
                </a:lnTo>
                <a:lnTo>
                  <a:pt x="362535" y="233839"/>
                </a:lnTo>
                <a:lnTo>
                  <a:pt x="362535" y="268034"/>
                </a:lnTo>
                <a:close/>
                <a:moveTo>
                  <a:pt x="370503" y="218122"/>
                </a:moveTo>
                <a:lnTo>
                  <a:pt x="320135" y="218122"/>
                </a:lnTo>
                <a:cubicBezTo>
                  <a:pt x="316151" y="218122"/>
                  <a:pt x="312167" y="222028"/>
                  <a:pt x="312167" y="226028"/>
                </a:cubicBezTo>
                <a:lnTo>
                  <a:pt x="312167" y="275939"/>
                </a:lnTo>
                <a:cubicBezTo>
                  <a:pt x="312167" y="279845"/>
                  <a:pt x="316151" y="283845"/>
                  <a:pt x="320135" y="283845"/>
                </a:cubicBezTo>
                <a:lnTo>
                  <a:pt x="370503" y="283845"/>
                </a:lnTo>
                <a:cubicBezTo>
                  <a:pt x="375815" y="283845"/>
                  <a:pt x="378471" y="279940"/>
                  <a:pt x="378471" y="275939"/>
                </a:cubicBezTo>
                <a:lnTo>
                  <a:pt x="378471" y="226028"/>
                </a:lnTo>
                <a:cubicBezTo>
                  <a:pt x="378471" y="222123"/>
                  <a:pt x="375815" y="218122"/>
                  <a:pt x="370503" y="218122"/>
                </a:cubicBezTo>
                <a:close/>
                <a:moveTo>
                  <a:pt x="50652" y="49720"/>
                </a:moveTo>
                <a:lnTo>
                  <a:pt x="16030" y="49720"/>
                </a:lnTo>
                <a:lnTo>
                  <a:pt x="16030" y="14478"/>
                </a:lnTo>
                <a:lnTo>
                  <a:pt x="50652" y="14478"/>
                </a:lnTo>
                <a:lnTo>
                  <a:pt x="50652" y="49720"/>
                </a:lnTo>
                <a:close/>
                <a:moveTo>
                  <a:pt x="257151" y="150209"/>
                </a:moveTo>
                <a:lnTo>
                  <a:pt x="314444" y="150209"/>
                </a:lnTo>
                <a:cubicBezTo>
                  <a:pt x="349066" y="150209"/>
                  <a:pt x="378376" y="122777"/>
                  <a:pt x="378376" y="88868"/>
                </a:cubicBezTo>
                <a:cubicBezTo>
                  <a:pt x="378376" y="54959"/>
                  <a:pt x="349066" y="26194"/>
                  <a:pt x="314444" y="26194"/>
                </a:cubicBezTo>
                <a:lnTo>
                  <a:pt x="66588" y="26194"/>
                </a:lnTo>
                <a:lnTo>
                  <a:pt x="66588" y="6572"/>
                </a:lnTo>
                <a:cubicBezTo>
                  <a:pt x="66588" y="2667"/>
                  <a:pt x="62604" y="0"/>
                  <a:pt x="58620" y="0"/>
                </a:cubicBezTo>
                <a:lnTo>
                  <a:pt x="7968" y="0"/>
                </a:lnTo>
                <a:cubicBezTo>
                  <a:pt x="3984" y="0"/>
                  <a:pt x="0" y="2572"/>
                  <a:pt x="0" y="6572"/>
                </a:cubicBezTo>
                <a:lnTo>
                  <a:pt x="0" y="57531"/>
                </a:lnTo>
                <a:cubicBezTo>
                  <a:pt x="0" y="61436"/>
                  <a:pt x="3984" y="64103"/>
                  <a:pt x="7968" y="64103"/>
                </a:cubicBezTo>
                <a:lnTo>
                  <a:pt x="58620" y="64103"/>
                </a:lnTo>
                <a:cubicBezTo>
                  <a:pt x="62604" y="64103"/>
                  <a:pt x="66588" y="61532"/>
                  <a:pt x="66588" y="57531"/>
                </a:cubicBezTo>
                <a:lnTo>
                  <a:pt x="66588" y="41910"/>
                </a:lnTo>
                <a:lnTo>
                  <a:pt x="314444" y="41910"/>
                </a:lnTo>
                <a:cubicBezTo>
                  <a:pt x="341098" y="41910"/>
                  <a:pt x="362440" y="62770"/>
                  <a:pt x="362440" y="88868"/>
                </a:cubicBezTo>
                <a:cubicBezTo>
                  <a:pt x="362440" y="114967"/>
                  <a:pt x="341098" y="135826"/>
                  <a:pt x="314444" y="135826"/>
                </a:cubicBezTo>
                <a:lnTo>
                  <a:pt x="255823" y="135826"/>
                </a:lnTo>
                <a:lnTo>
                  <a:pt x="255823" y="133255"/>
                </a:lnTo>
                <a:lnTo>
                  <a:pt x="305148" y="84963"/>
                </a:lnTo>
                <a:cubicBezTo>
                  <a:pt x="309132" y="81058"/>
                  <a:pt x="309132" y="75819"/>
                  <a:pt x="305148" y="73247"/>
                </a:cubicBezTo>
                <a:cubicBezTo>
                  <a:pt x="303820" y="71914"/>
                  <a:pt x="302492" y="70676"/>
                  <a:pt x="299836" y="70676"/>
                </a:cubicBezTo>
                <a:cubicBezTo>
                  <a:pt x="297180" y="70676"/>
                  <a:pt x="295852" y="72009"/>
                  <a:pt x="294524" y="73247"/>
                </a:cubicBezTo>
                <a:lnTo>
                  <a:pt x="230592" y="135922"/>
                </a:lnTo>
                <a:lnTo>
                  <a:pt x="229264" y="137255"/>
                </a:lnTo>
                <a:cubicBezTo>
                  <a:pt x="229264" y="138144"/>
                  <a:pt x="228818" y="138589"/>
                  <a:pt x="227936" y="138589"/>
                </a:cubicBezTo>
                <a:lnTo>
                  <a:pt x="227936" y="145161"/>
                </a:lnTo>
                <a:lnTo>
                  <a:pt x="229264" y="145161"/>
                </a:lnTo>
                <a:lnTo>
                  <a:pt x="229264" y="146495"/>
                </a:lnTo>
                <a:cubicBezTo>
                  <a:pt x="229264" y="146495"/>
                  <a:pt x="230592" y="146495"/>
                  <a:pt x="230592" y="147828"/>
                </a:cubicBezTo>
                <a:lnTo>
                  <a:pt x="294524" y="209169"/>
                </a:lnTo>
                <a:cubicBezTo>
                  <a:pt x="297180" y="213074"/>
                  <a:pt x="302492" y="213074"/>
                  <a:pt x="305148" y="209169"/>
                </a:cubicBezTo>
                <a:cubicBezTo>
                  <a:pt x="309132" y="206597"/>
                  <a:pt x="309132" y="201359"/>
                  <a:pt x="305148" y="198691"/>
                </a:cubicBezTo>
                <a:lnTo>
                  <a:pt x="257151" y="15040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9" name="Graphic 64">
            <a:extLst>
              <a:ext uri="{FF2B5EF4-FFF2-40B4-BE49-F238E27FC236}">
                <a16:creationId xmlns:a16="http://schemas.microsoft.com/office/drawing/2014/main" id="{654FCDDB-E7BF-5FD1-E85A-F153524CB410}"/>
              </a:ext>
            </a:extLst>
          </p:cNvPr>
          <p:cNvSpPr/>
          <p:nvPr/>
        </p:nvSpPr>
        <p:spPr>
          <a:xfrm>
            <a:off x="7858392" y="1478032"/>
            <a:ext cx="506729" cy="434236"/>
          </a:xfrm>
          <a:custGeom>
            <a:avLst/>
            <a:gdLst>
              <a:gd name="connsiteX0" fmla="*/ 163719 w 378470"/>
              <a:gd name="connsiteY0" fmla="*/ 124397 h 324326"/>
              <a:gd name="connsiteX1" fmla="*/ 199764 w 378470"/>
              <a:gd name="connsiteY1" fmla="*/ 124397 h 324326"/>
              <a:gd name="connsiteX2" fmla="*/ 199764 w 378470"/>
              <a:gd name="connsiteY2" fmla="*/ 158496 h 324326"/>
              <a:gd name="connsiteX3" fmla="*/ 163719 w 378470"/>
              <a:gd name="connsiteY3" fmla="*/ 158496 h 324326"/>
              <a:gd name="connsiteX4" fmla="*/ 163719 w 378470"/>
              <a:gd name="connsiteY4" fmla="*/ 124397 h 324326"/>
              <a:gd name="connsiteX5" fmla="*/ 299931 w 378470"/>
              <a:gd name="connsiteY5" fmla="*/ 251555 h 324326"/>
              <a:gd name="connsiteX6" fmla="*/ 299931 w 378470"/>
              <a:gd name="connsiteY6" fmla="*/ 248888 h 324326"/>
              <a:gd name="connsiteX7" fmla="*/ 298603 w 378470"/>
              <a:gd name="connsiteY7" fmla="*/ 248888 h 324326"/>
              <a:gd name="connsiteX8" fmla="*/ 298603 w 378470"/>
              <a:gd name="connsiteY8" fmla="*/ 247555 h 324326"/>
              <a:gd name="connsiteX9" fmla="*/ 234481 w 378470"/>
              <a:gd name="connsiteY9" fmla="*/ 184595 h 324326"/>
              <a:gd name="connsiteX10" fmla="*/ 227841 w 378470"/>
              <a:gd name="connsiteY10" fmla="*/ 181928 h 324326"/>
              <a:gd name="connsiteX11" fmla="*/ 222529 w 378470"/>
              <a:gd name="connsiteY11" fmla="*/ 184595 h 324326"/>
              <a:gd name="connsiteX12" fmla="*/ 222529 w 378470"/>
              <a:gd name="connsiteY12" fmla="*/ 196405 h 324326"/>
              <a:gd name="connsiteX13" fmla="*/ 273277 w 378470"/>
              <a:gd name="connsiteY13" fmla="*/ 244888 h 324326"/>
              <a:gd name="connsiteX14" fmla="*/ 64976 w 378470"/>
              <a:gd name="connsiteY14" fmla="*/ 244888 h 324326"/>
              <a:gd name="connsiteX15" fmla="*/ 16884 w 378470"/>
              <a:gd name="connsiteY15" fmla="*/ 197739 h 324326"/>
              <a:gd name="connsiteX16" fmla="*/ 64976 w 378470"/>
              <a:gd name="connsiteY16" fmla="*/ 150590 h 324326"/>
              <a:gd name="connsiteX17" fmla="*/ 149112 w 378470"/>
              <a:gd name="connsiteY17" fmla="*/ 150590 h 324326"/>
              <a:gd name="connsiteX18" fmla="*/ 149112 w 378470"/>
              <a:gd name="connsiteY18" fmla="*/ 166307 h 324326"/>
              <a:gd name="connsiteX19" fmla="*/ 157079 w 378470"/>
              <a:gd name="connsiteY19" fmla="*/ 174212 h 324326"/>
              <a:gd name="connsiteX20" fmla="*/ 207827 w 378470"/>
              <a:gd name="connsiteY20" fmla="*/ 174212 h 324326"/>
              <a:gd name="connsiteX21" fmla="*/ 215795 w 378470"/>
              <a:gd name="connsiteY21" fmla="*/ 166307 h 324326"/>
              <a:gd name="connsiteX22" fmla="*/ 215795 w 378470"/>
              <a:gd name="connsiteY22" fmla="*/ 116491 h 324326"/>
              <a:gd name="connsiteX23" fmla="*/ 207827 w 378470"/>
              <a:gd name="connsiteY23" fmla="*/ 108585 h 324326"/>
              <a:gd name="connsiteX24" fmla="*/ 157079 w 378470"/>
              <a:gd name="connsiteY24" fmla="*/ 108585 h 324326"/>
              <a:gd name="connsiteX25" fmla="*/ 149112 w 378470"/>
              <a:gd name="connsiteY25" fmla="*/ 116491 h 324326"/>
              <a:gd name="connsiteX26" fmla="*/ 149112 w 378470"/>
              <a:gd name="connsiteY26" fmla="*/ 136112 h 324326"/>
              <a:gd name="connsiteX27" fmla="*/ 64976 w 378470"/>
              <a:gd name="connsiteY27" fmla="*/ 136112 h 324326"/>
              <a:gd name="connsiteX28" fmla="*/ 854 w 378470"/>
              <a:gd name="connsiteY28" fmla="*/ 197739 h 324326"/>
              <a:gd name="connsiteX29" fmla="*/ 64976 w 378470"/>
              <a:gd name="connsiteY29" fmla="*/ 260699 h 324326"/>
              <a:gd name="connsiteX30" fmla="*/ 273277 w 378470"/>
              <a:gd name="connsiteY30" fmla="*/ 260699 h 324326"/>
              <a:gd name="connsiteX31" fmla="*/ 222529 w 378470"/>
              <a:gd name="connsiteY31" fmla="*/ 310515 h 324326"/>
              <a:gd name="connsiteX32" fmla="*/ 222529 w 378470"/>
              <a:gd name="connsiteY32" fmla="*/ 322326 h 324326"/>
              <a:gd name="connsiteX33" fmla="*/ 234576 w 378470"/>
              <a:gd name="connsiteY33" fmla="*/ 322326 h 324326"/>
              <a:gd name="connsiteX34" fmla="*/ 298698 w 378470"/>
              <a:gd name="connsiteY34" fmla="*/ 259366 h 324326"/>
              <a:gd name="connsiteX35" fmla="*/ 298698 w 378470"/>
              <a:gd name="connsiteY35" fmla="*/ 258032 h 324326"/>
              <a:gd name="connsiteX36" fmla="*/ 300026 w 378470"/>
              <a:gd name="connsiteY36" fmla="*/ 256699 h 324326"/>
              <a:gd name="connsiteX37" fmla="*/ 300026 w 378470"/>
              <a:gd name="connsiteY37" fmla="*/ 251460 h 324326"/>
              <a:gd name="connsiteX38" fmla="*/ 362535 w 378470"/>
              <a:gd name="connsiteY38" fmla="*/ 268034 h 324326"/>
              <a:gd name="connsiteX39" fmla="*/ 328103 w 378470"/>
              <a:gd name="connsiteY39" fmla="*/ 268034 h 324326"/>
              <a:gd name="connsiteX40" fmla="*/ 328103 w 378470"/>
              <a:gd name="connsiteY40" fmla="*/ 233839 h 324326"/>
              <a:gd name="connsiteX41" fmla="*/ 362535 w 378470"/>
              <a:gd name="connsiteY41" fmla="*/ 233839 h 324326"/>
              <a:gd name="connsiteX42" fmla="*/ 362535 w 378470"/>
              <a:gd name="connsiteY42" fmla="*/ 268034 h 324326"/>
              <a:gd name="connsiteX43" fmla="*/ 370503 w 378470"/>
              <a:gd name="connsiteY43" fmla="*/ 218122 h 324326"/>
              <a:gd name="connsiteX44" fmla="*/ 320135 w 378470"/>
              <a:gd name="connsiteY44" fmla="*/ 218122 h 324326"/>
              <a:gd name="connsiteX45" fmla="*/ 312167 w 378470"/>
              <a:gd name="connsiteY45" fmla="*/ 226028 h 324326"/>
              <a:gd name="connsiteX46" fmla="*/ 312167 w 378470"/>
              <a:gd name="connsiteY46" fmla="*/ 275939 h 324326"/>
              <a:gd name="connsiteX47" fmla="*/ 320135 w 378470"/>
              <a:gd name="connsiteY47" fmla="*/ 283845 h 324326"/>
              <a:gd name="connsiteX48" fmla="*/ 370503 w 378470"/>
              <a:gd name="connsiteY48" fmla="*/ 283845 h 324326"/>
              <a:gd name="connsiteX49" fmla="*/ 378471 w 378470"/>
              <a:gd name="connsiteY49" fmla="*/ 275939 h 324326"/>
              <a:gd name="connsiteX50" fmla="*/ 378471 w 378470"/>
              <a:gd name="connsiteY50" fmla="*/ 226028 h 324326"/>
              <a:gd name="connsiteX51" fmla="*/ 370503 w 378470"/>
              <a:gd name="connsiteY51" fmla="*/ 218122 h 324326"/>
              <a:gd name="connsiteX52" fmla="*/ 50652 w 378470"/>
              <a:gd name="connsiteY52" fmla="*/ 49720 h 324326"/>
              <a:gd name="connsiteX53" fmla="*/ 16030 w 378470"/>
              <a:gd name="connsiteY53" fmla="*/ 49720 h 324326"/>
              <a:gd name="connsiteX54" fmla="*/ 16030 w 378470"/>
              <a:gd name="connsiteY54" fmla="*/ 14478 h 324326"/>
              <a:gd name="connsiteX55" fmla="*/ 50652 w 378470"/>
              <a:gd name="connsiteY55" fmla="*/ 14478 h 324326"/>
              <a:gd name="connsiteX56" fmla="*/ 50652 w 378470"/>
              <a:gd name="connsiteY56" fmla="*/ 49720 h 324326"/>
              <a:gd name="connsiteX57" fmla="*/ 257151 w 378470"/>
              <a:gd name="connsiteY57" fmla="*/ 150209 h 324326"/>
              <a:gd name="connsiteX58" fmla="*/ 314444 w 378470"/>
              <a:gd name="connsiteY58" fmla="*/ 150209 h 324326"/>
              <a:gd name="connsiteX59" fmla="*/ 378376 w 378470"/>
              <a:gd name="connsiteY59" fmla="*/ 88868 h 324326"/>
              <a:gd name="connsiteX60" fmla="*/ 314444 w 378470"/>
              <a:gd name="connsiteY60" fmla="*/ 26194 h 324326"/>
              <a:gd name="connsiteX61" fmla="*/ 66588 w 378470"/>
              <a:gd name="connsiteY61" fmla="*/ 26194 h 324326"/>
              <a:gd name="connsiteX62" fmla="*/ 66588 w 378470"/>
              <a:gd name="connsiteY62" fmla="*/ 6572 h 324326"/>
              <a:gd name="connsiteX63" fmla="*/ 58620 w 378470"/>
              <a:gd name="connsiteY63" fmla="*/ 0 h 324326"/>
              <a:gd name="connsiteX64" fmla="*/ 7968 w 378470"/>
              <a:gd name="connsiteY64" fmla="*/ 0 h 324326"/>
              <a:gd name="connsiteX65" fmla="*/ 0 w 378470"/>
              <a:gd name="connsiteY65" fmla="*/ 6572 h 324326"/>
              <a:gd name="connsiteX66" fmla="*/ 0 w 378470"/>
              <a:gd name="connsiteY66" fmla="*/ 57531 h 324326"/>
              <a:gd name="connsiteX67" fmla="*/ 7968 w 378470"/>
              <a:gd name="connsiteY67" fmla="*/ 64103 h 324326"/>
              <a:gd name="connsiteX68" fmla="*/ 58620 w 378470"/>
              <a:gd name="connsiteY68" fmla="*/ 64103 h 324326"/>
              <a:gd name="connsiteX69" fmla="*/ 66588 w 378470"/>
              <a:gd name="connsiteY69" fmla="*/ 57531 h 324326"/>
              <a:gd name="connsiteX70" fmla="*/ 66588 w 378470"/>
              <a:gd name="connsiteY70" fmla="*/ 41910 h 324326"/>
              <a:gd name="connsiteX71" fmla="*/ 314444 w 378470"/>
              <a:gd name="connsiteY71" fmla="*/ 41910 h 324326"/>
              <a:gd name="connsiteX72" fmla="*/ 362440 w 378470"/>
              <a:gd name="connsiteY72" fmla="*/ 88868 h 324326"/>
              <a:gd name="connsiteX73" fmla="*/ 314444 w 378470"/>
              <a:gd name="connsiteY73" fmla="*/ 135826 h 324326"/>
              <a:gd name="connsiteX74" fmla="*/ 255823 w 378470"/>
              <a:gd name="connsiteY74" fmla="*/ 135826 h 324326"/>
              <a:gd name="connsiteX75" fmla="*/ 255823 w 378470"/>
              <a:gd name="connsiteY75" fmla="*/ 133255 h 324326"/>
              <a:gd name="connsiteX76" fmla="*/ 305148 w 378470"/>
              <a:gd name="connsiteY76" fmla="*/ 84963 h 324326"/>
              <a:gd name="connsiteX77" fmla="*/ 305148 w 378470"/>
              <a:gd name="connsiteY77" fmla="*/ 73247 h 324326"/>
              <a:gd name="connsiteX78" fmla="*/ 299836 w 378470"/>
              <a:gd name="connsiteY78" fmla="*/ 70676 h 324326"/>
              <a:gd name="connsiteX79" fmla="*/ 294524 w 378470"/>
              <a:gd name="connsiteY79" fmla="*/ 73247 h 324326"/>
              <a:gd name="connsiteX80" fmla="*/ 230592 w 378470"/>
              <a:gd name="connsiteY80" fmla="*/ 135922 h 324326"/>
              <a:gd name="connsiteX81" fmla="*/ 229264 w 378470"/>
              <a:gd name="connsiteY81" fmla="*/ 137255 h 324326"/>
              <a:gd name="connsiteX82" fmla="*/ 227936 w 378470"/>
              <a:gd name="connsiteY82" fmla="*/ 138589 h 324326"/>
              <a:gd name="connsiteX83" fmla="*/ 227936 w 378470"/>
              <a:gd name="connsiteY83" fmla="*/ 145161 h 324326"/>
              <a:gd name="connsiteX84" fmla="*/ 229264 w 378470"/>
              <a:gd name="connsiteY84" fmla="*/ 145161 h 324326"/>
              <a:gd name="connsiteX85" fmla="*/ 229264 w 378470"/>
              <a:gd name="connsiteY85" fmla="*/ 146495 h 324326"/>
              <a:gd name="connsiteX86" fmla="*/ 230592 w 378470"/>
              <a:gd name="connsiteY86" fmla="*/ 147828 h 324326"/>
              <a:gd name="connsiteX87" fmla="*/ 294524 w 378470"/>
              <a:gd name="connsiteY87" fmla="*/ 209169 h 324326"/>
              <a:gd name="connsiteX88" fmla="*/ 305148 w 378470"/>
              <a:gd name="connsiteY88" fmla="*/ 209169 h 324326"/>
              <a:gd name="connsiteX89" fmla="*/ 305148 w 378470"/>
              <a:gd name="connsiteY89" fmla="*/ 198691 h 324326"/>
              <a:gd name="connsiteX90" fmla="*/ 257151 w 378470"/>
              <a:gd name="connsiteY90" fmla="*/ 150400 h 32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378470" h="324326">
                <a:moveTo>
                  <a:pt x="163719" y="124397"/>
                </a:moveTo>
                <a:lnTo>
                  <a:pt x="199764" y="124397"/>
                </a:lnTo>
                <a:lnTo>
                  <a:pt x="199764" y="158496"/>
                </a:lnTo>
                <a:lnTo>
                  <a:pt x="163719" y="158496"/>
                </a:lnTo>
                <a:lnTo>
                  <a:pt x="163719" y="124397"/>
                </a:lnTo>
                <a:close/>
                <a:moveTo>
                  <a:pt x="299931" y="251555"/>
                </a:moveTo>
                <a:lnTo>
                  <a:pt x="299931" y="248888"/>
                </a:lnTo>
                <a:lnTo>
                  <a:pt x="298603" y="248888"/>
                </a:lnTo>
                <a:lnTo>
                  <a:pt x="298603" y="247555"/>
                </a:lnTo>
                <a:lnTo>
                  <a:pt x="234481" y="184595"/>
                </a:lnTo>
                <a:cubicBezTo>
                  <a:pt x="233153" y="183261"/>
                  <a:pt x="230497" y="181928"/>
                  <a:pt x="227841" y="181928"/>
                </a:cubicBezTo>
                <a:cubicBezTo>
                  <a:pt x="226513" y="181928"/>
                  <a:pt x="223857" y="183261"/>
                  <a:pt x="222529" y="184595"/>
                </a:cubicBezTo>
                <a:cubicBezTo>
                  <a:pt x="219873" y="188500"/>
                  <a:pt x="219873" y="192500"/>
                  <a:pt x="222529" y="196405"/>
                </a:cubicBezTo>
                <a:lnTo>
                  <a:pt x="273277" y="244888"/>
                </a:lnTo>
                <a:lnTo>
                  <a:pt x="64976" y="244888"/>
                </a:lnTo>
                <a:cubicBezTo>
                  <a:pt x="38226" y="244888"/>
                  <a:pt x="16884" y="223933"/>
                  <a:pt x="16884" y="197739"/>
                </a:cubicBezTo>
                <a:cubicBezTo>
                  <a:pt x="16884" y="171545"/>
                  <a:pt x="38226" y="150590"/>
                  <a:pt x="64976" y="150590"/>
                </a:cubicBezTo>
                <a:lnTo>
                  <a:pt x="149112" y="150590"/>
                </a:lnTo>
                <a:lnTo>
                  <a:pt x="149112" y="166307"/>
                </a:lnTo>
                <a:cubicBezTo>
                  <a:pt x="149112" y="171545"/>
                  <a:pt x="151768" y="174212"/>
                  <a:pt x="157079" y="174212"/>
                </a:cubicBezTo>
                <a:lnTo>
                  <a:pt x="207827" y="174212"/>
                </a:lnTo>
                <a:cubicBezTo>
                  <a:pt x="211811" y="174212"/>
                  <a:pt x="215795" y="171545"/>
                  <a:pt x="215795" y="166307"/>
                </a:cubicBezTo>
                <a:lnTo>
                  <a:pt x="215795" y="116491"/>
                </a:lnTo>
                <a:cubicBezTo>
                  <a:pt x="215795" y="112586"/>
                  <a:pt x="211811" y="108585"/>
                  <a:pt x="207827" y="108585"/>
                </a:cubicBezTo>
                <a:lnTo>
                  <a:pt x="157079" y="108585"/>
                </a:lnTo>
                <a:cubicBezTo>
                  <a:pt x="151768" y="108585"/>
                  <a:pt x="149112" y="112490"/>
                  <a:pt x="149112" y="116491"/>
                </a:cubicBezTo>
                <a:lnTo>
                  <a:pt x="149112" y="136112"/>
                </a:lnTo>
                <a:lnTo>
                  <a:pt x="64976" y="136112"/>
                </a:lnTo>
                <a:cubicBezTo>
                  <a:pt x="28931" y="136112"/>
                  <a:pt x="854" y="163640"/>
                  <a:pt x="854" y="197739"/>
                </a:cubicBezTo>
                <a:cubicBezTo>
                  <a:pt x="854" y="231839"/>
                  <a:pt x="28931" y="260699"/>
                  <a:pt x="64976" y="260699"/>
                </a:cubicBezTo>
                <a:lnTo>
                  <a:pt x="273277" y="260699"/>
                </a:lnTo>
                <a:lnTo>
                  <a:pt x="222529" y="310515"/>
                </a:lnTo>
                <a:cubicBezTo>
                  <a:pt x="219873" y="313182"/>
                  <a:pt x="219873" y="318421"/>
                  <a:pt x="222529" y="322326"/>
                </a:cubicBezTo>
                <a:cubicBezTo>
                  <a:pt x="226513" y="324993"/>
                  <a:pt x="230497" y="324993"/>
                  <a:pt x="234576" y="322326"/>
                </a:cubicBezTo>
                <a:lnTo>
                  <a:pt x="298698" y="259366"/>
                </a:lnTo>
                <a:lnTo>
                  <a:pt x="298698" y="258032"/>
                </a:lnTo>
                <a:lnTo>
                  <a:pt x="300026" y="256699"/>
                </a:lnTo>
                <a:lnTo>
                  <a:pt x="300026" y="251460"/>
                </a:lnTo>
                <a:close/>
                <a:moveTo>
                  <a:pt x="362535" y="268034"/>
                </a:moveTo>
                <a:lnTo>
                  <a:pt x="328103" y="268034"/>
                </a:lnTo>
                <a:lnTo>
                  <a:pt x="328103" y="233839"/>
                </a:lnTo>
                <a:lnTo>
                  <a:pt x="362535" y="233839"/>
                </a:lnTo>
                <a:lnTo>
                  <a:pt x="362535" y="268034"/>
                </a:lnTo>
                <a:close/>
                <a:moveTo>
                  <a:pt x="370503" y="218122"/>
                </a:moveTo>
                <a:lnTo>
                  <a:pt x="320135" y="218122"/>
                </a:lnTo>
                <a:cubicBezTo>
                  <a:pt x="316151" y="218122"/>
                  <a:pt x="312167" y="222028"/>
                  <a:pt x="312167" y="226028"/>
                </a:cubicBezTo>
                <a:lnTo>
                  <a:pt x="312167" y="275939"/>
                </a:lnTo>
                <a:cubicBezTo>
                  <a:pt x="312167" y="279845"/>
                  <a:pt x="316151" y="283845"/>
                  <a:pt x="320135" y="283845"/>
                </a:cubicBezTo>
                <a:lnTo>
                  <a:pt x="370503" y="283845"/>
                </a:lnTo>
                <a:cubicBezTo>
                  <a:pt x="375815" y="283845"/>
                  <a:pt x="378471" y="279940"/>
                  <a:pt x="378471" y="275939"/>
                </a:cubicBezTo>
                <a:lnTo>
                  <a:pt x="378471" y="226028"/>
                </a:lnTo>
                <a:cubicBezTo>
                  <a:pt x="378471" y="222123"/>
                  <a:pt x="375815" y="218122"/>
                  <a:pt x="370503" y="218122"/>
                </a:cubicBezTo>
                <a:close/>
                <a:moveTo>
                  <a:pt x="50652" y="49720"/>
                </a:moveTo>
                <a:lnTo>
                  <a:pt x="16030" y="49720"/>
                </a:lnTo>
                <a:lnTo>
                  <a:pt x="16030" y="14478"/>
                </a:lnTo>
                <a:lnTo>
                  <a:pt x="50652" y="14478"/>
                </a:lnTo>
                <a:lnTo>
                  <a:pt x="50652" y="49720"/>
                </a:lnTo>
                <a:close/>
                <a:moveTo>
                  <a:pt x="257151" y="150209"/>
                </a:moveTo>
                <a:lnTo>
                  <a:pt x="314444" y="150209"/>
                </a:lnTo>
                <a:cubicBezTo>
                  <a:pt x="349066" y="150209"/>
                  <a:pt x="378376" y="122777"/>
                  <a:pt x="378376" y="88868"/>
                </a:cubicBezTo>
                <a:cubicBezTo>
                  <a:pt x="378376" y="54959"/>
                  <a:pt x="349066" y="26194"/>
                  <a:pt x="314444" y="26194"/>
                </a:cubicBezTo>
                <a:lnTo>
                  <a:pt x="66588" y="26194"/>
                </a:lnTo>
                <a:lnTo>
                  <a:pt x="66588" y="6572"/>
                </a:lnTo>
                <a:cubicBezTo>
                  <a:pt x="66588" y="2667"/>
                  <a:pt x="62604" y="0"/>
                  <a:pt x="58620" y="0"/>
                </a:cubicBezTo>
                <a:lnTo>
                  <a:pt x="7968" y="0"/>
                </a:lnTo>
                <a:cubicBezTo>
                  <a:pt x="3984" y="0"/>
                  <a:pt x="0" y="2572"/>
                  <a:pt x="0" y="6572"/>
                </a:cubicBezTo>
                <a:lnTo>
                  <a:pt x="0" y="57531"/>
                </a:lnTo>
                <a:cubicBezTo>
                  <a:pt x="0" y="61436"/>
                  <a:pt x="3984" y="64103"/>
                  <a:pt x="7968" y="64103"/>
                </a:cubicBezTo>
                <a:lnTo>
                  <a:pt x="58620" y="64103"/>
                </a:lnTo>
                <a:cubicBezTo>
                  <a:pt x="62604" y="64103"/>
                  <a:pt x="66588" y="61532"/>
                  <a:pt x="66588" y="57531"/>
                </a:cubicBezTo>
                <a:lnTo>
                  <a:pt x="66588" y="41910"/>
                </a:lnTo>
                <a:lnTo>
                  <a:pt x="314444" y="41910"/>
                </a:lnTo>
                <a:cubicBezTo>
                  <a:pt x="341098" y="41910"/>
                  <a:pt x="362440" y="62770"/>
                  <a:pt x="362440" y="88868"/>
                </a:cubicBezTo>
                <a:cubicBezTo>
                  <a:pt x="362440" y="114967"/>
                  <a:pt x="341098" y="135826"/>
                  <a:pt x="314444" y="135826"/>
                </a:cubicBezTo>
                <a:lnTo>
                  <a:pt x="255823" y="135826"/>
                </a:lnTo>
                <a:lnTo>
                  <a:pt x="255823" y="133255"/>
                </a:lnTo>
                <a:lnTo>
                  <a:pt x="305148" y="84963"/>
                </a:lnTo>
                <a:cubicBezTo>
                  <a:pt x="309132" y="81058"/>
                  <a:pt x="309132" y="75819"/>
                  <a:pt x="305148" y="73247"/>
                </a:cubicBezTo>
                <a:cubicBezTo>
                  <a:pt x="303820" y="71914"/>
                  <a:pt x="302492" y="70676"/>
                  <a:pt x="299836" y="70676"/>
                </a:cubicBezTo>
                <a:cubicBezTo>
                  <a:pt x="297180" y="70676"/>
                  <a:pt x="295852" y="72009"/>
                  <a:pt x="294524" y="73247"/>
                </a:cubicBezTo>
                <a:lnTo>
                  <a:pt x="230592" y="135922"/>
                </a:lnTo>
                <a:lnTo>
                  <a:pt x="229264" y="137255"/>
                </a:lnTo>
                <a:cubicBezTo>
                  <a:pt x="229264" y="138144"/>
                  <a:pt x="228818" y="138589"/>
                  <a:pt x="227936" y="138589"/>
                </a:cubicBezTo>
                <a:lnTo>
                  <a:pt x="227936" y="145161"/>
                </a:lnTo>
                <a:lnTo>
                  <a:pt x="229264" y="145161"/>
                </a:lnTo>
                <a:lnTo>
                  <a:pt x="229264" y="146495"/>
                </a:lnTo>
                <a:cubicBezTo>
                  <a:pt x="229264" y="146495"/>
                  <a:pt x="230592" y="146495"/>
                  <a:pt x="230592" y="147828"/>
                </a:cubicBezTo>
                <a:lnTo>
                  <a:pt x="294524" y="209169"/>
                </a:lnTo>
                <a:cubicBezTo>
                  <a:pt x="297180" y="213074"/>
                  <a:pt x="302492" y="213074"/>
                  <a:pt x="305148" y="209169"/>
                </a:cubicBezTo>
                <a:cubicBezTo>
                  <a:pt x="309132" y="206597"/>
                  <a:pt x="309132" y="201359"/>
                  <a:pt x="305148" y="198691"/>
                </a:cubicBezTo>
                <a:lnTo>
                  <a:pt x="257151" y="150400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2" name="Graphic 70">
            <a:extLst>
              <a:ext uri="{FF2B5EF4-FFF2-40B4-BE49-F238E27FC236}">
                <a16:creationId xmlns:a16="http://schemas.microsoft.com/office/drawing/2014/main" id="{564C8790-E547-7BE0-2DFC-2745B1AA7AFA}"/>
              </a:ext>
            </a:extLst>
          </p:cNvPr>
          <p:cNvSpPr/>
          <p:nvPr/>
        </p:nvSpPr>
        <p:spPr>
          <a:xfrm>
            <a:off x="8758368" y="819697"/>
            <a:ext cx="454038" cy="455931"/>
          </a:xfrm>
          <a:custGeom>
            <a:avLst/>
            <a:gdLst>
              <a:gd name="connsiteX0" fmla="*/ 276786 w 340338"/>
              <a:gd name="connsiteY0" fmla="*/ 213455 h 341757"/>
              <a:gd name="connsiteX1" fmla="*/ 276786 w 340338"/>
              <a:gd name="connsiteY1" fmla="*/ 227743 h 341757"/>
              <a:gd name="connsiteX2" fmla="*/ 326206 w 340338"/>
              <a:gd name="connsiteY2" fmla="*/ 277654 h 341757"/>
              <a:gd name="connsiteX3" fmla="*/ 276786 w 340338"/>
              <a:gd name="connsiteY3" fmla="*/ 327565 h 341757"/>
              <a:gd name="connsiteX4" fmla="*/ 235619 w 340338"/>
              <a:gd name="connsiteY4" fmla="*/ 304991 h 341757"/>
              <a:gd name="connsiteX5" fmla="*/ 233248 w 340338"/>
              <a:gd name="connsiteY5" fmla="*/ 256222 h 341757"/>
              <a:gd name="connsiteX6" fmla="*/ 232963 w 340338"/>
              <a:gd name="connsiteY6" fmla="*/ 256032 h 341757"/>
              <a:gd name="connsiteX7" fmla="*/ 276407 w 340338"/>
              <a:gd name="connsiteY7" fmla="*/ 227838 h 341757"/>
              <a:gd name="connsiteX8" fmla="*/ 276407 w 340338"/>
              <a:gd name="connsiteY8" fmla="*/ 213551 h 341757"/>
              <a:gd name="connsiteX9" fmla="*/ 223383 w 340338"/>
              <a:gd name="connsiteY9" fmla="*/ 243268 h 341757"/>
              <a:gd name="connsiteX10" fmla="*/ 124355 w 340338"/>
              <a:gd name="connsiteY10" fmla="*/ 193453 h 341757"/>
              <a:gd name="connsiteX11" fmla="*/ 127864 w 340338"/>
              <a:gd name="connsiteY11" fmla="*/ 170878 h 341757"/>
              <a:gd name="connsiteX12" fmla="*/ 124355 w 340338"/>
              <a:gd name="connsiteY12" fmla="*/ 149543 h 341757"/>
              <a:gd name="connsiteX13" fmla="*/ 223383 w 340338"/>
              <a:gd name="connsiteY13" fmla="*/ 99727 h 341757"/>
              <a:gd name="connsiteX14" fmla="*/ 276407 w 340338"/>
              <a:gd name="connsiteY14" fmla="*/ 128207 h 341757"/>
              <a:gd name="connsiteX15" fmla="*/ 276407 w 340338"/>
              <a:gd name="connsiteY15" fmla="*/ 128397 h 341757"/>
              <a:gd name="connsiteX16" fmla="*/ 340339 w 340338"/>
              <a:gd name="connsiteY16" fmla="*/ 64199 h 341757"/>
              <a:gd name="connsiteX17" fmla="*/ 276407 w 340338"/>
              <a:gd name="connsiteY17" fmla="*/ 0 h 341757"/>
              <a:gd name="connsiteX18" fmla="*/ 212475 w 340338"/>
              <a:gd name="connsiteY18" fmla="*/ 64199 h 341757"/>
              <a:gd name="connsiteX19" fmla="*/ 216838 w 340338"/>
              <a:gd name="connsiteY19" fmla="*/ 87535 h 341757"/>
              <a:gd name="connsiteX20" fmla="*/ 118758 w 340338"/>
              <a:gd name="connsiteY20" fmla="*/ 136874 h 341757"/>
              <a:gd name="connsiteX21" fmla="*/ 64122 w 340338"/>
              <a:gd name="connsiteY21" fmla="*/ 106680 h 341757"/>
              <a:gd name="connsiteX22" fmla="*/ 0 w 340338"/>
              <a:gd name="connsiteY22" fmla="*/ 170878 h 341757"/>
              <a:gd name="connsiteX23" fmla="*/ 64122 w 340338"/>
              <a:gd name="connsiteY23" fmla="*/ 235077 h 341757"/>
              <a:gd name="connsiteX24" fmla="*/ 118758 w 340338"/>
              <a:gd name="connsiteY24" fmla="*/ 206026 h 341757"/>
              <a:gd name="connsiteX25" fmla="*/ 217692 w 340338"/>
              <a:gd name="connsiteY25" fmla="*/ 255841 h 341757"/>
              <a:gd name="connsiteX26" fmla="*/ 223857 w 340338"/>
              <a:gd name="connsiteY26" fmla="*/ 312039 h 341757"/>
              <a:gd name="connsiteX27" fmla="*/ 276786 w 340338"/>
              <a:gd name="connsiteY27" fmla="*/ 341757 h 341757"/>
              <a:gd name="connsiteX28" fmla="*/ 340339 w 340338"/>
              <a:gd name="connsiteY28" fmla="*/ 277559 h 341757"/>
              <a:gd name="connsiteX29" fmla="*/ 276786 w 340338"/>
              <a:gd name="connsiteY29" fmla="*/ 213360 h 341757"/>
              <a:gd name="connsiteX30" fmla="*/ 276407 w 340338"/>
              <a:gd name="connsiteY30" fmla="*/ 14383 h 341757"/>
              <a:gd name="connsiteX31" fmla="*/ 326111 w 340338"/>
              <a:gd name="connsiteY31" fmla="*/ 64294 h 341757"/>
              <a:gd name="connsiteX32" fmla="*/ 276407 w 340338"/>
              <a:gd name="connsiteY32" fmla="*/ 114205 h 341757"/>
              <a:gd name="connsiteX33" fmla="*/ 276407 w 340338"/>
              <a:gd name="connsiteY33" fmla="*/ 114014 h 341757"/>
              <a:gd name="connsiteX34" fmla="*/ 232774 w 340338"/>
              <a:gd name="connsiteY34" fmla="*/ 86678 h 341757"/>
              <a:gd name="connsiteX35" fmla="*/ 232299 w 340338"/>
              <a:gd name="connsiteY35" fmla="*/ 86106 h 341757"/>
              <a:gd name="connsiteX36" fmla="*/ 226703 w 340338"/>
              <a:gd name="connsiteY36" fmla="*/ 64294 h 341757"/>
              <a:gd name="connsiteX37" fmla="*/ 276407 w 340338"/>
              <a:gd name="connsiteY37" fmla="*/ 14383 h 341757"/>
              <a:gd name="connsiteX38" fmla="*/ 108988 w 340338"/>
              <a:gd name="connsiteY38" fmla="*/ 193548 h 341757"/>
              <a:gd name="connsiteX39" fmla="*/ 108798 w 340338"/>
              <a:gd name="connsiteY39" fmla="*/ 194120 h 341757"/>
              <a:gd name="connsiteX40" fmla="*/ 64027 w 340338"/>
              <a:gd name="connsiteY40" fmla="*/ 220885 h 341757"/>
              <a:gd name="connsiteX41" fmla="*/ 14228 w 340338"/>
              <a:gd name="connsiteY41" fmla="*/ 170974 h 341757"/>
              <a:gd name="connsiteX42" fmla="*/ 64027 w 340338"/>
              <a:gd name="connsiteY42" fmla="*/ 121063 h 341757"/>
              <a:gd name="connsiteX43" fmla="*/ 108798 w 340338"/>
              <a:gd name="connsiteY43" fmla="*/ 148971 h 341757"/>
              <a:gd name="connsiteX44" fmla="*/ 108988 w 340338"/>
              <a:gd name="connsiteY44" fmla="*/ 149543 h 341757"/>
              <a:gd name="connsiteX45" fmla="*/ 113731 w 340338"/>
              <a:gd name="connsiteY45" fmla="*/ 170878 h 341757"/>
              <a:gd name="connsiteX46" fmla="*/ 108988 w 340338"/>
              <a:gd name="connsiteY46" fmla="*/ 193453 h 34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40338" h="341757">
                <a:moveTo>
                  <a:pt x="276786" y="213455"/>
                </a:moveTo>
                <a:lnTo>
                  <a:pt x="276786" y="227743"/>
                </a:lnTo>
                <a:cubicBezTo>
                  <a:pt x="305053" y="227743"/>
                  <a:pt x="326206" y="250317"/>
                  <a:pt x="326206" y="277654"/>
                </a:cubicBezTo>
                <a:cubicBezTo>
                  <a:pt x="326206" y="304991"/>
                  <a:pt x="305053" y="327565"/>
                  <a:pt x="276786" y="327565"/>
                </a:cubicBezTo>
                <a:cubicBezTo>
                  <a:pt x="260282" y="327565"/>
                  <a:pt x="243872" y="319278"/>
                  <a:pt x="235619" y="304991"/>
                </a:cubicBezTo>
                <a:cubicBezTo>
                  <a:pt x="226229" y="289560"/>
                  <a:pt x="224995" y="271748"/>
                  <a:pt x="233248" y="256222"/>
                </a:cubicBezTo>
                <a:cubicBezTo>
                  <a:pt x="233248" y="256222"/>
                  <a:pt x="233248" y="256222"/>
                  <a:pt x="232963" y="256032"/>
                </a:cubicBezTo>
                <a:cubicBezTo>
                  <a:pt x="241310" y="238411"/>
                  <a:pt x="257626" y="227838"/>
                  <a:pt x="276407" y="227838"/>
                </a:cubicBezTo>
                <a:lnTo>
                  <a:pt x="276407" y="213551"/>
                </a:lnTo>
                <a:cubicBezTo>
                  <a:pt x="255159" y="213551"/>
                  <a:pt x="235145" y="225457"/>
                  <a:pt x="223383" y="243268"/>
                </a:cubicBezTo>
                <a:lnTo>
                  <a:pt x="124355" y="193453"/>
                </a:lnTo>
                <a:cubicBezTo>
                  <a:pt x="126726" y="186309"/>
                  <a:pt x="127864" y="179165"/>
                  <a:pt x="127864" y="170878"/>
                </a:cubicBezTo>
                <a:cubicBezTo>
                  <a:pt x="127864" y="163735"/>
                  <a:pt x="126726" y="156591"/>
                  <a:pt x="124355" y="149543"/>
                </a:cubicBezTo>
                <a:lnTo>
                  <a:pt x="223383" y="99727"/>
                </a:lnTo>
                <a:cubicBezTo>
                  <a:pt x="235145" y="117539"/>
                  <a:pt x="255159" y="128207"/>
                  <a:pt x="276407" y="128207"/>
                </a:cubicBezTo>
                <a:lnTo>
                  <a:pt x="276407" y="128397"/>
                </a:lnTo>
                <a:cubicBezTo>
                  <a:pt x="311882" y="128397"/>
                  <a:pt x="340339" y="99917"/>
                  <a:pt x="340339" y="64199"/>
                </a:cubicBezTo>
                <a:cubicBezTo>
                  <a:pt x="340339" y="28480"/>
                  <a:pt x="311977" y="0"/>
                  <a:pt x="276407" y="0"/>
                </a:cubicBezTo>
                <a:cubicBezTo>
                  <a:pt x="240836" y="0"/>
                  <a:pt x="212475" y="29718"/>
                  <a:pt x="212475" y="64199"/>
                </a:cubicBezTo>
                <a:cubicBezTo>
                  <a:pt x="212475" y="72485"/>
                  <a:pt x="213897" y="80105"/>
                  <a:pt x="216838" y="87535"/>
                </a:cubicBezTo>
                <a:cubicBezTo>
                  <a:pt x="206878" y="92488"/>
                  <a:pt x="181837" y="105156"/>
                  <a:pt x="118758" y="136874"/>
                </a:cubicBezTo>
                <a:cubicBezTo>
                  <a:pt x="106427" y="118586"/>
                  <a:pt x="86792" y="106680"/>
                  <a:pt x="64122" y="106680"/>
                </a:cubicBezTo>
                <a:cubicBezTo>
                  <a:pt x="29690" y="106680"/>
                  <a:pt x="0" y="136398"/>
                  <a:pt x="0" y="170878"/>
                </a:cubicBezTo>
                <a:cubicBezTo>
                  <a:pt x="0" y="205359"/>
                  <a:pt x="29690" y="235077"/>
                  <a:pt x="64122" y="235077"/>
                </a:cubicBezTo>
                <a:cubicBezTo>
                  <a:pt x="86792" y="235077"/>
                  <a:pt x="106427" y="224123"/>
                  <a:pt x="118758" y="206026"/>
                </a:cubicBezTo>
                <a:cubicBezTo>
                  <a:pt x="128433" y="210884"/>
                  <a:pt x="153475" y="223457"/>
                  <a:pt x="217692" y="255841"/>
                </a:cubicBezTo>
                <a:cubicBezTo>
                  <a:pt x="211431" y="274415"/>
                  <a:pt x="213423" y="295085"/>
                  <a:pt x="223857" y="312039"/>
                </a:cubicBezTo>
                <a:cubicBezTo>
                  <a:pt x="234481" y="331089"/>
                  <a:pt x="255634" y="341757"/>
                  <a:pt x="276786" y="341757"/>
                </a:cubicBezTo>
                <a:cubicBezTo>
                  <a:pt x="312072" y="341757"/>
                  <a:pt x="340339" y="313277"/>
                  <a:pt x="340339" y="277559"/>
                </a:cubicBezTo>
                <a:cubicBezTo>
                  <a:pt x="340339" y="241840"/>
                  <a:pt x="312072" y="213360"/>
                  <a:pt x="276786" y="213360"/>
                </a:cubicBezTo>
                <a:close/>
                <a:moveTo>
                  <a:pt x="276407" y="14383"/>
                </a:moveTo>
                <a:cubicBezTo>
                  <a:pt x="304768" y="14383"/>
                  <a:pt x="326111" y="36957"/>
                  <a:pt x="326111" y="64294"/>
                </a:cubicBezTo>
                <a:cubicBezTo>
                  <a:pt x="326111" y="91630"/>
                  <a:pt x="304768" y="114205"/>
                  <a:pt x="276407" y="114205"/>
                </a:cubicBezTo>
                <a:lnTo>
                  <a:pt x="276407" y="114014"/>
                </a:lnTo>
                <a:cubicBezTo>
                  <a:pt x="257531" y="114014"/>
                  <a:pt x="241026" y="104489"/>
                  <a:pt x="232774" y="86678"/>
                </a:cubicBezTo>
                <a:cubicBezTo>
                  <a:pt x="232584" y="86487"/>
                  <a:pt x="232394" y="86297"/>
                  <a:pt x="232299" y="86106"/>
                </a:cubicBezTo>
                <a:cubicBezTo>
                  <a:pt x="228979" y="79248"/>
                  <a:pt x="226703" y="72295"/>
                  <a:pt x="226703" y="64294"/>
                </a:cubicBezTo>
                <a:cubicBezTo>
                  <a:pt x="226703" y="36957"/>
                  <a:pt x="249183" y="14383"/>
                  <a:pt x="276407" y="14383"/>
                </a:cubicBezTo>
                <a:close/>
                <a:moveTo>
                  <a:pt x="108988" y="193548"/>
                </a:moveTo>
                <a:cubicBezTo>
                  <a:pt x="108988" y="193548"/>
                  <a:pt x="108988" y="193929"/>
                  <a:pt x="108798" y="194120"/>
                </a:cubicBezTo>
                <a:cubicBezTo>
                  <a:pt x="100356" y="211550"/>
                  <a:pt x="82808" y="220885"/>
                  <a:pt x="64027" y="220885"/>
                </a:cubicBezTo>
                <a:cubicBezTo>
                  <a:pt x="36709" y="220885"/>
                  <a:pt x="14228" y="199453"/>
                  <a:pt x="14228" y="170974"/>
                </a:cubicBezTo>
                <a:cubicBezTo>
                  <a:pt x="14228" y="142494"/>
                  <a:pt x="36804" y="121063"/>
                  <a:pt x="64027" y="121063"/>
                </a:cubicBezTo>
                <a:cubicBezTo>
                  <a:pt x="82808" y="121063"/>
                  <a:pt x="100356" y="131540"/>
                  <a:pt x="108798" y="148971"/>
                </a:cubicBezTo>
                <a:cubicBezTo>
                  <a:pt x="108893" y="149162"/>
                  <a:pt x="108798" y="149352"/>
                  <a:pt x="108988" y="149543"/>
                </a:cubicBezTo>
                <a:cubicBezTo>
                  <a:pt x="112498" y="156686"/>
                  <a:pt x="113731" y="163830"/>
                  <a:pt x="113731" y="170878"/>
                </a:cubicBezTo>
                <a:cubicBezTo>
                  <a:pt x="113731" y="179165"/>
                  <a:pt x="112593" y="186309"/>
                  <a:pt x="108988" y="19345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3" name="Graphic 70">
            <a:extLst>
              <a:ext uri="{FF2B5EF4-FFF2-40B4-BE49-F238E27FC236}">
                <a16:creationId xmlns:a16="http://schemas.microsoft.com/office/drawing/2014/main" id="{512E841F-DA43-8FBF-86A3-ABB79DC24E8B}"/>
              </a:ext>
            </a:extLst>
          </p:cNvPr>
          <p:cNvSpPr/>
          <p:nvPr/>
        </p:nvSpPr>
        <p:spPr>
          <a:xfrm>
            <a:off x="9539418" y="819697"/>
            <a:ext cx="454038" cy="455931"/>
          </a:xfrm>
          <a:custGeom>
            <a:avLst/>
            <a:gdLst>
              <a:gd name="connsiteX0" fmla="*/ 276786 w 340338"/>
              <a:gd name="connsiteY0" fmla="*/ 213455 h 341757"/>
              <a:gd name="connsiteX1" fmla="*/ 276786 w 340338"/>
              <a:gd name="connsiteY1" fmla="*/ 227743 h 341757"/>
              <a:gd name="connsiteX2" fmla="*/ 326206 w 340338"/>
              <a:gd name="connsiteY2" fmla="*/ 277654 h 341757"/>
              <a:gd name="connsiteX3" fmla="*/ 276786 w 340338"/>
              <a:gd name="connsiteY3" fmla="*/ 327565 h 341757"/>
              <a:gd name="connsiteX4" fmla="*/ 235619 w 340338"/>
              <a:gd name="connsiteY4" fmla="*/ 304991 h 341757"/>
              <a:gd name="connsiteX5" fmla="*/ 233248 w 340338"/>
              <a:gd name="connsiteY5" fmla="*/ 256222 h 341757"/>
              <a:gd name="connsiteX6" fmla="*/ 232963 w 340338"/>
              <a:gd name="connsiteY6" fmla="*/ 256032 h 341757"/>
              <a:gd name="connsiteX7" fmla="*/ 276407 w 340338"/>
              <a:gd name="connsiteY7" fmla="*/ 227838 h 341757"/>
              <a:gd name="connsiteX8" fmla="*/ 276407 w 340338"/>
              <a:gd name="connsiteY8" fmla="*/ 213551 h 341757"/>
              <a:gd name="connsiteX9" fmla="*/ 223383 w 340338"/>
              <a:gd name="connsiteY9" fmla="*/ 243268 h 341757"/>
              <a:gd name="connsiteX10" fmla="*/ 124355 w 340338"/>
              <a:gd name="connsiteY10" fmla="*/ 193453 h 341757"/>
              <a:gd name="connsiteX11" fmla="*/ 127864 w 340338"/>
              <a:gd name="connsiteY11" fmla="*/ 170878 h 341757"/>
              <a:gd name="connsiteX12" fmla="*/ 124355 w 340338"/>
              <a:gd name="connsiteY12" fmla="*/ 149543 h 341757"/>
              <a:gd name="connsiteX13" fmla="*/ 223383 w 340338"/>
              <a:gd name="connsiteY13" fmla="*/ 99727 h 341757"/>
              <a:gd name="connsiteX14" fmla="*/ 276407 w 340338"/>
              <a:gd name="connsiteY14" fmla="*/ 128207 h 341757"/>
              <a:gd name="connsiteX15" fmla="*/ 276407 w 340338"/>
              <a:gd name="connsiteY15" fmla="*/ 128397 h 341757"/>
              <a:gd name="connsiteX16" fmla="*/ 340339 w 340338"/>
              <a:gd name="connsiteY16" fmla="*/ 64199 h 341757"/>
              <a:gd name="connsiteX17" fmla="*/ 276407 w 340338"/>
              <a:gd name="connsiteY17" fmla="*/ 0 h 341757"/>
              <a:gd name="connsiteX18" fmla="*/ 212475 w 340338"/>
              <a:gd name="connsiteY18" fmla="*/ 64199 h 341757"/>
              <a:gd name="connsiteX19" fmla="*/ 216838 w 340338"/>
              <a:gd name="connsiteY19" fmla="*/ 87535 h 341757"/>
              <a:gd name="connsiteX20" fmla="*/ 118758 w 340338"/>
              <a:gd name="connsiteY20" fmla="*/ 136874 h 341757"/>
              <a:gd name="connsiteX21" fmla="*/ 64122 w 340338"/>
              <a:gd name="connsiteY21" fmla="*/ 106680 h 341757"/>
              <a:gd name="connsiteX22" fmla="*/ 0 w 340338"/>
              <a:gd name="connsiteY22" fmla="*/ 170878 h 341757"/>
              <a:gd name="connsiteX23" fmla="*/ 64122 w 340338"/>
              <a:gd name="connsiteY23" fmla="*/ 235077 h 341757"/>
              <a:gd name="connsiteX24" fmla="*/ 118758 w 340338"/>
              <a:gd name="connsiteY24" fmla="*/ 206026 h 341757"/>
              <a:gd name="connsiteX25" fmla="*/ 217692 w 340338"/>
              <a:gd name="connsiteY25" fmla="*/ 255841 h 341757"/>
              <a:gd name="connsiteX26" fmla="*/ 223857 w 340338"/>
              <a:gd name="connsiteY26" fmla="*/ 312039 h 341757"/>
              <a:gd name="connsiteX27" fmla="*/ 276786 w 340338"/>
              <a:gd name="connsiteY27" fmla="*/ 341757 h 341757"/>
              <a:gd name="connsiteX28" fmla="*/ 340339 w 340338"/>
              <a:gd name="connsiteY28" fmla="*/ 277559 h 341757"/>
              <a:gd name="connsiteX29" fmla="*/ 276786 w 340338"/>
              <a:gd name="connsiteY29" fmla="*/ 213360 h 341757"/>
              <a:gd name="connsiteX30" fmla="*/ 276407 w 340338"/>
              <a:gd name="connsiteY30" fmla="*/ 14383 h 341757"/>
              <a:gd name="connsiteX31" fmla="*/ 326111 w 340338"/>
              <a:gd name="connsiteY31" fmla="*/ 64294 h 341757"/>
              <a:gd name="connsiteX32" fmla="*/ 276407 w 340338"/>
              <a:gd name="connsiteY32" fmla="*/ 114205 h 341757"/>
              <a:gd name="connsiteX33" fmla="*/ 276407 w 340338"/>
              <a:gd name="connsiteY33" fmla="*/ 114014 h 341757"/>
              <a:gd name="connsiteX34" fmla="*/ 232774 w 340338"/>
              <a:gd name="connsiteY34" fmla="*/ 86678 h 341757"/>
              <a:gd name="connsiteX35" fmla="*/ 232299 w 340338"/>
              <a:gd name="connsiteY35" fmla="*/ 86106 h 341757"/>
              <a:gd name="connsiteX36" fmla="*/ 226703 w 340338"/>
              <a:gd name="connsiteY36" fmla="*/ 64294 h 341757"/>
              <a:gd name="connsiteX37" fmla="*/ 276407 w 340338"/>
              <a:gd name="connsiteY37" fmla="*/ 14383 h 341757"/>
              <a:gd name="connsiteX38" fmla="*/ 108988 w 340338"/>
              <a:gd name="connsiteY38" fmla="*/ 193548 h 341757"/>
              <a:gd name="connsiteX39" fmla="*/ 108798 w 340338"/>
              <a:gd name="connsiteY39" fmla="*/ 194120 h 341757"/>
              <a:gd name="connsiteX40" fmla="*/ 64027 w 340338"/>
              <a:gd name="connsiteY40" fmla="*/ 220885 h 341757"/>
              <a:gd name="connsiteX41" fmla="*/ 14228 w 340338"/>
              <a:gd name="connsiteY41" fmla="*/ 170974 h 341757"/>
              <a:gd name="connsiteX42" fmla="*/ 64027 w 340338"/>
              <a:gd name="connsiteY42" fmla="*/ 121063 h 341757"/>
              <a:gd name="connsiteX43" fmla="*/ 108798 w 340338"/>
              <a:gd name="connsiteY43" fmla="*/ 148971 h 341757"/>
              <a:gd name="connsiteX44" fmla="*/ 108988 w 340338"/>
              <a:gd name="connsiteY44" fmla="*/ 149543 h 341757"/>
              <a:gd name="connsiteX45" fmla="*/ 113731 w 340338"/>
              <a:gd name="connsiteY45" fmla="*/ 170878 h 341757"/>
              <a:gd name="connsiteX46" fmla="*/ 108988 w 340338"/>
              <a:gd name="connsiteY46" fmla="*/ 193453 h 34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40338" h="341757">
                <a:moveTo>
                  <a:pt x="276786" y="213455"/>
                </a:moveTo>
                <a:lnTo>
                  <a:pt x="276786" y="227743"/>
                </a:lnTo>
                <a:cubicBezTo>
                  <a:pt x="305053" y="227743"/>
                  <a:pt x="326206" y="250317"/>
                  <a:pt x="326206" y="277654"/>
                </a:cubicBezTo>
                <a:cubicBezTo>
                  <a:pt x="326206" y="304991"/>
                  <a:pt x="305053" y="327565"/>
                  <a:pt x="276786" y="327565"/>
                </a:cubicBezTo>
                <a:cubicBezTo>
                  <a:pt x="260282" y="327565"/>
                  <a:pt x="243872" y="319278"/>
                  <a:pt x="235619" y="304991"/>
                </a:cubicBezTo>
                <a:cubicBezTo>
                  <a:pt x="226229" y="289560"/>
                  <a:pt x="224995" y="271748"/>
                  <a:pt x="233248" y="256222"/>
                </a:cubicBezTo>
                <a:cubicBezTo>
                  <a:pt x="233248" y="256222"/>
                  <a:pt x="233248" y="256222"/>
                  <a:pt x="232963" y="256032"/>
                </a:cubicBezTo>
                <a:cubicBezTo>
                  <a:pt x="241310" y="238411"/>
                  <a:pt x="257626" y="227838"/>
                  <a:pt x="276407" y="227838"/>
                </a:cubicBezTo>
                <a:lnTo>
                  <a:pt x="276407" y="213551"/>
                </a:lnTo>
                <a:cubicBezTo>
                  <a:pt x="255159" y="213551"/>
                  <a:pt x="235145" y="225457"/>
                  <a:pt x="223383" y="243268"/>
                </a:cubicBezTo>
                <a:lnTo>
                  <a:pt x="124355" y="193453"/>
                </a:lnTo>
                <a:cubicBezTo>
                  <a:pt x="126726" y="186309"/>
                  <a:pt x="127864" y="179165"/>
                  <a:pt x="127864" y="170878"/>
                </a:cubicBezTo>
                <a:cubicBezTo>
                  <a:pt x="127864" y="163735"/>
                  <a:pt x="126726" y="156591"/>
                  <a:pt x="124355" y="149543"/>
                </a:cubicBezTo>
                <a:lnTo>
                  <a:pt x="223383" y="99727"/>
                </a:lnTo>
                <a:cubicBezTo>
                  <a:pt x="235145" y="117539"/>
                  <a:pt x="255159" y="128207"/>
                  <a:pt x="276407" y="128207"/>
                </a:cubicBezTo>
                <a:lnTo>
                  <a:pt x="276407" y="128397"/>
                </a:lnTo>
                <a:cubicBezTo>
                  <a:pt x="311882" y="128397"/>
                  <a:pt x="340339" y="99917"/>
                  <a:pt x="340339" y="64199"/>
                </a:cubicBezTo>
                <a:cubicBezTo>
                  <a:pt x="340339" y="28480"/>
                  <a:pt x="311977" y="0"/>
                  <a:pt x="276407" y="0"/>
                </a:cubicBezTo>
                <a:cubicBezTo>
                  <a:pt x="240836" y="0"/>
                  <a:pt x="212475" y="29718"/>
                  <a:pt x="212475" y="64199"/>
                </a:cubicBezTo>
                <a:cubicBezTo>
                  <a:pt x="212475" y="72485"/>
                  <a:pt x="213897" y="80105"/>
                  <a:pt x="216838" y="87535"/>
                </a:cubicBezTo>
                <a:cubicBezTo>
                  <a:pt x="206878" y="92488"/>
                  <a:pt x="181837" y="105156"/>
                  <a:pt x="118758" y="136874"/>
                </a:cubicBezTo>
                <a:cubicBezTo>
                  <a:pt x="106427" y="118586"/>
                  <a:pt x="86792" y="106680"/>
                  <a:pt x="64122" y="106680"/>
                </a:cubicBezTo>
                <a:cubicBezTo>
                  <a:pt x="29690" y="106680"/>
                  <a:pt x="0" y="136398"/>
                  <a:pt x="0" y="170878"/>
                </a:cubicBezTo>
                <a:cubicBezTo>
                  <a:pt x="0" y="205359"/>
                  <a:pt x="29690" y="235077"/>
                  <a:pt x="64122" y="235077"/>
                </a:cubicBezTo>
                <a:cubicBezTo>
                  <a:pt x="86792" y="235077"/>
                  <a:pt x="106427" y="224123"/>
                  <a:pt x="118758" y="206026"/>
                </a:cubicBezTo>
                <a:cubicBezTo>
                  <a:pt x="128433" y="210884"/>
                  <a:pt x="153475" y="223457"/>
                  <a:pt x="217692" y="255841"/>
                </a:cubicBezTo>
                <a:cubicBezTo>
                  <a:pt x="211431" y="274415"/>
                  <a:pt x="213423" y="295085"/>
                  <a:pt x="223857" y="312039"/>
                </a:cubicBezTo>
                <a:cubicBezTo>
                  <a:pt x="234481" y="331089"/>
                  <a:pt x="255634" y="341757"/>
                  <a:pt x="276786" y="341757"/>
                </a:cubicBezTo>
                <a:cubicBezTo>
                  <a:pt x="312072" y="341757"/>
                  <a:pt x="340339" y="313277"/>
                  <a:pt x="340339" y="277559"/>
                </a:cubicBezTo>
                <a:cubicBezTo>
                  <a:pt x="340339" y="241840"/>
                  <a:pt x="312072" y="213360"/>
                  <a:pt x="276786" y="213360"/>
                </a:cubicBezTo>
                <a:close/>
                <a:moveTo>
                  <a:pt x="276407" y="14383"/>
                </a:moveTo>
                <a:cubicBezTo>
                  <a:pt x="304768" y="14383"/>
                  <a:pt x="326111" y="36957"/>
                  <a:pt x="326111" y="64294"/>
                </a:cubicBezTo>
                <a:cubicBezTo>
                  <a:pt x="326111" y="91630"/>
                  <a:pt x="304768" y="114205"/>
                  <a:pt x="276407" y="114205"/>
                </a:cubicBezTo>
                <a:lnTo>
                  <a:pt x="276407" y="114014"/>
                </a:lnTo>
                <a:cubicBezTo>
                  <a:pt x="257531" y="114014"/>
                  <a:pt x="241026" y="104489"/>
                  <a:pt x="232774" y="86678"/>
                </a:cubicBezTo>
                <a:cubicBezTo>
                  <a:pt x="232584" y="86487"/>
                  <a:pt x="232394" y="86297"/>
                  <a:pt x="232299" y="86106"/>
                </a:cubicBezTo>
                <a:cubicBezTo>
                  <a:pt x="228979" y="79248"/>
                  <a:pt x="226703" y="72295"/>
                  <a:pt x="226703" y="64294"/>
                </a:cubicBezTo>
                <a:cubicBezTo>
                  <a:pt x="226703" y="36957"/>
                  <a:pt x="249183" y="14383"/>
                  <a:pt x="276407" y="14383"/>
                </a:cubicBezTo>
                <a:close/>
                <a:moveTo>
                  <a:pt x="108988" y="193548"/>
                </a:moveTo>
                <a:cubicBezTo>
                  <a:pt x="108988" y="193548"/>
                  <a:pt x="108988" y="193929"/>
                  <a:pt x="108798" y="194120"/>
                </a:cubicBezTo>
                <a:cubicBezTo>
                  <a:pt x="100356" y="211550"/>
                  <a:pt x="82808" y="220885"/>
                  <a:pt x="64027" y="220885"/>
                </a:cubicBezTo>
                <a:cubicBezTo>
                  <a:pt x="36709" y="220885"/>
                  <a:pt x="14228" y="199453"/>
                  <a:pt x="14228" y="170974"/>
                </a:cubicBezTo>
                <a:cubicBezTo>
                  <a:pt x="14228" y="142494"/>
                  <a:pt x="36804" y="121063"/>
                  <a:pt x="64027" y="121063"/>
                </a:cubicBezTo>
                <a:cubicBezTo>
                  <a:pt x="82808" y="121063"/>
                  <a:pt x="100356" y="131540"/>
                  <a:pt x="108798" y="148971"/>
                </a:cubicBezTo>
                <a:cubicBezTo>
                  <a:pt x="108893" y="149162"/>
                  <a:pt x="108798" y="149352"/>
                  <a:pt x="108988" y="149543"/>
                </a:cubicBezTo>
                <a:cubicBezTo>
                  <a:pt x="112498" y="156686"/>
                  <a:pt x="113731" y="163830"/>
                  <a:pt x="113731" y="170878"/>
                </a:cubicBezTo>
                <a:cubicBezTo>
                  <a:pt x="113731" y="179165"/>
                  <a:pt x="112593" y="186309"/>
                  <a:pt x="108988" y="19345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4" name="Graphic 70">
            <a:extLst>
              <a:ext uri="{FF2B5EF4-FFF2-40B4-BE49-F238E27FC236}">
                <a16:creationId xmlns:a16="http://schemas.microsoft.com/office/drawing/2014/main" id="{85DDC087-B674-7423-37FF-B2450946FA16}"/>
              </a:ext>
            </a:extLst>
          </p:cNvPr>
          <p:cNvSpPr/>
          <p:nvPr/>
        </p:nvSpPr>
        <p:spPr>
          <a:xfrm>
            <a:off x="8758368" y="1454697"/>
            <a:ext cx="454038" cy="455931"/>
          </a:xfrm>
          <a:custGeom>
            <a:avLst/>
            <a:gdLst>
              <a:gd name="connsiteX0" fmla="*/ 276786 w 340338"/>
              <a:gd name="connsiteY0" fmla="*/ 213455 h 341757"/>
              <a:gd name="connsiteX1" fmla="*/ 276786 w 340338"/>
              <a:gd name="connsiteY1" fmla="*/ 227743 h 341757"/>
              <a:gd name="connsiteX2" fmla="*/ 326206 w 340338"/>
              <a:gd name="connsiteY2" fmla="*/ 277654 h 341757"/>
              <a:gd name="connsiteX3" fmla="*/ 276786 w 340338"/>
              <a:gd name="connsiteY3" fmla="*/ 327565 h 341757"/>
              <a:gd name="connsiteX4" fmla="*/ 235619 w 340338"/>
              <a:gd name="connsiteY4" fmla="*/ 304991 h 341757"/>
              <a:gd name="connsiteX5" fmla="*/ 233248 w 340338"/>
              <a:gd name="connsiteY5" fmla="*/ 256222 h 341757"/>
              <a:gd name="connsiteX6" fmla="*/ 232963 w 340338"/>
              <a:gd name="connsiteY6" fmla="*/ 256032 h 341757"/>
              <a:gd name="connsiteX7" fmla="*/ 276407 w 340338"/>
              <a:gd name="connsiteY7" fmla="*/ 227838 h 341757"/>
              <a:gd name="connsiteX8" fmla="*/ 276407 w 340338"/>
              <a:gd name="connsiteY8" fmla="*/ 213551 h 341757"/>
              <a:gd name="connsiteX9" fmla="*/ 223383 w 340338"/>
              <a:gd name="connsiteY9" fmla="*/ 243268 h 341757"/>
              <a:gd name="connsiteX10" fmla="*/ 124355 w 340338"/>
              <a:gd name="connsiteY10" fmla="*/ 193453 h 341757"/>
              <a:gd name="connsiteX11" fmla="*/ 127864 w 340338"/>
              <a:gd name="connsiteY11" fmla="*/ 170878 h 341757"/>
              <a:gd name="connsiteX12" fmla="*/ 124355 w 340338"/>
              <a:gd name="connsiteY12" fmla="*/ 149543 h 341757"/>
              <a:gd name="connsiteX13" fmla="*/ 223383 w 340338"/>
              <a:gd name="connsiteY13" fmla="*/ 99727 h 341757"/>
              <a:gd name="connsiteX14" fmla="*/ 276407 w 340338"/>
              <a:gd name="connsiteY14" fmla="*/ 128207 h 341757"/>
              <a:gd name="connsiteX15" fmla="*/ 276407 w 340338"/>
              <a:gd name="connsiteY15" fmla="*/ 128397 h 341757"/>
              <a:gd name="connsiteX16" fmla="*/ 340339 w 340338"/>
              <a:gd name="connsiteY16" fmla="*/ 64199 h 341757"/>
              <a:gd name="connsiteX17" fmla="*/ 276407 w 340338"/>
              <a:gd name="connsiteY17" fmla="*/ 0 h 341757"/>
              <a:gd name="connsiteX18" fmla="*/ 212475 w 340338"/>
              <a:gd name="connsiteY18" fmla="*/ 64199 h 341757"/>
              <a:gd name="connsiteX19" fmla="*/ 216838 w 340338"/>
              <a:gd name="connsiteY19" fmla="*/ 87535 h 341757"/>
              <a:gd name="connsiteX20" fmla="*/ 118758 w 340338"/>
              <a:gd name="connsiteY20" fmla="*/ 136874 h 341757"/>
              <a:gd name="connsiteX21" fmla="*/ 64122 w 340338"/>
              <a:gd name="connsiteY21" fmla="*/ 106680 h 341757"/>
              <a:gd name="connsiteX22" fmla="*/ 0 w 340338"/>
              <a:gd name="connsiteY22" fmla="*/ 170878 h 341757"/>
              <a:gd name="connsiteX23" fmla="*/ 64122 w 340338"/>
              <a:gd name="connsiteY23" fmla="*/ 235077 h 341757"/>
              <a:gd name="connsiteX24" fmla="*/ 118758 w 340338"/>
              <a:gd name="connsiteY24" fmla="*/ 206026 h 341757"/>
              <a:gd name="connsiteX25" fmla="*/ 217692 w 340338"/>
              <a:gd name="connsiteY25" fmla="*/ 255841 h 341757"/>
              <a:gd name="connsiteX26" fmla="*/ 223857 w 340338"/>
              <a:gd name="connsiteY26" fmla="*/ 312039 h 341757"/>
              <a:gd name="connsiteX27" fmla="*/ 276786 w 340338"/>
              <a:gd name="connsiteY27" fmla="*/ 341757 h 341757"/>
              <a:gd name="connsiteX28" fmla="*/ 340339 w 340338"/>
              <a:gd name="connsiteY28" fmla="*/ 277559 h 341757"/>
              <a:gd name="connsiteX29" fmla="*/ 276786 w 340338"/>
              <a:gd name="connsiteY29" fmla="*/ 213360 h 341757"/>
              <a:gd name="connsiteX30" fmla="*/ 276407 w 340338"/>
              <a:gd name="connsiteY30" fmla="*/ 14383 h 341757"/>
              <a:gd name="connsiteX31" fmla="*/ 326111 w 340338"/>
              <a:gd name="connsiteY31" fmla="*/ 64294 h 341757"/>
              <a:gd name="connsiteX32" fmla="*/ 276407 w 340338"/>
              <a:gd name="connsiteY32" fmla="*/ 114205 h 341757"/>
              <a:gd name="connsiteX33" fmla="*/ 276407 w 340338"/>
              <a:gd name="connsiteY33" fmla="*/ 114014 h 341757"/>
              <a:gd name="connsiteX34" fmla="*/ 232774 w 340338"/>
              <a:gd name="connsiteY34" fmla="*/ 86678 h 341757"/>
              <a:gd name="connsiteX35" fmla="*/ 232299 w 340338"/>
              <a:gd name="connsiteY35" fmla="*/ 86106 h 341757"/>
              <a:gd name="connsiteX36" fmla="*/ 226703 w 340338"/>
              <a:gd name="connsiteY36" fmla="*/ 64294 h 341757"/>
              <a:gd name="connsiteX37" fmla="*/ 276407 w 340338"/>
              <a:gd name="connsiteY37" fmla="*/ 14383 h 341757"/>
              <a:gd name="connsiteX38" fmla="*/ 108988 w 340338"/>
              <a:gd name="connsiteY38" fmla="*/ 193548 h 341757"/>
              <a:gd name="connsiteX39" fmla="*/ 108798 w 340338"/>
              <a:gd name="connsiteY39" fmla="*/ 194120 h 341757"/>
              <a:gd name="connsiteX40" fmla="*/ 64027 w 340338"/>
              <a:gd name="connsiteY40" fmla="*/ 220885 h 341757"/>
              <a:gd name="connsiteX41" fmla="*/ 14228 w 340338"/>
              <a:gd name="connsiteY41" fmla="*/ 170974 h 341757"/>
              <a:gd name="connsiteX42" fmla="*/ 64027 w 340338"/>
              <a:gd name="connsiteY42" fmla="*/ 121063 h 341757"/>
              <a:gd name="connsiteX43" fmla="*/ 108798 w 340338"/>
              <a:gd name="connsiteY43" fmla="*/ 148971 h 341757"/>
              <a:gd name="connsiteX44" fmla="*/ 108988 w 340338"/>
              <a:gd name="connsiteY44" fmla="*/ 149543 h 341757"/>
              <a:gd name="connsiteX45" fmla="*/ 113731 w 340338"/>
              <a:gd name="connsiteY45" fmla="*/ 170878 h 341757"/>
              <a:gd name="connsiteX46" fmla="*/ 108988 w 340338"/>
              <a:gd name="connsiteY46" fmla="*/ 193453 h 34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40338" h="341757">
                <a:moveTo>
                  <a:pt x="276786" y="213455"/>
                </a:moveTo>
                <a:lnTo>
                  <a:pt x="276786" y="227743"/>
                </a:lnTo>
                <a:cubicBezTo>
                  <a:pt x="305053" y="227743"/>
                  <a:pt x="326206" y="250317"/>
                  <a:pt x="326206" y="277654"/>
                </a:cubicBezTo>
                <a:cubicBezTo>
                  <a:pt x="326206" y="304991"/>
                  <a:pt x="305053" y="327565"/>
                  <a:pt x="276786" y="327565"/>
                </a:cubicBezTo>
                <a:cubicBezTo>
                  <a:pt x="260282" y="327565"/>
                  <a:pt x="243872" y="319278"/>
                  <a:pt x="235619" y="304991"/>
                </a:cubicBezTo>
                <a:cubicBezTo>
                  <a:pt x="226229" y="289560"/>
                  <a:pt x="224995" y="271748"/>
                  <a:pt x="233248" y="256222"/>
                </a:cubicBezTo>
                <a:cubicBezTo>
                  <a:pt x="233248" y="256222"/>
                  <a:pt x="233248" y="256222"/>
                  <a:pt x="232963" y="256032"/>
                </a:cubicBezTo>
                <a:cubicBezTo>
                  <a:pt x="241310" y="238411"/>
                  <a:pt x="257626" y="227838"/>
                  <a:pt x="276407" y="227838"/>
                </a:cubicBezTo>
                <a:lnTo>
                  <a:pt x="276407" y="213551"/>
                </a:lnTo>
                <a:cubicBezTo>
                  <a:pt x="255159" y="213551"/>
                  <a:pt x="235145" y="225457"/>
                  <a:pt x="223383" y="243268"/>
                </a:cubicBezTo>
                <a:lnTo>
                  <a:pt x="124355" y="193453"/>
                </a:lnTo>
                <a:cubicBezTo>
                  <a:pt x="126726" y="186309"/>
                  <a:pt x="127864" y="179165"/>
                  <a:pt x="127864" y="170878"/>
                </a:cubicBezTo>
                <a:cubicBezTo>
                  <a:pt x="127864" y="163735"/>
                  <a:pt x="126726" y="156591"/>
                  <a:pt x="124355" y="149543"/>
                </a:cubicBezTo>
                <a:lnTo>
                  <a:pt x="223383" y="99727"/>
                </a:lnTo>
                <a:cubicBezTo>
                  <a:pt x="235145" y="117539"/>
                  <a:pt x="255159" y="128207"/>
                  <a:pt x="276407" y="128207"/>
                </a:cubicBezTo>
                <a:lnTo>
                  <a:pt x="276407" y="128397"/>
                </a:lnTo>
                <a:cubicBezTo>
                  <a:pt x="311882" y="128397"/>
                  <a:pt x="340339" y="99917"/>
                  <a:pt x="340339" y="64199"/>
                </a:cubicBezTo>
                <a:cubicBezTo>
                  <a:pt x="340339" y="28480"/>
                  <a:pt x="311977" y="0"/>
                  <a:pt x="276407" y="0"/>
                </a:cubicBezTo>
                <a:cubicBezTo>
                  <a:pt x="240836" y="0"/>
                  <a:pt x="212475" y="29718"/>
                  <a:pt x="212475" y="64199"/>
                </a:cubicBezTo>
                <a:cubicBezTo>
                  <a:pt x="212475" y="72485"/>
                  <a:pt x="213897" y="80105"/>
                  <a:pt x="216838" y="87535"/>
                </a:cubicBezTo>
                <a:cubicBezTo>
                  <a:pt x="206878" y="92488"/>
                  <a:pt x="181837" y="105156"/>
                  <a:pt x="118758" y="136874"/>
                </a:cubicBezTo>
                <a:cubicBezTo>
                  <a:pt x="106427" y="118586"/>
                  <a:pt x="86792" y="106680"/>
                  <a:pt x="64122" y="106680"/>
                </a:cubicBezTo>
                <a:cubicBezTo>
                  <a:pt x="29690" y="106680"/>
                  <a:pt x="0" y="136398"/>
                  <a:pt x="0" y="170878"/>
                </a:cubicBezTo>
                <a:cubicBezTo>
                  <a:pt x="0" y="205359"/>
                  <a:pt x="29690" y="235077"/>
                  <a:pt x="64122" y="235077"/>
                </a:cubicBezTo>
                <a:cubicBezTo>
                  <a:pt x="86792" y="235077"/>
                  <a:pt x="106427" y="224123"/>
                  <a:pt x="118758" y="206026"/>
                </a:cubicBezTo>
                <a:cubicBezTo>
                  <a:pt x="128433" y="210884"/>
                  <a:pt x="153475" y="223457"/>
                  <a:pt x="217692" y="255841"/>
                </a:cubicBezTo>
                <a:cubicBezTo>
                  <a:pt x="211431" y="274415"/>
                  <a:pt x="213423" y="295085"/>
                  <a:pt x="223857" y="312039"/>
                </a:cubicBezTo>
                <a:cubicBezTo>
                  <a:pt x="234481" y="331089"/>
                  <a:pt x="255634" y="341757"/>
                  <a:pt x="276786" y="341757"/>
                </a:cubicBezTo>
                <a:cubicBezTo>
                  <a:pt x="312072" y="341757"/>
                  <a:pt x="340339" y="313277"/>
                  <a:pt x="340339" y="277559"/>
                </a:cubicBezTo>
                <a:cubicBezTo>
                  <a:pt x="340339" y="241840"/>
                  <a:pt x="312072" y="213360"/>
                  <a:pt x="276786" y="213360"/>
                </a:cubicBezTo>
                <a:close/>
                <a:moveTo>
                  <a:pt x="276407" y="14383"/>
                </a:moveTo>
                <a:cubicBezTo>
                  <a:pt x="304768" y="14383"/>
                  <a:pt x="326111" y="36957"/>
                  <a:pt x="326111" y="64294"/>
                </a:cubicBezTo>
                <a:cubicBezTo>
                  <a:pt x="326111" y="91630"/>
                  <a:pt x="304768" y="114205"/>
                  <a:pt x="276407" y="114205"/>
                </a:cubicBezTo>
                <a:lnTo>
                  <a:pt x="276407" y="114014"/>
                </a:lnTo>
                <a:cubicBezTo>
                  <a:pt x="257531" y="114014"/>
                  <a:pt x="241026" y="104489"/>
                  <a:pt x="232774" y="86678"/>
                </a:cubicBezTo>
                <a:cubicBezTo>
                  <a:pt x="232584" y="86487"/>
                  <a:pt x="232394" y="86297"/>
                  <a:pt x="232299" y="86106"/>
                </a:cubicBezTo>
                <a:cubicBezTo>
                  <a:pt x="228979" y="79248"/>
                  <a:pt x="226703" y="72295"/>
                  <a:pt x="226703" y="64294"/>
                </a:cubicBezTo>
                <a:cubicBezTo>
                  <a:pt x="226703" y="36957"/>
                  <a:pt x="249183" y="14383"/>
                  <a:pt x="276407" y="14383"/>
                </a:cubicBezTo>
                <a:close/>
                <a:moveTo>
                  <a:pt x="108988" y="193548"/>
                </a:moveTo>
                <a:cubicBezTo>
                  <a:pt x="108988" y="193548"/>
                  <a:pt x="108988" y="193929"/>
                  <a:pt x="108798" y="194120"/>
                </a:cubicBezTo>
                <a:cubicBezTo>
                  <a:pt x="100356" y="211550"/>
                  <a:pt x="82808" y="220885"/>
                  <a:pt x="64027" y="220885"/>
                </a:cubicBezTo>
                <a:cubicBezTo>
                  <a:pt x="36709" y="220885"/>
                  <a:pt x="14228" y="199453"/>
                  <a:pt x="14228" y="170974"/>
                </a:cubicBezTo>
                <a:cubicBezTo>
                  <a:pt x="14228" y="142494"/>
                  <a:pt x="36804" y="121063"/>
                  <a:pt x="64027" y="121063"/>
                </a:cubicBezTo>
                <a:cubicBezTo>
                  <a:pt x="82808" y="121063"/>
                  <a:pt x="100356" y="131540"/>
                  <a:pt x="108798" y="148971"/>
                </a:cubicBezTo>
                <a:cubicBezTo>
                  <a:pt x="108893" y="149162"/>
                  <a:pt x="108798" y="149352"/>
                  <a:pt x="108988" y="149543"/>
                </a:cubicBezTo>
                <a:cubicBezTo>
                  <a:pt x="112498" y="156686"/>
                  <a:pt x="113731" y="163830"/>
                  <a:pt x="113731" y="170878"/>
                </a:cubicBezTo>
                <a:cubicBezTo>
                  <a:pt x="113731" y="179165"/>
                  <a:pt x="112593" y="186309"/>
                  <a:pt x="108988" y="19345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5" name="Graphic 70">
            <a:extLst>
              <a:ext uri="{FF2B5EF4-FFF2-40B4-BE49-F238E27FC236}">
                <a16:creationId xmlns:a16="http://schemas.microsoft.com/office/drawing/2014/main" id="{F388996D-19E3-9CF4-B8CF-1CDC22E37172}"/>
              </a:ext>
            </a:extLst>
          </p:cNvPr>
          <p:cNvSpPr/>
          <p:nvPr/>
        </p:nvSpPr>
        <p:spPr>
          <a:xfrm>
            <a:off x="9539418" y="1454697"/>
            <a:ext cx="454038" cy="455931"/>
          </a:xfrm>
          <a:custGeom>
            <a:avLst/>
            <a:gdLst>
              <a:gd name="connsiteX0" fmla="*/ 276786 w 340338"/>
              <a:gd name="connsiteY0" fmla="*/ 213455 h 341757"/>
              <a:gd name="connsiteX1" fmla="*/ 276786 w 340338"/>
              <a:gd name="connsiteY1" fmla="*/ 227743 h 341757"/>
              <a:gd name="connsiteX2" fmla="*/ 326206 w 340338"/>
              <a:gd name="connsiteY2" fmla="*/ 277654 h 341757"/>
              <a:gd name="connsiteX3" fmla="*/ 276786 w 340338"/>
              <a:gd name="connsiteY3" fmla="*/ 327565 h 341757"/>
              <a:gd name="connsiteX4" fmla="*/ 235619 w 340338"/>
              <a:gd name="connsiteY4" fmla="*/ 304991 h 341757"/>
              <a:gd name="connsiteX5" fmla="*/ 233248 w 340338"/>
              <a:gd name="connsiteY5" fmla="*/ 256222 h 341757"/>
              <a:gd name="connsiteX6" fmla="*/ 232963 w 340338"/>
              <a:gd name="connsiteY6" fmla="*/ 256032 h 341757"/>
              <a:gd name="connsiteX7" fmla="*/ 276407 w 340338"/>
              <a:gd name="connsiteY7" fmla="*/ 227838 h 341757"/>
              <a:gd name="connsiteX8" fmla="*/ 276407 w 340338"/>
              <a:gd name="connsiteY8" fmla="*/ 213551 h 341757"/>
              <a:gd name="connsiteX9" fmla="*/ 223383 w 340338"/>
              <a:gd name="connsiteY9" fmla="*/ 243268 h 341757"/>
              <a:gd name="connsiteX10" fmla="*/ 124355 w 340338"/>
              <a:gd name="connsiteY10" fmla="*/ 193453 h 341757"/>
              <a:gd name="connsiteX11" fmla="*/ 127864 w 340338"/>
              <a:gd name="connsiteY11" fmla="*/ 170878 h 341757"/>
              <a:gd name="connsiteX12" fmla="*/ 124355 w 340338"/>
              <a:gd name="connsiteY12" fmla="*/ 149543 h 341757"/>
              <a:gd name="connsiteX13" fmla="*/ 223383 w 340338"/>
              <a:gd name="connsiteY13" fmla="*/ 99727 h 341757"/>
              <a:gd name="connsiteX14" fmla="*/ 276407 w 340338"/>
              <a:gd name="connsiteY14" fmla="*/ 128207 h 341757"/>
              <a:gd name="connsiteX15" fmla="*/ 276407 w 340338"/>
              <a:gd name="connsiteY15" fmla="*/ 128397 h 341757"/>
              <a:gd name="connsiteX16" fmla="*/ 340339 w 340338"/>
              <a:gd name="connsiteY16" fmla="*/ 64199 h 341757"/>
              <a:gd name="connsiteX17" fmla="*/ 276407 w 340338"/>
              <a:gd name="connsiteY17" fmla="*/ 0 h 341757"/>
              <a:gd name="connsiteX18" fmla="*/ 212475 w 340338"/>
              <a:gd name="connsiteY18" fmla="*/ 64199 h 341757"/>
              <a:gd name="connsiteX19" fmla="*/ 216838 w 340338"/>
              <a:gd name="connsiteY19" fmla="*/ 87535 h 341757"/>
              <a:gd name="connsiteX20" fmla="*/ 118758 w 340338"/>
              <a:gd name="connsiteY20" fmla="*/ 136874 h 341757"/>
              <a:gd name="connsiteX21" fmla="*/ 64122 w 340338"/>
              <a:gd name="connsiteY21" fmla="*/ 106680 h 341757"/>
              <a:gd name="connsiteX22" fmla="*/ 0 w 340338"/>
              <a:gd name="connsiteY22" fmla="*/ 170878 h 341757"/>
              <a:gd name="connsiteX23" fmla="*/ 64122 w 340338"/>
              <a:gd name="connsiteY23" fmla="*/ 235077 h 341757"/>
              <a:gd name="connsiteX24" fmla="*/ 118758 w 340338"/>
              <a:gd name="connsiteY24" fmla="*/ 206026 h 341757"/>
              <a:gd name="connsiteX25" fmla="*/ 217692 w 340338"/>
              <a:gd name="connsiteY25" fmla="*/ 255841 h 341757"/>
              <a:gd name="connsiteX26" fmla="*/ 223857 w 340338"/>
              <a:gd name="connsiteY26" fmla="*/ 312039 h 341757"/>
              <a:gd name="connsiteX27" fmla="*/ 276786 w 340338"/>
              <a:gd name="connsiteY27" fmla="*/ 341757 h 341757"/>
              <a:gd name="connsiteX28" fmla="*/ 340339 w 340338"/>
              <a:gd name="connsiteY28" fmla="*/ 277559 h 341757"/>
              <a:gd name="connsiteX29" fmla="*/ 276786 w 340338"/>
              <a:gd name="connsiteY29" fmla="*/ 213360 h 341757"/>
              <a:gd name="connsiteX30" fmla="*/ 276407 w 340338"/>
              <a:gd name="connsiteY30" fmla="*/ 14383 h 341757"/>
              <a:gd name="connsiteX31" fmla="*/ 326111 w 340338"/>
              <a:gd name="connsiteY31" fmla="*/ 64294 h 341757"/>
              <a:gd name="connsiteX32" fmla="*/ 276407 w 340338"/>
              <a:gd name="connsiteY32" fmla="*/ 114205 h 341757"/>
              <a:gd name="connsiteX33" fmla="*/ 276407 w 340338"/>
              <a:gd name="connsiteY33" fmla="*/ 114014 h 341757"/>
              <a:gd name="connsiteX34" fmla="*/ 232774 w 340338"/>
              <a:gd name="connsiteY34" fmla="*/ 86678 h 341757"/>
              <a:gd name="connsiteX35" fmla="*/ 232299 w 340338"/>
              <a:gd name="connsiteY35" fmla="*/ 86106 h 341757"/>
              <a:gd name="connsiteX36" fmla="*/ 226703 w 340338"/>
              <a:gd name="connsiteY36" fmla="*/ 64294 h 341757"/>
              <a:gd name="connsiteX37" fmla="*/ 276407 w 340338"/>
              <a:gd name="connsiteY37" fmla="*/ 14383 h 341757"/>
              <a:gd name="connsiteX38" fmla="*/ 108988 w 340338"/>
              <a:gd name="connsiteY38" fmla="*/ 193548 h 341757"/>
              <a:gd name="connsiteX39" fmla="*/ 108798 w 340338"/>
              <a:gd name="connsiteY39" fmla="*/ 194120 h 341757"/>
              <a:gd name="connsiteX40" fmla="*/ 64027 w 340338"/>
              <a:gd name="connsiteY40" fmla="*/ 220885 h 341757"/>
              <a:gd name="connsiteX41" fmla="*/ 14228 w 340338"/>
              <a:gd name="connsiteY41" fmla="*/ 170974 h 341757"/>
              <a:gd name="connsiteX42" fmla="*/ 64027 w 340338"/>
              <a:gd name="connsiteY42" fmla="*/ 121063 h 341757"/>
              <a:gd name="connsiteX43" fmla="*/ 108798 w 340338"/>
              <a:gd name="connsiteY43" fmla="*/ 148971 h 341757"/>
              <a:gd name="connsiteX44" fmla="*/ 108988 w 340338"/>
              <a:gd name="connsiteY44" fmla="*/ 149543 h 341757"/>
              <a:gd name="connsiteX45" fmla="*/ 113731 w 340338"/>
              <a:gd name="connsiteY45" fmla="*/ 170878 h 341757"/>
              <a:gd name="connsiteX46" fmla="*/ 108988 w 340338"/>
              <a:gd name="connsiteY46" fmla="*/ 193453 h 34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40338" h="341757">
                <a:moveTo>
                  <a:pt x="276786" y="213455"/>
                </a:moveTo>
                <a:lnTo>
                  <a:pt x="276786" y="227743"/>
                </a:lnTo>
                <a:cubicBezTo>
                  <a:pt x="305053" y="227743"/>
                  <a:pt x="326206" y="250317"/>
                  <a:pt x="326206" y="277654"/>
                </a:cubicBezTo>
                <a:cubicBezTo>
                  <a:pt x="326206" y="304991"/>
                  <a:pt x="305053" y="327565"/>
                  <a:pt x="276786" y="327565"/>
                </a:cubicBezTo>
                <a:cubicBezTo>
                  <a:pt x="260282" y="327565"/>
                  <a:pt x="243872" y="319278"/>
                  <a:pt x="235619" y="304991"/>
                </a:cubicBezTo>
                <a:cubicBezTo>
                  <a:pt x="226229" y="289560"/>
                  <a:pt x="224995" y="271748"/>
                  <a:pt x="233248" y="256222"/>
                </a:cubicBezTo>
                <a:cubicBezTo>
                  <a:pt x="233248" y="256222"/>
                  <a:pt x="233248" y="256222"/>
                  <a:pt x="232963" y="256032"/>
                </a:cubicBezTo>
                <a:cubicBezTo>
                  <a:pt x="241310" y="238411"/>
                  <a:pt x="257626" y="227838"/>
                  <a:pt x="276407" y="227838"/>
                </a:cubicBezTo>
                <a:lnTo>
                  <a:pt x="276407" y="213551"/>
                </a:lnTo>
                <a:cubicBezTo>
                  <a:pt x="255159" y="213551"/>
                  <a:pt x="235145" y="225457"/>
                  <a:pt x="223383" y="243268"/>
                </a:cubicBezTo>
                <a:lnTo>
                  <a:pt x="124355" y="193453"/>
                </a:lnTo>
                <a:cubicBezTo>
                  <a:pt x="126726" y="186309"/>
                  <a:pt x="127864" y="179165"/>
                  <a:pt x="127864" y="170878"/>
                </a:cubicBezTo>
                <a:cubicBezTo>
                  <a:pt x="127864" y="163735"/>
                  <a:pt x="126726" y="156591"/>
                  <a:pt x="124355" y="149543"/>
                </a:cubicBezTo>
                <a:lnTo>
                  <a:pt x="223383" y="99727"/>
                </a:lnTo>
                <a:cubicBezTo>
                  <a:pt x="235145" y="117539"/>
                  <a:pt x="255159" y="128207"/>
                  <a:pt x="276407" y="128207"/>
                </a:cubicBezTo>
                <a:lnTo>
                  <a:pt x="276407" y="128397"/>
                </a:lnTo>
                <a:cubicBezTo>
                  <a:pt x="311882" y="128397"/>
                  <a:pt x="340339" y="99917"/>
                  <a:pt x="340339" y="64199"/>
                </a:cubicBezTo>
                <a:cubicBezTo>
                  <a:pt x="340339" y="28480"/>
                  <a:pt x="311977" y="0"/>
                  <a:pt x="276407" y="0"/>
                </a:cubicBezTo>
                <a:cubicBezTo>
                  <a:pt x="240836" y="0"/>
                  <a:pt x="212475" y="29718"/>
                  <a:pt x="212475" y="64199"/>
                </a:cubicBezTo>
                <a:cubicBezTo>
                  <a:pt x="212475" y="72485"/>
                  <a:pt x="213897" y="80105"/>
                  <a:pt x="216838" y="87535"/>
                </a:cubicBezTo>
                <a:cubicBezTo>
                  <a:pt x="206878" y="92488"/>
                  <a:pt x="181837" y="105156"/>
                  <a:pt x="118758" y="136874"/>
                </a:cubicBezTo>
                <a:cubicBezTo>
                  <a:pt x="106427" y="118586"/>
                  <a:pt x="86792" y="106680"/>
                  <a:pt x="64122" y="106680"/>
                </a:cubicBezTo>
                <a:cubicBezTo>
                  <a:pt x="29690" y="106680"/>
                  <a:pt x="0" y="136398"/>
                  <a:pt x="0" y="170878"/>
                </a:cubicBezTo>
                <a:cubicBezTo>
                  <a:pt x="0" y="205359"/>
                  <a:pt x="29690" y="235077"/>
                  <a:pt x="64122" y="235077"/>
                </a:cubicBezTo>
                <a:cubicBezTo>
                  <a:pt x="86792" y="235077"/>
                  <a:pt x="106427" y="224123"/>
                  <a:pt x="118758" y="206026"/>
                </a:cubicBezTo>
                <a:cubicBezTo>
                  <a:pt x="128433" y="210884"/>
                  <a:pt x="153475" y="223457"/>
                  <a:pt x="217692" y="255841"/>
                </a:cubicBezTo>
                <a:cubicBezTo>
                  <a:pt x="211431" y="274415"/>
                  <a:pt x="213423" y="295085"/>
                  <a:pt x="223857" y="312039"/>
                </a:cubicBezTo>
                <a:cubicBezTo>
                  <a:pt x="234481" y="331089"/>
                  <a:pt x="255634" y="341757"/>
                  <a:pt x="276786" y="341757"/>
                </a:cubicBezTo>
                <a:cubicBezTo>
                  <a:pt x="312072" y="341757"/>
                  <a:pt x="340339" y="313277"/>
                  <a:pt x="340339" y="277559"/>
                </a:cubicBezTo>
                <a:cubicBezTo>
                  <a:pt x="340339" y="241840"/>
                  <a:pt x="312072" y="213360"/>
                  <a:pt x="276786" y="213360"/>
                </a:cubicBezTo>
                <a:close/>
                <a:moveTo>
                  <a:pt x="276407" y="14383"/>
                </a:moveTo>
                <a:cubicBezTo>
                  <a:pt x="304768" y="14383"/>
                  <a:pt x="326111" y="36957"/>
                  <a:pt x="326111" y="64294"/>
                </a:cubicBezTo>
                <a:cubicBezTo>
                  <a:pt x="326111" y="91630"/>
                  <a:pt x="304768" y="114205"/>
                  <a:pt x="276407" y="114205"/>
                </a:cubicBezTo>
                <a:lnTo>
                  <a:pt x="276407" y="114014"/>
                </a:lnTo>
                <a:cubicBezTo>
                  <a:pt x="257531" y="114014"/>
                  <a:pt x="241026" y="104489"/>
                  <a:pt x="232774" y="86678"/>
                </a:cubicBezTo>
                <a:cubicBezTo>
                  <a:pt x="232584" y="86487"/>
                  <a:pt x="232394" y="86297"/>
                  <a:pt x="232299" y="86106"/>
                </a:cubicBezTo>
                <a:cubicBezTo>
                  <a:pt x="228979" y="79248"/>
                  <a:pt x="226703" y="72295"/>
                  <a:pt x="226703" y="64294"/>
                </a:cubicBezTo>
                <a:cubicBezTo>
                  <a:pt x="226703" y="36957"/>
                  <a:pt x="249183" y="14383"/>
                  <a:pt x="276407" y="14383"/>
                </a:cubicBezTo>
                <a:close/>
                <a:moveTo>
                  <a:pt x="108988" y="193548"/>
                </a:moveTo>
                <a:cubicBezTo>
                  <a:pt x="108988" y="193548"/>
                  <a:pt x="108988" y="193929"/>
                  <a:pt x="108798" y="194120"/>
                </a:cubicBezTo>
                <a:cubicBezTo>
                  <a:pt x="100356" y="211550"/>
                  <a:pt x="82808" y="220885"/>
                  <a:pt x="64027" y="220885"/>
                </a:cubicBezTo>
                <a:cubicBezTo>
                  <a:pt x="36709" y="220885"/>
                  <a:pt x="14228" y="199453"/>
                  <a:pt x="14228" y="170974"/>
                </a:cubicBezTo>
                <a:cubicBezTo>
                  <a:pt x="14228" y="142494"/>
                  <a:pt x="36804" y="121063"/>
                  <a:pt x="64027" y="121063"/>
                </a:cubicBezTo>
                <a:cubicBezTo>
                  <a:pt x="82808" y="121063"/>
                  <a:pt x="100356" y="131540"/>
                  <a:pt x="108798" y="148971"/>
                </a:cubicBezTo>
                <a:cubicBezTo>
                  <a:pt x="108893" y="149162"/>
                  <a:pt x="108798" y="149352"/>
                  <a:pt x="108988" y="149543"/>
                </a:cubicBezTo>
                <a:cubicBezTo>
                  <a:pt x="112498" y="156686"/>
                  <a:pt x="113731" y="163830"/>
                  <a:pt x="113731" y="170878"/>
                </a:cubicBezTo>
                <a:cubicBezTo>
                  <a:pt x="113731" y="179165"/>
                  <a:pt x="112593" y="186309"/>
                  <a:pt x="108988" y="19345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0" name="Graphic 78">
            <a:extLst>
              <a:ext uri="{FF2B5EF4-FFF2-40B4-BE49-F238E27FC236}">
                <a16:creationId xmlns:a16="http://schemas.microsoft.com/office/drawing/2014/main" id="{C1978A35-0347-E9B1-445C-FCD29D422F62}"/>
              </a:ext>
            </a:extLst>
          </p:cNvPr>
          <p:cNvSpPr/>
          <p:nvPr/>
        </p:nvSpPr>
        <p:spPr>
          <a:xfrm>
            <a:off x="10419955" y="845182"/>
            <a:ext cx="427480" cy="427990"/>
          </a:xfrm>
          <a:custGeom>
            <a:avLst/>
            <a:gdLst>
              <a:gd name="connsiteX0" fmla="*/ 269103 w 320229"/>
              <a:gd name="connsiteY0" fmla="*/ 51340 h 320611"/>
              <a:gd name="connsiteX1" fmla="*/ 275648 w 320229"/>
              <a:gd name="connsiteY1" fmla="*/ 54007 h 320611"/>
              <a:gd name="connsiteX2" fmla="*/ 291394 w 320229"/>
              <a:gd name="connsiteY2" fmla="*/ 54007 h 320611"/>
              <a:gd name="connsiteX3" fmla="*/ 271759 w 320229"/>
              <a:gd name="connsiteY3" fmla="*/ 73723 h 320611"/>
              <a:gd name="connsiteX4" fmla="*/ 246907 w 320229"/>
              <a:gd name="connsiteY4" fmla="*/ 73723 h 320611"/>
              <a:gd name="connsiteX5" fmla="*/ 246907 w 320229"/>
              <a:gd name="connsiteY5" fmla="*/ 48768 h 320611"/>
              <a:gd name="connsiteX6" fmla="*/ 266542 w 320229"/>
              <a:gd name="connsiteY6" fmla="*/ 29051 h 320611"/>
              <a:gd name="connsiteX7" fmla="*/ 266542 w 320229"/>
              <a:gd name="connsiteY7" fmla="*/ 44863 h 320611"/>
              <a:gd name="connsiteX8" fmla="*/ 269198 w 320229"/>
              <a:gd name="connsiteY8" fmla="*/ 51435 h 320611"/>
              <a:gd name="connsiteX9" fmla="*/ 160305 w 320229"/>
              <a:gd name="connsiteY9" fmla="*/ 146018 h 320611"/>
              <a:gd name="connsiteX10" fmla="*/ 145887 w 320229"/>
              <a:gd name="connsiteY10" fmla="*/ 160496 h 320611"/>
              <a:gd name="connsiteX11" fmla="*/ 160305 w 320229"/>
              <a:gd name="connsiteY11" fmla="*/ 174974 h 320611"/>
              <a:gd name="connsiteX12" fmla="*/ 174722 w 320229"/>
              <a:gd name="connsiteY12" fmla="*/ 160496 h 320611"/>
              <a:gd name="connsiteX13" fmla="*/ 173395 w 320229"/>
              <a:gd name="connsiteY13" fmla="*/ 157829 h 320611"/>
              <a:gd name="connsiteX14" fmla="*/ 241500 w 320229"/>
              <a:gd name="connsiteY14" fmla="*/ 89440 h 320611"/>
              <a:gd name="connsiteX15" fmla="*/ 275553 w 320229"/>
              <a:gd name="connsiteY15" fmla="*/ 89440 h 320611"/>
              <a:gd name="connsiteX16" fmla="*/ 280770 w 320229"/>
              <a:gd name="connsiteY16" fmla="*/ 88106 h 320611"/>
              <a:gd name="connsiteX17" fmla="*/ 317479 w 320229"/>
              <a:gd name="connsiteY17" fmla="*/ 51244 h 320611"/>
              <a:gd name="connsiteX18" fmla="*/ 318807 w 320229"/>
              <a:gd name="connsiteY18" fmla="*/ 42005 h 320611"/>
              <a:gd name="connsiteX19" fmla="*/ 310934 w 320229"/>
              <a:gd name="connsiteY19" fmla="*/ 36767 h 320611"/>
              <a:gd name="connsiteX20" fmla="*/ 283426 w 320229"/>
              <a:gd name="connsiteY20" fmla="*/ 36767 h 320611"/>
              <a:gd name="connsiteX21" fmla="*/ 283426 w 320229"/>
              <a:gd name="connsiteY21" fmla="*/ 9144 h 320611"/>
              <a:gd name="connsiteX22" fmla="*/ 278209 w 320229"/>
              <a:gd name="connsiteY22" fmla="*/ 1238 h 320611"/>
              <a:gd name="connsiteX23" fmla="*/ 269008 w 320229"/>
              <a:gd name="connsiteY23" fmla="*/ 2572 h 320611"/>
              <a:gd name="connsiteX24" fmla="*/ 232299 w 320229"/>
              <a:gd name="connsiteY24" fmla="*/ 39433 h 320611"/>
              <a:gd name="connsiteX25" fmla="*/ 229643 w 320229"/>
              <a:gd name="connsiteY25" fmla="*/ 44672 h 320611"/>
              <a:gd name="connsiteX26" fmla="*/ 229643 w 320229"/>
              <a:gd name="connsiteY26" fmla="*/ 77533 h 320611"/>
              <a:gd name="connsiteX27" fmla="*/ 161538 w 320229"/>
              <a:gd name="connsiteY27" fmla="*/ 145923 h 320611"/>
              <a:gd name="connsiteX28" fmla="*/ 160210 w 320229"/>
              <a:gd name="connsiteY28" fmla="*/ 145923 h 320611"/>
              <a:gd name="connsiteX29" fmla="*/ 209914 w 320229"/>
              <a:gd name="connsiteY29" fmla="*/ 69818 h 320611"/>
              <a:gd name="connsiteX30" fmla="*/ 206025 w 320229"/>
              <a:gd name="connsiteY30" fmla="*/ 59341 h 320611"/>
              <a:gd name="connsiteX31" fmla="*/ 204697 w 320229"/>
              <a:gd name="connsiteY31" fmla="*/ 59341 h 320611"/>
              <a:gd name="connsiteX32" fmla="*/ 160115 w 320229"/>
              <a:gd name="connsiteY32" fmla="*/ 48863 h 320611"/>
              <a:gd name="connsiteX33" fmla="*/ 48660 w 320229"/>
              <a:gd name="connsiteY33" fmla="*/ 160306 h 320611"/>
              <a:gd name="connsiteX34" fmla="*/ 160115 w 320229"/>
              <a:gd name="connsiteY34" fmla="*/ 271748 h 320611"/>
              <a:gd name="connsiteX35" fmla="*/ 271569 w 320229"/>
              <a:gd name="connsiteY35" fmla="*/ 160306 h 320611"/>
              <a:gd name="connsiteX36" fmla="*/ 261040 w 320229"/>
              <a:gd name="connsiteY36" fmla="*/ 114395 h 320611"/>
              <a:gd name="connsiteX37" fmla="*/ 255823 w 320229"/>
              <a:gd name="connsiteY37" fmla="*/ 110490 h 320611"/>
              <a:gd name="connsiteX38" fmla="*/ 250606 w 320229"/>
              <a:gd name="connsiteY38" fmla="*/ 110490 h 320611"/>
              <a:gd name="connsiteX39" fmla="*/ 245389 w 320229"/>
              <a:gd name="connsiteY39" fmla="*/ 115729 h 320611"/>
              <a:gd name="connsiteX40" fmla="*/ 246717 w 320229"/>
              <a:gd name="connsiteY40" fmla="*/ 120968 h 320611"/>
              <a:gd name="connsiteX41" fmla="*/ 254590 w 320229"/>
              <a:gd name="connsiteY41" fmla="*/ 160306 h 320611"/>
              <a:gd name="connsiteX42" fmla="*/ 160210 w 320229"/>
              <a:gd name="connsiteY42" fmla="*/ 256032 h 320611"/>
              <a:gd name="connsiteX43" fmla="*/ 64501 w 320229"/>
              <a:gd name="connsiteY43" fmla="*/ 160306 h 320611"/>
              <a:gd name="connsiteX44" fmla="*/ 160210 w 320229"/>
              <a:gd name="connsiteY44" fmla="*/ 65913 h 320611"/>
              <a:gd name="connsiteX45" fmla="*/ 198246 w 320229"/>
              <a:gd name="connsiteY45" fmla="*/ 73819 h 320611"/>
              <a:gd name="connsiteX46" fmla="*/ 210008 w 320229"/>
              <a:gd name="connsiteY46" fmla="*/ 69914 h 320611"/>
              <a:gd name="connsiteX47" fmla="*/ 160115 w 320229"/>
              <a:gd name="connsiteY47" fmla="*/ 114681 h 320611"/>
              <a:gd name="connsiteX48" fmla="*/ 169316 w 320229"/>
              <a:gd name="connsiteY48" fmla="*/ 116015 h 320611"/>
              <a:gd name="connsiteX49" fmla="*/ 179750 w 320229"/>
              <a:gd name="connsiteY49" fmla="*/ 109538 h 320611"/>
              <a:gd name="connsiteX50" fmla="*/ 173205 w 320229"/>
              <a:gd name="connsiteY50" fmla="*/ 100394 h 320611"/>
              <a:gd name="connsiteX51" fmla="*/ 160115 w 320229"/>
              <a:gd name="connsiteY51" fmla="*/ 97822 h 320611"/>
              <a:gd name="connsiteX52" fmla="*/ 97321 w 320229"/>
              <a:gd name="connsiteY52" fmla="*/ 160401 h 320611"/>
              <a:gd name="connsiteX53" fmla="*/ 160115 w 320229"/>
              <a:gd name="connsiteY53" fmla="*/ 222980 h 320611"/>
              <a:gd name="connsiteX54" fmla="*/ 222909 w 320229"/>
              <a:gd name="connsiteY54" fmla="*/ 160401 h 320611"/>
              <a:gd name="connsiteX55" fmla="*/ 220253 w 320229"/>
              <a:gd name="connsiteY55" fmla="*/ 147352 h 320611"/>
              <a:gd name="connsiteX56" fmla="*/ 217597 w 320229"/>
              <a:gd name="connsiteY56" fmla="*/ 142113 h 320611"/>
              <a:gd name="connsiteX57" fmla="*/ 211052 w 320229"/>
              <a:gd name="connsiteY57" fmla="*/ 140779 h 320611"/>
              <a:gd name="connsiteX58" fmla="*/ 205835 w 320229"/>
              <a:gd name="connsiteY58" fmla="*/ 144685 h 320611"/>
              <a:gd name="connsiteX59" fmla="*/ 204507 w 320229"/>
              <a:gd name="connsiteY59" fmla="*/ 149923 h 320611"/>
              <a:gd name="connsiteX60" fmla="*/ 205835 w 320229"/>
              <a:gd name="connsiteY60" fmla="*/ 160401 h 320611"/>
              <a:gd name="connsiteX61" fmla="*/ 160020 w 320229"/>
              <a:gd name="connsiteY61" fmla="*/ 207359 h 320611"/>
              <a:gd name="connsiteX62" fmla="*/ 112972 w 320229"/>
              <a:gd name="connsiteY62" fmla="*/ 160401 h 320611"/>
              <a:gd name="connsiteX63" fmla="*/ 160020 w 320229"/>
              <a:gd name="connsiteY63" fmla="*/ 114776 h 320611"/>
              <a:gd name="connsiteX64" fmla="*/ 307045 w 320229"/>
              <a:gd name="connsiteY64" fmla="*/ 97250 h 320611"/>
              <a:gd name="connsiteX65" fmla="*/ 301828 w 320229"/>
              <a:gd name="connsiteY65" fmla="*/ 92012 h 320611"/>
              <a:gd name="connsiteX66" fmla="*/ 295283 w 320229"/>
              <a:gd name="connsiteY66" fmla="*/ 92012 h 320611"/>
              <a:gd name="connsiteX67" fmla="*/ 291394 w 320229"/>
              <a:gd name="connsiteY67" fmla="*/ 103823 h 320611"/>
              <a:gd name="connsiteX68" fmla="*/ 303156 w 320229"/>
              <a:gd name="connsiteY68" fmla="*/ 160306 h 320611"/>
              <a:gd name="connsiteX69" fmla="*/ 160115 w 320229"/>
              <a:gd name="connsiteY69" fmla="*/ 304800 h 320611"/>
              <a:gd name="connsiteX70" fmla="*/ 15746 w 320229"/>
              <a:gd name="connsiteY70" fmla="*/ 160306 h 320611"/>
              <a:gd name="connsiteX71" fmla="*/ 160115 w 320229"/>
              <a:gd name="connsiteY71" fmla="*/ 17050 h 320611"/>
              <a:gd name="connsiteX72" fmla="*/ 216553 w 320229"/>
              <a:gd name="connsiteY72" fmla="*/ 28861 h 320611"/>
              <a:gd name="connsiteX73" fmla="*/ 223098 w 320229"/>
              <a:gd name="connsiteY73" fmla="*/ 28861 h 320611"/>
              <a:gd name="connsiteX74" fmla="*/ 226987 w 320229"/>
              <a:gd name="connsiteY74" fmla="*/ 24956 h 320611"/>
              <a:gd name="connsiteX75" fmla="*/ 228315 w 320229"/>
              <a:gd name="connsiteY75" fmla="*/ 18383 h 320611"/>
              <a:gd name="connsiteX76" fmla="*/ 223098 w 320229"/>
              <a:gd name="connsiteY76" fmla="*/ 13145 h 320611"/>
              <a:gd name="connsiteX77" fmla="*/ 160115 w 320229"/>
              <a:gd name="connsiteY77" fmla="*/ 0 h 320611"/>
              <a:gd name="connsiteX78" fmla="*/ 0 w 320229"/>
              <a:gd name="connsiteY78" fmla="*/ 160306 h 320611"/>
              <a:gd name="connsiteX79" fmla="*/ 160115 w 320229"/>
              <a:gd name="connsiteY79" fmla="*/ 320612 h 320611"/>
              <a:gd name="connsiteX80" fmla="*/ 320230 w 320229"/>
              <a:gd name="connsiteY80" fmla="*/ 160306 h 320611"/>
              <a:gd name="connsiteX81" fmla="*/ 307140 w 320229"/>
              <a:gd name="connsiteY81" fmla="*/ 97250 h 320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20229" h="320611">
                <a:moveTo>
                  <a:pt x="269103" y="51340"/>
                </a:moveTo>
                <a:cubicBezTo>
                  <a:pt x="270431" y="52673"/>
                  <a:pt x="272992" y="54007"/>
                  <a:pt x="275648" y="54007"/>
                </a:cubicBezTo>
                <a:lnTo>
                  <a:pt x="291394" y="54007"/>
                </a:lnTo>
                <a:lnTo>
                  <a:pt x="271759" y="73723"/>
                </a:lnTo>
                <a:lnTo>
                  <a:pt x="246907" y="73723"/>
                </a:lnTo>
                <a:lnTo>
                  <a:pt x="246907" y="48768"/>
                </a:lnTo>
                <a:lnTo>
                  <a:pt x="266542" y="29051"/>
                </a:lnTo>
                <a:lnTo>
                  <a:pt x="266542" y="44863"/>
                </a:lnTo>
                <a:cubicBezTo>
                  <a:pt x="266542" y="47530"/>
                  <a:pt x="267870" y="50102"/>
                  <a:pt x="269198" y="51435"/>
                </a:cubicBezTo>
                <a:close/>
                <a:moveTo>
                  <a:pt x="160305" y="146018"/>
                </a:moveTo>
                <a:cubicBezTo>
                  <a:pt x="152432" y="146018"/>
                  <a:pt x="145887" y="152591"/>
                  <a:pt x="145887" y="160496"/>
                </a:cubicBezTo>
                <a:cubicBezTo>
                  <a:pt x="145887" y="168402"/>
                  <a:pt x="152432" y="174974"/>
                  <a:pt x="160305" y="174974"/>
                </a:cubicBezTo>
                <a:cubicBezTo>
                  <a:pt x="168177" y="174974"/>
                  <a:pt x="174722" y="168402"/>
                  <a:pt x="174722" y="160496"/>
                </a:cubicBezTo>
                <a:cubicBezTo>
                  <a:pt x="174722" y="160496"/>
                  <a:pt x="174722" y="159163"/>
                  <a:pt x="173395" y="157829"/>
                </a:cubicBezTo>
                <a:lnTo>
                  <a:pt x="241500" y="89440"/>
                </a:lnTo>
                <a:lnTo>
                  <a:pt x="275553" y="89440"/>
                </a:lnTo>
                <a:cubicBezTo>
                  <a:pt x="276881" y="89440"/>
                  <a:pt x="279442" y="89440"/>
                  <a:pt x="280770" y="88106"/>
                </a:cubicBezTo>
                <a:lnTo>
                  <a:pt x="317479" y="51244"/>
                </a:lnTo>
                <a:cubicBezTo>
                  <a:pt x="320135" y="48577"/>
                  <a:pt x="320135" y="44672"/>
                  <a:pt x="318807" y="42005"/>
                </a:cubicBezTo>
                <a:cubicBezTo>
                  <a:pt x="317479" y="39338"/>
                  <a:pt x="314918" y="36767"/>
                  <a:pt x="310934" y="36767"/>
                </a:cubicBezTo>
                <a:lnTo>
                  <a:pt x="283426" y="36767"/>
                </a:lnTo>
                <a:lnTo>
                  <a:pt x="283426" y="9144"/>
                </a:lnTo>
                <a:cubicBezTo>
                  <a:pt x="283426" y="5239"/>
                  <a:pt x="280770" y="2572"/>
                  <a:pt x="278209" y="1238"/>
                </a:cubicBezTo>
                <a:cubicBezTo>
                  <a:pt x="275553" y="-95"/>
                  <a:pt x="271664" y="-95"/>
                  <a:pt x="269008" y="2572"/>
                </a:cubicBezTo>
                <a:lnTo>
                  <a:pt x="232299" y="39433"/>
                </a:lnTo>
                <a:cubicBezTo>
                  <a:pt x="230971" y="40767"/>
                  <a:pt x="229643" y="43339"/>
                  <a:pt x="229643" y="44672"/>
                </a:cubicBezTo>
                <a:lnTo>
                  <a:pt x="229643" y="77533"/>
                </a:lnTo>
                <a:lnTo>
                  <a:pt x="161538" y="145923"/>
                </a:lnTo>
                <a:lnTo>
                  <a:pt x="160210" y="145923"/>
                </a:lnTo>
                <a:close/>
                <a:moveTo>
                  <a:pt x="209914" y="69818"/>
                </a:moveTo>
                <a:cubicBezTo>
                  <a:pt x="211242" y="65913"/>
                  <a:pt x="209914" y="60674"/>
                  <a:pt x="206025" y="59341"/>
                </a:cubicBezTo>
                <a:lnTo>
                  <a:pt x="204697" y="59341"/>
                </a:lnTo>
                <a:cubicBezTo>
                  <a:pt x="190279" y="52769"/>
                  <a:pt x="175861" y="48863"/>
                  <a:pt x="160115" y="48863"/>
                </a:cubicBezTo>
                <a:cubicBezTo>
                  <a:pt x="98459" y="48863"/>
                  <a:pt x="48660" y="98679"/>
                  <a:pt x="48660" y="160306"/>
                </a:cubicBezTo>
                <a:cubicBezTo>
                  <a:pt x="48660" y="221933"/>
                  <a:pt x="98459" y="271748"/>
                  <a:pt x="160115" y="271748"/>
                </a:cubicBezTo>
                <a:cubicBezTo>
                  <a:pt x="221770" y="271748"/>
                  <a:pt x="271569" y="221933"/>
                  <a:pt x="271569" y="160306"/>
                </a:cubicBezTo>
                <a:cubicBezTo>
                  <a:pt x="271569" y="144590"/>
                  <a:pt x="267680" y="128873"/>
                  <a:pt x="261040" y="114395"/>
                </a:cubicBezTo>
                <a:cubicBezTo>
                  <a:pt x="259712" y="113062"/>
                  <a:pt x="258384" y="111728"/>
                  <a:pt x="255823" y="110490"/>
                </a:cubicBezTo>
                <a:cubicBezTo>
                  <a:pt x="254495" y="109156"/>
                  <a:pt x="251934" y="109156"/>
                  <a:pt x="250606" y="110490"/>
                </a:cubicBezTo>
                <a:cubicBezTo>
                  <a:pt x="247950" y="111823"/>
                  <a:pt x="246717" y="113157"/>
                  <a:pt x="245389" y="115729"/>
                </a:cubicBezTo>
                <a:cubicBezTo>
                  <a:pt x="245389" y="117062"/>
                  <a:pt x="245389" y="119634"/>
                  <a:pt x="246717" y="120968"/>
                </a:cubicBezTo>
                <a:cubicBezTo>
                  <a:pt x="251934" y="134112"/>
                  <a:pt x="254590" y="147161"/>
                  <a:pt x="254590" y="160306"/>
                </a:cubicBezTo>
                <a:cubicBezTo>
                  <a:pt x="254590" y="212789"/>
                  <a:pt x="211336" y="256032"/>
                  <a:pt x="160210" y="256032"/>
                </a:cubicBezTo>
                <a:cubicBezTo>
                  <a:pt x="109083" y="256032"/>
                  <a:pt x="64501" y="212789"/>
                  <a:pt x="64501" y="160306"/>
                </a:cubicBezTo>
                <a:cubicBezTo>
                  <a:pt x="64501" y="107823"/>
                  <a:pt x="107755" y="65913"/>
                  <a:pt x="160210" y="65913"/>
                </a:cubicBezTo>
                <a:cubicBezTo>
                  <a:pt x="173300" y="65913"/>
                  <a:pt x="186390" y="68580"/>
                  <a:pt x="198246" y="73819"/>
                </a:cubicBezTo>
                <a:cubicBezTo>
                  <a:pt x="203463" y="76486"/>
                  <a:pt x="207447" y="73819"/>
                  <a:pt x="210008" y="69914"/>
                </a:cubicBezTo>
                <a:close/>
                <a:moveTo>
                  <a:pt x="160115" y="114681"/>
                </a:moveTo>
                <a:cubicBezTo>
                  <a:pt x="162771" y="114681"/>
                  <a:pt x="166660" y="114681"/>
                  <a:pt x="169316" y="116015"/>
                </a:cubicBezTo>
                <a:cubicBezTo>
                  <a:pt x="174533" y="117348"/>
                  <a:pt x="178517" y="113443"/>
                  <a:pt x="179750" y="109538"/>
                </a:cubicBezTo>
                <a:cubicBezTo>
                  <a:pt x="181078" y="105632"/>
                  <a:pt x="178422" y="100394"/>
                  <a:pt x="173205" y="100394"/>
                </a:cubicBezTo>
                <a:cubicBezTo>
                  <a:pt x="169316" y="99060"/>
                  <a:pt x="164004" y="97822"/>
                  <a:pt x="160115" y="97822"/>
                </a:cubicBezTo>
                <a:cubicBezTo>
                  <a:pt x="124829" y="97822"/>
                  <a:pt x="97321" y="126492"/>
                  <a:pt x="97321" y="160401"/>
                </a:cubicBezTo>
                <a:cubicBezTo>
                  <a:pt x="97321" y="194310"/>
                  <a:pt x="124829" y="222980"/>
                  <a:pt x="160115" y="222980"/>
                </a:cubicBezTo>
                <a:cubicBezTo>
                  <a:pt x="195401" y="222980"/>
                  <a:pt x="222909" y="195548"/>
                  <a:pt x="222909" y="160401"/>
                </a:cubicBezTo>
                <a:cubicBezTo>
                  <a:pt x="222909" y="156496"/>
                  <a:pt x="221581" y="151257"/>
                  <a:pt x="220253" y="147352"/>
                </a:cubicBezTo>
                <a:cubicBezTo>
                  <a:pt x="220253" y="144780"/>
                  <a:pt x="218925" y="143446"/>
                  <a:pt x="217597" y="142113"/>
                </a:cubicBezTo>
                <a:cubicBezTo>
                  <a:pt x="214941" y="140779"/>
                  <a:pt x="212380" y="139541"/>
                  <a:pt x="211052" y="140779"/>
                </a:cubicBezTo>
                <a:cubicBezTo>
                  <a:pt x="208396" y="140779"/>
                  <a:pt x="207163" y="142113"/>
                  <a:pt x="205835" y="144685"/>
                </a:cubicBezTo>
                <a:cubicBezTo>
                  <a:pt x="204507" y="146018"/>
                  <a:pt x="204507" y="148590"/>
                  <a:pt x="204507" y="149923"/>
                </a:cubicBezTo>
                <a:cubicBezTo>
                  <a:pt x="205835" y="153829"/>
                  <a:pt x="205835" y="157734"/>
                  <a:pt x="205835" y="160401"/>
                </a:cubicBezTo>
                <a:cubicBezTo>
                  <a:pt x="205835" y="186500"/>
                  <a:pt x="184872" y="207359"/>
                  <a:pt x="160020" y="207359"/>
                </a:cubicBezTo>
                <a:cubicBezTo>
                  <a:pt x="133840" y="207359"/>
                  <a:pt x="112972" y="186500"/>
                  <a:pt x="112972" y="160401"/>
                </a:cubicBezTo>
                <a:cubicBezTo>
                  <a:pt x="112972" y="134302"/>
                  <a:pt x="133935" y="114776"/>
                  <a:pt x="160020" y="114776"/>
                </a:cubicBezTo>
                <a:close/>
                <a:moveTo>
                  <a:pt x="307045" y="97250"/>
                </a:moveTo>
                <a:cubicBezTo>
                  <a:pt x="305717" y="94583"/>
                  <a:pt x="304389" y="93345"/>
                  <a:pt x="301828" y="92012"/>
                </a:cubicBezTo>
                <a:lnTo>
                  <a:pt x="295283" y="92012"/>
                </a:lnTo>
                <a:cubicBezTo>
                  <a:pt x="291394" y="94679"/>
                  <a:pt x="290066" y="99917"/>
                  <a:pt x="291394" y="103823"/>
                </a:cubicBezTo>
                <a:cubicBezTo>
                  <a:pt x="299267" y="122206"/>
                  <a:pt x="303156" y="140589"/>
                  <a:pt x="303156" y="160306"/>
                </a:cubicBezTo>
                <a:cubicBezTo>
                  <a:pt x="303156" y="239173"/>
                  <a:pt x="238844" y="304800"/>
                  <a:pt x="160115" y="304800"/>
                </a:cubicBezTo>
                <a:cubicBezTo>
                  <a:pt x="81385" y="304800"/>
                  <a:pt x="15746" y="239077"/>
                  <a:pt x="15746" y="160306"/>
                </a:cubicBezTo>
                <a:cubicBezTo>
                  <a:pt x="15746" y="81534"/>
                  <a:pt x="80057" y="17050"/>
                  <a:pt x="160115" y="17050"/>
                </a:cubicBezTo>
                <a:cubicBezTo>
                  <a:pt x="179750" y="17050"/>
                  <a:pt x="198152" y="20955"/>
                  <a:pt x="216553" y="28861"/>
                </a:cubicBezTo>
                <a:cubicBezTo>
                  <a:pt x="219209" y="30194"/>
                  <a:pt x="220442" y="30194"/>
                  <a:pt x="223098" y="28861"/>
                </a:cubicBezTo>
                <a:cubicBezTo>
                  <a:pt x="225754" y="27527"/>
                  <a:pt x="226987" y="26194"/>
                  <a:pt x="226987" y="24956"/>
                </a:cubicBezTo>
                <a:cubicBezTo>
                  <a:pt x="228315" y="22289"/>
                  <a:pt x="228315" y="19717"/>
                  <a:pt x="228315" y="18383"/>
                </a:cubicBezTo>
                <a:cubicBezTo>
                  <a:pt x="226987" y="15716"/>
                  <a:pt x="225660" y="14478"/>
                  <a:pt x="223098" y="13145"/>
                </a:cubicBezTo>
                <a:cubicBezTo>
                  <a:pt x="203463" y="5239"/>
                  <a:pt x="181078" y="0"/>
                  <a:pt x="160115" y="0"/>
                </a:cubicBezTo>
                <a:cubicBezTo>
                  <a:pt x="70857" y="0"/>
                  <a:pt x="0" y="72295"/>
                  <a:pt x="0" y="160306"/>
                </a:cubicBezTo>
                <a:cubicBezTo>
                  <a:pt x="0" y="248317"/>
                  <a:pt x="70857" y="320612"/>
                  <a:pt x="160115" y="320612"/>
                </a:cubicBezTo>
                <a:cubicBezTo>
                  <a:pt x="249373" y="320612"/>
                  <a:pt x="320230" y="248317"/>
                  <a:pt x="320230" y="160306"/>
                </a:cubicBezTo>
                <a:cubicBezTo>
                  <a:pt x="320230" y="137922"/>
                  <a:pt x="315013" y="116967"/>
                  <a:pt x="307140" y="9725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1" name="Graphic 78">
            <a:extLst>
              <a:ext uri="{FF2B5EF4-FFF2-40B4-BE49-F238E27FC236}">
                <a16:creationId xmlns:a16="http://schemas.microsoft.com/office/drawing/2014/main" id="{68C53A79-A291-B787-6CF2-7134CFAFFE63}"/>
              </a:ext>
            </a:extLst>
          </p:cNvPr>
          <p:cNvSpPr/>
          <p:nvPr/>
        </p:nvSpPr>
        <p:spPr>
          <a:xfrm>
            <a:off x="11181955" y="845182"/>
            <a:ext cx="427480" cy="427990"/>
          </a:xfrm>
          <a:custGeom>
            <a:avLst/>
            <a:gdLst>
              <a:gd name="connsiteX0" fmla="*/ 269103 w 320229"/>
              <a:gd name="connsiteY0" fmla="*/ 51340 h 320611"/>
              <a:gd name="connsiteX1" fmla="*/ 275648 w 320229"/>
              <a:gd name="connsiteY1" fmla="*/ 54007 h 320611"/>
              <a:gd name="connsiteX2" fmla="*/ 291394 w 320229"/>
              <a:gd name="connsiteY2" fmla="*/ 54007 h 320611"/>
              <a:gd name="connsiteX3" fmla="*/ 271759 w 320229"/>
              <a:gd name="connsiteY3" fmla="*/ 73723 h 320611"/>
              <a:gd name="connsiteX4" fmla="*/ 246907 w 320229"/>
              <a:gd name="connsiteY4" fmla="*/ 73723 h 320611"/>
              <a:gd name="connsiteX5" fmla="*/ 246907 w 320229"/>
              <a:gd name="connsiteY5" fmla="*/ 48768 h 320611"/>
              <a:gd name="connsiteX6" fmla="*/ 266542 w 320229"/>
              <a:gd name="connsiteY6" fmla="*/ 29051 h 320611"/>
              <a:gd name="connsiteX7" fmla="*/ 266542 w 320229"/>
              <a:gd name="connsiteY7" fmla="*/ 44863 h 320611"/>
              <a:gd name="connsiteX8" fmla="*/ 269198 w 320229"/>
              <a:gd name="connsiteY8" fmla="*/ 51435 h 320611"/>
              <a:gd name="connsiteX9" fmla="*/ 160305 w 320229"/>
              <a:gd name="connsiteY9" fmla="*/ 146018 h 320611"/>
              <a:gd name="connsiteX10" fmla="*/ 145887 w 320229"/>
              <a:gd name="connsiteY10" fmla="*/ 160496 h 320611"/>
              <a:gd name="connsiteX11" fmla="*/ 160305 w 320229"/>
              <a:gd name="connsiteY11" fmla="*/ 174974 h 320611"/>
              <a:gd name="connsiteX12" fmla="*/ 174722 w 320229"/>
              <a:gd name="connsiteY12" fmla="*/ 160496 h 320611"/>
              <a:gd name="connsiteX13" fmla="*/ 173395 w 320229"/>
              <a:gd name="connsiteY13" fmla="*/ 157829 h 320611"/>
              <a:gd name="connsiteX14" fmla="*/ 241500 w 320229"/>
              <a:gd name="connsiteY14" fmla="*/ 89440 h 320611"/>
              <a:gd name="connsiteX15" fmla="*/ 275553 w 320229"/>
              <a:gd name="connsiteY15" fmla="*/ 89440 h 320611"/>
              <a:gd name="connsiteX16" fmla="*/ 280770 w 320229"/>
              <a:gd name="connsiteY16" fmla="*/ 88106 h 320611"/>
              <a:gd name="connsiteX17" fmla="*/ 317479 w 320229"/>
              <a:gd name="connsiteY17" fmla="*/ 51244 h 320611"/>
              <a:gd name="connsiteX18" fmla="*/ 318807 w 320229"/>
              <a:gd name="connsiteY18" fmla="*/ 42005 h 320611"/>
              <a:gd name="connsiteX19" fmla="*/ 310934 w 320229"/>
              <a:gd name="connsiteY19" fmla="*/ 36767 h 320611"/>
              <a:gd name="connsiteX20" fmla="*/ 283426 w 320229"/>
              <a:gd name="connsiteY20" fmla="*/ 36767 h 320611"/>
              <a:gd name="connsiteX21" fmla="*/ 283426 w 320229"/>
              <a:gd name="connsiteY21" fmla="*/ 9144 h 320611"/>
              <a:gd name="connsiteX22" fmla="*/ 278209 w 320229"/>
              <a:gd name="connsiteY22" fmla="*/ 1238 h 320611"/>
              <a:gd name="connsiteX23" fmla="*/ 269008 w 320229"/>
              <a:gd name="connsiteY23" fmla="*/ 2572 h 320611"/>
              <a:gd name="connsiteX24" fmla="*/ 232299 w 320229"/>
              <a:gd name="connsiteY24" fmla="*/ 39433 h 320611"/>
              <a:gd name="connsiteX25" fmla="*/ 229643 w 320229"/>
              <a:gd name="connsiteY25" fmla="*/ 44672 h 320611"/>
              <a:gd name="connsiteX26" fmla="*/ 229643 w 320229"/>
              <a:gd name="connsiteY26" fmla="*/ 77533 h 320611"/>
              <a:gd name="connsiteX27" fmla="*/ 161538 w 320229"/>
              <a:gd name="connsiteY27" fmla="*/ 145923 h 320611"/>
              <a:gd name="connsiteX28" fmla="*/ 160210 w 320229"/>
              <a:gd name="connsiteY28" fmla="*/ 145923 h 320611"/>
              <a:gd name="connsiteX29" fmla="*/ 209914 w 320229"/>
              <a:gd name="connsiteY29" fmla="*/ 69818 h 320611"/>
              <a:gd name="connsiteX30" fmla="*/ 206025 w 320229"/>
              <a:gd name="connsiteY30" fmla="*/ 59341 h 320611"/>
              <a:gd name="connsiteX31" fmla="*/ 204697 w 320229"/>
              <a:gd name="connsiteY31" fmla="*/ 59341 h 320611"/>
              <a:gd name="connsiteX32" fmla="*/ 160115 w 320229"/>
              <a:gd name="connsiteY32" fmla="*/ 48863 h 320611"/>
              <a:gd name="connsiteX33" fmla="*/ 48660 w 320229"/>
              <a:gd name="connsiteY33" fmla="*/ 160306 h 320611"/>
              <a:gd name="connsiteX34" fmla="*/ 160115 w 320229"/>
              <a:gd name="connsiteY34" fmla="*/ 271748 h 320611"/>
              <a:gd name="connsiteX35" fmla="*/ 271569 w 320229"/>
              <a:gd name="connsiteY35" fmla="*/ 160306 h 320611"/>
              <a:gd name="connsiteX36" fmla="*/ 261040 w 320229"/>
              <a:gd name="connsiteY36" fmla="*/ 114395 h 320611"/>
              <a:gd name="connsiteX37" fmla="*/ 255823 w 320229"/>
              <a:gd name="connsiteY37" fmla="*/ 110490 h 320611"/>
              <a:gd name="connsiteX38" fmla="*/ 250606 w 320229"/>
              <a:gd name="connsiteY38" fmla="*/ 110490 h 320611"/>
              <a:gd name="connsiteX39" fmla="*/ 245389 w 320229"/>
              <a:gd name="connsiteY39" fmla="*/ 115729 h 320611"/>
              <a:gd name="connsiteX40" fmla="*/ 246717 w 320229"/>
              <a:gd name="connsiteY40" fmla="*/ 120968 h 320611"/>
              <a:gd name="connsiteX41" fmla="*/ 254590 w 320229"/>
              <a:gd name="connsiteY41" fmla="*/ 160306 h 320611"/>
              <a:gd name="connsiteX42" fmla="*/ 160210 w 320229"/>
              <a:gd name="connsiteY42" fmla="*/ 256032 h 320611"/>
              <a:gd name="connsiteX43" fmla="*/ 64501 w 320229"/>
              <a:gd name="connsiteY43" fmla="*/ 160306 h 320611"/>
              <a:gd name="connsiteX44" fmla="*/ 160210 w 320229"/>
              <a:gd name="connsiteY44" fmla="*/ 65913 h 320611"/>
              <a:gd name="connsiteX45" fmla="*/ 198246 w 320229"/>
              <a:gd name="connsiteY45" fmla="*/ 73819 h 320611"/>
              <a:gd name="connsiteX46" fmla="*/ 210008 w 320229"/>
              <a:gd name="connsiteY46" fmla="*/ 69914 h 320611"/>
              <a:gd name="connsiteX47" fmla="*/ 160115 w 320229"/>
              <a:gd name="connsiteY47" fmla="*/ 114681 h 320611"/>
              <a:gd name="connsiteX48" fmla="*/ 169316 w 320229"/>
              <a:gd name="connsiteY48" fmla="*/ 116015 h 320611"/>
              <a:gd name="connsiteX49" fmla="*/ 179750 w 320229"/>
              <a:gd name="connsiteY49" fmla="*/ 109538 h 320611"/>
              <a:gd name="connsiteX50" fmla="*/ 173205 w 320229"/>
              <a:gd name="connsiteY50" fmla="*/ 100394 h 320611"/>
              <a:gd name="connsiteX51" fmla="*/ 160115 w 320229"/>
              <a:gd name="connsiteY51" fmla="*/ 97822 h 320611"/>
              <a:gd name="connsiteX52" fmla="*/ 97321 w 320229"/>
              <a:gd name="connsiteY52" fmla="*/ 160401 h 320611"/>
              <a:gd name="connsiteX53" fmla="*/ 160115 w 320229"/>
              <a:gd name="connsiteY53" fmla="*/ 222980 h 320611"/>
              <a:gd name="connsiteX54" fmla="*/ 222909 w 320229"/>
              <a:gd name="connsiteY54" fmla="*/ 160401 h 320611"/>
              <a:gd name="connsiteX55" fmla="*/ 220253 w 320229"/>
              <a:gd name="connsiteY55" fmla="*/ 147352 h 320611"/>
              <a:gd name="connsiteX56" fmla="*/ 217597 w 320229"/>
              <a:gd name="connsiteY56" fmla="*/ 142113 h 320611"/>
              <a:gd name="connsiteX57" fmla="*/ 211052 w 320229"/>
              <a:gd name="connsiteY57" fmla="*/ 140779 h 320611"/>
              <a:gd name="connsiteX58" fmla="*/ 205835 w 320229"/>
              <a:gd name="connsiteY58" fmla="*/ 144685 h 320611"/>
              <a:gd name="connsiteX59" fmla="*/ 204507 w 320229"/>
              <a:gd name="connsiteY59" fmla="*/ 149923 h 320611"/>
              <a:gd name="connsiteX60" fmla="*/ 205835 w 320229"/>
              <a:gd name="connsiteY60" fmla="*/ 160401 h 320611"/>
              <a:gd name="connsiteX61" fmla="*/ 160020 w 320229"/>
              <a:gd name="connsiteY61" fmla="*/ 207359 h 320611"/>
              <a:gd name="connsiteX62" fmla="*/ 112972 w 320229"/>
              <a:gd name="connsiteY62" fmla="*/ 160401 h 320611"/>
              <a:gd name="connsiteX63" fmla="*/ 160020 w 320229"/>
              <a:gd name="connsiteY63" fmla="*/ 114776 h 320611"/>
              <a:gd name="connsiteX64" fmla="*/ 307045 w 320229"/>
              <a:gd name="connsiteY64" fmla="*/ 97250 h 320611"/>
              <a:gd name="connsiteX65" fmla="*/ 301828 w 320229"/>
              <a:gd name="connsiteY65" fmla="*/ 92012 h 320611"/>
              <a:gd name="connsiteX66" fmla="*/ 295283 w 320229"/>
              <a:gd name="connsiteY66" fmla="*/ 92012 h 320611"/>
              <a:gd name="connsiteX67" fmla="*/ 291394 w 320229"/>
              <a:gd name="connsiteY67" fmla="*/ 103823 h 320611"/>
              <a:gd name="connsiteX68" fmla="*/ 303156 w 320229"/>
              <a:gd name="connsiteY68" fmla="*/ 160306 h 320611"/>
              <a:gd name="connsiteX69" fmla="*/ 160115 w 320229"/>
              <a:gd name="connsiteY69" fmla="*/ 304800 h 320611"/>
              <a:gd name="connsiteX70" fmla="*/ 15746 w 320229"/>
              <a:gd name="connsiteY70" fmla="*/ 160306 h 320611"/>
              <a:gd name="connsiteX71" fmla="*/ 160115 w 320229"/>
              <a:gd name="connsiteY71" fmla="*/ 17050 h 320611"/>
              <a:gd name="connsiteX72" fmla="*/ 216553 w 320229"/>
              <a:gd name="connsiteY72" fmla="*/ 28861 h 320611"/>
              <a:gd name="connsiteX73" fmla="*/ 223098 w 320229"/>
              <a:gd name="connsiteY73" fmla="*/ 28861 h 320611"/>
              <a:gd name="connsiteX74" fmla="*/ 226987 w 320229"/>
              <a:gd name="connsiteY74" fmla="*/ 24956 h 320611"/>
              <a:gd name="connsiteX75" fmla="*/ 228315 w 320229"/>
              <a:gd name="connsiteY75" fmla="*/ 18383 h 320611"/>
              <a:gd name="connsiteX76" fmla="*/ 223098 w 320229"/>
              <a:gd name="connsiteY76" fmla="*/ 13145 h 320611"/>
              <a:gd name="connsiteX77" fmla="*/ 160115 w 320229"/>
              <a:gd name="connsiteY77" fmla="*/ 0 h 320611"/>
              <a:gd name="connsiteX78" fmla="*/ 0 w 320229"/>
              <a:gd name="connsiteY78" fmla="*/ 160306 h 320611"/>
              <a:gd name="connsiteX79" fmla="*/ 160115 w 320229"/>
              <a:gd name="connsiteY79" fmla="*/ 320612 h 320611"/>
              <a:gd name="connsiteX80" fmla="*/ 320230 w 320229"/>
              <a:gd name="connsiteY80" fmla="*/ 160306 h 320611"/>
              <a:gd name="connsiteX81" fmla="*/ 307140 w 320229"/>
              <a:gd name="connsiteY81" fmla="*/ 97250 h 320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20229" h="320611">
                <a:moveTo>
                  <a:pt x="269103" y="51340"/>
                </a:moveTo>
                <a:cubicBezTo>
                  <a:pt x="270431" y="52673"/>
                  <a:pt x="272992" y="54007"/>
                  <a:pt x="275648" y="54007"/>
                </a:cubicBezTo>
                <a:lnTo>
                  <a:pt x="291394" y="54007"/>
                </a:lnTo>
                <a:lnTo>
                  <a:pt x="271759" y="73723"/>
                </a:lnTo>
                <a:lnTo>
                  <a:pt x="246907" y="73723"/>
                </a:lnTo>
                <a:lnTo>
                  <a:pt x="246907" y="48768"/>
                </a:lnTo>
                <a:lnTo>
                  <a:pt x="266542" y="29051"/>
                </a:lnTo>
                <a:lnTo>
                  <a:pt x="266542" y="44863"/>
                </a:lnTo>
                <a:cubicBezTo>
                  <a:pt x="266542" y="47530"/>
                  <a:pt x="267870" y="50102"/>
                  <a:pt x="269198" y="51435"/>
                </a:cubicBezTo>
                <a:close/>
                <a:moveTo>
                  <a:pt x="160305" y="146018"/>
                </a:moveTo>
                <a:cubicBezTo>
                  <a:pt x="152432" y="146018"/>
                  <a:pt x="145887" y="152591"/>
                  <a:pt x="145887" y="160496"/>
                </a:cubicBezTo>
                <a:cubicBezTo>
                  <a:pt x="145887" y="168402"/>
                  <a:pt x="152432" y="174974"/>
                  <a:pt x="160305" y="174974"/>
                </a:cubicBezTo>
                <a:cubicBezTo>
                  <a:pt x="168177" y="174974"/>
                  <a:pt x="174722" y="168402"/>
                  <a:pt x="174722" y="160496"/>
                </a:cubicBezTo>
                <a:cubicBezTo>
                  <a:pt x="174722" y="160496"/>
                  <a:pt x="174722" y="159163"/>
                  <a:pt x="173395" y="157829"/>
                </a:cubicBezTo>
                <a:lnTo>
                  <a:pt x="241500" y="89440"/>
                </a:lnTo>
                <a:lnTo>
                  <a:pt x="275553" y="89440"/>
                </a:lnTo>
                <a:cubicBezTo>
                  <a:pt x="276881" y="89440"/>
                  <a:pt x="279442" y="89440"/>
                  <a:pt x="280770" y="88106"/>
                </a:cubicBezTo>
                <a:lnTo>
                  <a:pt x="317479" y="51244"/>
                </a:lnTo>
                <a:cubicBezTo>
                  <a:pt x="320135" y="48577"/>
                  <a:pt x="320135" y="44672"/>
                  <a:pt x="318807" y="42005"/>
                </a:cubicBezTo>
                <a:cubicBezTo>
                  <a:pt x="317479" y="39338"/>
                  <a:pt x="314918" y="36767"/>
                  <a:pt x="310934" y="36767"/>
                </a:cubicBezTo>
                <a:lnTo>
                  <a:pt x="283426" y="36767"/>
                </a:lnTo>
                <a:lnTo>
                  <a:pt x="283426" y="9144"/>
                </a:lnTo>
                <a:cubicBezTo>
                  <a:pt x="283426" y="5239"/>
                  <a:pt x="280770" y="2572"/>
                  <a:pt x="278209" y="1238"/>
                </a:cubicBezTo>
                <a:cubicBezTo>
                  <a:pt x="275553" y="-95"/>
                  <a:pt x="271664" y="-95"/>
                  <a:pt x="269008" y="2572"/>
                </a:cubicBezTo>
                <a:lnTo>
                  <a:pt x="232299" y="39433"/>
                </a:lnTo>
                <a:cubicBezTo>
                  <a:pt x="230971" y="40767"/>
                  <a:pt x="229643" y="43339"/>
                  <a:pt x="229643" y="44672"/>
                </a:cubicBezTo>
                <a:lnTo>
                  <a:pt x="229643" y="77533"/>
                </a:lnTo>
                <a:lnTo>
                  <a:pt x="161538" y="145923"/>
                </a:lnTo>
                <a:lnTo>
                  <a:pt x="160210" y="145923"/>
                </a:lnTo>
                <a:close/>
                <a:moveTo>
                  <a:pt x="209914" y="69818"/>
                </a:moveTo>
                <a:cubicBezTo>
                  <a:pt x="211242" y="65913"/>
                  <a:pt x="209914" y="60674"/>
                  <a:pt x="206025" y="59341"/>
                </a:cubicBezTo>
                <a:lnTo>
                  <a:pt x="204697" y="59341"/>
                </a:lnTo>
                <a:cubicBezTo>
                  <a:pt x="190279" y="52769"/>
                  <a:pt x="175861" y="48863"/>
                  <a:pt x="160115" y="48863"/>
                </a:cubicBezTo>
                <a:cubicBezTo>
                  <a:pt x="98459" y="48863"/>
                  <a:pt x="48660" y="98679"/>
                  <a:pt x="48660" y="160306"/>
                </a:cubicBezTo>
                <a:cubicBezTo>
                  <a:pt x="48660" y="221933"/>
                  <a:pt x="98459" y="271748"/>
                  <a:pt x="160115" y="271748"/>
                </a:cubicBezTo>
                <a:cubicBezTo>
                  <a:pt x="221770" y="271748"/>
                  <a:pt x="271569" y="221933"/>
                  <a:pt x="271569" y="160306"/>
                </a:cubicBezTo>
                <a:cubicBezTo>
                  <a:pt x="271569" y="144590"/>
                  <a:pt x="267680" y="128873"/>
                  <a:pt x="261040" y="114395"/>
                </a:cubicBezTo>
                <a:cubicBezTo>
                  <a:pt x="259712" y="113062"/>
                  <a:pt x="258384" y="111728"/>
                  <a:pt x="255823" y="110490"/>
                </a:cubicBezTo>
                <a:cubicBezTo>
                  <a:pt x="254495" y="109156"/>
                  <a:pt x="251934" y="109156"/>
                  <a:pt x="250606" y="110490"/>
                </a:cubicBezTo>
                <a:cubicBezTo>
                  <a:pt x="247950" y="111823"/>
                  <a:pt x="246717" y="113157"/>
                  <a:pt x="245389" y="115729"/>
                </a:cubicBezTo>
                <a:cubicBezTo>
                  <a:pt x="245389" y="117062"/>
                  <a:pt x="245389" y="119634"/>
                  <a:pt x="246717" y="120968"/>
                </a:cubicBezTo>
                <a:cubicBezTo>
                  <a:pt x="251934" y="134112"/>
                  <a:pt x="254590" y="147161"/>
                  <a:pt x="254590" y="160306"/>
                </a:cubicBezTo>
                <a:cubicBezTo>
                  <a:pt x="254590" y="212789"/>
                  <a:pt x="211336" y="256032"/>
                  <a:pt x="160210" y="256032"/>
                </a:cubicBezTo>
                <a:cubicBezTo>
                  <a:pt x="109083" y="256032"/>
                  <a:pt x="64501" y="212789"/>
                  <a:pt x="64501" y="160306"/>
                </a:cubicBezTo>
                <a:cubicBezTo>
                  <a:pt x="64501" y="107823"/>
                  <a:pt x="107755" y="65913"/>
                  <a:pt x="160210" y="65913"/>
                </a:cubicBezTo>
                <a:cubicBezTo>
                  <a:pt x="173300" y="65913"/>
                  <a:pt x="186390" y="68580"/>
                  <a:pt x="198246" y="73819"/>
                </a:cubicBezTo>
                <a:cubicBezTo>
                  <a:pt x="203463" y="76486"/>
                  <a:pt x="207447" y="73819"/>
                  <a:pt x="210008" y="69914"/>
                </a:cubicBezTo>
                <a:close/>
                <a:moveTo>
                  <a:pt x="160115" y="114681"/>
                </a:moveTo>
                <a:cubicBezTo>
                  <a:pt x="162771" y="114681"/>
                  <a:pt x="166660" y="114681"/>
                  <a:pt x="169316" y="116015"/>
                </a:cubicBezTo>
                <a:cubicBezTo>
                  <a:pt x="174533" y="117348"/>
                  <a:pt x="178517" y="113443"/>
                  <a:pt x="179750" y="109538"/>
                </a:cubicBezTo>
                <a:cubicBezTo>
                  <a:pt x="181078" y="105632"/>
                  <a:pt x="178422" y="100394"/>
                  <a:pt x="173205" y="100394"/>
                </a:cubicBezTo>
                <a:cubicBezTo>
                  <a:pt x="169316" y="99060"/>
                  <a:pt x="164004" y="97822"/>
                  <a:pt x="160115" y="97822"/>
                </a:cubicBezTo>
                <a:cubicBezTo>
                  <a:pt x="124829" y="97822"/>
                  <a:pt x="97321" y="126492"/>
                  <a:pt x="97321" y="160401"/>
                </a:cubicBezTo>
                <a:cubicBezTo>
                  <a:pt x="97321" y="194310"/>
                  <a:pt x="124829" y="222980"/>
                  <a:pt x="160115" y="222980"/>
                </a:cubicBezTo>
                <a:cubicBezTo>
                  <a:pt x="195401" y="222980"/>
                  <a:pt x="222909" y="195548"/>
                  <a:pt x="222909" y="160401"/>
                </a:cubicBezTo>
                <a:cubicBezTo>
                  <a:pt x="222909" y="156496"/>
                  <a:pt x="221581" y="151257"/>
                  <a:pt x="220253" y="147352"/>
                </a:cubicBezTo>
                <a:cubicBezTo>
                  <a:pt x="220253" y="144780"/>
                  <a:pt x="218925" y="143446"/>
                  <a:pt x="217597" y="142113"/>
                </a:cubicBezTo>
                <a:cubicBezTo>
                  <a:pt x="214941" y="140779"/>
                  <a:pt x="212380" y="139541"/>
                  <a:pt x="211052" y="140779"/>
                </a:cubicBezTo>
                <a:cubicBezTo>
                  <a:pt x="208396" y="140779"/>
                  <a:pt x="207163" y="142113"/>
                  <a:pt x="205835" y="144685"/>
                </a:cubicBezTo>
                <a:cubicBezTo>
                  <a:pt x="204507" y="146018"/>
                  <a:pt x="204507" y="148590"/>
                  <a:pt x="204507" y="149923"/>
                </a:cubicBezTo>
                <a:cubicBezTo>
                  <a:pt x="205835" y="153829"/>
                  <a:pt x="205835" y="157734"/>
                  <a:pt x="205835" y="160401"/>
                </a:cubicBezTo>
                <a:cubicBezTo>
                  <a:pt x="205835" y="186500"/>
                  <a:pt x="184872" y="207359"/>
                  <a:pt x="160020" y="207359"/>
                </a:cubicBezTo>
                <a:cubicBezTo>
                  <a:pt x="133840" y="207359"/>
                  <a:pt x="112972" y="186500"/>
                  <a:pt x="112972" y="160401"/>
                </a:cubicBezTo>
                <a:cubicBezTo>
                  <a:pt x="112972" y="134302"/>
                  <a:pt x="133935" y="114776"/>
                  <a:pt x="160020" y="114776"/>
                </a:cubicBezTo>
                <a:close/>
                <a:moveTo>
                  <a:pt x="307045" y="97250"/>
                </a:moveTo>
                <a:cubicBezTo>
                  <a:pt x="305717" y="94583"/>
                  <a:pt x="304389" y="93345"/>
                  <a:pt x="301828" y="92012"/>
                </a:cubicBezTo>
                <a:lnTo>
                  <a:pt x="295283" y="92012"/>
                </a:lnTo>
                <a:cubicBezTo>
                  <a:pt x="291394" y="94679"/>
                  <a:pt x="290066" y="99917"/>
                  <a:pt x="291394" y="103823"/>
                </a:cubicBezTo>
                <a:cubicBezTo>
                  <a:pt x="299267" y="122206"/>
                  <a:pt x="303156" y="140589"/>
                  <a:pt x="303156" y="160306"/>
                </a:cubicBezTo>
                <a:cubicBezTo>
                  <a:pt x="303156" y="239173"/>
                  <a:pt x="238844" y="304800"/>
                  <a:pt x="160115" y="304800"/>
                </a:cubicBezTo>
                <a:cubicBezTo>
                  <a:pt x="81385" y="304800"/>
                  <a:pt x="15746" y="239077"/>
                  <a:pt x="15746" y="160306"/>
                </a:cubicBezTo>
                <a:cubicBezTo>
                  <a:pt x="15746" y="81534"/>
                  <a:pt x="80057" y="17050"/>
                  <a:pt x="160115" y="17050"/>
                </a:cubicBezTo>
                <a:cubicBezTo>
                  <a:pt x="179750" y="17050"/>
                  <a:pt x="198152" y="20955"/>
                  <a:pt x="216553" y="28861"/>
                </a:cubicBezTo>
                <a:cubicBezTo>
                  <a:pt x="219209" y="30194"/>
                  <a:pt x="220442" y="30194"/>
                  <a:pt x="223098" y="28861"/>
                </a:cubicBezTo>
                <a:cubicBezTo>
                  <a:pt x="225754" y="27527"/>
                  <a:pt x="226987" y="26194"/>
                  <a:pt x="226987" y="24956"/>
                </a:cubicBezTo>
                <a:cubicBezTo>
                  <a:pt x="228315" y="22289"/>
                  <a:pt x="228315" y="19717"/>
                  <a:pt x="228315" y="18383"/>
                </a:cubicBezTo>
                <a:cubicBezTo>
                  <a:pt x="226987" y="15716"/>
                  <a:pt x="225660" y="14478"/>
                  <a:pt x="223098" y="13145"/>
                </a:cubicBezTo>
                <a:cubicBezTo>
                  <a:pt x="203463" y="5239"/>
                  <a:pt x="181078" y="0"/>
                  <a:pt x="160115" y="0"/>
                </a:cubicBezTo>
                <a:cubicBezTo>
                  <a:pt x="70857" y="0"/>
                  <a:pt x="0" y="72295"/>
                  <a:pt x="0" y="160306"/>
                </a:cubicBezTo>
                <a:cubicBezTo>
                  <a:pt x="0" y="248317"/>
                  <a:pt x="70857" y="320612"/>
                  <a:pt x="160115" y="320612"/>
                </a:cubicBezTo>
                <a:cubicBezTo>
                  <a:pt x="249373" y="320612"/>
                  <a:pt x="320230" y="248317"/>
                  <a:pt x="320230" y="160306"/>
                </a:cubicBezTo>
                <a:cubicBezTo>
                  <a:pt x="320230" y="137922"/>
                  <a:pt x="315013" y="116967"/>
                  <a:pt x="307140" y="9725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2" name="Graphic 78">
            <a:extLst>
              <a:ext uri="{FF2B5EF4-FFF2-40B4-BE49-F238E27FC236}">
                <a16:creationId xmlns:a16="http://schemas.microsoft.com/office/drawing/2014/main" id="{18059803-3D20-6D1E-C6A3-BBC549708B2C}"/>
              </a:ext>
            </a:extLst>
          </p:cNvPr>
          <p:cNvSpPr/>
          <p:nvPr/>
        </p:nvSpPr>
        <p:spPr>
          <a:xfrm>
            <a:off x="10419955" y="1489707"/>
            <a:ext cx="427480" cy="427990"/>
          </a:xfrm>
          <a:custGeom>
            <a:avLst/>
            <a:gdLst>
              <a:gd name="connsiteX0" fmla="*/ 269103 w 320229"/>
              <a:gd name="connsiteY0" fmla="*/ 51340 h 320611"/>
              <a:gd name="connsiteX1" fmla="*/ 275648 w 320229"/>
              <a:gd name="connsiteY1" fmla="*/ 54007 h 320611"/>
              <a:gd name="connsiteX2" fmla="*/ 291394 w 320229"/>
              <a:gd name="connsiteY2" fmla="*/ 54007 h 320611"/>
              <a:gd name="connsiteX3" fmla="*/ 271759 w 320229"/>
              <a:gd name="connsiteY3" fmla="*/ 73723 h 320611"/>
              <a:gd name="connsiteX4" fmla="*/ 246907 w 320229"/>
              <a:gd name="connsiteY4" fmla="*/ 73723 h 320611"/>
              <a:gd name="connsiteX5" fmla="*/ 246907 w 320229"/>
              <a:gd name="connsiteY5" fmla="*/ 48768 h 320611"/>
              <a:gd name="connsiteX6" fmla="*/ 266542 w 320229"/>
              <a:gd name="connsiteY6" fmla="*/ 29051 h 320611"/>
              <a:gd name="connsiteX7" fmla="*/ 266542 w 320229"/>
              <a:gd name="connsiteY7" fmla="*/ 44863 h 320611"/>
              <a:gd name="connsiteX8" fmla="*/ 269198 w 320229"/>
              <a:gd name="connsiteY8" fmla="*/ 51435 h 320611"/>
              <a:gd name="connsiteX9" fmla="*/ 160305 w 320229"/>
              <a:gd name="connsiteY9" fmla="*/ 146018 h 320611"/>
              <a:gd name="connsiteX10" fmla="*/ 145887 w 320229"/>
              <a:gd name="connsiteY10" fmla="*/ 160496 h 320611"/>
              <a:gd name="connsiteX11" fmla="*/ 160305 w 320229"/>
              <a:gd name="connsiteY11" fmla="*/ 174974 h 320611"/>
              <a:gd name="connsiteX12" fmla="*/ 174722 w 320229"/>
              <a:gd name="connsiteY12" fmla="*/ 160496 h 320611"/>
              <a:gd name="connsiteX13" fmla="*/ 173395 w 320229"/>
              <a:gd name="connsiteY13" fmla="*/ 157829 h 320611"/>
              <a:gd name="connsiteX14" fmla="*/ 241500 w 320229"/>
              <a:gd name="connsiteY14" fmla="*/ 89440 h 320611"/>
              <a:gd name="connsiteX15" fmla="*/ 275553 w 320229"/>
              <a:gd name="connsiteY15" fmla="*/ 89440 h 320611"/>
              <a:gd name="connsiteX16" fmla="*/ 280770 w 320229"/>
              <a:gd name="connsiteY16" fmla="*/ 88106 h 320611"/>
              <a:gd name="connsiteX17" fmla="*/ 317479 w 320229"/>
              <a:gd name="connsiteY17" fmla="*/ 51244 h 320611"/>
              <a:gd name="connsiteX18" fmla="*/ 318807 w 320229"/>
              <a:gd name="connsiteY18" fmla="*/ 42005 h 320611"/>
              <a:gd name="connsiteX19" fmla="*/ 310934 w 320229"/>
              <a:gd name="connsiteY19" fmla="*/ 36767 h 320611"/>
              <a:gd name="connsiteX20" fmla="*/ 283426 w 320229"/>
              <a:gd name="connsiteY20" fmla="*/ 36767 h 320611"/>
              <a:gd name="connsiteX21" fmla="*/ 283426 w 320229"/>
              <a:gd name="connsiteY21" fmla="*/ 9144 h 320611"/>
              <a:gd name="connsiteX22" fmla="*/ 278209 w 320229"/>
              <a:gd name="connsiteY22" fmla="*/ 1238 h 320611"/>
              <a:gd name="connsiteX23" fmla="*/ 269008 w 320229"/>
              <a:gd name="connsiteY23" fmla="*/ 2572 h 320611"/>
              <a:gd name="connsiteX24" fmla="*/ 232299 w 320229"/>
              <a:gd name="connsiteY24" fmla="*/ 39433 h 320611"/>
              <a:gd name="connsiteX25" fmla="*/ 229643 w 320229"/>
              <a:gd name="connsiteY25" fmla="*/ 44672 h 320611"/>
              <a:gd name="connsiteX26" fmla="*/ 229643 w 320229"/>
              <a:gd name="connsiteY26" fmla="*/ 77533 h 320611"/>
              <a:gd name="connsiteX27" fmla="*/ 161538 w 320229"/>
              <a:gd name="connsiteY27" fmla="*/ 145923 h 320611"/>
              <a:gd name="connsiteX28" fmla="*/ 160210 w 320229"/>
              <a:gd name="connsiteY28" fmla="*/ 145923 h 320611"/>
              <a:gd name="connsiteX29" fmla="*/ 209914 w 320229"/>
              <a:gd name="connsiteY29" fmla="*/ 69818 h 320611"/>
              <a:gd name="connsiteX30" fmla="*/ 206025 w 320229"/>
              <a:gd name="connsiteY30" fmla="*/ 59341 h 320611"/>
              <a:gd name="connsiteX31" fmla="*/ 204697 w 320229"/>
              <a:gd name="connsiteY31" fmla="*/ 59341 h 320611"/>
              <a:gd name="connsiteX32" fmla="*/ 160115 w 320229"/>
              <a:gd name="connsiteY32" fmla="*/ 48863 h 320611"/>
              <a:gd name="connsiteX33" fmla="*/ 48660 w 320229"/>
              <a:gd name="connsiteY33" fmla="*/ 160306 h 320611"/>
              <a:gd name="connsiteX34" fmla="*/ 160115 w 320229"/>
              <a:gd name="connsiteY34" fmla="*/ 271748 h 320611"/>
              <a:gd name="connsiteX35" fmla="*/ 271569 w 320229"/>
              <a:gd name="connsiteY35" fmla="*/ 160306 h 320611"/>
              <a:gd name="connsiteX36" fmla="*/ 261040 w 320229"/>
              <a:gd name="connsiteY36" fmla="*/ 114395 h 320611"/>
              <a:gd name="connsiteX37" fmla="*/ 255823 w 320229"/>
              <a:gd name="connsiteY37" fmla="*/ 110490 h 320611"/>
              <a:gd name="connsiteX38" fmla="*/ 250606 w 320229"/>
              <a:gd name="connsiteY38" fmla="*/ 110490 h 320611"/>
              <a:gd name="connsiteX39" fmla="*/ 245389 w 320229"/>
              <a:gd name="connsiteY39" fmla="*/ 115729 h 320611"/>
              <a:gd name="connsiteX40" fmla="*/ 246717 w 320229"/>
              <a:gd name="connsiteY40" fmla="*/ 120968 h 320611"/>
              <a:gd name="connsiteX41" fmla="*/ 254590 w 320229"/>
              <a:gd name="connsiteY41" fmla="*/ 160306 h 320611"/>
              <a:gd name="connsiteX42" fmla="*/ 160210 w 320229"/>
              <a:gd name="connsiteY42" fmla="*/ 256032 h 320611"/>
              <a:gd name="connsiteX43" fmla="*/ 64501 w 320229"/>
              <a:gd name="connsiteY43" fmla="*/ 160306 h 320611"/>
              <a:gd name="connsiteX44" fmla="*/ 160210 w 320229"/>
              <a:gd name="connsiteY44" fmla="*/ 65913 h 320611"/>
              <a:gd name="connsiteX45" fmla="*/ 198246 w 320229"/>
              <a:gd name="connsiteY45" fmla="*/ 73819 h 320611"/>
              <a:gd name="connsiteX46" fmla="*/ 210008 w 320229"/>
              <a:gd name="connsiteY46" fmla="*/ 69914 h 320611"/>
              <a:gd name="connsiteX47" fmla="*/ 160115 w 320229"/>
              <a:gd name="connsiteY47" fmla="*/ 114681 h 320611"/>
              <a:gd name="connsiteX48" fmla="*/ 169316 w 320229"/>
              <a:gd name="connsiteY48" fmla="*/ 116015 h 320611"/>
              <a:gd name="connsiteX49" fmla="*/ 179750 w 320229"/>
              <a:gd name="connsiteY49" fmla="*/ 109538 h 320611"/>
              <a:gd name="connsiteX50" fmla="*/ 173205 w 320229"/>
              <a:gd name="connsiteY50" fmla="*/ 100394 h 320611"/>
              <a:gd name="connsiteX51" fmla="*/ 160115 w 320229"/>
              <a:gd name="connsiteY51" fmla="*/ 97822 h 320611"/>
              <a:gd name="connsiteX52" fmla="*/ 97321 w 320229"/>
              <a:gd name="connsiteY52" fmla="*/ 160401 h 320611"/>
              <a:gd name="connsiteX53" fmla="*/ 160115 w 320229"/>
              <a:gd name="connsiteY53" fmla="*/ 222980 h 320611"/>
              <a:gd name="connsiteX54" fmla="*/ 222909 w 320229"/>
              <a:gd name="connsiteY54" fmla="*/ 160401 h 320611"/>
              <a:gd name="connsiteX55" fmla="*/ 220253 w 320229"/>
              <a:gd name="connsiteY55" fmla="*/ 147352 h 320611"/>
              <a:gd name="connsiteX56" fmla="*/ 217597 w 320229"/>
              <a:gd name="connsiteY56" fmla="*/ 142113 h 320611"/>
              <a:gd name="connsiteX57" fmla="*/ 211052 w 320229"/>
              <a:gd name="connsiteY57" fmla="*/ 140779 h 320611"/>
              <a:gd name="connsiteX58" fmla="*/ 205835 w 320229"/>
              <a:gd name="connsiteY58" fmla="*/ 144685 h 320611"/>
              <a:gd name="connsiteX59" fmla="*/ 204507 w 320229"/>
              <a:gd name="connsiteY59" fmla="*/ 149923 h 320611"/>
              <a:gd name="connsiteX60" fmla="*/ 205835 w 320229"/>
              <a:gd name="connsiteY60" fmla="*/ 160401 h 320611"/>
              <a:gd name="connsiteX61" fmla="*/ 160020 w 320229"/>
              <a:gd name="connsiteY61" fmla="*/ 207359 h 320611"/>
              <a:gd name="connsiteX62" fmla="*/ 112972 w 320229"/>
              <a:gd name="connsiteY62" fmla="*/ 160401 h 320611"/>
              <a:gd name="connsiteX63" fmla="*/ 160020 w 320229"/>
              <a:gd name="connsiteY63" fmla="*/ 114776 h 320611"/>
              <a:gd name="connsiteX64" fmla="*/ 307045 w 320229"/>
              <a:gd name="connsiteY64" fmla="*/ 97250 h 320611"/>
              <a:gd name="connsiteX65" fmla="*/ 301828 w 320229"/>
              <a:gd name="connsiteY65" fmla="*/ 92012 h 320611"/>
              <a:gd name="connsiteX66" fmla="*/ 295283 w 320229"/>
              <a:gd name="connsiteY66" fmla="*/ 92012 h 320611"/>
              <a:gd name="connsiteX67" fmla="*/ 291394 w 320229"/>
              <a:gd name="connsiteY67" fmla="*/ 103823 h 320611"/>
              <a:gd name="connsiteX68" fmla="*/ 303156 w 320229"/>
              <a:gd name="connsiteY68" fmla="*/ 160306 h 320611"/>
              <a:gd name="connsiteX69" fmla="*/ 160115 w 320229"/>
              <a:gd name="connsiteY69" fmla="*/ 304800 h 320611"/>
              <a:gd name="connsiteX70" fmla="*/ 15746 w 320229"/>
              <a:gd name="connsiteY70" fmla="*/ 160306 h 320611"/>
              <a:gd name="connsiteX71" fmla="*/ 160115 w 320229"/>
              <a:gd name="connsiteY71" fmla="*/ 17050 h 320611"/>
              <a:gd name="connsiteX72" fmla="*/ 216553 w 320229"/>
              <a:gd name="connsiteY72" fmla="*/ 28861 h 320611"/>
              <a:gd name="connsiteX73" fmla="*/ 223098 w 320229"/>
              <a:gd name="connsiteY73" fmla="*/ 28861 h 320611"/>
              <a:gd name="connsiteX74" fmla="*/ 226987 w 320229"/>
              <a:gd name="connsiteY74" fmla="*/ 24956 h 320611"/>
              <a:gd name="connsiteX75" fmla="*/ 228315 w 320229"/>
              <a:gd name="connsiteY75" fmla="*/ 18383 h 320611"/>
              <a:gd name="connsiteX76" fmla="*/ 223098 w 320229"/>
              <a:gd name="connsiteY76" fmla="*/ 13145 h 320611"/>
              <a:gd name="connsiteX77" fmla="*/ 160115 w 320229"/>
              <a:gd name="connsiteY77" fmla="*/ 0 h 320611"/>
              <a:gd name="connsiteX78" fmla="*/ 0 w 320229"/>
              <a:gd name="connsiteY78" fmla="*/ 160306 h 320611"/>
              <a:gd name="connsiteX79" fmla="*/ 160115 w 320229"/>
              <a:gd name="connsiteY79" fmla="*/ 320612 h 320611"/>
              <a:gd name="connsiteX80" fmla="*/ 320230 w 320229"/>
              <a:gd name="connsiteY80" fmla="*/ 160306 h 320611"/>
              <a:gd name="connsiteX81" fmla="*/ 307140 w 320229"/>
              <a:gd name="connsiteY81" fmla="*/ 97250 h 320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20229" h="320611">
                <a:moveTo>
                  <a:pt x="269103" y="51340"/>
                </a:moveTo>
                <a:cubicBezTo>
                  <a:pt x="270431" y="52673"/>
                  <a:pt x="272992" y="54007"/>
                  <a:pt x="275648" y="54007"/>
                </a:cubicBezTo>
                <a:lnTo>
                  <a:pt x="291394" y="54007"/>
                </a:lnTo>
                <a:lnTo>
                  <a:pt x="271759" y="73723"/>
                </a:lnTo>
                <a:lnTo>
                  <a:pt x="246907" y="73723"/>
                </a:lnTo>
                <a:lnTo>
                  <a:pt x="246907" y="48768"/>
                </a:lnTo>
                <a:lnTo>
                  <a:pt x="266542" y="29051"/>
                </a:lnTo>
                <a:lnTo>
                  <a:pt x="266542" y="44863"/>
                </a:lnTo>
                <a:cubicBezTo>
                  <a:pt x="266542" y="47530"/>
                  <a:pt x="267870" y="50102"/>
                  <a:pt x="269198" y="51435"/>
                </a:cubicBezTo>
                <a:close/>
                <a:moveTo>
                  <a:pt x="160305" y="146018"/>
                </a:moveTo>
                <a:cubicBezTo>
                  <a:pt x="152432" y="146018"/>
                  <a:pt x="145887" y="152591"/>
                  <a:pt x="145887" y="160496"/>
                </a:cubicBezTo>
                <a:cubicBezTo>
                  <a:pt x="145887" y="168402"/>
                  <a:pt x="152432" y="174974"/>
                  <a:pt x="160305" y="174974"/>
                </a:cubicBezTo>
                <a:cubicBezTo>
                  <a:pt x="168177" y="174974"/>
                  <a:pt x="174722" y="168402"/>
                  <a:pt x="174722" y="160496"/>
                </a:cubicBezTo>
                <a:cubicBezTo>
                  <a:pt x="174722" y="160496"/>
                  <a:pt x="174722" y="159163"/>
                  <a:pt x="173395" y="157829"/>
                </a:cubicBezTo>
                <a:lnTo>
                  <a:pt x="241500" y="89440"/>
                </a:lnTo>
                <a:lnTo>
                  <a:pt x="275553" y="89440"/>
                </a:lnTo>
                <a:cubicBezTo>
                  <a:pt x="276881" y="89440"/>
                  <a:pt x="279442" y="89440"/>
                  <a:pt x="280770" y="88106"/>
                </a:cubicBezTo>
                <a:lnTo>
                  <a:pt x="317479" y="51244"/>
                </a:lnTo>
                <a:cubicBezTo>
                  <a:pt x="320135" y="48577"/>
                  <a:pt x="320135" y="44672"/>
                  <a:pt x="318807" y="42005"/>
                </a:cubicBezTo>
                <a:cubicBezTo>
                  <a:pt x="317479" y="39338"/>
                  <a:pt x="314918" y="36767"/>
                  <a:pt x="310934" y="36767"/>
                </a:cubicBezTo>
                <a:lnTo>
                  <a:pt x="283426" y="36767"/>
                </a:lnTo>
                <a:lnTo>
                  <a:pt x="283426" y="9144"/>
                </a:lnTo>
                <a:cubicBezTo>
                  <a:pt x="283426" y="5239"/>
                  <a:pt x="280770" y="2572"/>
                  <a:pt x="278209" y="1238"/>
                </a:cubicBezTo>
                <a:cubicBezTo>
                  <a:pt x="275553" y="-95"/>
                  <a:pt x="271664" y="-95"/>
                  <a:pt x="269008" y="2572"/>
                </a:cubicBezTo>
                <a:lnTo>
                  <a:pt x="232299" y="39433"/>
                </a:lnTo>
                <a:cubicBezTo>
                  <a:pt x="230971" y="40767"/>
                  <a:pt x="229643" y="43339"/>
                  <a:pt x="229643" y="44672"/>
                </a:cubicBezTo>
                <a:lnTo>
                  <a:pt x="229643" y="77533"/>
                </a:lnTo>
                <a:lnTo>
                  <a:pt x="161538" y="145923"/>
                </a:lnTo>
                <a:lnTo>
                  <a:pt x="160210" y="145923"/>
                </a:lnTo>
                <a:close/>
                <a:moveTo>
                  <a:pt x="209914" y="69818"/>
                </a:moveTo>
                <a:cubicBezTo>
                  <a:pt x="211242" y="65913"/>
                  <a:pt x="209914" y="60674"/>
                  <a:pt x="206025" y="59341"/>
                </a:cubicBezTo>
                <a:lnTo>
                  <a:pt x="204697" y="59341"/>
                </a:lnTo>
                <a:cubicBezTo>
                  <a:pt x="190279" y="52769"/>
                  <a:pt x="175861" y="48863"/>
                  <a:pt x="160115" y="48863"/>
                </a:cubicBezTo>
                <a:cubicBezTo>
                  <a:pt x="98459" y="48863"/>
                  <a:pt x="48660" y="98679"/>
                  <a:pt x="48660" y="160306"/>
                </a:cubicBezTo>
                <a:cubicBezTo>
                  <a:pt x="48660" y="221933"/>
                  <a:pt x="98459" y="271748"/>
                  <a:pt x="160115" y="271748"/>
                </a:cubicBezTo>
                <a:cubicBezTo>
                  <a:pt x="221770" y="271748"/>
                  <a:pt x="271569" y="221933"/>
                  <a:pt x="271569" y="160306"/>
                </a:cubicBezTo>
                <a:cubicBezTo>
                  <a:pt x="271569" y="144590"/>
                  <a:pt x="267680" y="128873"/>
                  <a:pt x="261040" y="114395"/>
                </a:cubicBezTo>
                <a:cubicBezTo>
                  <a:pt x="259712" y="113062"/>
                  <a:pt x="258384" y="111728"/>
                  <a:pt x="255823" y="110490"/>
                </a:cubicBezTo>
                <a:cubicBezTo>
                  <a:pt x="254495" y="109156"/>
                  <a:pt x="251934" y="109156"/>
                  <a:pt x="250606" y="110490"/>
                </a:cubicBezTo>
                <a:cubicBezTo>
                  <a:pt x="247950" y="111823"/>
                  <a:pt x="246717" y="113157"/>
                  <a:pt x="245389" y="115729"/>
                </a:cubicBezTo>
                <a:cubicBezTo>
                  <a:pt x="245389" y="117062"/>
                  <a:pt x="245389" y="119634"/>
                  <a:pt x="246717" y="120968"/>
                </a:cubicBezTo>
                <a:cubicBezTo>
                  <a:pt x="251934" y="134112"/>
                  <a:pt x="254590" y="147161"/>
                  <a:pt x="254590" y="160306"/>
                </a:cubicBezTo>
                <a:cubicBezTo>
                  <a:pt x="254590" y="212789"/>
                  <a:pt x="211336" y="256032"/>
                  <a:pt x="160210" y="256032"/>
                </a:cubicBezTo>
                <a:cubicBezTo>
                  <a:pt x="109083" y="256032"/>
                  <a:pt x="64501" y="212789"/>
                  <a:pt x="64501" y="160306"/>
                </a:cubicBezTo>
                <a:cubicBezTo>
                  <a:pt x="64501" y="107823"/>
                  <a:pt x="107755" y="65913"/>
                  <a:pt x="160210" y="65913"/>
                </a:cubicBezTo>
                <a:cubicBezTo>
                  <a:pt x="173300" y="65913"/>
                  <a:pt x="186390" y="68580"/>
                  <a:pt x="198246" y="73819"/>
                </a:cubicBezTo>
                <a:cubicBezTo>
                  <a:pt x="203463" y="76486"/>
                  <a:pt x="207447" y="73819"/>
                  <a:pt x="210008" y="69914"/>
                </a:cubicBezTo>
                <a:close/>
                <a:moveTo>
                  <a:pt x="160115" y="114681"/>
                </a:moveTo>
                <a:cubicBezTo>
                  <a:pt x="162771" y="114681"/>
                  <a:pt x="166660" y="114681"/>
                  <a:pt x="169316" y="116015"/>
                </a:cubicBezTo>
                <a:cubicBezTo>
                  <a:pt x="174533" y="117348"/>
                  <a:pt x="178517" y="113443"/>
                  <a:pt x="179750" y="109538"/>
                </a:cubicBezTo>
                <a:cubicBezTo>
                  <a:pt x="181078" y="105632"/>
                  <a:pt x="178422" y="100394"/>
                  <a:pt x="173205" y="100394"/>
                </a:cubicBezTo>
                <a:cubicBezTo>
                  <a:pt x="169316" y="99060"/>
                  <a:pt x="164004" y="97822"/>
                  <a:pt x="160115" y="97822"/>
                </a:cubicBezTo>
                <a:cubicBezTo>
                  <a:pt x="124829" y="97822"/>
                  <a:pt x="97321" y="126492"/>
                  <a:pt x="97321" y="160401"/>
                </a:cubicBezTo>
                <a:cubicBezTo>
                  <a:pt x="97321" y="194310"/>
                  <a:pt x="124829" y="222980"/>
                  <a:pt x="160115" y="222980"/>
                </a:cubicBezTo>
                <a:cubicBezTo>
                  <a:pt x="195401" y="222980"/>
                  <a:pt x="222909" y="195548"/>
                  <a:pt x="222909" y="160401"/>
                </a:cubicBezTo>
                <a:cubicBezTo>
                  <a:pt x="222909" y="156496"/>
                  <a:pt x="221581" y="151257"/>
                  <a:pt x="220253" y="147352"/>
                </a:cubicBezTo>
                <a:cubicBezTo>
                  <a:pt x="220253" y="144780"/>
                  <a:pt x="218925" y="143446"/>
                  <a:pt x="217597" y="142113"/>
                </a:cubicBezTo>
                <a:cubicBezTo>
                  <a:pt x="214941" y="140779"/>
                  <a:pt x="212380" y="139541"/>
                  <a:pt x="211052" y="140779"/>
                </a:cubicBezTo>
                <a:cubicBezTo>
                  <a:pt x="208396" y="140779"/>
                  <a:pt x="207163" y="142113"/>
                  <a:pt x="205835" y="144685"/>
                </a:cubicBezTo>
                <a:cubicBezTo>
                  <a:pt x="204507" y="146018"/>
                  <a:pt x="204507" y="148590"/>
                  <a:pt x="204507" y="149923"/>
                </a:cubicBezTo>
                <a:cubicBezTo>
                  <a:pt x="205835" y="153829"/>
                  <a:pt x="205835" y="157734"/>
                  <a:pt x="205835" y="160401"/>
                </a:cubicBezTo>
                <a:cubicBezTo>
                  <a:pt x="205835" y="186500"/>
                  <a:pt x="184872" y="207359"/>
                  <a:pt x="160020" y="207359"/>
                </a:cubicBezTo>
                <a:cubicBezTo>
                  <a:pt x="133840" y="207359"/>
                  <a:pt x="112972" y="186500"/>
                  <a:pt x="112972" y="160401"/>
                </a:cubicBezTo>
                <a:cubicBezTo>
                  <a:pt x="112972" y="134302"/>
                  <a:pt x="133935" y="114776"/>
                  <a:pt x="160020" y="114776"/>
                </a:cubicBezTo>
                <a:close/>
                <a:moveTo>
                  <a:pt x="307045" y="97250"/>
                </a:moveTo>
                <a:cubicBezTo>
                  <a:pt x="305717" y="94583"/>
                  <a:pt x="304389" y="93345"/>
                  <a:pt x="301828" y="92012"/>
                </a:cubicBezTo>
                <a:lnTo>
                  <a:pt x="295283" y="92012"/>
                </a:lnTo>
                <a:cubicBezTo>
                  <a:pt x="291394" y="94679"/>
                  <a:pt x="290066" y="99917"/>
                  <a:pt x="291394" y="103823"/>
                </a:cubicBezTo>
                <a:cubicBezTo>
                  <a:pt x="299267" y="122206"/>
                  <a:pt x="303156" y="140589"/>
                  <a:pt x="303156" y="160306"/>
                </a:cubicBezTo>
                <a:cubicBezTo>
                  <a:pt x="303156" y="239173"/>
                  <a:pt x="238844" y="304800"/>
                  <a:pt x="160115" y="304800"/>
                </a:cubicBezTo>
                <a:cubicBezTo>
                  <a:pt x="81385" y="304800"/>
                  <a:pt x="15746" y="239077"/>
                  <a:pt x="15746" y="160306"/>
                </a:cubicBezTo>
                <a:cubicBezTo>
                  <a:pt x="15746" y="81534"/>
                  <a:pt x="80057" y="17050"/>
                  <a:pt x="160115" y="17050"/>
                </a:cubicBezTo>
                <a:cubicBezTo>
                  <a:pt x="179750" y="17050"/>
                  <a:pt x="198152" y="20955"/>
                  <a:pt x="216553" y="28861"/>
                </a:cubicBezTo>
                <a:cubicBezTo>
                  <a:pt x="219209" y="30194"/>
                  <a:pt x="220442" y="30194"/>
                  <a:pt x="223098" y="28861"/>
                </a:cubicBezTo>
                <a:cubicBezTo>
                  <a:pt x="225754" y="27527"/>
                  <a:pt x="226987" y="26194"/>
                  <a:pt x="226987" y="24956"/>
                </a:cubicBezTo>
                <a:cubicBezTo>
                  <a:pt x="228315" y="22289"/>
                  <a:pt x="228315" y="19717"/>
                  <a:pt x="228315" y="18383"/>
                </a:cubicBezTo>
                <a:cubicBezTo>
                  <a:pt x="226987" y="15716"/>
                  <a:pt x="225660" y="14478"/>
                  <a:pt x="223098" y="13145"/>
                </a:cubicBezTo>
                <a:cubicBezTo>
                  <a:pt x="203463" y="5239"/>
                  <a:pt x="181078" y="0"/>
                  <a:pt x="160115" y="0"/>
                </a:cubicBezTo>
                <a:cubicBezTo>
                  <a:pt x="70857" y="0"/>
                  <a:pt x="0" y="72295"/>
                  <a:pt x="0" y="160306"/>
                </a:cubicBezTo>
                <a:cubicBezTo>
                  <a:pt x="0" y="248317"/>
                  <a:pt x="70857" y="320612"/>
                  <a:pt x="160115" y="320612"/>
                </a:cubicBezTo>
                <a:cubicBezTo>
                  <a:pt x="249373" y="320612"/>
                  <a:pt x="320230" y="248317"/>
                  <a:pt x="320230" y="160306"/>
                </a:cubicBezTo>
                <a:cubicBezTo>
                  <a:pt x="320230" y="137922"/>
                  <a:pt x="315013" y="116967"/>
                  <a:pt x="307140" y="9725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3" name="Graphic 78">
            <a:extLst>
              <a:ext uri="{FF2B5EF4-FFF2-40B4-BE49-F238E27FC236}">
                <a16:creationId xmlns:a16="http://schemas.microsoft.com/office/drawing/2014/main" id="{B23EB4F7-981A-A887-DE8F-7769301098B1}"/>
              </a:ext>
            </a:extLst>
          </p:cNvPr>
          <p:cNvSpPr/>
          <p:nvPr/>
        </p:nvSpPr>
        <p:spPr>
          <a:xfrm>
            <a:off x="11181955" y="1489707"/>
            <a:ext cx="427480" cy="427990"/>
          </a:xfrm>
          <a:custGeom>
            <a:avLst/>
            <a:gdLst>
              <a:gd name="connsiteX0" fmla="*/ 269103 w 320229"/>
              <a:gd name="connsiteY0" fmla="*/ 51340 h 320611"/>
              <a:gd name="connsiteX1" fmla="*/ 275648 w 320229"/>
              <a:gd name="connsiteY1" fmla="*/ 54007 h 320611"/>
              <a:gd name="connsiteX2" fmla="*/ 291394 w 320229"/>
              <a:gd name="connsiteY2" fmla="*/ 54007 h 320611"/>
              <a:gd name="connsiteX3" fmla="*/ 271759 w 320229"/>
              <a:gd name="connsiteY3" fmla="*/ 73723 h 320611"/>
              <a:gd name="connsiteX4" fmla="*/ 246907 w 320229"/>
              <a:gd name="connsiteY4" fmla="*/ 73723 h 320611"/>
              <a:gd name="connsiteX5" fmla="*/ 246907 w 320229"/>
              <a:gd name="connsiteY5" fmla="*/ 48768 h 320611"/>
              <a:gd name="connsiteX6" fmla="*/ 266542 w 320229"/>
              <a:gd name="connsiteY6" fmla="*/ 29051 h 320611"/>
              <a:gd name="connsiteX7" fmla="*/ 266542 w 320229"/>
              <a:gd name="connsiteY7" fmla="*/ 44863 h 320611"/>
              <a:gd name="connsiteX8" fmla="*/ 269198 w 320229"/>
              <a:gd name="connsiteY8" fmla="*/ 51435 h 320611"/>
              <a:gd name="connsiteX9" fmla="*/ 160305 w 320229"/>
              <a:gd name="connsiteY9" fmla="*/ 146018 h 320611"/>
              <a:gd name="connsiteX10" fmla="*/ 145887 w 320229"/>
              <a:gd name="connsiteY10" fmla="*/ 160496 h 320611"/>
              <a:gd name="connsiteX11" fmla="*/ 160305 w 320229"/>
              <a:gd name="connsiteY11" fmla="*/ 174974 h 320611"/>
              <a:gd name="connsiteX12" fmla="*/ 174722 w 320229"/>
              <a:gd name="connsiteY12" fmla="*/ 160496 h 320611"/>
              <a:gd name="connsiteX13" fmla="*/ 173395 w 320229"/>
              <a:gd name="connsiteY13" fmla="*/ 157829 h 320611"/>
              <a:gd name="connsiteX14" fmla="*/ 241500 w 320229"/>
              <a:gd name="connsiteY14" fmla="*/ 89440 h 320611"/>
              <a:gd name="connsiteX15" fmla="*/ 275553 w 320229"/>
              <a:gd name="connsiteY15" fmla="*/ 89440 h 320611"/>
              <a:gd name="connsiteX16" fmla="*/ 280770 w 320229"/>
              <a:gd name="connsiteY16" fmla="*/ 88106 h 320611"/>
              <a:gd name="connsiteX17" fmla="*/ 317479 w 320229"/>
              <a:gd name="connsiteY17" fmla="*/ 51244 h 320611"/>
              <a:gd name="connsiteX18" fmla="*/ 318807 w 320229"/>
              <a:gd name="connsiteY18" fmla="*/ 42005 h 320611"/>
              <a:gd name="connsiteX19" fmla="*/ 310934 w 320229"/>
              <a:gd name="connsiteY19" fmla="*/ 36767 h 320611"/>
              <a:gd name="connsiteX20" fmla="*/ 283426 w 320229"/>
              <a:gd name="connsiteY20" fmla="*/ 36767 h 320611"/>
              <a:gd name="connsiteX21" fmla="*/ 283426 w 320229"/>
              <a:gd name="connsiteY21" fmla="*/ 9144 h 320611"/>
              <a:gd name="connsiteX22" fmla="*/ 278209 w 320229"/>
              <a:gd name="connsiteY22" fmla="*/ 1238 h 320611"/>
              <a:gd name="connsiteX23" fmla="*/ 269008 w 320229"/>
              <a:gd name="connsiteY23" fmla="*/ 2572 h 320611"/>
              <a:gd name="connsiteX24" fmla="*/ 232299 w 320229"/>
              <a:gd name="connsiteY24" fmla="*/ 39433 h 320611"/>
              <a:gd name="connsiteX25" fmla="*/ 229643 w 320229"/>
              <a:gd name="connsiteY25" fmla="*/ 44672 h 320611"/>
              <a:gd name="connsiteX26" fmla="*/ 229643 w 320229"/>
              <a:gd name="connsiteY26" fmla="*/ 77533 h 320611"/>
              <a:gd name="connsiteX27" fmla="*/ 161538 w 320229"/>
              <a:gd name="connsiteY27" fmla="*/ 145923 h 320611"/>
              <a:gd name="connsiteX28" fmla="*/ 160210 w 320229"/>
              <a:gd name="connsiteY28" fmla="*/ 145923 h 320611"/>
              <a:gd name="connsiteX29" fmla="*/ 209914 w 320229"/>
              <a:gd name="connsiteY29" fmla="*/ 69818 h 320611"/>
              <a:gd name="connsiteX30" fmla="*/ 206025 w 320229"/>
              <a:gd name="connsiteY30" fmla="*/ 59341 h 320611"/>
              <a:gd name="connsiteX31" fmla="*/ 204697 w 320229"/>
              <a:gd name="connsiteY31" fmla="*/ 59341 h 320611"/>
              <a:gd name="connsiteX32" fmla="*/ 160115 w 320229"/>
              <a:gd name="connsiteY32" fmla="*/ 48863 h 320611"/>
              <a:gd name="connsiteX33" fmla="*/ 48660 w 320229"/>
              <a:gd name="connsiteY33" fmla="*/ 160306 h 320611"/>
              <a:gd name="connsiteX34" fmla="*/ 160115 w 320229"/>
              <a:gd name="connsiteY34" fmla="*/ 271748 h 320611"/>
              <a:gd name="connsiteX35" fmla="*/ 271569 w 320229"/>
              <a:gd name="connsiteY35" fmla="*/ 160306 h 320611"/>
              <a:gd name="connsiteX36" fmla="*/ 261040 w 320229"/>
              <a:gd name="connsiteY36" fmla="*/ 114395 h 320611"/>
              <a:gd name="connsiteX37" fmla="*/ 255823 w 320229"/>
              <a:gd name="connsiteY37" fmla="*/ 110490 h 320611"/>
              <a:gd name="connsiteX38" fmla="*/ 250606 w 320229"/>
              <a:gd name="connsiteY38" fmla="*/ 110490 h 320611"/>
              <a:gd name="connsiteX39" fmla="*/ 245389 w 320229"/>
              <a:gd name="connsiteY39" fmla="*/ 115729 h 320611"/>
              <a:gd name="connsiteX40" fmla="*/ 246717 w 320229"/>
              <a:gd name="connsiteY40" fmla="*/ 120968 h 320611"/>
              <a:gd name="connsiteX41" fmla="*/ 254590 w 320229"/>
              <a:gd name="connsiteY41" fmla="*/ 160306 h 320611"/>
              <a:gd name="connsiteX42" fmla="*/ 160210 w 320229"/>
              <a:gd name="connsiteY42" fmla="*/ 256032 h 320611"/>
              <a:gd name="connsiteX43" fmla="*/ 64501 w 320229"/>
              <a:gd name="connsiteY43" fmla="*/ 160306 h 320611"/>
              <a:gd name="connsiteX44" fmla="*/ 160210 w 320229"/>
              <a:gd name="connsiteY44" fmla="*/ 65913 h 320611"/>
              <a:gd name="connsiteX45" fmla="*/ 198246 w 320229"/>
              <a:gd name="connsiteY45" fmla="*/ 73819 h 320611"/>
              <a:gd name="connsiteX46" fmla="*/ 210008 w 320229"/>
              <a:gd name="connsiteY46" fmla="*/ 69914 h 320611"/>
              <a:gd name="connsiteX47" fmla="*/ 160115 w 320229"/>
              <a:gd name="connsiteY47" fmla="*/ 114681 h 320611"/>
              <a:gd name="connsiteX48" fmla="*/ 169316 w 320229"/>
              <a:gd name="connsiteY48" fmla="*/ 116015 h 320611"/>
              <a:gd name="connsiteX49" fmla="*/ 179750 w 320229"/>
              <a:gd name="connsiteY49" fmla="*/ 109538 h 320611"/>
              <a:gd name="connsiteX50" fmla="*/ 173205 w 320229"/>
              <a:gd name="connsiteY50" fmla="*/ 100394 h 320611"/>
              <a:gd name="connsiteX51" fmla="*/ 160115 w 320229"/>
              <a:gd name="connsiteY51" fmla="*/ 97822 h 320611"/>
              <a:gd name="connsiteX52" fmla="*/ 97321 w 320229"/>
              <a:gd name="connsiteY52" fmla="*/ 160401 h 320611"/>
              <a:gd name="connsiteX53" fmla="*/ 160115 w 320229"/>
              <a:gd name="connsiteY53" fmla="*/ 222980 h 320611"/>
              <a:gd name="connsiteX54" fmla="*/ 222909 w 320229"/>
              <a:gd name="connsiteY54" fmla="*/ 160401 h 320611"/>
              <a:gd name="connsiteX55" fmla="*/ 220253 w 320229"/>
              <a:gd name="connsiteY55" fmla="*/ 147352 h 320611"/>
              <a:gd name="connsiteX56" fmla="*/ 217597 w 320229"/>
              <a:gd name="connsiteY56" fmla="*/ 142113 h 320611"/>
              <a:gd name="connsiteX57" fmla="*/ 211052 w 320229"/>
              <a:gd name="connsiteY57" fmla="*/ 140779 h 320611"/>
              <a:gd name="connsiteX58" fmla="*/ 205835 w 320229"/>
              <a:gd name="connsiteY58" fmla="*/ 144685 h 320611"/>
              <a:gd name="connsiteX59" fmla="*/ 204507 w 320229"/>
              <a:gd name="connsiteY59" fmla="*/ 149923 h 320611"/>
              <a:gd name="connsiteX60" fmla="*/ 205835 w 320229"/>
              <a:gd name="connsiteY60" fmla="*/ 160401 h 320611"/>
              <a:gd name="connsiteX61" fmla="*/ 160020 w 320229"/>
              <a:gd name="connsiteY61" fmla="*/ 207359 h 320611"/>
              <a:gd name="connsiteX62" fmla="*/ 112972 w 320229"/>
              <a:gd name="connsiteY62" fmla="*/ 160401 h 320611"/>
              <a:gd name="connsiteX63" fmla="*/ 160020 w 320229"/>
              <a:gd name="connsiteY63" fmla="*/ 114776 h 320611"/>
              <a:gd name="connsiteX64" fmla="*/ 307045 w 320229"/>
              <a:gd name="connsiteY64" fmla="*/ 97250 h 320611"/>
              <a:gd name="connsiteX65" fmla="*/ 301828 w 320229"/>
              <a:gd name="connsiteY65" fmla="*/ 92012 h 320611"/>
              <a:gd name="connsiteX66" fmla="*/ 295283 w 320229"/>
              <a:gd name="connsiteY66" fmla="*/ 92012 h 320611"/>
              <a:gd name="connsiteX67" fmla="*/ 291394 w 320229"/>
              <a:gd name="connsiteY67" fmla="*/ 103823 h 320611"/>
              <a:gd name="connsiteX68" fmla="*/ 303156 w 320229"/>
              <a:gd name="connsiteY68" fmla="*/ 160306 h 320611"/>
              <a:gd name="connsiteX69" fmla="*/ 160115 w 320229"/>
              <a:gd name="connsiteY69" fmla="*/ 304800 h 320611"/>
              <a:gd name="connsiteX70" fmla="*/ 15746 w 320229"/>
              <a:gd name="connsiteY70" fmla="*/ 160306 h 320611"/>
              <a:gd name="connsiteX71" fmla="*/ 160115 w 320229"/>
              <a:gd name="connsiteY71" fmla="*/ 17050 h 320611"/>
              <a:gd name="connsiteX72" fmla="*/ 216553 w 320229"/>
              <a:gd name="connsiteY72" fmla="*/ 28861 h 320611"/>
              <a:gd name="connsiteX73" fmla="*/ 223098 w 320229"/>
              <a:gd name="connsiteY73" fmla="*/ 28861 h 320611"/>
              <a:gd name="connsiteX74" fmla="*/ 226987 w 320229"/>
              <a:gd name="connsiteY74" fmla="*/ 24956 h 320611"/>
              <a:gd name="connsiteX75" fmla="*/ 228315 w 320229"/>
              <a:gd name="connsiteY75" fmla="*/ 18383 h 320611"/>
              <a:gd name="connsiteX76" fmla="*/ 223098 w 320229"/>
              <a:gd name="connsiteY76" fmla="*/ 13145 h 320611"/>
              <a:gd name="connsiteX77" fmla="*/ 160115 w 320229"/>
              <a:gd name="connsiteY77" fmla="*/ 0 h 320611"/>
              <a:gd name="connsiteX78" fmla="*/ 0 w 320229"/>
              <a:gd name="connsiteY78" fmla="*/ 160306 h 320611"/>
              <a:gd name="connsiteX79" fmla="*/ 160115 w 320229"/>
              <a:gd name="connsiteY79" fmla="*/ 320612 h 320611"/>
              <a:gd name="connsiteX80" fmla="*/ 320230 w 320229"/>
              <a:gd name="connsiteY80" fmla="*/ 160306 h 320611"/>
              <a:gd name="connsiteX81" fmla="*/ 307140 w 320229"/>
              <a:gd name="connsiteY81" fmla="*/ 97250 h 320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20229" h="320611">
                <a:moveTo>
                  <a:pt x="269103" y="51340"/>
                </a:moveTo>
                <a:cubicBezTo>
                  <a:pt x="270431" y="52673"/>
                  <a:pt x="272992" y="54007"/>
                  <a:pt x="275648" y="54007"/>
                </a:cubicBezTo>
                <a:lnTo>
                  <a:pt x="291394" y="54007"/>
                </a:lnTo>
                <a:lnTo>
                  <a:pt x="271759" y="73723"/>
                </a:lnTo>
                <a:lnTo>
                  <a:pt x="246907" y="73723"/>
                </a:lnTo>
                <a:lnTo>
                  <a:pt x="246907" y="48768"/>
                </a:lnTo>
                <a:lnTo>
                  <a:pt x="266542" y="29051"/>
                </a:lnTo>
                <a:lnTo>
                  <a:pt x="266542" y="44863"/>
                </a:lnTo>
                <a:cubicBezTo>
                  <a:pt x="266542" y="47530"/>
                  <a:pt x="267870" y="50102"/>
                  <a:pt x="269198" y="51435"/>
                </a:cubicBezTo>
                <a:close/>
                <a:moveTo>
                  <a:pt x="160305" y="146018"/>
                </a:moveTo>
                <a:cubicBezTo>
                  <a:pt x="152432" y="146018"/>
                  <a:pt x="145887" y="152591"/>
                  <a:pt x="145887" y="160496"/>
                </a:cubicBezTo>
                <a:cubicBezTo>
                  <a:pt x="145887" y="168402"/>
                  <a:pt x="152432" y="174974"/>
                  <a:pt x="160305" y="174974"/>
                </a:cubicBezTo>
                <a:cubicBezTo>
                  <a:pt x="168177" y="174974"/>
                  <a:pt x="174722" y="168402"/>
                  <a:pt x="174722" y="160496"/>
                </a:cubicBezTo>
                <a:cubicBezTo>
                  <a:pt x="174722" y="160496"/>
                  <a:pt x="174722" y="159163"/>
                  <a:pt x="173395" y="157829"/>
                </a:cubicBezTo>
                <a:lnTo>
                  <a:pt x="241500" y="89440"/>
                </a:lnTo>
                <a:lnTo>
                  <a:pt x="275553" y="89440"/>
                </a:lnTo>
                <a:cubicBezTo>
                  <a:pt x="276881" y="89440"/>
                  <a:pt x="279442" y="89440"/>
                  <a:pt x="280770" y="88106"/>
                </a:cubicBezTo>
                <a:lnTo>
                  <a:pt x="317479" y="51244"/>
                </a:lnTo>
                <a:cubicBezTo>
                  <a:pt x="320135" y="48577"/>
                  <a:pt x="320135" y="44672"/>
                  <a:pt x="318807" y="42005"/>
                </a:cubicBezTo>
                <a:cubicBezTo>
                  <a:pt x="317479" y="39338"/>
                  <a:pt x="314918" y="36767"/>
                  <a:pt x="310934" y="36767"/>
                </a:cubicBezTo>
                <a:lnTo>
                  <a:pt x="283426" y="36767"/>
                </a:lnTo>
                <a:lnTo>
                  <a:pt x="283426" y="9144"/>
                </a:lnTo>
                <a:cubicBezTo>
                  <a:pt x="283426" y="5239"/>
                  <a:pt x="280770" y="2572"/>
                  <a:pt x="278209" y="1238"/>
                </a:cubicBezTo>
                <a:cubicBezTo>
                  <a:pt x="275553" y="-95"/>
                  <a:pt x="271664" y="-95"/>
                  <a:pt x="269008" y="2572"/>
                </a:cubicBezTo>
                <a:lnTo>
                  <a:pt x="232299" y="39433"/>
                </a:lnTo>
                <a:cubicBezTo>
                  <a:pt x="230971" y="40767"/>
                  <a:pt x="229643" y="43339"/>
                  <a:pt x="229643" y="44672"/>
                </a:cubicBezTo>
                <a:lnTo>
                  <a:pt x="229643" y="77533"/>
                </a:lnTo>
                <a:lnTo>
                  <a:pt x="161538" y="145923"/>
                </a:lnTo>
                <a:lnTo>
                  <a:pt x="160210" y="145923"/>
                </a:lnTo>
                <a:close/>
                <a:moveTo>
                  <a:pt x="209914" y="69818"/>
                </a:moveTo>
                <a:cubicBezTo>
                  <a:pt x="211242" y="65913"/>
                  <a:pt x="209914" y="60674"/>
                  <a:pt x="206025" y="59341"/>
                </a:cubicBezTo>
                <a:lnTo>
                  <a:pt x="204697" y="59341"/>
                </a:lnTo>
                <a:cubicBezTo>
                  <a:pt x="190279" y="52769"/>
                  <a:pt x="175861" y="48863"/>
                  <a:pt x="160115" y="48863"/>
                </a:cubicBezTo>
                <a:cubicBezTo>
                  <a:pt x="98459" y="48863"/>
                  <a:pt x="48660" y="98679"/>
                  <a:pt x="48660" y="160306"/>
                </a:cubicBezTo>
                <a:cubicBezTo>
                  <a:pt x="48660" y="221933"/>
                  <a:pt x="98459" y="271748"/>
                  <a:pt x="160115" y="271748"/>
                </a:cubicBezTo>
                <a:cubicBezTo>
                  <a:pt x="221770" y="271748"/>
                  <a:pt x="271569" y="221933"/>
                  <a:pt x="271569" y="160306"/>
                </a:cubicBezTo>
                <a:cubicBezTo>
                  <a:pt x="271569" y="144590"/>
                  <a:pt x="267680" y="128873"/>
                  <a:pt x="261040" y="114395"/>
                </a:cubicBezTo>
                <a:cubicBezTo>
                  <a:pt x="259712" y="113062"/>
                  <a:pt x="258384" y="111728"/>
                  <a:pt x="255823" y="110490"/>
                </a:cubicBezTo>
                <a:cubicBezTo>
                  <a:pt x="254495" y="109156"/>
                  <a:pt x="251934" y="109156"/>
                  <a:pt x="250606" y="110490"/>
                </a:cubicBezTo>
                <a:cubicBezTo>
                  <a:pt x="247950" y="111823"/>
                  <a:pt x="246717" y="113157"/>
                  <a:pt x="245389" y="115729"/>
                </a:cubicBezTo>
                <a:cubicBezTo>
                  <a:pt x="245389" y="117062"/>
                  <a:pt x="245389" y="119634"/>
                  <a:pt x="246717" y="120968"/>
                </a:cubicBezTo>
                <a:cubicBezTo>
                  <a:pt x="251934" y="134112"/>
                  <a:pt x="254590" y="147161"/>
                  <a:pt x="254590" y="160306"/>
                </a:cubicBezTo>
                <a:cubicBezTo>
                  <a:pt x="254590" y="212789"/>
                  <a:pt x="211336" y="256032"/>
                  <a:pt x="160210" y="256032"/>
                </a:cubicBezTo>
                <a:cubicBezTo>
                  <a:pt x="109083" y="256032"/>
                  <a:pt x="64501" y="212789"/>
                  <a:pt x="64501" y="160306"/>
                </a:cubicBezTo>
                <a:cubicBezTo>
                  <a:pt x="64501" y="107823"/>
                  <a:pt x="107755" y="65913"/>
                  <a:pt x="160210" y="65913"/>
                </a:cubicBezTo>
                <a:cubicBezTo>
                  <a:pt x="173300" y="65913"/>
                  <a:pt x="186390" y="68580"/>
                  <a:pt x="198246" y="73819"/>
                </a:cubicBezTo>
                <a:cubicBezTo>
                  <a:pt x="203463" y="76486"/>
                  <a:pt x="207447" y="73819"/>
                  <a:pt x="210008" y="69914"/>
                </a:cubicBezTo>
                <a:close/>
                <a:moveTo>
                  <a:pt x="160115" y="114681"/>
                </a:moveTo>
                <a:cubicBezTo>
                  <a:pt x="162771" y="114681"/>
                  <a:pt x="166660" y="114681"/>
                  <a:pt x="169316" y="116015"/>
                </a:cubicBezTo>
                <a:cubicBezTo>
                  <a:pt x="174533" y="117348"/>
                  <a:pt x="178517" y="113443"/>
                  <a:pt x="179750" y="109538"/>
                </a:cubicBezTo>
                <a:cubicBezTo>
                  <a:pt x="181078" y="105632"/>
                  <a:pt x="178422" y="100394"/>
                  <a:pt x="173205" y="100394"/>
                </a:cubicBezTo>
                <a:cubicBezTo>
                  <a:pt x="169316" y="99060"/>
                  <a:pt x="164004" y="97822"/>
                  <a:pt x="160115" y="97822"/>
                </a:cubicBezTo>
                <a:cubicBezTo>
                  <a:pt x="124829" y="97822"/>
                  <a:pt x="97321" y="126492"/>
                  <a:pt x="97321" y="160401"/>
                </a:cubicBezTo>
                <a:cubicBezTo>
                  <a:pt x="97321" y="194310"/>
                  <a:pt x="124829" y="222980"/>
                  <a:pt x="160115" y="222980"/>
                </a:cubicBezTo>
                <a:cubicBezTo>
                  <a:pt x="195401" y="222980"/>
                  <a:pt x="222909" y="195548"/>
                  <a:pt x="222909" y="160401"/>
                </a:cubicBezTo>
                <a:cubicBezTo>
                  <a:pt x="222909" y="156496"/>
                  <a:pt x="221581" y="151257"/>
                  <a:pt x="220253" y="147352"/>
                </a:cubicBezTo>
                <a:cubicBezTo>
                  <a:pt x="220253" y="144780"/>
                  <a:pt x="218925" y="143446"/>
                  <a:pt x="217597" y="142113"/>
                </a:cubicBezTo>
                <a:cubicBezTo>
                  <a:pt x="214941" y="140779"/>
                  <a:pt x="212380" y="139541"/>
                  <a:pt x="211052" y="140779"/>
                </a:cubicBezTo>
                <a:cubicBezTo>
                  <a:pt x="208396" y="140779"/>
                  <a:pt x="207163" y="142113"/>
                  <a:pt x="205835" y="144685"/>
                </a:cubicBezTo>
                <a:cubicBezTo>
                  <a:pt x="204507" y="146018"/>
                  <a:pt x="204507" y="148590"/>
                  <a:pt x="204507" y="149923"/>
                </a:cubicBezTo>
                <a:cubicBezTo>
                  <a:pt x="205835" y="153829"/>
                  <a:pt x="205835" y="157734"/>
                  <a:pt x="205835" y="160401"/>
                </a:cubicBezTo>
                <a:cubicBezTo>
                  <a:pt x="205835" y="186500"/>
                  <a:pt x="184872" y="207359"/>
                  <a:pt x="160020" y="207359"/>
                </a:cubicBezTo>
                <a:cubicBezTo>
                  <a:pt x="133840" y="207359"/>
                  <a:pt x="112972" y="186500"/>
                  <a:pt x="112972" y="160401"/>
                </a:cubicBezTo>
                <a:cubicBezTo>
                  <a:pt x="112972" y="134302"/>
                  <a:pt x="133935" y="114776"/>
                  <a:pt x="160020" y="114776"/>
                </a:cubicBezTo>
                <a:close/>
                <a:moveTo>
                  <a:pt x="307045" y="97250"/>
                </a:moveTo>
                <a:cubicBezTo>
                  <a:pt x="305717" y="94583"/>
                  <a:pt x="304389" y="93345"/>
                  <a:pt x="301828" y="92012"/>
                </a:cubicBezTo>
                <a:lnTo>
                  <a:pt x="295283" y="92012"/>
                </a:lnTo>
                <a:cubicBezTo>
                  <a:pt x="291394" y="94679"/>
                  <a:pt x="290066" y="99917"/>
                  <a:pt x="291394" y="103823"/>
                </a:cubicBezTo>
                <a:cubicBezTo>
                  <a:pt x="299267" y="122206"/>
                  <a:pt x="303156" y="140589"/>
                  <a:pt x="303156" y="160306"/>
                </a:cubicBezTo>
                <a:cubicBezTo>
                  <a:pt x="303156" y="239173"/>
                  <a:pt x="238844" y="304800"/>
                  <a:pt x="160115" y="304800"/>
                </a:cubicBezTo>
                <a:cubicBezTo>
                  <a:pt x="81385" y="304800"/>
                  <a:pt x="15746" y="239077"/>
                  <a:pt x="15746" y="160306"/>
                </a:cubicBezTo>
                <a:cubicBezTo>
                  <a:pt x="15746" y="81534"/>
                  <a:pt x="80057" y="17050"/>
                  <a:pt x="160115" y="17050"/>
                </a:cubicBezTo>
                <a:cubicBezTo>
                  <a:pt x="179750" y="17050"/>
                  <a:pt x="198152" y="20955"/>
                  <a:pt x="216553" y="28861"/>
                </a:cubicBezTo>
                <a:cubicBezTo>
                  <a:pt x="219209" y="30194"/>
                  <a:pt x="220442" y="30194"/>
                  <a:pt x="223098" y="28861"/>
                </a:cubicBezTo>
                <a:cubicBezTo>
                  <a:pt x="225754" y="27527"/>
                  <a:pt x="226987" y="26194"/>
                  <a:pt x="226987" y="24956"/>
                </a:cubicBezTo>
                <a:cubicBezTo>
                  <a:pt x="228315" y="22289"/>
                  <a:pt x="228315" y="19717"/>
                  <a:pt x="228315" y="18383"/>
                </a:cubicBezTo>
                <a:cubicBezTo>
                  <a:pt x="226987" y="15716"/>
                  <a:pt x="225660" y="14478"/>
                  <a:pt x="223098" y="13145"/>
                </a:cubicBezTo>
                <a:cubicBezTo>
                  <a:pt x="203463" y="5239"/>
                  <a:pt x="181078" y="0"/>
                  <a:pt x="160115" y="0"/>
                </a:cubicBezTo>
                <a:cubicBezTo>
                  <a:pt x="70857" y="0"/>
                  <a:pt x="0" y="72295"/>
                  <a:pt x="0" y="160306"/>
                </a:cubicBezTo>
                <a:cubicBezTo>
                  <a:pt x="0" y="248317"/>
                  <a:pt x="70857" y="320612"/>
                  <a:pt x="160115" y="320612"/>
                </a:cubicBezTo>
                <a:cubicBezTo>
                  <a:pt x="249373" y="320612"/>
                  <a:pt x="320230" y="248317"/>
                  <a:pt x="320230" y="160306"/>
                </a:cubicBezTo>
                <a:cubicBezTo>
                  <a:pt x="320230" y="137922"/>
                  <a:pt x="315013" y="116967"/>
                  <a:pt x="307140" y="9725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</p:spPr>
        <p:txBody>
          <a:bodyPr vert="horz" wrap="square" lIns="0" tIns="12700" rIns="0" bIns="0" rtlCol="0">
            <a:spAutoFit/>
          </a:bodyPr>
          <a:lstStyle/>
          <a:p>
            <a:r>
              <a:rPr lang="en-US" dirty="0"/>
              <a:t>Resources &amp; sustainability</a:t>
            </a:r>
          </a:p>
        </p:txBody>
      </p:sp>
      <p:sp>
        <p:nvSpPr>
          <p:cNvPr id="95" name="Text Placeholder 94">
            <a:extLst>
              <a:ext uri="{FF2B5EF4-FFF2-40B4-BE49-F238E27FC236}">
                <a16:creationId xmlns:a16="http://schemas.microsoft.com/office/drawing/2014/main" id="{FF51EF76-BBC9-A0EE-D878-F6E2DB906C75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pt-BR" dirty="0"/>
              <a:t>factory; eco; green;</a:t>
            </a:r>
          </a:p>
          <a:p>
            <a:r>
              <a:rPr lang="pt-BR" dirty="0"/>
              <a:t>renewable; sustainable;</a:t>
            </a:r>
          </a:p>
          <a:p>
            <a:r>
              <a:rPr lang="pt-BR" dirty="0"/>
              <a:t>sustainability; leaf</a:t>
            </a:r>
          </a:p>
        </p:txBody>
      </p:sp>
      <p:sp>
        <p:nvSpPr>
          <p:cNvPr id="103" name="Text Placeholder 102">
            <a:extLst>
              <a:ext uri="{FF2B5EF4-FFF2-40B4-BE49-F238E27FC236}">
                <a16:creationId xmlns:a16="http://schemas.microsoft.com/office/drawing/2014/main" id="{AF302C42-4D58-1916-84D6-DE21C76DDFF8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globe; earth; eco;</a:t>
            </a:r>
          </a:p>
          <a:p>
            <a:r>
              <a:rPr lang="en-US" dirty="0"/>
              <a:t>sustainability; sustainable</a:t>
            </a:r>
            <a:endParaRPr lang="en-US"/>
          </a:p>
        </p:txBody>
      </p:sp>
      <p:sp>
        <p:nvSpPr>
          <p:cNvPr id="131" name="Text Placeholder 130">
            <a:extLst>
              <a:ext uri="{FF2B5EF4-FFF2-40B4-BE49-F238E27FC236}">
                <a16:creationId xmlns:a16="http://schemas.microsoft.com/office/drawing/2014/main" id="{27463172-1EA5-B58E-26AC-9939D4A98145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globe; earth; eco;</a:t>
            </a:r>
          </a:p>
          <a:p>
            <a:r>
              <a:rPr lang="en-US" dirty="0"/>
              <a:t>sustainability; sustainable;</a:t>
            </a:r>
          </a:p>
          <a:p>
            <a:r>
              <a:rPr lang="en-US" dirty="0"/>
              <a:t>green; leaf</a:t>
            </a:r>
            <a:endParaRPr lang="en-US"/>
          </a:p>
        </p:txBody>
      </p:sp>
      <p:sp>
        <p:nvSpPr>
          <p:cNvPr id="132" name="Text Placeholder 131">
            <a:extLst>
              <a:ext uri="{FF2B5EF4-FFF2-40B4-BE49-F238E27FC236}">
                <a16:creationId xmlns:a16="http://schemas.microsoft.com/office/drawing/2014/main" id="{FBF9C058-5A78-B592-82A0-F7C0FA985CCA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eco; nature; grow;</a:t>
            </a:r>
          </a:p>
          <a:p>
            <a:r>
              <a:rPr lang="en-US" dirty="0"/>
              <a:t>growth; nurture</a:t>
            </a:r>
            <a:endParaRPr lang="en-US"/>
          </a:p>
        </p:txBody>
      </p:sp>
      <p:sp>
        <p:nvSpPr>
          <p:cNvPr id="133" name="Text Placeholder 132">
            <a:extLst>
              <a:ext uri="{FF2B5EF4-FFF2-40B4-BE49-F238E27FC236}">
                <a16:creationId xmlns:a16="http://schemas.microsoft.com/office/drawing/2014/main" id="{E9836DF7-3C18-AE6E-8E65-502DB34A7248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 lIns="0" rIns="0"/>
          <a:lstStyle/>
          <a:p>
            <a:r>
              <a:rPr lang="pt-BR" dirty="0"/>
              <a:t>leaf; eco; green; nature; renewable; sustainable; sustainability</a:t>
            </a:r>
          </a:p>
        </p:txBody>
      </p:sp>
      <p:sp>
        <p:nvSpPr>
          <p:cNvPr id="134" name="Text Placeholder 133">
            <a:extLst>
              <a:ext uri="{FF2B5EF4-FFF2-40B4-BE49-F238E27FC236}">
                <a16:creationId xmlns:a16="http://schemas.microsoft.com/office/drawing/2014/main" id="{C5CA1715-65CA-C4D6-B760-F139F6289506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renewable; energy; power;</a:t>
            </a:r>
          </a:p>
          <a:p>
            <a:r>
              <a:rPr lang="en-US" dirty="0"/>
              <a:t>green; eco; sustainability;</a:t>
            </a:r>
          </a:p>
          <a:p>
            <a:r>
              <a:rPr lang="en-US" dirty="0"/>
              <a:t>sustainable</a:t>
            </a:r>
            <a:endParaRPr lang="en-US"/>
          </a:p>
        </p:txBody>
      </p:sp>
      <p:sp>
        <p:nvSpPr>
          <p:cNvPr id="135" name="Text Placeholder 134">
            <a:extLst>
              <a:ext uri="{FF2B5EF4-FFF2-40B4-BE49-F238E27FC236}">
                <a16:creationId xmlns:a16="http://schemas.microsoft.com/office/drawing/2014/main" id="{CBDBFE74-D026-9128-74CA-44334EE1FFE5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/>
              <a:t>tree</a:t>
            </a:r>
          </a:p>
        </p:txBody>
      </p:sp>
      <p:sp>
        <p:nvSpPr>
          <p:cNvPr id="144" name="Text Placeholder 143">
            <a:extLst>
              <a:ext uri="{FF2B5EF4-FFF2-40B4-BE49-F238E27FC236}">
                <a16:creationId xmlns:a16="http://schemas.microsoft.com/office/drawing/2014/main" id="{4F51B026-0F3A-5D72-058B-33E2A11831D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thermometer; </a:t>
            </a:r>
          </a:p>
          <a:p>
            <a:r>
              <a:rPr lang="en-US" dirty="0"/>
              <a:t>temperature; cold</a:t>
            </a:r>
            <a:endParaRPr lang="en-US"/>
          </a:p>
        </p:txBody>
      </p:sp>
      <p:sp>
        <p:nvSpPr>
          <p:cNvPr id="145" name="Text Placeholder 144">
            <a:extLst>
              <a:ext uri="{FF2B5EF4-FFF2-40B4-BE49-F238E27FC236}">
                <a16:creationId xmlns:a16="http://schemas.microsoft.com/office/drawing/2014/main" id="{44D35B95-0DA1-64C9-B4DA-844906F77EE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thermometer; </a:t>
            </a:r>
          </a:p>
          <a:p>
            <a:r>
              <a:rPr lang="en-US" dirty="0"/>
              <a:t>temperature; hot</a:t>
            </a:r>
            <a:endParaRPr lang="en-US"/>
          </a:p>
        </p:txBody>
      </p:sp>
      <p:sp>
        <p:nvSpPr>
          <p:cNvPr id="146" name="Text Placeholder 145">
            <a:extLst>
              <a:ext uri="{FF2B5EF4-FFF2-40B4-BE49-F238E27FC236}">
                <a16:creationId xmlns:a16="http://schemas.microsoft.com/office/drawing/2014/main" id="{97342171-BCCF-5EAC-DF58-7796C194C1B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electric; power; energy; power plant; power line; industrial</a:t>
            </a:r>
            <a:endParaRPr lang="en-US"/>
          </a:p>
        </p:txBody>
      </p:sp>
      <p:sp>
        <p:nvSpPr>
          <p:cNvPr id="147" name="Text Placeholder 146">
            <a:extLst>
              <a:ext uri="{FF2B5EF4-FFF2-40B4-BE49-F238E27FC236}">
                <a16:creationId xmlns:a16="http://schemas.microsoft.com/office/drawing/2014/main" id="{FC251784-B4B2-A1AC-ED82-92F9F35AC07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environment; green; </a:t>
            </a:r>
            <a:br>
              <a:rPr lang="en-US" dirty="0"/>
            </a:br>
            <a:r>
              <a:rPr lang="en-US" dirty="0"/>
              <a:t>leaf; ecological</a:t>
            </a:r>
          </a:p>
        </p:txBody>
      </p:sp>
      <p:sp>
        <p:nvSpPr>
          <p:cNvPr id="148" name="Text Placeholder 147">
            <a:extLst>
              <a:ext uri="{FF2B5EF4-FFF2-40B4-BE49-F238E27FC236}">
                <a16:creationId xmlns:a16="http://schemas.microsoft.com/office/drawing/2014/main" id="{58FEA467-C827-DC92-8740-5853B2A8C20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car; connected car; </a:t>
            </a:r>
            <a:br>
              <a:rPr lang="en-US" dirty="0"/>
            </a:br>
            <a:r>
              <a:rPr lang="en-US" dirty="0"/>
              <a:t>vehicle</a:t>
            </a:r>
            <a:endParaRPr lang="en-US"/>
          </a:p>
        </p:txBody>
      </p:sp>
      <p:sp>
        <p:nvSpPr>
          <p:cNvPr id="149" name="Text Placeholder 148">
            <a:extLst>
              <a:ext uri="{FF2B5EF4-FFF2-40B4-BE49-F238E27FC236}">
                <a16:creationId xmlns:a16="http://schemas.microsoft.com/office/drawing/2014/main" id="{80ED6066-22BE-EE58-5927-C178B39A519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energy management</a:t>
            </a:r>
            <a:endParaRPr lang="en-US"/>
          </a:p>
        </p:txBody>
      </p:sp>
      <p:sp>
        <p:nvSpPr>
          <p:cNvPr id="150" name="Text Placeholder 149">
            <a:extLst>
              <a:ext uri="{FF2B5EF4-FFF2-40B4-BE49-F238E27FC236}">
                <a16:creationId xmlns:a16="http://schemas.microsoft.com/office/drawing/2014/main" id="{48ECF04E-E054-8324-48B2-CDADAFF5547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renewable; energy; power; wind; turbine; eco; green</a:t>
            </a:r>
            <a:endParaRPr lang="en-US"/>
          </a:p>
        </p:txBody>
      </p:sp>
      <p:sp>
        <p:nvSpPr>
          <p:cNvPr id="151" name="Text Placeholder 150">
            <a:extLst>
              <a:ext uri="{FF2B5EF4-FFF2-40B4-BE49-F238E27FC236}">
                <a16:creationId xmlns:a16="http://schemas.microsoft.com/office/drawing/2014/main" id="{C03D619A-2849-A972-F445-F3DE02BC4B2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</p:spPr>
        <p:txBody>
          <a:bodyPr/>
          <a:lstStyle/>
          <a:p>
            <a:r>
              <a:rPr lang="en-US" dirty="0"/>
              <a:t>sun; shine; bright;</a:t>
            </a:r>
          </a:p>
          <a:p>
            <a:r>
              <a:rPr lang="en-US" dirty="0"/>
              <a:t>energy; power; solar</a:t>
            </a:r>
            <a:endParaRPr lang="en-US"/>
          </a:p>
        </p:txBody>
      </p:sp>
      <p:sp>
        <p:nvSpPr>
          <p:cNvPr id="152" name="Text Placeholder 151">
            <a:extLst>
              <a:ext uri="{FF2B5EF4-FFF2-40B4-BE49-F238E27FC236}">
                <a16:creationId xmlns:a16="http://schemas.microsoft.com/office/drawing/2014/main" id="{5E3631A3-B20D-B4BE-CAAB-AA754A2E2E2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</p:spPr>
        <p:txBody>
          <a:bodyPr/>
          <a:lstStyle/>
          <a:p>
            <a:r>
              <a:rPr lang="en-US" dirty="0"/>
              <a:t>recycle</a:t>
            </a:r>
            <a:endParaRPr lang="en-US"/>
          </a:p>
        </p:txBody>
      </p:sp>
      <p:sp>
        <p:nvSpPr>
          <p:cNvPr id="153" name="Text Placeholder 152">
            <a:extLst>
              <a:ext uri="{FF2B5EF4-FFF2-40B4-BE49-F238E27FC236}">
                <a16:creationId xmlns:a16="http://schemas.microsoft.com/office/drawing/2014/main" id="{7123A26F-C636-7B66-998F-AA49E8EB6F6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633641" y="6153948"/>
            <a:ext cx="1638000" cy="640800"/>
          </a:xfrm>
        </p:spPr>
        <p:txBody>
          <a:bodyPr/>
          <a:lstStyle/>
          <a:p>
            <a:r>
              <a:rPr lang="en-US" dirty="0"/>
              <a:t>water; faucet; utility;</a:t>
            </a:r>
          </a:p>
          <a:p>
            <a:r>
              <a:rPr lang="en-US" dirty="0"/>
              <a:t>drop; droplet</a:t>
            </a:r>
            <a:endParaRPr lang="en-US"/>
          </a:p>
        </p:txBody>
      </p:sp>
      <p:sp>
        <p:nvSpPr>
          <p:cNvPr id="154" name="Text Placeholder 153">
            <a:extLst>
              <a:ext uri="{FF2B5EF4-FFF2-40B4-BE49-F238E27FC236}">
                <a16:creationId xmlns:a16="http://schemas.microsoft.com/office/drawing/2014/main" id="{3C0CBF5F-E6D0-5ACB-5706-EC7ABF54640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285231" y="6153948"/>
            <a:ext cx="1638000" cy="640800"/>
          </a:xfrm>
        </p:spPr>
        <p:txBody>
          <a:bodyPr/>
          <a:lstStyle/>
          <a:p>
            <a:r>
              <a:rPr lang="en-US" dirty="0"/>
              <a:t>power plant</a:t>
            </a:r>
            <a:endParaRPr lang="en-US"/>
          </a:p>
        </p:txBody>
      </p:sp>
      <p:sp>
        <p:nvSpPr>
          <p:cNvPr id="155" name="Text Placeholder 154">
            <a:extLst>
              <a:ext uri="{FF2B5EF4-FFF2-40B4-BE49-F238E27FC236}">
                <a16:creationId xmlns:a16="http://schemas.microsoft.com/office/drawing/2014/main" id="{651F1C9F-6483-AE9F-BD07-C7A5D4BD576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926898" y="6153948"/>
            <a:ext cx="1638000" cy="640800"/>
          </a:xfrm>
        </p:spPr>
        <p:txBody>
          <a:bodyPr/>
          <a:lstStyle/>
          <a:p>
            <a:r>
              <a:rPr lang="en-US" dirty="0"/>
              <a:t>oil; barrel;</a:t>
            </a:r>
          </a:p>
          <a:p>
            <a:r>
              <a:rPr lang="en-US" dirty="0"/>
              <a:t>resources</a:t>
            </a:r>
            <a:endParaRPr lang="en-US"/>
          </a:p>
        </p:txBody>
      </p:sp>
      <p:sp>
        <p:nvSpPr>
          <p:cNvPr id="156" name="Text Placeholder 155">
            <a:extLst>
              <a:ext uri="{FF2B5EF4-FFF2-40B4-BE49-F238E27FC236}">
                <a16:creationId xmlns:a16="http://schemas.microsoft.com/office/drawing/2014/main" id="{96ACFA21-B373-E2DA-4C8A-37656DE0A364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571401" y="6153948"/>
            <a:ext cx="1638000" cy="640800"/>
          </a:xfrm>
        </p:spPr>
        <p:txBody>
          <a:bodyPr/>
          <a:lstStyle/>
          <a:p>
            <a:r>
              <a:rPr lang="en-US" dirty="0"/>
              <a:t>sustaintability; wash;</a:t>
            </a:r>
          </a:p>
          <a:p>
            <a:r>
              <a:rPr lang="en-US" dirty="0"/>
              <a:t>hands</a:t>
            </a:r>
            <a:endParaRPr lang="en-US"/>
          </a:p>
        </p:txBody>
      </p:sp>
      <p:sp>
        <p:nvSpPr>
          <p:cNvPr id="157" name="Text Placeholder 156">
            <a:extLst>
              <a:ext uri="{FF2B5EF4-FFF2-40B4-BE49-F238E27FC236}">
                <a16:creationId xmlns:a16="http://schemas.microsoft.com/office/drawing/2014/main" id="{CA2E0B79-448A-5FDE-559E-F47CFABD5B31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0222991" y="6153948"/>
            <a:ext cx="1638000" cy="640800"/>
          </a:xfrm>
        </p:spPr>
        <p:txBody>
          <a:bodyPr/>
          <a:lstStyle/>
          <a:p>
            <a:r>
              <a:rPr lang="en-US" dirty="0"/>
              <a:t>oil; well; derrick;</a:t>
            </a:r>
          </a:p>
          <a:p>
            <a:r>
              <a:rPr lang="en-US" dirty="0"/>
              <a:t>resources</a:t>
            </a:r>
            <a:endParaRPr lang="en-US"/>
          </a:p>
        </p:txBody>
      </p:sp>
      <p:sp>
        <p:nvSpPr>
          <p:cNvPr id="5" name="Graphic 3">
            <a:extLst>
              <a:ext uri="{FF2B5EF4-FFF2-40B4-BE49-F238E27FC236}">
                <a16:creationId xmlns:a16="http://schemas.microsoft.com/office/drawing/2014/main" id="{0F061BE2-F792-F2F6-63A5-DB95F188881F}"/>
              </a:ext>
            </a:extLst>
          </p:cNvPr>
          <p:cNvSpPr/>
          <p:nvPr/>
        </p:nvSpPr>
        <p:spPr>
          <a:xfrm>
            <a:off x="535662" y="796606"/>
            <a:ext cx="502284" cy="502886"/>
          </a:xfrm>
          <a:custGeom>
            <a:avLst/>
            <a:gdLst>
              <a:gd name="connsiteX0" fmla="*/ 112877 w 373158"/>
              <a:gd name="connsiteY0" fmla="*/ 118811 h 373605"/>
              <a:gd name="connsiteX1" fmla="*/ 116766 w 373158"/>
              <a:gd name="connsiteY1" fmla="*/ 117478 h 373605"/>
              <a:gd name="connsiteX2" fmla="*/ 186295 w 373158"/>
              <a:gd name="connsiteY2" fmla="*/ 85664 h 373605"/>
              <a:gd name="connsiteX3" fmla="*/ 190753 w 373158"/>
              <a:gd name="connsiteY3" fmla="*/ 126336 h 373605"/>
              <a:gd name="connsiteX4" fmla="*/ 226893 w 373158"/>
              <a:gd name="connsiteY4" fmla="*/ 140624 h 373605"/>
              <a:gd name="connsiteX5" fmla="*/ 235904 w 373158"/>
              <a:gd name="connsiteY5" fmla="*/ 140624 h 373605"/>
              <a:gd name="connsiteX6" fmla="*/ 343090 w 373158"/>
              <a:gd name="connsiteY6" fmla="*/ 46898 h 373605"/>
              <a:gd name="connsiteX7" fmla="*/ 341762 w 373158"/>
              <a:gd name="connsiteY7" fmla="*/ 40421 h 373605"/>
              <a:gd name="connsiteX8" fmla="*/ 336640 w 373158"/>
              <a:gd name="connsiteY8" fmla="*/ 37849 h 373605"/>
              <a:gd name="connsiteX9" fmla="*/ 282383 w 373158"/>
              <a:gd name="connsiteY9" fmla="*/ 18323 h 373605"/>
              <a:gd name="connsiteX10" fmla="*/ 223004 w 373158"/>
              <a:gd name="connsiteY10" fmla="*/ 130 h 373605"/>
              <a:gd name="connsiteX11" fmla="*/ 181647 w 373158"/>
              <a:gd name="connsiteY11" fmla="*/ 22228 h 373605"/>
              <a:gd name="connsiteX12" fmla="*/ 186579 w 373158"/>
              <a:gd name="connsiteY12" fmla="*/ 68805 h 373605"/>
              <a:gd name="connsiteX13" fmla="*/ 108893 w 373158"/>
              <a:gd name="connsiteY13" fmla="*/ 104428 h 373605"/>
              <a:gd name="connsiteX14" fmla="*/ 106332 w 373158"/>
              <a:gd name="connsiteY14" fmla="*/ 114811 h 373605"/>
              <a:gd name="connsiteX15" fmla="*/ 112782 w 373158"/>
              <a:gd name="connsiteY15" fmla="*/ 118716 h 373605"/>
              <a:gd name="connsiteX16" fmla="*/ 195970 w 373158"/>
              <a:gd name="connsiteY16" fmla="*/ 30134 h 373605"/>
              <a:gd name="connsiteX17" fmla="*/ 224332 w 373158"/>
              <a:gd name="connsiteY17" fmla="*/ 15846 h 373605"/>
              <a:gd name="connsiteX18" fmla="*/ 274699 w 373158"/>
              <a:gd name="connsiteY18" fmla="*/ 31467 h 373605"/>
              <a:gd name="connsiteX19" fmla="*/ 325067 w 373158"/>
              <a:gd name="connsiteY19" fmla="*/ 50993 h 373605"/>
              <a:gd name="connsiteX20" fmla="*/ 234671 w 373158"/>
              <a:gd name="connsiteY20" fmla="*/ 125193 h 373605"/>
              <a:gd name="connsiteX21" fmla="*/ 202420 w 373158"/>
              <a:gd name="connsiteY21" fmla="*/ 117383 h 373605"/>
              <a:gd name="connsiteX22" fmla="*/ 204981 w 373158"/>
              <a:gd name="connsiteY22" fmla="*/ 79378 h 373605"/>
              <a:gd name="connsiteX23" fmla="*/ 277450 w 373158"/>
              <a:gd name="connsiteY23" fmla="*/ 70901 h 373605"/>
              <a:gd name="connsiteX24" fmla="*/ 287789 w 373158"/>
              <a:gd name="connsiteY24" fmla="*/ 65662 h 373605"/>
              <a:gd name="connsiteX25" fmla="*/ 281339 w 373158"/>
              <a:gd name="connsiteY25" fmla="*/ 56613 h 373605"/>
              <a:gd name="connsiteX26" fmla="*/ 202041 w 373158"/>
              <a:gd name="connsiteY26" fmla="*/ 64043 h 373605"/>
              <a:gd name="connsiteX27" fmla="*/ 195970 w 373158"/>
              <a:gd name="connsiteY27" fmla="*/ 30324 h 373605"/>
              <a:gd name="connsiteX28" fmla="*/ 147404 w 373158"/>
              <a:gd name="connsiteY28" fmla="*/ 287785 h 373605"/>
              <a:gd name="connsiteX29" fmla="*/ 139721 w 373158"/>
              <a:gd name="connsiteY29" fmla="*/ 295691 h 373605"/>
              <a:gd name="connsiteX30" fmla="*/ 116671 w 373158"/>
              <a:gd name="connsiteY30" fmla="*/ 295691 h 373605"/>
              <a:gd name="connsiteX31" fmla="*/ 108988 w 373158"/>
              <a:gd name="connsiteY31" fmla="*/ 287785 h 373605"/>
              <a:gd name="connsiteX32" fmla="*/ 116671 w 373158"/>
              <a:gd name="connsiteY32" fmla="*/ 279879 h 373605"/>
              <a:gd name="connsiteX33" fmla="*/ 139721 w 373158"/>
              <a:gd name="connsiteY33" fmla="*/ 279879 h 373605"/>
              <a:gd name="connsiteX34" fmla="*/ 147404 w 373158"/>
              <a:gd name="connsiteY34" fmla="*/ 287785 h 373605"/>
              <a:gd name="connsiteX35" fmla="*/ 147404 w 373158"/>
              <a:gd name="connsiteY35" fmla="*/ 319313 h 373605"/>
              <a:gd name="connsiteX36" fmla="*/ 139721 w 373158"/>
              <a:gd name="connsiteY36" fmla="*/ 327218 h 373605"/>
              <a:gd name="connsiteX37" fmla="*/ 116671 w 373158"/>
              <a:gd name="connsiteY37" fmla="*/ 327218 h 373605"/>
              <a:gd name="connsiteX38" fmla="*/ 108988 w 373158"/>
              <a:gd name="connsiteY38" fmla="*/ 319313 h 373605"/>
              <a:gd name="connsiteX39" fmla="*/ 116671 w 373158"/>
              <a:gd name="connsiteY39" fmla="*/ 311407 h 373605"/>
              <a:gd name="connsiteX40" fmla="*/ 139721 w 373158"/>
              <a:gd name="connsiteY40" fmla="*/ 311407 h 373605"/>
              <a:gd name="connsiteX41" fmla="*/ 147404 w 373158"/>
              <a:gd name="connsiteY41" fmla="*/ 319313 h 373605"/>
              <a:gd name="connsiteX42" fmla="*/ 240741 w 373158"/>
              <a:gd name="connsiteY42" fmla="*/ 287785 h 373605"/>
              <a:gd name="connsiteX43" fmla="*/ 233058 w 373158"/>
              <a:gd name="connsiteY43" fmla="*/ 295691 h 373605"/>
              <a:gd name="connsiteX44" fmla="*/ 210008 w 373158"/>
              <a:gd name="connsiteY44" fmla="*/ 295691 h 373605"/>
              <a:gd name="connsiteX45" fmla="*/ 202325 w 373158"/>
              <a:gd name="connsiteY45" fmla="*/ 287785 h 373605"/>
              <a:gd name="connsiteX46" fmla="*/ 210008 w 373158"/>
              <a:gd name="connsiteY46" fmla="*/ 279879 h 373605"/>
              <a:gd name="connsiteX47" fmla="*/ 233058 w 373158"/>
              <a:gd name="connsiteY47" fmla="*/ 279879 h 373605"/>
              <a:gd name="connsiteX48" fmla="*/ 240741 w 373158"/>
              <a:gd name="connsiteY48" fmla="*/ 287785 h 373605"/>
              <a:gd name="connsiteX49" fmla="*/ 240741 w 373158"/>
              <a:gd name="connsiteY49" fmla="*/ 319313 h 373605"/>
              <a:gd name="connsiteX50" fmla="*/ 233058 w 373158"/>
              <a:gd name="connsiteY50" fmla="*/ 327218 h 373605"/>
              <a:gd name="connsiteX51" fmla="*/ 210008 w 373158"/>
              <a:gd name="connsiteY51" fmla="*/ 327218 h 373605"/>
              <a:gd name="connsiteX52" fmla="*/ 202325 w 373158"/>
              <a:gd name="connsiteY52" fmla="*/ 319313 h 373605"/>
              <a:gd name="connsiteX53" fmla="*/ 210008 w 373158"/>
              <a:gd name="connsiteY53" fmla="*/ 311407 h 373605"/>
              <a:gd name="connsiteX54" fmla="*/ 233058 w 373158"/>
              <a:gd name="connsiteY54" fmla="*/ 311407 h 373605"/>
              <a:gd name="connsiteX55" fmla="*/ 240741 w 373158"/>
              <a:gd name="connsiteY55" fmla="*/ 319313 h 373605"/>
              <a:gd name="connsiteX56" fmla="*/ 295662 w 373158"/>
              <a:gd name="connsiteY56" fmla="*/ 287785 h 373605"/>
              <a:gd name="connsiteX57" fmla="*/ 303346 w 373158"/>
              <a:gd name="connsiteY57" fmla="*/ 279879 h 373605"/>
              <a:gd name="connsiteX58" fmla="*/ 326395 w 373158"/>
              <a:gd name="connsiteY58" fmla="*/ 279879 h 373605"/>
              <a:gd name="connsiteX59" fmla="*/ 334079 w 373158"/>
              <a:gd name="connsiteY59" fmla="*/ 287785 h 373605"/>
              <a:gd name="connsiteX60" fmla="*/ 326395 w 373158"/>
              <a:gd name="connsiteY60" fmla="*/ 295691 h 373605"/>
              <a:gd name="connsiteX61" fmla="*/ 303346 w 373158"/>
              <a:gd name="connsiteY61" fmla="*/ 295691 h 373605"/>
              <a:gd name="connsiteX62" fmla="*/ 295662 w 373158"/>
              <a:gd name="connsiteY62" fmla="*/ 287785 h 373605"/>
              <a:gd name="connsiteX63" fmla="*/ 295662 w 373158"/>
              <a:gd name="connsiteY63" fmla="*/ 319313 h 373605"/>
              <a:gd name="connsiteX64" fmla="*/ 303346 w 373158"/>
              <a:gd name="connsiteY64" fmla="*/ 311407 h 373605"/>
              <a:gd name="connsiteX65" fmla="*/ 326395 w 373158"/>
              <a:gd name="connsiteY65" fmla="*/ 311407 h 373605"/>
              <a:gd name="connsiteX66" fmla="*/ 334079 w 373158"/>
              <a:gd name="connsiteY66" fmla="*/ 319313 h 373605"/>
              <a:gd name="connsiteX67" fmla="*/ 326395 w 373158"/>
              <a:gd name="connsiteY67" fmla="*/ 327218 h 373605"/>
              <a:gd name="connsiteX68" fmla="*/ 303346 w 373158"/>
              <a:gd name="connsiteY68" fmla="*/ 327218 h 373605"/>
              <a:gd name="connsiteX69" fmla="*/ 295662 w 373158"/>
              <a:gd name="connsiteY69" fmla="*/ 319313 h 373605"/>
              <a:gd name="connsiteX70" fmla="*/ 369365 w 373158"/>
              <a:gd name="connsiteY70" fmla="*/ 169294 h 373605"/>
              <a:gd name="connsiteX71" fmla="*/ 361586 w 373158"/>
              <a:gd name="connsiteY71" fmla="*/ 167960 h 373605"/>
              <a:gd name="connsiteX72" fmla="*/ 279916 w 373158"/>
              <a:gd name="connsiteY72" fmla="*/ 216157 h 373605"/>
              <a:gd name="connsiteX73" fmla="*/ 279916 w 373158"/>
              <a:gd name="connsiteY73" fmla="*/ 175771 h 373605"/>
              <a:gd name="connsiteX74" fmla="*/ 276027 w 373158"/>
              <a:gd name="connsiteY74" fmla="*/ 169294 h 373605"/>
              <a:gd name="connsiteX75" fmla="*/ 268249 w 373158"/>
              <a:gd name="connsiteY75" fmla="*/ 169294 h 373605"/>
              <a:gd name="connsiteX76" fmla="*/ 186579 w 373158"/>
              <a:gd name="connsiteY76" fmla="*/ 214823 h 373605"/>
              <a:gd name="connsiteX77" fmla="*/ 186579 w 373158"/>
              <a:gd name="connsiteY77" fmla="*/ 175771 h 373605"/>
              <a:gd name="connsiteX78" fmla="*/ 182690 w 373158"/>
              <a:gd name="connsiteY78" fmla="*/ 167960 h 373605"/>
              <a:gd name="connsiteX79" fmla="*/ 174912 w 373158"/>
              <a:gd name="connsiteY79" fmla="*/ 169294 h 373605"/>
              <a:gd name="connsiteX80" fmla="*/ 102348 w 373158"/>
              <a:gd name="connsiteY80" fmla="*/ 216157 h 373605"/>
              <a:gd name="connsiteX81" fmla="*/ 75125 w 373158"/>
              <a:gd name="connsiteY81" fmla="*/ 83378 h 373605"/>
              <a:gd name="connsiteX82" fmla="*/ 67347 w 373158"/>
              <a:gd name="connsiteY82" fmla="*/ 76901 h 373605"/>
              <a:gd name="connsiteX83" fmla="*/ 29784 w 373158"/>
              <a:gd name="connsiteY83" fmla="*/ 76901 h 373605"/>
              <a:gd name="connsiteX84" fmla="*/ 22006 w 373158"/>
              <a:gd name="connsiteY84" fmla="*/ 83378 h 373605"/>
              <a:gd name="connsiteX85" fmla="*/ 0 w 373158"/>
              <a:gd name="connsiteY85" fmla="*/ 242160 h 373605"/>
              <a:gd name="connsiteX86" fmla="*/ 0 w 373158"/>
              <a:gd name="connsiteY86" fmla="*/ 365795 h 373605"/>
              <a:gd name="connsiteX87" fmla="*/ 7778 w 373158"/>
              <a:gd name="connsiteY87" fmla="*/ 373605 h 373605"/>
              <a:gd name="connsiteX88" fmla="*/ 365381 w 373158"/>
              <a:gd name="connsiteY88" fmla="*/ 373605 h 373605"/>
              <a:gd name="connsiteX89" fmla="*/ 373159 w 373158"/>
              <a:gd name="connsiteY89" fmla="*/ 365795 h 373605"/>
              <a:gd name="connsiteX90" fmla="*/ 373159 w 373158"/>
              <a:gd name="connsiteY90" fmla="*/ 175771 h 373605"/>
              <a:gd name="connsiteX91" fmla="*/ 369270 w 373158"/>
              <a:gd name="connsiteY91" fmla="*/ 169294 h 373605"/>
              <a:gd name="connsiteX92" fmla="*/ 357697 w 373158"/>
              <a:gd name="connsiteY92" fmla="*/ 357984 h 373605"/>
              <a:gd name="connsiteX93" fmla="*/ 15651 w 373158"/>
              <a:gd name="connsiteY93" fmla="*/ 357984 h 373605"/>
              <a:gd name="connsiteX94" fmla="*/ 15651 w 373158"/>
              <a:gd name="connsiteY94" fmla="*/ 244732 h 373605"/>
              <a:gd name="connsiteX95" fmla="*/ 36424 w 373158"/>
              <a:gd name="connsiteY95" fmla="*/ 92427 h 373605"/>
              <a:gd name="connsiteX96" fmla="*/ 61086 w 373158"/>
              <a:gd name="connsiteY96" fmla="*/ 92427 h 373605"/>
              <a:gd name="connsiteX97" fmla="*/ 89638 w 373158"/>
              <a:gd name="connsiteY97" fmla="*/ 230444 h 373605"/>
              <a:gd name="connsiteX98" fmla="*/ 94855 w 373158"/>
              <a:gd name="connsiteY98" fmla="*/ 235683 h 373605"/>
              <a:gd name="connsiteX99" fmla="*/ 101305 w 373158"/>
              <a:gd name="connsiteY99" fmla="*/ 235683 h 373605"/>
              <a:gd name="connsiteX100" fmla="*/ 171308 w 373158"/>
              <a:gd name="connsiteY100" fmla="*/ 190154 h 373605"/>
              <a:gd name="connsiteX101" fmla="*/ 171308 w 373158"/>
              <a:gd name="connsiteY101" fmla="*/ 229206 h 373605"/>
              <a:gd name="connsiteX102" fmla="*/ 175197 w 373158"/>
              <a:gd name="connsiteY102" fmla="*/ 235683 h 373605"/>
              <a:gd name="connsiteX103" fmla="*/ 182975 w 373158"/>
              <a:gd name="connsiteY103" fmla="*/ 235683 h 373605"/>
              <a:gd name="connsiteX104" fmla="*/ 264645 w 373158"/>
              <a:gd name="connsiteY104" fmla="*/ 188820 h 373605"/>
              <a:gd name="connsiteX105" fmla="*/ 264645 w 373158"/>
              <a:gd name="connsiteY105" fmla="*/ 229206 h 373605"/>
              <a:gd name="connsiteX106" fmla="*/ 268534 w 373158"/>
              <a:gd name="connsiteY106" fmla="*/ 235683 h 373605"/>
              <a:gd name="connsiteX107" fmla="*/ 276312 w 373158"/>
              <a:gd name="connsiteY107" fmla="*/ 235683 h 373605"/>
              <a:gd name="connsiteX108" fmla="*/ 357982 w 373158"/>
              <a:gd name="connsiteY108" fmla="*/ 188820 h 373605"/>
              <a:gd name="connsiteX109" fmla="*/ 357982 w 373158"/>
              <a:gd name="connsiteY109" fmla="*/ 358079 h 37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73158" h="373605">
                <a:moveTo>
                  <a:pt x="112877" y="118811"/>
                </a:moveTo>
                <a:cubicBezTo>
                  <a:pt x="114205" y="118811"/>
                  <a:pt x="115438" y="118811"/>
                  <a:pt x="116766" y="117478"/>
                </a:cubicBezTo>
                <a:cubicBezTo>
                  <a:pt x="117430" y="117478"/>
                  <a:pt x="149017" y="99761"/>
                  <a:pt x="186295" y="85664"/>
                </a:cubicBezTo>
                <a:cubicBezTo>
                  <a:pt x="182121" y="103286"/>
                  <a:pt x="183259" y="116621"/>
                  <a:pt x="190753" y="126336"/>
                </a:cubicBezTo>
                <a:cubicBezTo>
                  <a:pt x="197203" y="135480"/>
                  <a:pt x="210103" y="140624"/>
                  <a:pt x="226893" y="140624"/>
                </a:cubicBezTo>
                <a:lnTo>
                  <a:pt x="235904" y="140624"/>
                </a:lnTo>
                <a:cubicBezTo>
                  <a:pt x="272044" y="136718"/>
                  <a:pt x="330189" y="91189"/>
                  <a:pt x="343090" y="46898"/>
                </a:cubicBezTo>
                <a:cubicBezTo>
                  <a:pt x="344418" y="44326"/>
                  <a:pt x="344418" y="42992"/>
                  <a:pt x="341762" y="40421"/>
                </a:cubicBezTo>
                <a:cubicBezTo>
                  <a:pt x="340434" y="39087"/>
                  <a:pt x="339201" y="37849"/>
                  <a:pt x="336640" y="37849"/>
                </a:cubicBezTo>
                <a:cubicBezTo>
                  <a:pt x="315961" y="35277"/>
                  <a:pt x="297939" y="26133"/>
                  <a:pt x="282383" y="18323"/>
                </a:cubicBezTo>
                <a:cubicBezTo>
                  <a:pt x="263032" y="7940"/>
                  <a:pt x="244915" y="-1204"/>
                  <a:pt x="223004" y="130"/>
                </a:cubicBezTo>
                <a:cubicBezTo>
                  <a:pt x="202325" y="2702"/>
                  <a:pt x="188097" y="10512"/>
                  <a:pt x="181647" y="22228"/>
                </a:cubicBezTo>
                <a:cubicBezTo>
                  <a:pt x="175766" y="35277"/>
                  <a:pt x="177473" y="50517"/>
                  <a:pt x="186579" y="68805"/>
                </a:cubicBezTo>
                <a:cubicBezTo>
                  <a:pt x="145792" y="83188"/>
                  <a:pt x="111075" y="103000"/>
                  <a:pt x="108893" y="104428"/>
                </a:cubicBezTo>
                <a:cubicBezTo>
                  <a:pt x="105004" y="107000"/>
                  <a:pt x="103676" y="110906"/>
                  <a:pt x="106332" y="114811"/>
                </a:cubicBezTo>
                <a:cubicBezTo>
                  <a:pt x="107660" y="117383"/>
                  <a:pt x="110221" y="118716"/>
                  <a:pt x="112782" y="118716"/>
                </a:cubicBezTo>
                <a:close/>
                <a:moveTo>
                  <a:pt x="195970" y="30134"/>
                </a:moveTo>
                <a:cubicBezTo>
                  <a:pt x="201092" y="19751"/>
                  <a:pt x="215320" y="17084"/>
                  <a:pt x="224332" y="15846"/>
                </a:cubicBezTo>
                <a:cubicBezTo>
                  <a:pt x="242449" y="14513"/>
                  <a:pt x="256582" y="22323"/>
                  <a:pt x="274699" y="31467"/>
                </a:cubicBezTo>
                <a:cubicBezTo>
                  <a:pt x="288928" y="39278"/>
                  <a:pt x="305717" y="48422"/>
                  <a:pt x="325067" y="50993"/>
                </a:cubicBezTo>
                <a:cubicBezTo>
                  <a:pt x="309606" y="86141"/>
                  <a:pt x="261799" y="122526"/>
                  <a:pt x="234671" y="125193"/>
                </a:cubicBezTo>
                <a:cubicBezTo>
                  <a:pt x="223004" y="126526"/>
                  <a:pt x="208870" y="125193"/>
                  <a:pt x="202420" y="117383"/>
                </a:cubicBezTo>
                <a:cubicBezTo>
                  <a:pt x="197583" y="110048"/>
                  <a:pt x="198436" y="96999"/>
                  <a:pt x="204981" y="79378"/>
                </a:cubicBezTo>
                <a:cubicBezTo>
                  <a:pt x="230877" y="71186"/>
                  <a:pt x="257531" y="66138"/>
                  <a:pt x="277450" y="70901"/>
                </a:cubicBezTo>
                <a:cubicBezTo>
                  <a:pt x="282667" y="72234"/>
                  <a:pt x="286556" y="69567"/>
                  <a:pt x="287789" y="65662"/>
                </a:cubicBezTo>
                <a:cubicBezTo>
                  <a:pt x="287789" y="61757"/>
                  <a:pt x="285228" y="56613"/>
                  <a:pt x="281339" y="56613"/>
                </a:cubicBezTo>
                <a:cubicBezTo>
                  <a:pt x="258764" y="50803"/>
                  <a:pt x="229833" y="55565"/>
                  <a:pt x="202041" y="64043"/>
                </a:cubicBezTo>
                <a:cubicBezTo>
                  <a:pt x="194263" y="49469"/>
                  <a:pt x="192555" y="37277"/>
                  <a:pt x="195970" y="30324"/>
                </a:cubicBezTo>
                <a:close/>
                <a:moveTo>
                  <a:pt x="147404" y="287785"/>
                </a:moveTo>
                <a:cubicBezTo>
                  <a:pt x="147404" y="291690"/>
                  <a:pt x="143610" y="295691"/>
                  <a:pt x="139721" y="295691"/>
                </a:cubicBezTo>
                <a:lnTo>
                  <a:pt x="116671" y="295691"/>
                </a:lnTo>
                <a:cubicBezTo>
                  <a:pt x="112877" y="295691"/>
                  <a:pt x="108988" y="291785"/>
                  <a:pt x="108988" y="287785"/>
                </a:cubicBezTo>
                <a:cubicBezTo>
                  <a:pt x="108988" y="283784"/>
                  <a:pt x="112782" y="279879"/>
                  <a:pt x="116671" y="279879"/>
                </a:cubicBezTo>
                <a:lnTo>
                  <a:pt x="139721" y="279879"/>
                </a:lnTo>
                <a:cubicBezTo>
                  <a:pt x="143515" y="279879"/>
                  <a:pt x="147404" y="283784"/>
                  <a:pt x="147404" y="287785"/>
                </a:cubicBezTo>
                <a:close/>
                <a:moveTo>
                  <a:pt x="147404" y="319313"/>
                </a:moveTo>
                <a:cubicBezTo>
                  <a:pt x="147404" y="323218"/>
                  <a:pt x="143610" y="327218"/>
                  <a:pt x="139721" y="327218"/>
                </a:cubicBezTo>
                <a:lnTo>
                  <a:pt x="116671" y="327218"/>
                </a:lnTo>
                <a:cubicBezTo>
                  <a:pt x="112877" y="327218"/>
                  <a:pt x="108988" y="323313"/>
                  <a:pt x="108988" y="319313"/>
                </a:cubicBezTo>
                <a:cubicBezTo>
                  <a:pt x="108988" y="315312"/>
                  <a:pt x="112782" y="311407"/>
                  <a:pt x="116671" y="311407"/>
                </a:cubicBezTo>
                <a:lnTo>
                  <a:pt x="139721" y="311407"/>
                </a:lnTo>
                <a:cubicBezTo>
                  <a:pt x="143515" y="311407"/>
                  <a:pt x="147404" y="315312"/>
                  <a:pt x="147404" y="319313"/>
                </a:cubicBezTo>
                <a:close/>
                <a:moveTo>
                  <a:pt x="240741" y="287785"/>
                </a:moveTo>
                <a:cubicBezTo>
                  <a:pt x="240741" y="291690"/>
                  <a:pt x="236947" y="295691"/>
                  <a:pt x="233058" y="295691"/>
                </a:cubicBezTo>
                <a:lnTo>
                  <a:pt x="210008" y="295691"/>
                </a:lnTo>
                <a:cubicBezTo>
                  <a:pt x="206214" y="295691"/>
                  <a:pt x="202325" y="291785"/>
                  <a:pt x="202325" y="287785"/>
                </a:cubicBezTo>
                <a:cubicBezTo>
                  <a:pt x="202325" y="283784"/>
                  <a:pt x="206119" y="279879"/>
                  <a:pt x="210008" y="279879"/>
                </a:cubicBezTo>
                <a:lnTo>
                  <a:pt x="233058" y="279879"/>
                </a:lnTo>
                <a:cubicBezTo>
                  <a:pt x="236852" y="279879"/>
                  <a:pt x="240741" y="283784"/>
                  <a:pt x="240741" y="287785"/>
                </a:cubicBezTo>
                <a:close/>
                <a:moveTo>
                  <a:pt x="240741" y="319313"/>
                </a:moveTo>
                <a:cubicBezTo>
                  <a:pt x="240741" y="323218"/>
                  <a:pt x="236947" y="327218"/>
                  <a:pt x="233058" y="327218"/>
                </a:cubicBezTo>
                <a:lnTo>
                  <a:pt x="210008" y="327218"/>
                </a:lnTo>
                <a:cubicBezTo>
                  <a:pt x="206214" y="327218"/>
                  <a:pt x="202325" y="323313"/>
                  <a:pt x="202325" y="319313"/>
                </a:cubicBezTo>
                <a:cubicBezTo>
                  <a:pt x="202325" y="315312"/>
                  <a:pt x="206119" y="311407"/>
                  <a:pt x="210008" y="311407"/>
                </a:cubicBezTo>
                <a:lnTo>
                  <a:pt x="233058" y="311407"/>
                </a:lnTo>
                <a:cubicBezTo>
                  <a:pt x="236852" y="311407"/>
                  <a:pt x="240741" y="315312"/>
                  <a:pt x="240741" y="319313"/>
                </a:cubicBezTo>
                <a:close/>
                <a:moveTo>
                  <a:pt x="295662" y="287785"/>
                </a:moveTo>
                <a:cubicBezTo>
                  <a:pt x="295662" y="283880"/>
                  <a:pt x="299457" y="279879"/>
                  <a:pt x="303346" y="279879"/>
                </a:cubicBezTo>
                <a:lnTo>
                  <a:pt x="326395" y="279879"/>
                </a:lnTo>
                <a:cubicBezTo>
                  <a:pt x="330189" y="279879"/>
                  <a:pt x="334079" y="283784"/>
                  <a:pt x="334079" y="287785"/>
                </a:cubicBezTo>
                <a:cubicBezTo>
                  <a:pt x="334079" y="291785"/>
                  <a:pt x="330284" y="295691"/>
                  <a:pt x="326395" y="295691"/>
                </a:cubicBezTo>
                <a:lnTo>
                  <a:pt x="303346" y="295691"/>
                </a:lnTo>
                <a:cubicBezTo>
                  <a:pt x="299551" y="295691"/>
                  <a:pt x="295662" y="291785"/>
                  <a:pt x="295662" y="287785"/>
                </a:cubicBezTo>
                <a:close/>
                <a:moveTo>
                  <a:pt x="295662" y="319313"/>
                </a:moveTo>
                <a:cubicBezTo>
                  <a:pt x="295662" y="315407"/>
                  <a:pt x="299457" y="311407"/>
                  <a:pt x="303346" y="311407"/>
                </a:cubicBezTo>
                <a:lnTo>
                  <a:pt x="326395" y="311407"/>
                </a:lnTo>
                <a:cubicBezTo>
                  <a:pt x="330189" y="311407"/>
                  <a:pt x="334079" y="315312"/>
                  <a:pt x="334079" y="319313"/>
                </a:cubicBezTo>
                <a:cubicBezTo>
                  <a:pt x="334079" y="323313"/>
                  <a:pt x="330284" y="327218"/>
                  <a:pt x="326395" y="327218"/>
                </a:cubicBezTo>
                <a:lnTo>
                  <a:pt x="303346" y="327218"/>
                </a:lnTo>
                <a:cubicBezTo>
                  <a:pt x="299551" y="327218"/>
                  <a:pt x="295662" y="323313"/>
                  <a:pt x="295662" y="319313"/>
                </a:cubicBezTo>
                <a:close/>
                <a:moveTo>
                  <a:pt x="369365" y="169294"/>
                </a:moveTo>
                <a:cubicBezTo>
                  <a:pt x="366803" y="166722"/>
                  <a:pt x="364147" y="166722"/>
                  <a:pt x="361586" y="167960"/>
                </a:cubicBezTo>
                <a:lnTo>
                  <a:pt x="279916" y="216157"/>
                </a:lnTo>
                <a:lnTo>
                  <a:pt x="279916" y="175771"/>
                </a:lnTo>
                <a:cubicBezTo>
                  <a:pt x="279916" y="173199"/>
                  <a:pt x="278588" y="170532"/>
                  <a:pt x="276027" y="169294"/>
                </a:cubicBezTo>
                <a:cubicBezTo>
                  <a:pt x="273466" y="168056"/>
                  <a:pt x="270810" y="167960"/>
                  <a:pt x="268249" y="169294"/>
                </a:cubicBezTo>
                <a:lnTo>
                  <a:pt x="186579" y="214823"/>
                </a:lnTo>
                <a:lnTo>
                  <a:pt x="186579" y="175771"/>
                </a:lnTo>
                <a:cubicBezTo>
                  <a:pt x="186579" y="171866"/>
                  <a:pt x="185251" y="169294"/>
                  <a:pt x="182690" y="167960"/>
                </a:cubicBezTo>
                <a:cubicBezTo>
                  <a:pt x="180129" y="166627"/>
                  <a:pt x="176240" y="166627"/>
                  <a:pt x="174912" y="169294"/>
                </a:cubicBezTo>
                <a:lnTo>
                  <a:pt x="102348" y="216157"/>
                </a:lnTo>
                <a:lnTo>
                  <a:pt x="75125" y="83378"/>
                </a:lnTo>
                <a:cubicBezTo>
                  <a:pt x="73797" y="79473"/>
                  <a:pt x="71236" y="76901"/>
                  <a:pt x="67347" y="76901"/>
                </a:cubicBezTo>
                <a:lnTo>
                  <a:pt x="29784" y="76901"/>
                </a:lnTo>
                <a:cubicBezTo>
                  <a:pt x="25895" y="76901"/>
                  <a:pt x="23334" y="79473"/>
                  <a:pt x="22006" y="83378"/>
                </a:cubicBezTo>
                <a:lnTo>
                  <a:pt x="0" y="242160"/>
                </a:lnTo>
                <a:lnTo>
                  <a:pt x="0" y="365795"/>
                </a:lnTo>
                <a:cubicBezTo>
                  <a:pt x="0" y="369700"/>
                  <a:pt x="3889" y="373605"/>
                  <a:pt x="7778" y="373605"/>
                </a:cubicBezTo>
                <a:lnTo>
                  <a:pt x="365381" y="373605"/>
                </a:lnTo>
                <a:cubicBezTo>
                  <a:pt x="369270" y="373605"/>
                  <a:pt x="373159" y="369700"/>
                  <a:pt x="373159" y="365795"/>
                </a:cubicBezTo>
                <a:lnTo>
                  <a:pt x="373159" y="175771"/>
                </a:lnTo>
                <a:cubicBezTo>
                  <a:pt x="373159" y="173199"/>
                  <a:pt x="371831" y="170532"/>
                  <a:pt x="369270" y="169294"/>
                </a:cubicBezTo>
                <a:close/>
                <a:moveTo>
                  <a:pt x="357697" y="357984"/>
                </a:moveTo>
                <a:lnTo>
                  <a:pt x="15651" y="357984"/>
                </a:lnTo>
                <a:lnTo>
                  <a:pt x="15651" y="244732"/>
                </a:lnTo>
                <a:lnTo>
                  <a:pt x="36424" y="92427"/>
                </a:lnTo>
                <a:lnTo>
                  <a:pt x="61086" y="92427"/>
                </a:lnTo>
                <a:lnTo>
                  <a:pt x="89638" y="230444"/>
                </a:lnTo>
                <a:cubicBezTo>
                  <a:pt x="89638" y="233016"/>
                  <a:pt x="92199" y="234349"/>
                  <a:pt x="94855" y="235683"/>
                </a:cubicBezTo>
                <a:cubicBezTo>
                  <a:pt x="96183" y="237017"/>
                  <a:pt x="98744" y="237017"/>
                  <a:pt x="101305" y="235683"/>
                </a:cubicBezTo>
                <a:lnTo>
                  <a:pt x="171308" y="190154"/>
                </a:lnTo>
                <a:lnTo>
                  <a:pt x="171308" y="229206"/>
                </a:lnTo>
                <a:cubicBezTo>
                  <a:pt x="171308" y="231778"/>
                  <a:pt x="172636" y="234445"/>
                  <a:pt x="175197" y="235683"/>
                </a:cubicBezTo>
                <a:cubicBezTo>
                  <a:pt x="177758" y="237017"/>
                  <a:pt x="180414" y="237017"/>
                  <a:pt x="182975" y="235683"/>
                </a:cubicBezTo>
                <a:lnTo>
                  <a:pt x="264645" y="188820"/>
                </a:lnTo>
                <a:lnTo>
                  <a:pt x="264645" y="229206"/>
                </a:lnTo>
                <a:cubicBezTo>
                  <a:pt x="264645" y="231778"/>
                  <a:pt x="265973" y="234445"/>
                  <a:pt x="268534" y="235683"/>
                </a:cubicBezTo>
                <a:cubicBezTo>
                  <a:pt x="271095" y="237017"/>
                  <a:pt x="273751" y="237017"/>
                  <a:pt x="276312" y="235683"/>
                </a:cubicBezTo>
                <a:lnTo>
                  <a:pt x="357982" y="188820"/>
                </a:lnTo>
                <a:lnTo>
                  <a:pt x="357982" y="358079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670D40E8-6A73-91D4-528A-84E40D4B48FE}"/>
              </a:ext>
            </a:extLst>
          </p:cNvPr>
          <p:cNvSpPr/>
          <p:nvPr/>
        </p:nvSpPr>
        <p:spPr>
          <a:xfrm>
            <a:off x="1300837" y="796606"/>
            <a:ext cx="502284" cy="502886"/>
          </a:xfrm>
          <a:custGeom>
            <a:avLst/>
            <a:gdLst>
              <a:gd name="connsiteX0" fmla="*/ 112877 w 373158"/>
              <a:gd name="connsiteY0" fmla="*/ 118811 h 373605"/>
              <a:gd name="connsiteX1" fmla="*/ 116766 w 373158"/>
              <a:gd name="connsiteY1" fmla="*/ 117478 h 373605"/>
              <a:gd name="connsiteX2" fmla="*/ 186295 w 373158"/>
              <a:gd name="connsiteY2" fmla="*/ 85664 h 373605"/>
              <a:gd name="connsiteX3" fmla="*/ 190753 w 373158"/>
              <a:gd name="connsiteY3" fmla="*/ 126336 h 373605"/>
              <a:gd name="connsiteX4" fmla="*/ 226893 w 373158"/>
              <a:gd name="connsiteY4" fmla="*/ 140624 h 373605"/>
              <a:gd name="connsiteX5" fmla="*/ 235904 w 373158"/>
              <a:gd name="connsiteY5" fmla="*/ 140624 h 373605"/>
              <a:gd name="connsiteX6" fmla="*/ 343090 w 373158"/>
              <a:gd name="connsiteY6" fmla="*/ 46898 h 373605"/>
              <a:gd name="connsiteX7" fmla="*/ 341762 w 373158"/>
              <a:gd name="connsiteY7" fmla="*/ 40421 h 373605"/>
              <a:gd name="connsiteX8" fmla="*/ 336640 w 373158"/>
              <a:gd name="connsiteY8" fmla="*/ 37849 h 373605"/>
              <a:gd name="connsiteX9" fmla="*/ 282383 w 373158"/>
              <a:gd name="connsiteY9" fmla="*/ 18323 h 373605"/>
              <a:gd name="connsiteX10" fmla="*/ 223004 w 373158"/>
              <a:gd name="connsiteY10" fmla="*/ 130 h 373605"/>
              <a:gd name="connsiteX11" fmla="*/ 181647 w 373158"/>
              <a:gd name="connsiteY11" fmla="*/ 22228 h 373605"/>
              <a:gd name="connsiteX12" fmla="*/ 186579 w 373158"/>
              <a:gd name="connsiteY12" fmla="*/ 68805 h 373605"/>
              <a:gd name="connsiteX13" fmla="*/ 108893 w 373158"/>
              <a:gd name="connsiteY13" fmla="*/ 104428 h 373605"/>
              <a:gd name="connsiteX14" fmla="*/ 106332 w 373158"/>
              <a:gd name="connsiteY14" fmla="*/ 114811 h 373605"/>
              <a:gd name="connsiteX15" fmla="*/ 112782 w 373158"/>
              <a:gd name="connsiteY15" fmla="*/ 118716 h 373605"/>
              <a:gd name="connsiteX16" fmla="*/ 195970 w 373158"/>
              <a:gd name="connsiteY16" fmla="*/ 30134 h 373605"/>
              <a:gd name="connsiteX17" fmla="*/ 224332 w 373158"/>
              <a:gd name="connsiteY17" fmla="*/ 15846 h 373605"/>
              <a:gd name="connsiteX18" fmla="*/ 274699 w 373158"/>
              <a:gd name="connsiteY18" fmla="*/ 31467 h 373605"/>
              <a:gd name="connsiteX19" fmla="*/ 325067 w 373158"/>
              <a:gd name="connsiteY19" fmla="*/ 50993 h 373605"/>
              <a:gd name="connsiteX20" fmla="*/ 234671 w 373158"/>
              <a:gd name="connsiteY20" fmla="*/ 125193 h 373605"/>
              <a:gd name="connsiteX21" fmla="*/ 202420 w 373158"/>
              <a:gd name="connsiteY21" fmla="*/ 117383 h 373605"/>
              <a:gd name="connsiteX22" fmla="*/ 204981 w 373158"/>
              <a:gd name="connsiteY22" fmla="*/ 79378 h 373605"/>
              <a:gd name="connsiteX23" fmla="*/ 277450 w 373158"/>
              <a:gd name="connsiteY23" fmla="*/ 70901 h 373605"/>
              <a:gd name="connsiteX24" fmla="*/ 287789 w 373158"/>
              <a:gd name="connsiteY24" fmla="*/ 65662 h 373605"/>
              <a:gd name="connsiteX25" fmla="*/ 281339 w 373158"/>
              <a:gd name="connsiteY25" fmla="*/ 56613 h 373605"/>
              <a:gd name="connsiteX26" fmla="*/ 202041 w 373158"/>
              <a:gd name="connsiteY26" fmla="*/ 64043 h 373605"/>
              <a:gd name="connsiteX27" fmla="*/ 195970 w 373158"/>
              <a:gd name="connsiteY27" fmla="*/ 30324 h 373605"/>
              <a:gd name="connsiteX28" fmla="*/ 147404 w 373158"/>
              <a:gd name="connsiteY28" fmla="*/ 287785 h 373605"/>
              <a:gd name="connsiteX29" fmla="*/ 139721 w 373158"/>
              <a:gd name="connsiteY29" fmla="*/ 295691 h 373605"/>
              <a:gd name="connsiteX30" fmla="*/ 116671 w 373158"/>
              <a:gd name="connsiteY30" fmla="*/ 295691 h 373605"/>
              <a:gd name="connsiteX31" fmla="*/ 108988 w 373158"/>
              <a:gd name="connsiteY31" fmla="*/ 287785 h 373605"/>
              <a:gd name="connsiteX32" fmla="*/ 116671 w 373158"/>
              <a:gd name="connsiteY32" fmla="*/ 279879 h 373605"/>
              <a:gd name="connsiteX33" fmla="*/ 139721 w 373158"/>
              <a:gd name="connsiteY33" fmla="*/ 279879 h 373605"/>
              <a:gd name="connsiteX34" fmla="*/ 147404 w 373158"/>
              <a:gd name="connsiteY34" fmla="*/ 287785 h 373605"/>
              <a:gd name="connsiteX35" fmla="*/ 147404 w 373158"/>
              <a:gd name="connsiteY35" fmla="*/ 319313 h 373605"/>
              <a:gd name="connsiteX36" fmla="*/ 139721 w 373158"/>
              <a:gd name="connsiteY36" fmla="*/ 327218 h 373605"/>
              <a:gd name="connsiteX37" fmla="*/ 116671 w 373158"/>
              <a:gd name="connsiteY37" fmla="*/ 327218 h 373605"/>
              <a:gd name="connsiteX38" fmla="*/ 108988 w 373158"/>
              <a:gd name="connsiteY38" fmla="*/ 319313 h 373605"/>
              <a:gd name="connsiteX39" fmla="*/ 116671 w 373158"/>
              <a:gd name="connsiteY39" fmla="*/ 311407 h 373605"/>
              <a:gd name="connsiteX40" fmla="*/ 139721 w 373158"/>
              <a:gd name="connsiteY40" fmla="*/ 311407 h 373605"/>
              <a:gd name="connsiteX41" fmla="*/ 147404 w 373158"/>
              <a:gd name="connsiteY41" fmla="*/ 319313 h 373605"/>
              <a:gd name="connsiteX42" fmla="*/ 240741 w 373158"/>
              <a:gd name="connsiteY42" fmla="*/ 287785 h 373605"/>
              <a:gd name="connsiteX43" fmla="*/ 233058 w 373158"/>
              <a:gd name="connsiteY43" fmla="*/ 295691 h 373605"/>
              <a:gd name="connsiteX44" fmla="*/ 210008 w 373158"/>
              <a:gd name="connsiteY44" fmla="*/ 295691 h 373605"/>
              <a:gd name="connsiteX45" fmla="*/ 202325 w 373158"/>
              <a:gd name="connsiteY45" fmla="*/ 287785 h 373605"/>
              <a:gd name="connsiteX46" fmla="*/ 210008 w 373158"/>
              <a:gd name="connsiteY46" fmla="*/ 279879 h 373605"/>
              <a:gd name="connsiteX47" fmla="*/ 233058 w 373158"/>
              <a:gd name="connsiteY47" fmla="*/ 279879 h 373605"/>
              <a:gd name="connsiteX48" fmla="*/ 240741 w 373158"/>
              <a:gd name="connsiteY48" fmla="*/ 287785 h 373605"/>
              <a:gd name="connsiteX49" fmla="*/ 240741 w 373158"/>
              <a:gd name="connsiteY49" fmla="*/ 319313 h 373605"/>
              <a:gd name="connsiteX50" fmla="*/ 233058 w 373158"/>
              <a:gd name="connsiteY50" fmla="*/ 327218 h 373605"/>
              <a:gd name="connsiteX51" fmla="*/ 210008 w 373158"/>
              <a:gd name="connsiteY51" fmla="*/ 327218 h 373605"/>
              <a:gd name="connsiteX52" fmla="*/ 202325 w 373158"/>
              <a:gd name="connsiteY52" fmla="*/ 319313 h 373605"/>
              <a:gd name="connsiteX53" fmla="*/ 210008 w 373158"/>
              <a:gd name="connsiteY53" fmla="*/ 311407 h 373605"/>
              <a:gd name="connsiteX54" fmla="*/ 233058 w 373158"/>
              <a:gd name="connsiteY54" fmla="*/ 311407 h 373605"/>
              <a:gd name="connsiteX55" fmla="*/ 240741 w 373158"/>
              <a:gd name="connsiteY55" fmla="*/ 319313 h 373605"/>
              <a:gd name="connsiteX56" fmla="*/ 295662 w 373158"/>
              <a:gd name="connsiteY56" fmla="*/ 287785 h 373605"/>
              <a:gd name="connsiteX57" fmla="*/ 303346 w 373158"/>
              <a:gd name="connsiteY57" fmla="*/ 279879 h 373605"/>
              <a:gd name="connsiteX58" fmla="*/ 326395 w 373158"/>
              <a:gd name="connsiteY58" fmla="*/ 279879 h 373605"/>
              <a:gd name="connsiteX59" fmla="*/ 334079 w 373158"/>
              <a:gd name="connsiteY59" fmla="*/ 287785 h 373605"/>
              <a:gd name="connsiteX60" fmla="*/ 326395 w 373158"/>
              <a:gd name="connsiteY60" fmla="*/ 295691 h 373605"/>
              <a:gd name="connsiteX61" fmla="*/ 303346 w 373158"/>
              <a:gd name="connsiteY61" fmla="*/ 295691 h 373605"/>
              <a:gd name="connsiteX62" fmla="*/ 295662 w 373158"/>
              <a:gd name="connsiteY62" fmla="*/ 287785 h 373605"/>
              <a:gd name="connsiteX63" fmla="*/ 295662 w 373158"/>
              <a:gd name="connsiteY63" fmla="*/ 319313 h 373605"/>
              <a:gd name="connsiteX64" fmla="*/ 303346 w 373158"/>
              <a:gd name="connsiteY64" fmla="*/ 311407 h 373605"/>
              <a:gd name="connsiteX65" fmla="*/ 326395 w 373158"/>
              <a:gd name="connsiteY65" fmla="*/ 311407 h 373605"/>
              <a:gd name="connsiteX66" fmla="*/ 334079 w 373158"/>
              <a:gd name="connsiteY66" fmla="*/ 319313 h 373605"/>
              <a:gd name="connsiteX67" fmla="*/ 326395 w 373158"/>
              <a:gd name="connsiteY67" fmla="*/ 327218 h 373605"/>
              <a:gd name="connsiteX68" fmla="*/ 303346 w 373158"/>
              <a:gd name="connsiteY68" fmla="*/ 327218 h 373605"/>
              <a:gd name="connsiteX69" fmla="*/ 295662 w 373158"/>
              <a:gd name="connsiteY69" fmla="*/ 319313 h 373605"/>
              <a:gd name="connsiteX70" fmla="*/ 369365 w 373158"/>
              <a:gd name="connsiteY70" fmla="*/ 169294 h 373605"/>
              <a:gd name="connsiteX71" fmla="*/ 361586 w 373158"/>
              <a:gd name="connsiteY71" fmla="*/ 167960 h 373605"/>
              <a:gd name="connsiteX72" fmla="*/ 279916 w 373158"/>
              <a:gd name="connsiteY72" fmla="*/ 216157 h 373605"/>
              <a:gd name="connsiteX73" fmla="*/ 279916 w 373158"/>
              <a:gd name="connsiteY73" fmla="*/ 175771 h 373605"/>
              <a:gd name="connsiteX74" fmla="*/ 276027 w 373158"/>
              <a:gd name="connsiteY74" fmla="*/ 169294 h 373605"/>
              <a:gd name="connsiteX75" fmla="*/ 268249 w 373158"/>
              <a:gd name="connsiteY75" fmla="*/ 169294 h 373605"/>
              <a:gd name="connsiteX76" fmla="*/ 186579 w 373158"/>
              <a:gd name="connsiteY76" fmla="*/ 214823 h 373605"/>
              <a:gd name="connsiteX77" fmla="*/ 186579 w 373158"/>
              <a:gd name="connsiteY77" fmla="*/ 175771 h 373605"/>
              <a:gd name="connsiteX78" fmla="*/ 182690 w 373158"/>
              <a:gd name="connsiteY78" fmla="*/ 167960 h 373605"/>
              <a:gd name="connsiteX79" fmla="*/ 174912 w 373158"/>
              <a:gd name="connsiteY79" fmla="*/ 169294 h 373605"/>
              <a:gd name="connsiteX80" fmla="*/ 102348 w 373158"/>
              <a:gd name="connsiteY80" fmla="*/ 216157 h 373605"/>
              <a:gd name="connsiteX81" fmla="*/ 75125 w 373158"/>
              <a:gd name="connsiteY81" fmla="*/ 83378 h 373605"/>
              <a:gd name="connsiteX82" fmla="*/ 67347 w 373158"/>
              <a:gd name="connsiteY82" fmla="*/ 76901 h 373605"/>
              <a:gd name="connsiteX83" fmla="*/ 29784 w 373158"/>
              <a:gd name="connsiteY83" fmla="*/ 76901 h 373605"/>
              <a:gd name="connsiteX84" fmla="*/ 22006 w 373158"/>
              <a:gd name="connsiteY84" fmla="*/ 83378 h 373605"/>
              <a:gd name="connsiteX85" fmla="*/ 0 w 373158"/>
              <a:gd name="connsiteY85" fmla="*/ 242160 h 373605"/>
              <a:gd name="connsiteX86" fmla="*/ 0 w 373158"/>
              <a:gd name="connsiteY86" fmla="*/ 365795 h 373605"/>
              <a:gd name="connsiteX87" fmla="*/ 7778 w 373158"/>
              <a:gd name="connsiteY87" fmla="*/ 373605 h 373605"/>
              <a:gd name="connsiteX88" fmla="*/ 365381 w 373158"/>
              <a:gd name="connsiteY88" fmla="*/ 373605 h 373605"/>
              <a:gd name="connsiteX89" fmla="*/ 373159 w 373158"/>
              <a:gd name="connsiteY89" fmla="*/ 365795 h 373605"/>
              <a:gd name="connsiteX90" fmla="*/ 373159 w 373158"/>
              <a:gd name="connsiteY90" fmla="*/ 175771 h 373605"/>
              <a:gd name="connsiteX91" fmla="*/ 369270 w 373158"/>
              <a:gd name="connsiteY91" fmla="*/ 169294 h 373605"/>
              <a:gd name="connsiteX92" fmla="*/ 357697 w 373158"/>
              <a:gd name="connsiteY92" fmla="*/ 357984 h 373605"/>
              <a:gd name="connsiteX93" fmla="*/ 15651 w 373158"/>
              <a:gd name="connsiteY93" fmla="*/ 357984 h 373605"/>
              <a:gd name="connsiteX94" fmla="*/ 15651 w 373158"/>
              <a:gd name="connsiteY94" fmla="*/ 244732 h 373605"/>
              <a:gd name="connsiteX95" fmla="*/ 36424 w 373158"/>
              <a:gd name="connsiteY95" fmla="*/ 92427 h 373605"/>
              <a:gd name="connsiteX96" fmla="*/ 61086 w 373158"/>
              <a:gd name="connsiteY96" fmla="*/ 92427 h 373605"/>
              <a:gd name="connsiteX97" fmla="*/ 89638 w 373158"/>
              <a:gd name="connsiteY97" fmla="*/ 230444 h 373605"/>
              <a:gd name="connsiteX98" fmla="*/ 94855 w 373158"/>
              <a:gd name="connsiteY98" fmla="*/ 235683 h 373605"/>
              <a:gd name="connsiteX99" fmla="*/ 101305 w 373158"/>
              <a:gd name="connsiteY99" fmla="*/ 235683 h 373605"/>
              <a:gd name="connsiteX100" fmla="*/ 171308 w 373158"/>
              <a:gd name="connsiteY100" fmla="*/ 190154 h 373605"/>
              <a:gd name="connsiteX101" fmla="*/ 171308 w 373158"/>
              <a:gd name="connsiteY101" fmla="*/ 229206 h 373605"/>
              <a:gd name="connsiteX102" fmla="*/ 175197 w 373158"/>
              <a:gd name="connsiteY102" fmla="*/ 235683 h 373605"/>
              <a:gd name="connsiteX103" fmla="*/ 182975 w 373158"/>
              <a:gd name="connsiteY103" fmla="*/ 235683 h 373605"/>
              <a:gd name="connsiteX104" fmla="*/ 264645 w 373158"/>
              <a:gd name="connsiteY104" fmla="*/ 188820 h 373605"/>
              <a:gd name="connsiteX105" fmla="*/ 264645 w 373158"/>
              <a:gd name="connsiteY105" fmla="*/ 229206 h 373605"/>
              <a:gd name="connsiteX106" fmla="*/ 268534 w 373158"/>
              <a:gd name="connsiteY106" fmla="*/ 235683 h 373605"/>
              <a:gd name="connsiteX107" fmla="*/ 276312 w 373158"/>
              <a:gd name="connsiteY107" fmla="*/ 235683 h 373605"/>
              <a:gd name="connsiteX108" fmla="*/ 357982 w 373158"/>
              <a:gd name="connsiteY108" fmla="*/ 188820 h 373605"/>
              <a:gd name="connsiteX109" fmla="*/ 357982 w 373158"/>
              <a:gd name="connsiteY109" fmla="*/ 358079 h 37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73158" h="373605">
                <a:moveTo>
                  <a:pt x="112877" y="118811"/>
                </a:moveTo>
                <a:cubicBezTo>
                  <a:pt x="114205" y="118811"/>
                  <a:pt x="115438" y="118811"/>
                  <a:pt x="116766" y="117478"/>
                </a:cubicBezTo>
                <a:cubicBezTo>
                  <a:pt x="117430" y="117478"/>
                  <a:pt x="149017" y="99761"/>
                  <a:pt x="186295" y="85664"/>
                </a:cubicBezTo>
                <a:cubicBezTo>
                  <a:pt x="182121" y="103286"/>
                  <a:pt x="183259" y="116621"/>
                  <a:pt x="190753" y="126336"/>
                </a:cubicBezTo>
                <a:cubicBezTo>
                  <a:pt x="197203" y="135480"/>
                  <a:pt x="210103" y="140624"/>
                  <a:pt x="226893" y="140624"/>
                </a:cubicBezTo>
                <a:lnTo>
                  <a:pt x="235904" y="140624"/>
                </a:lnTo>
                <a:cubicBezTo>
                  <a:pt x="272044" y="136718"/>
                  <a:pt x="330189" y="91189"/>
                  <a:pt x="343090" y="46898"/>
                </a:cubicBezTo>
                <a:cubicBezTo>
                  <a:pt x="344418" y="44326"/>
                  <a:pt x="344418" y="42992"/>
                  <a:pt x="341762" y="40421"/>
                </a:cubicBezTo>
                <a:cubicBezTo>
                  <a:pt x="340434" y="39087"/>
                  <a:pt x="339201" y="37849"/>
                  <a:pt x="336640" y="37849"/>
                </a:cubicBezTo>
                <a:cubicBezTo>
                  <a:pt x="315961" y="35277"/>
                  <a:pt x="297939" y="26133"/>
                  <a:pt x="282383" y="18323"/>
                </a:cubicBezTo>
                <a:cubicBezTo>
                  <a:pt x="263032" y="7940"/>
                  <a:pt x="244915" y="-1204"/>
                  <a:pt x="223004" y="130"/>
                </a:cubicBezTo>
                <a:cubicBezTo>
                  <a:pt x="202325" y="2702"/>
                  <a:pt x="188097" y="10512"/>
                  <a:pt x="181647" y="22228"/>
                </a:cubicBezTo>
                <a:cubicBezTo>
                  <a:pt x="175766" y="35277"/>
                  <a:pt x="177473" y="50517"/>
                  <a:pt x="186579" y="68805"/>
                </a:cubicBezTo>
                <a:cubicBezTo>
                  <a:pt x="145792" y="83188"/>
                  <a:pt x="111075" y="103000"/>
                  <a:pt x="108893" y="104428"/>
                </a:cubicBezTo>
                <a:cubicBezTo>
                  <a:pt x="105004" y="107000"/>
                  <a:pt x="103676" y="110906"/>
                  <a:pt x="106332" y="114811"/>
                </a:cubicBezTo>
                <a:cubicBezTo>
                  <a:pt x="107660" y="117383"/>
                  <a:pt x="110221" y="118716"/>
                  <a:pt x="112782" y="118716"/>
                </a:cubicBezTo>
                <a:close/>
                <a:moveTo>
                  <a:pt x="195970" y="30134"/>
                </a:moveTo>
                <a:cubicBezTo>
                  <a:pt x="201092" y="19751"/>
                  <a:pt x="215320" y="17084"/>
                  <a:pt x="224332" y="15846"/>
                </a:cubicBezTo>
                <a:cubicBezTo>
                  <a:pt x="242449" y="14513"/>
                  <a:pt x="256582" y="22323"/>
                  <a:pt x="274699" y="31467"/>
                </a:cubicBezTo>
                <a:cubicBezTo>
                  <a:pt x="288928" y="39278"/>
                  <a:pt x="305717" y="48422"/>
                  <a:pt x="325067" y="50993"/>
                </a:cubicBezTo>
                <a:cubicBezTo>
                  <a:pt x="309606" y="86141"/>
                  <a:pt x="261799" y="122526"/>
                  <a:pt x="234671" y="125193"/>
                </a:cubicBezTo>
                <a:cubicBezTo>
                  <a:pt x="223004" y="126526"/>
                  <a:pt x="208870" y="125193"/>
                  <a:pt x="202420" y="117383"/>
                </a:cubicBezTo>
                <a:cubicBezTo>
                  <a:pt x="197583" y="110048"/>
                  <a:pt x="198436" y="96999"/>
                  <a:pt x="204981" y="79378"/>
                </a:cubicBezTo>
                <a:cubicBezTo>
                  <a:pt x="230877" y="71186"/>
                  <a:pt x="257531" y="66138"/>
                  <a:pt x="277450" y="70901"/>
                </a:cubicBezTo>
                <a:cubicBezTo>
                  <a:pt x="282667" y="72234"/>
                  <a:pt x="286556" y="69567"/>
                  <a:pt x="287789" y="65662"/>
                </a:cubicBezTo>
                <a:cubicBezTo>
                  <a:pt x="287789" y="61757"/>
                  <a:pt x="285228" y="56613"/>
                  <a:pt x="281339" y="56613"/>
                </a:cubicBezTo>
                <a:cubicBezTo>
                  <a:pt x="258764" y="50803"/>
                  <a:pt x="229833" y="55565"/>
                  <a:pt x="202041" y="64043"/>
                </a:cubicBezTo>
                <a:cubicBezTo>
                  <a:pt x="194263" y="49469"/>
                  <a:pt x="192555" y="37277"/>
                  <a:pt x="195970" y="30324"/>
                </a:cubicBezTo>
                <a:close/>
                <a:moveTo>
                  <a:pt x="147404" y="287785"/>
                </a:moveTo>
                <a:cubicBezTo>
                  <a:pt x="147404" y="291690"/>
                  <a:pt x="143610" y="295691"/>
                  <a:pt x="139721" y="295691"/>
                </a:cubicBezTo>
                <a:lnTo>
                  <a:pt x="116671" y="295691"/>
                </a:lnTo>
                <a:cubicBezTo>
                  <a:pt x="112877" y="295691"/>
                  <a:pt x="108988" y="291785"/>
                  <a:pt x="108988" y="287785"/>
                </a:cubicBezTo>
                <a:cubicBezTo>
                  <a:pt x="108988" y="283784"/>
                  <a:pt x="112782" y="279879"/>
                  <a:pt x="116671" y="279879"/>
                </a:cubicBezTo>
                <a:lnTo>
                  <a:pt x="139721" y="279879"/>
                </a:lnTo>
                <a:cubicBezTo>
                  <a:pt x="143515" y="279879"/>
                  <a:pt x="147404" y="283784"/>
                  <a:pt x="147404" y="287785"/>
                </a:cubicBezTo>
                <a:close/>
                <a:moveTo>
                  <a:pt x="147404" y="319313"/>
                </a:moveTo>
                <a:cubicBezTo>
                  <a:pt x="147404" y="323218"/>
                  <a:pt x="143610" y="327218"/>
                  <a:pt x="139721" y="327218"/>
                </a:cubicBezTo>
                <a:lnTo>
                  <a:pt x="116671" y="327218"/>
                </a:lnTo>
                <a:cubicBezTo>
                  <a:pt x="112877" y="327218"/>
                  <a:pt x="108988" y="323313"/>
                  <a:pt x="108988" y="319313"/>
                </a:cubicBezTo>
                <a:cubicBezTo>
                  <a:pt x="108988" y="315312"/>
                  <a:pt x="112782" y="311407"/>
                  <a:pt x="116671" y="311407"/>
                </a:cubicBezTo>
                <a:lnTo>
                  <a:pt x="139721" y="311407"/>
                </a:lnTo>
                <a:cubicBezTo>
                  <a:pt x="143515" y="311407"/>
                  <a:pt x="147404" y="315312"/>
                  <a:pt x="147404" y="319313"/>
                </a:cubicBezTo>
                <a:close/>
                <a:moveTo>
                  <a:pt x="240741" y="287785"/>
                </a:moveTo>
                <a:cubicBezTo>
                  <a:pt x="240741" y="291690"/>
                  <a:pt x="236947" y="295691"/>
                  <a:pt x="233058" y="295691"/>
                </a:cubicBezTo>
                <a:lnTo>
                  <a:pt x="210008" y="295691"/>
                </a:lnTo>
                <a:cubicBezTo>
                  <a:pt x="206214" y="295691"/>
                  <a:pt x="202325" y="291785"/>
                  <a:pt x="202325" y="287785"/>
                </a:cubicBezTo>
                <a:cubicBezTo>
                  <a:pt x="202325" y="283784"/>
                  <a:pt x="206119" y="279879"/>
                  <a:pt x="210008" y="279879"/>
                </a:cubicBezTo>
                <a:lnTo>
                  <a:pt x="233058" y="279879"/>
                </a:lnTo>
                <a:cubicBezTo>
                  <a:pt x="236852" y="279879"/>
                  <a:pt x="240741" y="283784"/>
                  <a:pt x="240741" y="287785"/>
                </a:cubicBezTo>
                <a:close/>
                <a:moveTo>
                  <a:pt x="240741" y="319313"/>
                </a:moveTo>
                <a:cubicBezTo>
                  <a:pt x="240741" y="323218"/>
                  <a:pt x="236947" y="327218"/>
                  <a:pt x="233058" y="327218"/>
                </a:cubicBezTo>
                <a:lnTo>
                  <a:pt x="210008" y="327218"/>
                </a:lnTo>
                <a:cubicBezTo>
                  <a:pt x="206214" y="327218"/>
                  <a:pt x="202325" y="323313"/>
                  <a:pt x="202325" y="319313"/>
                </a:cubicBezTo>
                <a:cubicBezTo>
                  <a:pt x="202325" y="315312"/>
                  <a:pt x="206119" y="311407"/>
                  <a:pt x="210008" y="311407"/>
                </a:cubicBezTo>
                <a:lnTo>
                  <a:pt x="233058" y="311407"/>
                </a:lnTo>
                <a:cubicBezTo>
                  <a:pt x="236852" y="311407"/>
                  <a:pt x="240741" y="315312"/>
                  <a:pt x="240741" y="319313"/>
                </a:cubicBezTo>
                <a:close/>
                <a:moveTo>
                  <a:pt x="295662" y="287785"/>
                </a:moveTo>
                <a:cubicBezTo>
                  <a:pt x="295662" y="283880"/>
                  <a:pt x="299457" y="279879"/>
                  <a:pt x="303346" y="279879"/>
                </a:cubicBezTo>
                <a:lnTo>
                  <a:pt x="326395" y="279879"/>
                </a:lnTo>
                <a:cubicBezTo>
                  <a:pt x="330189" y="279879"/>
                  <a:pt x="334079" y="283784"/>
                  <a:pt x="334079" y="287785"/>
                </a:cubicBezTo>
                <a:cubicBezTo>
                  <a:pt x="334079" y="291785"/>
                  <a:pt x="330284" y="295691"/>
                  <a:pt x="326395" y="295691"/>
                </a:cubicBezTo>
                <a:lnTo>
                  <a:pt x="303346" y="295691"/>
                </a:lnTo>
                <a:cubicBezTo>
                  <a:pt x="299551" y="295691"/>
                  <a:pt x="295662" y="291785"/>
                  <a:pt x="295662" y="287785"/>
                </a:cubicBezTo>
                <a:close/>
                <a:moveTo>
                  <a:pt x="295662" y="319313"/>
                </a:moveTo>
                <a:cubicBezTo>
                  <a:pt x="295662" y="315407"/>
                  <a:pt x="299457" y="311407"/>
                  <a:pt x="303346" y="311407"/>
                </a:cubicBezTo>
                <a:lnTo>
                  <a:pt x="326395" y="311407"/>
                </a:lnTo>
                <a:cubicBezTo>
                  <a:pt x="330189" y="311407"/>
                  <a:pt x="334079" y="315312"/>
                  <a:pt x="334079" y="319313"/>
                </a:cubicBezTo>
                <a:cubicBezTo>
                  <a:pt x="334079" y="323313"/>
                  <a:pt x="330284" y="327218"/>
                  <a:pt x="326395" y="327218"/>
                </a:cubicBezTo>
                <a:lnTo>
                  <a:pt x="303346" y="327218"/>
                </a:lnTo>
                <a:cubicBezTo>
                  <a:pt x="299551" y="327218"/>
                  <a:pt x="295662" y="323313"/>
                  <a:pt x="295662" y="319313"/>
                </a:cubicBezTo>
                <a:close/>
                <a:moveTo>
                  <a:pt x="369365" y="169294"/>
                </a:moveTo>
                <a:cubicBezTo>
                  <a:pt x="366803" y="166722"/>
                  <a:pt x="364147" y="166722"/>
                  <a:pt x="361586" y="167960"/>
                </a:cubicBezTo>
                <a:lnTo>
                  <a:pt x="279916" y="216157"/>
                </a:lnTo>
                <a:lnTo>
                  <a:pt x="279916" y="175771"/>
                </a:lnTo>
                <a:cubicBezTo>
                  <a:pt x="279916" y="173199"/>
                  <a:pt x="278588" y="170532"/>
                  <a:pt x="276027" y="169294"/>
                </a:cubicBezTo>
                <a:cubicBezTo>
                  <a:pt x="273466" y="168056"/>
                  <a:pt x="270810" y="167960"/>
                  <a:pt x="268249" y="169294"/>
                </a:cubicBezTo>
                <a:lnTo>
                  <a:pt x="186579" y="214823"/>
                </a:lnTo>
                <a:lnTo>
                  <a:pt x="186579" y="175771"/>
                </a:lnTo>
                <a:cubicBezTo>
                  <a:pt x="186579" y="171866"/>
                  <a:pt x="185251" y="169294"/>
                  <a:pt x="182690" y="167960"/>
                </a:cubicBezTo>
                <a:cubicBezTo>
                  <a:pt x="180129" y="166627"/>
                  <a:pt x="176240" y="166627"/>
                  <a:pt x="174912" y="169294"/>
                </a:cubicBezTo>
                <a:lnTo>
                  <a:pt x="102348" y="216157"/>
                </a:lnTo>
                <a:lnTo>
                  <a:pt x="75125" y="83378"/>
                </a:lnTo>
                <a:cubicBezTo>
                  <a:pt x="73797" y="79473"/>
                  <a:pt x="71236" y="76901"/>
                  <a:pt x="67347" y="76901"/>
                </a:cubicBezTo>
                <a:lnTo>
                  <a:pt x="29784" y="76901"/>
                </a:lnTo>
                <a:cubicBezTo>
                  <a:pt x="25895" y="76901"/>
                  <a:pt x="23334" y="79473"/>
                  <a:pt x="22006" y="83378"/>
                </a:cubicBezTo>
                <a:lnTo>
                  <a:pt x="0" y="242160"/>
                </a:lnTo>
                <a:lnTo>
                  <a:pt x="0" y="365795"/>
                </a:lnTo>
                <a:cubicBezTo>
                  <a:pt x="0" y="369700"/>
                  <a:pt x="3889" y="373605"/>
                  <a:pt x="7778" y="373605"/>
                </a:cubicBezTo>
                <a:lnTo>
                  <a:pt x="365381" y="373605"/>
                </a:lnTo>
                <a:cubicBezTo>
                  <a:pt x="369270" y="373605"/>
                  <a:pt x="373159" y="369700"/>
                  <a:pt x="373159" y="365795"/>
                </a:cubicBezTo>
                <a:lnTo>
                  <a:pt x="373159" y="175771"/>
                </a:lnTo>
                <a:cubicBezTo>
                  <a:pt x="373159" y="173199"/>
                  <a:pt x="371831" y="170532"/>
                  <a:pt x="369270" y="169294"/>
                </a:cubicBezTo>
                <a:close/>
                <a:moveTo>
                  <a:pt x="357697" y="357984"/>
                </a:moveTo>
                <a:lnTo>
                  <a:pt x="15651" y="357984"/>
                </a:lnTo>
                <a:lnTo>
                  <a:pt x="15651" y="244732"/>
                </a:lnTo>
                <a:lnTo>
                  <a:pt x="36424" y="92427"/>
                </a:lnTo>
                <a:lnTo>
                  <a:pt x="61086" y="92427"/>
                </a:lnTo>
                <a:lnTo>
                  <a:pt x="89638" y="230444"/>
                </a:lnTo>
                <a:cubicBezTo>
                  <a:pt x="89638" y="233016"/>
                  <a:pt x="92199" y="234349"/>
                  <a:pt x="94855" y="235683"/>
                </a:cubicBezTo>
                <a:cubicBezTo>
                  <a:pt x="96183" y="237017"/>
                  <a:pt x="98744" y="237017"/>
                  <a:pt x="101305" y="235683"/>
                </a:cubicBezTo>
                <a:lnTo>
                  <a:pt x="171308" y="190154"/>
                </a:lnTo>
                <a:lnTo>
                  <a:pt x="171308" y="229206"/>
                </a:lnTo>
                <a:cubicBezTo>
                  <a:pt x="171308" y="231778"/>
                  <a:pt x="172636" y="234445"/>
                  <a:pt x="175197" y="235683"/>
                </a:cubicBezTo>
                <a:cubicBezTo>
                  <a:pt x="177758" y="237017"/>
                  <a:pt x="180414" y="237017"/>
                  <a:pt x="182975" y="235683"/>
                </a:cubicBezTo>
                <a:lnTo>
                  <a:pt x="264645" y="188820"/>
                </a:lnTo>
                <a:lnTo>
                  <a:pt x="264645" y="229206"/>
                </a:lnTo>
                <a:cubicBezTo>
                  <a:pt x="264645" y="231778"/>
                  <a:pt x="265973" y="234445"/>
                  <a:pt x="268534" y="235683"/>
                </a:cubicBezTo>
                <a:cubicBezTo>
                  <a:pt x="271095" y="237017"/>
                  <a:pt x="273751" y="237017"/>
                  <a:pt x="276312" y="235683"/>
                </a:cubicBezTo>
                <a:lnTo>
                  <a:pt x="357982" y="188820"/>
                </a:lnTo>
                <a:lnTo>
                  <a:pt x="357982" y="358079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7" name="Graphic 3">
            <a:extLst>
              <a:ext uri="{FF2B5EF4-FFF2-40B4-BE49-F238E27FC236}">
                <a16:creationId xmlns:a16="http://schemas.microsoft.com/office/drawing/2014/main" id="{7C7D2C2D-0D28-969B-BFB1-DD9B3ABF1250}"/>
              </a:ext>
            </a:extLst>
          </p:cNvPr>
          <p:cNvSpPr/>
          <p:nvPr/>
        </p:nvSpPr>
        <p:spPr>
          <a:xfrm>
            <a:off x="535662" y="1425256"/>
            <a:ext cx="502284" cy="502886"/>
          </a:xfrm>
          <a:custGeom>
            <a:avLst/>
            <a:gdLst>
              <a:gd name="connsiteX0" fmla="*/ 112877 w 373158"/>
              <a:gd name="connsiteY0" fmla="*/ 118811 h 373605"/>
              <a:gd name="connsiteX1" fmla="*/ 116766 w 373158"/>
              <a:gd name="connsiteY1" fmla="*/ 117478 h 373605"/>
              <a:gd name="connsiteX2" fmla="*/ 186295 w 373158"/>
              <a:gd name="connsiteY2" fmla="*/ 85664 h 373605"/>
              <a:gd name="connsiteX3" fmla="*/ 190753 w 373158"/>
              <a:gd name="connsiteY3" fmla="*/ 126336 h 373605"/>
              <a:gd name="connsiteX4" fmla="*/ 226893 w 373158"/>
              <a:gd name="connsiteY4" fmla="*/ 140624 h 373605"/>
              <a:gd name="connsiteX5" fmla="*/ 235904 w 373158"/>
              <a:gd name="connsiteY5" fmla="*/ 140624 h 373605"/>
              <a:gd name="connsiteX6" fmla="*/ 343090 w 373158"/>
              <a:gd name="connsiteY6" fmla="*/ 46898 h 373605"/>
              <a:gd name="connsiteX7" fmla="*/ 341762 w 373158"/>
              <a:gd name="connsiteY7" fmla="*/ 40421 h 373605"/>
              <a:gd name="connsiteX8" fmla="*/ 336640 w 373158"/>
              <a:gd name="connsiteY8" fmla="*/ 37849 h 373605"/>
              <a:gd name="connsiteX9" fmla="*/ 282383 w 373158"/>
              <a:gd name="connsiteY9" fmla="*/ 18323 h 373605"/>
              <a:gd name="connsiteX10" fmla="*/ 223004 w 373158"/>
              <a:gd name="connsiteY10" fmla="*/ 130 h 373605"/>
              <a:gd name="connsiteX11" fmla="*/ 181647 w 373158"/>
              <a:gd name="connsiteY11" fmla="*/ 22228 h 373605"/>
              <a:gd name="connsiteX12" fmla="*/ 186579 w 373158"/>
              <a:gd name="connsiteY12" fmla="*/ 68805 h 373605"/>
              <a:gd name="connsiteX13" fmla="*/ 108893 w 373158"/>
              <a:gd name="connsiteY13" fmla="*/ 104428 h 373605"/>
              <a:gd name="connsiteX14" fmla="*/ 106332 w 373158"/>
              <a:gd name="connsiteY14" fmla="*/ 114811 h 373605"/>
              <a:gd name="connsiteX15" fmla="*/ 112782 w 373158"/>
              <a:gd name="connsiteY15" fmla="*/ 118716 h 373605"/>
              <a:gd name="connsiteX16" fmla="*/ 195970 w 373158"/>
              <a:gd name="connsiteY16" fmla="*/ 30134 h 373605"/>
              <a:gd name="connsiteX17" fmla="*/ 224332 w 373158"/>
              <a:gd name="connsiteY17" fmla="*/ 15846 h 373605"/>
              <a:gd name="connsiteX18" fmla="*/ 274699 w 373158"/>
              <a:gd name="connsiteY18" fmla="*/ 31467 h 373605"/>
              <a:gd name="connsiteX19" fmla="*/ 325067 w 373158"/>
              <a:gd name="connsiteY19" fmla="*/ 50993 h 373605"/>
              <a:gd name="connsiteX20" fmla="*/ 234671 w 373158"/>
              <a:gd name="connsiteY20" fmla="*/ 125193 h 373605"/>
              <a:gd name="connsiteX21" fmla="*/ 202420 w 373158"/>
              <a:gd name="connsiteY21" fmla="*/ 117383 h 373605"/>
              <a:gd name="connsiteX22" fmla="*/ 204981 w 373158"/>
              <a:gd name="connsiteY22" fmla="*/ 79378 h 373605"/>
              <a:gd name="connsiteX23" fmla="*/ 277450 w 373158"/>
              <a:gd name="connsiteY23" fmla="*/ 70901 h 373605"/>
              <a:gd name="connsiteX24" fmla="*/ 287789 w 373158"/>
              <a:gd name="connsiteY24" fmla="*/ 65662 h 373605"/>
              <a:gd name="connsiteX25" fmla="*/ 281339 w 373158"/>
              <a:gd name="connsiteY25" fmla="*/ 56613 h 373605"/>
              <a:gd name="connsiteX26" fmla="*/ 202041 w 373158"/>
              <a:gd name="connsiteY26" fmla="*/ 64043 h 373605"/>
              <a:gd name="connsiteX27" fmla="*/ 195970 w 373158"/>
              <a:gd name="connsiteY27" fmla="*/ 30324 h 373605"/>
              <a:gd name="connsiteX28" fmla="*/ 147404 w 373158"/>
              <a:gd name="connsiteY28" fmla="*/ 287785 h 373605"/>
              <a:gd name="connsiteX29" fmla="*/ 139721 w 373158"/>
              <a:gd name="connsiteY29" fmla="*/ 295691 h 373605"/>
              <a:gd name="connsiteX30" fmla="*/ 116671 w 373158"/>
              <a:gd name="connsiteY30" fmla="*/ 295691 h 373605"/>
              <a:gd name="connsiteX31" fmla="*/ 108988 w 373158"/>
              <a:gd name="connsiteY31" fmla="*/ 287785 h 373605"/>
              <a:gd name="connsiteX32" fmla="*/ 116671 w 373158"/>
              <a:gd name="connsiteY32" fmla="*/ 279879 h 373605"/>
              <a:gd name="connsiteX33" fmla="*/ 139721 w 373158"/>
              <a:gd name="connsiteY33" fmla="*/ 279879 h 373605"/>
              <a:gd name="connsiteX34" fmla="*/ 147404 w 373158"/>
              <a:gd name="connsiteY34" fmla="*/ 287785 h 373605"/>
              <a:gd name="connsiteX35" fmla="*/ 147404 w 373158"/>
              <a:gd name="connsiteY35" fmla="*/ 319313 h 373605"/>
              <a:gd name="connsiteX36" fmla="*/ 139721 w 373158"/>
              <a:gd name="connsiteY36" fmla="*/ 327218 h 373605"/>
              <a:gd name="connsiteX37" fmla="*/ 116671 w 373158"/>
              <a:gd name="connsiteY37" fmla="*/ 327218 h 373605"/>
              <a:gd name="connsiteX38" fmla="*/ 108988 w 373158"/>
              <a:gd name="connsiteY38" fmla="*/ 319313 h 373605"/>
              <a:gd name="connsiteX39" fmla="*/ 116671 w 373158"/>
              <a:gd name="connsiteY39" fmla="*/ 311407 h 373605"/>
              <a:gd name="connsiteX40" fmla="*/ 139721 w 373158"/>
              <a:gd name="connsiteY40" fmla="*/ 311407 h 373605"/>
              <a:gd name="connsiteX41" fmla="*/ 147404 w 373158"/>
              <a:gd name="connsiteY41" fmla="*/ 319313 h 373605"/>
              <a:gd name="connsiteX42" fmla="*/ 240741 w 373158"/>
              <a:gd name="connsiteY42" fmla="*/ 287785 h 373605"/>
              <a:gd name="connsiteX43" fmla="*/ 233058 w 373158"/>
              <a:gd name="connsiteY43" fmla="*/ 295691 h 373605"/>
              <a:gd name="connsiteX44" fmla="*/ 210008 w 373158"/>
              <a:gd name="connsiteY44" fmla="*/ 295691 h 373605"/>
              <a:gd name="connsiteX45" fmla="*/ 202325 w 373158"/>
              <a:gd name="connsiteY45" fmla="*/ 287785 h 373605"/>
              <a:gd name="connsiteX46" fmla="*/ 210008 w 373158"/>
              <a:gd name="connsiteY46" fmla="*/ 279879 h 373605"/>
              <a:gd name="connsiteX47" fmla="*/ 233058 w 373158"/>
              <a:gd name="connsiteY47" fmla="*/ 279879 h 373605"/>
              <a:gd name="connsiteX48" fmla="*/ 240741 w 373158"/>
              <a:gd name="connsiteY48" fmla="*/ 287785 h 373605"/>
              <a:gd name="connsiteX49" fmla="*/ 240741 w 373158"/>
              <a:gd name="connsiteY49" fmla="*/ 319313 h 373605"/>
              <a:gd name="connsiteX50" fmla="*/ 233058 w 373158"/>
              <a:gd name="connsiteY50" fmla="*/ 327218 h 373605"/>
              <a:gd name="connsiteX51" fmla="*/ 210008 w 373158"/>
              <a:gd name="connsiteY51" fmla="*/ 327218 h 373605"/>
              <a:gd name="connsiteX52" fmla="*/ 202325 w 373158"/>
              <a:gd name="connsiteY52" fmla="*/ 319313 h 373605"/>
              <a:gd name="connsiteX53" fmla="*/ 210008 w 373158"/>
              <a:gd name="connsiteY53" fmla="*/ 311407 h 373605"/>
              <a:gd name="connsiteX54" fmla="*/ 233058 w 373158"/>
              <a:gd name="connsiteY54" fmla="*/ 311407 h 373605"/>
              <a:gd name="connsiteX55" fmla="*/ 240741 w 373158"/>
              <a:gd name="connsiteY55" fmla="*/ 319313 h 373605"/>
              <a:gd name="connsiteX56" fmla="*/ 295662 w 373158"/>
              <a:gd name="connsiteY56" fmla="*/ 287785 h 373605"/>
              <a:gd name="connsiteX57" fmla="*/ 303346 w 373158"/>
              <a:gd name="connsiteY57" fmla="*/ 279879 h 373605"/>
              <a:gd name="connsiteX58" fmla="*/ 326395 w 373158"/>
              <a:gd name="connsiteY58" fmla="*/ 279879 h 373605"/>
              <a:gd name="connsiteX59" fmla="*/ 334079 w 373158"/>
              <a:gd name="connsiteY59" fmla="*/ 287785 h 373605"/>
              <a:gd name="connsiteX60" fmla="*/ 326395 w 373158"/>
              <a:gd name="connsiteY60" fmla="*/ 295691 h 373605"/>
              <a:gd name="connsiteX61" fmla="*/ 303346 w 373158"/>
              <a:gd name="connsiteY61" fmla="*/ 295691 h 373605"/>
              <a:gd name="connsiteX62" fmla="*/ 295662 w 373158"/>
              <a:gd name="connsiteY62" fmla="*/ 287785 h 373605"/>
              <a:gd name="connsiteX63" fmla="*/ 295662 w 373158"/>
              <a:gd name="connsiteY63" fmla="*/ 319313 h 373605"/>
              <a:gd name="connsiteX64" fmla="*/ 303346 w 373158"/>
              <a:gd name="connsiteY64" fmla="*/ 311407 h 373605"/>
              <a:gd name="connsiteX65" fmla="*/ 326395 w 373158"/>
              <a:gd name="connsiteY65" fmla="*/ 311407 h 373605"/>
              <a:gd name="connsiteX66" fmla="*/ 334079 w 373158"/>
              <a:gd name="connsiteY66" fmla="*/ 319313 h 373605"/>
              <a:gd name="connsiteX67" fmla="*/ 326395 w 373158"/>
              <a:gd name="connsiteY67" fmla="*/ 327218 h 373605"/>
              <a:gd name="connsiteX68" fmla="*/ 303346 w 373158"/>
              <a:gd name="connsiteY68" fmla="*/ 327218 h 373605"/>
              <a:gd name="connsiteX69" fmla="*/ 295662 w 373158"/>
              <a:gd name="connsiteY69" fmla="*/ 319313 h 373605"/>
              <a:gd name="connsiteX70" fmla="*/ 369365 w 373158"/>
              <a:gd name="connsiteY70" fmla="*/ 169294 h 373605"/>
              <a:gd name="connsiteX71" fmla="*/ 361586 w 373158"/>
              <a:gd name="connsiteY71" fmla="*/ 167960 h 373605"/>
              <a:gd name="connsiteX72" fmla="*/ 279916 w 373158"/>
              <a:gd name="connsiteY72" fmla="*/ 216157 h 373605"/>
              <a:gd name="connsiteX73" fmla="*/ 279916 w 373158"/>
              <a:gd name="connsiteY73" fmla="*/ 175771 h 373605"/>
              <a:gd name="connsiteX74" fmla="*/ 276027 w 373158"/>
              <a:gd name="connsiteY74" fmla="*/ 169294 h 373605"/>
              <a:gd name="connsiteX75" fmla="*/ 268249 w 373158"/>
              <a:gd name="connsiteY75" fmla="*/ 169294 h 373605"/>
              <a:gd name="connsiteX76" fmla="*/ 186579 w 373158"/>
              <a:gd name="connsiteY76" fmla="*/ 214823 h 373605"/>
              <a:gd name="connsiteX77" fmla="*/ 186579 w 373158"/>
              <a:gd name="connsiteY77" fmla="*/ 175771 h 373605"/>
              <a:gd name="connsiteX78" fmla="*/ 182690 w 373158"/>
              <a:gd name="connsiteY78" fmla="*/ 167960 h 373605"/>
              <a:gd name="connsiteX79" fmla="*/ 174912 w 373158"/>
              <a:gd name="connsiteY79" fmla="*/ 169294 h 373605"/>
              <a:gd name="connsiteX80" fmla="*/ 102348 w 373158"/>
              <a:gd name="connsiteY80" fmla="*/ 216157 h 373605"/>
              <a:gd name="connsiteX81" fmla="*/ 75125 w 373158"/>
              <a:gd name="connsiteY81" fmla="*/ 83378 h 373605"/>
              <a:gd name="connsiteX82" fmla="*/ 67347 w 373158"/>
              <a:gd name="connsiteY82" fmla="*/ 76901 h 373605"/>
              <a:gd name="connsiteX83" fmla="*/ 29784 w 373158"/>
              <a:gd name="connsiteY83" fmla="*/ 76901 h 373605"/>
              <a:gd name="connsiteX84" fmla="*/ 22006 w 373158"/>
              <a:gd name="connsiteY84" fmla="*/ 83378 h 373605"/>
              <a:gd name="connsiteX85" fmla="*/ 0 w 373158"/>
              <a:gd name="connsiteY85" fmla="*/ 242160 h 373605"/>
              <a:gd name="connsiteX86" fmla="*/ 0 w 373158"/>
              <a:gd name="connsiteY86" fmla="*/ 365795 h 373605"/>
              <a:gd name="connsiteX87" fmla="*/ 7778 w 373158"/>
              <a:gd name="connsiteY87" fmla="*/ 373605 h 373605"/>
              <a:gd name="connsiteX88" fmla="*/ 365381 w 373158"/>
              <a:gd name="connsiteY88" fmla="*/ 373605 h 373605"/>
              <a:gd name="connsiteX89" fmla="*/ 373159 w 373158"/>
              <a:gd name="connsiteY89" fmla="*/ 365795 h 373605"/>
              <a:gd name="connsiteX90" fmla="*/ 373159 w 373158"/>
              <a:gd name="connsiteY90" fmla="*/ 175771 h 373605"/>
              <a:gd name="connsiteX91" fmla="*/ 369270 w 373158"/>
              <a:gd name="connsiteY91" fmla="*/ 169294 h 373605"/>
              <a:gd name="connsiteX92" fmla="*/ 357697 w 373158"/>
              <a:gd name="connsiteY92" fmla="*/ 357984 h 373605"/>
              <a:gd name="connsiteX93" fmla="*/ 15651 w 373158"/>
              <a:gd name="connsiteY93" fmla="*/ 357984 h 373605"/>
              <a:gd name="connsiteX94" fmla="*/ 15651 w 373158"/>
              <a:gd name="connsiteY94" fmla="*/ 244732 h 373605"/>
              <a:gd name="connsiteX95" fmla="*/ 36424 w 373158"/>
              <a:gd name="connsiteY95" fmla="*/ 92427 h 373605"/>
              <a:gd name="connsiteX96" fmla="*/ 61086 w 373158"/>
              <a:gd name="connsiteY96" fmla="*/ 92427 h 373605"/>
              <a:gd name="connsiteX97" fmla="*/ 89638 w 373158"/>
              <a:gd name="connsiteY97" fmla="*/ 230444 h 373605"/>
              <a:gd name="connsiteX98" fmla="*/ 94855 w 373158"/>
              <a:gd name="connsiteY98" fmla="*/ 235683 h 373605"/>
              <a:gd name="connsiteX99" fmla="*/ 101305 w 373158"/>
              <a:gd name="connsiteY99" fmla="*/ 235683 h 373605"/>
              <a:gd name="connsiteX100" fmla="*/ 171308 w 373158"/>
              <a:gd name="connsiteY100" fmla="*/ 190154 h 373605"/>
              <a:gd name="connsiteX101" fmla="*/ 171308 w 373158"/>
              <a:gd name="connsiteY101" fmla="*/ 229206 h 373605"/>
              <a:gd name="connsiteX102" fmla="*/ 175197 w 373158"/>
              <a:gd name="connsiteY102" fmla="*/ 235683 h 373605"/>
              <a:gd name="connsiteX103" fmla="*/ 182975 w 373158"/>
              <a:gd name="connsiteY103" fmla="*/ 235683 h 373605"/>
              <a:gd name="connsiteX104" fmla="*/ 264645 w 373158"/>
              <a:gd name="connsiteY104" fmla="*/ 188820 h 373605"/>
              <a:gd name="connsiteX105" fmla="*/ 264645 w 373158"/>
              <a:gd name="connsiteY105" fmla="*/ 229206 h 373605"/>
              <a:gd name="connsiteX106" fmla="*/ 268534 w 373158"/>
              <a:gd name="connsiteY106" fmla="*/ 235683 h 373605"/>
              <a:gd name="connsiteX107" fmla="*/ 276312 w 373158"/>
              <a:gd name="connsiteY107" fmla="*/ 235683 h 373605"/>
              <a:gd name="connsiteX108" fmla="*/ 357982 w 373158"/>
              <a:gd name="connsiteY108" fmla="*/ 188820 h 373605"/>
              <a:gd name="connsiteX109" fmla="*/ 357982 w 373158"/>
              <a:gd name="connsiteY109" fmla="*/ 358079 h 37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73158" h="373605">
                <a:moveTo>
                  <a:pt x="112877" y="118811"/>
                </a:moveTo>
                <a:cubicBezTo>
                  <a:pt x="114205" y="118811"/>
                  <a:pt x="115438" y="118811"/>
                  <a:pt x="116766" y="117478"/>
                </a:cubicBezTo>
                <a:cubicBezTo>
                  <a:pt x="117430" y="117478"/>
                  <a:pt x="149017" y="99761"/>
                  <a:pt x="186295" y="85664"/>
                </a:cubicBezTo>
                <a:cubicBezTo>
                  <a:pt x="182121" y="103286"/>
                  <a:pt x="183259" y="116621"/>
                  <a:pt x="190753" y="126336"/>
                </a:cubicBezTo>
                <a:cubicBezTo>
                  <a:pt x="197203" y="135480"/>
                  <a:pt x="210103" y="140624"/>
                  <a:pt x="226893" y="140624"/>
                </a:cubicBezTo>
                <a:lnTo>
                  <a:pt x="235904" y="140624"/>
                </a:lnTo>
                <a:cubicBezTo>
                  <a:pt x="272044" y="136718"/>
                  <a:pt x="330189" y="91189"/>
                  <a:pt x="343090" y="46898"/>
                </a:cubicBezTo>
                <a:cubicBezTo>
                  <a:pt x="344418" y="44326"/>
                  <a:pt x="344418" y="42992"/>
                  <a:pt x="341762" y="40421"/>
                </a:cubicBezTo>
                <a:cubicBezTo>
                  <a:pt x="340434" y="39087"/>
                  <a:pt x="339201" y="37849"/>
                  <a:pt x="336640" y="37849"/>
                </a:cubicBezTo>
                <a:cubicBezTo>
                  <a:pt x="315961" y="35277"/>
                  <a:pt x="297939" y="26133"/>
                  <a:pt x="282383" y="18323"/>
                </a:cubicBezTo>
                <a:cubicBezTo>
                  <a:pt x="263032" y="7940"/>
                  <a:pt x="244915" y="-1204"/>
                  <a:pt x="223004" y="130"/>
                </a:cubicBezTo>
                <a:cubicBezTo>
                  <a:pt x="202325" y="2702"/>
                  <a:pt x="188097" y="10512"/>
                  <a:pt x="181647" y="22228"/>
                </a:cubicBezTo>
                <a:cubicBezTo>
                  <a:pt x="175766" y="35277"/>
                  <a:pt x="177473" y="50517"/>
                  <a:pt x="186579" y="68805"/>
                </a:cubicBezTo>
                <a:cubicBezTo>
                  <a:pt x="145792" y="83188"/>
                  <a:pt x="111075" y="103000"/>
                  <a:pt x="108893" y="104428"/>
                </a:cubicBezTo>
                <a:cubicBezTo>
                  <a:pt x="105004" y="107000"/>
                  <a:pt x="103676" y="110906"/>
                  <a:pt x="106332" y="114811"/>
                </a:cubicBezTo>
                <a:cubicBezTo>
                  <a:pt x="107660" y="117383"/>
                  <a:pt x="110221" y="118716"/>
                  <a:pt x="112782" y="118716"/>
                </a:cubicBezTo>
                <a:close/>
                <a:moveTo>
                  <a:pt x="195970" y="30134"/>
                </a:moveTo>
                <a:cubicBezTo>
                  <a:pt x="201092" y="19751"/>
                  <a:pt x="215320" y="17084"/>
                  <a:pt x="224332" y="15846"/>
                </a:cubicBezTo>
                <a:cubicBezTo>
                  <a:pt x="242449" y="14513"/>
                  <a:pt x="256582" y="22323"/>
                  <a:pt x="274699" y="31467"/>
                </a:cubicBezTo>
                <a:cubicBezTo>
                  <a:pt x="288928" y="39278"/>
                  <a:pt x="305717" y="48422"/>
                  <a:pt x="325067" y="50993"/>
                </a:cubicBezTo>
                <a:cubicBezTo>
                  <a:pt x="309606" y="86141"/>
                  <a:pt x="261799" y="122526"/>
                  <a:pt x="234671" y="125193"/>
                </a:cubicBezTo>
                <a:cubicBezTo>
                  <a:pt x="223004" y="126526"/>
                  <a:pt x="208870" y="125193"/>
                  <a:pt x="202420" y="117383"/>
                </a:cubicBezTo>
                <a:cubicBezTo>
                  <a:pt x="197583" y="110048"/>
                  <a:pt x="198436" y="96999"/>
                  <a:pt x="204981" y="79378"/>
                </a:cubicBezTo>
                <a:cubicBezTo>
                  <a:pt x="230877" y="71186"/>
                  <a:pt x="257531" y="66138"/>
                  <a:pt x="277450" y="70901"/>
                </a:cubicBezTo>
                <a:cubicBezTo>
                  <a:pt x="282667" y="72234"/>
                  <a:pt x="286556" y="69567"/>
                  <a:pt x="287789" y="65662"/>
                </a:cubicBezTo>
                <a:cubicBezTo>
                  <a:pt x="287789" y="61757"/>
                  <a:pt x="285228" y="56613"/>
                  <a:pt x="281339" y="56613"/>
                </a:cubicBezTo>
                <a:cubicBezTo>
                  <a:pt x="258764" y="50803"/>
                  <a:pt x="229833" y="55565"/>
                  <a:pt x="202041" y="64043"/>
                </a:cubicBezTo>
                <a:cubicBezTo>
                  <a:pt x="194263" y="49469"/>
                  <a:pt x="192555" y="37277"/>
                  <a:pt x="195970" y="30324"/>
                </a:cubicBezTo>
                <a:close/>
                <a:moveTo>
                  <a:pt x="147404" y="287785"/>
                </a:moveTo>
                <a:cubicBezTo>
                  <a:pt x="147404" y="291690"/>
                  <a:pt x="143610" y="295691"/>
                  <a:pt x="139721" y="295691"/>
                </a:cubicBezTo>
                <a:lnTo>
                  <a:pt x="116671" y="295691"/>
                </a:lnTo>
                <a:cubicBezTo>
                  <a:pt x="112877" y="295691"/>
                  <a:pt x="108988" y="291785"/>
                  <a:pt x="108988" y="287785"/>
                </a:cubicBezTo>
                <a:cubicBezTo>
                  <a:pt x="108988" y="283784"/>
                  <a:pt x="112782" y="279879"/>
                  <a:pt x="116671" y="279879"/>
                </a:cubicBezTo>
                <a:lnTo>
                  <a:pt x="139721" y="279879"/>
                </a:lnTo>
                <a:cubicBezTo>
                  <a:pt x="143515" y="279879"/>
                  <a:pt x="147404" y="283784"/>
                  <a:pt x="147404" y="287785"/>
                </a:cubicBezTo>
                <a:close/>
                <a:moveTo>
                  <a:pt x="147404" y="319313"/>
                </a:moveTo>
                <a:cubicBezTo>
                  <a:pt x="147404" y="323218"/>
                  <a:pt x="143610" y="327218"/>
                  <a:pt x="139721" y="327218"/>
                </a:cubicBezTo>
                <a:lnTo>
                  <a:pt x="116671" y="327218"/>
                </a:lnTo>
                <a:cubicBezTo>
                  <a:pt x="112877" y="327218"/>
                  <a:pt x="108988" y="323313"/>
                  <a:pt x="108988" y="319313"/>
                </a:cubicBezTo>
                <a:cubicBezTo>
                  <a:pt x="108988" y="315312"/>
                  <a:pt x="112782" y="311407"/>
                  <a:pt x="116671" y="311407"/>
                </a:cubicBezTo>
                <a:lnTo>
                  <a:pt x="139721" y="311407"/>
                </a:lnTo>
                <a:cubicBezTo>
                  <a:pt x="143515" y="311407"/>
                  <a:pt x="147404" y="315312"/>
                  <a:pt x="147404" y="319313"/>
                </a:cubicBezTo>
                <a:close/>
                <a:moveTo>
                  <a:pt x="240741" y="287785"/>
                </a:moveTo>
                <a:cubicBezTo>
                  <a:pt x="240741" y="291690"/>
                  <a:pt x="236947" y="295691"/>
                  <a:pt x="233058" y="295691"/>
                </a:cubicBezTo>
                <a:lnTo>
                  <a:pt x="210008" y="295691"/>
                </a:lnTo>
                <a:cubicBezTo>
                  <a:pt x="206214" y="295691"/>
                  <a:pt x="202325" y="291785"/>
                  <a:pt x="202325" y="287785"/>
                </a:cubicBezTo>
                <a:cubicBezTo>
                  <a:pt x="202325" y="283784"/>
                  <a:pt x="206119" y="279879"/>
                  <a:pt x="210008" y="279879"/>
                </a:cubicBezTo>
                <a:lnTo>
                  <a:pt x="233058" y="279879"/>
                </a:lnTo>
                <a:cubicBezTo>
                  <a:pt x="236852" y="279879"/>
                  <a:pt x="240741" y="283784"/>
                  <a:pt x="240741" y="287785"/>
                </a:cubicBezTo>
                <a:close/>
                <a:moveTo>
                  <a:pt x="240741" y="319313"/>
                </a:moveTo>
                <a:cubicBezTo>
                  <a:pt x="240741" y="323218"/>
                  <a:pt x="236947" y="327218"/>
                  <a:pt x="233058" y="327218"/>
                </a:cubicBezTo>
                <a:lnTo>
                  <a:pt x="210008" y="327218"/>
                </a:lnTo>
                <a:cubicBezTo>
                  <a:pt x="206214" y="327218"/>
                  <a:pt x="202325" y="323313"/>
                  <a:pt x="202325" y="319313"/>
                </a:cubicBezTo>
                <a:cubicBezTo>
                  <a:pt x="202325" y="315312"/>
                  <a:pt x="206119" y="311407"/>
                  <a:pt x="210008" y="311407"/>
                </a:cubicBezTo>
                <a:lnTo>
                  <a:pt x="233058" y="311407"/>
                </a:lnTo>
                <a:cubicBezTo>
                  <a:pt x="236852" y="311407"/>
                  <a:pt x="240741" y="315312"/>
                  <a:pt x="240741" y="319313"/>
                </a:cubicBezTo>
                <a:close/>
                <a:moveTo>
                  <a:pt x="295662" y="287785"/>
                </a:moveTo>
                <a:cubicBezTo>
                  <a:pt x="295662" y="283880"/>
                  <a:pt x="299457" y="279879"/>
                  <a:pt x="303346" y="279879"/>
                </a:cubicBezTo>
                <a:lnTo>
                  <a:pt x="326395" y="279879"/>
                </a:lnTo>
                <a:cubicBezTo>
                  <a:pt x="330189" y="279879"/>
                  <a:pt x="334079" y="283784"/>
                  <a:pt x="334079" y="287785"/>
                </a:cubicBezTo>
                <a:cubicBezTo>
                  <a:pt x="334079" y="291785"/>
                  <a:pt x="330284" y="295691"/>
                  <a:pt x="326395" y="295691"/>
                </a:cubicBezTo>
                <a:lnTo>
                  <a:pt x="303346" y="295691"/>
                </a:lnTo>
                <a:cubicBezTo>
                  <a:pt x="299551" y="295691"/>
                  <a:pt x="295662" y="291785"/>
                  <a:pt x="295662" y="287785"/>
                </a:cubicBezTo>
                <a:close/>
                <a:moveTo>
                  <a:pt x="295662" y="319313"/>
                </a:moveTo>
                <a:cubicBezTo>
                  <a:pt x="295662" y="315407"/>
                  <a:pt x="299457" y="311407"/>
                  <a:pt x="303346" y="311407"/>
                </a:cubicBezTo>
                <a:lnTo>
                  <a:pt x="326395" y="311407"/>
                </a:lnTo>
                <a:cubicBezTo>
                  <a:pt x="330189" y="311407"/>
                  <a:pt x="334079" y="315312"/>
                  <a:pt x="334079" y="319313"/>
                </a:cubicBezTo>
                <a:cubicBezTo>
                  <a:pt x="334079" y="323313"/>
                  <a:pt x="330284" y="327218"/>
                  <a:pt x="326395" y="327218"/>
                </a:cubicBezTo>
                <a:lnTo>
                  <a:pt x="303346" y="327218"/>
                </a:lnTo>
                <a:cubicBezTo>
                  <a:pt x="299551" y="327218"/>
                  <a:pt x="295662" y="323313"/>
                  <a:pt x="295662" y="319313"/>
                </a:cubicBezTo>
                <a:close/>
                <a:moveTo>
                  <a:pt x="369365" y="169294"/>
                </a:moveTo>
                <a:cubicBezTo>
                  <a:pt x="366803" y="166722"/>
                  <a:pt x="364147" y="166722"/>
                  <a:pt x="361586" y="167960"/>
                </a:cubicBezTo>
                <a:lnTo>
                  <a:pt x="279916" y="216157"/>
                </a:lnTo>
                <a:lnTo>
                  <a:pt x="279916" y="175771"/>
                </a:lnTo>
                <a:cubicBezTo>
                  <a:pt x="279916" y="173199"/>
                  <a:pt x="278588" y="170532"/>
                  <a:pt x="276027" y="169294"/>
                </a:cubicBezTo>
                <a:cubicBezTo>
                  <a:pt x="273466" y="168056"/>
                  <a:pt x="270810" y="167960"/>
                  <a:pt x="268249" y="169294"/>
                </a:cubicBezTo>
                <a:lnTo>
                  <a:pt x="186579" y="214823"/>
                </a:lnTo>
                <a:lnTo>
                  <a:pt x="186579" y="175771"/>
                </a:lnTo>
                <a:cubicBezTo>
                  <a:pt x="186579" y="171866"/>
                  <a:pt x="185251" y="169294"/>
                  <a:pt x="182690" y="167960"/>
                </a:cubicBezTo>
                <a:cubicBezTo>
                  <a:pt x="180129" y="166627"/>
                  <a:pt x="176240" y="166627"/>
                  <a:pt x="174912" y="169294"/>
                </a:cubicBezTo>
                <a:lnTo>
                  <a:pt x="102348" y="216157"/>
                </a:lnTo>
                <a:lnTo>
                  <a:pt x="75125" y="83378"/>
                </a:lnTo>
                <a:cubicBezTo>
                  <a:pt x="73797" y="79473"/>
                  <a:pt x="71236" y="76901"/>
                  <a:pt x="67347" y="76901"/>
                </a:cubicBezTo>
                <a:lnTo>
                  <a:pt x="29784" y="76901"/>
                </a:lnTo>
                <a:cubicBezTo>
                  <a:pt x="25895" y="76901"/>
                  <a:pt x="23334" y="79473"/>
                  <a:pt x="22006" y="83378"/>
                </a:cubicBezTo>
                <a:lnTo>
                  <a:pt x="0" y="242160"/>
                </a:lnTo>
                <a:lnTo>
                  <a:pt x="0" y="365795"/>
                </a:lnTo>
                <a:cubicBezTo>
                  <a:pt x="0" y="369700"/>
                  <a:pt x="3889" y="373605"/>
                  <a:pt x="7778" y="373605"/>
                </a:cubicBezTo>
                <a:lnTo>
                  <a:pt x="365381" y="373605"/>
                </a:lnTo>
                <a:cubicBezTo>
                  <a:pt x="369270" y="373605"/>
                  <a:pt x="373159" y="369700"/>
                  <a:pt x="373159" y="365795"/>
                </a:cubicBezTo>
                <a:lnTo>
                  <a:pt x="373159" y="175771"/>
                </a:lnTo>
                <a:cubicBezTo>
                  <a:pt x="373159" y="173199"/>
                  <a:pt x="371831" y="170532"/>
                  <a:pt x="369270" y="169294"/>
                </a:cubicBezTo>
                <a:close/>
                <a:moveTo>
                  <a:pt x="357697" y="357984"/>
                </a:moveTo>
                <a:lnTo>
                  <a:pt x="15651" y="357984"/>
                </a:lnTo>
                <a:lnTo>
                  <a:pt x="15651" y="244732"/>
                </a:lnTo>
                <a:lnTo>
                  <a:pt x="36424" y="92427"/>
                </a:lnTo>
                <a:lnTo>
                  <a:pt x="61086" y="92427"/>
                </a:lnTo>
                <a:lnTo>
                  <a:pt x="89638" y="230444"/>
                </a:lnTo>
                <a:cubicBezTo>
                  <a:pt x="89638" y="233016"/>
                  <a:pt x="92199" y="234349"/>
                  <a:pt x="94855" y="235683"/>
                </a:cubicBezTo>
                <a:cubicBezTo>
                  <a:pt x="96183" y="237017"/>
                  <a:pt x="98744" y="237017"/>
                  <a:pt x="101305" y="235683"/>
                </a:cubicBezTo>
                <a:lnTo>
                  <a:pt x="171308" y="190154"/>
                </a:lnTo>
                <a:lnTo>
                  <a:pt x="171308" y="229206"/>
                </a:lnTo>
                <a:cubicBezTo>
                  <a:pt x="171308" y="231778"/>
                  <a:pt x="172636" y="234445"/>
                  <a:pt x="175197" y="235683"/>
                </a:cubicBezTo>
                <a:cubicBezTo>
                  <a:pt x="177758" y="237017"/>
                  <a:pt x="180414" y="237017"/>
                  <a:pt x="182975" y="235683"/>
                </a:cubicBezTo>
                <a:lnTo>
                  <a:pt x="264645" y="188820"/>
                </a:lnTo>
                <a:lnTo>
                  <a:pt x="264645" y="229206"/>
                </a:lnTo>
                <a:cubicBezTo>
                  <a:pt x="264645" y="231778"/>
                  <a:pt x="265973" y="234445"/>
                  <a:pt x="268534" y="235683"/>
                </a:cubicBezTo>
                <a:cubicBezTo>
                  <a:pt x="271095" y="237017"/>
                  <a:pt x="273751" y="237017"/>
                  <a:pt x="276312" y="235683"/>
                </a:cubicBezTo>
                <a:lnTo>
                  <a:pt x="357982" y="188820"/>
                </a:lnTo>
                <a:lnTo>
                  <a:pt x="357982" y="358079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" name="Graphic 3">
            <a:extLst>
              <a:ext uri="{FF2B5EF4-FFF2-40B4-BE49-F238E27FC236}">
                <a16:creationId xmlns:a16="http://schemas.microsoft.com/office/drawing/2014/main" id="{22EF9F99-0769-644C-416B-B96EBEC329E4}"/>
              </a:ext>
            </a:extLst>
          </p:cNvPr>
          <p:cNvSpPr/>
          <p:nvPr/>
        </p:nvSpPr>
        <p:spPr>
          <a:xfrm>
            <a:off x="1300837" y="1425256"/>
            <a:ext cx="502284" cy="502886"/>
          </a:xfrm>
          <a:custGeom>
            <a:avLst/>
            <a:gdLst>
              <a:gd name="connsiteX0" fmla="*/ 112877 w 373158"/>
              <a:gd name="connsiteY0" fmla="*/ 118811 h 373605"/>
              <a:gd name="connsiteX1" fmla="*/ 116766 w 373158"/>
              <a:gd name="connsiteY1" fmla="*/ 117478 h 373605"/>
              <a:gd name="connsiteX2" fmla="*/ 186295 w 373158"/>
              <a:gd name="connsiteY2" fmla="*/ 85664 h 373605"/>
              <a:gd name="connsiteX3" fmla="*/ 190753 w 373158"/>
              <a:gd name="connsiteY3" fmla="*/ 126336 h 373605"/>
              <a:gd name="connsiteX4" fmla="*/ 226893 w 373158"/>
              <a:gd name="connsiteY4" fmla="*/ 140624 h 373605"/>
              <a:gd name="connsiteX5" fmla="*/ 235904 w 373158"/>
              <a:gd name="connsiteY5" fmla="*/ 140624 h 373605"/>
              <a:gd name="connsiteX6" fmla="*/ 343090 w 373158"/>
              <a:gd name="connsiteY6" fmla="*/ 46898 h 373605"/>
              <a:gd name="connsiteX7" fmla="*/ 341762 w 373158"/>
              <a:gd name="connsiteY7" fmla="*/ 40421 h 373605"/>
              <a:gd name="connsiteX8" fmla="*/ 336640 w 373158"/>
              <a:gd name="connsiteY8" fmla="*/ 37849 h 373605"/>
              <a:gd name="connsiteX9" fmla="*/ 282383 w 373158"/>
              <a:gd name="connsiteY9" fmla="*/ 18323 h 373605"/>
              <a:gd name="connsiteX10" fmla="*/ 223004 w 373158"/>
              <a:gd name="connsiteY10" fmla="*/ 130 h 373605"/>
              <a:gd name="connsiteX11" fmla="*/ 181647 w 373158"/>
              <a:gd name="connsiteY11" fmla="*/ 22228 h 373605"/>
              <a:gd name="connsiteX12" fmla="*/ 186579 w 373158"/>
              <a:gd name="connsiteY12" fmla="*/ 68805 h 373605"/>
              <a:gd name="connsiteX13" fmla="*/ 108893 w 373158"/>
              <a:gd name="connsiteY13" fmla="*/ 104428 h 373605"/>
              <a:gd name="connsiteX14" fmla="*/ 106332 w 373158"/>
              <a:gd name="connsiteY14" fmla="*/ 114811 h 373605"/>
              <a:gd name="connsiteX15" fmla="*/ 112782 w 373158"/>
              <a:gd name="connsiteY15" fmla="*/ 118716 h 373605"/>
              <a:gd name="connsiteX16" fmla="*/ 195970 w 373158"/>
              <a:gd name="connsiteY16" fmla="*/ 30134 h 373605"/>
              <a:gd name="connsiteX17" fmla="*/ 224332 w 373158"/>
              <a:gd name="connsiteY17" fmla="*/ 15846 h 373605"/>
              <a:gd name="connsiteX18" fmla="*/ 274699 w 373158"/>
              <a:gd name="connsiteY18" fmla="*/ 31467 h 373605"/>
              <a:gd name="connsiteX19" fmla="*/ 325067 w 373158"/>
              <a:gd name="connsiteY19" fmla="*/ 50993 h 373605"/>
              <a:gd name="connsiteX20" fmla="*/ 234671 w 373158"/>
              <a:gd name="connsiteY20" fmla="*/ 125193 h 373605"/>
              <a:gd name="connsiteX21" fmla="*/ 202420 w 373158"/>
              <a:gd name="connsiteY21" fmla="*/ 117383 h 373605"/>
              <a:gd name="connsiteX22" fmla="*/ 204981 w 373158"/>
              <a:gd name="connsiteY22" fmla="*/ 79378 h 373605"/>
              <a:gd name="connsiteX23" fmla="*/ 277450 w 373158"/>
              <a:gd name="connsiteY23" fmla="*/ 70901 h 373605"/>
              <a:gd name="connsiteX24" fmla="*/ 287789 w 373158"/>
              <a:gd name="connsiteY24" fmla="*/ 65662 h 373605"/>
              <a:gd name="connsiteX25" fmla="*/ 281339 w 373158"/>
              <a:gd name="connsiteY25" fmla="*/ 56613 h 373605"/>
              <a:gd name="connsiteX26" fmla="*/ 202041 w 373158"/>
              <a:gd name="connsiteY26" fmla="*/ 64043 h 373605"/>
              <a:gd name="connsiteX27" fmla="*/ 195970 w 373158"/>
              <a:gd name="connsiteY27" fmla="*/ 30324 h 373605"/>
              <a:gd name="connsiteX28" fmla="*/ 147404 w 373158"/>
              <a:gd name="connsiteY28" fmla="*/ 287785 h 373605"/>
              <a:gd name="connsiteX29" fmla="*/ 139721 w 373158"/>
              <a:gd name="connsiteY29" fmla="*/ 295691 h 373605"/>
              <a:gd name="connsiteX30" fmla="*/ 116671 w 373158"/>
              <a:gd name="connsiteY30" fmla="*/ 295691 h 373605"/>
              <a:gd name="connsiteX31" fmla="*/ 108988 w 373158"/>
              <a:gd name="connsiteY31" fmla="*/ 287785 h 373605"/>
              <a:gd name="connsiteX32" fmla="*/ 116671 w 373158"/>
              <a:gd name="connsiteY32" fmla="*/ 279879 h 373605"/>
              <a:gd name="connsiteX33" fmla="*/ 139721 w 373158"/>
              <a:gd name="connsiteY33" fmla="*/ 279879 h 373605"/>
              <a:gd name="connsiteX34" fmla="*/ 147404 w 373158"/>
              <a:gd name="connsiteY34" fmla="*/ 287785 h 373605"/>
              <a:gd name="connsiteX35" fmla="*/ 147404 w 373158"/>
              <a:gd name="connsiteY35" fmla="*/ 319313 h 373605"/>
              <a:gd name="connsiteX36" fmla="*/ 139721 w 373158"/>
              <a:gd name="connsiteY36" fmla="*/ 327218 h 373605"/>
              <a:gd name="connsiteX37" fmla="*/ 116671 w 373158"/>
              <a:gd name="connsiteY37" fmla="*/ 327218 h 373605"/>
              <a:gd name="connsiteX38" fmla="*/ 108988 w 373158"/>
              <a:gd name="connsiteY38" fmla="*/ 319313 h 373605"/>
              <a:gd name="connsiteX39" fmla="*/ 116671 w 373158"/>
              <a:gd name="connsiteY39" fmla="*/ 311407 h 373605"/>
              <a:gd name="connsiteX40" fmla="*/ 139721 w 373158"/>
              <a:gd name="connsiteY40" fmla="*/ 311407 h 373605"/>
              <a:gd name="connsiteX41" fmla="*/ 147404 w 373158"/>
              <a:gd name="connsiteY41" fmla="*/ 319313 h 373605"/>
              <a:gd name="connsiteX42" fmla="*/ 240741 w 373158"/>
              <a:gd name="connsiteY42" fmla="*/ 287785 h 373605"/>
              <a:gd name="connsiteX43" fmla="*/ 233058 w 373158"/>
              <a:gd name="connsiteY43" fmla="*/ 295691 h 373605"/>
              <a:gd name="connsiteX44" fmla="*/ 210008 w 373158"/>
              <a:gd name="connsiteY44" fmla="*/ 295691 h 373605"/>
              <a:gd name="connsiteX45" fmla="*/ 202325 w 373158"/>
              <a:gd name="connsiteY45" fmla="*/ 287785 h 373605"/>
              <a:gd name="connsiteX46" fmla="*/ 210008 w 373158"/>
              <a:gd name="connsiteY46" fmla="*/ 279879 h 373605"/>
              <a:gd name="connsiteX47" fmla="*/ 233058 w 373158"/>
              <a:gd name="connsiteY47" fmla="*/ 279879 h 373605"/>
              <a:gd name="connsiteX48" fmla="*/ 240741 w 373158"/>
              <a:gd name="connsiteY48" fmla="*/ 287785 h 373605"/>
              <a:gd name="connsiteX49" fmla="*/ 240741 w 373158"/>
              <a:gd name="connsiteY49" fmla="*/ 319313 h 373605"/>
              <a:gd name="connsiteX50" fmla="*/ 233058 w 373158"/>
              <a:gd name="connsiteY50" fmla="*/ 327218 h 373605"/>
              <a:gd name="connsiteX51" fmla="*/ 210008 w 373158"/>
              <a:gd name="connsiteY51" fmla="*/ 327218 h 373605"/>
              <a:gd name="connsiteX52" fmla="*/ 202325 w 373158"/>
              <a:gd name="connsiteY52" fmla="*/ 319313 h 373605"/>
              <a:gd name="connsiteX53" fmla="*/ 210008 w 373158"/>
              <a:gd name="connsiteY53" fmla="*/ 311407 h 373605"/>
              <a:gd name="connsiteX54" fmla="*/ 233058 w 373158"/>
              <a:gd name="connsiteY54" fmla="*/ 311407 h 373605"/>
              <a:gd name="connsiteX55" fmla="*/ 240741 w 373158"/>
              <a:gd name="connsiteY55" fmla="*/ 319313 h 373605"/>
              <a:gd name="connsiteX56" fmla="*/ 295662 w 373158"/>
              <a:gd name="connsiteY56" fmla="*/ 287785 h 373605"/>
              <a:gd name="connsiteX57" fmla="*/ 303346 w 373158"/>
              <a:gd name="connsiteY57" fmla="*/ 279879 h 373605"/>
              <a:gd name="connsiteX58" fmla="*/ 326395 w 373158"/>
              <a:gd name="connsiteY58" fmla="*/ 279879 h 373605"/>
              <a:gd name="connsiteX59" fmla="*/ 334079 w 373158"/>
              <a:gd name="connsiteY59" fmla="*/ 287785 h 373605"/>
              <a:gd name="connsiteX60" fmla="*/ 326395 w 373158"/>
              <a:gd name="connsiteY60" fmla="*/ 295691 h 373605"/>
              <a:gd name="connsiteX61" fmla="*/ 303346 w 373158"/>
              <a:gd name="connsiteY61" fmla="*/ 295691 h 373605"/>
              <a:gd name="connsiteX62" fmla="*/ 295662 w 373158"/>
              <a:gd name="connsiteY62" fmla="*/ 287785 h 373605"/>
              <a:gd name="connsiteX63" fmla="*/ 295662 w 373158"/>
              <a:gd name="connsiteY63" fmla="*/ 319313 h 373605"/>
              <a:gd name="connsiteX64" fmla="*/ 303346 w 373158"/>
              <a:gd name="connsiteY64" fmla="*/ 311407 h 373605"/>
              <a:gd name="connsiteX65" fmla="*/ 326395 w 373158"/>
              <a:gd name="connsiteY65" fmla="*/ 311407 h 373605"/>
              <a:gd name="connsiteX66" fmla="*/ 334079 w 373158"/>
              <a:gd name="connsiteY66" fmla="*/ 319313 h 373605"/>
              <a:gd name="connsiteX67" fmla="*/ 326395 w 373158"/>
              <a:gd name="connsiteY67" fmla="*/ 327218 h 373605"/>
              <a:gd name="connsiteX68" fmla="*/ 303346 w 373158"/>
              <a:gd name="connsiteY68" fmla="*/ 327218 h 373605"/>
              <a:gd name="connsiteX69" fmla="*/ 295662 w 373158"/>
              <a:gd name="connsiteY69" fmla="*/ 319313 h 373605"/>
              <a:gd name="connsiteX70" fmla="*/ 369365 w 373158"/>
              <a:gd name="connsiteY70" fmla="*/ 169294 h 373605"/>
              <a:gd name="connsiteX71" fmla="*/ 361586 w 373158"/>
              <a:gd name="connsiteY71" fmla="*/ 167960 h 373605"/>
              <a:gd name="connsiteX72" fmla="*/ 279916 w 373158"/>
              <a:gd name="connsiteY72" fmla="*/ 216157 h 373605"/>
              <a:gd name="connsiteX73" fmla="*/ 279916 w 373158"/>
              <a:gd name="connsiteY73" fmla="*/ 175771 h 373605"/>
              <a:gd name="connsiteX74" fmla="*/ 276027 w 373158"/>
              <a:gd name="connsiteY74" fmla="*/ 169294 h 373605"/>
              <a:gd name="connsiteX75" fmla="*/ 268249 w 373158"/>
              <a:gd name="connsiteY75" fmla="*/ 169294 h 373605"/>
              <a:gd name="connsiteX76" fmla="*/ 186579 w 373158"/>
              <a:gd name="connsiteY76" fmla="*/ 214823 h 373605"/>
              <a:gd name="connsiteX77" fmla="*/ 186579 w 373158"/>
              <a:gd name="connsiteY77" fmla="*/ 175771 h 373605"/>
              <a:gd name="connsiteX78" fmla="*/ 182690 w 373158"/>
              <a:gd name="connsiteY78" fmla="*/ 167960 h 373605"/>
              <a:gd name="connsiteX79" fmla="*/ 174912 w 373158"/>
              <a:gd name="connsiteY79" fmla="*/ 169294 h 373605"/>
              <a:gd name="connsiteX80" fmla="*/ 102348 w 373158"/>
              <a:gd name="connsiteY80" fmla="*/ 216157 h 373605"/>
              <a:gd name="connsiteX81" fmla="*/ 75125 w 373158"/>
              <a:gd name="connsiteY81" fmla="*/ 83378 h 373605"/>
              <a:gd name="connsiteX82" fmla="*/ 67347 w 373158"/>
              <a:gd name="connsiteY82" fmla="*/ 76901 h 373605"/>
              <a:gd name="connsiteX83" fmla="*/ 29784 w 373158"/>
              <a:gd name="connsiteY83" fmla="*/ 76901 h 373605"/>
              <a:gd name="connsiteX84" fmla="*/ 22006 w 373158"/>
              <a:gd name="connsiteY84" fmla="*/ 83378 h 373605"/>
              <a:gd name="connsiteX85" fmla="*/ 0 w 373158"/>
              <a:gd name="connsiteY85" fmla="*/ 242160 h 373605"/>
              <a:gd name="connsiteX86" fmla="*/ 0 w 373158"/>
              <a:gd name="connsiteY86" fmla="*/ 365795 h 373605"/>
              <a:gd name="connsiteX87" fmla="*/ 7778 w 373158"/>
              <a:gd name="connsiteY87" fmla="*/ 373605 h 373605"/>
              <a:gd name="connsiteX88" fmla="*/ 365381 w 373158"/>
              <a:gd name="connsiteY88" fmla="*/ 373605 h 373605"/>
              <a:gd name="connsiteX89" fmla="*/ 373159 w 373158"/>
              <a:gd name="connsiteY89" fmla="*/ 365795 h 373605"/>
              <a:gd name="connsiteX90" fmla="*/ 373159 w 373158"/>
              <a:gd name="connsiteY90" fmla="*/ 175771 h 373605"/>
              <a:gd name="connsiteX91" fmla="*/ 369270 w 373158"/>
              <a:gd name="connsiteY91" fmla="*/ 169294 h 373605"/>
              <a:gd name="connsiteX92" fmla="*/ 357697 w 373158"/>
              <a:gd name="connsiteY92" fmla="*/ 357984 h 373605"/>
              <a:gd name="connsiteX93" fmla="*/ 15651 w 373158"/>
              <a:gd name="connsiteY93" fmla="*/ 357984 h 373605"/>
              <a:gd name="connsiteX94" fmla="*/ 15651 w 373158"/>
              <a:gd name="connsiteY94" fmla="*/ 244732 h 373605"/>
              <a:gd name="connsiteX95" fmla="*/ 36424 w 373158"/>
              <a:gd name="connsiteY95" fmla="*/ 92427 h 373605"/>
              <a:gd name="connsiteX96" fmla="*/ 61086 w 373158"/>
              <a:gd name="connsiteY96" fmla="*/ 92427 h 373605"/>
              <a:gd name="connsiteX97" fmla="*/ 89638 w 373158"/>
              <a:gd name="connsiteY97" fmla="*/ 230444 h 373605"/>
              <a:gd name="connsiteX98" fmla="*/ 94855 w 373158"/>
              <a:gd name="connsiteY98" fmla="*/ 235683 h 373605"/>
              <a:gd name="connsiteX99" fmla="*/ 101305 w 373158"/>
              <a:gd name="connsiteY99" fmla="*/ 235683 h 373605"/>
              <a:gd name="connsiteX100" fmla="*/ 171308 w 373158"/>
              <a:gd name="connsiteY100" fmla="*/ 190154 h 373605"/>
              <a:gd name="connsiteX101" fmla="*/ 171308 w 373158"/>
              <a:gd name="connsiteY101" fmla="*/ 229206 h 373605"/>
              <a:gd name="connsiteX102" fmla="*/ 175197 w 373158"/>
              <a:gd name="connsiteY102" fmla="*/ 235683 h 373605"/>
              <a:gd name="connsiteX103" fmla="*/ 182975 w 373158"/>
              <a:gd name="connsiteY103" fmla="*/ 235683 h 373605"/>
              <a:gd name="connsiteX104" fmla="*/ 264645 w 373158"/>
              <a:gd name="connsiteY104" fmla="*/ 188820 h 373605"/>
              <a:gd name="connsiteX105" fmla="*/ 264645 w 373158"/>
              <a:gd name="connsiteY105" fmla="*/ 229206 h 373605"/>
              <a:gd name="connsiteX106" fmla="*/ 268534 w 373158"/>
              <a:gd name="connsiteY106" fmla="*/ 235683 h 373605"/>
              <a:gd name="connsiteX107" fmla="*/ 276312 w 373158"/>
              <a:gd name="connsiteY107" fmla="*/ 235683 h 373605"/>
              <a:gd name="connsiteX108" fmla="*/ 357982 w 373158"/>
              <a:gd name="connsiteY108" fmla="*/ 188820 h 373605"/>
              <a:gd name="connsiteX109" fmla="*/ 357982 w 373158"/>
              <a:gd name="connsiteY109" fmla="*/ 358079 h 37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373158" h="373605">
                <a:moveTo>
                  <a:pt x="112877" y="118811"/>
                </a:moveTo>
                <a:cubicBezTo>
                  <a:pt x="114205" y="118811"/>
                  <a:pt x="115438" y="118811"/>
                  <a:pt x="116766" y="117478"/>
                </a:cubicBezTo>
                <a:cubicBezTo>
                  <a:pt x="117430" y="117478"/>
                  <a:pt x="149017" y="99761"/>
                  <a:pt x="186295" y="85664"/>
                </a:cubicBezTo>
                <a:cubicBezTo>
                  <a:pt x="182121" y="103286"/>
                  <a:pt x="183259" y="116621"/>
                  <a:pt x="190753" y="126336"/>
                </a:cubicBezTo>
                <a:cubicBezTo>
                  <a:pt x="197203" y="135480"/>
                  <a:pt x="210103" y="140624"/>
                  <a:pt x="226893" y="140624"/>
                </a:cubicBezTo>
                <a:lnTo>
                  <a:pt x="235904" y="140624"/>
                </a:lnTo>
                <a:cubicBezTo>
                  <a:pt x="272044" y="136718"/>
                  <a:pt x="330189" y="91189"/>
                  <a:pt x="343090" y="46898"/>
                </a:cubicBezTo>
                <a:cubicBezTo>
                  <a:pt x="344418" y="44326"/>
                  <a:pt x="344418" y="42992"/>
                  <a:pt x="341762" y="40421"/>
                </a:cubicBezTo>
                <a:cubicBezTo>
                  <a:pt x="340434" y="39087"/>
                  <a:pt x="339201" y="37849"/>
                  <a:pt x="336640" y="37849"/>
                </a:cubicBezTo>
                <a:cubicBezTo>
                  <a:pt x="315961" y="35277"/>
                  <a:pt x="297939" y="26133"/>
                  <a:pt x="282383" y="18323"/>
                </a:cubicBezTo>
                <a:cubicBezTo>
                  <a:pt x="263032" y="7940"/>
                  <a:pt x="244915" y="-1204"/>
                  <a:pt x="223004" y="130"/>
                </a:cubicBezTo>
                <a:cubicBezTo>
                  <a:pt x="202325" y="2702"/>
                  <a:pt x="188097" y="10512"/>
                  <a:pt x="181647" y="22228"/>
                </a:cubicBezTo>
                <a:cubicBezTo>
                  <a:pt x="175766" y="35277"/>
                  <a:pt x="177473" y="50517"/>
                  <a:pt x="186579" y="68805"/>
                </a:cubicBezTo>
                <a:cubicBezTo>
                  <a:pt x="145792" y="83188"/>
                  <a:pt x="111075" y="103000"/>
                  <a:pt x="108893" y="104428"/>
                </a:cubicBezTo>
                <a:cubicBezTo>
                  <a:pt x="105004" y="107000"/>
                  <a:pt x="103676" y="110906"/>
                  <a:pt x="106332" y="114811"/>
                </a:cubicBezTo>
                <a:cubicBezTo>
                  <a:pt x="107660" y="117383"/>
                  <a:pt x="110221" y="118716"/>
                  <a:pt x="112782" y="118716"/>
                </a:cubicBezTo>
                <a:close/>
                <a:moveTo>
                  <a:pt x="195970" y="30134"/>
                </a:moveTo>
                <a:cubicBezTo>
                  <a:pt x="201092" y="19751"/>
                  <a:pt x="215320" y="17084"/>
                  <a:pt x="224332" y="15846"/>
                </a:cubicBezTo>
                <a:cubicBezTo>
                  <a:pt x="242449" y="14513"/>
                  <a:pt x="256582" y="22323"/>
                  <a:pt x="274699" y="31467"/>
                </a:cubicBezTo>
                <a:cubicBezTo>
                  <a:pt x="288928" y="39278"/>
                  <a:pt x="305717" y="48422"/>
                  <a:pt x="325067" y="50993"/>
                </a:cubicBezTo>
                <a:cubicBezTo>
                  <a:pt x="309606" y="86141"/>
                  <a:pt x="261799" y="122526"/>
                  <a:pt x="234671" y="125193"/>
                </a:cubicBezTo>
                <a:cubicBezTo>
                  <a:pt x="223004" y="126526"/>
                  <a:pt x="208870" y="125193"/>
                  <a:pt x="202420" y="117383"/>
                </a:cubicBezTo>
                <a:cubicBezTo>
                  <a:pt x="197583" y="110048"/>
                  <a:pt x="198436" y="96999"/>
                  <a:pt x="204981" y="79378"/>
                </a:cubicBezTo>
                <a:cubicBezTo>
                  <a:pt x="230877" y="71186"/>
                  <a:pt x="257531" y="66138"/>
                  <a:pt x="277450" y="70901"/>
                </a:cubicBezTo>
                <a:cubicBezTo>
                  <a:pt x="282667" y="72234"/>
                  <a:pt x="286556" y="69567"/>
                  <a:pt x="287789" y="65662"/>
                </a:cubicBezTo>
                <a:cubicBezTo>
                  <a:pt x="287789" y="61757"/>
                  <a:pt x="285228" y="56613"/>
                  <a:pt x="281339" y="56613"/>
                </a:cubicBezTo>
                <a:cubicBezTo>
                  <a:pt x="258764" y="50803"/>
                  <a:pt x="229833" y="55565"/>
                  <a:pt x="202041" y="64043"/>
                </a:cubicBezTo>
                <a:cubicBezTo>
                  <a:pt x="194263" y="49469"/>
                  <a:pt x="192555" y="37277"/>
                  <a:pt x="195970" y="30324"/>
                </a:cubicBezTo>
                <a:close/>
                <a:moveTo>
                  <a:pt x="147404" y="287785"/>
                </a:moveTo>
                <a:cubicBezTo>
                  <a:pt x="147404" y="291690"/>
                  <a:pt x="143610" y="295691"/>
                  <a:pt x="139721" y="295691"/>
                </a:cubicBezTo>
                <a:lnTo>
                  <a:pt x="116671" y="295691"/>
                </a:lnTo>
                <a:cubicBezTo>
                  <a:pt x="112877" y="295691"/>
                  <a:pt x="108988" y="291785"/>
                  <a:pt x="108988" y="287785"/>
                </a:cubicBezTo>
                <a:cubicBezTo>
                  <a:pt x="108988" y="283784"/>
                  <a:pt x="112782" y="279879"/>
                  <a:pt x="116671" y="279879"/>
                </a:cubicBezTo>
                <a:lnTo>
                  <a:pt x="139721" y="279879"/>
                </a:lnTo>
                <a:cubicBezTo>
                  <a:pt x="143515" y="279879"/>
                  <a:pt x="147404" y="283784"/>
                  <a:pt x="147404" y="287785"/>
                </a:cubicBezTo>
                <a:close/>
                <a:moveTo>
                  <a:pt x="147404" y="319313"/>
                </a:moveTo>
                <a:cubicBezTo>
                  <a:pt x="147404" y="323218"/>
                  <a:pt x="143610" y="327218"/>
                  <a:pt x="139721" y="327218"/>
                </a:cubicBezTo>
                <a:lnTo>
                  <a:pt x="116671" y="327218"/>
                </a:lnTo>
                <a:cubicBezTo>
                  <a:pt x="112877" y="327218"/>
                  <a:pt x="108988" y="323313"/>
                  <a:pt x="108988" y="319313"/>
                </a:cubicBezTo>
                <a:cubicBezTo>
                  <a:pt x="108988" y="315312"/>
                  <a:pt x="112782" y="311407"/>
                  <a:pt x="116671" y="311407"/>
                </a:cubicBezTo>
                <a:lnTo>
                  <a:pt x="139721" y="311407"/>
                </a:lnTo>
                <a:cubicBezTo>
                  <a:pt x="143515" y="311407"/>
                  <a:pt x="147404" y="315312"/>
                  <a:pt x="147404" y="319313"/>
                </a:cubicBezTo>
                <a:close/>
                <a:moveTo>
                  <a:pt x="240741" y="287785"/>
                </a:moveTo>
                <a:cubicBezTo>
                  <a:pt x="240741" y="291690"/>
                  <a:pt x="236947" y="295691"/>
                  <a:pt x="233058" y="295691"/>
                </a:cubicBezTo>
                <a:lnTo>
                  <a:pt x="210008" y="295691"/>
                </a:lnTo>
                <a:cubicBezTo>
                  <a:pt x="206214" y="295691"/>
                  <a:pt x="202325" y="291785"/>
                  <a:pt x="202325" y="287785"/>
                </a:cubicBezTo>
                <a:cubicBezTo>
                  <a:pt x="202325" y="283784"/>
                  <a:pt x="206119" y="279879"/>
                  <a:pt x="210008" y="279879"/>
                </a:cubicBezTo>
                <a:lnTo>
                  <a:pt x="233058" y="279879"/>
                </a:lnTo>
                <a:cubicBezTo>
                  <a:pt x="236852" y="279879"/>
                  <a:pt x="240741" y="283784"/>
                  <a:pt x="240741" y="287785"/>
                </a:cubicBezTo>
                <a:close/>
                <a:moveTo>
                  <a:pt x="240741" y="319313"/>
                </a:moveTo>
                <a:cubicBezTo>
                  <a:pt x="240741" y="323218"/>
                  <a:pt x="236947" y="327218"/>
                  <a:pt x="233058" y="327218"/>
                </a:cubicBezTo>
                <a:lnTo>
                  <a:pt x="210008" y="327218"/>
                </a:lnTo>
                <a:cubicBezTo>
                  <a:pt x="206214" y="327218"/>
                  <a:pt x="202325" y="323313"/>
                  <a:pt x="202325" y="319313"/>
                </a:cubicBezTo>
                <a:cubicBezTo>
                  <a:pt x="202325" y="315312"/>
                  <a:pt x="206119" y="311407"/>
                  <a:pt x="210008" y="311407"/>
                </a:cubicBezTo>
                <a:lnTo>
                  <a:pt x="233058" y="311407"/>
                </a:lnTo>
                <a:cubicBezTo>
                  <a:pt x="236852" y="311407"/>
                  <a:pt x="240741" y="315312"/>
                  <a:pt x="240741" y="319313"/>
                </a:cubicBezTo>
                <a:close/>
                <a:moveTo>
                  <a:pt x="295662" y="287785"/>
                </a:moveTo>
                <a:cubicBezTo>
                  <a:pt x="295662" y="283880"/>
                  <a:pt x="299457" y="279879"/>
                  <a:pt x="303346" y="279879"/>
                </a:cubicBezTo>
                <a:lnTo>
                  <a:pt x="326395" y="279879"/>
                </a:lnTo>
                <a:cubicBezTo>
                  <a:pt x="330189" y="279879"/>
                  <a:pt x="334079" y="283784"/>
                  <a:pt x="334079" y="287785"/>
                </a:cubicBezTo>
                <a:cubicBezTo>
                  <a:pt x="334079" y="291785"/>
                  <a:pt x="330284" y="295691"/>
                  <a:pt x="326395" y="295691"/>
                </a:cubicBezTo>
                <a:lnTo>
                  <a:pt x="303346" y="295691"/>
                </a:lnTo>
                <a:cubicBezTo>
                  <a:pt x="299551" y="295691"/>
                  <a:pt x="295662" y="291785"/>
                  <a:pt x="295662" y="287785"/>
                </a:cubicBezTo>
                <a:close/>
                <a:moveTo>
                  <a:pt x="295662" y="319313"/>
                </a:moveTo>
                <a:cubicBezTo>
                  <a:pt x="295662" y="315407"/>
                  <a:pt x="299457" y="311407"/>
                  <a:pt x="303346" y="311407"/>
                </a:cubicBezTo>
                <a:lnTo>
                  <a:pt x="326395" y="311407"/>
                </a:lnTo>
                <a:cubicBezTo>
                  <a:pt x="330189" y="311407"/>
                  <a:pt x="334079" y="315312"/>
                  <a:pt x="334079" y="319313"/>
                </a:cubicBezTo>
                <a:cubicBezTo>
                  <a:pt x="334079" y="323313"/>
                  <a:pt x="330284" y="327218"/>
                  <a:pt x="326395" y="327218"/>
                </a:cubicBezTo>
                <a:lnTo>
                  <a:pt x="303346" y="327218"/>
                </a:lnTo>
                <a:cubicBezTo>
                  <a:pt x="299551" y="327218"/>
                  <a:pt x="295662" y="323313"/>
                  <a:pt x="295662" y="319313"/>
                </a:cubicBezTo>
                <a:close/>
                <a:moveTo>
                  <a:pt x="369365" y="169294"/>
                </a:moveTo>
                <a:cubicBezTo>
                  <a:pt x="366803" y="166722"/>
                  <a:pt x="364147" y="166722"/>
                  <a:pt x="361586" y="167960"/>
                </a:cubicBezTo>
                <a:lnTo>
                  <a:pt x="279916" y="216157"/>
                </a:lnTo>
                <a:lnTo>
                  <a:pt x="279916" y="175771"/>
                </a:lnTo>
                <a:cubicBezTo>
                  <a:pt x="279916" y="173199"/>
                  <a:pt x="278588" y="170532"/>
                  <a:pt x="276027" y="169294"/>
                </a:cubicBezTo>
                <a:cubicBezTo>
                  <a:pt x="273466" y="168056"/>
                  <a:pt x="270810" y="167960"/>
                  <a:pt x="268249" y="169294"/>
                </a:cubicBezTo>
                <a:lnTo>
                  <a:pt x="186579" y="214823"/>
                </a:lnTo>
                <a:lnTo>
                  <a:pt x="186579" y="175771"/>
                </a:lnTo>
                <a:cubicBezTo>
                  <a:pt x="186579" y="171866"/>
                  <a:pt x="185251" y="169294"/>
                  <a:pt x="182690" y="167960"/>
                </a:cubicBezTo>
                <a:cubicBezTo>
                  <a:pt x="180129" y="166627"/>
                  <a:pt x="176240" y="166627"/>
                  <a:pt x="174912" y="169294"/>
                </a:cubicBezTo>
                <a:lnTo>
                  <a:pt x="102348" y="216157"/>
                </a:lnTo>
                <a:lnTo>
                  <a:pt x="75125" y="83378"/>
                </a:lnTo>
                <a:cubicBezTo>
                  <a:pt x="73797" y="79473"/>
                  <a:pt x="71236" y="76901"/>
                  <a:pt x="67347" y="76901"/>
                </a:cubicBezTo>
                <a:lnTo>
                  <a:pt x="29784" y="76901"/>
                </a:lnTo>
                <a:cubicBezTo>
                  <a:pt x="25895" y="76901"/>
                  <a:pt x="23334" y="79473"/>
                  <a:pt x="22006" y="83378"/>
                </a:cubicBezTo>
                <a:lnTo>
                  <a:pt x="0" y="242160"/>
                </a:lnTo>
                <a:lnTo>
                  <a:pt x="0" y="365795"/>
                </a:lnTo>
                <a:cubicBezTo>
                  <a:pt x="0" y="369700"/>
                  <a:pt x="3889" y="373605"/>
                  <a:pt x="7778" y="373605"/>
                </a:cubicBezTo>
                <a:lnTo>
                  <a:pt x="365381" y="373605"/>
                </a:lnTo>
                <a:cubicBezTo>
                  <a:pt x="369270" y="373605"/>
                  <a:pt x="373159" y="369700"/>
                  <a:pt x="373159" y="365795"/>
                </a:cubicBezTo>
                <a:lnTo>
                  <a:pt x="373159" y="175771"/>
                </a:lnTo>
                <a:cubicBezTo>
                  <a:pt x="373159" y="173199"/>
                  <a:pt x="371831" y="170532"/>
                  <a:pt x="369270" y="169294"/>
                </a:cubicBezTo>
                <a:close/>
                <a:moveTo>
                  <a:pt x="357697" y="357984"/>
                </a:moveTo>
                <a:lnTo>
                  <a:pt x="15651" y="357984"/>
                </a:lnTo>
                <a:lnTo>
                  <a:pt x="15651" y="244732"/>
                </a:lnTo>
                <a:lnTo>
                  <a:pt x="36424" y="92427"/>
                </a:lnTo>
                <a:lnTo>
                  <a:pt x="61086" y="92427"/>
                </a:lnTo>
                <a:lnTo>
                  <a:pt x="89638" y="230444"/>
                </a:lnTo>
                <a:cubicBezTo>
                  <a:pt x="89638" y="233016"/>
                  <a:pt x="92199" y="234349"/>
                  <a:pt x="94855" y="235683"/>
                </a:cubicBezTo>
                <a:cubicBezTo>
                  <a:pt x="96183" y="237017"/>
                  <a:pt x="98744" y="237017"/>
                  <a:pt x="101305" y="235683"/>
                </a:cubicBezTo>
                <a:lnTo>
                  <a:pt x="171308" y="190154"/>
                </a:lnTo>
                <a:lnTo>
                  <a:pt x="171308" y="229206"/>
                </a:lnTo>
                <a:cubicBezTo>
                  <a:pt x="171308" y="231778"/>
                  <a:pt x="172636" y="234445"/>
                  <a:pt x="175197" y="235683"/>
                </a:cubicBezTo>
                <a:cubicBezTo>
                  <a:pt x="177758" y="237017"/>
                  <a:pt x="180414" y="237017"/>
                  <a:pt x="182975" y="235683"/>
                </a:cubicBezTo>
                <a:lnTo>
                  <a:pt x="264645" y="188820"/>
                </a:lnTo>
                <a:lnTo>
                  <a:pt x="264645" y="229206"/>
                </a:lnTo>
                <a:cubicBezTo>
                  <a:pt x="264645" y="231778"/>
                  <a:pt x="265973" y="234445"/>
                  <a:pt x="268534" y="235683"/>
                </a:cubicBezTo>
                <a:cubicBezTo>
                  <a:pt x="271095" y="237017"/>
                  <a:pt x="273751" y="237017"/>
                  <a:pt x="276312" y="235683"/>
                </a:cubicBezTo>
                <a:lnTo>
                  <a:pt x="357982" y="188820"/>
                </a:lnTo>
                <a:lnTo>
                  <a:pt x="357982" y="358079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" name="Graphic 9">
            <a:extLst>
              <a:ext uri="{FF2B5EF4-FFF2-40B4-BE49-F238E27FC236}">
                <a16:creationId xmlns:a16="http://schemas.microsoft.com/office/drawing/2014/main" id="{4B9E53C0-3281-BD64-E4F3-436AC2C8F9D7}"/>
              </a:ext>
            </a:extLst>
          </p:cNvPr>
          <p:cNvSpPr/>
          <p:nvPr/>
        </p:nvSpPr>
        <p:spPr>
          <a:xfrm>
            <a:off x="2194972" y="793027"/>
            <a:ext cx="499922" cy="497322"/>
          </a:xfrm>
          <a:custGeom>
            <a:avLst/>
            <a:gdLst>
              <a:gd name="connsiteX0" fmla="*/ 372210 w 374183"/>
              <a:gd name="connsiteY0" fmla="*/ 281940 h 372237"/>
              <a:gd name="connsiteX1" fmla="*/ 317858 w 374183"/>
              <a:gd name="connsiteY1" fmla="*/ 263652 h 372237"/>
              <a:gd name="connsiteX2" fmla="*/ 260187 w 374183"/>
              <a:gd name="connsiteY2" fmla="*/ 283083 h 372237"/>
              <a:gd name="connsiteX3" fmla="*/ 233532 w 374183"/>
              <a:gd name="connsiteY3" fmla="*/ 264223 h 372237"/>
              <a:gd name="connsiteX4" fmla="*/ 190848 w 374183"/>
              <a:gd name="connsiteY4" fmla="*/ 264223 h 372237"/>
              <a:gd name="connsiteX5" fmla="*/ 117146 w 374183"/>
              <a:gd name="connsiteY5" fmla="*/ 233077 h 372237"/>
              <a:gd name="connsiteX6" fmla="*/ 77591 w 374183"/>
              <a:gd name="connsiteY6" fmla="*/ 233077 h 372237"/>
              <a:gd name="connsiteX7" fmla="*/ 77591 w 374183"/>
              <a:gd name="connsiteY7" fmla="*/ 225076 h 372237"/>
              <a:gd name="connsiteX8" fmla="*/ 69813 w 374183"/>
              <a:gd name="connsiteY8" fmla="*/ 217265 h 372237"/>
              <a:gd name="connsiteX9" fmla="*/ 7778 w 374183"/>
              <a:gd name="connsiteY9" fmla="*/ 217265 h 372237"/>
              <a:gd name="connsiteX10" fmla="*/ 0 w 374183"/>
              <a:gd name="connsiteY10" fmla="*/ 225076 h 372237"/>
              <a:gd name="connsiteX11" fmla="*/ 0 w 374183"/>
              <a:gd name="connsiteY11" fmla="*/ 349567 h 372237"/>
              <a:gd name="connsiteX12" fmla="*/ 7778 w 374183"/>
              <a:gd name="connsiteY12" fmla="*/ 357378 h 372237"/>
              <a:gd name="connsiteX13" fmla="*/ 69813 w 374183"/>
              <a:gd name="connsiteY13" fmla="*/ 357378 h 372237"/>
              <a:gd name="connsiteX14" fmla="*/ 77591 w 374183"/>
              <a:gd name="connsiteY14" fmla="*/ 349567 h 372237"/>
              <a:gd name="connsiteX15" fmla="*/ 77591 w 374183"/>
              <a:gd name="connsiteY15" fmla="*/ 337090 h 372237"/>
              <a:gd name="connsiteX16" fmla="*/ 119802 w 374183"/>
              <a:gd name="connsiteY16" fmla="*/ 351282 h 372237"/>
              <a:gd name="connsiteX17" fmla="*/ 198816 w 374183"/>
              <a:gd name="connsiteY17" fmla="*/ 372237 h 372237"/>
              <a:gd name="connsiteX18" fmla="*/ 288169 w 374183"/>
              <a:gd name="connsiteY18" fmla="*/ 336899 h 372237"/>
              <a:gd name="connsiteX19" fmla="*/ 369744 w 374183"/>
              <a:gd name="connsiteY19" fmla="*/ 293751 h 372237"/>
              <a:gd name="connsiteX20" fmla="*/ 373633 w 374183"/>
              <a:gd name="connsiteY20" fmla="*/ 288512 h 372237"/>
              <a:gd name="connsiteX21" fmla="*/ 372305 w 374183"/>
              <a:gd name="connsiteY21" fmla="*/ 281940 h 372237"/>
              <a:gd name="connsiteX22" fmla="*/ 61940 w 374183"/>
              <a:gd name="connsiteY22" fmla="*/ 341757 h 372237"/>
              <a:gd name="connsiteX23" fmla="*/ 15366 w 374183"/>
              <a:gd name="connsiteY23" fmla="*/ 341757 h 372237"/>
              <a:gd name="connsiteX24" fmla="*/ 15366 w 374183"/>
              <a:gd name="connsiteY24" fmla="*/ 232791 h 372237"/>
              <a:gd name="connsiteX25" fmla="*/ 61940 w 374183"/>
              <a:gd name="connsiteY25" fmla="*/ 232791 h 372237"/>
              <a:gd name="connsiteX26" fmla="*/ 61940 w 374183"/>
              <a:gd name="connsiteY26" fmla="*/ 341757 h 372237"/>
              <a:gd name="connsiteX27" fmla="*/ 280201 w 374183"/>
              <a:gd name="connsiteY27" fmla="*/ 323755 h 372237"/>
              <a:gd name="connsiteX28" fmla="*/ 124734 w 374183"/>
              <a:gd name="connsiteY28" fmla="*/ 336804 h 372237"/>
              <a:gd name="connsiteX29" fmla="*/ 77402 w 374183"/>
              <a:gd name="connsiteY29" fmla="*/ 319945 h 372237"/>
              <a:gd name="connsiteX30" fmla="*/ 77402 w 374183"/>
              <a:gd name="connsiteY30" fmla="*/ 248507 h 372237"/>
              <a:gd name="connsiteX31" fmla="*/ 116956 w 374183"/>
              <a:gd name="connsiteY31" fmla="*/ 248507 h 372237"/>
              <a:gd name="connsiteX32" fmla="*/ 181647 w 374183"/>
              <a:gd name="connsiteY32" fmla="*/ 277082 h 372237"/>
              <a:gd name="connsiteX33" fmla="*/ 186864 w 374183"/>
              <a:gd name="connsiteY33" fmla="*/ 279654 h 372237"/>
              <a:gd name="connsiteX34" fmla="*/ 233438 w 374183"/>
              <a:gd name="connsiteY34" fmla="*/ 279654 h 372237"/>
              <a:gd name="connsiteX35" fmla="*/ 245105 w 374183"/>
              <a:gd name="connsiteY35" fmla="*/ 287465 h 372237"/>
              <a:gd name="connsiteX36" fmla="*/ 244915 w 374183"/>
              <a:gd name="connsiteY36" fmla="*/ 288988 h 372237"/>
              <a:gd name="connsiteX37" fmla="*/ 243303 w 374183"/>
              <a:gd name="connsiteY37" fmla="*/ 292132 h 372237"/>
              <a:gd name="connsiteX38" fmla="*/ 233438 w 374183"/>
              <a:gd name="connsiteY38" fmla="*/ 295275 h 372237"/>
              <a:gd name="connsiteX39" fmla="*/ 148068 w 374183"/>
              <a:gd name="connsiteY39" fmla="*/ 295275 h 372237"/>
              <a:gd name="connsiteX40" fmla="*/ 140290 w 374183"/>
              <a:gd name="connsiteY40" fmla="*/ 303086 h 372237"/>
              <a:gd name="connsiteX41" fmla="*/ 148068 w 374183"/>
              <a:gd name="connsiteY41" fmla="*/ 310896 h 372237"/>
              <a:gd name="connsiteX42" fmla="*/ 233438 w 374183"/>
              <a:gd name="connsiteY42" fmla="*/ 310896 h 372237"/>
              <a:gd name="connsiteX43" fmla="*/ 256487 w 374183"/>
              <a:gd name="connsiteY43" fmla="*/ 300419 h 372237"/>
              <a:gd name="connsiteX44" fmla="*/ 321747 w 374183"/>
              <a:gd name="connsiteY44" fmla="*/ 279273 h 372237"/>
              <a:gd name="connsiteX45" fmla="*/ 352860 w 374183"/>
              <a:gd name="connsiteY45" fmla="*/ 285845 h 372237"/>
              <a:gd name="connsiteX46" fmla="*/ 280296 w 374183"/>
              <a:gd name="connsiteY46" fmla="*/ 323755 h 372237"/>
              <a:gd name="connsiteX47" fmla="*/ 109937 w 374183"/>
              <a:gd name="connsiteY47" fmla="*/ 196691 h 372237"/>
              <a:gd name="connsiteX48" fmla="*/ 113826 w 374183"/>
              <a:gd name="connsiteY48" fmla="*/ 186309 h 372237"/>
              <a:gd name="connsiteX49" fmla="*/ 100831 w 374183"/>
              <a:gd name="connsiteY49" fmla="*/ 132969 h 372237"/>
              <a:gd name="connsiteX50" fmla="*/ 217407 w 374183"/>
              <a:gd name="connsiteY50" fmla="*/ 15811 h 372237"/>
              <a:gd name="connsiteX51" fmla="*/ 223004 w 374183"/>
              <a:gd name="connsiteY51" fmla="*/ 16097 h 372237"/>
              <a:gd name="connsiteX52" fmla="*/ 199764 w 374183"/>
              <a:gd name="connsiteY52" fmla="*/ 41815 h 372237"/>
              <a:gd name="connsiteX53" fmla="*/ 210103 w 374183"/>
              <a:gd name="connsiteY53" fmla="*/ 60007 h 372237"/>
              <a:gd name="connsiteX54" fmla="*/ 228221 w 374183"/>
              <a:gd name="connsiteY54" fmla="*/ 61341 h 372237"/>
              <a:gd name="connsiteX55" fmla="*/ 228221 w 374183"/>
              <a:gd name="connsiteY55" fmla="*/ 78200 h 372237"/>
              <a:gd name="connsiteX56" fmla="*/ 220442 w 374183"/>
              <a:gd name="connsiteY56" fmla="*/ 79534 h 372237"/>
              <a:gd name="connsiteX57" fmla="*/ 198436 w 374183"/>
              <a:gd name="connsiteY57" fmla="*/ 79534 h 372237"/>
              <a:gd name="connsiteX58" fmla="*/ 194547 w 374183"/>
              <a:gd name="connsiteY58" fmla="*/ 74295 h 372237"/>
              <a:gd name="connsiteX59" fmla="*/ 163435 w 374183"/>
              <a:gd name="connsiteY59" fmla="*/ 71723 h 372237"/>
              <a:gd name="connsiteX60" fmla="*/ 129761 w 374183"/>
              <a:gd name="connsiteY60" fmla="*/ 122396 h 372237"/>
              <a:gd name="connsiteX61" fmla="*/ 153096 w 374183"/>
              <a:gd name="connsiteY61" fmla="*/ 152305 h 372237"/>
              <a:gd name="connsiteX62" fmla="*/ 162202 w 374183"/>
              <a:gd name="connsiteY62" fmla="*/ 152305 h 372237"/>
              <a:gd name="connsiteX63" fmla="*/ 176430 w 374183"/>
              <a:gd name="connsiteY63" fmla="*/ 152305 h 372237"/>
              <a:gd name="connsiteX64" fmla="*/ 177758 w 374183"/>
              <a:gd name="connsiteY64" fmla="*/ 160115 h 372237"/>
              <a:gd name="connsiteX65" fmla="*/ 180319 w 374183"/>
              <a:gd name="connsiteY65" fmla="*/ 166592 h 372237"/>
              <a:gd name="connsiteX66" fmla="*/ 189425 w 374183"/>
              <a:gd name="connsiteY66" fmla="*/ 176975 h 372237"/>
              <a:gd name="connsiteX67" fmla="*/ 186864 w 374183"/>
              <a:gd name="connsiteY67" fmla="*/ 180880 h 372237"/>
              <a:gd name="connsiteX68" fmla="*/ 184303 w 374183"/>
              <a:gd name="connsiteY68" fmla="*/ 192596 h 372237"/>
              <a:gd name="connsiteX69" fmla="*/ 207637 w 374183"/>
              <a:gd name="connsiteY69" fmla="*/ 227743 h 372237"/>
              <a:gd name="connsiteX70" fmla="*/ 247856 w 374183"/>
              <a:gd name="connsiteY70" fmla="*/ 197834 h 372237"/>
              <a:gd name="connsiteX71" fmla="*/ 262084 w 374183"/>
              <a:gd name="connsiteY71" fmla="*/ 187452 h 372237"/>
              <a:gd name="connsiteX72" fmla="*/ 267301 w 374183"/>
              <a:gd name="connsiteY72" fmla="*/ 177070 h 372237"/>
              <a:gd name="connsiteX73" fmla="*/ 260851 w 374183"/>
              <a:gd name="connsiteY73" fmla="*/ 165354 h 372237"/>
              <a:gd name="connsiteX74" fmla="*/ 264740 w 374183"/>
              <a:gd name="connsiteY74" fmla="*/ 161449 h 372237"/>
              <a:gd name="connsiteX75" fmla="*/ 277735 w 374183"/>
              <a:gd name="connsiteY75" fmla="*/ 117253 h 372237"/>
              <a:gd name="connsiteX76" fmla="*/ 269957 w 374183"/>
              <a:gd name="connsiteY76" fmla="*/ 115919 h 372237"/>
              <a:gd name="connsiteX77" fmla="*/ 263507 w 374183"/>
              <a:gd name="connsiteY77" fmla="*/ 117253 h 372237"/>
              <a:gd name="connsiteX78" fmla="*/ 257056 w 374183"/>
              <a:gd name="connsiteY78" fmla="*/ 101632 h 372237"/>
              <a:gd name="connsiteX79" fmla="*/ 281719 w 374183"/>
              <a:gd name="connsiteY79" fmla="*/ 97727 h 372237"/>
              <a:gd name="connsiteX80" fmla="*/ 286936 w 374183"/>
              <a:gd name="connsiteY80" fmla="*/ 96393 h 372237"/>
              <a:gd name="connsiteX81" fmla="*/ 313305 w 374183"/>
              <a:gd name="connsiteY81" fmla="*/ 66199 h 372237"/>
              <a:gd name="connsiteX82" fmla="*/ 334268 w 374183"/>
              <a:gd name="connsiteY82" fmla="*/ 132874 h 372237"/>
              <a:gd name="connsiteX83" fmla="*/ 277261 w 374183"/>
              <a:gd name="connsiteY83" fmla="*/ 234410 h 372237"/>
              <a:gd name="connsiteX84" fmla="*/ 274699 w 374183"/>
              <a:gd name="connsiteY84" fmla="*/ 244792 h 372237"/>
              <a:gd name="connsiteX85" fmla="*/ 282478 w 374183"/>
              <a:gd name="connsiteY85" fmla="*/ 248698 h 372237"/>
              <a:gd name="connsiteX86" fmla="*/ 286367 w 374183"/>
              <a:gd name="connsiteY86" fmla="*/ 247364 h 372237"/>
              <a:gd name="connsiteX87" fmla="*/ 349824 w 374183"/>
              <a:gd name="connsiteY87" fmla="*/ 132779 h 372237"/>
              <a:gd name="connsiteX88" fmla="*/ 317384 w 374183"/>
              <a:gd name="connsiteY88" fmla="*/ 45625 h 372237"/>
              <a:gd name="connsiteX89" fmla="*/ 315961 w 374183"/>
              <a:gd name="connsiteY89" fmla="*/ 44101 h 372237"/>
              <a:gd name="connsiteX90" fmla="*/ 217692 w 374183"/>
              <a:gd name="connsiteY90" fmla="*/ 0 h 372237"/>
              <a:gd name="connsiteX91" fmla="*/ 85559 w 374183"/>
              <a:gd name="connsiteY91" fmla="*/ 132779 h 372237"/>
              <a:gd name="connsiteX92" fmla="*/ 99787 w 374183"/>
              <a:gd name="connsiteY92" fmla="*/ 192691 h 372237"/>
              <a:gd name="connsiteX93" fmla="*/ 110126 w 374183"/>
              <a:gd name="connsiteY93" fmla="*/ 196596 h 372237"/>
              <a:gd name="connsiteX94" fmla="*/ 301354 w 374183"/>
              <a:gd name="connsiteY94" fmla="*/ 51911 h 372237"/>
              <a:gd name="connsiteX95" fmla="*/ 282762 w 374183"/>
              <a:gd name="connsiteY95" fmla="*/ 82106 h 372237"/>
              <a:gd name="connsiteX96" fmla="*/ 238655 w 374183"/>
              <a:gd name="connsiteY96" fmla="*/ 93821 h 372237"/>
              <a:gd name="connsiteX97" fmla="*/ 237327 w 374183"/>
              <a:gd name="connsiteY97" fmla="*/ 104204 h 372237"/>
              <a:gd name="connsiteX98" fmla="*/ 242544 w 374183"/>
              <a:gd name="connsiteY98" fmla="*/ 108109 h 372237"/>
              <a:gd name="connsiteX99" fmla="*/ 248994 w 374183"/>
              <a:gd name="connsiteY99" fmla="*/ 125063 h 372237"/>
              <a:gd name="connsiteX100" fmla="*/ 250322 w 374183"/>
              <a:gd name="connsiteY100" fmla="*/ 127635 h 372237"/>
              <a:gd name="connsiteX101" fmla="*/ 267206 w 374183"/>
              <a:gd name="connsiteY101" fmla="*/ 132874 h 372237"/>
              <a:gd name="connsiteX102" fmla="*/ 252978 w 374183"/>
              <a:gd name="connsiteY102" fmla="*/ 151067 h 372237"/>
              <a:gd name="connsiteX103" fmla="*/ 242639 w 374183"/>
              <a:gd name="connsiteY103" fmla="*/ 166688 h 372237"/>
              <a:gd name="connsiteX104" fmla="*/ 249089 w 374183"/>
              <a:gd name="connsiteY104" fmla="*/ 177070 h 372237"/>
              <a:gd name="connsiteX105" fmla="*/ 250417 w 374183"/>
              <a:gd name="connsiteY105" fmla="*/ 177070 h 372237"/>
              <a:gd name="connsiteX106" fmla="*/ 237421 w 374183"/>
              <a:gd name="connsiteY106" fmla="*/ 186214 h 372237"/>
              <a:gd name="connsiteX107" fmla="*/ 232205 w 374183"/>
              <a:gd name="connsiteY107" fmla="*/ 192691 h 372237"/>
              <a:gd name="connsiteX108" fmla="*/ 208870 w 374183"/>
              <a:gd name="connsiteY108" fmla="*/ 212217 h 372237"/>
              <a:gd name="connsiteX109" fmla="*/ 199764 w 374183"/>
              <a:gd name="connsiteY109" fmla="*/ 192691 h 372237"/>
              <a:gd name="connsiteX110" fmla="*/ 201092 w 374183"/>
              <a:gd name="connsiteY110" fmla="*/ 188786 h 372237"/>
              <a:gd name="connsiteX111" fmla="*/ 204981 w 374183"/>
              <a:gd name="connsiteY111" fmla="*/ 177070 h 372237"/>
              <a:gd name="connsiteX112" fmla="*/ 193314 w 374183"/>
              <a:gd name="connsiteY112" fmla="*/ 157544 h 372237"/>
              <a:gd name="connsiteX113" fmla="*/ 186864 w 374183"/>
              <a:gd name="connsiteY113" fmla="*/ 141923 h 372237"/>
              <a:gd name="connsiteX114" fmla="*/ 160969 w 374183"/>
              <a:gd name="connsiteY114" fmla="*/ 136684 h 372237"/>
              <a:gd name="connsiteX115" fmla="*/ 153190 w 374183"/>
              <a:gd name="connsiteY115" fmla="*/ 136684 h 372237"/>
              <a:gd name="connsiteX116" fmla="*/ 145412 w 374183"/>
              <a:gd name="connsiteY116" fmla="*/ 122396 h 372237"/>
              <a:gd name="connsiteX117" fmla="*/ 166186 w 374183"/>
              <a:gd name="connsiteY117" fmla="*/ 87249 h 372237"/>
              <a:gd name="connsiteX118" fmla="*/ 184303 w 374183"/>
              <a:gd name="connsiteY118" fmla="*/ 85915 h 372237"/>
              <a:gd name="connsiteX119" fmla="*/ 185631 w 374183"/>
              <a:gd name="connsiteY119" fmla="*/ 89821 h 372237"/>
              <a:gd name="connsiteX120" fmla="*/ 224521 w 374183"/>
              <a:gd name="connsiteY120" fmla="*/ 93726 h 372237"/>
              <a:gd name="connsiteX121" fmla="*/ 234860 w 374183"/>
              <a:gd name="connsiteY121" fmla="*/ 92392 h 372237"/>
              <a:gd name="connsiteX122" fmla="*/ 242639 w 374183"/>
              <a:gd name="connsiteY122" fmla="*/ 85915 h 372237"/>
              <a:gd name="connsiteX123" fmla="*/ 237421 w 374183"/>
              <a:gd name="connsiteY123" fmla="*/ 45625 h 372237"/>
              <a:gd name="connsiteX124" fmla="*/ 225754 w 374183"/>
              <a:gd name="connsiteY124" fmla="*/ 45625 h 372237"/>
              <a:gd name="connsiteX125" fmla="*/ 217976 w 374183"/>
              <a:gd name="connsiteY125" fmla="*/ 45625 h 372237"/>
              <a:gd name="connsiteX126" fmla="*/ 215415 w 374183"/>
              <a:gd name="connsiteY126" fmla="*/ 40386 h 372237"/>
              <a:gd name="connsiteX127" fmla="*/ 256013 w 374183"/>
              <a:gd name="connsiteY127" fmla="*/ 22384 h 372237"/>
              <a:gd name="connsiteX128" fmla="*/ 301449 w 374183"/>
              <a:gd name="connsiteY128" fmla="*/ 51816 h 372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4183" h="372237">
                <a:moveTo>
                  <a:pt x="372210" y="281940"/>
                </a:moveTo>
                <a:cubicBezTo>
                  <a:pt x="354093" y="263652"/>
                  <a:pt x="337209" y="258413"/>
                  <a:pt x="317858" y="263652"/>
                </a:cubicBezTo>
                <a:cubicBezTo>
                  <a:pt x="317858" y="263652"/>
                  <a:pt x="298631" y="270129"/>
                  <a:pt x="260187" y="283083"/>
                </a:cubicBezTo>
                <a:cubicBezTo>
                  <a:pt x="258195" y="273082"/>
                  <a:pt x="249278" y="264223"/>
                  <a:pt x="233532" y="264223"/>
                </a:cubicBezTo>
                <a:lnTo>
                  <a:pt x="190848" y="264223"/>
                </a:lnTo>
                <a:cubicBezTo>
                  <a:pt x="179181" y="253841"/>
                  <a:pt x="153285" y="233077"/>
                  <a:pt x="117146" y="233077"/>
                </a:cubicBezTo>
                <a:lnTo>
                  <a:pt x="77591" y="233077"/>
                </a:lnTo>
                <a:lnTo>
                  <a:pt x="77591" y="225076"/>
                </a:lnTo>
                <a:cubicBezTo>
                  <a:pt x="77591" y="221171"/>
                  <a:pt x="75030" y="217265"/>
                  <a:pt x="69813" y="217265"/>
                </a:cubicBezTo>
                <a:lnTo>
                  <a:pt x="7778" y="217265"/>
                </a:lnTo>
                <a:cubicBezTo>
                  <a:pt x="3889" y="217265"/>
                  <a:pt x="0" y="221171"/>
                  <a:pt x="0" y="225076"/>
                </a:cubicBezTo>
                <a:lnTo>
                  <a:pt x="0" y="349567"/>
                </a:lnTo>
                <a:cubicBezTo>
                  <a:pt x="0" y="353473"/>
                  <a:pt x="3889" y="357378"/>
                  <a:pt x="7778" y="357378"/>
                </a:cubicBezTo>
                <a:lnTo>
                  <a:pt x="69813" y="357378"/>
                </a:lnTo>
                <a:cubicBezTo>
                  <a:pt x="75030" y="357378"/>
                  <a:pt x="77591" y="353473"/>
                  <a:pt x="77591" y="349567"/>
                </a:cubicBezTo>
                <a:lnTo>
                  <a:pt x="77591" y="337090"/>
                </a:lnTo>
                <a:cubicBezTo>
                  <a:pt x="93527" y="342329"/>
                  <a:pt x="107660" y="346900"/>
                  <a:pt x="119802" y="351282"/>
                </a:cubicBezTo>
                <a:cubicBezTo>
                  <a:pt x="158692" y="365665"/>
                  <a:pt x="179370" y="372237"/>
                  <a:pt x="198816" y="372237"/>
                </a:cubicBezTo>
                <a:cubicBezTo>
                  <a:pt x="222150" y="372237"/>
                  <a:pt x="242828" y="361760"/>
                  <a:pt x="288169" y="336899"/>
                </a:cubicBezTo>
                <a:cubicBezTo>
                  <a:pt x="308847" y="326422"/>
                  <a:pt x="334837" y="312039"/>
                  <a:pt x="369744" y="293751"/>
                </a:cubicBezTo>
                <a:cubicBezTo>
                  <a:pt x="372305" y="292417"/>
                  <a:pt x="373633" y="291179"/>
                  <a:pt x="373633" y="288512"/>
                </a:cubicBezTo>
                <a:cubicBezTo>
                  <a:pt x="374961" y="285940"/>
                  <a:pt x="373633" y="283273"/>
                  <a:pt x="372305" y="281940"/>
                </a:cubicBezTo>
                <a:close/>
                <a:moveTo>
                  <a:pt x="61940" y="341757"/>
                </a:moveTo>
                <a:lnTo>
                  <a:pt x="15366" y="341757"/>
                </a:lnTo>
                <a:lnTo>
                  <a:pt x="15366" y="232791"/>
                </a:lnTo>
                <a:lnTo>
                  <a:pt x="61940" y="232791"/>
                </a:lnTo>
                <a:lnTo>
                  <a:pt x="61940" y="341757"/>
                </a:lnTo>
                <a:close/>
                <a:moveTo>
                  <a:pt x="280201" y="323755"/>
                </a:moveTo>
                <a:cubicBezTo>
                  <a:pt x="229236" y="351694"/>
                  <a:pt x="177407" y="356044"/>
                  <a:pt x="124734" y="336804"/>
                </a:cubicBezTo>
                <a:cubicBezTo>
                  <a:pt x="111549" y="331946"/>
                  <a:pt x="95993" y="326041"/>
                  <a:pt x="77402" y="319945"/>
                </a:cubicBezTo>
                <a:lnTo>
                  <a:pt x="77402" y="248507"/>
                </a:lnTo>
                <a:lnTo>
                  <a:pt x="116956" y="248507"/>
                </a:lnTo>
                <a:cubicBezTo>
                  <a:pt x="149301" y="248507"/>
                  <a:pt x="173869" y="269272"/>
                  <a:pt x="181647" y="277082"/>
                </a:cubicBezTo>
                <a:cubicBezTo>
                  <a:pt x="182975" y="278416"/>
                  <a:pt x="185536" y="279654"/>
                  <a:pt x="186864" y="279654"/>
                </a:cubicBezTo>
                <a:lnTo>
                  <a:pt x="233438" y="279654"/>
                </a:lnTo>
                <a:cubicBezTo>
                  <a:pt x="242449" y="279654"/>
                  <a:pt x="245105" y="283559"/>
                  <a:pt x="245105" y="287465"/>
                </a:cubicBezTo>
                <a:cubicBezTo>
                  <a:pt x="245105" y="287941"/>
                  <a:pt x="245105" y="288512"/>
                  <a:pt x="244915" y="288988"/>
                </a:cubicBezTo>
                <a:cubicBezTo>
                  <a:pt x="244061" y="289846"/>
                  <a:pt x="243587" y="290894"/>
                  <a:pt x="243303" y="292132"/>
                </a:cubicBezTo>
                <a:cubicBezTo>
                  <a:pt x="241595" y="293942"/>
                  <a:pt x="238655" y="295275"/>
                  <a:pt x="233438" y="295275"/>
                </a:cubicBezTo>
                <a:lnTo>
                  <a:pt x="148068" y="295275"/>
                </a:lnTo>
                <a:cubicBezTo>
                  <a:pt x="144179" y="295275"/>
                  <a:pt x="140290" y="299180"/>
                  <a:pt x="140290" y="303086"/>
                </a:cubicBezTo>
                <a:cubicBezTo>
                  <a:pt x="140290" y="306991"/>
                  <a:pt x="144179" y="310896"/>
                  <a:pt x="148068" y="310896"/>
                </a:cubicBezTo>
                <a:lnTo>
                  <a:pt x="233438" y="310896"/>
                </a:lnTo>
                <a:cubicBezTo>
                  <a:pt x="244536" y="310896"/>
                  <a:pt x="252124" y="306515"/>
                  <a:pt x="256487" y="300419"/>
                </a:cubicBezTo>
                <a:cubicBezTo>
                  <a:pt x="262273" y="298513"/>
                  <a:pt x="278209" y="293370"/>
                  <a:pt x="321747" y="279273"/>
                </a:cubicBezTo>
                <a:cubicBezTo>
                  <a:pt x="332087" y="275368"/>
                  <a:pt x="341193" y="276701"/>
                  <a:pt x="352860" y="285845"/>
                </a:cubicBezTo>
                <a:cubicBezTo>
                  <a:pt x="323075" y="300228"/>
                  <a:pt x="299741" y="313277"/>
                  <a:pt x="280296" y="323755"/>
                </a:cubicBezTo>
                <a:close/>
                <a:moveTo>
                  <a:pt x="109937" y="196691"/>
                </a:moveTo>
                <a:cubicBezTo>
                  <a:pt x="113826" y="195358"/>
                  <a:pt x="116387" y="190214"/>
                  <a:pt x="113826" y="186309"/>
                </a:cubicBezTo>
                <a:cubicBezTo>
                  <a:pt x="106048" y="169354"/>
                  <a:pt x="100831" y="152495"/>
                  <a:pt x="100831" y="132969"/>
                </a:cubicBezTo>
                <a:cubicBezTo>
                  <a:pt x="100831" y="69152"/>
                  <a:pt x="153949" y="15811"/>
                  <a:pt x="217407" y="15811"/>
                </a:cubicBezTo>
                <a:cubicBezTo>
                  <a:pt x="219304" y="15811"/>
                  <a:pt x="221107" y="16002"/>
                  <a:pt x="223004" y="16097"/>
                </a:cubicBezTo>
                <a:cubicBezTo>
                  <a:pt x="210388" y="21812"/>
                  <a:pt x="199100" y="30194"/>
                  <a:pt x="199764" y="41815"/>
                </a:cubicBezTo>
                <a:cubicBezTo>
                  <a:pt x="201092" y="49625"/>
                  <a:pt x="204981" y="56102"/>
                  <a:pt x="210103" y="60007"/>
                </a:cubicBezTo>
                <a:cubicBezTo>
                  <a:pt x="215320" y="62579"/>
                  <a:pt x="221771" y="62579"/>
                  <a:pt x="228221" y="61341"/>
                </a:cubicBezTo>
                <a:lnTo>
                  <a:pt x="228221" y="78200"/>
                </a:lnTo>
                <a:cubicBezTo>
                  <a:pt x="225660" y="78200"/>
                  <a:pt x="223004" y="78200"/>
                  <a:pt x="220442" y="79534"/>
                </a:cubicBezTo>
                <a:cubicBezTo>
                  <a:pt x="212664" y="80867"/>
                  <a:pt x="203558" y="83439"/>
                  <a:pt x="198436" y="79534"/>
                </a:cubicBezTo>
                <a:cubicBezTo>
                  <a:pt x="197108" y="78200"/>
                  <a:pt x="195875" y="75629"/>
                  <a:pt x="194547" y="74295"/>
                </a:cubicBezTo>
                <a:cubicBezTo>
                  <a:pt x="188097" y="69056"/>
                  <a:pt x="177663" y="69056"/>
                  <a:pt x="163435" y="71723"/>
                </a:cubicBezTo>
                <a:cubicBezTo>
                  <a:pt x="129761" y="78200"/>
                  <a:pt x="129761" y="121158"/>
                  <a:pt x="129761" y="122396"/>
                </a:cubicBezTo>
                <a:cubicBezTo>
                  <a:pt x="129761" y="132779"/>
                  <a:pt x="134978" y="152305"/>
                  <a:pt x="153096" y="152305"/>
                </a:cubicBezTo>
                <a:lnTo>
                  <a:pt x="162202" y="152305"/>
                </a:lnTo>
                <a:cubicBezTo>
                  <a:pt x="168652" y="150971"/>
                  <a:pt x="175197" y="150971"/>
                  <a:pt x="176430" y="152305"/>
                </a:cubicBezTo>
                <a:cubicBezTo>
                  <a:pt x="177758" y="153638"/>
                  <a:pt x="177758" y="156210"/>
                  <a:pt x="177758" y="160115"/>
                </a:cubicBezTo>
                <a:cubicBezTo>
                  <a:pt x="177758" y="162687"/>
                  <a:pt x="179086" y="164021"/>
                  <a:pt x="180319" y="166592"/>
                </a:cubicBezTo>
                <a:cubicBezTo>
                  <a:pt x="184208" y="170498"/>
                  <a:pt x="188097" y="174403"/>
                  <a:pt x="189425" y="176975"/>
                </a:cubicBezTo>
                <a:cubicBezTo>
                  <a:pt x="189425" y="178308"/>
                  <a:pt x="188097" y="179546"/>
                  <a:pt x="186864" y="180880"/>
                </a:cubicBezTo>
                <a:cubicBezTo>
                  <a:pt x="185536" y="184785"/>
                  <a:pt x="184303" y="188690"/>
                  <a:pt x="184303" y="192596"/>
                </a:cubicBezTo>
                <a:cubicBezTo>
                  <a:pt x="184303" y="199073"/>
                  <a:pt x="194642" y="227743"/>
                  <a:pt x="207637" y="227743"/>
                </a:cubicBezTo>
                <a:cubicBezTo>
                  <a:pt x="230971" y="227743"/>
                  <a:pt x="245200" y="217361"/>
                  <a:pt x="247856" y="197834"/>
                </a:cubicBezTo>
                <a:cubicBezTo>
                  <a:pt x="251745" y="196501"/>
                  <a:pt x="256962" y="192596"/>
                  <a:pt x="262084" y="187452"/>
                </a:cubicBezTo>
                <a:cubicBezTo>
                  <a:pt x="264645" y="184880"/>
                  <a:pt x="267301" y="180975"/>
                  <a:pt x="267301" y="177070"/>
                </a:cubicBezTo>
                <a:cubicBezTo>
                  <a:pt x="265973" y="171831"/>
                  <a:pt x="263412" y="167926"/>
                  <a:pt x="260851" y="165354"/>
                </a:cubicBezTo>
                <a:cubicBezTo>
                  <a:pt x="262179" y="164021"/>
                  <a:pt x="263412" y="162782"/>
                  <a:pt x="264740" y="161449"/>
                </a:cubicBezTo>
                <a:cubicBezTo>
                  <a:pt x="273846" y="151067"/>
                  <a:pt x="293291" y="131540"/>
                  <a:pt x="277735" y="117253"/>
                </a:cubicBezTo>
                <a:cubicBezTo>
                  <a:pt x="276407" y="114681"/>
                  <a:pt x="272518" y="114681"/>
                  <a:pt x="269957" y="115919"/>
                </a:cubicBezTo>
                <a:cubicBezTo>
                  <a:pt x="267396" y="117253"/>
                  <a:pt x="264740" y="117253"/>
                  <a:pt x="263507" y="117253"/>
                </a:cubicBezTo>
                <a:cubicBezTo>
                  <a:pt x="260946" y="109442"/>
                  <a:pt x="258290" y="104204"/>
                  <a:pt x="257056" y="101632"/>
                </a:cubicBezTo>
                <a:cubicBezTo>
                  <a:pt x="262273" y="97727"/>
                  <a:pt x="272613" y="95155"/>
                  <a:pt x="281719" y="97727"/>
                </a:cubicBezTo>
                <a:cubicBezTo>
                  <a:pt x="283047" y="97727"/>
                  <a:pt x="285608" y="97727"/>
                  <a:pt x="286936" y="96393"/>
                </a:cubicBezTo>
                <a:cubicBezTo>
                  <a:pt x="300784" y="89821"/>
                  <a:pt x="308847" y="76676"/>
                  <a:pt x="313305" y="66199"/>
                </a:cubicBezTo>
                <a:cubicBezTo>
                  <a:pt x="326490" y="85249"/>
                  <a:pt x="334268" y="108299"/>
                  <a:pt x="334268" y="132874"/>
                </a:cubicBezTo>
                <a:cubicBezTo>
                  <a:pt x="334268" y="174498"/>
                  <a:pt x="313590" y="213550"/>
                  <a:pt x="277261" y="234410"/>
                </a:cubicBezTo>
                <a:cubicBezTo>
                  <a:pt x="274699" y="236982"/>
                  <a:pt x="273371" y="240887"/>
                  <a:pt x="274699" y="244792"/>
                </a:cubicBezTo>
                <a:cubicBezTo>
                  <a:pt x="277261" y="247364"/>
                  <a:pt x="279916" y="248698"/>
                  <a:pt x="282478" y="248698"/>
                </a:cubicBezTo>
                <a:cubicBezTo>
                  <a:pt x="283806" y="248698"/>
                  <a:pt x="285039" y="248698"/>
                  <a:pt x="286367" y="247364"/>
                </a:cubicBezTo>
                <a:cubicBezTo>
                  <a:pt x="325257" y="223933"/>
                  <a:pt x="349824" y="179642"/>
                  <a:pt x="349824" y="132779"/>
                </a:cubicBezTo>
                <a:cubicBezTo>
                  <a:pt x="349824" y="99536"/>
                  <a:pt x="337588" y="69056"/>
                  <a:pt x="317384" y="45625"/>
                </a:cubicBezTo>
                <a:cubicBezTo>
                  <a:pt x="317005" y="45053"/>
                  <a:pt x="316530" y="44577"/>
                  <a:pt x="315961" y="44101"/>
                </a:cubicBezTo>
                <a:cubicBezTo>
                  <a:pt x="291963" y="17145"/>
                  <a:pt x="257056" y="0"/>
                  <a:pt x="217692" y="0"/>
                </a:cubicBezTo>
                <a:cubicBezTo>
                  <a:pt x="145128" y="0"/>
                  <a:pt x="85559" y="59912"/>
                  <a:pt x="85559" y="132779"/>
                </a:cubicBezTo>
                <a:cubicBezTo>
                  <a:pt x="85559" y="154877"/>
                  <a:pt x="90776" y="174403"/>
                  <a:pt x="99787" y="192691"/>
                </a:cubicBezTo>
                <a:cubicBezTo>
                  <a:pt x="102348" y="196596"/>
                  <a:pt x="106237" y="197929"/>
                  <a:pt x="110126" y="196596"/>
                </a:cubicBezTo>
                <a:close/>
                <a:moveTo>
                  <a:pt x="301354" y="51911"/>
                </a:moveTo>
                <a:cubicBezTo>
                  <a:pt x="299551" y="58865"/>
                  <a:pt x="294524" y="74200"/>
                  <a:pt x="282762" y="82106"/>
                </a:cubicBezTo>
                <a:cubicBezTo>
                  <a:pt x="263317" y="78200"/>
                  <a:pt x="243872" y="88583"/>
                  <a:pt x="238655" y="93821"/>
                </a:cubicBezTo>
                <a:cubicBezTo>
                  <a:pt x="236094" y="99060"/>
                  <a:pt x="237327" y="102965"/>
                  <a:pt x="237327" y="104204"/>
                </a:cubicBezTo>
                <a:cubicBezTo>
                  <a:pt x="238655" y="105537"/>
                  <a:pt x="239888" y="108109"/>
                  <a:pt x="242544" y="108109"/>
                </a:cubicBezTo>
                <a:cubicBezTo>
                  <a:pt x="245105" y="110681"/>
                  <a:pt x="247761" y="118491"/>
                  <a:pt x="248994" y="125063"/>
                </a:cubicBezTo>
                <a:cubicBezTo>
                  <a:pt x="248994" y="126397"/>
                  <a:pt x="250322" y="127635"/>
                  <a:pt x="250322" y="127635"/>
                </a:cubicBezTo>
                <a:cubicBezTo>
                  <a:pt x="255539" y="132874"/>
                  <a:pt x="261989" y="132874"/>
                  <a:pt x="267206" y="132874"/>
                </a:cubicBezTo>
                <a:cubicBezTo>
                  <a:pt x="265878" y="138113"/>
                  <a:pt x="256867" y="147161"/>
                  <a:pt x="252978" y="151067"/>
                </a:cubicBezTo>
                <a:cubicBezTo>
                  <a:pt x="246528" y="157544"/>
                  <a:pt x="242639" y="161449"/>
                  <a:pt x="242639" y="166688"/>
                </a:cubicBezTo>
                <a:cubicBezTo>
                  <a:pt x="242639" y="171926"/>
                  <a:pt x="246528" y="174498"/>
                  <a:pt x="249089" y="177070"/>
                </a:cubicBezTo>
                <a:lnTo>
                  <a:pt x="250417" y="177070"/>
                </a:lnTo>
                <a:cubicBezTo>
                  <a:pt x="243966" y="183547"/>
                  <a:pt x="237421" y="186214"/>
                  <a:pt x="237421" y="186214"/>
                </a:cubicBezTo>
                <a:cubicBezTo>
                  <a:pt x="234860" y="187547"/>
                  <a:pt x="232205" y="190119"/>
                  <a:pt x="232205" y="192691"/>
                </a:cubicBezTo>
                <a:cubicBezTo>
                  <a:pt x="232205" y="197929"/>
                  <a:pt x="232205" y="212217"/>
                  <a:pt x="208870" y="212217"/>
                </a:cubicBezTo>
                <a:cubicBezTo>
                  <a:pt x="206309" y="209645"/>
                  <a:pt x="199764" y="196596"/>
                  <a:pt x="199764" y="192691"/>
                </a:cubicBezTo>
                <a:cubicBezTo>
                  <a:pt x="199764" y="192691"/>
                  <a:pt x="199764" y="190119"/>
                  <a:pt x="201092" y="188786"/>
                </a:cubicBezTo>
                <a:cubicBezTo>
                  <a:pt x="202420" y="184880"/>
                  <a:pt x="204981" y="180975"/>
                  <a:pt x="204981" y="177070"/>
                </a:cubicBezTo>
                <a:cubicBezTo>
                  <a:pt x="204981" y="170593"/>
                  <a:pt x="198531" y="162782"/>
                  <a:pt x="193314" y="157544"/>
                </a:cubicBezTo>
                <a:cubicBezTo>
                  <a:pt x="193314" y="151067"/>
                  <a:pt x="190753" y="145828"/>
                  <a:pt x="186864" y="141923"/>
                </a:cubicBezTo>
                <a:cubicBezTo>
                  <a:pt x="180414" y="135446"/>
                  <a:pt x="171308" y="135446"/>
                  <a:pt x="160969" y="136684"/>
                </a:cubicBezTo>
                <a:lnTo>
                  <a:pt x="153190" y="136684"/>
                </a:lnTo>
                <a:cubicBezTo>
                  <a:pt x="145412" y="136684"/>
                  <a:pt x="145412" y="123635"/>
                  <a:pt x="145412" y="122396"/>
                </a:cubicBezTo>
                <a:cubicBezTo>
                  <a:pt x="145412" y="122396"/>
                  <a:pt x="145412" y="91154"/>
                  <a:pt x="166186" y="87249"/>
                </a:cubicBezTo>
                <a:cubicBezTo>
                  <a:pt x="177853" y="84677"/>
                  <a:pt x="183070" y="85915"/>
                  <a:pt x="184303" y="85915"/>
                </a:cubicBezTo>
                <a:cubicBezTo>
                  <a:pt x="184303" y="87249"/>
                  <a:pt x="185631" y="88487"/>
                  <a:pt x="185631" y="89821"/>
                </a:cubicBezTo>
                <a:cubicBezTo>
                  <a:pt x="197298" y="100203"/>
                  <a:pt x="212854" y="96298"/>
                  <a:pt x="224521" y="93726"/>
                </a:cubicBezTo>
                <a:cubicBezTo>
                  <a:pt x="228410" y="93726"/>
                  <a:pt x="232299" y="92392"/>
                  <a:pt x="234860" y="92392"/>
                </a:cubicBezTo>
                <a:cubicBezTo>
                  <a:pt x="238749" y="92392"/>
                  <a:pt x="241311" y="89821"/>
                  <a:pt x="242639" y="85915"/>
                </a:cubicBezTo>
                <a:cubicBezTo>
                  <a:pt x="245200" y="63818"/>
                  <a:pt x="243966" y="50768"/>
                  <a:pt x="237421" y="45625"/>
                </a:cubicBezTo>
                <a:cubicBezTo>
                  <a:pt x="233532" y="43053"/>
                  <a:pt x="229643" y="43053"/>
                  <a:pt x="225754" y="45625"/>
                </a:cubicBezTo>
                <a:cubicBezTo>
                  <a:pt x="223193" y="46958"/>
                  <a:pt x="219304" y="46958"/>
                  <a:pt x="217976" y="45625"/>
                </a:cubicBezTo>
                <a:cubicBezTo>
                  <a:pt x="216648" y="44291"/>
                  <a:pt x="215415" y="41720"/>
                  <a:pt x="215415" y="40386"/>
                </a:cubicBezTo>
                <a:cubicBezTo>
                  <a:pt x="215415" y="36576"/>
                  <a:pt x="233153" y="26384"/>
                  <a:pt x="256013" y="22384"/>
                </a:cubicBezTo>
                <a:cubicBezTo>
                  <a:pt x="273466" y="28575"/>
                  <a:pt x="288928" y="38767"/>
                  <a:pt x="301449" y="5181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" name="Graphic 9">
            <a:extLst>
              <a:ext uri="{FF2B5EF4-FFF2-40B4-BE49-F238E27FC236}">
                <a16:creationId xmlns:a16="http://schemas.microsoft.com/office/drawing/2014/main" id="{25E70E47-2195-C977-3566-51D88E309CE3}"/>
              </a:ext>
            </a:extLst>
          </p:cNvPr>
          <p:cNvSpPr/>
          <p:nvPr/>
        </p:nvSpPr>
        <p:spPr>
          <a:xfrm>
            <a:off x="2953797" y="793027"/>
            <a:ext cx="499922" cy="497322"/>
          </a:xfrm>
          <a:custGeom>
            <a:avLst/>
            <a:gdLst>
              <a:gd name="connsiteX0" fmla="*/ 372210 w 374183"/>
              <a:gd name="connsiteY0" fmla="*/ 281940 h 372237"/>
              <a:gd name="connsiteX1" fmla="*/ 317858 w 374183"/>
              <a:gd name="connsiteY1" fmla="*/ 263652 h 372237"/>
              <a:gd name="connsiteX2" fmla="*/ 260187 w 374183"/>
              <a:gd name="connsiteY2" fmla="*/ 283083 h 372237"/>
              <a:gd name="connsiteX3" fmla="*/ 233532 w 374183"/>
              <a:gd name="connsiteY3" fmla="*/ 264223 h 372237"/>
              <a:gd name="connsiteX4" fmla="*/ 190848 w 374183"/>
              <a:gd name="connsiteY4" fmla="*/ 264223 h 372237"/>
              <a:gd name="connsiteX5" fmla="*/ 117146 w 374183"/>
              <a:gd name="connsiteY5" fmla="*/ 233077 h 372237"/>
              <a:gd name="connsiteX6" fmla="*/ 77591 w 374183"/>
              <a:gd name="connsiteY6" fmla="*/ 233077 h 372237"/>
              <a:gd name="connsiteX7" fmla="*/ 77591 w 374183"/>
              <a:gd name="connsiteY7" fmla="*/ 225076 h 372237"/>
              <a:gd name="connsiteX8" fmla="*/ 69813 w 374183"/>
              <a:gd name="connsiteY8" fmla="*/ 217265 h 372237"/>
              <a:gd name="connsiteX9" fmla="*/ 7778 w 374183"/>
              <a:gd name="connsiteY9" fmla="*/ 217265 h 372237"/>
              <a:gd name="connsiteX10" fmla="*/ 0 w 374183"/>
              <a:gd name="connsiteY10" fmla="*/ 225076 h 372237"/>
              <a:gd name="connsiteX11" fmla="*/ 0 w 374183"/>
              <a:gd name="connsiteY11" fmla="*/ 349567 h 372237"/>
              <a:gd name="connsiteX12" fmla="*/ 7778 w 374183"/>
              <a:gd name="connsiteY12" fmla="*/ 357378 h 372237"/>
              <a:gd name="connsiteX13" fmla="*/ 69813 w 374183"/>
              <a:gd name="connsiteY13" fmla="*/ 357378 h 372237"/>
              <a:gd name="connsiteX14" fmla="*/ 77591 w 374183"/>
              <a:gd name="connsiteY14" fmla="*/ 349567 h 372237"/>
              <a:gd name="connsiteX15" fmla="*/ 77591 w 374183"/>
              <a:gd name="connsiteY15" fmla="*/ 337090 h 372237"/>
              <a:gd name="connsiteX16" fmla="*/ 119802 w 374183"/>
              <a:gd name="connsiteY16" fmla="*/ 351282 h 372237"/>
              <a:gd name="connsiteX17" fmla="*/ 198816 w 374183"/>
              <a:gd name="connsiteY17" fmla="*/ 372237 h 372237"/>
              <a:gd name="connsiteX18" fmla="*/ 288169 w 374183"/>
              <a:gd name="connsiteY18" fmla="*/ 336899 h 372237"/>
              <a:gd name="connsiteX19" fmla="*/ 369744 w 374183"/>
              <a:gd name="connsiteY19" fmla="*/ 293751 h 372237"/>
              <a:gd name="connsiteX20" fmla="*/ 373633 w 374183"/>
              <a:gd name="connsiteY20" fmla="*/ 288512 h 372237"/>
              <a:gd name="connsiteX21" fmla="*/ 372305 w 374183"/>
              <a:gd name="connsiteY21" fmla="*/ 281940 h 372237"/>
              <a:gd name="connsiteX22" fmla="*/ 61940 w 374183"/>
              <a:gd name="connsiteY22" fmla="*/ 341757 h 372237"/>
              <a:gd name="connsiteX23" fmla="*/ 15366 w 374183"/>
              <a:gd name="connsiteY23" fmla="*/ 341757 h 372237"/>
              <a:gd name="connsiteX24" fmla="*/ 15366 w 374183"/>
              <a:gd name="connsiteY24" fmla="*/ 232791 h 372237"/>
              <a:gd name="connsiteX25" fmla="*/ 61940 w 374183"/>
              <a:gd name="connsiteY25" fmla="*/ 232791 h 372237"/>
              <a:gd name="connsiteX26" fmla="*/ 61940 w 374183"/>
              <a:gd name="connsiteY26" fmla="*/ 341757 h 372237"/>
              <a:gd name="connsiteX27" fmla="*/ 280201 w 374183"/>
              <a:gd name="connsiteY27" fmla="*/ 323755 h 372237"/>
              <a:gd name="connsiteX28" fmla="*/ 124734 w 374183"/>
              <a:gd name="connsiteY28" fmla="*/ 336804 h 372237"/>
              <a:gd name="connsiteX29" fmla="*/ 77402 w 374183"/>
              <a:gd name="connsiteY29" fmla="*/ 319945 h 372237"/>
              <a:gd name="connsiteX30" fmla="*/ 77402 w 374183"/>
              <a:gd name="connsiteY30" fmla="*/ 248507 h 372237"/>
              <a:gd name="connsiteX31" fmla="*/ 116956 w 374183"/>
              <a:gd name="connsiteY31" fmla="*/ 248507 h 372237"/>
              <a:gd name="connsiteX32" fmla="*/ 181647 w 374183"/>
              <a:gd name="connsiteY32" fmla="*/ 277082 h 372237"/>
              <a:gd name="connsiteX33" fmla="*/ 186864 w 374183"/>
              <a:gd name="connsiteY33" fmla="*/ 279654 h 372237"/>
              <a:gd name="connsiteX34" fmla="*/ 233438 w 374183"/>
              <a:gd name="connsiteY34" fmla="*/ 279654 h 372237"/>
              <a:gd name="connsiteX35" fmla="*/ 245105 w 374183"/>
              <a:gd name="connsiteY35" fmla="*/ 287465 h 372237"/>
              <a:gd name="connsiteX36" fmla="*/ 244915 w 374183"/>
              <a:gd name="connsiteY36" fmla="*/ 288988 h 372237"/>
              <a:gd name="connsiteX37" fmla="*/ 243303 w 374183"/>
              <a:gd name="connsiteY37" fmla="*/ 292132 h 372237"/>
              <a:gd name="connsiteX38" fmla="*/ 233438 w 374183"/>
              <a:gd name="connsiteY38" fmla="*/ 295275 h 372237"/>
              <a:gd name="connsiteX39" fmla="*/ 148068 w 374183"/>
              <a:gd name="connsiteY39" fmla="*/ 295275 h 372237"/>
              <a:gd name="connsiteX40" fmla="*/ 140290 w 374183"/>
              <a:gd name="connsiteY40" fmla="*/ 303086 h 372237"/>
              <a:gd name="connsiteX41" fmla="*/ 148068 w 374183"/>
              <a:gd name="connsiteY41" fmla="*/ 310896 h 372237"/>
              <a:gd name="connsiteX42" fmla="*/ 233438 w 374183"/>
              <a:gd name="connsiteY42" fmla="*/ 310896 h 372237"/>
              <a:gd name="connsiteX43" fmla="*/ 256487 w 374183"/>
              <a:gd name="connsiteY43" fmla="*/ 300419 h 372237"/>
              <a:gd name="connsiteX44" fmla="*/ 321747 w 374183"/>
              <a:gd name="connsiteY44" fmla="*/ 279273 h 372237"/>
              <a:gd name="connsiteX45" fmla="*/ 352860 w 374183"/>
              <a:gd name="connsiteY45" fmla="*/ 285845 h 372237"/>
              <a:gd name="connsiteX46" fmla="*/ 280296 w 374183"/>
              <a:gd name="connsiteY46" fmla="*/ 323755 h 372237"/>
              <a:gd name="connsiteX47" fmla="*/ 109937 w 374183"/>
              <a:gd name="connsiteY47" fmla="*/ 196691 h 372237"/>
              <a:gd name="connsiteX48" fmla="*/ 113826 w 374183"/>
              <a:gd name="connsiteY48" fmla="*/ 186309 h 372237"/>
              <a:gd name="connsiteX49" fmla="*/ 100831 w 374183"/>
              <a:gd name="connsiteY49" fmla="*/ 132969 h 372237"/>
              <a:gd name="connsiteX50" fmla="*/ 217407 w 374183"/>
              <a:gd name="connsiteY50" fmla="*/ 15811 h 372237"/>
              <a:gd name="connsiteX51" fmla="*/ 223004 w 374183"/>
              <a:gd name="connsiteY51" fmla="*/ 16097 h 372237"/>
              <a:gd name="connsiteX52" fmla="*/ 199764 w 374183"/>
              <a:gd name="connsiteY52" fmla="*/ 41815 h 372237"/>
              <a:gd name="connsiteX53" fmla="*/ 210103 w 374183"/>
              <a:gd name="connsiteY53" fmla="*/ 60007 h 372237"/>
              <a:gd name="connsiteX54" fmla="*/ 228221 w 374183"/>
              <a:gd name="connsiteY54" fmla="*/ 61341 h 372237"/>
              <a:gd name="connsiteX55" fmla="*/ 228221 w 374183"/>
              <a:gd name="connsiteY55" fmla="*/ 78200 h 372237"/>
              <a:gd name="connsiteX56" fmla="*/ 220442 w 374183"/>
              <a:gd name="connsiteY56" fmla="*/ 79534 h 372237"/>
              <a:gd name="connsiteX57" fmla="*/ 198436 w 374183"/>
              <a:gd name="connsiteY57" fmla="*/ 79534 h 372237"/>
              <a:gd name="connsiteX58" fmla="*/ 194547 w 374183"/>
              <a:gd name="connsiteY58" fmla="*/ 74295 h 372237"/>
              <a:gd name="connsiteX59" fmla="*/ 163435 w 374183"/>
              <a:gd name="connsiteY59" fmla="*/ 71723 h 372237"/>
              <a:gd name="connsiteX60" fmla="*/ 129761 w 374183"/>
              <a:gd name="connsiteY60" fmla="*/ 122396 h 372237"/>
              <a:gd name="connsiteX61" fmla="*/ 153096 w 374183"/>
              <a:gd name="connsiteY61" fmla="*/ 152305 h 372237"/>
              <a:gd name="connsiteX62" fmla="*/ 162202 w 374183"/>
              <a:gd name="connsiteY62" fmla="*/ 152305 h 372237"/>
              <a:gd name="connsiteX63" fmla="*/ 176430 w 374183"/>
              <a:gd name="connsiteY63" fmla="*/ 152305 h 372237"/>
              <a:gd name="connsiteX64" fmla="*/ 177758 w 374183"/>
              <a:gd name="connsiteY64" fmla="*/ 160115 h 372237"/>
              <a:gd name="connsiteX65" fmla="*/ 180319 w 374183"/>
              <a:gd name="connsiteY65" fmla="*/ 166592 h 372237"/>
              <a:gd name="connsiteX66" fmla="*/ 189425 w 374183"/>
              <a:gd name="connsiteY66" fmla="*/ 176975 h 372237"/>
              <a:gd name="connsiteX67" fmla="*/ 186864 w 374183"/>
              <a:gd name="connsiteY67" fmla="*/ 180880 h 372237"/>
              <a:gd name="connsiteX68" fmla="*/ 184303 w 374183"/>
              <a:gd name="connsiteY68" fmla="*/ 192596 h 372237"/>
              <a:gd name="connsiteX69" fmla="*/ 207637 w 374183"/>
              <a:gd name="connsiteY69" fmla="*/ 227743 h 372237"/>
              <a:gd name="connsiteX70" fmla="*/ 247856 w 374183"/>
              <a:gd name="connsiteY70" fmla="*/ 197834 h 372237"/>
              <a:gd name="connsiteX71" fmla="*/ 262084 w 374183"/>
              <a:gd name="connsiteY71" fmla="*/ 187452 h 372237"/>
              <a:gd name="connsiteX72" fmla="*/ 267301 w 374183"/>
              <a:gd name="connsiteY72" fmla="*/ 177070 h 372237"/>
              <a:gd name="connsiteX73" fmla="*/ 260851 w 374183"/>
              <a:gd name="connsiteY73" fmla="*/ 165354 h 372237"/>
              <a:gd name="connsiteX74" fmla="*/ 264740 w 374183"/>
              <a:gd name="connsiteY74" fmla="*/ 161449 h 372237"/>
              <a:gd name="connsiteX75" fmla="*/ 277735 w 374183"/>
              <a:gd name="connsiteY75" fmla="*/ 117253 h 372237"/>
              <a:gd name="connsiteX76" fmla="*/ 269957 w 374183"/>
              <a:gd name="connsiteY76" fmla="*/ 115919 h 372237"/>
              <a:gd name="connsiteX77" fmla="*/ 263507 w 374183"/>
              <a:gd name="connsiteY77" fmla="*/ 117253 h 372237"/>
              <a:gd name="connsiteX78" fmla="*/ 257056 w 374183"/>
              <a:gd name="connsiteY78" fmla="*/ 101632 h 372237"/>
              <a:gd name="connsiteX79" fmla="*/ 281719 w 374183"/>
              <a:gd name="connsiteY79" fmla="*/ 97727 h 372237"/>
              <a:gd name="connsiteX80" fmla="*/ 286936 w 374183"/>
              <a:gd name="connsiteY80" fmla="*/ 96393 h 372237"/>
              <a:gd name="connsiteX81" fmla="*/ 313305 w 374183"/>
              <a:gd name="connsiteY81" fmla="*/ 66199 h 372237"/>
              <a:gd name="connsiteX82" fmla="*/ 334268 w 374183"/>
              <a:gd name="connsiteY82" fmla="*/ 132874 h 372237"/>
              <a:gd name="connsiteX83" fmla="*/ 277261 w 374183"/>
              <a:gd name="connsiteY83" fmla="*/ 234410 h 372237"/>
              <a:gd name="connsiteX84" fmla="*/ 274699 w 374183"/>
              <a:gd name="connsiteY84" fmla="*/ 244792 h 372237"/>
              <a:gd name="connsiteX85" fmla="*/ 282478 w 374183"/>
              <a:gd name="connsiteY85" fmla="*/ 248698 h 372237"/>
              <a:gd name="connsiteX86" fmla="*/ 286367 w 374183"/>
              <a:gd name="connsiteY86" fmla="*/ 247364 h 372237"/>
              <a:gd name="connsiteX87" fmla="*/ 349824 w 374183"/>
              <a:gd name="connsiteY87" fmla="*/ 132779 h 372237"/>
              <a:gd name="connsiteX88" fmla="*/ 317384 w 374183"/>
              <a:gd name="connsiteY88" fmla="*/ 45625 h 372237"/>
              <a:gd name="connsiteX89" fmla="*/ 315961 w 374183"/>
              <a:gd name="connsiteY89" fmla="*/ 44101 h 372237"/>
              <a:gd name="connsiteX90" fmla="*/ 217692 w 374183"/>
              <a:gd name="connsiteY90" fmla="*/ 0 h 372237"/>
              <a:gd name="connsiteX91" fmla="*/ 85559 w 374183"/>
              <a:gd name="connsiteY91" fmla="*/ 132779 h 372237"/>
              <a:gd name="connsiteX92" fmla="*/ 99787 w 374183"/>
              <a:gd name="connsiteY92" fmla="*/ 192691 h 372237"/>
              <a:gd name="connsiteX93" fmla="*/ 110126 w 374183"/>
              <a:gd name="connsiteY93" fmla="*/ 196596 h 372237"/>
              <a:gd name="connsiteX94" fmla="*/ 301354 w 374183"/>
              <a:gd name="connsiteY94" fmla="*/ 51911 h 372237"/>
              <a:gd name="connsiteX95" fmla="*/ 282762 w 374183"/>
              <a:gd name="connsiteY95" fmla="*/ 82106 h 372237"/>
              <a:gd name="connsiteX96" fmla="*/ 238655 w 374183"/>
              <a:gd name="connsiteY96" fmla="*/ 93821 h 372237"/>
              <a:gd name="connsiteX97" fmla="*/ 237327 w 374183"/>
              <a:gd name="connsiteY97" fmla="*/ 104204 h 372237"/>
              <a:gd name="connsiteX98" fmla="*/ 242544 w 374183"/>
              <a:gd name="connsiteY98" fmla="*/ 108109 h 372237"/>
              <a:gd name="connsiteX99" fmla="*/ 248994 w 374183"/>
              <a:gd name="connsiteY99" fmla="*/ 125063 h 372237"/>
              <a:gd name="connsiteX100" fmla="*/ 250322 w 374183"/>
              <a:gd name="connsiteY100" fmla="*/ 127635 h 372237"/>
              <a:gd name="connsiteX101" fmla="*/ 267206 w 374183"/>
              <a:gd name="connsiteY101" fmla="*/ 132874 h 372237"/>
              <a:gd name="connsiteX102" fmla="*/ 252978 w 374183"/>
              <a:gd name="connsiteY102" fmla="*/ 151067 h 372237"/>
              <a:gd name="connsiteX103" fmla="*/ 242639 w 374183"/>
              <a:gd name="connsiteY103" fmla="*/ 166688 h 372237"/>
              <a:gd name="connsiteX104" fmla="*/ 249089 w 374183"/>
              <a:gd name="connsiteY104" fmla="*/ 177070 h 372237"/>
              <a:gd name="connsiteX105" fmla="*/ 250417 w 374183"/>
              <a:gd name="connsiteY105" fmla="*/ 177070 h 372237"/>
              <a:gd name="connsiteX106" fmla="*/ 237421 w 374183"/>
              <a:gd name="connsiteY106" fmla="*/ 186214 h 372237"/>
              <a:gd name="connsiteX107" fmla="*/ 232205 w 374183"/>
              <a:gd name="connsiteY107" fmla="*/ 192691 h 372237"/>
              <a:gd name="connsiteX108" fmla="*/ 208870 w 374183"/>
              <a:gd name="connsiteY108" fmla="*/ 212217 h 372237"/>
              <a:gd name="connsiteX109" fmla="*/ 199764 w 374183"/>
              <a:gd name="connsiteY109" fmla="*/ 192691 h 372237"/>
              <a:gd name="connsiteX110" fmla="*/ 201092 w 374183"/>
              <a:gd name="connsiteY110" fmla="*/ 188786 h 372237"/>
              <a:gd name="connsiteX111" fmla="*/ 204981 w 374183"/>
              <a:gd name="connsiteY111" fmla="*/ 177070 h 372237"/>
              <a:gd name="connsiteX112" fmla="*/ 193314 w 374183"/>
              <a:gd name="connsiteY112" fmla="*/ 157544 h 372237"/>
              <a:gd name="connsiteX113" fmla="*/ 186864 w 374183"/>
              <a:gd name="connsiteY113" fmla="*/ 141923 h 372237"/>
              <a:gd name="connsiteX114" fmla="*/ 160969 w 374183"/>
              <a:gd name="connsiteY114" fmla="*/ 136684 h 372237"/>
              <a:gd name="connsiteX115" fmla="*/ 153190 w 374183"/>
              <a:gd name="connsiteY115" fmla="*/ 136684 h 372237"/>
              <a:gd name="connsiteX116" fmla="*/ 145412 w 374183"/>
              <a:gd name="connsiteY116" fmla="*/ 122396 h 372237"/>
              <a:gd name="connsiteX117" fmla="*/ 166186 w 374183"/>
              <a:gd name="connsiteY117" fmla="*/ 87249 h 372237"/>
              <a:gd name="connsiteX118" fmla="*/ 184303 w 374183"/>
              <a:gd name="connsiteY118" fmla="*/ 85915 h 372237"/>
              <a:gd name="connsiteX119" fmla="*/ 185631 w 374183"/>
              <a:gd name="connsiteY119" fmla="*/ 89821 h 372237"/>
              <a:gd name="connsiteX120" fmla="*/ 224521 w 374183"/>
              <a:gd name="connsiteY120" fmla="*/ 93726 h 372237"/>
              <a:gd name="connsiteX121" fmla="*/ 234860 w 374183"/>
              <a:gd name="connsiteY121" fmla="*/ 92392 h 372237"/>
              <a:gd name="connsiteX122" fmla="*/ 242639 w 374183"/>
              <a:gd name="connsiteY122" fmla="*/ 85915 h 372237"/>
              <a:gd name="connsiteX123" fmla="*/ 237421 w 374183"/>
              <a:gd name="connsiteY123" fmla="*/ 45625 h 372237"/>
              <a:gd name="connsiteX124" fmla="*/ 225754 w 374183"/>
              <a:gd name="connsiteY124" fmla="*/ 45625 h 372237"/>
              <a:gd name="connsiteX125" fmla="*/ 217976 w 374183"/>
              <a:gd name="connsiteY125" fmla="*/ 45625 h 372237"/>
              <a:gd name="connsiteX126" fmla="*/ 215415 w 374183"/>
              <a:gd name="connsiteY126" fmla="*/ 40386 h 372237"/>
              <a:gd name="connsiteX127" fmla="*/ 256013 w 374183"/>
              <a:gd name="connsiteY127" fmla="*/ 22384 h 372237"/>
              <a:gd name="connsiteX128" fmla="*/ 301449 w 374183"/>
              <a:gd name="connsiteY128" fmla="*/ 51816 h 372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4183" h="372237">
                <a:moveTo>
                  <a:pt x="372210" y="281940"/>
                </a:moveTo>
                <a:cubicBezTo>
                  <a:pt x="354093" y="263652"/>
                  <a:pt x="337209" y="258413"/>
                  <a:pt x="317858" y="263652"/>
                </a:cubicBezTo>
                <a:cubicBezTo>
                  <a:pt x="317858" y="263652"/>
                  <a:pt x="298631" y="270129"/>
                  <a:pt x="260187" y="283083"/>
                </a:cubicBezTo>
                <a:cubicBezTo>
                  <a:pt x="258195" y="273082"/>
                  <a:pt x="249278" y="264223"/>
                  <a:pt x="233532" y="264223"/>
                </a:cubicBezTo>
                <a:lnTo>
                  <a:pt x="190848" y="264223"/>
                </a:lnTo>
                <a:cubicBezTo>
                  <a:pt x="179181" y="253841"/>
                  <a:pt x="153285" y="233077"/>
                  <a:pt x="117146" y="233077"/>
                </a:cubicBezTo>
                <a:lnTo>
                  <a:pt x="77591" y="233077"/>
                </a:lnTo>
                <a:lnTo>
                  <a:pt x="77591" y="225076"/>
                </a:lnTo>
                <a:cubicBezTo>
                  <a:pt x="77591" y="221171"/>
                  <a:pt x="75030" y="217265"/>
                  <a:pt x="69813" y="217265"/>
                </a:cubicBezTo>
                <a:lnTo>
                  <a:pt x="7778" y="217265"/>
                </a:lnTo>
                <a:cubicBezTo>
                  <a:pt x="3889" y="217265"/>
                  <a:pt x="0" y="221171"/>
                  <a:pt x="0" y="225076"/>
                </a:cubicBezTo>
                <a:lnTo>
                  <a:pt x="0" y="349567"/>
                </a:lnTo>
                <a:cubicBezTo>
                  <a:pt x="0" y="353473"/>
                  <a:pt x="3889" y="357378"/>
                  <a:pt x="7778" y="357378"/>
                </a:cubicBezTo>
                <a:lnTo>
                  <a:pt x="69813" y="357378"/>
                </a:lnTo>
                <a:cubicBezTo>
                  <a:pt x="75030" y="357378"/>
                  <a:pt x="77591" y="353473"/>
                  <a:pt x="77591" y="349567"/>
                </a:cubicBezTo>
                <a:lnTo>
                  <a:pt x="77591" y="337090"/>
                </a:lnTo>
                <a:cubicBezTo>
                  <a:pt x="93527" y="342329"/>
                  <a:pt x="107660" y="346900"/>
                  <a:pt x="119802" y="351282"/>
                </a:cubicBezTo>
                <a:cubicBezTo>
                  <a:pt x="158692" y="365665"/>
                  <a:pt x="179370" y="372237"/>
                  <a:pt x="198816" y="372237"/>
                </a:cubicBezTo>
                <a:cubicBezTo>
                  <a:pt x="222150" y="372237"/>
                  <a:pt x="242828" y="361760"/>
                  <a:pt x="288169" y="336899"/>
                </a:cubicBezTo>
                <a:cubicBezTo>
                  <a:pt x="308847" y="326422"/>
                  <a:pt x="334837" y="312039"/>
                  <a:pt x="369744" y="293751"/>
                </a:cubicBezTo>
                <a:cubicBezTo>
                  <a:pt x="372305" y="292417"/>
                  <a:pt x="373633" y="291179"/>
                  <a:pt x="373633" y="288512"/>
                </a:cubicBezTo>
                <a:cubicBezTo>
                  <a:pt x="374961" y="285940"/>
                  <a:pt x="373633" y="283273"/>
                  <a:pt x="372305" y="281940"/>
                </a:cubicBezTo>
                <a:close/>
                <a:moveTo>
                  <a:pt x="61940" y="341757"/>
                </a:moveTo>
                <a:lnTo>
                  <a:pt x="15366" y="341757"/>
                </a:lnTo>
                <a:lnTo>
                  <a:pt x="15366" y="232791"/>
                </a:lnTo>
                <a:lnTo>
                  <a:pt x="61940" y="232791"/>
                </a:lnTo>
                <a:lnTo>
                  <a:pt x="61940" y="341757"/>
                </a:lnTo>
                <a:close/>
                <a:moveTo>
                  <a:pt x="280201" y="323755"/>
                </a:moveTo>
                <a:cubicBezTo>
                  <a:pt x="229236" y="351694"/>
                  <a:pt x="177407" y="356044"/>
                  <a:pt x="124734" y="336804"/>
                </a:cubicBezTo>
                <a:cubicBezTo>
                  <a:pt x="111549" y="331946"/>
                  <a:pt x="95993" y="326041"/>
                  <a:pt x="77402" y="319945"/>
                </a:cubicBezTo>
                <a:lnTo>
                  <a:pt x="77402" y="248507"/>
                </a:lnTo>
                <a:lnTo>
                  <a:pt x="116956" y="248507"/>
                </a:lnTo>
                <a:cubicBezTo>
                  <a:pt x="149301" y="248507"/>
                  <a:pt x="173869" y="269272"/>
                  <a:pt x="181647" y="277082"/>
                </a:cubicBezTo>
                <a:cubicBezTo>
                  <a:pt x="182975" y="278416"/>
                  <a:pt x="185536" y="279654"/>
                  <a:pt x="186864" y="279654"/>
                </a:cubicBezTo>
                <a:lnTo>
                  <a:pt x="233438" y="279654"/>
                </a:lnTo>
                <a:cubicBezTo>
                  <a:pt x="242449" y="279654"/>
                  <a:pt x="245105" y="283559"/>
                  <a:pt x="245105" y="287465"/>
                </a:cubicBezTo>
                <a:cubicBezTo>
                  <a:pt x="245105" y="287941"/>
                  <a:pt x="245105" y="288512"/>
                  <a:pt x="244915" y="288988"/>
                </a:cubicBezTo>
                <a:cubicBezTo>
                  <a:pt x="244061" y="289846"/>
                  <a:pt x="243587" y="290894"/>
                  <a:pt x="243303" y="292132"/>
                </a:cubicBezTo>
                <a:cubicBezTo>
                  <a:pt x="241595" y="293942"/>
                  <a:pt x="238655" y="295275"/>
                  <a:pt x="233438" y="295275"/>
                </a:cubicBezTo>
                <a:lnTo>
                  <a:pt x="148068" y="295275"/>
                </a:lnTo>
                <a:cubicBezTo>
                  <a:pt x="144179" y="295275"/>
                  <a:pt x="140290" y="299180"/>
                  <a:pt x="140290" y="303086"/>
                </a:cubicBezTo>
                <a:cubicBezTo>
                  <a:pt x="140290" y="306991"/>
                  <a:pt x="144179" y="310896"/>
                  <a:pt x="148068" y="310896"/>
                </a:cubicBezTo>
                <a:lnTo>
                  <a:pt x="233438" y="310896"/>
                </a:lnTo>
                <a:cubicBezTo>
                  <a:pt x="244536" y="310896"/>
                  <a:pt x="252124" y="306515"/>
                  <a:pt x="256487" y="300419"/>
                </a:cubicBezTo>
                <a:cubicBezTo>
                  <a:pt x="262273" y="298513"/>
                  <a:pt x="278209" y="293370"/>
                  <a:pt x="321747" y="279273"/>
                </a:cubicBezTo>
                <a:cubicBezTo>
                  <a:pt x="332087" y="275368"/>
                  <a:pt x="341193" y="276701"/>
                  <a:pt x="352860" y="285845"/>
                </a:cubicBezTo>
                <a:cubicBezTo>
                  <a:pt x="323075" y="300228"/>
                  <a:pt x="299741" y="313277"/>
                  <a:pt x="280296" y="323755"/>
                </a:cubicBezTo>
                <a:close/>
                <a:moveTo>
                  <a:pt x="109937" y="196691"/>
                </a:moveTo>
                <a:cubicBezTo>
                  <a:pt x="113826" y="195358"/>
                  <a:pt x="116387" y="190214"/>
                  <a:pt x="113826" y="186309"/>
                </a:cubicBezTo>
                <a:cubicBezTo>
                  <a:pt x="106048" y="169354"/>
                  <a:pt x="100831" y="152495"/>
                  <a:pt x="100831" y="132969"/>
                </a:cubicBezTo>
                <a:cubicBezTo>
                  <a:pt x="100831" y="69152"/>
                  <a:pt x="153949" y="15811"/>
                  <a:pt x="217407" y="15811"/>
                </a:cubicBezTo>
                <a:cubicBezTo>
                  <a:pt x="219304" y="15811"/>
                  <a:pt x="221107" y="16002"/>
                  <a:pt x="223004" y="16097"/>
                </a:cubicBezTo>
                <a:cubicBezTo>
                  <a:pt x="210388" y="21812"/>
                  <a:pt x="199100" y="30194"/>
                  <a:pt x="199764" y="41815"/>
                </a:cubicBezTo>
                <a:cubicBezTo>
                  <a:pt x="201092" y="49625"/>
                  <a:pt x="204981" y="56102"/>
                  <a:pt x="210103" y="60007"/>
                </a:cubicBezTo>
                <a:cubicBezTo>
                  <a:pt x="215320" y="62579"/>
                  <a:pt x="221771" y="62579"/>
                  <a:pt x="228221" y="61341"/>
                </a:cubicBezTo>
                <a:lnTo>
                  <a:pt x="228221" y="78200"/>
                </a:lnTo>
                <a:cubicBezTo>
                  <a:pt x="225660" y="78200"/>
                  <a:pt x="223004" y="78200"/>
                  <a:pt x="220442" y="79534"/>
                </a:cubicBezTo>
                <a:cubicBezTo>
                  <a:pt x="212664" y="80867"/>
                  <a:pt x="203558" y="83439"/>
                  <a:pt x="198436" y="79534"/>
                </a:cubicBezTo>
                <a:cubicBezTo>
                  <a:pt x="197108" y="78200"/>
                  <a:pt x="195875" y="75629"/>
                  <a:pt x="194547" y="74295"/>
                </a:cubicBezTo>
                <a:cubicBezTo>
                  <a:pt x="188097" y="69056"/>
                  <a:pt x="177663" y="69056"/>
                  <a:pt x="163435" y="71723"/>
                </a:cubicBezTo>
                <a:cubicBezTo>
                  <a:pt x="129761" y="78200"/>
                  <a:pt x="129761" y="121158"/>
                  <a:pt x="129761" y="122396"/>
                </a:cubicBezTo>
                <a:cubicBezTo>
                  <a:pt x="129761" y="132779"/>
                  <a:pt x="134978" y="152305"/>
                  <a:pt x="153096" y="152305"/>
                </a:cubicBezTo>
                <a:lnTo>
                  <a:pt x="162202" y="152305"/>
                </a:lnTo>
                <a:cubicBezTo>
                  <a:pt x="168652" y="150971"/>
                  <a:pt x="175197" y="150971"/>
                  <a:pt x="176430" y="152305"/>
                </a:cubicBezTo>
                <a:cubicBezTo>
                  <a:pt x="177758" y="153638"/>
                  <a:pt x="177758" y="156210"/>
                  <a:pt x="177758" y="160115"/>
                </a:cubicBezTo>
                <a:cubicBezTo>
                  <a:pt x="177758" y="162687"/>
                  <a:pt x="179086" y="164021"/>
                  <a:pt x="180319" y="166592"/>
                </a:cubicBezTo>
                <a:cubicBezTo>
                  <a:pt x="184208" y="170498"/>
                  <a:pt x="188097" y="174403"/>
                  <a:pt x="189425" y="176975"/>
                </a:cubicBezTo>
                <a:cubicBezTo>
                  <a:pt x="189425" y="178308"/>
                  <a:pt x="188097" y="179546"/>
                  <a:pt x="186864" y="180880"/>
                </a:cubicBezTo>
                <a:cubicBezTo>
                  <a:pt x="185536" y="184785"/>
                  <a:pt x="184303" y="188690"/>
                  <a:pt x="184303" y="192596"/>
                </a:cubicBezTo>
                <a:cubicBezTo>
                  <a:pt x="184303" y="199073"/>
                  <a:pt x="194642" y="227743"/>
                  <a:pt x="207637" y="227743"/>
                </a:cubicBezTo>
                <a:cubicBezTo>
                  <a:pt x="230971" y="227743"/>
                  <a:pt x="245200" y="217361"/>
                  <a:pt x="247856" y="197834"/>
                </a:cubicBezTo>
                <a:cubicBezTo>
                  <a:pt x="251745" y="196501"/>
                  <a:pt x="256962" y="192596"/>
                  <a:pt x="262084" y="187452"/>
                </a:cubicBezTo>
                <a:cubicBezTo>
                  <a:pt x="264645" y="184880"/>
                  <a:pt x="267301" y="180975"/>
                  <a:pt x="267301" y="177070"/>
                </a:cubicBezTo>
                <a:cubicBezTo>
                  <a:pt x="265973" y="171831"/>
                  <a:pt x="263412" y="167926"/>
                  <a:pt x="260851" y="165354"/>
                </a:cubicBezTo>
                <a:cubicBezTo>
                  <a:pt x="262179" y="164021"/>
                  <a:pt x="263412" y="162782"/>
                  <a:pt x="264740" y="161449"/>
                </a:cubicBezTo>
                <a:cubicBezTo>
                  <a:pt x="273846" y="151067"/>
                  <a:pt x="293291" y="131540"/>
                  <a:pt x="277735" y="117253"/>
                </a:cubicBezTo>
                <a:cubicBezTo>
                  <a:pt x="276407" y="114681"/>
                  <a:pt x="272518" y="114681"/>
                  <a:pt x="269957" y="115919"/>
                </a:cubicBezTo>
                <a:cubicBezTo>
                  <a:pt x="267396" y="117253"/>
                  <a:pt x="264740" y="117253"/>
                  <a:pt x="263507" y="117253"/>
                </a:cubicBezTo>
                <a:cubicBezTo>
                  <a:pt x="260946" y="109442"/>
                  <a:pt x="258290" y="104204"/>
                  <a:pt x="257056" y="101632"/>
                </a:cubicBezTo>
                <a:cubicBezTo>
                  <a:pt x="262273" y="97727"/>
                  <a:pt x="272613" y="95155"/>
                  <a:pt x="281719" y="97727"/>
                </a:cubicBezTo>
                <a:cubicBezTo>
                  <a:pt x="283047" y="97727"/>
                  <a:pt x="285608" y="97727"/>
                  <a:pt x="286936" y="96393"/>
                </a:cubicBezTo>
                <a:cubicBezTo>
                  <a:pt x="300784" y="89821"/>
                  <a:pt x="308847" y="76676"/>
                  <a:pt x="313305" y="66199"/>
                </a:cubicBezTo>
                <a:cubicBezTo>
                  <a:pt x="326490" y="85249"/>
                  <a:pt x="334268" y="108299"/>
                  <a:pt x="334268" y="132874"/>
                </a:cubicBezTo>
                <a:cubicBezTo>
                  <a:pt x="334268" y="174498"/>
                  <a:pt x="313590" y="213550"/>
                  <a:pt x="277261" y="234410"/>
                </a:cubicBezTo>
                <a:cubicBezTo>
                  <a:pt x="274699" y="236982"/>
                  <a:pt x="273371" y="240887"/>
                  <a:pt x="274699" y="244792"/>
                </a:cubicBezTo>
                <a:cubicBezTo>
                  <a:pt x="277261" y="247364"/>
                  <a:pt x="279916" y="248698"/>
                  <a:pt x="282478" y="248698"/>
                </a:cubicBezTo>
                <a:cubicBezTo>
                  <a:pt x="283806" y="248698"/>
                  <a:pt x="285039" y="248698"/>
                  <a:pt x="286367" y="247364"/>
                </a:cubicBezTo>
                <a:cubicBezTo>
                  <a:pt x="325257" y="223933"/>
                  <a:pt x="349824" y="179642"/>
                  <a:pt x="349824" y="132779"/>
                </a:cubicBezTo>
                <a:cubicBezTo>
                  <a:pt x="349824" y="99536"/>
                  <a:pt x="337588" y="69056"/>
                  <a:pt x="317384" y="45625"/>
                </a:cubicBezTo>
                <a:cubicBezTo>
                  <a:pt x="317005" y="45053"/>
                  <a:pt x="316530" y="44577"/>
                  <a:pt x="315961" y="44101"/>
                </a:cubicBezTo>
                <a:cubicBezTo>
                  <a:pt x="291963" y="17145"/>
                  <a:pt x="257056" y="0"/>
                  <a:pt x="217692" y="0"/>
                </a:cubicBezTo>
                <a:cubicBezTo>
                  <a:pt x="145128" y="0"/>
                  <a:pt x="85559" y="59912"/>
                  <a:pt x="85559" y="132779"/>
                </a:cubicBezTo>
                <a:cubicBezTo>
                  <a:pt x="85559" y="154877"/>
                  <a:pt x="90776" y="174403"/>
                  <a:pt x="99787" y="192691"/>
                </a:cubicBezTo>
                <a:cubicBezTo>
                  <a:pt x="102348" y="196596"/>
                  <a:pt x="106237" y="197929"/>
                  <a:pt x="110126" y="196596"/>
                </a:cubicBezTo>
                <a:close/>
                <a:moveTo>
                  <a:pt x="301354" y="51911"/>
                </a:moveTo>
                <a:cubicBezTo>
                  <a:pt x="299551" y="58865"/>
                  <a:pt x="294524" y="74200"/>
                  <a:pt x="282762" y="82106"/>
                </a:cubicBezTo>
                <a:cubicBezTo>
                  <a:pt x="263317" y="78200"/>
                  <a:pt x="243872" y="88583"/>
                  <a:pt x="238655" y="93821"/>
                </a:cubicBezTo>
                <a:cubicBezTo>
                  <a:pt x="236094" y="99060"/>
                  <a:pt x="237327" y="102965"/>
                  <a:pt x="237327" y="104204"/>
                </a:cubicBezTo>
                <a:cubicBezTo>
                  <a:pt x="238655" y="105537"/>
                  <a:pt x="239888" y="108109"/>
                  <a:pt x="242544" y="108109"/>
                </a:cubicBezTo>
                <a:cubicBezTo>
                  <a:pt x="245105" y="110681"/>
                  <a:pt x="247761" y="118491"/>
                  <a:pt x="248994" y="125063"/>
                </a:cubicBezTo>
                <a:cubicBezTo>
                  <a:pt x="248994" y="126397"/>
                  <a:pt x="250322" y="127635"/>
                  <a:pt x="250322" y="127635"/>
                </a:cubicBezTo>
                <a:cubicBezTo>
                  <a:pt x="255539" y="132874"/>
                  <a:pt x="261989" y="132874"/>
                  <a:pt x="267206" y="132874"/>
                </a:cubicBezTo>
                <a:cubicBezTo>
                  <a:pt x="265878" y="138113"/>
                  <a:pt x="256867" y="147161"/>
                  <a:pt x="252978" y="151067"/>
                </a:cubicBezTo>
                <a:cubicBezTo>
                  <a:pt x="246528" y="157544"/>
                  <a:pt x="242639" y="161449"/>
                  <a:pt x="242639" y="166688"/>
                </a:cubicBezTo>
                <a:cubicBezTo>
                  <a:pt x="242639" y="171926"/>
                  <a:pt x="246528" y="174498"/>
                  <a:pt x="249089" y="177070"/>
                </a:cubicBezTo>
                <a:lnTo>
                  <a:pt x="250417" y="177070"/>
                </a:lnTo>
                <a:cubicBezTo>
                  <a:pt x="243966" y="183547"/>
                  <a:pt x="237421" y="186214"/>
                  <a:pt x="237421" y="186214"/>
                </a:cubicBezTo>
                <a:cubicBezTo>
                  <a:pt x="234860" y="187547"/>
                  <a:pt x="232205" y="190119"/>
                  <a:pt x="232205" y="192691"/>
                </a:cubicBezTo>
                <a:cubicBezTo>
                  <a:pt x="232205" y="197929"/>
                  <a:pt x="232205" y="212217"/>
                  <a:pt x="208870" y="212217"/>
                </a:cubicBezTo>
                <a:cubicBezTo>
                  <a:pt x="206309" y="209645"/>
                  <a:pt x="199764" y="196596"/>
                  <a:pt x="199764" y="192691"/>
                </a:cubicBezTo>
                <a:cubicBezTo>
                  <a:pt x="199764" y="192691"/>
                  <a:pt x="199764" y="190119"/>
                  <a:pt x="201092" y="188786"/>
                </a:cubicBezTo>
                <a:cubicBezTo>
                  <a:pt x="202420" y="184880"/>
                  <a:pt x="204981" y="180975"/>
                  <a:pt x="204981" y="177070"/>
                </a:cubicBezTo>
                <a:cubicBezTo>
                  <a:pt x="204981" y="170593"/>
                  <a:pt x="198531" y="162782"/>
                  <a:pt x="193314" y="157544"/>
                </a:cubicBezTo>
                <a:cubicBezTo>
                  <a:pt x="193314" y="151067"/>
                  <a:pt x="190753" y="145828"/>
                  <a:pt x="186864" y="141923"/>
                </a:cubicBezTo>
                <a:cubicBezTo>
                  <a:pt x="180414" y="135446"/>
                  <a:pt x="171308" y="135446"/>
                  <a:pt x="160969" y="136684"/>
                </a:cubicBezTo>
                <a:lnTo>
                  <a:pt x="153190" y="136684"/>
                </a:lnTo>
                <a:cubicBezTo>
                  <a:pt x="145412" y="136684"/>
                  <a:pt x="145412" y="123635"/>
                  <a:pt x="145412" y="122396"/>
                </a:cubicBezTo>
                <a:cubicBezTo>
                  <a:pt x="145412" y="122396"/>
                  <a:pt x="145412" y="91154"/>
                  <a:pt x="166186" y="87249"/>
                </a:cubicBezTo>
                <a:cubicBezTo>
                  <a:pt x="177853" y="84677"/>
                  <a:pt x="183070" y="85915"/>
                  <a:pt x="184303" y="85915"/>
                </a:cubicBezTo>
                <a:cubicBezTo>
                  <a:pt x="184303" y="87249"/>
                  <a:pt x="185631" y="88487"/>
                  <a:pt x="185631" y="89821"/>
                </a:cubicBezTo>
                <a:cubicBezTo>
                  <a:pt x="197298" y="100203"/>
                  <a:pt x="212854" y="96298"/>
                  <a:pt x="224521" y="93726"/>
                </a:cubicBezTo>
                <a:cubicBezTo>
                  <a:pt x="228410" y="93726"/>
                  <a:pt x="232299" y="92392"/>
                  <a:pt x="234860" y="92392"/>
                </a:cubicBezTo>
                <a:cubicBezTo>
                  <a:pt x="238749" y="92392"/>
                  <a:pt x="241311" y="89821"/>
                  <a:pt x="242639" y="85915"/>
                </a:cubicBezTo>
                <a:cubicBezTo>
                  <a:pt x="245200" y="63818"/>
                  <a:pt x="243966" y="50768"/>
                  <a:pt x="237421" y="45625"/>
                </a:cubicBezTo>
                <a:cubicBezTo>
                  <a:pt x="233532" y="43053"/>
                  <a:pt x="229643" y="43053"/>
                  <a:pt x="225754" y="45625"/>
                </a:cubicBezTo>
                <a:cubicBezTo>
                  <a:pt x="223193" y="46958"/>
                  <a:pt x="219304" y="46958"/>
                  <a:pt x="217976" y="45625"/>
                </a:cubicBezTo>
                <a:cubicBezTo>
                  <a:pt x="216648" y="44291"/>
                  <a:pt x="215415" y="41720"/>
                  <a:pt x="215415" y="40386"/>
                </a:cubicBezTo>
                <a:cubicBezTo>
                  <a:pt x="215415" y="36576"/>
                  <a:pt x="233153" y="26384"/>
                  <a:pt x="256013" y="22384"/>
                </a:cubicBezTo>
                <a:cubicBezTo>
                  <a:pt x="273466" y="28575"/>
                  <a:pt x="288928" y="38767"/>
                  <a:pt x="301449" y="5181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" name="Graphic 9">
            <a:extLst>
              <a:ext uri="{FF2B5EF4-FFF2-40B4-BE49-F238E27FC236}">
                <a16:creationId xmlns:a16="http://schemas.microsoft.com/office/drawing/2014/main" id="{1A12520D-AF41-9CE1-5DD6-11DB13850B98}"/>
              </a:ext>
            </a:extLst>
          </p:cNvPr>
          <p:cNvSpPr/>
          <p:nvPr/>
        </p:nvSpPr>
        <p:spPr>
          <a:xfrm>
            <a:off x="2194972" y="1434377"/>
            <a:ext cx="499922" cy="497322"/>
          </a:xfrm>
          <a:custGeom>
            <a:avLst/>
            <a:gdLst>
              <a:gd name="connsiteX0" fmla="*/ 372210 w 374183"/>
              <a:gd name="connsiteY0" fmla="*/ 281940 h 372237"/>
              <a:gd name="connsiteX1" fmla="*/ 317858 w 374183"/>
              <a:gd name="connsiteY1" fmla="*/ 263652 h 372237"/>
              <a:gd name="connsiteX2" fmla="*/ 260187 w 374183"/>
              <a:gd name="connsiteY2" fmla="*/ 283083 h 372237"/>
              <a:gd name="connsiteX3" fmla="*/ 233532 w 374183"/>
              <a:gd name="connsiteY3" fmla="*/ 264223 h 372237"/>
              <a:gd name="connsiteX4" fmla="*/ 190848 w 374183"/>
              <a:gd name="connsiteY4" fmla="*/ 264223 h 372237"/>
              <a:gd name="connsiteX5" fmla="*/ 117146 w 374183"/>
              <a:gd name="connsiteY5" fmla="*/ 233077 h 372237"/>
              <a:gd name="connsiteX6" fmla="*/ 77591 w 374183"/>
              <a:gd name="connsiteY6" fmla="*/ 233077 h 372237"/>
              <a:gd name="connsiteX7" fmla="*/ 77591 w 374183"/>
              <a:gd name="connsiteY7" fmla="*/ 225076 h 372237"/>
              <a:gd name="connsiteX8" fmla="*/ 69813 w 374183"/>
              <a:gd name="connsiteY8" fmla="*/ 217265 h 372237"/>
              <a:gd name="connsiteX9" fmla="*/ 7778 w 374183"/>
              <a:gd name="connsiteY9" fmla="*/ 217265 h 372237"/>
              <a:gd name="connsiteX10" fmla="*/ 0 w 374183"/>
              <a:gd name="connsiteY10" fmla="*/ 225076 h 372237"/>
              <a:gd name="connsiteX11" fmla="*/ 0 w 374183"/>
              <a:gd name="connsiteY11" fmla="*/ 349567 h 372237"/>
              <a:gd name="connsiteX12" fmla="*/ 7778 w 374183"/>
              <a:gd name="connsiteY12" fmla="*/ 357378 h 372237"/>
              <a:gd name="connsiteX13" fmla="*/ 69813 w 374183"/>
              <a:gd name="connsiteY13" fmla="*/ 357378 h 372237"/>
              <a:gd name="connsiteX14" fmla="*/ 77591 w 374183"/>
              <a:gd name="connsiteY14" fmla="*/ 349567 h 372237"/>
              <a:gd name="connsiteX15" fmla="*/ 77591 w 374183"/>
              <a:gd name="connsiteY15" fmla="*/ 337090 h 372237"/>
              <a:gd name="connsiteX16" fmla="*/ 119802 w 374183"/>
              <a:gd name="connsiteY16" fmla="*/ 351282 h 372237"/>
              <a:gd name="connsiteX17" fmla="*/ 198816 w 374183"/>
              <a:gd name="connsiteY17" fmla="*/ 372237 h 372237"/>
              <a:gd name="connsiteX18" fmla="*/ 288169 w 374183"/>
              <a:gd name="connsiteY18" fmla="*/ 336899 h 372237"/>
              <a:gd name="connsiteX19" fmla="*/ 369744 w 374183"/>
              <a:gd name="connsiteY19" fmla="*/ 293751 h 372237"/>
              <a:gd name="connsiteX20" fmla="*/ 373633 w 374183"/>
              <a:gd name="connsiteY20" fmla="*/ 288512 h 372237"/>
              <a:gd name="connsiteX21" fmla="*/ 372305 w 374183"/>
              <a:gd name="connsiteY21" fmla="*/ 281940 h 372237"/>
              <a:gd name="connsiteX22" fmla="*/ 61940 w 374183"/>
              <a:gd name="connsiteY22" fmla="*/ 341757 h 372237"/>
              <a:gd name="connsiteX23" fmla="*/ 15366 w 374183"/>
              <a:gd name="connsiteY23" fmla="*/ 341757 h 372237"/>
              <a:gd name="connsiteX24" fmla="*/ 15366 w 374183"/>
              <a:gd name="connsiteY24" fmla="*/ 232791 h 372237"/>
              <a:gd name="connsiteX25" fmla="*/ 61940 w 374183"/>
              <a:gd name="connsiteY25" fmla="*/ 232791 h 372237"/>
              <a:gd name="connsiteX26" fmla="*/ 61940 w 374183"/>
              <a:gd name="connsiteY26" fmla="*/ 341757 h 372237"/>
              <a:gd name="connsiteX27" fmla="*/ 280201 w 374183"/>
              <a:gd name="connsiteY27" fmla="*/ 323755 h 372237"/>
              <a:gd name="connsiteX28" fmla="*/ 124734 w 374183"/>
              <a:gd name="connsiteY28" fmla="*/ 336804 h 372237"/>
              <a:gd name="connsiteX29" fmla="*/ 77402 w 374183"/>
              <a:gd name="connsiteY29" fmla="*/ 319945 h 372237"/>
              <a:gd name="connsiteX30" fmla="*/ 77402 w 374183"/>
              <a:gd name="connsiteY30" fmla="*/ 248507 h 372237"/>
              <a:gd name="connsiteX31" fmla="*/ 116956 w 374183"/>
              <a:gd name="connsiteY31" fmla="*/ 248507 h 372237"/>
              <a:gd name="connsiteX32" fmla="*/ 181647 w 374183"/>
              <a:gd name="connsiteY32" fmla="*/ 277082 h 372237"/>
              <a:gd name="connsiteX33" fmla="*/ 186864 w 374183"/>
              <a:gd name="connsiteY33" fmla="*/ 279654 h 372237"/>
              <a:gd name="connsiteX34" fmla="*/ 233438 w 374183"/>
              <a:gd name="connsiteY34" fmla="*/ 279654 h 372237"/>
              <a:gd name="connsiteX35" fmla="*/ 245105 w 374183"/>
              <a:gd name="connsiteY35" fmla="*/ 287465 h 372237"/>
              <a:gd name="connsiteX36" fmla="*/ 244915 w 374183"/>
              <a:gd name="connsiteY36" fmla="*/ 288988 h 372237"/>
              <a:gd name="connsiteX37" fmla="*/ 243303 w 374183"/>
              <a:gd name="connsiteY37" fmla="*/ 292132 h 372237"/>
              <a:gd name="connsiteX38" fmla="*/ 233438 w 374183"/>
              <a:gd name="connsiteY38" fmla="*/ 295275 h 372237"/>
              <a:gd name="connsiteX39" fmla="*/ 148068 w 374183"/>
              <a:gd name="connsiteY39" fmla="*/ 295275 h 372237"/>
              <a:gd name="connsiteX40" fmla="*/ 140290 w 374183"/>
              <a:gd name="connsiteY40" fmla="*/ 303086 h 372237"/>
              <a:gd name="connsiteX41" fmla="*/ 148068 w 374183"/>
              <a:gd name="connsiteY41" fmla="*/ 310896 h 372237"/>
              <a:gd name="connsiteX42" fmla="*/ 233438 w 374183"/>
              <a:gd name="connsiteY42" fmla="*/ 310896 h 372237"/>
              <a:gd name="connsiteX43" fmla="*/ 256487 w 374183"/>
              <a:gd name="connsiteY43" fmla="*/ 300419 h 372237"/>
              <a:gd name="connsiteX44" fmla="*/ 321747 w 374183"/>
              <a:gd name="connsiteY44" fmla="*/ 279273 h 372237"/>
              <a:gd name="connsiteX45" fmla="*/ 352860 w 374183"/>
              <a:gd name="connsiteY45" fmla="*/ 285845 h 372237"/>
              <a:gd name="connsiteX46" fmla="*/ 280296 w 374183"/>
              <a:gd name="connsiteY46" fmla="*/ 323755 h 372237"/>
              <a:gd name="connsiteX47" fmla="*/ 109937 w 374183"/>
              <a:gd name="connsiteY47" fmla="*/ 196691 h 372237"/>
              <a:gd name="connsiteX48" fmla="*/ 113826 w 374183"/>
              <a:gd name="connsiteY48" fmla="*/ 186309 h 372237"/>
              <a:gd name="connsiteX49" fmla="*/ 100831 w 374183"/>
              <a:gd name="connsiteY49" fmla="*/ 132969 h 372237"/>
              <a:gd name="connsiteX50" fmla="*/ 217407 w 374183"/>
              <a:gd name="connsiteY50" fmla="*/ 15811 h 372237"/>
              <a:gd name="connsiteX51" fmla="*/ 223004 w 374183"/>
              <a:gd name="connsiteY51" fmla="*/ 16097 h 372237"/>
              <a:gd name="connsiteX52" fmla="*/ 199764 w 374183"/>
              <a:gd name="connsiteY52" fmla="*/ 41815 h 372237"/>
              <a:gd name="connsiteX53" fmla="*/ 210103 w 374183"/>
              <a:gd name="connsiteY53" fmla="*/ 60007 h 372237"/>
              <a:gd name="connsiteX54" fmla="*/ 228221 w 374183"/>
              <a:gd name="connsiteY54" fmla="*/ 61341 h 372237"/>
              <a:gd name="connsiteX55" fmla="*/ 228221 w 374183"/>
              <a:gd name="connsiteY55" fmla="*/ 78200 h 372237"/>
              <a:gd name="connsiteX56" fmla="*/ 220442 w 374183"/>
              <a:gd name="connsiteY56" fmla="*/ 79534 h 372237"/>
              <a:gd name="connsiteX57" fmla="*/ 198436 w 374183"/>
              <a:gd name="connsiteY57" fmla="*/ 79534 h 372237"/>
              <a:gd name="connsiteX58" fmla="*/ 194547 w 374183"/>
              <a:gd name="connsiteY58" fmla="*/ 74295 h 372237"/>
              <a:gd name="connsiteX59" fmla="*/ 163435 w 374183"/>
              <a:gd name="connsiteY59" fmla="*/ 71723 h 372237"/>
              <a:gd name="connsiteX60" fmla="*/ 129761 w 374183"/>
              <a:gd name="connsiteY60" fmla="*/ 122396 h 372237"/>
              <a:gd name="connsiteX61" fmla="*/ 153096 w 374183"/>
              <a:gd name="connsiteY61" fmla="*/ 152305 h 372237"/>
              <a:gd name="connsiteX62" fmla="*/ 162202 w 374183"/>
              <a:gd name="connsiteY62" fmla="*/ 152305 h 372237"/>
              <a:gd name="connsiteX63" fmla="*/ 176430 w 374183"/>
              <a:gd name="connsiteY63" fmla="*/ 152305 h 372237"/>
              <a:gd name="connsiteX64" fmla="*/ 177758 w 374183"/>
              <a:gd name="connsiteY64" fmla="*/ 160115 h 372237"/>
              <a:gd name="connsiteX65" fmla="*/ 180319 w 374183"/>
              <a:gd name="connsiteY65" fmla="*/ 166592 h 372237"/>
              <a:gd name="connsiteX66" fmla="*/ 189425 w 374183"/>
              <a:gd name="connsiteY66" fmla="*/ 176975 h 372237"/>
              <a:gd name="connsiteX67" fmla="*/ 186864 w 374183"/>
              <a:gd name="connsiteY67" fmla="*/ 180880 h 372237"/>
              <a:gd name="connsiteX68" fmla="*/ 184303 w 374183"/>
              <a:gd name="connsiteY68" fmla="*/ 192596 h 372237"/>
              <a:gd name="connsiteX69" fmla="*/ 207637 w 374183"/>
              <a:gd name="connsiteY69" fmla="*/ 227743 h 372237"/>
              <a:gd name="connsiteX70" fmla="*/ 247856 w 374183"/>
              <a:gd name="connsiteY70" fmla="*/ 197834 h 372237"/>
              <a:gd name="connsiteX71" fmla="*/ 262084 w 374183"/>
              <a:gd name="connsiteY71" fmla="*/ 187452 h 372237"/>
              <a:gd name="connsiteX72" fmla="*/ 267301 w 374183"/>
              <a:gd name="connsiteY72" fmla="*/ 177070 h 372237"/>
              <a:gd name="connsiteX73" fmla="*/ 260851 w 374183"/>
              <a:gd name="connsiteY73" fmla="*/ 165354 h 372237"/>
              <a:gd name="connsiteX74" fmla="*/ 264740 w 374183"/>
              <a:gd name="connsiteY74" fmla="*/ 161449 h 372237"/>
              <a:gd name="connsiteX75" fmla="*/ 277735 w 374183"/>
              <a:gd name="connsiteY75" fmla="*/ 117253 h 372237"/>
              <a:gd name="connsiteX76" fmla="*/ 269957 w 374183"/>
              <a:gd name="connsiteY76" fmla="*/ 115919 h 372237"/>
              <a:gd name="connsiteX77" fmla="*/ 263507 w 374183"/>
              <a:gd name="connsiteY77" fmla="*/ 117253 h 372237"/>
              <a:gd name="connsiteX78" fmla="*/ 257056 w 374183"/>
              <a:gd name="connsiteY78" fmla="*/ 101632 h 372237"/>
              <a:gd name="connsiteX79" fmla="*/ 281719 w 374183"/>
              <a:gd name="connsiteY79" fmla="*/ 97727 h 372237"/>
              <a:gd name="connsiteX80" fmla="*/ 286936 w 374183"/>
              <a:gd name="connsiteY80" fmla="*/ 96393 h 372237"/>
              <a:gd name="connsiteX81" fmla="*/ 313305 w 374183"/>
              <a:gd name="connsiteY81" fmla="*/ 66199 h 372237"/>
              <a:gd name="connsiteX82" fmla="*/ 334268 w 374183"/>
              <a:gd name="connsiteY82" fmla="*/ 132874 h 372237"/>
              <a:gd name="connsiteX83" fmla="*/ 277261 w 374183"/>
              <a:gd name="connsiteY83" fmla="*/ 234410 h 372237"/>
              <a:gd name="connsiteX84" fmla="*/ 274699 w 374183"/>
              <a:gd name="connsiteY84" fmla="*/ 244792 h 372237"/>
              <a:gd name="connsiteX85" fmla="*/ 282478 w 374183"/>
              <a:gd name="connsiteY85" fmla="*/ 248698 h 372237"/>
              <a:gd name="connsiteX86" fmla="*/ 286367 w 374183"/>
              <a:gd name="connsiteY86" fmla="*/ 247364 h 372237"/>
              <a:gd name="connsiteX87" fmla="*/ 349824 w 374183"/>
              <a:gd name="connsiteY87" fmla="*/ 132779 h 372237"/>
              <a:gd name="connsiteX88" fmla="*/ 317384 w 374183"/>
              <a:gd name="connsiteY88" fmla="*/ 45625 h 372237"/>
              <a:gd name="connsiteX89" fmla="*/ 315961 w 374183"/>
              <a:gd name="connsiteY89" fmla="*/ 44101 h 372237"/>
              <a:gd name="connsiteX90" fmla="*/ 217692 w 374183"/>
              <a:gd name="connsiteY90" fmla="*/ 0 h 372237"/>
              <a:gd name="connsiteX91" fmla="*/ 85559 w 374183"/>
              <a:gd name="connsiteY91" fmla="*/ 132779 h 372237"/>
              <a:gd name="connsiteX92" fmla="*/ 99787 w 374183"/>
              <a:gd name="connsiteY92" fmla="*/ 192691 h 372237"/>
              <a:gd name="connsiteX93" fmla="*/ 110126 w 374183"/>
              <a:gd name="connsiteY93" fmla="*/ 196596 h 372237"/>
              <a:gd name="connsiteX94" fmla="*/ 301354 w 374183"/>
              <a:gd name="connsiteY94" fmla="*/ 51911 h 372237"/>
              <a:gd name="connsiteX95" fmla="*/ 282762 w 374183"/>
              <a:gd name="connsiteY95" fmla="*/ 82106 h 372237"/>
              <a:gd name="connsiteX96" fmla="*/ 238655 w 374183"/>
              <a:gd name="connsiteY96" fmla="*/ 93821 h 372237"/>
              <a:gd name="connsiteX97" fmla="*/ 237327 w 374183"/>
              <a:gd name="connsiteY97" fmla="*/ 104204 h 372237"/>
              <a:gd name="connsiteX98" fmla="*/ 242544 w 374183"/>
              <a:gd name="connsiteY98" fmla="*/ 108109 h 372237"/>
              <a:gd name="connsiteX99" fmla="*/ 248994 w 374183"/>
              <a:gd name="connsiteY99" fmla="*/ 125063 h 372237"/>
              <a:gd name="connsiteX100" fmla="*/ 250322 w 374183"/>
              <a:gd name="connsiteY100" fmla="*/ 127635 h 372237"/>
              <a:gd name="connsiteX101" fmla="*/ 267206 w 374183"/>
              <a:gd name="connsiteY101" fmla="*/ 132874 h 372237"/>
              <a:gd name="connsiteX102" fmla="*/ 252978 w 374183"/>
              <a:gd name="connsiteY102" fmla="*/ 151067 h 372237"/>
              <a:gd name="connsiteX103" fmla="*/ 242639 w 374183"/>
              <a:gd name="connsiteY103" fmla="*/ 166688 h 372237"/>
              <a:gd name="connsiteX104" fmla="*/ 249089 w 374183"/>
              <a:gd name="connsiteY104" fmla="*/ 177070 h 372237"/>
              <a:gd name="connsiteX105" fmla="*/ 250417 w 374183"/>
              <a:gd name="connsiteY105" fmla="*/ 177070 h 372237"/>
              <a:gd name="connsiteX106" fmla="*/ 237421 w 374183"/>
              <a:gd name="connsiteY106" fmla="*/ 186214 h 372237"/>
              <a:gd name="connsiteX107" fmla="*/ 232205 w 374183"/>
              <a:gd name="connsiteY107" fmla="*/ 192691 h 372237"/>
              <a:gd name="connsiteX108" fmla="*/ 208870 w 374183"/>
              <a:gd name="connsiteY108" fmla="*/ 212217 h 372237"/>
              <a:gd name="connsiteX109" fmla="*/ 199764 w 374183"/>
              <a:gd name="connsiteY109" fmla="*/ 192691 h 372237"/>
              <a:gd name="connsiteX110" fmla="*/ 201092 w 374183"/>
              <a:gd name="connsiteY110" fmla="*/ 188786 h 372237"/>
              <a:gd name="connsiteX111" fmla="*/ 204981 w 374183"/>
              <a:gd name="connsiteY111" fmla="*/ 177070 h 372237"/>
              <a:gd name="connsiteX112" fmla="*/ 193314 w 374183"/>
              <a:gd name="connsiteY112" fmla="*/ 157544 h 372237"/>
              <a:gd name="connsiteX113" fmla="*/ 186864 w 374183"/>
              <a:gd name="connsiteY113" fmla="*/ 141923 h 372237"/>
              <a:gd name="connsiteX114" fmla="*/ 160969 w 374183"/>
              <a:gd name="connsiteY114" fmla="*/ 136684 h 372237"/>
              <a:gd name="connsiteX115" fmla="*/ 153190 w 374183"/>
              <a:gd name="connsiteY115" fmla="*/ 136684 h 372237"/>
              <a:gd name="connsiteX116" fmla="*/ 145412 w 374183"/>
              <a:gd name="connsiteY116" fmla="*/ 122396 h 372237"/>
              <a:gd name="connsiteX117" fmla="*/ 166186 w 374183"/>
              <a:gd name="connsiteY117" fmla="*/ 87249 h 372237"/>
              <a:gd name="connsiteX118" fmla="*/ 184303 w 374183"/>
              <a:gd name="connsiteY118" fmla="*/ 85915 h 372237"/>
              <a:gd name="connsiteX119" fmla="*/ 185631 w 374183"/>
              <a:gd name="connsiteY119" fmla="*/ 89821 h 372237"/>
              <a:gd name="connsiteX120" fmla="*/ 224521 w 374183"/>
              <a:gd name="connsiteY120" fmla="*/ 93726 h 372237"/>
              <a:gd name="connsiteX121" fmla="*/ 234860 w 374183"/>
              <a:gd name="connsiteY121" fmla="*/ 92392 h 372237"/>
              <a:gd name="connsiteX122" fmla="*/ 242639 w 374183"/>
              <a:gd name="connsiteY122" fmla="*/ 85915 h 372237"/>
              <a:gd name="connsiteX123" fmla="*/ 237421 w 374183"/>
              <a:gd name="connsiteY123" fmla="*/ 45625 h 372237"/>
              <a:gd name="connsiteX124" fmla="*/ 225754 w 374183"/>
              <a:gd name="connsiteY124" fmla="*/ 45625 h 372237"/>
              <a:gd name="connsiteX125" fmla="*/ 217976 w 374183"/>
              <a:gd name="connsiteY125" fmla="*/ 45625 h 372237"/>
              <a:gd name="connsiteX126" fmla="*/ 215415 w 374183"/>
              <a:gd name="connsiteY126" fmla="*/ 40386 h 372237"/>
              <a:gd name="connsiteX127" fmla="*/ 256013 w 374183"/>
              <a:gd name="connsiteY127" fmla="*/ 22384 h 372237"/>
              <a:gd name="connsiteX128" fmla="*/ 301449 w 374183"/>
              <a:gd name="connsiteY128" fmla="*/ 51816 h 372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4183" h="372237">
                <a:moveTo>
                  <a:pt x="372210" y="281940"/>
                </a:moveTo>
                <a:cubicBezTo>
                  <a:pt x="354093" y="263652"/>
                  <a:pt x="337209" y="258413"/>
                  <a:pt x="317858" y="263652"/>
                </a:cubicBezTo>
                <a:cubicBezTo>
                  <a:pt x="317858" y="263652"/>
                  <a:pt x="298631" y="270129"/>
                  <a:pt x="260187" y="283083"/>
                </a:cubicBezTo>
                <a:cubicBezTo>
                  <a:pt x="258195" y="273082"/>
                  <a:pt x="249278" y="264223"/>
                  <a:pt x="233532" y="264223"/>
                </a:cubicBezTo>
                <a:lnTo>
                  <a:pt x="190848" y="264223"/>
                </a:lnTo>
                <a:cubicBezTo>
                  <a:pt x="179181" y="253841"/>
                  <a:pt x="153285" y="233077"/>
                  <a:pt x="117146" y="233077"/>
                </a:cubicBezTo>
                <a:lnTo>
                  <a:pt x="77591" y="233077"/>
                </a:lnTo>
                <a:lnTo>
                  <a:pt x="77591" y="225076"/>
                </a:lnTo>
                <a:cubicBezTo>
                  <a:pt x="77591" y="221171"/>
                  <a:pt x="75030" y="217265"/>
                  <a:pt x="69813" y="217265"/>
                </a:cubicBezTo>
                <a:lnTo>
                  <a:pt x="7778" y="217265"/>
                </a:lnTo>
                <a:cubicBezTo>
                  <a:pt x="3889" y="217265"/>
                  <a:pt x="0" y="221171"/>
                  <a:pt x="0" y="225076"/>
                </a:cubicBezTo>
                <a:lnTo>
                  <a:pt x="0" y="349567"/>
                </a:lnTo>
                <a:cubicBezTo>
                  <a:pt x="0" y="353473"/>
                  <a:pt x="3889" y="357378"/>
                  <a:pt x="7778" y="357378"/>
                </a:cubicBezTo>
                <a:lnTo>
                  <a:pt x="69813" y="357378"/>
                </a:lnTo>
                <a:cubicBezTo>
                  <a:pt x="75030" y="357378"/>
                  <a:pt x="77591" y="353473"/>
                  <a:pt x="77591" y="349567"/>
                </a:cubicBezTo>
                <a:lnTo>
                  <a:pt x="77591" y="337090"/>
                </a:lnTo>
                <a:cubicBezTo>
                  <a:pt x="93527" y="342329"/>
                  <a:pt x="107660" y="346900"/>
                  <a:pt x="119802" y="351282"/>
                </a:cubicBezTo>
                <a:cubicBezTo>
                  <a:pt x="158692" y="365665"/>
                  <a:pt x="179370" y="372237"/>
                  <a:pt x="198816" y="372237"/>
                </a:cubicBezTo>
                <a:cubicBezTo>
                  <a:pt x="222150" y="372237"/>
                  <a:pt x="242828" y="361760"/>
                  <a:pt x="288169" y="336899"/>
                </a:cubicBezTo>
                <a:cubicBezTo>
                  <a:pt x="308847" y="326422"/>
                  <a:pt x="334837" y="312039"/>
                  <a:pt x="369744" y="293751"/>
                </a:cubicBezTo>
                <a:cubicBezTo>
                  <a:pt x="372305" y="292417"/>
                  <a:pt x="373633" y="291179"/>
                  <a:pt x="373633" y="288512"/>
                </a:cubicBezTo>
                <a:cubicBezTo>
                  <a:pt x="374961" y="285940"/>
                  <a:pt x="373633" y="283273"/>
                  <a:pt x="372305" y="281940"/>
                </a:cubicBezTo>
                <a:close/>
                <a:moveTo>
                  <a:pt x="61940" y="341757"/>
                </a:moveTo>
                <a:lnTo>
                  <a:pt x="15366" y="341757"/>
                </a:lnTo>
                <a:lnTo>
                  <a:pt x="15366" y="232791"/>
                </a:lnTo>
                <a:lnTo>
                  <a:pt x="61940" y="232791"/>
                </a:lnTo>
                <a:lnTo>
                  <a:pt x="61940" y="341757"/>
                </a:lnTo>
                <a:close/>
                <a:moveTo>
                  <a:pt x="280201" y="323755"/>
                </a:moveTo>
                <a:cubicBezTo>
                  <a:pt x="229236" y="351694"/>
                  <a:pt x="177407" y="356044"/>
                  <a:pt x="124734" y="336804"/>
                </a:cubicBezTo>
                <a:cubicBezTo>
                  <a:pt x="111549" y="331946"/>
                  <a:pt x="95993" y="326041"/>
                  <a:pt x="77402" y="319945"/>
                </a:cubicBezTo>
                <a:lnTo>
                  <a:pt x="77402" y="248507"/>
                </a:lnTo>
                <a:lnTo>
                  <a:pt x="116956" y="248507"/>
                </a:lnTo>
                <a:cubicBezTo>
                  <a:pt x="149301" y="248507"/>
                  <a:pt x="173869" y="269272"/>
                  <a:pt x="181647" y="277082"/>
                </a:cubicBezTo>
                <a:cubicBezTo>
                  <a:pt x="182975" y="278416"/>
                  <a:pt x="185536" y="279654"/>
                  <a:pt x="186864" y="279654"/>
                </a:cubicBezTo>
                <a:lnTo>
                  <a:pt x="233438" y="279654"/>
                </a:lnTo>
                <a:cubicBezTo>
                  <a:pt x="242449" y="279654"/>
                  <a:pt x="245105" y="283559"/>
                  <a:pt x="245105" y="287465"/>
                </a:cubicBezTo>
                <a:cubicBezTo>
                  <a:pt x="245105" y="287941"/>
                  <a:pt x="245105" y="288512"/>
                  <a:pt x="244915" y="288988"/>
                </a:cubicBezTo>
                <a:cubicBezTo>
                  <a:pt x="244061" y="289846"/>
                  <a:pt x="243587" y="290894"/>
                  <a:pt x="243303" y="292132"/>
                </a:cubicBezTo>
                <a:cubicBezTo>
                  <a:pt x="241595" y="293942"/>
                  <a:pt x="238655" y="295275"/>
                  <a:pt x="233438" y="295275"/>
                </a:cubicBezTo>
                <a:lnTo>
                  <a:pt x="148068" y="295275"/>
                </a:lnTo>
                <a:cubicBezTo>
                  <a:pt x="144179" y="295275"/>
                  <a:pt x="140290" y="299180"/>
                  <a:pt x="140290" y="303086"/>
                </a:cubicBezTo>
                <a:cubicBezTo>
                  <a:pt x="140290" y="306991"/>
                  <a:pt x="144179" y="310896"/>
                  <a:pt x="148068" y="310896"/>
                </a:cubicBezTo>
                <a:lnTo>
                  <a:pt x="233438" y="310896"/>
                </a:lnTo>
                <a:cubicBezTo>
                  <a:pt x="244536" y="310896"/>
                  <a:pt x="252124" y="306515"/>
                  <a:pt x="256487" y="300419"/>
                </a:cubicBezTo>
                <a:cubicBezTo>
                  <a:pt x="262273" y="298513"/>
                  <a:pt x="278209" y="293370"/>
                  <a:pt x="321747" y="279273"/>
                </a:cubicBezTo>
                <a:cubicBezTo>
                  <a:pt x="332087" y="275368"/>
                  <a:pt x="341193" y="276701"/>
                  <a:pt x="352860" y="285845"/>
                </a:cubicBezTo>
                <a:cubicBezTo>
                  <a:pt x="323075" y="300228"/>
                  <a:pt x="299741" y="313277"/>
                  <a:pt x="280296" y="323755"/>
                </a:cubicBezTo>
                <a:close/>
                <a:moveTo>
                  <a:pt x="109937" y="196691"/>
                </a:moveTo>
                <a:cubicBezTo>
                  <a:pt x="113826" y="195358"/>
                  <a:pt x="116387" y="190214"/>
                  <a:pt x="113826" y="186309"/>
                </a:cubicBezTo>
                <a:cubicBezTo>
                  <a:pt x="106048" y="169354"/>
                  <a:pt x="100831" y="152495"/>
                  <a:pt x="100831" y="132969"/>
                </a:cubicBezTo>
                <a:cubicBezTo>
                  <a:pt x="100831" y="69152"/>
                  <a:pt x="153949" y="15811"/>
                  <a:pt x="217407" y="15811"/>
                </a:cubicBezTo>
                <a:cubicBezTo>
                  <a:pt x="219304" y="15811"/>
                  <a:pt x="221107" y="16002"/>
                  <a:pt x="223004" y="16097"/>
                </a:cubicBezTo>
                <a:cubicBezTo>
                  <a:pt x="210388" y="21812"/>
                  <a:pt x="199100" y="30194"/>
                  <a:pt x="199764" y="41815"/>
                </a:cubicBezTo>
                <a:cubicBezTo>
                  <a:pt x="201092" y="49625"/>
                  <a:pt x="204981" y="56102"/>
                  <a:pt x="210103" y="60007"/>
                </a:cubicBezTo>
                <a:cubicBezTo>
                  <a:pt x="215320" y="62579"/>
                  <a:pt x="221771" y="62579"/>
                  <a:pt x="228221" y="61341"/>
                </a:cubicBezTo>
                <a:lnTo>
                  <a:pt x="228221" y="78200"/>
                </a:lnTo>
                <a:cubicBezTo>
                  <a:pt x="225660" y="78200"/>
                  <a:pt x="223004" y="78200"/>
                  <a:pt x="220442" y="79534"/>
                </a:cubicBezTo>
                <a:cubicBezTo>
                  <a:pt x="212664" y="80867"/>
                  <a:pt x="203558" y="83439"/>
                  <a:pt x="198436" y="79534"/>
                </a:cubicBezTo>
                <a:cubicBezTo>
                  <a:pt x="197108" y="78200"/>
                  <a:pt x="195875" y="75629"/>
                  <a:pt x="194547" y="74295"/>
                </a:cubicBezTo>
                <a:cubicBezTo>
                  <a:pt x="188097" y="69056"/>
                  <a:pt x="177663" y="69056"/>
                  <a:pt x="163435" y="71723"/>
                </a:cubicBezTo>
                <a:cubicBezTo>
                  <a:pt x="129761" y="78200"/>
                  <a:pt x="129761" y="121158"/>
                  <a:pt x="129761" y="122396"/>
                </a:cubicBezTo>
                <a:cubicBezTo>
                  <a:pt x="129761" y="132779"/>
                  <a:pt x="134978" y="152305"/>
                  <a:pt x="153096" y="152305"/>
                </a:cubicBezTo>
                <a:lnTo>
                  <a:pt x="162202" y="152305"/>
                </a:lnTo>
                <a:cubicBezTo>
                  <a:pt x="168652" y="150971"/>
                  <a:pt x="175197" y="150971"/>
                  <a:pt x="176430" y="152305"/>
                </a:cubicBezTo>
                <a:cubicBezTo>
                  <a:pt x="177758" y="153638"/>
                  <a:pt x="177758" y="156210"/>
                  <a:pt x="177758" y="160115"/>
                </a:cubicBezTo>
                <a:cubicBezTo>
                  <a:pt x="177758" y="162687"/>
                  <a:pt x="179086" y="164021"/>
                  <a:pt x="180319" y="166592"/>
                </a:cubicBezTo>
                <a:cubicBezTo>
                  <a:pt x="184208" y="170498"/>
                  <a:pt x="188097" y="174403"/>
                  <a:pt x="189425" y="176975"/>
                </a:cubicBezTo>
                <a:cubicBezTo>
                  <a:pt x="189425" y="178308"/>
                  <a:pt x="188097" y="179546"/>
                  <a:pt x="186864" y="180880"/>
                </a:cubicBezTo>
                <a:cubicBezTo>
                  <a:pt x="185536" y="184785"/>
                  <a:pt x="184303" y="188690"/>
                  <a:pt x="184303" y="192596"/>
                </a:cubicBezTo>
                <a:cubicBezTo>
                  <a:pt x="184303" y="199073"/>
                  <a:pt x="194642" y="227743"/>
                  <a:pt x="207637" y="227743"/>
                </a:cubicBezTo>
                <a:cubicBezTo>
                  <a:pt x="230971" y="227743"/>
                  <a:pt x="245200" y="217361"/>
                  <a:pt x="247856" y="197834"/>
                </a:cubicBezTo>
                <a:cubicBezTo>
                  <a:pt x="251745" y="196501"/>
                  <a:pt x="256962" y="192596"/>
                  <a:pt x="262084" y="187452"/>
                </a:cubicBezTo>
                <a:cubicBezTo>
                  <a:pt x="264645" y="184880"/>
                  <a:pt x="267301" y="180975"/>
                  <a:pt x="267301" y="177070"/>
                </a:cubicBezTo>
                <a:cubicBezTo>
                  <a:pt x="265973" y="171831"/>
                  <a:pt x="263412" y="167926"/>
                  <a:pt x="260851" y="165354"/>
                </a:cubicBezTo>
                <a:cubicBezTo>
                  <a:pt x="262179" y="164021"/>
                  <a:pt x="263412" y="162782"/>
                  <a:pt x="264740" y="161449"/>
                </a:cubicBezTo>
                <a:cubicBezTo>
                  <a:pt x="273846" y="151067"/>
                  <a:pt x="293291" y="131540"/>
                  <a:pt x="277735" y="117253"/>
                </a:cubicBezTo>
                <a:cubicBezTo>
                  <a:pt x="276407" y="114681"/>
                  <a:pt x="272518" y="114681"/>
                  <a:pt x="269957" y="115919"/>
                </a:cubicBezTo>
                <a:cubicBezTo>
                  <a:pt x="267396" y="117253"/>
                  <a:pt x="264740" y="117253"/>
                  <a:pt x="263507" y="117253"/>
                </a:cubicBezTo>
                <a:cubicBezTo>
                  <a:pt x="260946" y="109442"/>
                  <a:pt x="258290" y="104204"/>
                  <a:pt x="257056" y="101632"/>
                </a:cubicBezTo>
                <a:cubicBezTo>
                  <a:pt x="262273" y="97727"/>
                  <a:pt x="272613" y="95155"/>
                  <a:pt x="281719" y="97727"/>
                </a:cubicBezTo>
                <a:cubicBezTo>
                  <a:pt x="283047" y="97727"/>
                  <a:pt x="285608" y="97727"/>
                  <a:pt x="286936" y="96393"/>
                </a:cubicBezTo>
                <a:cubicBezTo>
                  <a:pt x="300784" y="89821"/>
                  <a:pt x="308847" y="76676"/>
                  <a:pt x="313305" y="66199"/>
                </a:cubicBezTo>
                <a:cubicBezTo>
                  <a:pt x="326490" y="85249"/>
                  <a:pt x="334268" y="108299"/>
                  <a:pt x="334268" y="132874"/>
                </a:cubicBezTo>
                <a:cubicBezTo>
                  <a:pt x="334268" y="174498"/>
                  <a:pt x="313590" y="213550"/>
                  <a:pt x="277261" y="234410"/>
                </a:cubicBezTo>
                <a:cubicBezTo>
                  <a:pt x="274699" y="236982"/>
                  <a:pt x="273371" y="240887"/>
                  <a:pt x="274699" y="244792"/>
                </a:cubicBezTo>
                <a:cubicBezTo>
                  <a:pt x="277261" y="247364"/>
                  <a:pt x="279916" y="248698"/>
                  <a:pt x="282478" y="248698"/>
                </a:cubicBezTo>
                <a:cubicBezTo>
                  <a:pt x="283806" y="248698"/>
                  <a:pt x="285039" y="248698"/>
                  <a:pt x="286367" y="247364"/>
                </a:cubicBezTo>
                <a:cubicBezTo>
                  <a:pt x="325257" y="223933"/>
                  <a:pt x="349824" y="179642"/>
                  <a:pt x="349824" y="132779"/>
                </a:cubicBezTo>
                <a:cubicBezTo>
                  <a:pt x="349824" y="99536"/>
                  <a:pt x="337588" y="69056"/>
                  <a:pt x="317384" y="45625"/>
                </a:cubicBezTo>
                <a:cubicBezTo>
                  <a:pt x="317005" y="45053"/>
                  <a:pt x="316530" y="44577"/>
                  <a:pt x="315961" y="44101"/>
                </a:cubicBezTo>
                <a:cubicBezTo>
                  <a:pt x="291963" y="17145"/>
                  <a:pt x="257056" y="0"/>
                  <a:pt x="217692" y="0"/>
                </a:cubicBezTo>
                <a:cubicBezTo>
                  <a:pt x="145128" y="0"/>
                  <a:pt x="85559" y="59912"/>
                  <a:pt x="85559" y="132779"/>
                </a:cubicBezTo>
                <a:cubicBezTo>
                  <a:pt x="85559" y="154877"/>
                  <a:pt x="90776" y="174403"/>
                  <a:pt x="99787" y="192691"/>
                </a:cubicBezTo>
                <a:cubicBezTo>
                  <a:pt x="102348" y="196596"/>
                  <a:pt x="106237" y="197929"/>
                  <a:pt x="110126" y="196596"/>
                </a:cubicBezTo>
                <a:close/>
                <a:moveTo>
                  <a:pt x="301354" y="51911"/>
                </a:moveTo>
                <a:cubicBezTo>
                  <a:pt x="299551" y="58865"/>
                  <a:pt x="294524" y="74200"/>
                  <a:pt x="282762" y="82106"/>
                </a:cubicBezTo>
                <a:cubicBezTo>
                  <a:pt x="263317" y="78200"/>
                  <a:pt x="243872" y="88583"/>
                  <a:pt x="238655" y="93821"/>
                </a:cubicBezTo>
                <a:cubicBezTo>
                  <a:pt x="236094" y="99060"/>
                  <a:pt x="237327" y="102965"/>
                  <a:pt x="237327" y="104204"/>
                </a:cubicBezTo>
                <a:cubicBezTo>
                  <a:pt x="238655" y="105537"/>
                  <a:pt x="239888" y="108109"/>
                  <a:pt x="242544" y="108109"/>
                </a:cubicBezTo>
                <a:cubicBezTo>
                  <a:pt x="245105" y="110681"/>
                  <a:pt x="247761" y="118491"/>
                  <a:pt x="248994" y="125063"/>
                </a:cubicBezTo>
                <a:cubicBezTo>
                  <a:pt x="248994" y="126397"/>
                  <a:pt x="250322" y="127635"/>
                  <a:pt x="250322" y="127635"/>
                </a:cubicBezTo>
                <a:cubicBezTo>
                  <a:pt x="255539" y="132874"/>
                  <a:pt x="261989" y="132874"/>
                  <a:pt x="267206" y="132874"/>
                </a:cubicBezTo>
                <a:cubicBezTo>
                  <a:pt x="265878" y="138113"/>
                  <a:pt x="256867" y="147161"/>
                  <a:pt x="252978" y="151067"/>
                </a:cubicBezTo>
                <a:cubicBezTo>
                  <a:pt x="246528" y="157544"/>
                  <a:pt x="242639" y="161449"/>
                  <a:pt x="242639" y="166688"/>
                </a:cubicBezTo>
                <a:cubicBezTo>
                  <a:pt x="242639" y="171926"/>
                  <a:pt x="246528" y="174498"/>
                  <a:pt x="249089" y="177070"/>
                </a:cubicBezTo>
                <a:lnTo>
                  <a:pt x="250417" y="177070"/>
                </a:lnTo>
                <a:cubicBezTo>
                  <a:pt x="243966" y="183547"/>
                  <a:pt x="237421" y="186214"/>
                  <a:pt x="237421" y="186214"/>
                </a:cubicBezTo>
                <a:cubicBezTo>
                  <a:pt x="234860" y="187547"/>
                  <a:pt x="232205" y="190119"/>
                  <a:pt x="232205" y="192691"/>
                </a:cubicBezTo>
                <a:cubicBezTo>
                  <a:pt x="232205" y="197929"/>
                  <a:pt x="232205" y="212217"/>
                  <a:pt x="208870" y="212217"/>
                </a:cubicBezTo>
                <a:cubicBezTo>
                  <a:pt x="206309" y="209645"/>
                  <a:pt x="199764" y="196596"/>
                  <a:pt x="199764" y="192691"/>
                </a:cubicBezTo>
                <a:cubicBezTo>
                  <a:pt x="199764" y="192691"/>
                  <a:pt x="199764" y="190119"/>
                  <a:pt x="201092" y="188786"/>
                </a:cubicBezTo>
                <a:cubicBezTo>
                  <a:pt x="202420" y="184880"/>
                  <a:pt x="204981" y="180975"/>
                  <a:pt x="204981" y="177070"/>
                </a:cubicBezTo>
                <a:cubicBezTo>
                  <a:pt x="204981" y="170593"/>
                  <a:pt x="198531" y="162782"/>
                  <a:pt x="193314" y="157544"/>
                </a:cubicBezTo>
                <a:cubicBezTo>
                  <a:pt x="193314" y="151067"/>
                  <a:pt x="190753" y="145828"/>
                  <a:pt x="186864" y="141923"/>
                </a:cubicBezTo>
                <a:cubicBezTo>
                  <a:pt x="180414" y="135446"/>
                  <a:pt x="171308" y="135446"/>
                  <a:pt x="160969" y="136684"/>
                </a:cubicBezTo>
                <a:lnTo>
                  <a:pt x="153190" y="136684"/>
                </a:lnTo>
                <a:cubicBezTo>
                  <a:pt x="145412" y="136684"/>
                  <a:pt x="145412" y="123635"/>
                  <a:pt x="145412" y="122396"/>
                </a:cubicBezTo>
                <a:cubicBezTo>
                  <a:pt x="145412" y="122396"/>
                  <a:pt x="145412" y="91154"/>
                  <a:pt x="166186" y="87249"/>
                </a:cubicBezTo>
                <a:cubicBezTo>
                  <a:pt x="177853" y="84677"/>
                  <a:pt x="183070" y="85915"/>
                  <a:pt x="184303" y="85915"/>
                </a:cubicBezTo>
                <a:cubicBezTo>
                  <a:pt x="184303" y="87249"/>
                  <a:pt x="185631" y="88487"/>
                  <a:pt x="185631" y="89821"/>
                </a:cubicBezTo>
                <a:cubicBezTo>
                  <a:pt x="197298" y="100203"/>
                  <a:pt x="212854" y="96298"/>
                  <a:pt x="224521" y="93726"/>
                </a:cubicBezTo>
                <a:cubicBezTo>
                  <a:pt x="228410" y="93726"/>
                  <a:pt x="232299" y="92392"/>
                  <a:pt x="234860" y="92392"/>
                </a:cubicBezTo>
                <a:cubicBezTo>
                  <a:pt x="238749" y="92392"/>
                  <a:pt x="241311" y="89821"/>
                  <a:pt x="242639" y="85915"/>
                </a:cubicBezTo>
                <a:cubicBezTo>
                  <a:pt x="245200" y="63818"/>
                  <a:pt x="243966" y="50768"/>
                  <a:pt x="237421" y="45625"/>
                </a:cubicBezTo>
                <a:cubicBezTo>
                  <a:pt x="233532" y="43053"/>
                  <a:pt x="229643" y="43053"/>
                  <a:pt x="225754" y="45625"/>
                </a:cubicBezTo>
                <a:cubicBezTo>
                  <a:pt x="223193" y="46958"/>
                  <a:pt x="219304" y="46958"/>
                  <a:pt x="217976" y="45625"/>
                </a:cubicBezTo>
                <a:cubicBezTo>
                  <a:pt x="216648" y="44291"/>
                  <a:pt x="215415" y="41720"/>
                  <a:pt x="215415" y="40386"/>
                </a:cubicBezTo>
                <a:cubicBezTo>
                  <a:pt x="215415" y="36576"/>
                  <a:pt x="233153" y="26384"/>
                  <a:pt x="256013" y="22384"/>
                </a:cubicBezTo>
                <a:cubicBezTo>
                  <a:pt x="273466" y="28575"/>
                  <a:pt x="288928" y="38767"/>
                  <a:pt x="301449" y="5181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9">
            <a:extLst>
              <a:ext uri="{FF2B5EF4-FFF2-40B4-BE49-F238E27FC236}">
                <a16:creationId xmlns:a16="http://schemas.microsoft.com/office/drawing/2014/main" id="{52E56C9A-BA3A-3A22-D1EC-EA9BECBBEDD2}"/>
              </a:ext>
            </a:extLst>
          </p:cNvPr>
          <p:cNvSpPr/>
          <p:nvPr/>
        </p:nvSpPr>
        <p:spPr>
          <a:xfrm>
            <a:off x="2953797" y="1434377"/>
            <a:ext cx="499922" cy="497322"/>
          </a:xfrm>
          <a:custGeom>
            <a:avLst/>
            <a:gdLst>
              <a:gd name="connsiteX0" fmla="*/ 372210 w 374183"/>
              <a:gd name="connsiteY0" fmla="*/ 281940 h 372237"/>
              <a:gd name="connsiteX1" fmla="*/ 317858 w 374183"/>
              <a:gd name="connsiteY1" fmla="*/ 263652 h 372237"/>
              <a:gd name="connsiteX2" fmla="*/ 260187 w 374183"/>
              <a:gd name="connsiteY2" fmla="*/ 283083 h 372237"/>
              <a:gd name="connsiteX3" fmla="*/ 233532 w 374183"/>
              <a:gd name="connsiteY3" fmla="*/ 264223 h 372237"/>
              <a:gd name="connsiteX4" fmla="*/ 190848 w 374183"/>
              <a:gd name="connsiteY4" fmla="*/ 264223 h 372237"/>
              <a:gd name="connsiteX5" fmla="*/ 117146 w 374183"/>
              <a:gd name="connsiteY5" fmla="*/ 233077 h 372237"/>
              <a:gd name="connsiteX6" fmla="*/ 77591 w 374183"/>
              <a:gd name="connsiteY6" fmla="*/ 233077 h 372237"/>
              <a:gd name="connsiteX7" fmla="*/ 77591 w 374183"/>
              <a:gd name="connsiteY7" fmla="*/ 225076 h 372237"/>
              <a:gd name="connsiteX8" fmla="*/ 69813 w 374183"/>
              <a:gd name="connsiteY8" fmla="*/ 217265 h 372237"/>
              <a:gd name="connsiteX9" fmla="*/ 7778 w 374183"/>
              <a:gd name="connsiteY9" fmla="*/ 217265 h 372237"/>
              <a:gd name="connsiteX10" fmla="*/ 0 w 374183"/>
              <a:gd name="connsiteY10" fmla="*/ 225076 h 372237"/>
              <a:gd name="connsiteX11" fmla="*/ 0 w 374183"/>
              <a:gd name="connsiteY11" fmla="*/ 349567 h 372237"/>
              <a:gd name="connsiteX12" fmla="*/ 7778 w 374183"/>
              <a:gd name="connsiteY12" fmla="*/ 357378 h 372237"/>
              <a:gd name="connsiteX13" fmla="*/ 69813 w 374183"/>
              <a:gd name="connsiteY13" fmla="*/ 357378 h 372237"/>
              <a:gd name="connsiteX14" fmla="*/ 77591 w 374183"/>
              <a:gd name="connsiteY14" fmla="*/ 349567 h 372237"/>
              <a:gd name="connsiteX15" fmla="*/ 77591 w 374183"/>
              <a:gd name="connsiteY15" fmla="*/ 337090 h 372237"/>
              <a:gd name="connsiteX16" fmla="*/ 119802 w 374183"/>
              <a:gd name="connsiteY16" fmla="*/ 351282 h 372237"/>
              <a:gd name="connsiteX17" fmla="*/ 198816 w 374183"/>
              <a:gd name="connsiteY17" fmla="*/ 372237 h 372237"/>
              <a:gd name="connsiteX18" fmla="*/ 288169 w 374183"/>
              <a:gd name="connsiteY18" fmla="*/ 336899 h 372237"/>
              <a:gd name="connsiteX19" fmla="*/ 369744 w 374183"/>
              <a:gd name="connsiteY19" fmla="*/ 293751 h 372237"/>
              <a:gd name="connsiteX20" fmla="*/ 373633 w 374183"/>
              <a:gd name="connsiteY20" fmla="*/ 288512 h 372237"/>
              <a:gd name="connsiteX21" fmla="*/ 372305 w 374183"/>
              <a:gd name="connsiteY21" fmla="*/ 281940 h 372237"/>
              <a:gd name="connsiteX22" fmla="*/ 61940 w 374183"/>
              <a:gd name="connsiteY22" fmla="*/ 341757 h 372237"/>
              <a:gd name="connsiteX23" fmla="*/ 15366 w 374183"/>
              <a:gd name="connsiteY23" fmla="*/ 341757 h 372237"/>
              <a:gd name="connsiteX24" fmla="*/ 15366 w 374183"/>
              <a:gd name="connsiteY24" fmla="*/ 232791 h 372237"/>
              <a:gd name="connsiteX25" fmla="*/ 61940 w 374183"/>
              <a:gd name="connsiteY25" fmla="*/ 232791 h 372237"/>
              <a:gd name="connsiteX26" fmla="*/ 61940 w 374183"/>
              <a:gd name="connsiteY26" fmla="*/ 341757 h 372237"/>
              <a:gd name="connsiteX27" fmla="*/ 280201 w 374183"/>
              <a:gd name="connsiteY27" fmla="*/ 323755 h 372237"/>
              <a:gd name="connsiteX28" fmla="*/ 124734 w 374183"/>
              <a:gd name="connsiteY28" fmla="*/ 336804 h 372237"/>
              <a:gd name="connsiteX29" fmla="*/ 77402 w 374183"/>
              <a:gd name="connsiteY29" fmla="*/ 319945 h 372237"/>
              <a:gd name="connsiteX30" fmla="*/ 77402 w 374183"/>
              <a:gd name="connsiteY30" fmla="*/ 248507 h 372237"/>
              <a:gd name="connsiteX31" fmla="*/ 116956 w 374183"/>
              <a:gd name="connsiteY31" fmla="*/ 248507 h 372237"/>
              <a:gd name="connsiteX32" fmla="*/ 181647 w 374183"/>
              <a:gd name="connsiteY32" fmla="*/ 277082 h 372237"/>
              <a:gd name="connsiteX33" fmla="*/ 186864 w 374183"/>
              <a:gd name="connsiteY33" fmla="*/ 279654 h 372237"/>
              <a:gd name="connsiteX34" fmla="*/ 233438 w 374183"/>
              <a:gd name="connsiteY34" fmla="*/ 279654 h 372237"/>
              <a:gd name="connsiteX35" fmla="*/ 245105 w 374183"/>
              <a:gd name="connsiteY35" fmla="*/ 287465 h 372237"/>
              <a:gd name="connsiteX36" fmla="*/ 244915 w 374183"/>
              <a:gd name="connsiteY36" fmla="*/ 288988 h 372237"/>
              <a:gd name="connsiteX37" fmla="*/ 243303 w 374183"/>
              <a:gd name="connsiteY37" fmla="*/ 292132 h 372237"/>
              <a:gd name="connsiteX38" fmla="*/ 233438 w 374183"/>
              <a:gd name="connsiteY38" fmla="*/ 295275 h 372237"/>
              <a:gd name="connsiteX39" fmla="*/ 148068 w 374183"/>
              <a:gd name="connsiteY39" fmla="*/ 295275 h 372237"/>
              <a:gd name="connsiteX40" fmla="*/ 140290 w 374183"/>
              <a:gd name="connsiteY40" fmla="*/ 303086 h 372237"/>
              <a:gd name="connsiteX41" fmla="*/ 148068 w 374183"/>
              <a:gd name="connsiteY41" fmla="*/ 310896 h 372237"/>
              <a:gd name="connsiteX42" fmla="*/ 233438 w 374183"/>
              <a:gd name="connsiteY42" fmla="*/ 310896 h 372237"/>
              <a:gd name="connsiteX43" fmla="*/ 256487 w 374183"/>
              <a:gd name="connsiteY43" fmla="*/ 300419 h 372237"/>
              <a:gd name="connsiteX44" fmla="*/ 321747 w 374183"/>
              <a:gd name="connsiteY44" fmla="*/ 279273 h 372237"/>
              <a:gd name="connsiteX45" fmla="*/ 352860 w 374183"/>
              <a:gd name="connsiteY45" fmla="*/ 285845 h 372237"/>
              <a:gd name="connsiteX46" fmla="*/ 280296 w 374183"/>
              <a:gd name="connsiteY46" fmla="*/ 323755 h 372237"/>
              <a:gd name="connsiteX47" fmla="*/ 109937 w 374183"/>
              <a:gd name="connsiteY47" fmla="*/ 196691 h 372237"/>
              <a:gd name="connsiteX48" fmla="*/ 113826 w 374183"/>
              <a:gd name="connsiteY48" fmla="*/ 186309 h 372237"/>
              <a:gd name="connsiteX49" fmla="*/ 100831 w 374183"/>
              <a:gd name="connsiteY49" fmla="*/ 132969 h 372237"/>
              <a:gd name="connsiteX50" fmla="*/ 217407 w 374183"/>
              <a:gd name="connsiteY50" fmla="*/ 15811 h 372237"/>
              <a:gd name="connsiteX51" fmla="*/ 223004 w 374183"/>
              <a:gd name="connsiteY51" fmla="*/ 16097 h 372237"/>
              <a:gd name="connsiteX52" fmla="*/ 199764 w 374183"/>
              <a:gd name="connsiteY52" fmla="*/ 41815 h 372237"/>
              <a:gd name="connsiteX53" fmla="*/ 210103 w 374183"/>
              <a:gd name="connsiteY53" fmla="*/ 60007 h 372237"/>
              <a:gd name="connsiteX54" fmla="*/ 228221 w 374183"/>
              <a:gd name="connsiteY54" fmla="*/ 61341 h 372237"/>
              <a:gd name="connsiteX55" fmla="*/ 228221 w 374183"/>
              <a:gd name="connsiteY55" fmla="*/ 78200 h 372237"/>
              <a:gd name="connsiteX56" fmla="*/ 220442 w 374183"/>
              <a:gd name="connsiteY56" fmla="*/ 79534 h 372237"/>
              <a:gd name="connsiteX57" fmla="*/ 198436 w 374183"/>
              <a:gd name="connsiteY57" fmla="*/ 79534 h 372237"/>
              <a:gd name="connsiteX58" fmla="*/ 194547 w 374183"/>
              <a:gd name="connsiteY58" fmla="*/ 74295 h 372237"/>
              <a:gd name="connsiteX59" fmla="*/ 163435 w 374183"/>
              <a:gd name="connsiteY59" fmla="*/ 71723 h 372237"/>
              <a:gd name="connsiteX60" fmla="*/ 129761 w 374183"/>
              <a:gd name="connsiteY60" fmla="*/ 122396 h 372237"/>
              <a:gd name="connsiteX61" fmla="*/ 153096 w 374183"/>
              <a:gd name="connsiteY61" fmla="*/ 152305 h 372237"/>
              <a:gd name="connsiteX62" fmla="*/ 162202 w 374183"/>
              <a:gd name="connsiteY62" fmla="*/ 152305 h 372237"/>
              <a:gd name="connsiteX63" fmla="*/ 176430 w 374183"/>
              <a:gd name="connsiteY63" fmla="*/ 152305 h 372237"/>
              <a:gd name="connsiteX64" fmla="*/ 177758 w 374183"/>
              <a:gd name="connsiteY64" fmla="*/ 160115 h 372237"/>
              <a:gd name="connsiteX65" fmla="*/ 180319 w 374183"/>
              <a:gd name="connsiteY65" fmla="*/ 166592 h 372237"/>
              <a:gd name="connsiteX66" fmla="*/ 189425 w 374183"/>
              <a:gd name="connsiteY66" fmla="*/ 176975 h 372237"/>
              <a:gd name="connsiteX67" fmla="*/ 186864 w 374183"/>
              <a:gd name="connsiteY67" fmla="*/ 180880 h 372237"/>
              <a:gd name="connsiteX68" fmla="*/ 184303 w 374183"/>
              <a:gd name="connsiteY68" fmla="*/ 192596 h 372237"/>
              <a:gd name="connsiteX69" fmla="*/ 207637 w 374183"/>
              <a:gd name="connsiteY69" fmla="*/ 227743 h 372237"/>
              <a:gd name="connsiteX70" fmla="*/ 247856 w 374183"/>
              <a:gd name="connsiteY70" fmla="*/ 197834 h 372237"/>
              <a:gd name="connsiteX71" fmla="*/ 262084 w 374183"/>
              <a:gd name="connsiteY71" fmla="*/ 187452 h 372237"/>
              <a:gd name="connsiteX72" fmla="*/ 267301 w 374183"/>
              <a:gd name="connsiteY72" fmla="*/ 177070 h 372237"/>
              <a:gd name="connsiteX73" fmla="*/ 260851 w 374183"/>
              <a:gd name="connsiteY73" fmla="*/ 165354 h 372237"/>
              <a:gd name="connsiteX74" fmla="*/ 264740 w 374183"/>
              <a:gd name="connsiteY74" fmla="*/ 161449 h 372237"/>
              <a:gd name="connsiteX75" fmla="*/ 277735 w 374183"/>
              <a:gd name="connsiteY75" fmla="*/ 117253 h 372237"/>
              <a:gd name="connsiteX76" fmla="*/ 269957 w 374183"/>
              <a:gd name="connsiteY76" fmla="*/ 115919 h 372237"/>
              <a:gd name="connsiteX77" fmla="*/ 263507 w 374183"/>
              <a:gd name="connsiteY77" fmla="*/ 117253 h 372237"/>
              <a:gd name="connsiteX78" fmla="*/ 257056 w 374183"/>
              <a:gd name="connsiteY78" fmla="*/ 101632 h 372237"/>
              <a:gd name="connsiteX79" fmla="*/ 281719 w 374183"/>
              <a:gd name="connsiteY79" fmla="*/ 97727 h 372237"/>
              <a:gd name="connsiteX80" fmla="*/ 286936 w 374183"/>
              <a:gd name="connsiteY80" fmla="*/ 96393 h 372237"/>
              <a:gd name="connsiteX81" fmla="*/ 313305 w 374183"/>
              <a:gd name="connsiteY81" fmla="*/ 66199 h 372237"/>
              <a:gd name="connsiteX82" fmla="*/ 334268 w 374183"/>
              <a:gd name="connsiteY82" fmla="*/ 132874 h 372237"/>
              <a:gd name="connsiteX83" fmla="*/ 277261 w 374183"/>
              <a:gd name="connsiteY83" fmla="*/ 234410 h 372237"/>
              <a:gd name="connsiteX84" fmla="*/ 274699 w 374183"/>
              <a:gd name="connsiteY84" fmla="*/ 244792 h 372237"/>
              <a:gd name="connsiteX85" fmla="*/ 282478 w 374183"/>
              <a:gd name="connsiteY85" fmla="*/ 248698 h 372237"/>
              <a:gd name="connsiteX86" fmla="*/ 286367 w 374183"/>
              <a:gd name="connsiteY86" fmla="*/ 247364 h 372237"/>
              <a:gd name="connsiteX87" fmla="*/ 349824 w 374183"/>
              <a:gd name="connsiteY87" fmla="*/ 132779 h 372237"/>
              <a:gd name="connsiteX88" fmla="*/ 317384 w 374183"/>
              <a:gd name="connsiteY88" fmla="*/ 45625 h 372237"/>
              <a:gd name="connsiteX89" fmla="*/ 315961 w 374183"/>
              <a:gd name="connsiteY89" fmla="*/ 44101 h 372237"/>
              <a:gd name="connsiteX90" fmla="*/ 217692 w 374183"/>
              <a:gd name="connsiteY90" fmla="*/ 0 h 372237"/>
              <a:gd name="connsiteX91" fmla="*/ 85559 w 374183"/>
              <a:gd name="connsiteY91" fmla="*/ 132779 h 372237"/>
              <a:gd name="connsiteX92" fmla="*/ 99787 w 374183"/>
              <a:gd name="connsiteY92" fmla="*/ 192691 h 372237"/>
              <a:gd name="connsiteX93" fmla="*/ 110126 w 374183"/>
              <a:gd name="connsiteY93" fmla="*/ 196596 h 372237"/>
              <a:gd name="connsiteX94" fmla="*/ 301354 w 374183"/>
              <a:gd name="connsiteY94" fmla="*/ 51911 h 372237"/>
              <a:gd name="connsiteX95" fmla="*/ 282762 w 374183"/>
              <a:gd name="connsiteY95" fmla="*/ 82106 h 372237"/>
              <a:gd name="connsiteX96" fmla="*/ 238655 w 374183"/>
              <a:gd name="connsiteY96" fmla="*/ 93821 h 372237"/>
              <a:gd name="connsiteX97" fmla="*/ 237327 w 374183"/>
              <a:gd name="connsiteY97" fmla="*/ 104204 h 372237"/>
              <a:gd name="connsiteX98" fmla="*/ 242544 w 374183"/>
              <a:gd name="connsiteY98" fmla="*/ 108109 h 372237"/>
              <a:gd name="connsiteX99" fmla="*/ 248994 w 374183"/>
              <a:gd name="connsiteY99" fmla="*/ 125063 h 372237"/>
              <a:gd name="connsiteX100" fmla="*/ 250322 w 374183"/>
              <a:gd name="connsiteY100" fmla="*/ 127635 h 372237"/>
              <a:gd name="connsiteX101" fmla="*/ 267206 w 374183"/>
              <a:gd name="connsiteY101" fmla="*/ 132874 h 372237"/>
              <a:gd name="connsiteX102" fmla="*/ 252978 w 374183"/>
              <a:gd name="connsiteY102" fmla="*/ 151067 h 372237"/>
              <a:gd name="connsiteX103" fmla="*/ 242639 w 374183"/>
              <a:gd name="connsiteY103" fmla="*/ 166688 h 372237"/>
              <a:gd name="connsiteX104" fmla="*/ 249089 w 374183"/>
              <a:gd name="connsiteY104" fmla="*/ 177070 h 372237"/>
              <a:gd name="connsiteX105" fmla="*/ 250417 w 374183"/>
              <a:gd name="connsiteY105" fmla="*/ 177070 h 372237"/>
              <a:gd name="connsiteX106" fmla="*/ 237421 w 374183"/>
              <a:gd name="connsiteY106" fmla="*/ 186214 h 372237"/>
              <a:gd name="connsiteX107" fmla="*/ 232205 w 374183"/>
              <a:gd name="connsiteY107" fmla="*/ 192691 h 372237"/>
              <a:gd name="connsiteX108" fmla="*/ 208870 w 374183"/>
              <a:gd name="connsiteY108" fmla="*/ 212217 h 372237"/>
              <a:gd name="connsiteX109" fmla="*/ 199764 w 374183"/>
              <a:gd name="connsiteY109" fmla="*/ 192691 h 372237"/>
              <a:gd name="connsiteX110" fmla="*/ 201092 w 374183"/>
              <a:gd name="connsiteY110" fmla="*/ 188786 h 372237"/>
              <a:gd name="connsiteX111" fmla="*/ 204981 w 374183"/>
              <a:gd name="connsiteY111" fmla="*/ 177070 h 372237"/>
              <a:gd name="connsiteX112" fmla="*/ 193314 w 374183"/>
              <a:gd name="connsiteY112" fmla="*/ 157544 h 372237"/>
              <a:gd name="connsiteX113" fmla="*/ 186864 w 374183"/>
              <a:gd name="connsiteY113" fmla="*/ 141923 h 372237"/>
              <a:gd name="connsiteX114" fmla="*/ 160969 w 374183"/>
              <a:gd name="connsiteY114" fmla="*/ 136684 h 372237"/>
              <a:gd name="connsiteX115" fmla="*/ 153190 w 374183"/>
              <a:gd name="connsiteY115" fmla="*/ 136684 h 372237"/>
              <a:gd name="connsiteX116" fmla="*/ 145412 w 374183"/>
              <a:gd name="connsiteY116" fmla="*/ 122396 h 372237"/>
              <a:gd name="connsiteX117" fmla="*/ 166186 w 374183"/>
              <a:gd name="connsiteY117" fmla="*/ 87249 h 372237"/>
              <a:gd name="connsiteX118" fmla="*/ 184303 w 374183"/>
              <a:gd name="connsiteY118" fmla="*/ 85915 h 372237"/>
              <a:gd name="connsiteX119" fmla="*/ 185631 w 374183"/>
              <a:gd name="connsiteY119" fmla="*/ 89821 h 372237"/>
              <a:gd name="connsiteX120" fmla="*/ 224521 w 374183"/>
              <a:gd name="connsiteY120" fmla="*/ 93726 h 372237"/>
              <a:gd name="connsiteX121" fmla="*/ 234860 w 374183"/>
              <a:gd name="connsiteY121" fmla="*/ 92392 h 372237"/>
              <a:gd name="connsiteX122" fmla="*/ 242639 w 374183"/>
              <a:gd name="connsiteY122" fmla="*/ 85915 h 372237"/>
              <a:gd name="connsiteX123" fmla="*/ 237421 w 374183"/>
              <a:gd name="connsiteY123" fmla="*/ 45625 h 372237"/>
              <a:gd name="connsiteX124" fmla="*/ 225754 w 374183"/>
              <a:gd name="connsiteY124" fmla="*/ 45625 h 372237"/>
              <a:gd name="connsiteX125" fmla="*/ 217976 w 374183"/>
              <a:gd name="connsiteY125" fmla="*/ 45625 h 372237"/>
              <a:gd name="connsiteX126" fmla="*/ 215415 w 374183"/>
              <a:gd name="connsiteY126" fmla="*/ 40386 h 372237"/>
              <a:gd name="connsiteX127" fmla="*/ 256013 w 374183"/>
              <a:gd name="connsiteY127" fmla="*/ 22384 h 372237"/>
              <a:gd name="connsiteX128" fmla="*/ 301449 w 374183"/>
              <a:gd name="connsiteY128" fmla="*/ 51816 h 372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374183" h="372237">
                <a:moveTo>
                  <a:pt x="372210" y="281940"/>
                </a:moveTo>
                <a:cubicBezTo>
                  <a:pt x="354093" y="263652"/>
                  <a:pt x="337209" y="258413"/>
                  <a:pt x="317858" y="263652"/>
                </a:cubicBezTo>
                <a:cubicBezTo>
                  <a:pt x="317858" y="263652"/>
                  <a:pt x="298631" y="270129"/>
                  <a:pt x="260187" y="283083"/>
                </a:cubicBezTo>
                <a:cubicBezTo>
                  <a:pt x="258195" y="273082"/>
                  <a:pt x="249278" y="264223"/>
                  <a:pt x="233532" y="264223"/>
                </a:cubicBezTo>
                <a:lnTo>
                  <a:pt x="190848" y="264223"/>
                </a:lnTo>
                <a:cubicBezTo>
                  <a:pt x="179181" y="253841"/>
                  <a:pt x="153285" y="233077"/>
                  <a:pt x="117146" y="233077"/>
                </a:cubicBezTo>
                <a:lnTo>
                  <a:pt x="77591" y="233077"/>
                </a:lnTo>
                <a:lnTo>
                  <a:pt x="77591" y="225076"/>
                </a:lnTo>
                <a:cubicBezTo>
                  <a:pt x="77591" y="221171"/>
                  <a:pt x="75030" y="217265"/>
                  <a:pt x="69813" y="217265"/>
                </a:cubicBezTo>
                <a:lnTo>
                  <a:pt x="7778" y="217265"/>
                </a:lnTo>
                <a:cubicBezTo>
                  <a:pt x="3889" y="217265"/>
                  <a:pt x="0" y="221171"/>
                  <a:pt x="0" y="225076"/>
                </a:cubicBezTo>
                <a:lnTo>
                  <a:pt x="0" y="349567"/>
                </a:lnTo>
                <a:cubicBezTo>
                  <a:pt x="0" y="353473"/>
                  <a:pt x="3889" y="357378"/>
                  <a:pt x="7778" y="357378"/>
                </a:cubicBezTo>
                <a:lnTo>
                  <a:pt x="69813" y="357378"/>
                </a:lnTo>
                <a:cubicBezTo>
                  <a:pt x="75030" y="357378"/>
                  <a:pt x="77591" y="353473"/>
                  <a:pt x="77591" y="349567"/>
                </a:cubicBezTo>
                <a:lnTo>
                  <a:pt x="77591" y="337090"/>
                </a:lnTo>
                <a:cubicBezTo>
                  <a:pt x="93527" y="342329"/>
                  <a:pt x="107660" y="346900"/>
                  <a:pt x="119802" y="351282"/>
                </a:cubicBezTo>
                <a:cubicBezTo>
                  <a:pt x="158692" y="365665"/>
                  <a:pt x="179370" y="372237"/>
                  <a:pt x="198816" y="372237"/>
                </a:cubicBezTo>
                <a:cubicBezTo>
                  <a:pt x="222150" y="372237"/>
                  <a:pt x="242828" y="361760"/>
                  <a:pt x="288169" y="336899"/>
                </a:cubicBezTo>
                <a:cubicBezTo>
                  <a:pt x="308847" y="326422"/>
                  <a:pt x="334837" y="312039"/>
                  <a:pt x="369744" y="293751"/>
                </a:cubicBezTo>
                <a:cubicBezTo>
                  <a:pt x="372305" y="292417"/>
                  <a:pt x="373633" y="291179"/>
                  <a:pt x="373633" y="288512"/>
                </a:cubicBezTo>
                <a:cubicBezTo>
                  <a:pt x="374961" y="285940"/>
                  <a:pt x="373633" y="283273"/>
                  <a:pt x="372305" y="281940"/>
                </a:cubicBezTo>
                <a:close/>
                <a:moveTo>
                  <a:pt x="61940" y="341757"/>
                </a:moveTo>
                <a:lnTo>
                  <a:pt x="15366" y="341757"/>
                </a:lnTo>
                <a:lnTo>
                  <a:pt x="15366" y="232791"/>
                </a:lnTo>
                <a:lnTo>
                  <a:pt x="61940" y="232791"/>
                </a:lnTo>
                <a:lnTo>
                  <a:pt x="61940" y="341757"/>
                </a:lnTo>
                <a:close/>
                <a:moveTo>
                  <a:pt x="280201" y="323755"/>
                </a:moveTo>
                <a:cubicBezTo>
                  <a:pt x="229236" y="351694"/>
                  <a:pt x="177407" y="356044"/>
                  <a:pt x="124734" y="336804"/>
                </a:cubicBezTo>
                <a:cubicBezTo>
                  <a:pt x="111549" y="331946"/>
                  <a:pt x="95993" y="326041"/>
                  <a:pt x="77402" y="319945"/>
                </a:cubicBezTo>
                <a:lnTo>
                  <a:pt x="77402" y="248507"/>
                </a:lnTo>
                <a:lnTo>
                  <a:pt x="116956" y="248507"/>
                </a:lnTo>
                <a:cubicBezTo>
                  <a:pt x="149301" y="248507"/>
                  <a:pt x="173869" y="269272"/>
                  <a:pt x="181647" y="277082"/>
                </a:cubicBezTo>
                <a:cubicBezTo>
                  <a:pt x="182975" y="278416"/>
                  <a:pt x="185536" y="279654"/>
                  <a:pt x="186864" y="279654"/>
                </a:cubicBezTo>
                <a:lnTo>
                  <a:pt x="233438" y="279654"/>
                </a:lnTo>
                <a:cubicBezTo>
                  <a:pt x="242449" y="279654"/>
                  <a:pt x="245105" y="283559"/>
                  <a:pt x="245105" y="287465"/>
                </a:cubicBezTo>
                <a:cubicBezTo>
                  <a:pt x="245105" y="287941"/>
                  <a:pt x="245105" y="288512"/>
                  <a:pt x="244915" y="288988"/>
                </a:cubicBezTo>
                <a:cubicBezTo>
                  <a:pt x="244061" y="289846"/>
                  <a:pt x="243587" y="290894"/>
                  <a:pt x="243303" y="292132"/>
                </a:cubicBezTo>
                <a:cubicBezTo>
                  <a:pt x="241595" y="293942"/>
                  <a:pt x="238655" y="295275"/>
                  <a:pt x="233438" y="295275"/>
                </a:cubicBezTo>
                <a:lnTo>
                  <a:pt x="148068" y="295275"/>
                </a:lnTo>
                <a:cubicBezTo>
                  <a:pt x="144179" y="295275"/>
                  <a:pt x="140290" y="299180"/>
                  <a:pt x="140290" y="303086"/>
                </a:cubicBezTo>
                <a:cubicBezTo>
                  <a:pt x="140290" y="306991"/>
                  <a:pt x="144179" y="310896"/>
                  <a:pt x="148068" y="310896"/>
                </a:cubicBezTo>
                <a:lnTo>
                  <a:pt x="233438" y="310896"/>
                </a:lnTo>
                <a:cubicBezTo>
                  <a:pt x="244536" y="310896"/>
                  <a:pt x="252124" y="306515"/>
                  <a:pt x="256487" y="300419"/>
                </a:cubicBezTo>
                <a:cubicBezTo>
                  <a:pt x="262273" y="298513"/>
                  <a:pt x="278209" y="293370"/>
                  <a:pt x="321747" y="279273"/>
                </a:cubicBezTo>
                <a:cubicBezTo>
                  <a:pt x="332087" y="275368"/>
                  <a:pt x="341193" y="276701"/>
                  <a:pt x="352860" y="285845"/>
                </a:cubicBezTo>
                <a:cubicBezTo>
                  <a:pt x="323075" y="300228"/>
                  <a:pt x="299741" y="313277"/>
                  <a:pt x="280296" y="323755"/>
                </a:cubicBezTo>
                <a:close/>
                <a:moveTo>
                  <a:pt x="109937" y="196691"/>
                </a:moveTo>
                <a:cubicBezTo>
                  <a:pt x="113826" y="195358"/>
                  <a:pt x="116387" y="190214"/>
                  <a:pt x="113826" y="186309"/>
                </a:cubicBezTo>
                <a:cubicBezTo>
                  <a:pt x="106048" y="169354"/>
                  <a:pt x="100831" y="152495"/>
                  <a:pt x="100831" y="132969"/>
                </a:cubicBezTo>
                <a:cubicBezTo>
                  <a:pt x="100831" y="69152"/>
                  <a:pt x="153949" y="15811"/>
                  <a:pt x="217407" y="15811"/>
                </a:cubicBezTo>
                <a:cubicBezTo>
                  <a:pt x="219304" y="15811"/>
                  <a:pt x="221107" y="16002"/>
                  <a:pt x="223004" y="16097"/>
                </a:cubicBezTo>
                <a:cubicBezTo>
                  <a:pt x="210388" y="21812"/>
                  <a:pt x="199100" y="30194"/>
                  <a:pt x="199764" y="41815"/>
                </a:cubicBezTo>
                <a:cubicBezTo>
                  <a:pt x="201092" y="49625"/>
                  <a:pt x="204981" y="56102"/>
                  <a:pt x="210103" y="60007"/>
                </a:cubicBezTo>
                <a:cubicBezTo>
                  <a:pt x="215320" y="62579"/>
                  <a:pt x="221771" y="62579"/>
                  <a:pt x="228221" y="61341"/>
                </a:cubicBezTo>
                <a:lnTo>
                  <a:pt x="228221" y="78200"/>
                </a:lnTo>
                <a:cubicBezTo>
                  <a:pt x="225660" y="78200"/>
                  <a:pt x="223004" y="78200"/>
                  <a:pt x="220442" y="79534"/>
                </a:cubicBezTo>
                <a:cubicBezTo>
                  <a:pt x="212664" y="80867"/>
                  <a:pt x="203558" y="83439"/>
                  <a:pt x="198436" y="79534"/>
                </a:cubicBezTo>
                <a:cubicBezTo>
                  <a:pt x="197108" y="78200"/>
                  <a:pt x="195875" y="75629"/>
                  <a:pt x="194547" y="74295"/>
                </a:cubicBezTo>
                <a:cubicBezTo>
                  <a:pt x="188097" y="69056"/>
                  <a:pt x="177663" y="69056"/>
                  <a:pt x="163435" y="71723"/>
                </a:cubicBezTo>
                <a:cubicBezTo>
                  <a:pt x="129761" y="78200"/>
                  <a:pt x="129761" y="121158"/>
                  <a:pt x="129761" y="122396"/>
                </a:cubicBezTo>
                <a:cubicBezTo>
                  <a:pt x="129761" y="132779"/>
                  <a:pt x="134978" y="152305"/>
                  <a:pt x="153096" y="152305"/>
                </a:cubicBezTo>
                <a:lnTo>
                  <a:pt x="162202" y="152305"/>
                </a:lnTo>
                <a:cubicBezTo>
                  <a:pt x="168652" y="150971"/>
                  <a:pt x="175197" y="150971"/>
                  <a:pt x="176430" y="152305"/>
                </a:cubicBezTo>
                <a:cubicBezTo>
                  <a:pt x="177758" y="153638"/>
                  <a:pt x="177758" y="156210"/>
                  <a:pt x="177758" y="160115"/>
                </a:cubicBezTo>
                <a:cubicBezTo>
                  <a:pt x="177758" y="162687"/>
                  <a:pt x="179086" y="164021"/>
                  <a:pt x="180319" y="166592"/>
                </a:cubicBezTo>
                <a:cubicBezTo>
                  <a:pt x="184208" y="170498"/>
                  <a:pt x="188097" y="174403"/>
                  <a:pt x="189425" y="176975"/>
                </a:cubicBezTo>
                <a:cubicBezTo>
                  <a:pt x="189425" y="178308"/>
                  <a:pt x="188097" y="179546"/>
                  <a:pt x="186864" y="180880"/>
                </a:cubicBezTo>
                <a:cubicBezTo>
                  <a:pt x="185536" y="184785"/>
                  <a:pt x="184303" y="188690"/>
                  <a:pt x="184303" y="192596"/>
                </a:cubicBezTo>
                <a:cubicBezTo>
                  <a:pt x="184303" y="199073"/>
                  <a:pt x="194642" y="227743"/>
                  <a:pt x="207637" y="227743"/>
                </a:cubicBezTo>
                <a:cubicBezTo>
                  <a:pt x="230971" y="227743"/>
                  <a:pt x="245200" y="217361"/>
                  <a:pt x="247856" y="197834"/>
                </a:cubicBezTo>
                <a:cubicBezTo>
                  <a:pt x="251745" y="196501"/>
                  <a:pt x="256962" y="192596"/>
                  <a:pt x="262084" y="187452"/>
                </a:cubicBezTo>
                <a:cubicBezTo>
                  <a:pt x="264645" y="184880"/>
                  <a:pt x="267301" y="180975"/>
                  <a:pt x="267301" y="177070"/>
                </a:cubicBezTo>
                <a:cubicBezTo>
                  <a:pt x="265973" y="171831"/>
                  <a:pt x="263412" y="167926"/>
                  <a:pt x="260851" y="165354"/>
                </a:cubicBezTo>
                <a:cubicBezTo>
                  <a:pt x="262179" y="164021"/>
                  <a:pt x="263412" y="162782"/>
                  <a:pt x="264740" y="161449"/>
                </a:cubicBezTo>
                <a:cubicBezTo>
                  <a:pt x="273846" y="151067"/>
                  <a:pt x="293291" y="131540"/>
                  <a:pt x="277735" y="117253"/>
                </a:cubicBezTo>
                <a:cubicBezTo>
                  <a:pt x="276407" y="114681"/>
                  <a:pt x="272518" y="114681"/>
                  <a:pt x="269957" y="115919"/>
                </a:cubicBezTo>
                <a:cubicBezTo>
                  <a:pt x="267396" y="117253"/>
                  <a:pt x="264740" y="117253"/>
                  <a:pt x="263507" y="117253"/>
                </a:cubicBezTo>
                <a:cubicBezTo>
                  <a:pt x="260946" y="109442"/>
                  <a:pt x="258290" y="104204"/>
                  <a:pt x="257056" y="101632"/>
                </a:cubicBezTo>
                <a:cubicBezTo>
                  <a:pt x="262273" y="97727"/>
                  <a:pt x="272613" y="95155"/>
                  <a:pt x="281719" y="97727"/>
                </a:cubicBezTo>
                <a:cubicBezTo>
                  <a:pt x="283047" y="97727"/>
                  <a:pt x="285608" y="97727"/>
                  <a:pt x="286936" y="96393"/>
                </a:cubicBezTo>
                <a:cubicBezTo>
                  <a:pt x="300784" y="89821"/>
                  <a:pt x="308847" y="76676"/>
                  <a:pt x="313305" y="66199"/>
                </a:cubicBezTo>
                <a:cubicBezTo>
                  <a:pt x="326490" y="85249"/>
                  <a:pt x="334268" y="108299"/>
                  <a:pt x="334268" y="132874"/>
                </a:cubicBezTo>
                <a:cubicBezTo>
                  <a:pt x="334268" y="174498"/>
                  <a:pt x="313590" y="213550"/>
                  <a:pt x="277261" y="234410"/>
                </a:cubicBezTo>
                <a:cubicBezTo>
                  <a:pt x="274699" y="236982"/>
                  <a:pt x="273371" y="240887"/>
                  <a:pt x="274699" y="244792"/>
                </a:cubicBezTo>
                <a:cubicBezTo>
                  <a:pt x="277261" y="247364"/>
                  <a:pt x="279916" y="248698"/>
                  <a:pt x="282478" y="248698"/>
                </a:cubicBezTo>
                <a:cubicBezTo>
                  <a:pt x="283806" y="248698"/>
                  <a:pt x="285039" y="248698"/>
                  <a:pt x="286367" y="247364"/>
                </a:cubicBezTo>
                <a:cubicBezTo>
                  <a:pt x="325257" y="223933"/>
                  <a:pt x="349824" y="179642"/>
                  <a:pt x="349824" y="132779"/>
                </a:cubicBezTo>
                <a:cubicBezTo>
                  <a:pt x="349824" y="99536"/>
                  <a:pt x="337588" y="69056"/>
                  <a:pt x="317384" y="45625"/>
                </a:cubicBezTo>
                <a:cubicBezTo>
                  <a:pt x="317005" y="45053"/>
                  <a:pt x="316530" y="44577"/>
                  <a:pt x="315961" y="44101"/>
                </a:cubicBezTo>
                <a:cubicBezTo>
                  <a:pt x="291963" y="17145"/>
                  <a:pt x="257056" y="0"/>
                  <a:pt x="217692" y="0"/>
                </a:cubicBezTo>
                <a:cubicBezTo>
                  <a:pt x="145128" y="0"/>
                  <a:pt x="85559" y="59912"/>
                  <a:pt x="85559" y="132779"/>
                </a:cubicBezTo>
                <a:cubicBezTo>
                  <a:pt x="85559" y="154877"/>
                  <a:pt x="90776" y="174403"/>
                  <a:pt x="99787" y="192691"/>
                </a:cubicBezTo>
                <a:cubicBezTo>
                  <a:pt x="102348" y="196596"/>
                  <a:pt x="106237" y="197929"/>
                  <a:pt x="110126" y="196596"/>
                </a:cubicBezTo>
                <a:close/>
                <a:moveTo>
                  <a:pt x="301354" y="51911"/>
                </a:moveTo>
                <a:cubicBezTo>
                  <a:pt x="299551" y="58865"/>
                  <a:pt x="294524" y="74200"/>
                  <a:pt x="282762" y="82106"/>
                </a:cubicBezTo>
                <a:cubicBezTo>
                  <a:pt x="263317" y="78200"/>
                  <a:pt x="243872" y="88583"/>
                  <a:pt x="238655" y="93821"/>
                </a:cubicBezTo>
                <a:cubicBezTo>
                  <a:pt x="236094" y="99060"/>
                  <a:pt x="237327" y="102965"/>
                  <a:pt x="237327" y="104204"/>
                </a:cubicBezTo>
                <a:cubicBezTo>
                  <a:pt x="238655" y="105537"/>
                  <a:pt x="239888" y="108109"/>
                  <a:pt x="242544" y="108109"/>
                </a:cubicBezTo>
                <a:cubicBezTo>
                  <a:pt x="245105" y="110681"/>
                  <a:pt x="247761" y="118491"/>
                  <a:pt x="248994" y="125063"/>
                </a:cubicBezTo>
                <a:cubicBezTo>
                  <a:pt x="248994" y="126397"/>
                  <a:pt x="250322" y="127635"/>
                  <a:pt x="250322" y="127635"/>
                </a:cubicBezTo>
                <a:cubicBezTo>
                  <a:pt x="255539" y="132874"/>
                  <a:pt x="261989" y="132874"/>
                  <a:pt x="267206" y="132874"/>
                </a:cubicBezTo>
                <a:cubicBezTo>
                  <a:pt x="265878" y="138113"/>
                  <a:pt x="256867" y="147161"/>
                  <a:pt x="252978" y="151067"/>
                </a:cubicBezTo>
                <a:cubicBezTo>
                  <a:pt x="246528" y="157544"/>
                  <a:pt x="242639" y="161449"/>
                  <a:pt x="242639" y="166688"/>
                </a:cubicBezTo>
                <a:cubicBezTo>
                  <a:pt x="242639" y="171926"/>
                  <a:pt x="246528" y="174498"/>
                  <a:pt x="249089" y="177070"/>
                </a:cubicBezTo>
                <a:lnTo>
                  <a:pt x="250417" y="177070"/>
                </a:lnTo>
                <a:cubicBezTo>
                  <a:pt x="243966" y="183547"/>
                  <a:pt x="237421" y="186214"/>
                  <a:pt x="237421" y="186214"/>
                </a:cubicBezTo>
                <a:cubicBezTo>
                  <a:pt x="234860" y="187547"/>
                  <a:pt x="232205" y="190119"/>
                  <a:pt x="232205" y="192691"/>
                </a:cubicBezTo>
                <a:cubicBezTo>
                  <a:pt x="232205" y="197929"/>
                  <a:pt x="232205" y="212217"/>
                  <a:pt x="208870" y="212217"/>
                </a:cubicBezTo>
                <a:cubicBezTo>
                  <a:pt x="206309" y="209645"/>
                  <a:pt x="199764" y="196596"/>
                  <a:pt x="199764" y="192691"/>
                </a:cubicBezTo>
                <a:cubicBezTo>
                  <a:pt x="199764" y="192691"/>
                  <a:pt x="199764" y="190119"/>
                  <a:pt x="201092" y="188786"/>
                </a:cubicBezTo>
                <a:cubicBezTo>
                  <a:pt x="202420" y="184880"/>
                  <a:pt x="204981" y="180975"/>
                  <a:pt x="204981" y="177070"/>
                </a:cubicBezTo>
                <a:cubicBezTo>
                  <a:pt x="204981" y="170593"/>
                  <a:pt x="198531" y="162782"/>
                  <a:pt x="193314" y="157544"/>
                </a:cubicBezTo>
                <a:cubicBezTo>
                  <a:pt x="193314" y="151067"/>
                  <a:pt x="190753" y="145828"/>
                  <a:pt x="186864" y="141923"/>
                </a:cubicBezTo>
                <a:cubicBezTo>
                  <a:pt x="180414" y="135446"/>
                  <a:pt x="171308" y="135446"/>
                  <a:pt x="160969" y="136684"/>
                </a:cubicBezTo>
                <a:lnTo>
                  <a:pt x="153190" y="136684"/>
                </a:lnTo>
                <a:cubicBezTo>
                  <a:pt x="145412" y="136684"/>
                  <a:pt x="145412" y="123635"/>
                  <a:pt x="145412" y="122396"/>
                </a:cubicBezTo>
                <a:cubicBezTo>
                  <a:pt x="145412" y="122396"/>
                  <a:pt x="145412" y="91154"/>
                  <a:pt x="166186" y="87249"/>
                </a:cubicBezTo>
                <a:cubicBezTo>
                  <a:pt x="177853" y="84677"/>
                  <a:pt x="183070" y="85915"/>
                  <a:pt x="184303" y="85915"/>
                </a:cubicBezTo>
                <a:cubicBezTo>
                  <a:pt x="184303" y="87249"/>
                  <a:pt x="185631" y="88487"/>
                  <a:pt x="185631" y="89821"/>
                </a:cubicBezTo>
                <a:cubicBezTo>
                  <a:pt x="197298" y="100203"/>
                  <a:pt x="212854" y="96298"/>
                  <a:pt x="224521" y="93726"/>
                </a:cubicBezTo>
                <a:cubicBezTo>
                  <a:pt x="228410" y="93726"/>
                  <a:pt x="232299" y="92392"/>
                  <a:pt x="234860" y="92392"/>
                </a:cubicBezTo>
                <a:cubicBezTo>
                  <a:pt x="238749" y="92392"/>
                  <a:pt x="241311" y="89821"/>
                  <a:pt x="242639" y="85915"/>
                </a:cubicBezTo>
                <a:cubicBezTo>
                  <a:pt x="245200" y="63818"/>
                  <a:pt x="243966" y="50768"/>
                  <a:pt x="237421" y="45625"/>
                </a:cubicBezTo>
                <a:cubicBezTo>
                  <a:pt x="233532" y="43053"/>
                  <a:pt x="229643" y="43053"/>
                  <a:pt x="225754" y="45625"/>
                </a:cubicBezTo>
                <a:cubicBezTo>
                  <a:pt x="223193" y="46958"/>
                  <a:pt x="219304" y="46958"/>
                  <a:pt x="217976" y="45625"/>
                </a:cubicBezTo>
                <a:cubicBezTo>
                  <a:pt x="216648" y="44291"/>
                  <a:pt x="215415" y="41720"/>
                  <a:pt x="215415" y="40386"/>
                </a:cubicBezTo>
                <a:cubicBezTo>
                  <a:pt x="215415" y="36576"/>
                  <a:pt x="233153" y="26384"/>
                  <a:pt x="256013" y="22384"/>
                </a:cubicBezTo>
                <a:cubicBezTo>
                  <a:pt x="273466" y="28575"/>
                  <a:pt x="288928" y="38767"/>
                  <a:pt x="301449" y="5181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" name="Graphic 15">
            <a:extLst>
              <a:ext uri="{FF2B5EF4-FFF2-40B4-BE49-F238E27FC236}">
                <a16:creationId xmlns:a16="http://schemas.microsoft.com/office/drawing/2014/main" id="{7640CEDB-E7A2-25B5-15A2-46F4A91973F3}"/>
              </a:ext>
            </a:extLst>
          </p:cNvPr>
          <p:cNvSpPr/>
          <p:nvPr/>
        </p:nvSpPr>
        <p:spPr>
          <a:xfrm>
            <a:off x="3827818" y="777887"/>
            <a:ext cx="492545" cy="506389"/>
          </a:xfrm>
          <a:custGeom>
            <a:avLst/>
            <a:gdLst>
              <a:gd name="connsiteX0" fmla="*/ 353429 w 364561"/>
              <a:gd name="connsiteY0" fmla="*/ 68199 h 374808"/>
              <a:gd name="connsiteX1" fmla="*/ 346979 w 364561"/>
              <a:gd name="connsiteY1" fmla="*/ 64294 h 374808"/>
              <a:gd name="connsiteX2" fmla="*/ 340529 w 364561"/>
              <a:gd name="connsiteY2" fmla="*/ 65627 h 374808"/>
              <a:gd name="connsiteX3" fmla="*/ 288928 w 364561"/>
              <a:gd name="connsiteY3" fmla="*/ 90297 h 374808"/>
              <a:gd name="connsiteX4" fmla="*/ 234766 w 364561"/>
              <a:gd name="connsiteY4" fmla="*/ 118872 h 374808"/>
              <a:gd name="connsiteX5" fmla="*/ 216743 w 364561"/>
              <a:gd name="connsiteY5" fmla="*/ 169450 h 374808"/>
              <a:gd name="connsiteX6" fmla="*/ 243966 w 364561"/>
              <a:gd name="connsiteY6" fmla="*/ 201835 h 374808"/>
              <a:gd name="connsiteX7" fmla="*/ 209724 w 364561"/>
              <a:gd name="connsiteY7" fmla="*/ 286417 h 374808"/>
              <a:gd name="connsiteX8" fmla="*/ 214941 w 364561"/>
              <a:gd name="connsiteY8" fmla="*/ 295561 h 374808"/>
              <a:gd name="connsiteX9" fmla="*/ 217502 w 364561"/>
              <a:gd name="connsiteY9" fmla="*/ 296894 h 374808"/>
              <a:gd name="connsiteX10" fmla="*/ 225280 w 364561"/>
              <a:gd name="connsiteY10" fmla="*/ 290417 h 374808"/>
              <a:gd name="connsiteX11" fmla="*/ 255823 w 364561"/>
              <a:gd name="connsiteY11" fmla="*/ 213932 h 374808"/>
              <a:gd name="connsiteX12" fmla="*/ 287695 w 364561"/>
              <a:gd name="connsiteY12" fmla="*/ 238316 h 374808"/>
              <a:gd name="connsiteX13" fmla="*/ 292817 w 364561"/>
              <a:gd name="connsiteY13" fmla="*/ 238316 h 374808"/>
              <a:gd name="connsiteX14" fmla="*/ 340529 w 364561"/>
              <a:gd name="connsiteY14" fmla="*/ 209741 h 374808"/>
              <a:gd name="connsiteX15" fmla="*/ 353429 w 364561"/>
              <a:gd name="connsiteY15" fmla="*/ 68390 h 374808"/>
              <a:gd name="connsiteX16" fmla="*/ 328862 w 364561"/>
              <a:gd name="connsiteY16" fmla="*/ 199263 h 374808"/>
              <a:gd name="connsiteX17" fmla="*/ 290161 w 364561"/>
              <a:gd name="connsiteY17" fmla="*/ 222599 h 374808"/>
              <a:gd name="connsiteX18" fmla="*/ 265024 w 364561"/>
              <a:gd name="connsiteY18" fmla="*/ 198025 h 374808"/>
              <a:gd name="connsiteX19" fmla="*/ 319566 w 364561"/>
              <a:gd name="connsiteY19" fmla="*/ 132588 h 374808"/>
              <a:gd name="connsiteX20" fmla="*/ 319566 w 364561"/>
              <a:gd name="connsiteY20" fmla="*/ 120872 h 374808"/>
              <a:gd name="connsiteX21" fmla="*/ 309227 w 364561"/>
              <a:gd name="connsiteY21" fmla="*/ 120872 h 374808"/>
              <a:gd name="connsiteX22" fmla="*/ 251745 w 364561"/>
              <a:gd name="connsiteY22" fmla="*/ 188786 h 374808"/>
              <a:gd name="connsiteX23" fmla="*/ 232015 w 364561"/>
              <a:gd name="connsiteY23" fmla="*/ 166878 h 374808"/>
              <a:gd name="connsiteX24" fmla="*/ 246243 w 364561"/>
              <a:gd name="connsiteY24" fmla="*/ 129254 h 374808"/>
              <a:gd name="connsiteX25" fmla="*/ 292722 w 364561"/>
              <a:gd name="connsiteY25" fmla="*/ 104584 h 374808"/>
              <a:gd name="connsiteX26" fmla="*/ 343090 w 364561"/>
              <a:gd name="connsiteY26" fmla="*/ 83820 h 374808"/>
              <a:gd name="connsiteX27" fmla="*/ 328862 w 364561"/>
              <a:gd name="connsiteY27" fmla="*/ 199263 h 374808"/>
              <a:gd name="connsiteX28" fmla="*/ 194547 w 364561"/>
              <a:gd name="connsiteY28" fmla="*/ 1333 h 374808"/>
              <a:gd name="connsiteX29" fmla="*/ 191986 w 364561"/>
              <a:gd name="connsiteY29" fmla="*/ 1333 h 374808"/>
              <a:gd name="connsiteX30" fmla="*/ 186769 w 364561"/>
              <a:gd name="connsiteY30" fmla="*/ 0 h 374808"/>
              <a:gd name="connsiteX31" fmla="*/ 569 w 364561"/>
              <a:gd name="connsiteY31" fmla="*/ 176498 h 374808"/>
              <a:gd name="connsiteX32" fmla="*/ 0 w 364561"/>
              <a:gd name="connsiteY32" fmla="*/ 179451 h 374808"/>
              <a:gd name="connsiteX33" fmla="*/ 285 w 364561"/>
              <a:gd name="connsiteY33" fmla="*/ 181547 h 374808"/>
              <a:gd name="connsiteX34" fmla="*/ 0 w 364561"/>
              <a:gd name="connsiteY34" fmla="*/ 187357 h 374808"/>
              <a:gd name="connsiteX35" fmla="*/ 178137 w 364561"/>
              <a:gd name="connsiteY35" fmla="*/ 374333 h 374808"/>
              <a:gd name="connsiteX36" fmla="*/ 180224 w 364561"/>
              <a:gd name="connsiteY36" fmla="*/ 374809 h 374808"/>
              <a:gd name="connsiteX37" fmla="*/ 181552 w 364561"/>
              <a:gd name="connsiteY37" fmla="*/ 374809 h 374808"/>
              <a:gd name="connsiteX38" fmla="*/ 182690 w 364561"/>
              <a:gd name="connsiteY38" fmla="*/ 374618 h 374808"/>
              <a:gd name="connsiteX39" fmla="*/ 186769 w 364561"/>
              <a:gd name="connsiteY39" fmla="*/ 374809 h 374808"/>
              <a:gd name="connsiteX40" fmla="*/ 194547 w 364561"/>
              <a:gd name="connsiteY40" fmla="*/ 374809 h 374808"/>
              <a:gd name="connsiteX41" fmla="*/ 202325 w 364561"/>
              <a:gd name="connsiteY41" fmla="*/ 366998 h 374808"/>
              <a:gd name="connsiteX42" fmla="*/ 202325 w 364561"/>
              <a:gd name="connsiteY42" fmla="*/ 9144 h 374808"/>
              <a:gd name="connsiteX43" fmla="*/ 194547 w 364561"/>
              <a:gd name="connsiteY43" fmla="*/ 1333 h 374808"/>
              <a:gd name="connsiteX44" fmla="*/ 70382 w 364561"/>
              <a:gd name="connsiteY44" fmla="*/ 187643 h 374808"/>
              <a:gd name="connsiteX45" fmla="*/ 70382 w 364561"/>
              <a:gd name="connsiteY45" fmla="*/ 187452 h 374808"/>
              <a:gd name="connsiteX46" fmla="*/ 116766 w 364561"/>
              <a:gd name="connsiteY46" fmla="*/ 187452 h 374808"/>
              <a:gd name="connsiteX47" fmla="*/ 116766 w 364561"/>
              <a:gd name="connsiteY47" fmla="*/ 187928 h 374808"/>
              <a:gd name="connsiteX48" fmla="*/ 121130 w 364561"/>
              <a:gd name="connsiteY48" fmla="*/ 250508 h 374808"/>
              <a:gd name="connsiteX49" fmla="*/ 78635 w 364561"/>
              <a:gd name="connsiteY49" fmla="*/ 250508 h 374808"/>
              <a:gd name="connsiteX50" fmla="*/ 70287 w 364561"/>
              <a:gd name="connsiteY50" fmla="*/ 187738 h 374808"/>
              <a:gd name="connsiteX51" fmla="*/ 34527 w 364561"/>
              <a:gd name="connsiteY51" fmla="*/ 109442 h 374808"/>
              <a:gd name="connsiteX52" fmla="*/ 67821 w 364561"/>
              <a:gd name="connsiteY52" fmla="*/ 109442 h 374808"/>
              <a:gd name="connsiteX53" fmla="*/ 55490 w 364561"/>
              <a:gd name="connsiteY53" fmla="*/ 171641 h 374808"/>
              <a:gd name="connsiteX54" fmla="*/ 16410 w 364561"/>
              <a:gd name="connsiteY54" fmla="*/ 171641 h 374808"/>
              <a:gd name="connsiteX55" fmla="*/ 34622 w 364561"/>
              <a:gd name="connsiteY55" fmla="*/ 109442 h 374808"/>
              <a:gd name="connsiteX56" fmla="*/ 84326 w 364561"/>
              <a:gd name="connsiteY56" fmla="*/ 109442 h 374808"/>
              <a:gd name="connsiteX57" fmla="*/ 123975 w 364561"/>
              <a:gd name="connsiteY57" fmla="*/ 109442 h 374808"/>
              <a:gd name="connsiteX58" fmla="*/ 117146 w 364561"/>
              <a:gd name="connsiteY58" fmla="*/ 171641 h 374808"/>
              <a:gd name="connsiteX59" fmla="*/ 70951 w 364561"/>
              <a:gd name="connsiteY59" fmla="*/ 171641 h 374808"/>
              <a:gd name="connsiteX60" fmla="*/ 84231 w 364561"/>
              <a:gd name="connsiteY60" fmla="*/ 109442 h 374808"/>
              <a:gd name="connsiteX61" fmla="*/ 143041 w 364561"/>
              <a:gd name="connsiteY61" fmla="*/ 93726 h 374808"/>
              <a:gd name="connsiteX62" fmla="*/ 186769 w 364561"/>
              <a:gd name="connsiteY62" fmla="*/ 18002 h 374808"/>
              <a:gd name="connsiteX63" fmla="*/ 186769 w 364561"/>
              <a:gd name="connsiteY63" fmla="*/ 93726 h 374808"/>
              <a:gd name="connsiteX64" fmla="*/ 143041 w 364561"/>
              <a:gd name="connsiteY64" fmla="*/ 93726 h 374808"/>
              <a:gd name="connsiteX65" fmla="*/ 186674 w 364561"/>
              <a:gd name="connsiteY65" fmla="*/ 109442 h 374808"/>
              <a:gd name="connsiteX66" fmla="*/ 186674 w 364561"/>
              <a:gd name="connsiteY66" fmla="*/ 171641 h 374808"/>
              <a:gd name="connsiteX67" fmla="*/ 132607 w 364561"/>
              <a:gd name="connsiteY67" fmla="*/ 171641 h 374808"/>
              <a:gd name="connsiteX68" fmla="*/ 139437 w 364561"/>
              <a:gd name="connsiteY68" fmla="*/ 109442 h 374808"/>
              <a:gd name="connsiteX69" fmla="*/ 186674 w 364561"/>
              <a:gd name="connsiteY69" fmla="*/ 109442 h 374808"/>
              <a:gd name="connsiteX70" fmla="*/ 156510 w 364561"/>
              <a:gd name="connsiteY70" fmla="*/ 24479 h 374808"/>
              <a:gd name="connsiteX71" fmla="*/ 127390 w 364561"/>
              <a:gd name="connsiteY71" fmla="*/ 93726 h 374808"/>
              <a:gd name="connsiteX72" fmla="*/ 91061 w 364561"/>
              <a:gd name="connsiteY72" fmla="*/ 93726 h 374808"/>
              <a:gd name="connsiteX73" fmla="*/ 156510 w 364561"/>
              <a:gd name="connsiteY73" fmla="*/ 24479 h 374808"/>
              <a:gd name="connsiteX74" fmla="*/ 123691 w 364561"/>
              <a:gd name="connsiteY74" fmla="*/ 265271 h 374808"/>
              <a:gd name="connsiteX75" fmla="*/ 155562 w 364561"/>
              <a:gd name="connsiteY75" fmla="*/ 350996 h 374808"/>
              <a:gd name="connsiteX76" fmla="*/ 83472 w 364561"/>
              <a:gd name="connsiteY76" fmla="*/ 265271 h 374808"/>
              <a:gd name="connsiteX77" fmla="*/ 123691 w 364561"/>
              <a:gd name="connsiteY77" fmla="*/ 265271 h 374808"/>
              <a:gd name="connsiteX78" fmla="*/ 186674 w 364561"/>
              <a:gd name="connsiteY78" fmla="*/ 358902 h 374808"/>
              <a:gd name="connsiteX79" fmla="*/ 139342 w 364561"/>
              <a:gd name="connsiteY79" fmla="*/ 265271 h 374808"/>
              <a:gd name="connsiteX80" fmla="*/ 186674 w 364561"/>
              <a:gd name="connsiteY80" fmla="*/ 265271 h 374808"/>
              <a:gd name="connsiteX81" fmla="*/ 186674 w 364561"/>
              <a:gd name="connsiteY81" fmla="*/ 358902 h 374808"/>
              <a:gd name="connsiteX82" fmla="*/ 136875 w 364561"/>
              <a:gd name="connsiteY82" fmla="*/ 250412 h 374808"/>
              <a:gd name="connsiteX83" fmla="*/ 132417 w 364561"/>
              <a:gd name="connsiteY83" fmla="*/ 187833 h 374808"/>
              <a:gd name="connsiteX84" fmla="*/ 132417 w 364561"/>
              <a:gd name="connsiteY84" fmla="*/ 187357 h 374808"/>
              <a:gd name="connsiteX85" fmla="*/ 186769 w 364561"/>
              <a:gd name="connsiteY85" fmla="*/ 187357 h 374808"/>
              <a:gd name="connsiteX86" fmla="*/ 186769 w 364561"/>
              <a:gd name="connsiteY86" fmla="*/ 250412 h 374808"/>
              <a:gd name="connsiteX87" fmla="*/ 136875 w 364561"/>
              <a:gd name="connsiteY87" fmla="*/ 250412 h 374808"/>
              <a:gd name="connsiteX88" fmla="*/ 121604 w 364561"/>
              <a:gd name="connsiteY88" fmla="*/ 28670 h 374808"/>
              <a:gd name="connsiteX89" fmla="*/ 73892 w 364561"/>
              <a:gd name="connsiteY89" fmla="*/ 93631 h 374808"/>
              <a:gd name="connsiteX90" fmla="*/ 43633 w 364561"/>
              <a:gd name="connsiteY90" fmla="*/ 93631 h 374808"/>
              <a:gd name="connsiteX91" fmla="*/ 121604 w 364561"/>
              <a:gd name="connsiteY91" fmla="*/ 28670 h 374808"/>
              <a:gd name="connsiteX92" fmla="*/ 54921 w 364561"/>
              <a:gd name="connsiteY92" fmla="*/ 187357 h 374808"/>
              <a:gd name="connsiteX93" fmla="*/ 54921 w 364561"/>
              <a:gd name="connsiteY93" fmla="*/ 187547 h 374808"/>
              <a:gd name="connsiteX94" fmla="*/ 62984 w 364561"/>
              <a:gd name="connsiteY94" fmla="*/ 250317 h 374808"/>
              <a:gd name="connsiteX95" fmla="*/ 27603 w 364561"/>
              <a:gd name="connsiteY95" fmla="*/ 250317 h 374808"/>
              <a:gd name="connsiteX96" fmla="*/ 15556 w 364561"/>
              <a:gd name="connsiteY96" fmla="*/ 187262 h 374808"/>
              <a:gd name="connsiteX97" fmla="*/ 54921 w 364561"/>
              <a:gd name="connsiteY97" fmla="*/ 187262 h 374808"/>
              <a:gd name="connsiteX98" fmla="*/ 34243 w 364561"/>
              <a:gd name="connsiteY98" fmla="*/ 265271 h 374808"/>
              <a:gd name="connsiteX99" fmla="*/ 67442 w 364561"/>
              <a:gd name="connsiteY99" fmla="*/ 265271 h 374808"/>
              <a:gd name="connsiteX100" fmla="*/ 117715 w 364561"/>
              <a:gd name="connsiteY100" fmla="*/ 344519 h 374808"/>
              <a:gd name="connsiteX101" fmla="*/ 34337 w 364561"/>
              <a:gd name="connsiteY101" fmla="*/ 265271 h 374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4561" h="374808">
                <a:moveTo>
                  <a:pt x="353429" y="68199"/>
                </a:moveTo>
                <a:cubicBezTo>
                  <a:pt x="352101" y="65627"/>
                  <a:pt x="349540" y="64294"/>
                  <a:pt x="346979" y="64294"/>
                </a:cubicBezTo>
                <a:cubicBezTo>
                  <a:pt x="345651" y="62960"/>
                  <a:pt x="343090" y="64294"/>
                  <a:pt x="340529" y="65627"/>
                </a:cubicBezTo>
                <a:cubicBezTo>
                  <a:pt x="325067" y="79915"/>
                  <a:pt x="305717" y="85058"/>
                  <a:pt x="288928" y="90297"/>
                </a:cubicBezTo>
                <a:cubicBezTo>
                  <a:pt x="268249" y="96774"/>
                  <a:pt x="248899" y="102013"/>
                  <a:pt x="234766" y="118872"/>
                </a:cubicBezTo>
                <a:cubicBezTo>
                  <a:pt x="219304" y="137065"/>
                  <a:pt x="212854" y="155162"/>
                  <a:pt x="216743" y="169450"/>
                </a:cubicBezTo>
                <a:cubicBezTo>
                  <a:pt x="220063" y="182880"/>
                  <a:pt x="229169" y="193358"/>
                  <a:pt x="243966" y="201835"/>
                </a:cubicBezTo>
                <a:cubicBezTo>
                  <a:pt x="218071" y="246697"/>
                  <a:pt x="209724" y="283940"/>
                  <a:pt x="209724" y="286417"/>
                </a:cubicBezTo>
                <a:cubicBezTo>
                  <a:pt x="208396" y="291656"/>
                  <a:pt x="211052" y="295561"/>
                  <a:pt x="214941" y="295561"/>
                </a:cubicBezTo>
                <a:cubicBezTo>
                  <a:pt x="216269" y="295561"/>
                  <a:pt x="216269" y="296894"/>
                  <a:pt x="217502" y="296894"/>
                </a:cubicBezTo>
                <a:cubicBezTo>
                  <a:pt x="220063" y="296894"/>
                  <a:pt x="223952" y="294322"/>
                  <a:pt x="225280" y="290417"/>
                </a:cubicBezTo>
                <a:cubicBezTo>
                  <a:pt x="225280" y="289655"/>
                  <a:pt x="232679" y="255651"/>
                  <a:pt x="255823" y="213932"/>
                </a:cubicBezTo>
                <a:cubicBezTo>
                  <a:pt x="264455" y="228505"/>
                  <a:pt x="275553" y="237172"/>
                  <a:pt x="287695" y="238316"/>
                </a:cubicBezTo>
                <a:lnTo>
                  <a:pt x="292817" y="238316"/>
                </a:lnTo>
                <a:cubicBezTo>
                  <a:pt x="308278" y="238316"/>
                  <a:pt x="325067" y="229267"/>
                  <a:pt x="340529" y="209741"/>
                </a:cubicBezTo>
                <a:cubicBezTo>
                  <a:pt x="363768" y="182499"/>
                  <a:pt x="374107" y="108585"/>
                  <a:pt x="353429" y="68390"/>
                </a:cubicBezTo>
                <a:close/>
                <a:moveTo>
                  <a:pt x="328862" y="199263"/>
                </a:moveTo>
                <a:cubicBezTo>
                  <a:pt x="314633" y="216122"/>
                  <a:pt x="300500" y="225171"/>
                  <a:pt x="290161" y="222599"/>
                </a:cubicBezTo>
                <a:cubicBezTo>
                  <a:pt x="280106" y="221361"/>
                  <a:pt x="272613" y="212693"/>
                  <a:pt x="265024" y="198025"/>
                </a:cubicBezTo>
                <a:cubicBezTo>
                  <a:pt x="278683" y="176308"/>
                  <a:pt x="296421" y="153448"/>
                  <a:pt x="319566" y="132588"/>
                </a:cubicBezTo>
                <a:cubicBezTo>
                  <a:pt x="322127" y="128683"/>
                  <a:pt x="323455" y="124778"/>
                  <a:pt x="319566" y="120872"/>
                </a:cubicBezTo>
                <a:cubicBezTo>
                  <a:pt x="317005" y="118301"/>
                  <a:pt x="311788" y="118301"/>
                  <a:pt x="309227" y="120872"/>
                </a:cubicBezTo>
                <a:cubicBezTo>
                  <a:pt x="284849" y="142589"/>
                  <a:pt x="266163" y="166307"/>
                  <a:pt x="251745" y="188786"/>
                </a:cubicBezTo>
                <a:cubicBezTo>
                  <a:pt x="240552" y="182785"/>
                  <a:pt x="234102" y="175260"/>
                  <a:pt x="232015" y="166878"/>
                </a:cubicBezTo>
                <a:cubicBezTo>
                  <a:pt x="228126" y="153924"/>
                  <a:pt x="238465" y="139637"/>
                  <a:pt x="246243" y="129254"/>
                </a:cubicBezTo>
                <a:cubicBezTo>
                  <a:pt x="257815" y="116300"/>
                  <a:pt x="273371" y="111062"/>
                  <a:pt x="292722" y="104584"/>
                </a:cubicBezTo>
                <a:cubicBezTo>
                  <a:pt x="308183" y="100679"/>
                  <a:pt x="326300" y="95536"/>
                  <a:pt x="343090" y="83820"/>
                </a:cubicBezTo>
                <a:cubicBezTo>
                  <a:pt x="355990" y="120110"/>
                  <a:pt x="346979" y="178499"/>
                  <a:pt x="328862" y="199263"/>
                </a:cubicBezTo>
                <a:close/>
                <a:moveTo>
                  <a:pt x="194547" y="1333"/>
                </a:moveTo>
                <a:lnTo>
                  <a:pt x="191986" y="1333"/>
                </a:lnTo>
                <a:cubicBezTo>
                  <a:pt x="189425" y="1333"/>
                  <a:pt x="188097" y="0"/>
                  <a:pt x="186769" y="0"/>
                </a:cubicBezTo>
                <a:cubicBezTo>
                  <a:pt x="86697" y="0"/>
                  <a:pt x="6260" y="78676"/>
                  <a:pt x="569" y="176498"/>
                </a:cubicBezTo>
                <a:cubicBezTo>
                  <a:pt x="190" y="177451"/>
                  <a:pt x="0" y="178499"/>
                  <a:pt x="0" y="179451"/>
                </a:cubicBezTo>
                <a:cubicBezTo>
                  <a:pt x="0" y="180213"/>
                  <a:pt x="190" y="180880"/>
                  <a:pt x="285" y="181547"/>
                </a:cubicBezTo>
                <a:cubicBezTo>
                  <a:pt x="285" y="183451"/>
                  <a:pt x="0" y="185357"/>
                  <a:pt x="0" y="187357"/>
                </a:cubicBezTo>
                <a:cubicBezTo>
                  <a:pt x="0" y="288512"/>
                  <a:pt x="78445" y="369761"/>
                  <a:pt x="178137" y="374333"/>
                </a:cubicBezTo>
                <a:cubicBezTo>
                  <a:pt x="178801" y="374428"/>
                  <a:pt x="179465" y="374618"/>
                  <a:pt x="180224" y="374809"/>
                </a:cubicBezTo>
                <a:lnTo>
                  <a:pt x="181552" y="374809"/>
                </a:lnTo>
                <a:cubicBezTo>
                  <a:pt x="181552" y="374809"/>
                  <a:pt x="182311" y="374618"/>
                  <a:pt x="182690" y="374618"/>
                </a:cubicBezTo>
                <a:cubicBezTo>
                  <a:pt x="184113" y="374618"/>
                  <a:pt x="185441" y="374809"/>
                  <a:pt x="186769" y="374809"/>
                </a:cubicBezTo>
                <a:lnTo>
                  <a:pt x="194547" y="374809"/>
                </a:lnTo>
                <a:cubicBezTo>
                  <a:pt x="198436" y="374809"/>
                  <a:pt x="202325" y="370904"/>
                  <a:pt x="202325" y="366998"/>
                </a:cubicBezTo>
                <a:lnTo>
                  <a:pt x="202325" y="9144"/>
                </a:lnTo>
                <a:cubicBezTo>
                  <a:pt x="202325" y="5239"/>
                  <a:pt x="198436" y="1333"/>
                  <a:pt x="194547" y="1333"/>
                </a:cubicBezTo>
                <a:close/>
                <a:moveTo>
                  <a:pt x="70382" y="187643"/>
                </a:moveTo>
                <a:cubicBezTo>
                  <a:pt x="70382" y="187643"/>
                  <a:pt x="70382" y="187452"/>
                  <a:pt x="70382" y="187452"/>
                </a:cubicBezTo>
                <a:lnTo>
                  <a:pt x="116766" y="187452"/>
                </a:lnTo>
                <a:cubicBezTo>
                  <a:pt x="116766" y="187452"/>
                  <a:pt x="116766" y="187738"/>
                  <a:pt x="116766" y="187928"/>
                </a:cubicBezTo>
                <a:cubicBezTo>
                  <a:pt x="116766" y="209931"/>
                  <a:pt x="118379" y="230981"/>
                  <a:pt x="121130" y="250508"/>
                </a:cubicBezTo>
                <a:lnTo>
                  <a:pt x="78635" y="250508"/>
                </a:lnTo>
                <a:cubicBezTo>
                  <a:pt x="73228" y="231076"/>
                  <a:pt x="70287" y="209931"/>
                  <a:pt x="70287" y="187738"/>
                </a:cubicBezTo>
                <a:close/>
                <a:moveTo>
                  <a:pt x="34527" y="109442"/>
                </a:moveTo>
                <a:lnTo>
                  <a:pt x="67821" y="109442"/>
                </a:lnTo>
                <a:cubicBezTo>
                  <a:pt x="61181" y="128683"/>
                  <a:pt x="56913" y="149638"/>
                  <a:pt x="55490" y="171641"/>
                </a:cubicBezTo>
                <a:lnTo>
                  <a:pt x="16410" y="171641"/>
                </a:lnTo>
                <a:cubicBezTo>
                  <a:pt x="18497" y="149447"/>
                  <a:pt x="24852" y="128492"/>
                  <a:pt x="34622" y="109442"/>
                </a:cubicBezTo>
                <a:close/>
                <a:moveTo>
                  <a:pt x="84326" y="109442"/>
                </a:moveTo>
                <a:lnTo>
                  <a:pt x="123975" y="109442"/>
                </a:lnTo>
                <a:cubicBezTo>
                  <a:pt x="120276" y="128683"/>
                  <a:pt x="117904" y="149543"/>
                  <a:pt x="117146" y="171641"/>
                </a:cubicBezTo>
                <a:lnTo>
                  <a:pt x="70951" y="171641"/>
                </a:lnTo>
                <a:cubicBezTo>
                  <a:pt x="72469" y="149447"/>
                  <a:pt x="77117" y="128492"/>
                  <a:pt x="84231" y="109442"/>
                </a:cubicBezTo>
                <a:close/>
                <a:moveTo>
                  <a:pt x="143041" y="93726"/>
                </a:moveTo>
                <a:cubicBezTo>
                  <a:pt x="153475" y="51816"/>
                  <a:pt x="170264" y="24575"/>
                  <a:pt x="186769" y="18002"/>
                </a:cubicBezTo>
                <a:lnTo>
                  <a:pt x="186769" y="93726"/>
                </a:lnTo>
                <a:lnTo>
                  <a:pt x="143041" y="93726"/>
                </a:lnTo>
                <a:close/>
                <a:moveTo>
                  <a:pt x="186674" y="109442"/>
                </a:moveTo>
                <a:lnTo>
                  <a:pt x="186674" y="171641"/>
                </a:lnTo>
                <a:lnTo>
                  <a:pt x="132607" y="171641"/>
                </a:lnTo>
                <a:cubicBezTo>
                  <a:pt x="133366" y="148876"/>
                  <a:pt x="135832" y="128016"/>
                  <a:pt x="139437" y="109442"/>
                </a:cubicBezTo>
                <a:lnTo>
                  <a:pt x="186674" y="109442"/>
                </a:lnTo>
                <a:close/>
                <a:moveTo>
                  <a:pt x="156510" y="24479"/>
                </a:moveTo>
                <a:cubicBezTo>
                  <a:pt x="144369" y="40767"/>
                  <a:pt x="134314" y="64770"/>
                  <a:pt x="127390" y="93726"/>
                </a:cubicBezTo>
                <a:lnTo>
                  <a:pt x="91061" y="93726"/>
                </a:lnTo>
                <a:cubicBezTo>
                  <a:pt x="106427" y="61722"/>
                  <a:pt x="129192" y="36862"/>
                  <a:pt x="156510" y="24479"/>
                </a:cubicBezTo>
                <a:close/>
                <a:moveTo>
                  <a:pt x="123691" y="265271"/>
                </a:moveTo>
                <a:cubicBezTo>
                  <a:pt x="130331" y="301466"/>
                  <a:pt x="141523" y="331470"/>
                  <a:pt x="155562" y="350996"/>
                </a:cubicBezTo>
                <a:cubicBezTo>
                  <a:pt x="123691" y="336518"/>
                  <a:pt x="97985" y="305562"/>
                  <a:pt x="83472" y="265271"/>
                </a:cubicBezTo>
                <a:lnTo>
                  <a:pt x="123691" y="265271"/>
                </a:lnTo>
                <a:close/>
                <a:moveTo>
                  <a:pt x="186674" y="358902"/>
                </a:moveTo>
                <a:cubicBezTo>
                  <a:pt x="168083" y="350615"/>
                  <a:pt x="149207" y="316611"/>
                  <a:pt x="139342" y="265271"/>
                </a:cubicBezTo>
                <a:lnTo>
                  <a:pt x="186674" y="265271"/>
                </a:lnTo>
                <a:lnTo>
                  <a:pt x="186674" y="358902"/>
                </a:lnTo>
                <a:close/>
                <a:moveTo>
                  <a:pt x="136875" y="250412"/>
                </a:moveTo>
                <a:cubicBezTo>
                  <a:pt x="134030" y="231362"/>
                  <a:pt x="132417" y="210407"/>
                  <a:pt x="132417" y="187833"/>
                </a:cubicBezTo>
                <a:cubicBezTo>
                  <a:pt x="132417" y="187643"/>
                  <a:pt x="132417" y="187547"/>
                  <a:pt x="132417" y="187357"/>
                </a:cubicBezTo>
                <a:lnTo>
                  <a:pt x="186769" y="187357"/>
                </a:lnTo>
                <a:lnTo>
                  <a:pt x="186769" y="250412"/>
                </a:lnTo>
                <a:lnTo>
                  <a:pt x="136875" y="250412"/>
                </a:lnTo>
                <a:close/>
                <a:moveTo>
                  <a:pt x="121604" y="28670"/>
                </a:moveTo>
                <a:cubicBezTo>
                  <a:pt x="101874" y="44768"/>
                  <a:pt x="85464" y="67151"/>
                  <a:pt x="73892" y="93631"/>
                </a:cubicBezTo>
                <a:lnTo>
                  <a:pt x="43633" y="93631"/>
                </a:lnTo>
                <a:cubicBezTo>
                  <a:pt x="62414" y="64865"/>
                  <a:pt x="89543" y="42005"/>
                  <a:pt x="121604" y="28670"/>
                </a:cubicBezTo>
                <a:close/>
                <a:moveTo>
                  <a:pt x="54921" y="187357"/>
                </a:moveTo>
                <a:cubicBezTo>
                  <a:pt x="54921" y="187357"/>
                  <a:pt x="54921" y="187547"/>
                  <a:pt x="54921" y="187547"/>
                </a:cubicBezTo>
                <a:cubicBezTo>
                  <a:pt x="54921" y="209645"/>
                  <a:pt x="57861" y="230695"/>
                  <a:pt x="62984" y="250317"/>
                </a:cubicBezTo>
                <a:lnTo>
                  <a:pt x="27603" y="250317"/>
                </a:lnTo>
                <a:cubicBezTo>
                  <a:pt x="19920" y="230791"/>
                  <a:pt x="15556" y="209550"/>
                  <a:pt x="15556" y="187262"/>
                </a:cubicBezTo>
                <a:lnTo>
                  <a:pt x="54921" y="187262"/>
                </a:lnTo>
                <a:close/>
                <a:moveTo>
                  <a:pt x="34243" y="265271"/>
                </a:moveTo>
                <a:lnTo>
                  <a:pt x="67442" y="265271"/>
                </a:lnTo>
                <a:cubicBezTo>
                  <a:pt x="78350" y="297656"/>
                  <a:pt x="95803" y="325088"/>
                  <a:pt x="117715" y="344519"/>
                </a:cubicBezTo>
                <a:cubicBezTo>
                  <a:pt x="81575" y="328517"/>
                  <a:pt x="52170" y="300419"/>
                  <a:pt x="34337" y="26527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" name="Graphic 15">
            <a:extLst>
              <a:ext uri="{FF2B5EF4-FFF2-40B4-BE49-F238E27FC236}">
                <a16:creationId xmlns:a16="http://schemas.microsoft.com/office/drawing/2014/main" id="{5DC9B704-B77F-DC63-15DA-40628218ED67}"/>
              </a:ext>
            </a:extLst>
          </p:cNvPr>
          <p:cNvSpPr/>
          <p:nvPr/>
        </p:nvSpPr>
        <p:spPr>
          <a:xfrm>
            <a:off x="4577118" y="777887"/>
            <a:ext cx="492545" cy="506389"/>
          </a:xfrm>
          <a:custGeom>
            <a:avLst/>
            <a:gdLst>
              <a:gd name="connsiteX0" fmla="*/ 353429 w 364561"/>
              <a:gd name="connsiteY0" fmla="*/ 68199 h 374808"/>
              <a:gd name="connsiteX1" fmla="*/ 346979 w 364561"/>
              <a:gd name="connsiteY1" fmla="*/ 64294 h 374808"/>
              <a:gd name="connsiteX2" fmla="*/ 340529 w 364561"/>
              <a:gd name="connsiteY2" fmla="*/ 65627 h 374808"/>
              <a:gd name="connsiteX3" fmla="*/ 288928 w 364561"/>
              <a:gd name="connsiteY3" fmla="*/ 90297 h 374808"/>
              <a:gd name="connsiteX4" fmla="*/ 234766 w 364561"/>
              <a:gd name="connsiteY4" fmla="*/ 118872 h 374808"/>
              <a:gd name="connsiteX5" fmla="*/ 216743 w 364561"/>
              <a:gd name="connsiteY5" fmla="*/ 169450 h 374808"/>
              <a:gd name="connsiteX6" fmla="*/ 243966 w 364561"/>
              <a:gd name="connsiteY6" fmla="*/ 201835 h 374808"/>
              <a:gd name="connsiteX7" fmla="*/ 209724 w 364561"/>
              <a:gd name="connsiteY7" fmla="*/ 286417 h 374808"/>
              <a:gd name="connsiteX8" fmla="*/ 214941 w 364561"/>
              <a:gd name="connsiteY8" fmla="*/ 295561 h 374808"/>
              <a:gd name="connsiteX9" fmla="*/ 217502 w 364561"/>
              <a:gd name="connsiteY9" fmla="*/ 296894 h 374808"/>
              <a:gd name="connsiteX10" fmla="*/ 225280 w 364561"/>
              <a:gd name="connsiteY10" fmla="*/ 290417 h 374808"/>
              <a:gd name="connsiteX11" fmla="*/ 255823 w 364561"/>
              <a:gd name="connsiteY11" fmla="*/ 213932 h 374808"/>
              <a:gd name="connsiteX12" fmla="*/ 287695 w 364561"/>
              <a:gd name="connsiteY12" fmla="*/ 238316 h 374808"/>
              <a:gd name="connsiteX13" fmla="*/ 292817 w 364561"/>
              <a:gd name="connsiteY13" fmla="*/ 238316 h 374808"/>
              <a:gd name="connsiteX14" fmla="*/ 340529 w 364561"/>
              <a:gd name="connsiteY14" fmla="*/ 209741 h 374808"/>
              <a:gd name="connsiteX15" fmla="*/ 353429 w 364561"/>
              <a:gd name="connsiteY15" fmla="*/ 68390 h 374808"/>
              <a:gd name="connsiteX16" fmla="*/ 328862 w 364561"/>
              <a:gd name="connsiteY16" fmla="*/ 199263 h 374808"/>
              <a:gd name="connsiteX17" fmla="*/ 290161 w 364561"/>
              <a:gd name="connsiteY17" fmla="*/ 222599 h 374808"/>
              <a:gd name="connsiteX18" fmla="*/ 265024 w 364561"/>
              <a:gd name="connsiteY18" fmla="*/ 198025 h 374808"/>
              <a:gd name="connsiteX19" fmla="*/ 319566 w 364561"/>
              <a:gd name="connsiteY19" fmla="*/ 132588 h 374808"/>
              <a:gd name="connsiteX20" fmla="*/ 319566 w 364561"/>
              <a:gd name="connsiteY20" fmla="*/ 120872 h 374808"/>
              <a:gd name="connsiteX21" fmla="*/ 309227 w 364561"/>
              <a:gd name="connsiteY21" fmla="*/ 120872 h 374808"/>
              <a:gd name="connsiteX22" fmla="*/ 251745 w 364561"/>
              <a:gd name="connsiteY22" fmla="*/ 188786 h 374808"/>
              <a:gd name="connsiteX23" fmla="*/ 232015 w 364561"/>
              <a:gd name="connsiteY23" fmla="*/ 166878 h 374808"/>
              <a:gd name="connsiteX24" fmla="*/ 246243 w 364561"/>
              <a:gd name="connsiteY24" fmla="*/ 129254 h 374808"/>
              <a:gd name="connsiteX25" fmla="*/ 292722 w 364561"/>
              <a:gd name="connsiteY25" fmla="*/ 104584 h 374808"/>
              <a:gd name="connsiteX26" fmla="*/ 343090 w 364561"/>
              <a:gd name="connsiteY26" fmla="*/ 83820 h 374808"/>
              <a:gd name="connsiteX27" fmla="*/ 328862 w 364561"/>
              <a:gd name="connsiteY27" fmla="*/ 199263 h 374808"/>
              <a:gd name="connsiteX28" fmla="*/ 194547 w 364561"/>
              <a:gd name="connsiteY28" fmla="*/ 1333 h 374808"/>
              <a:gd name="connsiteX29" fmla="*/ 191986 w 364561"/>
              <a:gd name="connsiteY29" fmla="*/ 1333 h 374808"/>
              <a:gd name="connsiteX30" fmla="*/ 186769 w 364561"/>
              <a:gd name="connsiteY30" fmla="*/ 0 h 374808"/>
              <a:gd name="connsiteX31" fmla="*/ 569 w 364561"/>
              <a:gd name="connsiteY31" fmla="*/ 176498 h 374808"/>
              <a:gd name="connsiteX32" fmla="*/ 0 w 364561"/>
              <a:gd name="connsiteY32" fmla="*/ 179451 h 374808"/>
              <a:gd name="connsiteX33" fmla="*/ 285 w 364561"/>
              <a:gd name="connsiteY33" fmla="*/ 181547 h 374808"/>
              <a:gd name="connsiteX34" fmla="*/ 0 w 364561"/>
              <a:gd name="connsiteY34" fmla="*/ 187357 h 374808"/>
              <a:gd name="connsiteX35" fmla="*/ 178137 w 364561"/>
              <a:gd name="connsiteY35" fmla="*/ 374333 h 374808"/>
              <a:gd name="connsiteX36" fmla="*/ 180224 w 364561"/>
              <a:gd name="connsiteY36" fmla="*/ 374809 h 374808"/>
              <a:gd name="connsiteX37" fmla="*/ 181552 w 364561"/>
              <a:gd name="connsiteY37" fmla="*/ 374809 h 374808"/>
              <a:gd name="connsiteX38" fmla="*/ 182690 w 364561"/>
              <a:gd name="connsiteY38" fmla="*/ 374618 h 374808"/>
              <a:gd name="connsiteX39" fmla="*/ 186769 w 364561"/>
              <a:gd name="connsiteY39" fmla="*/ 374809 h 374808"/>
              <a:gd name="connsiteX40" fmla="*/ 194547 w 364561"/>
              <a:gd name="connsiteY40" fmla="*/ 374809 h 374808"/>
              <a:gd name="connsiteX41" fmla="*/ 202325 w 364561"/>
              <a:gd name="connsiteY41" fmla="*/ 366998 h 374808"/>
              <a:gd name="connsiteX42" fmla="*/ 202325 w 364561"/>
              <a:gd name="connsiteY42" fmla="*/ 9144 h 374808"/>
              <a:gd name="connsiteX43" fmla="*/ 194547 w 364561"/>
              <a:gd name="connsiteY43" fmla="*/ 1333 h 374808"/>
              <a:gd name="connsiteX44" fmla="*/ 70382 w 364561"/>
              <a:gd name="connsiteY44" fmla="*/ 187643 h 374808"/>
              <a:gd name="connsiteX45" fmla="*/ 70382 w 364561"/>
              <a:gd name="connsiteY45" fmla="*/ 187452 h 374808"/>
              <a:gd name="connsiteX46" fmla="*/ 116766 w 364561"/>
              <a:gd name="connsiteY46" fmla="*/ 187452 h 374808"/>
              <a:gd name="connsiteX47" fmla="*/ 116766 w 364561"/>
              <a:gd name="connsiteY47" fmla="*/ 187928 h 374808"/>
              <a:gd name="connsiteX48" fmla="*/ 121130 w 364561"/>
              <a:gd name="connsiteY48" fmla="*/ 250508 h 374808"/>
              <a:gd name="connsiteX49" fmla="*/ 78635 w 364561"/>
              <a:gd name="connsiteY49" fmla="*/ 250508 h 374808"/>
              <a:gd name="connsiteX50" fmla="*/ 70287 w 364561"/>
              <a:gd name="connsiteY50" fmla="*/ 187738 h 374808"/>
              <a:gd name="connsiteX51" fmla="*/ 34527 w 364561"/>
              <a:gd name="connsiteY51" fmla="*/ 109442 h 374808"/>
              <a:gd name="connsiteX52" fmla="*/ 67821 w 364561"/>
              <a:gd name="connsiteY52" fmla="*/ 109442 h 374808"/>
              <a:gd name="connsiteX53" fmla="*/ 55490 w 364561"/>
              <a:gd name="connsiteY53" fmla="*/ 171641 h 374808"/>
              <a:gd name="connsiteX54" fmla="*/ 16410 w 364561"/>
              <a:gd name="connsiteY54" fmla="*/ 171641 h 374808"/>
              <a:gd name="connsiteX55" fmla="*/ 34622 w 364561"/>
              <a:gd name="connsiteY55" fmla="*/ 109442 h 374808"/>
              <a:gd name="connsiteX56" fmla="*/ 84326 w 364561"/>
              <a:gd name="connsiteY56" fmla="*/ 109442 h 374808"/>
              <a:gd name="connsiteX57" fmla="*/ 123975 w 364561"/>
              <a:gd name="connsiteY57" fmla="*/ 109442 h 374808"/>
              <a:gd name="connsiteX58" fmla="*/ 117146 w 364561"/>
              <a:gd name="connsiteY58" fmla="*/ 171641 h 374808"/>
              <a:gd name="connsiteX59" fmla="*/ 70951 w 364561"/>
              <a:gd name="connsiteY59" fmla="*/ 171641 h 374808"/>
              <a:gd name="connsiteX60" fmla="*/ 84231 w 364561"/>
              <a:gd name="connsiteY60" fmla="*/ 109442 h 374808"/>
              <a:gd name="connsiteX61" fmla="*/ 143041 w 364561"/>
              <a:gd name="connsiteY61" fmla="*/ 93726 h 374808"/>
              <a:gd name="connsiteX62" fmla="*/ 186769 w 364561"/>
              <a:gd name="connsiteY62" fmla="*/ 18002 h 374808"/>
              <a:gd name="connsiteX63" fmla="*/ 186769 w 364561"/>
              <a:gd name="connsiteY63" fmla="*/ 93726 h 374808"/>
              <a:gd name="connsiteX64" fmla="*/ 143041 w 364561"/>
              <a:gd name="connsiteY64" fmla="*/ 93726 h 374808"/>
              <a:gd name="connsiteX65" fmla="*/ 186674 w 364561"/>
              <a:gd name="connsiteY65" fmla="*/ 109442 h 374808"/>
              <a:gd name="connsiteX66" fmla="*/ 186674 w 364561"/>
              <a:gd name="connsiteY66" fmla="*/ 171641 h 374808"/>
              <a:gd name="connsiteX67" fmla="*/ 132607 w 364561"/>
              <a:gd name="connsiteY67" fmla="*/ 171641 h 374808"/>
              <a:gd name="connsiteX68" fmla="*/ 139437 w 364561"/>
              <a:gd name="connsiteY68" fmla="*/ 109442 h 374808"/>
              <a:gd name="connsiteX69" fmla="*/ 186674 w 364561"/>
              <a:gd name="connsiteY69" fmla="*/ 109442 h 374808"/>
              <a:gd name="connsiteX70" fmla="*/ 156510 w 364561"/>
              <a:gd name="connsiteY70" fmla="*/ 24479 h 374808"/>
              <a:gd name="connsiteX71" fmla="*/ 127390 w 364561"/>
              <a:gd name="connsiteY71" fmla="*/ 93726 h 374808"/>
              <a:gd name="connsiteX72" fmla="*/ 91061 w 364561"/>
              <a:gd name="connsiteY72" fmla="*/ 93726 h 374808"/>
              <a:gd name="connsiteX73" fmla="*/ 156510 w 364561"/>
              <a:gd name="connsiteY73" fmla="*/ 24479 h 374808"/>
              <a:gd name="connsiteX74" fmla="*/ 123691 w 364561"/>
              <a:gd name="connsiteY74" fmla="*/ 265271 h 374808"/>
              <a:gd name="connsiteX75" fmla="*/ 155562 w 364561"/>
              <a:gd name="connsiteY75" fmla="*/ 350996 h 374808"/>
              <a:gd name="connsiteX76" fmla="*/ 83472 w 364561"/>
              <a:gd name="connsiteY76" fmla="*/ 265271 h 374808"/>
              <a:gd name="connsiteX77" fmla="*/ 123691 w 364561"/>
              <a:gd name="connsiteY77" fmla="*/ 265271 h 374808"/>
              <a:gd name="connsiteX78" fmla="*/ 186674 w 364561"/>
              <a:gd name="connsiteY78" fmla="*/ 358902 h 374808"/>
              <a:gd name="connsiteX79" fmla="*/ 139342 w 364561"/>
              <a:gd name="connsiteY79" fmla="*/ 265271 h 374808"/>
              <a:gd name="connsiteX80" fmla="*/ 186674 w 364561"/>
              <a:gd name="connsiteY80" fmla="*/ 265271 h 374808"/>
              <a:gd name="connsiteX81" fmla="*/ 186674 w 364561"/>
              <a:gd name="connsiteY81" fmla="*/ 358902 h 374808"/>
              <a:gd name="connsiteX82" fmla="*/ 136875 w 364561"/>
              <a:gd name="connsiteY82" fmla="*/ 250412 h 374808"/>
              <a:gd name="connsiteX83" fmla="*/ 132417 w 364561"/>
              <a:gd name="connsiteY83" fmla="*/ 187833 h 374808"/>
              <a:gd name="connsiteX84" fmla="*/ 132417 w 364561"/>
              <a:gd name="connsiteY84" fmla="*/ 187357 h 374808"/>
              <a:gd name="connsiteX85" fmla="*/ 186769 w 364561"/>
              <a:gd name="connsiteY85" fmla="*/ 187357 h 374808"/>
              <a:gd name="connsiteX86" fmla="*/ 186769 w 364561"/>
              <a:gd name="connsiteY86" fmla="*/ 250412 h 374808"/>
              <a:gd name="connsiteX87" fmla="*/ 136875 w 364561"/>
              <a:gd name="connsiteY87" fmla="*/ 250412 h 374808"/>
              <a:gd name="connsiteX88" fmla="*/ 121604 w 364561"/>
              <a:gd name="connsiteY88" fmla="*/ 28670 h 374808"/>
              <a:gd name="connsiteX89" fmla="*/ 73892 w 364561"/>
              <a:gd name="connsiteY89" fmla="*/ 93631 h 374808"/>
              <a:gd name="connsiteX90" fmla="*/ 43633 w 364561"/>
              <a:gd name="connsiteY90" fmla="*/ 93631 h 374808"/>
              <a:gd name="connsiteX91" fmla="*/ 121604 w 364561"/>
              <a:gd name="connsiteY91" fmla="*/ 28670 h 374808"/>
              <a:gd name="connsiteX92" fmla="*/ 54921 w 364561"/>
              <a:gd name="connsiteY92" fmla="*/ 187357 h 374808"/>
              <a:gd name="connsiteX93" fmla="*/ 54921 w 364561"/>
              <a:gd name="connsiteY93" fmla="*/ 187547 h 374808"/>
              <a:gd name="connsiteX94" fmla="*/ 62984 w 364561"/>
              <a:gd name="connsiteY94" fmla="*/ 250317 h 374808"/>
              <a:gd name="connsiteX95" fmla="*/ 27603 w 364561"/>
              <a:gd name="connsiteY95" fmla="*/ 250317 h 374808"/>
              <a:gd name="connsiteX96" fmla="*/ 15556 w 364561"/>
              <a:gd name="connsiteY96" fmla="*/ 187262 h 374808"/>
              <a:gd name="connsiteX97" fmla="*/ 54921 w 364561"/>
              <a:gd name="connsiteY97" fmla="*/ 187262 h 374808"/>
              <a:gd name="connsiteX98" fmla="*/ 34243 w 364561"/>
              <a:gd name="connsiteY98" fmla="*/ 265271 h 374808"/>
              <a:gd name="connsiteX99" fmla="*/ 67442 w 364561"/>
              <a:gd name="connsiteY99" fmla="*/ 265271 h 374808"/>
              <a:gd name="connsiteX100" fmla="*/ 117715 w 364561"/>
              <a:gd name="connsiteY100" fmla="*/ 344519 h 374808"/>
              <a:gd name="connsiteX101" fmla="*/ 34337 w 364561"/>
              <a:gd name="connsiteY101" fmla="*/ 265271 h 374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4561" h="374808">
                <a:moveTo>
                  <a:pt x="353429" y="68199"/>
                </a:moveTo>
                <a:cubicBezTo>
                  <a:pt x="352101" y="65627"/>
                  <a:pt x="349540" y="64294"/>
                  <a:pt x="346979" y="64294"/>
                </a:cubicBezTo>
                <a:cubicBezTo>
                  <a:pt x="345651" y="62960"/>
                  <a:pt x="343090" y="64294"/>
                  <a:pt x="340529" y="65627"/>
                </a:cubicBezTo>
                <a:cubicBezTo>
                  <a:pt x="325067" y="79915"/>
                  <a:pt x="305717" y="85058"/>
                  <a:pt x="288928" y="90297"/>
                </a:cubicBezTo>
                <a:cubicBezTo>
                  <a:pt x="268249" y="96774"/>
                  <a:pt x="248899" y="102013"/>
                  <a:pt x="234766" y="118872"/>
                </a:cubicBezTo>
                <a:cubicBezTo>
                  <a:pt x="219304" y="137065"/>
                  <a:pt x="212854" y="155162"/>
                  <a:pt x="216743" y="169450"/>
                </a:cubicBezTo>
                <a:cubicBezTo>
                  <a:pt x="220063" y="182880"/>
                  <a:pt x="229169" y="193358"/>
                  <a:pt x="243966" y="201835"/>
                </a:cubicBezTo>
                <a:cubicBezTo>
                  <a:pt x="218071" y="246697"/>
                  <a:pt x="209724" y="283940"/>
                  <a:pt x="209724" y="286417"/>
                </a:cubicBezTo>
                <a:cubicBezTo>
                  <a:pt x="208396" y="291656"/>
                  <a:pt x="211052" y="295561"/>
                  <a:pt x="214941" y="295561"/>
                </a:cubicBezTo>
                <a:cubicBezTo>
                  <a:pt x="216269" y="295561"/>
                  <a:pt x="216269" y="296894"/>
                  <a:pt x="217502" y="296894"/>
                </a:cubicBezTo>
                <a:cubicBezTo>
                  <a:pt x="220063" y="296894"/>
                  <a:pt x="223952" y="294322"/>
                  <a:pt x="225280" y="290417"/>
                </a:cubicBezTo>
                <a:cubicBezTo>
                  <a:pt x="225280" y="289655"/>
                  <a:pt x="232679" y="255651"/>
                  <a:pt x="255823" y="213932"/>
                </a:cubicBezTo>
                <a:cubicBezTo>
                  <a:pt x="264455" y="228505"/>
                  <a:pt x="275553" y="237172"/>
                  <a:pt x="287695" y="238316"/>
                </a:cubicBezTo>
                <a:lnTo>
                  <a:pt x="292817" y="238316"/>
                </a:lnTo>
                <a:cubicBezTo>
                  <a:pt x="308278" y="238316"/>
                  <a:pt x="325067" y="229267"/>
                  <a:pt x="340529" y="209741"/>
                </a:cubicBezTo>
                <a:cubicBezTo>
                  <a:pt x="363768" y="182499"/>
                  <a:pt x="374107" y="108585"/>
                  <a:pt x="353429" y="68390"/>
                </a:cubicBezTo>
                <a:close/>
                <a:moveTo>
                  <a:pt x="328862" y="199263"/>
                </a:moveTo>
                <a:cubicBezTo>
                  <a:pt x="314633" y="216122"/>
                  <a:pt x="300500" y="225171"/>
                  <a:pt x="290161" y="222599"/>
                </a:cubicBezTo>
                <a:cubicBezTo>
                  <a:pt x="280106" y="221361"/>
                  <a:pt x="272613" y="212693"/>
                  <a:pt x="265024" y="198025"/>
                </a:cubicBezTo>
                <a:cubicBezTo>
                  <a:pt x="278683" y="176308"/>
                  <a:pt x="296421" y="153448"/>
                  <a:pt x="319566" y="132588"/>
                </a:cubicBezTo>
                <a:cubicBezTo>
                  <a:pt x="322127" y="128683"/>
                  <a:pt x="323455" y="124778"/>
                  <a:pt x="319566" y="120872"/>
                </a:cubicBezTo>
                <a:cubicBezTo>
                  <a:pt x="317005" y="118301"/>
                  <a:pt x="311788" y="118301"/>
                  <a:pt x="309227" y="120872"/>
                </a:cubicBezTo>
                <a:cubicBezTo>
                  <a:pt x="284849" y="142589"/>
                  <a:pt x="266163" y="166307"/>
                  <a:pt x="251745" y="188786"/>
                </a:cubicBezTo>
                <a:cubicBezTo>
                  <a:pt x="240552" y="182785"/>
                  <a:pt x="234102" y="175260"/>
                  <a:pt x="232015" y="166878"/>
                </a:cubicBezTo>
                <a:cubicBezTo>
                  <a:pt x="228126" y="153924"/>
                  <a:pt x="238465" y="139637"/>
                  <a:pt x="246243" y="129254"/>
                </a:cubicBezTo>
                <a:cubicBezTo>
                  <a:pt x="257815" y="116300"/>
                  <a:pt x="273371" y="111062"/>
                  <a:pt x="292722" y="104584"/>
                </a:cubicBezTo>
                <a:cubicBezTo>
                  <a:pt x="308183" y="100679"/>
                  <a:pt x="326300" y="95536"/>
                  <a:pt x="343090" y="83820"/>
                </a:cubicBezTo>
                <a:cubicBezTo>
                  <a:pt x="355990" y="120110"/>
                  <a:pt x="346979" y="178499"/>
                  <a:pt x="328862" y="199263"/>
                </a:cubicBezTo>
                <a:close/>
                <a:moveTo>
                  <a:pt x="194547" y="1333"/>
                </a:moveTo>
                <a:lnTo>
                  <a:pt x="191986" y="1333"/>
                </a:lnTo>
                <a:cubicBezTo>
                  <a:pt x="189425" y="1333"/>
                  <a:pt x="188097" y="0"/>
                  <a:pt x="186769" y="0"/>
                </a:cubicBezTo>
                <a:cubicBezTo>
                  <a:pt x="86697" y="0"/>
                  <a:pt x="6260" y="78676"/>
                  <a:pt x="569" y="176498"/>
                </a:cubicBezTo>
                <a:cubicBezTo>
                  <a:pt x="190" y="177451"/>
                  <a:pt x="0" y="178499"/>
                  <a:pt x="0" y="179451"/>
                </a:cubicBezTo>
                <a:cubicBezTo>
                  <a:pt x="0" y="180213"/>
                  <a:pt x="190" y="180880"/>
                  <a:pt x="285" y="181547"/>
                </a:cubicBezTo>
                <a:cubicBezTo>
                  <a:pt x="285" y="183451"/>
                  <a:pt x="0" y="185357"/>
                  <a:pt x="0" y="187357"/>
                </a:cubicBezTo>
                <a:cubicBezTo>
                  <a:pt x="0" y="288512"/>
                  <a:pt x="78445" y="369761"/>
                  <a:pt x="178137" y="374333"/>
                </a:cubicBezTo>
                <a:cubicBezTo>
                  <a:pt x="178801" y="374428"/>
                  <a:pt x="179465" y="374618"/>
                  <a:pt x="180224" y="374809"/>
                </a:cubicBezTo>
                <a:lnTo>
                  <a:pt x="181552" y="374809"/>
                </a:lnTo>
                <a:cubicBezTo>
                  <a:pt x="181552" y="374809"/>
                  <a:pt x="182311" y="374618"/>
                  <a:pt x="182690" y="374618"/>
                </a:cubicBezTo>
                <a:cubicBezTo>
                  <a:pt x="184113" y="374618"/>
                  <a:pt x="185441" y="374809"/>
                  <a:pt x="186769" y="374809"/>
                </a:cubicBezTo>
                <a:lnTo>
                  <a:pt x="194547" y="374809"/>
                </a:lnTo>
                <a:cubicBezTo>
                  <a:pt x="198436" y="374809"/>
                  <a:pt x="202325" y="370904"/>
                  <a:pt x="202325" y="366998"/>
                </a:cubicBezTo>
                <a:lnTo>
                  <a:pt x="202325" y="9144"/>
                </a:lnTo>
                <a:cubicBezTo>
                  <a:pt x="202325" y="5239"/>
                  <a:pt x="198436" y="1333"/>
                  <a:pt x="194547" y="1333"/>
                </a:cubicBezTo>
                <a:close/>
                <a:moveTo>
                  <a:pt x="70382" y="187643"/>
                </a:moveTo>
                <a:cubicBezTo>
                  <a:pt x="70382" y="187643"/>
                  <a:pt x="70382" y="187452"/>
                  <a:pt x="70382" y="187452"/>
                </a:cubicBezTo>
                <a:lnTo>
                  <a:pt x="116766" y="187452"/>
                </a:lnTo>
                <a:cubicBezTo>
                  <a:pt x="116766" y="187452"/>
                  <a:pt x="116766" y="187738"/>
                  <a:pt x="116766" y="187928"/>
                </a:cubicBezTo>
                <a:cubicBezTo>
                  <a:pt x="116766" y="209931"/>
                  <a:pt x="118379" y="230981"/>
                  <a:pt x="121130" y="250508"/>
                </a:cubicBezTo>
                <a:lnTo>
                  <a:pt x="78635" y="250508"/>
                </a:lnTo>
                <a:cubicBezTo>
                  <a:pt x="73228" y="231076"/>
                  <a:pt x="70287" y="209931"/>
                  <a:pt x="70287" y="187738"/>
                </a:cubicBezTo>
                <a:close/>
                <a:moveTo>
                  <a:pt x="34527" y="109442"/>
                </a:moveTo>
                <a:lnTo>
                  <a:pt x="67821" y="109442"/>
                </a:lnTo>
                <a:cubicBezTo>
                  <a:pt x="61181" y="128683"/>
                  <a:pt x="56913" y="149638"/>
                  <a:pt x="55490" y="171641"/>
                </a:cubicBezTo>
                <a:lnTo>
                  <a:pt x="16410" y="171641"/>
                </a:lnTo>
                <a:cubicBezTo>
                  <a:pt x="18497" y="149447"/>
                  <a:pt x="24852" y="128492"/>
                  <a:pt x="34622" y="109442"/>
                </a:cubicBezTo>
                <a:close/>
                <a:moveTo>
                  <a:pt x="84326" y="109442"/>
                </a:moveTo>
                <a:lnTo>
                  <a:pt x="123975" y="109442"/>
                </a:lnTo>
                <a:cubicBezTo>
                  <a:pt x="120276" y="128683"/>
                  <a:pt x="117904" y="149543"/>
                  <a:pt x="117146" y="171641"/>
                </a:cubicBezTo>
                <a:lnTo>
                  <a:pt x="70951" y="171641"/>
                </a:lnTo>
                <a:cubicBezTo>
                  <a:pt x="72469" y="149447"/>
                  <a:pt x="77117" y="128492"/>
                  <a:pt x="84231" y="109442"/>
                </a:cubicBezTo>
                <a:close/>
                <a:moveTo>
                  <a:pt x="143041" y="93726"/>
                </a:moveTo>
                <a:cubicBezTo>
                  <a:pt x="153475" y="51816"/>
                  <a:pt x="170264" y="24575"/>
                  <a:pt x="186769" y="18002"/>
                </a:cubicBezTo>
                <a:lnTo>
                  <a:pt x="186769" y="93726"/>
                </a:lnTo>
                <a:lnTo>
                  <a:pt x="143041" y="93726"/>
                </a:lnTo>
                <a:close/>
                <a:moveTo>
                  <a:pt x="186674" y="109442"/>
                </a:moveTo>
                <a:lnTo>
                  <a:pt x="186674" y="171641"/>
                </a:lnTo>
                <a:lnTo>
                  <a:pt x="132607" y="171641"/>
                </a:lnTo>
                <a:cubicBezTo>
                  <a:pt x="133366" y="148876"/>
                  <a:pt x="135832" y="128016"/>
                  <a:pt x="139437" y="109442"/>
                </a:cubicBezTo>
                <a:lnTo>
                  <a:pt x="186674" y="109442"/>
                </a:lnTo>
                <a:close/>
                <a:moveTo>
                  <a:pt x="156510" y="24479"/>
                </a:moveTo>
                <a:cubicBezTo>
                  <a:pt x="144369" y="40767"/>
                  <a:pt x="134314" y="64770"/>
                  <a:pt x="127390" y="93726"/>
                </a:cubicBezTo>
                <a:lnTo>
                  <a:pt x="91061" y="93726"/>
                </a:lnTo>
                <a:cubicBezTo>
                  <a:pt x="106427" y="61722"/>
                  <a:pt x="129192" y="36862"/>
                  <a:pt x="156510" y="24479"/>
                </a:cubicBezTo>
                <a:close/>
                <a:moveTo>
                  <a:pt x="123691" y="265271"/>
                </a:moveTo>
                <a:cubicBezTo>
                  <a:pt x="130331" y="301466"/>
                  <a:pt x="141523" y="331470"/>
                  <a:pt x="155562" y="350996"/>
                </a:cubicBezTo>
                <a:cubicBezTo>
                  <a:pt x="123691" y="336518"/>
                  <a:pt x="97985" y="305562"/>
                  <a:pt x="83472" y="265271"/>
                </a:cubicBezTo>
                <a:lnTo>
                  <a:pt x="123691" y="265271"/>
                </a:lnTo>
                <a:close/>
                <a:moveTo>
                  <a:pt x="186674" y="358902"/>
                </a:moveTo>
                <a:cubicBezTo>
                  <a:pt x="168083" y="350615"/>
                  <a:pt x="149207" y="316611"/>
                  <a:pt x="139342" y="265271"/>
                </a:cubicBezTo>
                <a:lnTo>
                  <a:pt x="186674" y="265271"/>
                </a:lnTo>
                <a:lnTo>
                  <a:pt x="186674" y="358902"/>
                </a:lnTo>
                <a:close/>
                <a:moveTo>
                  <a:pt x="136875" y="250412"/>
                </a:moveTo>
                <a:cubicBezTo>
                  <a:pt x="134030" y="231362"/>
                  <a:pt x="132417" y="210407"/>
                  <a:pt x="132417" y="187833"/>
                </a:cubicBezTo>
                <a:cubicBezTo>
                  <a:pt x="132417" y="187643"/>
                  <a:pt x="132417" y="187547"/>
                  <a:pt x="132417" y="187357"/>
                </a:cubicBezTo>
                <a:lnTo>
                  <a:pt x="186769" y="187357"/>
                </a:lnTo>
                <a:lnTo>
                  <a:pt x="186769" y="250412"/>
                </a:lnTo>
                <a:lnTo>
                  <a:pt x="136875" y="250412"/>
                </a:lnTo>
                <a:close/>
                <a:moveTo>
                  <a:pt x="121604" y="28670"/>
                </a:moveTo>
                <a:cubicBezTo>
                  <a:pt x="101874" y="44768"/>
                  <a:pt x="85464" y="67151"/>
                  <a:pt x="73892" y="93631"/>
                </a:cubicBezTo>
                <a:lnTo>
                  <a:pt x="43633" y="93631"/>
                </a:lnTo>
                <a:cubicBezTo>
                  <a:pt x="62414" y="64865"/>
                  <a:pt x="89543" y="42005"/>
                  <a:pt x="121604" y="28670"/>
                </a:cubicBezTo>
                <a:close/>
                <a:moveTo>
                  <a:pt x="54921" y="187357"/>
                </a:moveTo>
                <a:cubicBezTo>
                  <a:pt x="54921" y="187357"/>
                  <a:pt x="54921" y="187547"/>
                  <a:pt x="54921" y="187547"/>
                </a:cubicBezTo>
                <a:cubicBezTo>
                  <a:pt x="54921" y="209645"/>
                  <a:pt x="57861" y="230695"/>
                  <a:pt x="62984" y="250317"/>
                </a:cubicBezTo>
                <a:lnTo>
                  <a:pt x="27603" y="250317"/>
                </a:lnTo>
                <a:cubicBezTo>
                  <a:pt x="19920" y="230791"/>
                  <a:pt x="15556" y="209550"/>
                  <a:pt x="15556" y="187262"/>
                </a:cubicBezTo>
                <a:lnTo>
                  <a:pt x="54921" y="187262"/>
                </a:lnTo>
                <a:close/>
                <a:moveTo>
                  <a:pt x="34243" y="265271"/>
                </a:moveTo>
                <a:lnTo>
                  <a:pt x="67442" y="265271"/>
                </a:lnTo>
                <a:cubicBezTo>
                  <a:pt x="78350" y="297656"/>
                  <a:pt x="95803" y="325088"/>
                  <a:pt x="117715" y="344519"/>
                </a:cubicBezTo>
                <a:cubicBezTo>
                  <a:pt x="81575" y="328517"/>
                  <a:pt x="52170" y="300419"/>
                  <a:pt x="34337" y="26527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" name="Graphic 15">
            <a:extLst>
              <a:ext uri="{FF2B5EF4-FFF2-40B4-BE49-F238E27FC236}">
                <a16:creationId xmlns:a16="http://schemas.microsoft.com/office/drawing/2014/main" id="{8C67FDE4-DB5D-9C75-99DB-4D29091117CD}"/>
              </a:ext>
            </a:extLst>
          </p:cNvPr>
          <p:cNvSpPr/>
          <p:nvPr/>
        </p:nvSpPr>
        <p:spPr>
          <a:xfrm>
            <a:off x="3827818" y="1422412"/>
            <a:ext cx="492545" cy="506389"/>
          </a:xfrm>
          <a:custGeom>
            <a:avLst/>
            <a:gdLst>
              <a:gd name="connsiteX0" fmla="*/ 353429 w 364561"/>
              <a:gd name="connsiteY0" fmla="*/ 68199 h 374808"/>
              <a:gd name="connsiteX1" fmla="*/ 346979 w 364561"/>
              <a:gd name="connsiteY1" fmla="*/ 64294 h 374808"/>
              <a:gd name="connsiteX2" fmla="*/ 340529 w 364561"/>
              <a:gd name="connsiteY2" fmla="*/ 65627 h 374808"/>
              <a:gd name="connsiteX3" fmla="*/ 288928 w 364561"/>
              <a:gd name="connsiteY3" fmla="*/ 90297 h 374808"/>
              <a:gd name="connsiteX4" fmla="*/ 234766 w 364561"/>
              <a:gd name="connsiteY4" fmla="*/ 118872 h 374808"/>
              <a:gd name="connsiteX5" fmla="*/ 216743 w 364561"/>
              <a:gd name="connsiteY5" fmla="*/ 169450 h 374808"/>
              <a:gd name="connsiteX6" fmla="*/ 243966 w 364561"/>
              <a:gd name="connsiteY6" fmla="*/ 201835 h 374808"/>
              <a:gd name="connsiteX7" fmla="*/ 209724 w 364561"/>
              <a:gd name="connsiteY7" fmla="*/ 286417 h 374808"/>
              <a:gd name="connsiteX8" fmla="*/ 214941 w 364561"/>
              <a:gd name="connsiteY8" fmla="*/ 295561 h 374808"/>
              <a:gd name="connsiteX9" fmla="*/ 217502 w 364561"/>
              <a:gd name="connsiteY9" fmla="*/ 296894 h 374808"/>
              <a:gd name="connsiteX10" fmla="*/ 225280 w 364561"/>
              <a:gd name="connsiteY10" fmla="*/ 290417 h 374808"/>
              <a:gd name="connsiteX11" fmla="*/ 255823 w 364561"/>
              <a:gd name="connsiteY11" fmla="*/ 213932 h 374808"/>
              <a:gd name="connsiteX12" fmla="*/ 287695 w 364561"/>
              <a:gd name="connsiteY12" fmla="*/ 238316 h 374808"/>
              <a:gd name="connsiteX13" fmla="*/ 292817 w 364561"/>
              <a:gd name="connsiteY13" fmla="*/ 238316 h 374808"/>
              <a:gd name="connsiteX14" fmla="*/ 340529 w 364561"/>
              <a:gd name="connsiteY14" fmla="*/ 209741 h 374808"/>
              <a:gd name="connsiteX15" fmla="*/ 353429 w 364561"/>
              <a:gd name="connsiteY15" fmla="*/ 68390 h 374808"/>
              <a:gd name="connsiteX16" fmla="*/ 328862 w 364561"/>
              <a:gd name="connsiteY16" fmla="*/ 199263 h 374808"/>
              <a:gd name="connsiteX17" fmla="*/ 290161 w 364561"/>
              <a:gd name="connsiteY17" fmla="*/ 222599 h 374808"/>
              <a:gd name="connsiteX18" fmla="*/ 265024 w 364561"/>
              <a:gd name="connsiteY18" fmla="*/ 198025 h 374808"/>
              <a:gd name="connsiteX19" fmla="*/ 319566 w 364561"/>
              <a:gd name="connsiteY19" fmla="*/ 132588 h 374808"/>
              <a:gd name="connsiteX20" fmla="*/ 319566 w 364561"/>
              <a:gd name="connsiteY20" fmla="*/ 120872 h 374808"/>
              <a:gd name="connsiteX21" fmla="*/ 309227 w 364561"/>
              <a:gd name="connsiteY21" fmla="*/ 120872 h 374808"/>
              <a:gd name="connsiteX22" fmla="*/ 251745 w 364561"/>
              <a:gd name="connsiteY22" fmla="*/ 188786 h 374808"/>
              <a:gd name="connsiteX23" fmla="*/ 232015 w 364561"/>
              <a:gd name="connsiteY23" fmla="*/ 166878 h 374808"/>
              <a:gd name="connsiteX24" fmla="*/ 246243 w 364561"/>
              <a:gd name="connsiteY24" fmla="*/ 129254 h 374808"/>
              <a:gd name="connsiteX25" fmla="*/ 292722 w 364561"/>
              <a:gd name="connsiteY25" fmla="*/ 104584 h 374808"/>
              <a:gd name="connsiteX26" fmla="*/ 343090 w 364561"/>
              <a:gd name="connsiteY26" fmla="*/ 83820 h 374808"/>
              <a:gd name="connsiteX27" fmla="*/ 328862 w 364561"/>
              <a:gd name="connsiteY27" fmla="*/ 199263 h 374808"/>
              <a:gd name="connsiteX28" fmla="*/ 194547 w 364561"/>
              <a:gd name="connsiteY28" fmla="*/ 1333 h 374808"/>
              <a:gd name="connsiteX29" fmla="*/ 191986 w 364561"/>
              <a:gd name="connsiteY29" fmla="*/ 1333 h 374808"/>
              <a:gd name="connsiteX30" fmla="*/ 186769 w 364561"/>
              <a:gd name="connsiteY30" fmla="*/ 0 h 374808"/>
              <a:gd name="connsiteX31" fmla="*/ 569 w 364561"/>
              <a:gd name="connsiteY31" fmla="*/ 176498 h 374808"/>
              <a:gd name="connsiteX32" fmla="*/ 0 w 364561"/>
              <a:gd name="connsiteY32" fmla="*/ 179451 h 374808"/>
              <a:gd name="connsiteX33" fmla="*/ 285 w 364561"/>
              <a:gd name="connsiteY33" fmla="*/ 181547 h 374808"/>
              <a:gd name="connsiteX34" fmla="*/ 0 w 364561"/>
              <a:gd name="connsiteY34" fmla="*/ 187357 h 374808"/>
              <a:gd name="connsiteX35" fmla="*/ 178137 w 364561"/>
              <a:gd name="connsiteY35" fmla="*/ 374333 h 374808"/>
              <a:gd name="connsiteX36" fmla="*/ 180224 w 364561"/>
              <a:gd name="connsiteY36" fmla="*/ 374809 h 374808"/>
              <a:gd name="connsiteX37" fmla="*/ 181552 w 364561"/>
              <a:gd name="connsiteY37" fmla="*/ 374809 h 374808"/>
              <a:gd name="connsiteX38" fmla="*/ 182690 w 364561"/>
              <a:gd name="connsiteY38" fmla="*/ 374618 h 374808"/>
              <a:gd name="connsiteX39" fmla="*/ 186769 w 364561"/>
              <a:gd name="connsiteY39" fmla="*/ 374809 h 374808"/>
              <a:gd name="connsiteX40" fmla="*/ 194547 w 364561"/>
              <a:gd name="connsiteY40" fmla="*/ 374809 h 374808"/>
              <a:gd name="connsiteX41" fmla="*/ 202325 w 364561"/>
              <a:gd name="connsiteY41" fmla="*/ 366998 h 374808"/>
              <a:gd name="connsiteX42" fmla="*/ 202325 w 364561"/>
              <a:gd name="connsiteY42" fmla="*/ 9144 h 374808"/>
              <a:gd name="connsiteX43" fmla="*/ 194547 w 364561"/>
              <a:gd name="connsiteY43" fmla="*/ 1333 h 374808"/>
              <a:gd name="connsiteX44" fmla="*/ 70382 w 364561"/>
              <a:gd name="connsiteY44" fmla="*/ 187643 h 374808"/>
              <a:gd name="connsiteX45" fmla="*/ 70382 w 364561"/>
              <a:gd name="connsiteY45" fmla="*/ 187452 h 374808"/>
              <a:gd name="connsiteX46" fmla="*/ 116766 w 364561"/>
              <a:gd name="connsiteY46" fmla="*/ 187452 h 374808"/>
              <a:gd name="connsiteX47" fmla="*/ 116766 w 364561"/>
              <a:gd name="connsiteY47" fmla="*/ 187928 h 374808"/>
              <a:gd name="connsiteX48" fmla="*/ 121130 w 364561"/>
              <a:gd name="connsiteY48" fmla="*/ 250508 h 374808"/>
              <a:gd name="connsiteX49" fmla="*/ 78635 w 364561"/>
              <a:gd name="connsiteY49" fmla="*/ 250508 h 374808"/>
              <a:gd name="connsiteX50" fmla="*/ 70287 w 364561"/>
              <a:gd name="connsiteY50" fmla="*/ 187738 h 374808"/>
              <a:gd name="connsiteX51" fmla="*/ 34527 w 364561"/>
              <a:gd name="connsiteY51" fmla="*/ 109442 h 374808"/>
              <a:gd name="connsiteX52" fmla="*/ 67821 w 364561"/>
              <a:gd name="connsiteY52" fmla="*/ 109442 h 374808"/>
              <a:gd name="connsiteX53" fmla="*/ 55490 w 364561"/>
              <a:gd name="connsiteY53" fmla="*/ 171641 h 374808"/>
              <a:gd name="connsiteX54" fmla="*/ 16410 w 364561"/>
              <a:gd name="connsiteY54" fmla="*/ 171641 h 374808"/>
              <a:gd name="connsiteX55" fmla="*/ 34622 w 364561"/>
              <a:gd name="connsiteY55" fmla="*/ 109442 h 374808"/>
              <a:gd name="connsiteX56" fmla="*/ 84326 w 364561"/>
              <a:gd name="connsiteY56" fmla="*/ 109442 h 374808"/>
              <a:gd name="connsiteX57" fmla="*/ 123975 w 364561"/>
              <a:gd name="connsiteY57" fmla="*/ 109442 h 374808"/>
              <a:gd name="connsiteX58" fmla="*/ 117146 w 364561"/>
              <a:gd name="connsiteY58" fmla="*/ 171641 h 374808"/>
              <a:gd name="connsiteX59" fmla="*/ 70951 w 364561"/>
              <a:gd name="connsiteY59" fmla="*/ 171641 h 374808"/>
              <a:gd name="connsiteX60" fmla="*/ 84231 w 364561"/>
              <a:gd name="connsiteY60" fmla="*/ 109442 h 374808"/>
              <a:gd name="connsiteX61" fmla="*/ 143041 w 364561"/>
              <a:gd name="connsiteY61" fmla="*/ 93726 h 374808"/>
              <a:gd name="connsiteX62" fmla="*/ 186769 w 364561"/>
              <a:gd name="connsiteY62" fmla="*/ 18002 h 374808"/>
              <a:gd name="connsiteX63" fmla="*/ 186769 w 364561"/>
              <a:gd name="connsiteY63" fmla="*/ 93726 h 374808"/>
              <a:gd name="connsiteX64" fmla="*/ 143041 w 364561"/>
              <a:gd name="connsiteY64" fmla="*/ 93726 h 374808"/>
              <a:gd name="connsiteX65" fmla="*/ 186674 w 364561"/>
              <a:gd name="connsiteY65" fmla="*/ 109442 h 374808"/>
              <a:gd name="connsiteX66" fmla="*/ 186674 w 364561"/>
              <a:gd name="connsiteY66" fmla="*/ 171641 h 374808"/>
              <a:gd name="connsiteX67" fmla="*/ 132607 w 364561"/>
              <a:gd name="connsiteY67" fmla="*/ 171641 h 374808"/>
              <a:gd name="connsiteX68" fmla="*/ 139437 w 364561"/>
              <a:gd name="connsiteY68" fmla="*/ 109442 h 374808"/>
              <a:gd name="connsiteX69" fmla="*/ 186674 w 364561"/>
              <a:gd name="connsiteY69" fmla="*/ 109442 h 374808"/>
              <a:gd name="connsiteX70" fmla="*/ 156510 w 364561"/>
              <a:gd name="connsiteY70" fmla="*/ 24479 h 374808"/>
              <a:gd name="connsiteX71" fmla="*/ 127390 w 364561"/>
              <a:gd name="connsiteY71" fmla="*/ 93726 h 374808"/>
              <a:gd name="connsiteX72" fmla="*/ 91061 w 364561"/>
              <a:gd name="connsiteY72" fmla="*/ 93726 h 374808"/>
              <a:gd name="connsiteX73" fmla="*/ 156510 w 364561"/>
              <a:gd name="connsiteY73" fmla="*/ 24479 h 374808"/>
              <a:gd name="connsiteX74" fmla="*/ 123691 w 364561"/>
              <a:gd name="connsiteY74" fmla="*/ 265271 h 374808"/>
              <a:gd name="connsiteX75" fmla="*/ 155562 w 364561"/>
              <a:gd name="connsiteY75" fmla="*/ 350996 h 374808"/>
              <a:gd name="connsiteX76" fmla="*/ 83472 w 364561"/>
              <a:gd name="connsiteY76" fmla="*/ 265271 h 374808"/>
              <a:gd name="connsiteX77" fmla="*/ 123691 w 364561"/>
              <a:gd name="connsiteY77" fmla="*/ 265271 h 374808"/>
              <a:gd name="connsiteX78" fmla="*/ 186674 w 364561"/>
              <a:gd name="connsiteY78" fmla="*/ 358902 h 374808"/>
              <a:gd name="connsiteX79" fmla="*/ 139342 w 364561"/>
              <a:gd name="connsiteY79" fmla="*/ 265271 h 374808"/>
              <a:gd name="connsiteX80" fmla="*/ 186674 w 364561"/>
              <a:gd name="connsiteY80" fmla="*/ 265271 h 374808"/>
              <a:gd name="connsiteX81" fmla="*/ 186674 w 364561"/>
              <a:gd name="connsiteY81" fmla="*/ 358902 h 374808"/>
              <a:gd name="connsiteX82" fmla="*/ 136875 w 364561"/>
              <a:gd name="connsiteY82" fmla="*/ 250412 h 374808"/>
              <a:gd name="connsiteX83" fmla="*/ 132417 w 364561"/>
              <a:gd name="connsiteY83" fmla="*/ 187833 h 374808"/>
              <a:gd name="connsiteX84" fmla="*/ 132417 w 364561"/>
              <a:gd name="connsiteY84" fmla="*/ 187357 h 374808"/>
              <a:gd name="connsiteX85" fmla="*/ 186769 w 364561"/>
              <a:gd name="connsiteY85" fmla="*/ 187357 h 374808"/>
              <a:gd name="connsiteX86" fmla="*/ 186769 w 364561"/>
              <a:gd name="connsiteY86" fmla="*/ 250412 h 374808"/>
              <a:gd name="connsiteX87" fmla="*/ 136875 w 364561"/>
              <a:gd name="connsiteY87" fmla="*/ 250412 h 374808"/>
              <a:gd name="connsiteX88" fmla="*/ 121604 w 364561"/>
              <a:gd name="connsiteY88" fmla="*/ 28670 h 374808"/>
              <a:gd name="connsiteX89" fmla="*/ 73892 w 364561"/>
              <a:gd name="connsiteY89" fmla="*/ 93631 h 374808"/>
              <a:gd name="connsiteX90" fmla="*/ 43633 w 364561"/>
              <a:gd name="connsiteY90" fmla="*/ 93631 h 374808"/>
              <a:gd name="connsiteX91" fmla="*/ 121604 w 364561"/>
              <a:gd name="connsiteY91" fmla="*/ 28670 h 374808"/>
              <a:gd name="connsiteX92" fmla="*/ 54921 w 364561"/>
              <a:gd name="connsiteY92" fmla="*/ 187357 h 374808"/>
              <a:gd name="connsiteX93" fmla="*/ 54921 w 364561"/>
              <a:gd name="connsiteY93" fmla="*/ 187547 h 374808"/>
              <a:gd name="connsiteX94" fmla="*/ 62984 w 364561"/>
              <a:gd name="connsiteY94" fmla="*/ 250317 h 374808"/>
              <a:gd name="connsiteX95" fmla="*/ 27603 w 364561"/>
              <a:gd name="connsiteY95" fmla="*/ 250317 h 374808"/>
              <a:gd name="connsiteX96" fmla="*/ 15556 w 364561"/>
              <a:gd name="connsiteY96" fmla="*/ 187262 h 374808"/>
              <a:gd name="connsiteX97" fmla="*/ 54921 w 364561"/>
              <a:gd name="connsiteY97" fmla="*/ 187262 h 374808"/>
              <a:gd name="connsiteX98" fmla="*/ 34243 w 364561"/>
              <a:gd name="connsiteY98" fmla="*/ 265271 h 374808"/>
              <a:gd name="connsiteX99" fmla="*/ 67442 w 364561"/>
              <a:gd name="connsiteY99" fmla="*/ 265271 h 374808"/>
              <a:gd name="connsiteX100" fmla="*/ 117715 w 364561"/>
              <a:gd name="connsiteY100" fmla="*/ 344519 h 374808"/>
              <a:gd name="connsiteX101" fmla="*/ 34337 w 364561"/>
              <a:gd name="connsiteY101" fmla="*/ 265271 h 374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4561" h="374808">
                <a:moveTo>
                  <a:pt x="353429" y="68199"/>
                </a:moveTo>
                <a:cubicBezTo>
                  <a:pt x="352101" y="65627"/>
                  <a:pt x="349540" y="64294"/>
                  <a:pt x="346979" y="64294"/>
                </a:cubicBezTo>
                <a:cubicBezTo>
                  <a:pt x="345651" y="62960"/>
                  <a:pt x="343090" y="64294"/>
                  <a:pt x="340529" y="65627"/>
                </a:cubicBezTo>
                <a:cubicBezTo>
                  <a:pt x="325067" y="79915"/>
                  <a:pt x="305717" y="85058"/>
                  <a:pt x="288928" y="90297"/>
                </a:cubicBezTo>
                <a:cubicBezTo>
                  <a:pt x="268249" y="96774"/>
                  <a:pt x="248899" y="102013"/>
                  <a:pt x="234766" y="118872"/>
                </a:cubicBezTo>
                <a:cubicBezTo>
                  <a:pt x="219304" y="137065"/>
                  <a:pt x="212854" y="155162"/>
                  <a:pt x="216743" y="169450"/>
                </a:cubicBezTo>
                <a:cubicBezTo>
                  <a:pt x="220063" y="182880"/>
                  <a:pt x="229169" y="193358"/>
                  <a:pt x="243966" y="201835"/>
                </a:cubicBezTo>
                <a:cubicBezTo>
                  <a:pt x="218071" y="246697"/>
                  <a:pt x="209724" y="283940"/>
                  <a:pt x="209724" y="286417"/>
                </a:cubicBezTo>
                <a:cubicBezTo>
                  <a:pt x="208396" y="291656"/>
                  <a:pt x="211052" y="295561"/>
                  <a:pt x="214941" y="295561"/>
                </a:cubicBezTo>
                <a:cubicBezTo>
                  <a:pt x="216269" y="295561"/>
                  <a:pt x="216269" y="296894"/>
                  <a:pt x="217502" y="296894"/>
                </a:cubicBezTo>
                <a:cubicBezTo>
                  <a:pt x="220063" y="296894"/>
                  <a:pt x="223952" y="294322"/>
                  <a:pt x="225280" y="290417"/>
                </a:cubicBezTo>
                <a:cubicBezTo>
                  <a:pt x="225280" y="289655"/>
                  <a:pt x="232679" y="255651"/>
                  <a:pt x="255823" y="213932"/>
                </a:cubicBezTo>
                <a:cubicBezTo>
                  <a:pt x="264455" y="228505"/>
                  <a:pt x="275553" y="237172"/>
                  <a:pt x="287695" y="238316"/>
                </a:cubicBezTo>
                <a:lnTo>
                  <a:pt x="292817" y="238316"/>
                </a:lnTo>
                <a:cubicBezTo>
                  <a:pt x="308278" y="238316"/>
                  <a:pt x="325067" y="229267"/>
                  <a:pt x="340529" y="209741"/>
                </a:cubicBezTo>
                <a:cubicBezTo>
                  <a:pt x="363768" y="182499"/>
                  <a:pt x="374107" y="108585"/>
                  <a:pt x="353429" y="68390"/>
                </a:cubicBezTo>
                <a:close/>
                <a:moveTo>
                  <a:pt x="328862" y="199263"/>
                </a:moveTo>
                <a:cubicBezTo>
                  <a:pt x="314633" y="216122"/>
                  <a:pt x="300500" y="225171"/>
                  <a:pt x="290161" y="222599"/>
                </a:cubicBezTo>
                <a:cubicBezTo>
                  <a:pt x="280106" y="221361"/>
                  <a:pt x="272613" y="212693"/>
                  <a:pt x="265024" y="198025"/>
                </a:cubicBezTo>
                <a:cubicBezTo>
                  <a:pt x="278683" y="176308"/>
                  <a:pt x="296421" y="153448"/>
                  <a:pt x="319566" y="132588"/>
                </a:cubicBezTo>
                <a:cubicBezTo>
                  <a:pt x="322127" y="128683"/>
                  <a:pt x="323455" y="124778"/>
                  <a:pt x="319566" y="120872"/>
                </a:cubicBezTo>
                <a:cubicBezTo>
                  <a:pt x="317005" y="118301"/>
                  <a:pt x="311788" y="118301"/>
                  <a:pt x="309227" y="120872"/>
                </a:cubicBezTo>
                <a:cubicBezTo>
                  <a:pt x="284849" y="142589"/>
                  <a:pt x="266163" y="166307"/>
                  <a:pt x="251745" y="188786"/>
                </a:cubicBezTo>
                <a:cubicBezTo>
                  <a:pt x="240552" y="182785"/>
                  <a:pt x="234102" y="175260"/>
                  <a:pt x="232015" y="166878"/>
                </a:cubicBezTo>
                <a:cubicBezTo>
                  <a:pt x="228126" y="153924"/>
                  <a:pt x="238465" y="139637"/>
                  <a:pt x="246243" y="129254"/>
                </a:cubicBezTo>
                <a:cubicBezTo>
                  <a:pt x="257815" y="116300"/>
                  <a:pt x="273371" y="111062"/>
                  <a:pt x="292722" y="104584"/>
                </a:cubicBezTo>
                <a:cubicBezTo>
                  <a:pt x="308183" y="100679"/>
                  <a:pt x="326300" y="95536"/>
                  <a:pt x="343090" y="83820"/>
                </a:cubicBezTo>
                <a:cubicBezTo>
                  <a:pt x="355990" y="120110"/>
                  <a:pt x="346979" y="178499"/>
                  <a:pt x="328862" y="199263"/>
                </a:cubicBezTo>
                <a:close/>
                <a:moveTo>
                  <a:pt x="194547" y="1333"/>
                </a:moveTo>
                <a:lnTo>
                  <a:pt x="191986" y="1333"/>
                </a:lnTo>
                <a:cubicBezTo>
                  <a:pt x="189425" y="1333"/>
                  <a:pt x="188097" y="0"/>
                  <a:pt x="186769" y="0"/>
                </a:cubicBezTo>
                <a:cubicBezTo>
                  <a:pt x="86697" y="0"/>
                  <a:pt x="6260" y="78676"/>
                  <a:pt x="569" y="176498"/>
                </a:cubicBezTo>
                <a:cubicBezTo>
                  <a:pt x="190" y="177451"/>
                  <a:pt x="0" y="178499"/>
                  <a:pt x="0" y="179451"/>
                </a:cubicBezTo>
                <a:cubicBezTo>
                  <a:pt x="0" y="180213"/>
                  <a:pt x="190" y="180880"/>
                  <a:pt x="285" y="181547"/>
                </a:cubicBezTo>
                <a:cubicBezTo>
                  <a:pt x="285" y="183451"/>
                  <a:pt x="0" y="185357"/>
                  <a:pt x="0" y="187357"/>
                </a:cubicBezTo>
                <a:cubicBezTo>
                  <a:pt x="0" y="288512"/>
                  <a:pt x="78445" y="369761"/>
                  <a:pt x="178137" y="374333"/>
                </a:cubicBezTo>
                <a:cubicBezTo>
                  <a:pt x="178801" y="374428"/>
                  <a:pt x="179465" y="374618"/>
                  <a:pt x="180224" y="374809"/>
                </a:cubicBezTo>
                <a:lnTo>
                  <a:pt x="181552" y="374809"/>
                </a:lnTo>
                <a:cubicBezTo>
                  <a:pt x="181552" y="374809"/>
                  <a:pt x="182311" y="374618"/>
                  <a:pt x="182690" y="374618"/>
                </a:cubicBezTo>
                <a:cubicBezTo>
                  <a:pt x="184113" y="374618"/>
                  <a:pt x="185441" y="374809"/>
                  <a:pt x="186769" y="374809"/>
                </a:cubicBezTo>
                <a:lnTo>
                  <a:pt x="194547" y="374809"/>
                </a:lnTo>
                <a:cubicBezTo>
                  <a:pt x="198436" y="374809"/>
                  <a:pt x="202325" y="370904"/>
                  <a:pt x="202325" y="366998"/>
                </a:cubicBezTo>
                <a:lnTo>
                  <a:pt x="202325" y="9144"/>
                </a:lnTo>
                <a:cubicBezTo>
                  <a:pt x="202325" y="5239"/>
                  <a:pt x="198436" y="1333"/>
                  <a:pt x="194547" y="1333"/>
                </a:cubicBezTo>
                <a:close/>
                <a:moveTo>
                  <a:pt x="70382" y="187643"/>
                </a:moveTo>
                <a:cubicBezTo>
                  <a:pt x="70382" y="187643"/>
                  <a:pt x="70382" y="187452"/>
                  <a:pt x="70382" y="187452"/>
                </a:cubicBezTo>
                <a:lnTo>
                  <a:pt x="116766" y="187452"/>
                </a:lnTo>
                <a:cubicBezTo>
                  <a:pt x="116766" y="187452"/>
                  <a:pt x="116766" y="187738"/>
                  <a:pt x="116766" y="187928"/>
                </a:cubicBezTo>
                <a:cubicBezTo>
                  <a:pt x="116766" y="209931"/>
                  <a:pt x="118379" y="230981"/>
                  <a:pt x="121130" y="250508"/>
                </a:cubicBezTo>
                <a:lnTo>
                  <a:pt x="78635" y="250508"/>
                </a:lnTo>
                <a:cubicBezTo>
                  <a:pt x="73228" y="231076"/>
                  <a:pt x="70287" y="209931"/>
                  <a:pt x="70287" y="187738"/>
                </a:cubicBezTo>
                <a:close/>
                <a:moveTo>
                  <a:pt x="34527" y="109442"/>
                </a:moveTo>
                <a:lnTo>
                  <a:pt x="67821" y="109442"/>
                </a:lnTo>
                <a:cubicBezTo>
                  <a:pt x="61181" y="128683"/>
                  <a:pt x="56913" y="149638"/>
                  <a:pt x="55490" y="171641"/>
                </a:cubicBezTo>
                <a:lnTo>
                  <a:pt x="16410" y="171641"/>
                </a:lnTo>
                <a:cubicBezTo>
                  <a:pt x="18497" y="149447"/>
                  <a:pt x="24852" y="128492"/>
                  <a:pt x="34622" y="109442"/>
                </a:cubicBezTo>
                <a:close/>
                <a:moveTo>
                  <a:pt x="84326" y="109442"/>
                </a:moveTo>
                <a:lnTo>
                  <a:pt x="123975" y="109442"/>
                </a:lnTo>
                <a:cubicBezTo>
                  <a:pt x="120276" y="128683"/>
                  <a:pt x="117904" y="149543"/>
                  <a:pt x="117146" y="171641"/>
                </a:cubicBezTo>
                <a:lnTo>
                  <a:pt x="70951" y="171641"/>
                </a:lnTo>
                <a:cubicBezTo>
                  <a:pt x="72469" y="149447"/>
                  <a:pt x="77117" y="128492"/>
                  <a:pt x="84231" y="109442"/>
                </a:cubicBezTo>
                <a:close/>
                <a:moveTo>
                  <a:pt x="143041" y="93726"/>
                </a:moveTo>
                <a:cubicBezTo>
                  <a:pt x="153475" y="51816"/>
                  <a:pt x="170264" y="24575"/>
                  <a:pt x="186769" y="18002"/>
                </a:cubicBezTo>
                <a:lnTo>
                  <a:pt x="186769" y="93726"/>
                </a:lnTo>
                <a:lnTo>
                  <a:pt x="143041" y="93726"/>
                </a:lnTo>
                <a:close/>
                <a:moveTo>
                  <a:pt x="186674" y="109442"/>
                </a:moveTo>
                <a:lnTo>
                  <a:pt x="186674" y="171641"/>
                </a:lnTo>
                <a:lnTo>
                  <a:pt x="132607" y="171641"/>
                </a:lnTo>
                <a:cubicBezTo>
                  <a:pt x="133366" y="148876"/>
                  <a:pt x="135832" y="128016"/>
                  <a:pt x="139437" y="109442"/>
                </a:cubicBezTo>
                <a:lnTo>
                  <a:pt x="186674" y="109442"/>
                </a:lnTo>
                <a:close/>
                <a:moveTo>
                  <a:pt x="156510" y="24479"/>
                </a:moveTo>
                <a:cubicBezTo>
                  <a:pt x="144369" y="40767"/>
                  <a:pt x="134314" y="64770"/>
                  <a:pt x="127390" y="93726"/>
                </a:cubicBezTo>
                <a:lnTo>
                  <a:pt x="91061" y="93726"/>
                </a:lnTo>
                <a:cubicBezTo>
                  <a:pt x="106427" y="61722"/>
                  <a:pt x="129192" y="36862"/>
                  <a:pt x="156510" y="24479"/>
                </a:cubicBezTo>
                <a:close/>
                <a:moveTo>
                  <a:pt x="123691" y="265271"/>
                </a:moveTo>
                <a:cubicBezTo>
                  <a:pt x="130331" y="301466"/>
                  <a:pt x="141523" y="331470"/>
                  <a:pt x="155562" y="350996"/>
                </a:cubicBezTo>
                <a:cubicBezTo>
                  <a:pt x="123691" y="336518"/>
                  <a:pt x="97985" y="305562"/>
                  <a:pt x="83472" y="265271"/>
                </a:cubicBezTo>
                <a:lnTo>
                  <a:pt x="123691" y="265271"/>
                </a:lnTo>
                <a:close/>
                <a:moveTo>
                  <a:pt x="186674" y="358902"/>
                </a:moveTo>
                <a:cubicBezTo>
                  <a:pt x="168083" y="350615"/>
                  <a:pt x="149207" y="316611"/>
                  <a:pt x="139342" y="265271"/>
                </a:cubicBezTo>
                <a:lnTo>
                  <a:pt x="186674" y="265271"/>
                </a:lnTo>
                <a:lnTo>
                  <a:pt x="186674" y="358902"/>
                </a:lnTo>
                <a:close/>
                <a:moveTo>
                  <a:pt x="136875" y="250412"/>
                </a:moveTo>
                <a:cubicBezTo>
                  <a:pt x="134030" y="231362"/>
                  <a:pt x="132417" y="210407"/>
                  <a:pt x="132417" y="187833"/>
                </a:cubicBezTo>
                <a:cubicBezTo>
                  <a:pt x="132417" y="187643"/>
                  <a:pt x="132417" y="187547"/>
                  <a:pt x="132417" y="187357"/>
                </a:cubicBezTo>
                <a:lnTo>
                  <a:pt x="186769" y="187357"/>
                </a:lnTo>
                <a:lnTo>
                  <a:pt x="186769" y="250412"/>
                </a:lnTo>
                <a:lnTo>
                  <a:pt x="136875" y="250412"/>
                </a:lnTo>
                <a:close/>
                <a:moveTo>
                  <a:pt x="121604" y="28670"/>
                </a:moveTo>
                <a:cubicBezTo>
                  <a:pt x="101874" y="44768"/>
                  <a:pt x="85464" y="67151"/>
                  <a:pt x="73892" y="93631"/>
                </a:cubicBezTo>
                <a:lnTo>
                  <a:pt x="43633" y="93631"/>
                </a:lnTo>
                <a:cubicBezTo>
                  <a:pt x="62414" y="64865"/>
                  <a:pt x="89543" y="42005"/>
                  <a:pt x="121604" y="28670"/>
                </a:cubicBezTo>
                <a:close/>
                <a:moveTo>
                  <a:pt x="54921" y="187357"/>
                </a:moveTo>
                <a:cubicBezTo>
                  <a:pt x="54921" y="187357"/>
                  <a:pt x="54921" y="187547"/>
                  <a:pt x="54921" y="187547"/>
                </a:cubicBezTo>
                <a:cubicBezTo>
                  <a:pt x="54921" y="209645"/>
                  <a:pt x="57861" y="230695"/>
                  <a:pt x="62984" y="250317"/>
                </a:cubicBezTo>
                <a:lnTo>
                  <a:pt x="27603" y="250317"/>
                </a:lnTo>
                <a:cubicBezTo>
                  <a:pt x="19920" y="230791"/>
                  <a:pt x="15556" y="209550"/>
                  <a:pt x="15556" y="187262"/>
                </a:cubicBezTo>
                <a:lnTo>
                  <a:pt x="54921" y="187262"/>
                </a:lnTo>
                <a:close/>
                <a:moveTo>
                  <a:pt x="34243" y="265271"/>
                </a:moveTo>
                <a:lnTo>
                  <a:pt x="67442" y="265271"/>
                </a:lnTo>
                <a:cubicBezTo>
                  <a:pt x="78350" y="297656"/>
                  <a:pt x="95803" y="325088"/>
                  <a:pt x="117715" y="344519"/>
                </a:cubicBezTo>
                <a:cubicBezTo>
                  <a:pt x="81575" y="328517"/>
                  <a:pt x="52170" y="300419"/>
                  <a:pt x="34337" y="26527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5">
            <a:extLst>
              <a:ext uri="{FF2B5EF4-FFF2-40B4-BE49-F238E27FC236}">
                <a16:creationId xmlns:a16="http://schemas.microsoft.com/office/drawing/2014/main" id="{1AA98933-2E31-02E9-3D2C-B5D803D28BE9}"/>
              </a:ext>
            </a:extLst>
          </p:cNvPr>
          <p:cNvSpPr/>
          <p:nvPr/>
        </p:nvSpPr>
        <p:spPr>
          <a:xfrm>
            <a:off x="4577118" y="1422412"/>
            <a:ext cx="492545" cy="506389"/>
          </a:xfrm>
          <a:custGeom>
            <a:avLst/>
            <a:gdLst>
              <a:gd name="connsiteX0" fmla="*/ 353429 w 364561"/>
              <a:gd name="connsiteY0" fmla="*/ 68199 h 374808"/>
              <a:gd name="connsiteX1" fmla="*/ 346979 w 364561"/>
              <a:gd name="connsiteY1" fmla="*/ 64294 h 374808"/>
              <a:gd name="connsiteX2" fmla="*/ 340529 w 364561"/>
              <a:gd name="connsiteY2" fmla="*/ 65627 h 374808"/>
              <a:gd name="connsiteX3" fmla="*/ 288928 w 364561"/>
              <a:gd name="connsiteY3" fmla="*/ 90297 h 374808"/>
              <a:gd name="connsiteX4" fmla="*/ 234766 w 364561"/>
              <a:gd name="connsiteY4" fmla="*/ 118872 h 374808"/>
              <a:gd name="connsiteX5" fmla="*/ 216743 w 364561"/>
              <a:gd name="connsiteY5" fmla="*/ 169450 h 374808"/>
              <a:gd name="connsiteX6" fmla="*/ 243966 w 364561"/>
              <a:gd name="connsiteY6" fmla="*/ 201835 h 374808"/>
              <a:gd name="connsiteX7" fmla="*/ 209724 w 364561"/>
              <a:gd name="connsiteY7" fmla="*/ 286417 h 374808"/>
              <a:gd name="connsiteX8" fmla="*/ 214941 w 364561"/>
              <a:gd name="connsiteY8" fmla="*/ 295561 h 374808"/>
              <a:gd name="connsiteX9" fmla="*/ 217502 w 364561"/>
              <a:gd name="connsiteY9" fmla="*/ 296894 h 374808"/>
              <a:gd name="connsiteX10" fmla="*/ 225280 w 364561"/>
              <a:gd name="connsiteY10" fmla="*/ 290417 h 374808"/>
              <a:gd name="connsiteX11" fmla="*/ 255823 w 364561"/>
              <a:gd name="connsiteY11" fmla="*/ 213932 h 374808"/>
              <a:gd name="connsiteX12" fmla="*/ 287695 w 364561"/>
              <a:gd name="connsiteY12" fmla="*/ 238316 h 374808"/>
              <a:gd name="connsiteX13" fmla="*/ 292817 w 364561"/>
              <a:gd name="connsiteY13" fmla="*/ 238316 h 374808"/>
              <a:gd name="connsiteX14" fmla="*/ 340529 w 364561"/>
              <a:gd name="connsiteY14" fmla="*/ 209741 h 374808"/>
              <a:gd name="connsiteX15" fmla="*/ 353429 w 364561"/>
              <a:gd name="connsiteY15" fmla="*/ 68390 h 374808"/>
              <a:gd name="connsiteX16" fmla="*/ 328862 w 364561"/>
              <a:gd name="connsiteY16" fmla="*/ 199263 h 374808"/>
              <a:gd name="connsiteX17" fmla="*/ 290161 w 364561"/>
              <a:gd name="connsiteY17" fmla="*/ 222599 h 374808"/>
              <a:gd name="connsiteX18" fmla="*/ 265024 w 364561"/>
              <a:gd name="connsiteY18" fmla="*/ 198025 h 374808"/>
              <a:gd name="connsiteX19" fmla="*/ 319566 w 364561"/>
              <a:gd name="connsiteY19" fmla="*/ 132588 h 374808"/>
              <a:gd name="connsiteX20" fmla="*/ 319566 w 364561"/>
              <a:gd name="connsiteY20" fmla="*/ 120872 h 374808"/>
              <a:gd name="connsiteX21" fmla="*/ 309227 w 364561"/>
              <a:gd name="connsiteY21" fmla="*/ 120872 h 374808"/>
              <a:gd name="connsiteX22" fmla="*/ 251745 w 364561"/>
              <a:gd name="connsiteY22" fmla="*/ 188786 h 374808"/>
              <a:gd name="connsiteX23" fmla="*/ 232015 w 364561"/>
              <a:gd name="connsiteY23" fmla="*/ 166878 h 374808"/>
              <a:gd name="connsiteX24" fmla="*/ 246243 w 364561"/>
              <a:gd name="connsiteY24" fmla="*/ 129254 h 374808"/>
              <a:gd name="connsiteX25" fmla="*/ 292722 w 364561"/>
              <a:gd name="connsiteY25" fmla="*/ 104584 h 374808"/>
              <a:gd name="connsiteX26" fmla="*/ 343090 w 364561"/>
              <a:gd name="connsiteY26" fmla="*/ 83820 h 374808"/>
              <a:gd name="connsiteX27" fmla="*/ 328862 w 364561"/>
              <a:gd name="connsiteY27" fmla="*/ 199263 h 374808"/>
              <a:gd name="connsiteX28" fmla="*/ 194547 w 364561"/>
              <a:gd name="connsiteY28" fmla="*/ 1333 h 374808"/>
              <a:gd name="connsiteX29" fmla="*/ 191986 w 364561"/>
              <a:gd name="connsiteY29" fmla="*/ 1333 h 374808"/>
              <a:gd name="connsiteX30" fmla="*/ 186769 w 364561"/>
              <a:gd name="connsiteY30" fmla="*/ 0 h 374808"/>
              <a:gd name="connsiteX31" fmla="*/ 569 w 364561"/>
              <a:gd name="connsiteY31" fmla="*/ 176498 h 374808"/>
              <a:gd name="connsiteX32" fmla="*/ 0 w 364561"/>
              <a:gd name="connsiteY32" fmla="*/ 179451 h 374808"/>
              <a:gd name="connsiteX33" fmla="*/ 285 w 364561"/>
              <a:gd name="connsiteY33" fmla="*/ 181547 h 374808"/>
              <a:gd name="connsiteX34" fmla="*/ 0 w 364561"/>
              <a:gd name="connsiteY34" fmla="*/ 187357 h 374808"/>
              <a:gd name="connsiteX35" fmla="*/ 178137 w 364561"/>
              <a:gd name="connsiteY35" fmla="*/ 374333 h 374808"/>
              <a:gd name="connsiteX36" fmla="*/ 180224 w 364561"/>
              <a:gd name="connsiteY36" fmla="*/ 374809 h 374808"/>
              <a:gd name="connsiteX37" fmla="*/ 181552 w 364561"/>
              <a:gd name="connsiteY37" fmla="*/ 374809 h 374808"/>
              <a:gd name="connsiteX38" fmla="*/ 182690 w 364561"/>
              <a:gd name="connsiteY38" fmla="*/ 374618 h 374808"/>
              <a:gd name="connsiteX39" fmla="*/ 186769 w 364561"/>
              <a:gd name="connsiteY39" fmla="*/ 374809 h 374808"/>
              <a:gd name="connsiteX40" fmla="*/ 194547 w 364561"/>
              <a:gd name="connsiteY40" fmla="*/ 374809 h 374808"/>
              <a:gd name="connsiteX41" fmla="*/ 202325 w 364561"/>
              <a:gd name="connsiteY41" fmla="*/ 366998 h 374808"/>
              <a:gd name="connsiteX42" fmla="*/ 202325 w 364561"/>
              <a:gd name="connsiteY42" fmla="*/ 9144 h 374808"/>
              <a:gd name="connsiteX43" fmla="*/ 194547 w 364561"/>
              <a:gd name="connsiteY43" fmla="*/ 1333 h 374808"/>
              <a:gd name="connsiteX44" fmla="*/ 70382 w 364561"/>
              <a:gd name="connsiteY44" fmla="*/ 187643 h 374808"/>
              <a:gd name="connsiteX45" fmla="*/ 70382 w 364561"/>
              <a:gd name="connsiteY45" fmla="*/ 187452 h 374808"/>
              <a:gd name="connsiteX46" fmla="*/ 116766 w 364561"/>
              <a:gd name="connsiteY46" fmla="*/ 187452 h 374808"/>
              <a:gd name="connsiteX47" fmla="*/ 116766 w 364561"/>
              <a:gd name="connsiteY47" fmla="*/ 187928 h 374808"/>
              <a:gd name="connsiteX48" fmla="*/ 121130 w 364561"/>
              <a:gd name="connsiteY48" fmla="*/ 250508 h 374808"/>
              <a:gd name="connsiteX49" fmla="*/ 78635 w 364561"/>
              <a:gd name="connsiteY49" fmla="*/ 250508 h 374808"/>
              <a:gd name="connsiteX50" fmla="*/ 70287 w 364561"/>
              <a:gd name="connsiteY50" fmla="*/ 187738 h 374808"/>
              <a:gd name="connsiteX51" fmla="*/ 34527 w 364561"/>
              <a:gd name="connsiteY51" fmla="*/ 109442 h 374808"/>
              <a:gd name="connsiteX52" fmla="*/ 67821 w 364561"/>
              <a:gd name="connsiteY52" fmla="*/ 109442 h 374808"/>
              <a:gd name="connsiteX53" fmla="*/ 55490 w 364561"/>
              <a:gd name="connsiteY53" fmla="*/ 171641 h 374808"/>
              <a:gd name="connsiteX54" fmla="*/ 16410 w 364561"/>
              <a:gd name="connsiteY54" fmla="*/ 171641 h 374808"/>
              <a:gd name="connsiteX55" fmla="*/ 34622 w 364561"/>
              <a:gd name="connsiteY55" fmla="*/ 109442 h 374808"/>
              <a:gd name="connsiteX56" fmla="*/ 84326 w 364561"/>
              <a:gd name="connsiteY56" fmla="*/ 109442 h 374808"/>
              <a:gd name="connsiteX57" fmla="*/ 123975 w 364561"/>
              <a:gd name="connsiteY57" fmla="*/ 109442 h 374808"/>
              <a:gd name="connsiteX58" fmla="*/ 117146 w 364561"/>
              <a:gd name="connsiteY58" fmla="*/ 171641 h 374808"/>
              <a:gd name="connsiteX59" fmla="*/ 70951 w 364561"/>
              <a:gd name="connsiteY59" fmla="*/ 171641 h 374808"/>
              <a:gd name="connsiteX60" fmla="*/ 84231 w 364561"/>
              <a:gd name="connsiteY60" fmla="*/ 109442 h 374808"/>
              <a:gd name="connsiteX61" fmla="*/ 143041 w 364561"/>
              <a:gd name="connsiteY61" fmla="*/ 93726 h 374808"/>
              <a:gd name="connsiteX62" fmla="*/ 186769 w 364561"/>
              <a:gd name="connsiteY62" fmla="*/ 18002 h 374808"/>
              <a:gd name="connsiteX63" fmla="*/ 186769 w 364561"/>
              <a:gd name="connsiteY63" fmla="*/ 93726 h 374808"/>
              <a:gd name="connsiteX64" fmla="*/ 143041 w 364561"/>
              <a:gd name="connsiteY64" fmla="*/ 93726 h 374808"/>
              <a:gd name="connsiteX65" fmla="*/ 186674 w 364561"/>
              <a:gd name="connsiteY65" fmla="*/ 109442 h 374808"/>
              <a:gd name="connsiteX66" fmla="*/ 186674 w 364561"/>
              <a:gd name="connsiteY66" fmla="*/ 171641 h 374808"/>
              <a:gd name="connsiteX67" fmla="*/ 132607 w 364561"/>
              <a:gd name="connsiteY67" fmla="*/ 171641 h 374808"/>
              <a:gd name="connsiteX68" fmla="*/ 139437 w 364561"/>
              <a:gd name="connsiteY68" fmla="*/ 109442 h 374808"/>
              <a:gd name="connsiteX69" fmla="*/ 186674 w 364561"/>
              <a:gd name="connsiteY69" fmla="*/ 109442 h 374808"/>
              <a:gd name="connsiteX70" fmla="*/ 156510 w 364561"/>
              <a:gd name="connsiteY70" fmla="*/ 24479 h 374808"/>
              <a:gd name="connsiteX71" fmla="*/ 127390 w 364561"/>
              <a:gd name="connsiteY71" fmla="*/ 93726 h 374808"/>
              <a:gd name="connsiteX72" fmla="*/ 91061 w 364561"/>
              <a:gd name="connsiteY72" fmla="*/ 93726 h 374808"/>
              <a:gd name="connsiteX73" fmla="*/ 156510 w 364561"/>
              <a:gd name="connsiteY73" fmla="*/ 24479 h 374808"/>
              <a:gd name="connsiteX74" fmla="*/ 123691 w 364561"/>
              <a:gd name="connsiteY74" fmla="*/ 265271 h 374808"/>
              <a:gd name="connsiteX75" fmla="*/ 155562 w 364561"/>
              <a:gd name="connsiteY75" fmla="*/ 350996 h 374808"/>
              <a:gd name="connsiteX76" fmla="*/ 83472 w 364561"/>
              <a:gd name="connsiteY76" fmla="*/ 265271 h 374808"/>
              <a:gd name="connsiteX77" fmla="*/ 123691 w 364561"/>
              <a:gd name="connsiteY77" fmla="*/ 265271 h 374808"/>
              <a:gd name="connsiteX78" fmla="*/ 186674 w 364561"/>
              <a:gd name="connsiteY78" fmla="*/ 358902 h 374808"/>
              <a:gd name="connsiteX79" fmla="*/ 139342 w 364561"/>
              <a:gd name="connsiteY79" fmla="*/ 265271 h 374808"/>
              <a:gd name="connsiteX80" fmla="*/ 186674 w 364561"/>
              <a:gd name="connsiteY80" fmla="*/ 265271 h 374808"/>
              <a:gd name="connsiteX81" fmla="*/ 186674 w 364561"/>
              <a:gd name="connsiteY81" fmla="*/ 358902 h 374808"/>
              <a:gd name="connsiteX82" fmla="*/ 136875 w 364561"/>
              <a:gd name="connsiteY82" fmla="*/ 250412 h 374808"/>
              <a:gd name="connsiteX83" fmla="*/ 132417 w 364561"/>
              <a:gd name="connsiteY83" fmla="*/ 187833 h 374808"/>
              <a:gd name="connsiteX84" fmla="*/ 132417 w 364561"/>
              <a:gd name="connsiteY84" fmla="*/ 187357 h 374808"/>
              <a:gd name="connsiteX85" fmla="*/ 186769 w 364561"/>
              <a:gd name="connsiteY85" fmla="*/ 187357 h 374808"/>
              <a:gd name="connsiteX86" fmla="*/ 186769 w 364561"/>
              <a:gd name="connsiteY86" fmla="*/ 250412 h 374808"/>
              <a:gd name="connsiteX87" fmla="*/ 136875 w 364561"/>
              <a:gd name="connsiteY87" fmla="*/ 250412 h 374808"/>
              <a:gd name="connsiteX88" fmla="*/ 121604 w 364561"/>
              <a:gd name="connsiteY88" fmla="*/ 28670 h 374808"/>
              <a:gd name="connsiteX89" fmla="*/ 73892 w 364561"/>
              <a:gd name="connsiteY89" fmla="*/ 93631 h 374808"/>
              <a:gd name="connsiteX90" fmla="*/ 43633 w 364561"/>
              <a:gd name="connsiteY90" fmla="*/ 93631 h 374808"/>
              <a:gd name="connsiteX91" fmla="*/ 121604 w 364561"/>
              <a:gd name="connsiteY91" fmla="*/ 28670 h 374808"/>
              <a:gd name="connsiteX92" fmla="*/ 54921 w 364561"/>
              <a:gd name="connsiteY92" fmla="*/ 187357 h 374808"/>
              <a:gd name="connsiteX93" fmla="*/ 54921 w 364561"/>
              <a:gd name="connsiteY93" fmla="*/ 187547 h 374808"/>
              <a:gd name="connsiteX94" fmla="*/ 62984 w 364561"/>
              <a:gd name="connsiteY94" fmla="*/ 250317 h 374808"/>
              <a:gd name="connsiteX95" fmla="*/ 27603 w 364561"/>
              <a:gd name="connsiteY95" fmla="*/ 250317 h 374808"/>
              <a:gd name="connsiteX96" fmla="*/ 15556 w 364561"/>
              <a:gd name="connsiteY96" fmla="*/ 187262 h 374808"/>
              <a:gd name="connsiteX97" fmla="*/ 54921 w 364561"/>
              <a:gd name="connsiteY97" fmla="*/ 187262 h 374808"/>
              <a:gd name="connsiteX98" fmla="*/ 34243 w 364561"/>
              <a:gd name="connsiteY98" fmla="*/ 265271 h 374808"/>
              <a:gd name="connsiteX99" fmla="*/ 67442 w 364561"/>
              <a:gd name="connsiteY99" fmla="*/ 265271 h 374808"/>
              <a:gd name="connsiteX100" fmla="*/ 117715 w 364561"/>
              <a:gd name="connsiteY100" fmla="*/ 344519 h 374808"/>
              <a:gd name="connsiteX101" fmla="*/ 34337 w 364561"/>
              <a:gd name="connsiteY101" fmla="*/ 265271 h 374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64561" h="374808">
                <a:moveTo>
                  <a:pt x="353429" y="68199"/>
                </a:moveTo>
                <a:cubicBezTo>
                  <a:pt x="352101" y="65627"/>
                  <a:pt x="349540" y="64294"/>
                  <a:pt x="346979" y="64294"/>
                </a:cubicBezTo>
                <a:cubicBezTo>
                  <a:pt x="345651" y="62960"/>
                  <a:pt x="343090" y="64294"/>
                  <a:pt x="340529" y="65627"/>
                </a:cubicBezTo>
                <a:cubicBezTo>
                  <a:pt x="325067" y="79915"/>
                  <a:pt x="305717" y="85058"/>
                  <a:pt x="288928" y="90297"/>
                </a:cubicBezTo>
                <a:cubicBezTo>
                  <a:pt x="268249" y="96774"/>
                  <a:pt x="248899" y="102013"/>
                  <a:pt x="234766" y="118872"/>
                </a:cubicBezTo>
                <a:cubicBezTo>
                  <a:pt x="219304" y="137065"/>
                  <a:pt x="212854" y="155162"/>
                  <a:pt x="216743" y="169450"/>
                </a:cubicBezTo>
                <a:cubicBezTo>
                  <a:pt x="220063" y="182880"/>
                  <a:pt x="229169" y="193358"/>
                  <a:pt x="243966" y="201835"/>
                </a:cubicBezTo>
                <a:cubicBezTo>
                  <a:pt x="218071" y="246697"/>
                  <a:pt x="209724" y="283940"/>
                  <a:pt x="209724" y="286417"/>
                </a:cubicBezTo>
                <a:cubicBezTo>
                  <a:pt x="208396" y="291656"/>
                  <a:pt x="211052" y="295561"/>
                  <a:pt x="214941" y="295561"/>
                </a:cubicBezTo>
                <a:cubicBezTo>
                  <a:pt x="216269" y="295561"/>
                  <a:pt x="216269" y="296894"/>
                  <a:pt x="217502" y="296894"/>
                </a:cubicBezTo>
                <a:cubicBezTo>
                  <a:pt x="220063" y="296894"/>
                  <a:pt x="223952" y="294322"/>
                  <a:pt x="225280" y="290417"/>
                </a:cubicBezTo>
                <a:cubicBezTo>
                  <a:pt x="225280" y="289655"/>
                  <a:pt x="232679" y="255651"/>
                  <a:pt x="255823" y="213932"/>
                </a:cubicBezTo>
                <a:cubicBezTo>
                  <a:pt x="264455" y="228505"/>
                  <a:pt x="275553" y="237172"/>
                  <a:pt x="287695" y="238316"/>
                </a:cubicBezTo>
                <a:lnTo>
                  <a:pt x="292817" y="238316"/>
                </a:lnTo>
                <a:cubicBezTo>
                  <a:pt x="308278" y="238316"/>
                  <a:pt x="325067" y="229267"/>
                  <a:pt x="340529" y="209741"/>
                </a:cubicBezTo>
                <a:cubicBezTo>
                  <a:pt x="363768" y="182499"/>
                  <a:pt x="374107" y="108585"/>
                  <a:pt x="353429" y="68390"/>
                </a:cubicBezTo>
                <a:close/>
                <a:moveTo>
                  <a:pt x="328862" y="199263"/>
                </a:moveTo>
                <a:cubicBezTo>
                  <a:pt x="314633" y="216122"/>
                  <a:pt x="300500" y="225171"/>
                  <a:pt x="290161" y="222599"/>
                </a:cubicBezTo>
                <a:cubicBezTo>
                  <a:pt x="280106" y="221361"/>
                  <a:pt x="272613" y="212693"/>
                  <a:pt x="265024" y="198025"/>
                </a:cubicBezTo>
                <a:cubicBezTo>
                  <a:pt x="278683" y="176308"/>
                  <a:pt x="296421" y="153448"/>
                  <a:pt x="319566" y="132588"/>
                </a:cubicBezTo>
                <a:cubicBezTo>
                  <a:pt x="322127" y="128683"/>
                  <a:pt x="323455" y="124778"/>
                  <a:pt x="319566" y="120872"/>
                </a:cubicBezTo>
                <a:cubicBezTo>
                  <a:pt x="317005" y="118301"/>
                  <a:pt x="311788" y="118301"/>
                  <a:pt x="309227" y="120872"/>
                </a:cubicBezTo>
                <a:cubicBezTo>
                  <a:pt x="284849" y="142589"/>
                  <a:pt x="266163" y="166307"/>
                  <a:pt x="251745" y="188786"/>
                </a:cubicBezTo>
                <a:cubicBezTo>
                  <a:pt x="240552" y="182785"/>
                  <a:pt x="234102" y="175260"/>
                  <a:pt x="232015" y="166878"/>
                </a:cubicBezTo>
                <a:cubicBezTo>
                  <a:pt x="228126" y="153924"/>
                  <a:pt x="238465" y="139637"/>
                  <a:pt x="246243" y="129254"/>
                </a:cubicBezTo>
                <a:cubicBezTo>
                  <a:pt x="257815" y="116300"/>
                  <a:pt x="273371" y="111062"/>
                  <a:pt x="292722" y="104584"/>
                </a:cubicBezTo>
                <a:cubicBezTo>
                  <a:pt x="308183" y="100679"/>
                  <a:pt x="326300" y="95536"/>
                  <a:pt x="343090" y="83820"/>
                </a:cubicBezTo>
                <a:cubicBezTo>
                  <a:pt x="355990" y="120110"/>
                  <a:pt x="346979" y="178499"/>
                  <a:pt x="328862" y="199263"/>
                </a:cubicBezTo>
                <a:close/>
                <a:moveTo>
                  <a:pt x="194547" y="1333"/>
                </a:moveTo>
                <a:lnTo>
                  <a:pt x="191986" y="1333"/>
                </a:lnTo>
                <a:cubicBezTo>
                  <a:pt x="189425" y="1333"/>
                  <a:pt x="188097" y="0"/>
                  <a:pt x="186769" y="0"/>
                </a:cubicBezTo>
                <a:cubicBezTo>
                  <a:pt x="86697" y="0"/>
                  <a:pt x="6260" y="78676"/>
                  <a:pt x="569" y="176498"/>
                </a:cubicBezTo>
                <a:cubicBezTo>
                  <a:pt x="190" y="177451"/>
                  <a:pt x="0" y="178499"/>
                  <a:pt x="0" y="179451"/>
                </a:cubicBezTo>
                <a:cubicBezTo>
                  <a:pt x="0" y="180213"/>
                  <a:pt x="190" y="180880"/>
                  <a:pt x="285" y="181547"/>
                </a:cubicBezTo>
                <a:cubicBezTo>
                  <a:pt x="285" y="183451"/>
                  <a:pt x="0" y="185357"/>
                  <a:pt x="0" y="187357"/>
                </a:cubicBezTo>
                <a:cubicBezTo>
                  <a:pt x="0" y="288512"/>
                  <a:pt x="78445" y="369761"/>
                  <a:pt x="178137" y="374333"/>
                </a:cubicBezTo>
                <a:cubicBezTo>
                  <a:pt x="178801" y="374428"/>
                  <a:pt x="179465" y="374618"/>
                  <a:pt x="180224" y="374809"/>
                </a:cubicBezTo>
                <a:lnTo>
                  <a:pt x="181552" y="374809"/>
                </a:lnTo>
                <a:cubicBezTo>
                  <a:pt x="181552" y="374809"/>
                  <a:pt x="182311" y="374618"/>
                  <a:pt x="182690" y="374618"/>
                </a:cubicBezTo>
                <a:cubicBezTo>
                  <a:pt x="184113" y="374618"/>
                  <a:pt x="185441" y="374809"/>
                  <a:pt x="186769" y="374809"/>
                </a:cubicBezTo>
                <a:lnTo>
                  <a:pt x="194547" y="374809"/>
                </a:lnTo>
                <a:cubicBezTo>
                  <a:pt x="198436" y="374809"/>
                  <a:pt x="202325" y="370904"/>
                  <a:pt x="202325" y="366998"/>
                </a:cubicBezTo>
                <a:lnTo>
                  <a:pt x="202325" y="9144"/>
                </a:lnTo>
                <a:cubicBezTo>
                  <a:pt x="202325" y="5239"/>
                  <a:pt x="198436" y="1333"/>
                  <a:pt x="194547" y="1333"/>
                </a:cubicBezTo>
                <a:close/>
                <a:moveTo>
                  <a:pt x="70382" y="187643"/>
                </a:moveTo>
                <a:cubicBezTo>
                  <a:pt x="70382" y="187643"/>
                  <a:pt x="70382" y="187452"/>
                  <a:pt x="70382" y="187452"/>
                </a:cubicBezTo>
                <a:lnTo>
                  <a:pt x="116766" y="187452"/>
                </a:lnTo>
                <a:cubicBezTo>
                  <a:pt x="116766" y="187452"/>
                  <a:pt x="116766" y="187738"/>
                  <a:pt x="116766" y="187928"/>
                </a:cubicBezTo>
                <a:cubicBezTo>
                  <a:pt x="116766" y="209931"/>
                  <a:pt x="118379" y="230981"/>
                  <a:pt x="121130" y="250508"/>
                </a:cubicBezTo>
                <a:lnTo>
                  <a:pt x="78635" y="250508"/>
                </a:lnTo>
                <a:cubicBezTo>
                  <a:pt x="73228" y="231076"/>
                  <a:pt x="70287" y="209931"/>
                  <a:pt x="70287" y="187738"/>
                </a:cubicBezTo>
                <a:close/>
                <a:moveTo>
                  <a:pt x="34527" y="109442"/>
                </a:moveTo>
                <a:lnTo>
                  <a:pt x="67821" y="109442"/>
                </a:lnTo>
                <a:cubicBezTo>
                  <a:pt x="61181" y="128683"/>
                  <a:pt x="56913" y="149638"/>
                  <a:pt x="55490" y="171641"/>
                </a:cubicBezTo>
                <a:lnTo>
                  <a:pt x="16410" y="171641"/>
                </a:lnTo>
                <a:cubicBezTo>
                  <a:pt x="18497" y="149447"/>
                  <a:pt x="24852" y="128492"/>
                  <a:pt x="34622" y="109442"/>
                </a:cubicBezTo>
                <a:close/>
                <a:moveTo>
                  <a:pt x="84326" y="109442"/>
                </a:moveTo>
                <a:lnTo>
                  <a:pt x="123975" y="109442"/>
                </a:lnTo>
                <a:cubicBezTo>
                  <a:pt x="120276" y="128683"/>
                  <a:pt x="117904" y="149543"/>
                  <a:pt x="117146" y="171641"/>
                </a:cubicBezTo>
                <a:lnTo>
                  <a:pt x="70951" y="171641"/>
                </a:lnTo>
                <a:cubicBezTo>
                  <a:pt x="72469" y="149447"/>
                  <a:pt x="77117" y="128492"/>
                  <a:pt x="84231" y="109442"/>
                </a:cubicBezTo>
                <a:close/>
                <a:moveTo>
                  <a:pt x="143041" y="93726"/>
                </a:moveTo>
                <a:cubicBezTo>
                  <a:pt x="153475" y="51816"/>
                  <a:pt x="170264" y="24575"/>
                  <a:pt x="186769" y="18002"/>
                </a:cubicBezTo>
                <a:lnTo>
                  <a:pt x="186769" y="93726"/>
                </a:lnTo>
                <a:lnTo>
                  <a:pt x="143041" y="93726"/>
                </a:lnTo>
                <a:close/>
                <a:moveTo>
                  <a:pt x="186674" y="109442"/>
                </a:moveTo>
                <a:lnTo>
                  <a:pt x="186674" y="171641"/>
                </a:lnTo>
                <a:lnTo>
                  <a:pt x="132607" y="171641"/>
                </a:lnTo>
                <a:cubicBezTo>
                  <a:pt x="133366" y="148876"/>
                  <a:pt x="135832" y="128016"/>
                  <a:pt x="139437" y="109442"/>
                </a:cubicBezTo>
                <a:lnTo>
                  <a:pt x="186674" y="109442"/>
                </a:lnTo>
                <a:close/>
                <a:moveTo>
                  <a:pt x="156510" y="24479"/>
                </a:moveTo>
                <a:cubicBezTo>
                  <a:pt x="144369" y="40767"/>
                  <a:pt x="134314" y="64770"/>
                  <a:pt x="127390" y="93726"/>
                </a:cubicBezTo>
                <a:lnTo>
                  <a:pt x="91061" y="93726"/>
                </a:lnTo>
                <a:cubicBezTo>
                  <a:pt x="106427" y="61722"/>
                  <a:pt x="129192" y="36862"/>
                  <a:pt x="156510" y="24479"/>
                </a:cubicBezTo>
                <a:close/>
                <a:moveTo>
                  <a:pt x="123691" y="265271"/>
                </a:moveTo>
                <a:cubicBezTo>
                  <a:pt x="130331" y="301466"/>
                  <a:pt x="141523" y="331470"/>
                  <a:pt x="155562" y="350996"/>
                </a:cubicBezTo>
                <a:cubicBezTo>
                  <a:pt x="123691" y="336518"/>
                  <a:pt x="97985" y="305562"/>
                  <a:pt x="83472" y="265271"/>
                </a:cubicBezTo>
                <a:lnTo>
                  <a:pt x="123691" y="265271"/>
                </a:lnTo>
                <a:close/>
                <a:moveTo>
                  <a:pt x="186674" y="358902"/>
                </a:moveTo>
                <a:cubicBezTo>
                  <a:pt x="168083" y="350615"/>
                  <a:pt x="149207" y="316611"/>
                  <a:pt x="139342" y="265271"/>
                </a:cubicBezTo>
                <a:lnTo>
                  <a:pt x="186674" y="265271"/>
                </a:lnTo>
                <a:lnTo>
                  <a:pt x="186674" y="358902"/>
                </a:lnTo>
                <a:close/>
                <a:moveTo>
                  <a:pt x="136875" y="250412"/>
                </a:moveTo>
                <a:cubicBezTo>
                  <a:pt x="134030" y="231362"/>
                  <a:pt x="132417" y="210407"/>
                  <a:pt x="132417" y="187833"/>
                </a:cubicBezTo>
                <a:cubicBezTo>
                  <a:pt x="132417" y="187643"/>
                  <a:pt x="132417" y="187547"/>
                  <a:pt x="132417" y="187357"/>
                </a:cubicBezTo>
                <a:lnTo>
                  <a:pt x="186769" y="187357"/>
                </a:lnTo>
                <a:lnTo>
                  <a:pt x="186769" y="250412"/>
                </a:lnTo>
                <a:lnTo>
                  <a:pt x="136875" y="250412"/>
                </a:lnTo>
                <a:close/>
                <a:moveTo>
                  <a:pt x="121604" y="28670"/>
                </a:moveTo>
                <a:cubicBezTo>
                  <a:pt x="101874" y="44768"/>
                  <a:pt x="85464" y="67151"/>
                  <a:pt x="73892" y="93631"/>
                </a:cubicBezTo>
                <a:lnTo>
                  <a:pt x="43633" y="93631"/>
                </a:lnTo>
                <a:cubicBezTo>
                  <a:pt x="62414" y="64865"/>
                  <a:pt x="89543" y="42005"/>
                  <a:pt x="121604" y="28670"/>
                </a:cubicBezTo>
                <a:close/>
                <a:moveTo>
                  <a:pt x="54921" y="187357"/>
                </a:moveTo>
                <a:cubicBezTo>
                  <a:pt x="54921" y="187357"/>
                  <a:pt x="54921" y="187547"/>
                  <a:pt x="54921" y="187547"/>
                </a:cubicBezTo>
                <a:cubicBezTo>
                  <a:pt x="54921" y="209645"/>
                  <a:pt x="57861" y="230695"/>
                  <a:pt x="62984" y="250317"/>
                </a:cubicBezTo>
                <a:lnTo>
                  <a:pt x="27603" y="250317"/>
                </a:lnTo>
                <a:cubicBezTo>
                  <a:pt x="19920" y="230791"/>
                  <a:pt x="15556" y="209550"/>
                  <a:pt x="15556" y="187262"/>
                </a:cubicBezTo>
                <a:lnTo>
                  <a:pt x="54921" y="187262"/>
                </a:lnTo>
                <a:close/>
                <a:moveTo>
                  <a:pt x="34243" y="265271"/>
                </a:moveTo>
                <a:lnTo>
                  <a:pt x="67442" y="265271"/>
                </a:lnTo>
                <a:cubicBezTo>
                  <a:pt x="78350" y="297656"/>
                  <a:pt x="95803" y="325088"/>
                  <a:pt x="117715" y="344519"/>
                </a:cubicBezTo>
                <a:cubicBezTo>
                  <a:pt x="81575" y="328517"/>
                  <a:pt x="52170" y="300419"/>
                  <a:pt x="34337" y="26527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" name="Graphic 21">
            <a:extLst>
              <a:ext uri="{FF2B5EF4-FFF2-40B4-BE49-F238E27FC236}">
                <a16:creationId xmlns:a16="http://schemas.microsoft.com/office/drawing/2014/main" id="{D5C8BCD2-9752-D16D-E668-95B2B09EC228}"/>
              </a:ext>
            </a:extLst>
          </p:cNvPr>
          <p:cNvSpPr/>
          <p:nvPr/>
        </p:nvSpPr>
        <p:spPr>
          <a:xfrm>
            <a:off x="5455752" y="793997"/>
            <a:ext cx="495554" cy="496352"/>
          </a:xfrm>
          <a:custGeom>
            <a:avLst/>
            <a:gdLst>
              <a:gd name="connsiteX0" fmla="*/ 134409 w 372399"/>
              <a:gd name="connsiteY0" fmla="*/ 175165 h 372999"/>
              <a:gd name="connsiteX1" fmla="*/ 139531 w 372399"/>
              <a:gd name="connsiteY1" fmla="*/ 175165 h 372999"/>
              <a:gd name="connsiteX2" fmla="*/ 171592 w 372399"/>
              <a:gd name="connsiteY2" fmla="*/ 150400 h 372999"/>
              <a:gd name="connsiteX3" fmla="*/ 201851 w 372399"/>
              <a:gd name="connsiteY3" fmla="*/ 225647 h 372999"/>
              <a:gd name="connsiteX4" fmla="*/ 209629 w 372399"/>
              <a:gd name="connsiteY4" fmla="*/ 232124 h 372999"/>
              <a:gd name="connsiteX5" fmla="*/ 217407 w 372399"/>
              <a:gd name="connsiteY5" fmla="*/ 226981 h 372999"/>
              <a:gd name="connsiteX6" fmla="*/ 239508 w 372399"/>
              <a:gd name="connsiteY6" fmla="*/ 185928 h 372999"/>
              <a:gd name="connsiteX7" fmla="*/ 264834 w 372399"/>
              <a:gd name="connsiteY7" fmla="*/ 204121 h 372999"/>
              <a:gd name="connsiteX8" fmla="*/ 270051 w 372399"/>
              <a:gd name="connsiteY8" fmla="*/ 204121 h 372999"/>
              <a:gd name="connsiteX9" fmla="*/ 307614 w 372399"/>
              <a:gd name="connsiteY9" fmla="*/ 185833 h 372999"/>
              <a:gd name="connsiteX10" fmla="*/ 323170 w 372399"/>
              <a:gd name="connsiteY10" fmla="*/ 81439 h 372999"/>
              <a:gd name="connsiteX11" fmla="*/ 317953 w 372399"/>
              <a:gd name="connsiteY11" fmla="*/ 76200 h 372999"/>
              <a:gd name="connsiteX12" fmla="*/ 311503 w 372399"/>
              <a:gd name="connsiteY12" fmla="*/ 77533 h 372999"/>
              <a:gd name="connsiteX13" fmla="*/ 271379 w 372399"/>
              <a:gd name="connsiteY13" fmla="*/ 94488 h 372999"/>
              <a:gd name="connsiteX14" fmla="*/ 236473 w 372399"/>
              <a:gd name="connsiteY14" fmla="*/ 108871 h 372999"/>
              <a:gd name="connsiteX15" fmla="*/ 214467 w 372399"/>
              <a:gd name="connsiteY15" fmla="*/ 142780 h 372999"/>
              <a:gd name="connsiteX16" fmla="*/ 230687 w 372399"/>
              <a:gd name="connsiteY16" fmla="*/ 172688 h 372999"/>
              <a:gd name="connsiteX17" fmla="*/ 212380 w 372399"/>
              <a:gd name="connsiteY17" fmla="*/ 202216 h 372999"/>
              <a:gd name="connsiteX18" fmla="*/ 183070 w 372399"/>
              <a:gd name="connsiteY18" fmla="*/ 138875 h 372999"/>
              <a:gd name="connsiteX19" fmla="*/ 210672 w 372399"/>
              <a:gd name="connsiteY19" fmla="*/ 106394 h 372999"/>
              <a:gd name="connsiteX20" fmla="*/ 192650 w 372399"/>
              <a:gd name="connsiteY20" fmla="*/ 55817 h 372999"/>
              <a:gd name="connsiteX21" fmla="*/ 138488 w 372399"/>
              <a:gd name="connsiteY21" fmla="*/ 26003 h 372999"/>
              <a:gd name="connsiteX22" fmla="*/ 86887 w 372399"/>
              <a:gd name="connsiteY22" fmla="*/ 1333 h 372999"/>
              <a:gd name="connsiteX23" fmla="*/ 80437 w 372399"/>
              <a:gd name="connsiteY23" fmla="*/ 0 h 372999"/>
              <a:gd name="connsiteX24" fmla="*/ 73987 w 372399"/>
              <a:gd name="connsiteY24" fmla="*/ 3905 h 372999"/>
              <a:gd name="connsiteX25" fmla="*/ 86887 w 372399"/>
              <a:gd name="connsiteY25" fmla="*/ 146590 h 372999"/>
              <a:gd name="connsiteX26" fmla="*/ 134599 w 372399"/>
              <a:gd name="connsiteY26" fmla="*/ 175165 h 372999"/>
              <a:gd name="connsiteX27" fmla="*/ 229928 w 372399"/>
              <a:gd name="connsiteY27" fmla="*/ 142685 h 372999"/>
              <a:gd name="connsiteX28" fmla="*/ 245484 w 372399"/>
              <a:gd name="connsiteY28" fmla="*/ 121825 h 372999"/>
              <a:gd name="connsiteX29" fmla="*/ 275269 w 372399"/>
              <a:gd name="connsiteY29" fmla="*/ 110109 h 372999"/>
              <a:gd name="connsiteX30" fmla="*/ 311503 w 372399"/>
              <a:gd name="connsiteY30" fmla="*/ 95726 h 372999"/>
              <a:gd name="connsiteX31" fmla="*/ 295947 w 372399"/>
              <a:gd name="connsiteY31" fmla="*/ 175260 h 372999"/>
              <a:gd name="connsiteX32" fmla="*/ 267490 w 372399"/>
              <a:gd name="connsiteY32" fmla="*/ 188309 h 372999"/>
              <a:gd name="connsiteX33" fmla="*/ 250132 w 372399"/>
              <a:gd name="connsiteY33" fmla="*/ 172117 h 372999"/>
              <a:gd name="connsiteX34" fmla="*/ 283426 w 372399"/>
              <a:gd name="connsiteY34" fmla="*/ 145066 h 372999"/>
              <a:gd name="connsiteX35" fmla="*/ 287315 w 372399"/>
              <a:gd name="connsiteY35" fmla="*/ 134684 h 372999"/>
              <a:gd name="connsiteX36" fmla="*/ 276976 w 372399"/>
              <a:gd name="connsiteY36" fmla="*/ 132112 h 372999"/>
              <a:gd name="connsiteX37" fmla="*/ 240836 w 372399"/>
              <a:gd name="connsiteY37" fmla="*/ 160306 h 372999"/>
              <a:gd name="connsiteX38" fmla="*/ 230023 w 372399"/>
              <a:gd name="connsiteY38" fmla="*/ 142685 h 372999"/>
              <a:gd name="connsiteX39" fmla="*/ 84041 w 372399"/>
              <a:gd name="connsiteY39" fmla="*/ 19526 h 372999"/>
              <a:gd name="connsiteX40" fmla="*/ 134409 w 372399"/>
              <a:gd name="connsiteY40" fmla="*/ 41624 h 372999"/>
              <a:gd name="connsiteX41" fmla="*/ 180888 w 372399"/>
              <a:gd name="connsiteY41" fmla="*/ 66294 h 372999"/>
              <a:gd name="connsiteX42" fmla="*/ 195116 w 372399"/>
              <a:gd name="connsiteY42" fmla="*/ 102584 h 372999"/>
              <a:gd name="connsiteX43" fmla="*/ 174912 w 372399"/>
              <a:gd name="connsiteY43" fmla="*/ 125540 h 372999"/>
              <a:gd name="connsiteX44" fmla="*/ 117999 w 372399"/>
              <a:gd name="connsiteY44" fmla="*/ 56959 h 372999"/>
              <a:gd name="connsiteX45" fmla="*/ 107660 w 372399"/>
              <a:gd name="connsiteY45" fmla="*/ 58293 h 372999"/>
              <a:gd name="connsiteX46" fmla="*/ 107660 w 372399"/>
              <a:gd name="connsiteY46" fmla="*/ 68675 h 372999"/>
              <a:gd name="connsiteX47" fmla="*/ 162486 w 372399"/>
              <a:gd name="connsiteY47" fmla="*/ 134493 h 372999"/>
              <a:gd name="connsiteX48" fmla="*/ 137065 w 372399"/>
              <a:gd name="connsiteY48" fmla="*/ 159639 h 372999"/>
              <a:gd name="connsiteX49" fmla="*/ 98364 w 372399"/>
              <a:gd name="connsiteY49" fmla="*/ 136303 h 372999"/>
              <a:gd name="connsiteX50" fmla="*/ 84136 w 372399"/>
              <a:gd name="connsiteY50" fmla="*/ 19526 h 372999"/>
              <a:gd name="connsiteX51" fmla="*/ 369649 w 372399"/>
              <a:gd name="connsiteY51" fmla="*/ 283464 h 372999"/>
              <a:gd name="connsiteX52" fmla="*/ 315392 w 372399"/>
              <a:gd name="connsiteY52" fmla="*/ 265271 h 372999"/>
              <a:gd name="connsiteX53" fmla="*/ 259333 w 372399"/>
              <a:gd name="connsiteY53" fmla="*/ 284417 h 372999"/>
              <a:gd name="connsiteX54" fmla="*/ 232584 w 372399"/>
              <a:gd name="connsiteY54" fmla="*/ 264986 h 372999"/>
              <a:gd name="connsiteX55" fmla="*/ 189899 w 372399"/>
              <a:gd name="connsiteY55" fmla="*/ 264986 h 372999"/>
              <a:gd name="connsiteX56" fmla="*/ 116197 w 372399"/>
              <a:gd name="connsiteY56" fmla="*/ 233839 h 372999"/>
              <a:gd name="connsiteX57" fmla="*/ 77591 w 372399"/>
              <a:gd name="connsiteY57" fmla="*/ 233839 h 372999"/>
              <a:gd name="connsiteX58" fmla="*/ 77591 w 372399"/>
              <a:gd name="connsiteY58" fmla="*/ 225838 h 372999"/>
              <a:gd name="connsiteX59" fmla="*/ 69813 w 372399"/>
              <a:gd name="connsiteY59" fmla="*/ 218027 h 372999"/>
              <a:gd name="connsiteX60" fmla="*/ 7778 w 372399"/>
              <a:gd name="connsiteY60" fmla="*/ 218027 h 372999"/>
              <a:gd name="connsiteX61" fmla="*/ 0 w 372399"/>
              <a:gd name="connsiteY61" fmla="*/ 225838 h 372999"/>
              <a:gd name="connsiteX62" fmla="*/ 0 w 372399"/>
              <a:gd name="connsiteY62" fmla="*/ 350330 h 372999"/>
              <a:gd name="connsiteX63" fmla="*/ 7778 w 372399"/>
              <a:gd name="connsiteY63" fmla="*/ 358140 h 372999"/>
              <a:gd name="connsiteX64" fmla="*/ 69813 w 372399"/>
              <a:gd name="connsiteY64" fmla="*/ 358140 h 372999"/>
              <a:gd name="connsiteX65" fmla="*/ 77591 w 372399"/>
              <a:gd name="connsiteY65" fmla="*/ 350330 h 372999"/>
              <a:gd name="connsiteX66" fmla="*/ 77591 w 372399"/>
              <a:gd name="connsiteY66" fmla="*/ 338519 h 372999"/>
              <a:gd name="connsiteX67" fmla="*/ 119138 w 372399"/>
              <a:gd name="connsiteY67" fmla="*/ 352235 h 372999"/>
              <a:gd name="connsiteX68" fmla="*/ 197962 w 372399"/>
              <a:gd name="connsiteY68" fmla="*/ 372999 h 372999"/>
              <a:gd name="connsiteX69" fmla="*/ 287125 w 372399"/>
              <a:gd name="connsiteY69" fmla="*/ 337947 h 372999"/>
              <a:gd name="connsiteX70" fmla="*/ 368511 w 372399"/>
              <a:gd name="connsiteY70" fmla="*/ 295085 h 372999"/>
              <a:gd name="connsiteX71" fmla="*/ 372400 w 372399"/>
              <a:gd name="connsiteY71" fmla="*/ 289846 h 372999"/>
              <a:gd name="connsiteX72" fmla="*/ 369839 w 372399"/>
              <a:gd name="connsiteY72" fmla="*/ 283369 h 372999"/>
              <a:gd name="connsiteX73" fmla="*/ 15461 w 372399"/>
              <a:gd name="connsiteY73" fmla="*/ 342519 h 372999"/>
              <a:gd name="connsiteX74" fmla="*/ 15461 w 372399"/>
              <a:gd name="connsiteY74" fmla="*/ 233553 h 372999"/>
              <a:gd name="connsiteX75" fmla="*/ 62035 w 372399"/>
              <a:gd name="connsiteY75" fmla="*/ 233553 h 372999"/>
              <a:gd name="connsiteX76" fmla="*/ 62035 w 372399"/>
              <a:gd name="connsiteY76" fmla="*/ 240792 h 372999"/>
              <a:gd name="connsiteX77" fmla="*/ 61845 w 372399"/>
              <a:gd name="connsiteY77" fmla="*/ 241554 h 372999"/>
              <a:gd name="connsiteX78" fmla="*/ 62035 w 372399"/>
              <a:gd name="connsiteY78" fmla="*/ 242316 h 372999"/>
              <a:gd name="connsiteX79" fmla="*/ 62035 w 372399"/>
              <a:gd name="connsiteY79" fmla="*/ 342519 h 372999"/>
              <a:gd name="connsiteX80" fmla="*/ 15461 w 372399"/>
              <a:gd name="connsiteY80" fmla="*/ 342519 h 372999"/>
              <a:gd name="connsiteX81" fmla="*/ 279252 w 372399"/>
              <a:gd name="connsiteY81" fmla="*/ 324993 h 372999"/>
              <a:gd name="connsiteX82" fmla="*/ 124260 w 372399"/>
              <a:gd name="connsiteY82" fmla="*/ 337947 h 372999"/>
              <a:gd name="connsiteX83" fmla="*/ 77496 w 372399"/>
              <a:gd name="connsiteY83" fmla="*/ 321373 h 372999"/>
              <a:gd name="connsiteX84" fmla="*/ 77496 w 372399"/>
              <a:gd name="connsiteY84" fmla="*/ 249365 h 372999"/>
              <a:gd name="connsiteX85" fmla="*/ 116102 w 372399"/>
              <a:gd name="connsiteY85" fmla="*/ 249365 h 372999"/>
              <a:gd name="connsiteX86" fmla="*/ 180793 w 372399"/>
              <a:gd name="connsiteY86" fmla="*/ 277940 h 372999"/>
              <a:gd name="connsiteX87" fmla="*/ 186010 w 372399"/>
              <a:gd name="connsiteY87" fmla="*/ 280511 h 372999"/>
              <a:gd name="connsiteX88" fmla="*/ 232584 w 372399"/>
              <a:gd name="connsiteY88" fmla="*/ 280511 h 372999"/>
              <a:gd name="connsiteX89" fmla="*/ 244251 w 372399"/>
              <a:gd name="connsiteY89" fmla="*/ 288322 h 372999"/>
              <a:gd name="connsiteX90" fmla="*/ 243587 w 372399"/>
              <a:gd name="connsiteY90" fmla="*/ 290894 h 372999"/>
              <a:gd name="connsiteX91" fmla="*/ 242259 w 372399"/>
              <a:gd name="connsiteY91" fmla="*/ 292608 h 372999"/>
              <a:gd name="connsiteX92" fmla="*/ 232584 w 372399"/>
              <a:gd name="connsiteY92" fmla="*/ 296132 h 372999"/>
              <a:gd name="connsiteX93" fmla="*/ 147215 w 372399"/>
              <a:gd name="connsiteY93" fmla="*/ 296132 h 372999"/>
              <a:gd name="connsiteX94" fmla="*/ 139436 w 372399"/>
              <a:gd name="connsiteY94" fmla="*/ 303943 h 372999"/>
              <a:gd name="connsiteX95" fmla="*/ 147215 w 372399"/>
              <a:gd name="connsiteY95" fmla="*/ 311753 h 372999"/>
              <a:gd name="connsiteX96" fmla="*/ 232584 w 372399"/>
              <a:gd name="connsiteY96" fmla="*/ 311753 h 372999"/>
              <a:gd name="connsiteX97" fmla="*/ 254970 w 372399"/>
              <a:gd name="connsiteY97" fmla="*/ 302038 h 372999"/>
              <a:gd name="connsiteX98" fmla="*/ 320514 w 372399"/>
              <a:gd name="connsiteY98" fmla="*/ 280892 h 372999"/>
              <a:gd name="connsiteX99" fmla="*/ 351532 w 372399"/>
              <a:gd name="connsiteY99" fmla="*/ 287369 h 372999"/>
              <a:gd name="connsiteX100" fmla="*/ 279252 w 372399"/>
              <a:gd name="connsiteY100" fmla="*/ 324993 h 37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372399" h="372999">
                <a:moveTo>
                  <a:pt x="134409" y="175165"/>
                </a:moveTo>
                <a:lnTo>
                  <a:pt x="139531" y="175165"/>
                </a:lnTo>
                <a:cubicBezTo>
                  <a:pt x="151768" y="172974"/>
                  <a:pt x="162961" y="164878"/>
                  <a:pt x="171592" y="150400"/>
                </a:cubicBezTo>
                <a:cubicBezTo>
                  <a:pt x="194452" y="191929"/>
                  <a:pt x="201851" y="225647"/>
                  <a:pt x="201851" y="225647"/>
                </a:cubicBezTo>
                <a:cubicBezTo>
                  <a:pt x="203179" y="229552"/>
                  <a:pt x="205740" y="232124"/>
                  <a:pt x="209629" y="232124"/>
                </a:cubicBezTo>
                <a:cubicBezTo>
                  <a:pt x="213518" y="232124"/>
                  <a:pt x="216079" y="229552"/>
                  <a:pt x="217407" y="226981"/>
                </a:cubicBezTo>
                <a:cubicBezTo>
                  <a:pt x="217407" y="226981"/>
                  <a:pt x="224806" y="206978"/>
                  <a:pt x="239508" y="185928"/>
                </a:cubicBezTo>
                <a:cubicBezTo>
                  <a:pt x="247761" y="198501"/>
                  <a:pt x="257531" y="203073"/>
                  <a:pt x="264834" y="204121"/>
                </a:cubicBezTo>
                <a:lnTo>
                  <a:pt x="270051" y="204121"/>
                </a:lnTo>
                <a:cubicBezTo>
                  <a:pt x="282952" y="204121"/>
                  <a:pt x="295947" y="197644"/>
                  <a:pt x="307614" y="185833"/>
                </a:cubicBezTo>
                <a:cubicBezTo>
                  <a:pt x="327059" y="166306"/>
                  <a:pt x="337398" y="112776"/>
                  <a:pt x="323170" y="81439"/>
                </a:cubicBezTo>
                <a:cubicBezTo>
                  <a:pt x="321842" y="78867"/>
                  <a:pt x="319281" y="77533"/>
                  <a:pt x="317953" y="76200"/>
                </a:cubicBezTo>
                <a:cubicBezTo>
                  <a:pt x="315392" y="76200"/>
                  <a:pt x="312736" y="76200"/>
                  <a:pt x="311503" y="77533"/>
                </a:cubicBezTo>
                <a:cubicBezTo>
                  <a:pt x="297275" y="88011"/>
                  <a:pt x="284280" y="91916"/>
                  <a:pt x="271379" y="94488"/>
                </a:cubicBezTo>
                <a:cubicBezTo>
                  <a:pt x="259712" y="98393"/>
                  <a:pt x="248045" y="100965"/>
                  <a:pt x="236473" y="108871"/>
                </a:cubicBezTo>
                <a:cubicBezTo>
                  <a:pt x="222245" y="118015"/>
                  <a:pt x="214467" y="131064"/>
                  <a:pt x="214467" y="142780"/>
                </a:cubicBezTo>
                <a:cubicBezTo>
                  <a:pt x="214467" y="151257"/>
                  <a:pt x="217881" y="161830"/>
                  <a:pt x="230687" y="172688"/>
                </a:cubicBezTo>
                <a:cubicBezTo>
                  <a:pt x="222719" y="183261"/>
                  <a:pt x="216553" y="193834"/>
                  <a:pt x="212380" y="202216"/>
                </a:cubicBezTo>
                <a:cubicBezTo>
                  <a:pt x="206688" y="186976"/>
                  <a:pt x="197582" y="164211"/>
                  <a:pt x="183070" y="138875"/>
                </a:cubicBezTo>
                <a:cubicBezTo>
                  <a:pt x="198152" y="130112"/>
                  <a:pt x="207352" y="118777"/>
                  <a:pt x="210672" y="106394"/>
                </a:cubicBezTo>
                <a:cubicBezTo>
                  <a:pt x="214561" y="90869"/>
                  <a:pt x="208111" y="74009"/>
                  <a:pt x="192650" y="55817"/>
                </a:cubicBezTo>
                <a:cubicBezTo>
                  <a:pt x="178422" y="38957"/>
                  <a:pt x="159071" y="32480"/>
                  <a:pt x="138488" y="26003"/>
                </a:cubicBezTo>
                <a:cubicBezTo>
                  <a:pt x="120466" y="20860"/>
                  <a:pt x="102348" y="15621"/>
                  <a:pt x="86887" y="1333"/>
                </a:cubicBezTo>
                <a:cubicBezTo>
                  <a:pt x="84326" y="0"/>
                  <a:pt x="81765" y="0"/>
                  <a:pt x="80437" y="0"/>
                </a:cubicBezTo>
                <a:cubicBezTo>
                  <a:pt x="77876" y="0"/>
                  <a:pt x="75315" y="2572"/>
                  <a:pt x="73987" y="3905"/>
                </a:cubicBezTo>
                <a:cubicBezTo>
                  <a:pt x="53308" y="44101"/>
                  <a:pt x="63648" y="118015"/>
                  <a:pt x="86887" y="146590"/>
                </a:cubicBezTo>
                <a:cubicBezTo>
                  <a:pt x="102348" y="164783"/>
                  <a:pt x="119138" y="175165"/>
                  <a:pt x="134599" y="175165"/>
                </a:cubicBezTo>
                <a:close/>
                <a:moveTo>
                  <a:pt x="229928" y="142685"/>
                </a:moveTo>
                <a:cubicBezTo>
                  <a:pt x="229928" y="136208"/>
                  <a:pt x="236378" y="128302"/>
                  <a:pt x="245484" y="121825"/>
                </a:cubicBezTo>
                <a:cubicBezTo>
                  <a:pt x="254590" y="115348"/>
                  <a:pt x="264929" y="112681"/>
                  <a:pt x="275269" y="110109"/>
                </a:cubicBezTo>
                <a:cubicBezTo>
                  <a:pt x="286936" y="107537"/>
                  <a:pt x="298603" y="103632"/>
                  <a:pt x="311503" y="95726"/>
                </a:cubicBezTo>
                <a:cubicBezTo>
                  <a:pt x="317953" y="121825"/>
                  <a:pt x="310175" y="160973"/>
                  <a:pt x="295947" y="175260"/>
                </a:cubicBezTo>
                <a:cubicBezTo>
                  <a:pt x="289497" y="183071"/>
                  <a:pt x="277830" y="190881"/>
                  <a:pt x="267490" y="188309"/>
                </a:cubicBezTo>
                <a:cubicBezTo>
                  <a:pt x="260756" y="187166"/>
                  <a:pt x="254875" y="182023"/>
                  <a:pt x="250132" y="172117"/>
                </a:cubicBezTo>
                <a:cubicBezTo>
                  <a:pt x="259333" y="161544"/>
                  <a:pt x="270336" y="151638"/>
                  <a:pt x="283426" y="145066"/>
                </a:cubicBezTo>
                <a:cubicBezTo>
                  <a:pt x="287315" y="143732"/>
                  <a:pt x="288548" y="138589"/>
                  <a:pt x="287315" y="134684"/>
                </a:cubicBezTo>
                <a:cubicBezTo>
                  <a:pt x="284754" y="130778"/>
                  <a:pt x="280865" y="129540"/>
                  <a:pt x="276976" y="132112"/>
                </a:cubicBezTo>
                <a:cubicBezTo>
                  <a:pt x="262937" y="138875"/>
                  <a:pt x="250891" y="149162"/>
                  <a:pt x="240836" y="160306"/>
                </a:cubicBezTo>
                <a:cubicBezTo>
                  <a:pt x="235430" y="156019"/>
                  <a:pt x="230023" y="149733"/>
                  <a:pt x="230023" y="142685"/>
                </a:cubicBezTo>
                <a:close/>
                <a:moveTo>
                  <a:pt x="84041" y="19526"/>
                </a:moveTo>
                <a:cubicBezTo>
                  <a:pt x="100831" y="31242"/>
                  <a:pt x="118853" y="36385"/>
                  <a:pt x="134409" y="41624"/>
                </a:cubicBezTo>
                <a:cubicBezTo>
                  <a:pt x="152432" y="46768"/>
                  <a:pt x="169221" y="52006"/>
                  <a:pt x="180888" y="66294"/>
                </a:cubicBezTo>
                <a:cubicBezTo>
                  <a:pt x="188666" y="75343"/>
                  <a:pt x="197677" y="89630"/>
                  <a:pt x="195116" y="102584"/>
                </a:cubicBezTo>
                <a:cubicBezTo>
                  <a:pt x="193029" y="111157"/>
                  <a:pt x="186390" y="118777"/>
                  <a:pt x="174912" y="125540"/>
                </a:cubicBezTo>
                <a:cubicBezTo>
                  <a:pt x="160684" y="102965"/>
                  <a:pt x="142187" y="79058"/>
                  <a:pt x="117999" y="56959"/>
                </a:cubicBezTo>
                <a:cubicBezTo>
                  <a:pt x="115438" y="54388"/>
                  <a:pt x="110221" y="54388"/>
                  <a:pt x="107660" y="58293"/>
                </a:cubicBezTo>
                <a:cubicBezTo>
                  <a:pt x="103771" y="60865"/>
                  <a:pt x="105099" y="66104"/>
                  <a:pt x="107660" y="68675"/>
                </a:cubicBezTo>
                <a:cubicBezTo>
                  <a:pt x="130900" y="89630"/>
                  <a:pt x="148827" y="112681"/>
                  <a:pt x="162486" y="134493"/>
                </a:cubicBezTo>
                <a:cubicBezTo>
                  <a:pt x="154898" y="149543"/>
                  <a:pt x="147215" y="158401"/>
                  <a:pt x="137065" y="159639"/>
                </a:cubicBezTo>
                <a:cubicBezTo>
                  <a:pt x="126726" y="160973"/>
                  <a:pt x="112593" y="153162"/>
                  <a:pt x="98364" y="136303"/>
                </a:cubicBezTo>
                <a:cubicBezTo>
                  <a:pt x="80342" y="114205"/>
                  <a:pt x="71236" y="55912"/>
                  <a:pt x="84136" y="19526"/>
                </a:cubicBezTo>
                <a:close/>
                <a:moveTo>
                  <a:pt x="369649" y="283464"/>
                </a:moveTo>
                <a:cubicBezTo>
                  <a:pt x="351532" y="265271"/>
                  <a:pt x="336070" y="260128"/>
                  <a:pt x="315392" y="265271"/>
                </a:cubicBezTo>
                <a:cubicBezTo>
                  <a:pt x="315392" y="265271"/>
                  <a:pt x="296706" y="271653"/>
                  <a:pt x="259333" y="284417"/>
                </a:cubicBezTo>
                <a:cubicBezTo>
                  <a:pt x="257531" y="274225"/>
                  <a:pt x="248614" y="264986"/>
                  <a:pt x="232584" y="264986"/>
                </a:cubicBezTo>
                <a:lnTo>
                  <a:pt x="189899" y="264986"/>
                </a:lnTo>
                <a:cubicBezTo>
                  <a:pt x="178232" y="254603"/>
                  <a:pt x="152337" y="233839"/>
                  <a:pt x="116197" y="233839"/>
                </a:cubicBezTo>
                <a:lnTo>
                  <a:pt x="77591" y="233839"/>
                </a:lnTo>
                <a:lnTo>
                  <a:pt x="77591" y="225838"/>
                </a:lnTo>
                <a:cubicBezTo>
                  <a:pt x="77591" y="221933"/>
                  <a:pt x="75030" y="218027"/>
                  <a:pt x="69813" y="218027"/>
                </a:cubicBezTo>
                <a:lnTo>
                  <a:pt x="7778" y="218027"/>
                </a:lnTo>
                <a:cubicBezTo>
                  <a:pt x="3889" y="218027"/>
                  <a:pt x="0" y="221933"/>
                  <a:pt x="0" y="225838"/>
                </a:cubicBezTo>
                <a:lnTo>
                  <a:pt x="0" y="350330"/>
                </a:lnTo>
                <a:cubicBezTo>
                  <a:pt x="0" y="354235"/>
                  <a:pt x="3889" y="358140"/>
                  <a:pt x="7778" y="358140"/>
                </a:cubicBezTo>
                <a:lnTo>
                  <a:pt x="69813" y="358140"/>
                </a:lnTo>
                <a:cubicBezTo>
                  <a:pt x="75030" y="358140"/>
                  <a:pt x="77591" y="354235"/>
                  <a:pt x="77591" y="350330"/>
                </a:cubicBezTo>
                <a:lnTo>
                  <a:pt x="77591" y="338519"/>
                </a:lnTo>
                <a:cubicBezTo>
                  <a:pt x="93622" y="343567"/>
                  <a:pt x="107376" y="347948"/>
                  <a:pt x="119138" y="352235"/>
                </a:cubicBezTo>
                <a:cubicBezTo>
                  <a:pt x="156605" y="366522"/>
                  <a:pt x="178517" y="372999"/>
                  <a:pt x="197962" y="372999"/>
                </a:cubicBezTo>
                <a:cubicBezTo>
                  <a:pt x="221201" y="372999"/>
                  <a:pt x="241880" y="362617"/>
                  <a:pt x="287125" y="337947"/>
                </a:cubicBezTo>
                <a:cubicBezTo>
                  <a:pt x="307804" y="327565"/>
                  <a:pt x="333604" y="313277"/>
                  <a:pt x="368511" y="295085"/>
                </a:cubicBezTo>
                <a:cubicBezTo>
                  <a:pt x="371072" y="293751"/>
                  <a:pt x="372400" y="292513"/>
                  <a:pt x="372400" y="289846"/>
                </a:cubicBezTo>
                <a:cubicBezTo>
                  <a:pt x="372400" y="287179"/>
                  <a:pt x="372400" y="284607"/>
                  <a:pt x="369839" y="283369"/>
                </a:cubicBezTo>
                <a:close/>
                <a:moveTo>
                  <a:pt x="15461" y="342519"/>
                </a:moveTo>
                <a:lnTo>
                  <a:pt x="15461" y="233553"/>
                </a:lnTo>
                <a:lnTo>
                  <a:pt x="62035" y="233553"/>
                </a:lnTo>
                <a:lnTo>
                  <a:pt x="62035" y="240792"/>
                </a:lnTo>
                <a:cubicBezTo>
                  <a:pt x="62035" y="240792"/>
                  <a:pt x="61845" y="241268"/>
                  <a:pt x="61845" y="241554"/>
                </a:cubicBezTo>
                <a:cubicBezTo>
                  <a:pt x="61845" y="241840"/>
                  <a:pt x="61940" y="242030"/>
                  <a:pt x="62035" y="242316"/>
                </a:cubicBezTo>
                <a:lnTo>
                  <a:pt x="62035" y="342519"/>
                </a:lnTo>
                <a:lnTo>
                  <a:pt x="15461" y="342519"/>
                </a:lnTo>
                <a:close/>
                <a:moveTo>
                  <a:pt x="279252" y="324993"/>
                </a:moveTo>
                <a:cubicBezTo>
                  <a:pt x="228477" y="351854"/>
                  <a:pt x="176809" y="356171"/>
                  <a:pt x="124260" y="337947"/>
                </a:cubicBezTo>
                <a:cubicBezTo>
                  <a:pt x="110032" y="333185"/>
                  <a:pt x="95708" y="327374"/>
                  <a:pt x="77496" y="321373"/>
                </a:cubicBezTo>
                <a:lnTo>
                  <a:pt x="77496" y="249365"/>
                </a:lnTo>
                <a:lnTo>
                  <a:pt x="116102" y="249365"/>
                </a:lnTo>
                <a:cubicBezTo>
                  <a:pt x="148448" y="249365"/>
                  <a:pt x="171687" y="268891"/>
                  <a:pt x="180793" y="277940"/>
                </a:cubicBezTo>
                <a:cubicBezTo>
                  <a:pt x="182121" y="279273"/>
                  <a:pt x="184682" y="280511"/>
                  <a:pt x="186010" y="280511"/>
                </a:cubicBezTo>
                <a:lnTo>
                  <a:pt x="232584" y="280511"/>
                </a:lnTo>
                <a:cubicBezTo>
                  <a:pt x="240362" y="280511"/>
                  <a:pt x="244251" y="284417"/>
                  <a:pt x="244251" y="288322"/>
                </a:cubicBezTo>
                <a:cubicBezTo>
                  <a:pt x="244251" y="289179"/>
                  <a:pt x="243966" y="290036"/>
                  <a:pt x="243587" y="290894"/>
                </a:cubicBezTo>
                <a:cubicBezTo>
                  <a:pt x="243113" y="291465"/>
                  <a:pt x="242638" y="291941"/>
                  <a:pt x="242259" y="292608"/>
                </a:cubicBezTo>
                <a:cubicBezTo>
                  <a:pt x="240457" y="294608"/>
                  <a:pt x="237327" y="296132"/>
                  <a:pt x="232584" y="296132"/>
                </a:cubicBezTo>
                <a:lnTo>
                  <a:pt x="147215" y="296132"/>
                </a:lnTo>
                <a:cubicBezTo>
                  <a:pt x="143326" y="296132"/>
                  <a:pt x="139436" y="300038"/>
                  <a:pt x="139436" y="303943"/>
                </a:cubicBezTo>
                <a:cubicBezTo>
                  <a:pt x="139436" y="307848"/>
                  <a:pt x="143326" y="311753"/>
                  <a:pt x="147215" y="311753"/>
                </a:cubicBezTo>
                <a:lnTo>
                  <a:pt x="232584" y="311753"/>
                </a:lnTo>
                <a:cubicBezTo>
                  <a:pt x="243208" y="311753"/>
                  <a:pt x="250606" y="307658"/>
                  <a:pt x="254970" y="302038"/>
                </a:cubicBezTo>
                <a:cubicBezTo>
                  <a:pt x="260281" y="300323"/>
                  <a:pt x="275743" y="295370"/>
                  <a:pt x="320514" y="280892"/>
                </a:cubicBezTo>
                <a:cubicBezTo>
                  <a:pt x="330853" y="276987"/>
                  <a:pt x="339865" y="278321"/>
                  <a:pt x="351532" y="287369"/>
                </a:cubicBezTo>
                <a:cubicBezTo>
                  <a:pt x="321842" y="301657"/>
                  <a:pt x="298603" y="314611"/>
                  <a:pt x="279252" y="32499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" name="Graphic 21">
            <a:extLst>
              <a:ext uri="{FF2B5EF4-FFF2-40B4-BE49-F238E27FC236}">
                <a16:creationId xmlns:a16="http://schemas.microsoft.com/office/drawing/2014/main" id="{64B2AC14-119C-302A-F18C-4E2CC0DD841D}"/>
              </a:ext>
            </a:extLst>
          </p:cNvPr>
          <p:cNvSpPr/>
          <p:nvPr/>
        </p:nvSpPr>
        <p:spPr>
          <a:xfrm>
            <a:off x="6220927" y="793997"/>
            <a:ext cx="495554" cy="496352"/>
          </a:xfrm>
          <a:custGeom>
            <a:avLst/>
            <a:gdLst>
              <a:gd name="connsiteX0" fmla="*/ 134409 w 372399"/>
              <a:gd name="connsiteY0" fmla="*/ 175165 h 372999"/>
              <a:gd name="connsiteX1" fmla="*/ 139531 w 372399"/>
              <a:gd name="connsiteY1" fmla="*/ 175165 h 372999"/>
              <a:gd name="connsiteX2" fmla="*/ 171592 w 372399"/>
              <a:gd name="connsiteY2" fmla="*/ 150400 h 372999"/>
              <a:gd name="connsiteX3" fmla="*/ 201851 w 372399"/>
              <a:gd name="connsiteY3" fmla="*/ 225647 h 372999"/>
              <a:gd name="connsiteX4" fmla="*/ 209629 w 372399"/>
              <a:gd name="connsiteY4" fmla="*/ 232124 h 372999"/>
              <a:gd name="connsiteX5" fmla="*/ 217407 w 372399"/>
              <a:gd name="connsiteY5" fmla="*/ 226981 h 372999"/>
              <a:gd name="connsiteX6" fmla="*/ 239508 w 372399"/>
              <a:gd name="connsiteY6" fmla="*/ 185928 h 372999"/>
              <a:gd name="connsiteX7" fmla="*/ 264834 w 372399"/>
              <a:gd name="connsiteY7" fmla="*/ 204121 h 372999"/>
              <a:gd name="connsiteX8" fmla="*/ 270051 w 372399"/>
              <a:gd name="connsiteY8" fmla="*/ 204121 h 372999"/>
              <a:gd name="connsiteX9" fmla="*/ 307614 w 372399"/>
              <a:gd name="connsiteY9" fmla="*/ 185833 h 372999"/>
              <a:gd name="connsiteX10" fmla="*/ 323170 w 372399"/>
              <a:gd name="connsiteY10" fmla="*/ 81439 h 372999"/>
              <a:gd name="connsiteX11" fmla="*/ 317953 w 372399"/>
              <a:gd name="connsiteY11" fmla="*/ 76200 h 372999"/>
              <a:gd name="connsiteX12" fmla="*/ 311503 w 372399"/>
              <a:gd name="connsiteY12" fmla="*/ 77533 h 372999"/>
              <a:gd name="connsiteX13" fmla="*/ 271379 w 372399"/>
              <a:gd name="connsiteY13" fmla="*/ 94488 h 372999"/>
              <a:gd name="connsiteX14" fmla="*/ 236473 w 372399"/>
              <a:gd name="connsiteY14" fmla="*/ 108871 h 372999"/>
              <a:gd name="connsiteX15" fmla="*/ 214467 w 372399"/>
              <a:gd name="connsiteY15" fmla="*/ 142780 h 372999"/>
              <a:gd name="connsiteX16" fmla="*/ 230687 w 372399"/>
              <a:gd name="connsiteY16" fmla="*/ 172688 h 372999"/>
              <a:gd name="connsiteX17" fmla="*/ 212380 w 372399"/>
              <a:gd name="connsiteY17" fmla="*/ 202216 h 372999"/>
              <a:gd name="connsiteX18" fmla="*/ 183070 w 372399"/>
              <a:gd name="connsiteY18" fmla="*/ 138875 h 372999"/>
              <a:gd name="connsiteX19" fmla="*/ 210672 w 372399"/>
              <a:gd name="connsiteY19" fmla="*/ 106394 h 372999"/>
              <a:gd name="connsiteX20" fmla="*/ 192650 w 372399"/>
              <a:gd name="connsiteY20" fmla="*/ 55817 h 372999"/>
              <a:gd name="connsiteX21" fmla="*/ 138488 w 372399"/>
              <a:gd name="connsiteY21" fmla="*/ 26003 h 372999"/>
              <a:gd name="connsiteX22" fmla="*/ 86887 w 372399"/>
              <a:gd name="connsiteY22" fmla="*/ 1333 h 372999"/>
              <a:gd name="connsiteX23" fmla="*/ 80437 w 372399"/>
              <a:gd name="connsiteY23" fmla="*/ 0 h 372999"/>
              <a:gd name="connsiteX24" fmla="*/ 73987 w 372399"/>
              <a:gd name="connsiteY24" fmla="*/ 3905 h 372999"/>
              <a:gd name="connsiteX25" fmla="*/ 86887 w 372399"/>
              <a:gd name="connsiteY25" fmla="*/ 146590 h 372999"/>
              <a:gd name="connsiteX26" fmla="*/ 134599 w 372399"/>
              <a:gd name="connsiteY26" fmla="*/ 175165 h 372999"/>
              <a:gd name="connsiteX27" fmla="*/ 229928 w 372399"/>
              <a:gd name="connsiteY27" fmla="*/ 142685 h 372999"/>
              <a:gd name="connsiteX28" fmla="*/ 245484 w 372399"/>
              <a:gd name="connsiteY28" fmla="*/ 121825 h 372999"/>
              <a:gd name="connsiteX29" fmla="*/ 275269 w 372399"/>
              <a:gd name="connsiteY29" fmla="*/ 110109 h 372999"/>
              <a:gd name="connsiteX30" fmla="*/ 311503 w 372399"/>
              <a:gd name="connsiteY30" fmla="*/ 95726 h 372999"/>
              <a:gd name="connsiteX31" fmla="*/ 295947 w 372399"/>
              <a:gd name="connsiteY31" fmla="*/ 175260 h 372999"/>
              <a:gd name="connsiteX32" fmla="*/ 267490 w 372399"/>
              <a:gd name="connsiteY32" fmla="*/ 188309 h 372999"/>
              <a:gd name="connsiteX33" fmla="*/ 250132 w 372399"/>
              <a:gd name="connsiteY33" fmla="*/ 172117 h 372999"/>
              <a:gd name="connsiteX34" fmla="*/ 283426 w 372399"/>
              <a:gd name="connsiteY34" fmla="*/ 145066 h 372999"/>
              <a:gd name="connsiteX35" fmla="*/ 287315 w 372399"/>
              <a:gd name="connsiteY35" fmla="*/ 134684 h 372999"/>
              <a:gd name="connsiteX36" fmla="*/ 276976 w 372399"/>
              <a:gd name="connsiteY36" fmla="*/ 132112 h 372999"/>
              <a:gd name="connsiteX37" fmla="*/ 240836 w 372399"/>
              <a:gd name="connsiteY37" fmla="*/ 160306 h 372999"/>
              <a:gd name="connsiteX38" fmla="*/ 230023 w 372399"/>
              <a:gd name="connsiteY38" fmla="*/ 142685 h 372999"/>
              <a:gd name="connsiteX39" fmla="*/ 84041 w 372399"/>
              <a:gd name="connsiteY39" fmla="*/ 19526 h 372999"/>
              <a:gd name="connsiteX40" fmla="*/ 134409 w 372399"/>
              <a:gd name="connsiteY40" fmla="*/ 41624 h 372999"/>
              <a:gd name="connsiteX41" fmla="*/ 180888 w 372399"/>
              <a:gd name="connsiteY41" fmla="*/ 66294 h 372999"/>
              <a:gd name="connsiteX42" fmla="*/ 195116 w 372399"/>
              <a:gd name="connsiteY42" fmla="*/ 102584 h 372999"/>
              <a:gd name="connsiteX43" fmla="*/ 174912 w 372399"/>
              <a:gd name="connsiteY43" fmla="*/ 125540 h 372999"/>
              <a:gd name="connsiteX44" fmla="*/ 117999 w 372399"/>
              <a:gd name="connsiteY44" fmla="*/ 56959 h 372999"/>
              <a:gd name="connsiteX45" fmla="*/ 107660 w 372399"/>
              <a:gd name="connsiteY45" fmla="*/ 58293 h 372999"/>
              <a:gd name="connsiteX46" fmla="*/ 107660 w 372399"/>
              <a:gd name="connsiteY46" fmla="*/ 68675 h 372999"/>
              <a:gd name="connsiteX47" fmla="*/ 162486 w 372399"/>
              <a:gd name="connsiteY47" fmla="*/ 134493 h 372999"/>
              <a:gd name="connsiteX48" fmla="*/ 137065 w 372399"/>
              <a:gd name="connsiteY48" fmla="*/ 159639 h 372999"/>
              <a:gd name="connsiteX49" fmla="*/ 98364 w 372399"/>
              <a:gd name="connsiteY49" fmla="*/ 136303 h 372999"/>
              <a:gd name="connsiteX50" fmla="*/ 84136 w 372399"/>
              <a:gd name="connsiteY50" fmla="*/ 19526 h 372999"/>
              <a:gd name="connsiteX51" fmla="*/ 369649 w 372399"/>
              <a:gd name="connsiteY51" fmla="*/ 283464 h 372999"/>
              <a:gd name="connsiteX52" fmla="*/ 315392 w 372399"/>
              <a:gd name="connsiteY52" fmla="*/ 265271 h 372999"/>
              <a:gd name="connsiteX53" fmla="*/ 259333 w 372399"/>
              <a:gd name="connsiteY53" fmla="*/ 284417 h 372999"/>
              <a:gd name="connsiteX54" fmla="*/ 232584 w 372399"/>
              <a:gd name="connsiteY54" fmla="*/ 264986 h 372999"/>
              <a:gd name="connsiteX55" fmla="*/ 189899 w 372399"/>
              <a:gd name="connsiteY55" fmla="*/ 264986 h 372999"/>
              <a:gd name="connsiteX56" fmla="*/ 116197 w 372399"/>
              <a:gd name="connsiteY56" fmla="*/ 233839 h 372999"/>
              <a:gd name="connsiteX57" fmla="*/ 77591 w 372399"/>
              <a:gd name="connsiteY57" fmla="*/ 233839 h 372999"/>
              <a:gd name="connsiteX58" fmla="*/ 77591 w 372399"/>
              <a:gd name="connsiteY58" fmla="*/ 225838 h 372999"/>
              <a:gd name="connsiteX59" fmla="*/ 69813 w 372399"/>
              <a:gd name="connsiteY59" fmla="*/ 218027 h 372999"/>
              <a:gd name="connsiteX60" fmla="*/ 7778 w 372399"/>
              <a:gd name="connsiteY60" fmla="*/ 218027 h 372999"/>
              <a:gd name="connsiteX61" fmla="*/ 0 w 372399"/>
              <a:gd name="connsiteY61" fmla="*/ 225838 h 372999"/>
              <a:gd name="connsiteX62" fmla="*/ 0 w 372399"/>
              <a:gd name="connsiteY62" fmla="*/ 350330 h 372999"/>
              <a:gd name="connsiteX63" fmla="*/ 7778 w 372399"/>
              <a:gd name="connsiteY63" fmla="*/ 358140 h 372999"/>
              <a:gd name="connsiteX64" fmla="*/ 69813 w 372399"/>
              <a:gd name="connsiteY64" fmla="*/ 358140 h 372999"/>
              <a:gd name="connsiteX65" fmla="*/ 77591 w 372399"/>
              <a:gd name="connsiteY65" fmla="*/ 350330 h 372999"/>
              <a:gd name="connsiteX66" fmla="*/ 77591 w 372399"/>
              <a:gd name="connsiteY66" fmla="*/ 338519 h 372999"/>
              <a:gd name="connsiteX67" fmla="*/ 119138 w 372399"/>
              <a:gd name="connsiteY67" fmla="*/ 352235 h 372999"/>
              <a:gd name="connsiteX68" fmla="*/ 197962 w 372399"/>
              <a:gd name="connsiteY68" fmla="*/ 372999 h 372999"/>
              <a:gd name="connsiteX69" fmla="*/ 287125 w 372399"/>
              <a:gd name="connsiteY69" fmla="*/ 337947 h 372999"/>
              <a:gd name="connsiteX70" fmla="*/ 368511 w 372399"/>
              <a:gd name="connsiteY70" fmla="*/ 295085 h 372999"/>
              <a:gd name="connsiteX71" fmla="*/ 372400 w 372399"/>
              <a:gd name="connsiteY71" fmla="*/ 289846 h 372999"/>
              <a:gd name="connsiteX72" fmla="*/ 369839 w 372399"/>
              <a:gd name="connsiteY72" fmla="*/ 283369 h 372999"/>
              <a:gd name="connsiteX73" fmla="*/ 15461 w 372399"/>
              <a:gd name="connsiteY73" fmla="*/ 342519 h 372999"/>
              <a:gd name="connsiteX74" fmla="*/ 15461 w 372399"/>
              <a:gd name="connsiteY74" fmla="*/ 233553 h 372999"/>
              <a:gd name="connsiteX75" fmla="*/ 62035 w 372399"/>
              <a:gd name="connsiteY75" fmla="*/ 233553 h 372999"/>
              <a:gd name="connsiteX76" fmla="*/ 62035 w 372399"/>
              <a:gd name="connsiteY76" fmla="*/ 240792 h 372999"/>
              <a:gd name="connsiteX77" fmla="*/ 61845 w 372399"/>
              <a:gd name="connsiteY77" fmla="*/ 241554 h 372999"/>
              <a:gd name="connsiteX78" fmla="*/ 62035 w 372399"/>
              <a:gd name="connsiteY78" fmla="*/ 242316 h 372999"/>
              <a:gd name="connsiteX79" fmla="*/ 62035 w 372399"/>
              <a:gd name="connsiteY79" fmla="*/ 342519 h 372999"/>
              <a:gd name="connsiteX80" fmla="*/ 15461 w 372399"/>
              <a:gd name="connsiteY80" fmla="*/ 342519 h 372999"/>
              <a:gd name="connsiteX81" fmla="*/ 279252 w 372399"/>
              <a:gd name="connsiteY81" fmla="*/ 324993 h 372999"/>
              <a:gd name="connsiteX82" fmla="*/ 124260 w 372399"/>
              <a:gd name="connsiteY82" fmla="*/ 337947 h 372999"/>
              <a:gd name="connsiteX83" fmla="*/ 77496 w 372399"/>
              <a:gd name="connsiteY83" fmla="*/ 321373 h 372999"/>
              <a:gd name="connsiteX84" fmla="*/ 77496 w 372399"/>
              <a:gd name="connsiteY84" fmla="*/ 249365 h 372999"/>
              <a:gd name="connsiteX85" fmla="*/ 116102 w 372399"/>
              <a:gd name="connsiteY85" fmla="*/ 249365 h 372999"/>
              <a:gd name="connsiteX86" fmla="*/ 180793 w 372399"/>
              <a:gd name="connsiteY86" fmla="*/ 277940 h 372999"/>
              <a:gd name="connsiteX87" fmla="*/ 186010 w 372399"/>
              <a:gd name="connsiteY87" fmla="*/ 280511 h 372999"/>
              <a:gd name="connsiteX88" fmla="*/ 232584 w 372399"/>
              <a:gd name="connsiteY88" fmla="*/ 280511 h 372999"/>
              <a:gd name="connsiteX89" fmla="*/ 244251 w 372399"/>
              <a:gd name="connsiteY89" fmla="*/ 288322 h 372999"/>
              <a:gd name="connsiteX90" fmla="*/ 243587 w 372399"/>
              <a:gd name="connsiteY90" fmla="*/ 290894 h 372999"/>
              <a:gd name="connsiteX91" fmla="*/ 242259 w 372399"/>
              <a:gd name="connsiteY91" fmla="*/ 292608 h 372999"/>
              <a:gd name="connsiteX92" fmla="*/ 232584 w 372399"/>
              <a:gd name="connsiteY92" fmla="*/ 296132 h 372999"/>
              <a:gd name="connsiteX93" fmla="*/ 147215 w 372399"/>
              <a:gd name="connsiteY93" fmla="*/ 296132 h 372999"/>
              <a:gd name="connsiteX94" fmla="*/ 139436 w 372399"/>
              <a:gd name="connsiteY94" fmla="*/ 303943 h 372999"/>
              <a:gd name="connsiteX95" fmla="*/ 147215 w 372399"/>
              <a:gd name="connsiteY95" fmla="*/ 311753 h 372999"/>
              <a:gd name="connsiteX96" fmla="*/ 232584 w 372399"/>
              <a:gd name="connsiteY96" fmla="*/ 311753 h 372999"/>
              <a:gd name="connsiteX97" fmla="*/ 254970 w 372399"/>
              <a:gd name="connsiteY97" fmla="*/ 302038 h 372999"/>
              <a:gd name="connsiteX98" fmla="*/ 320514 w 372399"/>
              <a:gd name="connsiteY98" fmla="*/ 280892 h 372999"/>
              <a:gd name="connsiteX99" fmla="*/ 351532 w 372399"/>
              <a:gd name="connsiteY99" fmla="*/ 287369 h 372999"/>
              <a:gd name="connsiteX100" fmla="*/ 279252 w 372399"/>
              <a:gd name="connsiteY100" fmla="*/ 324993 h 37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372399" h="372999">
                <a:moveTo>
                  <a:pt x="134409" y="175165"/>
                </a:moveTo>
                <a:lnTo>
                  <a:pt x="139531" y="175165"/>
                </a:lnTo>
                <a:cubicBezTo>
                  <a:pt x="151768" y="172974"/>
                  <a:pt x="162961" y="164878"/>
                  <a:pt x="171592" y="150400"/>
                </a:cubicBezTo>
                <a:cubicBezTo>
                  <a:pt x="194452" y="191929"/>
                  <a:pt x="201851" y="225647"/>
                  <a:pt x="201851" y="225647"/>
                </a:cubicBezTo>
                <a:cubicBezTo>
                  <a:pt x="203179" y="229552"/>
                  <a:pt x="205740" y="232124"/>
                  <a:pt x="209629" y="232124"/>
                </a:cubicBezTo>
                <a:cubicBezTo>
                  <a:pt x="213518" y="232124"/>
                  <a:pt x="216079" y="229552"/>
                  <a:pt x="217407" y="226981"/>
                </a:cubicBezTo>
                <a:cubicBezTo>
                  <a:pt x="217407" y="226981"/>
                  <a:pt x="224806" y="206978"/>
                  <a:pt x="239508" y="185928"/>
                </a:cubicBezTo>
                <a:cubicBezTo>
                  <a:pt x="247761" y="198501"/>
                  <a:pt x="257531" y="203073"/>
                  <a:pt x="264834" y="204121"/>
                </a:cubicBezTo>
                <a:lnTo>
                  <a:pt x="270051" y="204121"/>
                </a:lnTo>
                <a:cubicBezTo>
                  <a:pt x="282952" y="204121"/>
                  <a:pt x="295947" y="197644"/>
                  <a:pt x="307614" y="185833"/>
                </a:cubicBezTo>
                <a:cubicBezTo>
                  <a:pt x="327059" y="166306"/>
                  <a:pt x="337398" y="112776"/>
                  <a:pt x="323170" y="81439"/>
                </a:cubicBezTo>
                <a:cubicBezTo>
                  <a:pt x="321842" y="78867"/>
                  <a:pt x="319281" y="77533"/>
                  <a:pt x="317953" y="76200"/>
                </a:cubicBezTo>
                <a:cubicBezTo>
                  <a:pt x="315392" y="76200"/>
                  <a:pt x="312736" y="76200"/>
                  <a:pt x="311503" y="77533"/>
                </a:cubicBezTo>
                <a:cubicBezTo>
                  <a:pt x="297275" y="88011"/>
                  <a:pt x="284280" y="91916"/>
                  <a:pt x="271379" y="94488"/>
                </a:cubicBezTo>
                <a:cubicBezTo>
                  <a:pt x="259712" y="98393"/>
                  <a:pt x="248045" y="100965"/>
                  <a:pt x="236473" y="108871"/>
                </a:cubicBezTo>
                <a:cubicBezTo>
                  <a:pt x="222245" y="118015"/>
                  <a:pt x="214467" y="131064"/>
                  <a:pt x="214467" y="142780"/>
                </a:cubicBezTo>
                <a:cubicBezTo>
                  <a:pt x="214467" y="151257"/>
                  <a:pt x="217881" y="161830"/>
                  <a:pt x="230687" y="172688"/>
                </a:cubicBezTo>
                <a:cubicBezTo>
                  <a:pt x="222719" y="183261"/>
                  <a:pt x="216553" y="193834"/>
                  <a:pt x="212380" y="202216"/>
                </a:cubicBezTo>
                <a:cubicBezTo>
                  <a:pt x="206688" y="186976"/>
                  <a:pt x="197582" y="164211"/>
                  <a:pt x="183070" y="138875"/>
                </a:cubicBezTo>
                <a:cubicBezTo>
                  <a:pt x="198152" y="130112"/>
                  <a:pt x="207352" y="118777"/>
                  <a:pt x="210672" y="106394"/>
                </a:cubicBezTo>
                <a:cubicBezTo>
                  <a:pt x="214561" y="90869"/>
                  <a:pt x="208111" y="74009"/>
                  <a:pt x="192650" y="55817"/>
                </a:cubicBezTo>
                <a:cubicBezTo>
                  <a:pt x="178422" y="38957"/>
                  <a:pt x="159071" y="32480"/>
                  <a:pt x="138488" y="26003"/>
                </a:cubicBezTo>
                <a:cubicBezTo>
                  <a:pt x="120466" y="20860"/>
                  <a:pt x="102348" y="15621"/>
                  <a:pt x="86887" y="1333"/>
                </a:cubicBezTo>
                <a:cubicBezTo>
                  <a:pt x="84326" y="0"/>
                  <a:pt x="81765" y="0"/>
                  <a:pt x="80437" y="0"/>
                </a:cubicBezTo>
                <a:cubicBezTo>
                  <a:pt x="77876" y="0"/>
                  <a:pt x="75315" y="2572"/>
                  <a:pt x="73987" y="3905"/>
                </a:cubicBezTo>
                <a:cubicBezTo>
                  <a:pt x="53308" y="44101"/>
                  <a:pt x="63648" y="118015"/>
                  <a:pt x="86887" y="146590"/>
                </a:cubicBezTo>
                <a:cubicBezTo>
                  <a:pt x="102348" y="164783"/>
                  <a:pt x="119138" y="175165"/>
                  <a:pt x="134599" y="175165"/>
                </a:cubicBezTo>
                <a:close/>
                <a:moveTo>
                  <a:pt x="229928" y="142685"/>
                </a:moveTo>
                <a:cubicBezTo>
                  <a:pt x="229928" y="136208"/>
                  <a:pt x="236378" y="128302"/>
                  <a:pt x="245484" y="121825"/>
                </a:cubicBezTo>
                <a:cubicBezTo>
                  <a:pt x="254590" y="115348"/>
                  <a:pt x="264929" y="112681"/>
                  <a:pt x="275269" y="110109"/>
                </a:cubicBezTo>
                <a:cubicBezTo>
                  <a:pt x="286936" y="107537"/>
                  <a:pt x="298603" y="103632"/>
                  <a:pt x="311503" y="95726"/>
                </a:cubicBezTo>
                <a:cubicBezTo>
                  <a:pt x="317953" y="121825"/>
                  <a:pt x="310175" y="160973"/>
                  <a:pt x="295947" y="175260"/>
                </a:cubicBezTo>
                <a:cubicBezTo>
                  <a:pt x="289497" y="183071"/>
                  <a:pt x="277830" y="190881"/>
                  <a:pt x="267490" y="188309"/>
                </a:cubicBezTo>
                <a:cubicBezTo>
                  <a:pt x="260756" y="187166"/>
                  <a:pt x="254875" y="182023"/>
                  <a:pt x="250132" y="172117"/>
                </a:cubicBezTo>
                <a:cubicBezTo>
                  <a:pt x="259333" y="161544"/>
                  <a:pt x="270336" y="151638"/>
                  <a:pt x="283426" y="145066"/>
                </a:cubicBezTo>
                <a:cubicBezTo>
                  <a:pt x="287315" y="143732"/>
                  <a:pt x="288548" y="138589"/>
                  <a:pt x="287315" y="134684"/>
                </a:cubicBezTo>
                <a:cubicBezTo>
                  <a:pt x="284754" y="130778"/>
                  <a:pt x="280865" y="129540"/>
                  <a:pt x="276976" y="132112"/>
                </a:cubicBezTo>
                <a:cubicBezTo>
                  <a:pt x="262937" y="138875"/>
                  <a:pt x="250891" y="149162"/>
                  <a:pt x="240836" y="160306"/>
                </a:cubicBezTo>
                <a:cubicBezTo>
                  <a:pt x="235430" y="156019"/>
                  <a:pt x="230023" y="149733"/>
                  <a:pt x="230023" y="142685"/>
                </a:cubicBezTo>
                <a:close/>
                <a:moveTo>
                  <a:pt x="84041" y="19526"/>
                </a:moveTo>
                <a:cubicBezTo>
                  <a:pt x="100831" y="31242"/>
                  <a:pt x="118853" y="36385"/>
                  <a:pt x="134409" y="41624"/>
                </a:cubicBezTo>
                <a:cubicBezTo>
                  <a:pt x="152432" y="46768"/>
                  <a:pt x="169221" y="52006"/>
                  <a:pt x="180888" y="66294"/>
                </a:cubicBezTo>
                <a:cubicBezTo>
                  <a:pt x="188666" y="75343"/>
                  <a:pt x="197677" y="89630"/>
                  <a:pt x="195116" y="102584"/>
                </a:cubicBezTo>
                <a:cubicBezTo>
                  <a:pt x="193029" y="111157"/>
                  <a:pt x="186390" y="118777"/>
                  <a:pt x="174912" y="125540"/>
                </a:cubicBezTo>
                <a:cubicBezTo>
                  <a:pt x="160684" y="102965"/>
                  <a:pt x="142187" y="79058"/>
                  <a:pt x="117999" y="56959"/>
                </a:cubicBezTo>
                <a:cubicBezTo>
                  <a:pt x="115438" y="54388"/>
                  <a:pt x="110221" y="54388"/>
                  <a:pt x="107660" y="58293"/>
                </a:cubicBezTo>
                <a:cubicBezTo>
                  <a:pt x="103771" y="60865"/>
                  <a:pt x="105099" y="66104"/>
                  <a:pt x="107660" y="68675"/>
                </a:cubicBezTo>
                <a:cubicBezTo>
                  <a:pt x="130900" y="89630"/>
                  <a:pt x="148827" y="112681"/>
                  <a:pt x="162486" y="134493"/>
                </a:cubicBezTo>
                <a:cubicBezTo>
                  <a:pt x="154898" y="149543"/>
                  <a:pt x="147215" y="158401"/>
                  <a:pt x="137065" y="159639"/>
                </a:cubicBezTo>
                <a:cubicBezTo>
                  <a:pt x="126726" y="160973"/>
                  <a:pt x="112593" y="153162"/>
                  <a:pt x="98364" y="136303"/>
                </a:cubicBezTo>
                <a:cubicBezTo>
                  <a:pt x="80342" y="114205"/>
                  <a:pt x="71236" y="55912"/>
                  <a:pt x="84136" y="19526"/>
                </a:cubicBezTo>
                <a:close/>
                <a:moveTo>
                  <a:pt x="369649" y="283464"/>
                </a:moveTo>
                <a:cubicBezTo>
                  <a:pt x="351532" y="265271"/>
                  <a:pt x="336070" y="260128"/>
                  <a:pt x="315392" y="265271"/>
                </a:cubicBezTo>
                <a:cubicBezTo>
                  <a:pt x="315392" y="265271"/>
                  <a:pt x="296706" y="271653"/>
                  <a:pt x="259333" y="284417"/>
                </a:cubicBezTo>
                <a:cubicBezTo>
                  <a:pt x="257531" y="274225"/>
                  <a:pt x="248614" y="264986"/>
                  <a:pt x="232584" y="264986"/>
                </a:cubicBezTo>
                <a:lnTo>
                  <a:pt x="189899" y="264986"/>
                </a:lnTo>
                <a:cubicBezTo>
                  <a:pt x="178232" y="254603"/>
                  <a:pt x="152337" y="233839"/>
                  <a:pt x="116197" y="233839"/>
                </a:cubicBezTo>
                <a:lnTo>
                  <a:pt x="77591" y="233839"/>
                </a:lnTo>
                <a:lnTo>
                  <a:pt x="77591" y="225838"/>
                </a:lnTo>
                <a:cubicBezTo>
                  <a:pt x="77591" y="221933"/>
                  <a:pt x="75030" y="218027"/>
                  <a:pt x="69813" y="218027"/>
                </a:cubicBezTo>
                <a:lnTo>
                  <a:pt x="7778" y="218027"/>
                </a:lnTo>
                <a:cubicBezTo>
                  <a:pt x="3889" y="218027"/>
                  <a:pt x="0" y="221933"/>
                  <a:pt x="0" y="225838"/>
                </a:cubicBezTo>
                <a:lnTo>
                  <a:pt x="0" y="350330"/>
                </a:lnTo>
                <a:cubicBezTo>
                  <a:pt x="0" y="354235"/>
                  <a:pt x="3889" y="358140"/>
                  <a:pt x="7778" y="358140"/>
                </a:cubicBezTo>
                <a:lnTo>
                  <a:pt x="69813" y="358140"/>
                </a:lnTo>
                <a:cubicBezTo>
                  <a:pt x="75030" y="358140"/>
                  <a:pt x="77591" y="354235"/>
                  <a:pt x="77591" y="350330"/>
                </a:cubicBezTo>
                <a:lnTo>
                  <a:pt x="77591" y="338519"/>
                </a:lnTo>
                <a:cubicBezTo>
                  <a:pt x="93622" y="343567"/>
                  <a:pt x="107376" y="347948"/>
                  <a:pt x="119138" y="352235"/>
                </a:cubicBezTo>
                <a:cubicBezTo>
                  <a:pt x="156605" y="366522"/>
                  <a:pt x="178517" y="372999"/>
                  <a:pt x="197962" y="372999"/>
                </a:cubicBezTo>
                <a:cubicBezTo>
                  <a:pt x="221201" y="372999"/>
                  <a:pt x="241880" y="362617"/>
                  <a:pt x="287125" y="337947"/>
                </a:cubicBezTo>
                <a:cubicBezTo>
                  <a:pt x="307804" y="327565"/>
                  <a:pt x="333604" y="313277"/>
                  <a:pt x="368511" y="295085"/>
                </a:cubicBezTo>
                <a:cubicBezTo>
                  <a:pt x="371072" y="293751"/>
                  <a:pt x="372400" y="292513"/>
                  <a:pt x="372400" y="289846"/>
                </a:cubicBezTo>
                <a:cubicBezTo>
                  <a:pt x="372400" y="287179"/>
                  <a:pt x="372400" y="284607"/>
                  <a:pt x="369839" y="283369"/>
                </a:cubicBezTo>
                <a:close/>
                <a:moveTo>
                  <a:pt x="15461" y="342519"/>
                </a:moveTo>
                <a:lnTo>
                  <a:pt x="15461" y="233553"/>
                </a:lnTo>
                <a:lnTo>
                  <a:pt x="62035" y="233553"/>
                </a:lnTo>
                <a:lnTo>
                  <a:pt x="62035" y="240792"/>
                </a:lnTo>
                <a:cubicBezTo>
                  <a:pt x="62035" y="240792"/>
                  <a:pt x="61845" y="241268"/>
                  <a:pt x="61845" y="241554"/>
                </a:cubicBezTo>
                <a:cubicBezTo>
                  <a:pt x="61845" y="241840"/>
                  <a:pt x="61940" y="242030"/>
                  <a:pt x="62035" y="242316"/>
                </a:cubicBezTo>
                <a:lnTo>
                  <a:pt x="62035" y="342519"/>
                </a:lnTo>
                <a:lnTo>
                  <a:pt x="15461" y="342519"/>
                </a:lnTo>
                <a:close/>
                <a:moveTo>
                  <a:pt x="279252" y="324993"/>
                </a:moveTo>
                <a:cubicBezTo>
                  <a:pt x="228477" y="351854"/>
                  <a:pt x="176809" y="356171"/>
                  <a:pt x="124260" y="337947"/>
                </a:cubicBezTo>
                <a:cubicBezTo>
                  <a:pt x="110032" y="333185"/>
                  <a:pt x="95708" y="327374"/>
                  <a:pt x="77496" y="321373"/>
                </a:cubicBezTo>
                <a:lnTo>
                  <a:pt x="77496" y="249365"/>
                </a:lnTo>
                <a:lnTo>
                  <a:pt x="116102" y="249365"/>
                </a:lnTo>
                <a:cubicBezTo>
                  <a:pt x="148448" y="249365"/>
                  <a:pt x="171687" y="268891"/>
                  <a:pt x="180793" y="277940"/>
                </a:cubicBezTo>
                <a:cubicBezTo>
                  <a:pt x="182121" y="279273"/>
                  <a:pt x="184682" y="280511"/>
                  <a:pt x="186010" y="280511"/>
                </a:cubicBezTo>
                <a:lnTo>
                  <a:pt x="232584" y="280511"/>
                </a:lnTo>
                <a:cubicBezTo>
                  <a:pt x="240362" y="280511"/>
                  <a:pt x="244251" y="284417"/>
                  <a:pt x="244251" y="288322"/>
                </a:cubicBezTo>
                <a:cubicBezTo>
                  <a:pt x="244251" y="289179"/>
                  <a:pt x="243966" y="290036"/>
                  <a:pt x="243587" y="290894"/>
                </a:cubicBezTo>
                <a:cubicBezTo>
                  <a:pt x="243113" y="291465"/>
                  <a:pt x="242638" y="291941"/>
                  <a:pt x="242259" y="292608"/>
                </a:cubicBezTo>
                <a:cubicBezTo>
                  <a:pt x="240457" y="294608"/>
                  <a:pt x="237327" y="296132"/>
                  <a:pt x="232584" y="296132"/>
                </a:cubicBezTo>
                <a:lnTo>
                  <a:pt x="147215" y="296132"/>
                </a:lnTo>
                <a:cubicBezTo>
                  <a:pt x="143326" y="296132"/>
                  <a:pt x="139436" y="300038"/>
                  <a:pt x="139436" y="303943"/>
                </a:cubicBezTo>
                <a:cubicBezTo>
                  <a:pt x="139436" y="307848"/>
                  <a:pt x="143326" y="311753"/>
                  <a:pt x="147215" y="311753"/>
                </a:cubicBezTo>
                <a:lnTo>
                  <a:pt x="232584" y="311753"/>
                </a:lnTo>
                <a:cubicBezTo>
                  <a:pt x="243208" y="311753"/>
                  <a:pt x="250606" y="307658"/>
                  <a:pt x="254970" y="302038"/>
                </a:cubicBezTo>
                <a:cubicBezTo>
                  <a:pt x="260281" y="300323"/>
                  <a:pt x="275743" y="295370"/>
                  <a:pt x="320514" y="280892"/>
                </a:cubicBezTo>
                <a:cubicBezTo>
                  <a:pt x="330853" y="276987"/>
                  <a:pt x="339865" y="278321"/>
                  <a:pt x="351532" y="287369"/>
                </a:cubicBezTo>
                <a:cubicBezTo>
                  <a:pt x="321842" y="301657"/>
                  <a:pt x="298603" y="314611"/>
                  <a:pt x="279252" y="32499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1">
            <a:extLst>
              <a:ext uri="{FF2B5EF4-FFF2-40B4-BE49-F238E27FC236}">
                <a16:creationId xmlns:a16="http://schemas.microsoft.com/office/drawing/2014/main" id="{1CDEED58-0075-4B38-42F6-00DA829450F3}"/>
              </a:ext>
            </a:extLst>
          </p:cNvPr>
          <p:cNvSpPr/>
          <p:nvPr/>
        </p:nvSpPr>
        <p:spPr>
          <a:xfrm>
            <a:off x="5455752" y="1428997"/>
            <a:ext cx="495554" cy="496352"/>
          </a:xfrm>
          <a:custGeom>
            <a:avLst/>
            <a:gdLst>
              <a:gd name="connsiteX0" fmla="*/ 134409 w 372399"/>
              <a:gd name="connsiteY0" fmla="*/ 175165 h 372999"/>
              <a:gd name="connsiteX1" fmla="*/ 139531 w 372399"/>
              <a:gd name="connsiteY1" fmla="*/ 175165 h 372999"/>
              <a:gd name="connsiteX2" fmla="*/ 171592 w 372399"/>
              <a:gd name="connsiteY2" fmla="*/ 150400 h 372999"/>
              <a:gd name="connsiteX3" fmla="*/ 201851 w 372399"/>
              <a:gd name="connsiteY3" fmla="*/ 225647 h 372999"/>
              <a:gd name="connsiteX4" fmla="*/ 209629 w 372399"/>
              <a:gd name="connsiteY4" fmla="*/ 232124 h 372999"/>
              <a:gd name="connsiteX5" fmla="*/ 217407 w 372399"/>
              <a:gd name="connsiteY5" fmla="*/ 226981 h 372999"/>
              <a:gd name="connsiteX6" fmla="*/ 239508 w 372399"/>
              <a:gd name="connsiteY6" fmla="*/ 185928 h 372999"/>
              <a:gd name="connsiteX7" fmla="*/ 264834 w 372399"/>
              <a:gd name="connsiteY7" fmla="*/ 204121 h 372999"/>
              <a:gd name="connsiteX8" fmla="*/ 270051 w 372399"/>
              <a:gd name="connsiteY8" fmla="*/ 204121 h 372999"/>
              <a:gd name="connsiteX9" fmla="*/ 307614 w 372399"/>
              <a:gd name="connsiteY9" fmla="*/ 185833 h 372999"/>
              <a:gd name="connsiteX10" fmla="*/ 323170 w 372399"/>
              <a:gd name="connsiteY10" fmla="*/ 81439 h 372999"/>
              <a:gd name="connsiteX11" fmla="*/ 317953 w 372399"/>
              <a:gd name="connsiteY11" fmla="*/ 76200 h 372999"/>
              <a:gd name="connsiteX12" fmla="*/ 311503 w 372399"/>
              <a:gd name="connsiteY12" fmla="*/ 77533 h 372999"/>
              <a:gd name="connsiteX13" fmla="*/ 271379 w 372399"/>
              <a:gd name="connsiteY13" fmla="*/ 94488 h 372999"/>
              <a:gd name="connsiteX14" fmla="*/ 236473 w 372399"/>
              <a:gd name="connsiteY14" fmla="*/ 108871 h 372999"/>
              <a:gd name="connsiteX15" fmla="*/ 214467 w 372399"/>
              <a:gd name="connsiteY15" fmla="*/ 142780 h 372999"/>
              <a:gd name="connsiteX16" fmla="*/ 230687 w 372399"/>
              <a:gd name="connsiteY16" fmla="*/ 172688 h 372999"/>
              <a:gd name="connsiteX17" fmla="*/ 212380 w 372399"/>
              <a:gd name="connsiteY17" fmla="*/ 202216 h 372999"/>
              <a:gd name="connsiteX18" fmla="*/ 183070 w 372399"/>
              <a:gd name="connsiteY18" fmla="*/ 138875 h 372999"/>
              <a:gd name="connsiteX19" fmla="*/ 210672 w 372399"/>
              <a:gd name="connsiteY19" fmla="*/ 106394 h 372999"/>
              <a:gd name="connsiteX20" fmla="*/ 192650 w 372399"/>
              <a:gd name="connsiteY20" fmla="*/ 55817 h 372999"/>
              <a:gd name="connsiteX21" fmla="*/ 138488 w 372399"/>
              <a:gd name="connsiteY21" fmla="*/ 26003 h 372999"/>
              <a:gd name="connsiteX22" fmla="*/ 86887 w 372399"/>
              <a:gd name="connsiteY22" fmla="*/ 1333 h 372999"/>
              <a:gd name="connsiteX23" fmla="*/ 80437 w 372399"/>
              <a:gd name="connsiteY23" fmla="*/ 0 h 372999"/>
              <a:gd name="connsiteX24" fmla="*/ 73987 w 372399"/>
              <a:gd name="connsiteY24" fmla="*/ 3905 h 372999"/>
              <a:gd name="connsiteX25" fmla="*/ 86887 w 372399"/>
              <a:gd name="connsiteY25" fmla="*/ 146590 h 372999"/>
              <a:gd name="connsiteX26" fmla="*/ 134599 w 372399"/>
              <a:gd name="connsiteY26" fmla="*/ 175165 h 372999"/>
              <a:gd name="connsiteX27" fmla="*/ 229928 w 372399"/>
              <a:gd name="connsiteY27" fmla="*/ 142685 h 372999"/>
              <a:gd name="connsiteX28" fmla="*/ 245484 w 372399"/>
              <a:gd name="connsiteY28" fmla="*/ 121825 h 372999"/>
              <a:gd name="connsiteX29" fmla="*/ 275269 w 372399"/>
              <a:gd name="connsiteY29" fmla="*/ 110109 h 372999"/>
              <a:gd name="connsiteX30" fmla="*/ 311503 w 372399"/>
              <a:gd name="connsiteY30" fmla="*/ 95726 h 372999"/>
              <a:gd name="connsiteX31" fmla="*/ 295947 w 372399"/>
              <a:gd name="connsiteY31" fmla="*/ 175260 h 372999"/>
              <a:gd name="connsiteX32" fmla="*/ 267490 w 372399"/>
              <a:gd name="connsiteY32" fmla="*/ 188309 h 372999"/>
              <a:gd name="connsiteX33" fmla="*/ 250132 w 372399"/>
              <a:gd name="connsiteY33" fmla="*/ 172117 h 372999"/>
              <a:gd name="connsiteX34" fmla="*/ 283426 w 372399"/>
              <a:gd name="connsiteY34" fmla="*/ 145066 h 372999"/>
              <a:gd name="connsiteX35" fmla="*/ 287315 w 372399"/>
              <a:gd name="connsiteY35" fmla="*/ 134684 h 372999"/>
              <a:gd name="connsiteX36" fmla="*/ 276976 w 372399"/>
              <a:gd name="connsiteY36" fmla="*/ 132112 h 372999"/>
              <a:gd name="connsiteX37" fmla="*/ 240836 w 372399"/>
              <a:gd name="connsiteY37" fmla="*/ 160306 h 372999"/>
              <a:gd name="connsiteX38" fmla="*/ 230023 w 372399"/>
              <a:gd name="connsiteY38" fmla="*/ 142685 h 372999"/>
              <a:gd name="connsiteX39" fmla="*/ 84041 w 372399"/>
              <a:gd name="connsiteY39" fmla="*/ 19526 h 372999"/>
              <a:gd name="connsiteX40" fmla="*/ 134409 w 372399"/>
              <a:gd name="connsiteY40" fmla="*/ 41624 h 372999"/>
              <a:gd name="connsiteX41" fmla="*/ 180888 w 372399"/>
              <a:gd name="connsiteY41" fmla="*/ 66294 h 372999"/>
              <a:gd name="connsiteX42" fmla="*/ 195116 w 372399"/>
              <a:gd name="connsiteY42" fmla="*/ 102584 h 372999"/>
              <a:gd name="connsiteX43" fmla="*/ 174912 w 372399"/>
              <a:gd name="connsiteY43" fmla="*/ 125540 h 372999"/>
              <a:gd name="connsiteX44" fmla="*/ 117999 w 372399"/>
              <a:gd name="connsiteY44" fmla="*/ 56959 h 372999"/>
              <a:gd name="connsiteX45" fmla="*/ 107660 w 372399"/>
              <a:gd name="connsiteY45" fmla="*/ 58293 h 372999"/>
              <a:gd name="connsiteX46" fmla="*/ 107660 w 372399"/>
              <a:gd name="connsiteY46" fmla="*/ 68675 h 372999"/>
              <a:gd name="connsiteX47" fmla="*/ 162486 w 372399"/>
              <a:gd name="connsiteY47" fmla="*/ 134493 h 372999"/>
              <a:gd name="connsiteX48" fmla="*/ 137065 w 372399"/>
              <a:gd name="connsiteY48" fmla="*/ 159639 h 372999"/>
              <a:gd name="connsiteX49" fmla="*/ 98364 w 372399"/>
              <a:gd name="connsiteY49" fmla="*/ 136303 h 372999"/>
              <a:gd name="connsiteX50" fmla="*/ 84136 w 372399"/>
              <a:gd name="connsiteY50" fmla="*/ 19526 h 372999"/>
              <a:gd name="connsiteX51" fmla="*/ 369649 w 372399"/>
              <a:gd name="connsiteY51" fmla="*/ 283464 h 372999"/>
              <a:gd name="connsiteX52" fmla="*/ 315392 w 372399"/>
              <a:gd name="connsiteY52" fmla="*/ 265271 h 372999"/>
              <a:gd name="connsiteX53" fmla="*/ 259333 w 372399"/>
              <a:gd name="connsiteY53" fmla="*/ 284417 h 372999"/>
              <a:gd name="connsiteX54" fmla="*/ 232584 w 372399"/>
              <a:gd name="connsiteY54" fmla="*/ 264986 h 372999"/>
              <a:gd name="connsiteX55" fmla="*/ 189899 w 372399"/>
              <a:gd name="connsiteY55" fmla="*/ 264986 h 372999"/>
              <a:gd name="connsiteX56" fmla="*/ 116197 w 372399"/>
              <a:gd name="connsiteY56" fmla="*/ 233839 h 372999"/>
              <a:gd name="connsiteX57" fmla="*/ 77591 w 372399"/>
              <a:gd name="connsiteY57" fmla="*/ 233839 h 372999"/>
              <a:gd name="connsiteX58" fmla="*/ 77591 w 372399"/>
              <a:gd name="connsiteY58" fmla="*/ 225838 h 372999"/>
              <a:gd name="connsiteX59" fmla="*/ 69813 w 372399"/>
              <a:gd name="connsiteY59" fmla="*/ 218027 h 372999"/>
              <a:gd name="connsiteX60" fmla="*/ 7778 w 372399"/>
              <a:gd name="connsiteY60" fmla="*/ 218027 h 372999"/>
              <a:gd name="connsiteX61" fmla="*/ 0 w 372399"/>
              <a:gd name="connsiteY61" fmla="*/ 225838 h 372999"/>
              <a:gd name="connsiteX62" fmla="*/ 0 w 372399"/>
              <a:gd name="connsiteY62" fmla="*/ 350330 h 372999"/>
              <a:gd name="connsiteX63" fmla="*/ 7778 w 372399"/>
              <a:gd name="connsiteY63" fmla="*/ 358140 h 372999"/>
              <a:gd name="connsiteX64" fmla="*/ 69813 w 372399"/>
              <a:gd name="connsiteY64" fmla="*/ 358140 h 372999"/>
              <a:gd name="connsiteX65" fmla="*/ 77591 w 372399"/>
              <a:gd name="connsiteY65" fmla="*/ 350330 h 372999"/>
              <a:gd name="connsiteX66" fmla="*/ 77591 w 372399"/>
              <a:gd name="connsiteY66" fmla="*/ 338519 h 372999"/>
              <a:gd name="connsiteX67" fmla="*/ 119138 w 372399"/>
              <a:gd name="connsiteY67" fmla="*/ 352235 h 372999"/>
              <a:gd name="connsiteX68" fmla="*/ 197962 w 372399"/>
              <a:gd name="connsiteY68" fmla="*/ 372999 h 372999"/>
              <a:gd name="connsiteX69" fmla="*/ 287125 w 372399"/>
              <a:gd name="connsiteY69" fmla="*/ 337947 h 372999"/>
              <a:gd name="connsiteX70" fmla="*/ 368511 w 372399"/>
              <a:gd name="connsiteY70" fmla="*/ 295085 h 372999"/>
              <a:gd name="connsiteX71" fmla="*/ 372400 w 372399"/>
              <a:gd name="connsiteY71" fmla="*/ 289846 h 372999"/>
              <a:gd name="connsiteX72" fmla="*/ 369839 w 372399"/>
              <a:gd name="connsiteY72" fmla="*/ 283369 h 372999"/>
              <a:gd name="connsiteX73" fmla="*/ 15461 w 372399"/>
              <a:gd name="connsiteY73" fmla="*/ 342519 h 372999"/>
              <a:gd name="connsiteX74" fmla="*/ 15461 w 372399"/>
              <a:gd name="connsiteY74" fmla="*/ 233553 h 372999"/>
              <a:gd name="connsiteX75" fmla="*/ 62035 w 372399"/>
              <a:gd name="connsiteY75" fmla="*/ 233553 h 372999"/>
              <a:gd name="connsiteX76" fmla="*/ 62035 w 372399"/>
              <a:gd name="connsiteY76" fmla="*/ 240792 h 372999"/>
              <a:gd name="connsiteX77" fmla="*/ 61845 w 372399"/>
              <a:gd name="connsiteY77" fmla="*/ 241554 h 372999"/>
              <a:gd name="connsiteX78" fmla="*/ 62035 w 372399"/>
              <a:gd name="connsiteY78" fmla="*/ 242316 h 372999"/>
              <a:gd name="connsiteX79" fmla="*/ 62035 w 372399"/>
              <a:gd name="connsiteY79" fmla="*/ 342519 h 372999"/>
              <a:gd name="connsiteX80" fmla="*/ 15461 w 372399"/>
              <a:gd name="connsiteY80" fmla="*/ 342519 h 372999"/>
              <a:gd name="connsiteX81" fmla="*/ 279252 w 372399"/>
              <a:gd name="connsiteY81" fmla="*/ 324993 h 372999"/>
              <a:gd name="connsiteX82" fmla="*/ 124260 w 372399"/>
              <a:gd name="connsiteY82" fmla="*/ 337947 h 372999"/>
              <a:gd name="connsiteX83" fmla="*/ 77496 w 372399"/>
              <a:gd name="connsiteY83" fmla="*/ 321373 h 372999"/>
              <a:gd name="connsiteX84" fmla="*/ 77496 w 372399"/>
              <a:gd name="connsiteY84" fmla="*/ 249365 h 372999"/>
              <a:gd name="connsiteX85" fmla="*/ 116102 w 372399"/>
              <a:gd name="connsiteY85" fmla="*/ 249365 h 372999"/>
              <a:gd name="connsiteX86" fmla="*/ 180793 w 372399"/>
              <a:gd name="connsiteY86" fmla="*/ 277940 h 372999"/>
              <a:gd name="connsiteX87" fmla="*/ 186010 w 372399"/>
              <a:gd name="connsiteY87" fmla="*/ 280511 h 372999"/>
              <a:gd name="connsiteX88" fmla="*/ 232584 w 372399"/>
              <a:gd name="connsiteY88" fmla="*/ 280511 h 372999"/>
              <a:gd name="connsiteX89" fmla="*/ 244251 w 372399"/>
              <a:gd name="connsiteY89" fmla="*/ 288322 h 372999"/>
              <a:gd name="connsiteX90" fmla="*/ 243587 w 372399"/>
              <a:gd name="connsiteY90" fmla="*/ 290894 h 372999"/>
              <a:gd name="connsiteX91" fmla="*/ 242259 w 372399"/>
              <a:gd name="connsiteY91" fmla="*/ 292608 h 372999"/>
              <a:gd name="connsiteX92" fmla="*/ 232584 w 372399"/>
              <a:gd name="connsiteY92" fmla="*/ 296132 h 372999"/>
              <a:gd name="connsiteX93" fmla="*/ 147215 w 372399"/>
              <a:gd name="connsiteY93" fmla="*/ 296132 h 372999"/>
              <a:gd name="connsiteX94" fmla="*/ 139436 w 372399"/>
              <a:gd name="connsiteY94" fmla="*/ 303943 h 372999"/>
              <a:gd name="connsiteX95" fmla="*/ 147215 w 372399"/>
              <a:gd name="connsiteY95" fmla="*/ 311753 h 372999"/>
              <a:gd name="connsiteX96" fmla="*/ 232584 w 372399"/>
              <a:gd name="connsiteY96" fmla="*/ 311753 h 372999"/>
              <a:gd name="connsiteX97" fmla="*/ 254970 w 372399"/>
              <a:gd name="connsiteY97" fmla="*/ 302038 h 372999"/>
              <a:gd name="connsiteX98" fmla="*/ 320514 w 372399"/>
              <a:gd name="connsiteY98" fmla="*/ 280892 h 372999"/>
              <a:gd name="connsiteX99" fmla="*/ 351532 w 372399"/>
              <a:gd name="connsiteY99" fmla="*/ 287369 h 372999"/>
              <a:gd name="connsiteX100" fmla="*/ 279252 w 372399"/>
              <a:gd name="connsiteY100" fmla="*/ 324993 h 37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372399" h="372999">
                <a:moveTo>
                  <a:pt x="134409" y="175165"/>
                </a:moveTo>
                <a:lnTo>
                  <a:pt x="139531" y="175165"/>
                </a:lnTo>
                <a:cubicBezTo>
                  <a:pt x="151768" y="172974"/>
                  <a:pt x="162961" y="164878"/>
                  <a:pt x="171592" y="150400"/>
                </a:cubicBezTo>
                <a:cubicBezTo>
                  <a:pt x="194452" y="191929"/>
                  <a:pt x="201851" y="225647"/>
                  <a:pt x="201851" y="225647"/>
                </a:cubicBezTo>
                <a:cubicBezTo>
                  <a:pt x="203179" y="229552"/>
                  <a:pt x="205740" y="232124"/>
                  <a:pt x="209629" y="232124"/>
                </a:cubicBezTo>
                <a:cubicBezTo>
                  <a:pt x="213518" y="232124"/>
                  <a:pt x="216079" y="229552"/>
                  <a:pt x="217407" y="226981"/>
                </a:cubicBezTo>
                <a:cubicBezTo>
                  <a:pt x="217407" y="226981"/>
                  <a:pt x="224806" y="206978"/>
                  <a:pt x="239508" y="185928"/>
                </a:cubicBezTo>
                <a:cubicBezTo>
                  <a:pt x="247761" y="198501"/>
                  <a:pt x="257531" y="203073"/>
                  <a:pt x="264834" y="204121"/>
                </a:cubicBezTo>
                <a:lnTo>
                  <a:pt x="270051" y="204121"/>
                </a:lnTo>
                <a:cubicBezTo>
                  <a:pt x="282952" y="204121"/>
                  <a:pt x="295947" y="197644"/>
                  <a:pt x="307614" y="185833"/>
                </a:cubicBezTo>
                <a:cubicBezTo>
                  <a:pt x="327059" y="166306"/>
                  <a:pt x="337398" y="112776"/>
                  <a:pt x="323170" y="81439"/>
                </a:cubicBezTo>
                <a:cubicBezTo>
                  <a:pt x="321842" y="78867"/>
                  <a:pt x="319281" y="77533"/>
                  <a:pt x="317953" y="76200"/>
                </a:cubicBezTo>
                <a:cubicBezTo>
                  <a:pt x="315392" y="76200"/>
                  <a:pt x="312736" y="76200"/>
                  <a:pt x="311503" y="77533"/>
                </a:cubicBezTo>
                <a:cubicBezTo>
                  <a:pt x="297275" y="88011"/>
                  <a:pt x="284280" y="91916"/>
                  <a:pt x="271379" y="94488"/>
                </a:cubicBezTo>
                <a:cubicBezTo>
                  <a:pt x="259712" y="98393"/>
                  <a:pt x="248045" y="100965"/>
                  <a:pt x="236473" y="108871"/>
                </a:cubicBezTo>
                <a:cubicBezTo>
                  <a:pt x="222245" y="118015"/>
                  <a:pt x="214467" y="131064"/>
                  <a:pt x="214467" y="142780"/>
                </a:cubicBezTo>
                <a:cubicBezTo>
                  <a:pt x="214467" y="151257"/>
                  <a:pt x="217881" y="161830"/>
                  <a:pt x="230687" y="172688"/>
                </a:cubicBezTo>
                <a:cubicBezTo>
                  <a:pt x="222719" y="183261"/>
                  <a:pt x="216553" y="193834"/>
                  <a:pt x="212380" y="202216"/>
                </a:cubicBezTo>
                <a:cubicBezTo>
                  <a:pt x="206688" y="186976"/>
                  <a:pt x="197582" y="164211"/>
                  <a:pt x="183070" y="138875"/>
                </a:cubicBezTo>
                <a:cubicBezTo>
                  <a:pt x="198152" y="130112"/>
                  <a:pt x="207352" y="118777"/>
                  <a:pt x="210672" y="106394"/>
                </a:cubicBezTo>
                <a:cubicBezTo>
                  <a:pt x="214561" y="90869"/>
                  <a:pt x="208111" y="74009"/>
                  <a:pt x="192650" y="55817"/>
                </a:cubicBezTo>
                <a:cubicBezTo>
                  <a:pt x="178422" y="38957"/>
                  <a:pt x="159071" y="32480"/>
                  <a:pt x="138488" y="26003"/>
                </a:cubicBezTo>
                <a:cubicBezTo>
                  <a:pt x="120466" y="20860"/>
                  <a:pt x="102348" y="15621"/>
                  <a:pt x="86887" y="1333"/>
                </a:cubicBezTo>
                <a:cubicBezTo>
                  <a:pt x="84326" y="0"/>
                  <a:pt x="81765" y="0"/>
                  <a:pt x="80437" y="0"/>
                </a:cubicBezTo>
                <a:cubicBezTo>
                  <a:pt x="77876" y="0"/>
                  <a:pt x="75315" y="2572"/>
                  <a:pt x="73987" y="3905"/>
                </a:cubicBezTo>
                <a:cubicBezTo>
                  <a:pt x="53308" y="44101"/>
                  <a:pt x="63648" y="118015"/>
                  <a:pt x="86887" y="146590"/>
                </a:cubicBezTo>
                <a:cubicBezTo>
                  <a:pt x="102348" y="164783"/>
                  <a:pt x="119138" y="175165"/>
                  <a:pt x="134599" y="175165"/>
                </a:cubicBezTo>
                <a:close/>
                <a:moveTo>
                  <a:pt x="229928" y="142685"/>
                </a:moveTo>
                <a:cubicBezTo>
                  <a:pt x="229928" y="136208"/>
                  <a:pt x="236378" y="128302"/>
                  <a:pt x="245484" y="121825"/>
                </a:cubicBezTo>
                <a:cubicBezTo>
                  <a:pt x="254590" y="115348"/>
                  <a:pt x="264929" y="112681"/>
                  <a:pt x="275269" y="110109"/>
                </a:cubicBezTo>
                <a:cubicBezTo>
                  <a:pt x="286936" y="107537"/>
                  <a:pt x="298603" y="103632"/>
                  <a:pt x="311503" y="95726"/>
                </a:cubicBezTo>
                <a:cubicBezTo>
                  <a:pt x="317953" y="121825"/>
                  <a:pt x="310175" y="160973"/>
                  <a:pt x="295947" y="175260"/>
                </a:cubicBezTo>
                <a:cubicBezTo>
                  <a:pt x="289497" y="183071"/>
                  <a:pt x="277830" y="190881"/>
                  <a:pt x="267490" y="188309"/>
                </a:cubicBezTo>
                <a:cubicBezTo>
                  <a:pt x="260756" y="187166"/>
                  <a:pt x="254875" y="182023"/>
                  <a:pt x="250132" y="172117"/>
                </a:cubicBezTo>
                <a:cubicBezTo>
                  <a:pt x="259333" y="161544"/>
                  <a:pt x="270336" y="151638"/>
                  <a:pt x="283426" y="145066"/>
                </a:cubicBezTo>
                <a:cubicBezTo>
                  <a:pt x="287315" y="143732"/>
                  <a:pt x="288548" y="138589"/>
                  <a:pt x="287315" y="134684"/>
                </a:cubicBezTo>
                <a:cubicBezTo>
                  <a:pt x="284754" y="130778"/>
                  <a:pt x="280865" y="129540"/>
                  <a:pt x="276976" y="132112"/>
                </a:cubicBezTo>
                <a:cubicBezTo>
                  <a:pt x="262937" y="138875"/>
                  <a:pt x="250891" y="149162"/>
                  <a:pt x="240836" y="160306"/>
                </a:cubicBezTo>
                <a:cubicBezTo>
                  <a:pt x="235430" y="156019"/>
                  <a:pt x="230023" y="149733"/>
                  <a:pt x="230023" y="142685"/>
                </a:cubicBezTo>
                <a:close/>
                <a:moveTo>
                  <a:pt x="84041" y="19526"/>
                </a:moveTo>
                <a:cubicBezTo>
                  <a:pt x="100831" y="31242"/>
                  <a:pt x="118853" y="36385"/>
                  <a:pt x="134409" y="41624"/>
                </a:cubicBezTo>
                <a:cubicBezTo>
                  <a:pt x="152432" y="46768"/>
                  <a:pt x="169221" y="52006"/>
                  <a:pt x="180888" y="66294"/>
                </a:cubicBezTo>
                <a:cubicBezTo>
                  <a:pt x="188666" y="75343"/>
                  <a:pt x="197677" y="89630"/>
                  <a:pt x="195116" y="102584"/>
                </a:cubicBezTo>
                <a:cubicBezTo>
                  <a:pt x="193029" y="111157"/>
                  <a:pt x="186390" y="118777"/>
                  <a:pt x="174912" y="125540"/>
                </a:cubicBezTo>
                <a:cubicBezTo>
                  <a:pt x="160684" y="102965"/>
                  <a:pt x="142187" y="79058"/>
                  <a:pt x="117999" y="56959"/>
                </a:cubicBezTo>
                <a:cubicBezTo>
                  <a:pt x="115438" y="54388"/>
                  <a:pt x="110221" y="54388"/>
                  <a:pt x="107660" y="58293"/>
                </a:cubicBezTo>
                <a:cubicBezTo>
                  <a:pt x="103771" y="60865"/>
                  <a:pt x="105099" y="66104"/>
                  <a:pt x="107660" y="68675"/>
                </a:cubicBezTo>
                <a:cubicBezTo>
                  <a:pt x="130900" y="89630"/>
                  <a:pt x="148827" y="112681"/>
                  <a:pt x="162486" y="134493"/>
                </a:cubicBezTo>
                <a:cubicBezTo>
                  <a:pt x="154898" y="149543"/>
                  <a:pt x="147215" y="158401"/>
                  <a:pt x="137065" y="159639"/>
                </a:cubicBezTo>
                <a:cubicBezTo>
                  <a:pt x="126726" y="160973"/>
                  <a:pt x="112593" y="153162"/>
                  <a:pt x="98364" y="136303"/>
                </a:cubicBezTo>
                <a:cubicBezTo>
                  <a:pt x="80342" y="114205"/>
                  <a:pt x="71236" y="55912"/>
                  <a:pt x="84136" y="19526"/>
                </a:cubicBezTo>
                <a:close/>
                <a:moveTo>
                  <a:pt x="369649" y="283464"/>
                </a:moveTo>
                <a:cubicBezTo>
                  <a:pt x="351532" y="265271"/>
                  <a:pt x="336070" y="260128"/>
                  <a:pt x="315392" y="265271"/>
                </a:cubicBezTo>
                <a:cubicBezTo>
                  <a:pt x="315392" y="265271"/>
                  <a:pt x="296706" y="271653"/>
                  <a:pt x="259333" y="284417"/>
                </a:cubicBezTo>
                <a:cubicBezTo>
                  <a:pt x="257531" y="274225"/>
                  <a:pt x="248614" y="264986"/>
                  <a:pt x="232584" y="264986"/>
                </a:cubicBezTo>
                <a:lnTo>
                  <a:pt x="189899" y="264986"/>
                </a:lnTo>
                <a:cubicBezTo>
                  <a:pt x="178232" y="254603"/>
                  <a:pt x="152337" y="233839"/>
                  <a:pt x="116197" y="233839"/>
                </a:cubicBezTo>
                <a:lnTo>
                  <a:pt x="77591" y="233839"/>
                </a:lnTo>
                <a:lnTo>
                  <a:pt x="77591" y="225838"/>
                </a:lnTo>
                <a:cubicBezTo>
                  <a:pt x="77591" y="221933"/>
                  <a:pt x="75030" y="218027"/>
                  <a:pt x="69813" y="218027"/>
                </a:cubicBezTo>
                <a:lnTo>
                  <a:pt x="7778" y="218027"/>
                </a:lnTo>
                <a:cubicBezTo>
                  <a:pt x="3889" y="218027"/>
                  <a:pt x="0" y="221933"/>
                  <a:pt x="0" y="225838"/>
                </a:cubicBezTo>
                <a:lnTo>
                  <a:pt x="0" y="350330"/>
                </a:lnTo>
                <a:cubicBezTo>
                  <a:pt x="0" y="354235"/>
                  <a:pt x="3889" y="358140"/>
                  <a:pt x="7778" y="358140"/>
                </a:cubicBezTo>
                <a:lnTo>
                  <a:pt x="69813" y="358140"/>
                </a:lnTo>
                <a:cubicBezTo>
                  <a:pt x="75030" y="358140"/>
                  <a:pt x="77591" y="354235"/>
                  <a:pt x="77591" y="350330"/>
                </a:cubicBezTo>
                <a:lnTo>
                  <a:pt x="77591" y="338519"/>
                </a:lnTo>
                <a:cubicBezTo>
                  <a:pt x="93622" y="343567"/>
                  <a:pt x="107376" y="347948"/>
                  <a:pt x="119138" y="352235"/>
                </a:cubicBezTo>
                <a:cubicBezTo>
                  <a:pt x="156605" y="366522"/>
                  <a:pt x="178517" y="372999"/>
                  <a:pt x="197962" y="372999"/>
                </a:cubicBezTo>
                <a:cubicBezTo>
                  <a:pt x="221201" y="372999"/>
                  <a:pt x="241880" y="362617"/>
                  <a:pt x="287125" y="337947"/>
                </a:cubicBezTo>
                <a:cubicBezTo>
                  <a:pt x="307804" y="327565"/>
                  <a:pt x="333604" y="313277"/>
                  <a:pt x="368511" y="295085"/>
                </a:cubicBezTo>
                <a:cubicBezTo>
                  <a:pt x="371072" y="293751"/>
                  <a:pt x="372400" y="292513"/>
                  <a:pt x="372400" y="289846"/>
                </a:cubicBezTo>
                <a:cubicBezTo>
                  <a:pt x="372400" y="287179"/>
                  <a:pt x="372400" y="284607"/>
                  <a:pt x="369839" y="283369"/>
                </a:cubicBezTo>
                <a:close/>
                <a:moveTo>
                  <a:pt x="15461" y="342519"/>
                </a:moveTo>
                <a:lnTo>
                  <a:pt x="15461" y="233553"/>
                </a:lnTo>
                <a:lnTo>
                  <a:pt x="62035" y="233553"/>
                </a:lnTo>
                <a:lnTo>
                  <a:pt x="62035" y="240792"/>
                </a:lnTo>
                <a:cubicBezTo>
                  <a:pt x="62035" y="240792"/>
                  <a:pt x="61845" y="241268"/>
                  <a:pt x="61845" y="241554"/>
                </a:cubicBezTo>
                <a:cubicBezTo>
                  <a:pt x="61845" y="241840"/>
                  <a:pt x="61940" y="242030"/>
                  <a:pt x="62035" y="242316"/>
                </a:cubicBezTo>
                <a:lnTo>
                  <a:pt x="62035" y="342519"/>
                </a:lnTo>
                <a:lnTo>
                  <a:pt x="15461" y="342519"/>
                </a:lnTo>
                <a:close/>
                <a:moveTo>
                  <a:pt x="279252" y="324993"/>
                </a:moveTo>
                <a:cubicBezTo>
                  <a:pt x="228477" y="351854"/>
                  <a:pt x="176809" y="356171"/>
                  <a:pt x="124260" y="337947"/>
                </a:cubicBezTo>
                <a:cubicBezTo>
                  <a:pt x="110032" y="333185"/>
                  <a:pt x="95708" y="327374"/>
                  <a:pt x="77496" y="321373"/>
                </a:cubicBezTo>
                <a:lnTo>
                  <a:pt x="77496" y="249365"/>
                </a:lnTo>
                <a:lnTo>
                  <a:pt x="116102" y="249365"/>
                </a:lnTo>
                <a:cubicBezTo>
                  <a:pt x="148448" y="249365"/>
                  <a:pt x="171687" y="268891"/>
                  <a:pt x="180793" y="277940"/>
                </a:cubicBezTo>
                <a:cubicBezTo>
                  <a:pt x="182121" y="279273"/>
                  <a:pt x="184682" y="280511"/>
                  <a:pt x="186010" y="280511"/>
                </a:cubicBezTo>
                <a:lnTo>
                  <a:pt x="232584" y="280511"/>
                </a:lnTo>
                <a:cubicBezTo>
                  <a:pt x="240362" y="280511"/>
                  <a:pt x="244251" y="284417"/>
                  <a:pt x="244251" y="288322"/>
                </a:cubicBezTo>
                <a:cubicBezTo>
                  <a:pt x="244251" y="289179"/>
                  <a:pt x="243966" y="290036"/>
                  <a:pt x="243587" y="290894"/>
                </a:cubicBezTo>
                <a:cubicBezTo>
                  <a:pt x="243113" y="291465"/>
                  <a:pt x="242638" y="291941"/>
                  <a:pt x="242259" y="292608"/>
                </a:cubicBezTo>
                <a:cubicBezTo>
                  <a:pt x="240457" y="294608"/>
                  <a:pt x="237327" y="296132"/>
                  <a:pt x="232584" y="296132"/>
                </a:cubicBezTo>
                <a:lnTo>
                  <a:pt x="147215" y="296132"/>
                </a:lnTo>
                <a:cubicBezTo>
                  <a:pt x="143326" y="296132"/>
                  <a:pt x="139436" y="300038"/>
                  <a:pt x="139436" y="303943"/>
                </a:cubicBezTo>
                <a:cubicBezTo>
                  <a:pt x="139436" y="307848"/>
                  <a:pt x="143326" y="311753"/>
                  <a:pt x="147215" y="311753"/>
                </a:cubicBezTo>
                <a:lnTo>
                  <a:pt x="232584" y="311753"/>
                </a:lnTo>
                <a:cubicBezTo>
                  <a:pt x="243208" y="311753"/>
                  <a:pt x="250606" y="307658"/>
                  <a:pt x="254970" y="302038"/>
                </a:cubicBezTo>
                <a:cubicBezTo>
                  <a:pt x="260281" y="300323"/>
                  <a:pt x="275743" y="295370"/>
                  <a:pt x="320514" y="280892"/>
                </a:cubicBezTo>
                <a:cubicBezTo>
                  <a:pt x="330853" y="276987"/>
                  <a:pt x="339865" y="278321"/>
                  <a:pt x="351532" y="287369"/>
                </a:cubicBezTo>
                <a:cubicBezTo>
                  <a:pt x="321842" y="301657"/>
                  <a:pt x="298603" y="314611"/>
                  <a:pt x="279252" y="32499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1">
            <a:extLst>
              <a:ext uri="{FF2B5EF4-FFF2-40B4-BE49-F238E27FC236}">
                <a16:creationId xmlns:a16="http://schemas.microsoft.com/office/drawing/2014/main" id="{E108B1FD-39E6-5A8B-074C-566A5CE5813A}"/>
              </a:ext>
            </a:extLst>
          </p:cNvPr>
          <p:cNvSpPr/>
          <p:nvPr/>
        </p:nvSpPr>
        <p:spPr>
          <a:xfrm>
            <a:off x="6220927" y="1428997"/>
            <a:ext cx="495554" cy="496352"/>
          </a:xfrm>
          <a:custGeom>
            <a:avLst/>
            <a:gdLst>
              <a:gd name="connsiteX0" fmla="*/ 134409 w 372399"/>
              <a:gd name="connsiteY0" fmla="*/ 175165 h 372999"/>
              <a:gd name="connsiteX1" fmla="*/ 139531 w 372399"/>
              <a:gd name="connsiteY1" fmla="*/ 175165 h 372999"/>
              <a:gd name="connsiteX2" fmla="*/ 171592 w 372399"/>
              <a:gd name="connsiteY2" fmla="*/ 150400 h 372999"/>
              <a:gd name="connsiteX3" fmla="*/ 201851 w 372399"/>
              <a:gd name="connsiteY3" fmla="*/ 225647 h 372999"/>
              <a:gd name="connsiteX4" fmla="*/ 209629 w 372399"/>
              <a:gd name="connsiteY4" fmla="*/ 232124 h 372999"/>
              <a:gd name="connsiteX5" fmla="*/ 217407 w 372399"/>
              <a:gd name="connsiteY5" fmla="*/ 226981 h 372999"/>
              <a:gd name="connsiteX6" fmla="*/ 239508 w 372399"/>
              <a:gd name="connsiteY6" fmla="*/ 185928 h 372999"/>
              <a:gd name="connsiteX7" fmla="*/ 264834 w 372399"/>
              <a:gd name="connsiteY7" fmla="*/ 204121 h 372999"/>
              <a:gd name="connsiteX8" fmla="*/ 270051 w 372399"/>
              <a:gd name="connsiteY8" fmla="*/ 204121 h 372999"/>
              <a:gd name="connsiteX9" fmla="*/ 307614 w 372399"/>
              <a:gd name="connsiteY9" fmla="*/ 185833 h 372999"/>
              <a:gd name="connsiteX10" fmla="*/ 323170 w 372399"/>
              <a:gd name="connsiteY10" fmla="*/ 81439 h 372999"/>
              <a:gd name="connsiteX11" fmla="*/ 317953 w 372399"/>
              <a:gd name="connsiteY11" fmla="*/ 76200 h 372999"/>
              <a:gd name="connsiteX12" fmla="*/ 311503 w 372399"/>
              <a:gd name="connsiteY12" fmla="*/ 77533 h 372999"/>
              <a:gd name="connsiteX13" fmla="*/ 271379 w 372399"/>
              <a:gd name="connsiteY13" fmla="*/ 94488 h 372999"/>
              <a:gd name="connsiteX14" fmla="*/ 236473 w 372399"/>
              <a:gd name="connsiteY14" fmla="*/ 108871 h 372999"/>
              <a:gd name="connsiteX15" fmla="*/ 214467 w 372399"/>
              <a:gd name="connsiteY15" fmla="*/ 142780 h 372999"/>
              <a:gd name="connsiteX16" fmla="*/ 230687 w 372399"/>
              <a:gd name="connsiteY16" fmla="*/ 172688 h 372999"/>
              <a:gd name="connsiteX17" fmla="*/ 212380 w 372399"/>
              <a:gd name="connsiteY17" fmla="*/ 202216 h 372999"/>
              <a:gd name="connsiteX18" fmla="*/ 183070 w 372399"/>
              <a:gd name="connsiteY18" fmla="*/ 138875 h 372999"/>
              <a:gd name="connsiteX19" fmla="*/ 210672 w 372399"/>
              <a:gd name="connsiteY19" fmla="*/ 106394 h 372999"/>
              <a:gd name="connsiteX20" fmla="*/ 192650 w 372399"/>
              <a:gd name="connsiteY20" fmla="*/ 55817 h 372999"/>
              <a:gd name="connsiteX21" fmla="*/ 138488 w 372399"/>
              <a:gd name="connsiteY21" fmla="*/ 26003 h 372999"/>
              <a:gd name="connsiteX22" fmla="*/ 86887 w 372399"/>
              <a:gd name="connsiteY22" fmla="*/ 1333 h 372999"/>
              <a:gd name="connsiteX23" fmla="*/ 80437 w 372399"/>
              <a:gd name="connsiteY23" fmla="*/ 0 h 372999"/>
              <a:gd name="connsiteX24" fmla="*/ 73987 w 372399"/>
              <a:gd name="connsiteY24" fmla="*/ 3905 h 372999"/>
              <a:gd name="connsiteX25" fmla="*/ 86887 w 372399"/>
              <a:gd name="connsiteY25" fmla="*/ 146590 h 372999"/>
              <a:gd name="connsiteX26" fmla="*/ 134599 w 372399"/>
              <a:gd name="connsiteY26" fmla="*/ 175165 h 372999"/>
              <a:gd name="connsiteX27" fmla="*/ 229928 w 372399"/>
              <a:gd name="connsiteY27" fmla="*/ 142685 h 372999"/>
              <a:gd name="connsiteX28" fmla="*/ 245484 w 372399"/>
              <a:gd name="connsiteY28" fmla="*/ 121825 h 372999"/>
              <a:gd name="connsiteX29" fmla="*/ 275269 w 372399"/>
              <a:gd name="connsiteY29" fmla="*/ 110109 h 372999"/>
              <a:gd name="connsiteX30" fmla="*/ 311503 w 372399"/>
              <a:gd name="connsiteY30" fmla="*/ 95726 h 372999"/>
              <a:gd name="connsiteX31" fmla="*/ 295947 w 372399"/>
              <a:gd name="connsiteY31" fmla="*/ 175260 h 372999"/>
              <a:gd name="connsiteX32" fmla="*/ 267490 w 372399"/>
              <a:gd name="connsiteY32" fmla="*/ 188309 h 372999"/>
              <a:gd name="connsiteX33" fmla="*/ 250132 w 372399"/>
              <a:gd name="connsiteY33" fmla="*/ 172117 h 372999"/>
              <a:gd name="connsiteX34" fmla="*/ 283426 w 372399"/>
              <a:gd name="connsiteY34" fmla="*/ 145066 h 372999"/>
              <a:gd name="connsiteX35" fmla="*/ 287315 w 372399"/>
              <a:gd name="connsiteY35" fmla="*/ 134684 h 372999"/>
              <a:gd name="connsiteX36" fmla="*/ 276976 w 372399"/>
              <a:gd name="connsiteY36" fmla="*/ 132112 h 372999"/>
              <a:gd name="connsiteX37" fmla="*/ 240836 w 372399"/>
              <a:gd name="connsiteY37" fmla="*/ 160306 h 372999"/>
              <a:gd name="connsiteX38" fmla="*/ 230023 w 372399"/>
              <a:gd name="connsiteY38" fmla="*/ 142685 h 372999"/>
              <a:gd name="connsiteX39" fmla="*/ 84041 w 372399"/>
              <a:gd name="connsiteY39" fmla="*/ 19526 h 372999"/>
              <a:gd name="connsiteX40" fmla="*/ 134409 w 372399"/>
              <a:gd name="connsiteY40" fmla="*/ 41624 h 372999"/>
              <a:gd name="connsiteX41" fmla="*/ 180888 w 372399"/>
              <a:gd name="connsiteY41" fmla="*/ 66294 h 372999"/>
              <a:gd name="connsiteX42" fmla="*/ 195116 w 372399"/>
              <a:gd name="connsiteY42" fmla="*/ 102584 h 372999"/>
              <a:gd name="connsiteX43" fmla="*/ 174912 w 372399"/>
              <a:gd name="connsiteY43" fmla="*/ 125540 h 372999"/>
              <a:gd name="connsiteX44" fmla="*/ 117999 w 372399"/>
              <a:gd name="connsiteY44" fmla="*/ 56959 h 372999"/>
              <a:gd name="connsiteX45" fmla="*/ 107660 w 372399"/>
              <a:gd name="connsiteY45" fmla="*/ 58293 h 372999"/>
              <a:gd name="connsiteX46" fmla="*/ 107660 w 372399"/>
              <a:gd name="connsiteY46" fmla="*/ 68675 h 372999"/>
              <a:gd name="connsiteX47" fmla="*/ 162486 w 372399"/>
              <a:gd name="connsiteY47" fmla="*/ 134493 h 372999"/>
              <a:gd name="connsiteX48" fmla="*/ 137065 w 372399"/>
              <a:gd name="connsiteY48" fmla="*/ 159639 h 372999"/>
              <a:gd name="connsiteX49" fmla="*/ 98364 w 372399"/>
              <a:gd name="connsiteY49" fmla="*/ 136303 h 372999"/>
              <a:gd name="connsiteX50" fmla="*/ 84136 w 372399"/>
              <a:gd name="connsiteY50" fmla="*/ 19526 h 372999"/>
              <a:gd name="connsiteX51" fmla="*/ 369649 w 372399"/>
              <a:gd name="connsiteY51" fmla="*/ 283464 h 372999"/>
              <a:gd name="connsiteX52" fmla="*/ 315392 w 372399"/>
              <a:gd name="connsiteY52" fmla="*/ 265271 h 372999"/>
              <a:gd name="connsiteX53" fmla="*/ 259333 w 372399"/>
              <a:gd name="connsiteY53" fmla="*/ 284417 h 372999"/>
              <a:gd name="connsiteX54" fmla="*/ 232584 w 372399"/>
              <a:gd name="connsiteY54" fmla="*/ 264986 h 372999"/>
              <a:gd name="connsiteX55" fmla="*/ 189899 w 372399"/>
              <a:gd name="connsiteY55" fmla="*/ 264986 h 372999"/>
              <a:gd name="connsiteX56" fmla="*/ 116197 w 372399"/>
              <a:gd name="connsiteY56" fmla="*/ 233839 h 372999"/>
              <a:gd name="connsiteX57" fmla="*/ 77591 w 372399"/>
              <a:gd name="connsiteY57" fmla="*/ 233839 h 372999"/>
              <a:gd name="connsiteX58" fmla="*/ 77591 w 372399"/>
              <a:gd name="connsiteY58" fmla="*/ 225838 h 372999"/>
              <a:gd name="connsiteX59" fmla="*/ 69813 w 372399"/>
              <a:gd name="connsiteY59" fmla="*/ 218027 h 372999"/>
              <a:gd name="connsiteX60" fmla="*/ 7778 w 372399"/>
              <a:gd name="connsiteY60" fmla="*/ 218027 h 372999"/>
              <a:gd name="connsiteX61" fmla="*/ 0 w 372399"/>
              <a:gd name="connsiteY61" fmla="*/ 225838 h 372999"/>
              <a:gd name="connsiteX62" fmla="*/ 0 w 372399"/>
              <a:gd name="connsiteY62" fmla="*/ 350330 h 372999"/>
              <a:gd name="connsiteX63" fmla="*/ 7778 w 372399"/>
              <a:gd name="connsiteY63" fmla="*/ 358140 h 372999"/>
              <a:gd name="connsiteX64" fmla="*/ 69813 w 372399"/>
              <a:gd name="connsiteY64" fmla="*/ 358140 h 372999"/>
              <a:gd name="connsiteX65" fmla="*/ 77591 w 372399"/>
              <a:gd name="connsiteY65" fmla="*/ 350330 h 372999"/>
              <a:gd name="connsiteX66" fmla="*/ 77591 w 372399"/>
              <a:gd name="connsiteY66" fmla="*/ 338519 h 372999"/>
              <a:gd name="connsiteX67" fmla="*/ 119138 w 372399"/>
              <a:gd name="connsiteY67" fmla="*/ 352235 h 372999"/>
              <a:gd name="connsiteX68" fmla="*/ 197962 w 372399"/>
              <a:gd name="connsiteY68" fmla="*/ 372999 h 372999"/>
              <a:gd name="connsiteX69" fmla="*/ 287125 w 372399"/>
              <a:gd name="connsiteY69" fmla="*/ 337947 h 372999"/>
              <a:gd name="connsiteX70" fmla="*/ 368511 w 372399"/>
              <a:gd name="connsiteY70" fmla="*/ 295085 h 372999"/>
              <a:gd name="connsiteX71" fmla="*/ 372400 w 372399"/>
              <a:gd name="connsiteY71" fmla="*/ 289846 h 372999"/>
              <a:gd name="connsiteX72" fmla="*/ 369839 w 372399"/>
              <a:gd name="connsiteY72" fmla="*/ 283369 h 372999"/>
              <a:gd name="connsiteX73" fmla="*/ 15461 w 372399"/>
              <a:gd name="connsiteY73" fmla="*/ 342519 h 372999"/>
              <a:gd name="connsiteX74" fmla="*/ 15461 w 372399"/>
              <a:gd name="connsiteY74" fmla="*/ 233553 h 372999"/>
              <a:gd name="connsiteX75" fmla="*/ 62035 w 372399"/>
              <a:gd name="connsiteY75" fmla="*/ 233553 h 372999"/>
              <a:gd name="connsiteX76" fmla="*/ 62035 w 372399"/>
              <a:gd name="connsiteY76" fmla="*/ 240792 h 372999"/>
              <a:gd name="connsiteX77" fmla="*/ 61845 w 372399"/>
              <a:gd name="connsiteY77" fmla="*/ 241554 h 372999"/>
              <a:gd name="connsiteX78" fmla="*/ 62035 w 372399"/>
              <a:gd name="connsiteY78" fmla="*/ 242316 h 372999"/>
              <a:gd name="connsiteX79" fmla="*/ 62035 w 372399"/>
              <a:gd name="connsiteY79" fmla="*/ 342519 h 372999"/>
              <a:gd name="connsiteX80" fmla="*/ 15461 w 372399"/>
              <a:gd name="connsiteY80" fmla="*/ 342519 h 372999"/>
              <a:gd name="connsiteX81" fmla="*/ 279252 w 372399"/>
              <a:gd name="connsiteY81" fmla="*/ 324993 h 372999"/>
              <a:gd name="connsiteX82" fmla="*/ 124260 w 372399"/>
              <a:gd name="connsiteY82" fmla="*/ 337947 h 372999"/>
              <a:gd name="connsiteX83" fmla="*/ 77496 w 372399"/>
              <a:gd name="connsiteY83" fmla="*/ 321373 h 372999"/>
              <a:gd name="connsiteX84" fmla="*/ 77496 w 372399"/>
              <a:gd name="connsiteY84" fmla="*/ 249365 h 372999"/>
              <a:gd name="connsiteX85" fmla="*/ 116102 w 372399"/>
              <a:gd name="connsiteY85" fmla="*/ 249365 h 372999"/>
              <a:gd name="connsiteX86" fmla="*/ 180793 w 372399"/>
              <a:gd name="connsiteY86" fmla="*/ 277940 h 372999"/>
              <a:gd name="connsiteX87" fmla="*/ 186010 w 372399"/>
              <a:gd name="connsiteY87" fmla="*/ 280511 h 372999"/>
              <a:gd name="connsiteX88" fmla="*/ 232584 w 372399"/>
              <a:gd name="connsiteY88" fmla="*/ 280511 h 372999"/>
              <a:gd name="connsiteX89" fmla="*/ 244251 w 372399"/>
              <a:gd name="connsiteY89" fmla="*/ 288322 h 372999"/>
              <a:gd name="connsiteX90" fmla="*/ 243587 w 372399"/>
              <a:gd name="connsiteY90" fmla="*/ 290894 h 372999"/>
              <a:gd name="connsiteX91" fmla="*/ 242259 w 372399"/>
              <a:gd name="connsiteY91" fmla="*/ 292608 h 372999"/>
              <a:gd name="connsiteX92" fmla="*/ 232584 w 372399"/>
              <a:gd name="connsiteY92" fmla="*/ 296132 h 372999"/>
              <a:gd name="connsiteX93" fmla="*/ 147215 w 372399"/>
              <a:gd name="connsiteY93" fmla="*/ 296132 h 372999"/>
              <a:gd name="connsiteX94" fmla="*/ 139436 w 372399"/>
              <a:gd name="connsiteY94" fmla="*/ 303943 h 372999"/>
              <a:gd name="connsiteX95" fmla="*/ 147215 w 372399"/>
              <a:gd name="connsiteY95" fmla="*/ 311753 h 372999"/>
              <a:gd name="connsiteX96" fmla="*/ 232584 w 372399"/>
              <a:gd name="connsiteY96" fmla="*/ 311753 h 372999"/>
              <a:gd name="connsiteX97" fmla="*/ 254970 w 372399"/>
              <a:gd name="connsiteY97" fmla="*/ 302038 h 372999"/>
              <a:gd name="connsiteX98" fmla="*/ 320514 w 372399"/>
              <a:gd name="connsiteY98" fmla="*/ 280892 h 372999"/>
              <a:gd name="connsiteX99" fmla="*/ 351532 w 372399"/>
              <a:gd name="connsiteY99" fmla="*/ 287369 h 372999"/>
              <a:gd name="connsiteX100" fmla="*/ 279252 w 372399"/>
              <a:gd name="connsiteY100" fmla="*/ 324993 h 37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372399" h="372999">
                <a:moveTo>
                  <a:pt x="134409" y="175165"/>
                </a:moveTo>
                <a:lnTo>
                  <a:pt x="139531" y="175165"/>
                </a:lnTo>
                <a:cubicBezTo>
                  <a:pt x="151768" y="172974"/>
                  <a:pt x="162961" y="164878"/>
                  <a:pt x="171592" y="150400"/>
                </a:cubicBezTo>
                <a:cubicBezTo>
                  <a:pt x="194452" y="191929"/>
                  <a:pt x="201851" y="225647"/>
                  <a:pt x="201851" y="225647"/>
                </a:cubicBezTo>
                <a:cubicBezTo>
                  <a:pt x="203179" y="229552"/>
                  <a:pt x="205740" y="232124"/>
                  <a:pt x="209629" y="232124"/>
                </a:cubicBezTo>
                <a:cubicBezTo>
                  <a:pt x="213518" y="232124"/>
                  <a:pt x="216079" y="229552"/>
                  <a:pt x="217407" y="226981"/>
                </a:cubicBezTo>
                <a:cubicBezTo>
                  <a:pt x="217407" y="226981"/>
                  <a:pt x="224806" y="206978"/>
                  <a:pt x="239508" y="185928"/>
                </a:cubicBezTo>
                <a:cubicBezTo>
                  <a:pt x="247761" y="198501"/>
                  <a:pt x="257531" y="203073"/>
                  <a:pt x="264834" y="204121"/>
                </a:cubicBezTo>
                <a:lnTo>
                  <a:pt x="270051" y="204121"/>
                </a:lnTo>
                <a:cubicBezTo>
                  <a:pt x="282952" y="204121"/>
                  <a:pt x="295947" y="197644"/>
                  <a:pt x="307614" y="185833"/>
                </a:cubicBezTo>
                <a:cubicBezTo>
                  <a:pt x="327059" y="166306"/>
                  <a:pt x="337398" y="112776"/>
                  <a:pt x="323170" y="81439"/>
                </a:cubicBezTo>
                <a:cubicBezTo>
                  <a:pt x="321842" y="78867"/>
                  <a:pt x="319281" y="77533"/>
                  <a:pt x="317953" y="76200"/>
                </a:cubicBezTo>
                <a:cubicBezTo>
                  <a:pt x="315392" y="76200"/>
                  <a:pt x="312736" y="76200"/>
                  <a:pt x="311503" y="77533"/>
                </a:cubicBezTo>
                <a:cubicBezTo>
                  <a:pt x="297275" y="88011"/>
                  <a:pt x="284280" y="91916"/>
                  <a:pt x="271379" y="94488"/>
                </a:cubicBezTo>
                <a:cubicBezTo>
                  <a:pt x="259712" y="98393"/>
                  <a:pt x="248045" y="100965"/>
                  <a:pt x="236473" y="108871"/>
                </a:cubicBezTo>
                <a:cubicBezTo>
                  <a:pt x="222245" y="118015"/>
                  <a:pt x="214467" y="131064"/>
                  <a:pt x="214467" y="142780"/>
                </a:cubicBezTo>
                <a:cubicBezTo>
                  <a:pt x="214467" y="151257"/>
                  <a:pt x="217881" y="161830"/>
                  <a:pt x="230687" y="172688"/>
                </a:cubicBezTo>
                <a:cubicBezTo>
                  <a:pt x="222719" y="183261"/>
                  <a:pt x="216553" y="193834"/>
                  <a:pt x="212380" y="202216"/>
                </a:cubicBezTo>
                <a:cubicBezTo>
                  <a:pt x="206688" y="186976"/>
                  <a:pt x="197582" y="164211"/>
                  <a:pt x="183070" y="138875"/>
                </a:cubicBezTo>
                <a:cubicBezTo>
                  <a:pt x="198152" y="130112"/>
                  <a:pt x="207352" y="118777"/>
                  <a:pt x="210672" y="106394"/>
                </a:cubicBezTo>
                <a:cubicBezTo>
                  <a:pt x="214561" y="90869"/>
                  <a:pt x="208111" y="74009"/>
                  <a:pt x="192650" y="55817"/>
                </a:cubicBezTo>
                <a:cubicBezTo>
                  <a:pt x="178422" y="38957"/>
                  <a:pt x="159071" y="32480"/>
                  <a:pt x="138488" y="26003"/>
                </a:cubicBezTo>
                <a:cubicBezTo>
                  <a:pt x="120466" y="20860"/>
                  <a:pt x="102348" y="15621"/>
                  <a:pt x="86887" y="1333"/>
                </a:cubicBezTo>
                <a:cubicBezTo>
                  <a:pt x="84326" y="0"/>
                  <a:pt x="81765" y="0"/>
                  <a:pt x="80437" y="0"/>
                </a:cubicBezTo>
                <a:cubicBezTo>
                  <a:pt x="77876" y="0"/>
                  <a:pt x="75315" y="2572"/>
                  <a:pt x="73987" y="3905"/>
                </a:cubicBezTo>
                <a:cubicBezTo>
                  <a:pt x="53308" y="44101"/>
                  <a:pt x="63648" y="118015"/>
                  <a:pt x="86887" y="146590"/>
                </a:cubicBezTo>
                <a:cubicBezTo>
                  <a:pt x="102348" y="164783"/>
                  <a:pt x="119138" y="175165"/>
                  <a:pt x="134599" y="175165"/>
                </a:cubicBezTo>
                <a:close/>
                <a:moveTo>
                  <a:pt x="229928" y="142685"/>
                </a:moveTo>
                <a:cubicBezTo>
                  <a:pt x="229928" y="136208"/>
                  <a:pt x="236378" y="128302"/>
                  <a:pt x="245484" y="121825"/>
                </a:cubicBezTo>
                <a:cubicBezTo>
                  <a:pt x="254590" y="115348"/>
                  <a:pt x="264929" y="112681"/>
                  <a:pt x="275269" y="110109"/>
                </a:cubicBezTo>
                <a:cubicBezTo>
                  <a:pt x="286936" y="107537"/>
                  <a:pt x="298603" y="103632"/>
                  <a:pt x="311503" y="95726"/>
                </a:cubicBezTo>
                <a:cubicBezTo>
                  <a:pt x="317953" y="121825"/>
                  <a:pt x="310175" y="160973"/>
                  <a:pt x="295947" y="175260"/>
                </a:cubicBezTo>
                <a:cubicBezTo>
                  <a:pt x="289497" y="183071"/>
                  <a:pt x="277830" y="190881"/>
                  <a:pt x="267490" y="188309"/>
                </a:cubicBezTo>
                <a:cubicBezTo>
                  <a:pt x="260756" y="187166"/>
                  <a:pt x="254875" y="182023"/>
                  <a:pt x="250132" y="172117"/>
                </a:cubicBezTo>
                <a:cubicBezTo>
                  <a:pt x="259333" y="161544"/>
                  <a:pt x="270336" y="151638"/>
                  <a:pt x="283426" y="145066"/>
                </a:cubicBezTo>
                <a:cubicBezTo>
                  <a:pt x="287315" y="143732"/>
                  <a:pt x="288548" y="138589"/>
                  <a:pt x="287315" y="134684"/>
                </a:cubicBezTo>
                <a:cubicBezTo>
                  <a:pt x="284754" y="130778"/>
                  <a:pt x="280865" y="129540"/>
                  <a:pt x="276976" y="132112"/>
                </a:cubicBezTo>
                <a:cubicBezTo>
                  <a:pt x="262937" y="138875"/>
                  <a:pt x="250891" y="149162"/>
                  <a:pt x="240836" y="160306"/>
                </a:cubicBezTo>
                <a:cubicBezTo>
                  <a:pt x="235430" y="156019"/>
                  <a:pt x="230023" y="149733"/>
                  <a:pt x="230023" y="142685"/>
                </a:cubicBezTo>
                <a:close/>
                <a:moveTo>
                  <a:pt x="84041" y="19526"/>
                </a:moveTo>
                <a:cubicBezTo>
                  <a:pt x="100831" y="31242"/>
                  <a:pt x="118853" y="36385"/>
                  <a:pt x="134409" y="41624"/>
                </a:cubicBezTo>
                <a:cubicBezTo>
                  <a:pt x="152432" y="46768"/>
                  <a:pt x="169221" y="52006"/>
                  <a:pt x="180888" y="66294"/>
                </a:cubicBezTo>
                <a:cubicBezTo>
                  <a:pt x="188666" y="75343"/>
                  <a:pt x="197677" y="89630"/>
                  <a:pt x="195116" y="102584"/>
                </a:cubicBezTo>
                <a:cubicBezTo>
                  <a:pt x="193029" y="111157"/>
                  <a:pt x="186390" y="118777"/>
                  <a:pt x="174912" y="125540"/>
                </a:cubicBezTo>
                <a:cubicBezTo>
                  <a:pt x="160684" y="102965"/>
                  <a:pt x="142187" y="79058"/>
                  <a:pt x="117999" y="56959"/>
                </a:cubicBezTo>
                <a:cubicBezTo>
                  <a:pt x="115438" y="54388"/>
                  <a:pt x="110221" y="54388"/>
                  <a:pt x="107660" y="58293"/>
                </a:cubicBezTo>
                <a:cubicBezTo>
                  <a:pt x="103771" y="60865"/>
                  <a:pt x="105099" y="66104"/>
                  <a:pt x="107660" y="68675"/>
                </a:cubicBezTo>
                <a:cubicBezTo>
                  <a:pt x="130900" y="89630"/>
                  <a:pt x="148827" y="112681"/>
                  <a:pt x="162486" y="134493"/>
                </a:cubicBezTo>
                <a:cubicBezTo>
                  <a:pt x="154898" y="149543"/>
                  <a:pt x="147215" y="158401"/>
                  <a:pt x="137065" y="159639"/>
                </a:cubicBezTo>
                <a:cubicBezTo>
                  <a:pt x="126726" y="160973"/>
                  <a:pt x="112593" y="153162"/>
                  <a:pt x="98364" y="136303"/>
                </a:cubicBezTo>
                <a:cubicBezTo>
                  <a:pt x="80342" y="114205"/>
                  <a:pt x="71236" y="55912"/>
                  <a:pt x="84136" y="19526"/>
                </a:cubicBezTo>
                <a:close/>
                <a:moveTo>
                  <a:pt x="369649" y="283464"/>
                </a:moveTo>
                <a:cubicBezTo>
                  <a:pt x="351532" y="265271"/>
                  <a:pt x="336070" y="260128"/>
                  <a:pt x="315392" y="265271"/>
                </a:cubicBezTo>
                <a:cubicBezTo>
                  <a:pt x="315392" y="265271"/>
                  <a:pt x="296706" y="271653"/>
                  <a:pt x="259333" y="284417"/>
                </a:cubicBezTo>
                <a:cubicBezTo>
                  <a:pt x="257531" y="274225"/>
                  <a:pt x="248614" y="264986"/>
                  <a:pt x="232584" y="264986"/>
                </a:cubicBezTo>
                <a:lnTo>
                  <a:pt x="189899" y="264986"/>
                </a:lnTo>
                <a:cubicBezTo>
                  <a:pt x="178232" y="254603"/>
                  <a:pt x="152337" y="233839"/>
                  <a:pt x="116197" y="233839"/>
                </a:cubicBezTo>
                <a:lnTo>
                  <a:pt x="77591" y="233839"/>
                </a:lnTo>
                <a:lnTo>
                  <a:pt x="77591" y="225838"/>
                </a:lnTo>
                <a:cubicBezTo>
                  <a:pt x="77591" y="221933"/>
                  <a:pt x="75030" y="218027"/>
                  <a:pt x="69813" y="218027"/>
                </a:cubicBezTo>
                <a:lnTo>
                  <a:pt x="7778" y="218027"/>
                </a:lnTo>
                <a:cubicBezTo>
                  <a:pt x="3889" y="218027"/>
                  <a:pt x="0" y="221933"/>
                  <a:pt x="0" y="225838"/>
                </a:cubicBezTo>
                <a:lnTo>
                  <a:pt x="0" y="350330"/>
                </a:lnTo>
                <a:cubicBezTo>
                  <a:pt x="0" y="354235"/>
                  <a:pt x="3889" y="358140"/>
                  <a:pt x="7778" y="358140"/>
                </a:cubicBezTo>
                <a:lnTo>
                  <a:pt x="69813" y="358140"/>
                </a:lnTo>
                <a:cubicBezTo>
                  <a:pt x="75030" y="358140"/>
                  <a:pt x="77591" y="354235"/>
                  <a:pt x="77591" y="350330"/>
                </a:cubicBezTo>
                <a:lnTo>
                  <a:pt x="77591" y="338519"/>
                </a:lnTo>
                <a:cubicBezTo>
                  <a:pt x="93622" y="343567"/>
                  <a:pt x="107376" y="347948"/>
                  <a:pt x="119138" y="352235"/>
                </a:cubicBezTo>
                <a:cubicBezTo>
                  <a:pt x="156605" y="366522"/>
                  <a:pt x="178517" y="372999"/>
                  <a:pt x="197962" y="372999"/>
                </a:cubicBezTo>
                <a:cubicBezTo>
                  <a:pt x="221201" y="372999"/>
                  <a:pt x="241880" y="362617"/>
                  <a:pt x="287125" y="337947"/>
                </a:cubicBezTo>
                <a:cubicBezTo>
                  <a:pt x="307804" y="327565"/>
                  <a:pt x="333604" y="313277"/>
                  <a:pt x="368511" y="295085"/>
                </a:cubicBezTo>
                <a:cubicBezTo>
                  <a:pt x="371072" y="293751"/>
                  <a:pt x="372400" y="292513"/>
                  <a:pt x="372400" y="289846"/>
                </a:cubicBezTo>
                <a:cubicBezTo>
                  <a:pt x="372400" y="287179"/>
                  <a:pt x="372400" y="284607"/>
                  <a:pt x="369839" y="283369"/>
                </a:cubicBezTo>
                <a:close/>
                <a:moveTo>
                  <a:pt x="15461" y="342519"/>
                </a:moveTo>
                <a:lnTo>
                  <a:pt x="15461" y="233553"/>
                </a:lnTo>
                <a:lnTo>
                  <a:pt x="62035" y="233553"/>
                </a:lnTo>
                <a:lnTo>
                  <a:pt x="62035" y="240792"/>
                </a:lnTo>
                <a:cubicBezTo>
                  <a:pt x="62035" y="240792"/>
                  <a:pt x="61845" y="241268"/>
                  <a:pt x="61845" y="241554"/>
                </a:cubicBezTo>
                <a:cubicBezTo>
                  <a:pt x="61845" y="241840"/>
                  <a:pt x="61940" y="242030"/>
                  <a:pt x="62035" y="242316"/>
                </a:cubicBezTo>
                <a:lnTo>
                  <a:pt x="62035" y="342519"/>
                </a:lnTo>
                <a:lnTo>
                  <a:pt x="15461" y="342519"/>
                </a:lnTo>
                <a:close/>
                <a:moveTo>
                  <a:pt x="279252" y="324993"/>
                </a:moveTo>
                <a:cubicBezTo>
                  <a:pt x="228477" y="351854"/>
                  <a:pt x="176809" y="356171"/>
                  <a:pt x="124260" y="337947"/>
                </a:cubicBezTo>
                <a:cubicBezTo>
                  <a:pt x="110032" y="333185"/>
                  <a:pt x="95708" y="327374"/>
                  <a:pt x="77496" y="321373"/>
                </a:cubicBezTo>
                <a:lnTo>
                  <a:pt x="77496" y="249365"/>
                </a:lnTo>
                <a:lnTo>
                  <a:pt x="116102" y="249365"/>
                </a:lnTo>
                <a:cubicBezTo>
                  <a:pt x="148448" y="249365"/>
                  <a:pt x="171687" y="268891"/>
                  <a:pt x="180793" y="277940"/>
                </a:cubicBezTo>
                <a:cubicBezTo>
                  <a:pt x="182121" y="279273"/>
                  <a:pt x="184682" y="280511"/>
                  <a:pt x="186010" y="280511"/>
                </a:cubicBezTo>
                <a:lnTo>
                  <a:pt x="232584" y="280511"/>
                </a:lnTo>
                <a:cubicBezTo>
                  <a:pt x="240362" y="280511"/>
                  <a:pt x="244251" y="284417"/>
                  <a:pt x="244251" y="288322"/>
                </a:cubicBezTo>
                <a:cubicBezTo>
                  <a:pt x="244251" y="289179"/>
                  <a:pt x="243966" y="290036"/>
                  <a:pt x="243587" y="290894"/>
                </a:cubicBezTo>
                <a:cubicBezTo>
                  <a:pt x="243113" y="291465"/>
                  <a:pt x="242638" y="291941"/>
                  <a:pt x="242259" y="292608"/>
                </a:cubicBezTo>
                <a:cubicBezTo>
                  <a:pt x="240457" y="294608"/>
                  <a:pt x="237327" y="296132"/>
                  <a:pt x="232584" y="296132"/>
                </a:cubicBezTo>
                <a:lnTo>
                  <a:pt x="147215" y="296132"/>
                </a:lnTo>
                <a:cubicBezTo>
                  <a:pt x="143326" y="296132"/>
                  <a:pt x="139436" y="300038"/>
                  <a:pt x="139436" y="303943"/>
                </a:cubicBezTo>
                <a:cubicBezTo>
                  <a:pt x="139436" y="307848"/>
                  <a:pt x="143326" y="311753"/>
                  <a:pt x="147215" y="311753"/>
                </a:cubicBezTo>
                <a:lnTo>
                  <a:pt x="232584" y="311753"/>
                </a:lnTo>
                <a:cubicBezTo>
                  <a:pt x="243208" y="311753"/>
                  <a:pt x="250606" y="307658"/>
                  <a:pt x="254970" y="302038"/>
                </a:cubicBezTo>
                <a:cubicBezTo>
                  <a:pt x="260281" y="300323"/>
                  <a:pt x="275743" y="295370"/>
                  <a:pt x="320514" y="280892"/>
                </a:cubicBezTo>
                <a:cubicBezTo>
                  <a:pt x="330853" y="276987"/>
                  <a:pt x="339865" y="278321"/>
                  <a:pt x="351532" y="287369"/>
                </a:cubicBezTo>
                <a:cubicBezTo>
                  <a:pt x="321842" y="301657"/>
                  <a:pt x="298603" y="314611"/>
                  <a:pt x="279252" y="32499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8" name="Graphic 136">
            <a:extLst>
              <a:ext uri="{FF2B5EF4-FFF2-40B4-BE49-F238E27FC236}">
                <a16:creationId xmlns:a16="http://schemas.microsoft.com/office/drawing/2014/main" id="{16493200-AECD-8368-82C7-7FD43F34BC12}"/>
              </a:ext>
            </a:extLst>
          </p:cNvPr>
          <p:cNvSpPr/>
          <p:nvPr/>
        </p:nvSpPr>
        <p:spPr>
          <a:xfrm>
            <a:off x="7133641" y="835065"/>
            <a:ext cx="453243" cy="454112"/>
          </a:xfrm>
          <a:custGeom>
            <a:avLst/>
            <a:gdLst>
              <a:gd name="connsiteX0" fmla="*/ 337530 w 340091"/>
              <a:gd name="connsiteY0" fmla="*/ 1844 h 340743"/>
              <a:gd name="connsiteX1" fmla="*/ 331080 w 340091"/>
              <a:gd name="connsiteY1" fmla="*/ 511 h 340743"/>
              <a:gd name="connsiteX2" fmla="*/ 11230 w 340091"/>
              <a:gd name="connsiteY2" fmla="*/ 151101 h 340743"/>
              <a:gd name="connsiteX3" fmla="*/ 31624 w 340091"/>
              <a:gd name="connsiteY3" fmla="*/ 296452 h 340743"/>
              <a:gd name="connsiteX4" fmla="*/ 22707 w 340091"/>
              <a:gd name="connsiteY4" fmla="*/ 305406 h 340743"/>
              <a:gd name="connsiteX5" fmla="*/ 22707 w 340091"/>
              <a:gd name="connsiteY5" fmla="*/ 317122 h 340743"/>
              <a:gd name="connsiteX6" fmla="*/ 29157 w 340091"/>
              <a:gd name="connsiteY6" fmla="*/ 319693 h 340743"/>
              <a:gd name="connsiteX7" fmla="*/ 34374 w 340091"/>
              <a:gd name="connsiteY7" fmla="*/ 317122 h 340743"/>
              <a:gd name="connsiteX8" fmla="*/ 42532 w 340091"/>
              <a:gd name="connsiteY8" fmla="*/ 308930 h 340743"/>
              <a:gd name="connsiteX9" fmla="*/ 138145 w 340091"/>
              <a:gd name="connsiteY9" fmla="*/ 340744 h 340743"/>
              <a:gd name="connsiteX10" fmla="*/ 188608 w 340091"/>
              <a:gd name="connsiteY10" fmla="*/ 329028 h 340743"/>
              <a:gd name="connsiteX11" fmla="*/ 340091 w 340091"/>
              <a:gd name="connsiteY11" fmla="*/ 8321 h 340743"/>
              <a:gd name="connsiteX12" fmla="*/ 337530 w 340091"/>
              <a:gd name="connsiteY12" fmla="*/ 1844 h 340743"/>
              <a:gd name="connsiteX13" fmla="*/ 182158 w 340091"/>
              <a:gd name="connsiteY13" fmla="*/ 314740 h 340743"/>
              <a:gd name="connsiteX14" fmla="*/ 54484 w 340091"/>
              <a:gd name="connsiteY14" fmla="*/ 296929 h 340743"/>
              <a:gd name="connsiteX15" fmla="*/ 93753 w 340091"/>
              <a:gd name="connsiteY15" fmla="*/ 257495 h 340743"/>
              <a:gd name="connsiteX16" fmla="*/ 169353 w 340091"/>
              <a:gd name="connsiteY16" fmla="*/ 257495 h 340743"/>
              <a:gd name="connsiteX17" fmla="*/ 177131 w 340091"/>
              <a:gd name="connsiteY17" fmla="*/ 249685 h 340743"/>
              <a:gd name="connsiteX18" fmla="*/ 169353 w 340091"/>
              <a:gd name="connsiteY18" fmla="*/ 241874 h 340743"/>
              <a:gd name="connsiteX19" fmla="*/ 109310 w 340091"/>
              <a:gd name="connsiteY19" fmla="*/ 241874 h 340743"/>
              <a:gd name="connsiteX20" fmla="*/ 155694 w 340091"/>
              <a:gd name="connsiteY20" fmla="*/ 195297 h 340743"/>
              <a:gd name="connsiteX21" fmla="*/ 207769 w 340091"/>
              <a:gd name="connsiteY21" fmla="*/ 195297 h 340743"/>
              <a:gd name="connsiteX22" fmla="*/ 215547 w 340091"/>
              <a:gd name="connsiteY22" fmla="*/ 187486 h 340743"/>
              <a:gd name="connsiteX23" fmla="*/ 207769 w 340091"/>
              <a:gd name="connsiteY23" fmla="*/ 179676 h 340743"/>
              <a:gd name="connsiteX24" fmla="*/ 171155 w 340091"/>
              <a:gd name="connsiteY24" fmla="*/ 179676 h 340743"/>
              <a:gd name="connsiteX25" fmla="*/ 217539 w 340091"/>
              <a:gd name="connsiteY25" fmla="*/ 133099 h 340743"/>
              <a:gd name="connsiteX26" fmla="*/ 239166 w 340091"/>
              <a:gd name="connsiteY26" fmla="*/ 133099 h 340743"/>
              <a:gd name="connsiteX27" fmla="*/ 246849 w 340091"/>
              <a:gd name="connsiteY27" fmla="*/ 125193 h 340743"/>
              <a:gd name="connsiteX28" fmla="*/ 239166 w 340091"/>
              <a:gd name="connsiteY28" fmla="*/ 117287 h 340743"/>
              <a:gd name="connsiteX29" fmla="*/ 223799 w 340091"/>
              <a:gd name="connsiteY29" fmla="*/ 117287 h 340743"/>
              <a:gd name="connsiteX30" fmla="*/ 223799 w 340091"/>
              <a:gd name="connsiteY30" fmla="*/ 101571 h 340743"/>
              <a:gd name="connsiteX31" fmla="*/ 216116 w 340091"/>
              <a:gd name="connsiteY31" fmla="*/ 93665 h 340743"/>
              <a:gd name="connsiteX32" fmla="*/ 208433 w 340091"/>
              <a:gd name="connsiteY32" fmla="*/ 101571 h 340743"/>
              <a:gd name="connsiteX33" fmla="*/ 208433 w 340091"/>
              <a:gd name="connsiteY33" fmla="*/ 118811 h 340743"/>
              <a:gd name="connsiteX34" fmla="*/ 161195 w 340091"/>
              <a:gd name="connsiteY34" fmla="*/ 166246 h 340743"/>
              <a:gd name="connsiteX35" fmla="*/ 161195 w 340091"/>
              <a:gd name="connsiteY35" fmla="*/ 133003 h 340743"/>
              <a:gd name="connsiteX36" fmla="*/ 153417 w 340091"/>
              <a:gd name="connsiteY36" fmla="*/ 125193 h 340743"/>
              <a:gd name="connsiteX37" fmla="*/ 145639 w 340091"/>
              <a:gd name="connsiteY37" fmla="*/ 133003 h 340743"/>
              <a:gd name="connsiteX38" fmla="*/ 145639 w 340091"/>
              <a:gd name="connsiteY38" fmla="*/ 181771 h 340743"/>
              <a:gd name="connsiteX39" fmla="*/ 99255 w 340091"/>
              <a:gd name="connsiteY39" fmla="*/ 228349 h 340743"/>
              <a:gd name="connsiteX40" fmla="*/ 99255 w 340091"/>
              <a:gd name="connsiteY40" fmla="*/ 171484 h 340743"/>
              <a:gd name="connsiteX41" fmla="*/ 91477 w 340091"/>
              <a:gd name="connsiteY41" fmla="*/ 163674 h 340743"/>
              <a:gd name="connsiteX42" fmla="*/ 83699 w 340091"/>
              <a:gd name="connsiteY42" fmla="*/ 171484 h 340743"/>
              <a:gd name="connsiteX43" fmla="*/ 83699 w 340091"/>
              <a:gd name="connsiteY43" fmla="*/ 243874 h 340743"/>
              <a:gd name="connsiteX44" fmla="*/ 42816 w 340091"/>
              <a:gd name="connsiteY44" fmla="*/ 284927 h 340743"/>
              <a:gd name="connsiteX45" fmla="*/ 25363 w 340091"/>
              <a:gd name="connsiteY45" fmla="*/ 158721 h 340743"/>
              <a:gd name="connsiteX46" fmla="*/ 323207 w 340091"/>
              <a:gd name="connsiteY46" fmla="*/ 17179 h 340743"/>
              <a:gd name="connsiteX47" fmla="*/ 182063 w 340091"/>
              <a:gd name="connsiteY47" fmla="*/ 314455 h 340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40091" h="340743">
                <a:moveTo>
                  <a:pt x="337530" y="1844"/>
                </a:moveTo>
                <a:cubicBezTo>
                  <a:pt x="336202" y="511"/>
                  <a:pt x="333641" y="-728"/>
                  <a:pt x="331080" y="511"/>
                </a:cubicBezTo>
                <a:cubicBezTo>
                  <a:pt x="320741" y="1844"/>
                  <a:pt x="68237" y="30419"/>
                  <a:pt x="11230" y="151101"/>
                </a:cubicBezTo>
                <a:cubicBezTo>
                  <a:pt x="-8690" y="194725"/>
                  <a:pt x="-2240" y="243208"/>
                  <a:pt x="31624" y="296452"/>
                </a:cubicBezTo>
                <a:lnTo>
                  <a:pt x="22707" y="305406"/>
                </a:lnTo>
                <a:cubicBezTo>
                  <a:pt x="20146" y="309311"/>
                  <a:pt x="20146" y="314455"/>
                  <a:pt x="22707" y="317122"/>
                </a:cubicBezTo>
                <a:cubicBezTo>
                  <a:pt x="25268" y="318455"/>
                  <a:pt x="26596" y="319693"/>
                  <a:pt x="29157" y="319693"/>
                </a:cubicBezTo>
                <a:cubicBezTo>
                  <a:pt x="30485" y="319693"/>
                  <a:pt x="33046" y="318360"/>
                  <a:pt x="34374" y="317122"/>
                </a:cubicBezTo>
                <a:lnTo>
                  <a:pt x="42532" y="308930"/>
                </a:lnTo>
                <a:cubicBezTo>
                  <a:pt x="76774" y="329980"/>
                  <a:pt x="108646" y="340744"/>
                  <a:pt x="138145" y="340744"/>
                </a:cubicBezTo>
                <a:cubicBezTo>
                  <a:pt x="154935" y="340744"/>
                  <a:pt x="171819" y="336838"/>
                  <a:pt x="188608" y="329028"/>
                </a:cubicBezTo>
                <a:cubicBezTo>
                  <a:pt x="309074" y="271878"/>
                  <a:pt x="338858" y="20037"/>
                  <a:pt x="340091" y="8321"/>
                </a:cubicBezTo>
                <a:cubicBezTo>
                  <a:pt x="340091" y="5749"/>
                  <a:pt x="338763" y="4416"/>
                  <a:pt x="337530" y="1844"/>
                </a:cubicBezTo>
                <a:close/>
                <a:moveTo>
                  <a:pt x="182158" y="314740"/>
                </a:moveTo>
                <a:cubicBezTo>
                  <a:pt x="145070" y="332076"/>
                  <a:pt x="102195" y="325694"/>
                  <a:pt x="54484" y="296929"/>
                </a:cubicBezTo>
                <a:cubicBezTo>
                  <a:pt x="63210" y="288166"/>
                  <a:pt x="75731" y="275593"/>
                  <a:pt x="93753" y="257495"/>
                </a:cubicBezTo>
                <a:lnTo>
                  <a:pt x="169353" y="257495"/>
                </a:lnTo>
                <a:cubicBezTo>
                  <a:pt x="173242" y="257495"/>
                  <a:pt x="177131" y="253590"/>
                  <a:pt x="177131" y="249685"/>
                </a:cubicBezTo>
                <a:cubicBezTo>
                  <a:pt x="177131" y="244446"/>
                  <a:pt x="173242" y="241874"/>
                  <a:pt x="169353" y="241874"/>
                </a:cubicBezTo>
                <a:lnTo>
                  <a:pt x="109310" y="241874"/>
                </a:lnTo>
                <a:cubicBezTo>
                  <a:pt x="122400" y="228730"/>
                  <a:pt x="137671" y="213394"/>
                  <a:pt x="155694" y="195297"/>
                </a:cubicBezTo>
                <a:lnTo>
                  <a:pt x="207769" y="195297"/>
                </a:lnTo>
                <a:cubicBezTo>
                  <a:pt x="211658" y="195297"/>
                  <a:pt x="215547" y="191392"/>
                  <a:pt x="215547" y="187486"/>
                </a:cubicBezTo>
                <a:cubicBezTo>
                  <a:pt x="215547" y="182343"/>
                  <a:pt x="211658" y="179676"/>
                  <a:pt x="207769" y="179676"/>
                </a:cubicBezTo>
                <a:lnTo>
                  <a:pt x="171155" y="179676"/>
                </a:lnTo>
                <a:cubicBezTo>
                  <a:pt x="185099" y="165674"/>
                  <a:pt x="200560" y="150148"/>
                  <a:pt x="217539" y="133099"/>
                </a:cubicBezTo>
                <a:lnTo>
                  <a:pt x="239166" y="133099"/>
                </a:lnTo>
                <a:cubicBezTo>
                  <a:pt x="242960" y="133099"/>
                  <a:pt x="246849" y="129193"/>
                  <a:pt x="246849" y="125193"/>
                </a:cubicBezTo>
                <a:cubicBezTo>
                  <a:pt x="246849" y="119954"/>
                  <a:pt x="243055" y="117287"/>
                  <a:pt x="239166" y="117287"/>
                </a:cubicBezTo>
                <a:lnTo>
                  <a:pt x="223799" y="117287"/>
                </a:lnTo>
                <a:lnTo>
                  <a:pt x="223799" y="101571"/>
                </a:lnTo>
                <a:cubicBezTo>
                  <a:pt x="223799" y="96332"/>
                  <a:pt x="220005" y="93665"/>
                  <a:pt x="216116" y="93665"/>
                </a:cubicBezTo>
                <a:cubicBezTo>
                  <a:pt x="210994" y="93665"/>
                  <a:pt x="208433" y="96332"/>
                  <a:pt x="208433" y="101571"/>
                </a:cubicBezTo>
                <a:lnTo>
                  <a:pt x="208433" y="118811"/>
                </a:lnTo>
                <a:cubicBezTo>
                  <a:pt x="206536" y="120716"/>
                  <a:pt x="197999" y="129289"/>
                  <a:pt x="161195" y="166246"/>
                </a:cubicBezTo>
                <a:lnTo>
                  <a:pt x="161195" y="133003"/>
                </a:lnTo>
                <a:cubicBezTo>
                  <a:pt x="161195" y="127860"/>
                  <a:pt x="157306" y="125193"/>
                  <a:pt x="153417" y="125193"/>
                </a:cubicBezTo>
                <a:cubicBezTo>
                  <a:pt x="148295" y="125193"/>
                  <a:pt x="145639" y="127765"/>
                  <a:pt x="145639" y="133003"/>
                </a:cubicBezTo>
                <a:lnTo>
                  <a:pt x="145639" y="181771"/>
                </a:lnTo>
                <a:cubicBezTo>
                  <a:pt x="132928" y="194535"/>
                  <a:pt x="117657" y="209870"/>
                  <a:pt x="99255" y="228349"/>
                </a:cubicBezTo>
                <a:lnTo>
                  <a:pt x="99255" y="171484"/>
                </a:lnTo>
                <a:cubicBezTo>
                  <a:pt x="99255" y="166246"/>
                  <a:pt x="95366" y="163674"/>
                  <a:pt x="91477" y="163674"/>
                </a:cubicBezTo>
                <a:cubicBezTo>
                  <a:pt x="86260" y="163674"/>
                  <a:pt x="83699" y="166246"/>
                  <a:pt x="83699" y="171484"/>
                </a:cubicBezTo>
                <a:lnTo>
                  <a:pt x="83699" y="243874"/>
                </a:lnTo>
                <a:cubicBezTo>
                  <a:pt x="71368" y="256257"/>
                  <a:pt x="57709" y="269973"/>
                  <a:pt x="42816" y="284927"/>
                </a:cubicBezTo>
                <a:cubicBezTo>
                  <a:pt x="14360" y="237302"/>
                  <a:pt x="8194" y="194440"/>
                  <a:pt x="25363" y="158721"/>
                </a:cubicBezTo>
                <a:cubicBezTo>
                  <a:pt x="73265" y="57470"/>
                  <a:pt x="275305" y="23656"/>
                  <a:pt x="323207" y="17179"/>
                </a:cubicBezTo>
                <a:cubicBezTo>
                  <a:pt x="316757" y="63947"/>
                  <a:pt x="281756" y="267782"/>
                  <a:pt x="182063" y="31445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9" name="Graphic 136">
            <a:extLst>
              <a:ext uri="{FF2B5EF4-FFF2-40B4-BE49-F238E27FC236}">
                <a16:creationId xmlns:a16="http://schemas.microsoft.com/office/drawing/2014/main" id="{DAAF9C3D-6783-15A8-D8DC-79111E57855F}"/>
              </a:ext>
            </a:extLst>
          </p:cNvPr>
          <p:cNvSpPr/>
          <p:nvPr/>
        </p:nvSpPr>
        <p:spPr>
          <a:xfrm>
            <a:off x="7882941" y="835065"/>
            <a:ext cx="453243" cy="454112"/>
          </a:xfrm>
          <a:custGeom>
            <a:avLst/>
            <a:gdLst>
              <a:gd name="connsiteX0" fmla="*/ 337530 w 340091"/>
              <a:gd name="connsiteY0" fmla="*/ 1844 h 340743"/>
              <a:gd name="connsiteX1" fmla="*/ 331080 w 340091"/>
              <a:gd name="connsiteY1" fmla="*/ 511 h 340743"/>
              <a:gd name="connsiteX2" fmla="*/ 11230 w 340091"/>
              <a:gd name="connsiteY2" fmla="*/ 151101 h 340743"/>
              <a:gd name="connsiteX3" fmla="*/ 31624 w 340091"/>
              <a:gd name="connsiteY3" fmla="*/ 296452 h 340743"/>
              <a:gd name="connsiteX4" fmla="*/ 22707 w 340091"/>
              <a:gd name="connsiteY4" fmla="*/ 305406 h 340743"/>
              <a:gd name="connsiteX5" fmla="*/ 22707 w 340091"/>
              <a:gd name="connsiteY5" fmla="*/ 317122 h 340743"/>
              <a:gd name="connsiteX6" fmla="*/ 29157 w 340091"/>
              <a:gd name="connsiteY6" fmla="*/ 319693 h 340743"/>
              <a:gd name="connsiteX7" fmla="*/ 34374 w 340091"/>
              <a:gd name="connsiteY7" fmla="*/ 317122 h 340743"/>
              <a:gd name="connsiteX8" fmla="*/ 42532 w 340091"/>
              <a:gd name="connsiteY8" fmla="*/ 308930 h 340743"/>
              <a:gd name="connsiteX9" fmla="*/ 138145 w 340091"/>
              <a:gd name="connsiteY9" fmla="*/ 340744 h 340743"/>
              <a:gd name="connsiteX10" fmla="*/ 188608 w 340091"/>
              <a:gd name="connsiteY10" fmla="*/ 329028 h 340743"/>
              <a:gd name="connsiteX11" fmla="*/ 340091 w 340091"/>
              <a:gd name="connsiteY11" fmla="*/ 8321 h 340743"/>
              <a:gd name="connsiteX12" fmla="*/ 337530 w 340091"/>
              <a:gd name="connsiteY12" fmla="*/ 1844 h 340743"/>
              <a:gd name="connsiteX13" fmla="*/ 182158 w 340091"/>
              <a:gd name="connsiteY13" fmla="*/ 314740 h 340743"/>
              <a:gd name="connsiteX14" fmla="*/ 54484 w 340091"/>
              <a:gd name="connsiteY14" fmla="*/ 296929 h 340743"/>
              <a:gd name="connsiteX15" fmla="*/ 93753 w 340091"/>
              <a:gd name="connsiteY15" fmla="*/ 257495 h 340743"/>
              <a:gd name="connsiteX16" fmla="*/ 169353 w 340091"/>
              <a:gd name="connsiteY16" fmla="*/ 257495 h 340743"/>
              <a:gd name="connsiteX17" fmla="*/ 177131 w 340091"/>
              <a:gd name="connsiteY17" fmla="*/ 249685 h 340743"/>
              <a:gd name="connsiteX18" fmla="*/ 169353 w 340091"/>
              <a:gd name="connsiteY18" fmla="*/ 241874 h 340743"/>
              <a:gd name="connsiteX19" fmla="*/ 109310 w 340091"/>
              <a:gd name="connsiteY19" fmla="*/ 241874 h 340743"/>
              <a:gd name="connsiteX20" fmla="*/ 155694 w 340091"/>
              <a:gd name="connsiteY20" fmla="*/ 195297 h 340743"/>
              <a:gd name="connsiteX21" fmla="*/ 207769 w 340091"/>
              <a:gd name="connsiteY21" fmla="*/ 195297 h 340743"/>
              <a:gd name="connsiteX22" fmla="*/ 215547 w 340091"/>
              <a:gd name="connsiteY22" fmla="*/ 187486 h 340743"/>
              <a:gd name="connsiteX23" fmla="*/ 207769 w 340091"/>
              <a:gd name="connsiteY23" fmla="*/ 179676 h 340743"/>
              <a:gd name="connsiteX24" fmla="*/ 171155 w 340091"/>
              <a:gd name="connsiteY24" fmla="*/ 179676 h 340743"/>
              <a:gd name="connsiteX25" fmla="*/ 217539 w 340091"/>
              <a:gd name="connsiteY25" fmla="*/ 133099 h 340743"/>
              <a:gd name="connsiteX26" fmla="*/ 239166 w 340091"/>
              <a:gd name="connsiteY26" fmla="*/ 133099 h 340743"/>
              <a:gd name="connsiteX27" fmla="*/ 246849 w 340091"/>
              <a:gd name="connsiteY27" fmla="*/ 125193 h 340743"/>
              <a:gd name="connsiteX28" fmla="*/ 239166 w 340091"/>
              <a:gd name="connsiteY28" fmla="*/ 117287 h 340743"/>
              <a:gd name="connsiteX29" fmla="*/ 223799 w 340091"/>
              <a:gd name="connsiteY29" fmla="*/ 117287 h 340743"/>
              <a:gd name="connsiteX30" fmla="*/ 223799 w 340091"/>
              <a:gd name="connsiteY30" fmla="*/ 101571 h 340743"/>
              <a:gd name="connsiteX31" fmla="*/ 216116 w 340091"/>
              <a:gd name="connsiteY31" fmla="*/ 93665 h 340743"/>
              <a:gd name="connsiteX32" fmla="*/ 208433 w 340091"/>
              <a:gd name="connsiteY32" fmla="*/ 101571 h 340743"/>
              <a:gd name="connsiteX33" fmla="*/ 208433 w 340091"/>
              <a:gd name="connsiteY33" fmla="*/ 118811 h 340743"/>
              <a:gd name="connsiteX34" fmla="*/ 161195 w 340091"/>
              <a:gd name="connsiteY34" fmla="*/ 166246 h 340743"/>
              <a:gd name="connsiteX35" fmla="*/ 161195 w 340091"/>
              <a:gd name="connsiteY35" fmla="*/ 133003 h 340743"/>
              <a:gd name="connsiteX36" fmla="*/ 153417 w 340091"/>
              <a:gd name="connsiteY36" fmla="*/ 125193 h 340743"/>
              <a:gd name="connsiteX37" fmla="*/ 145639 w 340091"/>
              <a:gd name="connsiteY37" fmla="*/ 133003 h 340743"/>
              <a:gd name="connsiteX38" fmla="*/ 145639 w 340091"/>
              <a:gd name="connsiteY38" fmla="*/ 181771 h 340743"/>
              <a:gd name="connsiteX39" fmla="*/ 99255 w 340091"/>
              <a:gd name="connsiteY39" fmla="*/ 228349 h 340743"/>
              <a:gd name="connsiteX40" fmla="*/ 99255 w 340091"/>
              <a:gd name="connsiteY40" fmla="*/ 171484 h 340743"/>
              <a:gd name="connsiteX41" fmla="*/ 91477 w 340091"/>
              <a:gd name="connsiteY41" fmla="*/ 163674 h 340743"/>
              <a:gd name="connsiteX42" fmla="*/ 83699 w 340091"/>
              <a:gd name="connsiteY42" fmla="*/ 171484 h 340743"/>
              <a:gd name="connsiteX43" fmla="*/ 83699 w 340091"/>
              <a:gd name="connsiteY43" fmla="*/ 243874 h 340743"/>
              <a:gd name="connsiteX44" fmla="*/ 42816 w 340091"/>
              <a:gd name="connsiteY44" fmla="*/ 284927 h 340743"/>
              <a:gd name="connsiteX45" fmla="*/ 25363 w 340091"/>
              <a:gd name="connsiteY45" fmla="*/ 158721 h 340743"/>
              <a:gd name="connsiteX46" fmla="*/ 323207 w 340091"/>
              <a:gd name="connsiteY46" fmla="*/ 17179 h 340743"/>
              <a:gd name="connsiteX47" fmla="*/ 182063 w 340091"/>
              <a:gd name="connsiteY47" fmla="*/ 314455 h 340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40091" h="340743">
                <a:moveTo>
                  <a:pt x="337530" y="1844"/>
                </a:moveTo>
                <a:cubicBezTo>
                  <a:pt x="336202" y="511"/>
                  <a:pt x="333641" y="-728"/>
                  <a:pt x="331080" y="511"/>
                </a:cubicBezTo>
                <a:cubicBezTo>
                  <a:pt x="320741" y="1844"/>
                  <a:pt x="68237" y="30419"/>
                  <a:pt x="11230" y="151101"/>
                </a:cubicBezTo>
                <a:cubicBezTo>
                  <a:pt x="-8690" y="194725"/>
                  <a:pt x="-2240" y="243208"/>
                  <a:pt x="31624" y="296452"/>
                </a:cubicBezTo>
                <a:lnTo>
                  <a:pt x="22707" y="305406"/>
                </a:lnTo>
                <a:cubicBezTo>
                  <a:pt x="20146" y="309311"/>
                  <a:pt x="20146" y="314455"/>
                  <a:pt x="22707" y="317122"/>
                </a:cubicBezTo>
                <a:cubicBezTo>
                  <a:pt x="25268" y="318455"/>
                  <a:pt x="26596" y="319693"/>
                  <a:pt x="29157" y="319693"/>
                </a:cubicBezTo>
                <a:cubicBezTo>
                  <a:pt x="30485" y="319693"/>
                  <a:pt x="33046" y="318360"/>
                  <a:pt x="34374" y="317122"/>
                </a:cubicBezTo>
                <a:lnTo>
                  <a:pt x="42532" y="308930"/>
                </a:lnTo>
                <a:cubicBezTo>
                  <a:pt x="76774" y="329980"/>
                  <a:pt x="108646" y="340744"/>
                  <a:pt x="138145" y="340744"/>
                </a:cubicBezTo>
                <a:cubicBezTo>
                  <a:pt x="154935" y="340744"/>
                  <a:pt x="171819" y="336838"/>
                  <a:pt x="188608" y="329028"/>
                </a:cubicBezTo>
                <a:cubicBezTo>
                  <a:pt x="309074" y="271878"/>
                  <a:pt x="338858" y="20037"/>
                  <a:pt x="340091" y="8321"/>
                </a:cubicBezTo>
                <a:cubicBezTo>
                  <a:pt x="340091" y="5749"/>
                  <a:pt x="338763" y="4416"/>
                  <a:pt x="337530" y="1844"/>
                </a:cubicBezTo>
                <a:close/>
                <a:moveTo>
                  <a:pt x="182158" y="314740"/>
                </a:moveTo>
                <a:cubicBezTo>
                  <a:pt x="145070" y="332076"/>
                  <a:pt x="102195" y="325694"/>
                  <a:pt x="54484" y="296929"/>
                </a:cubicBezTo>
                <a:cubicBezTo>
                  <a:pt x="63210" y="288166"/>
                  <a:pt x="75731" y="275593"/>
                  <a:pt x="93753" y="257495"/>
                </a:cubicBezTo>
                <a:lnTo>
                  <a:pt x="169353" y="257495"/>
                </a:lnTo>
                <a:cubicBezTo>
                  <a:pt x="173242" y="257495"/>
                  <a:pt x="177131" y="253590"/>
                  <a:pt x="177131" y="249685"/>
                </a:cubicBezTo>
                <a:cubicBezTo>
                  <a:pt x="177131" y="244446"/>
                  <a:pt x="173242" y="241874"/>
                  <a:pt x="169353" y="241874"/>
                </a:cubicBezTo>
                <a:lnTo>
                  <a:pt x="109310" y="241874"/>
                </a:lnTo>
                <a:cubicBezTo>
                  <a:pt x="122400" y="228730"/>
                  <a:pt x="137671" y="213394"/>
                  <a:pt x="155694" y="195297"/>
                </a:cubicBezTo>
                <a:lnTo>
                  <a:pt x="207769" y="195297"/>
                </a:lnTo>
                <a:cubicBezTo>
                  <a:pt x="211658" y="195297"/>
                  <a:pt x="215547" y="191392"/>
                  <a:pt x="215547" y="187486"/>
                </a:cubicBezTo>
                <a:cubicBezTo>
                  <a:pt x="215547" y="182343"/>
                  <a:pt x="211658" y="179676"/>
                  <a:pt x="207769" y="179676"/>
                </a:cubicBezTo>
                <a:lnTo>
                  <a:pt x="171155" y="179676"/>
                </a:lnTo>
                <a:cubicBezTo>
                  <a:pt x="185099" y="165674"/>
                  <a:pt x="200560" y="150148"/>
                  <a:pt x="217539" y="133099"/>
                </a:cubicBezTo>
                <a:lnTo>
                  <a:pt x="239166" y="133099"/>
                </a:lnTo>
                <a:cubicBezTo>
                  <a:pt x="242960" y="133099"/>
                  <a:pt x="246849" y="129193"/>
                  <a:pt x="246849" y="125193"/>
                </a:cubicBezTo>
                <a:cubicBezTo>
                  <a:pt x="246849" y="119954"/>
                  <a:pt x="243055" y="117287"/>
                  <a:pt x="239166" y="117287"/>
                </a:cubicBezTo>
                <a:lnTo>
                  <a:pt x="223799" y="117287"/>
                </a:lnTo>
                <a:lnTo>
                  <a:pt x="223799" y="101571"/>
                </a:lnTo>
                <a:cubicBezTo>
                  <a:pt x="223799" y="96332"/>
                  <a:pt x="220005" y="93665"/>
                  <a:pt x="216116" y="93665"/>
                </a:cubicBezTo>
                <a:cubicBezTo>
                  <a:pt x="210994" y="93665"/>
                  <a:pt x="208433" y="96332"/>
                  <a:pt x="208433" y="101571"/>
                </a:cubicBezTo>
                <a:lnTo>
                  <a:pt x="208433" y="118811"/>
                </a:lnTo>
                <a:cubicBezTo>
                  <a:pt x="206536" y="120716"/>
                  <a:pt x="197999" y="129289"/>
                  <a:pt x="161195" y="166246"/>
                </a:cubicBezTo>
                <a:lnTo>
                  <a:pt x="161195" y="133003"/>
                </a:lnTo>
                <a:cubicBezTo>
                  <a:pt x="161195" y="127860"/>
                  <a:pt x="157306" y="125193"/>
                  <a:pt x="153417" y="125193"/>
                </a:cubicBezTo>
                <a:cubicBezTo>
                  <a:pt x="148295" y="125193"/>
                  <a:pt x="145639" y="127765"/>
                  <a:pt x="145639" y="133003"/>
                </a:cubicBezTo>
                <a:lnTo>
                  <a:pt x="145639" y="181771"/>
                </a:lnTo>
                <a:cubicBezTo>
                  <a:pt x="132928" y="194535"/>
                  <a:pt x="117657" y="209870"/>
                  <a:pt x="99255" y="228349"/>
                </a:cubicBezTo>
                <a:lnTo>
                  <a:pt x="99255" y="171484"/>
                </a:lnTo>
                <a:cubicBezTo>
                  <a:pt x="99255" y="166246"/>
                  <a:pt x="95366" y="163674"/>
                  <a:pt x="91477" y="163674"/>
                </a:cubicBezTo>
                <a:cubicBezTo>
                  <a:pt x="86260" y="163674"/>
                  <a:pt x="83699" y="166246"/>
                  <a:pt x="83699" y="171484"/>
                </a:cubicBezTo>
                <a:lnTo>
                  <a:pt x="83699" y="243874"/>
                </a:lnTo>
                <a:cubicBezTo>
                  <a:pt x="71368" y="256257"/>
                  <a:pt x="57709" y="269973"/>
                  <a:pt x="42816" y="284927"/>
                </a:cubicBezTo>
                <a:cubicBezTo>
                  <a:pt x="14360" y="237302"/>
                  <a:pt x="8194" y="194440"/>
                  <a:pt x="25363" y="158721"/>
                </a:cubicBezTo>
                <a:cubicBezTo>
                  <a:pt x="73265" y="57470"/>
                  <a:pt x="275305" y="23656"/>
                  <a:pt x="323207" y="17179"/>
                </a:cubicBezTo>
                <a:cubicBezTo>
                  <a:pt x="316757" y="63947"/>
                  <a:pt x="281756" y="267782"/>
                  <a:pt x="182063" y="31445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0" name="Graphic 136">
            <a:extLst>
              <a:ext uri="{FF2B5EF4-FFF2-40B4-BE49-F238E27FC236}">
                <a16:creationId xmlns:a16="http://schemas.microsoft.com/office/drawing/2014/main" id="{36F38504-B9A5-7983-E2CA-BEB89D16C1EC}"/>
              </a:ext>
            </a:extLst>
          </p:cNvPr>
          <p:cNvSpPr/>
          <p:nvPr/>
        </p:nvSpPr>
        <p:spPr>
          <a:xfrm>
            <a:off x="7133641" y="1470065"/>
            <a:ext cx="453243" cy="454112"/>
          </a:xfrm>
          <a:custGeom>
            <a:avLst/>
            <a:gdLst>
              <a:gd name="connsiteX0" fmla="*/ 337530 w 340091"/>
              <a:gd name="connsiteY0" fmla="*/ 1844 h 340743"/>
              <a:gd name="connsiteX1" fmla="*/ 331080 w 340091"/>
              <a:gd name="connsiteY1" fmla="*/ 511 h 340743"/>
              <a:gd name="connsiteX2" fmla="*/ 11230 w 340091"/>
              <a:gd name="connsiteY2" fmla="*/ 151101 h 340743"/>
              <a:gd name="connsiteX3" fmla="*/ 31624 w 340091"/>
              <a:gd name="connsiteY3" fmla="*/ 296452 h 340743"/>
              <a:gd name="connsiteX4" fmla="*/ 22707 w 340091"/>
              <a:gd name="connsiteY4" fmla="*/ 305406 h 340743"/>
              <a:gd name="connsiteX5" fmla="*/ 22707 w 340091"/>
              <a:gd name="connsiteY5" fmla="*/ 317122 h 340743"/>
              <a:gd name="connsiteX6" fmla="*/ 29157 w 340091"/>
              <a:gd name="connsiteY6" fmla="*/ 319693 h 340743"/>
              <a:gd name="connsiteX7" fmla="*/ 34374 w 340091"/>
              <a:gd name="connsiteY7" fmla="*/ 317122 h 340743"/>
              <a:gd name="connsiteX8" fmla="*/ 42532 w 340091"/>
              <a:gd name="connsiteY8" fmla="*/ 308930 h 340743"/>
              <a:gd name="connsiteX9" fmla="*/ 138145 w 340091"/>
              <a:gd name="connsiteY9" fmla="*/ 340744 h 340743"/>
              <a:gd name="connsiteX10" fmla="*/ 188608 w 340091"/>
              <a:gd name="connsiteY10" fmla="*/ 329028 h 340743"/>
              <a:gd name="connsiteX11" fmla="*/ 340091 w 340091"/>
              <a:gd name="connsiteY11" fmla="*/ 8321 h 340743"/>
              <a:gd name="connsiteX12" fmla="*/ 337530 w 340091"/>
              <a:gd name="connsiteY12" fmla="*/ 1844 h 340743"/>
              <a:gd name="connsiteX13" fmla="*/ 182158 w 340091"/>
              <a:gd name="connsiteY13" fmla="*/ 314740 h 340743"/>
              <a:gd name="connsiteX14" fmla="*/ 54484 w 340091"/>
              <a:gd name="connsiteY14" fmla="*/ 296929 h 340743"/>
              <a:gd name="connsiteX15" fmla="*/ 93753 w 340091"/>
              <a:gd name="connsiteY15" fmla="*/ 257495 h 340743"/>
              <a:gd name="connsiteX16" fmla="*/ 169353 w 340091"/>
              <a:gd name="connsiteY16" fmla="*/ 257495 h 340743"/>
              <a:gd name="connsiteX17" fmla="*/ 177131 w 340091"/>
              <a:gd name="connsiteY17" fmla="*/ 249685 h 340743"/>
              <a:gd name="connsiteX18" fmla="*/ 169353 w 340091"/>
              <a:gd name="connsiteY18" fmla="*/ 241874 h 340743"/>
              <a:gd name="connsiteX19" fmla="*/ 109310 w 340091"/>
              <a:gd name="connsiteY19" fmla="*/ 241874 h 340743"/>
              <a:gd name="connsiteX20" fmla="*/ 155694 w 340091"/>
              <a:gd name="connsiteY20" fmla="*/ 195297 h 340743"/>
              <a:gd name="connsiteX21" fmla="*/ 207769 w 340091"/>
              <a:gd name="connsiteY21" fmla="*/ 195297 h 340743"/>
              <a:gd name="connsiteX22" fmla="*/ 215547 w 340091"/>
              <a:gd name="connsiteY22" fmla="*/ 187486 h 340743"/>
              <a:gd name="connsiteX23" fmla="*/ 207769 w 340091"/>
              <a:gd name="connsiteY23" fmla="*/ 179676 h 340743"/>
              <a:gd name="connsiteX24" fmla="*/ 171155 w 340091"/>
              <a:gd name="connsiteY24" fmla="*/ 179676 h 340743"/>
              <a:gd name="connsiteX25" fmla="*/ 217539 w 340091"/>
              <a:gd name="connsiteY25" fmla="*/ 133099 h 340743"/>
              <a:gd name="connsiteX26" fmla="*/ 239166 w 340091"/>
              <a:gd name="connsiteY26" fmla="*/ 133099 h 340743"/>
              <a:gd name="connsiteX27" fmla="*/ 246849 w 340091"/>
              <a:gd name="connsiteY27" fmla="*/ 125193 h 340743"/>
              <a:gd name="connsiteX28" fmla="*/ 239166 w 340091"/>
              <a:gd name="connsiteY28" fmla="*/ 117287 h 340743"/>
              <a:gd name="connsiteX29" fmla="*/ 223799 w 340091"/>
              <a:gd name="connsiteY29" fmla="*/ 117287 h 340743"/>
              <a:gd name="connsiteX30" fmla="*/ 223799 w 340091"/>
              <a:gd name="connsiteY30" fmla="*/ 101571 h 340743"/>
              <a:gd name="connsiteX31" fmla="*/ 216116 w 340091"/>
              <a:gd name="connsiteY31" fmla="*/ 93665 h 340743"/>
              <a:gd name="connsiteX32" fmla="*/ 208433 w 340091"/>
              <a:gd name="connsiteY32" fmla="*/ 101571 h 340743"/>
              <a:gd name="connsiteX33" fmla="*/ 208433 w 340091"/>
              <a:gd name="connsiteY33" fmla="*/ 118811 h 340743"/>
              <a:gd name="connsiteX34" fmla="*/ 161195 w 340091"/>
              <a:gd name="connsiteY34" fmla="*/ 166246 h 340743"/>
              <a:gd name="connsiteX35" fmla="*/ 161195 w 340091"/>
              <a:gd name="connsiteY35" fmla="*/ 133003 h 340743"/>
              <a:gd name="connsiteX36" fmla="*/ 153417 w 340091"/>
              <a:gd name="connsiteY36" fmla="*/ 125193 h 340743"/>
              <a:gd name="connsiteX37" fmla="*/ 145639 w 340091"/>
              <a:gd name="connsiteY37" fmla="*/ 133003 h 340743"/>
              <a:gd name="connsiteX38" fmla="*/ 145639 w 340091"/>
              <a:gd name="connsiteY38" fmla="*/ 181771 h 340743"/>
              <a:gd name="connsiteX39" fmla="*/ 99255 w 340091"/>
              <a:gd name="connsiteY39" fmla="*/ 228349 h 340743"/>
              <a:gd name="connsiteX40" fmla="*/ 99255 w 340091"/>
              <a:gd name="connsiteY40" fmla="*/ 171484 h 340743"/>
              <a:gd name="connsiteX41" fmla="*/ 91477 w 340091"/>
              <a:gd name="connsiteY41" fmla="*/ 163674 h 340743"/>
              <a:gd name="connsiteX42" fmla="*/ 83699 w 340091"/>
              <a:gd name="connsiteY42" fmla="*/ 171484 h 340743"/>
              <a:gd name="connsiteX43" fmla="*/ 83699 w 340091"/>
              <a:gd name="connsiteY43" fmla="*/ 243874 h 340743"/>
              <a:gd name="connsiteX44" fmla="*/ 42816 w 340091"/>
              <a:gd name="connsiteY44" fmla="*/ 284927 h 340743"/>
              <a:gd name="connsiteX45" fmla="*/ 25363 w 340091"/>
              <a:gd name="connsiteY45" fmla="*/ 158721 h 340743"/>
              <a:gd name="connsiteX46" fmla="*/ 323207 w 340091"/>
              <a:gd name="connsiteY46" fmla="*/ 17179 h 340743"/>
              <a:gd name="connsiteX47" fmla="*/ 182063 w 340091"/>
              <a:gd name="connsiteY47" fmla="*/ 314455 h 340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40091" h="340743">
                <a:moveTo>
                  <a:pt x="337530" y="1844"/>
                </a:moveTo>
                <a:cubicBezTo>
                  <a:pt x="336202" y="511"/>
                  <a:pt x="333641" y="-728"/>
                  <a:pt x="331080" y="511"/>
                </a:cubicBezTo>
                <a:cubicBezTo>
                  <a:pt x="320741" y="1844"/>
                  <a:pt x="68237" y="30419"/>
                  <a:pt x="11230" y="151101"/>
                </a:cubicBezTo>
                <a:cubicBezTo>
                  <a:pt x="-8690" y="194725"/>
                  <a:pt x="-2240" y="243208"/>
                  <a:pt x="31624" y="296452"/>
                </a:cubicBezTo>
                <a:lnTo>
                  <a:pt x="22707" y="305406"/>
                </a:lnTo>
                <a:cubicBezTo>
                  <a:pt x="20146" y="309311"/>
                  <a:pt x="20146" y="314455"/>
                  <a:pt x="22707" y="317122"/>
                </a:cubicBezTo>
                <a:cubicBezTo>
                  <a:pt x="25268" y="318455"/>
                  <a:pt x="26596" y="319693"/>
                  <a:pt x="29157" y="319693"/>
                </a:cubicBezTo>
                <a:cubicBezTo>
                  <a:pt x="30485" y="319693"/>
                  <a:pt x="33046" y="318360"/>
                  <a:pt x="34374" y="317122"/>
                </a:cubicBezTo>
                <a:lnTo>
                  <a:pt x="42532" y="308930"/>
                </a:lnTo>
                <a:cubicBezTo>
                  <a:pt x="76774" y="329980"/>
                  <a:pt x="108646" y="340744"/>
                  <a:pt x="138145" y="340744"/>
                </a:cubicBezTo>
                <a:cubicBezTo>
                  <a:pt x="154935" y="340744"/>
                  <a:pt x="171819" y="336838"/>
                  <a:pt x="188608" y="329028"/>
                </a:cubicBezTo>
                <a:cubicBezTo>
                  <a:pt x="309074" y="271878"/>
                  <a:pt x="338858" y="20037"/>
                  <a:pt x="340091" y="8321"/>
                </a:cubicBezTo>
                <a:cubicBezTo>
                  <a:pt x="340091" y="5749"/>
                  <a:pt x="338763" y="4416"/>
                  <a:pt x="337530" y="1844"/>
                </a:cubicBezTo>
                <a:close/>
                <a:moveTo>
                  <a:pt x="182158" y="314740"/>
                </a:moveTo>
                <a:cubicBezTo>
                  <a:pt x="145070" y="332076"/>
                  <a:pt x="102195" y="325694"/>
                  <a:pt x="54484" y="296929"/>
                </a:cubicBezTo>
                <a:cubicBezTo>
                  <a:pt x="63210" y="288166"/>
                  <a:pt x="75731" y="275593"/>
                  <a:pt x="93753" y="257495"/>
                </a:cubicBezTo>
                <a:lnTo>
                  <a:pt x="169353" y="257495"/>
                </a:lnTo>
                <a:cubicBezTo>
                  <a:pt x="173242" y="257495"/>
                  <a:pt x="177131" y="253590"/>
                  <a:pt x="177131" y="249685"/>
                </a:cubicBezTo>
                <a:cubicBezTo>
                  <a:pt x="177131" y="244446"/>
                  <a:pt x="173242" y="241874"/>
                  <a:pt x="169353" y="241874"/>
                </a:cubicBezTo>
                <a:lnTo>
                  <a:pt x="109310" y="241874"/>
                </a:lnTo>
                <a:cubicBezTo>
                  <a:pt x="122400" y="228730"/>
                  <a:pt x="137671" y="213394"/>
                  <a:pt x="155694" y="195297"/>
                </a:cubicBezTo>
                <a:lnTo>
                  <a:pt x="207769" y="195297"/>
                </a:lnTo>
                <a:cubicBezTo>
                  <a:pt x="211658" y="195297"/>
                  <a:pt x="215547" y="191392"/>
                  <a:pt x="215547" y="187486"/>
                </a:cubicBezTo>
                <a:cubicBezTo>
                  <a:pt x="215547" y="182343"/>
                  <a:pt x="211658" y="179676"/>
                  <a:pt x="207769" y="179676"/>
                </a:cubicBezTo>
                <a:lnTo>
                  <a:pt x="171155" y="179676"/>
                </a:lnTo>
                <a:cubicBezTo>
                  <a:pt x="185099" y="165674"/>
                  <a:pt x="200560" y="150148"/>
                  <a:pt x="217539" y="133099"/>
                </a:cubicBezTo>
                <a:lnTo>
                  <a:pt x="239166" y="133099"/>
                </a:lnTo>
                <a:cubicBezTo>
                  <a:pt x="242960" y="133099"/>
                  <a:pt x="246849" y="129193"/>
                  <a:pt x="246849" y="125193"/>
                </a:cubicBezTo>
                <a:cubicBezTo>
                  <a:pt x="246849" y="119954"/>
                  <a:pt x="243055" y="117287"/>
                  <a:pt x="239166" y="117287"/>
                </a:cubicBezTo>
                <a:lnTo>
                  <a:pt x="223799" y="117287"/>
                </a:lnTo>
                <a:lnTo>
                  <a:pt x="223799" y="101571"/>
                </a:lnTo>
                <a:cubicBezTo>
                  <a:pt x="223799" y="96332"/>
                  <a:pt x="220005" y="93665"/>
                  <a:pt x="216116" y="93665"/>
                </a:cubicBezTo>
                <a:cubicBezTo>
                  <a:pt x="210994" y="93665"/>
                  <a:pt x="208433" y="96332"/>
                  <a:pt x="208433" y="101571"/>
                </a:cubicBezTo>
                <a:lnTo>
                  <a:pt x="208433" y="118811"/>
                </a:lnTo>
                <a:cubicBezTo>
                  <a:pt x="206536" y="120716"/>
                  <a:pt x="197999" y="129289"/>
                  <a:pt x="161195" y="166246"/>
                </a:cubicBezTo>
                <a:lnTo>
                  <a:pt x="161195" y="133003"/>
                </a:lnTo>
                <a:cubicBezTo>
                  <a:pt x="161195" y="127860"/>
                  <a:pt x="157306" y="125193"/>
                  <a:pt x="153417" y="125193"/>
                </a:cubicBezTo>
                <a:cubicBezTo>
                  <a:pt x="148295" y="125193"/>
                  <a:pt x="145639" y="127765"/>
                  <a:pt x="145639" y="133003"/>
                </a:cubicBezTo>
                <a:lnTo>
                  <a:pt x="145639" y="181771"/>
                </a:lnTo>
                <a:cubicBezTo>
                  <a:pt x="132928" y="194535"/>
                  <a:pt x="117657" y="209870"/>
                  <a:pt x="99255" y="228349"/>
                </a:cubicBezTo>
                <a:lnTo>
                  <a:pt x="99255" y="171484"/>
                </a:lnTo>
                <a:cubicBezTo>
                  <a:pt x="99255" y="166246"/>
                  <a:pt x="95366" y="163674"/>
                  <a:pt x="91477" y="163674"/>
                </a:cubicBezTo>
                <a:cubicBezTo>
                  <a:pt x="86260" y="163674"/>
                  <a:pt x="83699" y="166246"/>
                  <a:pt x="83699" y="171484"/>
                </a:cubicBezTo>
                <a:lnTo>
                  <a:pt x="83699" y="243874"/>
                </a:lnTo>
                <a:cubicBezTo>
                  <a:pt x="71368" y="256257"/>
                  <a:pt x="57709" y="269973"/>
                  <a:pt x="42816" y="284927"/>
                </a:cubicBezTo>
                <a:cubicBezTo>
                  <a:pt x="14360" y="237302"/>
                  <a:pt x="8194" y="194440"/>
                  <a:pt x="25363" y="158721"/>
                </a:cubicBezTo>
                <a:cubicBezTo>
                  <a:pt x="73265" y="57470"/>
                  <a:pt x="275305" y="23656"/>
                  <a:pt x="323207" y="17179"/>
                </a:cubicBezTo>
                <a:cubicBezTo>
                  <a:pt x="316757" y="63947"/>
                  <a:pt x="281756" y="267782"/>
                  <a:pt x="182063" y="31445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1" name="Graphic 136">
            <a:extLst>
              <a:ext uri="{FF2B5EF4-FFF2-40B4-BE49-F238E27FC236}">
                <a16:creationId xmlns:a16="http://schemas.microsoft.com/office/drawing/2014/main" id="{3B53411C-9E7F-3973-A9E0-56BBB86AD3E7}"/>
              </a:ext>
            </a:extLst>
          </p:cNvPr>
          <p:cNvSpPr/>
          <p:nvPr/>
        </p:nvSpPr>
        <p:spPr>
          <a:xfrm>
            <a:off x="7882941" y="1470065"/>
            <a:ext cx="453243" cy="454112"/>
          </a:xfrm>
          <a:custGeom>
            <a:avLst/>
            <a:gdLst>
              <a:gd name="connsiteX0" fmla="*/ 337530 w 340091"/>
              <a:gd name="connsiteY0" fmla="*/ 1844 h 340743"/>
              <a:gd name="connsiteX1" fmla="*/ 331080 w 340091"/>
              <a:gd name="connsiteY1" fmla="*/ 511 h 340743"/>
              <a:gd name="connsiteX2" fmla="*/ 11230 w 340091"/>
              <a:gd name="connsiteY2" fmla="*/ 151101 h 340743"/>
              <a:gd name="connsiteX3" fmla="*/ 31624 w 340091"/>
              <a:gd name="connsiteY3" fmla="*/ 296452 h 340743"/>
              <a:gd name="connsiteX4" fmla="*/ 22707 w 340091"/>
              <a:gd name="connsiteY4" fmla="*/ 305406 h 340743"/>
              <a:gd name="connsiteX5" fmla="*/ 22707 w 340091"/>
              <a:gd name="connsiteY5" fmla="*/ 317122 h 340743"/>
              <a:gd name="connsiteX6" fmla="*/ 29157 w 340091"/>
              <a:gd name="connsiteY6" fmla="*/ 319693 h 340743"/>
              <a:gd name="connsiteX7" fmla="*/ 34374 w 340091"/>
              <a:gd name="connsiteY7" fmla="*/ 317122 h 340743"/>
              <a:gd name="connsiteX8" fmla="*/ 42532 w 340091"/>
              <a:gd name="connsiteY8" fmla="*/ 308930 h 340743"/>
              <a:gd name="connsiteX9" fmla="*/ 138145 w 340091"/>
              <a:gd name="connsiteY9" fmla="*/ 340744 h 340743"/>
              <a:gd name="connsiteX10" fmla="*/ 188608 w 340091"/>
              <a:gd name="connsiteY10" fmla="*/ 329028 h 340743"/>
              <a:gd name="connsiteX11" fmla="*/ 340091 w 340091"/>
              <a:gd name="connsiteY11" fmla="*/ 8321 h 340743"/>
              <a:gd name="connsiteX12" fmla="*/ 337530 w 340091"/>
              <a:gd name="connsiteY12" fmla="*/ 1844 h 340743"/>
              <a:gd name="connsiteX13" fmla="*/ 182158 w 340091"/>
              <a:gd name="connsiteY13" fmla="*/ 314740 h 340743"/>
              <a:gd name="connsiteX14" fmla="*/ 54484 w 340091"/>
              <a:gd name="connsiteY14" fmla="*/ 296929 h 340743"/>
              <a:gd name="connsiteX15" fmla="*/ 93753 w 340091"/>
              <a:gd name="connsiteY15" fmla="*/ 257495 h 340743"/>
              <a:gd name="connsiteX16" fmla="*/ 169353 w 340091"/>
              <a:gd name="connsiteY16" fmla="*/ 257495 h 340743"/>
              <a:gd name="connsiteX17" fmla="*/ 177131 w 340091"/>
              <a:gd name="connsiteY17" fmla="*/ 249685 h 340743"/>
              <a:gd name="connsiteX18" fmla="*/ 169353 w 340091"/>
              <a:gd name="connsiteY18" fmla="*/ 241874 h 340743"/>
              <a:gd name="connsiteX19" fmla="*/ 109310 w 340091"/>
              <a:gd name="connsiteY19" fmla="*/ 241874 h 340743"/>
              <a:gd name="connsiteX20" fmla="*/ 155694 w 340091"/>
              <a:gd name="connsiteY20" fmla="*/ 195297 h 340743"/>
              <a:gd name="connsiteX21" fmla="*/ 207769 w 340091"/>
              <a:gd name="connsiteY21" fmla="*/ 195297 h 340743"/>
              <a:gd name="connsiteX22" fmla="*/ 215547 w 340091"/>
              <a:gd name="connsiteY22" fmla="*/ 187486 h 340743"/>
              <a:gd name="connsiteX23" fmla="*/ 207769 w 340091"/>
              <a:gd name="connsiteY23" fmla="*/ 179676 h 340743"/>
              <a:gd name="connsiteX24" fmla="*/ 171155 w 340091"/>
              <a:gd name="connsiteY24" fmla="*/ 179676 h 340743"/>
              <a:gd name="connsiteX25" fmla="*/ 217539 w 340091"/>
              <a:gd name="connsiteY25" fmla="*/ 133099 h 340743"/>
              <a:gd name="connsiteX26" fmla="*/ 239166 w 340091"/>
              <a:gd name="connsiteY26" fmla="*/ 133099 h 340743"/>
              <a:gd name="connsiteX27" fmla="*/ 246849 w 340091"/>
              <a:gd name="connsiteY27" fmla="*/ 125193 h 340743"/>
              <a:gd name="connsiteX28" fmla="*/ 239166 w 340091"/>
              <a:gd name="connsiteY28" fmla="*/ 117287 h 340743"/>
              <a:gd name="connsiteX29" fmla="*/ 223799 w 340091"/>
              <a:gd name="connsiteY29" fmla="*/ 117287 h 340743"/>
              <a:gd name="connsiteX30" fmla="*/ 223799 w 340091"/>
              <a:gd name="connsiteY30" fmla="*/ 101571 h 340743"/>
              <a:gd name="connsiteX31" fmla="*/ 216116 w 340091"/>
              <a:gd name="connsiteY31" fmla="*/ 93665 h 340743"/>
              <a:gd name="connsiteX32" fmla="*/ 208433 w 340091"/>
              <a:gd name="connsiteY32" fmla="*/ 101571 h 340743"/>
              <a:gd name="connsiteX33" fmla="*/ 208433 w 340091"/>
              <a:gd name="connsiteY33" fmla="*/ 118811 h 340743"/>
              <a:gd name="connsiteX34" fmla="*/ 161195 w 340091"/>
              <a:gd name="connsiteY34" fmla="*/ 166246 h 340743"/>
              <a:gd name="connsiteX35" fmla="*/ 161195 w 340091"/>
              <a:gd name="connsiteY35" fmla="*/ 133003 h 340743"/>
              <a:gd name="connsiteX36" fmla="*/ 153417 w 340091"/>
              <a:gd name="connsiteY36" fmla="*/ 125193 h 340743"/>
              <a:gd name="connsiteX37" fmla="*/ 145639 w 340091"/>
              <a:gd name="connsiteY37" fmla="*/ 133003 h 340743"/>
              <a:gd name="connsiteX38" fmla="*/ 145639 w 340091"/>
              <a:gd name="connsiteY38" fmla="*/ 181771 h 340743"/>
              <a:gd name="connsiteX39" fmla="*/ 99255 w 340091"/>
              <a:gd name="connsiteY39" fmla="*/ 228349 h 340743"/>
              <a:gd name="connsiteX40" fmla="*/ 99255 w 340091"/>
              <a:gd name="connsiteY40" fmla="*/ 171484 h 340743"/>
              <a:gd name="connsiteX41" fmla="*/ 91477 w 340091"/>
              <a:gd name="connsiteY41" fmla="*/ 163674 h 340743"/>
              <a:gd name="connsiteX42" fmla="*/ 83699 w 340091"/>
              <a:gd name="connsiteY42" fmla="*/ 171484 h 340743"/>
              <a:gd name="connsiteX43" fmla="*/ 83699 w 340091"/>
              <a:gd name="connsiteY43" fmla="*/ 243874 h 340743"/>
              <a:gd name="connsiteX44" fmla="*/ 42816 w 340091"/>
              <a:gd name="connsiteY44" fmla="*/ 284927 h 340743"/>
              <a:gd name="connsiteX45" fmla="*/ 25363 w 340091"/>
              <a:gd name="connsiteY45" fmla="*/ 158721 h 340743"/>
              <a:gd name="connsiteX46" fmla="*/ 323207 w 340091"/>
              <a:gd name="connsiteY46" fmla="*/ 17179 h 340743"/>
              <a:gd name="connsiteX47" fmla="*/ 182063 w 340091"/>
              <a:gd name="connsiteY47" fmla="*/ 314455 h 340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40091" h="340743">
                <a:moveTo>
                  <a:pt x="337530" y="1844"/>
                </a:moveTo>
                <a:cubicBezTo>
                  <a:pt x="336202" y="511"/>
                  <a:pt x="333641" y="-728"/>
                  <a:pt x="331080" y="511"/>
                </a:cubicBezTo>
                <a:cubicBezTo>
                  <a:pt x="320741" y="1844"/>
                  <a:pt x="68237" y="30419"/>
                  <a:pt x="11230" y="151101"/>
                </a:cubicBezTo>
                <a:cubicBezTo>
                  <a:pt x="-8690" y="194725"/>
                  <a:pt x="-2240" y="243208"/>
                  <a:pt x="31624" y="296452"/>
                </a:cubicBezTo>
                <a:lnTo>
                  <a:pt x="22707" y="305406"/>
                </a:lnTo>
                <a:cubicBezTo>
                  <a:pt x="20146" y="309311"/>
                  <a:pt x="20146" y="314455"/>
                  <a:pt x="22707" y="317122"/>
                </a:cubicBezTo>
                <a:cubicBezTo>
                  <a:pt x="25268" y="318455"/>
                  <a:pt x="26596" y="319693"/>
                  <a:pt x="29157" y="319693"/>
                </a:cubicBezTo>
                <a:cubicBezTo>
                  <a:pt x="30485" y="319693"/>
                  <a:pt x="33046" y="318360"/>
                  <a:pt x="34374" y="317122"/>
                </a:cubicBezTo>
                <a:lnTo>
                  <a:pt x="42532" y="308930"/>
                </a:lnTo>
                <a:cubicBezTo>
                  <a:pt x="76774" y="329980"/>
                  <a:pt x="108646" y="340744"/>
                  <a:pt x="138145" y="340744"/>
                </a:cubicBezTo>
                <a:cubicBezTo>
                  <a:pt x="154935" y="340744"/>
                  <a:pt x="171819" y="336838"/>
                  <a:pt x="188608" y="329028"/>
                </a:cubicBezTo>
                <a:cubicBezTo>
                  <a:pt x="309074" y="271878"/>
                  <a:pt x="338858" y="20037"/>
                  <a:pt x="340091" y="8321"/>
                </a:cubicBezTo>
                <a:cubicBezTo>
                  <a:pt x="340091" y="5749"/>
                  <a:pt x="338763" y="4416"/>
                  <a:pt x="337530" y="1844"/>
                </a:cubicBezTo>
                <a:close/>
                <a:moveTo>
                  <a:pt x="182158" y="314740"/>
                </a:moveTo>
                <a:cubicBezTo>
                  <a:pt x="145070" y="332076"/>
                  <a:pt x="102195" y="325694"/>
                  <a:pt x="54484" y="296929"/>
                </a:cubicBezTo>
                <a:cubicBezTo>
                  <a:pt x="63210" y="288166"/>
                  <a:pt x="75731" y="275593"/>
                  <a:pt x="93753" y="257495"/>
                </a:cubicBezTo>
                <a:lnTo>
                  <a:pt x="169353" y="257495"/>
                </a:lnTo>
                <a:cubicBezTo>
                  <a:pt x="173242" y="257495"/>
                  <a:pt x="177131" y="253590"/>
                  <a:pt x="177131" y="249685"/>
                </a:cubicBezTo>
                <a:cubicBezTo>
                  <a:pt x="177131" y="244446"/>
                  <a:pt x="173242" y="241874"/>
                  <a:pt x="169353" y="241874"/>
                </a:cubicBezTo>
                <a:lnTo>
                  <a:pt x="109310" y="241874"/>
                </a:lnTo>
                <a:cubicBezTo>
                  <a:pt x="122400" y="228730"/>
                  <a:pt x="137671" y="213394"/>
                  <a:pt x="155694" y="195297"/>
                </a:cubicBezTo>
                <a:lnTo>
                  <a:pt x="207769" y="195297"/>
                </a:lnTo>
                <a:cubicBezTo>
                  <a:pt x="211658" y="195297"/>
                  <a:pt x="215547" y="191392"/>
                  <a:pt x="215547" y="187486"/>
                </a:cubicBezTo>
                <a:cubicBezTo>
                  <a:pt x="215547" y="182343"/>
                  <a:pt x="211658" y="179676"/>
                  <a:pt x="207769" y="179676"/>
                </a:cubicBezTo>
                <a:lnTo>
                  <a:pt x="171155" y="179676"/>
                </a:lnTo>
                <a:cubicBezTo>
                  <a:pt x="185099" y="165674"/>
                  <a:pt x="200560" y="150148"/>
                  <a:pt x="217539" y="133099"/>
                </a:cubicBezTo>
                <a:lnTo>
                  <a:pt x="239166" y="133099"/>
                </a:lnTo>
                <a:cubicBezTo>
                  <a:pt x="242960" y="133099"/>
                  <a:pt x="246849" y="129193"/>
                  <a:pt x="246849" y="125193"/>
                </a:cubicBezTo>
                <a:cubicBezTo>
                  <a:pt x="246849" y="119954"/>
                  <a:pt x="243055" y="117287"/>
                  <a:pt x="239166" y="117287"/>
                </a:cubicBezTo>
                <a:lnTo>
                  <a:pt x="223799" y="117287"/>
                </a:lnTo>
                <a:lnTo>
                  <a:pt x="223799" y="101571"/>
                </a:lnTo>
                <a:cubicBezTo>
                  <a:pt x="223799" y="96332"/>
                  <a:pt x="220005" y="93665"/>
                  <a:pt x="216116" y="93665"/>
                </a:cubicBezTo>
                <a:cubicBezTo>
                  <a:pt x="210994" y="93665"/>
                  <a:pt x="208433" y="96332"/>
                  <a:pt x="208433" y="101571"/>
                </a:cubicBezTo>
                <a:lnTo>
                  <a:pt x="208433" y="118811"/>
                </a:lnTo>
                <a:cubicBezTo>
                  <a:pt x="206536" y="120716"/>
                  <a:pt x="197999" y="129289"/>
                  <a:pt x="161195" y="166246"/>
                </a:cubicBezTo>
                <a:lnTo>
                  <a:pt x="161195" y="133003"/>
                </a:lnTo>
                <a:cubicBezTo>
                  <a:pt x="161195" y="127860"/>
                  <a:pt x="157306" y="125193"/>
                  <a:pt x="153417" y="125193"/>
                </a:cubicBezTo>
                <a:cubicBezTo>
                  <a:pt x="148295" y="125193"/>
                  <a:pt x="145639" y="127765"/>
                  <a:pt x="145639" y="133003"/>
                </a:cubicBezTo>
                <a:lnTo>
                  <a:pt x="145639" y="181771"/>
                </a:lnTo>
                <a:cubicBezTo>
                  <a:pt x="132928" y="194535"/>
                  <a:pt x="117657" y="209870"/>
                  <a:pt x="99255" y="228349"/>
                </a:cubicBezTo>
                <a:lnTo>
                  <a:pt x="99255" y="171484"/>
                </a:lnTo>
                <a:cubicBezTo>
                  <a:pt x="99255" y="166246"/>
                  <a:pt x="95366" y="163674"/>
                  <a:pt x="91477" y="163674"/>
                </a:cubicBezTo>
                <a:cubicBezTo>
                  <a:pt x="86260" y="163674"/>
                  <a:pt x="83699" y="166246"/>
                  <a:pt x="83699" y="171484"/>
                </a:cubicBezTo>
                <a:lnTo>
                  <a:pt x="83699" y="243874"/>
                </a:lnTo>
                <a:cubicBezTo>
                  <a:pt x="71368" y="256257"/>
                  <a:pt x="57709" y="269973"/>
                  <a:pt x="42816" y="284927"/>
                </a:cubicBezTo>
                <a:cubicBezTo>
                  <a:pt x="14360" y="237302"/>
                  <a:pt x="8194" y="194440"/>
                  <a:pt x="25363" y="158721"/>
                </a:cubicBezTo>
                <a:cubicBezTo>
                  <a:pt x="73265" y="57470"/>
                  <a:pt x="275305" y="23656"/>
                  <a:pt x="323207" y="17179"/>
                </a:cubicBezTo>
                <a:cubicBezTo>
                  <a:pt x="316757" y="63947"/>
                  <a:pt x="281756" y="267782"/>
                  <a:pt x="182063" y="31445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8" name="Graphic 142">
            <a:extLst>
              <a:ext uri="{FF2B5EF4-FFF2-40B4-BE49-F238E27FC236}">
                <a16:creationId xmlns:a16="http://schemas.microsoft.com/office/drawing/2014/main" id="{DE09F376-5BBD-DDD0-DA11-380FE2CC1327}"/>
              </a:ext>
            </a:extLst>
          </p:cNvPr>
          <p:cNvSpPr/>
          <p:nvPr/>
        </p:nvSpPr>
        <p:spPr>
          <a:xfrm>
            <a:off x="8825453" y="789532"/>
            <a:ext cx="374014" cy="502497"/>
          </a:xfrm>
          <a:custGeom>
            <a:avLst/>
            <a:gdLst>
              <a:gd name="connsiteX0" fmla="*/ 61940 w 279062"/>
              <a:gd name="connsiteY0" fmla="*/ 336447 h 374927"/>
              <a:gd name="connsiteX1" fmla="*/ 54162 w 279062"/>
              <a:gd name="connsiteY1" fmla="*/ 344257 h 374927"/>
              <a:gd name="connsiteX2" fmla="*/ 0 w 279062"/>
              <a:gd name="connsiteY2" fmla="*/ 289679 h 374927"/>
              <a:gd name="connsiteX3" fmla="*/ 0 w 279062"/>
              <a:gd name="connsiteY3" fmla="*/ 87082 h 374927"/>
              <a:gd name="connsiteX4" fmla="*/ 54162 w 279062"/>
              <a:gd name="connsiteY4" fmla="*/ 32504 h 374927"/>
              <a:gd name="connsiteX5" fmla="*/ 160589 w 279062"/>
              <a:gd name="connsiteY5" fmla="*/ 32504 h 374927"/>
              <a:gd name="connsiteX6" fmla="*/ 141618 w 279062"/>
              <a:gd name="connsiteY6" fmla="*/ 13645 h 374927"/>
              <a:gd name="connsiteX7" fmla="*/ 141618 w 279062"/>
              <a:gd name="connsiteY7" fmla="*/ 1929 h 374927"/>
              <a:gd name="connsiteX8" fmla="*/ 152052 w 279062"/>
              <a:gd name="connsiteY8" fmla="*/ 1929 h 374927"/>
              <a:gd name="connsiteX9" fmla="*/ 183449 w 279062"/>
              <a:gd name="connsiteY9" fmla="*/ 33266 h 374927"/>
              <a:gd name="connsiteX10" fmla="*/ 184493 w 279062"/>
              <a:gd name="connsiteY10" fmla="*/ 43839 h 374927"/>
              <a:gd name="connsiteX11" fmla="*/ 181552 w 279062"/>
              <a:gd name="connsiteY11" fmla="*/ 46887 h 374927"/>
              <a:gd name="connsiteX12" fmla="*/ 152052 w 279062"/>
              <a:gd name="connsiteY12" fmla="*/ 76414 h 374927"/>
              <a:gd name="connsiteX13" fmla="*/ 146835 w 279062"/>
              <a:gd name="connsiteY13" fmla="*/ 78986 h 374927"/>
              <a:gd name="connsiteX14" fmla="*/ 141618 w 279062"/>
              <a:gd name="connsiteY14" fmla="*/ 76414 h 374927"/>
              <a:gd name="connsiteX15" fmla="*/ 141618 w 279062"/>
              <a:gd name="connsiteY15" fmla="*/ 64699 h 374927"/>
              <a:gd name="connsiteX16" fmla="*/ 158977 w 279062"/>
              <a:gd name="connsiteY16" fmla="*/ 48220 h 374927"/>
              <a:gd name="connsiteX17" fmla="*/ 54162 w 279062"/>
              <a:gd name="connsiteY17" fmla="*/ 48220 h 374927"/>
              <a:gd name="connsiteX18" fmla="*/ 15461 w 279062"/>
              <a:gd name="connsiteY18" fmla="*/ 87178 h 374927"/>
              <a:gd name="connsiteX19" fmla="*/ 15461 w 279062"/>
              <a:gd name="connsiteY19" fmla="*/ 289774 h 374927"/>
              <a:gd name="connsiteX20" fmla="*/ 54162 w 279062"/>
              <a:gd name="connsiteY20" fmla="*/ 328732 h 374927"/>
              <a:gd name="connsiteX21" fmla="*/ 61940 w 279062"/>
              <a:gd name="connsiteY21" fmla="*/ 336542 h 374927"/>
              <a:gd name="connsiteX22" fmla="*/ 224806 w 279062"/>
              <a:gd name="connsiteY22" fmla="*/ 32599 h 374927"/>
              <a:gd name="connsiteX23" fmla="*/ 217028 w 279062"/>
              <a:gd name="connsiteY23" fmla="*/ 40410 h 374927"/>
              <a:gd name="connsiteX24" fmla="*/ 224806 w 279062"/>
              <a:gd name="connsiteY24" fmla="*/ 48220 h 374927"/>
              <a:gd name="connsiteX25" fmla="*/ 263507 w 279062"/>
              <a:gd name="connsiteY25" fmla="*/ 87178 h 374927"/>
              <a:gd name="connsiteX26" fmla="*/ 263507 w 279062"/>
              <a:gd name="connsiteY26" fmla="*/ 289774 h 374927"/>
              <a:gd name="connsiteX27" fmla="*/ 224806 w 279062"/>
              <a:gd name="connsiteY27" fmla="*/ 328732 h 374927"/>
              <a:gd name="connsiteX28" fmla="*/ 119138 w 279062"/>
              <a:gd name="connsiteY28" fmla="*/ 328732 h 374927"/>
              <a:gd name="connsiteX29" fmla="*/ 136496 w 279062"/>
              <a:gd name="connsiteY29" fmla="*/ 310348 h 374927"/>
              <a:gd name="connsiteX30" fmla="*/ 136496 w 279062"/>
              <a:gd name="connsiteY30" fmla="*/ 298728 h 374927"/>
              <a:gd name="connsiteX31" fmla="*/ 126252 w 279062"/>
              <a:gd name="connsiteY31" fmla="*/ 298728 h 374927"/>
              <a:gd name="connsiteX32" fmla="*/ 95424 w 279062"/>
              <a:gd name="connsiteY32" fmla="*/ 329684 h 374927"/>
              <a:gd name="connsiteX33" fmla="*/ 95234 w 279062"/>
              <a:gd name="connsiteY33" fmla="*/ 341114 h 374927"/>
              <a:gd name="connsiteX34" fmla="*/ 96467 w 279062"/>
              <a:gd name="connsiteY34" fmla="*/ 342352 h 374927"/>
              <a:gd name="connsiteX35" fmla="*/ 126347 w 279062"/>
              <a:gd name="connsiteY35" fmla="*/ 372356 h 374927"/>
              <a:gd name="connsiteX36" fmla="*/ 131469 w 279062"/>
              <a:gd name="connsiteY36" fmla="*/ 374928 h 374927"/>
              <a:gd name="connsiteX37" fmla="*/ 136591 w 279062"/>
              <a:gd name="connsiteY37" fmla="*/ 372356 h 374927"/>
              <a:gd name="connsiteX38" fmla="*/ 136591 w 279062"/>
              <a:gd name="connsiteY38" fmla="*/ 360736 h 374927"/>
              <a:gd name="connsiteX39" fmla="*/ 120276 w 279062"/>
              <a:gd name="connsiteY39" fmla="*/ 344257 h 374927"/>
              <a:gd name="connsiteX40" fmla="*/ 224901 w 279062"/>
              <a:gd name="connsiteY40" fmla="*/ 344257 h 374927"/>
              <a:gd name="connsiteX41" fmla="*/ 279063 w 279062"/>
              <a:gd name="connsiteY41" fmla="*/ 289679 h 374927"/>
              <a:gd name="connsiteX42" fmla="*/ 279063 w 279062"/>
              <a:gd name="connsiteY42" fmla="*/ 87082 h 374927"/>
              <a:gd name="connsiteX43" fmla="*/ 224901 w 279062"/>
              <a:gd name="connsiteY43" fmla="*/ 32504 h 374927"/>
              <a:gd name="connsiteX44" fmla="*/ 193693 w 279062"/>
              <a:gd name="connsiteY44" fmla="*/ 281202 h 374927"/>
              <a:gd name="connsiteX45" fmla="*/ 85369 w 279062"/>
              <a:gd name="connsiteY45" fmla="*/ 281202 h 374927"/>
              <a:gd name="connsiteX46" fmla="*/ 77591 w 279062"/>
              <a:gd name="connsiteY46" fmla="*/ 273391 h 374927"/>
              <a:gd name="connsiteX47" fmla="*/ 77591 w 279062"/>
              <a:gd name="connsiteY47" fmla="*/ 133564 h 374927"/>
              <a:gd name="connsiteX48" fmla="*/ 85369 w 279062"/>
              <a:gd name="connsiteY48" fmla="*/ 125754 h 374927"/>
              <a:gd name="connsiteX49" fmla="*/ 108609 w 279062"/>
              <a:gd name="connsiteY49" fmla="*/ 125754 h 374927"/>
              <a:gd name="connsiteX50" fmla="*/ 108609 w 279062"/>
              <a:gd name="connsiteY50" fmla="*/ 102418 h 374927"/>
              <a:gd name="connsiteX51" fmla="*/ 116387 w 279062"/>
              <a:gd name="connsiteY51" fmla="*/ 94607 h 374927"/>
              <a:gd name="connsiteX52" fmla="*/ 162771 w 279062"/>
              <a:gd name="connsiteY52" fmla="*/ 94607 h 374927"/>
              <a:gd name="connsiteX53" fmla="*/ 170549 w 279062"/>
              <a:gd name="connsiteY53" fmla="*/ 102418 h 374927"/>
              <a:gd name="connsiteX54" fmla="*/ 170549 w 279062"/>
              <a:gd name="connsiteY54" fmla="*/ 125754 h 374927"/>
              <a:gd name="connsiteX55" fmla="*/ 193788 w 279062"/>
              <a:gd name="connsiteY55" fmla="*/ 125754 h 374927"/>
              <a:gd name="connsiteX56" fmla="*/ 201566 w 279062"/>
              <a:gd name="connsiteY56" fmla="*/ 133564 h 374927"/>
              <a:gd name="connsiteX57" fmla="*/ 201566 w 279062"/>
              <a:gd name="connsiteY57" fmla="*/ 273391 h 374927"/>
              <a:gd name="connsiteX58" fmla="*/ 193788 w 279062"/>
              <a:gd name="connsiteY58" fmla="*/ 281202 h 374927"/>
              <a:gd name="connsiteX59" fmla="*/ 185915 w 279062"/>
              <a:gd name="connsiteY59" fmla="*/ 141375 h 374927"/>
              <a:gd name="connsiteX60" fmla="*/ 162676 w 279062"/>
              <a:gd name="connsiteY60" fmla="*/ 141375 h 374927"/>
              <a:gd name="connsiteX61" fmla="*/ 154898 w 279062"/>
              <a:gd name="connsiteY61" fmla="*/ 133564 h 374927"/>
              <a:gd name="connsiteX62" fmla="*/ 154898 w 279062"/>
              <a:gd name="connsiteY62" fmla="*/ 110228 h 374927"/>
              <a:gd name="connsiteX63" fmla="*/ 123975 w 279062"/>
              <a:gd name="connsiteY63" fmla="*/ 110228 h 374927"/>
              <a:gd name="connsiteX64" fmla="*/ 123975 w 279062"/>
              <a:gd name="connsiteY64" fmla="*/ 133564 h 374927"/>
              <a:gd name="connsiteX65" fmla="*/ 116197 w 279062"/>
              <a:gd name="connsiteY65" fmla="*/ 141375 h 374927"/>
              <a:gd name="connsiteX66" fmla="*/ 92958 w 279062"/>
              <a:gd name="connsiteY66" fmla="*/ 141375 h 374927"/>
              <a:gd name="connsiteX67" fmla="*/ 92958 w 279062"/>
              <a:gd name="connsiteY67" fmla="*/ 265676 h 374927"/>
              <a:gd name="connsiteX68" fmla="*/ 185821 w 279062"/>
              <a:gd name="connsiteY68" fmla="*/ 265676 h 374927"/>
              <a:gd name="connsiteX69" fmla="*/ 185821 w 279062"/>
              <a:gd name="connsiteY69" fmla="*/ 141375 h 374927"/>
              <a:gd name="connsiteX70" fmla="*/ 160115 w 279062"/>
              <a:gd name="connsiteY70" fmla="*/ 152043 h 374927"/>
              <a:gd name="connsiteX71" fmla="*/ 149681 w 279062"/>
              <a:gd name="connsiteY71" fmla="*/ 152043 h 374927"/>
              <a:gd name="connsiteX72" fmla="*/ 110696 w 279062"/>
              <a:gd name="connsiteY72" fmla="*/ 189571 h 374927"/>
              <a:gd name="connsiteX73" fmla="*/ 108134 w 279062"/>
              <a:gd name="connsiteY73" fmla="*/ 198620 h 374927"/>
              <a:gd name="connsiteX74" fmla="*/ 115913 w 279062"/>
              <a:gd name="connsiteY74" fmla="*/ 203764 h 374927"/>
              <a:gd name="connsiteX75" fmla="*/ 144464 w 279062"/>
              <a:gd name="connsiteY75" fmla="*/ 203764 h 374927"/>
              <a:gd name="connsiteX76" fmla="*/ 118474 w 279062"/>
              <a:gd name="connsiteY76" fmla="*/ 229672 h 374927"/>
              <a:gd name="connsiteX77" fmla="*/ 118474 w 279062"/>
              <a:gd name="connsiteY77" fmla="*/ 240054 h 374927"/>
              <a:gd name="connsiteX78" fmla="*/ 123691 w 279062"/>
              <a:gd name="connsiteY78" fmla="*/ 242626 h 374927"/>
              <a:gd name="connsiteX79" fmla="*/ 128908 w 279062"/>
              <a:gd name="connsiteY79" fmla="*/ 240054 h 374927"/>
              <a:gd name="connsiteX80" fmla="*/ 167893 w 279062"/>
              <a:gd name="connsiteY80" fmla="*/ 201192 h 374927"/>
              <a:gd name="connsiteX81" fmla="*/ 170454 w 279062"/>
              <a:gd name="connsiteY81" fmla="*/ 192143 h 374927"/>
              <a:gd name="connsiteX82" fmla="*/ 162676 w 279062"/>
              <a:gd name="connsiteY82" fmla="*/ 188238 h 374927"/>
              <a:gd name="connsiteX83" fmla="*/ 135358 w 279062"/>
              <a:gd name="connsiteY83" fmla="*/ 188238 h 374927"/>
              <a:gd name="connsiteX84" fmla="*/ 160020 w 279062"/>
              <a:gd name="connsiteY84" fmla="*/ 162330 h 374927"/>
              <a:gd name="connsiteX85" fmla="*/ 160020 w 279062"/>
              <a:gd name="connsiteY85" fmla="*/ 151948 h 37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279062" h="374927">
                <a:moveTo>
                  <a:pt x="61940" y="336447"/>
                </a:moveTo>
                <a:cubicBezTo>
                  <a:pt x="61940" y="340352"/>
                  <a:pt x="58051" y="344257"/>
                  <a:pt x="54162" y="344257"/>
                </a:cubicBezTo>
                <a:cubicBezTo>
                  <a:pt x="24473" y="344257"/>
                  <a:pt x="0" y="319588"/>
                  <a:pt x="0" y="289679"/>
                </a:cubicBezTo>
                <a:lnTo>
                  <a:pt x="0" y="87082"/>
                </a:lnTo>
                <a:cubicBezTo>
                  <a:pt x="0" y="55936"/>
                  <a:pt x="24473" y="32504"/>
                  <a:pt x="54162" y="32504"/>
                </a:cubicBezTo>
                <a:lnTo>
                  <a:pt x="160589" y="32504"/>
                </a:lnTo>
                <a:cubicBezTo>
                  <a:pt x="141713" y="13645"/>
                  <a:pt x="141618" y="13645"/>
                  <a:pt x="141618" y="13645"/>
                </a:cubicBezTo>
                <a:cubicBezTo>
                  <a:pt x="137729" y="11073"/>
                  <a:pt x="137729" y="5834"/>
                  <a:pt x="141618" y="1929"/>
                </a:cubicBezTo>
                <a:cubicBezTo>
                  <a:pt x="144274" y="-643"/>
                  <a:pt x="149491" y="-643"/>
                  <a:pt x="152052" y="1929"/>
                </a:cubicBezTo>
                <a:lnTo>
                  <a:pt x="183449" y="33266"/>
                </a:lnTo>
                <a:cubicBezTo>
                  <a:pt x="186864" y="36695"/>
                  <a:pt x="187149" y="41077"/>
                  <a:pt x="184493" y="43839"/>
                </a:cubicBezTo>
                <a:cubicBezTo>
                  <a:pt x="183734" y="45077"/>
                  <a:pt x="182785" y="46125"/>
                  <a:pt x="181552" y="46887"/>
                </a:cubicBezTo>
                <a:cubicBezTo>
                  <a:pt x="152147" y="76319"/>
                  <a:pt x="152052" y="76414"/>
                  <a:pt x="152052" y="76414"/>
                </a:cubicBezTo>
                <a:cubicBezTo>
                  <a:pt x="150724" y="77748"/>
                  <a:pt x="149396" y="78986"/>
                  <a:pt x="146835" y="78986"/>
                </a:cubicBezTo>
                <a:cubicBezTo>
                  <a:pt x="145507" y="78986"/>
                  <a:pt x="142946" y="77653"/>
                  <a:pt x="141618" y="76414"/>
                </a:cubicBezTo>
                <a:cubicBezTo>
                  <a:pt x="137729" y="73843"/>
                  <a:pt x="137729" y="68604"/>
                  <a:pt x="141618" y="64699"/>
                </a:cubicBezTo>
                <a:cubicBezTo>
                  <a:pt x="149586" y="57174"/>
                  <a:pt x="155088" y="51935"/>
                  <a:pt x="158977" y="48220"/>
                </a:cubicBezTo>
                <a:lnTo>
                  <a:pt x="54162" y="48220"/>
                </a:lnTo>
                <a:cubicBezTo>
                  <a:pt x="32251" y="48220"/>
                  <a:pt x="15461" y="65080"/>
                  <a:pt x="15461" y="87178"/>
                </a:cubicBezTo>
                <a:lnTo>
                  <a:pt x="15461" y="289774"/>
                </a:lnTo>
                <a:cubicBezTo>
                  <a:pt x="15461" y="310539"/>
                  <a:pt x="32251" y="328732"/>
                  <a:pt x="54162" y="328732"/>
                </a:cubicBezTo>
                <a:cubicBezTo>
                  <a:pt x="58051" y="328732"/>
                  <a:pt x="61940" y="331303"/>
                  <a:pt x="61940" y="336542"/>
                </a:cubicBezTo>
                <a:close/>
                <a:moveTo>
                  <a:pt x="224806" y="32599"/>
                </a:moveTo>
                <a:cubicBezTo>
                  <a:pt x="220917" y="32599"/>
                  <a:pt x="217028" y="35171"/>
                  <a:pt x="217028" y="40410"/>
                </a:cubicBezTo>
                <a:cubicBezTo>
                  <a:pt x="217028" y="44315"/>
                  <a:pt x="220917" y="48220"/>
                  <a:pt x="224806" y="48220"/>
                </a:cubicBezTo>
                <a:cubicBezTo>
                  <a:pt x="246717" y="48220"/>
                  <a:pt x="263507" y="65080"/>
                  <a:pt x="263507" y="87178"/>
                </a:cubicBezTo>
                <a:lnTo>
                  <a:pt x="263507" y="289774"/>
                </a:lnTo>
                <a:cubicBezTo>
                  <a:pt x="263507" y="310539"/>
                  <a:pt x="246717" y="328732"/>
                  <a:pt x="224806" y="328732"/>
                </a:cubicBezTo>
                <a:lnTo>
                  <a:pt x="119138" y="328732"/>
                </a:lnTo>
                <a:cubicBezTo>
                  <a:pt x="122742" y="324922"/>
                  <a:pt x="128149" y="319111"/>
                  <a:pt x="136496" y="310348"/>
                </a:cubicBezTo>
                <a:cubicBezTo>
                  <a:pt x="140385" y="307777"/>
                  <a:pt x="140385" y="302633"/>
                  <a:pt x="136496" y="298728"/>
                </a:cubicBezTo>
                <a:cubicBezTo>
                  <a:pt x="133935" y="296156"/>
                  <a:pt x="128813" y="296156"/>
                  <a:pt x="126252" y="298728"/>
                </a:cubicBezTo>
                <a:lnTo>
                  <a:pt x="95424" y="329684"/>
                </a:lnTo>
                <a:cubicBezTo>
                  <a:pt x="91630" y="333494"/>
                  <a:pt x="91630" y="338447"/>
                  <a:pt x="95234" y="341114"/>
                </a:cubicBezTo>
                <a:cubicBezTo>
                  <a:pt x="95614" y="341590"/>
                  <a:pt x="95993" y="341971"/>
                  <a:pt x="96467" y="342352"/>
                </a:cubicBezTo>
                <a:cubicBezTo>
                  <a:pt x="98554" y="344448"/>
                  <a:pt x="105194" y="351211"/>
                  <a:pt x="126347" y="372356"/>
                </a:cubicBezTo>
                <a:cubicBezTo>
                  <a:pt x="127675" y="373690"/>
                  <a:pt x="130236" y="374928"/>
                  <a:pt x="131469" y="374928"/>
                </a:cubicBezTo>
                <a:cubicBezTo>
                  <a:pt x="134030" y="374928"/>
                  <a:pt x="135358" y="373594"/>
                  <a:pt x="136591" y="372356"/>
                </a:cubicBezTo>
                <a:cubicBezTo>
                  <a:pt x="140480" y="369784"/>
                  <a:pt x="140480" y="364641"/>
                  <a:pt x="136591" y="360736"/>
                </a:cubicBezTo>
                <a:lnTo>
                  <a:pt x="120276" y="344257"/>
                </a:lnTo>
                <a:lnTo>
                  <a:pt x="224901" y="344257"/>
                </a:lnTo>
                <a:cubicBezTo>
                  <a:pt x="254590" y="344257"/>
                  <a:pt x="279063" y="319588"/>
                  <a:pt x="279063" y="289679"/>
                </a:cubicBezTo>
                <a:lnTo>
                  <a:pt x="279063" y="87082"/>
                </a:lnTo>
                <a:cubicBezTo>
                  <a:pt x="279063" y="55936"/>
                  <a:pt x="254590" y="32504"/>
                  <a:pt x="224901" y="32504"/>
                </a:cubicBezTo>
                <a:close/>
                <a:moveTo>
                  <a:pt x="193693" y="281202"/>
                </a:moveTo>
                <a:lnTo>
                  <a:pt x="85369" y="281202"/>
                </a:lnTo>
                <a:cubicBezTo>
                  <a:pt x="81480" y="281202"/>
                  <a:pt x="77591" y="277297"/>
                  <a:pt x="77591" y="273391"/>
                </a:cubicBezTo>
                <a:lnTo>
                  <a:pt x="77591" y="133564"/>
                </a:lnTo>
                <a:cubicBezTo>
                  <a:pt x="77591" y="128421"/>
                  <a:pt x="81480" y="125754"/>
                  <a:pt x="85369" y="125754"/>
                </a:cubicBezTo>
                <a:lnTo>
                  <a:pt x="108609" y="125754"/>
                </a:lnTo>
                <a:lnTo>
                  <a:pt x="108609" y="102418"/>
                </a:lnTo>
                <a:cubicBezTo>
                  <a:pt x="108609" y="97274"/>
                  <a:pt x="112498" y="94607"/>
                  <a:pt x="116387" y="94607"/>
                </a:cubicBezTo>
                <a:lnTo>
                  <a:pt x="162771" y="94607"/>
                </a:lnTo>
                <a:cubicBezTo>
                  <a:pt x="166660" y="94607"/>
                  <a:pt x="170549" y="97179"/>
                  <a:pt x="170549" y="102418"/>
                </a:cubicBezTo>
                <a:lnTo>
                  <a:pt x="170549" y="125754"/>
                </a:lnTo>
                <a:lnTo>
                  <a:pt x="193788" y="125754"/>
                </a:lnTo>
                <a:cubicBezTo>
                  <a:pt x="197677" y="125754"/>
                  <a:pt x="201566" y="128326"/>
                  <a:pt x="201566" y="133564"/>
                </a:cubicBezTo>
                <a:lnTo>
                  <a:pt x="201566" y="273391"/>
                </a:lnTo>
                <a:cubicBezTo>
                  <a:pt x="201566" y="277297"/>
                  <a:pt x="197677" y="281202"/>
                  <a:pt x="193788" y="281202"/>
                </a:cubicBezTo>
                <a:close/>
                <a:moveTo>
                  <a:pt x="185915" y="141375"/>
                </a:moveTo>
                <a:lnTo>
                  <a:pt x="162676" y="141375"/>
                </a:lnTo>
                <a:cubicBezTo>
                  <a:pt x="158787" y="141375"/>
                  <a:pt x="154898" y="137470"/>
                  <a:pt x="154898" y="133564"/>
                </a:cubicBezTo>
                <a:lnTo>
                  <a:pt x="154898" y="110228"/>
                </a:lnTo>
                <a:lnTo>
                  <a:pt x="123975" y="110228"/>
                </a:lnTo>
                <a:lnTo>
                  <a:pt x="123975" y="133564"/>
                </a:lnTo>
                <a:cubicBezTo>
                  <a:pt x="123975" y="137470"/>
                  <a:pt x="120086" y="141375"/>
                  <a:pt x="116197" y="141375"/>
                </a:cubicBezTo>
                <a:lnTo>
                  <a:pt x="92958" y="141375"/>
                </a:lnTo>
                <a:lnTo>
                  <a:pt x="92958" y="265676"/>
                </a:lnTo>
                <a:lnTo>
                  <a:pt x="185821" y="265676"/>
                </a:lnTo>
                <a:lnTo>
                  <a:pt x="185821" y="141375"/>
                </a:lnTo>
                <a:close/>
                <a:moveTo>
                  <a:pt x="160115" y="152043"/>
                </a:moveTo>
                <a:cubicBezTo>
                  <a:pt x="157554" y="148138"/>
                  <a:pt x="152337" y="148138"/>
                  <a:pt x="149681" y="152043"/>
                </a:cubicBezTo>
                <a:lnTo>
                  <a:pt x="110696" y="189571"/>
                </a:lnTo>
                <a:cubicBezTo>
                  <a:pt x="108134" y="192143"/>
                  <a:pt x="108134" y="196048"/>
                  <a:pt x="108134" y="198620"/>
                </a:cubicBezTo>
                <a:cubicBezTo>
                  <a:pt x="109462" y="201192"/>
                  <a:pt x="113351" y="203764"/>
                  <a:pt x="115913" y="203764"/>
                </a:cubicBezTo>
                <a:lnTo>
                  <a:pt x="144464" y="203764"/>
                </a:lnTo>
                <a:lnTo>
                  <a:pt x="118474" y="229672"/>
                </a:lnTo>
                <a:cubicBezTo>
                  <a:pt x="114585" y="232243"/>
                  <a:pt x="114585" y="237482"/>
                  <a:pt x="118474" y="240054"/>
                </a:cubicBezTo>
                <a:cubicBezTo>
                  <a:pt x="119802" y="241387"/>
                  <a:pt x="122363" y="242626"/>
                  <a:pt x="123691" y="242626"/>
                </a:cubicBezTo>
                <a:cubicBezTo>
                  <a:pt x="126252" y="242626"/>
                  <a:pt x="127580" y="241292"/>
                  <a:pt x="128908" y="240054"/>
                </a:cubicBezTo>
                <a:lnTo>
                  <a:pt x="167893" y="201192"/>
                </a:lnTo>
                <a:cubicBezTo>
                  <a:pt x="170454" y="198620"/>
                  <a:pt x="171782" y="196048"/>
                  <a:pt x="170454" y="192143"/>
                </a:cubicBezTo>
                <a:cubicBezTo>
                  <a:pt x="169126" y="189571"/>
                  <a:pt x="165237" y="188238"/>
                  <a:pt x="162676" y="188238"/>
                </a:cubicBezTo>
                <a:lnTo>
                  <a:pt x="135358" y="188238"/>
                </a:lnTo>
                <a:lnTo>
                  <a:pt x="160020" y="162330"/>
                </a:lnTo>
                <a:cubicBezTo>
                  <a:pt x="163909" y="159758"/>
                  <a:pt x="163909" y="154519"/>
                  <a:pt x="160020" y="15194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9" name="Graphic 142">
            <a:extLst>
              <a:ext uri="{FF2B5EF4-FFF2-40B4-BE49-F238E27FC236}">
                <a16:creationId xmlns:a16="http://schemas.microsoft.com/office/drawing/2014/main" id="{354712DE-3048-A05B-7371-7252C9B67509}"/>
              </a:ext>
            </a:extLst>
          </p:cNvPr>
          <p:cNvSpPr/>
          <p:nvPr/>
        </p:nvSpPr>
        <p:spPr>
          <a:xfrm>
            <a:off x="9539828" y="789532"/>
            <a:ext cx="374014" cy="502497"/>
          </a:xfrm>
          <a:custGeom>
            <a:avLst/>
            <a:gdLst>
              <a:gd name="connsiteX0" fmla="*/ 61940 w 279062"/>
              <a:gd name="connsiteY0" fmla="*/ 336447 h 374927"/>
              <a:gd name="connsiteX1" fmla="*/ 54162 w 279062"/>
              <a:gd name="connsiteY1" fmla="*/ 344257 h 374927"/>
              <a:gd name="connsiteX2" fmla="*/ 0 w 279062"/>
              <a:gd name="connsiteY2" fmla="*/ 289679 h 374927"/>
              <a:gd name="connsiteX3" fmla="*/ 0 w 279062"/>
              <a:gd name="connsiteY3" fmla="*/ 87082 h 374927"/>
              <a:gd name="connsiteX4" fmla="*/ 54162 w 279062"/>
              <a:gd name="connsiteY4" fmla="*/ 32504 h 374927"/>
              <a:gd name="connsiteX5" fmla="*/ 160589 w 279062"/>
              <a:gd name="connsiteY5" fmla="*/ 32504 h 374927"/>
              <a:gd name="connsiteX6" fmla="*/ 141618 w 279062"/>
              <a:gd name="connsiteY6" fmla="*/ 13645 h 374927"/>
              <a:gd name="connsiteX7" fmla="*/ 141618 w 279062"/>
              <a:gd name="connsiteY7" fmla="*/ 1929 h 374927"/>
              <a:gd name="connsiteX8" fmla="*/ 152052 w 279062"/>
              <a:gd name="connsiteY8" fmla="*/ 1929 h 374927"/>
              <a:gd name="connsiteX9" fmla="*/ 183449 w 279062"/>
              <a:gd name="connsiteY9" fmla="*/ 33266 h 374927"/>
              <a:gd name="connsiteX10" fmla="*/ 184493 w 279062"/>
              <a:gd name="connsiteY10" fmla="*/ 43839 h 374927"/>
              <a:gd name="connsiteX11" fmla="*/ 181552 w 279062"/>
              <a:gd name="connsiteY11" fmla="*/ 46887 h 374927"/>
              <a:gd name="connsiteX12" fmla="*/ 152052 w 279062"/>
              <a:gd name="connsiteY12" fmla="*/ 76414 h 374927"/>
              <a:gd name="connsiteX13" fmla="*/ 146835 w 279062"/>
              <a:gd name="connsiteY13" fmla="*/ 78986 h 374927"/>
              <a:gd name="connsiteX14" fmla="*/ 141618 w 279062"/>
              <a:gd name="connsiteY14" fmla="*/ 76414 h 374927"/>
              <a:gd name="connsiteX15" fmla="*/ 141618 w 279062"/>
              <a:gd name="connsiteY15" fmla="*/ 64699 h 374927"/>
              <a:gd name="connsiteX16" fmla="*/ 158977 w 279062"/>
              <a:gd name="connsiteY16" fmla="*/ 48220 h 374927"/>
              <a:gd name="connsiteX17" fmla="*/ 54162 w 279062"/>
              <a:gd name="connsiteY17" fmla="*/ 48220 h 374927"/>
              <a:gd name="connsiteX18" fmla="*/ 15461 w 279062"/>
              <a:gd name="connsiteY18" fmla="*/ 87178 h 374927"/>
              <a:gd name="connsiteX19" fmla="*/ 15461 w 279062"/>
              <a:gd name="connsiteY19" fmla="*/ 289774 h 374927"/>
              <a:gd name="connsiteX20" fmla="*/ 54162 w 279062"/>
              <a:gd name="connsiteY20" fmla="*/ 328732 h 374927"/>
              <a:gd name="connsiteX21" fmla="*/ 61940 w 279062"/>
              <a:gd name="connsiteY21" fmla="*/ 336542 h 374927"/>
              <a:gd name="connsiteX22" fmla="*/ 224806 w 279062"/>
              <a:gd name="connsiteY22" fmla="*/ 32599 h 374927"/>
              <a:gd name="connsiteX23" fmla="*/ 217028 w 279062"/>
              <a:gd name="connsiteY23" fmla="*/ 40410 h 374927"/>
              <a:gd name="connsiteX24" fmla="*/ 224806 w 279062"/>
              <a:gd name="connsiteY24" fmla="*/ 48220 h 374927"/>
              <a:gd name="connsiteX25" fmla="*/ 263507 w 279062"/>
              <a:gd name="connsiteY25" fmla="*/ 87178 h 374927"/>
              <a:gd name="connsiteX26" fmla="*/ 263507 w 279062"/>
              <a:gd name="connsiteY26" fmla="*/ 289774 h 374927"/>
              <a:gd name="connsiteX27" fmla="*/ 224806 w 279062"/>
              <a:gd name="connsiteY27" fmla="*/ 328732 h 374927"/>
              <a:gd name="connsiteX28" fmla="*/ 119138 w 279062"/>
              <a:gd name="connsiteY28" fmla="*/ 328732 h 374927"/>
              <a:gd name="connsiteX29" fmla="*/ 136496 w 279062"/>
              <a:gd name="connsiteY29" fmla="*/ 310348 h 374927"/>
              <a:gd name="connsiteX30" fmla="*/ 136496 w 279062"/>
              <a:gd name="connsiteY30" fmla="*/ 298728 h 374927"/>
              <a:gd name="connsiteX31" fmla="*/ 126252 w 279062"/>
              <a:gd name="connsiteY31" fmla="*/ 298728 h 374927"/>
              <a:gd name="connsiteX32" fmla="*/ 95424 w 279062"/>
              <a:gd name="connsiteY32" fmla="*/ 329684 h 374927"/>
              <a:gd name="connsiteX33" fmla="*/ 95234 w 279062"/>
              <a:gd name="connsiteY33" fmla="*/ 341114 h 374927"/>
              <a:gd name="connsiteX34" fmla="*/ 96467 w 279062"/>
              <a:gd name="connsiteY34" fmla="*/ 342352 h 374927"/>
              <a:gd name="connsiteX35" fmla="*/ 126347 w 279062"/>
              <a:gd name="connsiteY35" fmla="*/ 372356 h 374927"/>
              <a:gd name="connsiteX36" fmla="*/ 131469 w 279062"/>
              <a:gd name="connsiteY36" fmla="*/ 374928 h 374927"/>
              <a:gd name="connsiteX37" fmla="*/ 136591 w 279062"/>
              <a:gd name="connsiteY37" fmla="*/ 372356 h 374927"/>
              <a:gd name="connsiteX38" fmla="*/ 136591 w 279062"/>
              <a:gd name="connsiteY38" fmla="*/ 360736 h 374927"/>
              <a:gd name="connsiteX39" fmla="*/ 120276 w 279062"/>
              <a:gd name="connsiteY39" fmla="*/ 344257 h 374927"/>
              <a:gd name="connsiteX40" fmla="*/ 224901 w 279062"/>
              <a:gd name="connsiteY40" fmla="*/ 344257 h 374927"/>
              <a:gd name="connsiteX41" fmla="*/ 279063 w 279062"/>
              <a:gd name="connsiteY41" fmla="*/ 289679 h 374927"/>
              <a:gd name="connsiteX42" fmla="*/ 279063 w 279062"/>
              <a:gd name="connsiteY42" fmla="*/ 87082 h 374927"/>
              <a:gd name="connsiteX43" fmla="*/ 224901 w 279062"/>
              <a:gd name="connsiteY43" fmla="*/ 32504 h 374927"/>
              <a:gd name="connsiteX44" fmla="*/ 193693 w 279062"/>
              <a:gd name="connsiteY44" fmla="*/ 281202 h 374927"/>
              <a:gd name="connsiteX45" fmla="*/ 85369 w 279062"/>
              <a:gd name="connsiteY45" fmla="*/ 281202 h 374927"/>
              <a:gd name="connsiteX46" fmla="*/ 77591 w 279062"/>
              <a:gd name="connsiteY46" fmla="*/ 273391 h 374927"/>
              <a:gd name="connsiteX47" fmla="*/ 77591 w 279062"/>
              <a:gd name="connsiteY47" fmla="*/ 133564 h 374927"/>
              <a:gd name="connsiteX48" fmla="*/ 85369 w 279062"/>
              <a:gd name="connsiteY48" fmla="*/ 125754 h 374927"/>
              <a:gd name="connsiteX49" fmla="*/ 108609 w 279062"/>
              <a:gd name="connsiteY49" fmla="*/ 125754 h 374927"/>
              <a:gd name="connsiteX50" fmla="*/ 108609 w 279062"/>
              <a:gd name="connsiteY50" fmla="*/ 102418 h 374927"/>
              <a:gd name="connsiteX51" fmla="*/ 116387 w 279062"/>
              <a:gd name="connsiteY51" fmla="*/ 94607 h 374927"/>
              <a:gd name="connsiteX52" fmla="*/ 162771 w 279062"/>
              <a:gd name="connsiteY52" fmla="*/ 94607 h 374927"/>
              <a:gd name="connsiteX53" fmla="*/ 170549 w 279062"/>
              <a:gd name="connsiteY53" fmla="*/ 102418 h 374927"/>
              <a:gd name="connsiteX54" fmla="*/ 170549 w 279062"/>
              <a:gd name="connsiteY54" fmla="*/ 125754 h 374927"/>
              <a:gd name="connsiteX55" fmla="*/ 193788 w 279062"/>
              <a:gd name="connsiteY55" fmla="*/ 125754 h 374927"/>
              <a:gd name="connsiteX56" fmla="*/ 201566 w 279062"/>
              <a:gd name="connsiteY56" fmla="*/ 133564 h 374927"/>
              <a:gd name="connsiteX57" fmla="*/ 201566 w 279062"/>
              <a:gd name="connsiteY57" fmla="*/ 273391 h 374927"/>
              <a:gd name="connsiteX58" fmla="*/ 193788 w 279062"/>
              <a:gd name="connsiteY58" fmla="*/ 281202 h 374927"/>
              <a:gd name="connsiteX59" fmla="*/ 185915 w 279062"/>
              <a:gd name="connsiteY59" fmla="*/ 141375 h 374927"/>
              <a:gd name="connsiteX60" fmla="*/ 162676 w 279062"/>
              <a:gd name="connsiteY60" fmla="*/ 141375 h 374927"/>
              <a:gd name="connsiteX61" fmla="*/ 154898 w 279062"/>
              <a:gd name="connsiteY61" fmla="*/ 133564 h 374927"/>
              <a:gd name="connsiteX62" fmla="*/ 154898 w 279062"/>
              <a:gd name="connsiteY62" fmla="*/ 110228 h 374927"/>
              <a:gd name="connsiteX63" fmla="*/ 123975 w 279062"/>
              <a:gd name="connsiteY63" fmla="*/ 110228 h 374927"/>
              <a:gd name="connsiteX64" fmla="*/ 123975 w 279062"/>
              <a:gd name="connsiteY64" fmla="*/ 133564 h 374927"/>
              <a:gd name="connsiteX65" fmla="*/ 116197 w 279062"/>
              <a:gd name="connsiteY65" fmla="*/ 141375 h 374927"/>
              <a:gd name="connsiteX66" fmla="*/ 92958 w 279062"/>
              <a:gd name="connsiteY66" fmla="*/ 141375 h 374927"/>
              <a:gd name="connsiteX67" fmla="*/ 92958 w 279062"/>
              <a:gd name="connsiteY67" fmla="*/ 265676 h 374927"/>
              <a:gd name="connsiteX68" fmla="*/ 185821 w 279062"/>
              <a:gd name="connsiteY68" fmla="*/ 265676 h 374927"/>
              <a:gd name="connsiteX69" fmla="*/ 185821 w 279062"/>
              <a:gd name="connsiteY69" fmla="*/ 141375 h 374927"/>
              <a:gd name="connsiteX70" fmla="*/ 160115 w 279062"/>
              <a:gd name="connsiteY70" fmla="*/ 152043 h 374927"/>
              <a:gd name="connsiteX71" fmla="*/ 149681 w 279062"/>
              <a:gd name="connsiteY71" fmla="*/ 152043 h 374927"/>
              <a:gd name="connsiteX72" fmla="*/ 110696 w 279062"/>
              <a:gd name="connsiteY72" fmla="*/ 189571 h 374927"/>
              <a:gd name="connsiteX73" fmla="*/ 108134 w 279062"/>
              <a:gd name="connsiteY73" fmla="*/ 198620 h 374927"/>
              <a:gd name="connsiteX74" fmla="*/ 115913 w 279062"/>
              <a:gd name="connsiteY74" fmla="*/ 203764 h 374927"/>
              <a:gd name="connsiteX75" fmla="*/ 144464 w 279062"/>
              <a:gd name="connsiteY75" fmla="*/ 203764 h 374927"/>
              <a:gd name="connsiteX76" fmla="*/ 118474 w 279062"/>
              <a:gd name="connsiteY76" fmla="*/ 229672 h 374927"/>
              <a:gd name="connsiteX77" fmla="*/ 118474 w 279062"/>
              <a:gd name="connsiteY77" fmla="*/ 240054 h 374927"/>
              <a:gd name="connsiteX78" fmla="*/ 123691 w 279062"/>
              <a:gd name="connsiteY78" fmla="*/ 242626 h 374927"/>
              <a:gd name="connsiteX79" fmla="*/ 128908 w 279062"/>
              <a:gd name="connsiteY79" fmla="*/ 240054 h 374927"/>
              <a:gd name="connsiteX80" fmla="*/ 167893 w 279062"/>
              <a:gd name="connsiteY80" fmla="*/ 201192 h 374927"/>
              <a:gd name="connsiteX81" fmla="*/ 170454 w 279062"/>
              <a:gd name="connsiteY81" fmla="*/ 192143 h 374927"/>
              <a:gd name="connsiteX82" fmla="*/ 162676 w 279062"/>
              <a:gd name="connsiteY82" fmla="*/ 188238 h 374927"/>
              <a:gd name="connsiteX83" fmla="*/ 135358 w 279062"/>
              <a:gd name="connsiteY83" fmla="*/ 188238 h 374927"/>
              <a:gd name="connsiteX84" fmla="*/ 160020 w 279062"/>
              <a:gd name="connsiteY84" fmla="*/ 162330 h 374927"/>
              <a:gd name="connsiteX85" fmla="*/ 160020 w 279062"/>
              <a:gd name="connsiteY85" fmla="*/ 151948 h 37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279062" h="374927">
                <a:moveTo>
                  <a:pt x="61940" y="336447"/>
                </a:moveTo>
                <a:cubicBezTo>
                  <a:pt x="61940" y="340352"/>
                  <a:pt x="58051" y="344257"/>
                  <a:pt x="54162" y="344257"/>
                </a:cubicBezTo>
                <a:cubicBezTo>
                  <a:pt x="24473" y="344257"/>
                  <a:pt x="0" y="319588"/>
                  <a:pt x="0" y="289679"/>
                </a:cubicBezTo>
                <a:lnTo>
                  <a:pt x="0" y="87082"/>
                </a:lnTo>
                <a:cubicBezTo>
                  <a:pt x="0" y="55936"/>
                  <a:pt x="24473" y="32504"/>
                  <a:pt x="54162" y="32504"/>
                </a:cubicBezTo>
                <a:lnTo>
                  <a:pt x="160589" y="32504"/>
                </a:lnTo>
                <a:cubicBezTo>
                  <a:pt x="141713" y="13645"/>
                  <a:pt x="141618" y="13645"/>
                  <a:pt x="141618" y="13645"/>
                </a:cubicBezTo>
                <a:cubicBezTo>
                  <a:pt x="137729" y="11073"/>
                  <a:pt x="137729" y="5834"/>
                  <a:pt x="141618" y="1929"/>
                </a:cubicBezTo>
                <a:cubicBezTo>
                  <a:pt x="144274" y="-643"/>
                  <a:pt x="149491" y="-643"/>
                  <a:pt x="152052" y="1929"/>
                </a:cubicBezTo>
                <a:lnTo>
                  <a:pt x="183449" y="33266"/>
                </a:lnTo>
                <a:cubicBezTo>
                  <a:pt x="186864" y="36695"/>
                  <a:pt x="187149" y="41077"/>
                  <a:pt x="184493" y="43839"/>
                </a:cubicBezTo>
                <a:cubicBezTo>
                  <a:pt x="183734" y="45077"/>
                  <a:pt x="182785" y="46125"/>
                  <a:pt x="181552" y="46887"/>
                </a:cubicBezTo>
                <a:cubicBezTo>
                  <a:pt x="152147" y="76319"/>
                  <a:pt x="152052" y="76414"/>
                  <a:pt x="152052" y="76414"/>
                </a:cubicBezTo>
                <a:cubicBezTo>
                  <a:pt x="150724" y="77748"/>
                  <a:pt x="149396" y="78986"/>
                  <a:pt x="146835" y="78986"/>
                </a:cubicBezTo>
                <a:cubicBezTo>
                  <a:pt x="145507" y="78986"/>
                  <a:pt x="142946" y="77653"/>
                  <a:pt x="141618" y="76414"/>
                </a:cubicBezTo>
                <a:cubicBezTo>
                  <a:pt x="137729" y="73843"/>
                  <a:pt x="137729" y="68604"/>
                  <a:pt x="141618" y="64699"/>
                </a:cubicBezTo>
                <a:cubicBezTo>
                  <a:pt x="149586" y="57174"/>
                  <a:pt x="155088" y="51935"/>
                  <a:pt x="158977" y="48220"/>
                </a:cubicBezTo>
                <a:lnTo>
                  <a:pt x="54162" y="48220"/>
                </a:lnTo>
                <a:cubicBezTo>
                  <a:pt x="32251" y="48220"/>
                  <a:pt x="15461" y="65080"/>
                  <a:pt x="15461" y="87178"/>
                </a:cubicBezTo>
                <a:lnTo>
                  <a:pt x="15461" y="289774"/>
                </a:lnTo>
                <a:cubicBezTo>
                  <a:pt x="15461" y="310539"/>
                  <a:pt x="32251" y="328732"/>
                  <a:pt x="54162" y="328732"/>
                </a:cubicBezTo>
                <a:cubicBezTo>
                  <a:pt x="58051" y="328732"/>
                  <a:pt x="61940" y="331303"/>
                  <a:pt x="61940" y="336542"/>
                </a:cubicBezTo>
                <a:close/>
                <a:moveTo>
                  <a:pt x="224806" y="32599"/>
                </a:moveTo>
                <a:cubicBezTo>
                  <a:pt x="220917" y="32599"/>
                  <a:pt x="217028" y="35171"/>
                  <a:pt x="217028" y="40410"/>
                </a:cubicBezTo>
                <a:cubicBezTo>
                  <a:pt x="217028" y="44315"/>
                  <a:pt x="220917" y="48220"/>
                  <a:pt x="224806" y="48220"/>
                </a:cubicBezTo>
                <a:cubicBezTo>
                  <a:pt x="246717" y="48220"/>
                  <a:pt x="263507" y="65080"/>
                  <a:pt x="263507" y="87178"/>
                </a:cubicBezTo>
                <a:lnTo>
                  <a:pt x="263507" y="289774"/>
                </a:lnTo>
                <a:cubicBezTo>
                  <a:pt x="263507" y="310539"/>
                  <a:pt x="246717" y="328732"/>
                  <a:pt x="224806" y="328732"/>
                </a:cubicBezTo>
                <a:lnTo>
                  <a:pt x="119138" y="328732"/>
                </a:lnTo>
                <a:cubicBezTo>
                  <a:pt x="122742" y="324922"/>
                  <a:pt x="128149" y="319111"/>
                  <a:pt x="136496" y="310348"/>
                </a:cubicBezTo>
                <a:cubicBezTo>
                  <a:pt x="140385" y="307777"/>
                  <a:pt x="140385" y="302633"/>
                  <a:pt x="136496" y="298728"/>
                </a:cubicBezTo>
                <a:cubicBezTo>
                  <a:pt x="133935" y="296156"/>
                  <a:pt x="128813" y="296156"/>
                  <a:pt x="126252" y="298728"/>
                </a:cubicBezTo>
                <a:lnTo>
                  <a:pt x="95424" y="329684"/>
                </a:lnTo>
                <a:cubicBezTo>
                  <a:pt x="91630" y="333494"/>
                  <a:pt x="91630" y="338447"/>
                  <a:pt x="95234" y="341114"/>
                </a:cubicBezTo>
                <a:cubicBezTo>
                  <a:pt x="95614" y="341590"/>
                  <a:pt x="95993" y="341971"/>
                  <a:pt x="96467" y="342352"/>
                </a:cubicBezTo>
                <a:cubicBezTo>
                  <a:pt x="98554" y="344448"/>
                  <a:pt x="105194" y="351211"/>
                  <a:pt x="126347" y="372356"/>
                </a:cubicBezTo>
                <a:cubicBezTo>
                  <a:pt x="127675" y="373690"/>
                  <a:pt x="130236" y="374928"/>
                  <a:pt x="131469" y="374928"/>
                </a:cubicBezTo>
                <a:cubicBezTo>
                  <a:pt x="134030" y="374928"/>
                  <a:pt x="135358" y="373594"/>
                  <a:pt x="136591" y="372356"/>
                </a:cubicBezTo>
                <a:cubicBezTo>
                  <a:pt x="140480" y="369784"/>
                  <a:pt x="140480" y="364641"/>
                  <a:pt x="136591" y="360736"/>
                </a:cubicBezTo>
                <a:lnTo>
                  <a:pt x="120276" y="344257"/>
                </a:lnTo>
                <a:lnTo>
                  <a:pt x="224901" y="344257"/>
                </a:lnTo>
                <a:cubicBezTo>
                  <a:pt x="254590" y="344257"/>
                  <a:pt x="279063" y="319588"/>
                  <a:pt x="279063" y="289679"/>
                </a:cubicBezTo>
                <a:lnTo>
                  <a:pt x="279063" y="87082"/>
                </a:lnTo>
                <a:cubicBezTo>
                  <a:pt x="279063" y="55936"/>
                  <a:pt x="254590" y="32504"/>
                  <a:pt x="224901" y="32504"/>
                </a:cubicBezTo>
                <a:close/>
                <a:moveTo>
                  <a:pt x="193693" y="281202"/>
                </a:moveTo>
                <a:lnTo>
                  <a:pt x="85369" y="281202"/>
                </a:lnTo>
                <a:cubicBezTo>
                  <a:pt x="81480" y="281202"/>
                  <a:pt x="77591" y="277297"/>
                  <a:pt x="77591" y="273391"/>
                </a:cubicBezTo>
                <a:lnTo>
                  <a:pt x="77591" y="133564"/>
                </a:lnTo>
                <a:cubicBezTo>
                  <a:pt x="77591" y="128421"/>
                  <a:pt x="81480" y="125754"/>
                  <a:pt x="85369" y="125754"/>
                </a:cubicBezTo>
                <a:lnTo>
                  <a:pt x="108609" y="125754"/>
                </a:lnTo>
                <a:lnTo>
                  <a:pt x="108609" y="102418"/>
                </a:lnTo>
                <a:cubicBezTo>
                  <a:pt x="108609" y="97274"/>
                  <a:pt x="112498" y="94607"/>
                  <a:pt x="116387" y="94607"/>
                </a:cubicBezTo>
                <a:lnTo>
                  <a:pt x="162771" y="94607"/>
                </a:lnTo>
                <a:cubicBezTo>
                  <a:pt x="166660" y="94607"/>
                  <a:pt x="170549" y="97179"/>
                  <a:pt x="170549" y="102418"/>
                </a:cubicBezTo>
                <a:lnTo>
                  <a:pt x="170549" y="125754"/>
                </a:lnTo>
                <a:lnTo>
                  <a:pt x="193788" y="125754"/>
                </a:lnTo>
                <a:cubicBezTo>
                  <a:pt x="197677" y="125754"/>
                  <a:pt x="201566" y="128326"/>
                  <a:pt x="201566" y="133564"/>
                </a:cubicBezTo>
                <a:lnTo>
                  <a:pt x="201566" y="273391"/>
                </a:lnTo>
                <a:cubicBezTo>
                  <a:pt x="201566" y="277297"/>
                  <a:pt x="197677" y="281202"/>
                  <a:pt x="193788" y="281202"/>
                </a:cubicBezTo>
                <a:close/>
                <a:moveTo>
                  <a:pt x="185915" y="141375"/>
                </a:moveTo>
                <a:lnTo>
                  <a:pt x="162676" y="141375"/>
                </a:lnTo>
                <a:cubicBezTo>
                  <a:pt x="158787" y="141375"/>
                  <a:pt x="154898" y="137470"/>
                  <a:pt x="154898" y="133564"/>
                </a:cubicBezTo>
                <a:lnTo>
                  <a:pt x="154898" y="110228"/>
                </a:lnTo>
                <a:lnTo>
                  <a:pt x="123975" y="110228"/>
                </a:lnTo>
                <a:lnTo>
                  <a:pt x="123975" y="133564"/>
                </a:lnTo>
                <a:cubicBezTo>
                  <a:pt x="123975" y="137470"/>
                  <a:pt x="120086" y="141375"/>
                  <a:pt x="116197" y="141375"/>
                </a:cubicBezTo>
                <a:lnTo>
                  <a:pt x="92958" y="141375"/>
                </a:lnTo>
                <a:lnTo>
                  <a:pt x="92958" y="265676"/>
                </a:lnTo>
                <a:lnTo>
                  <a:pt x="185821" y="265676"/>
                </a:lnTo>
                <a:lnTo>
                  <a:pt x="185821" y="141375"/>
                </a:lnTo>
                <a:close/>
                <a:moveTo>
                  <a:pt x="160115" y="152043"/>
                </a:moveTo>
                <a:cubicBezTo>
                  <a:pt x="157554" y="148138"/>
                  <a:pt x="152337" y="148138"/>
                  <a:pt x="149681" y="152043"/>
                </a:cubicBezTo>
                <a:lnTo>
                  <a:pt x="110696" y="189571"/>
                </a:lnTo>
                <a:cubicBezTo>
                  <a:pt x="108134" y="192143"/>
                  <a:pt x="108134" y="196048"/>
                  <a:pt x="108134" y="198620"/>
                </a:cubicBezTo>
                <a:cubicBezTo>
                  <a:pt x="109462" y="201192"/>
                  <a:pt x="113351" y="203764"/>
                  <a:pt x="115913" y="203764"/>
                </a:cubicBezTo>
                <a:lnTo>
                  <a:pt x="144464" y="203764"/>
                </a:lnTo>
                <a:lnTo>
                  <a:pt x="118474" y="229672"/>
                </a:lnTo>
                <a:cubicBezTo>
                  <a:pt x="114585" y="232243"/>
                  <a:pt x="114585" y="237482"/>
                  <a:pt x="118474" y="240054"/>
                </a:cubicBezTo>
                <a:cubicBezTo>
                  <a:pt x="119802" y="241387"/>
                  <a:pt x="122363" y="242626"/>
                  <a:pt x="123691" y="242626"/>
                </a:cubicBezTo>
                <a:cubicBezTo>
                  <a:pt x="126252" y="242626"/>
                  <a:pt x="127580" y="241292"/>
                  <a:pt x="128908" y="240054"/>
                </a:cubicBezTo>
                <a:lnTo>
                  <a:pt x="167893" y="201192"/>
                </a:lnTo>
                <a:cubicBezTo>
                  <a:pt x="170454" y="198620"/>
                  <a:pt x="171782" y="196048"/>
                  <a:pt x="170454" y="192143"/>
                </a:cubicBezTo>
                <a:cubicBezTo>
                  <a:pt x="169126" y="189571"/>
                  <a:pt x="165237" y="188238"/>
                  <a:pt x="162676" y="188238"/>
                </a:cubicBezTo>
                <a:lnTo>
                  <a:pt x="135358" y="188238"/>
                </a:lnTo>
                <a:lnTo>
                  <a:pt x="160020" y="162330"/>
                </a:lnTo>
                <a:cubicBezTo>
                  <a:pt x="163909" y="159758"/>
                  <a:pt x="163909" y="154519"/>
                  <a:pt x="160020" y="15194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1" name="Graphic 142">
            <a:extLst>
              <a:ext uri="{FF2B5EF4-FFF2-40B4-BE49-F238E27FC236}">
                <a16:creationId xmlns:a16="http://schemas.microsoft.com/office/drawing/2014/main" id="{24089D9D-AE0B-C938-D3FE-869A8549D290}"/>
              </a:ext>
            </a:extLst>
          </p:cNvPr>
          <p:cNvSpPr/>
          <p:nvPr/>
        </p:nvSpPr>
        <p:spPr>
          <a:xfrm>
            <a:off x="9539828" y="1421357"/>
            <a:ext cx="374014" cy="502497"/>
          </a:xfrm>
          <a:custGeom>
            <a:avLst/>
            <a:gdLst>
              <a:gd name="connsiteX0" fmla="*/ 61940 w 279062"/>
              <a:gd name="connsiteY0" fmla="*/ 336447 h 374927"/>
              <a:gd name="connsiteX1" fmla="*/ 54162 w 279062"/>
              <a:gd name="connsiteY1" fmla="*/ 344257 h 374927"/>
              <a:gd name="connsiteX2" fmla="*/ 0 w 279062"/>
              <a:gd name="connsiteY2" fmla="*/ 289679 h 374927"/>
              <a:gd name="connsiteX3" fmla="*/ 0 w 279062"/>
              <a:gd name="connsiteY3" fmla="*/ 87082 h 374927"/>
              <a:gd name="connsiteX4" fmla="*/ 54162 w 279062"/>
              <a:gd name="connsiteY4" fmla="*/ 32504 h 374927"/>
              <a:gd name="connsiteX5" fmla="*/ 160589 w 279062"/>
              <a:gd name="connsiteY5" fmla="*/ 32504 h 374927"/>
              <a:gd name="connsiteX6" fmla="*/ 141618 w 279062"/>
              <a:gd name="connsiteY6" fmla="*/ 13645 h 374927"/>
              <a:gd name="connsiteX7" fmla="*/ 141618 w 279062"/>
              <a:gd name="connsiteY7" fmla="*/ 1929 h 374927"/>
              <a:gd name="connsiteX8" fmla="*/ 152052 w 279062"/>
              <a:gd name="connsiteY8" fmla="*/ 1929 h 374927"/>
              <a:gd name="connsiteX9" fmla="*/ 183449 w 279062"/>
              <a:gd name="connsiteY9" fmla="*/ 33266 h 374927"/>
              <a:gd name="connsiteX10" fmla="*/ 184493 w 279062"/>
              <a:gd name="connsiteY10" fmla="*/ 43839 h 374927"/>
              <a:gd name="connsiteX11" fmla="*/ 181552 w 279062"/>
              <a:gd name="connsiteY11" fmla="*/ 46887 h 374927"/>
              <a:gd name="connsiteX12" fmla="*/ 152052 w 279062"/>
              <a:gd name="connsiteY12" fmla="*/ 76414 h 374927"/>
              <a:gd name="connsiteX13" fmla="*/ 146835 w 279062"/>
              <a:gd name="connsiteY13" fmla="*/ 78986 h 374927"/>
              <a:gd name="connsiteX14" fmla="*/ 141618 w 279062"/>
              <a:gd name="connsiteY14" fmla="*/ 76414 h 374927"/>
              <a:gd name="connsiteX15" fmla="*/ 141618 w 279062"/>
              <a:gd name="connsiteY15" fmla="*/ 64699 h 374927"/>
              <a:gd name="connsiteX16" fmla="*/ 158977 w 279062"/>
              <a:gd name="connsiteY16" fmla="*/ 48220 h 374927"/>
              <a:gd name="connsiteX17" fmla="*/ 54162 w 279062"/>
              <a:gd name="connsiteY17" fmla="*/ 48220 h 374927"/>
              <a:gd name="connsiteX18" fmla="*/ 15461 w 279062"/>
              <a:gd name="connsiteY18" fmla="*/ 87178 h 374927"/>
              <a:gd name="connsiteX19" fmla="*/ 15461 w 279062"/>
              <a:gd name="connsiteY19" fmla="*/ 289774 h 374927"/>
              <a:gd name="connsiteX20" fmla="*/ 54162 w 279062"/>
              <a:gd name="connsiteY20" fmla="*/ 328732 h 374927"/>
              <a:gd name="connsiteX21" fmla="*/ 61940 w 279062"/>
              <a:gd name="connsiteY21" fmla="*/ 336542 h 374927"/>
              <a:gd name="connsiteX22" fmla="*/ 224806 w 279062"/>
              <a:gd name="connsiteY22" fmla="*/ 32599 h 374927"/>
              <a:gd name="connsiteX23" fmla="*/ 217028 w 279062"/>
              <a:gd name="connsiteY23" fmla="*/ 40410 h 374927"/>
              <a:gd name="connsiteX24" fmla="*/ 224806 w 279062"/>
              <a:gd name="connsiteY24" fmla="*/ 48220 h 374927"/>
              <a:gd name="connsiteX25" fmla="*/ 263507 w 279062"/>
              <a:gd name="connsiteY25" fmla="*/ 87178 h 374927"/>
              <a:gd name="connsiteX26" fmla="*/ 263507 w 279062"/>
              <a:gd name="connsiteY26" fmla="*/ 289774 h 374927"/>
              <a:gd name="connsiteX27" fmla="*/ 224806 w 279062"/>
              <a:gd name="connsiteY27" fmla="*/ 328732 h 374927"/>
              <a:gd name="connsiteX28" fmla="*/ 119138 w 279062"/>
              <a:gd name="connsiteY28" fmla="*/ 328732 h 374927"/>
              <a:gd name="connsiteX29" fmla="*/ 136496 w 279062"/>
              <a:gd name="connsiteY29" fmla="*/ 310348 h 374927"/>
              <a:gd name="connsiteX30" fmla="*/ 136496 w 279062"/>
              <a:gd name="connsiteY30" fmla="*/ 298728 h 374927"/>
              <a:gd name="connsiteX31" fmla="*/ 126252 w 279062"/>
              <a:gd name="connsiteY31" fmla="*/ 298728 h 374927"/>
              <a:gd name="connsiteX32" fmla="*/ 95424 w 279062"/>
              <a:gd name="connsiteY32" fmla="*/ 329684 h 374927"/>
              <a:gd name="connsiteX33" fmla="*/ 95234 w 279062"/>
              <a:gd name="connsiteY33" fmla="*/ 341114 h 374927"/>
              <a:gd name="connsiteX34" fmla="*/ 96467 w 279062"/>
              <a:gd name="connsiteY34" fmla="*/ 342352 h 374927"/>
              <a:gd name="connsiteX35" fmla="*/ 126347 w 279062"/>
              <a:gd name="connsiteY35" fmla="*/ 372356 h 374927"/>
              <a:gd name="connsiteX36" fmla="*/ 131469 w 279062"/>
              <a:gd name="connsiteY36" fmla="*/ 374928 h 374927"/>
              <a:gd name="connsiteX37" fmla="*/ 136591 w 279062"/>
              <a:gd name="connsiteY37" fmla="*/ 372356 h 374927"/>
              <a:gd name="connsiteX38" fmla="*/ 136591 w 279062"/>
              <a:gd name="connsiteY38" fmla="*/ 360736 h 374927"/>
              <a:gd name="connsiteX39" fmla="*/ 120276 w 279062"/>
              <a:gd name="connsiteY39" fmla="*/ 344257 h 374927"/>
              <a:gd name="connsiteX40" fmla="*/ 224901 w 279062"/>
              <a:gd name="connsiteY40" fmla="*/ 344257 h 374927"/>
              <a:gd name="connsiteX41" fmla="*/ 279063 w 279062"/>
              <a:gd name="connsiteY41" fmla="*/ 289679 h 374927"/>
              <a:gd name="connsiteX42" fmla="*/ 279063 w 279062"/>
              <a:gd name="connsiteY42" fmla="*/ 87082 h 374927"/>
              <a:gd name="connsiteX43" fmla="*/ 224901 w 279062"/>
              <a:gd name="connsiteY43" fmla="*/ 32504 h 374927"/>
              <a:gd name="connsiteX44" fmla="*/ 193693 w 279062"/>
              <a:gd name="connsiteY44" fmla="*/ 281202 h 374927"/>
              <a:gd name="connsiteX45" fmla="*/ 85369 w 279062"/>
              <a:gd name="connsiteY45" fmla="*/ 281202 h 374927"/>
              <a:gd name="connsiteX46" fmla="*/ 77591 w 279062"/>
              <a:gd name="connsiteY46" fmla="*/ 273391 h 374927"/>
              <a:gd name="connsiteX47" fmla="*/ 77591 w 279062"/>
              <a:gd name="connsiteY47" fmla="*/ 133564 h 374927"/>
              <a:gd name="connsiteX48" fmla="*/ 85369 w 279062"/>
              <a:gd name="connsiteY48" fmla="*/ 125754 h 374927"/>
              <a:gd name="connsiteX49" fmla="*/ 108609 w 279062"/>
              <a:gd name="connsiteY49" fmla="*/ 125754 h 374927"/>
              <a:gd name="connsiteX50" fmla="*/ 108609 w 279062"/>
              <a:gd name="connsiteY50" fmla="*/ 102418 h 374927"/>
              <a:gd name="connsiteX51" fmla="*/ 116387 w 279062"/>
              <a:gd name="connsiteY51" fmla="*/ 94607 h 374927"/>
              <a:gd name="connsiteX52" fmla="*/ 162771 w 279062"/>
              <a:gd name="connsiteY52" fmla="*/ 94607 h 374927"/>
              <a:gd name="connsiteX53" fmla="*/ 170549 w 279062"/>
              <a:gd name="connsiteY53" fmla="*/ 102418 h 374927"/>
              <a:gd name="connsiteX54" fmla="*/ 170549 w 279062"/>
              <a:gd name="connsiteY54" fmla="*/ 125754 h 374927"/>
              <a:gd name="connsiteX55" fmla="*/ 193788 w 279062"/>
              <a:gd name="connsiteY55" fmla="*/ 125754 h 374927"/>
              <a:gd name="connsiteX56" fmla="*/ 201566 w 279062"/>
              <a:gd name="connsiteY56" fmla="*/ 133564 h 374927"/>
              <a:gd name="connsiteX57" fmla="*/ 201566 w 279062"/>
              <a:gd name="connsiteY57" fmla="*/ 273391 h 374927"/>
              <a:gd name="connsiteX58" fmla="*/ 193788 w 279062"/>
              <a:gd name="connsiteY58" fmla="*/ 281202 h 374927"/>
              <a:gd name="connsiteX59" fmla="*/ 185915 w 279062"/>
              <a:gd name="connsiteY59" fmla="*/ 141375 h 374927"/>
              <a:gd name="connsiteX60" fmla="*/ 162676 w 279062"/>
              <a:gd name="connsiteY60" fmla="*/ 141375 h 374927"/>
              <a:gd name="connsiteX61" fmla="*/ 154898 w 279062"/>
              <a:gd name="connsiteY61" fmla="*/ 133564 h 374927"/>
              <a:gd name="connsiteX62" fmla="*/ 154898 w 279062"/>
              <a:gd name="connsiteY62" fmla="*/ 110228 h 374927"/>
              <a:gd name="connsiteX63" fmla="*/ 123975 w 279062"/>
              <a:gd name="connsiteY63" fmla="*/ 110228 h 374927"/>
              <a:gd name="connsiteX64" fmla="*/ 123975 w 279062"/>
              <a:gd name="connsiteY64" fmla="*/ 133564 h 374927"/>
              <a:gd name="connsiteX65" fmla="*/ 116197 w 279062"/>
              <a:gd name="connsiteY65" fmla="*/ 141375 h 374927"/>
              <a:gd name="connsiteX66" fmla="*/ 92958 w 279062"/>
              <a:gd name="connsiteY66" fmla="*/ 141375 h 374927"/>
              <a:gd name="connsiteX67" fmla="*/ 92958 w 279062"/>
              <a:gd name="connsiteY67" fmla="*/ 265676 h 374927"/>
              <a:gd name="connsiteX68" fmla="*/ 185821 w 279062"/>
              <a:gd name="connsiteY68" fmla="*/ 265676 h 374927"/>
              <a:gd name="connsiteX69" fmla="*/ 185821 w 279062"/>
              <a:gd name="connsiteY69" fmla="*/ 141375 h 374927"/>
              <a:gd name="connsiteX70" fmla="*/ 160115 w 279062"/>
              <a:gd name="connsiteY70" fmla="*/ 152043 h 374927"/>
              <a:gd name="connsiteX71" fmla="*/ 149681 w 279062"/>
              <a:gd name="connsiteY71" fmla="*/ 152043 h 374927"/>
              <a:gd name="connsiteX72" fmla="*/ 110696 w 279062"/>
              <a:gd name="connsiteY72" fmla="*/ 189571 h 374927"/>
              <a:gd name="connsiteX73" fmla="*/ 108134 w 279062"/>
              <a:gd name="connsiteY73" fmla="*/ 198620 h 374927"/>
              <a:gd name="connsiteX74" fmla="*/ 115913 w 279062"/>
              <a:gd name="connsiteY74" fmla="*/ 203764 h 374927"/>
              <a:gd name="connsiteX75" fmla="*/ 144464 w 279062"/>
              <a:gd name="connsiteY75" fmla="*/ 203764 h 374927"/>
              <a:gd name="connsiteX76" fmla="*/ 118474 w 279062"/>
              <a:gd name="connsiteY76" fmla="*/ 229672 h 374927"/>
              <a:gd name="connsiteX77" fmla="*/ 118474 w 279062"/>
              <a:gd name="connsiteY77" fmla="*/ 240054 h 374927"/>
              <a:gd name="connsiteX78" fmla="*/ 123691 w 279062"/>
              <a:gd name="connsiteY78" fmla="*/ 242626 h 374927"/>
              <a:gd name="connsiteX79" fmla="*/ 128908 w 279062"/>
              <a:gd name="connsiteY79" fmla="*/ 240054 h 374927"/>
              <a:gd name="connsiteX80" fmla="*/ 167893 w 279062"/>
              <a:gd name="connsiteY80" fmla="*/ 201192 h 374927"/>
              <a:gd name="connsiteX81" fmla="*/ 170454 w 279062"/>
              <a:gd name="connsiteY81" fmla="*/ 192143 h 374927"/>
              <a:gd name="connsiteX82" fmla="*/ 162676 w 279062"/>
              <a:gd name="connsiteY82" fmla="*/ 188238 h 374927"/>
              <a:gd name="connsiteX83" fmla="*/ 135358 w 279062"/>
              <a:gd name="connsiteY83" fmla="*/ 188238 h 374927"/>
              <a:gd name="connsiteX84" fmla="*/ 160020 w 279062"/>
              <a:gd name="connsiteY84" fmla="*/ 162330 h 374927"/>
              <a:gd name="connsiteX85" fmla="*/ 160020 w 279062"/>
              <a:gd name="connsiteY85" fmla="*/ 151948 h 37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279062" h="374927">
                <a:moveTo>
                  <a:pt x="61940" y="336447"/>
                </a:moveTo>
                <a:cubicBezTo>
                  <a:pt x="61940" y="340352"/>
                  <a:pt x="58051" y="344257"/>
                  <a:pt x="54162" y="344257"/>
                </a:cubicBezTo>
                <a:cubicBezTo>
                  <a:pt x="24473" y="344257"/>
                  <a:pt x="0" y="319588"/>
                  <a:pt x="0" y="289679"/>
                </a:cubicBezTo>
                <a:lnTo>
                  <a:pt x="0" y="87082"/>
                </a:lnTo>
                <a:cubicBezTo>
                  <a:pt x="0" y="55936"/>
                  <a:pt x="24473" y="32504"/>
                  <a:pt x="54162" y="32504"/>
                </a:cubicBezTo>
                <a:lnTo>
                  <a:pt x="160589" y="32504"/>
                </a:lnTo>
                <a:cubicBezTo>
                  <a:pt x="141713" y="13645"/>
                  <a:pt x="141618" y="13645"/>
                  <a:pt x="141618" y="13645"/>
                </a:cubicBezTo>
                <a:cubicBezTo>
                  <a:pt x="137729" y="11073"/>
                  <a:pt x="137729" y="5834"/>
                  <a:pt x="141618" y="1929"/>
                </a:cubicBezTo>
                <a:cubicBezTo>
                  <a:pt x="144274" y="-643"/>
                  <a:pt x="149491" y="-643"/>
                  <a:pt x="152052" y="1929"/>
                </a:cubicBezTo>
                <a:lnTo>
                  <a:pt x="183449" y="33266"/>
                </a:lnTo>
                <a:cubicBezTo>
                  <a:pt x="186864" y="36695"/>
                  <a:pt x="187149" y="41077"/>
                  <a:pt x="184493" y="43839"/>
                </a:cubicBezTo>
                <a:cubicBezTo>
                  <a:pt x="183734" y="45077"/>
                  <a:pt x="182785" y="46125"/>
                  <a:pt x="181552" y="46887"/>
                </a:cubicBezTo>
                <a:cubicBezTo>
                  <a:pt x="152147" y="76319"/>
                  <a:pt x="152052" y="76414"/>
                  <a:pt x="152052" y="76414"/>
                </a:cubicBezTo>
                <a:cubicBezTo>
                  <a:pt x="150724" y="77748"/>
                  <a:pt x="149396" y="78986"/>
                  <a:pt x="146835" y="78986"/>
                </a:cubicBezTo>
                <a:cubicBezTo>
                  <a:pt x="145507" y="78986"/>
                  <a:pt x="142946" y="77653"/>
                  <a:pt x="141618" y="76414"/>
                </a:cubicBezTo>
                <a:cubicBezTo>
                  <a:pt x="137729" y="73843"/>
                  <a:pt x="137729" y="68604"/>
                  <a:pt x="141618" y="64699"/>
                </a:cubicBezTo>
                <a:cubicBezTo>
                  <a:pt x="149586" y="57174"/>
                  <a:pt x="155088" y="51935"/>
                  <a:pt x="158977" y="48220"/>
                </a:cubicBezTo>
                <a:lnTo>
                  <a:pt x="54162" y="48220"/>
                </a:lnTo>
                <a:cubicBezTo>
                  <a:pt x="32251" y="48220"/>
                  <a:pt x="15461" y="65080"/>
                  <a:pt x="15461" y="87178"/>
                </a:cubicBezTo>
                <a:lnTo>
                  <a:pt x="15461" y="289774"/>
                </a:lnTo>
                <a:cubicBezTo>
                  <a:pt x="15461" y="310539"/>
                  <a:pt x="32251" y="328732"/>
                  <a:pt x="54162" y="328732"/>
                </a:cubicBezTo>
                <a:cubicBezTo>
                  <a:pt x="58051" y="328732"/>
                  <a:pt x="61940" y="331303"/>
                  <a:pt x="61940" y="336542"/>
                </a:cubicBezTo>
                <a:close/>
                <a:moveTo>
                  <a:pt x="224806" y="32599"/>
                </a:moveTo>
                <a:cubicBezTo>
                  <a:pt x="220917" y="32599"/>
                  <a:pt x="217028" y="35171"/>
                  <a:pt x="217028" y="40410"/>
                </a:cubicBezTo>
                <a:cubicBezTo>
                  <a:pt x="217028" y="44315"/>
                  <a:pt x="220917" y="48220"/>
                  <a:pt x="224806" y="48220"/>
                </a:cubicBezTo>
                <a:cubicBezTo>
                  <a:pt x="246717" y="48220"/>
                  <a:pt x="263507" y="65080"/>
                  <a:pt x="263507" y="87178"/>
                </a:cubicBezTo>
                <a:lnTo>
                  <a:pt x="263507" y="289774"/>
                </a:lnTo>
                <a:cubicBezTo>
                  <a:pt x="263507" y="310539"/>
                  <a:pt x="246717" y="328732"/>
                  <a:pt x="224806" y="328732"/>
                </a:cubicBezTo>
                <a:lnTo>
                  <a:pt x="119138" y="328732"/>
                </a:lnTo>
                <a:cubicBezTo>
                  <a:pt x="122742" y="324922"/>
                  <a:pt x="128149" y="319111"/>
                  <a:pt x="136496" y="310348"/>
                </a:cubicBezTo>
                <a:cubicBezTo>
                  <a:pt x="140385" y="307777"/>
                  <a:pt x="140385" y="302633"/>
                  <a:pt x="136496" y="298728"/>
                </a:cubicBezTo>
                <a:cubicBezTo>
                  <a:pt x="133935" y="296156"/>
                  <a:pt x="128813" y="296156"/>
                  <a:pt x="126252" y="298728"/>
                </a:cubicBezTo>
                <a:lnTo>
                  <a:pt x="95424" y="329684"/>
                </a:lnTo>
                <a:cubicBezTo>
                  <a:pt x="91630" y="333494"/>
                  <a:pt x="91630" y="338447"/>
                  <a:pt x="95234" y="341114"/>
                </a:cubicBezTo>
                <a:cubicBezTo>
                  <a:pt x="95614" y="341590"/>
                  <a:pt x="95993" y="341971"/>
                  <a:pt x="96467" y="342352"/>
                </a:cubicBezTo>
                <a:cubicBezTo>
                  <a:pt x="98554" y="344448"/>
                  <a:pt x="105194" y="351211"/>
                  <a:pt x="126347" y="372356"/>
                </a:cubicBezTo>
                <a:cubicBezTo>
                  <a:pt x="127675" y="373690"/>
                  <a:pt x="130236" y="374928"/>
                  <a:pt x="131469" y="374928"/>
                </a:cubicBezTo>
                <a:cubicBezTo>
                  <a:pt x="134030" y="374928"/>
                  <a:pt x="135358" y="373594"/>
                  <a:pt x="136591" y="372356"/>
                </a:cubicBezTo>
                <a:cubicBezTo>
                  <a:pt x="140480" y="369784"/>
                  <a:pt x="140480" y="364641"/>
                  <a:pt x="136591" y="360736"/>
                </a:cubicBezTo>
                <a:lnTo>
                  <a:pt x="120276" y="344257"/>
                </a:lnTo>
                <a:lnTo>
                  <a:pt x="224901" y="344257"/>
                </a:lnTo>
                <a:cubicBezTo>
                  <a:pt x="254590" y="344257"/>
                  <a:pt x="279063" y="319588"/>
                  <a:pt x="279063" y="289679"/>
                </a:cubicBezTo>
                <a:lnTo>
                  <a:pt x="279063" y="87082"/>
                </a:lnTo>
                <a:cubicBezTo>
                  <a:pt x="279063" y="55936"/>
                  <a:pt x="254590" y="32504"/>
                  <a:pt x="224901" y="32504"/>
                </a:cubicBezTo>
                <a:close/>
                <a:moveTo>
                  <a:pt x="193693" y="281202"/>
                </a:moveTo>
                <a:lnTo>
                  <a:pt x="85369" y="281202"/>
                </a:lnTo>
                <a:cubicBezTo>
                  <a:pt x="81480" y="281202"/>
                  <a:pt x="77591" y="277297"/>
                  <a:pt x="77591" y="273391"/>
                </a:cubicBezTo>
                <a:lnTo>
                  <a:pt x="77591" y="133564"/>
                </a:lnTo>
                <a:cubicBezTo>
                  <a:pt x="77591" y="128421"/>
                  <a:pt x="81480" y="125754"/>
                  <a:pt x="85369" y="125754"/>
                </a:cubicBezTo>
                <a:lnTo>
                  <a:pt x="108609" y="125754"/>
                </a:lnTo>
                <a:lnTo>
                  <a:pt x="108609" y="102418"/>
                </a:lnTo>
                <a:cubicBezTo>
                  <a:pt x="108609" y="97274"/>
                  <a:pt x="112498" y="94607"/>
                  <a:pt x="116387" y="94607"/>
                </a:cubicBezTo>
                <a:lnTo>
                  <a:pt x="162771" y="94607"/>
                </a:lnTo>
                <a:cubicBezTo>
                  <a:pt x="166660" y="94607"/>
                  <a:pt x="170549" y="97179"/>
                  <a:pt x="170549" y="102418"/>
                </a:cubicBezTo>
                <a:lnTo>
                  <a:pt x="170549" y="125754"/>
                </a:lnTo>
                <a:lnTo>
                  <a:pt x="193788" y="125754"/>
                </a:lnTo>
                <a:cubicBezTo>
                  <a:pt x="197677" y="125754"/>
                  <a:pt x="201566" y="128326"/>
                  <a:pt x="201566" y="133564"/>
                </a:cubicBezTo>
                <a:lnTo>
                  <a:pt x="201566" y="273391"/>
                </a:lnTo>
                <a:cubicBezTo>
                  <a:pt x="201566" y="277297"/>
                  <a:pt x="197677" y="281202"/>
                  <a:pt x="193788" y="281202"/>
                </a:cubicBezTo>
                <a:close/>
                <a:moveTo>
                  <a:pt x="185915" y="141375"/>
                </a:moveTo>
                <a:lnTo>
                  <a:pt x="162676" y="141375"/>
                </a:lnTo>
                <a:cubicBezTo>
                  <a:pt x="158787" y="141375"/>
                  <a:pt x="154898" y="137470"/>
                  <a:pt x="154898" y="133564"/>
                </a:cubicBezTo>
                <a:lnTo>
                  <a:pt x="154898" y="110228"/>
                </a:lnTo>
                <a:lnTo>
                  <a:pt x="123975" y="110228"/>
                </a:lnTo>
                <a:lnTo>
                  <a:pt x="123975" y="133564"/>
                </a:lnTo>
                <a:cubicBezTo>
                  <a:pt x="123975" y="137470"/>
                  <a:pt x="120086" y="141375"/>
                  <a:pt x="116197" y="141375"/>
                </a:cubicBezTo>
                <a:lnTo>
                  <a:pt x="92958" y="141375"/>
                </a:lnTo>
                <a:lnTo>
                  <a:pt x="92958" y="265676"/>
                </a:lnTo>
                <a:lnTo>
                  <a:pt x="185821" y="265676"/>
                </a:lnTo>
                <a:lnTo>
                  <a:pt x="185821" y="141375"/>
                </a:lnTo>
                <a:close/>
                <a:moveTo>
                  <a:pt x="160115" y="152043"/>
                </a:moveTo>
                <a:cubicBezTo>
                  <a:pt x="157554" y="148138"/>
                  <a:pt x="152337" y="148138"/>
                  <a:pt x="149681" y="152043"/>
                </a:cubicBezTo>
                <a:lnTo>
                  <a:pt x="110696" y="189571"/>
                </a:lnTo>
                <a:cubicBezTo>
                  <a:pt x="108134" y="192143"/>
                  <a:pt x="108134" y="196048"/>
                  <a:pt x="108134" y="198620"/>
                </a:cubicBezTo>
                <a:cubicBezTo>
                  <a:pt x="109462" y="201192"/>
                  <a:pt x="113351" y="203764"/>
                  <a:pt x="115913" y="203764"/>
                </a:cubicBezTo>
                <a:lnTo>
                  <a:pt x="144464" y="203764"/>
                </a:lnTo>
                <a:lnTo>
                  <a:pt x="118474" y="229672"/>
                </a:lnTo>
                <a:cubicBezTo>
                  <a:pt x="114585" y="232243"/>
                  <a:pt x="114585" y="237482"/>
                  <a:pt x="118474" y="240054"/>
                </a:cubicBezTo>
                <a:cubicBezTo>
                  <a:pt x="119802" y="241387"/>
                  <a:pt x="122363" y="242626"/>
                  <a:pt x="123691" y="242626"/>
                </a:cubicBezTo>
                <a:cubicBezTo>
                  <a:pt x="126252" y="242626"/>
                  <a:pt x="127580" y="241292"/>
                  <a:pt x="128908" y="240054"/>
                </a:cubicBezTo>
                <a:lnTo>
                  <a:pt x="167893" y="201192"/>
                </a:lnTo>
                <a:cubicBezTo>
                  <a:pt x="170454" y="198620"/>
                  <a:pt x="171782" y="196048"/>
                  <a:pt x="170454" y="192143"/>
                </a:cubicBezTo>
                <a:cubicBezTo>
                  <a:pt x="169126" y="189571"/>
                  <a:pt x="165237" y="188238"/>
                  <a:pt x="162676" y="188238"/>
                </a:cubicBezTo>
                <a:lnTo>
                  <a:pt x="135358" y="188238"/>
                </a:lnTo>
                <a:lnTo>
                  <a:pt x="160020" y="162330"/>
                </a:lnTo>
                <a:cubicBezTo>
                  <a:pt x="163909" y="159758"/>
                  <a:pt x="163909" y="154519"/>
                  <a:pt x="160020" y="15194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2" name="Graphic 142">
            <a:extLst>
              <a:ext uri="{FF2B5EF4-FFF2-40B4-BE49-F238E27FC236}">
                <a16:creationId xmlns:a16="http://schemas.microsoft.com/office/drawing/2014/main" id="{FF618F79-B7EE-C3C6-1A88-72DAA5022B52}"/>
              </a:ext>
            </a:extLst>
          </p:cNvPr>
          <p:cNvSpPr/>
          <p:nvPr/>
        </p:nvSpPr>
        <p:spPr>
          <a:xfrm>
            <a:off x="8825453" y="1405482"/>
            <a:ext cx="374014" cy="502497"/>
          </a:xfrm>
          <a:custGeom>
            <a:avLst/>
            <a:gdLst>
              <a:gd name="connsiteX0" fmla="*/ 61940 w 279062"/>
              <a:gd name="connsiteY0" fmla="*/ 336447 h 374927"/>
              <a:gd name="connsiteX1" fmla="*/ 54162 w 279062"/>
              <a:gd name="connsiteY1" fmla="*/ 344257 h 374927"/>
              <a:gd name="connsiteX2" fmla="*/ 0 w 279062"/>
              <a:gd name="connsiteY2" fmla="*/ 289679 h 374927"/>
              <a:gd name="connsiteX3" fmla="*/ 0 w 279062"/>
              <a:gd name="connsiteY3" fmla="*/ 87082 h 374927"/>
              <a:gd name="connsiteX4" fmla="*/ 54162 w 279062"/>
              <a:gd name="connsiteY4" fmla="*/ 32504 h 374927"/>
              <a:gd name="connsiteX5" fmla="*/ 160589 w 279062"/>
              <a:gd name="connsiteY5" fmla="*/ 32504 h 374927"/>
              <a:gd name="connsiteX6" fmla="*/ 141618 w 279062"/>
              <a:gd name="connsiteY6" fmla="*/ 13645 h 374927"/>
              <a:gd name="connsiteX7" fmla="*/ 141618 w 279062"/>
              <a:gd name="connsiteY7" fmla="*/ 1929 h 374927"/>
              <a:gd name="connsiteX8" fmla="*/ 152052 w 279062"/>
              <a:gd name="connsiteY8" fmla="*/ 1929 h 374927"/>
              <a:gd name="connsiteX9" fmla="*/ 183449 w 279062"/>
              <a:gd name="connsiteY9" fmla="*/ 33266 h 374927"/>
              <a:gd name="connsiteX10" fmla="*/ 184493 w 279062"/>
              <a:gd name="connsiteY10" fmla="*/ 43839 h 374927"/>
              <a:gd name="connsiteX11" fmla="*/ 181552 w 279062"/>
              <a:gd name="connsiteY11" fmla="*/ 46887 h 374927"/>
              <a:gd name="connsiteX12" fmla="*/ 152052 w 279062"/>
              <a:gd name="connsiteY12" fmla="*/ 76414 h 374927"/>
              <a:gd name="connsiteX13" fmla="*/ 146835 w 279062"/>
              <a:gd name="connsiteY13" fmla="*/ 78986 h 374927"/>
              <a:gd name="connsiteX14" fmla="*/ 141618 w 279062"/>
              <a:gd name="connsiteY14" fmla="*/ 76414 h 374927"/>
              <a:gd name="connsiteX15" fmla="*/ 141618 w 279062"/>
              <a:gd name="connsiteY15" fmla="*/ 64699 h 374927"/>
              <a:gd name="connsiteX16" fmla="*/ 158977 w 279062"/>
              <a:gd name="connsiteY16" fmla="*/ 48220 h 374927"/>
              <a:gd name="connsiteX17" fmla="*/ 54162 w 279062"/>
              <a:gd name="connsiteY17" fmla="*/ 48220 h 374927"/>
              <a:gd name="connsiteX18" fmla="*/ 15461 w 279062"/>
              <a:gd name="connsiteY18" fmla="*/ 87178 h 374927"/>
              <a:gd name="connsiteX19" fmla="*/ 15461 w 279062"/>
              <a:gd name="connsiteY19" fmla="*/ 289774 h 374927"/>
              <a:gd name="connsiteX20" fmla="*/ 54162 w 279062"/>
              <a:gd name="connsiteY20" fmla="*/ 328732 h 374927"/>
              <a:gd name="connsiteX21" fmla="*/ 61940 w 279062"/>
              <a:gd name="connsiteY21" fmla="*/ 336542 h 374927"/>
              <a:gd name="connsiteX22" fmla="*/ 224806 w 279062"/>
              <a:gd name="connsiteY22" fmla="*/ 32599 h 374927"/>
              <a:gd name="connsiteX23" fmla="*/ 217028 w 279062"/>
              <a:gd name="connsiteY23" fmla="*/ 40410 h 374927"/>
              <a:gd name="connsiteX24" fmla="*/ 224806 w 279062"/>
              <a:gd name="connsiteY24" fmla="*/ 48220 h 374927"/>
              <a:gd name="connsiteX25" fmla="*/ 263507 w 279062"/>
              <a:gd name="connsiteY25" fmla="*/ 87178 h 374927"/>
              <a:gd name="connsiteX26" fmla="*/ 263507 w 279062"/>
              <a:gd name="connsiteY26" fmla="*/ 289774 h 374927"/>
              <a:gd name="connsiteX27" fmla="*/ 224806 w 279062"/>
              <a:gd name="connsiteY27" fmla="*/ 328732 h 374927"/>
              <a:gd name="connsiteX28" fmla="*/ 119138 w 279062"/>
              <a:gd name="connsiteY28" fmla="*/ 328732 h 374927"/>
              <a:gd name="connsiteX29" fmla="*/ 136496 w 279062"/>
              <a:gd name="connsiteY29" fmla="*/ 310348 h 374927"/>
              <a:gd name="connsiteX30" fmla="*/ 136496 w 279062"/>
              <a:gd name="connsiteY30" fmla="*/ 298728 h 374927"/>
              <a:gd name="connsiteX31" fmla="*/ 126252 w 279062"/>
              <a:gd name="connsiteY31" fmla="*/ 298728 h 374927"/>
              <a:gd name="connsiteX32" fmla="*/ 95424 w 279062"/>
              <a:gd name="connsiteY32" fmla="*/ 329684 h 374927"/>
              <a:gd name="connsiteX33" fmla="*/ 95234 w 279062"/>
              <a:gd name="connsiteY33" fmla="*/ 341114 h 374927"/>
              <a:gd name="connsiteX34" fmla="*/ 96467 w 279062"/>
              <a:gd name="connsiteY34" fmla="*/ 342352 h 374927"/>
              <a:gd name="connsiteX35" fmla="*/ 126347 w 279062"/>
              <a:gd name="connsiteY35" fmla="*/ 372356 h 374927"/>
              <a:gd name="connsiteX36" fmla="*/ 131469 w 279062"/>
              <a:gd name="connsiteY36" fmla="*/ 374928 h 374927"/>
              <a:gd name="connsiteX37" fmla="*/ 136591 w 279062"/>
              <a:gd name="connsiteY37" fmla="*/ 372356 h 374927"/>
              <a:gd name="connsiteX38" fmla="*/ 136591 w 279062"/>
              <a:gd name="connsiteY38" fmla="*/ 360736 h 374927"/>
              <a:gd name="connsiteX39" fmla="*/ 120276 w 279062"/>
              <a:gd name="connsiteY39" fmla="*/ 344257 h 374927"/>
              <a:gd name="connsiteX40" fmla="*/ 224901 w 279062"/>
              <a:gd name="connsiteY40" fmla="*/ 344257 h 374927"/>
              <a:gd name="connsiteX41" fmla="*/ 279063 w 279062"/>
              <a:gd name="connsiteY41" fmla="*/ 289679 h 374927"/>
              <a:gd name="connsiteX42" fmla="*/ 279063 w 279062"/>
              <a:gd name="connsiteY42" fmla="*/ 87082 h 374927"/>
              <a:gd name="connsiteX43" fmla="*/ 224901 w 279062"/>
              <a:gd name="connsiteY43" fmla="*/ 32504 h 374927"/>
              <a:gd name="connsiteX44" fmla="*/ 193693 w 279062"/>
              <a:gd name="connsiteY44" fmla="*/ 281202 h 374927"/>
              <a:gd name="connsiteX45" fmla="*/ 85369 w 279062"/>
              <a:gd name="connsiteY45" fmla="*/ 281202 h 374927"/>
              <a:gd name="connsiteX46" fmla="*/ 77591 w 279062"/>
              <a:gd name="connsiteY46" fmla="*/ 273391 h 374927"/>
              <a:gd name="connsiteX47" fmla="*/ 77591 w 279062"/>
              <a:gd name="connsiteY47" fmla="*/ 133564 h 374927"/>
              <a:gd name="connsiteX48" fmla="*/ 85369 w 279062"/>
              <a:gd name="connsiteY48" fmla="*/ 125754 h 374927"/>
              <a:gd name="connsiteX49" fmla="*/ 108609 w 279062"/>
              <a:gd name="connsiteY49" fmla="*/ 125754 h 374927"/>
              <a:gd name="connsiteX50" fmla="*/ 108609 w 279062"/>
              <a:gd name="connsiteY50" fmla="*/ 102418 h 374927"/>
              <a:gd name="connsiteX51" fmla="*/ 116387 w 279062"/>
              <a:gd name="connsiteY51" fmla="*/ 94607 h 374927"/>
              <a:gd name="connsiteX52" fmla="*/ 162771 w 279062"/>
              <a:gd name="connsiteY52" fmla="*/ 94607 h 374927"/>
              <a:gd name="connsiteX53" fmla="*/ 170549 w 279062"/>
              <a:gd name="connsiteY53" fmla="*/ 102418 h 374927"/>
              <a:gd name="connsiteX54" fmla="*/ 170549 w 279062"/>
              <a:gd name="connsiteY54" fmla="*/ 125754 h 374927"/>
              <a:gd name="connsiteX55" fmla="*/ 193788 w 279062"/>
              <a:gd name="connsiteY55" fmla="*/ 125754 h 374927"/>
              <a:gd name="connsiteX56" fmla="*/ 201566 w 279062"/>
              <a:gd name="connsiteY56" fmla="*/ 133564 h 374927"/>
              <a:gd name="connsiteX57" fmla="*/ 201566 w 279062"/>
              <a:gd name="connsiteY57" fmla="*/ 273391 h 374927"/>
              <a:gd name="connsiteX58" fmla="*/ 193788 w 279062"/>
              <a:gd name="connsiteY58" fmla="*/ 281202 h 374927"/>
              <a:gd name="connsiteX59" fmla="*/ 185915 w 279062"/>
              <a:gd name="connsiteY59" fmla="*/ 141375 h 374927"/>
              <a:gd name="connsiteX60" fmla="*/ 162676 w 279062"/>
              <a:gd name="connsiteY60" fmla="*/ 141375 h 374927"/>
              <a:gd name="connsiteX61" fmla="*/ 154898 w 279062"/>
              <a:gd name="connsiteY61" fmla="*/ 133564 h 374927"/>
              <a:gd name="connsiteX62" fmla="*/ 154898 w 279062"/>
              <a:gd name="connsiteY62" fmla="*/ 110228 h 374927"/>
              <a:gd name="connsiteX63" fmla="*/ 123975 w 279062"/>
              <a:gd name="connsiteY63" fmla="*/ 110228 h 374927"/>
              <a:gd name="connsiteX64" fmla="*/ 123975 w 279062"/>
              <a:gd name="connsiteY64" fmla="*/ 133564 h 374927"/>
              <a:gd name="connsiteX65" fmla="*/ 116197 w 279062"/>
              <a:gd name="connsiteY65" fmla="*/ 141375 h 374927"/>
              <a:gd name="connsiteX66" fmla="*/ 92958 w 279062"/>
              <a:gd name="connsiteY66" fmla="*/ 141375 h 374927"/>
              <a:gd name="connsiteX67" fmla="*/ 92958 w 279062"/>
              <a:gd name="connsiteY67" fmla="*/ 265676 h 374927"/>
              <a:gd name="connsiteX68" fmla="*/ 185821 w 279062"/>
              <a:gd name="connsiteY68" fmla="*/ 265676 h 374927"/>
              <a:gd name="connsiteX69" fmla="*/ 185821 w 279062"/>
              <a:gd name="connsiteY69" fmla="*/ 141375 h 374927"/>
              <a:gd name="connsiteX70" fmla="*/ 160115 w 279062"/>
              <a:gd name="connsiteY70" fmla="*/ 152043 h 374927"/>
              <a:gd name="connsiteX71" fmla="*/ 149681 w 279062"/>
              <a:gd name="connsiteY71" fmla="*/ 152043 h 374927"/>
              <a:gd name="connsiteX72" fmla="*/ 110696 w 279062"/>
              <a:gd name="connsiteY72" fmla="*/ 189571 h 374927"/>
              <a:gd name="connsiteX73" fmla="*/ 108134 w 279062"/>
              <a:gd name="connsiteY73" fmla="*/ 198620 h 374927"/>
              <a:gd name="connsiteX74" fmla="*/ 115913 w 279062"/>
              <a:gd name="connsiteY74" fmla="*/ 203764 h 374927"/>
              <a:gd name="connsiteX75" fmla="*/ 144464 w 279062"/>
              <a:gd name="connsiteY75" fmla="*/ 203764 h 374927"/>
              <a:gd name="connsiteX76" fmla="*/ 118474 w 279062"/>
              <a:gd name="connsiteY76" fmla="*/ 229672 h 374927"/>
              <a:gd name="connsiteX77" fmla="*/ 118474 w 279062"/>
              <a:gd name="connsiteY77" fmla="*/ 240054 h 374927"/>
              <a:gd name="connsiteX78" fmla="*/ 123691 w 279062"/>
              <a:gd name="connsiteY78" fmla="*/ 242626 h 374927"/>
              <a:gd name="connsiteX79" fmla="*/ 128908 w 279062"/>
              <a:gd name="connsiteY79" fmla="*/ 240054 h 374927"/>
              <a:gd name="connsiteX80" fmla="*/ 167893 w 279062"/>
              <a:gd name="connsiteY80" fmla="*/ 201192 h 374927"/>
              <a:gd name="connsiteX81" fmla="*/ 170454 w 279062"/>
              <a:gd name="connsiteY81" fmla="*/ 192143 h 374927"/>
              <a:gd name="connsiteX82" fmla="*/ 162676 w 279062"/>
              <a:gd name="connsiteY82" fmla="*/ 188238 h 374927"/>
              <a:gd name="connsiteX83" fmla="*/ 135358 w 279062"/>
              <a:gd name="connsiteY83" fmla="*/ 188238 h 374927"/>
              <a:gd name="connsiteX84" fmla="*/ 160020 w 279062"/>
              <a:gd name="connsiteY84" fmla="*/ 162330 h 374927"/>
              <a:gd name="connsiteX85" fmla="*/ 160020 w 279062"/>
              <a:gd name="connsiteY85" fmla="*/ 151948 h 37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279062" h="374927">
                <a:moveTo>
                  <a:pt x="61940" y="336447"/>
                </a:moveTo>
                <a:cubicBezTo>
                  <a:pt x="61940" y="340352"/>
                  <a:pt x="58051" y="344257"/>
                  <a:pt x="54162" y="344257"/>
                </a:cubicBezTo>
                <a:cubicBezTo>
                  <a:pt x="24473" y="344257"/>
                  <a:pt x="0" y="319588"/>
                  <a:pt x="0" y="289679"/>
                </a:cubicBezTo>
                <a:lnTo>
                  <a:pt x="0" y="87082"/>
                </a:lnTo>
                <a:cubicBezTo>
                  <a:pt x="0" y="55936"/>
                  <a:pt x="24473" y="32504"/>
                  <a:pt x="54162" y="32504"/>
                </a:cubicBezTo>
                <a:lnTo>
                  <a:pt x="160589" y="32504"/>
                </a:lnTo>
                <a:cubicBezTo>
                  <a:pt x="141713" y="13645"/>
                  <a:pt x="141618" y="13645"/>
                  <a:pt x="141618" y="13645"/>
                </a:cubicBezTo>
                <a:cubicBezTo>
                  <a:pt x="137729" y="11073"/>
                  <a:pt x="137729" y="5834"/>
                  <a:pt x="141618" y="1929"/>
                </a:cubicBezTo>
                <a:cubicBezTo>
                  <a:pt x="144274" y="-643"/>
                  <a:pt x="149491" y="-643"/>
                  <a:pt x="152052" y="1929"/>
                </a:cubicBezTo>
                <a:lnTo>
                  <a:pt x="183449" y="33266"/>
                </a:lnTo>
                <a:cubicBezTo>
                  <a:pt x="186864" y="36695"/>
                  <a:pt x="187149" y="41077"/>
                  <a:pt x="184493" y="43839"/>
                </a:cubicBezTo>
                <a:cubicBezTo>
                  <a:pt x="183734" y="45077"/>
                  <a:pt x="182785" y="46125"/>
                  <a:pt x="181552" y="46887"/>
                </a:cubicBezTo>
                <a:cubicBezTo>
                  <a:pt x="152147" y="76319"/>
                  <a:pt x="152052" y="76414"/>
                  <a:pt x="152052" y="76414"/>
                </a:cubicBezTo>
                <a:cubicBezTo>
                  <a:pt x="150724" y="77748"/>
                  <a:pt x="149396" y="78986"/>
                  <a:pt x="146835" y="78986"/>
                </a:cubicBezTo>
                <a:cubicBezTo>
                  <a:pt x="145507" y="78986"/>
                  <a:pt x="142946" y="77653"/>
                  <a:pt x="141618" y="76414"/>
                </a:cubicBezTo>
                <a:cubicBezTo>
                  <a:pt x="137729" y="73843"/>
                  <a:pt x="137729" y="68604"/>
                  <a:pt x="141618" y="64699"/>
                </a:cubicBezTo>
                <a:cubicBezTo>
                  <a:pt x="149586" y="57174"/>
                  <a:pt x="155088" y="51935"/>
                  <a:pt x="158977" y="48220"/>
                </a:cubicBezTo>
                <a:lnTo>
                  <a:pt x="54162" y="48220"/>
                </a:lnTo>
                <a:cubicBezTo>
                  <a:pt x="32251" y="48220"/>
                  <a:pt x="15461" y="65080"/>
                  <a:pt x="15461" y="87178"/>
                </a:cubicBezTo>
                <a:lnTo>
                  <a:pt x="15461" y="289774"/>
                </a:lnTo>
                <a:cubicBezTo>
                  <a:pt x="15461" y="310539"/>
                  <a:pt x="32251" y="328732"/>
                  <a:pt x="54162" y="328732"/>
                </a:cubicBezTo>
                <a:cubicBezTo>
                  <a:pt x="58051" y="328732"/>
                  <a:pt x="61940" y="331303"/>
                  <a:pt x="61940" y="336542"/>
                </a:cubicBezTo>
                <a:close/>
                <a:moveTo>
                  <a:pt x="224806" y="32599"/>
                </a:moveTo>
                <a:cubicBezTo>
                  <a:pt x="220917" y="32599"/>
                  <a:pt x="217028" y="35171"/>
                  <a:pt x="217028" y="40410"/>
                </a:cubicBezTo>
                <a:cubicBezTo>
                  <a:pt x="217028" y="44315"/>
                  <a:pt x="220917" y="48220"/>
                  <a:pt x="224806" y="48220"/>
                </a:cubicBezTo>
                <a:cubicBezTo>
                  <a:pt x="246717" y="48220"/>
                  <a:pt x="263507" y="65080"/>
                  <a:pt x="263507" y="87178"/>
                </a:cubicBezTo>
                <a:lnTo>
                  <a:pt x="263507" y="289774"/>
                </a:lnTo>
                <a:cubicBezTo>
                  <a:pt x="263507" y="310539"/>
                  <a:pt x="246717" y="328732"/>
                  <a:pt x="224806" y="328732"/>
                </a:cubicBezTo>
                <a:lnTo>
                  <a:pt x="119138" y="328732"/>
                </a:lnTo>
                <a:cubicBezTo>
                  <a:pt x="122742" y="324922"/>
                  <a:pt x="128149" y="319111"/>
                  <a:pt x="136496" y="310348"/>
                </a:cubicBezTo>
                <a:cubicBezTo>
                  <a:pt x="140385" y="307777"/>
                  <a:pt x="140385" y="302633"/>
                  <a:pt x="136496" y="298728"/>
                </a:cubicBezTo>
                <a:cubicBezTo>
                  <a:pt x="133935" y="296156"/>
                  <a:pt x="128813" y="296156"/>
                  <a:pt x="126252" y="298728"/>
                </a:cubicBezTo>
                <a:lnTo>
                  <a:pt x="95424" y="329684"/>
                </a:lnTo>
                <a:cubicBezTo>
                  <a:pt x="91630" y="333494"/>
                  <a:pt x="91630" y="338447"/>
                  <a:pt x="95234" y="341114"/>
                </a:cubicBezTo>
                <a:cubicBezTo>
                  <a:pt x="95614" y="341590"/>
                  <a:pt x="95993" y="341971"/>
                  <a:pt x="96467" y="342352"/>
                </a:cubicBezTo>
                <a:cubicBezTo>
                  <a:pt x="98554" y="344448"/>
                  <a:pt x="105194" y="351211"/>
                  <a:pt x="126347" y="372356"/>
                </a:cubicBezTo>
                <a:cubicBezTo>
                  <a:pt x="127675" y="373690"/>
                  <a:pt x="130236" y="374928"/>
                  <a:pt x="131469" y="374928"/>
                </a:cubicBezTo>
                <a:cubicBezTo>
                  <a:pt x="134030" y="374928"/>
                  <a:pt x="135358" y="373594"/>
                  <a:pt x="136591" y="372356"/>
                </a:cubicBezTo>
                <a:cubicBezTo>
                  <a:pt x="140480" y="369784"/>
                  <a:pt x="140480" y="364641"/>
                  <a:pt x="136591" y="360736"/>
                </a:cubicBezTo>
                <a:lnTo>
                  <a:pt x="120276" y="344257"/>
                </a:lnTo>
                <a:lnTo>
                  <a:pt x="224901" y="344257"/>
                </a:lnTo>
                <a:cubicBezTo>
                  <a:pt x="254590" y="344257"/>
                  <a:pt x="279063" y="319588"/>
                  <a:pt x="279063" y="289679"/>
                </a:cubicBezTo>
                <a:lnTo>
                  <a:pt x="279063" y="87082"/>
                </a:lnTo>
                <a:cubicBezTo>
                  <a:pt x="279063" y="55936"/>
                  <a:pt x="254590" y="32504"/>
                  <a:pt x="224901" y="32504"/>
                </a:cubicBezTo>
                <a:close/>
                <a:moveTo>
                  <a:pt x="193693" y="281202"/>
                </a:moveTo>
                <a:lnTo>
                  <a:pt x="85369" y="281202"/>
                </a:lnTo>
                <a:cubicBezTo>
                  <a:pt x="81480" y="281202"/>
                  <a:pt x="77591" y="277297"/>
                  <a:pt x="77591" y="273391"/>
                </a:cubicBezTo>
                <a:lnTo>
                  <a:pt x="77591" y="133564"/>
                </a:lnTo>
                <a:cubicBezTo>
                  <a:pt x="77591" y="128421"/>
                  <a:pt x="81480" y="125754"/>
                  <a:pt x="85369" y="125754"/>
                </a:cubicBezTo>
                <a:lnTo>
                  <a:pt x="108609" y="125754"/>
                </a:lnTo>
                <a:lnTo>
                  <a:pt x="108609" y="102418"/>
                </a:lnTo>
                <a:cubicBezTo>
                  <a:pt x="108609" y="97274"/>
                  <a:pt x="112498" y="94607"/>
                  <a:pt x="116387" y="94607"/>
                </a:cubicBezTo>
                <a:lnTo>
                  <a:pt x="162771" y="94607"/>
                </a:lnTo>
                <a:cubicBezTo>
                  <a:pt x="166660" y="94607"/>
                  <a:pt x="170549" y="97179"/>
                  <a:pt x="170549" y="102418"/>
                </a:cubicBezTo>
                <a:lnTo>
                  <a:pt x="170549" y="125754"/>
                </a:lnTo>
                <a:lnTo>
                  <a:pt x="193788" y="125754"/>
                </a:lnTo>
                <a:cubicBezTo>
                  <a:pt x="197677" y="125754"/>
                  <a:pt x="201566" y="128326"/>
                  <a:pt x="201566" y="133564"/>
                </a:cubicBezTo>
                <a:lnTo>
                  <a:pt x="201566" y="273391"/>
                </a:lnTo>
                <a:cubicBezTo>
                  <a:pt x="201566" y="277297"/>
                  <a:pt x="197677" y="281202"/>
                  <a:pt x="193788" y="281202"/>
                </a:cubicBezTo>
                <a:close/>
                <a:moveTo>
                  <a:pt x="185915" y="141375"/>
                </a:moveTo>
                <a:lnTo>
                  <a:pt x="162676" y="141375"/>
                </a:lnTo>
                <a:cubicBezTo>
                  <a:pt x="158787" y="141375"/>
                  <a:pt x="154898" y="137470"/>
                  <a:pt x="154898" y="133564"/>
                </a:cubicBezTo>
                <a:lnTo>
                  <a:pt x="154898" y="110228"/>
                </a:lnTo>
                <a:lnTo>
                  <a:pt x="123975" y="110228"/>
                </a:lnTo>
                <a:lnTo>
                  <a:pt x="123975" y="133564"/>
                </a:lnTo>
                <a:cubicBezTo>
                  <a:pt x="123975" y="137470"/>
                  <a:pt x="120086" y="141375"/>
                  <a:pt x="116197" y="141375"/>
                </a:cubicBezTo>
                <a:lnTo>
                  <a:pt x="92958" y="141375"/>
                </a:lnTo>
                <a:lnTo>
                  <a:pt x="92958" y="265676"/>
                </a:lnTo>
                <a:lnTo>
                  <a:pt x="185821" y="265676"/>
                </a:lnTo>
                <a:lnTo>
                  <a:pt x="185821" y="141375"/>
                </a:lnTo>
                <a:close/>
                <a:moveTo>
                  <a:pt x="160115" y="152043"/>
                </a:moveTo>
                <a:cubicBezTo>
                  <a:pt x="157554" y="148138"/>
                  <a:pt x="152337" y="148138"/>
                  <a:pt x="149681" y="152043"/>
                </a:cubicBezTo>
                <a:lnTo>
                  <a:pt x="110696" y="189571"/>
                </a:lnTo>
                <a:cubicBezTo>
                  <a:pt x="108134" y="192143"/>
                  <a:pt x="108134" y="196048"/>
                  <a:pt x="108134" y="198620"/>
                </a:cubicBezTo>
                <a:cubicBezTo>
                  <a:pt x="109462" y="201192"/>
                  <a:pt x="113351" y="203764"/>
                  <a:pt x="115913" y="203764"/>
                </a:cubicBezTo>
                <a:lnTo>
                  <a:pt x="144464" y="203764"/>
                </a:lnTo>
                <a:lnTo>
                  <a:pt x="118474" y="229672"/>
                </a:lnTo>
                <a:cubicBezTo>
                  <a:pt x="114585" y="232243"/>
                  <a:pt x="114585" y="237482"/>
                  <a:pt x="118474" y="240054"/>
                </a:cubicBezTo>
                <a:cubicBezTo>
                  <a:pt x="119802" y="241387"/>
                  <a:pt x="122363" y="242626"/>
                  <a:pt x="123691" y="242626"/>
                </a:cubicBezTo>
                <a:cubicBezTo>
                  <a:pt x="126252" y="242626"/>
                  <a:pt x="127580" y="241292"/>
                  <a:pt x="128908" y="240054"/>
                </a:cubicBezTo>
                <a:lnTo>
                  <a:pt x="167893" y="201192"/>
                </a:lnTo>
                <a:cubicBezTo>
                  <a:pt x="170454" y="198620"/>
                  <a:pt x="171782" y="196048"/>
                  <a:pt x="170454" y="192143"/>
                </a:cubicBezTo>
                <a:cubicBezTo>
                  <a:pt x="169126" y="189571"/>
                  <a:pt x="165237" y="188238"/>
                  <a:pt x="162676" y="188238"/>
                </a:cubicBezTo>
                <a:lnTo>
                  <a:pt x="135358" y="188238"/>
                </a:lnTo>
                <a:lnTo>
                  <a:pt x="160020" y="162330"/>
                </a:lnTo>
                <a:cubicBezTo>
                  <a:pt x="163909" y="159758"/>
                  <a:pt x="163909" y="154519"/>
                  <a:pt x="160020" y="15194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5" name="Graphic 163">
            <a:extLst>
              <a:ext uri="{FF2B5EF4-FFF2-40B4-BE49-F238E27FC236}">
                <a16:creationId xmlns:a16="http://schemas.microsoft.com/office/drawing/2014/main" id="{63F0707F-0F70-F285-BF0B-C1EF3AEECFA8}"/>
              </a:ext>
            </a:extLst>
          </p:cNvPr>
          <p:cNvSpPr/>
          <p:nvPr/>
        </p:nvSpPr>
        <p:spPr>
          <a:xfrm>
            <a:off x="10457196" y="800616"/>
            <a:ext cx="324485" cy="488420"/>
          </a:xfrm>
          <a:custGeom>
            <a:avLst/>
            <a:gdLst>
              <a:gd name="connsiteX0" fmla="*/ 238895 w 241033"/>
              <a:gd name="connsiteY0" fmla="*/ 274606 h 362807"/>
              <a:gd name="connsiteX1" fmla="*/ 181224 w 241033"/>
              <a:gd name="connsiteY1" fmla="*/ 196596 h 362807"/>
              <a:gd name="connsiteX2" fmla="*/ 211293 w 241033"/>
              <a:gd name="connsiteY2" fmla="*/ 196596 h 362807"/>
              <a:gd name="connsiteX3" fmla="*/ 217553 w 241033"/>
              <a:gd name="connsiteY3" fmla="*/ 192786 h 362807"/>
              <a:gd name="connsiteX4" fmla="*/ 217553 w 241033"/>
              <a:gd name="connsiteY4" fmla="*/ 184023 h 362807"/>
              <a:gd name="connsiteX5" fmla="*/ 164909 w 241033"/>
              <a:gd name="connsiteY5" fmla="*/ 106013 h 362807"/>
              <a:gd name="connsiteX6" fmla="*/ 181224 w 241033"/>
              <a:gd name="connsiteY6" fmla="*/ 106013 h 362807"/>
              <a:gd name="connsiteX7" fmla="*/ 187484 w 241033"/>
              <a:gd name="connsiteY7" fmla="*/ 102203 h 362807"/>
              <a:gd name="connsiteX8" fmla="*/ 187484 w 241033"/>
              <a:gd name="connsiteY8" fmla="*/ 93440 h 362807"/>
              <a:gd name="connsiteX9" fmla="*/ 127346 w 241033"/>
              <a:gd name="connsiteY9" fmla="*/ 2858 h 362807"/>
              <a:gd name="connsiteX10" fmla="*/ 114825 w 241033"/>
              <a:gd name="connsiteY10" fmla="*/ 2858 h 362807"/>
              <a:gd name="connsiteX11" fmla="*/ 54687 w 241033"/>
              <a:gd name="connsiteY11" fmla="*/ 93440 h 362807"/>
              <a:gd name="connsiteX12" fmla="*/ 53454 w 241033"/>
              <a:gd name="connsiteY12" fmla="*/ 102203 h 362807"/>
              <a:gd name="connsiteX13" fmla="*/ 60948 w 241033"/>
              <a:gd name="connsiteY13" fmla="*/ 106013 h 362807"/>
              <a:gd name="connsiteX14" fmla="*/ 76030 w 241033"/>
              <a:gd name="connsiteY14" fmla="*/ 106013 h 362807"/>
              <a:gd name="connsiteX15" fmla="*/ 24619 w 241033"/>
              <a:gd name="connsiteY15" fmla="*/ 184023 h 362807"/>
              <a:gd name="connsiteX16" fmla="*/ 23385 w 241033"/>
              <a:gd name="connsiteY16" fmla="*/ 192786 h 362807"/>
              <a:gd name="connsiteX17" fmla="*/ 30879 w 241033"/>
              <a:gd name="connsiteY17" fmla="*/ 196596 h 362807"/>
              <a:gd name="connsiteX18" fmla="*/ 60948 w 241033"/>
              <a:gd name="connsiteY18" fmla="*/ 196596 h 362807"/>
              <a:gd name="connsiteX19" fmla="*/ 2043 w 241033"/>
              <a:gd name="connsiteY19" fmla="*/ 274606 h 362807"/>
              <a:gd name="connsiteX20" fmla="*/ 810 w 241033"/>
              <a:gd name="connsiteY20" fmla="*/ 282131 h 362807"/>
              <a:gd name="connsiteX21" fmla="*/ 8303 w 241033"/>
              <a:gd name="connsiteY21" fmla="*/ 287179 h 362807"/>
              <a:gd name="connsiteX22" fmla="*/ 113782 w 241033"/>
              <a:gd name="connsiteY22" fmla="*/ 287179 h 362807"/>
              <a:gd name="connsiteX23" fmla="*/ 113782 w 241033"/>
              <a:gd name="connsiteY23" fmla="*/ 355187 h 362807"/>
              <a:gd name="connsiteX24" fmla="*/ 121370 w 241033"/>
              <a:gd name="connsiteY24" fmla="*/ 362807 h 362807"/>
              <a:gd name="connsiteX25" fmla="*/ 128959 w 241033"/>
              <a:gd name="connsiteY25" fmla="*/ 355187 h 362807"/>
              <a:gd name="connsiteX26" fmla="*/ 128959 w 241033"/>
              <a:gd name="connsiteY26" fmla="*/ 287179 h 362807"/>
              <a:gd name="connsiteX27" fmla="*/ 233963 w 241033"/>
              <a:gd name="connsiteY27" fmla="*/ 287179 h 362807"/>
              <a:gd name="connsiteX28" fmla="*/ 240223 w 241033"/>
              <a:gd name="connsiteY28" fmla="*/ 282131 h 362807"/>
              <a:gd name="connsiteX29" fmla="*/ 238990 w 241033"/>
              <a:gd name="connsiteY29" fmla="*/ 274606 h 362807"/>
              <a:gd name="connsiteX30" fmla="*/ 122414 w 241033"/>
              <a:gd name="connsiteY30" fmla="*/ 272129 h 362807"/>
              <a:gd name="connsiteX31" fmla="*/ 121276 w 241033"/>
              <a:gd name="connsiteY31" fmla="*/ 271939 h 362807"/>
              <a:gd name="connsiteX32" fmla="*/ 119853 w 241033"/>
              <a:gd name="connsiteY32" fmla="*/ 272129 h 362807"/>
              <a:gd name="connsiteX33" fmla="*/ 23196 w 241033"/>
              <a:gd name="connsiteY33" fmla="*/ 272129 h 362807"/>
              <a:gd name="connsiteX34" fmla="*/ 80867 w 241033"/>
              <a:gd name="connsiteY34" fmla="*/ 192881 h 362807"/>
              <a:gd name="connsiteX35" fmla="*/ 82100 w 241033"/>
              <a:gd name="connsiteY35" fmla="*/ 185357 h 362807"/>
              <a:gd name="connsiteX36" fmla="*/ 75840 w 241033"/>
              <a:gd name="connsiteY36" fmla="*/ 181547 h 362807"/>
              <a:gd name="connsiteX37" fmla="*/ 44538 w 241033"/>
              <a:gd name="connsiteY37" fmla="*/ 181547 h 362807"/>
              <a:gd name="connsiteX38" fmla="*/ 97182 w 241033"/>
              <a:gd name="connsiteY38" fmla="*/ 102299 h 362807"/>
              <a:gd name="connsiteX39" fmla="*/ 97182 w 241033"/>
              <a:gd name="connsiteY39" fmla="*/ 94774 h 362807"/>
              <a:gd name="connsiteX40" fmla="*/ 90922 w 241033"/>
              <a:gd name="connsiteY40" fmla="*/ 90964 h 362807"/>
              <a:gd name="connsiteX41" fmla="*/ 74607 w 241033"/>
              <a:gd name="connsiteY41" fmla="*/ 90964 h 362807"/>
              <a:gd name="connsiteX42" fmla="*/ 120991 w 241033"/>
              <a:gd name="connsiteY42" fmla="*/ 21812 h 362807"/>
              <a:gd name="connsiteX43" fmla="*/ 166142 w 241033"/>
              <a:gd name="connsiteY43" fmla="*/ 90964 h 362807"/>
              <a:gd name="connsiteX44" fmla="*/ 151060 w 241033"/>
              <a:gd name="connsiteY44" fmla="*/ 90964 h 362807"/>
              <a:gd name="connsiteX45" fmla="*/ 143566 w 241033"/>
              <a:gd name="connsiteY45" fmla="*/ 94774 h 362807"/>
              <a:gd name="connsiteX46" fmla="*/ 144800 w 241033"/>
              <a:gd name="connsiteY46" fmla="*/ 102299 h 362807"/>
              <a:gd name="connsiteX47" fmla="*/ 196211 w 241033"/>
              <a:gd name="connsiteY47" fmla="*/ 181547 h 362807"/>
              <a:gd name="connsiteX48" fmla="*/ 166142 w 241033"/>
              <a:gd name="connsiteY48" fmla="*/ 181547 h 362807"/>
              <a:gd name="connsiteX49" fmla="*/ 158648 w 241033"/>
              <a:gd name="connsiteY49" fmla="*/ 185357 h 362807"/>
              <a:gd name="connsiteX50" fmla="*/ 159881 w 241033"/>
              <a:gd name="connsiteY50" fmla="*/ 192881 h 362807"/>
              <a:gd name="connsiteX51" fmla="*/ 218786 w 241033"/>
              <a:gd name="connsiteY51" fmla="*/ 272129 h 362807"/>
              <a:gd name="connsiteX52" fmla="*/ 122414 w 241033"/>
              <a:gd name="connsiteY52" fmla="*/ 27212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41033" h="362807">
                <a:moveTo>
                  <a:pt x="238895" y="274606"/>
                </a:moveTo>
                <a:lnTo>
                  <a:pt x="181224" y="196596"/>
                </a:lnTo>
                <a:lnTo>
                  <a:pt x="211293" y="196596"/>
                </a:lnTo>
                <a:cubicBezTo>
                  <a:pt x="213759" y="196596"/>
                  <a:pt x="216320" y="195358"/>
                  <a:pt x="217553" y="192786"/>
                </a:cubicBezTo>
                <a:cubicBezTo>
                  <a:pt x="218786" y="190309"/>
                  <a:pt x="218786" y="186500"/>
                  <a:pt x="217553" y="184023"/>
                </a:cubicBezTo>
                <a:lnTo>
                  <a:pt x="164909" y="106013"/>
                </a:lnTo>
                <a:lnTo>
                  <a:pt x="181224" y="106013"/>
                </a:lnTo>
                <a:cubicBezTo>
                  <a:pt x="183690" y="106013"/>
                  <a:pt x="186251" y="104775"/>
                  <a:pt x="187484" y="102203"/>
                </a:cubicBezTo>
                <a:cubicBezTo>
                  <a:pt x="188717" y="99727"/>
                  <a:pt x="188717" y="95917"/>
                  <a:pt x="187484" y="93440"/>
                </a:cubicBezTo>
                <a:lnTo>
                  <a:pt x="127346" y="2858"/>
                </a:lnTo>
                <a:cubicBezTo>
                  <a:pt x="123552" y="-953"/>
                  <a:pt x="117292" y="-953"/>
                  <a:pt x="114825" y="2858"/>
                </a:cubicBezTo>
                <a:lnTo>
                  <a:pt x="54687" y="93440"/>
                </a:lnTo>
                <a:cubicBezTo>
                  <a:pt x="52221" y="95917"/>
                  <a:pt x="52221" y="99727"/>
                  <a:pt x="53454" y="102203"/>
                </a:cubicBezTo>
                <a:cubicBezTo>
                  <a:pt x="54687" y="104680"/>
                  <a:pt x="57249" y="106013"/>
                  <a:pt x="60948" y="106013"/>
                </a:cubicBezTo>
                <a:lnTo>
                  <a:pt x="76030" y="106013"/>
                </a:lnTo>
                <a:lnTo>
                  <a:pt x="24619" y="184023"/>
                </a:lnTo>
                <a:cubicBezTo>
                  <a:pt x="22152" y="186500"/>
                  <a:pt x="22152" y="190309"/>
                  <a:pt x="23385" y="192786"/>
                </a:cubicBezTo>
                <a:cubicBezTo>
                  <a:pt x="24619" y="195263"/>
                  <a:pt x="27180" y="196596"/>
                  <a:pt x="30879" y="196596"/>
                </a:cubicBezTo>
                <a:lnTo>
                  <a:pt x="60948" y="196596"/>
                </a:lnTo>
                <a:lnTo>
                  <a:pt x="2043" y="274606"/>
                </a:lnTo>
                <a:cubicBezTo>
                  <a:pt x="-423" y="277082"/>
                  <a:pt x="-423" y="279654"/>
                  <a:pt x="810" y="282131"/>
                </a:cubicBezTo>
                <a:cubicBezTo>
                  <a:pt x="2043" y="284607"/>
                  <a:pt x="4604" y="287179"/>
                  <a:pt x="8303" y="287179"/>
                </a:cubicBezTo>
                <a:lnTo>
                  <a:pt x="113782" y="287179"/>
                </a:lnTo>
                <a:lnTo>
                  <a:pt x="113782" y="355187"/>
                </a:lnTo>
                <a:cubicBezTo>
                  <a:pt x="113782" y="358997"/>
                  <a:pt x="116343" y="362807"/>
                  <a:pt x="121370" y="362807"/>
                </a:cubicBezTo>
                <a:cubicBezTo>
                  <a:pt x="125165" y="362807"/>
                  <a:pt x="128959" y="358997"/>
                  <a:pt x="128959" y="355187"/>
                </a:cubicBezTo>
                <a:lnTo>
                  <a:pt x="128959" y="287179"/>
                </a:lnTo>
                <a:lnTo>
                  <a:pt x="233963" y="287179"/>
                </a:lnTo>
                <a:cubicBezTo>
                  <a:pt x="236429" y="287179"/>
                  <a:pt x="238990" y="284702"/>
                  <a:pt x="240223" y="282131"/>
                </a:cubicBezTo>
                <a:cubicBezTo>
                  <a:pt x="241457" y="279654"/>
                  <a:pt x="241457" y="277082"/>
                  <a:pt x="238990" y="274606"/>
                </a:cubicBezTo>
                <a:close/>
                <a:moveTo>
                  <a:pt x="122414" y="272129"/>
                </a:moveTo>
                <a:cubicBezTo>
                  <a:pt x="122414" y="272129"/>
                  <a:pt x="121655" y="271939"/>
                  <a:pt x="121276" y="271939"/>
                </a:cubicBezTo>
                <a:cubicBezTo>
                  <a:pt x="120706" y="271939"/>
                  <a:pt x="120327" y="272129"/>
                  <a:pt x="119853" y="272129"/>
                </a:cubicBezTo>
                <a:lnTo>
                  <a:pt x="23196" y="272129"/>
                </a:lnTo>
                <a:lnTo>
                  <a:pt x="80867" y="192881"/>
                </a:lnTo>
                <a:cubicBezTo>
                  <a:pt x="83334" y="191643"/>
                  <a:pt x="83334" y="187833"/>
                  <a:pt x="82100" y="185357"/>
                </a:cubicBezTo>
                <a:cubicBezTo>
                  <a:pt x="80867" y="182880"/>
                  <a:pt x="78306" y="181547"/>
                  <a:pt x="75840" y="181547"/>
                </a:cubicBezTo>
                <a:lnTo>
                  <a:pt x="44538" y="181547"/>
                </a:lnTo>
                <a:lnTo>
                  <a:pt x="97182" y="102299"/>
                </a:lnTo>
                <a:cubicBezTo>
                  <a:pt x="98416" y="99822"/>
                  <a:pt x="98416" y="97250"/>
                  <a:pt x="97182" y="94774"/>
                </a:cubicBezTo>
                <a:cubicBezTo>
                  <a:pt x="95949" y="92297"/>
                  <a:pt x="93388" y="90964"/>
                  <a:pt x="90922" y="90964"/>
                </a:cubicBezTo>
                <a:lnTo>
                  <a:pt x="74607" y="90964"/>
                </a:lnTo>
                <a:lnTo>
                  <a:pt x="120991" y="21812"/>
                </a:lnTo>
                <a:lnTo>
                  <a:pt x="166142" y="90964"/>
                </a:lnTo>
                <a:lnTo>
                  <a:pt x="151060" y="90964"/>
                </a:lnTo>
                <a:cubicBezTo>
                  <a:pt x="147266" y="90964"/>
                  <a:pt x="144800" y="92202"/>
                  <a:pt x="143566" y="94774"/>
                </a:cubicBezTo>
                <a:cubicBezTo>
                  <a:pt x="142333" y="97250"/>
                  <a:pt x="142333" y="99822"/>
                  <a:pt x="144800" y="102299"/>
                </a:cubicBezTo>
                <a:lnTo>
                  <a:pt x="196211" y="181547"/>
                </a:lnTo>
                <a:lnTo>
                  <a:pt x="166142" y="181547"/>
                </a:lnTo>
                <a:cubicBezTo>
                  <a:pt x="162348" y="181547"/>
                  <a:pt x="159881" y="182785"/>
                  <a:pt x="158648" y="185357"/>
                </a:cubicBezTo>
                <a:cubicBezTo>
                  <a:pt x="157415" y="187928"/>
                  <a:pt x="157415" y="191643"/>
                  <a:pt x="159881" y="192881"/>
                </a:cubicBezTo>
                <a:lnTo>
                  <a:pt x="218786" y="272129"/>
                </a:lnTo>
                <a:lnTo>
                  <a:pt x="122414" y="272129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6" name="Graphic 163">
            <a:extLst>
              <a:ext uri="{FF2B5EF4-FFF2-40B4-BE49-F238E27FC236}">
                <a16:creationId xmlns:a16="http://schemas.microsoft.com/office/drawing/2014/main" id="{F210B969-867C-8822-C203-4C7651F89CB5}"/>
              </a:ext>
            </a:extLst>
          </p:cNvPr>
          <p:cNvSpPr/>
          <p:nvPr/>
        </p:nvSpPr>
        <p:spPr>
          <a:xfrm>
            <a:off x="11216021" y="800616"/>
            <a:ext cx="324485" cy="488420"/>
          </a:xfrm>
          <a:custGeom>
            <a:avLst/>
            <a:gdLst>
              <a:gd name="connsiteX0" fmla="*/ 238895 w 241033"/>
              <a:gd name="connsiteY0" fmla="*/ 274606 h 362807"/>
              <a:gd name="connsiteX1" fmla="*/ 181224 w 241033"/>
              <a:gd name="connsiteY1" fmla="*/ 196596 h 362807"/>
              <a:gd name="connsiteX2" fmla="*/ 211293 w 241033"/>
              <a:gd name="connsiteY2" fmla="*/ 196596 h 362807"/>
              <a:gd name="connsiteX3" fmla="*/ 217553 w 241033"/>
              <a:gd name="connsiteY3" fmla="*/ 192786 h 362807"/>
              <a:gd name="connsiteX4" fmla="*/ 217553 w 241033"/>
              <a:gd name="connsiteY4" fmla="*/ 184023 h 362807"/>
              <a:gd name="connsiteX5" fmla="*/ 164909 w 241033"/>
              <a:gd name="connsiteY5" fmla="*/ 106013 h 362807"/>
              <a:gd name="connsiteX6" fmla="*/ 181224 w 241033"/>
              <a:gd name="connsiteY6" fmla="*/ 106013 h 362807"/>
              <a:gd name="connsiteX7" fmla="*/ 187484 w 241033"/>
              <a:gd name="connsiteY7" fmla="*/ 102203 h 362807"/>
              <a:gd name="connsiteX8" fmla="*/ 187484 w 241033"/>
              <a:gd name="connsiteY8" fmla="*/ 93440 h 362807"/>
              <a:gd name="connsiteX9" fmla="*/ 127346 w 241033"/>
              <a:gd name="connsiteY9" fmla="*/ 2858 h 362807"/>
              <a:gd name="connsiteX10" fmla="*/ 114825 w 241033"/>
              <a:gd name="connsiteY10" fmla="*/ 2858 h 362807"/>
              <a:gd name="connsiteX11" fmla="*/ 54687 w 241033"/>
              <a:gd name="connsiteY11" fmla="*/ 93440 h 362807"/>
              <a:gd name="connsiteX12" fmla="*/ 53454 w 241033"/>
              <a:gd name="connsiteY12" fmla="*/ 102203 h 362807"/>
              <a:gd name="connsiteX13" fmla="*/ 60948 w 241033"/>
              <a:gd name="connsiteY13" fmla="*/ 106013 h 362807"/>
              <a:gd name="connsiteX14" fmla="*/ 76030 w 241033"/>
              <a:gd name="connsiteY14" fmla="*/ 106013 h 362807"/>
              <a:gd name="connsiteX15" fmla="*/ 24619 w 241033"/>
              <a:gd name="connsiteY15" fmla="*/ 184023 h 362807"/>
              <a:gd name="connsiteX16" fmla="*/ 23385 w 241033"/>
              <a:gd name="connsiteY16" fmla="*/ 192786 h 362807"/>
              <a:gd name="connsiteX17" fmla="*/ 30879 w 241033"/>
              <a:gd name="connsiteY17" fmla="*/ 196596 h 362807"/>
              <a:gd name="connsiteX18" fmla="*/ 60948 w 241033"/>
              <a:gd name="connsiteY18" fmla="*/ 196596 h 362807"/>
              <a:gd name="connsiteX19" fmla="*/ 2043 w 241033"/>
              <a:gd name="connsiteY19" fmla="*/ 274606 h 362807"/>
              <a:gd name="connsiteX20" fmla="*/ 810 w 241033"/>
              <a:gd name="connsiteY20" fmla="*/ 282131 h 362807"/>
              <a:gd name="connsiteX21" fmla="*/ 8303 w 241033"/>
              <a:gd name="connsiteY21" fmla="*/ 287179 h 362807"/>
              <a:gd name="connsiteX22" fmla="*/ 113782 w 241033"/>
              <a:gd name="connsiteY22" fmla="*/ 287179 h 362807"/>
              <a:gd name="connsiteX23" fmla="*/ 113782 w 241033"/>
              <a:gd name="connsiteY23" fmla="*/ 355187 h 362807"/>
              <a:gd name="connsiteX24" fmla="*/ 121370 w 241033"/>
              <a:gd name="connsiteY24" fmla="*/ 362807 h 362807"/>
              <a:gd name="connsiteX25" fmla="*/ 128959 w 241033"/>
              <a:gd name="connsiteY25" fmla="*/ 355187 h 362807"/>
              <a:gd name="connsiteX26" fmla="*/ 128959 w 241033"/>
              <a:gd name="connsiteY26" fmla="*/ 287179 h 362807"/>
              <a:gd name="connsiteX27" fmla="*/ 233963 w 241033"/>
              <a:gd name="connsiteY27" fmla="*/ 287179 h 362807"/>
              <a:gd name="connsiteX28" fmla="*/ 240223 w 241033"/>
              <a:gd name="connsiteY28" fmla="*/ 282131 h 362807"/>
              <a:gd name="connsiteX29" fmla="*/ 238990 w 241033"/>
              <a:gd name="connsiteY29" fmla="*/ 274606 h 362807"/>
              <a:gd name="connsiteX30" fmla="*/ 122414 w 241033"/>
              <a:gd name="connsiteY30" fmla="*/ 272129 h 362807"/>
              <a:gd name="connsiteX31" fmla="*/ 121276 w 241033"/>
              <a:gd name="connsiteY31" fmla="*/ 271939 h 362807"/>
              <a:gd name="connsiteX32" fmla="*/ 119853 w 241033"/>
              <a:gd name="connsiteY32" fmla="*/ 272129 h 362807"/>
              <a:gd name="connsiteX33" fmla="*/ 23196 w 241033"/>
              <a:gd name="connsiteY33" fmla="*/ 272129 h 362807"/>
              <a:gd name="connsiteX34" fmla="*/ 80867 w 241033"/>
              <a:gd name="connsiteY34" fmla="*/ 192881 h 362807"/>
              <a:gd name="connsiteX35" fmla="*/ 82100 w 241033"/>
              <a:gd name="connsiteY35" fmla="*/ 185357 h 362807"/>
              <a:gd name="connsiteX36" fmla="*/ 75840 w 241033"/>
              <a:gd name="connsiteY36" fmla="*/ 181547 h 362807"/>
              <a:gd name="connsiteX37" fmla="*/ 44538 w 241033"/>
              <a:gd name="connsiteY37" fmla="*/ 181547 h 362807"/>
              <a:gd name="connsiteX38" fmla="*/ 97182 w 241033"/>
              <a:gd name="connsiteY38" fmla="*/ 102299 h 362807"/>
              <a:gd name="connsiteX39" fmla="*/ 97182 w 241033"/>
              <a:gd name="connsiteY39" fmla="*/ 94774 h 362807"/>
              <a:gd name="connsiteX40" fmla="*/ 90922 w 241033"/>
              <a:gd name="connsiteY40" fmla="*/ 90964 h 362807"/>
              <a:gd name="connsiteX41" fmla="*/ 74607 w 241033"/>
              <a:gd name="connsiteY41" fmla="*/ 90964 h 362807"/>
              <a:gd name="connsiteX42" fmla="*/ 120991 w 241033"/>
              <a:gd name="connsiteY42" fmla="*/ 21812 h 362807"/>
              <a:gd name="connsiteX43" fmla="*/ 166142 w 241033"/>
              <a:gd name="connsiteY43" fmla="*/ 90964 h 362807"/>
              <a:gd name="connsiteX44" fmla="*/ 151060 w 241033"/>
              <a:gd name="connsiteY44" fmla="*/ 90964 h 362807"/>
              <a:gd name="connsiteX45" fmla="*/ 143566 w 241033"/>
              <a:gd name="connsiteY45" fmla="*/ 94774 h 362807"/>
              <a:gd name="connsiteX46" fmla="*/ 144800 w 241033"/>
              <a:gd name="connsiteY46" fmla="*/ 102299 h 362807"/>
              <a:gd name="connsiteX47" fmla="*/ 196211 w 241033"/>
              <a:gd name="connsiteY47" fmla="*/ 181547 h 362807"/>
              <a:gd name="connsiteX48" fmla="*/ 166142 w 241033"/>
              <a:gd name="connsiteY48" fmla="*/ 181547 h 362807"/>
              <a:gd name="connsiteX49" fmla="*/ 158648 w 241033"/>
              <a:gd name="connsiteY49" fmla="*/ 185357 h 362807"/>
              <a:gd name="connsiteX50" fmla="*/ 159881 w 241033"/>
              <a:gd name="connsiteY50" fmla="*/ 192881 h 362807"/>
              <a:gd name="connsiteX51" fmla="*/ 218786 w 241033"/>
              <a:gd name="connsiteY51" fmla="*/ 272129 h 362807"/>
              <a:gd name="connsiteX52" fmla="*/ 122414 w 241033"/>
              <a:gd name="connsiteY52" fmla="*/ 27212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41033" h="362807">
                <a:moveTo>
                  <a:pt x="238895" y="274606"/>
                </a:moveTo>
                <a:lnTo>
                  <a:pt x="181224" y="196596"/>
                </a:lnTo>
                <a:lnTo>
                  <a:pt x="211293" y="196596"/>
                </a:lnTo>
                <a:cubicBezTo>
                  <a:pt x="213759" y="196596"/>
                  <a:pt x="216320" y="195358"/>
                  <a:pt x="217553" y="192786"/>
                </a:cubicBezTo>
                <a:cubicBezTo>
                  <a:pt x="218786" y="190309"/>
                  <a:pt x="218786" y="186500"/>
                  <a:pt x="217553" y="184023"/>
                </a:cubicBezTo>
                <a:lnTo>
                  <a:pt x="164909" y="106013"/>
                </a:lnTo>
                <a:lnTo>
                  <a:pt x="181224" y="106013"/>
                </a:lnTo>
                <a:cubicBezTo>
                  <a:pt x="183690" y="106013"/>
                  <a:pt x="186251" y="104775"/>
                  <a:pt x="187484" y="102203"/>
                </a:cubicBezTo>
                <a:cubicBezTo>
                  <a:pt x="188717" y="99727"/>
                  <a:pt x="188717" y="95917"/>
                  <a:pt x="187484" y="93440"/>
                </a:cubicBezTo>
                <a:lnTo>
                  <a:pt x="127346" y="2858"/>
                </a:lnTo>
                <a:cubicBezTo>
                  <a:pt x="123552" y="-953"/>
                  <a:pt x="117292" y="-953"/>
                  <a:pt x="114825" y="2858"/>
                </a:cubicBezTo>
                <a:lnTo>
                  <a:pt x="54687" y="93440"/>
                </a:lnTo>
                <a:cubicBezTo>
                  <a:pt x="52221" y="95917"/>
                  <a:pt x="52221" y="99727"/>
                  <a:pt x="53454" y="102203"/>
                </a:cubicBezTo>
                <a:cubicBezTo>
                  <a:pt x="54687" y="104680"/>
                  <a:pt x="57249" y="106013"/>
                  <a:pt x="60948" y="106013"/>
                </a:cubicBezTo>
                <a:lnTo>
                  <a:pt x="76030" y="106013"/>
                </a:lnTo>
                <a:lnTo>
                  <a:pt x="24619" y="184023"/>
                </a:lnTo>
                <a:cubicBezTo>
                  <a:pt x="22152" y="186500"/>
                  <a:pt x="22152" y="190309"/>
                  <a:pt x="23385" y="192786"/>
                </a:cubicBezTo>
                <a:cubicBezTo>
                  <a:pt x="24619" y="195263"/>
                  <a:pt x="27180" y="196596"/>
                  <a:pt x="30879" y="196596"/>
                </a:cubicBezTo>
                <a:lnTo>
                  <a:pt x="60948" y="196596"/>
                </a:lnTo>
                <a:lnTo>
                  <a:pt x="2043" y="274606"/>
                </a:lnTo>
                <a:cubicBezTo>
                  <a:pt x="-423" y="277082"/>
                  <a:pt x="-423" y="279654"/>
                  <a:pt x="810" y="282131"/>
                </a:cubicBezTo>
                <a:cubicBezTo>
                  <a:pt x="2043" y="284607"/>
                  <a:pt x="4604" y="287179"/>
                  <a:pt x="8303" y="287179"/>
                </a:cubicBezTo>
                <a:lnTo>
                  <a:pt x="113782" y="287179"/>
                </a:lnTo>
                <a:lnTo>
                  <a:pt x="113782" y="355187"/>
                </a:lnTo>
                <a:cubicBezTo>
                  <a:pt x="113782" y="358997"/>
                  <a:pt x="116343" y="362807"/>
                  <a:pt x="121370" y="362807"/>
                </a:cubicBezTo>
                <a:cubicBezTo>
                  <a:pt x="125165" y="362807"/>
                  <a:pt x="128959" y="358997"/>
                  <a:pt x="128959" y="355187"/>
                </a:cubicBezTo>
                <a:lnTo>
                  <a:pt x="128959" y="287179"/>
                </a:lnTo>
                <a:lnTo>
                  <a:pt x="233963" y="287179"/>
                </a:lnTo>
                <a:cubicBezTo>
                  <a:pt x="236429" y="287179"/>
                  <a:pt x="238990" y="284702"/>
                  <a:pt x="240223" y="282131"/>
                </a:cubicBezTo>
                <a:cubicBezTo>
                  <a:pt x="241457" y="279654"/>
                  <a:pt x="241457" y="277082"/>
                  <a:pt x="238990" y="274606"/>
                </a:cubicBezTo>
                <a:close/>
                <a:moveTo>
                  <a:pt x="122414" y="272129"/>
                </a:moveTo>
                <a:cubicBezTo>
                  <a:pt x="122414" y="272129"/>
                  <a:pt x="121655" y="271939"/>
                  <a:pt x="121276" y="271939"/>
                </a:cubicBezTo>
                <a:cubicBezTo>
                  <a:pt x="120706" y="271939"/>
                  <a:pt x="120327" y="272129"/>
                  <a:pt x="119853" y="272129"/>
                </a:cubicBezTo>
                <a:lnTo>
                  <a:pt x="23196" y="272129"/>
                </a:lnTo>
                <a:lnTo>
                  <a:pt x="80867" y="192881"/>
                </a:lnTo>
                <a:cubicBezTo>
                  <a:pt x="83334" y="191643"/>
                  <a:pt x="83334" y="187833"/>
                  <a:pt x="82100" y="185357"/>
                </a:cubicBezTo>
                <a:cubicBezTo>
                  <a:pt x="80867" y="182880"/>
                  <a:pt x="78306" y="181547"/>
                  <a:pt x="75840" y="181547"/>
                </a:cubicBezTo>
                <a:lnTo>
                  <a:pt x="44538" y="181547"/>
                </a:lnTo>
                <a:lnTo>
                  <a:pt x="97182" y="102299"/>
                </a:lnTo>
                <a:cubicBezTo>
                  <a:pt x="98416" y="99822"/>
                  <a:pt x="98416" y="97250"/>
                  <a:pt x="97182" y="94774"/>
                </a:cubicBezTo>
                <a:cubicBezTo>
                  <a:pt x="95949" y="92297"/>
                  <a:pt x="93388" y="90964"/>
                  <a:pt x="90922" y="90964"/>
                </a:cubicBezTo>
                <a:lnTo>
                  <a:pt x="74607" y="90964"/>
                </a:lnTo>
                <a:lnTo>
                  <a:pt x="120991" y="21812"/>
                </a:lnTo>
                <a:lnTo>
                  <a:pt x="166142" y="90964"/>
                </a:lnTo>
                <a:lnTo>
                  <a:pt x="151060" y="90964"/>
                </a:lnTo>
                <a:cubicBezTo>
                  <a:pt x="147266" y="90964"/>
                  <a:pt x="144800" y="92202"/>
                  <a:pt x="143566" y="94774"/>
                </a:cubicBezTo>
                <a:cubicBezTo>
                  <a:pt x="142333" y="97250"/>
                  <a:pt x="142333" y="99822"/>
                  <a:pt x="144800" y="102299"/>
                </a:cubicBezTo>
                <a:lnTo>
                  <a:pt x="196211" y="181547"/>
                </a:lnTo>
                <a:lnTo>
                  <a:pt x="166142" y="181547"/>
                </a:lnTo>
                <a:cubicBezTo>
                  <a:pt x="162348" y="181547"/>
                  <a:pt x="159881" y="182785"/>
                  <a:pt x="158648" y="185357"/>
                </a:cubicBezTo>
                <a:cubicBezTo>
                  <a:pt x="157415" y="187928"/>
                  <a:pt x="157415" y="191643"/>
                  <a:pt x="159881" y="192881"/>
                </a:cubicBezTo>
                <a:lnTo>
                  <a:pt x="218786" y="272129"/>
                </a:lnTo>
                <a:lnTo>
                  <a:pt x="122414" y="272129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7" name="Graphic 163">
            <a:extLst>
              <a:ext uri="{FF2B5EF4-FFF2-40B4-BE49-F238E27FC236}">
                <a16:creationId xmlns:a16="http://schemas.microsoft.com/office/drawing/2014/main" id="{8E01DF23-1106-306F-B36E-1CBC104C18E3}"/>
              </a:ext>
            </a:extLst>
          </p:cNvPr>
          <p:cNvSpPr/>
          <p:nvPr/>
        </p:nvSpPr>
        <p:spPr>
          <a:xfrm>
            <a:off x="10457196" y="1441966"/>
            <a:ext cx="324485" cy="488420"/>
          </a:xfrm>
          <a:custGeom>
            <a:avLst/>
            <a:gdLst>
              <a:gd name="connsiteX0" fmla="*/ 238895 w 241033"/>
              <a:gd name="connsiteY0" fmla="*/ 274606 h 362807"/>
              <a:gd name="connsiteX1" fmla="*/ 181224 w 241033"/>
              <a:gd name="connsiteY1" fmla="*/ 196596 h 362807"/>
              <a:gd name="connsiteX2" fmla="*/ 211293 w 241033"/>
              <a:gd name="connsiteY2" fmla="*/ 196596 h 362807"/>
              <a:gd name="connsiteX3" fmla="*/ 217553 w 241033"/>
              <a:gd name="connsiteY3" fmla="*/ 192786 h 362807"/>
              <a:gd name="connsiteX4" fmla="*/ 217553 w 241033"/>
              <a:gd name="connsiteY4" fmla="*/ 184023 h 362807"/>
              <a:gd name="connsiteX5" fmla="*/ 164909 w 241033"/>
              <a:gd name="connsiteY5" fmla="*/ 106013 h 362807"/>
              <a:gd name="connsiteX6" fmla="*/ 181224 w 241033"/>
              <a:gd name="connsiteY6" fmla="*/ 106013 h 362807"/>
              <a:gd name="connsiteX7" fmla="*/ 187484 w 241033"/>
              <a:gd name="connsiteY7" fmla="*/ 102203 h 362807"/>
              <a:gd name="connsiteX8" fmla="*/ 187484 w 241033"/>
              <a:gd name="connsiteY8" fmla="*/ 93440 h 362807"/>
              <a:gd name="connsiteX9" fmla="*/ 127346 w 241033"/>
              <a:gd name="connsiteY9" fmla="*/ 2858 h 362807"/>
              <a:gd name="connsiteX10" fmla="*/ 114825 w 241033"/>
              <a:gd name="connsiteY10" fmla="*/ 2858 h 362807"/>
              <a:gd name="connsiteX11" fmla="*/ 54687 w 241033"/>
              <a:gd name="connsiteY11" fmla="*/ 93440 h 362807"/>
              <a:gd name="connsiteX12" fmla="*/ 53454 w 241033"/>
              <a:gd name="connsiteY12" fmla="*/ 102203 h 362807"/>
              <a:gd name="connsiteX13" fmla="*/ 60948 w 241033"/>
              <a:gd name="connsiteY13" fmla="*/ 106013 h 362807"/>
              <a:gd name="connsiteX14" fmla="*/ 76030 w 241033"/>
              <a:gd name="connsiteY14" fmla="*/ 106013 h 362807"/>
              <a:gd name="connsiteX15" fmla="*/ 24619 w 241033"/>
              <a:gd name="connsiteY15" fmla="*/ 184023 h 362807"/>
              <a:gd name="connsiteX16" fmla="*/ 23385 w 241033"/>
              <a:gd name="connsiteY16" fmla="*/ 192786 h 362807"/>
              <a:gd name="connsiteX17" fmla="*/ 30879 w 241033"/>
              <a:gd name="connsiteY17" fmla="*/ 196596 h 362807"/>
              <a:gd name="connsiteX18" fmla="*/ 60948 w 241033"/>
              <a:gd name="connsiteY18" fmla="*/ 196596 h 362807"/>
              <a:gd name="connsiteX19" fmla="*/ 2043 w 241033"/>
              <a:gd name="connsiteY19" fmla="*/ 274606 h 362807"/>
              <a:gd name="connsiteX20" fmla="*/ 810 w 241033"/>
              <a:gd name="connsiteY20" fmla="*/ 282131 h 362807"/>
              <a:gd name="connsiteX21" fmla="*/ 8303 w 241033"/>
              <a:gd name="connsiteY21" fmla="*/ 287179 h 362807"/>
              <a:gd name="connsiteX22" fmla="*/ 113782 w 241033"/>
              <a:gd name="connsiteY22" fmla="*/ 287179 h 362807"/>
              <a:gd name="connsiteX23" fmla="*/ 113782 w 241033"/>
              <a:gd name="connsiteY23" fmla="*/ 355187 h 362807"/>
              <a:gd name="connsiteX24" fmla="*/ 121370 w 241033"/>
              <a:gd name="connsiteY24" fmla="*/ 362807 h 362807"/>
              <a:gd name="connsiteX25" fmla="*/ 128959 w 241033"/>
              <a:gd name="connsiteY25" fmla="*/ 355187 h 362807"/>
              <a:gd name="connsiteX26" fmla="*/ 128959 w 241033"/>
              <a:gd name="connsiteY26" fmla="*/ 287179 h 362807"/>
              <a:gd name="connsiteX27" fmla="*/ 233963 w 241033"/>
              <a:gd name="connsiteY27" fmla="*/ 287179 h 362807"/>
              <a:gd name="connsiteX28" fmla="*/ 240223 w 241033"/>
              <a:gd name="connsiteY28" fmla="*/ 282131 h 362807"/>
              <a:gd name="connsiteX29" fmla="*/ 238990 w 241033"/>
              <a:gd name="connsiteY29" fmla="*/ 274606 h 362807"/>
              <a:gd name="connsiteX30" fmla="*/ 122414 w 241033"/>
              <a:gd name="connsiteY30" fmla="*/ 272129 h 362807"/>
              <a:gd name="connsiteX31" fmla="*/ 121276 w 241033"/>
              <a:gd name="connsiteY31" fmla="*/ 271939 h 362807"/>
              <a:gd name="connsiteX32" fmla="*/ 119853 w 241033"/>
              <a:gd name="connsiteY32" fmla="*/ 272129 h 362807"/>
              <a:gd name="connsiteX33" fmla="*/ 23196 w 241033"/>
              <a:gd name="connsiteY33" fmla="*/ 272129 h 362807"/>
              <a:gd name="connsiteX34" fmla="*/ 80867 w 241033"/>
              <a:gd name="connsiteY34" fmla="*/ 192881 h 362807"/>
              <a:gd name="connsiteX35" fmla="*/ 82100 w 241033"/>
              <a:gd name="connsiteY35" fmla="*/ 185357 h 362807"/>
              <a:gd name="connsiteX36" fmla="*/ 75840 w 241033"/>
              <a:gd name="connsiteY36" fmla="*/ 181547 h 362807"/>
              <a:gd name="connsiteX37" fmla="*/ 44538 w 241033"/>
              <a:gd name="connsiteY37" fmla="*/ 181547 h 362807"/>
              <a:gd name="connsiteX38" fmla="*/ 97182 w 241033"/>
              <a:gd name="connsiteY38" fmla="*/ 102299 h 362807"/>
              <a:gd name="connsiteX39" fmla="*/ 97182 w 241033"/>
              <a:gd name="connsiteY39" fmla="*/ 94774 h 362807"/>
              <a:gd name="connsiteX40" fmla="*/ 90922 w 241033"/>
              <a:gd name="connsiteY40" fmla="*/ 90964 h 362807"/>
              <a:gd name="connsiteX41" fmla="*/ 74607 w 241033"/>
              <a:gd name="connsiteY41" fmla="*/ 90964 h 362807"/>
              <a:gd name="connsiteX42" fmla="*/ 120991 w 241033"/>
              <a:gd name="connsiteY42" fmla="*/ 21812 h 362807"/>
              <a:gd name="connsiteX43" fmla="*/ 166142 w 241033"/>
              <a:gd name="connsiteY43" fmla="*/ 90964 h 362807"/>
              <a:gd name="connsiteX44" fmla="*/ 151060 w 241033"/>
              <a:gd name="connsiteY44" fmla="*/ 90964 h 362807"/>
              <a:gd name="connsiteX45" fmla="*/ 143566 w 241033"/>
              <a:gd name="connsiteY45" fmla="*/ 94774 h 362807"/>
              <a:gd name="connsiteX46" fmla="*/ 144800 w 241033"/>
              <a:gd name="connsiteY46" fmla="*/ 102299 h 362807"/>
              <a:gd name="connsiteX47" fmla="*/ 196211 w 241033"/>
              <a:gd name="connsiteY47" fmla="*/ 181547 h 362807"/>
              <a:gd name="connsiteX48" fmla="*/ 166142 w 241033"/>
              <a:gd name="connsiteY48" fmla="*/ 181547 h 362807"/>
              <a:gd name="connsiteX49" fmla="*/ 158648 w 241033"/>
              <a:gd name="connsiteY49" fmla="*/ 185357 h 362807"/>
              <a:gd name="connsiteX50" fmla="*/ 159881 w 241033"/>
              <a:gd name="connsiteY50" fmla="*/ 192881 h 362807"/>
              <a:gd name="connsiteX51" fmla="*/ 218786 w 241033"/>
              <a:gd name="connsiteY51" fmla="*/ 272129 h 362807"/>
              <a:gd name="connsiteX52" fmla="*/ 122414 w 241033"/>
              <a:gd name="connsiteY52" fmla="*/ 27212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41033" h="362807">
                <a:moveTo>
                  <a:pt x="238895" y="274606"/>
                </a:moveTo>
                <a:lnTo>
                  <a:pt x="181224" y="196596"/>
                </a:lnTo>
                <a:lnTo>
                  <a:pt x="211293" y="196596"/>
                </a:lnTo>
                <a:cubicBezTo>
                  <a:pt x="213759" y="196596"/>
                  <a:pt x="216320" y="195358"/>
                  <a:pt x="217553" y="192786"/>
                </a:cubicBezTo>
                <a:cubicBezTo>
                  <a:pt x="218786" y="190309"/>
                  <a:pt x="218786" y="186500"/>
                  <a:pt x="217553" y="184023"/>
                </a:cubicBezTo>
                <a:lnTo>
                  <a:pt x="164909" y="106013"/>
                </a:lnTo>
                <a:lnTo>
                  <a:pt x="181224" y="106013"/>
                </a:lnTo>
                <a:cubicBezTo>
                  <a:pt x="183690" y="106013"/>
                  <a:pt x="186251" y="104775"/>
                  <a:pt x="187484" y="102203"/>
                </a:cubicBezTo>
                <a:cubicBezTo>
                  <a:pt x="188717" y="99727"/>
                  <a:pt x="188717" y="95917"/>
                  <a:pt x="187484" y="93440"/>
                </a:cubicBezTo>
                <a:lnTo>
                  <a:pt x="127346" y="2858"/>
                </a:lnTo>
                <a:cubicBezTo>
                  <a:pt x="123552" y="-953"/>
                  <a:pt x="117292" y="-953"/>
                  <a:pt x="114825" y="2858"/>
                </a:cubicBezTo>
                <a:lnTo>
                  <a:pt x="54687" y="93440"/>
                </a:lnTo>
                <a:cubicBezTo>
                  <a:pt x="52221" y="95917"/>
                  <a:pt x="52221" y="99727"/>
                  <a:pt x="53454" y="102203"/>
                </a:cubicBezTo>
                <a:cubicBezTo>
                  <a:pt x="54687" y="104680"/>
                  <a:pt x="57249" y="106013"/>
                  <a:pt x="60948" y="106013"/>
                </a:cubicBezTo>
                <a:lnTo>
                  <a:pt x="76030" y="106013"/>
                </a:lnTo>
                <a:lnTo>
                  <a:pt x="24619" y="184023"/>
                </a:lnTo>
                <a:cubicBezTo>
                  <a:pt x="22152" y="186500"/>
                  <a:pt x="22152" y="190309"/>
                  <a:pt x="23385" y="192786"/>
                </a:cubicBezTo>
                <a:cubicBezTo>
                  <a:pt x="24619" y="195263"/>
                  <a:pt x="27180" y="196596"/>
                  <a:pt x="30879" y="196596"/>
                </a:cubicBezTo>
                <a:lnTo>
                  <a:pt x="60948" y="196596"/>
                </a:lnTo>
                <a:lnTo>
                  <a:pt x="2043" y="274606"/>
                </a:lnTo>
                <a:cubicBezTo>
                  <a:pt x="-423" y="277082"/>
                  <a:pt x="-423" y="279654"/>
                  <a:pt x="810" y="282131"/>
                </a:cubicBezTo>
                <a:cubicBezTo>
                  <a:pt x="2043" y="284607"/>
                  <a:pt x="4604" y="287179"/>
                  <a:pt x="8303" y="287179"/>
                </a:cubicBezTo>
                <a:lnTo>
                  <a:pt x="113782" y="287179"/>
                </a:lnTo>
                <a:lnTo>
                  <a:pt x="113782" y="355187"/>
                </a:lnTo>
                <a:cubicBezTo>
                  <a:pt x="113782" y="358997"/>
                  <a:pt x="116343" y="362807"/>
                  <a:pt x="121370" y="362807"/>
                </a:cubicBezTo>
                <a:cubicBezTo>
                  <a:pt x="125165" y="362807"/>
                  <a:pt x="128959" y="358997"/>
                  <a:pt x="128959" y="355187"/>
                </a:cubicBezTo>
                <a:lnTo>
                  <a:pt x="128959" y="287179"/>
                </a:lnTo>
                <a:lnTo>
                  <a:pt x="233963" y="287179"/>
                </a:lnTo>
                <a:cubicBezTo>
                  <a:pt x="236429" y="287179"/>
                  <a:pt x="238990" y="284702"/>
                  <a:pt x="240223" y="282131"/>
                </a:cubicBezTo>
                <a:cubicBezTo>
                  <a:pt x="241457" y="279654"/>
                  <a:pt x="241457" y="277082"/>
                  <a:pt x="238990" y="274606"/>
                </a:cubicBezTo>
                <a:close/>
                <a:moveTo>
                  <a:pt x="122414" y="272129"/>
                </a:moveTo>
                <a:cubicBezTo>
                  <a:pt x="122414" y="272129"/>
                  <a:pt x="121655" y="271939"/>
                  <a:pt x="121276" y="271939"/>
                </a:cubicBezTo>
                <a:cubicBezTo>
                  <a:pt x="120706" y="271939"/>
                  <a:pt x="120327" y="272129"/>
                  <a:pt x="119853" y="272129"/>
                </a:cubicBezTo>
                <a:lnTo>
                  <a:pt x="23196" y="272129"/>
                </a:lnTo>
                <a:lnTo>
                  <a:pt x="80867" y="192881"/>
                </a:lnTo>
                <a:cubicBezTo>
                  <a:pt x="83334" y="191643"/>
                  <a:pt x="83334" y="187833"/>
                  <a:pt x="82100" y="185357"/>
                </a:cubicBezTo>
                <a:cubicBezTo>
                  <a:pt x="80867" y="182880"/>
                  <a:pt x="78306" y="181547"/>
                  <a:pt x="75840" y="181547"/>
                </a:cubicBezTo>
                <a:lnTo>
                  <a:pt x="44538" y="181547"/>
                </a:lnTo>
                <a:lnTo>
                  <a:pt x="97182" y="102299"/>
                </a:lnTo>
                <a:cubicBezTo>
                  <a:pt x="98416" y="99822"/>
                  <a:pt x="98416" y="97250"/>
                  <a:pt x="97182" y="94774"/>
                </a:cubicBezTo>
                <a:cubicBezTo>
                  <a:pt x="95949" y="92297"/>
                  <a:pt x="93388" y="90964"/>
                  <a:pt x="90922" y="90964"/>
                </a:cubicBezTo>
                <a:lnTo>
                  <a:pt x="74607" y="90964"/>
                </a:lnTo>
                <a:lnTo>
                  <a:pt x="120991" y="21812"/>
                </a:lnTo>
                <a:lnTo>
                  <a:pt x="166142" y="90964"/>
                </a:lnTo>
                <a:lnTo>
                  <a:pt x="151060" y="90964"/>
                </a:lnTo>
                <a:cubicBezTo>
                  <a:pt x="147266" y="90964"/>
                  <a:pt x="144800" y="92202"/>
                  <a:pt x="143566" y="94774"/>
                </a:cubicBezTo>
                <a:cubicBezTo>
                  <a:pt x="142333" y="97250"/>
                  <a:pt x="142333" y="99822"/>
                  <a:pt x="144800" y="102299"/>
                </a:cubicBezTo>
                <a:lnTo>
                  <a:pt x="196211" y="181547"/>
                </a:lnTo>
                <a:lnTo>
                  <a:pt x="166142" y="181547"/>
                </a:lnTo>
                <a:cubicBezTo>
                  <a:pt x="162348" y="181547"/>
                  <a:pt x="159881" y="182785"/>
                  <a:pt x="158648" y="185357"/>
                </a:cubicBezTo>
                <a:cubicBezTo>
                  <a:pt x="157415" y="187928"/>
                  <a:pt x="157415" y="191643"/>
                  <a:pt x="159881" y="192881"/>
                </a:cubicBezTo>
                <a:lnTo>
                  <a:pt x="218786" y="272129"/>
                </a:lnTo>
                <a:lnTo>
                  <a:pt x="122414" y="272129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8" name="Graphic 163">
            <a:extLst>
              <a:ext uri="{FF2B5EF4-FFF2-40B4-BE49-F238E27FC236}">
                <a16:creationId xmlns:a16="http://schemas.microsoft.com/office/drawing/2014/main" id="{4416B3BE-6F41-DF36-9332-32DBC0331CD2}"/>
              </a:ext>
            </a:extLst>
          </p:cNvPr>
          <p:cNvSpPr/>
          <p:nvPr/>
        </p:nvSpPr>
        <p:spPr>
          <a:xfrm>
            <a:off x="11216021" y="1441966"/>
            <a:ext cx="324485" cy="488420"/>
          </a:xfrm>
          <a:custGeom>
            <a:avLst/>
            <a:gdLst>
              <a:gd name="connsiteX0" fmla="*/ 238895 w 241033"/>
              <a:gd name="connsiteY0" fmla="*/ 274606 h 362807"/>
              <a:gd name="connsiteX1" fmla="*/ 181224 w 241033"/>
              <a:gd name="connsiteY1" fmla="*/ 196596 h 362807"/>
              <a:gd name="connsiteX2" fmla="*/ 211293 w 241033"/>
              <a:gd name="connsiteY2" fmla="*/ 196596 h 362807"/>
              <a:gd name="connsiteX3" fmla="*/ 217553 w 241033"/>
              <a:gd name="connsiteY3" fmla="*/ 192786 h 362807"/>
              <a:gd name="connsiteX4" fmla="*/ 217553 w 241033"/>
              <a:gd name="connsiteY4" fmla="*/ 184023 h 362807"/>
              <a:gd name="connsiteX5" fmla="*/ 164909 w 241033"/>
              <a:gd name="connsiteY5" fmla="*/ 106013 h 362807"/>
              <a:gd name="connsiteX6" fmla="*/ 181224 w 241033"/>
              <a:gd name="connsiteY6" fmla="*/ 106013 h 362807"/>
              <a:gd name="connsiteX7" fmla="*/ 187484 w 241033"/>
              <a:gd name="connsiteY7" fmla="*/ 102203 h 362807"/>
              <a:gd name="connsiteX8" fmla="*/ 187484 w 241033"/>
              <a:gd name="connsiteY8" fmla="*/ 93440 h 362807"/>
              <a:gd name="connsiteX9" fmla="*/ 127346 w 241033"/>
              <a:gd name="connsiteY9" fmla="*/ 2858 h 362807"/>
              <a:gd name="connsiteX10" fmla="*/ 114825 w 241033"/>
              <a:gd name="connsiteY10" fmla="*/ 2858 h 362807"/>
              <a:gd name="connsiteX11" fmla="*/ 54687 w 241033"/>
              <a:gd name="connsiteY11" fmla="*/ 93440 h 362807"/>
              <a:gd name="connsiteX12" fmla="*/ 53454 w 241033"/>
              <a:gd name="connsiteY12" fmla="*/ 102203 h 362807"/>
              <a:gd name="connsiteX13" fmla="*/ 60948 w 241033"/>
              <a:gd name="connsiteY13" fmla="*/ 106013 h 362807"/>
              <a:gd name="connsiteX14" fmla="*/ 76030 w 241033"/>
              <a:gd name="connsiteY14" fmla="*/ 106013 h 362807"/>
              <a:gd name="connsiteX15" fmla="*/ 24619 w 241033"/>
              <a:gd name="connsiteY15" fmla="*/ 184023 h 362807"/>
              <a:gd name="connsiteX16" fmla="*/ 23385 w 241033"/>
              <a:gd name="connsiteY16" fmla="*/ 192786 h 362807"/>
              <a:gd name="connsiteX17" fmla="*/ 30879 w 241033"/>
              <a:gd name="connsiteY17" fmla="*/ 196596 h 362807"/>
              <a:gd name="connsiteX18" fmla="*/ 60948 w 241033"/>
              <a:gd name="connsiteY18" fmla="*/ 196596 h 362807"/>
              <a:gd name="connsiteX19" fmla="*/ 2043 w 241033"/>
              <a:gd name="connsiteY19" fmla="*/ 274606 h 362807"/>
              <a:gd name="connsiteX20" fmla="*/ 810 w 241033"/>
              <a:gd name="connsiteY20" fmla="*/ 282131 h 362807"/>
              <a:gd name="connsiteX21" fmla="*/ 8303 w 241033"/>
              <a:gd name="connsiteY21" fmla="*/ 287179 h 362807"/>
              <a:gd name="connsiteX22" fmla="*/ 113782 w 241033"/>
              <a:gd name="connsiteY22" fmla="*/ 287179 h 362807"/>
              <a:gd name="connsiteX23" fmla="*/ 113782 w 241033"/>
              <a:gd name="connsiteY23" fmla="*/ 355187 h 362807"/>
              <a:gd name="connsiteX24" fmla="*/ 121370 w 241033"/>
              <a:gd name="connsiteY24" fmla="*/ 362807 h 362807"/>
              <a:gd name="connsiteX25" fmla="*/ 128959 w 241033"/>
              <a:gd name="connsiteY25" fmla="*/ 355187 h 362807"/>
              <a:gd name="connsiteX26" fmla="*/ 128959 w 241033"/>
              <a:gd name="connsiteY26" fmla="*/ 287179 h 362807"/>
              <a:gd name="connsiteX27" fmla="*/ 233963 w 241033"/>
              <a:gd name="connsiteY27" fmla="*/ 287179 h 362807"/>
              <a:gd name="connsiteX28" fmla="*/ 240223 w 241033"/>
              <a:gd name="connsiteY28" fmla="*/ 282131 h 362807"/>
              <a:gd name="connsiteX29" fmla="*/ 238990 w 241033"/>
              <a:gd name="connsiteY29" fmla="*/ 274606 h 362807"/>
              <a:gd name="connsiteX30" fmla="*/ 122414 w 241033"/>
              <a:gd name="connsiteY30" fmla="*/ 272129 h 362807"/>
              <a:gd name="connsiteX31" fmla="*/ 121276 w 241033"/>
              <a:gd name="connsiteY31" fmla="*/ 271939 h 362807"/>
              <a:gd name="connsiteX32" fmla="*/ 119853 w 241033"/>
              <a:gd name="connsiteY32" fmla="*/ 272129 h 362807"/>
              <a:gd name="connsiteX33" fmla="*/ 23196 w 241033"/>
              <a:gd name="connsiteY33" fmla="*/ 272129 h 362807"/>
              <a:gd name="connsiteX34" fmla="*/ 80867 w 241033"/>
              <a:gd name="connsiteY34" fmla="*/ 192881 h 362807"/>
              <a:gd name="connsiteX35" fmla="*/ 82100 w 241033"/>
              <a:gd name="connsiteY35" fmla="*/ 185357 h 362807"/>
              <a:gd name="connsiteX36" fmla="*/ 75840 w 241033"/>
              <a:gd name="connsiteY36" fmla="*/ 181547 h 362807"/>
              <a:gd name="connsiteX37" fmla="*/ 44538 w 241033"/>
              <a:gd name="connsiteY37" fmla="*/ 181547 h 362807"/>
              <a:gd name="connsiteX38" fmla="*/ 97182 w 241033"/>
              <a:gd name="connsiteY38" fmla="*/ 102299 h 362807"/>
              <a:gd name="connsiteX39" fmla="*/ 97182 w 241033"/>
              <a:gd name="connsiteY39" fmla="*/ 94774 h 362807"/>
              <a:gd name="connsiteX40" fmla="*/ 90922 w 241033"/>
              <a:gd name="connsiteY40" fmla="*/ 90964 h 362807"/>
              <a:gd name="connsiteX41" fmla="*/ 74607 w 241033"/>
              <a:gd name="connsiteY41" fmla="*/ 90964 h 362807"/>
              <a:gd name="connsiteX42" fmla="*/ 120991 w 241033"/>
              <a:gd name="connsiteY42" fmla="*/ 21812 h 362807"/>
              <a:gd name="connsiteX43" fmla="*/ 166142 w 241033"/>
              <a:gd name="connsiteY43" fmla="*/ 90964 h 362807"/>
              <a:gd name="connsiteX44" fmla="*/ 151060 w 241033"/>
              <a:gd name="connsiteY44" fmla="*/ 90964 h 362807"/>
              <a:gd name="connsiteX45" fmla="*/ 143566 w 241033"/>
              <a:gd name="connsiteY45" fmla="*/ 94774 h 362807"/>
              <a:gd name="connsiteX46" fmla="*/ 144800 w 241033"/>
              <a:gd name="connsiteY46" fmla="*/ 102299 h 362807"/>
              <a:gd name="connsiteX47" fmla="*/ 196211 w 241033"/>
              <a:gd name="connsiteY47" fmla="*/ 181547 h 362807"/>
              <a:gd name="connsiteX48" fmla="*/ 166142 w 241033"/>
              <a:gd name="connsiteY48" fmla="*/ 181547 h 362807"/>
              <a:gd name="connsiteX49" fmla="*/ 158648 w 241033"/>
              <a:gd name="connsiteY49" fmla="*/ 185357 h 362807"/>
              <a:gd name="connsiteX50" fmla="*/ 159881 w 241033"/>
              <a:gd name="connsiteY50" fmla="*/ 192881 h 362807"/>
              <a:gd name="connsiteX51" fmla="*/ 218786 w 241033"/>
              <a:gd name="connsiteY51" fmla="*/ 272129 h 362807"/>
              <a:gd name="connsiteX52" fmla="*/ 122414 w 241033"/>
              <a:gd name="connsiteY52" fmla="*/ 27212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41033" h="362807">
                <a:moveTo>
                  <a:pt x="238895" y="274606"/>
                </a:moveTo>
                <a:lnTo>
                  <a:pt x="181224" y="196596"/>
                </a:lnTo>
                <a:lnTo>
                  <a:pt x="211293" y="196596"/>
                </a:lnTo>
                <a:cubicBezTo>
                  <a:pt x="213759" y="196596"/>
                  <a:pt x="216320" y="195358"/>
                  <a:pt x="217553" y="192786"/>
                </a:cubicBezTo>
                <a:cubicBezTo>
                  <a:pt x="218786" y="190309"/>
                  <a:pt x="218786" y="186500"/>
                  <a:pt x="217553" y="184023"/>
                </a:cubicBezTo>
                <a:lnTo>
                  <a:pt x="164909" y="106013"/>
                </a:lnTo>
                <a:lnTo>
                  <a:pt x="181224" y="106013"/>
                </a:lnTo>
                <a:cubicBezTo>
                  <a:pt x="183690" y="106013"/>
                  <a:pt x="186251" y="104775"/>
                  <a:pt x="187484" y="102203"/>
                </a:cubicBezTo>
                <a:cubicBezTo>
                  <a:pt x="188717" y="99727"/>
                  <a:pt x="188717" y="95917"/>
                  <a:pt x="187484" y="93440"/>
                </a:cubicBezTo>
                <a:lnTo>
                  <a:pt x="127346" y="2858"/>
                </a:lnTo>
                <a:cubicBezTo>
                  <a:pt x="123552" y="-953"/>
                  <a:pt x="117292" y="-953"/>
                  <a:pt x="114825" y="2858"/>
                </a:cubicBezTo>
                <a:lnTo>
                  <a:pt x="54687" y="93440"/>
                </a:lnTo>
                <a:cubicBezTo>
                  <a:pt x="52221" y="95917"/>
                  <a:pt x="52221" y="99727"/>
                  <a:pt x="53454" y="102203"/>
                </a:cubicBezTo>
                <a:cubicBezTo>
                  <a:pt x="54687" y="104680"/>
                  <a:pt x="57249" y="106013"/>
                  <a:pt x="60948" y="106013"/>
                </a:cubicBezTo>
                <a:lnTo>
                  <a:pt x="76030" y="106013"/>
                </a:lnTo>
                <a:lnTo>
                  <a:pt x="24619" y="184023"/>
                </a:lnTo>
                <a:cubicBezTo>
                  <a:pt x="22152" y="186500"/>
                  <a:pt x="22152" y="190309"/>
                  <a:pt x="23385" y="192786"/>
                </a:cubicBezTo>
                <a:cubicBezTo>
                  <a:pt x="24619" y="195263"/>
                  <a:pt x="27180" y="196596"/>
                  <a:pt x="30879" y="196596"/>
                </a:cubicBezTo>
                <a:lnTo>
                  <a:pt x="60948" y="196596"/>
                </a:lnTo>
                <a:lnTo>
                  <a:pt x="2043" y="274606"/>
                </a:lnTo>
                <a:cubicBezTo>
                  <a:pt x="-423" y="277082"/>
                  <a:pt x="-423" y="279654"/>
                  <a:pt x="810" y="282131"/>
                </a:cubicBezTo>
                <a:cubicBezTo>
                  <a:pt x="2043" y="284607"/>
                  <a:pt x="4604" y="287179"/>
                  <a:pt x="8303" y="287179"/>
                </a:cubicBezTo>
                <a:lnTo>
                  <a:pt x="113782" y="287179"/>
                </a:lnTo>
                <a:lnTo>
                  <a:pt x="113782" y="355187"/>
                </a:lnTo>
                <a:cubicBezTo>
                  <a:pt x="113782" y="358997"/>
                  <a:pt x="116343" y="362807"/>
                  <a:pt x="121370" y="362807"/>
                </a:cubicBezTo>
                <a:cubicBezTo>
                  <a:pt x="125165" y="362807"/>
                  <a:pt x="128959" y="358997"/>
                  <a:pt x="128959" y="355187"/>
                </a:cubicBezTo>
                <a:lnTo>
                  <a:pt x="128959" y="287179"/>
                </a:lnTo>
                <a:lnTo>
                  <a:pt x="233963" y="287179"/>
                </a:lnTo>
                <a:cubicBezTo>
                  <a:pt x="236429" y="287179"/>
                  <a:pt x="238990" y="284702"/>
                  <a:pt x="240223" y="282131"/>
                </a:cubicBezTo>
                <a:cubicBezTo>
                  <a:pt x="241457" y="279654"/>
                  <a:pt x="241457" y="277082"/>
                  <a:pt x="238990" y="274606"/>
                </a:cubicBezTo>
                <a:close/>
                <a:moveTo>
                  <a:pt x="122414" y="272129"/>
                </a:moveTo>
                <a:cubicBezTo>
                  <a:pt x="122414" y="272129"/>
                  <a:pt x="121655" y="271939"/>
                  <a:pt x="121276" y="271939"/>
                </a:cubicBezTo>
                <a:cubicBezTo>
                  <a:pt x="120706" y="271939"/>
                  <a:pt x="120327" y="272129"/>
                  <a:pt x="119853" y="272129"/>
                </a:cubicBezTo>
                <a:lnTo>
                  <a:pt x="23196" y="272129"/>
                </a:lnTo>
                <a:lnTo>
                  <a:pt x="80867" y="192881"/>
                </a:lnTo>
                <a:cubicBezTo>
                  <a:pt x="83334" y="191643"/>
                  <a:pt x="83334" y="187833"/>
                  <a:pt x="82100" y="185357"/>
                </a:cubicBezTo>
                <a:cubicBezTo>
                  <a:pt x="80867" y="182880"/>
                  <a:pt x="78306" y="181547"/>
                  <a:pt x="75840" y="181547"/>
                </a:cubicBezTo>
                <a:lnTo>
                  <a:pt x="44538" y="181547"/>
                </a:lnTo>
                <a:lnTo>
                  <a:pt x="97182" y="102299"/>
                </a:lnTo>
                <a:cubicBezTo>
                  <a:pt x="98416" y="99822"/>
                  <a:pt x="98416" y="97250"/>
                  <a:pt x="97182" y="94774"/>
                </a:cubicBezTo>
                <a:cubicBezTo>
                  <a:pt x="95949" y="92297"/>
                  <a:pt x="93388" y="90964"/>
                  <a:pt x="90922" y="90964"/>
                </a:cubicBezTo>
                <a:lnTo>
                  <a:pt x="74607" y="90964"/>
                </a:lnTo>
                <a:lnTo>
                  <a:pt x="120991" y="21812"/>
                </a:lnTo>
                <a:lnTo>
                  <a:pt x="166142" y="90964"/>
                </a:lnTo>
                <a:lnTo>
                  <a:pt x="151060" y="90964"/>
                </a:lnTo>
                <a:cubicBezTo>
                  <a:pt x="147266" y="90964"/>
                  <a:pt x="144800" y="92202"/>
                  <a:pt x="143566" y="94774"/>
                </a:cubicBezTo>
                <a:cubicBezTo>
                  <a:pt x="142333" y="97250"/>
                  <a:pt x="142333" y="99822"/>
                  <a:pt x="144800" y="102299"/>
                </a:cubicBezTo>
                <a:lnTo>
                  <a:pt x="196211" y="181547"/>
                </a:lnTo>
                <a:lnTo>
                  <a:pt x="166142" y="181547"/>
                </a:lnTo>
                <a:cubicBezTo>
                  <a:pt x="162348" y="181547"/>
                  <a:pt x="159881" y="182785"/>
                  <a:pt x="158648" y="185357"/>
                </a:cubicBezTo>
                <a:cubicBezTo>
                  <a:pt x="157415" y="187928"/>
                  <a:pt x="157415" y="191643"/>
                  <a:pt x="159881" y="192881"/>
                </a:cubicBezTo>
                <a:lnTo>
                  <a:pt x="218786" y="272129"/>
                </a:lnTo>
                <a:lnTo>
                  <a:pt x="122414" y="272129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1" name="Graphic 169">
            <a:extLst>
              <a:ext uri="{FF2B5EF4-FFF2-40B4-BE49-F238E27FC236}">
                <a16:creationId xmlns:a16="http://schemas.microsoft.com/office/drawing/2014/main" id="{C29EF7E5-372A-6D04-AA81-01E7634E8E3A}"/>
              </a:ext>
            </a:extLst>
          </p:cNvPr>
          <p:cNvSpPr/>
          <p:nvPr/>
        </p:nvSpPr>
        <p:spPr>
          <a:xfrm>
            <a:off x="567574" y="2841526"/>
            <a:ext cx="451623" cy="492024"/>
          </a:xfrm>
          <a:custGeom>
            <a:avLst/>
            <a:gdLst>
              <a:gd name="connsiteX0" fmla="*/ 342426 w 343769"/>
              <a:gd name="connsiteY0" fmla="*/ 221933 h 374522"/>
              <a:gd name="connsiteX1" fmla="*/ 339865 w 343769"/>
              <a:gd name="connsiteY1" fmla="*/ 232410 h 374522"/>
              <a:gd name="connsiteX2" fmla="*/ 316436 w 343769"/>
              <a:gd name="connsiteY2" fmla="*/ 245745 h 374522"/>
              <a:gd name="connsiteX3" fmla="*/ 337209 w 343769"/>
              <a:gd name="connsiteY3" fmla="*/ 257651 h 374522"/>
              <a:gd name="connsiteX4" fmla="*/ 339770 w 343769"/>
              <a:gd name="connsiteY4" fmla="*/ 268033 h 374522"/>
              <a:gd name="connsiteX5" fmla="*/ 333320 w 343769"/>
              <a:gd name="connsiteY5" fmla="*/ 271939 h 374522"/>
              <a:gd name="connsiteX6" fmla="*/ 329431 w 343769"/>
              <a:gd name="connsiteY6" fmla="*/ 270605 h 374522"/>
              <a:gd name="connsiteX7" fmla="*/ 309891 w 343769"/>
              <a:gd name="connsiteY7" fmla="*/ 259366 h 374522"/>
              <a:gd name="connsiteX8" fmla="*/ 309891 w 343769"/>
              <a:gd name="connsiteY8" fmla="*/ 288608 h 374522"/>
              <a:gd name="connsiteX9" fmla="*/ 302112 w 343769"/>
              <a:gd name="connsiteY9" fmla="*/ 296418 h 374522"/>
              <a:gd name="connsiteX10" fmla="*/ 294334 w 343769"/>
              <a:gd name="connsiteY10" fmla="*/ 288608 h 374522"/>
              <a:gd name="connsiteX11" fmla="*/ 294334 w 343769"/>
              <a:gd name="connsiteY11" fmla="*/ 250412 h 374522"/>
              <a:gd name="connsiteX12" fmla="*/ 279063 w 343769"/>
              <a:gd name="connsiteY12" fmla="*/ 241649 h 374522"/>
              <a:gd name="connsiteX13" fmla="*/ 279063 w 343769"/>
              <a:gd name="connsiteY13" fmla="*/ 272796 h 374522"/>
              <a:gd name="connsiteX14" fmla="*/ 271380 w 343769"/>
              <a:gd name="connsiteY14" fmla="*/ 280606 h 374522"/>
              <a:gd name="connsiteX15" fmla="*/ 263696 w 343769"/>
              <a:gd name="connsiteY15" fmla="*/ 272796 h 374522"/>
              <a:gd name="connsiteX16" fmla="*/ 263696 w 343769"/>
              <a:gd name="connsiteY16" fmla="*/ 232886 h 374522"/>
              <a:gd name="connsiteX17" fmla="*/ 241121 w 343769"/>
              <a:gd name="connsiteY17" fmla="*/ 219932 h 374522"/>
              <a:gd name="connsiteX18" fmla="*/ 186010 w 343769"/>
              <a:gd name="connsiteY18" fmla="*/ 258985 h 374522"/>
              <a:gd name="connsiteX19" fmla="*/ 186010 w 343769"/>
              <a:gd name="connsiteY19" fmla="*/ 270129 h 374522"/>
              <a:gd name="connsiteX20" fmla="*/ 216648 w 343769"/>
              <a:gd name="connsiteY20" fmla="*/ 288322 h 374522"/>
              <a:gd name="connsiteX21" fmla="*/ 219209 w 343769"/>
              <a:gd name="connsiteY21" fmla="*/ 300037 h 374522"/>
              <a:gd name="connsiteX22" fmla="*/ 212664 w 343769"/>
              <a:gd name="connsiteY22" fmla="*/ 302609 h 374522"/>
              <a:gd name="connsiteX23" fmla="*/ 208775 w 343769"/>
              <a:gd name="connsiteY23" fmla="*/ 302609 h 374522"/>
              <a:gd name="connsiteX24" fmla="*/ 185915 w 343769"/>
              <a:gd name="connsiteY24" fmla="*/ 288226 h 374522"/>
              <a:gd name="connsiteX25" fmla="*/ 185915 w 343769"/>
              <a:gd name="connsiteY25" fmla="*/ 312230 h 374522"/>
              <a:gd name="connsiteX26" fmla="*/ 216553 w 343769"/>
              <a:gd name="connsiteY26" fmla="*/ 330422 h 374522"/>
              <a:gd name="connsiteX27" fmla="*/ 219115 w 343769"/>
              <a:gd name="connsiteY27" fmla="*/ 342138 h 374522"/>
              <a:gd name="connsiteX28" fmla="*/ 212570 w 343769"/>
              <a:gd name="connsiteY28" fmla="*/ 344710 h 374522"/>
              <a:gd name="connsiteX29" fmla="*/ 208681 w 343769"/>
              <a:gd name="connsiteY29" fmla="*/ 344710 h 374522"/>
              <a:gd name="connsiteX30" fmla="*/ 185820 w 343769"/>
              <a:gd name="connsiteY30" fmla="*/ 330327 h 374522"/>
              <a:gd name="connsiteX31" fmla="*/ 185820 w 343769"/>
              <a:gd name="connsiteY31" fmla="*/ 350901 h 374522"/>
              <a:gd name="connsiteX32" fmla="*/ 177948 w 343769"/>
              <a:gd name="connsiteY32" fmla="*/ 358712 h 374522"/>
              <a:gd name="connsiteX33" fmla="*/ 170075 w 343769"/>
              <a:gd name="connsiteY33" fmla="*/ 350901 h 374522"/>
              <a:gd name="connsiteX34" fmla="*/ 170075 w 343769"/>
              <a:gd name="connsiteY34" fmla="*/ 318897 h 374522"/>
              <a:gd name="connsiteX35" fmla="*/ 170075 w 343769"/>
              <a:gd name="connsiteY35" fmla="*/ 314325 h 374522"/>
              <a:gd name="connsiteX36" fmla="*/ 170075 w 343769"/>
              <a:gd name="connsiteY36" fmla="*/ 276797 h 374522"/>
              <a:gd name="connsiteX37" fmla="*/ 170075 w 343769"/>
              <a:gd name="connsiteY37" fmla="*/ 272224 h 374522"/>
              <a:gd name="connsiteX38" fmla="*/ 170075 w 343769"/>
              <a:gd name="connsiteY38" fmla="*/ 258413 h 374522"/>
              <a:gd name="connsiteX39" fmla="*/ 135073 w 343769"/>
              <a:gd name="connsiteY39" fmla="*/ 235077 h 374522"/>
              <a:gd name="connsiteX40" fmla="*/ 132512 w 343769"/>
              <a:gd name="connsiteY40" fmla="*/ 223456 h 374522"/>
              <a:gd name="connsiteX41" fmla="*/ 142851 w 343769"/>
              <a:gd name="connsiteY41" fmla="*/ 222123 h 374522"/>
              <a:gd name="connsiteX42" fmla="*/ 177853 w 343769"/>
              <a:gd name="connsiteY42" fmla="*/ 244126 h 374522"/>
              <a:gd name="connsiteX43" fmla="*/ 232299 w 343769"/>
              <a:gd name="connsiteY43" fmla="*/ 206597 h 374522"/>
              <a:gd name="connsiteX44" fmla="*/ 232299 w 343769"/>
              <a:gd name="connsiteY44" fmla="*/ 152210 h 374522"/>
              <a:gd name="connsiteX45" fmla="*/ 177853 w 343769"/>
              <a:gd name="connsiteY45" fmla="*/ 114681 h 374522"/>
              <a:gd name="connsiteX46" fmla="*/ 142851 w 343769"/>
              <a:gd name="connsiteY46" fmla="*/ 138017 h 374522"/>
              <a:gd name="connsiteX47" fmla="*/ 132512 w 343769"/>
              <a:gd name="connsiteY47" fmla="*/ 135445 h 374522"/>
              <a:gd name="connsiteX48" fmla="*/ 135073 w 343769"/>
              <a:gd name="connsiteY48" fmla="*/ 125063 h 374522"/>
              <a:gd name="connsiteX49" fmla="*/ 170075 w 343769"/>
              <a:gd name="connsiteY49" fmla="*/ 101727 h 374522"/>
              <a:gd name="connsiteX50" fmla="*/ 170075 w 343769"/>
              <a:gd name="connsiteY50" fmla="*/ 88582 h 374522"/>
              <a:gd name="connsiteX51" fmla="*/ 139057 w 343769"/>
              <a:gd name="connsiteY51" fmla="*/ 70009 h 374522"/>
              <a:gd name="connsiteX52" fmla="*/ 136496 w 343769"/>
              <a:gd name="connsiteY52" fmla="*/ 59626 h 374522"/>
              <a:gd name="connsiteX53" fmla="*/ 148068 w 343769"/>
              <a:gd name="connsiteY53" fmla="*/ 57055 h 374522"/>
              <a:gd name="connsiteX54" fmla="*/ 170075 w 343769"/>
              <a:gd name="connsiteY54" fmla="*/ 70580 h 374522"/>
              <a:gd name="connsiteX55" fmla="*/ 170075 w 343769"/>
              <a:gd name="connsiteY55" fmla="*/ 47339 h 374522"/>
              <a:gd name="connsiteX56" fmla="*/ 140290 w 343769"/>
              <a:gd name="connsiteY56" fmla="*/ 28861 h 374522"/>
              <a:gd name="connsiteX57" fmla="*/ 137729 w 343769"/>
              <a:gd name="connsiteY57" fmla="*/ 18478 h 374522"/>
              <a:gd name="connsiteX58" fmla="*/ 148068 w 343769"/>
              <a:gd name="connsiteY58" fmla="*/ 15907 h 374522"/>
              <a:gd name="connsiteX59" fmla="*/ 170075 w 343769"/>
              <a:gd name="connsiteY59" fmla="*/ 29432 h 374522"/>
              <a:gd name="connsiteX60" fmla="*/ 170075 w 343769"/>
              <a:gd name="connsiteY60" fmla="*/ 8001 h 374522"/>
              <a:gd name="connsiteX61" fmla="*/ 177948 w 343769"/>
              <a:gd name="connsiteY61" fmla="*/ 191 h 374522"/>
              <a:gd name="connsiteX62" fmla="*/ 185820 w 343769"/>
              <a:gd name="connsiteY62" fmla="*/ 8001 h 374522"/>
              <a:gd name="connsiteX63" fmla="*/ 185820 w 343769"/>
              <a:gd name="connsiteY63" fmla="*/ 29432 h 374522"/>
              <a:gd name="connsiteX64" fmla="*/ 208681 w 343769"/>
              <a:gd name="connsiteY64" fmla="*/ 16002 h 374522"/>
              <a:gd name="connsiteX65" fmla="*/ 219020 w 343769"/>
              <a:gd name="connsiteY65" fmla="*/ 18574 h 374522"/>
              <a:gd name="connsiteX66" fmla="*/ 216459 w 343769"/>
              <a:gd name="connsiteY66" fmla="*/ 28956 h 374522"/>
              <a:gd name="connsiteX67" fmla="*/ 185820 w 343769"/>
              <a:gd name="connsiteY67" fmla="*/ 47911 h 374522"/>
              <a:gd name="connsiteX68" fmla="*/ 185820 w 343769"/>
              <a:gd name="connsiteY68" fmla="*/ 70199 h 374522"/>
              <a:gd name="connsiteX69" fmla="*/ 208681 w 343769"/>
              <a:gd name="connsiteY69" fmla="*/ 55817 h 374522"/>
              <a:gd name="connsiteX70" fmla="*/ 219020 w 343769"/>
              <a:gd name="connsiteY70" fmla="*/ 58388 h 374522"/>
              <a:gd name="connsiteX71" fmla="*/ 216459 w 343769"/>
              <a:gd name="connsiteY71" fmla="*/ 70104 h 374522"/>
              <a:gd name="connsiteX72" fmla="*/ 185820 w 343769"/>
              <a:gd name="connsiteY72" fmla="*/ 88392 h 374522"/>
              <a:gd name="connsiteX73" fmla="*/ 185820 w 343769"/>
              <a:gd name="connsiteY73" fmla="*/ 101060 h 374522"/>
              <a:gd name="connsiteX74" fmla="*/ 241216 w 343769"/>
              <a:gd name="connsiteY74" fmla="*/ 139065 h 374522"/>
              <a:gd name="connsiteX75" fmla="*/ 263601 w 343769"/>
              <a:gd name="connsiteY75" fmla="*/ 126016 h 374522"/>
              <a:gd name="connsiteX76" fmla="*/ 263601 w 343769"/>
              <a:gd name="connsiteY76" fmla="*/ 85916 h 374522"/>
              <a:gd name="connsiteX77" fmla="*/ 271285 w 343769"/>
              <a:gd name="connsiteY77" fmla="*/ 78105 h 374522"/>
              <a:gd name="connsiteX78" fmla="*/ 278968 w 343769"/>
              <a:gd name="connsiteY78" fmla="*/ 85916 h 374522"/>
              <a:gd name="connsiteX79" fmla="*/ 278968 w 343769"/>
              <a:gd name="connsiteY79" fmla="*/ 117062 h 374522"/>
              <a:gd name="connsiteX80" fmla="*/ 294239 w 343769"/>
              <a:gd name="connsiteY80" fmla="*/ 108109 h 374522"/>
              <a:gd name="connsiteX81" fmla="*/ 294239 w 343769"/>
              <a:gd name="connsiteY81" fmla="*/ 70104 h 374522"/>
              <a:gd name="connsiteX82" fmla="*/ 302018 w 343769"/>
              <a:gd name="connsiteY82" fmla="*/ 62293 h 374522"/>
              <a:gd name="connsiteX83" fmla="*/ 309796 w 343769"/>
              <a:gd name="connsiteY83" fmla="*/ 70104 h 374522"/>
              <a:gd name="connsiteX84" fmla="*/ 309796 w 343769"/>
              <a:gd name="connsiteY84" fmla="*/ 98965 h 374522"/>
              <a:gd name="connsiteX85" fmla="*/ 327628 w 343769"/>
              <a:gd name="connsiteY85" fmla="*/ 88487 h 374522"/>
              <a:gd name="connsiteX86" fmla="*/ 339201 w 343769"/>
              <a:gd name="connsiteY86" fmla="*/ 91059 h 374522"/>
              <a:gd name="connsiteX87" fmla="*/ 335312 w 343769"/>
              <a:gd name="connsiteY87" fmla="*/ 101441 h 374522"/>
              <a:gd name="connsiteX88" fmla="*/ 315677 w 343769"/>
              <a:gd name="connsiteY88" fmla="*/ 112871 h 374522"/>
              <a:gd name="connsiteX89" fmla="*/ 339580 w 343769"/>
              <a:gd name="connsiteY89" fmla="*/ 127540 h 374522"/>
              <a:gd name="connsiteX90" fmla="*/ 342141 w 343769"/>
              <a:gd name="connsiteY90" fmla="*/ 138017 h 374522"/>
              <a:gd name="connsiteX91" fmla="*/ 335596 w 343769"/>
              <a:gd name="connsiteY91" fmla="*/ 141922 h 374522"/>
              <a:gd name="connsiteX92" fmla="*/ 331707 w 343769"/>
              <a:gd name="connsiteY92" fmla="*/ 140589 h 374522"/>
              <a:gd name="connsiteX93" fmla="*/ 299741 w 343769"/>
              <a:gd name="connsiteY93" fmla="*/ 122015 h 374522"/>
              <a:gd name="connsiteX94" fmla="*/ 286177 w 343769"/>
              <a:gd name="connsiteY94" fmla="*/ 129921 h 374522"/>
              <a:gd name="connsiteX95" fmla="*/ 308183 w 343769"/>
              <a:gd name="connsiteY95" fmla="*/ 142494 h 374522"/>
              <a:gd name="connsiteX96" fmla="*/ 310744 w 343769"/>
              <a:gd name="connsiteY96" fmla="*/ 152876 h 374522"/>
              <a:gd name="connsiteX97" fmla="*/ 304389 w 343769"/>
              <a:gd name="connsiteY97" fmla="*/ 156781 h 374522"/>
              <a:gd name="connsiteX98" fmla="*/ 300595 w 343769"/>
              <a:gd name="connsiteY98" fmla="*/ 155448 h 374522"/>
              <a:gd name="connsiteX99" fmla="*/ 270621 w 343769"/>
              <a:gd name="connsiteY99" fmla="*/ 139065 h 374522"/>
              <a:gd name="connsiteX100" fmla="*/ 247856 w 343769"/>
              <a:gd name="connsiteY100" fmla="*/ 152400 h 374522"/>
              <a:gd name="connsiteX101" fmla="*/ 247856 w 343769"/>
              <a:gd name="connsiteY101" fmla="*/ 206216 h 374522"/>
              <a:gd name="connsiteX102" fmla="*/ 271190 w 343769"/>
              <a:gd name="connsiteY102" fmla="*/ 219647 h 374522"/>
              <a:gd name="connsiteX103" fmla="*/ 300595 w 343769"/>
              <a:gd name="connsiteY103" fmla="*/ 202406 h 374522"/>
              <a:gd name="connsiteX104" fmla="*/ 310839 w 343769"/>
              <a:gd name="connsiteY104" fmla="*/ 204978 h 374522"/>
              <a:gd name="connsiteX105" fmla="*/ 308278 w 343769"/>
              <a:gd name="connsiteY105" fmla="*/ 216694 h 374522"/>
              <a:gd name="connsiteX106" fmla="*/ 287220 w 343769"/>
              <a:gd name="connsiteY106" fmla="*/ 228791 h 374522"/>
              <a:gd name="connsiteX107" fmla="*/ 300121 w 343769"/>
              <a:gd name="connsiteY107" fmla="*/ 236125 h 374522"/>
              <a:gd name="connsiteX108" fmla="*/ 331897 w 343769"/>
              <a:gd name="connsiteY108" fmla="*/ 217646 h 374522"/>
              <a:gd name="connsiteX109" fmla="*/ 342331 w 343769"/>
              <a:gd name="connsiteY109" fmla="*/ 221551 h 374522"/>
              <a:gd name="connsiteX110" fmla="*/ 138867 w 343769"/>
              <a:gd name="connsiteY110" fmla="*/ 304324 h 374522"/>
              <a:gd name="connsiteX111" fmla="*/ 69434 w 343769"/>
              <a:gd name="connsiteY111" fmla="*/ 374523 h 374522"/>
              <a:gd name="connsiteX112" fmla="*/ 0 w 343769"/>
              <a:gd name="connsiteY112" fmla="*/ 304324 h 374522"/>
              <a:gd name="connsiteX113" fmla="*/ 30828 w 343769"/>
              <a:gd name="connsiteY113" fmla="*/ 245840 h 374522"/>
              <a:gd name="connsiteX114" fmla="*/ 30828 w 343769"/>
              <a:gd name="connsiteY114" fmla="*/ 39052 h 374522"/>
              <a:gd name="connsiteX115" fmla="*/ 69434 w 343769"/>
              <a:gd name="connsiteY115" fmla="*/ 0 h 374522"/>
              <a:gd name="connsiteX116" fmla="*/ 108040 w 343769"/>
              <a:gd name="connsiteY116" fmla="*/ 39052 h 374522"/>
              <a:gd name="connsiteX117" fmla="*/ 108040 w 343769"/>
              <a:gd name="connsiteY117" fmla="*/ 245840 h 374522"/>
              <a:gd name="connsiteX118" fmla="*/ 138867 w 343769"/>
              <a:gd name="connsiteY118" fmla="*/ 304324 h 374522"/>
              <a:gd name="connsiteX119" fmla="*/ 123406 w 343769"/>
              <a:gd name="connsiteY119" fmla="*/ 304324 h 374522"/>
              <a:gd name="connsiteX120" fmla="*/ 96372 w 343769"/>
              <a:gd name="connsiteY120" fmla="*/ 257556 h 374522"/>
              <a:gd name="connsiteX121" fmla="*/ 92483 w 343769"/>
              <a:gd name="connsiteY121" fmla="*/ 251079 h 374522"/>
              <a:gd name="connsiteX122" fmla="*/ 92483 w 343769"/>
              <a:gd name="connsiteY122" fmla="*/ 39148 h 374522"/>
              <a:gd name="connsiteX123" fmla="*/ 69339 w 343769"/>
              <a:gd name="connsiteY123" fmla="*/ 15716 h 374522"/>
              <a:gd name="connsiteX124" fmla="*/ 46194 w 343769"/>
              <a:gd name="connsiteY124" fmla="*/ 39148 h 374522"/>
              <a:gd name="connsiteX125" fmla="*/ 46194 w 343769"/>
              <a:gd name="connsiteY125" fmla="*/ 251079 h 374522"/>
              <a:gd name="connsiteX126" fmla="*/ 42305 w 343769"/>
              <a:gd name="connsiteY126" fmla="*/ 257556 h 374522"/>
              <a:gd name="connsiteX127" fmla="*/ 15272 w 343769"/>
              <a:gd name="connsiteY127" fmla="*/ 304324 h 374522"/>
              <a:gd name="connsiteX128" fmla="*/ 69244 w 343769"/>
              <a:gd name="connsiteY128" fmla="*/ 358902 h 374522"/>
              <a:gd name="connsiteX129" fmla="*/ 123216 w 343769"/>
              <a:gd name="connsiteY129" fmla="*/ 304324 h 374522"/>
              <a:gd name="connsiteX130" fmla="*/ 92578 w 343769"/>
              <a:gd name="connsiteY130" fmla="*/ 303943 h 374522"/>
              <a:gd name="connsiteX131" fmla="*/ 69434 w 343769"/>
              <a:gd name="connsiteY131" fmla="*/ 327184 h 374522"/>
              <a:gd name="connsiteX132" fmla="*/ 46289 w 343769"/>
              <a:gd name="connsiteY132" fmla="*/ 303943 h 374522"/>
              <a:gd name="connsiteX133" fmla="*/ 62035 w 343769"/>
              <a:gd name="connsiteY133" fmla="*/ 282035 h 374522"/>
              <a:gd name="connsiteX134" fmla="*/ 62035 w 343769"/>
              <a:gd name="connsiteY134" fmla="*/ 117443 h 374522"/>
              <a:gd name="connsiteX135" fmla="*/ 69434 w 343769"/>
              <a:gd name="connsiteY135" fmla="*/ 109633 h 374522"/>
              <a:gd name="connsiteX136" fmla="*/ 76832 w 343769"/>
              <a:gd name="connsiteY136" fmla="*/ 117443 h 374522"/>
              <a:gd name="connsiteX137" fmla="*/ 76832 w 343769"/>
              <a:gd name="connsiteY137" fmla="*/ 282035 h 374522"/>
              <a:gd name="connsiteX138" fmla="*/ 92578 w 343769"/>
              <a:gd name="connsiteY138" fmla="*/ 303943 h 374522"/>
              <a:gd name="connsiteX139" fmla="*/ 77212 w 343769"/>
              <a:gd name="connsiteY139" fmla="*/ 303943 h 374522"/>
              <a:gd name="connsiteX140" fmla="*/ 70192 w 343769"/>
              <a:gd name="connsiteY140" fmla="*/ 296323 h 374522"/>
              <a:gd name="connsiteX141" fmla="*/ 69434 w 343769"/>
              <a:gd name="connsiteY141" fmla="*/ 296513 h 374522"/>
              <a:gd name="connsiteX142" fmla="*/ 68865 w 343769"/>
              <a:gd name="connsiteY142" fmla="*/ 296323 h 374522"/>
              <a:gd name="connsiteX143" fmla="*/ 61750 w 343769"/>
              <a:gd name="connsiteY143" fmla="*/ 303943 h 374522"/>
              <a:gd name="connsiteX144" fmla="*/ 69434 w 343769"/>
              <a:gd name="connsiteY144" fmla="*/ 311658 h 374522"/>
              <a:gd name="connsiteX145" fmla="*/ 77117 w 343769"/>
              <a:gd name="connsiteY145" fmla="*/ 303943 h 374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343769" h="374522">
                <a:moveTo>
                  <a:pt x="342426" y="221933"/>
                </a:moveTo>
                <a:cubicBezTo>
                  <a:pt x="344987" y="224504"/>
                  <a:pt x="343754" y="229743"/>
                  <a:pt x="339865" y="232410"/>
                </a:cubicBezTo>
                <a:cubicBezTo>
                  <a:pt x="327913" y="239268"/>
                  <a:pt x="320799" y="243268"/>
                  <a:pt x="316436" y="245745"/>
                </a:cubicBezTo>
                <a:cubicBezTo>
                  <a:pt x="330284" y="253682"/>
                  <a:pt x="337209" y="257651"/>
                  <a:pt x="337209" y="257651"/>
                </a:cubicBezTo>
                <a:cubicBezTo>
                  <a:pt x="341098" y="258985"/>
                  <a:pt x="342331" y="264128"/>
                  <a:pt x="339770" y="268033"/>
                </a:cubicBezTo>
                <a:cubicBezTo>
                  <a:pt x="338442" y="270605"/>
                  <a:pt x="335881" y="271939"/>
                  <a:pt x="333320" y="271939"/>
                </a:cubicBezTo>
                <a:cubicBezTo>
                  <a:pt x="331992" y="271939"/>
                  <a:pt x="330759" y="271939"/>
                  <a:pt x="329431" y="270605"/>
                </a:cubicBezTo>
                <a:cubicBezTo>
                  <a:pt x="322411" y="266510"/>
                  <a:pt x="315866" y="262890"/>
                  <a:pt x="309891" y="259366"/>
                </a:cubicBezTo>
                <a:lnTo>
                  <a:pt x="309891" y="288608"/>
                </a:lnTo>
                <a:cubicBezTo>
                  <a:pt x="309891" y="292513"/>
                  <a:pt x="307329" y="296418"/>
                  <a:pt x="302112" y="296418"/>
                </a:cubicBezTo>
                <a:cubicBezTo>
                  <a:pt x="298223" y="296418"/>
                  <a:pt x="294334" y="292513"/>
                  <a:pt x="294334" y="288608"/>
                </a:cubicBezTo>
                <a:lnTo>
                  <a:pt x="294334" y="250412"/>
                </a:lnTo>
                <a:cubicBezTo>
                  <a:pt x="288738" y="247174"/>
                  <a:pt x="283711" y="244316"/>
                  <a:pt x="279063" y="241649"/>
                </a:cubicBezTo>
                <a:lnTo>
                  <a:pt x="279063" y="272796"/>
                </a:lnTo>
                <a:cubicBezTo>
                  <a:pt x="279063" y="276701"/>
                  <a:pt x="276502" y="280606"/>
                  <a:pt x="271380" y="280606"/>
                </a:cubicBezTo>
                <a:cubicBezTo>
                  <a:pt x="267585" y="280606"/>
                  <a:pt x="263696" y="276701"/>
                  <a:pt x="263696" y="272796"/>
                </a:cubicBezTo>
                <a:lnTo>
                  <a:pt x="263696" y="232886"/>
                </a:lnTo>
                <a:cubicBezTo>
                  <a:pt x="251555" y="225933"/>
                  <a:pt x="244820" y="222028"/>
                  <a:pt x="241121" y="219932"/>
                </a:cubicBezTo>
                <a:cubicBezTo>
                  <a:pt x="204222" y="246031"/>
                  <a:pt x="190753" y="255556"/>
                  <a:pt x="186010" y="258985"/>
                </a:cubicBezTo>
                <a:lnTo>
                  <a:pt x="186010" y="270129"/>
                </a:lnTo>
                <a:cubicBezTo>
                  <a:pt x="216553" y="288226"/>
                  <a:pt x="216648" y="288322"/>
                  <a:pt x="216648" y="288322"/>
                </a:cubicBezTo>
                <a:cubicBezTo>
                  <a:pt x="220537" y="290893"/>
                  <a:pt x="221865" y="296132"/>
                  <a:pt x="219209" y="300037"/>
                </a:cubicBezTo>
                <a:cubicBezTo>
                  <a:pt x="217881" y="301371"/>
                  <a:pt x="215320" y="302609"/>
                  <a:pt x="212664" y="302609"/>
                </a:cubicBezTo>
                <a:lnTo>
                  <a:pt x="208775" y="302609"/>
                </a:lnTo>
                <a:cubicBezTo>
                  <a:pt x="198341" y="296037"/>
                  <a:pt x="191132" y="291465"/>
                  <a:pt x="185915" y="288226"/>
                </a:cubicBezTo>
                <a:lnTo>
                  <a:pt x="185915" y="312230"/>
                </a:lnTo>
                <a:cubicBezTo>
                  <a:pt x="216459" y="330327"/>
                  <a:pt x="216553" y="330422"/>
                  <a:pt x="216553" y="330422"/>
                </a:cubicBezTo>
                <a:cubicBezTo>
                  <a:pt x="220442" y="332994"/>
                  <a:pt x="221770" y="338233"/>
                  <a:pt x="219115" y="342138"/>
                </a:cubicBezTo>
                <a:cubicBezTo>
                  <a:pt x="217787" y="343472"/>
                  <a:pt x="215225" y="344710"/>
                  <a:pt x="212570" y="344710"/>
                </a:cubicBezTo>
                <a:lnTo>
                  <a:pt x="208681" y="344710"/>
                </a:lnTo>
                <a:cubicBezTo>
                  <a:pt x="198246" y="338137"/>
                  <a:pt x="191038" y="333566"/>
                  <a:pt x="185820" y="330327"/>
                </a:cubicBezTo>
                <a:lnTo>
                  <a:pt x="185820" y="350901"/>
                </a:lnTo>
                <a:cubicBezTo>
                  <a:pt x="185820" y="354806"/>
                  <a:pt x="183165" y="358712"/>
                  <a:pt x="177948" y="358712"/>
                </a:cubicBezTo>
                <a:cubicBezTo>
                  <a:pt x="174058" y="358712"/>
                  <a:pt x="170075" y="354806"/>
                  <a:pt x="170075" y="350901"/>
                </a:cubicBezTo>
                <a:lnTo>
                  <a:pt x="170075" y="318897"/>
                </a:lnTo>
                <a:cubicBezTo>
                  <a:pt x="169600" y="317468"/>
                  <a:pt x="169600" y="315849"/>
                  <a:pt x="170075" y="314325"/>
                </a:cubicBezTo>
                <a:lnTo>
                  <a:pt x="170075" y="276797"/>
                </a:lnTo>
                <a:cubicBezTo>
                  <a:pt x="169600" y="275368"/>
                  <a:pt x="169600" y="273749"/>
                  <a:pt x="170075" y="272224"/>
                </a:cubicBezTo>
                <a:lnTo>
                  <a:pt x="170075" y="258413"/>
                </a:lnTo>
                <a:cubicBezTo>
                  <a:pt x="135168" y="235172"/>
                  <a:pt x="135073" y="235077"/>
                  <a:pt x="135073" y="235077"/>
                </a:cubicBezTo>
                <a:cubicBezTo>
                  <a:pt x="131184" y="232505"/>
                  <a:pt x="129856" y="227266"/>
                  <a:pt x="132512" y="223456"/>
                </a:cubicBezTo>
                <a:cubicBezTo>
                  <a:pt x="135073" y="219551"/>
                  <a:pt x="140290" y="219551"/>
                  <a:pt x="142851" y="222123"/>
                </a:cubicBezTo>
                <a:lnTo>
                  <a:pt x="177853" y="244126"/>
                </a:lnTo>
                <a:lnTo>
                  <a:pt x="232299" y="206597"/>
                </a:lnTo>
                <a:lnTo>
                  <a:pt x="232299" y="152210"/>
                </a:lnTo>
                <a:lnTo>
                  <a:pt x="177853" y="114681"/>
                </a:lnTo>
                <a:lnTo>
                  <a:pt x="142851" y="138017"/>
                </a:lnTo>
                <a:cubicBezTo>
                  <a:pt x="140290" y="140589"/>
                  <a:pt x="135073" y="139351"/>
                  <a:pt x="132512" y="135445"/>
                </a:cubicBezTo>
                <a:cubicBezTo>
                  <a:pt x="129951" y="131540"/>
                  <a:pt x="131184" y="127635"/>
                  <a:pt x="135073" y="125063"/>
                </a:cubicBezTo>
                <a:cubicBezTo>
                  <a:pt x="156036" y="111157"/>
                  <a:pt x="165616" y="104680"/>
                  <a:pt x="170075" y="101727"/>
                </a:cubicBezTo>
                <a:lnTo>
                  <a:pt x="170075" y="88582"/>
                </a:lnTo>
                <a:cubicBezTo>
                  <a:pt x="139152" y="70104"/>
                  <a:pt x="139057" y="70009"/>
                  <a:pt x="139057" y="70009"/>
                </a:cubicBezTo>
                <a:cubicBezTo>
                  <a:pt x="136496" y="67437"/>
                  <a:pt x="135168" y="63532"/>
                  <a:pt x="136496" y="59626"/>
                </a:cubicBezTo>
                <a:cubicBezTo>
                  <a:pt x="139057" y="55721"/>
                  <a:pt x="144274" y="54388"/>
                  <a:pt x="148068" y="57055"/>
                </a:cubicBezTo>
                <a:cubicBezTo>
                  <a:pt x="158882" y="63722"/>
                  <a:pt x="165711" y="67913"/>
                  <a:pt x="170075" y="70580"/>
                </a:cubicBezTo>
                <a:lnTo>
                  <a:pt x="170075" y="47339"/>
                </a:lnTo>
                <a:cubicBezTo>
                  <a:pt x="140385" y="28956"/>
                  <a:pt x="140290" y="28861"/>
                  <a:pt x="140290" y="28861"/>
                </a:cubicBezTo>
                <a:cubicBezTo>
                  <a:pt x="136401" y="26289"/>
                  <a:pt x="135168" y="22384"/>
                  <a:pt x="137729" y="18478"/>
                </a:cubicBezTo>
                <a:cubicBezTo>
                  <a:pt x="139057" y="14573"/>
                  <a:pt x="144179" y="13240"/>
                  <a:pt x="148068" y="15907"/>
                </a:cubicBezTo>
                <a:cubicBezTo>
                  <a:pt x="158882" y="22574"/>
                  <a:pt x="165711" y="26765"/>
                  <a:pt x="170075" y="29432"/>
                </a:cubicBezTo>
                <a:lnTo>
                  <a:pt x="170075" y="8001"/>
                </a:lnTo>
                <a:cubicBezTo>
                  <a:pt x="170075" y="4096"/>
                  <a:pt x="174058" y="191"/>
                  <a:pt x="177948" y="191"/>
                </a:cubicBezTo>
                <a:cubicBezTo>
                  <a:pt x="183165" y="191"/>
                  <a:pt x="185820" y="4096"/>
                  <a:pt x="185820" y="8001"/>
                </a:cubicBezTo>
                <a:lnTo>
                  <a:pt x="185820" y="29432"/>
                </a:lnTo>
                <a:cubicBezTo>
                  <a:pt x="208681" y="16002"/>
                  <a:pt x="208681" y="16002"/>
                  <a:pt x="208681" y="16002"/>
                </a:cubicBezTo>
                <a:cubicBezTo>
                  <a:pt x="212570" y="13430"/>
                  <a:pt x="217692" y="14668"/>
                  <a:pt x="219020" y="18574"/>
                </a:cubicBezTo>
                <a:cubicBezTo>
                  <a:pt x="221581" y="21145"/>
                  <a:pt x="220348" y="26384"/>
                  <a:pt x="216459" y="28956"/>
                </a:cubicBezTo>
                <a:cubicBezTo>
                  <a:pt x="197772" y="40576"/>
                  <a:pt x="189520" y="45720"/>
                  <a:pt x="185820" y="47911"/>
                </a:cubicBezTo>
                <a:lnTo>
                  <a:pt x="185820" y="70199"/>
                </a:lnTo>
                <a:cubicBezTo>
                  <a:pt x="208681" y="55817"/>
                  <a:pt x="208681" y="55817"/>
                  <a:pt x="208681" y="55817"/>
                </a:cubicBezTo>
                <a:cubicBezTo>
                  <a:pt x="212570" y="54483"/>
                  <a:pt x="216459" y="55817"/>
                  <a:pt x="219020" y="58388"/>
                </a:cubicBezTo>
                <a:cubicBezTo>
                  <a:pt x="221581" y="62293"/>
                  <a:pt x="220348" y="67532"/>
                  <a:pt x="216459" y="70104"/>
                </a:cubicBezTo>
                <a:cubicBezTo>
                  <a:pt x="198816" y="80677"/>
                  <a:pt x="190089" y="85820"/>
                  <a:pt x="185820" y="88392"/>
                </a:cubicBezTo>
                <a:lnTo>
                  <a:pt x="185820" y="101060"/>
                </a:lnTo>
                <a:cubicBezTo>
                  <a:pt x="221012" y="125254"/>
                  <a:pt x="235335" y="135064"/>
                  <a:pt x="241216" y="139065"/>
                </a:cubicBezTo>
                <a:cubicBezTo>
                  <a:pt x="249373" y="134303"/>
                  <a:pt x="256867" y="129921"/>
                  <a:pt x="263601" y="126016"/>
                </a:cubicBezTo>
                <a:lnTo>
                  <a:pt x="263601" y="85916"/>
                </a:lnTo>
                <a:cubicBezTo>
                  <a:pt x="263601" y="82010"/>
                  <a:pt x="267396" y="78105"/>
                  <a:pt x="271285" y="78105"/>
                </a:cubicBezTo>
                <a:cubicBezTo>
                  <a:pt x="276407" y="78105"/>
                  <a:pt x="278968" y="82010"/>
                  <a:pt x="278968" y="85916"/>
                </a:cubicBezTo>
                <a:lnTo>
                  <a:pt x="278968" y="117062"/>
                </a:lnTo>
                <a:cubicBezTo>
                  <a:pt x="284754" y="113633"/>
                  <a:pt x="289686" y="110776"/>
                  <a:pt x="294239" y="108109"/>
                </a:cubicBezTo>
                <a:lnTo>
                  <a:pt x="294239" y="70104"/>
                </a:lnTo>
                <a:cubicBezTo>
                  <a:pt x="294239" y="66199"/>
                  <a:pt x="298128" y="62293"/>
                  <a:pt x="302018" y="62293"/>
                </a:cubicBezTo>
                <a:cubicBezTo>
                  <a:pt x="307235" y="62293"/>
                  <a:pt x="309796" y="66199"/>
                  <a:pt x="309796" y="70104"/>
                </a:cubicBezTo>
                <a:lnTo>
                  <a:pt x="309796" y="98965"/>
                </a:lnTo>
                <a:cubicBezTo>
                  <a:pt x="327534" y="88582"/>
                  <a:pt x="327628" y="88487"/>
                  <a:pt x="327628" y="88487"/>
                </a:cubicBezTo>
                <a:cubicBezTo>
                  <a:pt x="331517" y="85916"/>
                  <a:pt x="336640" y="87154"/>
                  <a:pt x="339201" y="91059"/>
                </a:cubicBezTo>
                <a:cubicBezTo>
                  <a:pt x="340529" y="94964"/>
                  <a:pt x="339201" y="100108"/>
                  <a:pt x="335312" y="101441"/>
                </a:cubicBezTo>
                <a:cubicBezTo>
                  <a:pt x="328197" y="105632"/>
                  <a:pt x="321747" y="109347"/>
                  <a:pt x="315677" y="112871"/>
                </a:cubicBezTo>
                <a:cubicBezTo>
                  <a:pt x="331612" y="122651"/>
                  <a:pt x="339580" y="127540"/>
                  <a:pt x="339580" y="127540"/>
                </a:cubicBezTo>
                <a:cubicBezTo>
                  <a:pt x="343469" y="128873"/>
                  <a:pt x="344797" y="134112"/>
                  <a:pt x="342141" y="138017"/>
                </a:cubicBezTo>
                <a:cubicBezTo>
                  <a:pt x="340813" y="140589"/>
                  <a:pt x="338252" y="141922"/>
                  <a:pt x="335596" y="141922"/>
                </a:cubicBezTo>
                <a:cubicBezTo>
                  <a:pt x="334268" y="141922"/>
                  <a:pt x="333035" y="140589"/>
                  <a:pt x="331707" y="140589"/>
                </a:cubicBezTo>
                <a:cubicBezTo>
                  <a:pt x="310744" y="128397"/>
                  <a:pt x="302776" y="123825"/>
                  <a:pt x="299741" y="122015"/>
                </a:cubicBezTo>
                <a:cubicBezTo>
                  <a:pt x="294809" y="124873"/>
                  <a:pt x="290256" y="127540"/>
                  <a:pt x="286177" y="129921"/>
                </a:cubicBezTo>
                <a:cubicBezTo>
                  <a:pt x="308088" y="142494"/>
                  <a:pt x="308183" y="142494"/>
                  <a:pt x="308183" y="142494"/>
                </a:cubicBezTo>
                <a:cubicBezTo>
                  <a:pt x="311977" y="143828"/>
                  <a:pt x="313305" y="148971"/>
                  <a:pt x="310744" y="152876"/>
                </a:cubicBezTo>
                <a:cubicBezTo>
                  <a:pt x="309511" y="155448"/>
                  <a:pt x="306950" y="156781"/>
                  <a:pt x="304389" y="156781"/>
                </a:cubicBezTo>
                <a:cubicBezTo>
                  <a:pt x="303156" y="156781"/>
                  <a:pt x="301828" y="156781"/>
                  <a:pt x="300595" y="155448"/>
                </a:cubicBezTo>
                <a:cubicBezTo>
                  <a:pt x="282572" y="145637"/>
                  <a:pt x="274415" y="141160"/>
                  <a:pt x="270621" y="139065"/>
                </a:cubicBezTo>
                <a:cubicBezTo>
                  <a:pt x="257910" y="146495"/>
                  <a:pt x="251270" y="150400"/>
                  <a:pt x="247856" y="152400"/>
                </a:cubicBezTo>
                <a:lnTo>
                  <a:pt x="247856" y="206216"/>
                </a:lnTo>
                <a:cubicBezTo>
                  <a:pt x="256487" y="211169"/>
                  <a:pt x="264170" y="215646"/>
                  <a:pt x="271190" y="219647"/>
                </a:cubicBezTo>
                <a:cubicBezTo>
                  <a:pt x="300500" y="202406"/>
                  <a:pt x="300595" y="202406"/>
                  <a:pt x="300595" y="202406"/>
                </a:cubicBezTo>
                <a:cubicBezTo>
                  <a:pt x="304389" y="199835"/>
                  <a:pt x="308278" y="201073"/>
                  <a:pt x="310839" y="204978"/>
                </a:cubicBezTo>
                <a:cubicBezTo>
                  <a:pt x="313400" y="208883"/>
                  <a:pt x="312072" y="214122"/>
                  <a:pt x="308278" y="216694"/>
                </a:cubicBezTo>
                <a:cubicBezTo>
                  <a:pt x="298128" y="222504"/>
                  <a:pt x="291583" y="226314"/>
                  <a:pt x="287220" y="228791"/>
                </a:cubicBezTo>
                <a:cubicBezTo>
                  <a:pt x="291963" y="231553"/>
                  <a:pt x="296231" y="233934"/>
                  <a:pt x="300121" y="236125"/>
                </a:cubicBezTo>
                <a:cubicBezTo>
                  <a:pt x="331802" y="217741"/>
                  <a:pt x="331897" y="217646"/>
                  <a:pt x="331897" y="217646"/>
                </a:cubicBezTo>
                <a:cubicBezTo>
                  <a:pt x="335786" y="216313"/>
                  <a:pt x="339675" y="217646"/>
                  <a:pt x="342331" y="221551"/>
                </a:cubicBezTo>
                <a:close/>
                <a:moveTo>
                  <a:pt x="138867" y="304324"/>
                </a:moveTo>
                <a:cubicBezTo>
                  <a:pt x="138867" y="343376"/>
                  <a:pt x="108040" y="374523"/>
                  <a:pt x="69434" y="374523"/>
                </a:cubicBezTo>
                <a:cubicBezTo>
                  <a:pt x="30828" y="374523"/>
                  <a:pt x="0" y="343281"/>
                  <a:pt x="0" y="304324"/>
                </a:cubicBezTo>
                <a:cubicBezTo>
                  <a:pt x="0" y="280892"/>
                  <a:pt x="11572" y="258794"/>
                  <a:pt x="30828" y="245840"/>
                </a:cubicBezTo>
                <a:lnTo>
                  <a:pt x="30828" y="39052"/>
                </a:lnTo>
                <a:cubicBezTo>
                  <a:pt x="30828" y="16954"/>
                  <a:pt x="48850" y="0"/>
                  <a:pt x="69434" y="0"/>
                </a:cubicBezTo>
                <a:cubicBezTo>
                  <a:pt x="91250" y="0"/>
                  <a:pt x="108040" y="16859"/>
                  <a:pt x="108040" y="39052"/>
                </a:cubicBezTo>
                <a:lnTo>
                  <a:pt x="108040" y="245840"/>
                </a:lnTo>
                <a:cubicBezTo>
                  <a:pt x="127295" y="258794"/>
                  <a:pt x="138867" y="280987"/>
                  <a:pt x="138867" y="304324"/>
                </a:cubicBezTo>
                <a:close/>
                <a:moveTo>
                  <a:pt x="123406" y="304324"/>
                </a:moveTo>
                <a:cubicBezTo>
                  <a:pt x="123406" y="284797"/>
                  <a:pt x="113162" y="266605"/>
                  <a:pt x="96372" y="257556"/>
                </a:cubicBezTo>
                <a:cubicBezTo>
                  <a:pt x="93811" y="256222"/>
                  <a:pt x="92483" y="253651"/>
                  <a:pt x="92483" y="251079"/>
                </a:cubicBezTo>
                <a:lnTo>
                  <a:pt x="92483" y="39148"/>
                </a:lnTo>
                <a:cubicBezTo>
                  <a:pt x="92483" y="26194"/>
                  <a:pt x="82239" y="15716"/>
                  <a:pt x="69339" y="15716"/>
                </a:cubicBezTo>
                <a:cubicBezTo>
                  <a:pt x="56439" y="15716"/>
                  <a:pt x="46194" y="26098"/>
                  <a:pt x="46194" y="39148"/>
                </a:cubicBezTo>
                <a:lnTo>
                  <a:pt x="46194" y="251079"/>
                </a:lnTo>
                <a:cubicBezTo>
                  <a:pt x="46194" y="253651"/>
                  <a:pt x="44866" y="256318"/>
                  <a:pt x="42305" y="257556"/>
                </a:cubicBezTo>
                <a:cubicBezTo>
                  <a:pt x="25611" y="266700"/>
                  <a:pt x="15272" y="284893"/>
                  <a:pt x="15272" y="304324"/>
                </a:cubicBezTo>
                <a:cubicBezTo>
                  <a:pt x="15272" y="334232"/>
                  <a:pt x="39744" y="358902"/>
                  <a:pt x="69244" y="358902"/>
                </a:cubicBezTo>
                <a:cubicBezTo>
                  <a:pt x="98744" y="358902"/>
                  <a:pt x="123216" y="334232"/>
                  <a:pt x="123216" y="304324"/>
                </a:cubicBezTo>
                <a:close/>
                <a:moveTo>
                  <a:pt x="92578" y="303943"/>
                </a:moveTo>
                <a:cubicBezTo>
                  <a:pt x="92578" y="316897"/>
                  <a:pt x="82334" y="327184"/>
                  <a:pt x="69434" y="327184"/>
                </a:cubicBezTo>
                <a:cubicBezTo>
                  <a:pt x="56533" y="327184"/>
                  <a:pt x="46289" y="316897"/>
                  <a:pt x="46289" y="303943"/>
                </a:cubicBezTo>
                <a:cubicBezTo>
                  <a:pt x="46289" y="293656"/>
                  <a:pt x="52834" y="285083"/>
                  <a:pt x="62035" y="282035"/>
                </a:cubicBezTo>
                <a:lnTo>
                  <a:pt x="62035" y="117443"/>
                </a:lnTo>
                <a:cubicBezTo>
                  <a:pt x="62035" y="113538"/>
                  <a:pt x="65734" y="109633"/>
                  <a:pt x="69434" y="109633"/>
                </a:cubicBezTo>
                <a:cubicBezTo>
                  <a:pt x="74366" y="109633"/>
                  <a:pt x="76832" y="113538"/>
                  <a:pt x="76832" y="117443"/>
                </a:cubicBezTo>
                <a:lnTo>
                  <a:pt x="76832" y="282035"/>
                </a:lnTo>
                <a:cubicBezTo>
                  <a:pt x="85938" y="285179"/>
                  <a:pt x="92578" y="293656"/>
                  <a:pt x="92578" y="303943"/>
                </a:cubicBezTo>
                <a:close/>
                <a:moveTo>
                  <a:pt x="77212" y="303943"/>
                </a:moveTo>
                <a:cubicBezTo>
                  <a:pt x="77212" y="300323"/>
                  <a:pt x="74840" y="296704"/>
                  <a:pt x="70192" y="296323"/>
                </a:cubicBezTo>
                <a:cubicBezTo>
                  <a:pt x="69908" y="296323"/>
                  <a:pt x="69718" y="296513"/>
                  <a:pt x="69434" y="296513"/>
                </a:cubicBezTo>
                <a:cubicBezTo>
                  <a:pt x="69244" y="296513"/>
                  <a:pt x="69054" y="296418"/>
                  <a:pt x="68865" y="296323"/>
                </a:cubicBezTo>
                <a:cubicBezTo>
                  <a:pt x="65260" y="296704"/>
                  <a:pt x="61750" y="300228"/>
                  <a:pt x="61750" y="303943"/>
                </a:cubicBezTo>
                <a:cubicBezTo>
                  <a:pt x="61750" y="307848"/>
                  <a:pt x="65639" y="311658"/>
                  <a:pt x="69434" y="311658"/>
                </a:cubicBezTo>
                <a:cubicBezTo>
                  <a:pt x="74556" y="311658"/>
                  <a:pt x="77117" y="307753"/>
                  <a:pt x="77117" y="30394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2" name="Graphic 169">
            <a:extLst>
              <a:ext uri="{FF2B5EF4-FFF2-40B4-BE49-F238E27FC236}">
                <a16:creationId xmlns:a16="http://schemas.microsoft.com/office/drawing/2014/main" id="{A462E5CE-6B64-B9CF-9753-C41BE32D1989}"/>
              </a:ext>
            </a:extLst>
          </p:cNvPr>
          <p:cNvSpPr/>
          <p:nvPr/>
        </p:nvSpPr>
        <p:spPr>
          <a:xfrm>
            <a:off x="1320049" y="2841526"/>
            <a:ext cx="451623" cy="492024"/>
          </a:xfrm>
          <a:custGeom>
            <a:avLst/>
            <a:gdLst>
              <a:gd name="connsiteX0" fmla="*/ 342426 w 343769"/>
              <a:gd name="connsiteY0" fmla="*/ 221933 h 374522"/>
              <a:gd name="connsiteX1" fmla="*/ 339865 w 343769"/>
              <a:gd name="connsiteY1" fmla="*/ 232410 h 374522"/>
              <a:gd name="connsiteX2" fmla="*/ 316436 w 343769"/>
              <a:gd name="connsiteY2" fmla="*/ 245745 h 374522"/>
              <a:gd name="connsiteX3" fmla="*/ 337209 w 343769"/>
              <a:gd name="connsiteY3" fmla="*/ 257651 h 374522"/>
              <a:gd name="connsiteX4" fmla="*/ 339770 w 343769"/>
              <a:gd name="connsiteY4" fmla="*/ 268033 h 374522"/>
              <a:gd name="connsiteX5" fmla="*/ 333320 w 343769"/>
              <a:gd name="connsiteY5" fmla="*/ 271939 h 374522"/>
              <a:gd name="connsiteX6" fmla="*/ 329431 w 343769"/>
              <a:gd name="connsiteY6" fmla="*/ 270605 h 374522"/>
              <a:gd name="connsiteX7" fmla="*/ 309891 w 343769"/>
              <a:gd name="connsiteY7" fmla="*/ 259366 h 374522"/>
              <a:gd name="connsiteX8" fmla="*/ 309891 w 343769"/>
              <a:gd name="connsiteY8" fmla="*/ 288608 h 374522"/>
              <a:gd name="connsiteX9" fmla="*/ 302112 w 343769"/>
              <a:gd name="connsiteY9" fmla="*/ 296418 h 374522"/>
              <a:gd name="connsiteX10" fmla="*/ 294334 w 343769"/>
              <a:gd name="connsiteY10" fmla="*/ 288608 h 374522"/>
              <a:gd name="connsiteX11" fmla="*/ 294334 w 343769"/>
              <a:gd name="connsiteY11" fmla="*/ 250412 h 374522"/>
              <a:gd name="connsiteX12" fmla="*/ 279063 w 343769"/>
              <a:gd name="connsiteY12" fmla="*/ 241649 h 374522"/>
              <a:gd name="connsiteX13" fmla="*/ 279063 w 343769"/>
              <a:gd name="connsiteY13" fmla="*/ 272796 h 374522"/>
              <a:gd name="connsiteX14" fmla="*/ 271380 w 343769"/>
              <a:gd name="connsiteY14" fmla="*/ 280606 h 374522"/>
              <a:gd name="connsiteX15" fmla="*/ 263696 w 343769"/>
              <a:gd name="connsiteY15" fmla="*/ 272796 h 374522"/>
              <a:gd name="connsiteX16" fmla="*/ 263696 w 343769"/>
              <a:gd name="connsiteY16" fmla="*/ 232886 h 374522"/>
              <a:gd name="connsiteX17" fmla="*/ 241121 w 343769"/>
              <a:gd name="connsiteY17" fmla="*/ 219932 h 374522"/>
              <a:gd name="connsiteX18" fmla="*/ 186010 w 343769"/>
              <a:gd name="connsiteY18" fmla="*/ 258985 h 374522"/>
              <a:gd name="connsiteX19" fmla="*/ 186010 w 343769"/>
              <a:gd name="connsiteY19" fmla="*/ 270129 h 374522"/>
              <a:gd name="connsiteX20" fmla="*/ 216648 w 343769"/>
              <a:gd name="connsiteY20" fmla="*/ 288322 h 374522"/>
              <a:gd name="connsiteX21" fmla="*/ 219209 w 343769"/>
              <a:gd name="connsiteY21" fmla="*/ 300037 h 374522"/>
              <a:gd name="connsiteX22" fmla="*/ 212664 w 343769"/>
              <a:gd name="connsiteY22" fmla="*/ 302609 h 374522"/>
              <a:gd name="connsiteX23" fmla="*/ 208775 w 343769"/>
              <a:gd name="connsiteY23" fmla="*/ 302609 h 374522"/>
              <a:gd name="connsiteX24" fmla="*/ 185915 w 343769"/>
              <a:gd name="connsiteY24" fmla="*/ 288226 h 374522"/>
              <a:gd name="connsiteX25" fmla="*/ 185915 w 343769"/>
              <a:gd name="connsiteY25" fmla="*/ 312230 h 374522"/>
              <a:gd name="connsiteX26" fmla="*/ 216553 w 343769"/>
              <a:gd name="connsiteY26" fmla="*/ 330422 h 374522"/>
              <a:gd name="connsiteX27" fmla="*/ 219115 w 343769"/>
              <a:gd name="connsiteY27" fmla="*/ 342138 h 374522"/>
              <a:gd name="connsiteX28" fmla="*/ 212570 w 343769"/>
              <a:gd name="connsiteY28" fmla="*/ 344710 h 374522"/>
              <a:gd name="connsiteX29" fmla="*/ 208681 w 343769"/>
              <a:gd name="connsiteY29" fmla="*/ 344710 h 374522"/>
              <a:gd name="connsiteX30" fmla="*/ 185820 w 343769"/>
              <a:gd name="connsiteY30" fmla="*/ 330327 h 374522"/>
              <a:gd name="connsiteX31" fmla="*/ 185820 w 343769"/>
              <a:gd name="connsiteY31" fmla="*/ 350901 h 374522"/>
              <a:gd name="connsiteX32" fmla="*/ 177948 w 343769"/>
              <a:gd name="connsiteY32" fmla="*/ 358712 h 374522"/>
              <a:gd name="connsiteX33" fmla="*/ 170075 w 343769"/>
              <a:gd name="connsiteY33" fmla="*/ 350901 h 374522"/>
              <a:gd name="connsiteX34" fmla="*/ 170075 w 343769"/>
              <a:gd name="connsiteY34" fmla="*/ 318897 h 374522"/>
              <a:gd name="connsiteX35" fmla="*/ 170075 w 343769"/>
              <a:gd name="connsiteY35" fmla="*/ 314325 h 374522"/>
              <a:gd name="connsiteX36" fmla="*/ 170075 w 343769"/>
              <a:gd name="connsiteY36" fmla="*/ 276797 h 374522"/>
              <a:gd name="connsiteX37" fmla="*/ 170075 w 343769"/>
              <a:gd name="connsiteY37" fmla="*/ 272224 h 374522"/>
              <a:gd name="connsiteX38" fmla="*/ 170075 w 343769"/>
              <a:gd name="connsiteY38" fmla="*/ 258413 h 374522"/>
              <a:gd name="connsiteX39" fmla="*/ 135073 w 343769"/>
              <a:gd name="connsiteY39" fmla="*/ 235077 h 374522"/>
              <a:gd name="connsiteX40" fmla="*/ 132512 w 343769"/>
              <a:gd name="connsiteY40" fmla="*/ 223456 h 374522"/>
              <a:gd name="connsiteX41" fmla="*/ 142851 w 343769"/>
              <a:gd name="connsiteY41" fmla="*/ 222123 h 374522"/>
              <a:gd name="connsiteX42" fmla="*/ 177853 w 343769"/>
              <a:gd name="connsiteY42" fmla="*/ 244126 h 374522"/>
              <a:gd name="connsiteX43" fmla="*/ 232299 w 343769"/>
              <a:gd name="connsiteY43" fmla="*/ 206597 h 374522"/>
              <a:gd name="connsiteX44" fmla="*/ 232299 w 343769"/>
              <a:gd name="connsiteY44" fmla="*/ 152210 h 374522"/>
              <a:gd name="connsiteX45" fmla="*/ 177853 w 343769"/>
              <a:gd name="connsiteY45" fmla="*/ 114681 h 374522"/>
              <a:gd name="connsiteX46" fmla="*/ 142851 w 343769"/>
              <a:gd name="connsiteY46" fmla="*/ 138017 h 374522"/>
              <a:gd name="connsiteX47" fmla="*/ 132512 w 343769"/>
              <a:gd name="connsiteY47" fmla="*/ 135445 h 374522"/>
              <a:gd name="connsiteX48" fmla="*/ 135073 w 343769"/>
              <a:gd name="connsiteY48" fmla="*/ 125063 h 374522"/>
              <a:gd name="connsiteX49" fmla="*/ 170075 w 343769"/>
              <a:gd name="connsiteY49" fmla="*/ 101727 h 374522"/>
              <a:gd name="connsiteX50" fmla="*/ 170075 w 343769"/>
              <a:gd name="connsiteY50" fmla="*/ 88582 h 374522"/>
              <a:gd name="connsiteX51" fmla="*/ 139057 w 343769"/>
              <a:gd name="connsiteY51" fmla="*/ 70009 h 374522"/>
              <a:gd name="connsiteX52" fmla="*/ 136496 w 343769"/>
              <a:gd name="connsiteY52" fmla="*/ 59626 h 374522"/>
              <a:gd name="connsiteX53" fmla="*/ 148068 w 343769"/>
              <a:gd name="connsiteY53" fmla="*/ 57055 h 374522"/>
              <a:gd name="connsiteX54" fmla="*/ 170075 w 343769"/>
              <a:gd name="connsiteY54" fmla="*/ 70580 h 374522"/>
              <a:gd name="connsiteX55" fmla="*/ 170075 w 343769"/>
              <a:gd name="connsiteY55" fmla="*/ 47339 h 374522"/>
              <a:gd name="connsiteX56" fmla="*/ 140290 w 343769"/>
              <a:gd name="connsiteY56" fmla="*/ 28861 h 374522"/>
              <a:gd name="connsiteX57" fmla="*/ 137729 w 343769"/>
              <a:gd name="connsiteY57" fmla="*/ 18478 h 374522"/>
              <a:gd name="connsiteX58" fmla="*/ 148068 w 343769"/>
              <a:gd name="connsiteY58" fmla="*/ 15907 h 374522"/>
              <a:gd name="connsiteX59" fmla="*/ 170075 w 343769"/>
              <a:gd name="connsiteY59" fmla="*/ 29432 h 374522"/>
              <a:gd name="connsiteX60" fmla="*/ 170075 w 343769"/>
              <a:gd name="connsiteY60" fmla="*/ 8001 h 374522"/>
              <a:gd name="connsiteX61" fmla="*/ 177948 w 343769"/>
              <a:gd name="connsiteY61" fmla="*/ 191 h 374522"/>
              <a:gd name="connsiteX62" fmla="*/ 185820 w 343769"/>
              <a:gd name="connsiteY62" fmla="*/ 8001 h 374522"/>
              <a:gd name="connsiteX63" fmla="*/ 185820 w 343769"/>
              <a:gd name="connsiteY63" fmla="*/ 29432 h 374522"/>
              <a:gd name="connsiteX64" fmla="*/ 208681 w 343769"/>
              <a:gd name="connsiteY64" fmla="*/ 16002 h 374522"/>
              <a:gd name="connsiteX65" fmla="*/ 219020 w 343769"/>
              <a:gd name="connsiteY65" fmla="*/ 18574 h 374522"/>
              <a:gd name="connsiteX66" fmla="*/ 216459 w 343769"/>
              <a:gd name="connsiteY66" fmla="*/ 28956 h 374522"/>
              <a:gd name="connsiteX67" fmla="*/ 185820 w 343769"/>
              <a:gd name="connsiteY67" fmla="*/ 47911 h 374522"/>
              <a:gd name="connsiteX68" fmla="*/ 185820 w 343769"/>
              <a:gd name="connsiteY68" fmla="*/ 70199 h 374522"/>
              <a:gd name="connsiteX69" fmla="*/ 208681 w 343769"/>
              <a:gd name="connsiteY69" fmla="*/ 55817 h 374522"/>
              <a:gd name="connsiteX70" fmla="*/ 219020 w 343769"/>
              <a:gd name="connsiteY70" fmla="*/ 58388 h 374522"/>
              <a:gd name="connsiteX71" fmla="*/ 216459 w 343769"/>
              <a:gd name="connsiteY71" fmla="*/ 70104 h 374522"/>
              <a:gd name="connsiteX72" fmla="*/ 185820 w 343769"/>
              <a:gd name="connsiteY72" fmla="*/ 88392 h 374522"/>
              <a:gd name="connsiteX73" fmla="*/ 185820 w 343769"/>
              <a:gd name="connsiteY73" fmla="*/ 101060 h 374522"/>
              <a:gd name="connsiteX74" fmla="*/ 241216 w 343769"/>
              <a:gd name="connsiteY74" fmla="*/ 139065 h 374522"/>
              <a:gd name="connsiteX75" fmla="*/ 263601 w 343769"/>
              <a:gd name="connsiteY75" fmla="*/ 126016 h 374522"/>
              <a:gd name="connsiteX76" fmla="*/ 263601 w 343769"/>
              <a:gd name="connsiteY76" fmla="*/ 85916 h 374522"/>
              <a:gd name="connsiteX77" fmla="*/ 271285 w 343769"/>
              <a:gd name="connsiteY77" fmla="*/ 78105 h 374522"/>
              <a:gd name="connsiteX78" fmla="*/ 278968 w 343769"/>
              <a:gd name="connsiteY78" fmla="*/ 85916 h 374522"/>
              <a:gd name="connsiteX79" fmla="*/ 278968 w 343769"/>
              <a:gd name="connsiteY79" fmla="*/ 117062 h 374522"/>
              <a:gd name="connsiteX80" fmla="*/ 294239 w 343769"/>
              <a:gd name="connsiteY80" fmla="*/ 108109 h 374522"/>
              <a:gd name="connsiteX81" fmla="*/ 294239 w 343769"/>
              <a:gd name="connsiteY81" fmla="*/ 70104 h 374522"/>
              <a:gd name="connsiteX82" fmla="*/ 302018 w 343769"/>
              <a:gd name="connsiteY82" fmla="*/ 62293 h 374522"/>
              <a:gd name="connsiteX83" fmla="*/ 309796 w 343769"/>
              <a:gd name="connsiteY83" fmla="*/ 70104 h 374522"/>
              <a:gd name="connsiteX84" fmla="*/ 309796 w 343769"/>
              <a:gd name="connsiteY84" fmla="*/ 98965 h 374522"/>
              <a:gd name="connsiteX85" fmla="*/ 327628 w 343769"/>
              <a:gd name="connsiteY85" fmla="*/ 88487 h 374522"/>
              <a:gd name="connsiteX86" fmla="*/ 339201 w 343769"/>
              <a:gd name="connsiteY86" fmla="*/ 91059 h 374522"/>
              <a:gd name="connsiteX87" fmla="*/ 335312 w 343769"/>
              <a:gd name="connsiteY87" fmla="*/ 101441 h 374522"/>
              <a:gd name="connsiteX88" fmla="*/ 315677 w 343769"/>
              <a:gd name="connsiteY88" fmla="*/ 112871 h 374522"/>
              <a:gd name="connsiteX89" fmla="*/ 339580 w 343769"/>
              <a:gd name="connsiteY89" fmla="*/ 127540 h 374522"/>
              <a:gd name="connsiteX90" fmla="*/ 342141 w 343769"/>
              <a:gd name="connsiteY90" fmla="*/ 138017 h 374522"/>
              <a:gd name="connsiteX91" fmla="*/ 335596 w 343769"/>
              <a:gd name="connsiteY91" fmla="*/ 141922 h 374522"/>
              <a:gd name="connsiteX92" fmla="*/ 331707 w 343769"/>
              <a:gd name="connsiteY92" fmla="*/ 140589 h 374522"/>
              <a:gd name="connsiteX93" fmla="*/ 299741 w 343769"/>
              <a:gd name="connsiteY93" fmla="*/ 122015 h 374522"/>
              <a:gd name="connsiteX94" fmla="*/ 286177 w 343769"/>
              <a:gd name="connsiteY94" fmla="*/ 129921 h 374522"/>
              <a:gd name="connsiteX95" fmla="*/ 308183 w 343769"/>
              <a:gd name="connsiteY95" fmla="*/ 142494 h 374522"/>
              <a:gd name="connsiteX96" fmla="*/ 310744 w 343769"/>
              <a:gd name="connsiteY96" fmla="*/ 152876 h 374522"/>
              <a:gd name="connsiteX97" fmla="*/ 304389 w 343769"/>
              <a:gd name="connsiteY97" fmla="*/ 156781 h 374522"/>
              <a:gd name="connsiteX98" fmla="*/ 300595 w 343769"/>
              <a:gd name="connsiteY98" fmla="*/ 155448 h 374522"/>
              <a:gd name="connsiteX99" fmla="*/ 270621 w 343769"/>
              <a:gd name="connsiteY99" fmla="*/ 139065 h 374522"/>
              <a:gd name="connsiteX100" fmla="*/ 247856 w 343769"/>
              <a:gd name="connsiteY100" fmla="*/ 152400 h 374522"/>
              <a:gd name="connsiteX101" fmla="*/ 247856 w 343769"/>
              <a:gd name="connsiteY101" fmla="*/ 206216 h 374522"/>
              <a:gd name="connsiteX102" fmla="*/ 271190 w 343769"/>
              <a:gd name="connsiteY102" fmla="*/ 219647 h 374522"/>
              <a:gd name="connsiteX103" fmla="*/ 300595 w 343769"/>
              <a:gd name="connsiteY103" fmla="*/ 202406 h 374522"/>
              <a:gd name="connsiteX104" fmla="*/ 310839 w 343769"/>
              <a:gd name="connsiteY104" fmla="*/ 204978 h 374522"/>
              <a:gd name="connsiteX105" fmla="*/ 308278 w 343769"/>
              <a:gd name="connsiteY105" fmla="*/ 216694 h 374522"/>
              <a:gd name="connsiteX106" fmla="*/ 287220 w 343769"/>
              <a:gd name="connsiteY106" fmla="*/ 228791 h 374522"/>
              <a:gd name="connsiteX107" fmla="*/ 300121 w 343769"/>
              <a:gd name="connsiteY107" fmla="*/ 236125 h 374522"/>
              <a:gd name="connsiteX108" fmla="*/ 331897 w 343769"/>
              <a:gd name="connsiteY108" fmla="*/ 217646 h 374522"/>
              <a:gd name="connsiteX109" fmla="*/ 342331 w 343769"/>
              <a:gd name="connsiteY109" fmla="*/ 221551 h 374522"/>
              <a:gd name="connsiteX110" fmla="*/ 138867 w 343769"/>
              <a:gd name="connsiteY110" fmla="*/ 304324 h 374522"/>
              <a:gd name="connsiteX111" fmla="*/ 69434 w 343769"/>
              <a:gd name="connsiteY111" fmla="*/ 374523 h 374522"/>
              <a:gd name="connsiteX112" fmla="*/ 0 w 343769"/>
              <a:gd name="connsiteY112" fmla="*/ 304324 h 374522"/>
              <a:gd name="connsiteX113" fmla="*/ 30828 w 343769"/>
              <a:gd name="connsiteY113" fmla="*/ 245840 h 374522"/>
              <a:gd name="connsiteX114" fmla="*/ 30828 w 343769"/>
              <a:gd name="connsiteY114" fmla="*/ 39052 h 374522"/>
              <a:gd name="connsiteX115" fmla="*/ 69434 w 343769"/>
              <a:gd name="connsiteY115" fmla="*/ 0 h 374522"/>
              <a:gd name="connsiteX116" fmla="*/ 108040 w 343769"/>
              <a:gd name="connsiteY116" fmla="*/ 39052 h 374522"/>
              <a:gd name="connsiteX117" fmla="*/ 108040 w 343769"/>
              <a:gd name="connsiteY117" fmla="*/ 245840 h 374522"/>
              <a:gd name="connsiteX118" fmla="*/ 138867 w 343769"/>
              <a:gd name="connsiteY118" fmla="*/ 304324 h 374522"/>
              <a:gd name="connsiteX119" fmla="*/ 123406 w 343769"/>
              <a:gd name="connsiteY119" fmla="*/ 304324 h 374522"/>
              <a:gd name="connsiteX120" fmla="*/ 96372 w 343769"/>
              <a:gd name="connsiteY120" fmla="*/ 257556 h 374522"/>
              <a:gd name="connsiteX121" fmla="*/ 92483 w 343769"/>
              <a:gd name="connsiteY121" fmla="*/ 251079 h 374522"/>
              <a:gd name="connsiteX122" fmla="*/ 92483 w 343769"/>
              <a:gd name="connsiteY122" fmla="*/ 39148 h 374522"/>
              <a:gd name="connsiteX123" fmla="*/ 69339 w 343769"/>
              <a:gd name="connsiteY123" fmla="*/ 15716 h 374522"/>
              <a:gd name="connsiteX124" fmla="*/ 46194 w 343769"/>
              <a:gd name="connsiteY124" fmla="*/ 39148 h 374522"/>
              <a:gd name="connsiteX125" fmla="*/ 46194 w 343769"/>
              <a:gd name="connsiteY125" fmla="*/ 251079 h 374522"/>
              <a:gd name="connsiteX126" fmla="*/ 42305 w 343769"/>
              <a:gd name="connsiteY126" fmla="*/ 257556 h 374522"/>
              <a:gd name="connsiteX127" fmla="*/ 15272 w 343769"/>
              <a:gd name="connsiteY127" fmla="*/ 304324 h 374522"/>
              <a:gd name="connsiteX128" fmla="*/ 69244 w 343769"/>
              <a:gd name="connsiteY128" fmla="*/ 358902 h 374522"/>
              <a:gd name="connsiteX129" fmla="*/ 123216 w 343769"/>
              <a:gd name="connsiteY129" fmla="*/ 304324 h 374522"/>
              <a:gd name="connsiteX130" fmla="*/ 92578 w 343769"/>
              <a:gd name="connsiteY130" fmla="*/ 303943 h 374522"/>
              <a:gd name="connsiteX131" fmla="*/ 69434 w 343769"/>
              <a:gd name="connsiteY131" fmla="*/ 327184 h 374522"/>
              <a:gd name="connsiteX132" fmla="*/ 46289 w 343769"/>
              <a:gd name="connsiteY132" fmla="*/ 303943 h 374522"/>
              <a:gd name="connsiteX133" fmla="*/ 62035 w 343769"/>
              <a:gd name="connsiteY133" fmla="*/ 282035 h 374522"/>
              <a:gd name="connsiteX134" fmla="*/ 62035 w 343769"/>
              <a:gd name="connsiteY134" fmla="*/ 117443 h 374522"/>
              <a:gd name="connsiteX135" fmla="*/ 69434 w 343769"/>
              <a:gd name="connsiteY135" fmla="*/ 109633 h 374522"/>
              <a:gd name="connsiteX136" fmla="*/ 76832 w 343769"/>
              <a:gd name="connsiteY136" fmla="*/ 117443 h 374522"/>
              <a:gd name="connsiteX137" fmla="*/ 76832 w 343769"/>
              <a:gd name="connsiteY137" fmla="*/ 282035 h 374522"/>
              <a:gd name="connsiteX138" fmla="*/ 92578 w 343769"/>
              <a:gd name="connsiteY138" fmla="*/ 303943 h 374522"/>
              <a:gd name="connsiteX139" fmla="*/ 77212 w 343769"/>
              <a:gd name="connsiteY139" fmla="*/ 303943 h 374522"/>
              <a:gd name="connsiteX140" fmla="*/ 70192 w 343769"/>
              <a:gd name="connsiteY140" fmla="*/ 296323 h 374522"/>
              <a:gd name="connsiteX141" fmla="*/ 69434 w 343769"/>
              <a:gd name="connsiteY141" fmla="*/ 296513 h 374522"/>
              <a:gd name="connsiteX142" fmla="*/ 68865 w 343769"/>
              <a:gd name="connsiteY142" fmla="*/ 296323 h 374522"/>
              <a:gd name="connsiteX143" fmla="*/ 61750 w 343769"/>
              <a:gd name="connsiteY143" fmla="*/ 303943 h 374522"/>
              <a:gd name="connsiteX144" fmla="*/ 69434 w 343769"/>
              <a:gd name="connsiteY144" fmla="*/ 311658 h 374522"/>
              <a:gd name="connsiteX145" fmla="*/ 77117 w 343769"/>
              <a:gd name="connsiteY145" fmla="*/ 303943 h 374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343769" h="374522">
                <a:moveTo>
                  <a:pt x="342426" y="221933"/>
                </a:moveTo>
                <a:cubicBezTo>
                  <a:pt x="344987" y="224504"/>
                  <a:pt x="343754" y="229743"/>
                  <a:pt x="339865" y="232410"/>
                </a:cubicBezTo>
                <a:cubicBezTo>
                  <a:pt x="327913" y="239268"/>
                  <a:pt x="320799" y="243268"/>
                  <a:pt x="316436" y="245745"/>
                </a:cubicBezTo>
                <a:cubicBezTo>
                  <a:pt x="330284" y="253682"/>
                  <a:pt x="337209" y="257651"/>
                  <a:pt x="337209" y="257651"/>
                </a:cubicBezTo>
                <a:cubicBezTo>
                  <a:pt x="341098" y="258985"/>
                  <a:pt x="342331" y="264128"/>
                  <a:pt x="339770" y="268033"/>
                </a:cubicBezTo>
                <a:cubicBezTo>
                  <a:pt x="338442" y="270605"/>
                  <a:pt x="335881" y="271939"/>
                  <a:pt x="333320" y="271939"/>
                </a:cubicBezTo>
                <a:cubicBezTo>
                  <a:pt x="331992" y="271939"/>
                  <a:pt x="330759" y="271939"/>
                  <a:pt x="329431" y="270605"/>
                </a:cubicBezTo>
                <a:cubicBezTo>
                  <a:pt x="322411" y="266510"/>
                  <a:pt x="315866" y="262890"/>
                  <a:pt x="309891" y="259366"/>
                </a:cubicBezTo>
                <a:lnTo>
                  <a:pt x="309891" y="288608"/>
                </a:lnTo>
                <a:cubicBezTo>
                  <a:pt x="309891" y="292513"/>
                  <a:pt x="307329" y="296418"/>
                  <a:pt x="302112" y="296418"/>
                </a:cubicBezTo>
                <a:cubicBezTo>
                  <a:pt x="298223" y="296418"/>
                  <a:pt x="294334" y="292513"/>
                  <a:pt x="294334" y="288608"/>
                </a:cubicBezTo>
                <a:lnTo>
                  <a:pt x="294334" y="250412"/>
                </a:lnTo>
                <a:cubicBezTo>
                  <a:pt x="288738" y="247174"/>
                  <a:pt x="283711" y="244316"/>
                  <a:pt x="279063" y="241649"/>
                </a:cubicBezTo>
                <a:lnTo>
                  <a:pt x="279063" y="272796"/>
                </a:lnTo>
                <a:cubicBezTo>
                  <a:pt x="279063" y="276701"/>
                  <a:pt x="276502" y="280606"/>
                  <a:pt x="271380" y="280606"/>
                </a:cubicBezTo>
                <a:cubicBezTo>
                  <a:pt x="267585" y="280606"/>
                  <a:pt x="263696" y="276701"/>
                  <a:pt x="263696" y="272796"/>
                </a:cubicBezTo>
                <a:lnTo>
                  <a:pt x="263696" y="232886"/>
                </a:lnTo>
                <a:cubicBezTo>
                  <a:pt x="251555" y="225933"/>
                  <a:pt x="244820" y="222028"/>
                  <a:pt x="241121" y="219932"/>
                </a:cubicBezTo>
                <a:cubicBezTo>
                  <a:pt x="204222" y="246031"/>
                  <a:pt x="190753" y="255556"/>
                  <a:pt x="186010" y="258985"/>
                </a:cubicBezTo>
                <a:lnTo>
                  <a:pt x="186010" y="270129"/>
                </a:lnTo>
                <a:cubicBezTo>
                  <a:pt x="216553" y="288226"/>
                  <a:pt x="216648" y="288322"/>
                  <a:pt x="216648" y="288322"/>
                </a:cubicBezTo>
                <a:cubicBezTo>
                  <a:pt x="220537" y="290893"/>
                  <a:pt x="221865" y="296132"/>
                  <a:pt x="219209" y="300037"/>
                </a:cubicBezTo>
                <a:cubicBezTo>
                  <a:pt x="217881" y="301371"/>
                  <a:pt x="215320" y="302609"/>
                  <a:pt x="212664" y="302609"/>
                </a:cubicBezTo>
                <a:lnTo>
                  <a:pt x="208775" y="302609"/>
                </a:lnTo>
                <a:cubicBezTo>
                  <a:pt x="198341" y="296037"/>
                  <a:pt x="191132" y="291465"/>
                  <a:pt x="185915" y="288226"/>
                </a:cubicBezTo>
                <a:lnTo>
                  <a:pt x="185915" y="312230"/>
                </a:lnTo>
                <a:cubicBezTo>
                  <a:pt x="216459" y="330327"/>
                  <a:pt x="216553" y="330422"/>
                  <a:pt x="216553" y="330422"/>
                </a:cubicBezTo>
                <a:cubicBezTo>
                  <a:pt x="220442" y="332994"/>
                  <a:pt x="221770" y="338233"/>
                  <a:pt x="219115" y="342138"/>
                </a:cubicBezTo>
                <a:cubicBezTo>
                  <a:pt x="217787" y="343472"/>
                  <a:pt x="215225" y="344710"/>
                  <a:pt x="212570" y="344710"/>
                </a:cubicBezTo>
                <a:lnTo>
                  <a:pt x="208681" y="344710"/>
                </a:lnTo>
                <a:cubicBezTo>
                  <a:pt x="198246" y="338137"/>
                  <a:pt x="191038" y="333566"/>
                  <a:pt x="185820" y="330327"/>
                </a:cubicBezTo>
                <a:lnTo>
                  <a:pt x="185820" y="350901"/>
                </a:lnTo>
                <a:cubicBezTo>
                  <a:pt x="185820" y="354806"/>
                  <a:pt x="183165" y="358712"/>
                  <a:pt x="177948" y="358712"/>
                </a:cubicBezTo>
                <a:cubicBezTo>
                  <a:pt x="174058" y="358712"/>
                  <a:pt x="170075" y="354806"/>
                  <a:pt x="170075" y="350901"/>
                </a:cubicBezTo>
                <a:lnTo>
                  <a:pt x="170075" y="318897"/>
                </a:lnTo>
                <a:cubicBezTo>
                  <a:pt x="169600" y="317468"/>
                  <a:pt x="169600" y="315849"/>
                  <a:pt x="170075" y="314325"/>
                </a:cubicBezTo>
                <a:lnTo>
                  <a:pt x="170075" y="276797"/>
                </a:lnTo>
                <a:cubicBezTo>
                  <a:pt x="169600" y="275368"/>
                  <a:pt x="169600" y="273749"/>
                  <a:pt x="170075" y="272224"/>
                </a:cubicBezTo>
                <a:lnTo>
                  <a:pt x="170075" y="258413"/>
                </a:lnTo>
                <a:cubicBezTo>
                  <a:pt x="135168" y="235172"/>
                  <a:pt x="135073" y="235077"/>
                  <a:pt x="135073" y="235077"/>
                </a:cubicBezTo>
                <a:cubicBezTo>
                  <a:pt x="131184" y="232505"/>
                  <a:pt x="129856" y="227266"/>
                  <a:pt x="132512" y="223456"/>
                </a:cubicBezTo>
                <a:cubicBezTo>
                  <a:pt x="135073" y="219551"/>
                  <a:pt x="140290" y="219551"/>
                  <a:pt x="142851" y="222123"/>
                </a:cubicBezTo>
                <a:lnTo>
                  <a:pt x="177853" y="244126"/>
                </a:lnTo>
                <a:lnTo>
                  <a:pt x="232299" y="206597"/>
                </a:lnTo>
                <a:lnTo>
                  <a:pt x="232299" y="152210"/>
                </a:lnTo>
                <a:lnTo>
                  <a:pt x="177853" y="114681"/>
                </a:lnTo>
                <a:lnTo>
                  <a:pt x="142851" y="138017"/>
                </a:lnTo>
                <a:cubicBezTo>
                  <a:pt x="140290" y="140589"/>
                  <a:pt x="135073" y="139351"/>
                  <a:pt x="132512" y="135445"/>
                </a:cubicBezTo>
                <a:cubicBezTo>
                  <a:pt x="129951" y="131540"/>
                  <a:pt x="131184" y="127635"/>
                  <a:pt x="135073" y="125063"/>
                </a:cubicBezTo>
                <a:cubicBezTo>
                  <a:pt x="156036" y="111157"/>
                  <a:pt x="165616" y="104680"/>
                  <a:pt x="170075" y="101727"/>
                </a:cubicBezTo>
                <a:lnTo>
                  <a:pt x="170075" y="88582"/>
                </a:lnTo>
                <a:cubicBezTo>
                  <a:pt x="139152" y="70104"/>
                  <a:pt x="139057" y="70009"/>
                  <a:pt x="139057" y="70009"/>
                </a:cubicBezTo>
                <a:cubicBezTo>
                  <a:pt x="136496" y="67437"/>
                  <a:pt x="135168" y="63532"/>
                  <a:pt x="136496" y="59626"/>
                </a:cubicBezTo>
                <a:cubicBezTo>
                  <a:pt x="139057" y="55721"/>
                  <a:pt x="144274" y="54388"/>
                  <a:pt x="148068" y="57055"/>
                </a:cubicBezTo>
                <a:cubicBezTo>
                  <a:pt x="158882" y="63722"/>
                  <a:pt x="165711" y="67913"/>
                  <a:pt x="170075" y="70580"/>
                </a:cubicBezTo>
                <a:lnTo>
                  <a:pt x="170075" y="47339"/>
                </a:lnTo>
                <a:cubicBezTo>
                  <a:pt x="140385" y="28956"/>
                  <a:pt x="140290" y="28861"/>
                  <a:pt x="140290" y="28861"/>
                </a:cubicBezTo>
                <a:cubicBezTo>
                  <a:pt x="136401" y="26289"/>
                  <a:pt x="135168" y="22384"/>
                  <a:pt x="137729" y="18478"/>
                </a:cubicBezTo>
                <a:cubicBezTo>
                  <a:pt x="139057" y="14573"/>
                  <a:pt x="144179" y="13240"/>
                  <a:pt x="148068" y="15907"/>
                </a:cubicBezTo>
                <a:cubicBezTo>
                  <a:pt x="158882" y="22574"/>
                  <a:pt x="165711" y="26765"/>
                  <a:pt x="170075" y="29432"/>
                </a:cubicBezTo>
                <a:lnTo>
                  <a:pt x="170075" y="8001"/>
                </a:lnTo>
                <a:cubicBezTo>
                  <a:pt x="170075" y="4096"/>
                  <a:pt x="174058" y="191"/>
                  <a:pt x="177948" y="191"/>
                </a:cubicBezTo>
                <a:cubicBezTo>
                  <a:pt x="183165" y="191"/>
                  <a:pt x="185820" y="4096"/>
                  <a:pt x="185820" y="8001"/>
                </a:cubicBezTo>
                <a:lnTo>
                  <a:pt x="185820" y="29432"/>
                </a:lnTo>
                <a:cubicBezTo>
                  <a:pt x="208681" y="16002"/>
                  <a:pt x="208681" y="16002"/>
                  <a:pt x="208681" y="16002"/>
                </a:cubicBezTo>
                <a:cubicBezTo>
                  <a:pt x="212570" y="13430"/>
                  <a:pt x="217692" y="14668"/>
                  <a:pt x="219020" y="18574"/>
                </a:cubicBezTo>
                <a:cubicBezTo>
                  <a:pt x="221581" y="21145"/>
                  <a:pt x="220348" y="26384"/>
                  <a:pt x="216459" y="28956"/>
                </a:cubicBezTo>
                <a:cubicBezTo>
                  <a:pt x="197772" y="40576"/>
                  <a:pt x="189520" y="45720"/>
                  <a:pt x="185820" y="47911"/>
                </a:cubicBezTo>
                <a:lnTo>
                  <a:pt x="185820" y="70199"/>
                </a:lnTo>
                <a:cubicBezTo>
                  <a:pt x="208681" y="55817"/>
                  <a:pt x="208681" y="55817"/>
                  <a:pt x="208681" y="55817"/>
                </a:cubicBezTo>
                <a:cubicBezTo>
                  <a:pt x="212570" y="54483"/>
                  <a:pt x="216459" y="55817"/>
                  <a:pt x="219020" y="58388"/>
                </a:cubicBezTo>
                <a:cubicBezTo>
                  <a:pt x="221581" y="62293"/>
                  <a:pt x="220348" y="67532"/>
                  <a:pt x="216459" y="70104"/>
                </a:cubicBezTo>
                <a:cubicBezTo>
                  <a:pt x="198816" y="80677"/>
                  <a:pt x="190089" y="85820"/>
                  <a:pt x="185820" y="88392"/>
                </a:cubicBezTo>
                <a:lnTo>
                  <a:pt x="185820" y="101060"/>
                </a:lnTo>
                <a:cubicBezTo>
                  <a:pt x="221012" y="125254"/>
                  <a:pt x="235335" y="135064"/>
                  <a:pt x="241216" y="139065"/>
                </a:cubicBezTo>
                <a:cubicBezTo>
                  <a:pt x="249373" y="134303"/>
                  <a:pt x="256867" y="129921"/>
                  <a:pt x="263601" y="126016"/>
                </a:cubicBezTo>
                <a:lnTo>
                  <a:pt x="263601" y="85916"/>
                </a:lnTo>
                <a:cubicBezTo>
                  <a:pt x="263601" y="82010"/>
                  <a:pt x="267396" y="78105"/>
                  <a:pt x="271285" y="78105"/>
                </a:cubicBezTo>
                <a:cubicBezTo>
                  <a:pt x="276407" y="78105"/>
                  <a:pt x="278968" y="82010"/>
                  <a:pt x="278968" y="85916"/>
                </a:cubicBezTo>
                <a:lnTo>
                  <a:pt x="278968" y="117062"/>
                </a:lnTo>
                <a:cubicBezTo>
                  <a:pt x="284754" y="113633"/>
                  <a:pt x="289686" y="110776"/>
                  <a:pt x="294239" y="108109"/>
                </a:cubicBezTo>
                <a:lnTo>
                  <a:pt x="294239" y="70104"/>
                </a:lnTo>
                <a:cubicBezTo>
                  <a:pt x="294239" y="66199"/>
                  <a:pt x="298128" y="62293"/>
                  <a:pt x="302018" y="62293"/>
                </a:cubicBezTo>
                <a:cubicBezTo>
                  <a:pt x="307235" y="62293"/>
                  <a:pt x="309796" y="66199"/>
                  <a:pt x="309796" y="70104"/>
                </a:cubicBezTo>
                <a:lnTo>
                  <a:pt x="309796" y="98965"/>
                </a:lnTo>
                <a:cubicBezTo>
                  <a:pt x="327534" y="88582"/>
                  <a:pt x="327628" y="88487"/>
                  <a:pt x="327628" y="88487"/>
                </a:cubicBezTo>
                <a:cubicBezTo>
                  <a:pt x="331517" y="85916"/>
                  <a:pt x="336640" y="87154"/>
                  <a:pt x="339201" y="91059"/>
                </a:cubicBezTo>
                <a:cubicBezTo>
                  <a:pt x="340529" y="94964"/>
                  <a:pt x="339201" y="100108"/>
                  <a:pt x="335312" y="101441"/>
                </a:cubicBezTo>
                <a:cubicBezTo>
                  <a:pt x="328197" y="105632"/>
                  <a:pt x="321747" y="109347"/>
                  <a:pt x="315677" y="112871"/>
                </a:cubicBezTo>
                <a:cubicBezTo>
                  <a:pt x="331612" y="122651"/>
                  <a:pt x="339580" y="127540"/>
                  <a:pt x="339580" y="127540"/>
                </a:cubicBezTo>
                <a:cubicBezTo>
                  <a:pt x="343469" y="128873"/>
                  <a:pt x="344797" y="134112"/>
                  <a:pt x="342141" y="138017"/>
                </a:cubicBezTo>
                <a:cubicBezTo>
                  <a:pt x="340813" y="140589"/>
                  <a:pt x="338252" y="141922"/>
                  <a:pt x="335596" y="141922"/>
                </a:cubicBezTo>
                <a:cubicBezTo>
                  <a:pt x="334268" y="141922"/>
                  <a:pt x="333035" y="140589"/>
                  <a:pt x="331707" y="140589"/>
                </a:cubicBezTo>
                <a:cubicBezTo>
                  <a:pt x="310744" y="128397"/>
                  <a:pt x="302776" y="123825"/>
                  <a:pt x="299741" y="122015"/>
                </a:cubicBezTo>
                <a:cubicBezTo>
                  <a:pt x="294809" y="124873"/>
                  <a:pt x="290256" y="127540"/>
                  <a:pt x="286177" y="129921"/>
                </a:cubicBezTo>
                <a:cubicBezTo>
                  <a:pt x="308088" y="142494"/>
                  <a:pt x="308183" y="142494"/>
                  <a:pt x="308183" y="142494"/>
                </a:cubicBezTo>
                <a:cubicBezTo>
                  <a:pt x="311977" y="143828"/>
                  <a:pt x="313305" y="148971"/>
                  <a:pt x="310744" y="152876"/>
                </a:cubicBezTo>
                <a:cubicBezTo>
                  <a:pt x="309511" y="155448"/>
                  <a:pt x="306950" y="156781"/>
                  <a:pt x="304389" y="156781"/>
                </a:cubicBezTo>
                <a:cubicBezTo>
                  <a:pt x="303156" y="156781"/>
                  <a:pt x="301828" y="156781"/>
                  <a:pt x="300595" y="155448"/>
                </a:cubicBezTo>
                <a:cubicBezTo>
                  <a:pt x="282572" y="145637"/>
                  <a:pt x="274415" y="141160"/>
                  <a:pt x="270621" y="139065"/>
                </a:cubicBezTo>
                <a:cubicBezTo>
                  <a:pt x="257910" y="146495"/>
                  <a:pt x="251270" y="150400"/>
                  <a:pt x="247856" y="152400"/>
                </a:cubicBezTo>
                <a:lnTo>
                  <a:pt x="247856" y="206216"/>
                </a:lnTo>
                <a:cubicBezTo>
                  <a:pt x="256487" y="211169"/>
                  <a:pt x="264170" y="215646"/>
                  <a:pt x="271190" y="219647"/>
                </a:cubicBezTo>
                <a:cubicBezTo>
                  <a:pt x="300500" y="202406"/>
                  <a:pt x="300595" y="202406"/>
                  <a:pt x="300595" y="202406"/>
                </a:cubicBezTo>
                <a:cubicBezTo>
                  <a:pt x="304389" y="199835"/>
                  <a:pt x="308278" y="201073"/>
                  <a:pt x="310839" y="204978"/>
                </a:cubicBezTo>
                <a:cubicBezTo>
                  <a:pt x="313400" y="208883"/>
                  <a:pt x="312072" y="214122"/>
                  <a:pt x="308278" y="216694"/>
                </a:cubicBezTo>
                <a:cubicBezTo>
                  <a:pt x="298128" y="222504"/>
                  <a:pt x="291583" y="226314"/>
                  <a:pt x="287220" y="228791"/>
                </a:cubicBezTo>
                <a:cubicBezTo>
                  <a:pt x="291963" y="231553"/>
                  <a:pt x="296231" y="233934"/>
                  <a:pt x="300121" y="236125"/>
                </a:cubicBezTo>
                <a:cubicBezTo>
                  <a:pt x="331802" y="217741"/>
                  <a:pt x="331897" y="217646"/>
                  <a:pt x="331897" y="217646"/>
                </a:cubicBezTo>
                <a:cubicBezTo>
                  <a:pt x="335786" y="216313"/>
                  <a:pt x="339675" y="217646"/>
                  <a:pt x="342331" y="221551"/>
                </a:cubicBezTo>
                <a:close/>
                <a:moveTo>
                  <a:pt x="138867" y="304324"/>
                </a:moveTo>
                <a:cubicBezTo>
                  <a:pt x="138867" y="343376"/>
                  <a:pt x="108040" y="374523"/>
                  <a:pt x="69434" y="374523"/>
                </a:cubicBezTo>
                <a:cubicBezTo>
                  <a:pt x="30828" y="374523"/>
                  <a:pt x="0" y="343281"/>
                  <a:pt x="0" y="304324"/>
                </a:cubicBezTo>
                <a:cubicBezTo>
                  <a:pt x="0" y="280892"/>
                  <a:pt x="11572" y="258794"/>
                  <a:pt x="30828" y="245840"/>
                </a:cubicBezTo>
                <a:lnTo>
                  <a:pt x="30828" y="39052"/>
                </a:lnTo>
                <a:cubicBezTo>
                  <a:pt x="30828" y="16954"/>
                  <a:pt x="48850" y="0"/>
                  <a:pt x="69434" y="0"/>
                </a:cubicBezTo>
                <a:cubicBezTo>
                  <a:pt x="91250" y="0"/>
                  <a:pt x="108040" y="16859"/>
                  <a:pt x="108040" y="39052"/>
                </a:cubicBezTo>
                <a:lnTo>
                  <a:pt x="108040" y="245840"/>
                </a:lnTo>
                <a:cubicBezTo>
                  <a:pt x="127295" y="258794"/>
                  <a:pt x="138867" y="280987"/>
                  <a:pt x="138867" y="304324"/>
                </a:cubicBezTo>
                <a:close/>
                <a:moveTo>
                  <a:pt x="123406" y="304324"/>
                </a:moveTo>
                <a:cubicBezTo>
                  <a:pt x="123406" y="284797"/>
                  <a:pt x="113162" y="266605"/>
                  <a:pt x="96372" y="257556"/>
                </a:cubicBezTo>
                <a:cubicBezTo>
                  <a:pt x="93811" y="256222"/>
                  <a:pt x="92483" y="253651"/>
                  <a:pt x="92483" y="251079"/>
                </a:cubicBezTo>
                <a:lnTo>
                  <a:pt x="92483" y="39148"/>
                </a:lnTo>
                <a:cubicBezTo>
                  <a:pt x="92483" y="26194"/>
                  <a:pt x="82239" y="15716"/>
                  <a:pt x="69339" y="15716"/>
                </a:cubicBezTo>
                <a:cubicBezTo>
                  <a:pt x="56439" y="15716"/>
                  <a:pt x="46194" y="26098"/>
                  <a:pt x="46194" y="39148"/>
                </a:cubicBezTo>
                <a:lnTo>
                  <a:pt x="46194" y="251079"/>
                </a:lnTo>
                <a:cubicBezTo>
                  <a:pt x="46194" y="253651"/>
                  <a:pt x="44866" y="256318"/>
                  <a:pt x="42305" y="257556"/>
                </a:cubicBezTo>
                <a:cubicBezTo>
                  <a:pt x="25611" y="266700"/>
                  <a:pt x="15272" y="284893"/>
                  <a:pt x="15272" y="304324"/>
                </a:cubicBezTo>
                <a:cubicBezTo>
                  <a:pt x="15272" y="334232"/>
                  <a:pt x="39744" y="358902"/>
                  <a:pt x="69244" y="358902"/>
                </a:cubicBezTo>
                <a:cubicBezTo>
                  <a:pt x="98744" y="358902"/>
                  <a:pt x="123216" y="334232"/>
                  <a:pt x="123216" y="304324"/>
                </a:cubicBezTo>
                <a:close/>
                <a:moveTo>
                  <a:pt x="92578" y="303943"/>
                </a:moveTo>
                <a:cubicBezTo>
                  <a:pt x="92578" y="316897"/>
                  <a:pt x="82334" y="327184"/>
                  <a:pt x="69434" y="327184"/>
                </a:cubicBezTo>
                <a:cubicBezTo>
                  <a:pt x="56533" y="327184"/>
                  <a:pt x="46289" y="316897"/>
                  <a:pt x="46289" y="303943"/>
                </a:cubicBezTo>
                <a:cubicBezTo>
                  <a:pt x="46289" y="293656"/>
                  <a:pt x="52834" y="285083"/>
                  <a:pt x="62035" y="282035"/>
                </a:cubicBezTo>
                <a:lnTo>
                  <a:pt x="62035" y="117443"/>
                </a:lnTo>
                <a:cubicBezTo>
                  <a:pt x="62035" y="113538"/>
                  <a:pt x="65734" y="109633"/>
                  <a:pt x="69434" y="109633"/>
                </a:cubicBezTo>
                <a:cubicBezTo>
                  <a:pt x="74366" y="109633"/>
                  <a:pt x="76832" y="113538"/>
                  <a:pt x="76832" y="117443"/>
                </a:cubicBezTo>
                <a:lnTo>
                  <a:pt x="76832" y="282035"/>
                </a:lnTo>
                <a:cubicBezTo>
                  <a:pt x="85938" y="285179"/>
                  <a:pt x="92578" y="293656"/>
                  <a:pt x="92578" y="303943"/>
                </a:cubicBezTo>
                <a:close/>
                <a:moveTo>
                  <a:pt x="77212" y="303943"/>
                </a:moveTo>
                <a:cubicBezTo>
                  <a:pt x="77212" y="300323"/>
                  <a:pt x="74840" y="296704"/>
                  <a:pt x="70192" y="296323"/>
                </a:cubicBezTo>
                <a:cubicBezTo>
                  <a:pt x="69908" y="296323"/>
                  <a:pt x="69718" y="296513"/>
                  <a:pt x="69434" y="296513"/>
                </a:cubicBezTo>
                <a:cubicBezTo>
                  <a:pt x="69244" y="296513"/>
                  <a:pt x="69054" y="296418"/>
                  <a:pt x="68865" y="296323"/>
                </a:cubicBezTo>
                <a:cubicBezTo>
                  <a:pt x="65260" y="296704"/>
                  <a:pt x="61750" y="300228"/>
                  <a:pt x="61750" y="303943"/>
                </a:cubicBezTo>
                <a:cubicBezTo>
                  <a:pt x="61750" y="307848"/>
                  <a:pt x="65639" y="311658"/>
                  <a:pt x="69434" y="311658"/>
                </a:cubicBezTo>
                <a:cubicBezTo>
                  <a:pt x="74556" y="311658"/>
                  <a:pt x="77117" y="307753"/>
                  <a:pt x="77117" y="30394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3" name="Graphic 169">
            <a:extLst>
              <a:ext uri="{FF2B5EF4-FFF2-40B4-BE49-F238E27FC236}">
                <a16:creationId xmlns:a16="http://schemas.microsoft.com/office/drawing/2014/main" id="{7BA0FED5-6AB0-1E98-FF11-FC45AA7E7F9A}"/>
              </a:ext>
            </a:extLst>
          </p:cNvPr>
          <p:cNvSpPr/>
          <p:nvPr/>
        </p:nvSpPr>
        <p:spPr>
          <a:xfrm>
            <a:off x="567574" y="3441601"/>
            <a:ext cx="451623" cy="492024"/>
          </a:xfrm>
          <a:custGeom>
            <a:avLst/>
            <a:gdLst>
              <a:gd name="connsiteX0" fmla="*/ 342426 w 343769"/>
              <a:gd name="connsiteY0" fmla="*/ 221933 h 374522"/>
              <a:gd name="connsiteX1" fmla="*/ 339865 w 343769"/>
              <a:gd name="connsiteY1" fmla="*/ 232410 h 374522"/>
              <a:gd name="connsiteX2" fmla="*/ 316436 w 343769"/>
              <a:gd name="connsiteY2" fmla="*/ 245745 h 374522"/>
              <a:gd name="connsiteX3" fmla="*/ 337209 w 343769"/>
              <a:gd name="connsiteY3" fmla="*/ 257651 h 374522"/>
              <a:gd name="connsiteX4" fmla="*/ 339770 w 343769"/>
              <a:gd name="connsiteY4" fmla="*/ 268033 h 374522"/>
              <a:gd name="connsiteX5" fmla="*/ 333320 w 343769"/>
              <a:gd name="connsiteY5" fmla="*/ 271939 h 374522"/>
              <a:gd name="connsiteX6" fmla="*/ 329431 w 343769"/>
              <a:gd name="connsiteY6" fmla="*/ 270605 h 374522"/>
              <a:gd name="connsiteX7" fmla="*/ 309891 w 343769"/>
              <a:gd name="connsiteY7" fmla="*/ 259366 h 374522"/>
              <a:gd name="connsiteX8" fmla="*/ 309891 w 343769"/>
              <a:gd name="connsiteY8" fmla="*/ 288608 h 374522"/>
              <a:gd name="connsiteX9" fmla="*/ 302112 w 343769"/>
              <a:gd name="connsiteY9" fmla="*/ 296418 h 374522"/>
              <a:gd name="connsiteX10" fmla="*/ 294334 w 343769"/>
              <a:gd name="connsiteY10" fmla="*/ 288608 h 374522"/>
              <a:gd name="connsiteX11" fmla="*/ 294334 w 343769"/>
              <a:gd name="connsiteY11" fmla="*/ 250412 h 374522"/>
              <a:gd name="connsiteX12" fmla="*/ 279063 w 343769"/>
              <a:gd name="connsiteY12" fmla="*/ 241649 h 374522"/>
              <a:gd name="connsiteX13" fmla="*/ 279063 w 343769"/>
              <a:gd name="connsiteY13" fmla="*/ 272796 h 374522"/>
              <a:gd name="connsiteX14" fmla="*/ 271380 w 343769"/>
              <a:gd name="connsiteY14" fmla="*/ 280606 h 374522"/>
              <a:gd name="connsiteX15" fmla="*/ 263696 w 343769"/>
              <a:gd name="connsiteY15" fmla="*/ 272796 h 374522"/>
              <a:gd name="connsiteX16" fmla="*/ 263696 w 343769"/>
              <a:gd name="connsiteY16" fmla="*/ 232886 h 374522"/>
              <a:gd name="connsiteX17" fmla="*/ 241121 w 343769"/>
              <a:gd name="connsiteY17" fmla="*/ 219932 h 374522"/>
              <a:gd name="connsiteX18" fmla="*/ 186010 w 343769"/>
              <a:gd name="connsiteY18" fmla="*/ 258985 h 374522"/>
              <a:gd name="connsiteX19" fmla="*/ 186010 w 343769"/>
              <a:gd name="connsiteY19" fmla="*/ 270129 h 374522"/>
              <a:gd name="connsiteX20" fmla="*/ 216648 w 343769"/>
              <a:gd name="connsiteY20" fmla="*/ 288322 h 374522"/>
              <a:gd name="connsiteX21" fmla="*/ 219209 w 343769"/>
              <a:gd name="connsiteY21" fmla="*/ 300037 h 374522"/>
              <a:gd name="connsiteX22" fmla="*/ 212664 w 343769"/>
              <a:gd name="connsiteY22" fmla="*/ 302609 h 374522"/>
              <a:gd name="connsiteX23" fmla="*/ 208775 w 343769"/>
              <a:gd name="connsiteY23" fmla="*/ 302609 h 374522"/>
              <a:gd name="connsiteX24" fmla="*/ 185915 w 343769"/>
              <a:gd name="connsiteY24" fmla="*/ 288226 h 374522"/>
              <a:gd name="connsiteX25" fmla="*/ 185915 w 343769"/>
              <a:gd name="connsiteY25" fmla="*/ 312230 h 374522"/>
              <a:gd name="connsiteX26" fmla="*/ 216553 w 343769"/>
              <a:gd name="connsiteY26" fmla="*/ 330422 h 374522"/>
              <a:gd name="connsiteX27" fmla="*/ 219115 w 343769"/>
              <a:gd name="connsiteY27" fmla="*/ 342138 h 374522"/>
              <a:gd name="connsiteX28" fmla="*/ 212570 w 343769"/>
              <a:gd name="connsiteY28" fmla="*/ 344710 h 374522"/>
              <a:gd name="connsiteX29" fmla="*/ 208681 w 343769"/>
              <a:gd name="connsiteY29" fmla="*/ 344710 h 374522"/>
              <a:gd name="connsiteX30" fmla="*/ 185820 w 343769"/>
              <a:gd name="connsiteY30" fmla="*/ 330327 h 374522"/>
              <a:gd name="connsiteX31" fmla="*/ 185820 w 343769"/>
              <a:gd name="connsiteY31" fmla="*/ 350901 h 374522"/>
              <a:gd name="connsiteX32" fmla="*/ 177948 w 343769"/>
              <a:gd name="connsiteY32" fmla="*/ 358712 h 374522"/>
              <a:gd name="connsiteX33" fmla="*/ 170075 w 343769"/>
              <a:gd name="connsiteY33" fmla="*/ 350901 h 374522"/>
              <a:gd name="connsiteX34" fmla="*/ 170075 w 343769"/>
              <a:gd name="connsiteY34" fmla="*/ 318897 h 374522"/>
              <a:gd name="connsiteX35" fmla="*/ 170075 w 343769"/>
              <a:gd name="connsiteY35" fmla="*/ 314325 h 374522"/>
              <a:gd name="connsiteX36" fmla="*/ 170075 w 343769"/>
              <a:gd name="connsiteY36" fmla="*/ 276797 h 374522"/>
              <a:gd name="connsiteX37" fmla="*/ 170075 w 343769"/>
              <a:gd name="connsiteY37" fmla="*/ 272224 h 374522"/>
              <a:gd name="connsiteX38" fmla="*/ 170075 w 343769"/>
              <a:gd name="connsiteY38" fmla="*/ 258413 h 374522"/>
              <a:gd name="connsiteX39" fmla="*/ 135073 w 343769"/>
              <a:gd name="connsiteY39" fmla="*/ 235077 h 374522"/>
              <a:gd name="connsiteX40" fmla="*/ 132512 w 343769"/>
              <a:gd name="connsiteY40" fmla="*/ 223456 h 374522"/>
              <a:gd name="connsiteX41" fmla="*/ 142851 w 343769"/>
              <a:gd name="connsiteY41" fmla="*/ 222123 h 374522"/>
              <a:gd name="connsiteX42" fmla="*/ 177853 w 343769"/>
              <a:gd name="connsiteY42" fmla="*/ 244126 h 374522"/>
              <a:gd name="connsiteX43" fmla="*/ 232299 w 343769"/>
              <a:gd name="connsiteY43" fmla="*/ 206597 h 374522"/>
              <a:gd name="connsiteX44" fmla="*/ 232299 w 343769"/>
              <a:gd name="connsiteY44" fmla="*/ 152210 h 374522"/>
              <a:gd name="connsiteX45" fmla="*/ 177853 w 343769"/>
              <a:gd name="connsiteY45" fmla="*/ 114681 h 374522"/>
              <a:gd name="connsiteX46" fmla="*/ 142851 w 343769"/>
              <a:gd name="connsiteY46" fmla="*/ 138017 h 374522"/>
              <a:gd name="connsiteX47" fmla="*/ 132512 w 343769"/>
              <a:gd name="connsiteY47" fmla="*/ 135445 h 374522"/>
              <a:gd name="connsiteX48" fmla="*/ 135073 w 343769"/>
              <a:gd name="connsiteY48" fmla="*/ 125063 h 374522"/>
              <a:gd name="connsiteX49" fmla="*/ 170075 w 343769"/>
              <a:gd name="connsiteY49" fmla="*/ 101727 h 374522"/>
              <a:gd name="connsiteX50" fmla="*/ 170075 w 343769"/>
              <a:gd name="connsiteY50" fmla="*/ 88582 h 374522"/>
              <a:gd name="connsiteX51" fmla="*/ 139057 w 343769"/>
              <a:gd name="connsiteY51" fmla="*/ 70009 h 374522"/>
              <a:gd name="connsiteX52" fmla="*/ 136496 w 343769"/>
              <a:gd name="connsiteY52" fmla="*/ 59626 h 374522"/>
              <a:gd name="connsiteX53" fmla="*/ 148068 w 343769"/>
              <a:gd name="connsiteY53" fmla="*/ 57055 h 374522"/>
              <a:gd name="connsiteX54" fmla="*/ 170075 w 343769"/>
              <a:gd name="connsiteY54" fmla="*/ 70580 h 374522"/>
              <a:gd name="connsiteX55" fmla="*/ 170075 w 343769"/>
              <a:gd name="connsiteY55" fmla="*/ 47339 h 374522"/>
              <a:gd name="connsiteX56" fmla="*/ 140290 w 343769"/>
              <a:gd name="connsiteY56" fmla="*/ 28861 h 374522"/>
              <a:gd name="connsiteX57" fmla="*/ 137729 w 343769"/>
              <a:gd name="connsiteY57" fmla="*/ 18478 h 374522"/>
              <a:gd name="connsiteX58" fmla="*/ 148068 w 343769"/>
              <a:gd name="connsiteY58" fmla="*/ 15907 h 374522"/>
              <a:gd name="connsiteX59" fmla="*/ 170075 w 343769"/>
              <a:gd name="connsiteY59" fmla="*/ 29432 h 374522"/>
              <a:gd name="connsiteX60" fmla="*/ 170075 w 343769"/>
              <a:gd name="connsiteY60" fmla="*/ 8001 h 374522"/>
              <a:gd name="connsiteX61" fmla="*/ 177948 w 343769"/>
              <a:gd name="connsiteY61" fmla="*/ 191 h 374522"/>
              <a:gd name="connsiteX62" fmla="*/ 185820 w 343769"/>
              <a:gd name="connsiteY62" fmla="*/ 8001 h 374522"/>
              <a:gd name="connsiteX63" fmla="*/ 185820 w 343769"/>
              <a:gd name="connsiteY63" fmla="*/ 29432 h 374522"/>
              <a:gd name="connsiteX64" fmla="*/ 208681 w 343769"/>
              <a:gd name="connsiteY64" fmla="*/ 16002 h 374522"/>
              <a:gd name="connsiteX65" fmla="*/ 219020 w 343769"/>
              <a:gd name="connsiteY65" fmla="*/ 18574 h 374522"/>
              <a:gd name="connsiteX66" fmla="*/ 216459 w 343769"/>
              <a:gd name="connsiteY66" fmla="*/ 28956 h 374522"/>
              <a:gd name="connsiteX67" fmla="*/ 185820 w 343769"/>
              <a:gd name="connsiteY67" fmla="*/ 47911 h 374522"/>
              <a:gd name="connsiteX68" fmla="*/ 185820 w 343769"/>
              <a:gd name="connsiteY68" fmla="*/ 70199 h 374522"/>
              <a:gd name="connsiteX69" fmla="*/ 208681 w 343769"/>
              <a:gd name="connsiteY69" fmla="*/ 55817 h 374522"/>
              <a:gd name="connsiteX70" fmla="*/ 219020 w 343769"/>
              <a:gd name="connsiteY70" fmla="*/ 58388 h 374522"/>
              <a:gd name="connsiteX71" fmla="*/ 216459 w 343769"/>
              <a:gd name="connsiteY71" fmla="*/ 70104 h 374522"/>
              <a:gd name="connsiteX72" fmla="*/ 185820 w 343769"/>
              <a:gd name="connsiteY72" fmla="*/ 88392 h 374522"/>
              <a:gd name="connsiteX73" fmla="*/ 185820 w 343769"/>
              <a:gd name="connsiteY73" fmla="*/ 101060 h 374522"/>
              <a:gd name="connsiteX74" fmla="*/ 241216 w 343769"/>
              <a:gd name="connsiteY74" fmla="*/ 139065 h 374522"/>
              <a:gd name="connsiteX75" fmla="*/ 263601 w 343769"/>
              <a:gd name="connsiteY75" fmla="*/ 126016 h 374522"/>
              <a:gd name="connsiteX76" fmla="*/ 263601 w 343769"/>
              <a:gd name="connsiteY76" fmla="*/ 85916 h 374522"/>
              <a:gd name="connsiteX77" fmla="*/ 271285 w 343769"/>
              <a:gd name="connsiteY77" fmla="*/ 78105 h 374522"/>
              <a:gd name="connsiteX78" fmla="*/ 278968 w 343769"/>
              <a:gd name="connsiteY78" fmla="*/ 85916 h 374522"/>
              <a:gd name="connsiteX79" fmla="*/ 278968 w 343769"/>
              <a:gd name="connsiteY79" fmla="*/ 117062 h 374522"/>
              <a:gd name="connsiteX80" fmla="*/ 294239 w 343769"/>
              <a:gd name="connsiteY80" fmla="*/ 108109 h 374522"/>
              <a:gd name="connsiteX81" fmla="*/ 294239 w 343769"/>
              <a:gd name="connsiteY81" fmla="*/ 70104 h 374522"/>
              <a:gd name="connsiteX82" fmla="*/ 302018 w 343769"/>
              <a:gd name="connsiteY82" fmla="*/ 62293 h 374522"/>
              <a:gd name="connsiteX83" fmla="*/ 309796 w 343769"/>
              <a:gd name="connsiteY83" fmla="*/ 70104 h 374522"/>
              <a:gd name="connsiteX84" fmla="*/ 309796 w 343769"/>
              <a:gd name="connsiteY84" fmla="*/ 98965 h 374522"/>
              <a:gd name="connsiteX85" fmla="*/ 327628 w 343769"/>
              <a:gd name="connsiteY85" fmla="*/ 88487 h 374522"/>
              <a:gd name="connsiteX86" fmla="*/ 339201 w 343769"/>
              <a:gd name="connsiteY86" fmla="*/ 91059 h 374522"/>
              <a:gd name="connsiteX87" fmla="*/ 335312 w 343769"/>
              <a:gd name="connsiteY87" fmla="*/ 101441 h 374522"/>
              <a:gd name="connsiteX88" fmla="*/ 315677 w 343769"/>
              <a:gd name="connsiteY88" fmla="*/ 112871 h 374522"/>
              <a:gd name="connsiteX89" fmla="*/ 339580 w 343769"/>
              <a:gd name="connsiteY89" fmla="*/ 127540 h 374522"/>
              <a:gd name="connsiteX90" fmla="*/ 342141 w 343769"/>
              <a:gd name="connsiteY90" fmla="*/ 138017 h 374522"/>
              <a:gd name="connsiteX91" fmla="*/ 335596 w 343769"/>
              <a:gd name="connsiteY91" fmla="*/ 141922 h 374522"/>
              <a:gd name="connsiteX92" fmla="*/ 331707 w 343769"/>
              <a:gd name="connsiteY92" fmla="*/ 140589 h 374522"/>
              <a:gd name="connsiteX93" fmla="*/ 299741 w 343769"/>
              <a:gd name="connsiteY93" fmla="*/ 122015 h 374522"/>
              <a:gd name="connsiteX94" fmla="*/ 286177 w 343769"/>
              <a:gd name="connsiteY94" fmla="*/ 129921 h 374522"/>
              <a:gd name="connsiteX95" fmla="*/ 308183 w 343769"/>
              <a:gd name="connsiteY95" fmla="*/ 142494 h 374522"/>
              <a:gd name="connsiteX96" fmla="*/ 310744 w 343769"/>
              <a:gd name="connsiteY96" fmla="*/ 152876 h 374522"/>
              <a:gd name="connsiteX97" fmla="*/ 304389 w 343769"/>
              <a:gd name="connsiteY97" fmla="*/ 156781 h 374522"/>
              <a:gd name="connsiteX98" fmla="*/ 300595 w 343769"/>
              <a:gd name="connsiteY98" fmla="*/ 155448 h 374522"/>
              <a:gd name="connsiteX99" fmla="*/ 270621 w 343769"/>
              <a:gd name="connsiteY99" fmla="*/ 139065 h 374522"/>
              <a:gd name="connsiteX100" fmla="*/ 247856 w 343769"/>
              <a:gd name="connsiteY100" fmla="*/ 152400 h 374522"/>
              <a:gd name="connsiteX101" fmla="*/ 247856 w 343769"/>
              <a:gd name="connsiteY101" fmla="*/ 206216 h 374522"/>
              <a:gd name="connsiteX102" fmla="*/ 271190 w 343769"/>
              <a:gd name="connsiteY102" fmla="*/ 219647 h 374522"/>
              <a:gd name="connsiteX103" fmla="*/ 300595 w 343769"/>
              <a:gd name="connsiteY103" fmla="*/ 202406 h 374522"/>
              <a:gd name="connsiteX104" fmla="*/ 310839 w 343769"/>
              <a:gd name="connsiteY104" fmla="*/ 204978 h 374522"/>
              <a:gd name="connsiteX105" fmla="*/ 308278 w 343769"/>
              <a:gd name="connsiteY105" fmla="*/ 216694 h 374522"/>
              <a:gd name="connsiteX106" fmla="*/ 287220 w 343769"/>
              <a:gd name="connsiteY106" fmla="*/ 228791 h 374522"/>
              <a:gd name="connsiteX107" fmla="*/ 300121 w 343769"/>
              <a:gd name="connsiteY107" fmla="*/ 236125 h 374522"/>
              <a:gd name="connsiteX108" fmla="*/ 331897 w 343769"/>
              <a:gd name="connsiteY108" fmla="*/ 217646 h 374522"/>
              <a:gd name="connsiteX109" fmla="*/ 342331 w 343769"/>
              <a:gd name="connsiteY109" fmla="*/ 221551 h 374522"/>
              <a:gd name="connsiteX110" fmla="*/ 138867 w 343769"/>
              <a:gd name="connsiteY110" fmla="*/ 304324 h 374522"/>
              <a:gd name="connsiteX111" fmla="*/ 69434 w 343769"/>
              <a:gd name="connsiteY111" fmla="*/ 374523 h 374522"/>
              <a:gd name="connsiteX112" fmla="*/ 0 w 343769"/>
              <a:gd name="connsiteY112" fmla="*/ 304324 h 374522"/>
              <a:gd name="connsiteX113" fmla="*/ 30828 w 343769"/>
              <a:gd name="connsiteY113" fmla="*/ 245840 h 374522"/>
              <a:gd name="connsiteX114" fmla="*/ 30828 w 343769"/>
              <a:gd name="connsiteY114" fmla="*/ 39052 h 374522"/>
              <a:gd name="connsiteX115" fmla="*/ 69434 w 343769"/>
              <a:gd name="connsiteY115" fmla="*/ 0 h 374522"/>
              <a:gd name="connsiteX116" fmla="*/ 108040 w 343769"/>
              <a:gd name="connsiteY116" fmla="*/ 39052 h 374522"/>
              <a:gd name="connsiteX117" fmla="*/ 108040 w 343769"/>
              <a:gd name="connsiteY117" fmla="*/ 245840 h 374522"/>
              <a:gd name="connsiteX118" fmla="*/ 138867 w 343769"/>
              <a:gd name="connsiteY118" fmla="*/ 304324 h 374522"/>
              <a:gd name="connsiteX119" fmla="*/ 123406 w 343769"/>
              <a:gd name="connsiteY119" fmla="*/ 304324 h 374522"/>
              <a:gd name="connsiteX120" fmla="*/ 96372 w 343769"/>
              <a:gd name="connsiteY120" fmla="*/ 257556 h 374522"/>
              <a:gd name="connsiteX121" fmla="*/ 92483 w 343769"/>
              <a:gd name="connsiteY121" fmla="*/ 251079 h 374522"/>
              <a:gd name="connsiteX122" fmla="*/ 92483 w 343769"/>
              <a:gd name="connsiteY122" fmla="*/ 39148 h 374522"/>
              <a:gd name="connsiteX123" fmla="*/ 69339 w 343769"/>
              <a:gd name="connsiteY123" fmla="*/ 15716 h 374522"/>
              <a:gd name="connsiteX124" fmla="*/ 46194 w 343769"/>
              <a:gd name="connsiteY124" fmla="*/ 39148 h 374522"/>
              <a:gd name="connsiteX125" fmla="*/ 46194 w 343769"/>
              <a:gd name="connsiteY125" fmla="*/ 251079 h 374522"/>
              <a:gd name="connsiteX126" fmla="*/ 42305 w 343769"/>
              <a:gd name="connsiteY126" fmla="*/ 257556 h 374522"/>
              <a:gd name="connsiteX127" fmla="*/ 15272 w 343769"/>
              <a:gd name="connsiteY127" fmla="*/ 304324 h 374522"/>
              <a:gd name="connsiteX128" fmla="*/ 69244 w 343769"/>
              <a:gd name="connsiteY128" fmla="*/ 358902 h 374522"/>
              <a:gd name="connsiteX129" fmla="*/ 123216 w 343769"/>
              <a:gd name="connsiteY129" fmla="*/ 304324 h 374522"/>
              <a:gd name="connsiteX130" fmla="*/ 92578 w 343769"/>
              <a:gd name="connsiteY130" fmla="*/ 303943 h 374522"/>
              <a:gd name="connsiteX131" fmla="*/ 69434 w 343769"/>
              <a:gd name="connsiteY131" fmla="*/ 327184 h 374522"/>
              <a:gd name="connsiteX132" fmla="*/ 46289 w 343769"/>
              <a:gd name="connsiteY132" fmla="*/ 303943 h 374522"/>
              <a:gd name="connsiteX133" fmla="*/ 62035 w 343769"/>
              <a:gd name="connsiteY133" fmla="*/ 282035 h 374522"/>
              <a:gd name="connsiteX134" fmla="*/ 62035 w 343769"/>
              <a:gd name="connsiteY134" fmla="*/ 117443 h 374522"/>
              <a:gd name="connsiteX135" fmla="*/ 69434 w 343769"/>
              <a:gd name="connsiteY135" fmla="*/ 109633 h 374522"/>
              <a:gd name="connsiteX136" fmla="*/ 76832 w 343769"/>
              <a:gd name="connsiteY136" fmla="*/ 117443 h 374522"/>
              <a:gd name="connsiteX137" fmla="*/ 76832 w 343769"/>
              <a:gd name="connsiteY137" fmla="*/ 282035 h 374522"/>
              <a:gd name="connsiteX138" fmla="*/ 92578 w 343769"/>
              <a:gd name="connsiteY138" fmla="*/ 303943 h 374522"/>
              <a:gd name="connsiteX139" fmla="*/ 77212 w 343769"/>
              <a:gd name="connsiteY139" fmla="*/ 303943 h 374522"/>
              <a:gd name="connsiteX140" fmla="*/ 70192 w 343769"/>
              <a:gd name="connsiteY140" fmla="*/ 296323 h 374522"/>
              <a:gd name="connsiteX141" fmla="*/ 69434 w 343769"/>
              <a:gd name="connsiteY141" fmla="*/ 296513 h 374522"/>
              <a:gd name="connsiteX142" fmla="*/ 68865 w 343769"/>
              <a:gd name="connsiteY142" fmla="*/ 296323 h 374522"/>
              <a:gd name="connsiteX143" fmla="*/ 61750 w 343769"/>
              <a:gd name="connsiteY143" fmla="*/ 303943 h 374522"/>
              <a:gd name="connsiteX144" fmla="*/ 69434 w 343769"/>
              <a:gd name="connsiteY144" fmla="*/ 311658 h 374522"/>
              <a:gd name="connsiteX145" fmla="*/ 77117 w 343769"/>
              <a:gd name="connsiteY145" fmla="*/ 303943 h 374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343769" h="374522">
                <a:moveTo>
                  <a:pt x="342426" y="221933"/>
                </a:moveTo>
                <a:cubicBezTo>
                  <a:pt x="344987" y="224504"/>
                  <a:pt x="343754" y="229743"/>
                  <a:pt x="339865" y="232410"/>
                </a:cubicBezTo>
                <a:cubicBezTo>
                  <a:pt x="327913" y="239268"/>
                  <a:pt x="320799" y="243268"/>
                  <a:pt x="316436" y="245745"/>
                </a:cubicBezTo>
                <a:cubicBezTo>
                  <a:pt x="330284" y="253682"/>
                  <a:pt x="337209" y="257651"/>
                  <a:pt x="337209" y="257651"/>
                </a:cubicBezTo>
                <a:cubicBezTo>
                  <a:pt x="341098" y="258985"/>
                  <a:pt x="342331" y="264128"/>
                  <a:pt x="339770" y="268033"/>
                </a:cubicBezTo>
                <a:cubicBezTo>
                  <a:pt x="338442" y="270605"/>
                  <a:pt x="335881" y="271939"/>
                  <a:pt x="333320" y="271939"/>
                </a:cubicBezTo>
                <a:cubicBezTo>
                  <a:pt x="331992" y="271939"/>
                  <a:pt x="330759" y="271939"/>
                  <a:pt x="329431" y="270605"/>
                </a:cubicBezTo>
                <a:cubicBezTo>
                  <a:pt x="322411" y="266510"/>
                  <a:pt x="315866" y="262890"/>
                  <a:pt x="309891" y="259366"/>
                </a:cubicBezTo>
                <a:lnTo>
                  <a:pt x="309891" y="288608"/>
                </a:lnTo>
                <a:cubicBezTo>
                  <a:pt x="309891" y="292513"/>
                  <a:pt x="307329" y="296418"/>
                  <a:pt x="302112" y="296418"/>
                </a:cubicBezTo>
                <a:cubicBezTo>
                  <a:pt x="298223" y="296418"/>
                  <a:pt x="294334" y="292513"/>
                  <a:pt x="294334" y="288608"/>
                </a:cubicBezTo>
                <a:lnTo>
                  <a:pt x="294334" y="250412"/>
                </a:lnTo>
                <a:cubicBezTo>
                  <a:pt x="288738" y="247174"/>
                  <a:pt x="283711" y="244316"/>
                  <a:pt x="279063" y="241649"/>
                </a:cubicBezTo>
                <a:lnTo>
                  <a:pt x="279063" y="272796"/>
                </a:lnTo>
                <a:cubicBezTo>
                  <a:pt x="279063" y="276701"/>
                  <a:pt x="276502" y="280606"/>
                  <a:pt x="271380" y="280606"/>
                </a:cubicBezTo>
                <a:cubicBezTo>
                  <a:pt x="267585" y="280606"/>
                  <a:pt x="263696" y="276701"/>
                  <a:pt x="263696" y="272796"/>
                </a:cubicBezTo>
                <a:lnTo>
                  <a:pt x="263696" y="232886"/>
                </a:lnTo>
                <a:cubicBezTo>
                  <a:pt x="251555" y="225933"/>
                  <a:pt x="244820" y="222028"/>
                  <a:pt x="241121" y="219932"/>
                </a:cubicBezTo>
                <a:cubicBezTo>
                  <a:pt x="204222" y="246031"/>
                  <a:pt x="190753" y="255556"/>
                  <a:pt x="186010" y="258985"/>
                </a:cubicBezTo>
                <a:lnTo>
                  <a:pt x="186010" y="270129"/>
                </a:lnTo>
                <a:cubicBezTo>
                  <a:pt x="216553" y="288226"/>
                  <a:pt x="216648" y="288322"/>
                  <a:pt x="216648" y="288322"/>
                </a:cubicBezTo>
                <a:cubicBezTo>
                  <a:pt x="220537" y="290893"/>
                  <a:pt x="221865" y="296132"/>
                  <a:pt x="219209" y="300037"/>
                </a:cubicBezTo>
                <a:cubicBezTo>
                  <a:pt x="217881" y="301371"/>
                  <a:pt x="215320" y="302609"/>
                  <a:pt x="212664" y="302609"/>
                </a:cubicBezTo>
                <a:lnTo>
                  <a:pt x="208775" y="302609"/>
                </a:lnTo>
                <a:cubicBezTo>
                  <a:pt x="198341" y="296037"/>
                  <a:pt x="191132" y="291465"/>
                  <a:pt x="185915" y="288226"/>
                </a:cubicBezTo>
                <a:lnTo>
                  <a:pt x="185915" y="312230"/>
                </a:lnTo>
                <a:cubicBezTo>
                  <a:pt x="216459" y="330327"/>
                  <a:pt x="216553" y="330422"/>
                  <a:pt x="216553" y="330422"/>
                </a:cubicBezTo>
                <a:cubicBezTo>
                  <a:pt x="220442" y="332994"/>
                  <a:pt x="221770" y="338233"/>
                  <a:pt x="219115" y="342138"/>
                </a:cubicBezTo>
                <a:cubicBezTo>
                  <a:pt x="217787" y="343472"/>
                  <a:pt x="215225" y="344710"/>
                  <a:pt x="212570" y="344710"/>
                </a:cubicBezTo>
                <a:lnTo>
                  <a:pt x="208681" y="344710"/>
                </a:lnTo>
                <a:cubicBezTo>
                  <a:pt x="198246" y="338137"/>
                  <a:pt x="191038" y="333566"/>
                  <a:pt x="185820" y="330327"/>
                </a:cubicBezTo>
                <a:lnTo>
                  <a:pt x="185820" y="350901"/>
                </a:lnTo>
                <a:cubicBezTo>
                  <a:pt x="185820" y="354806"/>
                  <a:pt x="183165" y="358712"/>
                  <a:pt x="177948" y="358712"/>
                </a:cubicBezTo>
                <a:cubicBezTo>
                  <a:pt x="174058" y="358712"/>
                  <a:pt x="170075" y="354806"/>
                  <a:pt x="170075" y="350901"/>
                </a:cubicBezTo>
                <a:lnTo>
                  <a:pt x="170075" y="318897"/>
                </a:lnTo>
                <a:cubicBezTo>
                  <a:pt x="169600" y="317468"/>
                  <a:pt x="169600" y="315849"/>
                  <a:pt x="170075" y="314325"/>
                </a:cubicBezTo>
                <a:lnTo>
                  <a:pt x="170075" y="276797"/>
                </a:lnTo>
                <a:cubicBezTo>
                  <a:pt x="169600" y="275368"/>
                  <a:pt x="169600" y="273749"/>
                  <a:pt x="170075" y="272224"/>
                </a:cubicBezTo>
                <a:lnTo>
                  <a:pt x="170075" y="258413"/>
                </a:lnTo>
                <a:cubicBezTo>
                  <a:pt x="135168" y="235172"/>
                  <a:pt x="135073" y="235077"/>
                  <a:pt x="135073" y="235077"/>
                </a:cubicBezTo>
                <a:cubicBezTo>
                  <a:pt x="131184" y="232505"/>
                  <a:pt x="129856" y="227266"/>
                  <a:pt x="132512" y="223456"/>
                </a:cubicBezTo>
                <a:cubicBezTo>
                  <a:pt x="135073" y="219551"/>
                  <a:pt x="140290" y="219551"/>
                  <a:pt x="142851" y="222123"/>
                </a:cubicBezTo>
                <a:lnTo>
                  <a:pt x="177853" y="244126"/>
                </a:lnTo>
                <a:lnTo>
                  <a:pt x="232299" y="206597"/>
                </a:lnTo>
                <a:lnTo>
                  <a:pt x="232299" y="152210"/>
                </a:lnTo>
                <a:lnTo>
                  <a:pt x="177853" y="114681"/>
                </a:lnTo>
                <a:lnTo>
                  <a:pt x="142851" y="138017"/>
                </a:lnTo>
                <a:cubicBezTo>
                  <a:pt x="140290" y="140589"/>
                  <a:pt x="135073" y="139351"/>
                  <a:pt x="132512" y="135445"/>
                </a:cubicBezTo>
                <a:cubicBezTo>
                  <a:pt x="129951" y="131540"/>
                  <a:pt x="131184" y="127635"/>
                  <a:pt x="135073" y="125063"/>
                </a:cubicBezTo>
                <a:cubicBezTo>
                  <a:pt x="156036" y="111157"/>
                  <a:pt x="165616" y="104680"/>
                  <a:pt x="170075" y="101727"/>
                </a:cubicBezTo>
                <a:lnTo>
                  <a:pt x="170075" y="88582"/>
                </a:lnTo>
                <a:cubicBezTo>
                  <a:pt x="139152" y="70104"/>
                  <a:pt x="139057" y="70009"/>
                  <a:pt x="139057" y="70009"/>
                </a:cubicBezTo>
                <a:cubicBezTo>
                  <a:pt x="136496" y="67437"/>
                  <a:pt x="135168" y="63532"/>
                  <a:pt x="136496" y="59626"/>
                </a:cubicBezTo>
                <a:cubicBezTo>
                  <a:pt x="139057" y="55721"/>
                  <a:pt x="144274" y="54388"/>
                  <a:pt x="148068" y="57055"/>
                </a:cubicBezTo>
                <a:cubicBezTo>
                  <a:pt x="158882" y="63722"/>
                  <a:pt x="165711" y="67913"/>
                  <a:pt x="170075" y="70580"/>
                </a:cubicBezTo>
                <a:lnTo>
                  <a:pt x="170075" y="47339"/>
                </a:lnTo>
                <a:cubicBezTo>
                  <a:pt x="140385" y="28956"/>
                  <a:pt x="140290" y="28861"/>
                  <a:pt x="140290" y="28861"/>
                </a:cubicBezTo>
                <a:cubicBezTo>
                  <a:pt x="136401" y="26289"/>
                  <a:pt x="135168" y="22384"/>
                  <a:pt x="137729" y="18478"/>
                </a:cubicBezTo>
                <a:cubicBezTo>
                  <a:pt x="139057" y="14573"/>
                  <a:pt x="144179" y="13240"/>
                  <a:pt x="148068" y="15907"/>
                </a:cubicBezTo>
                <a:cubicBezTo>
                  <a:pt x="158882" y="22574"/>
                  <a:pt x="165711" y="26765"/>
                  <a:pt x="170075" y="29432"/>
                </a:cubicBezTo>
                <a:lnTo>
                  <a:pt x="170075" y="8001"/>
                </a:lnTo>
                <a:cubicBezTo>
                  <a:pt x="170075" y="4096"/>
                  <a:pt x="174058" y="191"/>
                  <a:pt x="177948" y="191"/>
                </a:cubicBezTo>
                <a:cubicBezTo>
                  <a:pt x="183165" y="191"/>
                  <a:pt x="185820" y="4096"/>
                  <a:pt x="185820" y="8001"/>
                </a:cubicBezTo>
                <a:lnTo>
                  <a:pt x="185820" y="29432"/>
                </a:lnTo>
                <a:cubicBezTo>
                  <a:pt x="208681" y="16002"/>
                  <a:pt x="208681" y="16002"/>
                  <a:pt x="208681" y="16002"/>
                </a:cubicBezTo>
                <a:cubicBezTo>
                  <a:pt x="212570" y="13430"/>
                  <a:pt x="217692" y="14668"/>
                  <a:pt x="219020" y="18574"/>
                </a:cubicBezTo>
                <a:cubicBezTo>
                  <a:pt x="221581" y="21145"/>
                  <a:pt x="220348" y="26384"/>
                  <a:pt x="216459" y="28956"/>
                </a:cubicBezTo>
                <a:cubicBezTo>
                  <a:pt x="197772" y="40576"/>
                  <a:pt x="189520" y="45720"/>
                  <a:pt x="185820" y="47911"/>
                </a:cubicBezTo>
                <a:lnTo>
                  <a:pt x="185820" y="70199"/>
                </a:lnTo>
                <a:cubicBezTo>
                  <a:pt x="208681" y="55817"/>
                  <a:pt x="208681" y="55817"/>
                  <a:pt x="208681" y="55817"/>
                </a:cubicBezTo>
                <a:cubicBezTo>
                  <a:pt x="212570" y="54483"/>
                  <a:pt x="216459" y="55817"/>
                  <a:pt x="219020" y="58388"/>
                </a:cubicBezTo>
                <a:cubicBezTo>
                  <a:pt x="221581" y="62293"/>
                  <a:pt x="220348" y="67532"/>
                  <a:pt x="216459" y="70104"/>
                </a:cubicBezTo>
                <a:cubicBezTo>
                  <a:pt x="198816" y="80677"/>
                  <a:pt x="190089" y="85820"/>
                  <a:pt x="185820" y="88392"/>
                </a:cubicBezTo>
                <a:lnTo>
                  <a:pt x="185820" y="101060"/>
                </a:lnTo>
                <a:cubicBezTo>
                  <a:pt x="221012" y="125254"/>
                  <a:pt x="235335" y="135064"/>
                  <a:pt x="241216" y="139065"/>
                </a:cubicBezTo>
                <a:cubicBezTo>
                  <a:pt x="249373" y="134303"/>
                  <a:pt x="256867" y="129921"/>
                  <a:pt x="263601" y="126016"/>
                </a:cubicBezTo>
                <a:lnTo>
                  <a:pt x="263601" y="85916"/>
                </a:lnTo>
                <a:cubicBezTo>
                  <a:pt x="263601" y="82010"/>
                  <a:pt x="267396" y="78105"/>
                  <a:pt x="271285" y="78105"/>
                </a:cubicBezTo>
                <a:cubicBezTo>
                  <a:pt x="276407" y="78105"/>
                  <a:pt x="278968" y="82010"/>
                  <a:pt x="278968" y="85916"/>
                </a:cubicBezTo>
                <a:lnTo>
                  <a:pt x="278968" y="117062"/>
                </a:lnTo>
                <a:cubicBezTo>
                  <a:pt x="284754" y="113633"/>
                  <a:pt x="289686" y="110776"/>
                  <a:pt x="294239" y="108109"/>
                </a:cubicBezTo>
                <a:lnTo>
                  <a:pt x="294239" y="70104"/>
                </a:lnTo>
                <a:cubicBezTo>
                  <a:pt x="294239" y="66199"/>
                  <a:pt x="298128" y="62293"/>
                  <a:pt x="302018" y="62293"/>
                </a:cubicBezTo>
                <a:cubicBezTo>
                  <a:pt x="307235" y="62293"/>
                  <a:pt x="309796" y="66199"/>
                  <a:pt x="309796" y="70104"/>
                </a:cubicBezTo>
                <a:lnTo>
                  <a:pt x="309796" y="98965"/>
                </a:lnTo>
                <a:cubicBezTo>
                  <a:pt x="327534" y="88582"/>
                  <a:pt x="327628" y="88487"/>
                  <a:pt x="327628" y="88487"/>
                </a:cubicBezTo>
                <a:cubicBezTo>
                  <a:pt x="331517" y="85916"/>
                  <a:pt x="336640" y="87154"/>
                  <a:pt x="339201" y="91059"/>
                </a:cubicBezTo>
                <a:cubicBezTo>
                  <a:pt x="340529" y="94964"/>
                  <a:pt x="339201" y="100108"/>
                  <a:pt x="335312" y="101441"/>
                </a:cubicBezTo>
                <a:cubicBezTo>
                  <a:pt x="328197" y="105632"/>
                  <a:pt x="321747" y="109347"/>
                  <a:pt x="315677" y="112871"/>
                </a:cubicBezTo>
                <a:cubicBezTo>
                  <a:pt x="331612" y="122651"/>
                  <a:pt x="339580" y="127540"/>
                  <a:pt x="339580" y="127540"/>
                </a:cubicBezTo>
                <a:cubicBezTo>
                  <a:pt x="343469" y="128873"/>
                  <a:pt x="344797" y="134112"/>
                  <a:pt x="342141" y="138017"/>
                </a:cubicBezTo>
                <a:cubicBezTo>
                  <a:pt x="340813" y="140589"/>
                  <a:pt x="338252" y="141922"/>
                  <a:pt x="335596" y="141922"/>
                </a:cubicBezTo>
                <a:cubicBezTo>
                  <a:pt x="334268" y="141922"/>
                  <a:pt x="333035" y="140589"/>
                  <a:pt x="331707" y="140589"/>
                </a:cubicBezTo>
                <a:cubicBezTo>
                  <a:pt x="310744" y="128397"/>
                  <a:pt x="302776" y="123825"/>
                  <a:pt x="299741" y="122015"/>
                </a:cubicBezTo>
                <a:cubicBezTo>
                  <a:pt x="294809" y="124873"/>
                  <a:pt x="290256" y="127540"/>
                  <a:pt x="286177" y="129921"/>
                </a:cubicBezTo>
                <a:cubicBezTo>
                  <a:pt x="308088" y="142494"/>
                  <a:pt x="308183" y="142494"/>
                  <a:pt x="308183" y="142494"/>
                </a:cubicBezTo>
                <a:cubicBezTo>
                  <a:pt x="311977" y="143828"/>
                  <a:pt x="313305" y="148971"/>
                  <a:pt x="310744" y="152876"/>
                </a:cubicBezTo>
                <a:cubicBezTo>
                  <a:pt x="309511" y="155448"/>
                  <a:pt x="306950" y="156781"/>
                  <a:pt x="304389" y="156781"/>
                </a:cubicBezTo>
                <a:cubicBezTo>
                  <a:pt x="303156" y="156781"/>
                  <a:pt x="301828" y="156781"/>
                  <a:pt x="300595" y="155448"/>
                </a:cubicBezTo>
                <a:cubicBezTo>
                  <a:pt x="282572" y="145637"/>
                  <a:pt x="274415" y="141160"/>
                  <a:pt x="270621" y="139065"/>
                </a:cubicBezTo>
                <a:cubicBezTo>
                  <a:pt x="257910" y="146495"/>
                  <a:pt x="251270" y="150400"/>
                  <a:pt x="247856" y="152400"/>
                </a:cubicBezTo>
                <a:lnTo>
                  <a:pt x="247856" y="206216"/>
                </a:lnTo>
                <a:cubicBezTo>
                  <a:pt x="256487" y="211169"/>
                  <a:pt x="264170" y="215646"/>
                  <a:pt x="271190" y="219647"/>
                </a:cubicBezTo>
                <a:cubicBezTo>
                  <a:pt x="300500" y="202406"/>
                  <a:pt x="300595" y="202406"/>
                  <a:pt x="300595" y="202406"/>
                </a:cubicBezTo>
                <a:cubicBezTo>
                  <a:pt x="304389" y="199835"/>
                  <a:pt x="308278" y="201073"/>
                  <a:pt x="310839" y="204978"/>
                </a:cubicBezTo>
                <a:cubicBezTo>
                  <a:pt x="313400" y="208883"/>
                  <a:pt x="312072" y="214122"/>
                  <a:pt x="308278" y="216694"/>
                </a:cubicBezTo>
                <a:cubicBezTo>
                  <a:pt x="298128" y="222504"/>
                  <a:pt x="291583" y="226314"/>
                  <a:pt x="287220" y="228791"/>
                </a:cubicBezTo>
                <a:cubicBezTo>
                  <a:pt x="291963" y="231553"/>
                  <a:pt x="296231" y="233934"/>
                  <a:pt x="300121" y="236125"/>
                </a:cubicBezTo>
                <a:cubicBezTo>
                  <a:pt x="331802" y="217741"/>
                  <a:pt x="331897" y="217646"/>
                  <a:pt x="331897" y="217646"/>
                </a:cubicBezTo>
                <a:cubicBezTo>
                  <a:pt x="335786" y="216313"/>
                  <a:pt x="339675" y="217646"/>
                  <a:pt x="342331" y="221551"/>
                </a:cubicBezTo>
                <a:close/>
                <a:moveTo>
                  <a:pt x="138867" y="304324"/>
                </a:moveTo>
                <a:cubicBezTo>
                  <a:pt x="138867" y="343376"/>
                  <a:pt x="108040" y="374523"/>
                  <a:pt x="69434" y="374523"/>
                </a:cubicBezTo>
                <a:cubicBezTo>
                  <a:pt x="30828" y="374523"/>
                  <a:pt x="0" y="343281"/>
                  <a:pt x="0" y="304324"/>
                </a:cubicBezTo>
                <a:cubicBezTo>
                  <a:pt x="0" y="280892"/>
                  <a:pt x="11572" y="258794"/>
                  <a:pt x="30828" y="245840"/>
                </a:cubicBezTo>
                <a:lnTo>
                  <a:pt x="30828" y="39052"/>
                </a:lnTo>
                <a:cubicBezTo>
                  <a:pt x="30828" y="16954"/>
                  <a:pt x="48850" y="0"/>
                  <a:pt x="69434" y="0"/>
                </a:cubicBezTo>
                <a:cubicBezTo>
                  <a:pt x="91250" y="0"/>
                  <a:pt x="108040" y="16859"/>
                  <a:pt x="108040" y="39052"/>
                </a:cubicBezTo>
                <a:lnTo>
                  <a:pt x="108040" y="245840"/>
                </a:lnTo>
                <a:cubicBezTo>
                  <a:pt x="127295" y="258794"/>
                  <a:pt x="138867" y="280987"/>
                  <a:pt x="138867" y="304324"/>
                </a:cubicBezTo>
                <a:close/>
                <a:moveTo>
                  <a:pt x="123406" y="304324"/>
                </a:moveTo>
                <a:cubicBezTo>
                  <a:pt x="123406" y="284797"/>
                  <a:pt x="113162" y="266605"/>
                  <a:pt x="96372" y="257556"/>
                </a:cubicBezTo>
                <a:cubicBezTo>
                  <a:pt x="93811" y="256222"/>
                  <a:pt x="92483" y="253651"/>
                  <a:pt x="92483" y="251079"/>
                </a:cubicBezTo>
                <a:lnTo>
                  <a:pt x="92483" y="39148"/>
                </a:lnTo>
                <a:cubicBezTo>
                  <a:pt x="92483" y="26194"/>
                  <a:pt x="82239" y="15716"/>
                  <a:pt x="69339" y="15716"/>
                </a:cubicBezTo>
                <a:cubicBezTo>
                  <a:pt x="56439" y="15716"/>
                  <a:pt x="46194" y="26098"/>
                  <a:pt x="46194" y="39148"/>
                </a:cubicBezTo>
                <a:lnTo>
                  <a:pt x="46194" y="251079"/>
                </a:lnTo>
                <a:cubicBezTo>
                  <a:pt x="46194" y="253651"/>
                  <a:pt x="44866" y="256318"/>
                  <a:pt x="42305" y="257556"/>
                </a:cubicBezTo>
                <a:cubicBezTo>
                  <a:pt x="25611" y="266700"/>
                  <a:pt x="15272" y="284893"/>
                  <a:pt x="15272" y="304324"/>
                </a:cubicBezTo>
                <a:cubicBezTo>
                  <a:pt x="15272" y="334232"/>
                  <a:pt x="39744" y="358902"/>
                  <a:pt x="69244" y="358902"/>
                </a:cubicBezTo>
                <a:cubicBezTo>
                  <a:pt x="98744" y="358902"/>
                  <a:pt x="123216" y="334232"/>
                  <a:pt x="123216" y="304324"/>
                </a:cubicBezTo>
                <a:close/>
                <a:moveTo>
                  <a:pt x="92578" y="303943"/>
                </a:moveTo>
                <a:cubicBezTo>
                  <a:pt x="92578" y="316897"/>
                  <a:pt x="82334" y="327184"/>
                  <a:pt x="69434" y="327184"/>
                </a:cubicBezTo>
                <a:cubicBezTo>
                  <a:pt x="56533" y="327184"/>
                  <a:pt x="46289" y="316897"/>
                  <a:pt x="46289" y="303943"/>
                </a:cubicBezTo>
                <a:cubicBezTo>
                  <a:pt x="46289" y="293656"/>
                  <a:pt x="52834" y="285083"/>
                  <a:pt x="62035" y="282035"/>
                </a:cubicBezTo>
                <a:lnTo>
                  <a:pt x="62035" y="117443"/>
                </a:lnTo>
                <a:cubicBezTo>
                  <a:pt x="62035" y="113538"/>
                  <a:pt x="65734" y="109633"/>
                  <a:pt x="69434" y="109633"/>
                </a:cubicBezTo>
                <a:cubicBezTo>
                  <a:pt x="74366" y="109633"/>
                  <a:pt x="76832" y="113538"/>
                  <a:pt x="76832" y="117443"/>
                </a:cubicBezTo>
                <a:lnTo>
                  <a:pt x="76832" y="282035"/>
                </a:lnTo>
                <a:cubicBezTo>
                  <a:pt x="85938" y="285179"/>
                  <a:pt x="92578" y="293656"/>
                  <a:pt x="92578" y="303943"/>
                </a:cubicBezTo>
                <a:close/>
                <a:moveTo>
                  <a:pt x="77212" y="303943"/>
                </a:moveTo>
                <a:cubicBezTo>
                  <a:pt x="77212" y="300323"/>
                  <a:pt x="74840" y="296704"/>
                  <a:pt x="70192" y="296323"/>
                </a:cubicBezTo>
                <a:cubicBezTo>
                  <a:pt x="69908" y="296323"/>
                  <a:pt x="69718" y="296513"/>
                  <a:pt x="69434" y="296513"/>
                </a:cubicBezTo>
                <a:cubicBezTo>
                  <a:pt x="69244" y="296513"/>
                  <a:pt x="69054" y="296418"/>
                  <a:pt x="68865" y="296323"/>
                </a:cubicBezTo>
                <a:cubicBezTo>
                  <a:pt x="65260" y="296704"/>
                  <a:pt x="61750" y="300228"/>
                  <a:pt x="61750" y="303943"/>
                </a:cubicBezTo>
                <a:cubicBezTo>
                  <a:pt x="61750" y="307848"/>
                  <a:pt x="65639" y="311658"/>
                  <a:pt x="69434" y="311658"/>
                </a:cubicBezTo>
                <a:cubicBezTo>
                  <a:pt x="74556" y="311658"/>
                  <a:pt x="77117" y="307753"/>
                  <a:pt x="77117" y="30394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4" name="Graphic 169">
            <a:extLst>
              <a:ext uri="{FF2B5EF4-FFF2-40B4-BE49-F238E27FC236}">
                <a16:creationId xmlns:a16="http://schemas.microsoft.com/office/drawing/2014/main" id="{2B057D21-C018-B59C-16CF-8B36B65B1358}"/>
              </a:ext>
            </a:extLst>
          </p:cNvPr>
          <p:cNvSpPr/>
          <p:nvPr/>
        </p:nvSpPr>
        <p:spPr>
          <a:xfrm>
            <a:off x="1320049" y="3441601"/>
            <a:ext cx="451623" cy="492024"/>
          </a:xfrm>
          <a:custGeom>
            <a:avLst/>
            <a:gdLst>
              <a:gd name="connsiteX0" fmla="*/ 342426 w 343769"/>
              <a:gd name="connsiteY0" fmla="*/ 221933 h 374522"/>
              <a:gd name="connsiteX1" fmla="*/ 339865 w 343769"/>
              <a:gd name="connsiteY1" fmla="*/ 232410 h 374522"/>
              <a:gd name="connsiteX2" fmla="*/ 316436 w 343769"/>
              <a:gd name="connsiteY2" fmla="*/ 245745 h 374522"/>
              <a:gd name="connsiteX3" fmla="*/ 337209 w 343769"/>
              <a:gd name="connsiteY3" fmla="*/ 257651 h 374522"/>
              <a:gd name="connsiteX4" fmla="*/ 339770 w 343769"/>
              <a:gd name="connsiteY4" fmla="*/ 268033 h 374522"/>
              <a:gd name="connsiteX5" fmla="*/ 333320 w 343769"/>
              <a:gd name="connsiteY5" fmla="*/ 271939 h 374522"/>
              <a:gd name="connsiteX6" fmla="*/ 329431 w 343769"/>
              <a:gd name="connsiteY6" fmla="*/ 270605 h 374522"/>
              <a:gd name="connsiteX7" fmla="*/ 309891 w 343769"/>
              <a:gd name="connsiteY7" fmla="*/ 259366 h 374522"/>
              <a:gd name="connsiteX8" fmla="*/ 309891 w 343769"/>
              <a:gd name="connsiteY8" fmla="*/ 288608 h 374522"/>
              <a:gd name="connsiteX9" fmla="*/ 302112 w 343769"/>
              <a:gd name="connsiteY9" fmla="*/ 296418 h 374522"/>
              <a:gd name="connsiteX10" fmla="*/ 294334 w 343769"/>
              <a:gd name="connsiteY10" fmla="*/ 288608 h 374522"/>
              <a:gd name="connsiteX11" fmla="*/ 294334 w 343769"/>
              <a:gd name="connsiteY11" fmla="*/ 250412 h 374522"/>
              <a:gd name="connsiteX12" fmla="*/ 279063 w 343769"/>
              <a:gd name="connsiteY12" fmla="*/ 241649 h 374522"/>
              <a:gd name="connsiteX13" fmla="*/ 279063 w 343769"/>
              <a:gd name="connsiteY13" fmla="*/ 272796 h 374522"/>
              <a:gd name="connsiteX14" fmla="*/ 271380 w 343769"/>
              <a:gd name="connsiteY14" fmla="*/ 280606 h 374522"/>
              <a:gd name="connsiteX15" fmla="*/ 263696 w 343769"/>
              <a:gd name="connsiteY15" fmla="*/ 272796 h 374522"/>
              <a:gd name="connsiteX16" fmla="*/ 263696 w 343769"/>
              <a:gd name="connsiteY16" fmla="*/ 232886 h 374522"/>
              <a:gd name="connsiteX17" fmla="*/ 241121 w 343769"/>
              <a:gd name="connsiteY17" fmla="*/ 219932 h 374522"/>
              <a:gd name="connsiteX18" fmla="*/ 186010 w 343769"/>
              <a:gd name="connsiteY18" fmla="*/ 258985 h 374522"/>
              <a:gd name="connsiteX19" fmla="*/ 186010 w 343769"/>
              <a:gd name="connsiteY19" fmla="*/ 270129 h 374522"/>
              <a:gd name="connsiteX20" fmla="*/ 216648 w 343769"/>
              <a:gd name="connsiteY20" fmla="*/ 288322 h 374522"/>
              <a:gd name="connsiteX21" fmla="*/ 219209 w 343769"/>
              <a:gd name="connsiteY21" fmla="*/ 300037 h 374522"/>
              <a:gd name="connsiteX22" fmla="*/ 212664 w 343769"/>
              <a:gd name="connsiteY22" fmla="*/ 302609 h 374522"/>
              <a:gd name="connsiteX23" fmla="*/ 208775 w 343769"/>
              <a:gd name="connsiteY23" fmla="*/ 302609 h 374522"/>
              <a:gd name="connsiteX24" fmla="*/ 185915 w 343769"/>
              <a:gd name="connsiteY24" fmla="*/ 288226 h 374522"/>
              <a:gd name="connsiteX25" fmla="*/ 185915 w 343769"/>
              <a:gd name="connsiteY25" fmla="*/ 312230 h 374522"/>
              <a:gd name="connsiteX26" fmla="*/ 216553 w 343769"/>
              <a:gd name="connsiteY26" fmla="*/ 330422 h 374522"/>
              <a:gd name="connsiteX27" fmla="*/ 219115 w 343769"/>
              <a:gd name="connsiteY27" fmla="*/ 342138 h 374522"/>
              <a:gd name="connsiteX28" fmla="*/ 212570 w 343769"/>
              <a:gd name="connsiteY28" fmla="*/ 344710 h 374522"/>
              <a:gd name="connsiteX29" fmla="*/ 208681 w 343769"/>
              <a:gd name="connsiteY29" fmla="*/ 344710 h 374522"/>
              <a:gd name="connsiteX30" fmla="*/ 185820 w 343769"/>
              <a:gd name="connsiteY30" fmla="*/ 330327 h 374522"/>
              <a:gd name="connsiteX31" fmla="*/ 185820 w 343769"/>
              <a:gd name="connsiteY31" fmla="*/ 350901 h 374522"/>
              <a:gd name="connsiteX32" fmla="*/ 177948 w 343769"/>
              <a:gd name="connsiteY32" fmla="*/ 358712 h 374522"/>
              <a:gd name="connsiteX33" fmla="*/ 170075 w 343769"/>
              <a:gd name="connsiteY33" fmla="*/ 350901 h 374522"/>
              <a:gd name="connsiteX34" fmla="*/ 170075 w 343769"/>
              <a:gd name="connsiteY34" fmla="*/ 318897 h 374522"/>
              <a:gd name="connsiteX35" fmla="*/ 170075 w 343769"/>
              <a:gd name="connsiteY35" fmla="*/ 314325 h 374522"/>
              <a:gd name="connsiteX36" fmla="*/ 170075 w 343769"/>
              <a:gd name="connsiteY36" fmla="*/ 276797 h 374522"/>
              <a:gd name="connsiteX37" fmla="*/ 170075 w 343769"/>
              <a:gd name="connsiteY37" fmla="*/ 272224 h 374522"/>
              <a:gd name="connsiteX38" fmla="*/ 170075 w 343769"/>
              <a:gd name="connsiteY38" fmla="*/ 258413 h 374522"/>
              <a:gd name="connsiteX39" fmla="*/ 135073 w 343769"/>
              <a:gd name="connsiteY39" fmla="*/ 235077 h 374522"/>
              <a:gd name="connsiteX40" fmla="*/ 132512 w 343769"/>
              <a:gd name="connsiteY40" fmla="*/ 223456 h 374522"/>
              <a:gd name="connsiteX41" fmla="*/ 142851 w 343769"/>
              <a:gd name="connsiteY41" fmla="*/ 222123 h 374522"/>
              <a:gd name="connsiteX42" fmla="*/ 177853 w 343769"/>
              <a:gd name="connsiteY42" fmla="*/ 244126 h 374522"/>
              <a:gd name="connsiteX43" fmla="*/ 232299 w 343769"/>
              <a:gd name="connsiteY43" fmla="*/ 206597 h 374522"/>
              <a:gd name="connsiteX44" fmla="*/ 232299 w 343769"/>
              <a:gd name="connsiteY44" fmla="*/ 152210 h 374522"/>
              <a:gd name="connsiteX45" fmla="*/ 177853 w 343769"/>
              <a:gd name="connsiteY45" fmla="*/ 114681 h 374522"/>
              <a:gd name="connsiteX46" fmla="*/ 142851 w 343769"/>
              <a:gd name="connsiteY46" fmla="*/ 138017 h 374522"/>
              <a:gd name="connsiteX47" fmla="*/ 132512 w 343769"/>
              <a:gd name="connsiteY47" fmla="*/ 135445 h 374522"/>
              <a:gd name="connsiteX48" fmla="*/ 135073 w 343769"/>
              <a:gd name="connsiteY48" fmla="*/ 125063 h 374522"/>
              <a:gd name="connsiteX49" fmla="*/ 170075 w 343769"/>
              <a:gd name="connsiteY49" fmla="*/ 101727 h 374522"/>
              <a:gd name="connsiteX50" fmla="*/ 170075 w 343769"/>
              <a:gd name="connsiteY50" fmla="*/ 88582 h 374522"/>
              <a:gd name="connsiteX51" fmla="*/ 139057 w 343769"/>
              <a:gd name="connsiteY51" fmla="*/ 70009 h 374522"/>
              <a:gd name="connsiteX52" fmla="*/ 136496 w 343769"/>
              <a:gd name="connsiteY52" fmla="*/ 59626 h 374522"/>
              <a:gd name="connsiteX53" fmla="*/ 148068 w 343769"/>
              <a:gd name="connsiteY53" fmla="*/ 57055 h 374522"/>
              <a:gd name="connsiteX54" fmla="*/ 170075 w 343769"/>
              <a:gd name="connsiteY54" fmla="*/ 70580 h 374522"/>
              <a:gd name="connsiteX55" fmla="*/ 170075 w 343769"/>
              <a:gd name="connsiteY55" fmla="*/ 47339 h 374522"/>
              <a:gd name="connsiteX56" fmla="*/ 140290 w 343769"/>
              <a:gd name="connsiteY56" fmla="*/ 28861 h 374522"/>
              <a:gd name="connsiteX57" fmla="*/ 137729 w 343769"/>
              <a:gd name="connsiteY57" fmla="*/ 18478 h 374522"/>
              <a:gd name="connsiteX58" fmla="*/ 148068 w 343769"/>
              <a:gd name="connsiteY58" fmla="*/ 15907 h 374522"/>
              <a:gd name="connsiteX59" fmla="*/ 170075 w 343769"/>
              <a:gd name="connsiteY59" fmla="*/ 29432 h 374522"/>
              <a:gd name="connsiteX60" fmla="*/ 170075 w 343769"/>
              <a:gd name="connsiteY60" fmla="*/ 8001 h 374522"/>
              <a:gd name="connsiteX61" fmla="*/ 177948 w 343769"/>
              <a:gd name="connsiteY61" fmla="*/ 191 h 374522"/>
              <a:gd name="connsiteX62" fmla="*/ 185820 w 343769"/>
              <a:gd name="connsiteY62" fmla="*/ 8001 h 374522"/>
              <a:gd name="connsiteX63" fmla="*/ 185820 w 343769"/>
              <a:gd name="connsiteY63" fmla="*/ 29432 h 374522"/>
              <a:gd name="connsiteX64" fmla="*/ 208681 w 343769"/>
              <a:gd name="connsiteY64" fmla="*/ 16002 h 374522"/>
              <a:gd name="connsiteX65" fmla="*/ 219020 w 343769"/>
              <a:gd name="connsiteY65" fmla="*/ 18574 h 374522"/>
              <a:gd name="connsiteX66" fmla="*/ 216459 w 343769"/>
              <a:gd name="connsiteY66" fmla="*/ 28956 h 374522"/>
              <a:gd name="connsiteX67" fmla="*/ 185820 w 343769"/>
              <a:gd name="connsiteY67" fmla="*/ 47911 h 374522"/>
              <a:gd name="connsiteX68" fmla="*/ 185820 w 343769"/>
              <a:gd name="connsiteY68" fmla="*/ 70199 h 374522"/>
              <a:gd name="connsiteX69" fmla="*/ 208681 w 343769"/>
              <a:gd name="connsiteY69" fmla="*/ 55817 h 374522"/>
              <a:gd name="connsiteX70" fmla="*/ 219020 w 343769"/>
              <a:gd name="connsiteY70" fmla="*/ 58388 h 374522"/>
              <a:gd name="connsiteX71" fmla="*/ 216459 w 343769"/>
              <a:gd name="connsiteY71" fmla="*/ 70104 h 374522"/>
              <a:gd name="connsiteX72" fmla="*/ 185820 w 343769"/>
              <a:gd name="connsiteY72" fmla="*/ 88392 h 374522"/>
              <a:gd name="connsiteX73" fmla="*/ 185820 w 343769"/>
              <a:gd name="connsiteY73" fmla="*/ 101060 h 374522"/>
              <a:gd name="connsiteX74" fmla="*/ 241216 w 343769"/>
              <a:gd name="connsiteY74" fmla="*/ 139065 h 374522"/>
              <a:gd name="connsiteX75" fmla="*/ 263601 w 343769"/>
              <a:gd name="connsiteY75" fmla="*/ 126016 h 374522"/>
              <a:gd name="connsiteX76" fmla="*/ 263601 w 343769"/>
              <a:gd name="connsiteY76" fmla="*/ 85916 h 374522"/>
              <a:gd name="connsiteX77" fmla="*/ 271285 w 343769"/>
              <a:gd name="connsiteY77" fmla="*/ 78105 h 374522"/>
              <a:gd name="connsiteX78" fmla="*/ 278968 w 343769"/>
              <a:gd name="connsiteY78" fmla="*/ 85916 h 374522"/>
              <a:gd name="connsiteX79" fmla="*/ 278968 w 343769"/>
              <a:gd name="connsiteY79" fmla="*/ 117062 h 374522"/>
              <a:gd name="connsiteX80" fmla="*/ 294239 w 343769"/>
              <a:gd name="connsiteY80" fmla="*/ 108109 h 374522"/>
              <a:gd name="connsiteX81" fmla="*/ 294239 w 343769"/>
              <a:gd name="connsiteY81" fmla="*/ 70104 h 374522"/>
              <a:gd name="connsiteX82" fmla="*/ 302018 w 343769"/>
              <a:gd name="connsiteY82" fmla="*/ 62293 h 374522"/>
              <a:gd name="connsiteX83" fmla="*/ 309796 w 343769"/>
              <a:gd name="connsiteY83" fmla="*/ 70104 h 374522"/>
              <a:gd name="connsiteX84" fmla="*/ 309796 w 343769"/>
              <a:gd name="connsiteY84" fmla="*/ 98965 h 374522"/>
              <a:gd name="connsiteX85" fmla="*/ 327628 w 343769"/>
              <a:gd name="connsiteY85" fmla="*/ 88487 h 374522"/>
              <a:gd name="connsiteX86" fmla="*/ 339201 w 343769"/>
              <a:gd name="connsiteY86" fmla="*/ 91059 h 374522"/>
              <a:gd name="connsiteX87" fmla="*/ 335312 w 343769"/>
              <a:gd name="connsiteY87" fmla="*/ 101441 h 374522"/>
              <a:gd name="connsiteX88" fmla="*/ 315677 w 343769"/>
              <a:gd name="connsiteY88" fmla="*/ 112871 h 374522"/>
              <a:gd name="connsiteX89" fmla="*/ 339580 w 343769"/>
              <a:gd name="connsiteY89" fmla="*/ 127540 h 374522"/>
              <a:gd name="connsiteX90" fmla="*/ 342141 w 343769"/>
              <a:gd name="connsiteY90" fmla="*/ 138017 h 374522"/>
              <a:gd name="connsiteX91" fmla="*/ 335596 w 343769"/>
              <a:gd name="connsiteY91" fmla="*/ 141922 h 374522"/>
              <a:gd name="connsiteX92" fmla="*/ 331707 w 343769"/>
              <a:gd name="connsiteY92" fmla="*/ 140589 h 374522"/>
              <a:gd name="connsiteX93" fmla="*/ 299741 w 343769"/>
              <a:gd name="connsiteY93" fmla="*/ 122015 h 374522"/>
              <a:gd name="connsiteX94" fmla="*/ 286177 w 343769"/>
              <a:gd name="connsiteY94" fmla="*/ 129921 h 374522"/>
              <a:gd name="connsiteX95" fmla="*/ 308183 w 343769"/>
              <a:gd name="connsiteY95" fmla="*/ 142494 h 374522"/>
              <a:gd name="connsiteX96" fmla="*/ 310744 w 343769"/>
              <a:gd name="connsiteY96" fmla="*/ 152876 h 374522"/>
              <a:gd name="connsiteX97" fmla="*/ 304389 w 343769"/>
              <a:gd name="connsiteY97" fmla="*/ 156781 h 374522"/>
              <a:gd name="connsiteX98" fmla="*/ 300595 w 343769"/>
              <a:gd name="connsiteY98" fmla="*/ 155448 h 374522"/>
              <a:gd name="connsiteX99" fmla="*/ 270621 w 343769"/>
              <a:gd name="connsiteY99" fmla="*/ 139065 h 374522"/>
              <a:gd name="connsiteX100" fmla="*/ 247856 w 343769"/>
              <a:gd name="connsiteY100" fmla="*/ 152400 h 374522"/>
              <a:gd name="connsiteX101" fmla="*/ 247856 w 343769"/>
              <a:gd name="connsiteY101" fmla="*/ 206216 h 374522"/>
              <a:gd name="connsiteX102" fmla="*/ 271190 w 343769"/>
              <a:gd name="connsiteY102" fmla="*/ 219647 h 374522"/>
              <a:gd name="connsiteX103" fmla="*/ 300595 w 343769"/>
              <a:gd name="connsiteY103" fmla="*/ 202406 h 374522"/>
              <a:gd name="connsiteX104" fmla="*/ 310839 w 343769"/>
              <a:gd name="connsiteY104" fmla="*/ 204978 h 374522"/>
              <a:gd name="connsiteX105" fmla="*/ 308278 w 343769"/>
              <a:gd name="connsiteY105" fmla="*/ 216694 h 374522"/>
              <a:gd name="connsiteX106" fmla="*/ 287220 w 343769"/>
              <a:gd name="connsiteY106" fmla="*/ 228791 h 374522"/>
              <a:gd name="connsiteX107" fmla="*/ 300121 w 343769"/>
              <a:gd name="connsiteY107" fmla="*/ 236125 h 374522"/>
              <a:gd name="connsiteX108" fmla="*/ 331897 w 343769"/>
              <a:gd name="connsiteY108" fmla="*/ 217646 h 374522"/>
              <a:gd name="connsiteX109" fmla="*/ 342331 w 343769"/>
              <a:gd name="connsiteY109" fmla="*/ 221551 h 374522"/>
              <a:gd name="connsiteX110" fmla="*/ 138867 w 343769"/>
              <a:gd name="connsiteY110" fmla="*/ 304324 h 374522"/>
              <a:gd name="connsiteX111" fmla="*/ 69434 w 343769"/>
              <a:gd name="connsiteY111" fmla="*/ 374523 h 374522"/>
              <a:gd name="connsiteX112" fmla="*/ 0 w 343769"/>
              <a:gd name="connsiteY112" fmla="*/ 304324 h 374522"/>
              <a:gd name="connsiteX113" fmla="*/ 30828 w 343769"/>
              <a:gd name="connsiteY113" fmla="*/ 245840 h 374522"/>
              <a:gd name="connsiteX114" fmla="*/ 30828 w 343769"/>
              <a:gd name="connsiteY114" fmla="*/ 39052 h 374522"/>
              <a:gd name="connsiteX115" fmla="*/ 69434 w 343769"/>
              <a:gd name="connsiteY115" fmla="*/ 0 h 374522"/>
              <a:gd name="connsiteX116" fmla="*/ 108040 w 343769"/>
              <a:gd name="connsiteY116" fmla="*/ 39052 h 374522"/>
              <a:gd name="connsiteX117" fmla="*/ 108040 w 343769"/>
              <a:gd name="connsiteY117" fmla="*/ 245840 h 374522"/>
              <a:gd name="connsiteX118" fmla="*/ 138867 w 343769"/>
              <a:gd name="connsiteY118" fmla="*/ 304324 h 374522"/>
              <a:gd name="connsiteX119" fmla="*/ 123406 w 343769"/>
              <a:gd name="connsiteY119" fmla="*/ 304324 h 374522"/>
              <a:gd name="connsiteX120" fmla="*/ 96372 w 343769"/>
              <a:gd name="connsiteY120" fmla="*/ 257556 h 374522"/>
              <a:gd name="connsiteX121" fmla="*/ 92483 w 343769"/>
              <a:gd name="connsiteY121" fmla="*/ 251079 h 374522"/>
              <a:gd name="connsiteX122" fmla="*/ 92483 w 343769"/>
              <a:gd name="connsiteY122" fmla="*/ 39148 h 374522"/>
              <a:gd name="connsiteX123" fmla="*/ 69339 w 343769"/>
              <a:gd name="connsiteY123" fmla="*/ 15716 h 374522"/>
              <a:gd name="connsiteX124" fmla="*/ 46194 w 343769"/>
              <a:gd name="connsiteY124" fmla="*/ 39148 h 374522"/>
              <a:gd name="connsiteX125" fmla="*/ 46194 w 343769"/>
              <a:gd name="connsiteY125" fmla="*/ 251079 h 374522"/>
              <a:gd name="connsiteX126" fmla="*/ 42305 w 343769"/>
              <a:gd name="connsiteY126" fmla="*/ 257556 h 374522"/>
              <a:gd name="connsiteX127" fmla="*/ 15272 w 343769"/>
              <a:gd name="connsiteY127" fmla="*/ 304324 h 374522"/>
              <a:gd name="connsiteX128" fmla="*/ 69244 w 343769"/>
              <a:gd name="connsiteY128" fmla="*/ 358902 h 374522"/>
              <a:gd name="connsiteX129" fmla="*/ 123216 w 343769"/>
              <a:gd name="connsiteY129" fmla="*/ 304324 h 374522"/>
              <a:gd name="connsiteX130" fmla="*/ 92578 w 343769"/>
              <a:gd name="connsiteY130" fmla="*/ 303943 h 374522"/>
              <a:gd name="connsiteX131" fmla="*/ 69434 w 343769"/>
              <a:gd name="connsiteY131" fmla="*/ 327184 h 374522"/>
              <a:gd name="connsiteX132" fmla="*/ 46289 w 343769"/>
              <a:gd name="connsiteY132" fmla="*/ 303943 h 374522"/>
              <a:gd name="connsiteX133" fmla="*/ 62035 w 343769"/>
              <a:gd name="connsiteY133" fmla="*/ 282035 h 374522"/>
              <a:gd name="connsiteX134" fmla="*/ 62035 w 343769"/>
              <a:gd name="connsiteY134" fmla="*/ 117443 h 374522"/>
              <a:gd name="connsiteX135" fmla="*/ 69434 w 343769"/>
              <a:gd name="connsiteY135" fmla="*/ 109633 h 374522"/>
              <a:gd name="connsiteX136" fmla="*/ 76832 w 343769"/>
              <a:gd name="connsiteY136" fmla="*/ 117443 h 374522"/>
              <a:gd name="connsiteX137" fmla="*/ 76832 w 343769"/>
              <a:gd name="connsiteY137" fmla="*/ 282035 h 374522"/>
              <a:gd name="connsiteX138" fmla="*/ 92578 w 343769"/>
              <a:gd name="connsiteY138" fmla="*/ 303943 h 374522"/>
              <a:gd name="connsiteX139" fmla="*/ 77212 w 343769"/>
              <a:gd name="connsiteY139" fmla="*/ 303943 h 374522"/>
              <a:gd name="connsiteX140" fmla="*/ 70192 w 343769"/>
              <a:gd name="connsiteY140" fmla="*/ 296323 h 374522"/>
              <a:gd name="connsiteX141" fmla="*/ 69434 w 343769"/>
              <a:gd name="connsiteY141" fmla="*/ 296513 h 374522"/>
              <a:gd name="connsiteX142" fmla="*/ 68865 w 343769"/>
              <a:gd name="connsiteY142" fmla="*/ 296323 h 374522"/>
              <a:gd name="connsiteX143" fmla="*/ 61750 w 343769"/>
              <a:gd name="connsiteY143" fmla="*/ 303943 h 374522"/>
              <a:gd name="connsiteX144" fmla="*/ 69434 w 343769"/>
              <a:gd name="connsiteY144" fmla="*/ 311658 h 374522"/>
              <a:gd name="connsiteX145" fmla="*/ 77117 w 343769"/>
              <a:gd name="connsiteY145" fmla="*/ 303943 h 374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343769" h="374522">
                <a:moveTo>
                  <a:pt x="342426" y="221933"/>
                </a:moveTo>
                <a:cubicBezTo>
                  <a:pt x="344987" y="224504"/>
                  <a:pt x="343754" y="229743"/>
                  <a:pt x="339865" y="232410"/>
                </a:cubicBezTo>
                <a:cubicBezTo>
                  <a:pt x="327913" y="239268"/>
                  <a:pt x="320799" y="243268"/>
                  <a:pt x="316436" y="245745"/>
                </a:cubicBezTo>
                <a:cubicBezTo>
                  <a:pt x="330284" y="253682"/>
                  <a:pt x="337209" y="257651"/>
                  <a:pt x="337209" y="257651"/>
                </a:cubicBezTo>
                <a:cubicBezTo>
                  <a:pt x="341098" y="258985"/>
                  <a:pt x="342331" y="264128"/>
                  <a:pt x="339770" y="268033"/>
                </a:cubicBezTo>
                <a:cubicBezTo>
                  <a:pt x="338442" y="270605"/>
                  <a:pt x="335881" y="271939"/>
                  <a:pt x="333320" y="271939"/>
                </a:cubicBezTo>
                <a:cubicBezTo>
                  <a:pt x="331992" y="271939"/>
                  <a:pt x="330759" y="271939"/>
                  <a:pt x="329431" y="270605"/>
                </a:cubicBezTo>
                <a:cubicBezTo>
                  <a:pt x="322411" y="266510"/>
                  <a:pt x="315866" y="262890"/>
                  <a:pt x="309891" y="259366"/>
                </a:cubicBezTo>
                <a:lnTo>
                  <a:pt x="309891" y="288608"/>
                </a:lnTo>
                <a:cubicBezTo>
                  <a:pt x="309891" y="292513"/>
                  <a:pt x="307329" y="296418"/>
                  <a:pt x="302112" y="296418"/>
                </a:cubicBezTo>
                <a:cubicBezTo>
                  <a:pt x="298223" y="296418"/>
                  <a:pt x="294334" y="292513"/>
                  <a:pt x="294334" y="288608"/>
                </a:cubicBezTo>
                <a:lnTo>
                  <a:pt x="294334" y="250412"/>
                </a:lnTo>
                <a:cubicBezTo>
                  <a:pt x="288738" y="247174"/>
                  <a:pt x="283711" y="244316"/>
                  <a:pt x="279063" y="241649"/>
                </a:cubicBezTo>
                <a:lnTo>
                  <a:pt x="279063" y="272796"/>
                </a:lnTo>
                <a:cubicBezTo>
                  <a:pt x="279063" y="276701"/>
                  <a:pt x="276502" y="280606"/>
                  <a:pt x="271380" y="280606"/>
                </a:cubicBezTo>
                <a:cubicBezTo>
                  <a:pt x="267585" y="280606"/>
                  <a:pt x="263696" y="276701"/>
                  <a:pt x="263696" y="272796"/>
                </a:cubicBezTo>
                <a:lnTo>
                  <a:pt x="263696" y="232886"/>
                </a:lnTo>
                <a:cubicBezTo>
                  <a:pt x="251555" y="225933"/>
                  <a:pt x="244820" y="222028"/>
                  <a:pt x="241121" y="219932"/>
                </a:cubicBezTo>
                <a:cubicBezTo>
                  <a:pt x="204222" y="246031"/>
                  <a:pt x="190753" y="255556"/>
                  <a:pt x="186010" y="258985"/>
                </a:cubicBezTo>
                <a:lnTo>
                  <a:pt x="186010" y="270129"/>
                </a:lnTo>
                <a:cubicBezTo>
                  <a:pt x="216553" y="288226"/>
                  <a:pt x="216648" y="288322"/>
                  <a:pt x="216648" y="288322"/>
                </a:cubicBezTo>
                <a:cubicBezTo>
                  <a:pt x="220537" y="290893"/>
                  <a:pt x="221865" y="296132"/>
                  <a:pt x="219209" y="300037"/>
                </a:cubicBezTo>
                <a:cubicBezTo>
                  <a:pt x="217881" y="301371"/>
                  <a:pt x="215320" y="302609"/>
                  <a:pt x="212664" y="302609"/>
                </a:cubicBezTo>
                <a:lnTo>
                  <a:pt x="208775" y="302609"/>
                </a:lnTo>
                <a:cubicBezTo>
                  <a:pt x="198341" y="296037"/>
                  <a:pt x="191132" y="291465"/>
                  <a:pt x="185915" y="288226"/>
                </a:cubicBezTo>
                <a:lnTo>
                  <a:pt x="185915" y="312230"/>
                </a:lnTo>
                <a:cubicBezTo>
                  <a:pt x="216459" y="330327"/>
                  <a:pt x="216553" y="330422"/>
                  <a:pt x="216553" y="330422"/>
                </a:cubicBezTo>
                <a:cubicBezTo>
                  <a:pt x="220442" y="332994"/>
                  <a:pt x="221770" y="338233"/>
                  <a:pt x="219115" y="342138"/>
                </a:cubicBezTo>
                <a:cubicBezTo>
                  <a:pt x="217787" y="343472"/>
                  <a:pt x="215225" y="344710"/>
                  <a:pt x="212570" y="344710"/>
                </a:cubicBezTo>
                <a:lnTo>
                  <a:pt x="208681" y="344710"/>
                </a:lnTo>
                <a:cubicBezTo>
                  <a:pt x="198246" y="338137"/>
                  <a:pt x="191038" y="333566"/>
                  <a:pt x="185820" y="330327"/>
                </a:cubicBezTo>
                <a:lnTo>
                  <a:pt x="185820" y="350901"/>
                </a:lnTo>
                <a:cubicBezTo>
                  <a:pt x="185820" y="354806"/>
                  <a:pt x="183165" y="358712"/>
                  <a:pt x="177948" y="358712"/>
                </a:cubicBezTo>
                <a:cubicBezTo>
                  <a:pt x="174058" y="358712"/>
                  <a:pt x="170075" y="354806"/>
                  <a:pt x="170075" y="350901"/>
                </a:cubicBezTo>
                <a:lnTo>
                  <a:pt x="170075" y="318897"/>
                </a:lnTo>
                <a:cubicBezTo>
                  <a:pt x="169600" y="317468"/>
                  <a:pt x="169600" y="315849"/>
                  <a:pt x="170075" y="314325"/>
                </a:cubicBezTo>
                <a:lnTo>
                  <a:pt x="170075" y="276797"/>
                </a:lnTo>
                <a:cubicBezTo>
                  <a:pt x="169600" y="275368"/>
                  <a:pt x="169600" y="273749"/>
                  <a:pt x="170075" y="272224"/>
                </a:cubicBezTo>
                <a:lnTo>
                  <a:pt x="170075" y="258413"/>
                </a:lnTo>
                <a:cubicBezTo>
                  <a:pt x="135168" y="235172"/>
                  <a:pt x="135073" y="235077"/>
                  <a:pt x="135073" y="235077"/>
                </a:cubicBezTo>
                <a:cubicBezTo>
                  <a:pt x="131184" y="232505"/>
                  <a:pt x="129856" y="227266"/>
                  <a:pt x="132512" y="223456"/>
                </a:cubicBezTo>
                <a:cubicBezTo>
                  <a:pt x="135073" y="219551"/>
                  <a:pt x="140290" y="219551"/>
                  <a:pt x="142851" y="222123"/>
                </a:cubicBezTo>
                <a:lnTo>
                  <a:pt x="177853" y="244126"/>
                </a:lnTo>
                <a:lnTo>
                  <a:pt x="232299" y="206597"/>
                </a:lnTo>
                <a:lnTo>
                  <a:pt x="232299" y="152210"/>
                </a:lnTo>
                <a:lnTo>
                  <a:pt x="177853" y="114681"/>
                </a:lnTo>
                <a:lnTo>
                  <a:pt x="142851" y="138017"/>
                </a:lnTo>
                <a:cubicBezTo>
                  <a:pt x="140290" y="140589"/>
                  <a:pt x="135073" y="139351"/>
                  <a:pt x="132512" y="135445"/>
                </a:cubicBezTo>
                <a:cubicBezTo>
                  <a:pt x="129951" y="131540"/>
                  <a:pt x="131184" y="127635"/>
                  <a:pt x="135073" y="125063"/>
                </a:cubicBezTo>
                <a:cubicBezTo>
                  <a:pt x="156036" y="111157"/>
                  <a:pt x="165616" y="104680"/>
                  <a:pt x="170075" y="101727"/>
                </a:cubicBezTo>
                <a:lnTo>
                  <a:pt x="170075" y="88582"/>
                </a:lnTo>
                <a:cubicBezTo>
                  <a:pt x="139152" y="70104"/>
                  <a:pt x="139057" y="70009"/>
                  <a:pt x="139057" y="70009"/>
                </a:cubicBezTo>
                <a:cubicBezTo>
                  <a:pt x="136496" y="67437"/>
                  <a:pt x="135168" y="63532"/>
                  <a:pt x="136496" y="59626"/>
                </a:cubicBezTo>
                <a:cubicBezTo>
                  <a:pt x="139057" y="55721"/>
                  <a:pt x="144274" y="54388"/>
                  <a:pt x="148068" y="57055"/>
                </a:cubicBezTo>
                <a:cubicBezTo>
                  <a:pt x="158882" y="63722"/>
                  <a:pt x="165711" y="67913"/>
                  <a:pt x="170075" y="70580"/>
                </a:cubicBezTo>
                <a:lnTo>
                  <a:pt x="170075" y="47339"/>
                </a:lnTo>
                <a:cubicBezTo>
                  <a:pt x="140385" y="28956"/>
                  <a:pt x="140290" y="28861"/>
                  <a:pt x="140290" y="28861"/>
                </a:cubicBezTo>
                <a:cubicBezTo>
                  <a:pt x="136401" y="26289"/>
                  <a:pt x="135168" y="22384"/>
                  <a:pt x="137729" y="18478"/>
                </a:cubicBezTo>
                <a:cubicBezTo>
                  <a:pt x="139057" y="14573"/>
                  <a:pt x="144179" y="13240"/>
                  <a:pt x="148068" y="15907"/>
                </a:cubicBezTo>
                <a:cubicBezTo>
                  <a:pt x="158882" y="22574"/>
                  <a:pt x="165711" y="26765"/>
                  <a:pt x="170075" y="29432"/>
                </a:cubicBezTo>
                <a:lnTo>
                  <a:pt x="170075" y="8001"/>
                </a:lnTo>
                <a:cubicBezTo>
                  <a:pt x="170075" y="4096"/>
                  <a:pt x="174058" y="191"/>
                  <a:pt x="177948" y="191"/>
                </a:cubicBezTo>
                <a:cubicBezTo>
                  <a:pt x="183165" y="191"/>
                  <a:pt x="185820" y="4096"/>
                  <a:pt x="185820" y="8001"/>
                </a:cubicBezTo>
                <a:lnTo>
                  <a:pt x="185820" y="29432"/>
                </a:lnTo>
                <a:cubicBezTo>
                  <a:pt x="208681" y="16002"/>
                  <a:pt x="208681" y="16002"/>
                  <a:pt x="208681" y="16002"/>
                </a:cubicBezTo>
                <a:cubicBezTo>
                  <a:pt x="212570" y="13430"/>
                  <a:pt x="217692" y="14668"/>
                  <a:pt x="219020" y="18574"/>
                </a:cubicBezTo>
                <a:cubicBezTo>
                  <a:pt x="221581" y="21145"/>
                  <a:pt x="220348" y="26384"/>
                  <a:pt x="216459" y="28956"/>
                </a:cubicBezTo>
                <a:cubicBezTo>
                  <a:pt x="197772" y="40576"/>
                  <a:pt x="189520" y="45720"/>
                  <a:pt x="185820" y="47911"/>
                </a:cubicBezTo>
                <a:lnTo>
                  <a:pt x="185820" y="70199"/>
                </a:lnTo>
                <a:cubicBezTo>
                  <a:pt x="208681" y="55817"/>
                  <a:pt x="208681" y="55817"/>
                  <a:pt x="208681" y="55817"/>
                </a:cubicBezTo>
                <a:cubicBezTo>
                  <a:pt x="212570" y="54483"/>
                  <a:pt x="216459" y="55817"/>
                  <a:pt x="219020" y="58388"/>
                </a:cubicBezTo>
                <a:cubicBezTo>
                  <a:pt x="221581" y="62293"/>
                  <a:pt x="220348" y="67532"/>
                  <a:pt x="216459" y="70104"/>
                </a:cubicBezTo>
                <a:cubicBezTo>
                  <a:pt x="198816" y="80677"/>
                  <a:pt x="190089" y="85820"/>
                  <a:pt x="185820" y="88392"/>
                </a:cubicBezTo>
                <a:lnTo>
                  <a:pt x="185820" y="101060"/>
                </a:lnTo>
                <a:cubicBezTo>
                  <a:pt x="221012" y="125254"/>
                  <a:pt x="235335" y="135064"/>
                  <a:pt x="241216" y="139065"/>
                </a:cubicBezTo>
                <a:cubicBezTo>
                  <a:pt x="249373" y="134303"/>
                  <a:pt x="256867" y="129921"/>
                  <a:pt x="263601" y="126016"/>
                </a:cubicBezTo>
                <a:lnTo>
                  <a:pt x="263601" y="85916"/>
                </a:lnTo>
                <a:cubicBezTo>
                  <a:pt x="263601" y="82010"/>
                  <a:pt x="267396" y="78105"/>
                  <a:pt x="271285" y="78105"/>
                </a:cubicBezTo>
                <a:cubicBezTo>
                  <a:pt x="276407" y="78105"/>
                  <a:pt x="278968" y="82010"/>
                  <a:pt x="278968" y="85916"/>
                </a:cubicBezTo>
                <a:lnTo>
                  <a:pt x="278968" y="117062"/>
                </a:lnTo>
                <a:cubicBezTo>
                  <a:pt x="284754" y="113633"/>
                  <a:pt x="289686" y="110776"/>
                  <a:pt x="294239" y="108109"/>
                </a:cubicBezTo>
                <a:lnTo>
                  <a:pt x="294239" y="70104"/>
                </a:lnTo>
                <a:cubicBezTo>
                  <a:pt x="294239" y="66199"/>
                  <a:pt x="298128" y="62293"/>
                  <a:pt x="302018" y="62293"/>
                </a:cubicBezTo>
                <a:cubicBezTo>
                  <a:pt x="307235" y="62293"/>
                  <a:pt x="309796" y="66199"/>
                  <a:pt x="309796" y="70104"/>
                </a:cubicBezTo>
                <a:lnTo>
                  <a:pt x="309796" y="98965"/>
                </a:lnTo>
                <a:cubicBezTo>
                  <a:pt x="327534" y="88582"/>
                  <a:pt x="327628" y="88487"/>
                  <a:pt x="327628" y="88487"/>
                </a:cubicBezTo>
                <a:cubicBezTo>
                  <a:pt x="331517" y="85916"/>
                  <a:pt x="336640" y="87154"/>
                  <a:pt x="339201" y="91059"/>
                </a:cubicBezTo>
                <a:cubicBezTo>
                  <a:pt x="340529" y="94964"/>
                  <a:pt x="339201" y="100108"/>
                  <a:pt x="335312" y="101441"/>
                </a:cubicBezTo>
                <a:cubicBezTo>
                  <a:pt x="328197" y="105632"/>
                  <a:pt x="321747" y="109347"/>
                  <a:pt x="315677" y="112871"/>
                </a:cubicBezTo>
                <a:cubicBezTo>
                  <a:pt x="331612" y="122651"/>
                  <a:pt x="339580" y="127540"/>
                  <a:pt x="339580" y="127540"/>
                </a:cubicBezTo>
                <a:cubicBezTo>
                  <a:pt x="343469" y="128873"/>
                  <a:pt x="344797" y="134112"/>
                  <a:pt x="342141" y="138017"/>
                </a:cubicBezTo>
                <a:cubicBezTo>
                  <a:pt x="340813" y="140589"/>
                  <a:pt x="338252" y="141922"/>
                  <a:pt x="335596" y="141922"/>
                </a:cubicBezTo>
                <a:cubicBezTo>
                  <a:pt x="334268" y="141922"/>
                  <a:pt x="333035" y="140589"/>
                  <a:pt x="331707" y="140589"/>
                </a:cubicBezTo>
                <a:cubicBezTo>
                  <a:pt x="310744" y="128397"/>
                  <a:pt x="302776" y="123825"/>
                  <a:pt x="299741" y="122015"/>
                </a:cubicBezTo>
                <a:cubicBezTo>
                  <a:pt x="294809" y="124873"/>
                  <a:pt x="290256" y="127540"/>
                  <a:pt x="286177" y="129921"/>
                </a:cubicBezTo>
                <a:cubicBezTo>
                  <a:pt x="308088" y="142494"/>
                  <a:pt x="308183" y="142494"/>
                  <a:pt x="308183" y="142494"/>
                </a:cubicBezTo>
                <a:cubicBezTo>
                  <a:pt x="311977" y="143828"/>
                  <a:pt x="313305" y="148971"/>
                  <a:pt x="310744" y="152876"/>
                </a:cubicBezTo>
                <a:cubicBezTo>
                  <a:pt x="309511" y="155448"/>
                  <a:pt x="306950" y="156781"/>
                  <a:pt x="304389" y="156781"/>
                </a:cubicBezTo>
                <a:cubicBezTo>
                  <a:pt x="303156" y="156781"/>
                  <a:pt x="301828" y="156781"/>
                  <a:pt x="300595" y="155448"/>
                </a:cubicBezTo>
                <a:cubicBezTo>
                  <a:pt x="282572" y="145637"/>
                  <a:pt x="274415" y="141160"/>
                  <a:pt x="270621" y="139065"/>
                </a:cubicBezTo>
                <a:cubicBezTo>
                  <a:pt x="257910" y="146495"/>
                  <a:pt x="251270" y="150400"/>
                  <a:pt x="247856" y="152400"/>
                </a:cubicBezTo>
                <a:lnTo>
                  <a:pt x="247856" y="206216"/>
                </a:lnTo>
                <a:cubicBezTo>
                  <a:pt x="256487" y="211169"/>
                  <a:pt x="264170" y="215646"/>
                  <a:pt x="271190" y="219647"/>
                </a:cubicBezTo>
                <a:cubicBezTo>
                  <a:pt x="300500" y="202406"/>
                  <a:pt x="300595" y="202406"/>
                  <a:pt x="300595" y="202406"/>
                </a:cubicBezTo>
                <a:cubicBezTo>
                  <a:pt x="304389" y="199835"/>
                  <a:pt x="308278" y="201073"/>
                  <a:pt x="310839" y="204978"/>
                </a:cubicBezTo>
                <a:cubicBezTo>
                  <a:pt x="313400" y="208883"/>
                  <a:pt x="312072" y="214122"/>
                  <a:pt x="308278" y="216694"/>
                </a:cubicBezTo>
                <a:cubicBezTo>
                  <a:pt x="298128" y="222504"/>
                  <a:pt x="291583" y="226314"/>
                  <a:pt x="287220" y="228791"/>
                </a:cubicBezTo>
                <a:cubicBezTo>
                  <a:pt x="291963" y="231553"/>
                  <a:pt x="296231" y="233934"/>
                  <a:pt x="300121" y="236125"/>
                </a:cubicBezTo>
                <a:cubicBezTo>
                  <a:pt x="331802" y="217741"/>
                  <a:pt x="331897" y="217646"/>
                  <a:pt x="331897" y="217646"/>
                </a:cubicBezTo>
                <a:cubicBezTo>
                  <a:pt x="335786" y="216313"/>
                  <a:pt x="339675" y="217646"/>
                  <a:pt x="342331" y="221551"/>
                </a:cubicBezTo>
                <a:close/>
                <a:moveTo>
                  <a:pt x="138867" y="304324"/>
                </a:moveTo>
                <a:cubicBezTo>
                  <a:pt x="138867" y="343376"/>
                  <a:pt x="108040" y="374523"/>
                  <a:pt x="69434" y="374523"/>
                </a:cubicBezTo>
                <a:cubicBezTo>
                  <a:pt x="30828" y="374523"/>
                  <a:pt x="0" y="343281"/>
                  <a:pt x="0" y="304324"/>
                </a:cubicBezTo>
                <a:cubicBezTo>
                  <a:pt x="0" y="280892"/>
                  <a:pt x="11572" y="258794"/>
                  <a:pt x="30828" y="245840"/>
                </a:cubicBezTo>
                <a:lnTo>
                  <a:pt x="30828" y="39052"/>
                </a:lnTo>
                <a:cubicBezTo>
                  <a:pt x="30828" y="16954"/>
                  <a:pt x="48850" y="0"/>
                  <a:pt x="69434" y="0"/>
                </a:cubicBezTo>
                <a:cubicBezTo>
                  <a:pt x="91250" y="0"/>
                  <a:pt x="108040" y="16859"/>
                  <a:pt x="108040" y="39052"/>
                </a:cubicBezTo>
                <a:lnTo>
                  <a:pt x="108040" y="245840"/>
                </a:lnTo>
                <a:cubicBezTo>
                  <a:pt x="127295" y="258794"/>
                  <a:pt x="138867" y="280987"/>
                  <a:pt x="138867" y="304324"/>
                </a:cubicBezTo>
                <a:close/>
                <a:moveTo>
                  <a:pt x="123406" y="304324"/>
                </a:moveTo>
                <a:cubicBezTo>
                  <a:pt x="123406" y="284797"/>
                  <a:pt x="113162" y="266605"/>
                  <a:pt x="96372" y="257556"/>
                </a:cubicBezTo>
                <a:cubicBezTo>
                  <a:pt x="93811" y="256222"/>
                  <a:pt x="92483" y="253651"/>
                  <a:pt x="92483" y="251079"/>
                </a:cubicBezTo>
                <a:lnTo>
                  <a:pt x="92483" y="39148"/>
                </a:lnTo>
                <a:cubicBezTo>
                  <a:pt x="92483" y="26194"/>
                  <a:pt x="82239" y="15716"/>
                  <a:pt x="69339" y="15716"/>
                </a:cubicBezTo>
                <a:cubicBezTo>
                  <a:pt x="56439" y="15716"/>
                  <a:pt x="46194" y="26098"/>
                  <a:pt x="46194" y="39148"/>
                </a:cubicBezTo>
                <a:lnTo>
                  <a:pt x="46194" y="251079"/>
                </a:lnTo>
                <a:cubicBezTo>
                  <a:pt x="46194" y="253651"/>
                  <a:pt x="44866" y="256318"/>
                  <a:pt x="42305" y="257556"/>
                </a:cubicBezTo>
                <a:cubicBezTo>
                  <a:pt x="25611" y="266700"/>
                  <a:pt x="15272" y="284893"/>
                  <a:pt x="15272" y="304324"/>
                </a:cubicBezTo>
                <a:cubicBezTo>
                  <a:pt x="15272" y="334232"/>
                  <a:pt x="39744" y="358902"/>
                  <a:pt x="69244" y="358902"/>
                </a:cubicBezTo>
                <a:cubicBezTo>
                  <a:pt x="98744" y="358902"/>
                  <a:pt x="123216" y="334232"/>
                  <a:pt x="123216" y="304324"/>
                </a:cubicBezTo>
                <a:close/>
                <a:moveTo>
                  <a:pt x="92578" y="303943"/>
                </a:moveTo>
                <a:cubicBezTo>
                  <a:pt x="92578" y="316897"/>
                  <a:pt x="82334" y="327184"/>
                  <a:pt x="69434" y="327184"/>
                </a:cubicBezTo>
                <a:cubicBezTo>
                  <a:pt x="56533" y="327184"/>
                  <a:pt x="46289" y="316897"/>
                  <a:pt x="46289" y="303943"/>
                </a:cubicBezTo>
                <a:cubicBezTo>
                  <a:pt x="46289" y="293656"/>
                  <a:pt x="52834" y="285083"/>
                  <a:pt x="62035" y="282035"/>
                </a:cubicBezTo>
                <a:lnTo>
                  <a:pt x="62035" y="117443"/>
                </a:lnTo>
                <a:cubicBezTo>
                  <a:pt x="62035" y="113538"/>
                  <a:pt x="65734" y="109633"/>
                  <a:pt x="69434" y="109633"/>
                </a:cubicBezTo>
                <a:cubicBezTo>
                  <a:pt x="74366" y="109633"/>
                  <a:pt x="76832" y="113538"/>
                  <a:pt x="76832" y="117443"/>
                </a:cubicBezTo>
                <a:lnTo>
                  <a:pt x="76832" y="282035"/>
                </a:lnTo>
                <a:cubicBezTo>
                  <a:pt x="85938" y="285179"/>
                  <a:pt x="92578" y="293656"/>
                  <a:pt x="92578" y="303943"/>
                </a:cubicBezTo>
                <a:close/>
                <a:moveTo>
                  <a:pt x="77212" y="303943"/>
                </a:moveTo>
                <a:cubicBezTo>
                  <a:pt x="77212" y="300323"/>
                  <a:pt x="74840" y="296704"/>
                  <a:pt x="70192" y="296323"/>
                </a:cubicBezTo>
                <a:cubicBezTo>
                  <a:pt x="69908" y="296323"/>
                  <a:pt x="69718" y="296513"/>
                  <a:pt x="69434" y="296513"/>
                </a:cubicBezTo>
                <a:cubicBezTo>
                  <a:pt x="69244" y="296513"/>
                  <a:pt x="69054" y="296418"/>
                  <a:pt x="68865" y="296323"/>
                </a:cubicBezTo>
                <a:cubicBezTo>
                  <a:pt x="65260" y="296704"/>
                  <a:pt x="61750" y="300228"/>
                  <a:pt x="61750" y="303943"/>
                </a:cubicBezTo>
                <a:cubicBezTo>
                  <a:pt x="61750" y="307848"/>
                  <a:pt x="65639" y="311658"/>
                  <a:pt x="69434" y="311658"/>
                </a:cubicBezTo>
                <a:cubicBezTo>
                  <a:pt x="74556" y="311658"/>
                  <a:pt x="77117" y="307753"/>
                  <a:pt x="77117" y="30394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7" name="Graphic 175">
            <a:extLst>
              <a:ext uri="{FF2B5EF4-FFF2-40B4-BE49-F238E27FC236}">
                <a16:creationId xmlns:a16="http://schemas.microsoft.com/office/drawing/2014/main" id="{26D021D8-72B5-1E69-6CF5-15DE9E2E6375}"/>
              </a:ext>
            </a:extLst>
          </p:cNvPr>
          <p:cNvSpPr/>
          <p:nvPr/>
        </p:nvSpPr>
        <p:spPr>
          <a:xfrm>
            <a:off x="2204542" y="2836444"/>
            <a:ext cx="471058" cy="494052"/>
          </a:xfrm>
          <a:custGeom>
            <a:avLst/>
            <a:gdLst>
              <a:gd name="connsiteX0" fmla="*/ 108609 w 356274"/>
              <a:gd name="connsiteY0" fmla="*/ 245269 h 373665"/>
              <a:gd name="connsiteX1" fmla="*/ 108609 w 356274"/>
              <a:gd name="connsiteY1" fmla="*/ 38957 h 373665"/>
              <a:gd name="connsiteX2" fmla="*/ 69813 w 356274"/>
              <a:gd name="connsiteY2" fmla="*/ 0 h 373665"/>
              <a:gd name="connsiteX3" fmla="*/ 31017 w 356274"/>
              <a:gd name="connsiteY3" fmla="*/ 38957 h 373665"/>
              <a:gd name="connsiteX4" fmla="*/ 31017 w 356274"/>
              <a:gd name="connsiteY4" fmla="*/ 245269 h 373665"/>
              <a:gd name="connsiteX5" fmla="*/ 0 w 356274"/>
              <a:gd name="connsiteY5" fmla="*/ 303657 h 373665"/>
              <a:gd name="connsiteX6" fmla="*/ 69908 w 356274"/>
              <a:gd name="connsiteY6" fmla="*/ 373666 h 373665"/>
              <a:gd name="connsiteX7" fmla="*/ 139816 w 356274"/>
              <a:gd name="connsiteY7" fmla="*/ 303657 h 373665"/>
              <a:gd name="connsiteX8" fmla="*/ 108798 w 356274"/>
              <a:gd name="connsiteY8" fmla="*/ 245269 h 373665"/>
              <a:gd name="connsiteX9" fmla="*/ 69813 w 356274"/>
              <a:gd name="connsiteY9" fmla="*/ 358140 h 373665"/>
              <a:gd name="connsiteX10" fmla="*/ 15461 w 356274"/>
              <a:gd name="connsiteY10" fmla="*/ 303657 h 373665"/>
              <a:gd name="connsiteX11" fmla="*/ 42685 w 356274"/>
              <a:gd name="connsiteY11" fmla="*/ 256985 h 373665"/>
              <a:gd name="connsiteX12" fmla="*/ 46574 w 356274"/>
              <a:gd name="connsiteY12" fmla="*/ 250508 h 373665"/>
              <a:gd name="connsiteX13" fmla="*/ 46574 w 356274"/>
              <a:gd name="connsiteY13" fmla="*/ 39053 h 373665"/>
              <a:gd name="connsiteX14" fmla="*/ 69908 w 356274"/>
              <a:gd name="connsiteY14" fmla="*/ 15716 h 373665"/>
              <a:gd name="connsiteX15" fmla="*/ 93242 w 356274"/>
              <a:gd name="connsiteY15" fmla="*/ 39053 h 373665"/>
              <a:gd name="connsiteX16" fmla="*/ 93242 w 356274"/>
              <a:gd name="connsiteY16" fmla="*/ 250508 h 373665"/>
              <a:gd name="connsiteX17" fmla="*/ 97131 w 356274"/>
              <a:gd name="connsiteY17" fmla="*/ 256985 h 373665"/>
              <a:gd name="connsiteX18" fmla="*/ 124355 w 356274"/>
              <a:gd name="connsiteY18" fmla="*/ 303657 h 373665"/>
              <a:gd name="connsiteX19" fmla="*/ 70003 w 356274"/>
              <a:gd name="connsiteY19" fmla="*/ 358140 h 373665"/>
              <a:gd name="connsiteX20" fmla="*/ 77686 w 356274"/>
              <a:gd name="connsiteY20" fmla="*/ 282321 h 373665"/>
              <a:gd name="connsiteX21" fmla="*/ 77686 w 356274"/>
              <a:gd name="connsiteY21" fmla="*/ 116586 h 373665"/>
              <a:gd name="connsiteX22" fmla="*/ 69813 w 356274"/>
              <a:gd name="connsiteY22" fmla="*/ 108775 h 373665"/>
              <a:gd name="connsiteX23" fmla="*/ 61940 w 356274"/>
              <a:gd name="connsiteY23" fmla="*/ 116586 h 373665"/>
              <a:gd name="connsiteX24" fmla="*/ 61940 w 356274"/>
              <a:gd name="connsiteY24" fmla="*/ 282035 h 373665"/>
              <a:gd name="connsiteX25" fmla="*/ 46194 w 356274"/>
              <a:gd name="connsiteY25" fmla="*/ 303943 h 373665"/>
              <a:gd name="connsiteX26" fmla="*/ 69339 w 356274"/>
              <a:gd name="connsiteY26" fmla="*/ 327184 h 373665"/>
              <a:gd name="connsiteX27" fmla="*/ 92483 w 356274"/>
              <a:gd name="connsiteY27" fmla="*/ 303943 h 373665"/>
              <a:gd name="connsiteX28" fmla="*/ 77591 w 356274"/>
              <a:gd name="connsiteY28" fmla="*/ 282321 h 373665"/>
              <a:gd name="connsiteX29" fmla="*/ 69339 w 356274"/>
              <a:gd name="connsiteY29" fmla="*/ 311753 h 373665"/>
              <a:gd name="connsiteX30" fmla="*/ 61656 w 356274"/>
              <a:gd name="connsiteY30" fmla="*/ 304038 h 373665"/>
              <a:gd name="connsiteX31" fmla="*/ 69339 w 356274"/>
              <a:gd name="connsiteY31" fmla="*/ 296323 h 373665"/>
              <a:gd name="connsiteX32" fmla="*/ 77022 w 356274"/>
              <a:gd name="connsiteY32" fmla="*/ 304038 h 373665"/>
              <a:gd name="connsiteX33" fmla="*/ 69339 w 356274"/>
              <a:gd name="connsiteY33" fmla="*/ 311753 h 373665"/>
              <a:gd name="connsiteX34" fmla="*/ 286367 w 356274"/>
              <a:gd name="connsiteY34" fmla="*/ 178975 h 373665"/>
              <a:gd name="connsiteX35" fmla="*/ 178232 w 356274"/>
              <a:gd name="connsiteY35" fmla="*/ 287750 h 373665"/>
              <a:gd name="connsiteX36" fmla="*/ 153760 w 356274"/>
              <a:gd name="connsiteY36" fmla="*/ 285179 h 373665"/>
              <a:gd name="connsiteX37" fmla="*/ 148637 w 356274"/>
              <a:gd name="connsiteY37" fmla="*/ 276130 h 373665"/>
              <a:gd name="connsiteX38" fmla="*/ 157649 w 356274"/>
              <a:gd name="connsiteY38" fmla="*/ 269653 h 373665"/>
              <a:gd name="connsiteX39" fmla="*/ 178232 w 356274"/>
              <a:gd name="connsiteY39" fmla="*/ 272225 h 373665"/>
              <a:gd name="connsiteX40" fmla="*/ 270905 w 356274"/>
              <a:gd name="connsiteY40" fmla="*/ 178975 h 373665"/>
              <a:gd name="connsiteX41" fmla="*/ 178232 w 356274"/>
              <a:gd name="connsiteY41" fmla="*/ 85725 h 373665"/>
              <a:gd name="connsiteX42" fmla="*/ 151199 w 356274"/>
              <a:gd name="connsiteY42" fmla="*/ 89630 h 373665"/>
              <a:gd name="connsiteX43" fmla="*/ 140859 w 356274"/>
              <a:gd name="connsiteY43" fmla="*/ 84487 h 373665"/>
              <a:gd name="connsiteX44" fmla="*/ 145981 w 356274"/>
              <a:gd name="connsiteY44" fmla="*/ 75438 h 373665"/>
              <a:gd name="connsiteX45" fmla="*/ 178137 w 356274"/>
              <a:gd name="connsiteY45" fmla="*/ 70295 h 373665"/>
              <a:gd name="connsiteX46" fmla="*/ 286272 w 356274"/>
              <a:gd name="connsiteY46" fmla="*/ 179070 h 373665"/>
              <a:gd name="connsiteX47" fmla="*/ 170264 w 356274"/>
              <a:gd name="connsiteY47" fmla="*/ 38862 h 373665"/>
              <a:gd name="connsiteX48" fmla="*/ 170264 w 356274"/>
              <a:gd name="connsiteY48" fmla="*/ 7906 h 373665"/>
              <a:gd name="connsiteX49" fmla="*/ 178137 w 356274"/>
              <a:gd name="connsiteY49" fmla="*/ 191 h 373665"/>
              <a:gd name="connsiteX50" fmla="*/ 186010 w 356274"/>
              <a:gd name="connsiteY50" fmla="*/ 7906 h 373665"/>
              <a:gd name="connsiteX51" fmla="*/ 186010 w 356274"/>
              <a:gd name="connsiteY51" fmla="*/ 38862 h 373665"/>
              <a:gd name="connsiteX52" fmla="*/ 178137 w 356274"/>
              <a:gd name="connsiteY52" fmla="*/ 46577 h 373665"/>
              <a:gd name="connsiteX53" fmla="*/ 170264 w 356274"/>
              <a:gd name="connsiteY53" fmla="*/ 38862 h 373665"/>
              <a:gd name="connsiteX54" fmla="*/ 304768 w 356274"/>
              <a:gd name="connsiteY54" fmla="*/ 53531 h 373665"/>
              <a:gd name="connsiteX55" fmla="*/ 304768 w 356274"/>
              <a:gd name="connsiteY55" fmla="*/ 65246 h 373665"/>
              <a:gd name="connsiteX56" fmla="*/ 282952 w 356274"/>
              <a:gd name="connsiteY56" fmla="*/ 87344 h 373665"/>
              <a:gd name="connsiteX57" fmla="*/ 276502 w 356274"/>
              <a:gd name="connsiteY57" fmla="*/ 88678 h 373665"/>
              <a:gd name="connsiteX58" fmla="*/ 271379 w 356274"/>
              <a:gd name="connsiteY58" fmla="*/ 87344 h 373665"/>
              <a:gd name="connsiteX59" fmla="*/ 271379 w 356274"/>
              <a:gd name="connsiteY59" fmla="*/ 75629 h 373665"/>
              <a:gd name="connsiteX60" fmla="*/ 293196 w 356274"/>
              <a:gd name="connsiteY60" fmla="*/ 53531 h 373665"/>
              <a:gd name="connsiteX61" fmla="*/ 304768 w 356274"/>
              <a:gd name="connsiteY61" fmla="*/ 53531 h 373665"/>
              <a:gd name="connsiteX62" fmla="*/ 356275 w 356274"/>
              <a:gd name="connsiteY62" fmla="*/ 178975 h 373665"/>
              <a:gd name="connsiteX63" fmla="*/ 348591 w 356274"/>
              <a:gd name="connsiteY63" fmla="*/ 186881 h 373665"/>
              <a:gd name="connsiteX64" fmla="*/ 317764 w 356274"/>
              <a:gd name="connsiteY64" fmla="*/ 186881 h 373665"/>
              <a:gd name="connsiteX65" fmla="*/ 310080 w 356274"/>
              <a:gd name="connsiteY65" fmla="*/ 178975 h 373665"/>
              <a:gd name="connsiteX66" fmla="*/ 317764 w 356274"/>
              <a:gd name="connsiteY66" fmla="*/ 171069 h 373665"/>
              <a:gd name="connsiteX67" fmla="*/ 348591 w 356274"/>
              <a:gd name="connsiteY67" fmla="*/ 171069 h 373665"/>
              <a:gd name="connsiteX68" fmla="*/ 356275 w 356274"/>
              <a:gd name="connsiteY68" fmla="*/ 178975 h 373665"/>
              <a:gd name="connsiteX69" fmla="*/ 303915 w 356274"/>
              <a:gd name="connsiteY69" fmla="*/ 295847 h 373665"/>
              <a:gd name="connsiteX70" fmla="*/ 303915 w 356274"/>
              <a:gd name="connsiteY70" fmla="*/ 306229 h 373665"/>
              <a:gd name="connsiteX71" fmla="*/ 297370 w 356274"/>
              <a:gd name="connsiteY71" fmla="*/ 308800 h 373665"/>
              <a:gd name="connsiteX72" fmla="*/ 292153 w 356274"/>
              <a:gd name="connsiteY72" fmla="*/ 306229 h 373665"/>
              <a:gd name="connsiteX73" fmla="*/ 269862 w 356274"/>
              <a:gd name="connsiteY73" fmla="*/ 284131 h 373665"/>
              <a:gd name="connsiteX74" fmla="*/ 269862 w 356274"/>
              <a:gd name="connsiteY74" fmla="*/ 273749 h 373665"/>
              <a:gd name="connsiteX75" fmla="*/ 281624 w 356274"/>
              <a:gd name="connsiteY75" fmla="*/ 273749 h 373665"/>
              <a:gd name="connsiteX76" fmla="*/ 303915 w 356274"/>
              <a:gd name="connsiteY76" fmla="*/ 295847 h 373665"/>
              <a:gd name="connsiteX77" fmla="*/ 186010 w 356274"/>
              <a:gd name="connsiteY77" fmla="*/ 319183 h 373665"/>
              <a:gd name="connsiteX78" fmla="*/ 186010 w 356274"/>
              <a:gd name="connsiteY78" fmla="*/ 350139 h 373665"/>
              <a:gd name="connsiteX79" fmla="*/ 178137 w 356274"/>
              <a:gd name="connsiteY79" fmla="*/ 357854 h 373665"/>
              <a:gd name="connsiteX80" fmla="*/ 170264 w 356274"/>
              <a:gd name="connsiteY80" fmla="*/ 350139 h 373665"/>
              <a:gd name="connsiteX81" fmla="*/ 170264 w 356274"/>
              <a:gd name="connsiteY81" fmla="*/ 319183 h 373665"/>
              <a:gd name="connsiteX82" fmla="*/ 178137 w 356274"/>
              <a:gd name="connsiteY82" fmla="*/ 311468 h 373665"/>
              <a:gd name="connsiteX83" fmla="*/ 186010 w 356274"/>
              <a:gd name="connsiteY83" fmla="*/ 319183 h 373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356274" h="373665">
                <a:moveTo>
                  <a:pt x="108609" y="245269"/>
                </a:moveTo>
                <a:lnTo>
                  <a:pt x="108609" y="38957"/>
                </a:lnTo>
                <a:cubicBezTo>
                  <a:pt x="108609" y="18193"/>
                  <a:pt x="91819" y="0"/>
                  <a:pt x="69813" y="0"/>
                </a:cubicBezTo>
                <a:cubicBezTo>
                  <a:pt x="49135" y="0"/>
                  <a:pt x="31017" y="18193"/>
                  <a:pt x="31017" y="38957"/>
                </a:cubicBezTo>
                <a:lnTo>
                  <a:pt x="31017" y="245269"/>
                </a:lnTo>
                <a:cubicBezTo>
                  <a:pt x="11572" y="258223"/>
                  <a:pt x="0" y="280321"/>
                  <a:pt x="0" y="303657"/>
                </a:cubicBezTo>
                <a:cubicBezTo>
                  <a:pt x="0" y="342614"/>
                  <a:pt x="31017" y="373666"/>
                  <a:pt x="69908" y="373666"/>
                </a:cubicBezTo>
                <a:cubicBezTo>
                  <a:pt x="108798" y="373666"/>
                  <a:pt x="139816" y="342519"/>
                  <a:pt x="139816" y="303657"/>
                </a:cubicBezTo>
                <a:cubicBezTo>
                  <a:pt x="139816" y="280321"/>
                  <a:pt x="128149" y="258223"/>
                  <a:pt x="108798" y="245269"/>
                </a:cubicBezTo>
                <a:close/>
                <a:moveTo>
                  <a:pt x="69813" y="358140"/>
                </a:moveTo>
                <a:cubicBezTo>
                  <a:pt x="40029" y="358140"/>
                  <a:pt x="15461" y="333470"/>
                  <a:pt x="15461" y="303657"/>
                </a:cubicBezTo>
                <a:cubicBezTo>
                  <a:pt x="15461" y="284226"/>
                  <a:pt x="25801" y="266033"/>
                  <a:pt x="42685" y="256985"/>
                </a:cubicBezTo>
                <a:cubicBezTo>
                  <a:pt x="45246" y="255651"/>
                  <a:pt x="46574" y="253079"/>
                  <a:pt x="46574" y="250508"/>
                </a:cubicBezTo>
                <a:lnTo>
                  <a:pt x="46574" y="39053"/>
                </a:lnTo>
                <a:cubicBezTo>
                  <a:pt x="46574" y="26099"/>
                  <a:pt x="56913" y="15716"/>
                  <a:pt x="69908" y="15716"/>
                </a:cubicBezTo>
                <a:cubicBezTo>
                  <a:pt x="82903" y="15716"/>
                  <a:pt x="93242" y="26099"/>
                  <a:pt x="93242" y="39053"/>
                </a:cubicBezTo>
                <a:lnTo>
                  <a:pt x="93242" y="250508"/>
                </a:lnTo>
                <a:cubicBezTo>
                  <a:pt x="93242" y="253079"/>
                  <a:pt x="94570" y="255651"/>
                  <a:pt x="97131" y="256985"/>
                </a:cubicBezTo>
                <a:cubicBezTo>
                  <a:pt x="113921" y="266033"/>
                  <a:pt x="124355" y="284226"/>
                  <a:pt x="124355" y="303657"/>
                </a:cubicBezTo>
                <a:cubicBezTo>
                  <a:pt x="124355" y="333470"/>
                  <a:pt x="99787" y="358140"/>
                  <a:pt x="70003" y="358140"/>
                </a:cubicBezTo>
                <a:close/>
                <a:moveTo>
                  <a:pt x="77686" y="282321"/>
                </a:moveTo>
                <a:lnTo>
                  <a:pt x="77686" y="116586"/>
                </a:lnTo>
                <a:cubicBezTo>
                  <a:pt x="77686" y="112681"/>
                  <a:pt x="75030" y="108775"/>
                  <a:pt x="69813" y="108775"/>
                </a:cubicBezTo>
                <a:cubicBezTo>
                  <a:pt x="65924" y="108775"/>
                  <a:pt x="61940" y="112681"/>
                  <a:pt x="61940" y="116586"/>
                </a:cubicBezTo>
                <a:lnTo>
                  <a:pt x="61940" y="282035"/>
                </a:lnTo>
                <a:cubicBezTo>
                  <a:pt x="52834" y="285083"/>
                  <a:pt x="46194" y="293656"/>
                  <a:pt x="46194" y="303943"/>
                </a:cubicBezTo>
                <a:cubicBezTo>
                  <a:pt x="46194" y="316897"/>
                  <a:pt x="56439" y="327184"/>
                  <a:pt x="69339" y="327184"/>
                </a:cubicBezTo>
                <a:cubicBezTo>
                  <a:pt x="82239" y="327184"/>
                  <a:pt x="92483" y="316897"/>
                  <a:pt x="92483" y="303943"/>
                </a:cubicBezTo>
                <a:cubicBezTo>
                  <a:pt x="92483" y="293942"/>
                  <a:pt x="86318" y="285655"/>
                  <a:pt x="77591" y="282321"/>
                </a:cubicBezTo>
                <a:close/>
                <a:moveTo>
                  <a:pt x="69339" y="311753"/>
                </a:moveTo>
                <a:cubicBezTo>
                  <a:pt x="65450" y="311753"/>
                  <a:pt x="61656" y="309182"/>
                  <a:pt x="61656" y="304038"/>
                </a:cubicBezTo>
                <a:cubicBezTo>
                  <a:pt x="61656" y="300133"/>
                  <a:pt x="65545" y="296323"/>
                  <a:pt x="69339" y="296323"/>
                </a:cubicBezTo>
                <a:cubicBezTo>
                  <a:pt x="74461" y="296323"/>
                  <a:pt x="77022" y="300228"/>
                  <a:pt x="77022" y="304038"/>
                </a:cubicBezTo>
                <a:cubicBezTo>
                  <a:pt x="77022" y="309182"/>
                  <a:pt x="74461" y="311753"/>
                  <a:pt x="69339" y="311753"/>
                </a:cubicBezTo>
                <a:close/>
                <a:moveTo>
                  <a:pt x="286367" y="178975"/>
                </a:moveTo>
                <a:cubicBezTo>
                  <a:pt x="286367" y="238506"/>
                  <a:pt x="238749" y="287750"/>
                  <a:pt x="178232" y="287750"/>
                </a:cubicBezTo>
                <a:cubicBezTo>
                  <a:pt x="170549" y="287750"/>
                  <a:pt x="161538" y="286417"/>
                  <a:pt x="153760" y="285179"/>
                </a:cubicBezTo>
                <a:cubicBezTo>
                  <a:pt x="149871" y="283845"/>
                  <a:pt x="147309" y="280035"/>
                  <a:pt x="148637" y="276130"/>
                </a:cubicBezTo>
                <a:cubicBezTo>
                  <a:pt x="149965" y="270986"/>
                  <a:pt x="153760" y="268319"/>
                  <a:pt x="157649" y="269653"/>
                </a:cubicBezTo>
                <a:cubicBezTo>
                  <a:pt x="164099" y="270986"/>
                  <a:pt x="171782" y="272225"/>
                  <a:pt x="178232" y="272225"/>
                </a:cubicBezTo>
                <a:cubicBezTo>
                  <a:pt x="229738" y="272225"/>
                  <a:pt x="270905" y="230791"/>
                  <a:pt x="270905" y="178975"/>
                </a:cubicBezTo>
                <a:cubicBezTo>
                  <a:pt x="270905" y="127159"/>
                  <a:pt x="229738" y="85725"/>
                  <a:pt x="178232" y="85725"/>
                </a:cubicBezTo>
                <a:cubicBezTo>
                  <a:pt x="169221" y="85725"/>
                  <a:pt x="160210" y="87058"/>
                  <a:pt x="151199" y="89630"/>
                </a:cubicBezTo>
                <a:cubicBezTo>
                  <a:pt x="146076" y="90964"/>
                  <a:pt x="142187" y="88297"/>
                  <a:pt x="140859" y="84487"/>
                </a:cubicBezTo>
                <a:cubicBezTo>
                  <a:pt x="139531" y="80677"/>
                  <a:pt x="142187" y="76676"/>
                  <a:pt x="145981" y="75438"/>
                </a:cubicBezTo>
                <a:cubicBezTo>
                  <a:pt x="156226" y="71533"/>
                  <a:pt x="167893" y="70295"/>
                  <a:pt x="178137" y="70295"/>
                </a:cubicBezTo>
                <a:cubicBezTo>
                  <a:pt x="238655" y="70295"/>
                  <a:pt x="286272" y="119539"/>
                  <a:pt x="286272" y="179070"/>
                </a:cubicBezTo>
                <a:close/>
                <a:moveTo>
                  <a:pt x="170264" y="38862"/>
                </a:moveTo>
                <a:lnTo>
                  <a:pt x="170264" y="7906"/>
                </a:lnTo>
                <a:cubicBezTo>
                  <a:pt x="170264" y="4001"/>
                  <a:pt x="174153" y="191"/>
                  <a:pt x="178137" y="191"/>
                </a:cubicBezTo>
                <a:cubicBezTo>
                  <a:pt x="183354" y="191"/>
                  <a:pt x="186010" y="4096"/>
                  <a:pt x="186010" y="7906"/>
                </a:cubicBezTo>
                <a:lnTo>
                  <a:pt x="186010" y="38862"/>
                </a:lnTo>
                <a:cubicBezTo>
                  <a:pt x="186010" y="44006"/>
                  <a:pt x="183354" y="46577"/>
                  <a:pt x="178137" y="46577"/>
                </a:cubicBezTo>
                <a:cubicBezTo>
                  <a:pt x="174153" y="46577"/>
                  <a:pt x="170264" y="44006"/>
                  <a:pt x="170264" y="38862"/>
                </a:cubicBezTo>
                <a:close/>
                <a:moveTo>
                  <a:pt x="304768" y="53531"/>
                </a:moveTo>
                <a:cubicBezTo>
                  <a:pt x="307329" y="57436"/>
                  <a:pt x="307329" y="61341"/>
                  <a:pt x="304768" y="65246"/>
                </a:cubicBezTo>
                <a:lnTo>
                  <a:pt x="282952" y="87344"/>
                </a:lnTo>
                <a:cubicBezTo>
                  <a:pt x="280391" y="88678"/>
                  <a:pt x="279063" y="88678"/>
                  <a:pt x="276502" y="88678"/>
                </a:cubicBezTo>
                <a:cubicBezTo>
                  <a:pt x="275269" y="88678"/>
                  <a:pt x="272613" y="88678"/>
                  <a:pt x="271379" y="87344"/>
                </a:cubicBezTo>
                <a:cubicBezTo>
                  <a:pt x="268818" y="83439"/>
                  <a:pt x="268818" y="79534"/>
                  <a:pt x="271379" y="75629"/>
                </a:cubicBezTo>
                <a:lnTo>
                  <a:pt x="293196" y="53531"/>
                </a:lnTo>
                <a:cubicBezTo>
                  <a:pt x="295757" y="50959"/>
                  <a:pt x="300879" y="50959"/>
                  <a:pt x="304768" y="53531"/>
                </a:cubicBezTo>
                <a:close/>
                <a:moveTo>
                  <a:pt x="356275" y="178975"/>
                </a:moveTo>
                <a:cubicBezTo>
                  <a:pt x="356275" y="184214"/>
                  <a:pt x="353713" y="186881"/>
                  <a:pt x="348591" y="186881"/>
                </a:cubicBezTo>
                <a:lnTo>
                  <a:pt x="317764" y="186881"/>
                </a:lnTo>
                <a:cubicBezTo>
                  <a:pt x="313874" y="186881"/>
                  <a:pt x="310080" y="184214"/>
                  <a:pt x="310080" y="178975"/>
                </a:cubicBezTo>
                <a:cubicBezTo>
                  <a:pt x="310080" y="175070"/>
                  <a:pt x="313969" y="171069"/>
                  <a:pt x="317764" y="171069"/>
                </a:cubicBezTo>
                <a:lnTo>
                  <a:pt x="348591" y="171069"/>
                </a:lnTo>
                <a:cubicBezTo>
                  <a:pt x="353713" y="171069"/>
                  <a:pt x="356275" y="174974"/>
                  <a:pt x="356275" y="178975"/>
                </a:cubicBezTo>
                <a:close/>
                <a:moveTo>
                  <a:pt x="303915" y="295847"/>
                </a:moveTo>
                <a:cubicBezTo>
                  <a:pt x="306571" y="298418"/>
                  <a:pt x="306571" y="303657"/>
                  <a:pt x="303915" y="306229"/>
                </a:cubicBezTo>
                <a:cubicBezTo>
                  <a:pt x="301259" y="308800"/>
                  <a:pt x="300026" y="308800"/>
                  <a:pt x="297370" y="308800"/>
                </a:cubicBezTo>
                <a:cubicBezTo>
                  <a:pt x="296042" y="308800"/>
                  <a:pt x="293481" y="308800"/>
                  <a:pt x="292153" y="306229"/>
                </a:cubicBezTo>
                <a:lnTo>
                  <a:pt x="269862" y="284131"/>
                </a:lnTo>
                <a:cubicBezTo>
                  <a:pt x="267206" y="281559"/>
                  <a:pt x="267206" y="276320"/>
                  <a:pt x="269862" y="273749"/>
                </a:cubicBezTo>
                <a:cubicBezTo>
                  <a:pt x="272518" y="271177"/>
                  <a:pt x="277735" y="271177"/>
                  <a:pt x="281624" y="273749"/>
                </a:cubicBezTo>
                <a:lnTo>
                  <a:pt x="303915" y="295847"/>
                </a:lnTo>
                <a:close/>
                <a:moveTo>
                  <a:pt x="186010" y="319183"/>
                </a:moveTo>
                <a:lnTo>
                  <a:pt x="186010" y="350139"/>
                </a:lnTo>
                <a:cubicBezTo>
                  <a:pt x="186010" y="355283"/>
                  <a:pt x="183354" y="357854"/>
                  <a:pt x="178137" y="357854"/>
                </a:cubicBezTo>
                <a:cubicBezTo>
                  <a:pt x="174153" y="357854"/>
                  <a:pt x="170264" y="355283"/>
                  <a:pt x="170264" y="350139"/>
                </a:cubicBezTo>
                <a:lnTo>
                  <a:pt x="170264" y="319183"/>
                </a:lnTo>
                <a:cubicBezTo>
                  <a:pt x="170264" y="315278"/>
                  <a:pt x="174153" y="311468"/>
                  <a:pt x="178137" y="311468"/>
                </a:cubicBezTo>
                <a:cubicBezTo>
                  <a:pt x="183354" y="311468"/>
                  <a:pt x="186010" y="315373"/>
                  <a:pt x="186010" y="31918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8" name="Graphic 175">
            <a:extLst>
              <a:ext uri="{FF2B5EF4-FFF2-40B4-BE49-F238E27FC236}">
                <a16:creationId xmlns:a16="http://schemas.microsoft.com/office/drawing/2014/main" id="{DD089CA3-41DC-125C-9289-847D3DC3BB7A}"/>
              </a:ext>
            </a:extLst>
          </p:cNvPr>
          <p:cNvSpPr/>
          <p:nvPr/>
        </p:nvSpPr>
        <p:spPr>
          <a:xfrm>
            <a:off x="2963367" y="2836444"/>
            <a:ext cx="471058" cy="494052"/>
          </a:xfrm>
          <a:custGeom>
            <a:avLst/>
            <a:gdLst>
              <a:gd name="connsiteX0" fmla="*/ 108609 w 356274"/>
              <a:gd name="connsiteY0" fmla="*/ 245269 h 373665"/>
              <a:gd name="connsiteX1" fmla="*/ 108609 w 356274"/>
              <a:gd name="connsiteY1" fmla="*/ 38957 h 373665"/>
              <a:gd name="connsiteX2" fmla="*/ 69813 w 356274"/>
              <a:gd name="connsiteY2" fmla="*/ 0 h 373665"/>
              <a:gd name="connsiteX3" fmla="*/ 31017 w 356274"/>
              <a:gd name="connsiteY3" fmla="*/ 38957 h 373665"/>
              <a:gd name="connsiteX4" fmla="*/ 31017 w 356274"/>
              <a:gd name="connsiteY4" fmla="*/ 245269 h 373665"/>
              <a:gd name="connsiteX5" fmla="*/ 0 w 356274"/>
              <a:gd name="connsiteY5" fmla="*/ 303657 h 373665"/>
              <a:gd name="connsiteX6" fmla="*/ 69908 w 356274"/>
              <a:gd name="connsiteY6" fmla="*/ 373666 h 373665"/>
              <a:gd name="connsiteX7" fmla="*/ 139816 w 356274"/>
              <a:gd name="connsiteY7" fmla="*/ 303657 h 373665"/>
              <a:gd name="connsiteX8" fmla="*/ 108798 w 356274"/>
              <a:gd name="connsiteY8" fmla="*/ 245269 h 373665"/>
              <a:gd name="connsiteX9" fmla="*/ 69813 w 356274"/>
              <a:gd name="connsiteY9" fmla="*/ 358140 h 373665"/>
              <a:gd name="connsiteX10" fmla="*/ 15461 w 356274"/>
              <a:gd name="connsiteY10" fmla="*/ 303657 h 373665"/>
              <a:gd name="connsiteX11" fmla="*/ 42685 w 356274"/>
              <a:gd name="connsiteY11" fmla="*/ 256985 h 373665"/>
              <a:gd name="connsiteX12" fmla="*/ 46574 w 356274"/>
              <a:gd name="connsiteY12" fmla="*/ 250508 h 373665"/>
              <a:gd name="connsiteX13" fmla="*/ 46574 w 356274"/>
              <a:gd name="connsiteY13" fmla="*/ 39053 h 373665"/>
              <a:gd name="connsiteX14" fmla="*/ 69908 w 356274"/>
              <a:gd name="connsiteY14" fmla="*/ 15716 h 373665"/>
              <a:gd name="connsiteX15" fmla="*/ 93242 w 356274"/>
              <a:gd name="connsiteY15" fmla="*/ 39053 h 373665"/>
              <a:gd name="connsiteX16" fmla="*/ 93242 w 356274"/>
              <a:gd name="connsiteY16" fmla="*/ 250508 h 373665"/>
              <a:gd name="connsiteX17" fmla="*/ 97131 w 356274"/>
              <a:gd name="connsiteY17" fmla="*/ 256985 h 373665"/>
              <a:gd name="connsiteX18" fmla="*/ 124355 w 356274"/>
              <a:gd name="connsiteY18" fmla="*/ 303657 h 373665"/>
              <a:gd name="connsiteX19" fmla="*/ 70003 w 356274"/>
              <a:gd name="connsiteY19" fmla="*/ 358140 h 373665"/>
              <a:gd name="connsiteX20" fmla="*/ 77686 w 356274"/>
              <a:gd name="connsiteY20" fmla="*/ 282321 h 373665"/>
              <a:gd name="connsiteX21" fmla="*/ 77686 w 356274"/>
              <a:gd name="connsiteY21" fmla="*/ 116586 h 373665"/>
              <a:gd name="connsiteX22" fmla="*/ 69813 w 356274"/>
              <a:gd name="connsiteY22" fmla="*/ 108775 h 373665"/>
              <a:gd name="connsiteX23" fmla="*/ 61940 w 356274"/>
              <a:gd name="connsiteY23" fmla="*/ 116586 h 373665"/>
              <a:gd name="connsiteX24" fmla="*/ 61940 w 356274"/>
              <a:gd name="connsiteY24" fmla="*/ 282035 h 373665"/>
              <a:gd name="connsiteX25" fmla="*/ 46194 w 356274"/>
              <a:gd name="connsiteY25" fmla="*/ 303943 h 373665"/>
              <a:gd name="connsiteX26" fmla="*/ 69339 w 356274"/>
              <a:gd name="connsiteY26" fmla="*/ 327184 h 373665"/>
              <a:gd name="connsiteX27" fmla="*/ 92483 w 356274"/>
              <a:gd name="connsiteY27" fmla="*/ 303943 h 373665"/>
              <a:gd name="connsiteX28" fmla="*/ 77591 w 356274"/>
              <a:gd name="connsiteY28" fmla="*/ 282321 h 373665"/>
              <a:gd name="connsiteX29" fmla="*/ 69339 w 356274"/>
              <a:gd name="connsiteY29" fmla="*/ 311753 h 373665"/>
              <a:gd name="connsiteX30" fmla="*/ 61656 w 356274"/>
              <a:gd name="connsiteY30" fmla="*/ 304038 h 373665"/>
              <a:gd name="connsiteX31" fmla="*/ 69339 w 356274"/>
              <a:gd name="connsiteY31" fmla="*/ 296323 h 373665"/>
              <a:gd name="connsiteX32" fmla="*/ 77022 w 356274"/>
              <a:gd name="connsiteY32" fmla="*/ 304038 h 373665"/>
              <a:gd name="connsiteX33" fmla="*/ 69339 w 356274"/>
              <a:gd name="connsiteY33" fmla="*/ 311753 h 373665"/>
              <a:gd name="connsiteX34" fmla="*/ 286367 w 356274"/>
              <a:gd name="connsiteY34" fmla="*/ 178975 h 373665"/>
              <a:gd name="connsiteX35" fmla="*/ 178232 w 356274"/>
              <a:gd name="connsiteY35" fmla="*/ 287750 h 373665"/>
              <a:gd name="connsiteX36" fmla="*/ 153760 w 356274"/>
              <a:gd name="connsiteY36" fmla="*/ 285179 h 373665"/>
              <a:gd name="connsiteX37" fmla="*/ 148637 w 356274"/>
              <a:gd name="connsiteY37" fmla="*/ 276130 h 373665"/>
              <a:gd name="connsiteX38" fmla="*/ 157649 w 356274"/>
              <a:gd name="connsiteY38" fmla="*/ 269653 h 373665"/>
              <a:gd name="connsiteX39" fmla="*/ 178232 w 356274"/>
              <a:gd name="connsiteY39" fmla="*/ 272225 h 373665"/>
              <a:gd name="connsiteX40" fmla="*/ 270905 w 356274"/>
              <a:gd name="connsiteY40" fmla="*/ 178975 h 373665"/>
              <a:gd name="connsiteX41" fmla="*/ 178232 w 356274"/>
              <a:gd name="connsiteY41" fmla="*/ 85725 h 373665"/>
              <a:gd name="connsiteX42" fmla="*/ 151199 w 356274"/>
              <a:gd name="connsiteY42" fmla="*/ 89630 h 373665"/>
              <a:gd name="connsiteX43" fmla="*/ 140859 w 356274"/>
              <a:gd name="connsiteY43" fmla="*/ 84487 h 373665"/>
              <a:gd name="connsiteX44" fmla="*/ 145981 w 356274"/>
              <a:gd name="connsiteY44" fmla="*/ 75438 h 373665"/>
              <a:gd name="connsiteX45" fmla="*/ 178137 w 356274"/>
              <a:gd name="connsiteY45" fmla="*/ 70295 h 373665"/>
              <a:gd name="connsiteX46" fmla="*/ 286272 w 356274"/>
              <a:gd name="connsiteY46" fmla="*/ 179070 h 373665"/>
              <a:gd name="connsiteX47" fmla="*/ 170264 w 356274"/>
              <a:gd name="connsiteY47" fmla="*/ 38862 h 373665"/>
              <a:gd name="connsiteX48" fmla="*/ 170264 w 356274"/>
              <a:gd name="connsiteY48" fmla="*/ 7906 h 373665"/>
              <a:gd name="connsiteX49" fmla="*/ 178137 w 356274"/>
              <a:gd name="connsiteY49" fmla="*/ 191 h 373665"/>
              <a:gd name="connsiteX50" fmla="*/ 186010 w 356274"/>
              <a:gd name="connsiteY50" fmla="*/ 7906 h 373665"/>
              <a:gd name="connsiteX51" fmla="*/ 186010 w 356274"/>
              <a:gd name="connsiteY51" fmla="*/ 38862 h 373665"/>
              <a:gd name="connsiteX52" fmla="*/ 178137 w 356274"/>
              <a:gd name="connsiteY52" fmla="*/ 46577 h 373665"/>
              <a:gd name="connsiteX53" fmla="*/ 170264 w 356274"/>
              <a:gd name="connsiteY53" fmla="*/ 38862 h 373665"/>
              <a:gd name="connsiteX54" fmla="*/ 304768 w 356274"/>
              <a:gd name="connsiteY54" fmla="*/ 53531 h 373665"/>
              <a:gd name="connsiteX55" fmla="*/ 304768 w 356274"/>
              <a:gd name="connsiteY55" fmla="*/ 65246 h 373665"/>
              <a:gd name="connsiteX56" fmla="*/ 282952 w 356274"/>
              <a:gd name="connsiteY56" fmla="*/ 87344 h 373665"/>
              <a:gd name="connsiteX57" fmla="*/ 276502 w 356274"/>
              <a:gd name="connsiteY57" fmla="*/ 88678 h 373665"/>
              <a:gd name="connsiteX58" fmla="*/ 271379 w 356274"/>
              <a:gd name="connsiteY58" fmla="*/ 87344 h 373665"/>
              <a:gd name="connsiteX59" fmla="*/ 271379 w 356274"/>
              <a:gd name="connsiteY59" fmla="*/ 75629 h 373665"/>
              <a:gd name="connsiteX60" fmla="*/ 293196 w 356274"/>
              <a:gd name="connsiteY60" fmla="*/ 53531 h 373665"/>
              <a:gd name="connsiteX61" fmla="*/ 304768 w 356274"/>
              <a:gd name="connsiteY61" fmla="*/ 53531 h 373665"/>
              <a:gd name="connsiteX62" fmla="*/ 356275 w 356274"/>
              <a:gd name="connsiteY62" fmla="*/ 178975 h 373665"/>
              <a:gd name="connsiteX63" fmla="*/ 348591 w 356274"/>
              <a:gd name="connsiteY63" fmla="*/ 186881 h 373665"/>
              <a:gd name="connsiteX64" fmla="*/ 317764 w 356274"/>
              <a:gd name="connsiteY64" fmla="*/ 186881 h 373665"/>
              <a:gd name="connsiteX65" fmla="*/ 310080 w 356274"/>
              <a:gd name="connsiteY65" fmla="*/ 178975 h 373665"/>
              <a:gd name="connsiteX66" fmla="*/ 317764 w 356274"/>
              <a:gd name="connsiteY66" fmla="*/ 171069 h 373665"/>
              <a:gd name="connsiteX67" fmla="*/ 348591 w 356274"/>
              <a:gd name="connsiteY67" fmla="*/ 171069 h 373665"/>
              <a:gd name="connsiteX68" fmla="*/ 356275 w 356274"/>
              <a:gd name="connsiteY68" fmla="*/ 178975 h 373665"/>
              <a:gd name="connsiteX69" fmla="*/ 303915 w 356274"/>
              <a:gd name="connsiteY69" fmla="*/ 295847 h 373665"/>
              <a:gd name="connsiteX70" fmla="*/ 303915 w 356274"/>
              <a:gd name="connsiteY70" fmla="*/ 306229 h 373665"/>
              <a:gd name="connsiteX71" fmla="*/ 297370 w 356274"/>
              <a:gd name="connsiteY71" fmla="*/ 308800 h 373665"/>
              <a:gd name="connsiteX72" fmla="*/ 292153 w 356274"/>
              <a:gd name="connsiteY72" fmla="*/ 306229 h 373665"/>
              <a:gd name="connsiteX73" fmla="*/ 269862 w 356274"/>
              <a:gd name="connsiteY73" fmla="*/ 284131 h 373665"/>
              <a:gd name="connsiteX74" fmla="*/ 269862 w 356274"/>
              <a:gd name="connsiteY74" fmla="*/ 273749 h 373665"/>
              <a:gd name="connsiteX75" fmla="*/ 281624 w 356274"/>
              <a:gd name="connsiteY75" fmla="*/ 273749 h 373665"/>
              <a:gd name="connsiteX76" fmla="*/ 303915 w 356274"/>
              <a:gd name="connsiteY76" fmla="*/ 295847 h 373665"/>
              <a:gd name="connsiteX77" fmla="*/ 186010 w 356274"/>
              <a:gd name="connsiteY77" fmla="*/ 319183 h 373665"/>
              <a:gd name="connsiteX78" fmla="*/ 186010 w 356274"/>
              <a:gd name="connsiteY78" fmla="*/ 350139 h 373665"/>
              <a:gd name="connsiteX79" fmla="*/ 178137 w 356274"/>
              <a:gd name="connsiteY79" fmla="*/ 357854 h 373665"/>
              <a:gd name="connsiteX80" fmla="*/ 170264 w 356274"/>
              <a:gd name="connsiteY80" fmla="*/ 350139 h 373665"/>
              <a:gd name="connsiteX81" fmla="*/ 170264 w 356274"/>
              <a:gd name="connsiteY81" fmla="*/ 319183 h 373665"/>
              <a:gd name="connsiteX82" fmla="*/ 178137 w 356274"/>
              <a:gd name="connsiteY82" fmla="*/ 311468 h 373665"/>
              <a:gd name="connsiteX83" fmla="*/ 186010 w 356274"/>
              <a:gd name="connsiteY83" fmla="*/ 319183 h 373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356274" h="373665">
                <a:moveTo>
                  <a:pt x="108609" y="245269"/>
                </a:moveTo>
                <a:lnTo>
                  <a:pt x="108609" y="38957"/>
                </a:lnTo>
                <a:cubicBezTo>
                  <a:pt x="108609" y="18193"/>
                  <a:pt x="91819" y="0"/>
                  <a:pt x="69813" y="0"/>
                </a:cubicBezTo>
                <a:cubicBezTo>
                  <a:pt x="49135" y="0"/>
                  <a:pt x="31017" y="18193"/>
                  <a:pt x="31017" y="38957"/>
                </a:cubicBezTo>
                <a:lnTo>
                  <a:pt x="31017" y="245269"/>
                </a:lnTo>
                <a:cubicBezTo>
                  <a:pt x="11572" y="258223"/>
                  <a:pt x="0" y="280321"/>
                  <a:pt x="0" y="303657"/>
                </a:cubicBezTo>
                <a:cubicBezTo>
                  <a:pt x="0" y="342614"/>
                  <a:pt x="31017" y="373666"/>
                  <a:pt x="69908" y="373666"/>
                </a:cubicBezTo>
                <a:cubicBezTo>
                  <a:pt x="108798" y="373666"/>
                  <a:pt x="139816" y="342519"/>
                  <a:pt x="139816" y="303657"/>
                </a:cubicBezTo>
                <a:cubicBezTo>
                  <a:pt x="139816" y="280321"/>
                  <a:pt x="128149" y="258223"/>
                  <a:pt x="108798" y="245269"/>
                </a:cubicBezTo>
                <a:close/>
                <a:moveTo>
                  <a:pt x="69813" y="358140"/>
                </a:moveTo>
                <a:cubicBezTo>
                  <a:pt x="40029" y="358140"/>
                  <a:pt x="15461" y="333470"/>
                  <a:pt x="15461" y="303657"/>
                </a:cubicBezTo>
                <a:cubicBezTo>
                  <a:pt x="15461" y="284226"/>
                  <a:pt x="25801" y="266033"/>
                  <a:pt x="42685" y="256985"/>
                </a:cubicBezTo>
                <a:cubicBezTo>
                  <a:pt x="45246" y="255651"/>
                  <a:pt x="46574" y="253079"/>
                  <a:pt x="46574" y="250508"/>
                </a:cubicBezTo>
                <a:lnTo>
                  <a:pt x="46574" y="39053"/>
                </a:lnTo>
                <a:cubicBezTo>
                  <a:pt x="46574" y="26099"/>
                  <a:pt x="56913" y="15716"/>
                  <a:pt x="69908" y="15716"/>
                </a:cubicBezTo>
                <a:cubicBezTo>
                  <a:pt x="82903" y="15716"/>
                  <a:pt x="93242" y="26099"/>
                  <a:pt x="93242" y="39053"/>
                </a:cubicBezTo>
                <a:lnTo>
                  <a:pt x="93242" y="250508"/>
                </a:lnTo>
                <a:cubicBezTo>
                  <a:pt x="93242" y="253079"/>
                  <a:pt x="94570" y="255651"/>
                  <a:pt x="97131" y="256985"/>
                </a:cubicBezTo>
                <a:cubicBezTo>
                  <a:pt x="113921" y="266033"/>
                  <a:pt x="124355" y="284226"/>
                  <a:pt x="124355" y="303657"/>
                </a:cubicBezTo>
                <a:cubicBezTo>
                  <a:pt x="124355" y="333470"/>
                  <a:pt x="99787" y="358140"/>
                  <a:pt x="70003" y="358140"/>
                </a:cubicBezTo>
                <a:close/>
                <a:moveTo>
                  <a:pt x="77686" y="282321"/>
                </a:moveTo>
                <a:lnTo>
                  <a:pt x="77686" y="116586"/>
                </a:lnTo>
                <a:cubicBezTo>
                  <a:pt x="77686" y="112681"/>
                  <a:pt x="75030" y="108775"/>
                  <a:pt x="69813" y="108775"/>
                </a:cubicBezTo>
                <a:cubicBezTo>
                  <a:pt x="65924" y="108775"/>
                  <a:pt x="61940" y="112681"/>
                  <a:pt x="61940" y="116586"/>
                </a:cubicBezTo>
                <a:lnTo>
                  <a:pt x="61940" y="282035"/>
                </a:lnTo>
                <a:cubicBezTo>
                  <a:pt x="52834" y="285083"/>
                  <a:pt x="46194" y="293656"/>
                  <a:pt x="46194" y="303943"/>
                </a:cubicBezTo>
                <a:cubicBezTo>
                  <a:pt x="46194" y="316897"/>
                  <a:pt x="56439" y="327184"/>
                  <a:pt x="69339" y="327184"/>
                </a:cubicBezTo>
                <a:cubicBezTo>
                  <a:pt x="82239" y="327184"/>
                  <a:pt x="92483" y="316897"/>
                  <a:pt x="92483" y="303943"/>
                </a:cubicBezTo>
                <a:cubicBezTo>
                  <a:pt x="92483" y="293942"/>
                  <a:pt x="86318" y="285655"/>
                  <a:pt x="77591" y="282321"/>
                </a:cubicBezTo>
                <a:close/>
                <a:moveTo>
                  <a:pt x="69339" y="311753"/>
                </a:moveTo>
                <a:cubicBezTo>
                  <a:pt x="65450" y="311753"/>
                  <a:pt x="61656" y="309182"/>
                  <a:pt x="61656" y="304038"/>
                </a:cubicBezTo>
                <a:cubicBezTo>
                  <a:pt x="61656" y="300133"/>
                  <a:pt x="65545" y="296323"/>
                  <a:pt x="69339" y="296323"/>
                </a:cubicBezTo>
                <a:cubicBezTo>
                  <a:pt x="74461" y="296323"/>
                  <a:pt x="77022" y="300228"/>
                  <a:pt x="77022" y="304038"/>
                </a:cubicBezTo>
                <a:cubicBezTo>
                  <a:pt x="77022" y="309182"/>
                  <a:pt x="74461" y="311753"/>
                  <a:pt x="69339" y="311753"/>
                </a:cubicBezTo>
                <a:close/>
                <a:moveTo>
                  <a:pt x="286367" y="178975"/>
                </a:moveTo>
                <a:cubicBezTo>
                  <a:pt x="286367" y="238506"/>
                  <a:pt x="238749" y="287750"/>
                  <a:pt x="178232" y="287750"/>
                </a:cubicBezTo>
                <a:cubicBezTo>
                  <a:pt x="170549" y="287750"/>
                  <a:pt x="161538" y="286417"/>
                  <a:pt x="153760" y="285179"/>
                </a:cubicBezTo>
                <a:cubicBezTo>
                  <a:pt x="149871" y="283845"/>
                  <a:pt x="147309" y="280035"/>
                  <a:pt x="148637" y="276130"/>
                </a:cubicBezTo>
                <a:cubicBezTo>
                  <a:pt x="149965" y="270986"/>
                  <a:pt x="153760" y="268319"/>
                  <a:pt x="157649" y="269653"/>
                </a:cubicBezTo>
                <a:cubicBezTo>
                  <a:pt x="164099" y="270986"/>
                  <a:pt x="171782" y="272225"/>
                  <a:pt x="178232" y="272225"/>
                </a:cubicBezTo>
                <a:cubicBezTo>
                  <a:pt x="229738" y="272225"/>
                  <a:pt x="270905" y="230791"/>
                  <a:pt x="270905" y="178975"/>
                </a:cubicBezTo>
                <a:cubicBezTo>
                  <a:pt x="270905" y="127159"/>
                  <a:pt x="229738" y="85725"/>
                  <a:pt x="178232" y="85725"/>
                </a:cubicBezTo>
                <a:cubicBezTo>
                  <a:pt x="169221" y="85725"/>
                  <a:pt x="160210" y="87058"/>
                  <a:pt x="151199" y="89630"/>
                </a:cubicBezTo>
                <a:cubicBezTo>
                  <a:pt x="146076" y="90964"/>
                  <a:pt x="142187" y="88297"/>
                  <a:pt x="140859" y="84487"/>
                </a:cubicBezTo>
                <a:cubicBezTo>
                  <a:pt x="139531" y="80677"/>
                  <a:pt x="142187" y="76676"/>
                  <a:pt x="145981" y="75438"/>
                </a:cubicBezTo>
                <a:cubicBezTo>
                  <a:pt x="156226" y="71533"/>
                  <a:pt x="167893" y="70295"/>
                  <a:pt x="178137" y="70295"/>
                </a:cubicBezTo>
                <a:cubicBezTo>
                  <a:pt x="238655" y="70295"/>
                  <a:pt x="286272" y="119539"/>
                  <a:pt x="286272" y="179070"/>
                </a:cubicBezTo>
                <a:close/>
                <a:moveTo>
                  <a:pt x="170264" y="38862"/>
                </a:moveTo>
                <a:lnTo>
                  <a:pt x="170264" y="7906"/>
                </a:lnTo>
                <a:cubicBezTo>
                  <a:pt x="170264" y="4001"/>
                  <a:pt x="174153" y="191"/>
                  <a:pt x="178137" y="191"/>
                </a:cubicBezTo>
                <a:cubicBezTo>
                  <a:pt x="183354" y="191"/>
                  <a:pt x="186010" y="4096"/>
                  <a:pt x="186010" y="7906"/>
                </a:cubicBezTo>
                <a:lnTo>
                  <a:pt x="186010" y="38862"/>
                </a:lnTo>
                <a:cubicBezTo>
                  <a:pt x="186010" y="44006"/>
                  <a:pt x="183354" y="46577"/>
                  <a:pt x="178137" y="46577"/>
                </a:cubicBezTo>
                <a:cubicBezTo>
                  <a:pt x="174153" y="46577"/>
                  <a:pt x="170264" y="44006"/>
                  <a:pt x="170264" y="38862"/>
                </a:cubicBezTo>
                <a:close/>
                <a:moveTo>
                  <a:pt x="304768" y="53531"/>
                </a:moveTo>
                <a:cubicBezTo>
                  <a:pt x="307329" y="57436"/>
                  <a:pt x="307329" y="61341"/>
                  <a:pt x="304768" y="65246"/>
                </a:cubicBezTo>
                <a:lnTo>
                  <a:pt x="282952" y="87344"/>
                </a:lnTo>
                <a:cubicBezTo>
                  <a:pt x="280391" y="88678"/>
                  <a:pt x="279063" y="88678"/>
                  <a:pt x="276502" y="88678"/>
                </a:cubicBezTo>
                <a:cubicBezTo>
                  <a:pt x="275269" y="88678"/>
                  <a:pt x="272613" y="88678"/>
                  <a:pt x="271379" y="87344"/>
                </a:cubicBezTo>
                <a:cubicBezTo>
                  <a:pt x="268818" y="83439"/>
                  <a:pt x="268818" y="79534"/>
                  <a:pt x="271379" y="75629"/>
                </a:cubicBezTo>
                <a:lnTo>
                  <a:pt x="293196" y="53531"/>
                </a:lnTo>
                <a:cubicBezTo>
                  <a:pt x="295757" y="50959"/>
                  <a:pt x="300879" y="50959"/>
                  <a:pt x="304768" y="53531"/>
                </a:cubicBezTo>
                <a:close/>
                <a:moveTo>
                  <a:pt x="356275" y="178975"/>
                </a:moveTo>
                <a:cubicBezTo>
                  <a:pt x="356275" y="184214"/>
                  <a:pt x="353713" y="186881"/>
                  <a:pt x="348591" y="186881"/>
                </a:cubicBezTo>
                <a:lnTo>
                  <a:pt x="317764" y="186881"/>
                </a:lnTo>
                <a:cubicBezTo>
                  <a:pt x="313874" y="186881"/>
                  <a:pt x="310080" y="184214"/>
                  <a:pt x="310080" y="178975"/>
                </a:cubicBezTo>
                <a:cubicBezTo>
                  <a:pt x="310080" y="175070"/>
                  <a:pt x="313969" y="171069"/>
                  <a:pt x="317764" y="171069"/>
                </a:cubicBezTo>
                <a:lnTo>
                  <a:pt x="348591" y="171069"/>
                </a:lnTo>
                <a:cubicBezTo>
                  <a:pt x="353713" y="171069"/>
                  <a:pt x="356275" y="174974"/>
                  <a:pt x="356275" y="178975"/>
                </a:cubicBezTo>
                <a:close/>
                <a:moveTo>
                  <a:pt x="303915" y="295847"/>
                </a:moveTo>
                <a:cubicBezTo>
                  <a:pt x="306571" y="298418"/>
                  <a:pt x="306571" y="303657"/>
                  <a:pt x="303915" y="306229"/>
                </a:cubicBezTo>
                <a:cubicBezTo>
                  <a:pt x="301259" y="308800"/>
                  <a:pt x="300026" y="308800"/>
                  <a:pt x="297370" y="308800"/>
                </a:cubicBezTo>
                <a:cubicBezTo>
                  <a:pt x="296042" y="308800"/>
                  <a:pt x="293481" y="308800"/>
                  <a:pt x="292153" y="306229"/>
                </a:cubicBezTo>
                <a:lnTo>
                  <a:pt x="269862" y="284131"/>
                </a:lnTo>
                <a:cubicBezTo>
                  <a:pt x="267206" y="281559"/>
                  <a:pt x="267206" y="276320"/>
                  <a:pt x="269862" y="273749"/>
                </a:cubicBezTo>
                <a:cubicBezTo>
                  <a:pt x="272518" y="271177"/>
                  <a:pt x="277735" y="271177"/>
                  <a:pt x="281624" y="273749"/>
                </a:cubicBezTo>
                <a:lnTo>
                  <a:pt x="303915" y="295847"/>
                </a:lnTo>
                <a:close/>
                <a:moveTo>
                  <a:pt x="186010" y="319183"/>
                </a:moveTo>
                <a:lnTo>
                  <a:pt x="186010" y="350139"/>
                </a:lnTo>
                <a:cubicBezTo>
                  <a:pt x="186010" y="355283"/>
                  <a:pt x="183354" y="357854"/>
                  <a:pt x="178137" y="357854"/>
                </a:cubicBezTo>
                <a:cubicBezTo>
                  <a:pt x="174153" y="357854"/>
                  <a:pt x="170264" y="355283"/>
                  <a:pt x="170264" y="350139"/>
                </a:cubicBezTo>
                <a:lnTo>
                  <a:pt x="170264" y="319183"/>
                </a:lnTo>
                <a:cubicBezTo>
                  <a:pt x="170264" y="315278"/>
                  <a:pt x="174153" y="311468"/>
                  <a:pt x="178137" y="311468"/>
                </a:cubicBezTo>
                <a:cubicBezTo>
                  <a:pt x="183354" y="311468"/>
                  <a:pt x="186010" y="315373"/>
                  <a:pt x="186010" y="31918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9" name="Graphic 175">
            <a:extLst>
              <a:ext uri="{FF2B5EF4-FFF2-40B4-BE49-F238E27FC236}">
                <a16:creationId xmlns:a16="http://schemas.microsoft.com/office/drawing/2014/main" id="{ED05B828-34D0-BB62-D47E-8199F52D6FB2}"/>
              </a:ext>
            </a:extLst>
          </p:cNvPr>
          <p:cNvSpPr/>
          <p:nvPr/>
        </p:nvSpPr>
        <p:spPr>
          <a:xfrm>
            <a:off x="2204542" y="3439694"/>
            <a:ext cx="471058" cy="494052"/>
          </a:xfrm>
          <a:custGeom>
            <a:avLst/>
            <a:gdLst>
              <a:gd name="connsiteX0" fmla="*/ 108609 w 356274"/>
              <a:gd name="connsiteY0" fmla="*/ 245269 h 373665"/>
              <a:gd name="connsiteX1" fmla="*/ 108609 w 356274"/>
              <a:gd name="connsiteY1" fmla="*/ 38957 h 373665"/>
              <a:gd name="connsiteX2" fmla="*/ 69813 w 356274"/>
              <a:gd name="connsiteY2" fmla="*/ 0 h 373665"/>
              <a:gd name="connsiteX3" fmla="*/ 31017 w 356274"/>
              <a:gd name="connsiteY3" fmla="*/ 38957 h 373665"/>
              <a:gd name="connsiteX4" fmla="*/ 31017 w 356274"/>
              <a:gd name="connsiteY4" fmla="*/ 245269 h 373665"/>
              <a:gd name="connsiteX5" fmla="*/ 0 w 356274"/>
              <a:gd name="connsiteY5" fmla="*/ 303657 h 373665"/>
              <a:gd name="connsiteX6" fmla="*/ 69908 w 356274"/>
              <a:gd name="connsiteY6" fmla="*/ 373666 h 373665"/>
              <a:gd name="connsiteX7" fmla="*/ 139816 w 356274"/>
              <a:gd name="connsiteY7" fmla="*/ 303657 h 373665"/>
              <a:gd name="connsiteX8" fmla="*/ 108798 w 356274"/>
              <a:gd name="connsiteY8" fmla="*/ 245269 h 373665"/>
              <a:gd name="connsiteX9" fmla="*/ 69813 w 356274"/>
              <a:gd name="connsiteY9" fmla="*/ 358140 h 373665"/>
              <a:gd name="connsiteX10" fmla="*/ 15461 w 356274"/>
              <a:gd name="connsiteY10" fmla="*/ 303657 h 373665"/>
              <a:gd name="connsiteX11" fmla="*/ 42685 w 356274"/>
              <a:gd name="connsiteY11" fmla="*/ 256985 h 373665"/>
              <a:gd name="connsiteX12" fmla="*/ 46574 w 356274"/>
              <a:gd name="connsiteY12" fmla="*/ 250508 h 373665"/>
              <a:gd name="connsiteX13" fmla="*/ 46574 w 356274"/>
              <a:gd name="connsiteY13" fmla="*/ 39053 h 373665"/>
              <a:gd name="connsiteX14" fmla="*/ 69908 w 356274"/>
              <a:gd name="connsiteY14" fmla="*/ 15716 h 373665"/>
              <a:gd name="connsiteX15" fmla="*/ 93242 w 356274"/>
              <a:gd name="connsiteY15" fmla="*/ 39053 h 373665"/>
              <a:gd name="connsiteX16" fmla="*/ 93242 w 356274"/>
              <a:gd name="connsiteY16" fmla="*/ 250508 h 373665"/>
              <a:gd name="connsiteX17" fmla="*/ 97131 w 356274"/>
              <a:gd name="connsiteY17" fmla="*/ 256985 h 373665"/>
              <a:gd name="connsiteX18" fmla="*/ 124355 w 356274"/>
              <a:gd name="connsiteY18" fmla="*/ 303657 h 373665"/>
              <a:gd name="connsiteX19" fmla="*/ 70003 w 356274"/>
              <a:gd name="connsiteY19" fmla="*/ 358140 h 373665"/>
              <a:gd name="connsiteX20" fmla="*/ 77686 w 356274"/>
              <a:gd name="connsiteY20" fmla="*/ 282321 h 373665"/>
              <a:gd name="connsiteX21" fmla="*/ 77686 w 356274"/>
              <a:gd name="connsiteY21" fmla="*/ 116586 h 373665"/>
              <a:gd name="connsiteX22" fmla="*/ 69813 w 356274"/>
              <a:gd name="connsiteY22" fmla="*/ 108775 h 373665"/>
              <a:gd name="connsiteX23" fmla="*/ 61940 w 356274"/>
              <a:gd name="connsiteY23" fmla="*/ 116586 h 373665"/>
              <a:gd name="connsiteX24" fmla="*/ 61940 w 356274"/>
              <a:gd name="connsiteY24" fmla="*/ 282035 h 373665"/>
              <a:gd name="connsiteX25" fmla="*/ 46194 w 356274"/>
              <a:gd name="connsiteY25" fmla="*/ 303943 h 373665"/>
              <a:gd name="connsiteX26" fmla="*/ 69339 w 356274"/>
              <a:gd name="connsiteY26" fmla="*/ 327184 h 373665"/>
              <a:gd name="connsiteX27" fmla="*/ 92483 w 356274"/>
              <a:gd name="connsiteY27" fmla="*/ 303943 h 373665"/>
              <a:gd name="connsiteX28" fmla="*/ 77591 w 356274"/>
              <a:gd name="connsiteY28" fmla="*/ 282321 h 373665"/>
              <a:gd name="connsiteX29" fmla="*/ 69339 w 356274"/>
              <a:gd name="connsiteY29" fmla="*/ 311753 h 373665"/>
              <a:gd name="connsiteX30" fmla="*/ 61656 w 356274"/>
              <a:gd name="connsiteY30" fmla="*/ 304038 h 373665"/>
              <a:gd name="connsiteX31" fmla="*/ 69339 w 356274"/>
              <a:gd name="connsiteY31" fmla="*/ 296323 h 373665"/>
              <a:gd name="connsiteX32" fmla="*/ 77022 w 356274"/>
              <a:gd name="connsiteY32" fmla="*/ 304038 h 373665"/>
              <a:gd name="connsiteX33" fmla="*/ 69339 w 356274"/>
              <a:gd name="connsiteY33" fmla="*/ 311753 h 373665"/>
              <a:gd name="connsiteX34" fmla="*/ 286367 w 356274"/>
              <a:gd name="connsiteY34" fmla="*/ 178975 h 373665"/>
              <a:gd name="connsiteX35" fmla="*/ 178232 w 356274"/>
              <a:gd name="connsiteY35" fmla="*/ 287750 h 373665"/>
              <a:gd name="connsiteX36" fmla="*/ 153760 w 356274"/>
              <a:gd name="connsiteY36" fmla="*/ 285179 h 373665"/>
              <a:gd name="connsiteX37" fmla="*/ 148637 w 356274"/>
              <a:gd name="connsiteY37" fmla="*/ 276130 h 373665"/>
              <a:gd name="connsiteX38" fmla="*/ 157649 w 356274"/>
              <a:gd name="connsiteY38" fmla="*/ 269653 h 373665"/>
              <a:gd name="connsiteX39" fmla="*/ 178232 w 356274"/>
              <a:gd name="connsiteY39" fmla="*/ 272225 h 373665"/>
              <a:gd name="connsiteX40" fmla="*/ 270905 w 356274"/>
              <a:gd name="connsiteY40" fmla="*/ 178975 h 373665"/>
              <a:gd name="connsiteX41" fmla="*/ 178232 w 356274"/>
              <a:gd name="connsiteY41" fmla="*/ 85725 h 373665"/>
              <a:gd name="connsiteX42" fmla="*/ 151199 w 356274"/>
              <a:gd name="connsiteY42" fmla="*/ 89630 h 373665"/>
              <a:gd name="connsiteX43" fmla="*/ 140859 w 356274"/>
              <a:gd name="connsiteY43" fmla="*/ 84487 h 373665"/>
              <a:gd name="connsiteX44" fmla="*/ 145981 w 356274"/>
              <a:gd name="connsiteY44" fmla="*/ 75438 h 373665"/>
              <a:gd name="connsiteX45" fmla="*/ 178137 w 356274"/>
              <a:gd name="connsiteY45" fmla="*/ 70295 h 373665"/>
              <a:gd name="connsiteX46" fmla="*/ 286272 w 356274"/>
              <a:gd name="connsiteY46" fmla="*/ 179070 h 373665"/>
              <a:gd name="connsiteX47" fmla="*/ 170264 w 356274"/>
              <a:gd name="connsiteY47" fmla="*/ 38862 h 373665"/>
              <a:gd name="connsiteX48" fmla="*/ 170264 w 356274"/>
              <a:gd name="connsiteY48" fmla="*/ 7906 h 373665"/>
              <a:gd name="connsiteX49" fmla="*/ 178137 w 356274"/>
              <a:gd name="connsiteY49" fmla="*/ 191 h 373665"/>
              <a:gd name="connsiteX50" fmla="*/ 186010 w 356274"/>
              <a:gd name="connsiteY50" fmla="*/ 7906 h 373665"/>
              <a:gd name="connsiteX51" fmla="*/ 186010 w 356274"/>
              <a:gd name="connsiteY51" fmla="*/ 38862 h 373665"/>
              <a:gd name="connsiteX52" fmla="*/ 178137 w 356274"/>
              <a:gd name="connsiteY52" fmla="*/ 46577 h 373665"/>
              <a:gd name="connsiteX53" fmla="*/ 170264 w 356274"/>
              <a:gd name="connsiteY53" fmla="*/ 38862 h 373665"/>
              <a:gd name="connsiteX54" fmla="*/ 304768 w 356274"/>
              <a:gd name="connsiteY54" fmla="*/ 53531 h 373665"/>
              <a:gd name="connsiteX55" fmla="*/ 304768 w 356274"/>
              <a:gd name="connsiteY55" fmla="*/ 65246 h 373665"/>
              <a:gd name="connsiteX56" fmla="*/ 282952 w 356274"/>
              <a:gd name="connsiteY56" fmla="*/ 87344 h 373665"/>
              <a:gd name="connsiteX57" fmla="*/ 276502 w 356274"/>
              <a:gd name="connsiteY57" fmla="*/ 88678 h 373665"/>
              <a:gd name="connsiteX58" fmla="*/ 271379 w 356274"/>
              <a:gd name="connsiteY58" fmla="*/ 87344 h 373665"/>
              <a:gd name="connsiteX59" fmla="*/ 271379 w 356274"/>
              <a:gd name="connsiteY59" fmla="*/ 75629 h 373665"/>
              <a:gd name="connsiteX60" fmla="*/ 293196 w 356274"/>
              <a:gd name="connsiteY60" fmla="*/ 53531 h 373665"/>
              <a:gd name="connsiteX61" fmla="*/ 304768 w 356274"/>
              <a:gd name="connsiteY61" fmla="*/ 53531 h 373665"/>
              <a:gd name="connsiteX62" fmla="*/ 356275 w 356274"/>
              <a:gd name="connsiteY62" fmla="*/ 178975 h 373665"/>
              <a:gd name="connsiteX63" fmla="*/ 348591 w 356274"/>
              <a:gd name="connsiteY63" fmla="*/ 186881 h 373665"/>
              <a:gd name="connsiteX64" fmla="*/ 317764 w 356274"/>
              <a:gd name="connsiteY64" fmla="*/ 186881 h 373665"/>
              <a:gd name="connsiteX65" fmla="*/ 310080 w 356274"/>
              <a:gd name="connsiteY65" fmla="*/ 178975 h 373665"/>
              <a:gd name="connsiteX66" fmla="*/ 317764 w 356274"/>
              <a:gd name="connsiteY66" fmla="*/ 171069 h 373665"/>
              <a:gd name="connsiteX67" fmla="*/ 348591 w 356274"/>
              <a:gd name="connsiteY67" fmla="*/ 171069 h 373665"/>
              <a:gd name="connsiteX68" fmla="*/ 356275 w 356274"/>
              <a:gd name="connsiteY68" fmla="*/ 178975 h 373665"/>
              <a:gd name="connsiteX69" fmla="*/ 303915 w 356274"/>
              <a:gd name="connsiteY69" fmla="*/ 295847 h 373665"/>
              <a:gd name="connsiteX70" fmla="*/ 303915 w 356274"/>
              <a:gd name="connsiteY70" fmla="*/ 306229 h 373665"/>
              <a:gd name="connsiteX71" fmla="*/ 297370 w 356274"/>
              <a:gd name="connsiteY71" fmla="*/ 308800 h 373665"/>
              <a:gd name="connsiteX72" fmla="*/ 292153 w 356274"/>
              <a:gd name="connsiteY72" fmla="*/ 306229 h 373665"/>
              <a:gd name="connsiteX73" fmla="*/ 269862 w 356274"/>
              <a:gd name="connsiteY73" fmla="*/ 284131 h 373665"/>
              <a:gd name="connsiteX74" fmla="*/ 269862 w 356274"/>
              <a:gd name="connsiteY74" fmla="*/ 273749 h 373665"/>
              <a:gd name="connsiteX75" fmla="*/ 281624 w 356274"/>
              <a:gd name="connsiteY75" fmla="*/ 273749 h 373665"/>
              <a:gd name="connsiteX76" fmla="*/ 303915 w 356274"/>
              <a:gd name="connsiteY76" fmla="*/ 295847 h 373665"/>
              <a:gd name="connsiteX77" fmla="*/ 186010 w 356274"/>
              <a:gd name="connsiteY77" fmla="*/ 319183 h 373665"/>
              <a:gd name="connsiteX78" fmla="*/ 186010 w 356274"/>
              <a:gd name="connsiteY78" fmla="*/ 350139 h 373665"/>
              <a:gd name="connsiteX79" fmla="*/ 178137 w 356274"/>
              <a:gd name="connsiteY79" fmla="*/ 357854 h 373665"/>
              <a:gd name="connsiteX80" fmla="*/ 170264 w 356274"/>
              <a:gd name="connsiteY80" fmla="*/ 350139 h 373665"/>
              <a:gd name="connsiteX81" fmla="*/ 170264 w 356274"/>
              <a:gd name="connsiteY81" fmla="*/ 319183 h 373665"/>
              <a:gd name="connsiteX82" fmla="*/ 178137 w 356274"/>
              <a:gd name="connsiteY82" fmla="*/ 311468 h 373665"/>
              <a:gd name="connsiteX83" fmla="*/ 186010 w 356274"/>
              <a:gd name="connsiteY83" fmla="*/ 319183 h 373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356274" h="373665">
                <a:moveTo>
                  <a:pt x="108609" y="245269"/>
                </a:moveTo>
                <a:lnTo>
                  <a:pt x="108609" y="38957"/>
                </a:lnTo>
                <a:cubicBezTo>
                  <a:pt x="108609" y="18193"/>
                  <a:pt x="91819" y="0"/>
                  <a:pt x="69813" y="0"/>
                </a:cubicBezTo>
                <a:cubicBezTo>
                  <a:pt x="49135" y="0"/>
                  <a:pt x="31017" y="18193"/>
                  <a:pt x="31017" y="38957"/>
                </a:cubicBezTo>
                <a:lnTo>
                  <a:pt x="31017" y="245269"/>
                </a:lnTo>
                <a:cubicBezTo>
                  <a:pt x="11572" y="258223"/>
                  <a:pt x="0" y="280321"/>
                  <a:pt x="0" y="303657"/>
                </a:cubicBezTo>
                <a:cubicBezTo>
                  <a:pt x="0" y="342614"/>
                  <a:pt x="31017" y="373666"/>
                  <a:pt x="69908" y="373666"/>
                </a:cubicBezTo>
                <a:cubicBezTo>
                  <a:pt x="108798" y="373666"/>
                  <a:pt x="139816" y="342519"/>
                  <a:pt x="139816" y="303657"/>
                </a:cubicBezTo>
                <a:cubicBezTo>
                  <a:pt x="139816" y="280321"/>
                  <a:pt x="128149" y="258223"/>
                  <a:pt x="108798" y="245269"/>
                </a:cubicBezTo>
                <a:close/>
                <a:moveTo>
                  <a:pt x="69813" y="358140"/>
                </a:moveTo>
                <a:cubicBezTo>
                  <a:pt x="40029" y="358140"/>
                  <a:pt x="15461" y="333470"/>
                  <a:pt x="15461" y="303657"/>
                </a:cubicBezTo>
                <a:cubicBezTo>
                  <a:pt x="15461" y="284226"/>
                  <a:pt x="25801" y="266033"/>
                  <a:pt x="42685" y="256985"/>
                </a:cubicBezTo>
                <a:cubicBezTo>
                  <a:pt x="45246" y="255651"/>
                  <a:pt x="46574" y="253079"/>
                  <a:pt x="46574" y="250508"/>
                </a:cubicBezTo>
                <a:lnTo>
                  <a:pt x="46574" y="39053"/>
                </a:lnTo>
                <a:cubicBezTo>
                  <a:pt x="46574" y="26099"/>
                  <a:pt x="56913" y="15716"/>
                  <a:pt x="69908" y="15716"/>
                </a:cubicBezTo>
                <a:cubicBezTo>
                  <a:pt x="82903" y="15716"/>
                  <a:pt x="93242" y="26099"/>
                  <a:pt x="93242" y="39053"/>
                </a:cubicBezTo>
                <a:lnTo>
                  <a:pt x="93242" y="250508"/>
                </a:lnTo>
                <a:cubicBezTo>
                  <a:pt x="93242" y="253079"/>
                  <a:pt x="94570" y="255651"/>
                  <a:pt x="97131" y="256985"/>
                </a:cubicBezTo>
                <a:cubicBezTo>
                  <a:pt x="113921" y="266033"/>
                  <a:pt x="124355" y="284226"/>
                  <a:pt x="124355" y="303657"/>
                </a:cubicBezTo>
                <a:cubicBezTo>
                  <a:pt x="124355" y="333470"/>
                  <a:pt x="99787" y="358140"/>
                  <a:pt x="70003" y="358140"/>
                </a:cubicBezTo>
                <a:close/>
                <a:moveTo>
                  <a:pt x="77686" y="282321"/>
                </a:moveTo>
                <a:lnTo>
                  <a:pt x="77686" y="116586"/>
                </a:lnTo>
                <a:cubicBezTo>
                  <a:pt x="77686" y="112681"/>
                  <a:pt x="75030" y="108775"/>
                  <a:pt x="69813" y="108775"/>
                </a:cubicBezTo>
                <a:cubicBezTo>
                  <a:pt x="65924" y="108775"/>
                  <a:pt x="61940" y="112681"/>
                  <a:pt x="61940" y="116586"/>
                </a:cubicBezTo>
                <a:lnTo>
                  <a:pt x="61940" y="282035"/>
                </a:lnTo>
                <a:cubicBezTo>
                  <a:pt x="52834" y="285083"/>
                  <a:pt x="46194" y="293656"/>
                  <a:pt x="46194" y="303943"/>
                </a:cubicBezTo>
                <a:cubicBezTo>
                  <a:pt x="46194" y="316897"/>
                  <a:pt x="56439" y="327184"/>
                  <a:pt x="69339" y="327184"/>
                </a:cubicBezTo>
                <a:cubicBezTo>
                  <a:pt x="82239" y="327184"/>
                  <a:pt x="92483" y="316897"/>
                  <a:pt x="92483" y="303943"/>
                </a:cubicBezTo>
                <a:cubicBezTo>
                  <a:pt x="92483" y="293942"/>
                  <a:pt x="86318" y="285655"/>
                  <a:pt x="77591" y="282321"/>
                </a:cubicBezTo>
                <a:close/>
                <a:moveTo>
                  <a:pt x="69339" y="311753"/>
                </a:moveTo>
                <a:cubicBezTo>
                  <a:pt x="65450" y="311753"/>
                  <a:pt x="61656" y="309182"/>
                  <a:pt x="61656" y="304038"/>
                </a:cubicBezTo>
                <a:cubicBezTo>
                  <a:pt x="61656" y="300133"/>
                  <a:pt x="65545" y="296323"/>
                  <a:pt x="69339" y="296323"/>
                </a:cubicBezTo>
                <a:cubicBezTo>
                  <a:pt x="74461" y="296323"/>
                  <a:pt x="77022" y="300228"/>
                  <a:pt x="77022" y="304038"/>
                </a:cubicBezTo>
                <a:cubicBezTo>
                  <a:pt x="77022" y="309182"/>
                  <a:pt x="74461" y="311753"/>
                  <a:pt x="69339" y="311753"/>
                </a:cubicBezTo>
                <a:close/>
                <a:moveTo>
                  <a:pt x="286367" y="178975"/>
                </a:moveTo>
                <a:cubicBezTo>
                  <a:pt x="286367" y="238506"/>
                  <a:pt x="238749" y="287750"/>
                  <a:pt x="178232" y="287750"/>
                </a:cubicBezTo>
                <a:cubicBezTo>
                  <a:pt x="170549" y="287750"/>
                  <a:pt x="161538" y="286417"/>
                  <a:pt x="153760" y="285179"/>
                </a:cubicBezTo>
                <a:cubicBezTo>
                  <a:pt x="149871" y="283845"/>
                  <a:pt x="147309" y="280035"/>
                  <a:pt x="148637" y="276130"/>
                </a:cubicBezTo>
                <a:cubicBezTo>
                  <a:pt x="149965" y="270986"/>
                  <a:pt x="153760" y="268319"/>
                  <a:pt x="157649" y="269653"/>
                </a:cubicBezTo>
                <a:cubicBezTo>
                  <a:pt x="164099" y="270986"/>
                  <a:pt x="171782" y="272225"/>
                  <a:pt x="178232" y="272225"/>
                </a:cubicBezTo>
                <a:cubicBezTo>
                  <a:pt x="229738" y="272225"/>
                  <a:pt x="270905" y="230791"/>
                  <a:pt x="270905" y="178975"/>
                </a:cubicBezTo>
                <a:cubicBezTo>
                  <a:pt x="270905" y="127159"/>
                  <a:pt x="229738" y="85725"/>
                  <a:pt x="178232" y="85725"/>
                </a:cubicBezTo>
                <a:cubicBezTo>
                  <a:pt x="169221" y="85725"/>
                  <a:pt x="160210" y="87058"/>
                  <a:pt x="151199" y="89630"/>
                </a:cubicBezTo>
                <a:cubicBezTo>
                  <a:pt x="146076" y="90964"/>
                  <a:pt x="142187" y="88297"/>
                  <a:pt x="140859" y="84487"/>
                </a:cubicBezTo>
                <a:cubicBezTo>
                  <a:pt x="139531" y="80677"/>
                  <a:pt x="142187" y="76676"/>
                  <a:pt x="145981" y="75438"/>
                </a:cubicBezTo>
                <a:cubicBezTo>
                  <a:pt x="156226" y="71533"/>
                  <a:pt x="167893" y="70295"/>
                  <a:pt x="178137" y="70295"/>
                </a:cubicBezTo>
                <a:cubicBezTo>
                  <a:pt x="238655" y="70295"/>
                  <a:pt x="286272" y="119539"/>
                  <a:pt x="286272" y="179070"/>
                </a:cubicBezTo>
                <a:close/>
                <a:moveTo>
                  <a:pt x="170264" y="38862"/>
                </a:moveTo>
                <a:lnTo>
                  <a:pt x="170264" y="7906"/>
                </a:lnTo>
                <a:cubicBezTo>
                  <a:pt x="170264" y="4001"/>
                  <a:pt x="174153" y="191"/>
                  <a:pt x="178137" y="191"/>
                </a:cubicBezTo>
                <a:cubicBezTo>
                  <a:pt x="183354" y="191"/>
                  <a:pt x="186010" y="4096"/>
                  <a:pt x="186010" y="7906"/>
                </a:cubicBezTo>
                <a:lnTo>
                  <a:pt x="186010" y="38862"/>
                </a:lnTo>
                <a:cubicBezTo>
                  <a:pt x="186010" y="44006"/>
                  <a:pt x="183354" y="46577"/>
                  <a:pt x="178137" y="46577"/>
                </a:cubicBezTo>
                <a:cubicBezTo>
                  <a:pt x="174153" y="46577"/>
                  <a:pt x="170264" y="44006"/>
                  <a:pt x="170264" y="38862"/>
                </a:cubicBezTo>
                <a:close/>
                <a:moveTo>
                  <a:pt x="304768" y="53531"/>
                </a:moveTo>
                <a:cubicBezTo>
                  <a:pt x="307329" y="57436"/>
                  <a:pt x="307329" y="61341"/>
                  <a:pt x="304768" y="65246"/>
                </a:cubicBezTo>
                <a:lnTo>
                  <a:pt x="282952" y="87344"/>
                </a:lnTo>
                <a:cubicBezTo>
                  <a:pt x="280391" y="88678"/>
                  <a:pt x="279063" y="88678"/>
                  <a:pt x="276502" y="88678"/>
                </a:cubicBezTo>
                <a:cubicBezTo>
                  <a:pt x="275269" y="88678"/>
                  <a:pt x="272613" y="88678"/>
                  <a:pt x="271379" y="87344"/>
                </a:cubicBezTo>
                <a:cubicBezTo>
                  <a:pt x="268818" y="83439"/>
                  <a:pt x="268818" y="79534"/>
                  <a:pt x="271379" y="75629"/>
                </a:cubicBezTo>
                <a:lnTo>
                  <a:pt x="293196" y="53531"/>
                </a:lnTo>
                <a:cubicBezTo>
                  <a:pt x="295757" y="50959"/>
                  <a:pt x="300879" y="50959"/>
                  <a:pt x="304768" y="53531"/>
                </a:cubicBezTo>
                <a:close/>
                <a:moveTo>
                  <a:pt x="356275" y="178975"/>
                </a:moveTo>
                <a:cubicBezTo>
                  <a:pt x="356275" y="184214"/>
                  <a:pt x="353713" y="186881"/>
                  <a:pt x="348591" y="186881"/>
                </a:cubicBezTo>
                <a:lnTo>
                  <a:pt x="317764" y="186881"/>
                </a:lnTo>
                <a:cubicBezTo>
                  <a:pt x="313874" y="186881"/>
                  <a:pt x="310080" y="184214"/>
                  <a:pt x="310080" y="178975"/>
                </a:cubicBezTo>
                <a:cubicBezTo>
                  <a:pt x="310080" y="175070"/>
                  <a:pt x="313969" y="171069"/>
                  <a:pt x="317764" y="171069"/>
                </a:cubicBezTo>
                <a:lnTo>
                  <a:pt x="348591" y="171069"/>
                </a:lnTo>
                <a:cubicBezTo>
                  <a:pt x="353713" y="171069"/>
                  <a:pt x="356275" y="174974"/>
                  <a:pt x="356275" y="178975"/>
                </a:cubicBezTo>
                <a:close/>
                <a:moveTo>
                  <a:pt x="303915" y="295847"/>
                </a:moveTo>
                <a:cubicBezTo>
                  <a:pt x="306571" y="298418"/>
                  <a:pt x="306571" y="303657"/>
                  <a:pt x="303915" y="306229"/>
                </a:cubicBezTo>
                <a:cubicBezTo>
                  <a:pt x="301259" y="308800"/>
                  <a:pt x="300026" y="308800"/>
                  <a:pt x="297370" y="308800"/>
                </a:cubicBezTo>
                <a:cubicBezTo>
                  <a:pt x="296042" y="308800"/>
                  <a:pt x="293481" y="308800"/>
                  <a:pt x="292153" y="306229"/>
                </a:cubicBezTo>
                <a:lnTo>
                  <a:pt x="269862" y="284131"/>
                </a:lnTo>
                <a:cubicBezTo>
                  <a:pt x="267206" y="281559"/>
                  <a:pt x="267206" y="276320"/>
                  <a:pt x="269862" y="273749"/>
                </a:cubicBezTo>
                <a:cubicBezTo>
                  <a:pt x="272518" y="271177"/>
                  <a:pt x="277735" y="271177"/>
                  <a:pt x="281624" y="273749"/>
                </a:cubicBezTo>
                <a:lnTo>
                  <a:pt x="303915" y="295847"/>
                </a:lnTo>
                <a:close/>
                <a:moveTo>
                  <a:pt x="186010" y="319183"/>
                </a:moveTo>
                <a:lnTo>
                  <a:pt x="186010" y="350139"/>
                </a:lnTo>
                <a:cubicBezTo>
                  <a:pt x="186010" y="355283"/>
                  <a:pt x="183354" y="357854"/>
                  <a:pt x="178137" y="357854"/>
                </a:cubicBezTo>
                <a:cubicBezTo>
                  <a:pt x="174153" y="357854"/>
                  <a:pt x="170264" y="355283"/>
                  <a:pt x="170264" y="350139"/>
                </a:cubicBezTo>
                <a:lnTo>
                  <a:pt x="170264" y="319183"/>
                </a:lnTo>
                <a:cubicBezTo>
                  <a:pt x="170264" y="315278"/>
                  <a:pt x="174153" y="311468"/>
                  <a:pt x="178137" y="311468"/>
                </a:cubicBezTo>
                <a:cubicBezTo>
                  <a:pt x="183354" y="311468"/>
                  <a:pt x="186010" y="315373"/>
                  <a:pt x="186010" y="31918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0" name="Graphic 175">
            <a:extLst>
              <a:ext uri="{FF2B5EF4-FFF2-40B4-BE49-F238E27FC236}">
                <a16:creationId xmlns:a16="http://schemas.microsoft.com/office/drawing/2014/main" id="{8505FD83-4EF1-42A3-92BF-F1BB75897460}"/>
              </a:ext>
            </a:extLst>
          </p:cNvPr>
          <p:cNvSpPr/>
          <p:nvPr/>
        </p:nvSpPr>
        <p:spPr>
          <a:xfrm>
            <a:off x="2963367" y="3439694"/>
            <a:ext cx="471058" cy="494052"/>
          </a:xfrm>
          <a:custGeom>
            <a:avLst/>
            <a:gdLst>
              <a:gd name="connsiteX0" fmla="*/ 108609 w 356274"/>
              <a:gd name="connsiteY0" fmla="*/ 245269 h 373665"/>
              <a:gd name="connsiteX1" fmla="*/ 108609 w 356274"/>
              <a:gd name="connsiteY1" fmla="*/ 38957 h 373665"/>
              <a:gd name="connsiteX2" fmla="*/ 69813 w 356274"/>
              <a:gd name="connsiteY2" fmla="*/ 0 h 373665"/>
              <a:gd name="connsiteX3" fmla="*/ 31017 w 356274"/>
              <a:gd name="connsiteY3" fmla="*/ 38957 h 373665"/>
              <a:gd name="connsiteX4" fmla="*/ 31017 w 356274"/>
              <a:gd name="connsiteY4" fmla="*/ 245269 h 373665"/>
              <a:gd name="connsiteX5" fmla="*/ 0 w 356274"/>
              <a:gd name="connsiteY5" fmla="*/ 303657 h 373665"/>
              <a:gd name="connsiteX6" fmla="*/ 69908 w 356274"/>
              <a:gd name="connsiteY6" fmla="*/ 373666 h 373665"/>
              <a:gd name="connsiteX7" fmla="*/ 139816 w 356274"/>
              <a:gd name="connsiteY7" fmla="*/ 303657 h 373665"/>
              <a:gd name="connsiteX8" fmla="*/ 108798 w 356274"/>
              <a:gd name="connsiteY8" fmla="*/ 245269 h 373665"/>
              <a:gd name="connsiteX9" fmla="*/ 69813 w 356274"/>
              <a:gd name="connsiteY9" fmla="*/ 358140 h 373665"/>
              <a:gd name="connsiteX10" fmla="*/ 15461 w 356274"/>
              <a:gd name="connsiteY10" fmla="*/ 303657 h 373665"/>
              <a:gd name="connsiteX11" fmla="*/ 42685 w 356274"/>
              <a:gd name="connsiteY11" fmla="*/ 256985 h 373665"/>
              <a:gd name="connsiteX12" fmla="*/ 46574 w 356274"/>
              <a:gd name="connsiteY12" fmla="*/ 250508 h 373665"/>
              <a:gd name="connsiteX13" fmla="*/ 46574 w 356274"/>
              <a:gd name="connsiteY13" fmla="*/ 39053 h 373665"/>
              <a:gd name="connsiteX14" fmla="*/ 69908 w 356274"/>
              <a:gd name="connsiteY14" fmla="*/ 15716 h 373665"/>
              <a:gd name="connsiteX15" fmla="*/ 93242 w 356274"/>
              <a:gd name="connsiteY15" fmla="*/ 39053 h 373665"/>
              <a:gd name="connsiteX16" fmla="*/ 93242 w 356274"/>
              <a:gd name="connsiteY16" fmla="*/ 250508 h 373665"/>
              <a:gd name="connsiteX17" fmla="*/ 97131 w 356274"/>
              <a:gd name="connsiteY17" fmla="*/ 256985 h 373665"/>
              <a:gd name="connsiteX18" fmla="*/ 124355 w 356274"/>
              <a:gd name="connsiteY18" fmla="*/ 303657 h 373665"/>
              <a:gd name="connsiteX19" fmla="*/ 70003 w 356274"/>
              <a:gd name="connsiteY19" fmla="*/ 358140 h 373665"/>
              <a:gd name="connsiteX20" fmla="*/ 77686 w 356274"/>
              <a:gd name="connsiteY20" fmla="*/ 282321 h 373665"/>
              <a:gd name="connsiteX21" fmla="*/ 77686 w 356274"/>
              <a:gd name="connsiteY21" fmla="*/ 116586 h 373665"/>
              <a:gd name="connsiteX22" fmla="*/ 69813 w 356274"/>
              <a:gd name="connsiteY22" fmla="*/ 108775 h 373665"/>
              <a:gd name="connsiteX23" fmla="*/ 61940 w 356274"/>
              <a:gd name="connsiteY23" fmla="*/ 116586 h 373665"/>
              <a:gd name="connsiteX24" fmla="*/ 61940 w 356274"/>
              <a:gd name="connsiteY24" fmla="*/ 282035 h 373665"/>
              <a:gd name="connsiteX25" fmla="*/ 46194 w 356274"/>
              <a:gd name="connsiteY25" fmla="*/ 303943 h 373665"/>
              <a:gd name="connsiteX26" fmla="*/ 69339 w 356274"/>
              <a:gd name="connsiteY26" fmla="*/ 327184 h 373665"/>
              <a:gd name="connsiteX27" fmla="*/ 92483 w 356274"/>
              <a:gd name="connsiteY27" fmla="*/ 303943 h 373665"/>
              <a:gd name="connsiteX28" fmla="*/ 77591 w 356274"/>
              <a:gd name="connsiteY28" fmla="*/ 282321 h 373665"/>
              <a:gd name="connsiteX29" fmla="*/ 69339 w 356274"/>
              <a:gd name="connsiteY29" fmla="*/ 311753 h 373665"/>
              <a:gd name="connsiteX30" fmla="*/ 61656 w 356274"/>
              <a:gd name="connsiteY30" fmla="*/ 304038 h 373665"/>
              <a:gd name="connsiteX31" fmla="*/ 69339 w 356274"/>
              <a:gd name="connsiteY31" fmla="*/ 296323 h 373665"/>
              <a:gd name="connsiteX32" fmla="*/ 77022 w 356274"/>
              <a:gd name="connsiteY32" fmla="*/ 304038 h 373665"/>
              <a:gd name="connsiteX33" fmla="*/ 69339 w 356274"/>
              <a:gd name="connsiteY33" fmla="*/ 311753 h 373665"/>
              <a:gd name="connsiteX34" fmla="*/ 286367 w 356274"/>
              <a:gd name="connsiteY34" fmla="*/ 178975 h 373665"/>
              <a:gd name="connsiteX35" fmla="*/ 178232 w 356274"/>
              <a:gd name="connsiteY35" fmla="*/ 287750 h 373665"/>
              <a:gd name="connsiteX36" fmla="*/ 153760 w 356274"/>
              <a:gd name="connsiteY36" fmla="*/ 285179 h 373665"/>
              <a:gd name="connsiteX37" fmla="*/ 148637 w 356274"/>
              <a:gd name="connsiteY37" fmla="*/ 276130 h 373665"/>
              <a:gd name="connsiteX38" fmla="*/ 157649 w 356274"/>
              <a:gd name="connsiteY38" fmla="*/ 269653 h 373665"/>
              <a:gd name="connsiteX39" fmla="*/ 178232 w 356274"/>
              <a:gd name="connsiteY39" fmla="*/ 272225 h 373665"/>
              <a:gd name="connsiteX40" fmla="*/ 270905 w 356274"/>
              <a:gd name="connsiteY40" fmla="*/ 178975 h 373665"/>
              <a:gd name="connsiteX41" fmla="*/ 178232 w 356274"/>
              <a:gd name="connsiteY41" fmla="*/ 85725 h 373665"/>
              <a:gd name="connsiteX42" fmla="*/ 151199 w 356274"/>
              <a:gd name="connsiteY42" fmla="*/ 89630 h 373665"/>
              <a:gd name="connsiteX43" fmla="*/ 140859 w 356274"/>
              <a:gd name="connsiteY43" fmla="*/ 84487 h 373665"/>
              <a:gd name="connsiteX44" fmla="*/ 145981 w 356274"/>
              <a:gd name="connsiteY44" fmla="*/ 75438 h 373665"/>
              <a:gd name="connsiteX45" fmla="*/ 178137 w 356274"/>
              <a:gd name="connsiteY45" fmla="*/ 70295 h 373665"/>
              <a:gd name="connsiteX46" fmla="*/ 286272 w 356274"/>
              <a:gd name="connsiteY46" fmla="*/ 179070 h 373665"/>
              <a:gd name="connsiteX47" fmla="*/ 170264 w 356274"/>
              <a:gd name="connsiteY47" fmla="*/ 38862 h 373665"/>
              <a:gd name="connsiteX48" fmla="*/ 170264 w 356274"/>
              <a:gd name="connsiteY48" fmla="*/ 7906 h 373665"/>
              <a:gd name="connsiteX49" fmla="*/ 178137 w 356274"/>
              <a:gd name="connsiteY49" fmla="*/ 191 h 373665"/>
              <a:gd name="connsiteX50" fmla="*/ 186010 w 356274"/>
              <a:gd name="connsiteY50" fmla="*/ 7906 h 373665"/>
              <a:gd name="connsiteX51" fmla="*/ 186010 w 356274"/>
              <a:gd name="connsiteY51" fmla="*/ 38862 h 373665"/>
              <a:gd name="connsiteX52" fmla="*/ 178137 w 356274"/>
              <a:gd name="connsiteY52" fmla="*/ 46577 h 373665"/>
              <a:gd name="connsiteX53" fmla="*/ 170264 w 356274"/>
              <a:gd name="connsiteY53" fmla="*/ 38862 h 373665"/>
              <a:gd name="connsiteX54" fmla="*/ 304768 w 356274"/>
              <a:gd name="connsiteY54" fmla="*/ 53531 h 373665"/>
              <a:gd name="connsiteX55" fmla="*/ 304768 w 356274"/>
              <a:gd name="connsiteY55" fmla="*/ 65246 h 373665"/>
              <a:gd name="connsiteX56" fmla="*/ 282952 w 356274"/>
              <a:gd name="connsiteY56" fmla="*/ 87344 h 373665"/>
              <a:gd name="connsiteX57" fmla="*/ 276502 w 356274"/>
              <a:gd name="connsiteY57" fmla="*/ 88678 h 373665"/>
              <a:gd name="connsiteX58" fmla="*/ 271379 w 356274"/>
              <a:gd name="connsiteY58" fmla="*/ 87344 h 373665"/>
              <a:gd name="connsiteX59" fmla="*/ 271379 w 356274"/>
              <a:gd name="connsiteY59" fmla="*/ 75629 h 373665"/>
              <a:gd name="connsiteX60" fmla="*/ 293196 w 356274"/>
              <a:gd name="connsiteY60" fmla="*/ 53531 h 373665"/>
              <a:gd name="connsiteX61" fmla="*/ 304768 w 356274"/>
              <a:gd name="connsiteY61" fmla="*/ 53531 h 373665"/>
              <a:gd name="connsiteX62" fmla="*/ 356275 w 356274"/>
              <a:gd name="connsiteY62" fmla="*/ 178975 h 373665"/>
              <a:gd name="connsiteX63" fmla="*/ 348591 w 356274"/>
              <a:gd name="connsiteY63" fmla="*/ 186881 h 373665"/>
              <a:gd name="connsiteX64" fmla="*/ 317764 w 356274"/>
              <a:gd name="connsiteY64" fmla="*/ 186881 h 373665"/>
              <a:gd name="connsiteX65" fmla="*/ 310080 w 356274"/>
              <a:gd name="connsiteY65" fmla="*/ 178975 h 373665"/>
              <a:gd name="connsiteX66" fmla="*/ 317764 w 356274"/>
              <a:gd name="connsiteY66" fmla="*/ 171069 h 373665"/>
              <a:gd name="connsiteX67" fmla="*/ 348591 w 356274"/>
              <a:gd name="connsiteY67" fmla="*/ 171069 h 373665"/>
              <a:gd name="connsiteX68" fmla="*/ 356275 w 356274"/>
              <a:gd name="connsiteY68" fmla="*/ 178975 h 373665"/>
              <a:gd name="connsiteX69" fmla="*/ 303915 w 356274"/>
              <a:gd name="connsiteY69" fmla="*/ 295847 h 373665"/>
              <a:gd name="connsiteX70" fmla="*/ 303915 w 356274"/>
              <a:gd name="connsiteY70" fmla="*/ 306229 h 373665"/>
              <a:gd name="connsiteX71" fmla="*/ 297370 w 356274"/>
              <a:gd name="connsiteY71" fmla="*/ 308800 h 373665"/>
              <a:gd name="connsiteX72" fmla="*/ 292153 w 356274"/>
              <a:gd name="connsiteY72" fmla="*/ 306229 h 373665"/>
              <a:gd name="connsiteX73" fmla="*/ 269862 w 356274"/>
              <a:gd name="connsiteY73" fmla="*/ 284131 h 373665"/>
              <a:gd name="connsiteX74" fmla="*/ 269862 w 356274"/>
              <a:gd name="connsiteY74" fmla="*/ 273749 h 373665"/>
              <a:gd name="connsiteX75" fmla="*/ 281624 w 356274"/>
              <a:gd name="connsiteY75" fmla="*/ 273749 h 373665"/>
              <a:gd name="connsiteX76" fmla="*/ 303915 w 356274"/>
              <a:gd name="connsiteY76" fmla="*/ 295847 h 373665"/>
              <a:gd name="connsiteX77" fmla="*/ 186010 w 356274"/>
              <a:gd name="connsiteY77" fmla="*/ 319183 h 373665"/>
              <a:gd name="connsiteX78" fmla="*/ 186010 w 356274"/>
              <a:gd name="connsiteY78" fmla="*/ 350139 h 373665"/>
              <a:gd name="connsiteX79" fmla="*/ 178137 w 356274"/>
              <a:gd name="connsiteY79" fmla="*/ 357854 h 373665"/>
              <a:gd name="connsiteX80" fmla="*/ 170264 w 356274"/>
              <a:gd name="connsiteY80" fmla="*/ 350139 h 373665"/>
              <a:gd name="connsiteX81" fmla="*/ 170264 w 356274"/>
              <a:gd name="connsiteY81" fmla="*/ 319183 h 373665"/>
              <a:gd name="connsiteX82" fmla="*/ 178137 w 356274"/>
              <a:gd name="connsiteY82" fmla="*/ 311468 h 373665"/>
              <a:gd name="connsiteX83" fmla="*/ 186010 w 356274"/>
              <a:gd name="connsiteY83" fmla="*/ 319183 h 373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356274" h="373665">
                <a:moveTo>
                  <a:pt x="108609" y="245269"/>
                </a:moveTo>
                <a:lnTo>
                  <a:pt x="108609" y="38957"/>
                </a:lnTo>
                <a:cubicBezTo>
                  <a:pt x="108609" y="18193"/>
                  <a:pt x="91819" y="0"/>
                  <a:pt x="69813" y="0"/>
                </a:cubicBezTo>
                <a:cubicBezTo>
                  <a:pt x="49135" y="0"/>
                  <a:pt x="31017" y="18193"/>
                  <a:pt x="31017" y="38957"/>
                </a:cubicBezTo>
                <a:lnTo>
                  <a:pt x="31017" y="245269"/>
                </a:lnTo>
                <a:cubicBezTo>
                  <a:pt x="11572" y="258223"/>
                  <a:pt x="0" y="280321"/>
                  <a:pt x="0" y="303657"/>
                </a:cubicBezTo>
                <a:cubicBezTo>
                  <a:pt x="0" y="342614"/>
                  <a:pt x="31017" y="373666"/>
                  <a:pt x="69908" y="373666"/>
                </a:cubicBezTo>
                <a:cubicBezTo>
                  <a:pt x="108798" y="373666"/>
                  <a:pt x="139816" y="342519"/>
                  <a:pt x="139816" y="303657"/>
                </a:cubicBezTo>
                <a:cubicBezTo>
                  <a:pt x="139816" y="280321"/>
                  <a:pt x="128149" y="258223"/>
                  <a:pt x="108798" y="245269"/>
                </a:cubicBezTo>
                <a:close/>
                <a:moveTo>
                  <a:pt x="69813" y="358140"/>
                </a:moveTo>
                <a:cubicBezTo>
                  <a:pt x="40029" y="358140"/>
                  <a:pt x="15461" y="333470"/>
                  <a:pt x="15461" y="303657"/>
                </a:cubicBezTo>
                <a:cubicBezTo>
                  <a:pt x="15461" y="284226"/>
                  <a:pt x="25801" y="266033"/>
                  <a:pt x="42685" y="256985"/>
                </a:cubicBezTo>
                <a:cubicBezTo>
                  <a:pt x="45246" y="255651"/>
                  <a:pt x="46574" y="253079"/>
                  <a:pt x="46574" y="250508"/>
                </a:cubicBezTo>
                <a:lnTo>
                  <a:pt x="46574" y="39053"/>
                </a:lnTo>
                <a:cubicBezTo>
                  <a:pt x="46574" y="26099"/>
                  <a:pt x="56913" y="15716"/>
                  <a:pt x="69908" y="15716"/>
                </a:cubicBezTo>
                <a:cubicBezTo>
                  <a:pt x="82903" y="15716"/>
                  <a:pt x="93242" y="26099"/>
                  <a:pt x="93242" y="39053"/>
                </a:cubicBezTo>
                <a:lnTo>
                  <a:pt x="93242" y="250508"/>
                </a:lnTo>
                <a:cubicBezTo>
                  <a:pt x="93242" y="253079"/>
                  <a:pt x="94570" y="255651"/>
                  <a:pt x="97131" y="256985"/>
                </a:cubicBezTo>
                <a:cubicBezTo>
                  <a:pt x="113921" y="266033"/>
                  <a:pt x="124355" y="284226"/>
                  <a:pt x="124355" y="303657"/>
                </a:cubicBezTo>
                <a:cubicBezTo>
                  <a:pt x="124355" y="333470"/>
                  <a:pt x="99787" y="358140"/>
                  <a:pt x="70003" y="358140"/>
                </a:cubicBezTo>
                <a:close/>
                <a:moveTo>
                  <a:pt x="77686" y="282321"/>
                </a:moveTo>
                <a:lnTo>
                  <a:pt x="77686" y="116586"/>
                </a:lnTo>
                <a:cubicBezTo>
                  <a:pt x="77686" y="112681"/>
                  <a:pt x="75030" y="108775"/>
                  <a:pt x="69813" y="108775"/>
                </a:cubicBezTo>
                <a:cubicBezTo>
                  <a:pt x="65924" y="108775"/>
                  <a:pt x="61940" y="112681"/>
                  <a:pt x="61940" y="116586"/>
                </a:cubicBezTo>
                <a:lnTo>
                  <a:pt x="61940" y="282035"/>
                </a:lnTo>
                <a:cubicBezTo>
                  <a:pt x="52834" y="285083"/>
                  <a:pt x="46194" y="293656"/>
                  <a:pt x="46194" y="303943"/>
                </a:cubicBezTo>
                <a:cubicBezTo>
                  <a:pt x="46194" y="316897"/>
                  <a:pt x="56439" y="327184"/>
                  <a:pt x="69339" y="327184"/>
                </a:cubicBezTo>
                <a:cubicBezTo>
                  <a:pt x="82239" y="327184"/>
                  <a:pt x="92483" y="316897"/>
                  <a:pt x="92483" y="303943"/>
                </a:cubicBezTo>
                <a:cubicBezTo>
                  <a:pt x="92483" y="293942"/>
                  <a:pt x="86318" y="285655"/>
                  <a:pt x="77591" y="282321"/>
                </a:cubicBezTo>
                <a:close/>
                <a:moveTo>
                  <a:pt x="69339" y="311753"/>
                </a:moveTo>
                <a:cubicBezTo>
                  <a:pt x="65450" y="311753"/>
                  <a:pt x="61656" y="309182"/>
                  <a:pt x="61656" y="304038"/>
                </a:cubicBezTo>
                <a:cubicBezTo>
                  <a:pt x="61656" y="300133"/>
                  <a:pt x="65545" y="296323"/>
                  <a:pt x="69339" y="296323"/>
                </a:cubicBezTo>
                <a:cubicBezTo>
                  <a:pt x="74461" y="296323"/>
                  <a:pt x="77022" y="300228"/>
                  <a:pt x="77022" y="304038"/>
                </a:cubicBezTo>
                <a:cubicBezTo>
                  <a:pt x="77022" y="309182"/>
                  <a:pt x="74461" y="311753"/>
                  <a:pt x="69339" y="311753"/>
                </a:cubicBezTo>
                <a:close/>
                <a:moveTo>
                  <a:pt x="286367" y="178975"/>
                </a:moveTo>
                <a:cubicBezTo>
                  <a:pt x="286367" y="238506"/>
                  <a:pt x="238749" y="287750"/>
                  <a:pt x="178232" y="287750"/>
                </a:cubicBezTo>
                <a:cubicBezTo>
                  <a:pt x="170549" y="287750"/>
                  <a:pt x="161538" y="286417"/>
                  <a:pt x="153760" y="285179"/>
                </a:cubicBezTo>
                <a:cubicBezTo>
                  <a:pt x="149871" y="283845"/>
                  <a:pt x="147309" y="280035"/>
                  <a:pt x="148637" y="276130"/>
                </a:cubicBezTo>
                <a:cubicBezTo>
                  <a:pt x="149965" y="270986"/>
                  <a:pt x="153760" y="268319"/>
                  <a:pt x="157649" y="269653"/>
                </a:cubicBezTo>
                <a:cubicBezTo>
                  <a:pt x="164099" y="270986"/>
                  <a:pt x="171782" y="272225"/>
                  <a:pt x="178232" y="272225"/>
                </a:cubicBezTo>
                <a:cubicBezTo>
                  <a:pt x="229738" y="272225"/>
                  <a:pt x="270905" y="230791"/>
                  <a:pt x="270905" y="178975"/>
                </a:cubicBezTo>
                <a:cubicBezTo>
                  <a:pt x="270905" y="127159"/>
                  <a:pt x="229738" y="85725"/>
                  <a:pt x="178232" y="85725"/>
                </a:cubicBezTo>
                <a:cubicBezTo>
                  <a:pt x="169221" y="85725"/>
                  <a:pt x="160210" y="87058"/>
                  <a:pt x="151199" y="89630"/>
                </a:cubicBezTo>
                <a:cubicBezTo>
                  <a:pt x="146076" y="90964"/>
                  <a:pt x="142187" y="88297"/>
                  <a:pt x="140859" y="84487"/>
                </a:cubicBezTo>
                <a:cubicBezTo>
                  <a:pt x="139531" y="80677"/>
                  <a:pt x="142187" y="76676"/>
                  <a:pt x="145981" y="75438"/>
                </a:cubicBezTo>
                <a:cubicBezTo>
                  <a:pt x="156226" y="71533"/>
                  <a:pt x="167893" y="70295"/>
                  <a:pt x="178137" y="70295"/>
                </a:cubicBezTo>
                <a:cubicBezTo>
                  <a:pt x="238655" y="70295"/>
                  <a:pt x="286272" y="119539"/>
                  <a:pt x="286272" y="179070"/>
                </a:cubicBezTo>
                <a:close/>
                <a:moveTo>
                  <a:pt x="170264" y="38862"/>
                </a:moveTo>
                <a:lnTo>
                  <a:pt x="170264" y="7906"/>
                </a:lnTo>
                <a:cubicBezTo>
                  <a:pt x="170264" y="4001"/>
                  <a:pt x="174153" y="191"/>
                  <a:pt x="178137" y="191"/>
                </a:cubicBezTo>
                <a:cubicBezTo>
                  <a:pt x="183354" y="191"/>
                  <a:pt x="186010" y="4096"/>
                  <a:pt x="186010" y="7906"/>
                </a:cubicBezTo>
                <a:lnTo>
                  <a:pt x="186010" y="38862"/>
                </a:lnTo>
                <a:cubicBezTo>
                  <a:pt x="186010" y="44006"/>
                  <a:pt x="183354" y="46577"/>
                  <a:pt x="178137" y="46577"/>
                </a:cubicBezTo>
                <a:cubicBezTo>
                  <a:pt x="174153" y="46577"/>
                  <a:pt x="170264" y="44006"/>
                  <a:pt x="170264" y="38862"/>
                </a:cubicBezTo>
                <a:close/>
                <a:moveTo>
                  <a:pt x="304768" y="53531"/>
                </a:moveTo>
                <a:cubicBezTo>
                  <a:pt x="307329" y="57436"/>
                  <a:pt x="307329" y="61341"/>
                  <a:pt x="304768" y="65246"/>
                </a:cubicBezTo>
                <a:lnTo>
                  <a:pt x="282952" y="87344"/>
                </a:lnTo>
                <a:cubicBezTo>
                  <a:pt x="280391" y="88678"/>
                  <a:pt x="279063" y="88678"/>
                  <a:pt x="276502" y="88678"/>
                </a:cubicBezTo>
                <a:cubicBezTo>
                  <a:pt x="275269" y="88678"/>
                  <a:pt x="272613" y="88678"/>
                  <a:pt x="271379" y="87344"/>
                </a:cubicBezTo>
                <a:cubicBezTo>
                  <a:pt x="268818" y="83439"/>
                  <a:pt x="268818" y="79534"/>
                  <a:pt x="271379" y="75629"/>
                </a:cubicBezTo>
                <a:lnTo>
                  <a:pt x="293196" y="53531"/>
                </a:lnTo>
                <a:cubicBezTo>
                  <a:pt x="295757" y="50959"/>
                  <a:pt x="300879" y="50959"/>
                  <a:pt x="304768" y="53531"/>
                </a:cubicBezTo>
                <a:close/>
                <a:moveTo>
                  <a:pt x="356275" y="178975"/>
                </a:moveTo>
                <a:cubicBezTo>
                  <a:pt x="356275" y="184214"/>
                  <a:pt x="353713" y="186881"/>
                  <a:pt x="348591" y="186881"/>
                </a:cubicBezTo>
                <a:lnTo>
                  <a:pt x="317764" y="186881"/>
                </a:lnTo>
                <a:cubicBezTo>
                  <a:pt x="313874" y="186881"/>
                  <a:pt x="310080" y="184214"/>
                  <a:pt x="310080" y="178975"/>
                </a:cubicBezTo>
                <a:cubicBezTo>
                  <a:pt x="310080" y="175070"/>
                  <a:pt x="313969" y="171069"/>
                  <a:pt x="317764" y="171069"/>
                </a:cubicBezTo>
                <a:lnTo>
                  <a:pt x="348591" y="171069"/>
                </a:lnTo>
                <a:cubicBezTo>
                  <a:pt x="353713" y="171069"/>
                  <a:pt x="356275" y="174974"/>
                  <a:pt x="356275" y="178975"/>
                </a:cubicBezTo>
                <a:close/>
                <a:moveTo>
                  <a:pt x="303915" y="295847"/>
                </a:moveTo>
                <a:cubicBezTo>
                  <a:pt x="306571" y="298418"/>
                  <a:pt x="306571" y="303657"/>
                  <a:pt x="303915" y="306229"/>
                </a:cubicBezTo>
                <a:cubicBezTo>
                  <a:pt x="301259" y="308800"/>
                  <a:pt x="300026" y="308800"/>
                  <a:pt x="297370" y="308800"/>
                </a:cubicBezTo>
                <a:cubicBezTo>
                  <a:pt x="296042" y="308800"/>
                  <a:pt x="293481" y="308800"/>
                  <a:pt x="292153" y="306229"/>
                </a:cubicBezTo>
                <a:lnTo>
                  <a:pt x="269862" y="284131"/>
                </a:lnTo>
                <a:cubicBezTo>
                  <a:pt x="267206" y="281559"/>
                  <a:pt x="267206" y="276320"/>
                  <a:pt x="269862" y="273749"/>
                </a:cubicBezTo>
                <a:cubicBezTo>
                  <a:pt x="272518" y="271177"/>
                  <a:pt x="277735" y="271177"/>
                  <a:pt x="281624" y="273749"/>
                </a:cubicBezTo>
                <a:lnTo>
                  <a:pt x="303915" y="295847"/>
                </a:lnTo>
                <a:close/>
                <a:moveTo>
                  <a:pt x="186010" y="319183"/>
                </a:moveTo>
                <a:lnTo>
                  <a:pt x="186010" y="350139"/>
                </a:lnTo>
                <a:cubicBezTo>
                  <a:pt x="186010" y="355283"/>
                  <a:pt x="183354" y="357854"/>
                  <a:pt x="178137" y="357854"/>
                </a:cubicBezTo>
                <a:cubicBezTo>
                  <a:pt x="174153" y="357854"/>
                  <a:pt x="170264" y="355283"/>
                  <a:pt x="170264" y="350139"/>
                </a:cubicBezTo>
                <a:lnTo>
                  <a:pt x="170264" y="319183"/>
                </a:lnTo>
                <a:cubicBezTo>
                  <a:pt x="170264" y="315278"/>
                  <a:pt x="174153" y="311468"/>
                  <a:pt x="178137" y="311468"/>
                </a:cubicBezTo>
                <a:cubicBezTo>
                  <a:pt x="183354" y="311468"/>
                  <a:pt x="186010" y="315373"/>
                  <a:pt x="186010" y="31918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3" name="Graphic 181">
            <a:extLst>
              <a:ext uri="{FF2B5EF4-FFF2-40B4-BE49-F238E27FC236}">
                <a16:creationId xmlns:a16="http://schemas.microsoft.com/office/drawing/2014/main" id="{C9166978-D24B-63B7-D7AB-435FDC11DEAC}"/>
              </a:ext>
            </a:extLst>
          </p:cNvPr>
          <p:cNvSpPr/>
          <p:nvPr/>
        </p:nvSpPr>
        <p:spPr>
          <a:xfrm>
            <a:off x="3864638" y="2858257"/>
            <a:ext cx="405130" cy="479856"/>
          </a:xfrm>
          <a:custGeom>
            <a:avLst/>
            <a:gdLst>
              <a:gd name="connsiteX0" fmla="*/ 210767 w 302207"/>
              <a:gd name="connsiteY0" fmla="*/ 178975 h 357949"/>
              <a:gd name="connsiteX1" fmla="*/ 206783 w 302207"/>
              <a:gd name="connsiteY1" fmla="*/ 170879 h 357949"/>
              <a:gd name="connsiteX2" fmla="*/ 206783 w 302207"/>
              <a:gd name="connsiteY2" fmla="*/ 122111 h 357949"/>
              <a:gd name="connsiteX3" fmla="*/ 270431 w 302207"/>
              <a:gd name="connsiteY3" fmla="*/ 179070 h 357949"/>
              <a:gd name="connsiteX4" fmla="*/ 210767 w 302207"/>
              <a:gd name="connsiteY4" fmla="*/ 179070 h 357949"/>
              <a:gd name="connsiteX5" fmla="*/ 206783 w 302207"/>
              <a:gd name="connsiteY5" fmla="*/ 215551 h 357949"/>
              <a:gd name="connsiteX6" fmla="*/ 151104 w 302207"/>
              <a:gd name="connsiteY6" fmla="*/ 248126 h 357949"/>
              <a:gd name="connsiteX7" fmla="*/ 91440 w 302207"/>
              <a:gd name="connsiteY7" fmla="*/ 215551 h 357949"/>
              <a:gd name="connsiteX8" fmla="*/ 99408 w 302207"/>
              <a:gd name="connsiteY8" fmla="*/ 195263 h 357949"/>
              <a:gd name="connsiteX9" fmla="*/ 198816 w 302207"/>
              <a:gd name="connsiteY9" fmla="*/ 195263 h 357949"/>
              <a:gd name="connsiteX10" fmla="*/ 206783 w 302207"/>
              <a:gd name="connsiteY10" fmla="*/ 215551 h 357949"/>
              <a:gd name="connsiteX11" fmla="*/ 167039 w 302207"/>
              <a:gd name="connsiteY11" fmla="*/ 256223 h 357949"/>
              <a:gd name="connsiteX12" fmla="*/ 214751 w 302207"/>
              <a:gd name="connsiteY12" fmla="*/ 231838 h 357949"/>
              <a:gd name="connsiteX13" fmla="*/ 238560 w 302207"/>
              <a:gd name="connsiteY13" fmla="*/ 300990 h 357949"/>
              <a:gd name="connsiteX14" fmla="*/ 167039 w 302207"/>
              <a:gd name="connsiteY14" fmla="*/ 256223 h 357949"/>
              <a:gd name="connsiteX15" fmla="*/ 59758 w 302207"/>
              <a:gd name="connsiteY15" fmla="*/ 300990 h 357949"/>
              <a:gd name="connsiteX16" fmla="*/ 87551 w 302207"/>
              <a:gd name="connsiteY16" fmla="*/ 231838 h 357949"/>
              <a:gd name="connsiteX17" fmla="*/ 135263 w 302207"/>
              <a:gd name="connsiteY17" fmla="*/ 256223 h 357949"/>
              <a:gd name="connsiteX18" fmla="*/ 59758 w 302207"/>
              <a:gd name="connsiteY18" fmla="*/ 300990 h 357949"/>
              <a:gd name="connsiteX19" fmla="*/ 27887 w 302207"/>
              <a:gd name="connsiteY19" fmla="*/ 178975 h 357949"/>
              <a:gd name="connsiteX20" fmla="*/ 95519 w 302207"/>
              <a:gd name="connsiteY20" fmla="*/ 122015 h 357949"/>
              <a:gd name="connsiteX21" fmla="*/ 95519 w 302207"/>
              <a:gd name="connsiteY21" fmla="*/ 170783 h 357949"/>
              <a:gd name="connsiteX22" fmla="*/ 91535 w 302207"/>
              <a:gd name="connsiteY22" fmla="*/ 178879 h 357949"/>
              <a:gd name="connsiteX23" fmla="*/ 27887 w 302207"/>
              <a:gd name="connsiteY23" fmla="*/ 178879 h 357949"/>
              <a:gd name="connsiteX24" fmla="*/ 27887 w 302207"/>
              <a:gd name="connsiteY24" fmla="*/ 81344 h 357949"/>
              <a:gd name="connsiteX25" fmla="*/ 95519 w 302207"/>
              <a:gd name="connsiteY25" fmla="*/ 24384 h 357949"/>
              <a:gd name="connsiteX26" fmla="*/ 95519 w 302207"/>
              <a:gd name="connsiteY26" fmla="*/ 81344 h 357949"/>
              <a:gd name="connsiteX27" fmla="*/ 27887 w 302207"/>
              <a:gd name="connsiteY27" fmla="*/ 81344 h 357949"/>
              <a:gd name="connsiteX28" fmla="*/ 206783 w 302207"/>
              <a:gd name="connsiteY28" fmla="*/ 81344 h 357949"/>
              <a:gd name="connsiteX29" fmla="*/ 206783 w 302207"/>
              <a:gd name="connsiteY29" fmla="*/ 24384 h 357949"/>
              <a:gd name="connsiteX30" fmla="*/ 270431 w 302207"/>
              <a:gd name="connsiteY30" fmla="*/ 81344 h 357949"/>
              <a:gd name="connsiteX31" fmla="*/ 206783 w 302207"/>
              <a:gd name="connsiteY31" fmla="*/ 81344 h 357949"/>
              <a:gd name="connsiteX32" fmla="*/ 107470 w 302207"/>
              <a:gd name="connsiteY32" fmla="*/ 174879 h 357949"/>
              <a:gd name="connsiteX33" fmla="*/ 151198 w 302207"/>
              <a:gd name="connsiteY33" fmla="*/ 105727 h 357949"/>
              <a:gd name="connsiteX34" fmla="*/ 190943 w 302207"/>
              <a:gd name="connsiteY34" fmla="*/ 174879 h 357949"/>
              <a:gd name="connsiteX35" fmla="*/ 190943 w 302207"/>
              <a:gd name="connsiteY35" fmla="*/ 178975 h 357949"/>
              <a:gd name="connsiteX36" fmla="*/ 107470 w 302207"/>
              <a:gd name="connsiteY36" fmla="*/ 178975 h 357949"/>
              <a:gd name="connsiteX37" fmla="*/ 107470 w 302207"/>
              <a:gd name="connsiteY37" fmla="*/ 174879 h 357949"/>
              <a:gd name="connsiteX38" fmla="*/ 139247 w 302207"/>
              <a:gd name="connsiteY38" fmla="*/ 89535 h 357949"/>
              <a:gd name="connsiteX39" fmla="*/ 111454 w 302207"/>
              <a:gd name="connsiteY39" fmla="*/ 142399 h 357949"/>
              <a:gd name="connsiteX40" fmla="*/ 111454 w 302207"/>
              <a:gd name="connsiteY40" fmla="*/ 36671 h 357949"/>
              <a:gd name="connsiteX41" fmla="*/ 139247 w 302207"/>
              <a:gd name="connsiteY41" fmla="*/ 89535 h 357949"/>
              <a:gd name="connsiteX42" fmla="*/ 151198 w 302207"/>
              <a:gd name="connsiteY42" fmla="*/ 73247 h 357949"/>
              <a:gd name="connsiteX43" fmla="*/ 115438 w 302207"/>
              <a:gd name="connsiteY43" fmla="*/ 16288 h 357949"/>
              <a:gd name="connsiteX44" fmla="*/ 183070 w 302207"/>
              <a:gd name="connsiteY44" fmla="*/ 16288 h 357949"/>
              <a:gd name="connsiteX45" fmla="*/ 151293 w 302207"/>
              <a:gd name="connsiteY45" fmla="*/ 73247 h 357949"/>
              <a:gd name="connsiteX46" fmla="*/ 190943 w 302207"/>
              <a:gd name="connsiteY46" fmla="*/ 142399 h 357949"/>
              <a:gd name="connsiteX47" fmla="*/ 159166 w 302207"/>
              <a:gd name="connsiteY47" fmla="*/ 89535 h 357949"/>
              <a:gd name="connsiteX48" fmla="*/ 190943 w 302207"/>
              <a:gd name="connsiteY48" fmla="*/ 36671 h 357949"/>
              <a:gd name="connsiteX49" fmla="*/ 190943 w 302207"/>
              <a:gd name="connsiteY49" fmla="*/ 142399 h 357949"/>
              <a:gd name="connsiteX50" fmla="*/ 206783 w 302207"/>
              <a:gd name="connsiteY50" fmla="*/ 101727 h 357949"/>
              <a:gd name="connsiteX51" fmla="*/ 206783 w 302207"/>
              <a:gd name="connsiteY51" fmla="*/ 97631 h 357949"/>
              <a:gd name="connsiteX52" fmla="*/ 294239 w 302207"/>
              <a:gd name="connsiteY52" fmla="*/ 97631 h 357949"/>
              <a:gd name="connsiteX53" fmla="*/ 302207 w 302207"/>
              <a:gd name="connsiteY53" fmla="*/ 93536 h 357949"/>
              <a:gd name="connsiteX54" fmla="*/ 298223 w 302207"/>
              <a:gd name="connsiteY54" fmla="*/ 81344 h 357949"/>
              <a:gd name="connsiteX55" fmla="*/ 202799 w 302207"/>
              <a:gd name="connsiteY55" fmla="*/ 0 h 357949"/>
              <a:gd name="connsiteX56" fmla="*/ 95424 w 302207"/>
              <a:gd name="connsiteY56" fmla="*/ 0 h 357949"/>
              <a:gd name="connsiteX57" fmla="*/ 0 w 302207"/>
              <a:gd name="connsiteY57" fmla="*/ 81344 h 357949"/>
              <a:gd name="connsiteX58" fmla="*/ 0 w 302207"/>
              <a:gd name="connsiteY58" fmla="*/ 93536 h 357949"/>
              <a:gd name="connsiteX59" fmla="*/ 7968 w 302207"/>
              <a:gd name="connsiteY59" fmla="*/ 97631 h 357949"/>
              <a:gd name="connsiteX60" fmla="*/ 95424 w 302207"/>
              <a:gd name="connsiteY60" fmla="*/ 97631 h 357949"/>
              <a:gd name="connsiteX61" fmla="*/ 95424 w 302207"/>
              <a:gd name="connsiteY61" fmla="*/ 101727 h 357949"/>
              <a:gd name="connsiteX62" fmla="*/ 0 w 302207"/>
              <a:gd name="connsiteY62" fmla="*/ 178975 h 357949"/>
              <a:gd name="connsiteX63" fmla="*/ 0 w 302207"/>
              <a:gd name="connsiteY63" fmla="*/ 191167 h 357949"/>
              <a:gd name="connsiteX64" fmla="*/ 7968 w 302207"/>
              <a:gd name="connsiteY64" fmla="*/ 195263 h 357949"/>
              <a:gd name="connsiteX65" fmla="*/ 83472 w 302207"/>
              <a:gd name="connsiteY65" fmla="*/ 195263 h 357949"/>
              <a:gd name="connsiteX66" fmla="*/ 23808 w 302207"/>
              <a:gd name="connsiteY66" fmla="*/ 345758 h 357949"/>
              <a:gd name="connsiteX67" fmla="*/ 27792 w 302207"/>
              <a:gd name="connsiteY67" fmla="*/ 357950 h 357949"/>
              <a:gd name="connsiteX68" fmla="*/ 39744 w 302207"/>
              <a:gd name="connsiteY68" fmla="*/ 353854 h 357949"/>
              <a:gd name="connsiteX69" fmla="*/ 51696 w 302207"/>
              <a:gd name="connsiteY69" fmla="*/ 321278 h 357949"/>
              <a:gd name="connsiteX70" fmla="*/ 151104 w 302207"/>
              <a:gd name="connsiteY70" fmla="*/ 268415 h 357949"/>
              <a:gd name="connsiteX71" fmla="*/ 250511 w 302207"/>
              <a:gd name="connsiteY71" fmla="*/ 321278 h 357949"/>
              <a:gd name="connsiteX72" fmla="*/ 262463 w 302207"/>
              <a:gd name="connsiteY72" fmla="*/ 353854 h 357949"/>
              <a:gd name="connsiteX73" fmla="*/ 270431 w 302207"/>
              <a:gd name="connsiteY73" fmla="*/ 357950 h 357949"/>
              <a:gd name="connsiteX74" fmla="*/ 278399 w 302207"/>
              <a:gd name="connsiteY74" fmla="*/ 345758 h 357949"/>
              <a:gd name="connsiteX75" fmla="*/ 214751 w 302207"/>
              <a:gd name="connsiteY75" fmla="*/ 195263 h 357949"/>
              <a:gd name="connsiteX76" fmla="*/ 294239 w 302207"/>
              <a:gd name="connsiteY76" fmla="*/ 195263 h 357949"/>
              <a:gd name="connsiteX77" fmla="*/ 302207 w 302207"/>
              <a:gd name="connsiteY77" fmla="*/ 191167 h 357949"/>
              <a:gd name="connsiteX78" fmla="*/ 298223 w 302207"/>
              <a:gd name="connsiteY78" fmla="*/ 178975 h 357949"/>
              <a:gd name="connsiteX79" fmla="*/ 206783 w 302207"/>
              <a:gd name="connsiteY79" fmla="*/ 101727 h 35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2207" h="357949">
                <a:moveTo>
                  <a:pt x="210767" y="178975"/>
                </a:moveTo>
                <a:lnTo>
                  <a:pt x="206783" y="170879"/>
                </a:lnTo>
                <a:lnTo>
                  <a:pt x="206783" y="122111"/>
                </a:lnTo>
                <a:lnTo>
                  <a:pt x="270431" y="179070"/>
                </a:lnTo>
                <a:lnTo>
                  <a:pt x="210767" y="179070"/>
                </a:lnTo>
                <a:close/>
                <a:moveTo>
                  <a:pt x="206783" y="215551"/>
                </a:moveTo>
                <a:lnTo>
                  <a:pt x="151104" y="248126"/>
                </a:lnTo>
                <a:lnTo>
                  <a:pt x="91440" y="215551"/>
                </a:lnTo>
                <a:lnTo>
                  <a:pt x="99408" y="195263"/>
                </a:lnTo>
                <a:lnTo>
                  <a:pt x="198816" y="195263"/>
                </a:lnTo>
                <a:lnTo>
                  <a:pt x="206783" y="215551"/>
                </a:lnTo>
                <a:close/>
                <a:moveTo>
                  <a:pt x="167039" y="256223"/>
                </a:moveTo>
                <a:lnTo>
                  <a:pt x="214751" y="231838"/>
                </a:lnTo>
                <a:lnTo>
                  <a:pt x="238560" y="300990"/>
                </a:lnTo>
                <a:lnTo>
                  <a:pt x="167039" y="256223"/>
                </a:lnTo>
                <a:close/>
                <a:moveTo>
                  <a:pt x="59758" y="300990"/>
                </a:moveTo>
                <a:lnTo>
                  <a:pt x="87551" y="231838"/>
                </a:lnTo>
                <a:lnTo>
                  <a:pt x="135263" y="256223"/>
                </a:lnTo>
                <a:lnTo>
                  <a:pt x="59758" y="300990"/>
                </a:lnTo>
                <a:close/>
                <a:moveTo>
                  <a:pt x="27887" y="178975"/>
                </a:moveTo>
                <a:lnTo>
                  <a:pt x="95519" y="122015"/>
                </a:lnTo>
                <a:lnTo>
                  <a:pt x="95519" y="170783"/>
                </a:lnTo>
                <a:lnTo>
                  <a:pt x="91535" y="178879"/>
                </a:lnTo>
                <a:lnTo>
                  <a:pt x="27887" y="178879"/>
                </a:lnTo>
                <a:close/>
                <a:moveTo>
                  <a:pt x="27887" y="81344"/>
                </a:moveTo>
                <a:lnTo>
                  <a:pt x="95519" y="24384"/>
                </a:lnTo>
                <a:lnTo>
                  <a:pt x="95519" y="81344"/>
                </a:lnTo>
                <a:lnTo>
                  <a:pt x="27887" y="81344"/>
                </a:lnTo>
                <a:close/>
                <a:moveTo>
                  <a:pt x="206783" y="81344"/>
                </a:moveTo>
                <a:lnTo>
                  <a:pt x="206783" y="24384"/>
                </a:lnTo>
                <a:lnTo>
                  <a:pt x="270431" y="81344"/>
                </a:lnTo>
                <a:lnTo>
                  <a:pt x="206783" y="81344"/>
                </a:lnTo>
                <a:close/>
                <a:moveTo>
                  <a:pt x="107470" y="174879"/>
                </a:moveTo>
                <a:lnTo>
                  <a:pt x="151198" y="105727"/>
                </a:lnTo>
                <a:lnTo>
                  <a:pt x="190943" y="174879"/>
                </a:lnTo>
                <a:lnTo>
                  <a:pt x="190943" y="178975"/>
                </a:lnTo>
                <a:lnTo>
                  <a:pt x="107470" y="178975"/>
                </a:lnTo>
                <a:lnTo>
                  <a:pt x="107470" y="174879"/>
                </a:lnTo>
                <a:close/>
                <a:moveTo>
                  <a:pt x="139247" y="89535"/>
                </a:moveTo>
                <a:lnTo>
                  <a:pt x="111454" y="142399"/>
                </a:lnTo>
                <a:lnTo>
                  <a:pt x="111454" y="36671"/>
                </a:lnTo>
                <a:lnTo>
                  <a:pt x="139247" y="89535"/>
                </a:lnTo>
                <a:close/>
                <a:moveTo>
                  <a:pt x="151198" y="73247"/>
                </a:moveTo>
                <a:lnTo>
                  <a:pt x="115438" y="16288"/>
                </a:lnTo>
                <a:lnTo>
                  <a:pt x="183070" y="16288"/>
                </a:lnTo>
                <a:lnTo>
                  <a:pt x="151293" y="73247"/>
                </a:lnTo>
                <a:close/>
                <a:moveTo>
                  <a:pt x="190943" y="142399"/>
                </a:moveTo>
                <a:lnTo>
                  <a:pt x="159166" y="89535"/>
                </a:lnTo>
                <a:lnTo>
                  <a:pt x="190943" y="36671"/>
                </a:lnTo>
                <a:lnTo>
                  <a:pt x="190943" y="142399"/>
                </a:lnTo>
                <a:close/>
                <a:moveTo>
                  <a:pt x="206783" y="101727"/>
                </a:moveTo>
                <a:lnTo>
                  <a:pt x="206783" y="97631"/>
                </a:lnTo>
                <a:lnTo>
                  <a:pt x="294239" y="97631"/>
                </a:lnTo>
                <a:cubicBezTo>
                  <a:pt x="298223" y="97631"/>
                  <a:pt x="298223" y="93536"/>
                  <a:pt x="302207" y="93536"/>
                </a:cubicBezTo>
                <a:cubicBezTo>
                  <a:pt x="302207" y="89440"/>
                  <a:pt x="302207" y="85439"/>
                  <a:pt x="298223" y="81344"/>
                </a:cubicBezTo>
                <a:lnTo>
                  <a:pt x="202799" y="0"/>
                </a:lnTo>
                <a:lnTo>
                  <a:pt x="95424" y="0"/>
                </a:lnTo>
                <a:lnTo>
                  <a:pt x="0" y="81344"/>
                </a:lnTo>
                <a:lnTo>
                  <a:pt x="0" y="93536"/>
                </a:lnTo>
                <a:cubicBezTo>
                  <a:pt x="0" y="93536"/>
                  <a:pt x="3984" y="97631"/>
                  <a:pt x="7968" y="97631"/>
                </a:cubicBezTo>
                <a:lnTo>
                  <a:pt x="95424" y="97631"/>
                </a:lnTo>
                <a:lnTo>
                  <a:pt x="95424" y="101727"/>
                </a:lnTo>
                <a:lnTo>
                  <a:pt x="0" y="178975"/>
                </a:lnTo>
                <a:lnTo>
                  <a:pt x="0" y="191167"/>
                </a:lnTo>
                <a:cubicBezTo>
                  <a:pt x="0" y="191167"/>
                  <a:pt x="3984" y="195263"/>
                  <a:pt x="7968" y="195263"/>
                </a:cubicBezTo>
                <a:lnTo>
                  <a:pt x="83472" y="195263"/>
                </a:lnTo>
                <a:lnTo>
                  <a:pt x="23808" y="345758"/>
                </a:lnTo>
                <a:cubicBezTo>
                  <a:pt x="19825" y="349853"/>
                  <a:pt x="23808" y="353854"/>
                  <a:pt x="27792" y="357950"/>
                </a:cubicBezTo>
                <a:cubicBezTo>
                  <a:pt x="31776" y="357950"/>
                  <a:pt x="35760" y="357950"/>
                  <a:pt x="39744" y="353854"/>
                </a:cubicBezTo>
                <a:lnTo>
                  <a:pt x="51696" y="321278"/>
                </a:lnTo>
                <a:lnTo>
                  <a:pt x="151104" y="268415"/>
                </a:lnTo>
                <a:lnTo>
                  <a:pt x="250511" y="321278"/>
                </a:lnTo>
                <a:lnTo>
                  <a:pt x="262463" y="353854"/>
                </a:lnTo>
                <a:cubicBezTo>
                  <a:pt x="262463" y="357950"/>
                  <a:pt x="266447" y="357950"/>
                  <a:pt x="270431" y="357950"/>
                </a:cubicBezTo>
                <a:cubicBezTo>
                  <a:pt x="274415" y="353854"/>
                  <a:pt x="278399" y="349853"/>
                  <a:pt x="278399" y="345758"/>
                </a:cubicBezTo>
                <a:lnTo>
                  <a:pt x="214751" y="195263"/>
                </a:lnTo>
                <a:lnTo>
                  <a:pt x="294239" y="195263"/>
                </a:lnTo>
                <a:cubicBezTo>
                  <a:pt x="298223" y="195263"/>
                  <a:pt x="298223" y="191167"/>
                  <a:pt x="302207" y="191167"/>
                </a:cubicBezTo>
                <a:cubicBezTo>
                  <a:pt x="302207" y="187071"/>
                  <a:pt x="302207" y="183071"/>
                  <a:pt x="298223" y="178975"/>
                </a:cubicBezTo>
                <a:lnTo>
                  <a:pt x="206783" y="10172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4" name="Graphic 181">
            <a:extLst>
              <a:ext uri="{FF2B5EF4-FFF2-40B4-BE49-F238E27FC236}">
                <a16:creationId xmlns:a16="http://schemas.microsoft.com/office/drawing/2014/main" id="{9E28A9A1-35E4-5F7D-2AE2-3D358D9E7683}"/>
              </a:ext>
            </a:extLst>
          </p:cNvPr>
          <p:cNvSpPr/>
          <p:nvPr/>
        </p:nvSpPr>
        <p:spPr>
          <a:xfrm>
            <a:off x="4623463" y="2858257"/>
            <a:ext cx="405130" cy="479856"/>
          </a:xfrm>
          <a:custGeom>
            <a:avLst/>
            <a:gdLst>
              <a:gd name="connsiteX0" fmla="*/ 210767 w 302207"/>
              <a:gd name="connsiteY0" fmla="*/ 178975 h 357949"/>
              <a:gd name="connsiteX1" fmla="*/ 206783 w 302207"/>
              <a:gd name="connsiteY1" fmla="*/ 170879 h 357949"/>
              <a:gd name="connsiteX2" fmla="*/ 206783 w 302207"/>
              <a:gd name="connsiteY2" fmla="*/ 122111 h 357949"/>
              <a:gd name="connsiteX3" fmla="*/ 270431 w 302207"/>
              <a:gd name="connsiteY3" fmla="*/ 179070 h 357949"/>
              <a:gd name="connsiteX4" fmla="*/ 210767 w 302207"/>
              <a:gd name="connsiteY4" fmla="*/ 179070 h 357949"/>
              <a:gd name="connsiteX5" fmla="*/ 206783 w 302207"/>
              <a:gd name="connsiteY5" fmla="*/ 215551 h 357949"/>
              <a:gd name="connsiteX6" fmla="*/ 151104 w 302207"/>
              <a:gd name="connsiteY6" fmla="*/ 248126 h 357949"/>
              <a:gd name="connsiteX7" fmla="*/ 91440 w 302207"/>
              <a:gd name="connsiteY7" fmla="*/ 215551 h 357949"/>
              <a:gd name="connsiteX8" fmla="*/ 99408 w 302207"/>
              <a:gd name="connsiteY8" fmla="*/ 195263 h 357949"/>
              <a:gd name="connsiteX9" fmla="*/ 198816 w 302207"/>
              <a:gd name="connsiteY9" fmla="*/ 195263 h 357949"/>
              <a:gd name="connsiteX10" fmla="*/ 206783 w 302207"/>
              <a:gd name="connsiteY10" fmla="*/ 215551 h 357949"/>
              <a:gd name="connsiteX11" fmla="*/ 167039 w 302207"/>
              <a:gd name="connsiteY11" fmla="*/ 256223 h 357949"/>
              <a:gd name="connsiteX12" fmla="*/ 214751 w 302207"/>
              <a:gd name="connsiteY12" fmla="*/ 231838 h 357949"/>
              <a:gd name="connsiteX13" fmla="*/ 238560 w 302207"/>
              <a:gd name="connsiteY13" fmla="*/ 300990 h 357949"/>
              <a:gd name="connsiteX14" fmla="*/ 167039 w 302207"/>
              <a:gd name="connsiteY14" fmla="*/ 256223 h 357949"/>
              <a:gd name="connsiteX15" fmla="*/ 59758 w 302207"/>
              <a:gd name="connsiteY15" fmla="*/ 300990 h 357949"/>
              <a:gd name="connsiteX16" fmla="*/ 87551 w 302207"/>
              <a:gd name="connsiteY16" fmla="*/ 231838 h 357949"/>
              <a:gd name="connsiteX17" fmla="*/ 135263 w 302207"/>
              <a:gd name="connsiteY17" fmla="*/ 256223 h 357949"/>
              <a:gd name="connsiteX18" fmla="*/ 59758 w 302207"/>
              <a:gd name="connsiteY18" fmla="*/ 300990 h 357949"/>
              <a:gd name="connsiteX19" fmla="*/ 27887 w 302207"/>
              <a:gd name="connsiteY19" fmla="*/ 178975 h 357949"/>
              <a:gd name="connsiteX20" fmla="*/ 95519 w 302207"/>
              <a:gd name="connsiteY20" fmla="*/ 122015 h 357949"/>
              <a:gd name="connsiteX21" fmla="*/ 95519 w 302207"/>
              <a:gd name="connsiteY21" fmla="*/ 170783 h 357949"/>
              <a:gd name="connsiteX22" fmla="*/ 91535 w 302207"/>
              <a:gd name="connsiteY22" fmla="*/ 178879 h 357949"/>
              <a:gd name="connsiteX23" fmla="*/ 27887 w 302207"/>
              <a:gd name="connsiteY23" fmla="*/ 178879 h 357949"/>
              <a:gd name="connsiteX24" fmla="*/ 27887 w 302207"/>
              <a:gd name="connsiteY24" fmla="*/ 81344 h 357949"/>
              <a:gd name="connsiteX25" fmla="*/ 95519 w 302207"/>
              <a:gd name="connsiteY25" fmla="*/ 24384 h 357949"/>
              <a:gd name="connsiteX26" fmla="*/ 95519 w 302207"/>
              <a:gd name="connsiteY26" fmla="*/ 81344 h 357949"/>
              <a:gd name="connsiteX27" fmla="*/ 27887 w 302207"/>
              <a:gd name="connsiteY27" fmla="*/ 81344 h 357949"/>
              <a:gd name="connsiteX28" fmla="*/ 206783 w 302207"/>
              <a:gd name="connsiteY28" fmla="*/ 81344 h 357949"/>
              <a:gd name="connsiteX29" fmla="*/ 206783 w 302207"/>
              <a:gd name="connsiteY29" fmla="*/ 24384 h 357949"/>
              <a:gd name="connsiteX30" fmla="*/ 270431 w 302207"/>
              <a:gd name="connsiteY30" fmla="*/ 81344 h 357949"/>
              <a:gd name="connsiteX31" fmla="*/ 206783 w 302207"/>
              <a:gd name="connsiteY31" fmla="*/ 81344 h 357949"/>
              <a:gd name="connsiteX32" fmla="*/ 107470 w 302207"/>
              <a:gd name="connsiteY32" fmla="*/ 174879 h 357949"/>
              <a:gd name="connsiteX33" fmla="*/ 151198 w 302207"/>
              <a:gd name="connsiteY33" fmla="*/ 105727 h 357949"/>
              <a:gd name="connsiteX34" fmla="*/ 190943 w 302207"/>
              <a:gd name="connsiteY34" fmla="*/ 174879 h 357949"/>
              <a:gd name="connsiteX35" fmla="*/ 190943 w 302207"/>
              <a:gd name="connsiteY35" fmla="*/ 178975 h 357949"/>
              <a:gd name="connsiteX36" fmla="*/ 107470 w 302207"/>
              <a:gd name="connsiteY36" fmla="*/ 178975 h 357949"/>
              <a:gd name="connsiteX37" fmla="*/ 107470 w 302207"/>
              <a:gd name="connsiteY37" fmla="*/ 174879 h 357949"/>
              <a:gd name="connsiteX38" fmla="*/ 139247 w 302207"/>
              <a:gd name="connsiteY38" fmla="*/ 89535 h 357949"/>
              <a:gd name="connsiteX39" fmla="*/ 111454 w 302207"/>
              <a:gd name="connsiteY39" fmla="*/ 142399 h 357949"/>
              <a:gd name="connsiteX40" fmla="*/ 111454 w 302207"/>
              <a:gd name="connsiteY40" fmla="*/ 36671 h 357949"/>
              <a:gd name="connsiteX41" fmla="*/ 139247 w 302207"/>
              <a:gd name="connsiteY41" fmla="*/ 89535 h 357949"/>
              <a:gd name="connsiteX42" fmla="*/ 151198 w 302207"/>
              <a:gd name="connsiteY42" fmla="*/ 73247 h 357949"/>
              <a:gd name="connsiteX43" fmla="*/ 115438 w 302207"/>
              <a:gd name="connsiteY43" fmla="*/ 16288 h 357949"/>
              <a:gd name="connsiteX44" fmla="*/ 183070 w 302207"/>
              <a:gd name="connsiteY44" fmla="*/ 16288 h 357949"/>
              <a:gd name="connsiteX45" fmla="*/ 151293 w 302207"/>
              <a:gd name="connsiteY45" fmla="*/ 73247 h 357949"/>
              <a:gd name="connsiteX46" fmla="*/ 190943 w 302207"/>
              <a:gd name="connsiteY46" fmla="*/ 142399 h 357949"/>
              <a:gd name="connsiteX47" fmla="*/ 159166 w 302207"/>
              <a:gd name="connsiteY47" fmla="*/ 89535 h 357949"/>
              <a:gd name="connsiteX48" fmla="*/ 190943 w 302207"/>
              <a:gd name="connsiteY48" fmla="*/ 36671 h 357949"/>
              <a:gd name="connsiteX49" fmla="*/ 190943 w 302207"/>
              <a:gd name="connsiteY49" fmla="*/ 142399 h 357949"/>
              <a:gd name="connsiteX50" fmla="*/ 206783 w 302207"/>
              <a:gd name="connsiteY50" fmla="*/ 101727 h 357949"/>
              <a:gd name="connsiteX51" fmla="*/ 206783 w 302207"/>
              <a:gd name="connsiteY51" fmla="*/ 97631 h 357949"/>
              <a:gd name="connsiteX52" fmla="*/ 294239 w 302207"/>
              <a:gd name="connsiteY52" fmla="*/ 97631 h 357949"/>
              <a:gd name="connsiteX53" fmla="*/ 302207 w 302207"/>
              <a:gd name="connsiteY53" fmla="*/ 93536 h 357949"/>
              <a:gd name="connsiteX54" fmla="*/ 298223 w 302207"/>
              <a:gd name="connsiteY54" fmla="*/ 81344 h 357949"/>
              <a:gd name="connsiteX55" fmla="*/ 202799 w 302207"/>
              <a:gd name="connsiteY55" fmla="*/ 0 h 357949"/>
              <a:gd name="connsiteX56" fmla="*/ 95424 w 302207"/>
              <a:gd name="connsiteY56" fmla="*/ 0 h 357949"/>
              <a:gd name="connsiteX57" fmla="*/ 0 w 302207"/>
              <a:gd name="connsiteY57" fmla="*/ 81344 h 357949"/>
              <a:gd name="connsiteX58" fmla="*/ 0 w 302207"/>
              <a:gd name="connsiteY58" fmla="*/ 93536 h 357949"/>
              <a:gd name="connsiteX59" fmla="*/ 7968 w 302207"/>
              <a:gd name="connsiteY59" fmla="*/ 97631 h 357949"/>
              <a:gd name="connsiteX60" fmla="*/ 95424 w 302207"/>
              <a:gd name="connsiteY60" fmla="*/ 97631 h 357949"/>
              <a:gd name="connsiteX61" fmla="*/ 95424 w 302207"/>
              <a:gd name="connsiteY61" fmla="*/ 101727 h 357949"/>
              <a:gd name="connsiteX62" fmla="*/ 0 w 302207"/>
              <a:gd name="connsiteY62" fmla="*/ 178975 h 357949"/>
              <a:gd name="connsiteX63" fmla="*/ 0 w 302207"/>
              <a:gd name="connsiteY63" fmla="*/ 191167 h 357949"/>
              <a:gd name="connsiteX64" fmla="*/ 7968 w 302207"/>
              <a:gd name="connsiteY64" fmla="*/ 195263 h 357949"/>
              <a:gd name="connsiteX65" fmla="*/ 83472 w 302207"/>
              <a:gd name="connsiteY65" fmla="*/ 195263 h 357949"/>
              <a:gd name="connsiteX66" fmla="*/ 23808 w 302207"/>
              <a:gd name="connsiteY66" fmla="*/ 345758 h 357949"/>
              <a:gd name="connsiteX67" fmla="*/ 27792 w 302207"/>
              <a:gd name="connsiteY67" fmla="*/ 357950 h 357949"/>
              <a:gd name="connsiteX68" fmla="*/ 39744 w 302207"/>
              <a:gd name="connsiteY68" fmla="*/ 353854 h 357949"/>
              <a:gd name="connsiteX69" fmla="*/ 51696 w 302207"/>
              <a:gd name="connsiteY69" fmla="*/ 321278 h 357949"/>
              <a:gd name="connsiteX70" fmla="*/ 151104 w 302207"/>
              <a:gd name="connsiteY70" fmla="*/ 268415 h 357949"/>
              <a:gd name="connsiteX71" fmla="*/ 250511 w 302207"/>
              <a:gd name="connsiteY71" fmla="*/ 321278 h 357949"/>
              <a:gd name="connsiteX72" fmla="*/ 262463 w 302207"/>
              <a:gd name="connsiteY72" fmla="*/ 353854 h 357949"/>
              <a:gd name="connsiteX73" fmla="*/ 270431 w 302207"/>
              <a:gd name="connsiteY73" fmla="*/ 357950 h 357949"/>
              <a:gd name="connsiteX74" fmla="*/ 278399 w 302207"/>
              <a:gd name="connsiteY74" fmla="*/ 345758 h 357949"/>
              <a:gd name="connsiteX75" fmla="*/ 214751 w 302207"/>
              <a:gd name="connsiteY75" fmla="*/ 195263 h 357949"/>
              <a:gd name="connsiteX76" fmla="*/ 294239 w 302207"/>
              <a:gd name="connsiteY76" fmla="*/ 195263 h 357949"/>
              <a:gd name="connsiteX77" fmla="*/ 302207 w 302207"/>
              <a:gd name="connsiteY77" fmla="*/ 191167 h 357949"/>
              <a:gd name="connsiteX78" fmla="*/ 298223 w 302207"/>
              <a:gd name="connsiteY78" fmla="*/ 178975 h 357949"/>
              <a:gd name="connsiteX79" fmla="*/ 206783 w 302207"/>
              <a:gd name="connsiteY79" fmla="*/ 101727 h 35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2207" h="357949">
                <a:moveTo>
                  <a:pt x="210767" y="178975"/>
                </a:moveTo>
                <a:lnTo>
                  <a:pt x="206783" y="170879"/>
                </a:lnTo>
                <a:lnTo>
                  <a:pt x="206783" y="122111"/>
                </a:lnTo>
                <a:lnTo>
                  <a:pt x="270431" y="179070"/>
                </a:lnTo>
                <a:lnTo>
                  <a:pt x="210767" y="179070"/>
                </a:lnTo>
                <a:close/>
                <a:moveTo>
                  <a:pt x="206783" y="215551"/>
                </a:moveTo>
                <a:lnTo>
                  <a:pt x="151104" y="248126"/>
                </a:lnTo>
                <a:lnTo>
                  <a:pt x="91440" y="215551"/>
                </a:lnTo>
                <a:lnTo>
                  <a:pt x="99408" y="195263"/>
                </a:lnTo>
                <a:lnTo>
                  <a:pt x="198816" y="195263"/>
                </a:lnTo>
                <a:lnTo>
                  <a:pt x="206783" y="215551"/>
                </a:lnTo>
                <a:close/>
                <a:moveTo>
                  <a:pt x="167039" y="256223"/>
                </a:moveTo>
                <a:lnTo>
                  <a:pt x="214751" y="231838"/>
                </a:lnTo>
                <a:lnTo>
                  <a:pt x="238560" y="300990"/>
                </a:lnTo>
                <a:lnTo>
                  <a:pt x="167039" y="256223"/>
                </a:lnTo>
                <a:close/>
                <a:moveTo>
                  <a:pt x="59758" y="300990"/>
                </a:moveTo>
                <a:lnTo>
                  <a:pt x="87551" y="231838"/>
                </a:lnTo>
                <a:lnTo>
                  <a:pt x="135263" y="256223"/>
                </a:lnTo>
                <a:lnTo>
                  <a:pt x="59758" y="300990"/>
                </a:lnTo>
                <a:close/>
                <a:moveTo>
                  <a:pt x="27887" y="178975"/>
                </a:moveTo>
                <a:lnTo>
                  <a:pt x="95519" y="122015"/>
                </a:lnTo>
                <a:lnTo>
                  <a:pt x="95519" y="170783"/>
                </a:lnTo>
                <a:lnTo>
                  <a:pt x="91535" y="178879"/>
                </a:lnTo>
                <a:lnTo>
                  <a:pt x="27887" y="178879"/>
                </a:lnTo>
                <a:close/>
                <a:moveTo>
                  <a:pt x="27887" y="81344"/>
                </a:moveTo>
                <a:lnTo>
                  <a:pt x="95519" y="24384"/>
                </a:lnTo>
                <a:lnTo>
                  <a:pt x="95519" y="81344"/>
                </a:lnTo>
                <a:lnTo>
                  <a:pt x="27887" y="81344"/>
                </a:lnTo>
                <a:close/>
                <a:moveTo>
                  <a:pt x="206783" y="81344"/>
                </a:moveTo>
                <a:lnTo>
                  <a:pt x="206783" y="24384"/>
                </a:lnTo>
                <a:lnTo>
                  <a:pt x="270431" y="81344"/>
                </a:lnTo>
                <a:lnTo>
                  <a:pt x="206783" y="81344"/>
                </a:lnTo>
                <a:close/>
                <a:moveTo>
                  <a:pt x="107470" y="174879"/>
                </a:moveTo>
                <a:lnTo>
                  <a:pt x="151198" y="105727"/>
                </a:lnTo>
                <a:lnTo>
                  <a:pt x="190943" y="174879"/>
                </a:lnTo>
                <a:lnTo>
                  <a:pt x="190943" y="178975"/>
                </a:lnTo>
                <a:lnTo>
                  <a:pt x="107470" y="178975"/>
                </a:lnTo>
                <a:lnTo>
                  <a:pt x="107470" y="174879"/>
                </a:lnTo>
                <a:close/>
                <a:moveTo>
                  <a:pt x="139247" y="89535"/>
                </a:moveTo>
                <a:lnTo>
                  <a:pt x="111454" y="142399"/>
                </a:lnTo>
                <a:lnTo>
                  <a:pt x="111454" y="36671"/>
                </a:lnTo>
                <a:lnTo>
                  <a:pt x="139247" y="89535"/>
                </a:lnTo>
                <a:close/>
                <a:moveTo>
                  <a:pt x="151198" y="73247"/>
                </a:moveTo>
                <a:lnTo>
                  <a:pt x="115438" y="16288"/>
                </a:lnTo>
                <a:lnTo>
                  <a:pt x="183070" y="16288"/>
                </a:lnTo>
                <a:lnTo>
                  <a:pt x="151293" y="73247"/>
                </a:lnTo>
                <a:close/>
                <a:moveTo>
                  <a:pt x="190943" y="142399"/>
                </a:moveTo>
                <a:lnTo>
                  <a:pt x="159166" y="89535"/>
                </a:lnTo>
                <a:lnTo>
                  <a:pt x="190943" y="36671"/>
                </a:lnTo>
                <a:lnTo>
                  <a:pt x="190943" y="142399"/>
                </a:lnTo>
                <a:close/>
                <a:moveTo>
                  <a:pt x="206783" y="101727"/>
                </a:moveTo>
                <a:lnTo>
                  <a:pt x="206783" y="97631"/>
                </a:lnTo>
                <a:lnTo>
                  <a:pt x="294239" y="97631"/>
                </a:lnTo>
                <a:cubicBezTo>
                  <a:pt x="298223" y="97631"/>
                  <a:pt x="298223" y="93536"/>
                  <a:pt x="302207" y="93536"/>
                </a:cubicBezTo>
                <a:cubicBezTo>
                  <a:pt x="302207" y="89440"/>
                  <a:pt x="302207" y="85439"/>
                  <a:pt x="298223" y="81344"/>
                </a:cubicBezTo>
                <a:lnTo>
                  <a:pt x="202799" y="0"/>
                </a:lnTo>
                <a:lnTo>
                  <a:pt x="95424" y="0"/>
                </a:lnTo>
                <a:lnTo>
                  <a:pt x="0" y="81344"/>
                </a:lnTo>
                <a:lnTo>
                  <a:pt x="0" y="93536"/>
                </a:lnTo>
                <a:cubicBezTo>
                  <a:pt x="0" y="93536"/>
                  <a:pt x="3984" y="97631"/>
                  <a:pt x="7968" y="97631"/>
                </a:cubicBezTo>
                <a:lnTo>
                  <a:pt x="95424" y="97631"/>
                </a:lnTo>
                <a:lnTo>
                  <a:pt x="95424" y="101727"/>
                </a:lnTo>
                <a:lnTo>
                  <a:pt x="0" y="178975"/>
                </a:lnTo>
                <a:lnTo>
                  <a:pt x="0" y="191167"/>
                </a:lnTo>
                <a:cubicBezTo>
                  <a:pt x="0" y="191167"/>
                  <a:pt x="3984" y="195263"/>
                  <a:pt x="7968" y="195263"/>
                </a:cubicBezTo>
                <a:lnTo>
                  <a:pt x="83472" y="195263"/>
                </a:lnTo>
                <a:lnTo>
                  <a:pt x="23808" y="345758"/>
                </a:lnTo>
                <a:cubicBezTo>
                  <a:pt x="19825" y="349853"/>
                  <a:pt x="23808" y="353854"/>
                  <a:pt x="27792" y="357950"/>
                </a:cubicBezTo>
                <a:cubicBezTo>
                  <a:pt x="31776" y="357950"/>
                  <a:pt x="35760" y="357950"/>
                  <a:pt x="39744" y="353854"/>
                </a:cubicBezTo>
                <a:lnTo>
                  <a:pt x="51696" y="321278"/>
                </a:lnTo>
                <a:lnTo>
                  <a:pt x="151104" y="268415"/>
                </a:lnTo>
                <a:lnTo>
                  <a:pt x="250511" y="321278"/>
                </a:lnTo>
                <a:lnTo>
                  <a:pt x="262463" y="353854"/>
                </a:lnTo>
                <a:cubicBezTo>
                  <a:pt x="262463" y="357950"/>
                  <a:pt x="266447" y="357950"/>
                  <a:pt x="270431" y="357950"/>
                </a:cubicBezTo>
                <a:cubicBezTo>
                  <a:pt x="274415" y="353854"/>
                  <a:pt x="278399" y="349853"/>
                  <a:pt x="278399" y="345758"/>
                </a:cubicBezTo>
                <a:lnTo>
                  <a:pt x="214751" y="195263"/>
                </a:lnTo>
                <a:lnTo>
                  <a:pt x="294239" y="195263"/>
                </a:lnTo>
                <a:cubicBezTo>
                  <a:pt x="298223" y="195263"/>
                  <a:pt x="298223" y="191167"/>
                  <a:pt x="302207" y="191167"/>
                </a:cubicBezTo>
                <a:cubicBezTo>
                  <a:pt x="302207" y="187071"/>
                  <a:pt x="302207" y="183071"/>
                  <a:pt x="298223" y="178975"/>
                </a:cubicBezTo>
                <a:lnTo>
                  <a:pt x="206783" y="10172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5" name="Graphic 181">
            <a:extLst>
              <a:ext uri="{FF2B5EF4-FFF2-40B4-BE49-F238E27FC236}">
                <a16:creationId xmlns:a16="http://schemas.microsoft.com/office/drawing/2014/main" id="{A3A23DAC-D1C4-2334-5441-A4078F46AEA5}"/>
              </a:ext>
            </a:extLst>
          </p:cNvPr>
          <p:cNvSpPr/>
          <p:nvPr/>
        </p:nvSpPr>
        <p:spPr>
          <a:xfrm>
            <a:off x="3864638" y="3461507"/>
            <a:ext cx="405130" cy="479856"/>
          </a:xfrm>
          <a:custGeom>
            <a:avLst/>
            <a:gdLst>
              <a:gd name="connsiteX0" fmla="*/ 210767 w 302207"/>
              <a:gd name="connsiteY0" fmla="*/ 178975 h 357949"/>
              <a:gd name="connsiteX1" fmla="*/ 206783 w 302207"/>
              <a:gd name="connsiteY1" fmla="*/ 170879 h 357949"/>
              <a:gd name="connsiteX2" fmla="*/ 206783 w 302207"/>
              <a:gd name="connsiteY2" fmla="*/ 122111 h 357949"/>
              <a:gd name="connsiteX3" fmla="*/ 270431 w 302207"/>
              <a:gd name="connsiteY3" fmla="*/ 179070 h 357949"/>
              <a:gd name="connsiteX4" fmla="*/ 210767 w 302207"/>
              <a:gd name="connsiteY4" fmla="*/ 179070 h 357949"/>
              <a:gd name="connsiteX5" fmla="*/ 206783 w 302207"/>
              <a:gd name="connsiteY5" fmla="*/ 215551 h 357949"/>
              <a:gd name="connsiteX6" fmla="*/ 151104 w 302207"/>
              <a:gd name="connsiteY6" fmla="*/ 248126 h 357949"/>
              <a:gd name="connsiteX7" fmla="*/ 91440 w 302207"/>
              <a:gd name="connsiteY7" fmla="*/ 215551 h 357949"/>
              <a:gd name="connsiteX8" fmla="*/ 99408 w 302207"/>
              <a:gd name="connsiteY8" fmla="*/ 195263 h 357949"/>
              <a:gd name="connsiteX9" fmla="*/ 198816 w 302207"/>
              <a:gd name="connsiteY9" fmla="*/ 195263 h 357949"/>
              <a:gd name="connsiteX10" fmla="*/ 206783 w 302207"/>
              <a:gd name="connsiteY10" fmla="*/ 215551 h 357949"/>
              <a:gd name="connsiteX11" fmla="*/ 167039 w 302207"/>
              <a:gd name="connsiteY11" fmla="*/ 256223 h 357949"/>
              <a:gd name="connsiteX12" fmla="*/ 214751 w 302207"/>
              <a:gd name="connsiteY12" fmla="*/ 231838 h 357949"/>
              <a:gd name="connsiteX13" fmla="*/ 238560 w 302207"/>
              <a:gd name="connsiteY13" fmla="*/ 300990 h 357949"/>
              <a:gd name="connsiteX14" fmla="*/ 167039 w 302207"/>
              <a:gd name="connsiteY14" fmla="*/ 256223 h 357949"/>
              <a:gd name="connsiteX15" fmla="*/ 59758 w 302207"/>
              <a:gd name="connsiteY15" fmla="*/ 300990 h 357949"/>
              <a:gd name="connsiteX16" fmla="*/ 87551 w 302207"/>
              <a:gd name="connsiteY16" fmla="*/ 231838 h 357949"/>
              <a:gd name="connsiteX17" fmla="*/ 135263 w 302207"/>
              <a:gd name="connsiteY17" fmla="*/ 256223 h 357949"/>
              <a:gd name="connsiteX18" fmla="*/ 59758 w 302207"/>
              <a:gd name="connsiteY18" fmla="*/ 300990 h 357949"/>
              <a:gd name="connsiteX19" fmla="*/ 27887 w 302207"/>
              <a:gd name="connsiteY19" fmla="*/ 178975 h 357949"/>
              <a:gd name="connsiteX20" fmla="*/ 95519 w 302207"/>
              <a:gd name="connsiteY20" fmla="*/ 122015 h 357949"/>
              <a:gd name="connsiteX21" fmla="*/ 95519 w 302207"/>
              <a:gd name="connsiteY21" fmla="*/ 170783 h 357949"/>
              <a:gd name="connsiteX22" fmla="*/ 91535 w 302207"/>
              <a:gd name="connsiteY22" fmla="*/ 178879 h 357949"/>
              <a:gd name="connsiteX23" fmla="*/ 27887 w 302207"/>
              <a:gd name="connsiteY23" fmla="*/ 178879 h 357949"/>
              <a:gd name="connsiteX24" fmla="*/ 27887 w 302207"/>
              <a:gd name="connsiteY24" fmla="*/ 81344 h 357949"/>
              <a:gd name="connsiteX25" fmla="*/ 95519 w 302207"/>
              <a:gd name="connsiteY25" fmla="*/ 24384 h 357949"/>
              <a:gd name="connsiteX26" fmla="*/ 95519 w 302207"/>
              <a:gd name="connsiteY26" fmla="*/ 81344 h 357949"/>
              <a:gd name="connsiteX27" fmla="*/ 27887 w 302207"/>
              <a:gd name="connsiteY27" fmla="*/ 81344 h 357949"/>
              <a:gd name="connsiteX28" fmla="*/ 206783 w 302207"/>
              <a:gd name="connsiteY28" fmla="*/ 81344 h 357949"/>
              <a:gd name="connsiteX29" fmla="*/ 206783 w 302207"/>
              <a:gd name="connsiteY29" fmla="*/ 24384 h 357949"/>
              <a:gd name="connsiteX30" fmla="*/ 270431 w 302207"/>
              <a:gd name="connsiteY30" fmla="*/ 81344 h 357949"/>
              <a:gd name="connsiteX31" fmla="*/ 206783 w 302207"/>
              <a:gd name="connsiteY31" fmla="*/ 81344 h 357949"/>
              <a:gd name="connsiteX32" fmla="*/ 107470 w 302207"/>
              <a:gd name="connsiteY32" fmla="*/ 174879 h 357949"/>
              <a:gd name="connsiteX33" fmla="*/ 151198 w 302207"/>
              <a:gd name="connsiteY33" fmla="*/ 105727 h 357949"/>
              <a:gd name="connsiteX34" fmla="*/ 190943 w 302207"/>
              <a:gd name="connsiteY34" fmla="*/ 174879 h 357949"/>
              <a:gd name="connsiteX35" fmla="*/ 190943 w 302207"/>
              <a:gd name="connsiteY35" fmla="*/ 178975 h 357949"/>
              <a:gd name="connsiteX36" fmla="*/ 107470 w 302207"/>
              <a:gd name="connsiteY36" fmla="*/ 178975 h 357949"/>
              <a:gd name="connsiteX37" fmla="*/ 107470 w 302207"/>
              <a:gd name="connsiteY37" fmla="*/ 174879 h 357949"/>
              <a:gd name="connsiteX38" fmla="*/ 139247 w 302207"/>
              <a:gd name="connsiteY38" fmla="*/ 89535 h 357949"/>
              <a:gd name="connsiteX39" fmla="*/ 111454 w 302207"/>
              <a:gd name="connsiteY39" fmla="*/ 142399 h 357949"/>
              <a:gd name="connsiteX40" fmla="*/ 111454 w 302207"/>
              <a:gd name="connsiteY40" fmla="*/ 36671 h 357949"/>
              <a:gd name="connsiteX41" fmla="*/ 139247 w 302207"/>
              <a:gd name="connsiteY41" fmla="*/ 89535 h 357949"/>
              <a:gd name="connsiteX42" fmla="*/ 151198 w 302207"/>
              <a:gd name="connsiteY42" fmla="*/ 73247 h 357949"/>
              <a:gd name="connsiteX43" fmla="*/ 115438 w 302207"/>
              <a:gd name="connsiteY43" fmla="*/ 16288 h 357949"/>
              <a:gd name="connsiteX44" fmla="*/ 183070 w 302207"/>
              <a:gd name="connsiteY44" fmla="*/ 16288 h 357949"/>
              <a:gd name="connsiteX45" fmla="*/ 151293 w 302207"/>
              <a:gd name="connsiteY45" fmla="*/ 73247 h 357949"/>
              <a:gd name="connsiteX46" fmla="*/ 190943 w 302207"/>
              <a:gd name="connsiteY46" fmla="*/ 142399 h 357949"/>
              <a:gd name="connsiteX47" fmla="*/ 159166 w 302207"/>
              <a:gd name="connsiteY47" fmla="*/ 89535 h 357949"/>
              <a:gd name="connsiteX48" fmla="*/ 190943 w 302207"/>
              <a:gd name="connsiteY48" fmla="*/ 36671 h 357949"/>
              <a:gd name="connsiteX49" fmla="*/ 190943 w 302207"/>
              <a:gd name="connsiteY49" fmla="*/ 142399 h 357949"/>
              <a:gd name="connsiteX50" fmla="*/ 206783 w 302207"/>
              <a:gd name="connsiteY50" fmla="*/ 101727 h 357949"/>
              <a:gd name="connsiteX51" fmla="*/ 206783 w 302207"/>
              <a:gd name="connsiteY51" fmla="*/ 97631 h 357949"/>
              <a:gd name="connsiteX52" fmla="*/ 294239 w 302207"/>
              <a:gd name="connsiteY52" fmla="*/ 97631 h 357949"/>
              <a:gd name="connsiteX53" fmla="*/ 302207 w 302207"/>
              <a:gd name="connsiteY53" fmla="*/ 93536 h 357949"/>
              <a:gd name="connsiteX54" fmla="*/ 298223 w 302207"/>
              <a:gd name="connsiteY54" fmla="*/ 81344 h 357949"/>
              <a:gd name="connsiteX55" fmla="*/ 202799 w 302207"/>
              <a:gd name="connsiteY55" fmla="*/ 0 h 357949"/>
              <a:gd name="connsiteX56" fmla="*/ 95424 w 302207"/>
              <a:gd name="connsiteY56" fmla="*/ 0 h 357949"/>
              <a:gd name="connsiteX57" fmla="*/ 0 w 302207"/>
              <a:gd name="connsiteY57" fmla="*/ 81344 h 357949"/>
              <a:gd name="connsiteX58" fmla="*/ 0 w 302207"/>
              <a:gd name="connsiteY58" fmla="*/ 93536 h 357949"/>
              <a:gd name="connsiteX59" fmla="*/ 7968 w 302207"/>
              <a:gd name="connsiteY59" fmla="*/ 97631 h 357949"/>
              <a:gd name="connsiteX60" fmla="*/ 95424 w 302207"/>
              <a:gd name="connsiteY60" fmla="*/ 97631 h 357949"/>
              <a:gd name="connsiteX61" fmla="*/ 95424 w 302207"/>
              <a:gd name="connsiteY61" fmla="*/ 101727 h 357949"/>
              <a:gd name="connsiteX62" fmla="*/ 0 w 302207"/>
              <a:gd name="connsiteY62" fmla="*/ 178975 h 357949"/>
              <a:gd name="connsiteX63" fmla="*/ 0 w 302207"/>
              <a:gd name="connsiteY63" fmla="*/ 191167 h 357949"/>
              <a:gd name="connsiteX64" fmla="*/ 7968 w 302207"/>
              <a:gd name="connsiteY64" fmla="*/ 195263 h 357949"/>
              <a:gd name="connsiteX65" fmla="*/ 83472 w 302207"/>
              <a:gd name="connsiteY65" fmla="*/ 195263 h 357949"/>
              <a:gd name="connsiteX66" fmla="*/ 23808 w 302207"/>
              <a:gd name="connsiteY66" fmla="*/ 345758 h 357949"/>
              <a:gd name="connsiteX67" fmla="*/ 27792 w 302207"/>
              <a:gd name="connsiteY67" fmla="*/ 357950 h 357949"/>
              <a:gd name="connsiteX68" fmla="*/ 39744 w 302207"/>
              <a:gd name="connsiteY68" fmla="*/ 353854 h 357949"/>
              <a:gd name="connsiteX69" fmla="*/ 51696 w 302207"/>
              <a:gd name="connsiteY69" fmla="*/ 321278 h 357949"/>
              <a:gd name="connsiteX70" fmla="*/ 151104 w 302207"/>
              <a:gd name="connsiteY70" fmla="*/ 268415 h 357949"/>
              <a:gd name="connsiteX71" fmla="*/ 250511 w 302207"/>
              <a:gd name="connsiteY71" fmla="*/ 321278 h 357949"/>
              <a:gd name="connsiteX72" fmla="*/ 262463 w 302207"/>
              <a:gd name="connsiteY72" fmla="*/ 353854 h 357949"/>
              <a:gd name="connsiteX73" fmla="*/ 270431 w 302207"/>
              <a:gd name="connsiteY73" fmla="*/ 357950 h 357949"/>
              <a:gd name="connsiteX74" fmla="*/ 278399 w 302207"/>
              <a:gd name="connsiteY74" fmla="*/ 345758 h 357949"/>
              <a:gd name="connsiteX75" fmla="*/ 214751 w 302207"/>
              <a:gd name="connsiteY75" fmla="*/ 195263 h 357949"/>
              <a:gd name="connsiteX76" fmla="*/ 294239 w 302207"/>
              <a:gd name="connsiteY76" fmla="*/ 195263 h 357949"/>
              <a:gd name="connsiteX77" fmla="*/ 302207 w 302207"/>
              <a:gd name="connsiteY77" fmla="*/ 191167 h 357949"/>
              <a:gd name="connsiteX78" fmla="*/ 298223 w 302207"/>
              <a:gd name="connsiteY78" fmla="*/ 178975 h 357949"/>
              <a:gd name="connsiteX79" fmla="*/ 206783 w 302207"/>
              <a:gd name="connsiteY79" fmla="*/ 101727 h 35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2207" h="357949">
                <a:moveTo>
                  <a:pt x="210767" y="178975"/>
                </a:moveTo>
                <a:lnTo>
                  <a:pt x="206783" y="170879"/>
                </a:lnTo>
                <a:lnTo>
                  <a:pt x="206783" y="122111"/>
                </a:lnTo>
                <a:lnTo>
                  <a:pt x="270431" y="179070"/>
                </a:lnTo>
                <a:lnTo>
                  <a:pt x="210767" y="179070"/>
                </a:lnTo>
                <a:close/>
                <a:moveTo>
                  <a:pt x="206783" y="215551"/>
                </a:moveTo>
                <a:lnTo>
                  <a:pt x="151104" y="248126"/>
                </a:lnTo>
                <a:lnTo>
                  <a:pt x="91440" y="215551"/>
                </a:lnTo>
                <a:lnTo>
                  <a:pt x="99408" y="195263"/>
                </a:lnTo>
                <a:lnTo>
                  <a:pt x="198816" y="195263"/>
                </a:lnTo>
                <a:lnTo>
                  <a:pt x="206783" y="215551"/>
                </a:lnTo>
                <a:close/>
                <a:moveTo>
                  <a:pt x="167039" y="256223"/>
                </a:moveTo>
                <a:lnTo>
                  <a:pt x="214751" y="231838"/>
                </a:lnTo>
                <a:lnTo>
                  <a:pt x="238560" y="300990"/>
                </a:lnTo>
                <a:lnTo>
                  <a:pt x="167039" y="256223"/>
                </a:lnTo>
                <a:close/>
                <a:moveTo>
                  <a:pt x="59758" y="300990"/>
                </a:moveTo>
                <a:lnTo>
                  <a:pt x="87551" y="231838"/>
                </a:lnTo>
                <a:lnTo>
                  <a:pt x="135263" y="256223"/>
                </a:lnTo>
                <a:lnTo>
                  <a:pt x="59758" y="300990"/>
                </a:lnTo>
                <a:close/>
                <a:moveTo>
                  <a:pt x="27887" y="178975"/>
                </a:moveTo>
                <a:lnTo>
                  <a:pt x="95519" y="122015"/>
                </a:lnTo>
                <a:lnTo>
                  <a:pt x="95519" y="170783"/>
                </a:lnTo>
                <a:lnTo>
                  <a:pt x="91535" y="178879"/>
                </a:lnTo>
                <a:lnTo>
                  <a:pt x="27887" y="178879"/>
                </a:lnTo>
                <a:close/>
                <a:moveTo>
                  <a:pt x="27887" y="81344"/>
                </a:moveTo>
                <a:lnTo>
                  <a:pt x="95519" y="24384"/>
                </a:lnTo>
                <a:lnTo>
                  <a:pt x="95519" y="81344"/>
                </a:lnTo>
                <a:lnTo>
                  <a:pt x="27887" y="81344"/>
                </a:lnTo>
                <a:close/>
                <a:moveTo>
                  <a:pt x="206783" y="81344"/>
                </a:moveTo>
                <a:lnTo>
                  <a:pt x="206783" y="24384"/>
                </a:lnTo>
                <a:lnTo>
                  <a:pt x="270431" y="81344"/>
                </a:lnTo>
                <a:lnTo>
                  <a:pt x="206783" y="81344"/>
                </a:lnTo>
                <a:close/>
                <a:moveTo>
                  <a:pt x="107470" y="174879"/>
                </a:moveTo>
                <a:lnTo>
                  <a:pt x="151198" y="105727"/>
                </a:lnTo>
                <a:lnTo>
                  <a:pt x="190943" y="174879"/>
                </a:lnTo>
                <a:lnTo>
                  <a:pt x="190943" y="178975"/>
                </a:lnTo>
                <a:lnTo>
                  <a:pt x="107470" y="178975"/>
                </a:lnTo>
                <a:lnTo>
                  <a:pt x="107470" y="174879"/>
                </a:lnTo>
                <a:close/>
                <a:moveTo>
                  <a:pt x="139247" y="89535"/>
                </a:moveTo>
                <a:lnTo>
                  <a:pt x="111454" y="142399"/>
                </a:lnTo>
                <a:lnTo>
                  <a:pt x="111454" y="36671"/>
                </a:lnTo>
                <a:lnTo>
                  <a:pt x="139247" y="89535"/>
                </a:lnTo>
                <a:close/>
                <a:moveTo>
                  <a:pt x="151198" y="73247"/>
                </a:moveTo>
                <a:lnTo>
                  <a:pt x="115438" y="16288"/>
                </a:lnTo>
                <a:lnTo>
                  <a:pt x="183070" y="16288"/>
                </a:lnTo>
                <a:lnTo>
                  <a:pt x="151293" y="73247"/>
                </a:lnTo>
                <a:close/>
                <a:moveTo>
                  <a:pt x="190943" y="142399"/>
                </a:moveTo>
                <a:lnTo>
                  <a:pt x="159166" y="89535"/>
                </a:lnTo>
                <a:lnTo>
                  <a:pt x="190943" y="36671"/>
                </a:lnTo>
                <a:lnTo>
                  <a:pt x="190943" y="142399"/>
                </a:lnTo>
                <a:close/>
                <a:moveTo>
                  <a:pt x="206783" y="101727"/>
                </a:moveTo>
                <a:lnTo>
                  <a:pt x="206783" y="97631"/>
                </a:lnTo>
                <a:lnTo>
                  <a:pt x="294239" y="97631"/>
                </a:lnTo>
                <a:cubicBezTo>
                  <a:pt x="298223" y="97631"/>
                  <a:pt x="298223" y="93536"/>
                  <a:pt x="302207" y="93536"/>
                </a:cubicBezTo>
                <a:cubicBezTo>
                  <a:pt x="302207" y="89440"/>
                  <a:pt x="302207" y="85439"/>
                  <a:pt x="298223" y="81344"/>
                </a:cubicBezTo>
                <a:lnTo>
                  <a:pt x="202799" y="0"/>
                </a:lnTo>
                <a:lnTo>
                  <a:pt x="95424" y="0"/>
                </a:lnTo>
                <a:lnTo>
                  <a:pt x="0" y="81344"/>
                </a:lnTo>
                <a:lnTo>
                  <a:pt x="0" y="93536"/>
                </a:lnTo>
                <a:cubicBezTo>
                  <a:pt x="0" y="93536"/>
                  <a:pt x="3984" y="97631"/>
                  <a:pt x="7968" y="97631"/>
                </a:cubicBezTo>
                <a:lnTo>
                  <a:pt x="95424" y="97631"/>
                </a:lnTo>
                <a:lnTo>
                  <a:pt x="95424" y="101727"/>
                </a:lnTo>
                <a:lnTo>
                  <a:pt x="0" y="178975"/>
                </a:lnTo>
                <a:lnTo>
                  <a:pt x="0" y="191167"/>
                </a:lnTo>
                <a:cubicBezTo>
                  <a:pt x="0" y="191167"/>
                  <a:pt x="3984" y="195263"/>
                  <a:pt x="7968" y="195263"/>
                </a:cubicBezTo>
                <a:lnTo>
                  <a:pt x="83472" y="195263"/>
                </a:lnTo>
                <a:lnTo>
                  <a:pt x="23808" y="345758"/>
                </a:lnTo>
                <a:cubicBezTo>
                  <a:pt x="19825" y="349853"/>
                  <a:pt x="23808" y="353854"/>
                  <a:pt x="27792" y="357950"/>
                </a:cubicBezTo>
                <a:cubicBezTo>
                  <a:pt x="31776" y="357950"/>
                  <a:pt x="35760" y="357950"/>
                  <a:pt x="39744" y="353854"/>
                </a:cubicBezTo>
                <a:lnTo>
                  <a:pt x="51696" y="321278"/>
                </a:lnTo>
                <a:lnTo>
                  <a:pt x="151104" y="268415"/>
                </a:lnTo>
                <a:lnTo>
                  <a:pt x="250511" y="321278"/>
                </a:lnTo>
                <a:lnTo>
                  <a:pt x="262463" y="353854"/>
                </a:lnTo>
                <a:cubicBezTo>
                  <a:pt x="262463" y="357950"/>
                  <a:pt x="266447" y="357950"/>
                  <a:pt x="270431" y="357950"/>
                </a:cubicBezTo>
                <a:cubicBezTo>
                  <a:pt x="274415" y="353854"/>
                  <a:pt x="278399" y="349853"/>
                  <a:pt x="278399" y="345758"/>
                </a:cubicBezTo>
                <a:lnTo>
                  <a:pt x="214751" y="195263"/>
                </a:lnTo>
                <a:lnTo>
                  <a:pt x="294239" y="195263"/>
                </a:lnTo>
                <a:cubicBezTo>
                  <a:pt x="298223" y="195263"/>
                  <a:pt x="298223" y="191167"/>
                  <a:pt x="302207" y="191167"/>
                </a:cubicBezTo>
                <a:cubicBezTo>
                  <a:pt x="302207" y="187071"/>
                  <a:pt x="302207" y="183071"/>
                  <a:pt x="298223" y="178975"/>
                </a:cubicBezTo>
                <a:lnTo>
                  <a:pt x="206783" y="10172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6" name="Graphic 181">
            <a:extLst>
              <a:ext uri="{FF2B5EF4-FFF2-40B4-BE49-F238E27FC236}">
                <a16:creationId xmlns:a16="http://schemas.microsoft.com/office/drawing/2014/main" id="{78759284-6856-8AD1-8B2E-2DB609049404}"/>
              </a:ext>
            </a:extLst>
          </p:cNvPr>
          <p:cNvSpPr/>
          <p:nvPr/>
        </p:nvSpPr>
        <p:spPr>
          <a:xfrm>
            <a:off x="4623463" y="3461507"/>
            <a:ext cx="405130" cy="479856"/>
          </a:xfrm>
          <a:custGeom>
            <a:avLst/>
            <a:gdLst>
              <a:gd name="connsiteX0" fmla="*/ 210767 w 302207"/>
              <a:gd name="connsiteY0" fmla="*/ 178975 h 357949"/>
              <a:gd name="connsiteX1" fmla="*/ 206783 w 302207"/>
              <a:gd name="connsiteY1" fmla="*/ 170879 h 357949"/>
              <a:gd name="connsiteX2" fmla="*/ 206783 w 302207"/>
              <a:gd name="connsiteY2" fmla="*/ 122111 h 357949"/>
              <a:gd name="connsiteX3" fmla="*/ 270431 w 302207"/>
              <a:gd name="connsiteY3" fmla="*/ 179070 h 357949"/>
              <a:gd name="connsiteX4" fmla="*/ 210767 w 302207"/>
              <a:gd name="connsiteY4" fmla="*/ 179070 h 357949"/>
              <a:gd name="connsiteX5" fmla="*/ 206783 w 302207"/>
              <a:gd name="connsiteY5" fmla="*/ 215551 h 357949"/>
              <a:gd name="connsiteX6" fmla="*/ 151104 w 302207"/>
              <a:gd name="connsiteY6" fmla="*/ 248126 h 357949"/>
              <a:gd name="connsiteX7" fmla="*/ 91440 w 302207"/>
              <a:gd name="connsiteY7" fmla="*/ 215551 h 357949"/>
              <a:gd name="connsiteX8" fmla="*/ 99408 w 302207"/>
              <a:gd name="connsiteY8" fmla="*/ 195263 h 357949"/>
              <a:gd name="connsiteX9" fmla="*/ 198816 w 302207"/>
              <a:gd name="connsiteY9" fmla="*/ 195263 h 357949"/>
              <a:gd name="connsiteX10" fmla="*/ 206783 w 302207"/>
              <a:gd name="connsiteY10" fmla="*/ 215551 h 357949"/>
              <a:gd name="connsiteX11" fmla="*/ 167039 w 302207"/>
              <a:gd name="connsiteY11" fmla="*/ 256223 h 357949"/>
              <a:gd name="connsiteX12" fmla="*/ 214751 w 302207"/>
              <a:gd name="connsiteY12" fmla="*/ 231838 h 357949"/>
              <a:gd name="connsiteX13" fmla="*/ 238560 w 302207"/>
              <a:gd name="connsiteY13" fmla="*/ 300990 h 357949"/>
              <a:gd name="connsiteX14" fmla="*/ 167039 w 302207"/>
              <a:gd name="connsiteY14" fmla="*/ 256223 h 357949"/>
              <a:gd name="connsiteX15" fmla="*/ 59758 w 302207"/>
              <a:gd name="connsiteY15" fmla="*/ 300990 h 357949"/>
              <a:gd name="connsiteX16" fmla="*/ 87551 w 302207"/>
              <a:gd name="connsiteY16" fmla="*/ 231838 h 357949"/>
              <a:gd name="connsiteX17" fmla="*/ 135263 w 302207"/>
              <a:gd name="connsiteY17" fmla="*/ 256223 h 357949"/>
              <a:gd name="connsiteX18" fmla="*/ 59758 w 302207"/>
              <a:gd name="connsiteY18" fmla="*/ 300990 h 357949"/>
              <a:gd name="connsiteX19" fmla="*/ 27887 w 302207"/>
              <a:gd name="connsiteY19" fmla="*/ 178975 h 357949"/>
              <a:gd name="connsiteX20" fmla="*/ 95519 w 302207"/>
              <a:gd name="connsiteY20" fmla="*/ 122015 h 357949"/>
              <a:gd name="connsiteX21" fmla="*/ 95519 w 302207"/>
              <a:gd name="connsiteY21" fmla="*/ 170783 h 357949"/>
              <a:gd name="connsiteX22" fmla="*/ 91535 w 302207"/>
              <a:gd name="connsiteY22" fmla="*/ 178879 h 357949"/>
              <a:gd name="connsiteX23" fmla="*/ 27887 w 302207"/>
              <a:gd name="connsiteY23" fmla="*/ 178879 h 357949"/>
              <a:gd name="connsiteX24" fmla="*/ 27887 w 302207"/>
              <a:gd name="connsiteY24" fmla="*/ 81344 h 357949"/>
              <a:gd name="connsiteX25" fmla="*/ 95519 w 302207"/>
              <a:gd name="connsiteY25" fmla="*/ 24384 h 357949"/>
              <a:gd name="connsiteX26" fmla="*/ 95519 w 302207"/>
              <a:gd name="connsiteY26" fmla="*/ 81344 h 357949"/>
              <a:gd name="connsiteX27" fmla="*/ 27887 w 302207"/>
              <a:gd name="connsiteY27" fmla="*/ 81344 h 357949"/>
              <a:gd name="connsiteX28" fmla="*/ 206783 w 302207"/>
              <a:gd name="connsiteY28" fmla="*/ 81344 h 357949"/>
              <a:gd name="connsiteX29" fmla="*/ 206783 w 302207"/>
              <a:gd name="connsiteY29" fmla="*/ 24384 h 357949"/>
              <a:gd name="connsiteX30" fmla="*/ 270431 w 302207"/>
              <a:gd name="connsiteY30" fmla="*/ 81344 h 357949"/>
              <a:gd name="connsiteX31" fmla="*/ 206783 w 302207"/>
              <a:gd name="connsiteY31" fmla="*/ 81344 h 357949"/>
              <a:gd name="connsiteX32" fmla="*/ 107470 w 302207"/>
              <a:gd name="connsiteY32" fmla="*/ 174879 h 357949"/>
              <a:gd name="connsiteX33" fmla="*/ 151198 w 302207"/>
              <a:gd name="connsiteY33" fmla="*/ 105727 h 357949"/>
              <a:gd name="connsiteX34" fmla="*/ 190943 w 302207"/>
              <a:gd name="connsiteY34" fmla="*/ 174879 h 357949"/>
              <a:gd name="connsiteX35" fmla="*/ 190943 w 302207"/>
              <a:gd name="connsiteY35" fmla="*/ 178975 h 357949"/>
              <a:gd name="connsiteX36" fmla="*/ 107470 w 302207"/>
              <a:gd name="connsiteY36" fmla="*/ 178975 h 357949"/>
              <a:gd name="connsiteX37" fmla="*/ 107470 w 302207"/>
              <a:gd name="connsiteY37" fmla="*/ 174879 h 357949"/>
              <a:gd name="connsiteX38" fmla="*/ 139247 w 302207"/>
              <a:gd name="connsiteY38" fmla="*/ 89535 h 357949"/>
              <a:gd name="connsiteX39" fmla="*/ 111454 w 302207"/>
              <a:gd name="connsiteY39" fmla="*/ 142399 h 357949"/>
              <a:gd name="connsiteX40" fmla="*/ 111454 w 302207"/>
              <a:gd name="connsiteY40" fmla="*/ 36671 h 357949"/>
              <a:gd name="connsiteX41" fmla="*/ 139247 w 302207"/>
              <a:gd name="connsiteY41" fmla="*/ 89535 h 357949"/>
              <a:gd name="connsiteX42" fmla="*/ 151198 w 302207"/>
              <a:gd name="connsiteY42" fmla="*/ 73247 h 357949"/>
              <a:gd name="connsiteX43" fmla="*/ 115438 w 302207"/>
              <a:gd name="connsiteY43" fmla="*/ 16288 h 357949"/>
              <a:gd name="connsiteX44" fmla="*/ 183070 w 302207"/>
              <a:gd name="connsiteY44" fmla="*/ 16288 h 357949"/>
              <a:gd name="connsiteX45" fmla="*/ 151293 w 302207"/>
              <a:gd name="connsiteY45" fmla="*/ 73247 h 357949"/>
              <a:gd name="connsiteX46" fmla="*/ 190943 w 302207"/>
              <a:gd name="connsiteY46" fmla="*/ 142399 h 357949"/>
              <a:gd name="connsiteX47" fmla="*/ 159166 w 302207"/>
              <a:gd name="connsiteY47" fmla="*/ 89535 h 357949"/>
              <a:gd name="connsiteX48" fmla="*/ 190943 w 302207"/>
              <a:gd name="connsiteY48" fmla="*/ 36671 h 357949"/>
              <a:gd name="connsiteX49" fmla="*/ 190943 w 302207"/>
              <a:gd name="connsiteY49" fmla="*/ 142399 h 357949"/>
              <a:gd name="connsiteX50" fmla="*/ 206783 w 302207"/>
              <a:gd name="connsiteY50" fmla="*/ 101727 h 357949"/>
              <a:gd name="connsiteX51" fmla="*/ 206783 w 302207"/>
              <a:gd name="connsiteY51" fmla="*/ 97631 h 357949"/>
              <a:gd name="connsiteX52" fmla="*/ 294239 w 302207"/>
              <a:gd name="connsiteY52" fmla="*/ 97631 h 357949"/>
              <a:gd name="connsiteX53" fmla="*/ 302207 w 302207"/>
              <a:gd name="connsiteY53" fmla="*/ 93536 h 357949"/>
              <a:gd name="connsiteX54" fmla="*/ 298223 w 302207"/>
              <a:gd name="connsiteY54" fmla="*/ 81344 h 357949"/>
              <a:gd name="connsiteX55" fmla="*/ 202799 w 302207"/>
              <a:gd name="connsiteY55" fmla="*/ 0 h 357949"/>
              <a:gd name="connsiteX56" fmla="*/ 95424 w 302207"/>
              <a:gd name="connsiteY56" fmla="*/ 0 h 357949"/>
              <a:gd name="connsiteX57" fmla="*/ 0 w 302207"/>
              <a:gd name="connsiteY57" fmla="*/ 81344 h 357949"/>
              <a:gd name="connsiteX58" fmla="*/ 0 w 302207"/>
              <a:gd name="connsiteY58" fmla="*/ 93536 h 357949"/>
              <a:gd name="connsiteX59" fmla="*/ 7968 w 302207"/>
              <a:gd name="connsiteY59" fmla="*/ 97631 h 357949"/>
              <a:gd name="connsiteX60" fmla="*/ 95424 w 302207"/>
              <a:gd name="connsiteY60" fmla="*/ 97631 h 357949"/>
              <a:gd name="connsiteX61" fmla="*/ 95424 w 302207"/>
              <a:gd name="connsiteY61" fmla="*/ 101727 h 357949"/>
              <a:gd name="connsiteX62" fmla="*/ 0 w 302207"/>
              <a:gd name="connsiteY62" fmla="*/ 178975 h 357949"/>
              <a:gd name="connsiteX63" fmla="*/ 0 w 302207"/>
              <a:gd name="connsiteY63" fmla="*/ 191167 h 357949"/>
              <a:gd name="connsiteX64" fmla="*/ 7968 w 302207"/>
              <a:gd name="connsiteY64" fmla="*/ 195263 h 357949"/>
              <a:gd name="connsiteX65" fmla="*/ 83472 w 302207"/>
              <a:gd name="connsiteY65" fmla="*/ 195263 h 357949"/>
              <a:gd name="connsiteX66" fmla="*/ 23808 w 302207"/>
              <a:gd name="connsiteY66" fmla="*/ 345758 h 357949"/>
              <a:gd name="connsiteX67" fmla="*/ 27792 w 302207"/>
              <a:gd name="connsiteY67" fmla="*/ 357950 h 357949"/>
              <a:gd name="connsiteX68" fmla="*/ 39744 w 302207"/>
              <a:gd name="connsiteY68" fmla="*/ 353854 h 357949"/>
              <a:gd name="connsiteX69" fmla="*/ 51696 w 302207"/>
              <a:gd name="connsiteY69" fmla="*/ 321278 h 357949"/>
              <a:gd name="connsiteX70" fmla="*/ 151104 w 302207"/>
              <a:gd name="connsiteY70" fmla="*/ 268415 h 357949"/>
              <a:gd name="connsiteX71" fmla="*/ 250511 w 302207"/>
              <a:gd name="connsiteY71" fmla="*/ 321278 h 357949"/>
              <a:gd name="connsiteX72" fmla="*/ 262463 w 302207"/>
              <a:gd name="connsiteY72" fmla="*/ 353854 h 357949"/>
              <a:gd name="connsiteX73" fmla="*/ 270431 w 302207"/>
              <a:gd name="connsiteY73" fmla="*/ 357950 h 357949"/>
              <a:gd name="connsiteX74" fmla="*/ 278399 w 302207"/>
              <a:gd name="connsiteY74" fmla="*/ 345758 h 357949"/>
              <a:gd name="connsiteX75" fmla="*/ 214751 w 302207"/>
              <a:gd name="connsiteY75" fmla="*/ 195263 h 357949"/>
              <a:gd name="connsiteX76" fmla="*/ 294239 w 302207"/>
              <a:gd name="connsiteY76" fmla="*/ 195263 h 357949"/>
              <a:gd name="connsiteX77" fmla="*/ 302207 w 302207"/>
              <a:gd name="connsiteY77" fmla="*/ 191167 h 357949"/>
              <a:gd name="connsiteX78" fmla="*/ 298223 w 302207"/>
              <a:gd name="connsiteY78" fmla="*/ 178975 h 357949"/>
              <a:gd name="connsiteX79" fmla="*/ 206783 w 302207"/>
              <a:gd name="connsiteY79" fmla="*/ 101727 h 35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302207" h="357949">
                <a:moveTo>
                  <a:pt x="210767" y="178975"/>
                </a:moveTo>
                <a:lnTo>
                  <a:pt x="206783" y="170879"/>
                </a:lnTo>
                <a:lnTo>
                  <a:pt x="206783" y="122111"/>
                </a:lnTo>
                <a:lnTo>
                  <a:pt x="270431" y="179070"/>
                </a:lnTo>
                <a:lnTo>
                  <a:pt x="210767" y="179070"/>
                </a:lnTo>
                <a:close/>
                <a:moveTo>
                  <a:pt x="206783" y="215551"/>
                </a:moveTo>
                <a:lnTo>
                  <a:pt x="151104" y="248126"/>
                </a:lnTo>
                <a:lnTo>
                  <a:pt x="91440" y="215551"/>
                </a:lnTo>
                <a:lnTo>
                  <a:pt x="99408" y="195263"/>
                </a:lnTo>
                <a:lnTo>
                  <a:pt x="198816" y="195263"/>
                </a:lnTo>
                <a:lnTo>
                  <a:pt x="206783" y="215551"/>
                </a:lnTo>
                <a:close/>
                <a:moveTo>
                  <a:pt x="167039" y="256223"/>
                </a:moveTo>
                <a:lnTo>
                  <a:pt x="214751" y="231838"/>
                </a:lnTo>
                <a:lnTo>
                  <a:pt x="238560" y="300990"/>
                </a:lnTo>
                <a:lnTo>
                  <a:pt x="167039" y="256223"/>
                </a:lnTo>
                <a:close/>
                <a:moveTo>
                  <a:pt x="59758" y="300990"/>
                </a:moveTo>
                <a:lnTo>
                  <a:pt x="87551" y="231838"/>
                </a:lnTo>
                <a:lnTo>
                  <a:pt x="135263" y="256223"/>
                </a:lnTo>
                <a:lnTo>
                  <a:pt x="59758" y="300990"/>
                </a:lnTo>
                <a:close/>
                <a:moveTo>
                  <a:pt x="27887" y="178975"/>
                </a:moveTo>
                <a:lnTo>
                  <a:pt x="95519" y="122015"/>
                </a:lnTo>
                <a:lnTo>
                  <a:pt x="95519" y="170783"/>
                </a:lnTo>
                <a:lnTo>
                  <a:pt x="91535" y="178879"/>
                </a:lnTo>
                <a:lnTo>
                  <a:pt x="27887" y="178879"/>
                </a:lnTo>
                <a:close/>
                <a:moveTo>
                  <a:pt x="27887" y="81344"/>
                </a:moveTo>
                <a:lnTo>
                  <a:pt x="95519" y="24384"/>
                </a:lnTo>
                <a:lnTo>
                  <a:pt x="95519" y="81344"/>
                </a:lnTo>
                <a:lnTo>
                  <a:pt x="27887" y="81344"/>
                </a:lnTo>
                <a:close/>
                <a:moveTo>
                  <a:pt x="206783" y="81344"/>
                </a:moveTo>
                <a:lnTo>
                  <a:pt x="206783" y="24384"/>
                </a:lnTo>
                <a:lnTo>
                  <a:pt x="270431" y="81344"/>
                </a:lnTo>
                <a:lnTo>
                  <a:pt x="206783" y="81344"/>
                </a:lnTo>
                <a:close/>
                <a:moveTo>
                  <a:pt x="107470" y="174879"/>
                </a:moveTo>
                <a:lnTo>
                  <a:pt x="151198" y="105727"/>
                </a:lnTo>
                <a:lnTo>
                  <a:pt x="190943" y="174879"/>
                </a:lnTo>
                <a:lnTo>
                  <a:pt x="190943" y="178975"/>
                </a:lnTo>
                <a:lnTo>
                  <a:pt x="107470" y="178975"/>
                </a:lnTo>
                <a:lnTo>
                  <a:pt x="107470" y="174879"/>
                </a:lnTo>
                <a:close/>
                <a:moveTo>
                  <a:pt x="139247" y="89535"/>
                </a:moveTo>
                <a:lnTo>
                  <a:pt x="111454" y="142399"/>
                </a:lnTo>
                <a:lnTo>
                  <a:pt x="111454" y="36671"/>
                </a:lnTo>
                <a:lnTo>
                  <a:pt x="139247" y="89535"/>
                </a:lnTo>
                <a:close/>
                <a:moveTo>
                  <a:pt x="151198" y="73247"/>
                </a:moveTo>
                <a:lnTo>
                  <a:pt x="115438" y="16288"/>
                </a:lnTo>
                <a:lnTo>
                  <a:pt x="183070" y="16288"/>
                </a:lnTo>
                <a:lnTo>
                  <a:pt x="151293" y="73247"/>
                </a:lnTo>
                <a:close/>
                <a:moveTo>
                  <a:pt x="190943" y="142399"/>
                </a:moveTo>
                <a:lnTo>
                  <a:pt x="159166" y="89535"/>
                </a:lnTo>
                <a:lnTo>
                  <a:pt x="190943" y="36671"/>
                </a:lnTo>
                <a:lnTo>
                  <a:pt x="190943" y="142399"/>
                </a:lnTo>
                <a:close/>
                <a:moveTo>
                  <a:pt x="206783" y="101727"/>
                </a:moveTo>
                <a:lnTo>
                  <a:pt x="206783" y="97631"/>
                </a:lnTo>
                <a:lnTo>
                  <a:pt x="294239" y="97631"/>
                </a:lnTo>
                <a:cubicBezTo>
                  <a:pt x="298223" y="97631"/>
                  <a:pt x="298223" y="93536"/>
                  <a:pt x="302207" y="93536"/>
                </a:cubicBezTo>
                <a:cubicBezTo>
                  <a:pt x="302207" y="89440"/>
                  <a:pt x="302207" y="85439"/>
                  <a:pt x="298223" y="81344"/>
                </a:cubicBezTo>
                <a:lnTo>
                  <a:pt x="202799" y="0"/>
                </a:lnTo>
                <a:lnTo>
                  <a:pt x="95424" y="0"/>
                </a:lnTo>
                <a:lnTo>
                  <a:pt x="0" y="81344"/>
                </a:lnTo>
                <a:lnTo>
                  <a:pt x="0" y="93536"/>
                </a:lnTo>
                <a:cubicBezTo>
                  <a:pt x="0" y="93536"/>
                  <a:pt x="3984" y="97631"/>
                  <a:pt x="7968" y="97631"/>
                </a:cubicBezTo>
                <a:lnTo>
                  <a:pt x="95424" y="97631"/>
                </a:lnTo>
                <a:lnTo>
                  <a:pt x="95424" y="101727"/>
                </a:lnTo>
                <a:lnTo>
                  <a:pt x="0" y="178975"/>
                </a:lnTo>
                <a:lnTo>
                  <a:pt x="0" y="191167"/>
                </a:lnTo>
                <a:cubicBezTo>
                  <a:pt x="0" y="191167"/>
                  <a:pt x="3984" y="195263"/>
                  <a:pt x="7968" y="195263"/>
                </a:cubicBezTo>
                <a:lnTo>
                  <a:pt x="83472" y="195263"/>
                </a:lnTo>
                <a:lnTo>
                  <a:pt x="23808" y="345758"/>
                </a:lnTo>
                <a:cubicBezTo>
                  <a:pt x="19825" y="349853"/>
                  <a:pt x="23808" y="353854"/>
                  <a:pt x="27792" y="357950"/>
                </a:cubicBezTo>
                <a:cubicBezTo>
                  <a:pt x="31776" y="357950"/>
                  <a:pt x="35760" y="357950"/>
                  <a:pt x="39744" y="353854"/>
                </a:cubicBezTo>
                <a:lnTo>
                  <a:pt x="51696" y="321278"/>
                </a:lnTo>
                <a:lnTo>
                  <a:pt x="151104" y="268415"/>
                </a:lnTo>
                <a:lnTo>
                  <a:pt x="250511" y="321278"/>
                </a:lnTo>
                <a:lnTo>
                  <a:pt x="262463" y="353854"/>
                </a:lnTo>
                <a:cubicBezTo>
                  <a:pt x="262463" y="357950"/>
                  <a:pt x="266447" y="357950"/>
                  <a:pt x="270431" y="357950"/>
                </a:cubicBezTo>
                <a:cubicBezTo>
                  <a:pt x="274415" y="353854"/>
                  <a:pt x="278399" y="349853"/>
                  <a:pt x="278399" y="345758"/>
                </a:cubicBezTo>
                <a:lnTo>
                  <a:pt x="214751" y="195263"/>
                </a:lnTo>
                <a:lnTo>
                  <a:pt x="294239" y="195263"/>
                </a:lnTo>
                <a:cubicBezTo>
                  <a:pt x="298223" y="195263"/>
                  <a:pt x="298223" y="191167"/>
                  <a:pt x="302207" y="191167"/>
                </a:cubicBezTo>
                <a:cubicBezTo>
                  <a:pt x="302207" y="187071"/>
                  <a:pt x="302207" y="183071"/>
                  <a:pt x="298223" y="178975"/>
                </a:cubicBezTo>
                <a:lnTo>
                  <a:pt x="206783" y="10172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9" name="Graphic 187">
            <a:extLst>
              <a:ext uri="{FF2B5EF4-FFF2-40B4-BE49-F238E27FC236}">
                <a16:creationId xmlns:a16="http://schemas.microsoft.com/office/drawing/2014/main" id="{CE04CA80-9A91-1991-2D3A-04D230A628D2}"/>
              </a:ext>
            </a:extLst>
          </p:cNvPr>
          <p:cNvSpPr/>
          <p:nvPr/>
        </p:nvSpPr>
        <p:spPr>
          <a:xfrm>
            <a:off x="5467703" y="2860452"/>
            <a:ext cx="470867" cy="473208"/>
          </a:xfrm>
          <a:custGeom>
            <a:avLst/>
            <a:gdLst>
              <a:gd name="connsiteX0" fmla="*/ 259428 w 354282"/>
              <a:gd name="connsiteY0" fmla="*/ 333661 h 356044"/>
              <a:gd name="connsiteX1" fmla="*/ 240457 w 354282"/>
              <a:gd name="connsiteY1" fmla="*/ 340042 h 356044"/>
              <a:gd name="connsiteX2" fmla="*/ 202515 w 354282"/>
              <a:gd name="connsiteY2" fmla="*/ 340042 h 356044"/>
              <a:gd name="connsiteX3" fmla="*/ 155088 w 354282"/>
              <a:gd name="connsiteY3" fmla="*/ 292417 h 356044"/>
              <a:gd name="connsiteX4" fmla="*/ 180414 w 354282"/>
              <a:gd name="connsiteY4" fmla="*/ 292417 h 356044"/>
              <a:gd name="connsiteX5" fmla="*/ 189899 w 354282"/>
              <a:gd name="connsiteY5" fmla="*/ 314706 h 356044"/>
              <a:gd name="connsiteX6" fmla="*/ 202515 w 354282"/>
              <a:gd name="connsiteY6" fmla="*/ 314706 h 356044"/>
              <a:gd name="connsiteX7" fmla="*/ 202515 w 354282"/>
              <a:gd name="connsiteY7" fmla="*/ 302038 h 356044"/>
              <a:gd name="connsiteX8" fmla="*/ 196160 w 354282"/>
              <a:gd name="connsiteY8" fmla="*/ 292513 h 356044"/>
              <a:gd name="connsiteX9" fmla="*/ 218356 w 354282"/>
              <a:gd name="connsiteY9" fmla="*/ 292513 h 356044"/>
              <a:gd name="connsiteX10" fmla="*/ 227841 w 354282"/>
              <a:gd name="connsiteY10" fmla="*/ 311563 h 356044"/>
              <a:gd name="connsiteX11" fmla="*/ 230971 w 354282"/>
              <a:gd name="connsiteY11" fmla="*/ 314706 h 356044"/>
              <a:gd name="connsiteX12" fmla="*/ 237327 w 354282"/>
              <a:gd name="connsiteY12" fmla="*/ 311563 h 356044"/>
              <a:gd name="connsiteX13" fmla="*/ 237327 w 354282"/>
              <a:gd name="connsiteY13" fmla="*/ 302038 h 356044"/>
              <a:gd name="connsiteX14" fmla="*/ 234196 w 354282"/>
              <a:gd name="connsiteY14" fmla="*/ 292513 h 356044"/>
              <a:gd name="connsiteX15" fmla="*/ 256392 w 354282"/>
              <a:gd name="connsiteY15" fmla="*/ 292513 h 356044"/>
              <a:gd name="connsiteX16" fmla="*/ 262748 w 354282"/>
              <a:gd name="connsiteY16" fmla="*/ 286131 h 356044"/>
              <a:gd name="connsiteX17" fmla="*/ 256392 w 354282"/>
              <a:gd name="connsiteY17" fmla="*/ 276606 h 356044"/>
              <a:gd name="connsiteX18" fmla="*/ 234196 w 354282"/>
              <a:gd name="connsiteY18" fmla="*/ 276606 h 356044"/>
              <a:gd name="connsiteX19" fmla="*/ 237327 w 354282"/>
              <a:gd name="connsiteY19" fmla="*/ 270224 h 356044"/>
              <a:gd name="connsiteX20" fmla="*/ 237327 w 354282"/>
              <a:gd name="connsiteY20" fmla="*/ 257556 h 356044"/>
              <a:gd name="connsiteX21" fmla="*/ 227841 w 354282"/>
              <a:gd name="connsiteY21" fmla="*/ 260699 h 356044"/>
              <a:gd name="connsiteX22" fmla="*/ 218356 w 354282"/>
              <a:gd name="connsiteY22" fmla="*/ 276606 h 356044"/>
              <a:gd name="connsiteX23" fmla="*/ 196160 w 354282"/>
              <a:gd name="connsiteY23" fmla="*/ 276606 h 356044"/>
              <a:gd name="connsiteX24" fmla="*/ 202515 w 354282"/>
              <a:gd name="connsiteY24" fmla="*/ 267081 h 356044"/>
              <a:gd name="connsiteX25" fmla="*/ 202515 w 354282"/>
              <a:gd name="connsiteY25" fmla="*/ 257556 h 356044"/>
              <a:gd name="connsiteX26" fmla="*/ 193029 w 354282"/>
              <a:gd name="connsiteY26" fmla="*/ 257556 h 356044"/>
              <a:gd name="connsiteX27" fmla="*/ 180414 w 354282"/>
              <a:gd name="connsiteY27" fmla="*/ 276606 h 356044"/>
              <a:gd name="connsiteX28" fmla="*/ 155088 w 354282"/>
              <a:gd name="connsiteY28" fmla="*/ 276606 h 356044"/>
              <a:gd name="connsiteX29" fmla="*/ 202515 w 354282"/>
              <a:gd name="connsiteY29" fmla="*/ 232124 h 356044"/>
              <a:gd name="connsiteX30" fmla="*/ 240457 w 354282"/>
              <a:gd name="connsiteY30" fmla="*/ 232124 h 356044"/>
              <a:gd name="connsiteX31" fmla="*/ 259428 w 354282"/>
              <a:gd name="connsiteY31" fmla="*/ 235267 h 356044"/>
              <a:gd name="connsiteX32" fmla="*/ 335406 w 354282"/>
              <a:gd name="connsiteY32" fmla="*/ 286131 h 356044"/>
              <a:gd name="connsiteX33" fmla="*/ 259428 w 354282"/>
              <a:gd name="connsiteY33" fmla="*/ 333756 h 356044"/>
              <a:gd name="connsiteX34" fmla="*/ 85369 w 354282"/>
              <a:gd name="connsiteY34" fmla="*/ 92107 h 356044"/>
              <a:gd name="connsiteX35" fmla="*/ 79014 w 354282"/>
              <a:gd name="connsiteY35" fmla="*/ 92107 h 356044"/>
              <a:gd name="connsiteX36" fmla="*/ 79014 w 354282"/>
              <a:gd name="connsiteY36" fmla="*/ 15811 h 356044"/>
              <a:gd name="connsiteX37" fmla="*/ 85369 w 354282"/>
              <a:gd name="connsiteY37" fmla="*/ 15811 h 356044"/>
              <a:gd name="connsiteX38" fmla="*/ 132797 w 354282"/>
              <a:gd name="connsiteY38" fmla="*/ 53912 h 356044"/>
              <a:gd name="connsiteX39" fmla="*/ 85369 w 354282"/>
              <a:gd name="connsiteY39" fmla="*/ 92011 h 356044"/>
              <a:gd name="connsiteX40" fmla="*/ 47427 w 354282"/>
              <a:gd name="connsiteY40" fmla="*/ 15907 h 356044"/>
              <a:gd name="connsiteX41" fmla="*/ 63268 w 354282"/>
              <a:gd name="connsiteY41" fmla="*/ 15907 h 356044"/>
              <a:gd name="connsiteX42" fmla="*/ 63268 w 354282"/>
              <a:gd name="connsiteY42" fmla="*/ 92202 h 356044"/>
              <a:gd name="connsiteX43" fmla="*/ 47427 w 354282"/>
              <a:gd name="connsiteY43" fmla="*/ 92202 h 356044"/>
              <a:gd name="connsiteX44" fmla="*/ 47427 w 354282"/>
              <a:gd name="connsiteY44" fmla="*/ 15907 h 356044"/>
              <a:gd name="connsiteX45" fmla="*/ 351247 w 354282"/>
              <a:gd name="connsiteY45" fmla="*/ 279654 h 356044"/>
              <a:gd name="connsiteX46" fmla="*/ 265783 w 354282"/>
              <a:gd name="connsiteY46" fmla="*/ 222409 h 356044"/>
              <a:gd name="connsiteX47" fmla="*/ 240457 w 354282"/>
              <a:gd name="connsiteY47" fmla="*/ 216027 h 356044"/>
              <a:gd name="connsiteX48" fmla="*/ 202515 w 354282"/>
              <a:gd name="connsiteY48" fmla="*/ 216027 h 356044"/>
              <a:gd name="connsiteX49" fmla="*/ 139247 w 354282"/>
              <a:gd name="connsiteY49" fmla="*/ 276415 h 356044"/>
              <a:gd name="connsiteX50" fmla="*/ 94950 w 354282"/>
              <a:gd name="connsiteY50" fmla="*/ 276415 h 356044"/>
              <a:gd name="connsiteX51" fmla="*/ 31682 w 354282"/>
              <a:gd name="connsiteY51" fmla="*/ 216027 h 356044"/>
              <a:gd name="connsiteX52" fmla="*/ 94950 w 354282"/>
              <a:gd name="connsiteY52" fmla="*/ 152495 h 356044"/>
              <a:gd name="connsiteX53" fmla="*/ 294334 w 354282"/>
              <a:gd name="connsiteY53" fmla="*/ 152495 h 356044"/>
              <a:gd name="connsiteX54" fmla="*/ 348117 w 354282"/>
              <a:gd name="connsiteY54" fmla="*/ 98488 h 356044"/>
              <a:gd name="connsiteX55" fmla="*/ 294334 w 354282"/>
              <a:gd name="connsiteY55" fmla="*/ 44482 h 356044"/>
              <a:gd name="connsiteX56" fmla="*/ 145602 w 354282"/>
              <a:gd name="connsiteY56" fmla="*/ 44482 h 356044"/>
              <a:gd name="connsiteX57" fmla="*/ 85464 w 354282"/>
              <a:gd name="connsiteY57" fmla="*/ 0 h 356044"/>
              <a:gd name="connsiteX58" fmla="*/ 41167 w 354282"/>
              <a:gd name="connsiteY58" fmla="*/ 0 h 356044"/>
              <a:gd name="connsiteX59" fmla="*/ 31682 w 354282"/>
              <a:gd name="connsiteY59" fmla="*/ 6382 h 356044"/>
              <a:gd name="connsiteX60" fmla="*/ 31682 w 354282"/>
              <a:gd name="connsiteY60" fmla="*/ 28670 h 356044"/>
              <a:gd name="connsiteX61" fmla="*/ 9485 w 354282"/>
              <a:gd name="connsiteY61" fmla="*/ 28670 h 356044"/>
              <a:gd name="connsiteX62" fmla="*/ 0 w 354282"/>
              <a:gd name="connsiteY62" fmla="*/ 38195 h 356044"/>
              <a:gd name="connsiteX63" fmla="*/ 9485 w 354282"/>
              <a:gd name="connsiteY63" fmla="*/ 44577 h 356044"/>
              <a:gd name="connsiteX64" fmla="*/ 31682 w 354282"/>
              <a:gd name="connsiteY64" fmla="*/ 44577 h 356044"/>
              <a:gd name="connsiteX65" fmla="*/ 31682 w 354282"/>
              <a:gd name="connsiteY65" fmla="*/ 60484 h 356044"/>
              <a:gd name="connsiteX66" fmla="*/ 9485 w 354282"/>
              <a:gd name="connsiteY66" fmla="*/ 60484 h 356044"/>
              <a:gd name="connsiteX67" fmla="*/ 0 w 354282"/>
              <a:gd name="connsiteY67" fmla="*/ 70009 h 356044"/>
              <a:gd name="connsiteX68" fmla="*/ 9485 w 354282"/>
              <a:gd name="connsiteY68" fmla="*/ 76390 h 356044"/>
              <a:gd name="connsiteX69" fmla="*/ 31682 w 354282"/>
              <a:gd name="connsiteY69" fmla="*/ 76390 h 356044"/>
              <a:gd name="connsiteX70" fmla="*/ 31682 w 354282"/>
              <a:gd name="connsiteY70" fmla="*/ 98679 h 356044"/>
              <a:gd name="connsiteX71" fmla="*/ 41167 w 354282"/>
              <a:gd name="connsiteY71" fmla="*/ 108204 h 356044"/>
              <a:gd name="connsiteX72" fmla="*/ 85464 w 354282"/>
              <a:gd name="connsiteY72" fmla="*/ 108204 h 356044"/>
              <a:gd name="connsiteX73" fmla="*/ 145602 w 354282"/>
              <a:gd name="connsiteY73" fmla="*/ 60579 h 356044"/>
              <a:gd name="connsiteX74" fmla="*/ 294334 w 354282"/>
              <a:gd name="connsiteY74" fmla="*/ 60579 h 356044"/>
              <a:gd name="connsiteX75" fmla="*/ 332276 w 354282"/>
              <a:gd name="connsiteY75" fmla="*/ 98679 h 356044"/>
              <a:gd name="connsiteX76" fmla="*/ 294334 w 354282"/>
              <a:gd name="connsiteY76" fmla="*/ 136779 h 356044"/>
              <a:gd name="connsiteX77" fmla="*/ 94950 w 354282"/>
              <a:gd name="connsiteY77" fmla="*/ 136779 h 356044"/>
              <a:gd name="connsiteX78" fmla="*/ 15841 w 354282"/>
              <a:gd name="connsiteY78" fmla="*/ 216217 h 356044"/>
              <a:gd name="connsiteX79" fmla="*/ 94950 w 354282"/>
              <a:gd name="connsiteY79" fmla="*/ 292513 h 356044"/>
              <a:gd name="connsiteX80" fmla="*/ 139247 w 354282"/>
              <a:gd name="connsiteY80" fmla="*/ 292513 h 356044"/>
              <a:gd name="connsiteX81" fmla="*/ 202515 w 354282"/>
              <a:gd name="connsiteY81" fmla="*/ 356044 h 356044"/>
              <a:gd name="connsiteX82" fmla="*/ 240457 w 354282"/>
              <a:gd name="connsiteY82" fmla="*/ 356044 h 356044"/>
              <a:gd name="connsiteX83" fmla="*/ 265783 w 354282"/>
              <a:gd name="connsiteY83" fmla="*/ 349663 h 356044"/>
              <a:gd name="connsiteX84" fmla="*/ 268913 w 354282"/>
              <a:gd name="connsiteY84" fmla="*/ 349663 h 356044"/>
              <a:gd name="connsiteX85" fmla="*/ 351152 w 354282"/>
              <a:gd name="connsiteY85" fmla="*/ 292417 h 356044"/>
              <a:gd name="connsiteX86" fmla="*/ 354283 w 354282"/>
              <a:gd name="connsiteY86" fmla="*/ 286036 h 356044"/>
              <a:gd name="connsiteX87" fmla="*/ 351152 w 354282"/>
              <a:gd name="connsiteY87" fmla="*/ 279654 h 356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354282" h="356044">
                <a:moveTo>
                  <a:pt x="259428" y="333661"/>
                </a:moveTo>
                <a:cubicBezTo>
                  <a:pt x="253073" y="336804"/>
                  <a:pt x="246812" y="340042"/>
                  <a:pt x="240457" y="340042"/>
                </a:cubicBezTo>
                <a:lnTo>
                  <a:pt x="202515" y="340042"/>
                </a:lnTo>
                <a:cubicBezTo>
                  <a:pt x="177189" y="340042"/>
                  <a:pt x="158218" y="314611"/>
                  <a:pt x="155088" y="292417"/>
                </a:cubicBezTo>
                <a:lnTo>
                  <a:pt x="180414" y="292417"/>
                </a:lnTo>
                <a:cubicBezTo>
                  <a:pt x="180414" y="301942"/>
                  <a:pt x="183544" y="308324"/>
                  <a:pt x="189899" y="314706"/>
                </a:cubicBezTo>
                <a:lnTo>
                  <a:pt x="202515" y="314706"/>
                </a:lnTo>
                <a:cubicBezTo>
                  <a:pt x="205645" y="311563"/>
                  <a:pt x="205645" y="305181"/>
                  <a:pt x="202515" y="302038"/>
                </a:cubicBezTo>
                <a:cubicBezTo>
                  <a:pt x="199385" y="298894"/>
                  <a:pt x="196160" y="295656"/>
                  <a:pt x="196160" y="292513"/>
                </a:cubicBezTo>
                <a:lnTo>
                  <a:pt x="218356" y="292513"/>
                </a:lnTo>
                <a:cubicBezTo>
                  <a:pt x="218356" y="298894"/>
                  <a:pt x="221486" y="305181"/>
                  <a:pt x="227841" y="311563"/>
                </a:cubicBezTo>
                <a:lnTo>
                  <a:pt x="230971" y="314706"/>
                </a:lnTo>
                <a:cubicBezTo>
                  <a:pt x="234102" y="314706"/>
                  <a:pt x="237327" y="311563"/>
                  <a:pt x="237327" y="311563"/>
                </a:cubicBezTo>
                <a:cubicBezTo>
                  <a:pt x="240457" y="308419"/>
                  <a:pt x="240457" y="305181"/>
                  <a:pt x="237327" y="302038"/>
                </a:cubicBezTo>
                <a:cubicBezTo>
                  <a:pt x="237327" y="298894"/>
                  <a:pt x="234196" y="295656"/>
                  <a:pt x="234196" y="292513"/>
                </a:cubicBezTo>
                <a:lnTo>
                  <a:pt x="256392" y="292513"/>
                </a:lnTo>
                <a:cubicBezTo>
                  <a:pt x="259523" y="292513"/>
                  <a:pt x="262748" y="289369"/>
                  <a:pt x="262748" y="286131"/>
                </a:cubicBezTo>
                <a:cubicBezTo>
                  <a:pt x="262748" y="279749"/>
                  <a:pt x="259617" y="276606"/>
                  <a:pt x="256392" y="276606"/>
                </a:cubicBezTo>
                <a:lnTo>
                  <a:pt x="234196" y="276606"/>
                </a:lnTo>
                <a:cubicBezTo>
                  <a:pt x="234196" y="273463"/>
                  <a:pt x="237327" y="273463"/>
                  <a:pt x="237327" y="270224"/>
                </a:cubicBezTo>
                <a:cubicBezTo>
                  <a:pt x="240457" y="267081"/>
                  <a:pt x="240457" y="260699"/>
                  <a:pt x="237327" y="257556"/>
                </a:cubicBezTo>
                <a:cubicBezTo>
                  <a:pt x="234196" y="257556"/>
                  <a:pt x="227841" y="257556"/>
                  <a:pt x="227841" y="260699"/>
                </a:cubicBezTo>
                <a:cubicBezTo>
                  <a:pt x="221486" y="263842"/>
                  <a:pt x="218356" y="270224"/>
                  <a:pt x="218356" y="276606"/>
                </a:cubicBezTo>
                <a:lnTo>
                  <a:pt x="196160" y="276606"/>
                </a:lnTo>
                <a:cubicBezTo>
                  <a:pt x="196160" y="273463"/>
                  <a:pt x="199290" y="270224"/>
                  <a:pt x="202515" y="267081"/>
                </a:cubicBezTo>
                <a:cubicBezTo>
                  <a:pt x="205645" y="263938"/>
                  <a:pt x="205645" y="260699"/>
                  <a:pt x="202515" y="257556"/>
                </a:cubicBezTo>
                <a:cubicBezTo>
                  <a:pt x="199385" y="254413"/>
                  <a:pt x="196160" y="254413"/>
                  <a:pt x="193029" y="257556"/>
                </a:cubicBezTo>
                <a:cubicBezTo>
                  <a:pt x="183544" y="260699"/>
                  <a:pt x="180414" y="270224"/>
                  <a:pt x="180414" y="276606"/>
                </a:cubicBezTo>
                <a:lnTo>
                  <a:pt x="155088" y="276606"/>
                </a:lnTo>
                <a:cubicBezTo>
                  <a:pt x="158218" y="254317"/>
                  <a:pt x="177284" y="232124"/>
                  <a:pt x="202515" y="232124"/>
                </a:cubicBezTo>
                <a:lnTo>
                  <a:pt x="240457" y="232124"/>
                </a:lnTo>
                <a:cubicBezTo>
                  <a:pt x="246812" y="232124"/>
                  <a:pt x="253073" y="232124"/>
                  <a:pt x="259428" y="235267"/>
                </a:cubicBezTo>
                <a:lnTo>
                  <a:pt x="335406" y="286131"/>
                </a:lnTo>
                <a:lnTo>
                  <a:pt x="259428" y="333756"/>
                </a:lnTo>
                <a:close/>
                <a:moveTo>
                  <a:pt x="85369" y="92107"/>
                </a:moveTo>
                <a:lnTo>
                  <a:pt x="79014" y="92107"/>
                </a:lnTo>
                <a:lnTo>
                  <a:pt x="79014" y="15811"/>
                </a:lnTo>
                <a:lnTo>
                  <a:pt x="85369" y="15811"/>
                </a:lnTo>
                <a:cubicBezTo>
                  <a:pt x="107565" y="15811"/>
                  <a:pt x="132797" y="25336"/>
                  <a:pt x="132797" y="53912"/>
                </a:cubicBezTo>
                <a:cubicBezTo>
                  <a:pt x="132797" y="82486"/>
                  <a:pt x="107470" y="92011"/>
                  <a:pt x="85369" y="92011"/>
                </a:cubicBezTo>
                <a:close/>
                <a:moveTo>
                  <a:pt x="47427" y="15907"/>
                </a:moveTo>
                <a:lnTo>
                  <a:pt x="63268" y="15907"/>
                </a:lnTo>
                <a:lnTo>
                  <a:pt x="63268" y="92202"/>
                </a:lnTo>
                <a:lnTo>
                  <a:pt x="47427" y="92202"/>
                </a:lnTo>
                <a:lnTo>
                  <a:pt x="47427" y="15907"/>
                </a:lnTo>
                <a:close/>
                <a:moveTo>
                  <a:pt x="351247" y="279654"/>
                </a:moveTo>
                <a:lnTo>
                  <a:pt x="265783" y="222409"/>
                </a:lnTo>
                <a:cubicBezTo>
                  <a:pt x="259428" y="216027"/>
                  <a:pt x="249942" y="216027"/>
                  <a:pt x="240457" y="216027"/>
                </a:cubicBezTo>
                <a:lnTo>
                  <a:pt x="202515" y="216027"/>
                </a:lnTo>
                <a:cubicBezTo>
                  <a:pt x="167703" y="216027"/>
                  <a:pt x="145507" y="247840"/>
                  <a:pt x="139247" y="276415"/>
                </a:cubicBezTo>
                <a:lnTo>
                  <a:pt x="94950" y="276415"/>
                </a:lnTo>
                <a:cubicBezTo>
                  <a:pt x="60138" y="276415"/>
                  <a:pt x="31682" y="250984"/>
                  <a:pt x="31682" y="216027"/>
                </a:cubicBezTo>
                <a:cubicBezTo>
                  <a:pt x="31682" y="181070"/>
                  <a:pt x="60138" y="152495"/>
                  <a:pt x="94950" y="152495"/>
                </a:cubicBezTo>
                <a:lnTo>
                  <a:pt x="294334" y="152495"/>
                </a:lnTo>
                <a:cubicBezTo>
                  <a:pt x="322791" y="152495"/>
                  <a:pt x="348117" y="130207"/>
                  <a:pt x="348117" y="98488"/>
                </a:cubicBezTo>
                <a:cubicBezTo>
                  <a:pt x="348117" y="69913"/>
                  <a:pt x="322791" y="44482"/>
                  <a:pt x="294334" y="44482"/>
                </a:cubicBezTo>
                <a:lnTo>
                  <a:pt x="145602" y="44482"/>
                </a:lnTo>
                <a:cubicBezTo>
                  <a:pt x="142472" y="15907"/>
                  <a:pt x="120276" y="0"/>
                  <a:pt x="85464" y="0"/>
                </a:cubicBezTo>
                <a:lnTo>
                  <a:pt x="41167" y="0"/>
                </a:lnTo>
                <a:cubicBezTo>
                  <a:pt x="34812" y="0"/>
                  <a:pt x="31682" y="3143"/>
                  <a:pt x="31682" y="6382"/>
                </a:cubicBezTo>
                <a:lnTo>
                  <a:pt x="31682" y="28670"/>
                </a:lnTo>
                <a:lnTo>
                  <a:pt x="9485" y="28670"/>
                </a:lnTo>
                <a:cubicBezTo>
                  <a:pt x="3130" y="28670"/>
                  <a:pt x="0" y="35052"/>
                  <a:pt x="0" y="38195"/>
                </a:cubicBezTo>
                <a:cubicBezTo>
                  <a:pt x="0" y="41339"/>
                  <a:pt x="3130" y="44577"/>
                  <a:pt x="9485" y="44577"/>
                </a:cubicBezTo>
                <a:lnTo>
                  <a:pt x="31682" y="44577"/>
                </a:lnTo>
                <a:lnTo>
                  <a:pt x="31682" y="60484"/>
                </a:lnTo>
                <a:lnTo>
                  <a:pt x="9485" y="60484"/>
                </a:lnTo>
                <a:cubicBezTo>
                  <a:pt x="3130" y="60484"/>
                  <a:pt x="0" y="63627"/>
                  <a:pt x="0" y="70009"/>
                </a:cubicBezTo>
                <a:cubicBezTo>
                  <a:pt x="0" y="73152"/>
                  <a:pt x="3130" y="76390"/>
                  <a:pt x="9485" y="76390"/>
                </a:cubicBezTo>
                <a:lnTo>
                  <a:pt x="31682" y="76390"/>
                </a:lnTo>
                <a:lnTo>
                  <a:pt x="31682" y="98679"/>
                </a:lnTo>
                <a:cubicBezTo>
                  <a:pt x="31682" y="105061"/>
                  <a:pt x="34812" y="108204"/>
                  <a:pt x="41167" y="108204"/>
                </a:cubicBezTo>
                <a:lnTo>
                  <a:pt x="85464" y="108204"/>
                </a:lnTo>
                <a:cubicBezTo>
                  <a:pt x="120276" y="108204"/>
                  <a:pt x="142472" y="89154"/>
                  <a:pt x="145602" y="60579"/>
                </a:cubicBezTo>
                <a:lnTo>
                  <a:pt x="294334" y="60579"/>
                </a:lnTo>
                <a:cubicBezTo>
                  <a:pt x="316530" y="60579"/>
                  <a:pt x="332276" y="79629"/>
                  <a:pt x="332276" y="98679"/>
                </a:cubicBezTo>
                <a:cubicBezTo>
                  <a:pt x="332276" y="120967"/>
                  <a:pt x="316436" y="136779"/>
                  <a:pt x="294334" y="136779"/>
                </a:cubicBezTo>
                <a:lnTo>
                  <a:pt x="94950" y="136779"/>
                </a:lnTo>
                <a:cubicBezTo>
                  <a:pt x="50652" y="136779"/>
                  <a:pt x="15841" y="171736"/>
                  <a:pt x="15841" y="216217"/>
                </a:cubicBezTo>
                <a:cubicBezTo>
                  <a:pt x="15841" y="257556"/>
                  <a:pt x="50652" y="292513"/>
                  <a:pt x="94950" y="292513"/>
                </a:cubicBezTo>
                <a:lnTo>
                  <a:pt x="139247" y="292513"/>
                </a:lnTo>
                <a:cubicBezTo>
                  <a:pt x="145602" y="324326"/>
                  <a:pt x="167703" y="356044"/>
                  <a:pt x="202515" y="356044"/>
                </a:cubicBezTo>
                <a:lnTo>
                  <a:pt x="240457" y="356044"/>
                </a:lnTo>
                <a:cubicBezTo>
                  <a:pt x="249942" y="356044"/>
                  <a:pt x="259428" y="352901"/>
                  <a:pt x="265783" y="349663"/>
                </a:cubicBezTo>
                <a:lnTo>
                  <a:pt x="268913" y="349663"/>
                </a:lnTo>
                <a:lnTo>
                  <a:pt x="351152" y="292417"/>
                </a:lnTo>
                <a:cubicBezTo>
                  <a:pt x="353239" y="290322"/>
                  <a:pt x="354283" y="288195"/>
                  <a:pt x="354283" y="286036"/>
                </a:cubicBezTo>
                <a:cubicBezTo>
                  <a:pt x="354283" y="282892"/>
                  <a:pt x="354283" y="279654"/>
                  <a:pt x="351152" y="27965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0" name="Graphic 187">
            <a:extLst>
              <a:ext uri="{FF2B5EF4-FFF2-40B4-BE49-F238E27FC236}">
                <a16:creationId xmlns:a16="http://schemas.microsoft.com/office/drawing/2014/main" id="{6555416C-8FFA-02CC-5316-4B9BE48C71E8}"/>
              </a:ext>
            </a:extLst>
          </p:cNvPr>
          <p:cNvSpPr/>
          <p:nvPr/>
        </p:nvSpPr>
        <p:spPr>
          <a:xfrm>
            <a:off x="6229703" y="2860452"/>
            <a:ext cx="470867" cy="473208"/>
          </a:xfrm>
          <a:custGeom>
            <a:avLst/>
            <a:gdLst>
              <a:gd name="connsiteX0" fmla="*/ 259428 w 354282"/>
              <a:gd name="connsiteY0" fmla="*/ 333661 h 356044"/>
              <a:gd name="connsiteX1" fmla="*/ 240457 w 354282"/>
              <a:gd name="connsiteY1" fmla="*/ 340042 h 356044"/>
              <a:gd name="connsiteX2" fmla="*/ 202515 w 354282"/>
              <a:gd name="connsiteY2" fmla="*/ 340042 h 356044"/>
              <a:gd name="connsiteX3" fmla="*/ 155088 w 354282"/>
              <a:gd name="connsiteY3" fmla="*/ 292417 h 356044"/>
              <a:gd name="connsiteX4" fmla="*/ 180414 w 354282"/>
              <a:gd name="connsiteY4" fmla="*/ 292417 h 356044"/>
              <a:gd name="connsiteX5" fmla="*/ 189899 w 354282"/>
              <a:gd name="connsiteY5" fmla="*/ 314706 h 356044"/>
              <a:gd name="connsiteX6" fmla="*/ 202515 w 354282"/>
              <a:gd name="connsiteY6" fmla="*/ 314706 h 356044"/>
              <a:gd name="connsiteX7" fmla="*/ 202515 w 354282"/>
              <a:gd name="connsiteY7" fmla="*/ 302038 h 356044"/>
              <a:gd name="connsiteX8" fmla="*/ 196160 w 354282"/>
              <a:gd name="connsiteY8" fmla="*/ 292513 h 356044"/>
              <a:gd name="connsiteX9" fmla="*/ 218356 w 354282"/>
              <a:gd name="connsiteY9" fmla="*/ 292513 h 356044"/>
              <a:gd name="connsiteX10" fmla="*/ 227841 w 354282"/>
              <a:gd name="connsiteY10" fmla="*/ 311563 h 356044"/>
              <a:gd name="connsiteX11" fmla="*/ 230971 w 354282"/>
              <a:gd name="connsiteY11" fmla="*/ 314706 h 356044"/>
              <a:gd name="connsiteX12" fmla="*/ 237327 w 354282"/>
              <a:gd name="connsiteY12" fmla="*/ 311563 h 356044"/>
              <a:gd name="connsiteX13" fmla="*/ 237327 w 354282"/>
              <a:gd name="connsiteY13" fmla="*/ 302038 h 356044"/>
              <a:gd name="connsiteX14" fmla="*/ 234196 w 354282"/>
              <a:gd name="connsiteY14" fmla="*/ 292513 h 356044"/>
              <a:gd name="connsiteX15" fmla="*/ 256392 w 354282"/>
              <a:gd name="connsiteY15" fmla="*/ 292513 h 356044"/>
              <a:gd name="connsiteX16" fmla="*/ 262748 w 354282"/>
              <a:gd name="connsiteY16" fmla="*/ 286131 h 356044"/>
              <a:gd name="connsiteX17" fmla="*/ 256392 w 354282"/>
              <a:gd name="connsiteY17" fmla="*/ 276606 h 356044"/>
              <a:gd name="connsiteX18" fmla="*/ 234196 w 354282"/>
              <a:gd name="connsiteY18" fmla="*/ 276606 h 356044"/>
              <a:gd name="connsiteX19" fmla="*/ 237327 w 354282"/>
              <a:gd name="connsiteY19" fmla="*/ 270224 h 356044"/>
              <a:gd name="connsiteX20" fmla="*/ 237327 w 354282"/>
              <a:gd name="connsiteY20" fmla="*/ 257556 h 356044"/>
              <a:gd name="connsiteX21" fmla="*/ 227841 w 354282"/>
              <a:gd name="connsiteY21" fmla="*/ 260699 h 356044"/>
              <a:gd name="connsiteX22" fmla="*/ 218356 w 354282"/>
              <a:gd name="connsiteY22" fmla="*/ 276606 h 356044"/>
              <a:gd name="connsiteX23" fmla="*/ 196160 w 354282"/>
              <a:gd name="connsiteY23" fmla="*/ 276606 h 356044"/>
              <a:gd name="connsiteX24" fmla="*/ 202515 w 354282"/>
              <a:gd name="connsiteY24" fmla="*/ 267081 h 356044"/>
              <a:gd name="connsiteX25" fmla="*/ 202515 w 354282"/>
              <a:gd name="connsiteY25" fmla="*/ 257556 h 356044"/>
              <a:gd name="connsiteX26" fmla="*/ 193029 w 354282"/>
              <a:gd name="connsiteY26" fmla="*/ 257556 h 356044"/>
              <a:gd name="connsiteX27" fmla="*/ 180414 w 354282"/>
              <a:gd name="connsiteY27" fmla="*/ 276606 h 356044"/>
              <a:gd name="connsiteX28" fmla="*/ 155088 w 354282"/>
              <a:gd name="connsiteY28" fmla="*/ 276606 h 356044"/>
              <a:gd name="connsiteX29" fmla="*/ 202515 w 354282"/>
              <a:gd name="connsiteY29" fmla="*/ 232124 h 356044"/>
              <a:gd name="connsiteX30" fmla="*/ 240457 w 354282"/>
              <a:gd name="connsiteY30" fmla="*/ 232124 h 356044"/>
              <a:gd name="connsiteX31" fmla="*/ 259428 w 354282"/>
              <a:gd name="connsiteY31" fmla="*/ 235267 h 356044"/>
              <a:gd name="connsiteX32" fmla="*/ 335406 w 354282"/>
              <a:gd name="connsiteY32" fmla="*/ 286131 h 356044"/>
              <a:gd name="connsiteX33" fmla="*/ 259428 w 354282"/>
              <a:gd name="connsiteY33" fmla="*/ 333756 h 356044"/>
              <a:gd name="connsiteX34" fmla="*/ 85369 w 354282"/>
              <a:gd name="connsiteY34" fmla="*/ 92107 h 356044"/>
              <a:gd name="connsiteX35" fmla="*/ 79014 w 354282"/>
              <a:gd name="connsiteY35" fmla="*/ 92107 h 356044"/>
              <a:gd name="connsiteX36" fmla="*/ 79014 w 354282"/>
              <a:gd name="connsiteY36" fmla="*/ 15811 h 356044"/>
              <a:gd name="connsiteX37" fmla="*/ 85369 w 354282"/>
              <a:gd name="connsiteY37" fmla="*/ 15811 h 356044"/>
              <a:gd name="connsiteX38" fmla="*/ 132797 w 354282"/>
              <a:gd name="connsiteY38" fmla="*/ 53912 h 356044"/>
              <a:gd name="connsiteX39" fmla="*/ 85369 w 354282"/>
              <a:gd name="connsiteY39" fmla="*/ 92011 h 356044"/>
              <a:gd name="connsiteX40" fmla="*/ 47427 w 354282"/>
              <a:gd name="connsiteY40" fmla="*/ 15907 h 356044"/>
              <a:gd name="connsiteX41" fmla="*/ 63268 w 354282"/>
              <a:gd name="connsiteY41" fmla="*/ 15907 h 356044"/>
              <a:gd name="connsiteX42" fmla="*/ 63268 w 354282"/>
              <a:gd name="connsiteY42" fmla="*/ 92202 h 356044"/>
              <a:gd name="connsiteX43" fmla="*/ 47427 w 354282"/>
              <a:gd name="connsiteY43" fmla="*/ 92202 h 356044"/>
              <a:gd name="connsiteX44" fmla="*/ 47427 w 354282"/>
              <a:gd name="connsiteY44" fmla="*/ 15907 h 356044"/>
              <a:gd name="connsiteX45" fmla="*/ 351247 w 354282"/>
              <a:gd name="connsiteY45" fmla="*/ 279654 h 356044"/>
              <a:gd name="connsiteX46" fmla="*/ 265783 w 354282"/>
              <a:gd name="connsiteY46" fmla="*/ 222409 h 356044"/>
              <a:gd name="connsiteX47" fmla="*/ 240457 w 354282"/>
              <a:gd name="connsiteY47" fmla="*/ 216027 h 356044"/>
              <a:gd name="connsiteX48" fmla="*/ 202515 w 354282"/>
              <a:gd name="connsiteY48" fmla="*/ 216027 h 356044"/>
              <a:gd name="connsiteX49" fmla="*/ 139247 w 354282"/>
              <a:gd name="connsiteY49" fmla="*/ 276415 h 356044"/>
              <a:gd name="connsiteX50" fmla="*/ 94950 w 354282"/>
              <a:gd name="connsiteY50" fmla="*/ 276415 h 356044"/>
              <a:gd name="connsiteX51" fmla="*/ 31682 w 354282"/>
              <a:gd name="connsiteY51" fmla="*/ 216027 h 356044"/>
              <a:gd name="connsiteX52" fmla="*/ 94950 w 354282"/>
              <a:gd name="connsiteY52" fmla="*/ 152495 h 356044"/>
              <a:gd name="connsiteX53" fmla="*/ 294334 w 354282"/>
              <a:gd name="connsiteY53" fmla="*/ 152495 h 356044"/>
              <a:gd name="connsiteX54" fmla="*/ 348117 w 354282"/>
              <a:gd name="connsiteY54" fmla="*/ 98488 h 356044"/>
              <a:gd name="connsiteX55" fmla="*/ 294334 w 354282"/>
              <a:gd name="connsiteY55" fmla="*/ 44482 h 356044"/>
              <a:gd name="connsiteX56" fmla="*/ 145602 w 354282"/>
              <a:gd name="connsiteY56" fmla="*/ 44482 h 356044"/>
              <a:gd name="connsiteX57" fmla="*/ 85464 w 354282"/>
              <a:gd name="connsiteY57" fmla="*/ 0 h 356044"/>
              <a:gd name="connsiteX58" fmla="*/ 41167 w 354282"/>
              <a:gd name="connsiteY58" fmla="*/ 0 h 356044"/>
              <a:gd name="connsiteX59" fmla="*/ 31682 w 354282"/>
              <a:gd name="connsiteY59" fmla="*/ 6382 h 356044"/>
              <a:gd name="connsiteX60" fmla="*/ 31682 w 354282"/>
              <a:gd name="connsiteY60" fmla="*/ 28670 h 356044"/>
              <a:gd name="connsiteX61" fmla="*/ 9485 w 354282"/>
              <a:gd name="connsiteY61" fmla="*/ 28670 h 356044"/>
              <a:gd name="connsiteX62" fmla="*/ 0 w 354282"/>
              <a:gd name="connsiteY62" fmla="*/ 38195 h 356044"/>
              <a:gd name="connsiteX63" fmla="*/ 9485 w 354282"/>
              <a:gd name="connsiteY63" fmla="*/ 44577 h 356044"/>
              <a:gd name="connsiteX64" fmla="*/ 31682 w 354282"/>
              <a:gd name="connsiteY64" fmla="*/ 44577 h 356044"/>
              <a:gd name="connsiteX65" fmla="*/ 31682 w 354282"/>
              <a:gd name="connsiteY65" fmla="*/ 60484 h 356044"/>
              <a:gd name="connsiteX66" fmla="*/ 9485 w 354282"/>
              <a:gd name="connsiteY66" fmla="*/ 60484 h 356044"/>
              <a:gd name="connsiteX67" fmla="*/ 0 w 354282"/>
              <a:gd name="connsiteY67" fmla="*/ 70009 h 356044"/>
              <a:gd name="connsiteX68" fmla="*/ 9485 w 354282"/>
              <a:gd name="connsiteY68" fmla="*/ 76390 h 356044"/>
              <a:gd name="connsiteX69" fmla="*/ 31682 w 354282"/>
              <a:gd name="connsiteY69" fmla="*/ 76390 h 356044"/>
              <a:gd name="connsiteX70" fmla="*/ 31682 w 354282"/>
              <a:gd name="connsiteY70" fmla="*/ 98679 h 356044"/>
              <a:gd name="connsiteX71" fmla="*/ 41167 w 354282"/>
              <a:gd name="connsiteY71" fmla="*/ 108204 h 356044"/>
              <a:gd name="connsiteX72" fmla="*/ 85464 w 354282"/>
              <a:gd name="connsiteY72" fmla="*/ 108204 h 356044"/>
              <a:gd name="connsiteX73" fmla="*/ 145602 w 354282"/>
              <a:gd name="connsiteY73" fmla="*/ 60579 h 356044"/>
              <a:gd name="connsiteX74" fmla="*/ 294334 w 354282"/>
              <a:gd name="connsiteY74" fmla="*/ 60579 h 356044"/>
              <a:gd name="connsiteX75" fmla="*/ 332276 w 354282"/>
              <a:gd name="connsiteY75" fmla="*/ 98679 h 356044"/>
              <a:gd name="connsiteX76" fmla="*/ 294334 w 354282"/>
              <a:gd name="connsiteY76" fmla="*/ 136779 h 356044"/>
              <a:gd name="connsiteX77" fmla="*/ 94950 w 354282"/>
              <a:gd name="connsiteY77" fmla="*/ 136779 h 356044"/>
              <a:gd name="connsiteX78" fmla="*/ 15841 w 354282"/>
              <a:gd name="connsiteY78" fmla="*/ 216217 h 356044"/>
              <a:gd name="connsiteX79" fmla="*/ 94950 w 354282"/>
              <a:gd name="connsiteY79" fmla="*/ 292513 h 356044"/>
              <a:gd name="connsiteX80" fmla="*/ 139247 w 354282"/>
              <a:gd name="connsiteY80" fmla="*/ 292513 h 356044"/>
              <a:gd name="connsiteX81" fmla="*/ 202515 w 354282"/>
              <a:gd name="connsiteY81" fmla="*/ 356044 h 356044"/>
              <a:gd name="connsiteX82" fmla="*/ 240457 w 354282"/>
              <a:gd name="connsiteY82" fmla="*/ 356044 h 356044"/>
              <a:gd name="connsiteX83" fmla="*/ 265783 w 354282"/>
              <a:gd name="connsiteY83" fmla="*/ 349663 h 356044"/>
              <a:gd name="connsiteX84" fmla="*/ 268913 w 354282"/>
              <a:gd name="connsiteY84" fmla="*/ 349663 h 356044"/>
              <a:gd name="connsiteX85" fmla="*/ 351152 w 354282"/>
              <a:gd name="connsiteY85" fmla="*/ 292417 h 356044"/>
              <a:gd name="connsiteX86" fmla="*/ 354283 w 354282"/>
              <a:gd name="connsiteY86" fmla="*/ 286036 h 356044"/>
              <a:gd name="connsiteX87" fmla="*/ 351152 w 354282"/>
              <a:gd name="connsiteY87" fmla="*/ 279654 h 356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354282" h="356044">
                <a:moveTo>
                  <a:pt x="259428" y="333661"/>
                </a:moveTo>
                <a:cubicBezTo>
                  <a:pt x="253073" y="336804"/>
                  <a:pt x="246812" y="340042"/>
                  <a:pt x="240457" y="340042"/>
                </a:cubicBezTo>
                <a:lnTo>
                  <a:pt x="202515" y="340042"/>
                </a:lnTo>
                <a:cubicBezTo>
                  <a:pt x="177189" y="340042"/>
                  <a:pt x="158218" y="314611"/>
                  <a:pt x="155088" y="292417"/>
                </a:cubicBezTo>
                <a:lnTo>
                  <a:pt x="180414" y="292417"/>
                </a:lnTo>
                <a:cubicBezTo>
                  <a:pt x="180414" y="301942"/>
                  <a:pt x="183544" y="308324"/>
                  <a:pt x="189899" y="314706"/>
                </a:cubicBezTo>
                <a:lnTo>
                  <a:pt x="202515" y="314706"/>
                </a:lnTo>
                <a:cubicBezTo>
                  <a:pt x="205645" y="311563"/>
                  <a:pt x="205645" y="305181"/>
                  <a:pt x="202515" y="302038"/>
                </a:cubicBezTo>
                <a:cubicBezTo>
                  <a:pt x="199385" y="298894"/>
                  <a:pt x="196160" y="295656"/>
                  <a:pt x="196160" y="292513"/>
                </a:cubicBezTo>
                <a:lnTo>
                  <a:pt x="218356" y="292513"/>
                </a:lnTo>
                <a:cubicBezTo>
                  <a:pt x="218356" y="298894"/>
                  <a:pt x="221486" y="305181"/>
                  <a:pt x="227841" y="311563"/>
                </a:cubicBezTo>
                <a:lnTo>
                  <a:pt x="230971" y="314706"/>
                </a:lnTo>
                <a:cubicBezTo>
                  <a:pt x="234102" y="314706"/>
                  <a:pt x="237327" y="311563"/>
                  <a:pt x="237327" y="311563"/>
                </a:cubicBezTo>
                <a:cubicBezTo>
                  <a:pt x="240457" y="308419"/>
                  <a:pt x="240457" y="305181"/>
                  <a:pt x="237327" y="302038"/>
                </a:cubicBezTo>
                <a:cubicBezTo>
                  <a:pt x="237327" y="298894"/>
                  <a:pt x="234196" y="295656"/>
                  <a:pt x="234196" y="292513"/>
                </a:cubicBezTo>
                <a:lnTo>
                  <a:pt x="256392" y="292513"/>
                </a:lnTo>
                <a:cubicBezTo>
                  <a:pt x="259523" y="292513"/>
                  <a:pt x="262748" y="289369"/>
                  <a:pt x="262748" y="286131"/>
                </a:cubicBezTo>
                <a:cubicBezTo>
                  <a:pt x="262748" y="279749"/>
                  <a:pt x="259617" y="276606"/>
                  <a:pt x="256392" y="276606"/>
                </a:cubicBezTo>
                <a:lnTo>
                  <a:pt x="234196" y="276606"/>
                </a:lnTo>
                <a:cubicBezTo>
                  <a:pt x="234196" y="273463"/>
                  <a:pt x="237327" y="273463"/>
                  <a:pt x="237327" y="270224"/>
                </a:cubicBezTo>
                <a:cubicBezTo>
                  <a:pt x="240457" y="267081"/>
                  <a:pt x="240457" y="260699"/>
                  <a:pt x="237327" y="257556"/>
                </a:cubicBezTo>
                <a:cubicBezTo>
                  <a:pt x="234196" y="257556"/>
                  <a:pt x="227841" y="257556"/>
                  <a:pt x="227841" y="260699"/>
                </a:cubicBezTo>
                <a:cubicBezTo>
                  <a:pt x="221486" y="263842"/>
                  <a:pt x="218356" y="270224"/>
                  <a:pt x="218356" y="276606"/>
                </a:cubicBezTo>
                <a:lnTo>
                  <a:pt x="196160" y="276606"/>
                </a:lnTo>
                <a:cubicBezTo>
                  <a:pt x="196160" y="273463"/>
                  <a:pt x="199290" y="270224"/>
                  <a:pt x="202515" y="267081"/>
                </a:cubicBezTo>
                <a:cubicBezTo>
                  <a:pt x="205645" y="263938"/>
                  <a:pt x="205645" y="260699"/>
                  <a:pt x="202515" y="257556"/>
                </a:cubicBezTo>
                <a:cubicBezTo>
                  <a:pt x="199385" y="254413"/>
                  <a:pt x="196160" y="254413"/>
                  <a:pt x="193029" y="257556"/>
                </a:cubicBezTo>
                <a:cubicBezTo>
                  <a:pt x="183544" y="260699"/>
                  <a:pt x="180414" y="270224"/>
                  <a:pt x="180414" y="276606"/>
                </a:cubicBezTo>
                <a:lnTo>
                  <a:pt x="155088" y="276606"/>
                </a:lnTo>
                <a:cubicBezTo>
                  <a:pt x="158218" y="254317"/>
                  <a:pt x="177284" y="232124"/>
                  <a:pt x="202515" y="232124"/>
                </a:cubicBezTo>
                <a:lnTo>
                  <a:pt x="240457" y="232124"/>
                </a:lnTo>
                <a:cubicBezTo>
                  <a:pt x="246812" y="232124"/>
                  <a:pt x="253073" y="232124"/>
                  <a:pt x="259428" y="235267"/>
                </a:cubicBezTo>
                <a:lnTo>
                  <a:pt x="335406" y="286131"/>
                </a:lnTo>
                <a:lnTo>
                  <a:pt x="259428" y="333756"/>
                </a:lnTo>
                <a:close/>
                <a:moveTo>
                  <a:pt x="85369" y="92107"/>
                </a:moveTo>
                <a:lnTo>
                  <a:pt x="79014" y="92107"/>
                </a:lnTo>
                <a:lnTo>
                  <a:pt x="79014" y="15811"/>
                </a:lnTo>
                <a:lnTo>
                  <a:pt x="85369" y="15811"/>
                </a:lnTo>
                <a:cubicBezTo>
                  <a:pt x="107565" y="15811"/>
                  <a:pt x="132797" y="25336"/>
                  <a:pt x="132797" y="53912"/>
                </a:cubicBezTo>
                <a:cubicBezTo>
                  <a:pt x="132797" y="82486"/>
                  <a:pt x="107470" y="92011"/>
                  <a:pt x="85369" y="92011"/>
                </a:cubicBezTo>
                <a:close/>
                <a:moveTo>
                  <a:pt x="47427" y="15907"/>
                </a:moveTo>
                <a:lnTo>
                  <a:pt x="63268" y="15907"/>
                </a:lnTo>
                <a:lnTo>
                  <a:pt x="63268" y="92202"/>
                </a:lnTo>
                <a:lnTo>
                  <a:pt x="47427" y="92202"/>
                </a:lnTo>
                <a:lnTo>
                  <a:pt x="47427" y="15907"/>
                </a:lnTo>
                <a:close/>
                <a:moveTo>
                  <a:pt x="351247" y="279654"/>
                </a:moveTo>
                <a:lnTo>
                  <a:pt x="265783" y="222409"/>
                </a:lnTo>
                <a:cubicBezTo>
                  <a:pt x="259428" y="216027"/>
                  <a:pt x="249942" y="216027"/>
                  <a:pt x="240457" y="216027"/>
                </a:cubicBezTo>
                <a:lnTo>
                  <a:pt x="202515" y="216027"/>
                </a:lnTo>
                <a:cubicBezTo>
                  <a:pt x="167703" y="216027"/>
                  <a:pt x="145507" y="247840"/>
                  <a:pt x="139247" y="276415"/>
                </a:cubicBezTo>
                <a:lnTo>
                  <a:pt x="94950" y="276415"/>
                </a:lnTo>
                <a:cubicBezTo>
                  <a:pt x="60138" y="276415"/>
                  <a:pt x="31682" y="250984"/>
                  <a:pt x="31682" y="216027"/>
                </a:cubicBezTo>
                <a:cubicBezTo>
                  <a:pt x="31682" y="181070"/>
                  <a:pt x="60138" y="152495"/>
                  <a:pt x="94950" y="152495"/>
                </a:cubicBezTo>
                <a:lnTo>
                  <a:pt x="294334" y="152495"/>
                </a:lnTo>
                <a:cubicBezTo>
                  <a:pt x="322791" y="152495"/>
                  <a:pt x="348117" y="130207"/>
                  <a:pt x="348117" y="98488"/>
                </a:cubicBezTo>
                <a:cubicBezTo>
                  <a:pt x="348117" y="69913"/>
                  <a:pt x="322791" y="44482"/>
                  <a:pt x="294334" y="44482"/>
                </a:cubicBezTo>
                <a:lnTo>
                  <a:pt x="145602" y="44482"/>
                </a:lnTo>
                <a:cubicBezTo>
                  <a:pt x="142472" y="15907"/>
                  <a:pt x="120276" y="0"/>
                  <a:pt x="85464" y="0"/>
                </a:cubicBezTo>
                <a:lnTo>
                  <a:pt x="41167" y="0"/>
                </a:lnTo>
                <a:cubicBezTo>
                  <a:pt x="34812" y="0"/>
                  <a:pt x="31682" y="3143"/>
                  <a:pt x="31682" y="6382"/>
                </a:cubicBezTo>
                <a:lnTo>
                  <a:pt x="31682" y="28670"/>
                </a:lnTo>
                <a:lnTo>
                  <a:pt x="9485" y="28670"/>
                </a:lnTo>
                <a:cubicBezTo>
                  <a:pt x="3130" y="28670"/>
                  <a:pt x="0" y="35052"/>
                  <a:pt x="0" y="38195"/>
                </a:cubicBezTo>
                <a:cubicBezTo>
                  <a:pt x="0" y="41339"/>
                  <a:pt x="3130" y="44577"/>
                  <a:pt x="9485" y="44577"/>
                </a:cubicBezTo>
                <a:lnTo>
                  <a:pt x="31682" y="44577"/>
                </a:lnTo>
                <a:lnTo>
                  <a:pt x="31682" y="60484"/>
                </a:lnTo>
                <a:lnTo>
                  <a:pt x="9485" y="60484"/>
                </a:lnTo>
                <a:cubicBezTo>
                  <a:pt x="3130" y="60484"/>
                  <a:pt x="0" y="63627"/>
                  <a:pt x="0" y="70009"/>
                </a:cubicBezTo>
                <a:cubicBezTo>
                  <a:pt x="0" y="73152"/>
                  <a:pt x="3130" y="76390"/>
                  <a:pt x="9485" y="76390"/>
                </a:cubicBezTo>
                <a:lnTo>
                  <a:pt x="31682" y="76390"/>
                </a:lnTo>
                <a:lnTo>
                  <a:pt x="31682" y="98679"/>
                </a:lnTo>
                <a:cubicBezTo>
                  <a:pt x="31682" y="105061"/>
                  <a:pt x="34812" y="108204"/>
                  <a:pt x="41167" y="108204"/>
                </a:cubicBezTo>
                <a:lnTo>
                  <a:pt x="85464" y="108204"/>
                </a:lnTo>
                <a:cubicBezTo>
                  <a:pt x="120276" y="108204"/>
                  <a:pt x="142472" y="89154"/>
                  <a:pt x="145602" y="60579"/>
                </a:cubicBezTo>
                <a:lnTo>
                  <a:pt x="294334" y="60579"/>
                </a:lnTo>
                <a:cubicBezTo>
                  <a:pt x="316530" y="60579"/>
                  <a:pt x="332276" y="79629"/>
                  <a:pt x="332276" y="98679"/>
                </a:cubicBezTo>
                <a:cubicBezTo>
                  <a:pt x="332276" y="120967"/>
                  <a:pt x="316436" y="136779"/>
                  <a:pt x="294334" y="136779"/>
                </a:cubicBezTo>
                <a:lnTo>
                  <a:pt x="94950" y="136779"/>
                </a:lnTo>
                <a:cubicBezTo>
                  <a:pt x="50652" y="136779"/>
                  <a:pt x="15841" y="171736"/>
                  <a:pt x="15841" y="216217"/>
                </a:cubicBezTo>
                <a:cubicBezTo>
                  <a:pt x="15841" y="257556"/>
                  <a:pt x="50652" y="292513"/>
                  <a:pt x="94950" y="292513"/>
                </a:cubicBezTo>
                <a:lnTo>
                  <a:pt x="139247" y="292513"/>
                </a:lnTo>
                <a:cubicBezTo>
                  <a:pt x="145602" y="324326"/>
                  <a:pt x="167703" y="356044"/>
                  <a:pt x="202515" y="356044"/>
                </a:cubicBezTo>
                <a:lnTo>
                  <a:pt x="240457" y="356044"/>
                </a:lnTo>
                <a:cubicBezTo>
                  <a:pt x="249942" y="356044"/>
                  <a:pt x="259428" y="352901"/>
                  <a:pt x="265783" y="349663"/>
                </a:cubicBezTo>
                <a:lnTo>
                  <a:pt x="268913" y="349663"/>
                </a:lnTo>
                <a:lnTo>
                  <a:pt x="351152" y="292417"/>
                </a:lnTo>
                <a:cubicBezTo>
                  <a:pt x="353239" y="290322"/>
                  <a:pt x="354283" y="288195"/>
                  <a:pt x="354283" y="286036"/>
                </a:cubicBezTo>
                <a:cubicBezTo>
                  <a:pt x="354283" y="282892"/>
                  <a:pt x="354283" y="279654"/>
                  <a:pt x="351152" y="27965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1" name="Graphic 187">
            <a:extLst>
              <a:ext uri="{FF2B5EF4-FFF2-40B4-BE49-F238E27FC236}">
                <a16:creationId xmlns:a16="http://schemas.microsoft.com/office/drawing/2014/main" id="{E8109FFD-EA17-E2BE-784D-C7CDD42CF49C}"/>
              </a:ext>
            </a:extLst>
          </p:cNvPr>
          <p:cNvSpPr/>
          <p:nvPr/>
        </p:nvSpPr>
        <p:spPr>
          <a:xfrm>
            <a:off x="5467703" y="3463702"/>
            <a:ext cx="470867" cy="473208"/>
          </a:xfrm>
          <a:custGeom>
            <a:avLst/>
            <a:gdLst>
              <a:gd name="connsiteX0" fmla="*/ 259428 w 354282"/>
              <a:gd name="connsiteY0" fmla="*/ 333661 h 356044"/>
              <a:gd name="connsiteX1" fmla="*/ 240457 w 354282"/>
              <a:gd name="connsiteY1" fmla="*/ 340042 h 356044"/>
              <a:gd name="connsiteX2" fmla="*/ 202515 w 354282"/>
              <a:gd name="connsiteY2" fmla="*/ 340042 h 356044"/>
              <a:gd name="connsiteX3" fmla="*/ 155088 w 354282"/>
              <a:gd name="connsiteY3" fmla="*/ 292417 h 356044"/>
              <a:gd name="connsiteX4" fmla="*/ 180414 w 354282"/>
              <a:gd name="connsiteY4" fmla="*/ 292417 h 356044"/>
              <a:gd name="connsiteX5" fmla="*/ 189899 w 354282"/>
              <a:gd name="connsiteY5" fmla="*/ 314706 h 356044"/>
              <a:gd name="connsiteX6" fmla="*/ 202515 w 354282"/>
              <a:gd name="connsiteY6" fmla="*/ 314706 h 356044"/>
              <a:gd name="connsiteX7" fmla="*/ 202515 w 354282"/>
              <a:gd name="connsiteY7" fmla="*/ 302038 h 356044"/>
              <a:gd name="connsiteX8" fmla="*/ 196160 w 354282"/>
              <a:gd name="connsiteY8" fmla="*/ 292513 h 356044"/>
              <a:gd name="connsiteX9" fmla="*/ 218356 w 354282"/>
              <a:gd name="connsiteY9" fmla="*/ 292513 h 356044"/>
              <a:gd name="connsiteX10" fmla="*/ 227841 w 354282"/>
              <a:gd name="connsiteY10" fmla="*/ 311563 h 356044"/>
              <a:gd name="connsiteX11" fmla="*/ 230971 w 354282"/>
              <a:gd name="connsiteY11" fmla="*/ 314706 h 356044"/>
              <a:gd name="connsiteX12" fmla="*/ 237327 w 354282"/>
              <a:gd name="connsiteY12" fmla="*/ 311563 h 356044"/>
              <a:gd name="connsiteX13" fmla="*/ 237327 w 354282"/>
              <a:gd name="connsiteY13" fmla="*/ 302038 h 356044"/>
              <a:gd name="connsiteX14" fmla="*/ 234196 w 354282"/>
              <a:gd name="connsiteY14" fmla="*/ 292513 h 356044"/>
              <a:gd name="connsiteX15" fmla="*/ 256392 w 354282"/>
              <a:gd name="connsiteY15" fmla="*/ 292513 h 356044"/>
              <a:gd name="connsiteX16" fmla="*/ 262748 w 354282"/>
              <a:gd name="connsiteY16" fmla="*/ 286131 h 356044"/>
              <a:gd name="connsiteX17" fmla="*/ 256392 w 354282"/>
              <a:gd name="connsiteY17" fmla="*/ 276606 h 356044"/>
              <a:gd name="connsiteX18" fmla="*/ 234196 w 354282"/>
              <a:gd name="connsiteY18" fmla="*/ 276606 h 356044"/>
              <a:gd name="connsiteX19" fmla="*/ 237327 w 354282"/>
              <a:gd name="connsiteY19" fmla="*/ 270224 h 356044"/>
              <a:gd name="connsiteX20" fmla="*/ 237327 w 354282"/>
              <a:gd name="connsiteY20" fmla="*/ 257556 h 356044"/>
              <a:gd name="connsiteX21" fmla="*/ 227841 w 354282"/>
              <a:gd name="connsiteY21" fmla="*/ 260699 h 356044"/>
              <a:gd name="connsiteX22" fmla="*/ 218356 w 354282"/>
              <a:gd name="connsiteY22" fmla="*/ 276606 h 356044"/>
              <a:gd name="connsiteX23" fmla="*/ 196160 w 354282"/>
              <a:gd name="connsiteY23" fmla="*/ 276606 h 356044"/>
              <a:gd name="connsiteX24" fmla="*/ 202515 w 354282"/>
              <a:gd name="connsiteY24" fmla="*/ 267081 h 356044"/>
              <a:gd name="connsiteX25" fmla="*/ 202515 w 354282"/>
              <a:gd name="connsiteY25" fmla="*/ 257556 h 356044"/>
              <a:gd name="connsiteX26" fmla="*/ 193029 w 354282"/>
              <a:gd name="connsiteY26" fmla="*/ 257556 h 356044"/>
              <a:gd name="connsiteX27" fmla="*/ 180414 w 354282"/>
              <a:gd name="connsiteY27" fmla="*/ 276606 h 356044"/>
              <a:gd name="connsiteX28" fmla="*/ 155088 w 354282"/>
              <a:gd name="connsiteY28" fmla="*/ 276606 h 356044"/>
              <a:gd name="connsiteX29" fmla="*/ 202515 w 354282"/>
              <a:gd name="connsiteY29" fmla="*/ 232124 h 356044"/>
              <a:gd name="connsiteX30" fmla="*/ 240457 w 354282"/>
              <a:gd name="connsiteY30" fmla="*/ 232124 h 356044"/>
              <a:gd name="connsiteX31" fmla="*/ 259428 w 354282"/>
              <a:gd name="connsiteY31" fmla="*/ 235267 h 356044"/>
              <a:gd name="connsiteX32" fmla="*/ 335406 w 354282"/>
              <a:gd name="connsiteY32" fmla="*/ 286131 h 356044"/>
              <a:gd name="connsiteX33" fmla="*/ 259428 w 354282"/>
              <a:gd name="connsiteY33" fmla="*/ 333756 h 356044"/>
              <a:gd name="connsiteX34" fmla="*/ 85369 w 354282"/>
              <a:gd name="connsiteY34" fmla="*/ 92107 h 356044"/>
              <a:gd name="connsiteX35" fmla="*/ 79014 w 354282"/>
              <a:gd name="connsiteY35" fmla="*/ 92107 h 356044"/>
              <a:gd name="connsiteX36" fmla="*/ 79014 w 354282"/>
              <a:gd name="connsiteY36" fmla="*/ 15811 h 356044"/>
              <a:gd name="connsiteX37" fmla="*/ 85369 w 354282"/>
              <a:gd name="connsiteY37" fmla="*/ 15811 h 356044"/>
              <a:gd name="connsiteX38" fmla="*/ 132797 w 354282"/>
              <a:gd name="connsiteY38" fmla="*/ 53912 h 356044"/>
              <a:gd name="connsiteX39" fmla="*/ 85369 w 354282"/>
              <a:gd name="connsiteY39" fmla="*/ 92011 h 356044"/>
              <a:gd name="connsiteX40" fmla="*/ 47427 w 354282"/>
              <a:gd name="connsiteY40" fmla="*/ 15907 h 356044"/>
              <a:gd name="connsiteX41" fmla="*/ 63268 w 354282"/>
              <a:gd name="connsiteY41" fmla="*/ 15907 h 356044"/>
              <a:gd name="connsiteX42" fmla="*/ 63268 w 354282"/>
              <a:gd name="connsiteY42" fmla="*/ 92202 h 356044"/>
              <a:gd name="connsiteX43" fmla="*/ 47427 w 354282"/>
              <a:gd name="connsiteY43" fmla="*/ 92202 h 356044"/>
              <a:gd name="connsiteX44" fmla="*/ 47427 w 354282"/>
              <a:gd name="connsiteY44" fmla="*/ 15907 h 356044"/>
              <a:gd name="connsiteX45" fmla="*/ 351247 w 354282"/>
              <a:gd name="connsiteY45" fmla="*/ 279654 h 356044"/>
              <a:gd name="connsiteX46" fmla="*/ 265783 w 354282"/>
              <a:gd name="connsiteY46" fmla="*/ 222409 h 356044"/>
              <a:gd name="connsiteX47" fmla="*/ 240457 w 354282"/>
              <a:gd name="connsiteY47" fmla="*/ 216027 h 356044"/>
              <a:gd name="connsiteX48" fmla="*/ 202515 w 354282"/>
              <a:gd name="connsiteY48" fmla="*/ 216027 h 356044"/>
              <a:gd name="connsiteX49" fmla="*/ 139247 w 354282"/>
              <a:gd name="connsiteY49" fmla="*/ 276415 h 356044"/>
              <a:gd name="connsiteX50" fmla="*/ 94950 w 354282"/>
              <a:gd name="connsiteY50" fmla="*/ 276415 h 356044"/>
              <a:gd name="connsiteX51" fmla="*/ 31682 w 354282"/>
              <a:gd name="connsiteY51" fmla="*/ 216027 h 356044"/>
              <a:gd name="connsiteX52" fmla="*/ 94950 w 354282"/>
              <a:gd name="connsiteY52" fmla="*/ 152495 h 356044"/>
              <a:gd name="connsiteX53" fmla="*/ 294334 w 354282"/>
              <a:gd name="connsiteY53" fmla="*/ 152495 h 356044"/>
              <a:gd name="connsiteX54" fmla="*/ 348117 w 354282"/>
              <a:gd name="connsiteY54" fmla="*/ 98488 h 356044"/>
              <a:gd name="connsiteX55" fmla="*/ 294334 w 354282"/>
              <a:gd name="connsiteY55" fmla="*/ 44482 h 356044"/>
              <a:gd name="connsiteX56" fmla="*/ 145602 w 354282"/>
              <a:gd name="connsiteY56" fmla="*/ 44482 h 356044"/>
              <a:gd name="connsiteX57" fmla="*/ 85464 w 354282"/>
              <a:gd name="connsiteY57" fmla="*/ 0 h 356044"/>
              <a:gd name="connsiteX58" fmla="*/ 41167 w 354282"/>
              <a:gd name="connsiteY58" fmla="*/ 0 h 356044"/>
              <a:gd name="connsiteX59" fmla="*/ 31682 w 354282"/>
              <a:gd name="connsiteY59" fmla="*/ 6382 h 356044"/>
              <a:gd name="connsiteX60" fmla="*/ 31682 w 354282"/>
              <a:gd name="connsiteY60" fmla="*/ 28670 h 356044"/>
              <a:gd name="connsiteX61" fmla="*/ 9485 w 354282"/>
              <a:gd name="connsiteY61" fmla="*/ 28670 h 356044"/>
              <a:gd name="connsiteX62" fmla="*/ 0 w 354282"/>
              <a:gd name="connsiteY62" fmla="*/ 38195 h 356044"/>
              <a:gd name="connsiteX63" fmla="*/ 9485 w 354282"/>
              <a:gd name="connsiteY63" fmla="*/ 44577 h 356044"/>
              <a:gd name="connsiteX64" fmla="*/ 31682 w 354282"/>
              <a:gd name="connsiteY64" fmla="*/ 44577 h 356044"/>
              <a:gd name="connsiteX65" fmla="*/ 31682 w 354282"/>
              <a:gd name="connsiteY65" fmla="*/ 60484 h 356044"/>
              <a:gd name="connsiteX66" fmla="*/ 9485 w 354282"/>
              <a:gd name="connsiteY66" fmla="*/ 60484 h 356044"/>
              <a:gd name="connsiteX67" fmla="*/ 0 w 354282"/>
              <a:gd name="connsiteY67" fmla="*/ 70009 h 356044"/>
              <a:gd name="connsiteX68" fmla="*/ 9485 w 354282"/>
              <a:gd name="connsiteY68" fmla="*/ 76390 h 356044"/>
              <a:gd name="connsiteX69" fmla="*/ 31682 w 354282"/>
              <a:gd name="connsiteY69" fmla="*/ 76390 h 356044"/>
              <a:gd name="connsiteX70" fmla="*/ 31682 w 354282"/>
              <a:gd name="connsiteY70" fmla="*/ 98679 h 356044"/>
              <a:gd name="connsiteX71" fmla="*/ 41167 w 354282"/>
              <a:gd name="connsiteY71" fmla="*/ 108204 h 356044"/>
              <a:gd name="connsiteX72" fmla="*/ 85464 w 354282"/>
              <a:gd name="connsiteY72" fmla="*/ 108204 h 356044"/>
              <a:gd name="connsiteX73" fmla="*/ 145602 w 354282"/>
              <a:gd name="connsiteY73" fmla="*/ 60579 h 356044"/>
              <a:gd name="connsiteX74" fmla="*/ 294334 w 354282"/>
              <a:gd name="connsiteY74" fmla="*/ 60579 h 356044"/>
              <a:gd name="connsiteX75" fmla="*/ 332276 w 354282"/>
              <a:gd name="connsiteY75" fmla="*/ 98679 h 356044"/>
              <a:gd name="connsiteX76" fmla="*/ 294334 w 354282"/>
              <a:gd name="connsiteY76" fmla="*/ 136779 h 356044"/>
              <a:gd name="connsiteX77" fmla="*/ 94950 w 354282"/>
              <a:gd name="connsiteY77" fmla="*/ 136779 h 356044"/>
              <a:gd name="connsiteX78" fmla="*/ 15841 w 354282"/>
              <a:gd name="connsiteY78" fmla="*/ 216217 h 356044"/>
              <a:gd name="connsiteX79" fmla="*/ 94950 w 354282"/>
              <a:gd name="connsiteY79" fmla="*/ 292513 h 356044"/>
              <a:gd name="connsiteX80" fmla="*/ 139247 w 354282"/>
              <a:gd name="connsiteY80" fmla="*/ 292513 h 356044"/>
              <a:gd name="connsiteX81" fmla="*/ 202515 w 354282"/>
              <a:gd name="connsiteY81" fmla="*/ 356044 h 356044"/>
              <a:gd name="connsiteX82" fmla="*/ 240457 w 354282"/>
              <a:gd name="connsiteY82" fmla="*/ 356044 h 356044"/>
              <a:gd name="connsiteX83" fmla="*/ 265783 w 354282"/>
              <a:gd name="connsiteY83" fmla="*/ 349663 h 356044"/>
              <a:gd name="connsiteX84" fmla="*/ 268913 w 354282"/>
              <a:gd name="connsiteY84" fmla="*/ 349663 h 356044"/>
              <a:gd name="connsiteX85" fmla="*/ 351152 w 354282"/>
              <a:gd name="connsiteY85" fmla="*/ 292417 h 356044"/>
              <a:gd name="connsiteX86" fmla="*/ 354283 w 354282"/>
              <a:gd name="connsiteY86" fmla="*/ 286036 h 356044"/>
              <a:gd name="connsiteX87" fmla="*/ 351152 w 354282"/>
              <a:gd name="connsiteY87" fmla="*/ 279654 h 356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354282" h="356044">
                <a:moveTo>
                  <a:pt x="259428" y="333661"/>
                </a:moveTo>
                <a:cubicBezTo>
                  <a:pt x="253073" y="336804"/>
                  <a:pt x="246812" y="340042"/>
                  <a:pt x="240457" y="340042"/>
                </a:cubicBezTo>
                <a:lnTo>
                  <a:pt x="202515" y="340042"/>
                </a:lnTo>
                <a:cubicBezTo>
                  <a:pt x="177189" y="340042"/>
                  <a:pt x="158218" y="314611"/>
                  <a:pt x="155088" y="292417"/>
                </a:cubicBezTo>
                <a:lnTo>
                  <a:pt x="180414" y="292417"/>
                </a:lnTo>
                <a:cubicBezTo>
                  <a:pt x="180414" y="301942"/>
                  <a:pt x="183544" y="308324"/>
                  <a:pt x="189899" y="314706"/>
                </a:cubicBezTo>
                <a:lnTo>
                  <a:pt x="202515" y="314706"/>
                </a:lnTo>
                <a:cubicBezTo>
                  <a:pt x="205645" y="311563"/>
                  <a:pt x="205645" y="305181"/>
                  <a:pt x="202515" y="302038"/>
                </a:cubicBezTo>
                <a:cubicBezTo>
                  <a:pt x="199385" y="298894"/>
                  <a:pt x="196160" y="295656"/>
                  <a:pt x="196160" y="292513"/>
                </a:cubicBezTo>
                <a:lnTo>
                  <a:pt x="218356" y="292513"/>
                </a:lnTo>
                <a:cubicBezTo>
                  <a:pt x="218356" y="298894"/>
                  <a:pt x="221486" y="305181"/>
                  <a:pt x="227841" y="311563"/>
                </a:cubicBezTo>
                <a:lnTo>
                  <a:pt x="230971" y="314706"/>
                </a:lnTo>
                <a:cubicBezTo>
                  <a:pt x="234102" y="314706"/>
                  <a:pt x="237327" y="311563"/>
                  <a:pt x="237327" y="311563"/>
                </a:cubicBezTo>
                <a:cubicBezTo>
                  <a:pt x="240457" y="308419"/>
                  <a:pt x="240457" y="305181"/>
                  <a:pt x="237327" y="302038"/>
                </a:cubicBezTo>
                <a:cubicBezTo>
                  <a:pt x="237327" y="298894"/>
                  <a:pt x="234196" y="295656"/>
                  <a:pt x="234196" y="292513"/>
                </a:cubicBezTo>
                <a:lnTo>
                  <a:pt x="256392" y="292513"/>
                </a:lnTo>
                <a:cubicBezTo>
                  <a:pt x="259523" y="292513"/>
                  <a:pt x="262748" y="289369"/>
                  <a:pt x="262748" y="286131"/>
                </a:cubicBezTo>
                <a:cubicBezTo>
                  <a:pt x="262748" y="279749"/>
                  <a:pt x="259617" y="276606"/>
                  <a:pt x="256392" y="276606"/>
                </a:cubicBezTo>
                <a:lnTo>
                  <a:pt x="234196" y="276606"/>
                </a:lnTo>
                <a:cubicBezTo>
                  <a:pt x="234196" y="273463"/>
                  <a:pt x="237327" y="273463"/>
                  <a:pt x="237327" y="270224"/>
                </a:cubicBezTo>
                <a:cubicBezTo>
                  <a:pt x="240457" y="267081"/>
                  <a:pt x="240457" y="260699"/>
                  <a:pt x="237327" y="257556"/>
                </a:cubicBezTo>
                <a:cubicBezTo>
                  <a:pt x="234196" y="257556"/>
                  <a:pt x="227841" y="257556"/>
                  <a:pt x="227841" y="260699"/>
                </a:cubicBezTo>
                <a:cubicBezTo>
                  <a:pt x="221486" y="263842"/>
                  <a:pt x="218356" y="270224"/>
                  <a:pt x="218356" y="276606"/>
                </a:cubicBezTo>
                <a:lnTo>
                  <a:pt x="196160" y="276606"/>
                </a:lnTo>
                <a:cubicBezTo>
                  <a:pt x="196160" y="273463"/>
                  <a:pt x="199290" y="270224"/>
                  <a:pt x="202515" y="267081"/>
                </a:cubicBezTo>
                <a:cubicBezTo>
                  <a:pt x="205645" y="263938"/>
                  <a:pt x="205645" y="260699"/>
                  <a:pt x="202515" y="257556"/>
                </a:cubicBezTo>
                <a:cubicBezTo>
                  <a:pt x="199385" y="254413"/>
                  <a:pt x="196160" y="254413"/>
                  <a:pt x="193029" y="257556"/>
                </a:cubicBezTo>
                <a:cubicBezTo>
                  <a:pt x="183544" y="260699"/>
                  <a:pt x="180414" y="270224"/>
                  <a:pt x="180414" y="276606"/>
                </a:cubicBezTo>
                <a:lnTo>
                  <a:pt x="155088" y="276606"/>
                </a:lnTo>
                <a:cubicBezTo>
                  <a:pt x="158218" y="254317"/>
                  <a:pt x="177284" y="232124"/>
                  <a:pt x="202515" y="232124"/>
                </a:cubicBezTo>
                <a:lnTo>
                  <a:pt x="240457" y="232124"/>
                </a:lnTo>
                <a:cubicBezTo>
                  <a:pt x="246812" y="232124"/>
                  <a:pt x="253073" y="232124"/>
                  <a:pt x="259428" y="235267"/>
                </a:cubicBezTo>
                <a:lnTo>
                  <a:pt x="335406" y="286131"/>
                </a:lnTo>
                <a:lnTo>
                  <a:pt x="259428" y="333756"/>
                </a:lnTo>
                <a:close/>
                <a:moveTo>
                  <a:pt x="85369" y="92107"/>
                </a:moveTo>
                <a:lnTo>
                  <a:pt x="79014" y="92107"/>
                </a:lnTo>
                <a:lnTo>
                  <a:pt x="79014" y="15811"/>
                </a:lnTo>
                <a:lnTo>
                  <a:pt x="85369" y="15811"/>
                </a:lnTo>
                <a:cubicBezTo>
                  <a:pt x="107565" y="15811"/>
                  <a:pt x="132797" y="25336"/>
                  <a:pt x="132797" y="53912"/>
                </a:cubicBezTo>
                <a:cubicBezTo>
                  <a:pt x="132797" y="82486"/>
                  <a:pt x="107470" y="92011"/>
                  <a:pt x="85369" y="92011"/>
                </a:cubicBezTo>
                <a:close/>
                <a:moveTo>
                  <a:pt x="47427" y="15907"/>
                </a:moveTo>
                <a:lnTo>
                  <a:pt x="63268" y="15907"/>
                </a:lnTo>
                <a:lnTo>
                  <a:pt x="63268" y="92202"/>
                </a:lnTo>
                <a:lnTo>
                  <a:pt x="47427" y="92202"/>
                </a:lnTo>
                <a:lnTo>
                  <a:pt x="47427" y="15907"/>
                </a:lnTo>
                <a:close/>
                <a:moveTo>
                  <a:pt x="351247" y="279654"/>
                </a:moveTo>
                <a:lnTo>
                  <a:pt x="265783" y="222409"/>
                </a:lnTo>
                <a:cubicBezTo>
                  <a:pt x="259428" y="216027"/>
                  <a:pt x="249942" y="216027"/>
                  <a:pt x="240457" y="216027"/>
                </a:cubicBezTo>
                <a:lnTo>
                  <a:pt x="202515" y="216027"/>
                </a:lnTo>
                <a:cubicBezTo>
                  <a:pt x="167703" y="216027"/>
                  <a:pt x="145507" y="247840"/>
                  <a:pt x="139247" y="276415"/>
                </a:cubicBezTo>
                <a:lnTo>
                  <a:pt x="94950" y="276415"/>
                </a:lnTo>
                <a:cubicBezTo>
                  <a:pt x="60138" y="276415"/>
                  <a:pt x="31682" y="250984"/>
                  <a:pt x="31682" y="216027"/>
                </a:cubicBezTo>
                <a:cubicBezTo>
                  <a:pt x="31682" y="181070"/>
                  <a:pt x="60138" y="152495"/>
                  <a:pt x="94950" y="152495"/>
                </a:cubicBezTo>
                <a:lnTo>
                  <a:pt x="294334" y="152495"/>
                </a:lnTo>
                <a:cubicBezTo>
                  <a:pt x="322791" y="152495"/>
                  <a:pt x="348117" y="130207"/>
                  <a:pt x="348117" y="98488"/>
                </a:cubicBezTo>
                <a:cubicBezTo>
                  <a:pt x="348117" y="69913"/>
                  <a:pt x="322791" y="44482"/>
                  <a:pt x="294334" y="44482"/>
                </a:cubicBezTo>
                <a:lnTo>
                  <a:pt x="145602" y="44482"/>
                </a:lnTo>
                <a:cubicBezTo>
                  <a:pt x="142472" y="15907"/>
                  <a:pt x="120276" y="0"/>
                  <a:pt x="85464" y="0"/>
                </a:cubicBezTo>
                <a:lnTo>
                  <a:pt x="41167" y="0"/>
                </a:lnTo>
                <a:cubicBezTo>
                  <a:pt x="34812" y="0"/>
                  <a:pt x="31682" y="3143"/>
                  <a:pt x="31682" y="6382"/>
                </a:cubicBezTo>
                <a:lnTo>
                  <a:pt x="31682" y="28670"/>
                </a:lnTo>
                <a:lnTo>
                  <a:pt x="9485" y="28670"/>
                </a:lnTo>
                <a:cubicBezTo>
                  <a:pt x="3130" y="28670"/>
                  <a:pt x="0" y="35052"/>
                  <a:pt x="0" y="38195"/>
                </a:cubicBezTo>
                <a:cubicBezTo>
                  <a:pt x="0" y="41339"/>
                  <a:pt x="3130" y="44577"/>
                  <a:pt x="9485" y="44577"/>
                </a:cubicBezTo>
                <a:lnTo>
                  <a:pt x="31682" y="44577"/>
                </a:lnTo>
                <a:lnTo>
                  <a:pt x="31682" y="60484"/>
                </a:lnTo>
                <a:lnTo>
                  <a:pt x="9485" y="60484"/>
                </a:lnTo>
                <a:cubicBezTo>
                  <a:pt x="3130" y="60484"/>
                  <a:pt x="0" y="63627"/>
                  <a:pt x="0" y="70009"/>
                </a:cubicBezTo>
                <a:cubicBezTo>
                  <a:pt x="0" y="73152"/>
                  <a:pt x="3130" y="76390"/>
                  <a:pt x="9485" y="76390"/>
                </a:cubicBezTo>
                <a:lnTo>
                  <a:pt x="31682" y="76390"/>
                </a:lnTo>
                <a:lnTo>
                  <a:pt x="31682" y="98679"/>
                </a:lnTo>
                <a:cubicBezTo>
                  <a:pt x="31682" y="105061"/>
                  <a:pt x="34812" y="108204"/>
                  <a:pt x="41167" y="108204"/>
                </a:cubicBezTo>
                <a:lnTo>
                  <a:pt x="85464" y="108204"/>
                </a:lnTo>
                <a:cubicBezTo>
                  <a:pt x="120276" y="108204"/>
                  <a:pt x="142472" y="89154"/>
                  <a:pt x="145602" y="60579"/>
                </a:cubicBezTo>
                <a:lnTo>
                  <a:pt x="294334" y="60579"/>
                </a:lnTo>
                <a:cubicBezTo>
                  <a:pt x="316530" y="60579"/>
                  <a:pt x="332276" y="79629"/>
                  <a:pt x="332276" y="98679"/>
                </a:cubicBezTo>
                <a:cubicBezTo>
                  <a:pt x="332276" y="120967"/>
                  <a:pt x="316436" y="136779"/>
                  <a:pt x="294334" y="136779"/>
                </a:cubicBezTo>
                <a:lnTo>
                  <a:pt x="94950" y="136779"/>
                </a:lnTo>
                <a:cubicBezTo>
                  <a:pt x="50652" y="136779"/>
                  <a:pt x="15841" y="171736"/>
                  <a:pt x="15841" y="216217"/>
                </a:cubicBezTo>
                <a:cubicBezTo>
                  <a:pt x="15841" y="257556"/>
                  <a:pt x="50652" y="292513"/>
                  <a:pt x="94950" y="292513"/>
                </a:cubicBezTo>
                <a:lnTo>
                  <a:pt x="139247" y="292513"/>
                </a:lnTo>
                <a:cubicBezTo>
                  <a:pt x="145602" y="324326"/>
                  <a:pt x="167703" y="356044"/>
                  <a:pt x="202515" y="356044"/>
                </a:cubicBezTo>
                <a:lnTo>
                  <a:pt x="240457" y="356044"/>
                </a:lnTo>
                <a:cubicBezTo>
                  <a:pt x="249942" y="356044"/>
                  <a:pt x="259428" y="352901"/>
                  <a:pt x="265783" y="349663"/>
                </a:cubicBezTo>
                <a:lnTo>
                  <a:pt x="268913" y="349663"/>
                </a:lnTo>
                <a:lnTo>
                  <a:pt x="351152" y="292417"/>
                </a:lnTo>
                <a:cubicBezTo>
                  <a:pt x="353239" y="290322"/>
                  <a:pt x="354283" y="288195"/>
                  <a:pt x="354283" y="286036"/>
                </a:cubicBezTo>
                <a:cubicBezTo>
                  <a:pt x="354283" y="282892"/>
                  <a:pt x="354283" y="279654"/>
                  <a:pt x="351152" y="27965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2" name="Graphic 187">
            <a:extLst>
              <a:ext uri="{FF2B5EF4-FFF2-40B4-BE49-F238E27FC236}">
                <a16:creationId xmlns:a16="http://schemas.microsoft.com/office/drawing/2014/main" id="{931F41DC-DD12-6A1A-F1E9-910A2E4CEC63}"/>
              </a:ext>
            </a:extLst>
          </p:cNvPr>
          <p:cNvSpPr/>
          <p:nvPr/>
        </p:nvSpPr>
        <p:spPr>
          <a:xfrm>
            <a:off x="6229703" y="3463702"/>
            <a:ext cx="470867" cy="473208"/>
          </a:xfrm>
          <a:custGeom>
            <a:avLst/>
            <a:gdLst>
              <a:gd name="connsiteX0" fmla="*/ 259428 w 354282"/>
              <a:gd name="connsiteY0" fmla="*/ 333661 h 356044"/>
              <a:gd name="connsiteX1" fmla="*/ 240457 w 354282"/>
              <a:gd name="connsiteY1" fmla="*/ 340042 h 356044"/>
              <a:gd name="connsiteX2" fmla="*/ 202515 w 354282"/>
              <a:gd name="connsiteY2" fmla="*/ 340042 h 356044"/>
              <a:gd name="connsiteX3" fmla="*/ 155088 w 354282"/>
              <a:gd name="connsiteY3" fmla="*/ 292417 h 356044"/>
              <a:gd name="connsiteX4" fmla="*/ 180414 w 354282"/>
              <a:gd name="connsiteY4" fmla="*/ 292417 h 356044"/>
              <a:gd name="connsiteX5" fmla="*/ 189899 w 354282"/>
              <a:gd name="connsiteY5" fmla="*/ 314706 h 356044"/>
              <a:gd name="connsiteX6" fmla="*/ 202515 w 354282"/>
              <a:gd name="connsiteY6" fmla="*/ 314706 h 356044"/>
              <a:gd name="connsiteX7" fmla="*/ 202515 w 354282"/>
              <a:gd name="connsiteY7" fmla="*/ 302038 h 356044"/>
              <a:gd name="connsiteX8" fmla="*/ 196160 w 354282"/>
              <a:gd name="connsiteY8" fmla="*/ 292513 h 356044"/>
              <a:gd name="connsiteX9" fmla="*/ 218356 w 354282"/>
              <a:gd name="connsiteY9" fmla="*/ 292513 h 356044"/>
              <a:gd name="connsiteX10" fmla="*/ 227841 w 354282"/>
              <a:gd name="connsiteY10" fmla="*/ 311563 h 356044"/>
              <a:gd name="connsiteX11" fmla="*/ 230971 w 354282"/>
              <a:gd name="connsiteY11" fmla="*/ 314706 h 356044"/>
              <a:gd name="connsiteX12" fmla="*/ 237327 w 354282"/>
              <a:gd name="connsiteY12" fmla="*/ 311563 h 356044"/>
              <a:gd name="connsiteX13" fmla="*/ 237327 w 354282"/>
              <a:gd name="connsiteY13" fmla="*/ 302038 h 356044"/>
              <a:gd name="connsiteX14" fmla="*/ 234196 w 354282"/>
              <a:gd name="connsiteY14" fmla="*/ 292513 h 356044"/>
              <a:gd name="connsiteX15" fmla="*/ 256392 w 354282"/>
              <a:gd name="connsiteY15" fmla="*/ 292513 h 356044"/>
              <a:gd name="connsiteX16" fmla="*/ 262748 w 354282"/>
              <a:gd name="connsiteY16" fmla="*/ 286131 h 356044"/>
              <a:gd name="connsiteX17" fmla="*/ 256392 w 354282"/>
              <a:gd name="connsiteY17" fmla="*/ 276606 h 356044"/>
              <a:gd name="connsiteX18" fmla="*/ 234196 w 354282"/>
              <a:gd name="connsiteY18" fmla="*/ 276606 h 356044"/>
              <a:gd name="connsiteX19" fmla="*/ 237327 w 354282"/>
              <a:gd name="connsiteY19" fmla="*/ 270224 h 356044"/>
              <a:gd name="connsiteX20" fmla="*/ 237327 w 354282"/>
              <a:gd name="connsiteY20" fmla="*/ 257556 h 356044"/>
              <a:gd name="connsiteX21" fmla="*/ 227841 w 354282"/>
              <a:gd name="connsiteY21" fmla="*/ 260699 h 356044"/>
              <a:gd name="connsiteX22" fmla="*/ 218356 w 354282"/>
              <a:gd name="connsiteY22" fmla="*/ 276606 h 356044"/>
              <a:gd name="connsiteX23" fmla="*/ 196160 w 354282"/>
              <a:gd name="connsiteY23" fmla="*/ 276606 h 356044"/>
              <a:gd name="connsiteX24" fmla="*/ 202515 w 354282"/>
              <a:gd name="connsiteY24" fmla="*/ 267081 h 356044"/>
              <a:gd name="connsiteX25" fmla="*/ 202515 w 354282"/>
              <a:gd name="connsiteY25" fmla="*/ 257556 h 356044"/>
              <a:gd name="connsiteX26" fmla="*/ 193029 w 354282"/>
              <a:gd name="connsiteY26" fmla="*/ 257556 h 356044"/>
              <a:gd name="connsiteX27" fmla="*/ 180414 w 354282"/>
              <a:gd name="connsiteY27" fmla="*/ 276606 h 356044"/>
              <a:gd name="connsiteX28" fmla="*/ 155088 w 354282"/>
              <a:gd name="connsiteY28" fmla="*/ 276606 h 356044"/>
              <a:gd name="connsiteX29" fmla="*/ 202515 w 354282"/>
              <a:gd name="connsiteY29" fmla="*/ 232124 h 356044"/>
              <a:gd name="connsiteX30" fmla="*/ 240457 w 354282"/>
              <a:gd name="connsiteY30" fmla="*/ 232124 h 356044"/>
              <a:gd name="connsiteX31" fmla="*/ 259428 w 354282"/>
              <a:gd name="connsiteY31" fmla="*/ 235267 h 356044"/>
              <a:gd name="connsiteX32" fmla="*/ 335406 w 354282"/>
              <a:gd name="connsiteY32" fmla="*/ 286131 h 356044"/>
              <a:gd name="connsiteX33" fmla="*/ 259428 w 354282"/>
              <a:gd name="connsiteY33" fmla="*/ 333756 h 356044"/>
              <a:gd name="connsiteX34" fmla="*/ 85369 w 354282"/>
              <a:gd name="connsiteY34" fmla="*/ 92107 h 356044"/>
              <a:gd name="connsiteX35" fmla="*/ 79014 w 354282"/>
              <a:gd name="connsiteY35" fmla="*/ 92107 h 356044"/>
              <a:gd name="connsiteX36" fmla="*/ 79014 w 354282"/>
              <a:gd name="connsiteY36" fmla="*/ 15811 h 356044"/>
              <a:gd name="connsiteX37" fmla="*/ 85369 w 354282"/>
              <a:gd name="connsiteY37" fmla="*/ 15811 h 356044"/>
              <a:gd name="connsiteX38" fmla="*/ 132797 w 354282"/>
              <a:gd name="connsiteY38" fmla="*/ 53912 h 356044"/>
              <a:gd name="connsiteX39" fmla="*/ 85369 w 354282"/>
              <a:gd name="connsiteY39" fmla="*/ 92011 h 356044"/>
              <a:gd name="connsiteX40" fmla="*/ 47427 w 354282"/>
              <a:gd name="connsiteY40" fmla="*/ 15907 h 356044"/>
              <a:gd name="connsiteX41" fmla="*/ 63268 w 354282"/>
              <a:gd name="connsiteY41" fmla="*/ 15907 h 356044"/>
              <a:gd name="connsiteX42" fmla="*/ 63268 w 354282"/>
              <a:gd name="connsiteY42" fmla="*/ 92202 h 356044"/>
              <a:gd name="connsiteX43" fmla="*/ 47427 w 354282"/>
              <a:gd name="connsiteY43" fmla="*/ 92202 h 356044"/>
              <a:gd name="connsiteX44" fmla="*/ 47427 w 354282"/>
              <a:gd name="connsiteY44" fmla="*/ 15907 h 356044"/>
              <a:gd name="connsiteX45" fmla="*/ 351247 w 354282"/>
              <a:gd name="connsiteY45" fmla="*/ 279654 h 356044"/>
              <a:gd name="connsiteX46" fmla="*/ 265783 w 354282"/>
              <a:gd name="connsiteY46" fmla="*/ 222409 h 356044"/>
              <a:gd name="connsiteX47" fmla="*/ 240457 w 354282"/>
              <a:gd name="connsiteY47" fmla="*/ 216027 h 356044"/>
              <a:gd name="connsiteX48" fmla="*/ 202515 w 354282"/>
              <a:gd name="connsiteY48" fmla="*/ 216027 h 356044"/>
              <a:gd name="connsiteX49" fmla="*/ 139247 w 354282"/>
              <a:gd name="connsiteY49" fmla="*/ 276415 h 356044"/>
              <a:gd name="connsiteX50" fmla="*/ 94950 w 354282"/>
              <a:gd name="connsiteY50" fmla="*/ 276415 h 356044"/>
              <a:gd name="connsiteX51" fmla="*/ 31682 w 354282"/>
              <a:gd name="connsiteY51" fmla="*/ 216027 h 356044"/>
              <a:gd name="connsiteX52" fmla="*/ 94950 w 354282"/>
              <a:gd name="connsiteY52" fmla="*/ 152495 h 356044"/>
              <a:gd name="connsiteX53" fmla="*/ 294334 w 354282"/>
              <a:gd name="connsiteY53" fmla="*/ 152495 h 356044"/>
              <a:gd name="connsiteX54" fmla="*/ 348117 w 354282"/>
              <a:gd name="connsiteY54" fmla="*/ 98488 h 356044"/>
              <a:gd name="connsiteX55" fmla="*/ 294334 w 354282"/>
              <a:gd name="connsiteY55" fmla="*/ 44482 h 356044"/>
              <a:gd name="connsiteX56" fmla="*/ 145602 w 354282"/>
              <a:gd name="connsiteY56" fmla="*/ 44482 h 356044"/>
              <a:gd name="connsiteX57" fmla="*/ 85464 w 354282"/>
              <a:gd name="connsiteY57" fmla="*/ 0 h 356044"/>
              <a:gd name="connsiteX58" fmla="*/ 41167 w 354282"/>
              <a:gd name="connsiteY58" fmla="*/ 0 h 356044"/>
              <a:gd name="connsiteX59" fmla="*/ 31682 w 354282"/>
              <a:gd name="connsiteY59" fmla="*/ 6382 h 356044"/>
              <a:gd name="connsiteX60" fmla="*/ 31682 w 354282"/>
              <a:gd name="connsiteY60" fmla="*/ 28670 h 356044"/>
              <a:gd name="connsiteX61" fmla="*/ 9485 w 354282"/>
              <a:gd name="connsiteY61" fmla="*/ 28670 h 356044"/>
              <a:gd name="connsiteX62" fmla="*/ 0 w 354282"/>
              <a:gd name="connsiteY62" fmla="*/ 38195 h 356044"/>
              <a:gd name="connsiteX63" fmla="*/ 9485 w 354282"/>
              <a:gd name="connsiteY63" fmla="*/ 44577 h 356044"/>
              <a:gd name="connsiteX64" fmla="*/ 31682 w 354282"/>
              <a:gd name="connsiteY64" fmla="*/ 44577 h 356044"/>
              <a:gd name="connsiteX65" fmla="*/ 31682 w 354282"/>
              <a:gd name="connsiteY65" fmla="*/ 60484 h 356044"/>
              <a:gd name="connsiteX66" fmla="*/ 9485 w 354282"/>
              <a:gd name="connsiteY66" fmla="*/ 60484 h 356044"/>
              <a:gd name="connsiteX67" fmla="*/ 0 w 354282"/>
              <a:gd name="connsiteY67" fmla="*/ 70009 h 356044"/>
              <a:gd name="connsiteX68" fmla="*/ 9485 w 354282"/>
              <a:gd name="connsiteY68" fmla="*/ 76390 h 356044"/>
              <a:gd name="connsiteX69" fmla="*/ 31682 w 354282"/>
              <a:gd name="connsiteY69" fmla="*/ 76390 h 356044"/>
              <a:gd name="connsiteX70" fmla="*/ 31682 w 354282"/>
              <a:gd name="connsiteY70" fmla="*/ 98679 h 356044"/>
              <a:gd name="connsiteX71" fmla="*/ 41167 w 354282"/>
              <a:gd name="connsiteY71" fmla="*/ 108204 h 356044"/>
              <a:gd name="connsiteX72" fmla="*/ 85464 w 354282"/>
              <a:gd name="connsiteY72" fmla="*/ 108204 h 356044"/>
              <a:gd name="connsiteX73" fmla="*/ 145602 w 354282"/>
              <a:gd name="connsiteY73" fmla="*/ 60579 h 356044"/>
              <a:gd name="connsiteX74" fmla="*/ 294334 w 354282"/>
              <a:gd name="connsiteY74" fmla="*/ 60579 h 356044"/>
              <a:gd name="connsiteX75" fmla="*/ 332276 w 354282"/>
              <a:gd name="connsiteY75" fmla="*/ 98679 h 356044"/>
              <a:gd name="connsiteX76" fmla="*/ 294334 w 354282"/>
              <a:gd name="connsiteY76" fmla="*/ 136779 h 356044"/>
              <a:gd name="connsiteX77" fmla="*/ 94950 w 354282"/>
              <a:gd name="connsiteY77" fmla="*/ 136779 h 356044"/>
              <a:gd name="connsiteX78" fmla="*/ 15841 w 354282"/>
              <a:gd name="connsiteY78" fmla="*/ 216217 h 356044"/>
              <a:gd name="connsiteX79" fmla="*/ 94950 w 354282"/>
              <a:gd name="connsiteY79" fmla="*/ 292513 h 356044"/>
              <a:gd name="connsiteX80" fmla="*/ 139247 w 354282"/>
              <a:gd name="connsiteY80" fmla="*/ 292513 h 356044"/>
              <a:gd name="connsiteX81" fmla="*/ 202515 w 354282"/>
              <a:gd name="connsiteY81" fmla="*/ 356044 h 356044"/>
              <a:gd name="connsiteX82" fmla="*/ 240457 w 354282"/>
              <a:gd name="connsiteY82" fmla="*/ 356044 h 356044"/>
              <a:gd name="connsiteX83" fmla="*/ 265783 w 354282"/>
              <a:gd name="connsiteY83" fmla="*/ 349663 h 356044"/>
              <a:gd name="connsiteX84" fmla="*/ 268913 w 354282"/>
              <a:gd name="connsiteY84" fmla="*/ 349663 h 356044"/>
              <a:gd name="connsiteX85" fmla="*/ 351152 w 354282"/>
              <a:gd name="connsiteY85" fmla="*/ 292417 h 356044"/>
              <a:gd name="connsiteX86" fmla="*/ 354283 w 354282"/>
              <a:gd name="connsiteY86" fmla="*/ 286036 h 356044"/>
              <a:gd name="connsiteX87" fmla="*/ 351152 w 354282"/>
              <a:gd name="connsiteY87" fmla="*/ 279654 h 356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354282" h="356044">
                <a:moveTo>
                  <a:pt x="259428" y="333661"/>
                </a:moveTo>
                <a:cubicBezTo>
                  <a:pt x="253073" y="336804"/>
                  <a:pt x="246812" y="340042"/>
                  <a:pt x="240457" y="340042"/>
                </a:cubicBezTo>
                <a:lnTo>
                  <a:pt x="202515" y="340042"/>
                </a:lnTo>
                <a:cubicBezTo>
                  <a:pt x="177189" y="340042"/>
                  <a:pt x="158218" y="314611"/>
                  <a:pt x="155088" y="292417"/>
                </a:cubicBezTo>
                <a:lnTo>
                  <a:pt x="180414" y="292417"/>
                </a:lnTo>
                <a:cubicBezTo>
                  <a:pt x="180414" y="301942"/>
                  <a:pt x="183544" y="308324"/>
                  <a:pt x="189899" y="314706"/>
                </a:cubicBezTo>
                <a:lnTo>
                  <a:pt x="202515" y="314706"/>
                </a:lnTo>
                <a:cubicBezTo>
                  <a:pt x="205645" y="311563"/>
                  <a:pt x="205645" y="305181"/>
                  <a:pt x="202515" y="302038"/>
                </a:cubicBezTo>
                <a:cubicBezTo>
                  <a:pt x="199385" y="298894"/>
                  <a:pt x="196160" y="295656"/>
                  <a:pt x="196160" y="292513"/>
                </a:cubicBezTo>
                <a:lnTo>
                  <a:pt x="218356" y="292513"/>
                </a:lnTo>
                <a:cubicBezTo>
                  <a:pt x="218356" y="298894"/>
                  <a:pt x="221486" y="305181"/>
                  <a:pt x="227841" y="311563"/>
                </a:cubicBezTo>
                <a:lnTo>
                  <a:pt x="230971" y="314706"/>
                </a:lnTo>
                <a:cubicBezTo>
                  <a:pt x="234102" y="314706"/>
                  <a:pt x="237327" y="311563"/>
                  <a:pt x="237327" y="311563"/>
                </a:cubicBezTo>
                <a:cubicBezTo>
                  <a:pt x="240457" y="308419"/>
                  <a:pt x="240457" y="305181"/>
                  <a:pt x="237327" y="302038"/>
                </a:cubicBezTo>
                <a:cubicBezTo>
                  <a:pt x="237327" y="298894"/>
                  <a:pt x="234196" y="295656"/>
                  <a:pt x="234196" y="292513"/>
                </a:cubicBezTo>
                <a:lnTo>
                  <a:pt x="256392" y="292513"/>
                </a:lnTo>
                <a:cubicBezTo>
                  <a:pt x="259523" y="292513"/>
                  <a:pt x="262748" y="289369"/>
                  <a:pt x="262748" y="286131"/>
                </a:cubicBezTo>
                <a:cubicBezTo>
                  <a:pt x="262748" y="279749"/>
                  <a:pt x="259617" y="276606"/>
                  <a:pt x="256392" y="276606"/>
                </a:cubicBezTo>
                <a:lnTo>
                  <a:pt x="234196" y="276606"/>
                </a:lnTo>
                <a:cubicBezTo>
                  <a:pt x="234196" y="273463"/>
                  <a:pt x="237327" y="273463"/>
                  <a:pt x="237327" y="270224"/>
                </a:cubicBezTo>
                <a:cubicBezTo>
                  <a:pt x="240457" y="267081"/>
                  <a:pt x="240457" y="260699"/>
                  <a:pt x="237327" y="257556"/>
                </a:cubicBezTo>
                <a:cubicBezTo>
                  <a:pt x="234196" y="257556"/>
                  <a:pt x="227841" y="257556"/>
                  <a:pt x="227841" y="260699"/>
                </a:cubicBezTo>
                <a:cubicBezTo>
                  <a:pt x="221486" y="263842"/>
                  <a:pt x="218356" y="270224"/>
                  <a:pt x="218356" y="276606"/>
                </a:cubicBezTo>
                <a:lnTo>
                  <a:pt x="196160" y="276606"/>
                </a:lnTo>
                <a:cubicBezTo>
                  <a:pt x="196160" y="273463"/>
                  <a:pt x="199290" y="270224"/>
                  <a:pt x="202515" y="267081"/>
                </a:cubicBezTo>
                <a:cubicBezTo>
                  <a:pt x="205645" y="263938"/>
                  <a:pt x="205645" y="260699"/>
                  <a:pt x="202515" y="257556"/>
                </a:cubicBezTo>
                <a:cubicBezTo>
                  <a:pt x="199385" y="254413"/>
                  <a:pt x="196160" y="254413"/>
                  <a:pt x="193029" y="257556"/>
                </a:cubicBezTo>
                <a:cubicBezTo>
                  <a:pt x="183544" y="260699"/>
                  <a:pt x="180414" y="270224"/>
                  <a:pt x="180414" y="276606"/>
                </a:cubicBezTo>
                <a:lnTo>
                  <a:pt x="155088" y="276606"/>
                </a:lnTo>
                <a:cubicBezTo>
                  <a:pt x="158218" y="254317"/>
                  <a:pt x="177284" y="232124"/>
                  <a:pt x="202515" y="232124"/>
                </a:cubicBezTo>
                <a:lnTo>
                  <a:pt x="240457" y="232124"/>
                </a:lnTo>
                <a:cubicBezTo>
                  <a:pt x="246812" y="232124"/>
                  <a:pt x="253073" y="232124"/>
                  <a:pt x="259428" y="235267"/>
                </a:cubicBezTo>
                <a:lnTo>
                  <a:pt x="335406" y="286131"/>
                </a:lnTo>
                <a:lnTo>
                  <a:pt x="259428" y="333756"/>
                </a:lnTo>
                <a:close/>
                <a:moveTo>
                  <a:pt x="85369" y="92107"/>
                </a:moveTo>
                <a:lnTo>
                  <a:pt x="79014" y="92107"/>
                </a:lnTo>
                <a:lnTo>
                  <a:pt x="79014" y="15811"/>
                </a:lnTo>
                <a:lnTo>
                  <a:pt x="85369" y="15811"/>
                </a:lnTo>
                <a:cubicBezTo>
                  <a:pt x="107565" y="15811"/>
                  <a:pt x="132797" y="25336"/>
                  <a:pt x="132797" y="53912"/>
                </a:cubicBezTo>
                <a:cubicBezTo>
                  <a:pt x="132797" y="82486"/>
                  <a:pt x="107470" y="92011"/>
                  <a:pt x="85369" y="92011"/>
                </a:cubicBezTo>
                <a:close/>
                <a:moveTo>
                  <a:pt x="47427" y="15907"/>
                </a:moveTo>
                <a:lnTo>
                  <a:pt x="63268" y="15907"/>
                </a:lnTo>
                <a:lnTo>
                  <a:pt x="63268" y="92202"/>
                </a:lnTo>
                <a:lnTo>
                  <a:pt x="47427" y="92202"/>
                </a:lnTo>
                <a:lnTo>
                  <a:pt x="47427" y="15907"/>
                </a:lnTo>
                <a:close/>
                <a:moveTo>
                  <a:pt x="351247" y="279654"/>
                </a:moveTo>
                <a:lnTo>
                  <a:pt x="265783" y="222409"/>
                </a:lnTo>
                <a:cubicBezTo>
                  <a:pt x="259428" y="216027"/>
                  <a:pt x="249942" y="216027"/>
                  <a:pt x="240457" y="216027"/>
                </a:cubicBezTo>
                <a:lnTo>
                  <a:pt x="202515" y="216027"/>
                </a:lnTo>
                <a:cubicBezTo>
                  <a:pt x="167703" y="216027"/>
                  <a:pt x="145507" y="247840"/>
                  <a:pt x="139247" y="276415"/>
                </a:cubicBezTo>
                <a:lnTo>
                  <a:pt x="94950" y="276415"/>
                </a:lnTo>
                <a:cubicBezTo>
                  <a:pt x="60138" y="276415"/>
                  <a:pt x="31682" y="250984"/>
                  <a:pt x="31682" y="216027"/>
                </a:cubicBezTo>
                <a:cubicBezTo>
                  <a:pt x="31682" y="181070"/>
                  <a:pt x="60138" y="152495"/>
                  <a:pt x="94950" y="152495"/>
                </a:cubicBezTo>
                <a:lnTo>
                  <a:pt x="294334" y="152495"/>
                </a:lnTo>
                <a:cubicBezTo>
                  <a:pt x="322791" y="152495"/>
                  <a:pt x="348117" y="130207"/>
                  <a:pt x="348117" y="98488"/>
                </a:cubicBezTo>
                <a:cubicBezTo>
                  <a:pt x="348117" y="69913"/>
                  <a:pt x="322791" y="44482"/>
                  <a:pt x="294334" y="44482"/>
                </a:cubicBezTo>
                <a:lnTo>
                  <a:pt x="145602" y="44482"/>
                </a:lnTo>
                <a:cubicBezTo>
                  <a:pt x="142472" y="15907"/>
                  <a:pt x="120276" y="0"/>
                  <a:pt x="85464" y="0"/>
                </a:cubicBezTo>
                <a:lnTo>
                  <a:pt x="41167" y="0"/>
                </a:lnTo>
                <a:cubicBezTo>
                  <a:pt x="34812" y="0"/>
                  <a:pt x="31682" y="3143"/>
                  <a:pt x="31682" y="6382"/>
                </a:cubicBezTo>
                <a:lnTo>
                  <a:pt x="31682" y="28670"/>
                </a:lnTo>
                <a:lnTo>
                  <a:pt x="9485" y="28670"/>
                </a:lnTo>
                <a:cubicBezTo>
                  <a:pt x="3130" y="28670"/>
                  <a:pt x="0" y="35052"/>
                  <a:pt x="0" y="38195"/>
                </a:cubicBezTo>
                <a:cubicBezTo>
                  <a:pt x="0" y="41339"/>
                  <a:pt x="3130" y="44577"/>
                  <a:pt x="9485" y="44577"/>
                </a:cubicBezTo>
                <a:lnTo>
                  <a:pt x="31682" y="44577"/>
                </a:lnTo>
                <a:lnTo>
                  <a:pt x="31682" y="60484"/>
                </a:lnTo>
                <a:lnTo>
                  <a:pt x="9485" y="60484"/>
                </a:lnTo>
                <a:cubicBezTo>
                  <a:pt x="3130" y="60484"/>
                  <a:pt x="0" y="63627"/>
                  <a:pt x="0" y="70009"/>
                </a:cubicBezTo>
                <a:cubicBezTo>
                  <a:pt x="0" y="73152"/>
                  <a:pt x="3130" y="76390"/>
                  <a:pt x="9485" y="76390"/>
                </a:cubicBezTo>
                <a:lnTo>
                  <a:pt x="31682" y="76390"/>
                </a:lnTo>
                <a:lnTo>
                  <a:pt x="31682" y="98679"/>
                </a:lnTo>
                <a:cubicBezTo>
                  <a:pt x="31682" y="105061"/>
                  <a:pt x="34812" y="108204"/>
                  <a:pt x="41167" y="108204"/>
                </a:cubicBezTo>
                <a:lnTo>
                  <a:pt x="85464" y="108204"/>
                </a:lnTo>
                <a:cubicBezTo>
                  <a:pt x="120276" y="108204"/>
                  <a:pt x="142472" y="89154"/>
                  <a:pt x="145602" y="60579"/>
                </a:cubicBezTo>
                <a:lnTo>
                  <a:pt x="294334" y="60579"/>
                </a:lnTo>
                <a:cubicBezTo>
                  <a:pt x="316530" y="60579"/>
                  <a:pt x="332276" y="79629"/>
                  <a:pt x="332276" y="98679"/>
                </a:cubicBezTo>
                <a:cubicBezTo>
                  <a:pt x="332276" y="120967"/>
                  <a:pt x="316436" y="136779"/>
                  <a:pt x="294334" y="136779"/>
                </a:cubicBezTo>
                <a:lnTo>
                  <a:pt x="94950" y="136779"/>
                </a:lnTo>
                <a:cubicBezTo>
                  <a:pt x="50652" y="136779"/>
                  <a:pt x="15841" y="171736"/>
                  <a:pt x="15841" y="216217"/>
                </a:cubicBezTo>
                <a:cubicBezTo>
                  <a:pt x="15841" y="257556"/>
                  <a:pt x="50652" y="292513"/>
                  <a:pt x="94950" y="292513"/>
                </a:cubicBezTo>
                <a:lnTo>
                  <a:pt x="139247" y="292513"/>
                </a:lnTo>
                <a:cubicBezTo>
                  <a:pt x="145602" y="324326"/>
                  <a:pt x="167703" y="356044"/>
                  <a:pt x="202515" y="356044"/>
                </a:cubicBezTo>
                <a:lnTo>
                  <a:pt x="240457" y="356044"/>
                </a:lnTo>
                <a:cubicBezTo>
                  <a:pt x="249942" y="356044"/>
                  <a:pt x="259428" y="352901"/>
                  <a:pt x="265783" y="349663"/>
                </a:cubicBezTo>
                <a:lnTo>
                  <a:pt x="268913" y="349663"/>
                </a:lnTo>
                <a:lnTo>
                  <a:pt x="351152" y="292417"/>
                </a:lnTo>
                <a:cubicBezTo>
                  <a:pt x="353239" y="290322"/>
                  <a:pt x="354283" y="288195"/>
                  <a:pt x="354283" y="286036"/>
                </a:cubicBezTo>
                <a:cubicBezTo>
                  <a:pt x="354283" y="282892"/>
                  <a:pt x="354283" y="279654"/>
                  <a:pt x="351152" y="27965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8A5515B4-BC6D-F51E-E2C7-7F8316687A62}"/>
              </a:ext>
            </a:extLst>
          </p:cNvPr>
          <p:cNvGrpSpPr/>
          <p:nvPr/>
        </p:nvGrpSpPr>
        <p:grpSpPr>
          <a:xfrm>
            <a:off x="7125932" y="2820606"/>
            <a:ext cx="468660" cy="513054"/>
            <a:chOff x="7050288" y="4335538"/>
            <a:chExt cx="342899" cy="375380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6F61F2EC-1090-35DC-0BB5-2475BB20DF9A}"/>
                </a:ext>
              </a:extLst>
            </p:cNvPr>
            <p:cNvSpPr/>
            <p:nvPr/>
          </p:nvSpPr>
          <p:spPr>
            <a:xfrm>
              <a:off x="7050288" y="4335538"/>
              <a:ext cx="342899" cy="375380"/>
            </a:xfrm>
            <a:custGeom>
              <a:avLst/>
              <a:gdLst>
                <a:gd name="connsiteX0" fmla="*/ 232015 w 342899"/>
                <a:gd name="connsiteY0" fmla="*/ 95 h 375380"/>
                <a:gd name="connsiteX1" fmla="*/ 162771 w 342899"/>
                <a:gd name="connsiteY1" fmla="*/ 95 h 375380"/>
                <a:gd name="connsiteX2" fmla="*/ 155846 w 342899"/>
                <a:gd name="connsiteY2" fmla="*/ 7048 h 375380"/>
                <a:gd name="connsiteX3" fmla="*/ 155846 w 342899"/>
                <a:gd name="connsiteY3" fmla="*/ 34671 h 375380"/>
                <a:gd name="connsiteX4" fmla="*/ 155372 w 342899"/>
                <a:gd name="connsiteY4" fmla="*/ 34671 h 375380"/>
                <a:gd name="connsiteX5" fmla="*/ 44392 w 342899"/>
                <a:gd name="connsiteY5" fmla="*/ 89344 h 375380"/>
                <a:gd name="connsiteX6" fmla="*/ 0 w 342899"/>
                <a:gd name="connsiteY6" fmla="*/ 205073 h 375380"/>
                <a:gd name="connsiteX7" fmla="*/ 50273 w 342899"/>
                <a:gd name="connsiteY7" fmla="*/ 325374 h 375380"/>
                <a:gd name="connsiteX8" fmla="*/ 172731 w 342899"/>
                <a:gd name="connsiteY8" fmla="*/ 375380 h 375380"/>
                <a:gd name="connsiteX9" fmla="*/ 342900 w 342899"/>
                <a:gd name="connsiteY9" fmla="*/ 205073 h 375380"/>
                <a:gd name="connsiteX10" fmla="*/ 296042 w 342899"/>
                <a:gd name="connsiteY10" fmla="*/ 86582 h 375380"/>
                <a:gd name="connsiteX11" fmla="*/ 284375 w 342899"/>
                <a:gd name="connsiteY11" fmla="*/ 86582 h 375380"/>
                <a:gd name="connsiteX12" fmla="*/ 284375 w 342899"/>
                <a:gd name="connsiteY12" fmla="*/ 98298 h 375380"/>
                <a:gd name="connsiteX13" fmla="*/ 326585 w 342899"/>
                <a:gd name="connsiteY13" fmla="*/ 205073 h 375380"/>
                <a:gd name="connsiteX14" fmla="*/ 281339 w 342899"/>
                <a:gd name="connsiteY14" fmla="*/ 313658 h 375380"/>
                <a:gd name="connsiteX15" fmla="*/ 172731 w 342899"/>
                <a:gd name="connsiteY15" fmla="*/ 358997 h 375380"/>
                <a:gd name="connsiteX16" fmla="*/ 16410 w 342899"/>
                <a:gd name="connsiteY16" fmla="*/ 205073 h 375380"/>
                <a:gd name="connsiteX17" fmla="*/ 56154 w 342899"/>
                <a:gd name="connsiteY17" fmla="*/ 101060 h 375380"/>
                <a:gd name="connsiteX18" fmla="*/ 155372 w 342899"/>
                <a:gd name="connsiteY18" fmla="*/ 51054 h 375380"/>
                <a:gd name="connsiteX19" fmla="*/ 155846 w 342899"/>
                <a:gd name="connsiteY19" fmla="*/ 51054 h 375380"/>
                <a:gd name="connsiteX20" fmla="*/ 155846 w 342899"/>
                <a:gd name="connsiteY20" fmla="*/ 76295 h 375380"/>
                <a:gd name="connsiteX21" fmla="*/ 162771 w 342899"/>
                <a:gd name="connsiteY21" fmla="*/ 83248 h 375380"/>
                <a:gd name="connsiteX22" fmla="*/ 232015 w 342899"/>
                <a:gd name="connsiteY22" fmla="*/ 83248 h 375380"/>
                <a:gd name="connsiteX23" fmla="*/ 238939 w 342899"/>
                <a:gd name="connsiteY23" fmla="*/ 76295 h 375380"/>
                <a:gd name="connsiteX24" fmla="*/ 238939 w 342899"/>
                <a:gd name="connsiteY24" fmla="*/ 65913 h 375380"/>
                <a:gd name="connsiteX25" fmla="*/ 266637 w 342899"/>
                <a:gd name="connsiteY25" fmla="*/ 65913 h 375380"/>
                <a:gd name="connsiteX26" fmla="*/ 273561 w 342899"/>
                <a:gd name="connsiteY26" fmla="*/ 58960 h 375380"/>
                <a:gd name="connsiteX27" fmla="*/ 266637 w 342899"/>
                <a:gd name="connsiteY27" fmla="*/ 49530 h 375380"/>
                <a:gd name="connsiteX28" fmla="*/ 238939 w 342899"/>
                <a:gd name="connsiteY28" fmla="*/ 49530 h 375380"/>
                <a:gd name="connsiteX29" fmla="*/ 238939 w 342899"/>
                <a:gd name="connsiteY29" fmla="*/ 33718 h 375380"/>
                <a:gd name="connsiteX30" fmla="*/ 266637 w 342899"/>
                <a:gd name="connsiteY30" fmla="*/ 33718 h 375380"/>
                <a:gd name="connsiteX31" fmla="*/ 273561 w 342899"/>
                <a:gd name="connsiteY31" fmla="*/ 24289 h 375380"/>
                <a:gd name="connsiteX32" fmla="*/ 266637 w 342899"/>
                <a:gd name="connsiteY32" fmla="*/ 17335 h 375380"/>
                <a:gd name="connsiteX33" fmla="*/ 238939 w 342899"/>
                <a:gd name="connsiteY33" fmla="*/ 17335 h 375380"/>
                <a:gd name="connsiteX34" fmla="*/ 238939 w 342899"/>
                <a:gd name="connsiteY34" fmla="*/ 6953 h 375380"/>
                <a:gd name="connsiteX35" fmla="*/ 232015 w 342899"/>
                <a:gd name="connsiteY35" fmla="*/ 0 h 375380"/>
                <a:gd name="connsiteX36" fmla="*/ 222529 w 342899"/>
                <a:gd name="connsiteY36" fmla="*/ 66961 h 375380"/>
                <a:gd name="connsiteX37" fmla="*/ 172067 w 342899"/>
                <a:gd name="connsiteY37" fmla="*/ 66961 h 375380"/>
                <a:gd name="connsiteX38" fmla="*/ 172067 w 342899"/>
                <a:gd name="connsiteY38" fmla="*/ 16478 h 375380"/>
                <a:gd name="connsiteX39" fmla="*/ 222529 w 342899"/>
                <a:gd name="connsiteY39" fmla="*/ 16478 h 375380"/>
                <a:gd name="connsiteX40" fmla="*/ 222529 w 342899"/>
                <a:gd name="connsiteY40" fmla="*/ 66961 h 37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42899" h="375380">
                  <a:moveTo>
                    <a:pt x="232015" y="95"/>
                  </a:moveTo>
                  <a:lnTo>
                    <a:pt x="162771" y="95"/>
                  </a:lnTo>
                  <a:cubicBezTo>
                    <a:pt x="158123" y="95"/>
                    <a:pt x="155846" y="2381"/>
                    <a:pt x="155846" y="7048"/>
                  </a:cubicBezTo>
                  <a:lnTo>
                    <a:pt x="155846" y="34671"/>
                  </a:lnTo>
                  <a:lnTo>
                    <a:pt x="155372" y="34671"/>
                  </a:lnTo>
                  <a:cubicBezTo>
                    <a:pt x="112498" y="38290"/>
                    <a:pt x="73133" y="57721"/>
                    <a:pt x="44392" y="89344"/>
                  </a:cubicBezTo>
                  <a:cubicBezTo>
                    <a:pt x="15746" y="120872"/>
                    <a:pt x="0" y="161925"/>
                    <a:pt x="0" y="205073"/>
                  </a:cubicBezTo>
                  <a:cubicBezTo>
                    <a:pt x="0" y="250603"/>
                    <a:pt x="17833" y="293275"/>
                    <a:pt x="50273" y="325374"/>
                  </a:cubicBezTo>
                  <a:cubicBezTo>
                    <a:pt x="82808" y="357569"/>
                    <a:pt x="126252" y="375380"/>
                    <a:pt x="172731" y="375380"/>
                  </a:cubicBezTo>
                  <a:cubicBezTo>
                    <a:pt x="266542" y="375380"/>
                    <a:pt x="342900" y="298990"/>
                    <a:pt x="342900" y="205073"/>
                  </a:cubicBezTo>
                  <a:cubicBezTo>
                    <a:pt x="342900" y="161449"/>
                    <a:pt x="326300" y="119348"/>
                    <a:pt x="296042" y="86582"/>
                  </a:cubicBezTo>
                  <a:cubicBezTo>
                    <a:pt x="293765" y="84296"/>
                    <a:pt x="289023" y="84296"/>
                    <a:pt x="284375" y="86582"/>
                  </a:cubicBezTo>
                  <a:cubicBezTo>
                    <a:pt x="282098" y="91250"/>
                    <a:pt x="282098" y="96012"/>
                    <a:pt x="284375" y="98298"/>
                  </a:cubicBezTo>
                  <a:cubicBezTo>
                    <a:pt x="311977" y="128397"/>
                    <a:pt x="326585" y="165354"/>
                    <a:pt x="326585" y="205073"/>
                  </a:cubicBezTo>
                  <a:cubicBezTo>
                    <a:pt x="326585" y="244792"/>
                    <a:pt x="310460" y="284512"/>
                    <a:pt x="281339" y="313658"/>
                  </a:cubicBezTo>
                  <a:cubicBezTo>
                    <a:pt x="252124" y="342900"/>
                    <a:pt x="213613" y="358997"/>
                    <a:pt x="172731" y="358997"/>
                  </a:cubicBezTo>
                  <a:cubicBezTo>
                    <a:pt x="86508" y="358997"/>
                    <a:pt x="16410" y="289941"/>
                    <a:pt x="16410" y="205073"/>
                  </a:cubicBezTo>
                  <a:cubicBezTo>
                    <a:pt x="16410" y="166497"/>
                    <a:pt x="30543" y="129635"/>
                    <a:pt x="56154" y="101060"/>
                  </a:cubicBezTo>
                  <a:cubicBezTo>
                    <a:pt x="81860" y="72390"/>
                    <a:pt x="117146" y="54673"/>
                    <a:pt x="155372" y="51054"/>
                  </a:cubicBezTo>
                  <a:lnTo>
                    <a:pt x="155846" y="51054"/>
                  </a:lnTo>
                  <a:cubicBezTo>
                    <a:pt x="155846" y="51054"/>
                    <a:pt x="155846" y="76295"/>
                    <a:pt x="155846" y="76295"/>
                  </a:cubicBezTo>
                  <a:cubicBezTo>
                    <a:pt x="155846" y="80963"/>
                    <a:pt x="158123" y="83248"/>
                    <a:pt x="162771" y="83248"/>
                  </a:cubicBezTo>
                  <a:lnTo>
                    <a:pt x="232015" y="83248"/>
                  </a:lnTo>
                  <a:cubicBezTo>
                    <a:pt x="236663" y="83248"/>
                    <a:pt x="238939" y="80963"/>
                    <a:pt x="238939" y="76295"/>
                  </a:cubicBezTo>
                  <a:lnTo>
                    <a:pt x="238939" y="65913"/>
                  </a:lnTo>
                  <a:lnTo>
                    <a:pt x="266637" y="65913"/>
                  </a:lnTo>
                  <a:cubicBezTo>
                    <a:pt x="271285" y="65913"/>
                    <a:pt x="273561" y="63627"/>
                    <a:pt x="273561" y="58960"/>
                  </a:cubicBezTo>
                  <a:cubicBezTo>
                    <a:pt x="273561" y="54292"/>
                    <a:pt x="271380" y="49530"/>
                    <a:pt x="266637" y="49530"/>
                  </a:cubicBezTo>
                  <a:lnTo>
                    <a:pt x="238939" y="49530"/>
                  </a:lnTo>
                  <a:lnTo>
                    <a:pt x="238939" y="33718"/>
                  </a:lnTo>
                  <a:lnTo>
                    <a:pt x="266637" y="33718"/>
                  </a:lnTo>
                  <a:cubicBezTo>
                    <a:pt x="271380" y="33718"/>
                    <a:pt x="273561" y="28861"/>
                    <a:pt x="273561" y="24289"/>
                  </a:cubicBezTo>
                  <a:cubicBezTo>
                    <a:pt x="273561" y="19717"/>
                    <a:pt x="271285" y="17335"/>
                    <a:pt x="266637" y="17335"/>
                  </a:cubicBezTo>
                  <a:lnTo>
                    <a:pt x="238939" y="17335"/>
                  </a:lnTo>
                  <a:lnTo>
                    <a:pt x="238939" y="6953"/>
                  </a:lnTo>
                  <a:cubicBezTo>
                    <a:pt x="238939" y="2286"/>
                    <a:pt x="236663" y="0"/>
                    <a:pt x="232015" y="0"/>
                  </a:cubicBezTo>
                  <a:close/>
                  <a:moveTo>
                    <a:pt x="222529" y="66961"/>
                  </a:moveTo>
                  <a:lnTo>
                    <a:pt x="172067" y="66961"/>
                  </a:lnTo>
                  <a:lnTo>
                    <a:pt x="172067" y="16478"/>
                  </a:lnTo>
                  <a:lnTo>
                    <a:pt x="222529" y="16478"/>
                  </a:lnTo>
                  <a:lnTo>
                    <a:pt x="222529" y="66961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5C0E336F-0359-F35D-B99E-C85D0E2AFC28}"/>
                </a:ext>
              </a:extLst>
            </p:cNvPr>
            <p:cNvSpPr/>
            <p:nvPr/>
          </p:nvSpPr>
          <p:spPr>
            <a:xfrm>
              <a:off x="7119343" y="4471841"/>
              <a:ext cx="204412" cy="162496"/>
            </a:xfrm>
            <a:custGeom>
              <a:avLst/>
              <a:gdLst>
                <a:gd name="connsiteX0" fmla="*/ 145602 w 204412"/>
                <a:gd name="connsiteY0" fmla="*/ 162401 h 162496"/>
                <a:gd name="connsiteX1" fmla="*/ 180224 w 204412"/>
                <a:gd name="connsiteY1" fmla="*/ 162401 h 162496"/>
                <a:gd name="connsiteX2" fmla="*/ 187148 w 204412"/>
                <a:gd name="connsiteY2" fmla="*/ 155448 h 162496"/>
                <a:gd name="connsiteX3" fmla="*/ 187148 w 204412"/>
                <a:gd name="connsiteY3" fmla="*/ 137636 h 162496"/>
                <a:gd name="connsiteX4" fmla="*/ 197488 w 204412"/>
                <a:gd name="connsiteY4" fmla="*/ 137636 h 162496"/>
                <a:gd name="connsiteX5" fmla="*/ 204412 w 204412"/>
                <a:gd name="connsiteY5" fmla="*/ 128206 h 162496"/>
                <a:gd name="connsiteX6" fmla="*/ 204412 w 204412"/>
                <a:gd name="connsiteY6" fmla="*/ 76200 h 162496"/>
                <a:gd name="connsiteX7" fmla="*/ 199669 w 204412"/>
                <a:gd name="connsiteY7" fmla="*/ 69152 h 162496"/>
                <a:gd name="connsiteX8" fmla="*/ 169885 w 204412"/>
                <a:gd name="connsiteY8" fmla="*/ 54292 h 162496"/>
                <a:gd name="connsiteX9" fmla="*/ 152432 w 204412"/>
                <a:gd name="connsiteY9" fmla="*/ 6953 h 162496"/>
                <a:gd name="connsiteX10" fmla="*/ 145507 w 204412"/>
                <a:gd name="connsiteY10" fmla="*/ 0 h 162496"/>
                <a:gd name="connsiteX11" fmla="*/ 58905 w 204412"/>
                <a:gd name="connsiteY11" fmla="*/ 0 h 162496"/>
                <a:gd name="connsiteX12" fmla="*/ 51980 w 204412"/>
                <a:gd name="connsiteY12" fmla="*/ 6953 h 162496"/>
                <a:gd name="connsiteX13" fmla="*/ 51980 w 204412"/>
                <a:gd name="connsiteY13" fmla="*/ 7144 h 162496"/>
                <a:gd name="connsiteX14" fmla="*/ 34527 w 204412"/>
                <a:gd name="connsiteY14" fmla="*/ 54388 h 162496"/>
                <a:gd name="connsiteX15" fmla="*/ 4743 w 204412"/>
                <a:gd name="connsiteY15" fmla="*/ 69247 h 162496"/>
                <a:gd name="connsiteX16" fmla="*/ 0 w 204412"/>
                <a:gd name="connsiteY16" fmla="*/ 76295 h 162496"/>
                <a:gd name="connsiteX17" fmla="*/ 0 w 204412"/>
                <a:gd name="connsiteY17" fmla="*/ 128302 h 162496"/>
                <a:gd name="connsiteX18" fmla="*/ 6924 w 204412"/>
                <a:gd name="connsiteY18" fmla="*/ 137731 h 162496"/>
                <a:gd name="connsiteX19" fmla="*/ 17264 w 204412"/>
                <a:gd name="connsiteY19" fmla="*/ 137731 h 162496"/>
                <a:gd name="connsiteX20" fmla="*/ 17264 w 204412"/>
                <a:gd name="connsiteY20" fmla="*/ 155543 h 162496"/>
                <a:gd name="connsiteX21" fmla="*/ 24188 w 204412"/>
                <a:gd name="connsiteY21" fmla="*/ 162496 h 162496"/>
                <a:gd name="connsiteX22" fmla="*/ 58810 w 204412"/>
                <a:gd name="connsiteY22" fmla="*/ 162496 h 162496"/>
                <a:gd name="connsiteX23" fmla="*/ 68201 w 204412"/>
                <a:gd name="connsiteY23" fmla="*/ 155543 h 162496"/>
                <a:gd name="connsiteX24" fmla="*/ 68201 w 204412"/>
                <a:gd name="connsiteY24" fmla="*/ 137731 h 162496"/>
                <a:gd name="connsiteX25" fmla="*/ 135927 w 204412"/>
                <a:gd name="connsiteY25" fmla="*/ 137731 h 162496"/>
                <a:gd name="connsiteX26" fmla="*/ 135927 w 204412"/>
                <a:gd name="connsiteY26" fmla="*/ 155543 h 162496"/>
                <a:gd name="connsiteX27" fmla="*/ 145318 w 204412"/>
                <a:gd name="connsiteY27" fmla="*/ 162496 h 162496"/>
                <a:gd name="connsiteX28" fmla="*/ 170833 w 204412"/>
                <a:gd name="connsiteY28" fmla="*/ 146018 h 162496"/>
                <a:gd name="connsiteX29" fmla="*/ 152526 w 204412"/>
                <a:gd name="connsiteY29" fmla="*/ 146018 h 162496"/>
                <a:gd name="connsiteX30" fmla="*/ 152526 w 204412"/>
                <a:gd name="connsiteY30" fmla="*/ 137636 h 162496"/>
                <a:gd name="connsiteX31" fmla="*/ 170833 w 204412"/>
                <a:gd name="connsiteY31" fmla="*/ 137636 h 162496"/>
                <a:gd name="connsiteX32" fmla="*/ 170833 w 204412"/>
                <a:gd name="connsiteY32" fmla="*/ 146018 h 162496"/>
                <a:gd name="connsiteX33" fmla="*/ 66114 w 204412"/>
                <a:gd name="connsiteY33" fmla="*/ 16288 h 162496"/>
                <a:gd name="connsiteX34" fmla="*/ 138488 w 204412"/>
                <a:gd name="connsiteY34" fmla="*/ 16288 h 162496"/>
                <a:gd name="connsiteX35" fmla="*/ 138488 w 204412"/>
                <a:gd name="connsiteY35" fmla="*/ 16573 h 162496"/>
                <a:gd name="connsiteX36" fmla="*/ 151199 w 204412"/>
                <a:gd name="connsiteY36" fmla="*/ 51911 h 162496"/>
                <a:gd name="connsiteX37" fmla="*/ 53403 w 204412"/>
                <a:gd name="connsiteY37" fmla="*/ 51911 h 162496"/>
                <a:gd name="connsiteX38" fmla="*/ 66114 w 204412"/>
                <a:gd name="connsiteY38" fmla="*/ 16288 h 162496"/>
                <a:gd name="connsiteX39" fmla="*/ 52075 w 204412"/>
                <a:gd name="connsiteY39" fmla="*/ 146018 h 162496"/>
                <a:gd name="connsiteX40" fmla="*/ 33768 w 204412"/>
                <a:gd name="connsiteY40" fmla="*/ 146018 h 162496"/>
                <a:gd name="connsiteX41" fmla="*/ 33768 w 204412"/>
                <a:gd name="connsiteY41" fmla="*/ 137636 h 162496"/>
                <a:gd name="connsiteX42" fmla="*/ 52075 w 204412"/>
                <a:gd name="connsiteY42" fmla="*/ 137636 h 162496"/>
                <a:gd name="connsiteX43" fmla="*/ 52075 w 204412"/>
                <a:gd name="connsiteY43" fmla="*/ 146018 h 162496"/>
                <a:gd name="connsiteX44" fmla="*/ 16505 w 204412"/>
                <a:gd name="connsiteY44" fmla="*/ 121253 h 162496"/>
                <a:gd name="connsiteX45" fmla="*/ 16505 w 204412"/>
                <a:gd name="connsiteY45" fmla="*/ 102965 h 162496"/>
                <a:gd name="connsiteX46" fmla="*/ 51601 w 204412"/>
                <a:gd name="connsiteY46" fmla="*/ 102965 h 162496"/>
                <a:gd name="connsiteX47" fmla="*/ 58525 w 204412"/>
                <a:gd name="connsiteY47" fmla="*/ 93536 h 162496"/>
                <a:gd name="connsiteX48" fmla="*/ 51601 w 204412"/>
                <a:gd name="connsiteY48" fmla="*/ 86582 h 162496"/>
                <a:gd name="connsiteX49" fmla="*/ 16505 w 204412"/>
                <a:gd name="connsiteY49" fmla="*/ 86582 h 162496"/>
                <a:gd name="connsiteX50" fmla="*/ 16505 w 204412"/>
                <a:gd name="connsiteY50" fmla="*/ 83344 h 162496"/>
                <a:gd name="connsiteX51" fmla="*/ 44202 w 204412"/>
                <a:gd name="connsiteY51" fmla="*/ 68294 h 162496"/>
                <a:gd name="connsiteX52" fmla="*/ 160684 w 204412"/>
                <a:gd name="connsiteY52" fmla="*/ 68294 h 162496"/>
                <a:gd name="connsiteX53" fmla="*/ 188097 w 204412"/>
                <a:gd name="connsiteY53" fmla="*/ 83344 h 162496"/>
                <a:gd name="connsiteX54" fmla="*/ 188097 w 204412"/>
                <a:gd name="connsiteY54" fmla="*/ 86582 h 162496"/>
                <a:gd name="connsiteX55" fmla="*/ 153001 w 204412"/>
                <a:gd name="connsiteY55" fmla="*/ 86582 h 162496"/>
                <a:gd name="connsiteX56" fmla="*/ 146076 w 204412"/>
                <a:gd name="connsiteY56" fmla="*/ 93536 h 162496"/>
                <a:gd name="connsiteX57" fmla="*/ 153001 w 204412"/>
                <a:gd name="connsiteY57" fmla="*/ 102965 h 162496"/>
                <a:gd name="connsiteX58" fmla="*/ 188097 w 204412"/>
                <a:gd name="connsiteY58" fmla="*/ 102965 h 162496"/>
                <a:gd name="connsiteX59" fmla="*/ 188097 w 204412"/>
                <a:gd name="connsiteY59" fmla="*/ 121253 h 162496"/>
                <a:gd name="connsiteX60" fmla="*/ 16505 w 204412"/>
                <a:gd name="connsiteY60" fmla="*/ 121253 h 16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04412" h="162496">
                  <a:moveTo>
                    <a:pt x="145602" y="162401"/>
                  </a:moveTo>
                  <a:lnTo>
                    <a:pt x="180224" y="162401"/>
                  </a:lnTo>
                  <a:cubicBezTo>
                    <a:pt x="184872" y="162401"/>
                    <a:pt x="187148" y="160115"/>
                    <a:pt x="187148" y="155448"/>
                  </a:cubicBezTo>
                  <a:lnTo>
                    <a:pt x="187148" y="137636"/>
                  </a:lnTo>
                  <a:lnTo>
                    <a:pt x="197488" y="137636"/>
                  </a:lnTo>
                  <a:cubicBezTo>
                    <a:pt x="202230" y="137636"/>
                    <a:pt x="204412" y="132779"/>
                    <a:pt x="204412" y="128206"/>
                  </a:cubicBezTo>
                  <a:lnTo>
                    <a:pt x="204412" y="76200"/>
                  </a:lnTo>
                  <a:cubicBezTo>
                    <a:pt x="204412" y="73914"/>
                    <a:pt x="202041" y="71533"/>
                    <a:pt x="199669" y="69152"/>
                  </a:cubicBezTo>
                  <a:lnTo>
                    <a:pt x="169885" y="54292"/>
                  </a:lnTo>
                  <a:lnTo>
                    <a:pt x="152432" y="6953"/>
                  </a:lnTo>
                  <a:cubicBezTo>
                    <a:pt x="152432" y="2381"/>
                    <a:pt x="147879" y="0"/>
                    <a:pt x="145507" y="0"/>
                  </a:cubicBezTo>
                  <a:lnTo>
                    <a:pt x="58905" y="0"/>
                  </a:lnTo>
                  <a:cubicBezTo>
                    <a:pt x="56439" y="0"/>
                    <a:pt x="51980" y="2381"/>
                    <a:pt x="51980" y="6953"/>
                  </a:cubicBezTo>
                  <a:lnTo>
                    <a:pt x="51980" y="7144"/>
                  </a:lnTo>
                  <a:cubicBezTo>
                    <a:pt x="51980" y="7144"/>
                    <a:pt x="34527" y="54388"/>
                    <a:pt x="34527" y="54388"/>
                  </a:cubicBezTo>
                  <a:lnTo>
                    <a:pt x="4743" y="69247"/>
                  </a:lnTo>
                  <a:cubicBezTo>
                    <a:pt x="2371" y="71628"/>
                    <a:pt x="0" y="74009"/>
                    <a:pt x="0" y="76295"/>
                  </a:cubicBezTo>
                  <a:lnTo>
                    <a:pt x="0" y="128302"/>
                  </a:lnTo>
                  <a:cubicBezTo>
                    <a:pt x="0" y="132874"/>
                    <a:pt x="2182" y="137731"/>
                    <a:pt x="6924" y="137731"/>
                  </a:cubicBezTo>
                  <a:lnTo>
                    <a:pt x="17264" y="137731"/>
                  </a:lnTo>
                  <a:lnTo>
                    <a:pt x="17264" y="155543"/>
                  </a:lnTo>
                  <a:cubicBezTo>
                    <a:pt x="17264" y="160211"/>
                    <a:pt x="19540" y="162496"/>
                    <a:pt x="24188" y="162496"/>
                  </a:cubicBezTo>
                  <a:lnTo>
                    <a:pt x="58810" y="162496"/>
                  </a:lnTo>
                  <a:cubicBezTo>
                    <a:pt x="63363" y="162496"/>
                    <a:pt x="68201" y="160306"/>
                    <a:pt x="68201" y="155543"/>
                  </a:cubicBezTo>
                  <a:lnTo>
                    <a:pt x="68201" y="137731"/>
                  </a:lnTo>
                  <a:lnTo>
                    <a:pt x="135927" y="137731"/>
                  </a:lnTo>
                  <a:lnTo>
                    <a:pt x="135927" y="155543"/>
                  </a:lnTo>
                  <a:cubicBezTo>
                    <a:pt x="135927" y="160306"/>
                    <a:pt x="140765" y="162496"/>
                    <a:pt x="145318" y="162496"/>
                  </a:cubicBezTo>
                  <a:close/>
                  <a:moveTo>
                    <a:pt x="170833" y="146018"/>
                  </a:moveTo>
                  <a:lnTo>
                    <a:pt x="152526" y="146018"/>
                  </a:lnTo>
                  <a:lnTo>
                    <a:pt x="152526" y="137636"/>
                  </a:lnTo>
                  <a:lnTo>
                    <a:pt x="170833" y="137636"/>
                  </a:lnTo>
                  <a:lnTo>
                    <a:pt x="170833" y="146018"/>
                  </a:lnTo>
                  <a:close/>
                  <a:moveTo>
                    <a:pt x="66114" y="16288"/>
                  </a:moveTo>
                  <a:lnTo>
                    <a:pt x="138488" y="16288"/>
                  </a:lnTo>
                  <a:lnTo>
                    <a:pt x="138488" y="16573"/>
                  </a:lnTo>
                  <a:cubicBezTo>
                    <a:pt x="138488" y="16573"/>
                    <a:pt x="151199" y="51911"/>
                    <a:pt x="151199" y="51911"/>
                  </a:cubicBezTo>
                  <a:lnTo>
                    <a:pt x="53403" y="51911"/>
                  </a:lnTo>
                  <a:lnTo>
                    <a:pt x="66114" y="16288"/>
                  </a:lnTo>
                  <a:close/>
                  <a:moveTo>
                    <a:pt x="52075" y="146018"/>
                  </a:moveTo>
                  <a:lnTo>
                    <a:pt x="33768" y="146018"/>
                  </a:lnTo>
                  <a:lnTo>
                    <a:pt x="33768" y="137636"/>
                  </a:lnTo>
                  <a:lnTo>
                    <a:pt x="52075" y="137636"/>
                  </a:lnTo>
                  <a:lnTo>
                    <a:pt x="52075" y="146018"/>
                  </a:lnTo>
                  <a:close/>
                  <a:moveTo>
                    <a:pt x="16505" y="121253"/>
                  </a:moveTo>
                  <a:lnTo>
                    <a:pt x="16505" y="102965"/>
                  </a:lnTo>
                  <a:lnTo>
                    <a:pt x="51601" y="102965"/>
                  </a:lnTo>
                  <a:cubicBezTo>
                    <a:pt x="56344" y="102965"/>
                    <a:pt x="58525" y="98108"/>
                    <a:pt x="58525" y="93536"/>
                  </a:cubicBezTo>
                  <a:cubicBezTo>
                    <a:pt x="58525" y="88964"/>
                    <a:pt x="56249" y="86582"/>
                    <a:pt x="51601" y="86582"/>
                  </a:cubicBezTo>
                  <a:lnTo>
                    <a:pt x="16505" y="86582"/>
                  </a:lnTo>
                  <a:lnTo>
                    <a:pt x="16505" y="83344"/>
                  </a:lnTo>
                  <a:lnTo>
                    <a:pt x="44202" y="68294"/>
                  </a:lnTo>
                  <a:lnTo>
                    <a:pt x="160684" y="68294"/>
                  </a:lnTo>
                  <a:cubicBezTo>
                    <a:pt x="160684" y="68294"/>
                    <a:pt x="188097" y="83344"/>
                    <a:pt x="188097" y="83344"/>
                  </a:cubicBezTo>
                  <a:lnTo>
                    <a:pt x="188097" y="86582"/>
                  </a:lnTo>
                  <a:lnTo>
                    <a:pt x="153001" y="86582"/>
                  </a:lnTo>
                  <a:cubicBezTo>
                    <a:pt x="148353" y="86582"/>
                    <a:pt x="146076" y="88868"/>
                    <a:pt x="146076" y="93536"/>
                  </a:cubicBezTo>
                  <a:cubicBezTo>
                    <a:pt x="146076" y="98203"/>
                    <a:pt x="148258" y="102965"/>
                    <a:pt x="153001" y="102965"/>
                  </a:cubicBezTo>
                  <a:lnTo>
                    <a:pt x="188097" y="102965"/>
                  </a:lnTo>
                  <a:lnTo>
                    <a:pt x="188097" y="121253"/>
                  </a:lnTo>
                  <a:lnTo>
                    <a:pt x="16505" y="121253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411B0836-C161-A186-56A8-4F847BD3A653}"/>
              </a:ext>
            </a:extLst>
          </p:cNvPr>
          <p:cNvGrpSpPr/>
          <p:nvPr/>
        </p:nvGrpSpPr>
        <p:grpSpPr>
          <a:xfrm>
            <a:off x="7884757" y="2820606"/>
            <a:ext cx="468660" cy="513054"/>
            <a:chOff x="7050288" y="4335538"/>
            <a:chExt cx="342899" cy="375380"/>
          </a:xfrm>
          <a:solidFill>
            <a:schemeClr val="accent4"/>
          </a:solidFill>
        </p:grpSpPr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D7451AEB-E6D6-E129-26F2-4D9DBD0EDE6B}"/>
                </a:ext>
              </a:extLst>
            </p:cNvPr>
            <p:cNvSpPr/>
            <p:nvPr/>
          </p:nvSpPr>
          <p:spPr>
            <a:xfrm>
              <a:off x="7050288" y="4335538"/>
              <a:ext cx="342899" cy="375380"/>
            </a:xfrm>
            <a:custGeom>
              <a:avLst/>
              <a:gdLst>
                <a:gd name="connsiteX0" fmla="*/ 232015 w 342899"/>
                <a:gd name="connsiteY0" fmla="*/ 95 h 375380"/>
                <a:gd name="connsiteX1" fmla="*/ 162771 w 342899"/>
                <a:gd name="connsiteY1" fmla="*/ 95 h 375380"/>
                <a:gd name="connsiteX2" fmla="*/ 155846 w 342899"/>
                <a:gd name="connsiteY2" fmla="*/ 7048 h 375380"/>
                <a:gd name="connsiteX3" fmla="*/ 155846 w 342899"/>
                <a:gd name="connsiteY3" fmla="*/ 34671 h 375380"/>
                <a:gd name="connsiteX4" fmla="*/ 155372 w 342899"/>
                <a:gd name="connsiteY4" fmla="*/ 34671 h 375380"/>
                <a:gd name="connsiteX5" fmla="*/ 44392 w 342899"/>
                <a:gd name="connsiteY5" fmla="*/ 89344 h 375380"/>
                <a:gd name="connsiteX6" fmla="*/ 0 w 342899"/>
                <a:gd name="connsiteY6" fmla="*/ 205073 h 375380"/>
                <a:gd name="connsiteX7" fmla="*/ 50273 w 342899"/>
                <a:gd name="connsiteY7" fmla="*/ 325374 h 375380"/>
                <a:gd name="connsiteX8" fmla="*/ 172731 w 342899"/>
                <a:gd name="connsiteY8" fmla="*/ 375380 h 375380"/>
                <a:gd name="connsiteX9" fmla="*/ 342900 w 342899"/>
                <a:gd name="connsiteY9" fmla="*/ 205073 h 375380"/>
                <a:gd name="connsiteX10" fmla="*/ 296042 w 342899"/>
                <a:gd name="connsiteY10" fmla="*/ 86582 h 375380"/>
                <a:gd name="connsiteX11" fmla="*/ 284375 w 342899"/>
                <a:gd name="connsiteY11" fmla="*/ 86582 h 375380"/>
                <a:gd name="connsiteX12" fmla="*/ 284375 w 342899"/>
                <a:gd name="connsiteY12" fmla="*/ 98298 h 375380"/>
                <a:gd name="connsiteX13" fmla="*/ 326585 w 342899"/>
                <a:gd name="connsiteY13" fmla="*/ 205073 h 375380"/>
                <a:gd name="connsiteX14" fmla="*/ 281339 w 342899"/>
                <a:gd name="connsiteY14" fmla="*/ 313658 h 375380"/>
                <a:gd name="connsiteX15" fmla="*/ 172731 w 342899"/>
                <a:gd name="connsiteY15" fmla="*/ 358997 h 375380"/>
                <a:gd name="connsiteX16" fmla="*/ 16410 w 342899"/>
                <a:gd name="connsiteY16" fmla="*/ 205073 h 375380"/>
                <a:gd name="connsiteX17" fmla="*/ 56154 w 342899"/>
                <a:gd name="connsiteY17" fmla="*/ 101060 h 375380"/>
                <a:gd name="connsiteX18" fmla="*/ 155372 w 342899"/>
                <a:gd name="connsiteY18" fmla="*/ 51054 h 375380"/>
                <a:gd name="connsiteX19" fmla="*/ 155846 w 342899"/>
                <a:gd name="connsiteY19" fmla="*/ 51054 h 375380"/>
                <a:gd name="connsiteX20" fmla="*/ 155846 w 342899"/>
                <a:gd name="connsiteY20" fmla="*/ 76295 h 375380"/>
                <a:gd name="connsiteX21" fmla="*/ 162771 w 342899"/>
                <a:gd name="connsiteY21" fmla="*/ 83248 h 375380"/>
                <a:gd name="connsiteX22" fmla="*/ 232015 w 342899"/>
                <a:gd name="connsiteY22" fmla="*/ 83248 h 375380"/>
                <a:gd name="connsiteX23" fmla="*/ 238939 w 342899"/>
                <a:gd name="connsiteY23" fmla="*/ 76295 h 375380"/>
                <a:gd name="connsiteX24" fmla="*/ 238939 w 342899"/>
                <a:gd name="connsiteY24" fmla="*/ 65913 h 375380"/>
                <a:gd name="connsiteX25" fmla="*/ 266637 w 342899"/>
                <a:gd name="connsiteY25" fmla="*/ 65913 h 375380"/>
                <a:gd name="connsiteX26" fmla="*/ 273561 w 342899"/>
                <a:gd name="connsiteY26" fmla="*/ 58960 h 375380"/>
                <a:gd name="connsiteX27" fmla="*/ 266637 w 342899"/>
                <a:gd name="connsiteY27" fmla="*/ 49530 h 375380"/>
                <a:gd name="connsiteX28" fmla="*/ 238939 w 342899"/>
                <a:gd name="connsiteY28" fmla="*/ 49530 h 375380"/>
                <a:gd name="connsiteX29" fmla="*/ 238939 w 342899"/>
                <a:gd name="connsiteY29" fmla="*/ 33718 h 375380"/>
                <a:gd name="connsiteX30" fmla="*/ 266637 w 342899"/>
                <a:gd name="connsiteY30" fmla="*/ 33718 h 375380"/>
                <a:gd name="connsiteX31" fmla="*/ 273561 w 342899"/>
                <a:gd name="connsiteY31" fmla="*/ 24289 h 375380"/>
                <a:gd name="connsiteX32" fmla="*/ 266637 w 342899"/>
                <a:gd name="connsiteY32" fmla="*/ 17335 h 375380"/>
                <a:gd name="connsiteX33" fmla="*/ 238939 w 342899"/>
                <a:gd name="connsiteY33" fmla="*/ 17335 h 375380"/>
                <a:gd name="connsiteX34" fmla="*/ 238939 w 342899"/>
                <a:gd name="connsiteY34" fmla="*/ 6953 h 375380"/>
                <a:gd name="connsiteX35" fmla="*/ 232015 w 342899"/>
                <a:gd name="connsiteY35" fmla="*/ 0 h 375380"/>
                <a:gd name="connsiteX36" fmla="*/ 222529 w 342899"/>
                <a:gd name="connsiteY36" fmla="*/ 66961 h 375380"/>
                <a:gd name="connsiteX37" fmla="*/ 172067 w 342899"/>
                <a:gd name="connsiteY37" fmla="*/ 66961 h 375380"/>
                <a:gd name="connsiteX38" fmla="*/ 172067 w 342899"/>
                <a:gd name="connsiteY38" fmla="*/ 16478 h 375380"/>
                <a:gd name="connsiteX39" fmla="*/ 222529 w 342899"/>
                <a:gd name="connsiteY39" fmla="*/ 16478 h 375380"/>
                <a:gd name="connsiteX40" fmla="*/ 222529 w 342899"/>
                <a:gd name="connsiteY40" fmla="*/ 66961 h 37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42899" h="375380">
                  <a:moveTo>
                    <a:pt x="232015" y="95"/>
                  </a:moveTo>
                  <a:lnTo>
                    <a:pt x="162771" y="95"/>
                  </a:lnTo>
                  <a:cubicBezTo>
                    <a:pt x="158123" y="95"/>
                    <a:pt x="155846" y="2381"/>
                    <a:pt x="155846" y="7048"/>
                  </a:cubicBezTo>
                  <a:lnTo>
                    <a:pt x="155846" y="34671"/>
                  </a:lnTo>
                  <a:lnTo>
                    <a:pt x="155372" y="34671"/>
                  </a:lnTo>
                  <a:cubicBezTo>
                    <a:pt x="112498" y="38290"/>
                    <a:pt x="73133" y="57721"/>
                    <a:pt x="44392" y="89344"/>
                  </a:cubicBezTo>
                  <a:cubicBezTo>
                    <a:pt x="15746" y="120872"/>
                    <a:pt x="0" y="161925"/>
                    <a:pt x="0" y="205073"/>
                  </a:cubicBezTo>
                  <a:cubicBezTo>
                    <a:pt x="0" y="250603"/>
                    <a:pt x="17833" y="293275"/>
                    <a:pt x="50273" y="325374"/>
                  </a:cubicBezTo>
                  <a:cubicBezTo>
                    <a:pt x="82808" y="357569"/>
                    <a:pt x="126252" y="375380"/>
                    <a:pt x="172731" y="375380"/>
                  </a:cubicBezTo>
                  <a:cubicBezTo>
                    <a:pt x="266542" y="375380"/>
                    <a:pt x="342900" y="298990"/>
                    <a:pt x="342900" y="205073"/>
                  </a:cubicBezTo>
                  <a:cubicBezTo>
                    <a:pt x="342900" y="161449"/>
                    <a:pt x="326300" y="119348"/>
                    <a:pt x="296042" y="86582"/>
                  </a:cubicBezTo>
                  <a:cubicBezTo>
                    <a:pt x="293765" y="84296"/>
                    <a:pt x="289023" y="84296"/>
                    <a:pt x="284375" y="86582"/>
                  </a:cubicBezTo>
                  <a:cubicBezTo>
                    <a:pt x="282098" y="91250"/>
                    <a:pt x="282098" y="96012"/>
                    <a:pt x="284375" y="98298"/>
                  </a:cubicBezTo>
                  <a:cubicBezTo>
                    <a:pt x="311977" y="128397"/>
                    <a:pt x="326585" y="165354"/>
                    <a:pt x="326585" y="205073"/>
                  </a:cubicBezTo>
                  <a:cubicBezTo>
                    <a:pt x="326585" y="244792"/>
                    <a:pt x="310460" y="284512"/>
                    <a:pt x="281339" y="313658"/>
                  </a:cubicBezTo>
                  <a:cubicBezTo>
                    <a:pt x="252124" y="342900"/>
                    <a:pt x="213613" y="358997"/>
                    <a:pt x="172731" y="358997"/>
                  </a:cubicBezTo>
                  <a:cubicBezTo>
                    <a:pt x="86508" y="358997"/>
                    <a:pt x="16410" y="289941"/>
                    <a:pt x="16410" y="205073"/>
                  </a:cubicBezTo>
                  <a:cubicBezTo>
                    <a:pt x="16410" y="166497"/>
                    <a:pt x="30543" y="129635"/>
                    <a:pt x="56154" y="101060"/>
                  </a:cubicBezTo>
                  <a:cubicBezTo>
                    <a:pt x="81860" y="72390"/>
                    <a:pt x="117146" y="54673"/>
                    <a:pt x="155372" y="51054"/>
                  </a:cubicBezTo>
                  <a:lnTo>
                    <a:pt x="155846" y="51054"/>
                  </a:lnTo>
                  <a:cubicBezTo>
                    <a:pt x="155846" y="51054"/>
                    <a:pt x="155846" y="76295"/>
                    <a:pt x="155846" y="76295"/>
                  </a:cubicBezTo>
                  <a:cubicBezTo>
                    <a:pt x="155846" y="80963"/>
                    <a:pt x="158123" y="83248"/>
                    <a:pt x="162771" y="83248"/>
                  </a:cubicBezTo>
                  <a:lnTo>
                    <a:pt x="232015" y="83248"/>
                  </a:lnTo>
                  <a:cubicBezTo>
                    <a:pt x="236663" y="83248"/>
                    <a:pt x="238939" y="80963"/>
                    <a:pt x="238939" y="76295"/>
                  </a:cubicBezTo>
                  <a:lnTo>
                    <a:pt x="238939" y="65913"/>
                  </a:lnTo>
                  <a:lnTo>
                    <a:pt x="266637" y="65913"/>
                  </a:lnTo>
                  <a:cubicBezTo>
                    <a:pt x="271285" y="65913"/>
                    <a:pt x="273561" y="63627"/>
                    <a:pt x="273561" y="58960"/>
                  </a:cubicBezTo>
                  <a:cubicBezTo>
                    <a:pt x="273561" y="54292"/>
                    <a:pt x="271380" y="49530"/>
                    <a:pt x="266637" y="49530"/>
                  </a:cubicBezTo>
                  <a:lnTo>
                    <a:pt x="238939" y="49530"/>
                  </a:lnTo>
                  <a:lnTo>
                    <a:pt x="238939" y="33718"/>
                  </a:lnTo>
                  <a:lnTo>
                    <a:pt x="266637" y="33718"/>
                  </a:lnTo>
                  <a:cubicBezTo>
                    <a:pt x="271380" y="33718"/>
                    <a:pt x="273561" y="28861"/>
                    <a:pt x="273561" y="24289"/>
                  </a:cubicBezTo>
                  <a:cubicBezTo>
                    <a:pt x="273561" y="19717"/>
                    <a:pt x="271285" y="17335"/>
                    <a:pt x="266637" y="17335"/>
                  </a:cubicBezTo>
                  <a:lnTo>
                    <a:pt x="238939" y="17335"/>
                  </a:lnTo>
                  <a:lnTo>
                    <a:pt x="238939" y="6953"/>
                  </a:lnTo>
                  <a:cubicBezTo>
                    <a:pt x="238939" y="2286"/>
                    <a:pt x="236663" y="0"/>
                    <a:pt x="232015" y="0"/>
                  </a:cubicBezTo>
                  <a:close/>
                  <a:moveTo>
                    <a:pt x="222529" y="66961"/>
                  </a:moveTo>
                  <a:lnTo>
                    <a:pt x="172067" y="66961"/>
                  </a:lnTo>
                  <a:lnTo>
                    <a:pt x="172067" y="16478"/>
                  </a:lnTo>
                  <a:lnTo>
                    <a:pt x="222529" y="16478"/>
                  </a:lnTo>
                  <a:lnTo>
                    <a:pt x="222529" y="66961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A52FAED6-D274-F211-6C2A-C4BB503FEEC8}"/>
                </a:ext>
              </a:extLst>
            </p:cNvPr>
            <p:cNvSpPr/>
            <p:nvPr/>
          </p:nvSpPr>
          <p:spPr>
            <a:xfrm>
              <a:off x="7119343" y="4471841"/>
              <a:ext cx="204412" cy="162496"/>
            </a:xfrm>
            <a:custGeom>
              <a:avLst/>
              <a:gdLst>
                <a:gd name="connsiteX0" fmla="*/ 145602 w 204412"/>
                <a:gd name="connsiteY0" fmla="*/ 162401 h 162496"/>
                <a:gd name="connsiteX1" fmla="*/ 180224 w 204412"/>
                <a:gd name="connsiteY1" fmla="*/ 162401 h 162496"/>
                <a:gd name="connsiteX2" fmla="*/ 187148 w 204412"/>
                <a:gd name="connsiteY2" fmla="*/ 155448 h 162496"/>
                <a:gd name="connsiteX3" fmla="*/ 187148 w 204412"/>
                <a:gd name="connsiteY3" fmla="*/ 137636 h 162496"/>
                <a:gd name="connsiteX4" fmla="*/ 197488 w 204412"/>
                <a:gd name="connsiteY4" fmla="*/ 137636 h 162496"/>
                <a:gd name="connsiteX5" fmla="*/ 204412 w 204412"/>
                <a:gd name="connsiteY5" fmla="*/ 128206 h 162496"/>
                <a:gd name="connsiteX6" fmla="*/ 204412 w 204412"/>
                <a:gd name="connsiteY6" fmla="*/ 76200 h 162496"/>
                <a:gd name="connsiteX7" fmla="*/ 199669 w 204412"/>
                <a:gd name="connsiteY7" fmla="*/ 69152 h 162496"/>
                <a:gd name="connsiteX8" fmla="*/ 169885 w 204412"/>
                <a:gd name="connsiteY8" fmla="*/ 54292 h 162496"/>
                <a:gd name="connsiteX9" fmla="*/ 152432 w 204412"/>
                <a:gd name="connsiteY9" fmla="*/ 6953 h 162496"/>
                <a:gd name="connsiteX10" fmla="*/ 145507 w 204412"/>
                <a:gd name="connsiteY10" fmla="*/ 0 h 162496"/>
                <a:gd name="connsiteX11" fmla="*/ 58905 w 204412"/>
                <a:gd name="connsiteY11" fmla="*/ 0 h 162496"/>
                <a:gd name="connsiteX12" fmla="*/ 51980 w 204412"/>
                <a:gd name="connsiteY12" fmla="*/ 6953 h 162496"/>
                <a:gd name="connsiteX13" fmla="*/ 51980 w 204412"/>
                <a:gd name="connsiteY13" fmla="*/ 7144 h 162496"/>
                <a:gd name="connsiteX14" fmla="*/ 34527 w 204412"/>
                <a:gd name="connsiteY14" fmla="*/ 54388 h 162496"/>
                <a:gd name="connsiteX15" fmla="*/ 4743 w 204412"/>
                <a:gd name="connsiteY15" fmla="*/ 69247 h 162496"/>
                <a:gd name="connsiteX16" fmla="*/ 0 w 204412"/>
                <a:gd name="connsiteY16" fmla="*/ 76295 h 162496"/>
                <a:gd name="connsiteX17" fmla="*/ 0 w 204412"/>
                <a:gd name="connsiteY17" fmla="*/ 128302 h 162496"/>
                <a:gd name="connsiteX18" fmla="*/ 6924 w 204412"/>
                <a:gd name="connsiteY18" fmla="*/ 137731 h 162496"/>
                <a:gd name="connsiteX19" fmla="*/ 17264 w 204412"/>
                <a:gd name="connsiteY19" fmla="*/ 137731 h 162496"/>
                <a:gd name="connsiteX20" fmla="*/ 17264 w 204412"/>
                <a:gd name="connsiteY20" fmla="*/ 155543 h 162496"/>
                <a:gd name="connsiteX21" fmla="*/ 24188 w 204412"/>
                <a:gd name="connsiteY21" fmla="*/ 162496 h 162496"/>
                <a:gd name="connsiteX22" fmla="*/ 58810 w 204412"/>
                <a:gd name="connsiteY22" fmla="*/ 162496 h 162496"/>
                <a:gd name="connsiteX23" fmla="*/ 68201 w 204412"/>
                <a:gd name="connsiteY23" fmla="*/ 155543 h 162496"/>
                <a:gd name="connsiteX24" fmla="*/ 68201 w 204412"/>
                <a:gd name="connsiteY24" fmla="*/ 137731 h 162496"/>
                <a:gd name="connsiteX25" fmla="*/ 135927 w 204412"/>
                <a:gd name="connsiteY25" fmla="*/ 137731 h 162496"/>
                <a:gd name="connsiteX26" fmla="*/ 135927 w 204412"/>
                <a:gd name="connsiteY26" fmla="*/ 155543 h 162496"/>
                <a:gd name="connsiteX27" fmla="*/ 145318 w 204412"/>
                <a:gd name="connsiteY27" fmla="*/ 162496 h 162496"/>
                <a:gd name="connsiteX28" fmla="*/ 170833 w 204412"/>
                <a:gd name="connsiteY28" fmla="*/ 146018 h 162496"/>
                <a:gd name="connsiteX29" fmla="*/ 152526 w 204412"/>
                <a:gd name="connsiteY29" fmla="*/ 146018 h 162496"/>
                <a:gd name="connsiteX30" fmla="*/ 152526 w 204412"/>
                <a:gd name="connsiteY30" fmla="*/ 137636 h 162496"/>
                <a:gd name="connsiteX31" fmla="*/ 170833 w 204412"/>
                <a:gd name="connsiteY31" fmla="*/ 137636 h 162496"/>
                <a:gd name="connsiteX32" fmla="*/ 170833 w 204412"/>
                <a:gd name="connsiteY32" fmla="*/ 146018 h 162496"/>
                <a:gd name="connsiteX33" fmla="*/ 66114 w 204412"/>
                <a:gd name="connsiteY33" fmla="*/ 16288 h 162496"/>
                <a:gd name="connsiteX34" fmla="*/ 138488 w 204412"/>
                <a:gd name="connsiteY34" fmla="*/ 16288 h 162496"/>
                <a:gd name="connsiteX35" fmla="*/ 138488 w 204412"/>
                <a:gd name="connsiteY35" fmla="*/ 16573 h 162496"/>
                <a:gd name="connsiteX36" fmla="*/ 151199 w 204412"/>
                <a:gd name="connsiteY36" fmla="*/ 51911 h 162496"/>
                <a:gd name="connsiteX37" fmla="*/ 53403 w 204412"/>
                <a:gd name="connsiteY37" fmla="*/ 51911 h 162496"/>
                <a:gd name="connsiteX38" fmla="*/ 66114 w 204412"/>
                <a:gd name="connsiteY38" fmla="*/ 16288 h 162496"/>
                <a:gd name="connsiteX39" fmla="*/ 52075 w 204412"/>
                <a:gd name="connsiteY39" fmla="*/ 146018 h 162496"/>
                <a:gd name="connsiteX40" fmla="*/ 33768 w 204412"/>
                <a:gd name="connsiteY40" fmla="*/ 146018 h 162496"/>
                <a:gd name="connsiteX41" fmla="*/ 33768 w 204412"/>
                <a:gd name="connsiteY41" fmla="*/ 137636 h 162496"/>
                <a:gd name="connsiteX42" fmla="*/ 52075 w 204412"/>
                <a:gd name="connsiteY42" fmla="*/ 137636 h 162496"/>
                <a:gd name="connsiteX43" fmla="*/ 52075 w 204412"/>
                <a:gd name="connsiteY43" fmla="*/ 146018 h 162496"/>
                <a:gd name="connsiteX44" fmla="*/ 16505 w 204412"/>
                <a:gd name="connsiteY44" fmla="*/ 121253 h 162496"/>
                <a:gd name="connsiteX45" fmla="*/ 16505 w 204412"/>
                <a:gd name="connsiteY45" fmla="*/ 102965 h 162496"/>
                <a:gd name="connsiteX46" fmla="*/ 51601 w 204412"/>
                <a:gd name="connsiteY46" fmla="*/ 102965 h 162496"/>
                <a:gd name="connsiteX47" fmla="*/ 58525 w 204412"/>
                <a:gd name="connsiteY47" fmla="*/ 93536 h 162496"/>
                <a:gd name="connsiteX48" fmla="*/ 51601 w 204412"/>
                <a:gd name="connsiteY48" fmla="*/ 86582 h 162496"/>
                <a:gd name="connsiteX49" fmla="*/ 16505 w 204412"/>
                <a:gd name="connsiteY49" fmla="*/ 86582 h 162496"/>
                <a:gd name="connsiteX50" fmla="*/ 16505 w 204412"/>
                <a:gd name="connsiteY50" fmla="*/ 83344 h 162496"/>
                <a:gd name="connsiteX51" fmla="*/ 44202 w 204412"/>
                <a:gd name="connsiteY51" fmla="*/ 68294 h 162496"/>
                <a:gd name="connsiteX52" fmla="*/ 160684 w 204412"/>
                <a:gd name="connsiteY52" fmla="*/ 68294 h 162496"/>
                <a:gd name="connsiteX53" fmla="*/ 188097 w 204412"/>
                <a:gd name="connsiteY53" fmla="*/ 83344 h 162496"/>
                <a:gd name="connsiteX54" fmla="*/ 188097 w 204412"/>
                <a:gd name="connsiteY54" fmla="*/ 86582 h 162496"/>
                <a:gd name="connsiteX55" fmla="*/ 153001 w 204412"/>
                <a:gd name="connsiteY55" fmla="*/ 86582 h 162496"/>
                <a:gd name="connsiteX56" fmla="*/ 146076 w 204412"/>
                <a:gd name="connsiteY56" fmla="*/ 93536 h 162496"/>
                <a:gd name="connsiteX57" fmla="*/ 153001 w 204412"/>
                <a:gd name="connsiteY57" fmla="*/ 102965 h 162496"/>
                <a:gd name="connsiteX58" fmla="*/ 188097 w 204412"/>
                <a:gd name="connsiteY58" fmla="*/ 102965 h 162496"/>
                <a:gd name="connsiteX59" fmla="*/ 188097 w 204412"/>
                <a:gd name="connsiteY59" fmla="*/ 121253 h 162496"/>
                <a:gd name="connsiteX60" fmla="*/ 16505 w 204412"/>
                <a:gd name="connsiteY60" fmla="*/ 121253 h 16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04412" h="162496">
                  <a:moveTo>
                    <a:pt x="145602" y="162401"/>
                  </a:moveTo>
                  <a:lnTo>
                    <a:pt x="180224" y="162401"/>
                  </a:lnTo>
                  <a:cubicBezTo>
                    <a:pt x="184872" y="162401"/>
                    <a:pt x="187148" y="160115"/>
                    <a:pt x="187148" y="155448"/>
                  </a:cubicBezTo>
                  <a:lnTo>
                    <a:pt x="187148" y="137636"/>
                  </a:lnTo>
                  <a:lnTo>
                    <a:pt x="197488" y="137636"/>
                  </a:lnTo>
                  <a:cubicBezTo>
                    <a:pt x="202230" y="137636"/>
                    <a:pt x="204412" y="132779"/>
                    <a:pt x="204412" y="128206"/>
                  </a:cubicBezTo>
                  <a:lnTo>
                    <a:pt x="204412" y="76200"/>
                  </a:lnTo>
                  <a:cubicBezTo>
                    <a:pt x="204412" y="73914"/>
                    <a:pt x="202041" y="71533"/>
                    <a:pt x="199669" y="69152"/>
                  </a:cubicBezTo>
                  <a:lnTo>
                    <a:pt x="169885" y="54292"/>
                  </a:lnTo>
                  <a:lnTo>
                    <a:pt x="152432" y="6953"/>
                  </a:lnTo>
                  <a:cubicBezTo>
                    <a:pt x="152432" y="2381"/>
                    <a:pt x="147879" y="0"/>
                    <a:pt x="145507" y="0"/>
                  </a:cubicBezTo>
                  <a:lnTo>
                    <a:pt x="58905" y="0"/>
                  </a:lnTo>
                  <a:cubicBezTo>
                    <a:pt x="56439" y="0"/>
                    <a:pt x="51980" y="2381"/>
                    <a:pt x="51980" y="6953"/>
                  </a:cubicBezTo>
                  <a:lnTo>
                    <a:pt x="51980" y="7144"/>
                  </a:lnTo>
                  <a:cubicBezTo>
                    <a:pt x="51980" y="7144"/>
                    <a:pt x="34527" y="54388"/>
                    <a:pt x="34527" y="54388"/>
                  </a:cubicBezTo>
                  <a:lnTo>
                    <a:pt x="4743" y="69247"/>
                  </a:lnTo>
                  <a:cubicBezTo>
                    <a:pt x="2371" y="71628"/>
                    <a:pt x="0" y="74009"/>
                    <a:pt x="0" y="76295"/>
                  </a:cubicBezTo>
                  <a:lnTo>
                    <a:pt x="0" y="128302"/>
                  </a:lnTo>
                  <a:cubicBezTo>
                    <a:pt x="0" y="132874"/>
                    <a:pt x="2182" y="137731"/>
                    <a:pt x="6924" y="137731"/>
                  </a:cubicBezTo>
                  <a:lnTo>
                    <a:pt x="17264" y="137731"/>
                  </a:lnTo>
                  <a:lnTo>
                    <a:pt x="17264" y="155543"/>
                  </a:lnTo>
                  <a:cubicBezTo>
                    <a:pt x="17264" y="160211"/>
                    <a:pt x="19540" y="162496"/>
                    <a:pt x="24188" y="162496"/>
                  </a:cubicBezTo>
                  <a:lnTo>
                    <a:pt x="58810" y="162496"/>
                  </a:lnTo>
                  <a:cubicBezTo>
                    <a:pt x="63363" y="162496"/>
                    <a:pt x="68201" y="160306"/>
                    <a:pt x="68201" y="155543"/>
                  </a:cubicBezTo>
                  <a:lnTo>
                    <a:pt x="68201" y="137731"/>
                  </a:lnTo>
                  <a:lnTo>
                    <a:pt x="135927" y="137731"/>
                  </a:lnTo>
                  <a:lnTo>
                    <a:pt x="135927" y="155543"/>
                  </a:lnTo>
                  <a:cubicBezTo>
                    <a:pt x="135927" y="160306"/>
                    <a:pt x="140765" y="162496"/>
                    <a:pt x="145318" y="162496"/>
                  </a:cubicBezTo>
                  <a:close/>
                  <a:moveTo>
                    <a:pt x="170833" y="146018"/>
                  </a:moveTo>
                  <a:lnTo>
                    <a:pt x="152526" y="146018"/>
                  </a:lnTo>
                  <a:lnTo>
                    <a:pt x="152526" y="137636"/>
                  </a:lnTo>
                  <a:lnTo>
                    <a:pt x="170833" y="137636"/>
                  </a:lnTo>
                  <a:lnTo>
                    <a:pt x="170833" y="146018"/>
                  </a:lnTo>
                  <a:close/>
                  <a:moveTo>
                    <a:pt x="66114" y="16288"/>
                  </a:moveTo>
                  <a:lnTo>
                    <a:pt x="138488" y="16288"/>
                  </a:lnTo>
                  <a:lnTo>
                    <a:pt x="138488" y="16573"/>
                  </a:lnTo>
                  <a:cubicBezTo>
                    <a:pt x="138488" y="16573"/>
                    <a:pt x="151199" y="51911"/>
                    <a:pt x="151199" y="51911"/>
                  </a:cubicBezTo>
                  <a:lnTo>
                    <a:pt x="53403" y="51911"/>
                  </a:lnTo>
                  <a:lnTo>
                    <a:pt x="66114" y="16288"/>
                  </a:lnTo>
                  <a:close/>
                  <a:moveTo>
                    <a:pt x="52075" y="146018"/>
                  </a:moveTo>
                  <a:lnTo>
                    <a:pt x="33768" y="146018"/>
                  </a:lnTo>
                  <a:lnTo>
                    <a:pt x="33768" y="137636"/>
                  </a:lnTo>
                  <a:lnTo>
                    <a:pt x="52075" y="137636"/>
                  </a:lnTo>
                  <a:lnTo>
                    <a:pt x="52075" y="146018"/>
                  </a:lnTo>
                  <a:close/>
                  <a:moveTo>
                    <a:pt x="16505" y="121253"/>
                  </a:moveTo>
                  <a:lnTo>
                    <a:pt x="16505" y="102965"/>
                  </a:lnTo>
                  <a:lnTo>
                    <a:pt x="51601" y="102965"/>
                  </a:lnTo>
                  <a:cubicBezTo>
                    <a:pt x="56344" y="102965"/>
                    <a:pt x="58525" y="98108"/>
                    <a:pt x="58525" y="93536"/>
                  </a:cubicBezTo>
                  <a:cubicBezTo>
                    <a:pt x="58525" y="88964"/>
                    <a:pt x="56249" y="86582"/>
                    <a:pt x="51601" y="86582"/>
                  </a:cubicBezTo>
                  <a:lnTo>
                    <a:pt x="16505" y="86582"/>
                  </a:lnTo>
                  <a:lnTo>
                    <a:pt x="16505" y="83344"/>
                  </a:lnTo>
                  <a:lnTo>
                    <a:pt x="44202" y="68294"/>
                  </a:lnTo>
                  <a:lnTo>
                    <a:pt x="160684" y="68294"/>
                  </a:lnTo>
                  <a:cubicBezTo>
                    <a:pt x="160684" y="68294"/>
                    <a:pt x="188097" y="83344"/>
                    <a:pt x="188097" y="83344"/>
                  </a:cubicBezTo>
                  <a:lnTo>
                    <a:pt x="188097" y="86582"/>
                  </a:lnTo>
                  <a:lnTo>
                    <a:pt x="153001" y="86582"/>
                  </a:lnTo>
                  <a:cubicBezTo>
                    <a:pt x="148353" y="86582"/>
                    <a:pt x="146076" y="88868"/>
                    <a:pt x="146076" y="93536"/>
                  </a:cubicBezTo>
                  <a:cubicBezTo>
                    <a:pt x="146076" y="98203"/>
                    <a:pt x="148258" y="102965"/>
                    <a:pt x="153001" y="102965"/>
                  </a:cubicBezTo>
                  <a:lnTo>
                    <a:pt x="188097" y="102965"/>
                  </a:lnTo>
                  <a:lnTo>
                    <a:pt x="188097" y="121253"/>
                  </a:lnTo>
                  <a:lnTo>
                    <a:pt x="16505" y="121253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93537370-187D-BF16-4335-075973320442}"/>
              </a:ext>
            </a:extLst>
          </p:cNvPr>
          <p:cNvGrpSpPr/>
          <p:nvPr/>
        </p:nvGrpSpPr>
        <p:grpSpPr>
          <a:xfrm>
            <a:off x="7125932" y="3439731"/>
            <a:ext cx="468660" cy="513054"/>
            <a:chOff x="7050288" y="4335538"/>
            <a:chExt cx="342899" cy="375380"/>
          </a:xfrm>
          <a:solidFill>
            <a:schemeClr val="bg1"/>
          </a:solidFill>
        </p:grpSpPr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416F81BD-FF07-8251-0F08-783CC0EE9AE7}"/>
                </a:ext>
              </a:extLst>
            </p:cNvPr>
            <p:cNvSpPr/>
            <p:nvPr/>
          </p:nvSpPr>
          <p:spPr>
            <a:xfrm>
              <a:off x="7050288" y="4335538"/>
              <a:ext cx="342899" cy="375380"/>
            </a:xfrm>
            <a:custGeom>
              <a:avLst/>
              <a:gdLst>
                <a:gd name="connsiteX0" fmla="*/ 232015 w 342899"/>
                <a:gd name="connsiteY0" fmla="*/ 95 h 375380"/>
                <a:gd name="connsiteX1" fmla="*/ 162771 w 342899"/>
                <a:gd name="connsiteY1" fmla="*/ 95 h 375380"/>
                <a:gd name="connsiteX2" fmla="*/ 155846 w 342899"/>
                <a:gd name="connsiteY2" fmla="*/ 7048 h 375380"/>
                <a:gd name="connsiteX3" fmla="*/ 155846 w 342899"/>
                <a:gd name="connsiteY3" fmla="*/ 34671 h 375380"/>
                <a:gd name="connsiteX4" fmla="*/ 155372 w 342899"/>
                <a:gd name="connsiteY4" fmla="*/ 34671 h 375380"/>
                <a:gd name="connsiteX5" fmla="*/ 44392 w 342899"/>
                <a:gd name="connsiteY5" fmla="*/ 89344 h 375380"/>
                <a:gd name="connsiteX6" fmla="*/ 0 w 342899"/>
                <a:gd name="connsiteY6" fmla="*/ 205073 h 375380"/>
                <a:gd name="connsiteX7" fmla="*/ 50273 w 342899"/>
                <a:gd name="connsiteY7" fmla="*/ 325374 h 375380"/>
                <a:gd name="connsiteX8" fmla="*/ 172731 w 342899"/>
                <a:gd name="connsiteY8" fmla="*/ 375380 h 375380"/>
                <a:gd name="connsiteX9" fmla="*/ 342900 w 342899"/>
                <a:gd name="connsiteY9" fmla="*/ 205073 h 375380"/>
                <a:gd name="connsiteX10" fmla="*/ 296042 w 342899"/>
                <a:gd name="connsiteY10" fmla="*/ 86582 h 375380"/>
                <a:gd name="connsiteX11" fmla="*/ 284375 w 342899"/>
                <a:gd name="connsiteY11" fmla="*/ 86582 h 375380"/>
                <a:gd name="connsiteX12" fmla="*/ 284375 w 342899"/>
                <a:gd name="connsiteY12" fmla="*/ 98298 h 375380"/>
                <a:gd name="connsiteX13" fmla="*/ 326585 w 342899"/>
                <a:gd name="connsiteY13" fmla="*/ 205073 h 375380"/>
                <a:gd name="connsiteX14" fmla="*/ 281339 w 342899"/>
                <a:gd name="connsiteY14" fmla="*/ 313658 h 375380"/>
                <a:gd name="connsiteX15" fmla="*/ 172731 w 342899"/>
                <a:gd name="connsiteY15" fmla="*/ 358997 h 375380"/>
                <a:gd name="connsiteX16" fmla="*/ 16410 w 342899"/>
                <a:gd name="connsiteY16" fmla="*/ 205073 h 375380"/>
                <a:gd name="connsiteX17" fmla="*/ 56154 w 342899"/>
                <a:gd name="connsiteY17" fmla="*/ 101060 h 375380"/>
                <a:gd name="connsiteX18" fmla="*/ 155372 w 342899"/>
                <a:gd name="connsiteY18" fmla="*/ 51054 h 375380"/>
                <a:gd name="connsiteX19" fmla="*/ 155846 w 342899"/>
                <a:gd name="connsiteY19" fmla="*/ 51054 h 375380"/>
                <a:gd name="connsiteX20" fmla="*/ 155846 w 342899"/>
                <a:gd name="connsiteY20" fmla="*/ 76295 h 375380"/>
                <a:gd name="connsiteX21" fmla="*/ 162771 w 342899"/>
                <a:gd name="connsiteY21" fmla="*/ 83248 h 375380"/>
                <a:gd name="connsiteX22" fmla="*/ 232015 w 342899"/>
                <a:gd name="connsiteY22" fmla="*/ 83248 h 375380"/>
                <a:gd name="connsiteX23" fmla="*/ 238939 w 342899"/>
                <a:gd name="connsiteY23" fmla="*/ 76295 h 375380"/>
                <a:gd name="connsiteX24" fmla="*/ 238939 w 342899"/>
                <a:gd name="connsiteY24" fmla="*/ 65913 h 375380"/>
                <a:gd name="connsiteX25" fmla="*/ 266637 w 342899"/>
                <a:gd name="connsiteY25" fmla="*/ 65913 h 375380"/>
                <a:gd name="connsiteX26" fmla="*/ 273561 w 342899"/>
                <a:gd name="connsiteY26" fmla="*/ 58960 h 375380"/>
                <a:gd name="connsiteX27" fmla="*/ 266637 w 342899"/>
                <a:gd name="connsiteY27" fmla="*/ 49530 h 375380"/>
                <a:gd name="connsiteX28" fmla="*/ 238939 w 342899"/>
                <a:gd name="connsiteY28" fmla="*/ 49530 h 375380"/>
                <a:gd name="connsiteX29" fmla="*/ 238939 w 342899"/>
                <a:gd name="connsiteY29" fmla="*/ 33718 h 375380"/>
                <a:gd name="connsiteX30" fmla="*/ 266637 w 342899"/>
                <a:gd name="connsiteY30" fmla="*/ 33718 h 375380"/>
                <a:gd name="connsiteX31" fmla="*/ 273561 w 342899"/>
                <a:gd name="connsiteY31" fmla="*/ 24289 h 375380"/>
                <a:gd name="connsiteX32" fmla="*/ 266637 w 342899"/>
                <a:gd name="connsiteY32" fmla="*/ 17335 h 375380"/>
                <a:gd name="connsiteX33" fmla="*/ 238939 w 342899"/>
                <a:gd name="connsiteY33" fmla="*/ 17335 h 375380"/>
                <a:gd name="connsiteX34" fmla="*/ 238939 w 342899"/>
                <a:gd name="connsiteY34" fmla="*/ 6953 h 375380"/>
                <a:gd name="connsiteX35" fmla="*/ 232015 w 342899"/>
                <a:gd name="connsiteY35" fmla="*/ 0 h 375380"/>
                <a:gd name="connsiteX36" fmla="*/ 222529 w 342899"/>
                <a:gd name="connsiteY36" fmla="*/ 66961 h 375380"/>
                <a:gd name="connsiteX37" fmla="*/ 172067 w 342899"/>
                <a:gd name="connsiteY37" fmla="*/ 66961 h 375380"/>
                <a:gd name="connsiteX38" fmla="*/ 172067 w 342899"/>
                <a:gd name="connsiteY38" fmla="*/ 16478 h 375380"/>
                <a:gd name="connsiteX39" fmla="*/ 222529 w 342899"/>
                <a:gd name="connsiteY39" fmla="*/ 16478 h 375380"/>
                <a:gd name="connsiteX40" fmla="*/ 222529 w 342899"/>
                <a:gd name="connsiteY40" fmla="*/ 66961 h 37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42899" h="375380">
                  <a:moveTo>
                    <a:pt x="232015" y="95"/>
                  </a:moveTo>
                  <a:lnTo>
                    <a:pt x="162771" y="95"/>
                  </a:lnTo>
                  <a:cubicBezTo>
                    <a:pt x="158123" y="95"/>
                    <a:pt x="155846" y="2381"/>
                    <a:pt x="155846" y="7048"/>
                  </a:cubicBezTo>
                  <a:lnTo>
                    <a:pt x="155846" y="34671"/>
                  </a:lnTo>
                  <a:lnTo>
                    <a:pt x="155372" y="34671"/>
                  </a:lnTo>
                  <a:cubicBezTo>
                    <a:pt x="112498" y="38290"/>
                    <a:pt x="73133" y="57721"/>
                    <a:pt x="44392" y="89344"/>
                  </a:cubicBezTo>
                  <a:cubicBezTo>
                    <a:pt x="15746" y="120872"/>
                    <a:pt x="0" y="161925"/>
                    <a:pt x="0" y="205073"/>
                  </a:cubicBezTo>
                  <a:cubicBezTo>
                    <a:pt x="0" y="250603"/>
                    <a:pt x="17833" y="293275"/>
                    <a:pt x="50273" y="325374"/>
                  </a:cubicBezTo>
                  <a:cubicBezTo>
                    <a:pt x="82808" y="357569"/>
                    <a:pt x="126252" y="375380"/>
                    <a:pt x="172731" y="375380"/>
                  </a:cubicBezTo>
                  <a:cubicBezTo>
                    <a:pt x="266542" y="375380"/>
                    <a:pt x="342900" y="298990"/>
                    <a:pt x="342900" y="205073"/>
                  </a:cubicBezTo>
                  <a:cubicBezTo>
                    <a:pt x="342900" y="161449"/>
                    <a:pt x="326300" y="119348"/>
                    <a:pt x="296042" y="86582"/>
                  </a:cubicBezTo>
                  <a:cubicBezTo>
                    <a:pt x="293765" y="84296"/>
                    <a:pt x="289023" y="84296"/>
                    <a:pt x="284375" y="86582"/>
                  </a:cubicBezTo>
                  <a:cubicBezTo>
                    <a:pt x="282098" y="91250"/>
                    <a:pt x="282098" y="96012"/>
                    <a:pt x="284375" y="98298"/>
                  </a:cubicBezTo>
                  <a:cubicBezTo>
                    <a:pt x="311977" y="128397"/>
                    <a:pt x="326585" y="165354"/>
                    <a:pt x="326585" y="205073"/>
                  </a:cubicBezTo>
                  <a:cubicBezTo>
                    <a:pt x="326585" y="244792"/>
                    <a:pt x="310460" y="284512"/>
                    <a:pt x="281339" y="313658"/>
                  </a:cubicBezTo>
                  <a:cubicBezTo>
                    <a:pt x="252124" y="342900"/>
                    <a:pt x="213613" y="358997"/>
                    <a:pt x="172731" y="358997"/>
                  </a:cubicBezTo>
                  <a:cubicBezTo>
                    <a:pt x="86508" y="358997"/>
                    <a:pt x="16410" y="289941"/>
                    <a:pt x="16410" y="205073"/>
                  </a:cubicBezTo>
                  <a:cubicBezTo>
                    <a:pt x="16410" y="166497"/>
                    <a:pt x="30543" y="129635"/>
                    <a:pt x="56154" y="101060"/>
                  </a:cubicBezTo>
                  <a:cubicBezTo>
                    <a:pt x="81860" y="72390"/>
                    <a:pt x="117146" y="54673"/>
                    <a:pt x="155372" y="51054"/>
                  </a:cubicBezTo>
                  <a:lnTo>
                    <a:pt x="155846" y="51054"/>
                  </a:lnTo>
                  <a:cubicBezTo>
                    <a:pt x="155846" y="51054"/>
                    <a:pt x="155846" y="76295"/>
                    <a:pt x="155846" y="76295"/>
                  </a:cubicBezTo>
                  <a:cubicBezTo>
                    <a:pt x="155846" y="80963"/>
                    <a:pt x="158123" y="83248"/>
                    <a:pt x="162771" y="83248"/>
                  </a:cubicBezTo>
                  <a:lnTo>
                    <a:pt x="232015" y="83248"/>
                  </a:lnTo>
                  <a:cubicBezTo>
                    <a:pt x="236663" y="83248"/>
                    <a:pt x="238939" y="80963"/>
                    <a:pt x="238939" y="76295"/>
                  </a:cubicBezTo>
                  <a:lnTo>
                    <a:pt x="238939" y="65913"/>
                  </a:lnTo>
                  <a:lnTo>
                    <a:pt x="266637" y="65913"/>
                  </a:lnTo>
                  <a:cubicBezTo>
                    <a:pt x="271285" y="65913"/>
                    <a:pt x="273561" y="63627"/>
                    <a:pt x="273561" y="58960"/>
                  </a:cubicBezTo>
                  <a:cubicBezTo>
                    <a:pt x="273561" y="54292"/>
                    <a:pt x="271380" y="49530"/>
                    <a:pt x="266637" y="49530"/>
                  </a:cubicBezTo>
                  <a:lnTo>
                    <a:pt x="238939" y="49530"/>
                  </a:lnTo>
                  <a:lnTo>
                    <a:pt x="238939" y="33718"/>
                  </a:lnTo>
                  <a:lnTo>
                    <a:pt x="266637" y="33718"/>
                  </a:lnTo>
                  <a:cubicBezTo>
                    <a:pt x="271380" y="33718"/>
                    <a:pt x="273561" y="28861"/>
                    <a:pt x="273561" y="24289"/>
                  </a:cubicBezTo>
                  <a:cubicBezTo>
                    <a:pt x="273561" y="19717"/>
                    <a:pt x="271285" y="17335"/>
                    <a:pt x="266637" y="17335"/>
                  </a:cubicBezTo>
                  <a:lnTo>
                    <a:pt x="238939" y="17335"/>
                  </a:lnTo>
                  <a:lnTo>
                    <a:pt x="238939" y="6953"/>
                  </a:lnTo>
                  <a:cubicBezTo>
                    <a:pt x="238939" y="2286"/>
                    <a:pt x="236663" y="0"/>
                    <a:pt x="232015" y="0"/>
                  </a:cubicBezTo>
                  <a:close/>
                  <a:moveTo>
                    <a:pt x="222529" y="66961"/>
                  </a:moveTo>
                  <a:lnTo>
                    <a:pt x="172067" y="66961"/>
                  </a:lnTo>
                  <a:lnTo>
                    <a:pt x="172067" y="16478"/>
                  </a:lnTo>
                  <a:lnTo>
                    <a:pt x="222529" y="16478"/>
                  </a:lnTo>
                  <a:lnTo>
                    <a:pt x="222529" y="66961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248AF592-7854-86D8-2A65-0C0EA96DABC2}"/>
                </a:ext>
              </a:extLst>
            </p:cNvPr>
            <p:cNvSpPr/>
            <p:nvPr/>
          </p:nvSpPr>
          <p:spPr>
            <a:xfrm>
              <a:off x="7119343" y="4471841"/>
              <a:ext cx="204412" cy="162496"/>
            </a:xfrm>
            <a:custGeom>
              <a:avLst/>
              <a:gdLst>
                <a:gd name="connsiteX0" fmla="*/ 145602 w 204412"/>
                <a:gd name="connsiteY0" fmla="*/ 162401 h 162496"/>
                <a:gd name="connsiteX1" fmla="*/ 180224 w 204412"/>
                <a:gd name="connsiteY1" fmla="*/ 162401 h 162496"/>
                <a:gd name="connsiteX2" fmla="*/ 187148 w 204412"/>
                <a:gd name="connsiteY2" fmla="*/ 155448 h 162496"/>
                <a:gd name="connsiteX3" fmla="*/ 187148 w 204412"/>
                <a:gd name="connsiteY3" fmla="*/ 137636 h 162496"/>
                <a:gd name="connsiteX4" fmla="*/ 197488 w 204412"/>
                <a:gd name="connsiteY4" fmla="*/ 137636 h 162496"/>
                <a:gd name="connsiteX5" fmla="*/ 204412 w 204412"/>
                <a:gd name="connsiteY5" fmla="*/ 128206 h 162496"/>
                <a:gd name="connsiteX6" fmla="*/ 204412 w 204412"/>
                <a:gd name="connsiteY6" fmla="*/ 76200 h 162496"/>
                <a:gd name="connsiteX7" fmla="*/ 199669 w 204412"/>
                <a:gd name="connsiteY7" fmla="*/ 69152 h 162496"/>
                <a:gd name="connsiteX8" fmla="*/ 169885 w 204412"/>
                <a:gd name="connsiteY8" fmla="*/ 54292 h 162496"/>
                <a:gd name="connsiteX9" fmla="*/ 152432 w 204412"/>
                <a:gd name="connsiteY9" fmla="*/ 6953 h 162496"/>
                <a:gd name="connsiteX10" fmla="*/ 145507 w 204412"/>
                <a:gd name="connsiteY10" fmla="*/ 0 h 162496"/>
                <a:gd name="connsiteX11" fmla="*/ 58905 w 204412"/>
                <a:gd name="connsiteY11" fmla="*/ 0 h 162496"/>
                <a:gd name="connsiteX12" fmla="*/ 51980 w 204412"/>
                <a:gd name="connsiteY12" fmla="*/ 6953 h 162496"/>
                <a:gd name="connsiteX13" fmla="*/ 51980 w 204412"/>
                <a:gd name="connsiteY13" fmla="*/ 7144 h 162496"/>
                <a:gd name="connsiteX14" fmla="*/ 34527 w 204412"/>
                <a:gd name="connsiteY14" fmla="*/ 54388 h 162496"/>
                <a:gd name="connsiteX15" fmla="*/ 4743 w 204412"/>
                <a:gd name="connsiteY15" fmla="*/ 69247 h 162496"/>
                <a:gd name="connsiteX16" fmla="*/ 0 w 204412"/>
                <a:gd name="connsiteY16" fmla="*/ 76295 h 162496"/>
                <a:gd name="connsiteX17" fmla="*/ 0 w 204412"/>
                <a:gd name="connsiteY17" fmla="*/ 128302 h 162496"/>
                <a:gd name="connsiteX18" fmla="*/ 6924 w 204412"/>
                <a:gd name="connsiteY18" fmla="*/ 137731 h 162496"/>
                <a:gd name="connsiteX19" fmla="*/ 17264 w 204412"/>
                <a:gd name="connsiteY19" fmla="*/ 137731 h 162496"/>
                <a:gd name="connsiteX20" fmla="*/ 17264 w 204412"/>
                <a:gd name="connsiteY20" fmla="*/ 155543 h 162496"/>
                <a:gd name="connsiteX21" fmla="*/ 24188 w 204412"/>
                <a:gd name="connsiteY21" fmla="*/ 162496 h 162496"/>
                <a:gd name="connsiteX22" fmla="*/ 58810 w 204412"/>
                <a:gd name="connsiteY22" fmla="*/ 162496 h 162496"/>
                <a:gd name="connsiteX23" fmla="*/ 68201 w 204412"/>
                <a:gd name="connsiteY23" fmla="*/ 155543 h 162496"/>
                <a:gd name="connsiteX24" fmla="*/ 68201 w 204412"/>
                <a:gd name="connsiteY24" fmla="*/ 137731 h 162496"/>
                <a:gd name="connsiteX25" fmla="*/ 135927 w 204412"/>
                <a:gd name="connsiteY25" fmla="*/ 137731 h 162496"/>
                <a:gd name="connsiteX26" fmla="*/ 135927 w 204412"/>
                <a:gd name="connsiteY26" fmla="*/ 155543 h 162496"/>
                <a:gd name="connsiteX27" fmla="*/ 145318 w 204412"/>
                <a:gd name="connsiteY27" fmla="*/ 162496 h 162496"/>
                <a:gd name="connsiteX28" fmla="*/ 170833 w 204412"/>
                <a:gd name="connsiteY28" fmla="*/ 146018 h 162496"/>
                <a:gd name="connsiteX29" fmla="*/ 152526 w 204412"/>
                <a:gd name="connsiteY29" fmla="*/ 146018 h 162496"/>
                <a:gd name="connsiteX30" fmla="*/ 152526 w 204412"/>
                <a:gd name="connsiteY30" fmla="*/ 137636 h 162496"/>
                <a:gd name="connsiteX31" fmla="*/ 170833 w 204412"/>
                <a:gd name="connsiteY31" fmla="*/ 137636 h 162496"/>
                <a:gd name="connsiteX32" fmla="*/ 170833 w 204412"/>
                <a:gd name="connsiteY32" fmla="*/ 146018 h 162496"/>
                <a:gd name="connsiteX33" fmla="*/ 66114 w 204412"/>
                <a:gd name="connsiteY33" fmla="*/ 16288 h 162496"/>
                <a:gd name="connsiteX34" fmla="*/ 138488 w 204412"/>
                <a:gd name="connsiteY34" fmla="*/ 16288 h 162496"/>
                <a:gd name="connsiteX35" fmla="*/ 138488 w 204412"/>
                <a:gd name="connsiteY35" fmla="*/ 16573 h 162496"/>
                <a:gd name="connsiteX36" fmla="*/ 151199 w 204412"/>
                <a:gd name="connsiteY36" fmla="*/ 51911 h 162496"/>
                <a:gd name="connsiteX37" fmla="*/ 53403 w 204412"/>
                <a:gd name="connsiteY37" fmla="*/ 51911 h 162496"/>
                <a:gd name="connsiteX38" fmla="*/ 66114 w 204412"/>
                <a:gd name="connsiteY38" fmla="*/ 16288 h 162496"/>
                <a:gd name="connsiteX39" fmla="*/ 52075 w 204412"/>
                <a:gd name="connsiteY39" fmla="*/ 146018 h 162496"/>
                <a:gd name="connsiteX40" fmla="*/ 33768 w 204412"/>
                <a:gd name="connsiteY40" fmla="*/ 146018 h 162496"/>
                <a:gd name="connsiteX41" fmla="*/ 33768 w 204412"/>
                <a:gd name="connsiteY41" fmla="*/ 137636 h 162496"/>
                <a:gd name="connsiteX42" fmla="*/ 52075 w 204412"/>
                <a:gd name="connsiteY42" fmla="*/ 137636 h 162496"/>
                <a:gd name="connsiteX43" fmla="*/ 52075 w 204412"/>
                <a:gd name="connsiteY43" fmla="*/ 146018 h 162496"/>
                <a:gd name="connsiteX44" fmla="*/ 16505 w 204412"/>
                <a:gd name="connsiteY44" fmla="*/ 121253 h 162496"/>
                <a:gd name="connsiteX45" fmla="*/ 16505 w 204412"/>
                <a:gd name="connsiteY45" fmla="*/ 102965 h 162496"/>
                <a:gd name="connsiteX46" fmla="*/ 51601 w 204412"/>
                <a:gd name="connsiteY46" fmla="*/ 102965 h 162496"/>
                <a:gd name="connsiteX47" fmla="*/ 58525 w 204412"/>
                <a:gd name="connsiteY47" fmla="*/ 93536 h 162496"/>
                <a:gd name="connsiteX48" fmla="*/ 51601 w 204412"/>
                <a:gd name="connsiteY48" fmla="*/ 86582 h 162496"/>
                <a:gd name="connsiteX49" fmla="*/ 16505 w 204412"/>
                <a:gd name="connsiteY49" fmla="*/ 86582 h 162496"/>
                <a:gd name="connsiteX50" fmla="*/ 16505 w 204412"/>
                <a:gd name="connsiteY50" fmla="*/ 83344 h 162496"/>
                <a:gd name="connsiteX51" fmla="*/ 44202 w 204412"/>
                <a:gd name="connsiteY51" fmla="*/ 68294 h 162496"/>
                <a:gd name="connsiteX52" fmla="*/ 160684 w 204412"/>
                <a:gd name="connsiteY52" fmla="*/ 68294 h 162496"/>
                <a:gd name="connsiteX53" fmla="*/ 188097 w 204412"/>
                <a:gd name="connsiteY53" fmla="*/ 83344 h 162496"/>
                <a:gd name="connsiteX54" fmla="*/ 188097 w 204412"/>
                <a:gd name="connsiteY54" fmla="*/ 86582 h 162496"/>
                <a:gd name="connsiteX55" fmla="*/ 153001 w 204412"/>
                <a:gd name="connsiteY55" fmla="*/ 86582 h 162496"/>
                <a:gd name="connsiteX56" fmla="*/ 146076 w 204412"/>
                <a:gd name="connsiteY56" fmla="*/ 93536 h 162496"/>
                <a:gd name="connsiteX57" fmla="*/ 153001 w 204412"/>
                <a:gd name="connsiteY57" fmla="*/ 102965 h 162496"/>
                <a:gd name="connsiteX58" fmla="*/ 188097 w 204412"/>
                <a:gd name="connsiteY58" fmla="*/ 102965 h 162496"/>
                <a:gd name="connsiteX59" fmla="*/ 188097 w 204412"/>
                <a:gd name="connsiteY59" fmla="*/ 121253 h 162496"/>
                <a:gd name="connsiteX60" fmla="*/ 16505 w 204412"/>
                <a:gd name="connsiteY60" fmla="*/ 121253 h 16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04412" h="162496">
                  <a:moveTo>
                    <a:pt x="145602" y="162401"/>
                  </a:moveTo>
                  <a:lnTo>
                    <a:pt x="180224" y="162401"/>
                  </a:lnTo>
                  <a:cubicBezTo>
                    <a:pt x="184872" y="162401"/>
                    <a:pt x="187148" y="160115"/>
                    <a:pt x="187148" y="155448"/>
                  </a:cubicBezTo>
                  <a:lnTo>
                    <a:pt x="187148" y="137636"/>
                  </a:lnTo>
                  <a:lnTo>
                    <a:pt x="197488" y="137636"/>
                  </a:lnTo>
                  <a:cubicBezTo>
                    <a:pt x="202230" y="137636"/>
                    <a:pt x="204412" y="132779"/>
                    <a:pt x="204412" y="128206"/>
                  </a:cubicBezTo>
                  <a:lnTo>
                    <a:pt x="204412" y="76200"/>
                  </a:lnTo>
                  <a:cubicBezTo>
                    <a:pt x="204412" y="73914"/>
                    <a:pt x="202041" y="71533"/>
                    <a:pt x="199669" y="69152"/>
                  </a:cubicBezTo>
                  <a:lnTo>
                    <a:pt x="169885" y="54292"/>
                  </a:lnTo>
                  <a:lnTo>
                    <a:pt x="152432" y="6953"/>
                  </a:lnTo>
                  <a:cubicBezTo>
                    <a:pt x="152432" y="2381"/>
                    <a:pt x="147879" y="0"/>
                    <a:pt x="145507" y="0"/>
                  </a:cubicBezTo>
                  <a:lnTo>
                    <a:pt x="58905" y="0"/>
                  </a:lnTo>
                  <a:cubicBezTo>
                    <a:pt x="56439" y="0"/>
                    <a:pt x="51980" y="2381"/>
                    <a:pt x="51980" y="6953"/>
                  </a:cubicBezTo>
                  <a:lnTo>
                    <a:pt x="51980" y="7144"/>
                  </a:lnTo>
                  <a:cubicBezTo>
                    <a:pt x="51980" y="7144"/>
                    <a:pt x="34527" y="54388"/>
                    <a:pt x="34527" y="54388"/>
                  </a:cubicBezTo>
                  <a:lnTo>
                    <a:pt x="4743" y="69247"/>
                  </a:lnTo>
                  <a:cubicBezTo>
                    <a:pt x="2371" y="71628"/>
                    <a:pt x="0" y="74009"/>
                    <a:pt x="0" y="76295"/>
                  </a:cubicBezTo>
                  <a:lnTo>
                    <a:pt x="0" y="128302"/>
                  </a:lnTo>
                  <a:cubicBezTo>
                    <a:pt x="0" y="132874"/>
                    <a:pt x="2182" y="137731"/>
                    <a:pt x="6924" y="137731"/>
                  </a:cubicBezTo>
                  <a:lnTo>
                    <a:pt x="17264" y="137731"/>
                  </a:lnTo>
                  <a:lnTo>
                    <a:pt x="17264" y="155543"/>
                  </a:lnTo>
                  <a:cubicBezTo>
                    <a:pt x="17264" y="160211"/>
                    <a:pt x="19540" y="162496"/>
                    <a:pt x="24188" y="162496"/>
                  </a:cubicBezTo>
                  <a:lnTo>
                    <a:pt x="58810" y="162496"/>
                  </a:lnTo>
                  <a:cubicBezTo>
                    <a:pt x="63363" y="162496"/>
                    <a:pt x="68201" y="160306"/>
                    <a:pt x="68201" y="155543"/>
                  </a:cubicBezTo>
                  <a:lnTo>
                    <a:pt x="68201" y="137731"/>
                  </a:lnTo>
                  <a:lnTo>
                    <a:pt x="135927" y="137731"/>
                  </a:lnTo>
                  <a:lnTo>
                    <a:pt x="135927" y="155543"/>
                  </a:lnTo>
                  <a:cubicBezTo>
                    <a:pt x="135927" y="160306"/>
                    <a:pt x="140765" y="162496"/>
                    <a:pt x="145318" y="162496"/>
                  </a:cubicBezTo>
                  <a:close/>
                  <a:moveTo>
                    <a:pt x="170833" y="146018"/>
                  </a:moveTo>
                  <a:lnTo>
                    <a:pt x="152526" y="146018"/>
                  </a:lnTo>
                  <a:lnTo>
                    <a:pt x="152526" y="137636"/>
                  </a:lnTo>
                  <a:lnTo>
                    <a:pt x="170833" y="137636"/>
                  </a:lnTo>
                  <a:lnTo>
                    <a:pt x="170833" y="146018"/>
                  </a:lnTo>
                  <a:close/>
                  <a:moveTo>
                    <a:pt x="66114" y="16288"/>
                  </a:moveTo>
                  <a:lnTo>
                    <a:pt x="138488" y="16288"/>
                  </a:lnTo>
                  <a:lnTo>
                    <a:pt x="138488" y="16573"/>
                  </a:lnTo>
                  <a:cubicBezTo>
                    <a:pt x="138488" y="16573"/>
                    <a:pt x="151199" y="51911"/>
                    <a:pt x="151199" y="51911"/>
                  </a:cubicBezTo>
                  <a:lnTo>
                    <a:pt x="53403" y="51911"/>
                  </a:lnTo>
                  <a:lnTo>
                    <a:pt x="66114" y="16288"/>
                  </a:lnTo>
                  <a:close/>
                  <a:moveTo>
                    <a:pt x="52075" y="146018"/>
                  </a:moveTo>
                  <a:lnTo>
                    <a:pt x="33768" y="146018"/>
                  </a:lnTo>
                  <a:lnTo>
                    <a:pt x="33768" y="137636"/>
                  </a:lnTo>
                  <a:lnTo>
                    <a:pt x="52075" y="137636"/>
                  </a:lnTo>
                  <a:lnTo>
                    <a:pt x="52075" y="146018"/>
                  </a:lnTo>
                  <a:close/>
                  <a:moveTo>
                    <a:pt x="16505" y="121253"/>
                  </a:moveTo>
                  <a:lnTo>
                    <a:pt x="16505" y="102965"/>
                  </a:lnTo>
                  <a:lnTo>
                    <a:pt x="51601" y="102965"/>
                  </a:lnTo>
                  <a:cubicBezTo>
                    <a:pt x="56344" y="102965"/>
                    <a:pt x="58525" y="98108"/>
                    <a:pt x="58525" y="93536"/>
                  </a:cubicBezTo>
                  <a:cubicBezTo>
                    <a:pt x="58525" y="88964"/>
                    <a:pt x="56249" y="86582"/>
                    <a:pt x="51601" y="86582"/>
                  </a:cubicBezTo>
                  <a:lnTo>
                    <a:pt x="16505" y="86582"/>
                  </a:lnTo>
                  <a:lnTo>
                    <a:pt x="16505" y="83344"/>
                  </a:lnTo>
                  <a:lnTo>
                    <a:pt x="44202" y="68294"/>
                  </a:lnTo>
                  <a:lnTo>
                    <a:pt x="160684" y="68294"/>
                  </a:lnTo>
                  <a:cubicBezTo>
                    <a:pt x="160684" y="68294"/>
                    <a:pt x="188097" y="83344"/>
                    <a:pt x="188097" y="83344"/>
                  </a:cubicBezTo>
                  <a:lnTo>
                    <a:pt x="188097" y="86582"/>
                  </a:lnTo>
                  <a:lnTo>
                    <a:pt x="153001" y="86582"/>
                  </a:lnTo>
                  <a:cubicBezTo>
                    <a:pt x="148353" y="86582"/>
                    <a:pt x="146076" y="88868"/>
                    <a:pt x="146076" y="93536"/>
                  </a:cubicBezTo>
                  <a:cubicBezTo>
                    <a:pt x="146076" y="98203"/>
                    <a:pt x="148258" y="102965"/>
                    <a:pt x="153001" y="102965"/>
                  </a:cubicBezTo>
                  <a:lnTo>
                    <a:pt x="188097" y="102965"/>
                  </a:lnTo>
                  <a:lnTo>
                    <a:pt x="188097" y="121253"/>
                  </a:lnTo>
                  <a:lnTo>
                    <a:pt x="16505" y="121253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B584B5DA-B5EB-13AD-66BA-9DF121A27755}"/>
              </a:ext>
            </a:extLst>
          </p:cNvPr>
          <p:cNvGrpSpPr/>
          <p:nvPr/>
        </p:nvGrpSpPr>
        <p:grpSpPr>
          <a:xfrm>
            <a:off x="7884757" y="3439731"/>
            <a:ext cx="468660" cy="513054"/>
            <a:chOff x="7050288" y="4335538"/>
            <a:chExt cx="342899" cy="375380"/>
          </a:xfrm>
          <a:solidFill>
            <a:schemeClr val="tx1"/>
          </a:solidFill>
        </p:grpSpPr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AE0E9F76-519E-649D-F94C-C02687F9F694}"/>
                </a:ext>
              </a:extLst>
            </p:cNvPr>
            <p:cNvSpPr/>
            <p:nvPr/>
          </p:nvSpPr>
          <p:spPr>
            <a:xfrm>
              <a:off x="7050288" y="4335538"/>
              <a:ext cx="342899" cy="375380"/>
            </a:xfrm>
            <a:custGeom>
              <a:avLst/>
              <a:gdLst>
                <a:gd name="connsiteX0" fmla="*/ 232015 w 342899"/>
                <a:gd name="connsiteY0" fmla="*/ 95 h 375380"/>
                <a:gd name="connsiteX1" fmla="*/ 162771 w 342899"/>
                <a:gd name="connsiteY1" fmla="*/ 95 h 375380"/>
                <a:gd name="connsiteX2" fmla="*/ 155846 w 342899"/>
                <a:gd name="connsiteY2" fmla="*/ 7048 h 375380"/>
                <a:gd name="connsiteX3" fmla="*/ 155846 w 342899"/>
                <a:gd name="connsiteY3" fmla="*/ 34671 h 375380"/>
                <a:gd name="connsiteX4" fmla="*/ 155372 w 342899"/>
                <a:gd name="connsiteY4" fmla="*/ 34671 h 375380"/>
                <a:gd name="connsiteX5" fmla="*/ 44392 w 342899"/>
                <a:gd name="connsiteY5" fmla="*/ 89344 h 375380"/>
                <a:gd name="connsiteX6" fmla="*/ 0 w 342899"/>
                <a:gd name="connsiteY6" fmla="*/ 205073 h 375380"/>
                <a:gd name="connsiteX7" fmla="*/ 50273 w 342899"/>
                <a:gd name="connsiteY7" fmla="*/ 325374 h 375380"/>
                <a:gd name="connsiteX8" fmla="*/ 172731 w 342899"/>
                <a:gd name="connsiteY8" fmla="*/ 375380 h 375380"/>
                <a:gd name="connsiteX9" fmla="*/ 342900 w 342899"/>
                <a:gd name="connsiteY9" fmla="*/ 205073 h 375380"/>
                <a:gd name="connsiteX10" fmla="*/ 296042 w 342899"/>
                <a:gd name="connsiteY10" fmla="*/ 86582 h 375380"/>
                <a:gd name="connsiteX11" fmla="*/ 284375 w 342899"/>
                <a:gd name="connsiteY11" fmla="*/ 86582 h 375380"/>
                <a:gd name="connsiteX12" fmla="*/ 284375 w 342899"/>
                <a:gd name="connsiteY12" fmla="*/ 98298 h 375380"/>
                <a:gd name="connsiteX13" fmla="*/ 326585 w 342899"/>
                <a:gd name="connsiteY13" fmla="*/ 205073 h 375380"/>
                <a:gd name="connsiteX14" fmla="*/ 281339 w 342899"/>
                <a:gd name="connsiteY14" fmla="*/ 313658 h 375380"/>
                <a:gd name="connsiteX15" fmla="*/ 172731 w 342899"/>
                <a:gd name="connsiteY15" fmla="*/ 358997 h 375380"/>
                <a:gd name="connsiteX16" fmla="*/ 16410 w 342899"/>
                <a:gd name="connsiteY16" fmla="*/ 205073 h 375380"/>
                <a:gd name="connsiteX17" fmla="*/ 56154 w 342899"/>
                <a:gd name="connsiteY17" fmla="*/ 101060 h 375380"/>
                <a:gd name="connsiteX18" fmla="*/ 155372 w 342899"/>
                <a:gd name="connsiteY18" fmla="*/ 51054 h 375380"/>
                <a:gd name="connsiteX19" fmla="*/ 155846 w 342899"/>
                <a:gd name="connsiteY19" fmla="*/ 51054 h 375380"/>
                <a:gd name="connsiteX20" fmla="*/ 155846 w 342899"/>
                <a:gd name="connsiteY20" fmla="*/ 76295 h 375380"/>
                <a:gd name="connsiteX21" fmla="*/ 162771 w 342899"/>
                <a:gd name="connsiteY21" fmla="*/ 83248 h 375380"/>
                <a:gd name="connsiteX22" fmla="*/ 232015 w 342899"/>
                <a:gd name="connsiteY22" fmla="*/ 83248 h 375380"/>
                <a:gd name="connsiteX23" fmla="*/ 238939 w 342899"/>
                <a:gd name="connsiteY23" fmla="*/ 76295 h 375380"/>
                <a:gd name="connsiteX24" fmla="*/ 238939 w 342899"/>
                <a:gd name="connsiteY24" fmla="*/ 65913 h 375380"/>
                <a:gd name="connsiteX25" fmla="*/ 266637 w 342899"/>
                <a:gd name="connsiteY25" fmla="*/ 65913 h 375380"/>
                <a:gd name="connsiteX26" fmla="*/ 273561 w 342899"/>
                <a:gd name="connsiteY26" fmla="*/ 58960 h 375380"/>
                <a:gd name="connsiteX27" fmla="*/ 266637 w 342899"/>
                <a:gd name="connsiteY27" fmla="*/ 49530 h 375380"/>
                <a:gd name="connsiteX28" fmla="*/ 238939 w 342899"/>
                <a:gd name="connsiteY28" fmla="*/ 49530 h 375380"/>
                <a:gd name="connsiteX29" fmla="*/ 238939 w 342899"/>
                <a:gd name="connsiteY29" fmla="*/ 33718 h 375380"/>
                <a:gd name="connsiteX30" fmla="*/ 266637 w 342899"/>
                <a:gd name="connsiteY30" fmla="*/ 33718 h 375380"/>
                <a:gd name="connsiteX31" fmla="*/ 273561 w 342899"/>
                <a:gd name="connsiteY31" fmla="*/ 24289 h 375380"/>
                <a:gd name="connsiteX32" fmla="*/ 266637 w 342899"/>
                <a:gd name="connsiteY32" fmla="*/ 17335 h 375380"/>
                <a:gd name="connsiteX33" fmla="*/ 238939 w 342899"/>
                <a:gd name="connsiteY33" fmla="*/ 17335 h 375380"/>
                <a:gd name="connsiteX34" fmla="*/ 238939 w 342899"/>
                <a:gd name="connsiteY34" fmla="*/ 6953 h 375380"/>
                <a:gd name="connsiteX35" fmla="*/ 232015 w 342899"/>
                <a:gd name="connsiteY35" fmla="*/ 0 h 375380"/>
                <a:gd name="connsiteX36" fmla="*/ 222529 w 342899"/>
                <a:gd name="connsiteY36" fmla="*/ 66961 h 375380"/>
                <a:gd name="connsiteX37" fmla="*/ 172067 w 342899"/>
                <a:gd name="connsiteY37" fmla="*/ 66961 h 375380"/>
                <a:gd name="connsiteX38" fmla="*/ 172067 w 342899"/>
                <a:gd name="connsiteY38" fmla="*/ 16478 h 375380"/>
                <a:gd name="connsiteX39" fmla="*/ 222529 w 342899"/>
                <a:gd name="connsiteY39" fmla="*/ 16478 h 375380"/>
                <a:gd name="connsiteX40" fmla="*/ 222529 w 342899"/>
                <a:gd name="connsiteY40" fmla="*/ 66961 h 37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42899" h="375380">
                  <a:moveTo>
                    <a:pt x="232015" y="95"/>
                  </a:moveTo>
                  <a:lnTo>
                    <a:pt x="162771" y="95"/>
                  </a:lnTo>
                  <a:cubicBezTo>
                    <a:pt x="158123" y="95"/>
                    <a:pt x="155846" y="2381"/>
                    <a:pt x="155846" y="7048"/>
                  </a:cubicBezTo>
                  <a:lnTo>
                    <a:pt x="155846" y="34671"/>
                  </a:lnTo>
                  <a:lnTo>
                    <a:pt x="155372" y="34671"/>
                  </a:lnTo>
                  <a:cubicBezTo>
                    <a:pt x="112498" y="38290"/>
                    <a:pt x="73133" y="57721"/>
                    <a:pt x="44392" y="89344"/>
                  </a:cubicBezTo>
                  <a:cubicBezTo>
                    <a:pt x="15746" y="120872"/>
                    <a:pt x="0" y="161925"/>
                    <a:pt x="0" y="205073"/>
                  </a:cubicBezTo>
                  <a:cubicBezTo>
                    <a:pt x="0" y="250603"/>
                    <a:pt x="17833" y="293275"/>
                    <a:pt x="50273" y="325374"/>
                  </a:cubicBezTo>
                  <a:cubicBezTo>
                    <a:pt x="82808" y="357569"/>
                    <a:pt x="126252" y="375380"/>
                    <a:pt x="172731" y="375380"/>
                  </a:cubicBezTo>
                  <a:cubicBezTo>
                    <a:pt x="266542" y="375380"/>
                    <a:pt x="342900" y="298990"/>
                    <a:pt x="342900" y="205073"/>
                  </a:cubicBezTo>
                  <a:cubicBezTo>
                    <a:pt x="342900" y="161449"/>
                    <a:pt x="326300" y="119348"/>
                    <a:pt x="296042" y="86582"/>
                  </a:cubicBezTo>
                  <a:cubicBezTo>
                    <a:pt x="293765" y="84296"/>
                    <a:pt x="289023" y="84296"/>
                    <a:pt x="284375" y="86582"/>
                  </a:cubicBezTo>
                  <a:cubicBezTo>
                    <a:pt x="282098" y="91250"/>
                    <a:pt x="282098" y="96012"/>
                    <a:pt x="284375" y="98298"/>
                  </a:cubicBezTo>
                  <a:cubicBezTo>
                    <a:pt x="311977" y="128397"/>
                    <a:pt x="326585" y="165354"/>
                    <a:pt x="326585" y="205073"/>
                  </a:cubicBezTo>
                  <a:cubicBezTo>
                    <a:pt x="326585" y="244792"/>
                    <a:pt x="310460" y="284512"/>
                    <a:pt x="281339" y="313658"/>
                  </a:cubicBezTo>
                  <a:cubicBezTo>
                    <a:pt x="252124" y="342900"/>
                    <a:pt x="213613" y="358997"/>
                    <a:pt x="172731" y="358997"/>
                  </a:cubicBezTo>
                  <a:cubicBezTo>
                    <a:pt x="86508" y="358997"/>
                    <a:pt x="16410" y="289941"/>
                    <a:pt x="16410" y="205073"/>
                  </a:cubicBezTo>
                  <a:cubicBezTo>
                    <a:pt x="16410" y="166497"/>
                    <a:pt x="30543" y="129635"/>
                    <a:pt x="56154" y="101060"/>
                  </a:cubicBezTo>
                  <a:cubicBezTo>
                    <a:pt x="81860" y="72390"/>
                    <a:pt x="117146" y="54673"/>
                    <a:pt x="155372" y="51054"/>
                  </a:cubicBezTo>
                  <a:lnTo>
                    <a:pt x="155846" y="51054"/>
                  </a:lnTo>
                  <a:cubicBezTo>
                    <a:pt x="155846" y="51054"/>
                    <a:pt x="155846" y="76295"/>
                    <a:pt x="155846" y="76295"/>
                  </a:cubicBezTo>
                  <a:cubicBezTo>
                    <a:pt x="155846" y="80963"/>
                    <a:pt x="158123" y="83248"/>
                    <a:pt x="162771" y="83248"/>
                  </a:cubicBezTo>
                  <a:lnTo>
                    <a:pt x="232015" y="83248"/>
                  </a:lnTo>
                  <a:cubicBezTo>
                    <a:pt x="236663" y="83248"/>
                    <a:pt x="238939" y="80963"/>
                    <a:pt x="238939" y="76295"/>
                  </a:cubicBezTo>
                  <a:lnTo>
                    <a:pt x="238939" y="65913"/>
                  </a:lnTo>
                  <a:lnTo>
                    <a:pt x="266637" y="65913"/>
                  </a:lnTo>
                  <a:cubicBezTo>
                    <a:pt x="271285" y="65913"/>
                    <a:pt x="273561" y="63627"/>
                    <a:pt x="273561" y="58960"/>
                  </a:cubicBezTo>
                  <a:cubicBezTo>
                    <a:pt x="273561" y="54292"/>
                    <a:pt x="271380" y="49530"/>
                    <a:pt x="266637" y="49530"/>
                  </a:cubicBezTo>
                  <a:lnTo>
                    <a:pt x="238939" y="49530"/>
                  </a:lnTo>
                  <a:lnTo>
                    <a:pt x="238939" y="33718"/>
                  </a:lnTo>
                  <a:lnTo>
                    <a:pt x="266637" y="33718"/>
                  </a:lnTo>
                  <a:cubicBezTo>
                    <a:pt x="271380" y="33718"/>
                    <a:pt x="273561" y="28861"/>
                    <a:pt x="273561" y="24289"/>
                  </a:cubicBezTo>
                  <a:cubicBezTo>
                    <a:pt x="273561" y="19717"/>
                    <a:pt x="271285" y="17335"/>
                    <a:pt x="266637" y="17335"/>
                  </a:cubicBezTo>
                  <a:lnTo>
                    <a:pt x="238939" y="17335"/>
                  </a:lnTo>
                  <a:lnTo>
                    <a:pt x="238939" y="6953"/>
                  </a:lnTo>
                  <a:cubicBezTo>
                    <a:pt x="238939" y="2286"/>
                    <a:pt x="236663" y="0"/>
                    <a:pt x="232015" y="0"/>
                  </a:cubicBezTo>
                  <a:close/>
                  <a:moveTo>
                    <a:pt x="222529" y="66961"/>
                  </a:moveTo>
                  <a:lnTo>
                    <a:pt x="172067" y="66961"/>
                  </a:lnTo>
                  <a:lnTo>
                    <a:pt x="172067" y="16478"/>
                  </a:lnTo>
                  <a:lnTo>
                    <a:pt x="222529" y="16478"/>
                  </a:lnTo>
                  <a:lnTo>
                    <a:pt x="222529" y="66961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A63FA68F-4BCA-E968-31B2-E096941AF736}"/>
                </a:ext>
              </a:extLst>
            </p:cNvPr>
            <p:cNvSpPr/>
            <p:nvPr/>
          </p:nvSpPr>
          <p:spPr>
            <a:xfrm>
              <a:off x="7119343" y="4471841"/>
              <a:ext cx="204412" cy="162496"/>
            </a:xfrm>
            <a:custGeom>
              <a:avLst/>
              <a:gdLst>
                <a:gd name="connsiteX0" fmla="*/ 145602 w 204412"/>
                <a:gd name="connsiteY0" fmla="*/ 162401 h 162496"/>
                <a:gd name="connsiteX1" fmla="*/ 180224 w 204412"/>
                <a:gd name="connsiteY1" fmla="*/ 162401 h 162496"/>
                <a:gd name="connsiteX2" fmla="*/ 187148 w 204412"/>
                <a:gd name="connsiteY2" fmla="*/ 155448 h 162496"/>
                <a:gd name="connsiteX3" fmla="*/ 187148 w 204412"/>
                <a:gd name="connsiteY3" fmla="*/ 137636 h 162496"/>
                <a:gd name="connsiteX4" fmla="*/ 197488 w 204412"/>
                <a:gd name="connsiteY4" fmla="*/ 137636 h 162496"/>
                <a:gd name="connsiteX5" fmla="*/ 204412 w 204412"/>
                <a:gd name="connsiteY5" fmla="*/ 128206 h 162496"/>
                <a:gd name="connsiteX6" fmla="*/ 204412 w 204412"/>
                <a:gd name="connsiteY6" fmla="*/ 76200 h 162496"/>
                <a:gd name="connsiteX7" fmla="*/ 199669 w 204412"/>
                <a:gd name="connsiteY7" fmla="*/ 69152 h 162496"/>
                <a:gd name="connsiteX8" fmla="*/ 169885 w 204412"/>
                <a:gd name="connsiteY8" fmla="*/ 54292 h 162496"/>
                <a:gd name="connsiteX9" fmla="*/ 152432 w 204412"/>
                <a:gd name="connsiteY9" fmla="*/ 6953 h 162496"/>
                <a:gd name="connsiteX10" fmla="*/ 145507 w 204412"/>
                <a:gd name="connsiteY10" fmla="*/ 0 h 162496"/>
                <a:gd name="connsiteX11" fmla="*/ 58905 w 204412"/>
                <a:gd name="connsiteY11" fmla="*/ 0 h 162496"/>
                <a:gd name="connsiteX12" fmla="*/ 51980 w 204412"/>
                <a:gd name="connsiteY12" fmla="*/ 6953 h 162496"/>
                <a:gd name="connsiteX13" fmla="*/ 51980 w 204412"/>
                <a:gd name="connsiteY13" fmla="*/ 7144 h 162496"/>
                <a:gd name="connsiteX14" fmla="*/ 34527 w 204412"/>
                <a:gd name="connsiteY14" fmla="*/ 54388 h 162496"/>
                <a:gd name="connsiteX15" fmla="*/ 4743 w 204412"/>
                <a:gd name="connsiteY15" fmla="*/ 69247 h 162496"/>
                <a:gd name="connsiteX16" fmla="*/ 0 w 204412"/>
                <a:gd name="connsiteY16" fmla="*/ 76295 h 162496"/>
                <a:gd name="connsiteX17" fmla="*/ 0 w 204412"/>
                <a:gd name="connsiteY17" fmla="*/ 128302 h 162496"/>
                <a:gd name="connsiteX18" fmla="*/ 6924 w 204412"/>
                <a:gd name="connsiteY18" fmla="*/ 137731 h 162496"/>
                <a:gd name="connsiteX19" fmla="*/ 17264 w 204412"/>
                <a:gd name="connsiteY19" fmla="*/ 137731 h 162496"/>
                <a:gd name="connsiteX20" fmla="*/ 17264 w 204412"/>
                <a:gd name="connsiteY20" fmla="*/ 155543 h 162496"/>
                <a:gd name="connsiteX21" fmla="*/ 24188 w 204412"/>
                <a:gd name="connsiteY21" fmla="*/ 162496 h 162496"/>
                <a:gd name="connsiteX22" fmla="*/ 58810 w 204412"/>
                <a:gd name="connsiteY22" fmla="*/ 162496 h 162496"/>
                <a:gd name="connsiteX23" fmla="*/ 68201 w 204412"/>
                <a:gd name="connsiteY23" fmla="*/ 155543 h 162496"/>
                <a:gd name="connsiteX24" fmla="*/ 68201 w 204412"/>
                <a:gd name="connsiteY24" fmla="*/ 137731 h 162496"/>
                <a:gd name="connsiteX25" fmla="*/ 135927 w 204412"/>
                <a:gd name="connsiteY25" fmla="*/ 137731 h 162496"/>
                <a:gd name="connsiteX26" fmla="*/ 135927 w 204412"/>
                <a:gd name="connsiteY26" fmla="*/ 155543 h 162496"/>
                <a:gd name="connsiteX27" fmla="*/ 145318 w 204412"/>
                <a:gd name="connsiteY27" fmla="*/ 162496 h 162496"/>
                <a:gd name="connsiteX28" fmla="*/ 170833 w 204412"/>
                <a:gd name="connsiteY28" fmla="*/ 146018 h 162496"/>
                <a:gd name="connsiteX29" fmla="*/ 152526 w 204412"/>
                <a:gd name="connsiteY29" fmla="*/ 146018 h 162496"/>
                <a:gd name="connsiteX30" fmla="*/ 152526 w 204412"/>
                <a:gd name="connsiteY30" fmla="*/ 137636 h 162496"/>
                <a:gd name="connsiteX31" fmla="*/ 170833 w 204412"/>
                <a:gd name="connsiteY31" fmla="*/ 137636 h 162496"/>
                <a:gd name="connsiteX32" fmla="*/ 170833 w 204412"/>
                <a:gd name="connsiteY32" fmla="*/ 146018 h 162496"/>
                <a:gd name="connsiteX33" fmla="*/ 66114 w 204412"/>
                <a:gd name="connsiteY33" fmla="*/ 16288 h 162496"/>
                <a:gd name="connsiteX34" fmla="*/ 138488 w 204412"/>
                <a:gd name="connsiteY34" fmla="*/ 16288 h 162496"/>
                <a:gd name="connsiteX35" fmla="*/ 138488 w 204412"/>
                <a:gd name="connsiteY35" fmla="*/ 16573 h 162496"/>
                <a:gd name="connsiteX36" fmla="*/ 151199 w 204412"/>
                <a:gd name="connsiteY36" fmla="*/ 51911 h 162496"/>
                <a:gd name="connsiteX37" fmla="*/ 53403 w 204412"/>
                <a:gd name="connsiteY37" fmla="*/ 51911 h 162496"/>
                <a:gd name="connsiteX38" fmla="*/ 66114 w 204412"/>
                <a:gd name="connsiteY38" fmla="*/ 16288 h 162496"/>
                <a:gd name="connsiteX39" fmla="*/ 52075 w 204412"/>
                <a:gd name="connsiteY39" fmla="*/ 146018 h 162496"/>
                <a:gd name="connsiteX40" fmla="*/ 33768 w 204412"/>
                <a:gd name="connsiteY40" fmla="*/ 146018 h 162496"/>
                <a:gd name="connsiteX41" fmla="*/ 33768 w 204412"/>
                <a:gd name="connsiteY41" fmla="*/ 137636 h 162496"/>
                <a:gd name="connsiteX42" fmla="*/ 52075 w 204412"/>
                <a:gd name="connsiteY42" fmla="*/ 137636 h 162496"/>
                <a:gd name="connsiteX43" fmla="*/ 52075 w 204412"/>
                <a:gd name="connsiteY43" fmla="*/ 146018 h 162496"/>
                <a:gd name="connsiteX44" fmla="*/ 16505 w 204412"/>
                <a:gd name="connsiteY44" fmla="*/ 121253 h 162496"/>
                <a:gd name="connsiteX45" fmla="*/ 16505 w 204412"/>
                <a:gd name="connsiteY45" fmla="*/ 102965 h 162496"/>
                <a:gd name="connsiteX46" fmla="*/ 51601 w 204412"/>
                <a:gd name="connsiteY46" fmla="*/ 102965 h 162496"/>
                <a:gd name="connsiteX47" fmla="*/ 58525 w 204412"/>
                <a:gd name="connsiteY47" fmla="*/ 93536 h 162496"/>
                <a:gd name="connsiteX48" fmla="*/ 51601 w 204412"/>
                <a:gd name="connsiteY48" fmla="*/ 86582 h 162496"/>
                <a:gd name="connsiteX49" fmla="*/ 16505 w 204412"/>
                <a:gd name="connsiteY49" fmla="*/ 86582 h 162496"/>
                <a:gd name="connsiteX50" fmla="*/ 16505 w 204412"/>
                <a:gd name="connsiteY50" fmla="*/ 83344 h 162496"/>
                <a:gd name="connsiteX51" fmla="*/ 44202 w 204412"/>
                <a:gd name="connsiteY51" fmla="*/ 68294 h 162496"/>
                <a:gd name="connsiteX52" fmla="*/ 160684 w 204412"/>
                <a:gd name="connsiteY52" fmla="*/ 68294 h 162496"/>
                <a:gd name="connsiteX53" fmla="*/ 188097 w 204412"/>
                <a:gd name="connsiteY53" fmla="*/ 83344 h 162496"/>
                <a:gd name="connsiteX54" fmla="*/ 188097 w 204412"/>
                <a:gd name="connsiteY54" fmla="*/ 86582 h 162496"/>
                <a:gd name="connsiteX55" fmla="*/ 153001 w 204412"/>
                <a:gd name="connsiteY55" fmla="*/ 86582 h 162496"/>
                <a:gd name="connsiteX56" fmla="*/ 146076 w 204412"/>
                <a:gd name="connsiteY56" fmla="*/ 93536 h 162496"/>
                <a:gd name="connsiteX57" fmla="*/ 153001 w 204412"/>
                <a:gd name="connsiteY57" fmla="*/ 102965 h 162496"/>
                <a:gd name="connsiteX58" fmla="*/ 188097 w 204412"/>
                <a:gd name="connsiteY58" fmla="*/ 102965 h 162496"/>
                <a:gd name="connsiteX59" fmla="*/ 188097 w 204412"/>
                <a:gd name="connsiteY59" fmla="*/ 121253 h 162496"/>
                <a:gd name="connsiteX60" fmla="*/ 16505 w 204412"/>
                <a:gd name="connsiteY60" fmla="*/ 121253 h 16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04412" h="162496">
                  <a:moveTo>
                    <a:pt x="145602" y="162401"/>
                  </a:moveTo>
                  <a:lnTo>
                    <a:pt x="180224" y="162401"/>
                  </a:lnTo>
                  <a:cubicBezTo>
                    <a:pt x="184872" y="162401"/>
                    <a:pt x="187148" y="160115"/>
                    <a:pt x="187148" y="155448"/>
                  </a:cubicBezTo>
                  <a:lnTo>
                    <a:pt x="187148" y="137636"/>
                  </a:lnTo>
                  <a:lnTo>
                    <a:pt x="197488" y="137636"/>
                  </a:lnTo>
                  <a:cubicBezTo>
                    <a:pt x="202230" y="137636"/>
                    <a:pt x="204412" y="132779"/>
                    <a:pt x="204412" y="128206"/>
                  </a:cubicBezTo>
                  <a:lnTo>
                    <a:pt x="204412" y="76200"/>
                  </a:lnTo>
                  <a:cubicBezTo>
                    <a:pt x="204412" y="73914"/>
                    <a:pt x="202041" y="71533"/>
                    <a:pt x="199669" y="69152"/>
                  </a:cubicBezTo>
                  <a:lnTo>
                    <a:pt x="169885" y="54292"/>
                  </a:lnTo>
                  <a:lnTo>
                    <a:pt x="152432" y="6953"/>
                  </a:lnTo>
                  <a:cubicBezTo>
                    <a:pt x="152432" y="2381"/>
                    <a:pt x="147879" y="0"/>
                    <a:pt x="145507" y="0"/>
                  </a:cubicBezTo>
                  <a:lnTo>
                    <a:pt x="58905" y="0"/>
                  </a:lnTo>
                  <a:cubicBezTo>
                    <a:pt x="56439" y="0"/>
                    <a:pt x="51980" y="2381"/>
                    <a:pt x="51980" y="6953"/>
                  </a:cubicBezTo>
                  <a:lnTo>
                    <a:pt x="51980" y="7144"/>
                  </a:lnTo>
                  <a:cubicBezTo>
                    <a:pt x="51980" y="7144"/>
                    <a:pt x="34527" y="54388"/>
                    <a:pt x="34527" y="54388"/>
                  </a:cubicBezTo>
                  <a:lnTo>
                    <a:pt x="4743" y="69247"/>
                  </a:lnTo>
                  <a:cubicBezTo>
                    <a:pt x="2371" y="71628"/>
                    <a:pt x="0" y="74009"/>
                    <a:pt x="0" y="76295"/>
                  </a:cubicBezTo>
                  <a:lnTo>
                    <a:pt x="0" y="128302"/>
                  </a:lnTo>
                  <a:cubicBezTo>
                    <a:pt x="0" y="132874"/>
                    <a:pt x="2182" y="137731"/>
                    <a:pt x="6924" y="137731"/>
                  </a:cubicBezTo>
                  <a:lnTo>
                    <a:pt x="17264" y="137731"/>
                  </a:lnTo>
                  <a:lnTo>
                    <a:pt x="17264" y="155543"/>
                  </a:lnTo>
                  <a:cubicBezTo>
                    <a:pt x="17264" y="160211"/>
                    <a:pt x="19540" y="162496"/>
                    <a:pt x="24188" y="162496"/>
                  </a:cubicBezTo>
                  <a:lnTo>
                    <a:pt x="58810" y="162496"/>
                  </a:lnTo>
                  <a:cubicBezTo>
                    <a:pt x="63363" y="162496"/>
                    <a:pt x="68201" y="160306"/>
                    <a:pt x="68201" y="155543"/>
                  </a:cubicBezTo>
                  <a:lnTo>
                    <a:pt x="68201" y="137731"/>
                  </a:lnTo>
                  <a:lnTo>
                    <a:pt x="135927" y="137731"/>
                  </a:lnTo>
                  <a:lnTo>
                    <a:pt x="135927" y="155543"/>
                  </a:lnTo>
                  <a:cubicBezTo>
                    <a:pt x="135927" y="160306"/>
                    <a:pt x="140765" y="162496"/>
                    <a:pt x="145318" y="162496"/>
                  </a:cubicBezTo>
                  <a:close/>
                  <a:moveTo>
                    <a:pt x="170833" y="146018"/>
                  </a:moveTo>
                  <a:lnTo>
                    <a:pt x="152526" y="146018"/>
                  </a:lnTo>
                  <a:lnTo>
                    <a:pt x="152526" y="137636"/>
                  </a:lnTo>
                  <a:lnTo>
                    <a:pt x="170833" y="137636"/>
                  </a:lnTo>
                  <a:lnTo>
                    <a:pt x="170833" y="146018"/>
                  </a:lnTo>
                  <a:close/>
                  <a:moveTo>
                    <a:pt x="66114" y="16288"/>
                  </a:moveTo>
                  <a:lnTo>
                    <a:pt x="138488" y="16288"/>
                  </a:lnTo>
                  <a:lnTo>
                    <a:pt x="138488" y="16573"/>
                  </a:lnTo>
                  <a:cubicBezTo>
                    <a:pt x="138488" y="16573"/>
                    <a:pt x="151199" y="51911"/>
                    <a:pt x="151199" y="51911"/>
                  </a:cubicBezTo>
                  <a:lnTo>
                    <a:pt x="53403" y="51911"/>
                  </a:lnTo>
                  <a:lnTo>
                    <a:pt x="66114" y="16288"/>
                  </a:lnTo>
                  <a:close/>
                  <a:moveTo>
                    <a:pt x="52075" y="146018"/>
                  </a:moveTo>
                  <a:lnTo>
                    <a:pt x="33768" y="146018"/>
                  </a:lnTo>
                  <a:lnTo>
                    <a:pt x="33768" y="137636"/>
                  </a:lnTo>
                  <a:lnTo>
                    <a:pt x="52075" y="137636"/>
                  </a:lnTo>
                  <a:lnTo>
                    <a:pt x="52075" y="146018"/>
                  </a:lnTo>
                  <a:close/>
                  <a:moveTo>
                    <a:pt x="16505" y="121253"/>
                  </a:moveTo>
                  <a:lnTo>
                    <a:pt x="16505" y="102965"/>
                  </a:lnTo>
                  <a:lnTo>
                    <a:pt x="51601" y="102965"/>
                  </a:lnTo>
                  <a:cubicBezTo>
                    <a:pt x="56344" y="102965"/>
                    <a:pt x="58525" y="98108"/>
                    <a:pt x="58525" y="93536"/>
                  </a:cubicBezTo>
                  <a:cubicBezTo>
                    <a:pt x="58525" y="88964"/>
                    <a:pt x="56249" y="86582"/>
                    <a:pt x="51601" y="86582"/>
                  </a:cubicBezTo>
                  <a:lnTo>
                    <a:pt x="16505" y="86582"/>
                  </a:lnTo>
                  <a:lnTo>
                    <a:pt x="16505" y="83344"/>
                  </a:lnTo>
                  <a:lnTo>
                    <a:pt x="44202" y="68294"/>
                  </a:lnTo>
                  <a:lnTo>
                    <a:pt x="160684" y="68294"/>
                  </a:lnTo>
                  <a:cubicBezTo>
                    <a:pt x="160684" y="68294"/>
                    <a:pt x="188097" y="83344"/>
                    <a:pt x="188097" y="83344"/>
                  </a:cubicBezTo>
                  <a:lnTo>
                    <a:pt x="188097" y="86582"/>
                  </a:lnTo>
                  <a:lnTo>
                    <a:pt x="153001" y="86582"/>
                  </a:lnTo>
                  <a:cubicBezTo>
                    <a:pt x="148353" y="86582"/>
                    <a:pt x="146076" y="88868"/>
                    <a:pt x="146076" y="93536"/>
                  </a:cubicBezTo>
                  <a:cubicBezTo>
                    <a:pt x="146076" y="98203"/>
                    <a:pt x="148258" y="102965"/>
                    <a:pt x="153001" y="102965"/>
                  </a:cubicBezTo>
                  <a:lnTo>
                    <a:pt x="188097" y="102965"/>
                  </a:lnTo>
                  <a:lnTo>
                    <a:pt x="188097" y="121253"/>
                  </a:lnTo>
                  <a:lnTo>
                    <a:pt x="16505" y="121253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8F47A6C1-7134-97F4-67D6-524DE3C0C4F2}"/>
              </a:ext>
            </a:extLst>
          </p:cNvPr>
          <p:cNvGrpSpPr/>
          <p:nvPr/>
        </p:nvGrpSpPr>
        <p:grpSpPr>
          <a:xfrm>
            <a:off x="8759660" y="2884147"/>
            <a:ext cx="514350" cy="448601"/>
            <a:chOff x="6776540" y="3613543"/>
            <a:chExt cx="382454" cy="333565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6B24D2FA-AD95-DC78-2BF9-BABE37BF9C0A}"/>
                </a:ext>
              </a:extLst>
            </p:cNvPr>
            <p:cNvSpPr/>
            <p:nvPr/>
          </p:nvSpPr>
          <p:spPr>
            <a:xfrm>
              <a:off x="6907392" y="3675074"/>
              <a:ext cx="114656" cy="210597"/>
            </a:xfrm>
            <a:custGeom>
              <a:avLst/>
              <a:gdLst>
                <a:gd name="connsiteX0" fmla="*/ 113541 w 114656"/>
                <a:gd name="connsiteY0" fmla="*/ 4191 h 210597"/>
                <a:gd name="connsiteX1" fmla="*/ 106048 w 114656"/>
                <a:gd name="connsiteY1" fmla="*/ 0 h 210597"/>
                <a:gd name="connsiteX2" fmla="*/ 38796 w 114656"/>
                <a:gd name="connsiteY2" fmla="*/ 0 h 210597"/>
                <a:gd name="connsiteX3" fmla="*/ 33579 w 114656"/>
                <a:gd name="connsiteY3" fmla="*/ 2381 h 210597"/>
                <a:gd name="connsiteX4" fmla="*/ 31682 w 114656"/>
                <a:gd name="connsiteY4" fmla="*/ 6572 h 210597"/>
                <a:gd name="connsiteX5" fmla="*/ 6735 w 114656"/>
                <a:gd name="connsiteY5" fmla="*/ 107252 h 210597"/>
                <a:gd name="connsiteX6" fmla="*/ 6355 w 114656"/>
                <a:gd name="connsiteY6" fmla="*/ 108299 h 210597"/>
                <a:gd name="connsiteX7" fmla="*/ 0 w 114656"/>
                <a:gd name="connsiteY7" fmla="*/ 108680 h 210597"/>
                <a:gd name="connsiteX8" fmla="*/ 6166 w 114656"/>
                <a:gd name="connsiteY8" fmla="*/ 110109 h 210597"/>
                <a:gd name="connsiteX9" fmla="*/ 7304 w 114656"/>
                <a:gd name="connsiteY9" fmla="*/ 113538 h 210597"/>
                <a:gd name="connsiteX10" fmla="*/ 8252 w 114656"/>
                <a:gd name="connsiteY10" fmla="*/ 114967 h 210597"/>
                <a:gd name="connsiteX11" fmla="*/ 13659 w 114656"/>
                <a:gd name="connsiteY11" fmla="*/ 117443 h 210597"/>
                <a:gd name="connsiteX12" fmla="*/ 37562 w 114656"/>
                <a:gd name="connsiteY12" fmla="*/ 117443 h 210597"/>
                <a:gd name="connsiteX13" fmla="*/ 15272 w 114656"/>
                <a:gd name="connsiteY13" fmla="*/ 200311 h 210597"/>
                <a:gd name="connsiteX14" fmla="*/ 18592 w 114656"/>
                <a:gd name="connsiteY14" fmla="*/ 209931 h 210597"/>
                <a:gd name="connsiteX15" fmla="*/ 19540 w 114656"/>
                <a:gd name="connsiteY15" fmla="*/ 210598 h 210597"/>
                <a:gd name="connsiteX16" fmla="*/ 22101 w 114656"/>
                <a:gd name="connsiteY16" fmla="*/ 210598 h 210597"/>
                <a:gd name="connsiteX17" fmla="*/ 28646 w 114656"/>
                <a:gd name="connsiteY17" fmla="*/ 207550 h 210597"/>
                <a:gd name="connsiteX18" fmla="*/ 112308 w 114656"/>
                <a:gd name="connsiteY18" fmla="*/ 81153 h 210597"/>
                <a:gd name="connsiteX19" fmla="*/ 113731 w 114656"/>
                <a:gd name="connsiteY19" fmla="*/ 72009 h 210597"/>
                <a:gd name="connsiteX20" fmla="*/ 106237 w 114656"/>
                <a:gd name="connsiteY20" fmla="*/ 67818 h 210597"/>
                <a:gd name="connsiteX21" fmla="*/ 78540 w 114656"/>
                <a:gd name="connsiteY21" fmla="*/ 67818 h 210597"/>
                <a:gd name="connsiteX22" fmla="*/ 113067 w 114656"/>
                <a:gd name="connsiteY22" fmla="*/ 12764 h 210597"/>
                <a:gd name="connsiteX23" fmla="*/ 113731 w 114656"/>
                <a:gd name="connsiteY23" fmla="*/ 4286 h 210597"/>
                <a:gd name="connsiteX24" fmla="*/ 54731 w 114656"/>
                <a:gd name="connsiteY24" fmla="*/ 112395 h 210597"/>
                <a:gd name="connsiteX25" fmla="*/ 53783 w 114656"/>
                <a:gd name="connsiteY25" fmla="*/ 105347 h 210597"/>
                <a:gd name="connsiteX26" fmla="*/ 47238 w 114656"/>
                <a:gd name="connsiteY26" fmla="*/ 101537 h 210597"/>
                <a:gd name="connsiteX27" fmla="*/ 23903 w 114656"/>
                <a:gd name="connsiteY27" fmla="*/ 101537 h 210597"/>
                <a:gd name="connsiteX28" fmla="*/ 45246 w 114656"/>
                <a:gd name="connsiteY28" fmla="*/ 15812 h 210597"/>
                <a:gd name="connsiteX29" fmla="*/ 92483 w 114656"/>
                <a:gd name="connsiteY29" fmla="*/ 15812 h 210597"/>
                <a:gd name="connsiteX30" fmla="*/ 57292 w 114656"/>
                <a:gd name="connsiteY30" fmla="*/ 71819 h 210597"/>
                <a:gd name="connsiteX31" fmla="*/ 57292 w 114656"/>
                <a:gd name="connsiteY31" fmla="*/ 79343 h 210597"/>
                <a:gd name="connsiteX32" fmla="*/ 64122 w 114656"/>
                <a:gd name="connsiteY32" fmla="*/ 83534 h 210597"/>
                <a:gd name="connsiteX33" fmla="*/ 91630 w 114656"/>
                <a:gd name="connsiteY33" fmla="*/ 83534 h 210597"/>
                <a:gd name="connsiteX34" fmla="*/ 42685 w 114656"/>
                <a:gd name="connsiteY34" fmla="*/ 157639 h 210597"/>
                <a:gd name="connsiteX35" fmla="*/ 54826 w 114656"/>
                <a:gd name="connsiteY35" fmla="*/ 112395 h 210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4656" h="210597">
                  <a:moveTo>
                    <a:pt x="113541" y="4191"/>
                  </a:moveTo>
                  <a:cubicBezTo>
                    <a:pt x="112782" y="2667"/>
                    <a:pt x="110790" y="0"/>
                    <a:pt x="106048" y="0"/>
                  </a:cubicBezTo>
                  <a:lnTo>
                    <a:pt x="38796" y="0"/>
                  </a:lnTo>
                  <a:cubicBezTo>
                    <a:pt x="36899" y="0"/>
                    <a:pt x="35001" y="857"/>
                    <a:pt x="33579" y="2381"/>
                  </a:cubicBezTo>
                  <a:cubicBezTo>
                    <a:pt x="32440" y="3620"/>
                    <a:pt x="31776" y="5048"/>
                    <a:pt x="31682" y="6572"/>
                  </a:cubicBezTo>
                  <a:lnTo>
                    <a:pt x="6735" y="107252"/>
                  </a:lnTo>
                  <a:cubicBezTo>
                    <a:pt x="6735" y="107252"/>
                    <a:pt x="6450" y="107918"/>
                    <a:pt x="6355" y="108299"/>
                  </a:cubicBezTo>
                  <a:lnTo>
                    <a:pt x="0" y="108680"/>
                  </a:lnTo>
                  <a:lnTo>
                    <a:pt x="6166" y="110109"/>
                  </a:lnTo>
                  <a:cubicBezTo>
                    <a:pt x="6166" y="111538"/>
                    <a:pt x="6830" y="112776"/>
                    <a:pt x="7304" y="113538"/>
                  </a:cubicBezTo>
                  <a:lnTo>
                    <a:pt x="8252" y="114967"/>
                  </a:lnTo>
                  <a:cubicBezTo>
                    <a:pt x="9485" y="116205"/>
                    <a:pt x="11762" y="117443"/>
                    <a:pt x="13659" y="117443"/>
                  </a:cubicBezTo>
                  <a:lnTo>
                    <a:pt x="37562" y="117443"/>
                  </a:lnTo>
                  <a:lnTo>
                    <a:pt x="15272" y="200311"/>
                  </a:lnTo>
                  <a:cubicBezTo>
                    <a:pt x="13659" y="203549"/>
                    <a:pt x="15082" y="207550"/>
                    <a:pt x="18592" y="209931"/>
                  </a:cubicBezTo>
                  <a:lnTo>
                    <a:pt x="19540" y="210598"/>
                  </a:lnTo>
                  <a:lnTo>
                    <a:pt x="22101" y="210598"/>
                  </a:lnTo>
                  <a:cubicBezTo>
                    <a:pt x="24473" y="210598"/>
                    <a:pt x="26749" y="209550"/>
                    <a:pt x="28646" y="207550"/>
                  </a:cubicBezTo>
                  <a:lnTo>
                    <a:pt x="112308" y="81153"/>
                  </a:lnTo>
                  <a:cubicBezTo>
                    <a:pt x="115059" y="78391"/>
                    <a:pt x="114964" y="74486"/>
                    <a:pt x="113731" y="72009"/>
                  </a:cubicBezTo>
                  <a:cubicBezTo>
                    <a:pt x="112972" y="70485"/>
                    <a:pt x="110980" y="67818"/>
                    <a:pt x="106237" y="67818"/>
                  </a:cubicBezTo>
                  <a:lnTo>
                    <a:pt x="78540" y="67818"/>
                  </a:lnTo>
                  <a:lnTo>
                    <a:pt x="113067" y="12764"/>
                  </a:lnTo>
                  <a:cubicBezTo>
                    <a:pt x="115059" y="10668"/>
                    <a:pt x="115059" y="6858"/>
                    <a:pt x="113731" y="4286"/>
                  </a:cubicBezTo>
                  <a:close/>
                  <a:moveTo>
                    <a:pt x="54731" y="112395"/>
                  </a:moveTo>
                  <a:cubicBezTo>
                    <a:pt x="56059" y="109538"/>
                    <a:pt x="54921" y="106680"/>
                    <a:pt x="53783" y="105347"/>
                  </a:cubicBezTo>
                  <a:cubicBezTo>
                    <a:pt x="52455" y="103061"/>
                    <a:pt x="49894" y="101537"/>
                    <a:pt x="47238" y="101537"/>
                  </a:cubicBezTo>
                  <a:lnTo>
                    <a:pt x="23903" y="101537"/>
                  </a:lnTo>
                  <a:lnTo>
                    <a:pt x="45246" y="15812"/>
                  </a:lnTo>
                  <a:lnTo>
                    <a:pt x="92483" y="15812"/>
                  </a:lnTo>
                  <a:lnTo>
                    <a:pt x="57292" y="71819"/>
                  </a:lnTo>
                  <a:cubicBezTo>
                    <a:pt x="56059" y="74295"/>
                    <a:pt x="56059" y="76867"/>
                    <a:pt x="57292" y="79343"/>
                  </a:cubicBezTo>
                  <a:cubicBezTo>
                    <a:pt x="58525" y="81915"/>
                    <a:pt x="61181" y="83534"/>
                    <a:pt x="64122" y="83534"/>
                  </a:cubicBezTo>
                  <a:lnTo>
                    <a:pt x="91630" y="83534"/>
                  </a:lnTo>
                  <a:lnTo>
                    <a:pt x="42685" y="157639"/>
                  </a:lnTo>
                  <a:lnTo>
                    <a:pt x="54826" y="112395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341A39D9-B27D-CDD4-18F5-4451448E1007}"/>
                </a:ext>
              </a:extLst>
            </p:cNvPr>
            <p:cNvSpPr/>
            <p:nvPr/>
          </p:nvSpPr>
          <p:spPr>
            <a:xfrm>
              <a:off x="6776540" y="3762895"/>
              <a:ext cx="341383" cy="184213"/>
            </a:xfrm>
            <a:custGeom>
              <a:avLst/>
              <a:gdLst>
                <a:gd name="connsiteX0" fmla="*/ 336687 w 341383"/>
                <a:gd name="connsiteY0" fmla="*/ 78486 h 184213"/>
                <a:gd name="connsiteX1" fmla="*/ 330332 w 341383"/>
                <a:gd name="connsiteY1" fmla="*/ 78105 h 184213"/>
                <a:gd name="connsiteX2" fmla="*/ 325589 w 341383"/>
                <a:gd name="connsiteY2" fmla="*/ 82391 h 184213"/>
                <a:gd name="connsiteX3" fmla="*/ 190706 w 341383"/>
                <a:gd name="connsiteY3" fmla="*/ 167640 h 184213"/>
                <a:gd name="connsiteX4" fmla="*/ 41878 w 341383"/>
                <a:gd name="connsiteY4" fmla="*/ 32004 h 184213"/>
                <a:gd name="connsiteX5" fmla="*/ 52407 w 341383"/>
                <a:gd name="connsiteY5" fmla="*/ 42577 h 184213"/>
                <a:gd name="connsiteX6" fmla="*/ 58288 w 341383"/>
                <a:gd name="connsiteY6" fmla="*/ 45053 h 184213"/>
                <a:gd name="connsiteX7" fmla="*/ 58288 w 341383"/>
                <a:gd name="connsiteY7" fmla="*/ 45053 h 184213"/>
                <a:gd name="connsiteX8" fmla="*/ 64169 w 341383"/>
                <a:gd name="connsiteY8" fmla="*/ 42577 h 184213"/>
                <a:gd name="connsiteX9" fmla="*/ 64169 w 341383"/>
                <a:gd name="connsiteY9" fmla="*/ 30861 h 184213"/>
                <a:gd name="connsiteX10" fmla="*/ 41120 w 341383"/>
                <a:gd name="connsiteY10" fmla="*/ 7715 h 184213"/>
                <a:gd name="connsiteX11" fmla="*/ 33152 w 341383"/>
                <a:gd name="connsiteY11" fmla="*/ 0 h 184213"/>
                <a:gd name="connsiteX12" fmla="*/ 2419 w 341383"/>
                <a:gd name="connsiteY12" fmla="*/ 30861 h 184213"/>
                <a:gd name="connsiteX13" fmla="*/ 2419 w 341383"/>
                <a:gd name="connsiteY13" fmla="*/ 42577 h 184213"/>
                <a:gd name="connsiteX14" fmla="*/ 14086 w 341383"/>
                <a:gd name="connsiteY14" fmla="*/ 42577 h 184213"/>
                <a:gd name="connsiteX15" fmla="*/ 25184 w 341383"/>
                <a:gd name="connsiteY15" fmla="*/ 31337 h 184213"/>
                <a:gd name="connsiteX16" fmla="*/ 190706 w 341383"/>
                <a:gd name="connsiteY16" fmla="*/ 184214 h 184213"/>
                <a:gd name="connsiteX17" fmla="*/ 340576 w 341383"/>
                <a:gd name="connsiteY17" fmla="*/ 89535 h 184213"/>
                <a:gd name="connsiteX18" fmla="*/ 340955 w 341383"/>
                <a:gd name="connsiteY18" fmla="*/ 83153 h 184213"/>
                <a:gd name="connsiteX19" fmla="*/ 336687 w 341383"/>
                <a:gd name="connsiteY19" fmla="*/ 78391 h 18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383" h="184213">
                  <a:moveTo>
                    <a:pt x="336687" y="78486"/>
                  </a:moveTo>
                  <a:cubicBezTo>
                    <a:pt x="334695" y="77533"/>
                    <a:pt x="332419" y="77438"/>
                    <a:pt x="330332" y="78105"/>
                  </a:cubicBezTo>
                  <a:cubicBezTo>
                    <a:pt x="328245" y="78772"/>
                    <a:pt x="326538" y="80391"/>
                    <a:pt x="325589" y="82391"/>
                  </a:cubicBezTo>
                  <a:cubicBezTo>
                    <a:pt x="300832" y="134207"/>
                    <a:pt x="247903" y="167640"/>
                    <a:pt x="190706" y="167640"/>
                  </a:cubicBezTo>
                  <a:cubicBezTo>
                    <a:pt x="113873" y="167640"/>
                    <a:pt x="49182" y="108394"/>
                    <a:pt x="41878" y="32004"/>
                  </a:cubicBezTo>
                  <a:lnTo>
                    <a:pt x="52407" y="42577"/>
                  </a:lnTo>
                  <a:cubicBezTo>
                    <a:pt x="53925" y="44196"/>
                    <a:pt x="56012" y="45053"/>
                    <a:pt x="58288" y="45053"/>
                  </a:cubicBezTo>
                  <a:lnTo>
                    <a:pt x="58288" y="45053"/>
                  </a:lnTo>
                  <a:cubicBezTo>
                    <a:pt x="60470" y="45053"/>
                    <a:pt x="62557" y="44196"/>
                    <a:pt x="64169" y="42577"/>
                  </a:cubicBezTo>
                  <a:cubicBezTo>
                    <a:pt x="67394" y="39338"/>
                    <a:pt x="67394" y="34100"/>
                    <a:pt x="64169" y="30861"/>
                  </a:cubicBezTo>
                  <a:lnTo>
                    <a:pt x="41120" y="7715"/>
                  </a:lnTo>
                  <a:lnTo>
                    <a:pt x="33152" y="0"/>
                  </a:lnTo>
                  <a:lnTo>
                    <a:pt x="2419" y="30861"/>
                  </a:lnTo>
                  <a:cubicBezTo>
                    <a:pt x="-806" y="34100"/>
                    <a:pt x="-806" y="39338"/>
                    <a:pt x="2419" y="42577"/>
                  </a:cubicBezTo>
                  <a:cubicBezTo>
                    <a:pt x="5549" y="45720"/>
                    <a:pt x="10956" y="45720"/>
                    <a:pt x="14086" y="42577"/>
                  </a:cubicBezTo>
                  <a:lnTo>
                    <a:pt x="25184" y="31337"/>
                  </a:lnTo>
                  <a:cubicBezTo>
                    <a:pt x="32298" y="117348"/>
                    <a:pt x="104388" y="184214"/>
                    <a:pt x="190706" y="184214"/>
                  </a:cubicBezTo>
                  <a:cubicBezTo>
                    <a:pt x="254258" y="184214"/>
                    <a:pt x="313068" y="147066"/>
                    <a:pt x="340576" y="89535"/>
                  </a:cubicBezTo>
                  <a:cubicBezTo>
                    <a:pt x="341525" y="87535"/>
                    <a:pt x="341620" y="85249"/>
                    <a:pt x="340955" y="83153"/>
                  </a:cubicBezTo>
                  <a:cubicBezTo>
                    <a:pt x="340197" y="81058"/>
                    <a:pt x="338679" y="79343"/>
                    <a:pt x="336687" y="7839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CC81C026-8F45-94AF-939E-D1732D457FA8}"/>
                </a:ext>
              </a:extLst>
            </p:cNvPr>
            <p:cNvSpPr/>
            <p:nvPr/>
          </p:nvSpPr>
          <p:spPr>
            <a:xfrm>
              <a:off x="6816205" y="3613543"/>
              <a:ext cx="342789" cy="185356"/>
            </a:xfrm>
            <a:custGeom>
              <a:avLst/>
              <a:gdLst>
                <a:gd name="connsiteX0" fmla="*/ 340276 w 342789"/>
                <a:gd name="connsiteY0" fmla="*/ 142780 h 185356"/>
                <a:gd name="connsiteX1" fmla="*/ 340276 w 342789"/>
                <a:gd name="connsiteY1" fmla="*/ 142780 h 185356"/>
                <a:gd name="connsiteX2" fmla="*/ 328609 w 342789"/>
                <a:gd name="connsiteY2" fmla="*/ 142780 h 185356"/>
                <a:gd name="connsiteX3" fmla="*/ 316847 w 342789"/>
                <a:gd name="connsiteY3" fmla="*/ 154591 h 185356"/>
                <a:gd name="connsiteX4" fmla="*/ 151135 w 342789"/>
                <a:gd name="connsiteY4" fmla="*/ 0 h 185356"/>
                <a:gd name="connsiteX5" fmla="*/ 790 w 342789"/>
                <a:gd name="connsiteY5" fmla="*/ 95821 h 185356"/>
                <a:gd name="connsiteX6" fmla="*/ 506 w 342789"/>
                <a:gd name="connsiteY6" fmla="*/ 102203 h 185356"/>
                <a:gd name="connsiteX7" fmla="*/ 4774 w 342789"/>
                <a:gd name="connsiteY7" fmla="*/ 106871 h 185356"/>
                <a:gd name="connsiteX8" fmla="*/ 15778 w 342789"/>
                <a:gd name="connsiteY8" fmla="*/ 102870 h 185356"/>
                <a:gd name="connsiteX9" fmla="*/ 151135 w 342789"/>
                <a:gd name="connsiteY9" fmla="*/ 16574 h 185356"/>
                <a:gd name="connsiteX10" fmla="*/ 300057 w 342789"/>
                <a:gd name="connsiteY10" fmla="*/ 152591 h 185356"/>
                <a:gd name="connsiteX11" fmla="*/ 290287 w 342789"/>
                <a:gd name="connsiteY11" fmla="*/ 142780 h 185356"/>
                <a:gd name="connsiteX12" fmla="*/ 278620 w 342789"/>
                <a:gd name="connsiteY12" fmla="*/ 142780 h 185356"/>
                <a:gd name="connsiteX13" fmla="*/ 278620 w 342789"/>
                <a:gd name="connsiteY13" fmla="*/ 154496 h 185356"/>
                <a:gd name="connsiteX14" fmla="*/ 301670 w 342789"/>
                <a:gd name="connsiteY14" fmla="*/ 177641 h 185356"/>
                <a:gd name="connsiteX15" fmla="*/ 309638 w 342789"/>
                <a:gd name="connsiteY15" fmla="*/ 185356 h 185356"/>
                <a:gd name="connsiteX16" fmla="*/ 340371 w 342789"/>
                <a:gd name="connsiteY16" fmla="*/ 154496 h 185356"/>
                <a:gd name="connsiteX17" fmla="*/ 340371 w 342789"/>
                <a:gd name="connsiteY17" fmla="*/ 142780 h 18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2789" h="185356">
                  <a:moveTo>
                    <a:pt x="340276" y="142780"/>
                  </a:moveTo>
                  <a:lnTo>
                    <a:pt x="340276" y="142780"/>
                  </a:lnTo>
                  <a:cubicBezTo>
                    <a:pt x="337145" y="139637"/>
                    <a:pt x="331739" y="139637"/>
                    <a:pt x="328609" y="142780"/>
                  </a:cubicBezTo>
                  <a:lnTo>
                    <a:pt x="316847" y="154591"/>
                  </a:lnTo>
                  <a:cubicBezTo>
                    <a:pt x="310586" y="67627"/>
                    <a:pt x="238402" y="0"/>
                    <a:pt x="151135" y="0"/>
                  </a:cubicBezTo>
                  <a:cubicBezTo>
                    <a:pt x="87108" y="0"/>
                    <a:pt x="28109" y="37624"/>
                    <a:pt x="790" y="95821"/>
                  </a:cubicBezTo>
                  <a:cubicBezTo>
                    <a:pt x="-158" y="97822"/>
                    <a:pt x="-253" y="100108"/>
                    <a:pt x="506" y="102203"/>
                  </a:cubicBezTo>
                  <a:cubicBezTo>
                    <a:pt x="1265" y="104299"/>
                    <a:pt x="2782" y="105918"/>
                    <a:pt x="4774" y="106871"/>
                  </a:cubicBezTo>
                  <a:cubicBezTo>
                    <a:pt x="8948" y="108775"/>
                    <a:pt x="13880" y="107061"/>
                    <a:pt x="15778" y="102870"/>
                  </a:cubicBezTo>
                  <a:cubicBezTo>
                    <a:pt x="40345" y="50483"/>
                    <a:pt x="93464" y="16574"/>
                    <a:pt x="151135" y="16574"/>
                  </a:cubicBezTo>
                  <a:cubicBezTo>
                    <a:pt x="228157" y="16574"/>
                    <a:pt x="292848" y="76010"/>
                    <a:pt x="300057" y="152591"/>
                  </a:cubicBezTo>
                  <a:lnTo>
                    <a:pt x="290287" y="142780"/>
                  </a:lnTo>
                  <a:cubicBezTo>
                    <a:pt x="287157" y="139637"/>
                    <a:pt x="281750" y="139637"/>
                    <a:pt x="278620" y="142780"/>
                  </a:cubicBezTo>
                  <a:cubicBezTo>
                    <a:pt x="275395" y="146018"/>
                    <a:pt x="275395" y="151257"/>
                    <a:pt x="278620" y="154496"/>
                  </a:cubicBezTo>
                  <a:lnTo>
                    <a:pt x="301670" y="177641"/>
                  </a:lnTo>
                  <a:lnTo>
                    <a:pt x="309638" y="185356"/>
                  </a:lnTo>
                  <a:lnTo>
                    <a:pt x="340371" y="154496"/>
                  </a:lnTo>
                  <a:cubicBezTo>
                    <a:pt x="343596" y="151257"/>
                    <a:pt x="343596" y="146018"/>
                    <a:pt x="340371" y="142780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7D09D464-7150-3185-6E0F-C63E8BB39FED}"/>
              </a:ext>
            </a:extLst>
          </p:cNvPr>
          <p:cNvGrpSpPr/>
          <p:nvPr/>
        </p:nvGrpSpPr>
        <p:grpSpPr>
          <a:xfrm>
            <a:off x="9467685" y="2884147"/>
            <a:ext cx="514350" cy="448601"/>
            <a:chOff x="6776540" y="3613543"/>
            <a:chExt cx="382454" cy="333565"/>
          </a:xfrm>
          <a:solidFill>
            <a:schemeClr val="accent4"/>
          </a:solidFill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E68AA9F8-054D-FC5C-66B9-EB96A8E004E5}"/>
                </a:ext>
              </a:extLst>
            </p:cNvPr>
            <p:cNvSpPr/>
            <p:nvPr/>
          </p:nvSpPr>
          <p:spPr>
            <a:xfrm>
              <a:off x="6907392" y="3675074"/>
              <a:ext cx="114656" cy="210597"/>
            </a:xfrm>
            <a:custGeom>
              <a:avLst/>
              <a:gdLst>
                <a:gd name="connsiteX0" fmla="*/ 113541 w 114656"/>
                <a:gd name="connsiteY0" fmla="*/ 4191 h 210597"/>
                <a:gd name="connsiteX1" fmla="*/ 106048 w 114656"/>
                <a:gd name="connsiteY1" fmla="*/ 0 h 210597"/>
                <a:gd name="connsiteX2" fmla="*/ 38796 w 114656"/>
                <a:gd name="connsiteY2" fmla="*/ 0 h 210597"/>
                <a:gd name="connsiteX3" fmla="*/ 33579 w 114656"/>
                <a:gd name="connsiteY3" fmla="*/ 2381 h 210597"/>
                <a:gd name="connsiteX4" fmla="*/ 31682 w 114656"/>
                <a:gd name="connsiteY4" fmla="*/ 6572 h 210597"/>
                <a:gd name="connsiteX5" fmla="*/ 6735 w 114656"/>
                <a:gd name="connsiteY5" fmla="*/ 107252 h 210597"/>
                <a:gd name="connsiteX6" fmla="*/ 6355 w 114656"/>
                <a:gd name="connsiteY6" fmla="*/ 108299 h 210597"/>
                <a:gd name="connsiteX7" fmla="*/ 0 w 114656"/>
                <a:gd name="connsiteY7" fmla="*/ 108680 h 210597"/>
                <a:gd name="connsiteX8" fmla="*/ 6166 w 114656"/>
                <a:gd name="connsiteY8" fmla="*/ 110109 h 210597"/>
                <a:gd name="connsiteX9" fmla="*/ 7304 w 114656"/>
                <a:gd name="connsiteY9" fmla="*/ 113538 h 210597"/>
                <a:gd name="connsiteX10" fmla="*/ 8252 w 114656"/>
                <a:gd name="connsiteY10" fmla="*/ 114967 h 210597"/>
                <a:gd name="connsiteX11" fmla="*/ 13659 w 114656"/>
                <a:gd name="connsiteY11" fmla="*/ 117443 h 210597"/>
                <a:gd name="connsiteX12" fmla="*/ 37562 w 114656"/>
                <a:gd name="connsiteY12" fmla="*/ 117443 h 210597"/>
                <a:gd name="connsiteX13" fmla="*/ 15272 w 114656"/>
                <a:gd name="connsiteY13" fmla="*/ 200311 h 210597"/>
                <a:gd name="connsiteX14" fmla="*/ 18592 w 114656"/>
                <a:gd name="connsiteY14" fmla="*/ 209931 h 210597"/>
                <a:gd name="connsiteX15" fmla="*/ 19540 w 114656"/>
                <a:gd name="connsiteY15" fmla="*/ 210598 h 210597"/>
                <a:gd name="connsiteX16" fmla="*/ 22101 w 114656"/>
                <a:gd name="connsiteY16" fmla="*/ 210598 h 210597"/>
                <a:gd name="connsiteX17" fmla="*/ 28646 w 114656"/>
                <a:gd name="connsiteY17" fmla="*/ 207550 h 210597"/>
                <a:gd name="connsiteX18" fmla="*/ 112308 w 114656"/>
                <a:gd name="connsiteY18" fmla="*/ 81153 h 210597"/>
                <a:gd name="connsiteX19" fmla="*/ 113731 w 114656"/>
                <a:gd name="connsiteY19" fmla="*/ 72009 h 210597"/>
                <a:gd name="connsiteX20" fmla="*/ 106237 w 114656"/>
                <a:gd name="connsiteY20" fmla="*/ 67818 h 210597"/>
                <a:gd name="connsiteX21" fmla="*/ 78540 w 114656"/>
                <a:gd name="connsiteY21" fmla="*/ 67818 h 210597"/>
                <a:gd name="connsiteX22" fmla="*/ 113067 w 114656"/>
                <a:gd name="connsiteY22" fmla="*/ 12764 h 210597"/>
                <a:gd name="connsiteX23" fmla="*/ 113731 w 114656"/>
                <a:gd name="connsiteY23" fmla="*/ 4286 h 210597"/>
                <a:gd name="connsiteX24" fmla="*/ 54731 w 114656"/>
                <a:gd name="connsiteY24" fmla="*/ 112395 h 210597"/>
                <a:gd name="connsiteX25" fmla="*/ 53783 w 114656"/>
                <a:gd name="connsiteY25" fmla="*/ 105347 h 210597"/>
                <a:gd name="connsiteX26" fmla="*/ 47238 w 114656"/>
                <a:gd name="connsiteY26" fmla="*/ 101537 h 210597"/>
                <a:gd name="connsiteX27" fmla="*/ 23903 w 114656"/>
                <a:gd name="connsiteY27" fmla="*/ 101537 h 210597"/>
                <a:gd name="connsiteX28" fmla="*/ 45246 w 114656"/>
                <a:gd name="connsiteY28" fmla="*/ 15812 h 210597"/>
                <a:gd name="connsiteX29" fmla="*/ 92483 w 114656"/>
                <a:gd name="connsiteY29" fmla="*/ 15812 h 210597"/>
                <a:gd name="connsiteX30" fmla="*/ 57292 w 114656"/>
                <a:gd name="connsiteY30" fmla="*/ 71819 h 210597"/>
                <a:gd name="connsiteX31" fmla="*/ 57292 w 114656"/>
                <a:gd name="connsiteY31" fmla="*/ 79343 h 210597"/>
                <a:gd name="connsiteX32" fmla="*/ 64122 w 114656"/>
                <a:gd name="connsiteY32" fmla="*/ 83534 h 210597"/>
                <a:gd name="connsiteX33" fmla="*/ 91630 w 114656"/>
                <a:gd name="connsiteY33" fmla="*/ 83534 h 210597"/>
                <a:gd name="connsiteX34" fmla="*/ 42685 w 114656"/>
                <a:gd name="connsiteY34" fmla="*/ 157639 h 210597"/>
                <a:gd name="connsiteX35" fmla="*/ 54826 w 114656"/>
                <a:gd name="connsiteY35" fmla="*/ 112395 h 210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4656" h="210597">
                  <a:moveTo>
                    <a:pt x="113541" y="4191"/>
                  </a:moveTo>
                  <a:cubicBezTo>
                    <a:pt x="112782" y="2667"/>
                    <a:pt x="110790" y="0"/>
                    <a:pt x="106048" y="0"/>
                  </a:cubicBezTo>
                  <a:lnTo>
                    <a:pt x="38796" y="0"/>
                  </a:lnTo>
                  <a:cubicBezTo>
                    <a:pt x="36899" y="0"/>
                    <a:pt x="35001" y="857"/>
                    <a:pt x="33579" y="2381"/>
                  </a:cubicBezTo>
                  <a:cubicBezTo>
                    <a:pt x="32440" y="3620"/>
                    <a:pt x="31776" y="5048"/>
                    <a:pt x="31682" y="6572"/>
                  </a:cubicBezTo>
                  <a:lnTo>
                    <a:pt x="6735" y="107252"/>
                  </a:lnTo>
                  <a:cubicBezTo>
                    <a:pt x="6735" y="107252"/>
                    <a:pt x="6450" y="107918"/>
                    <a:pt x="6355" y="108299"/>
                  </a:cubicBezTo>
                  <a:lnTo>
                    <a:pt x="0" y="108680"/>
                  </a:lnTo>
                  <a:lnTo>
                    <a:pt x="6166" y="110109"/>
                  </a:lnTo>
                  <a:cubicBezTo>
                    <a:pt x="6166" y="111538"/>
                    <a:pt x="6830" y="112776"/>
                    <a:pt x="7304" y="113538"/>
                  </a:cubicBezTo>
                  <a:lnTo>
                    <a:pt x="8252" y="114967"/>
                  </a:lnTo>
                  <a:cubicBezTo>
                    <a:pt x="9485" y="116205"/>
                    <a:pt x="11762" y="117443"/>
                    <a:pt x="13659" y="117443"/>
                  </a:cubicBezTo>
                  <a:lnTo>
                    <a:pt x="37562" y="117443"/>
                  </a:lnTo>
                  <a:lnTo>
                    <a:pt x="15272" y="200311"/>
                  </a:lnTo>
                  <a:cubicBezTo>
                    <a:pt x="13659" y="203549"/>
                    <a:pt x="15082" y="207550"/>
                    <a:pt x="18592" y="209931"/>
                  </a:cubicBezTo>
                  <a:lnTo>
                    <a:pt x="19540" y="210598"/>
                  </a:lnTo>
                  <a:lnTo>
                    <a:pt x="22101" y="210598"/>
                  </a:lnTo>
                  <a:cubicBezTo>
                    <a:pt x="24473" y="210598"/>
                    <a:pt x="26749" y="209550"/>
                    <a:pt x="28646" y="207550"/>
                  </a:cubicBezTo>
                  <a:lnTo>
                    <a:pt x="112308" y="81153"/>
                  </a:lnTo>
                  <a:cubicBezTo>
                    <a:pt x="115059" y="78391"/>
                    <a:pt x="114964" y="74486"/>
                    <a:pt x="113731" y="72009"/>
                  </a:cubicBezTo>
                  <a:cubicBezTo>
                    <a:pt x="112972" y="70485"/>
                    <a:pt x="110980" y="67818"/>
                    <a:pt x="106237" y="67818"/>
                  </a:cubicBezTo>
                  <a:lnTo>
                    <a:pt x="78540" y="67818"/>
                  </a:lnTo>
                  <a:lnTo>
                    <a:pt x="113067" y="12764"/>
                  </a:lnTo>
                  <a:cubicBezTo>
                    <a:pt x="115059" y="10668"/>
                    <a:pt x="115059" y="6858"/>
                    <a:pt x="113731" y="4286"/>
                  </a:cubicBezTo>
                  <a:close/>
                  <a:moveTo>
                    <a:pt x="54731" y="112395"/>
                  </a:moveTo>
                  <a:cubicBezTo>
                    <a:pt x="56059" y="109538"/>
                    <a:pt x="54921" y="106680"/>
                    <a:pt x="53783" y="105347"/>
                  </a:cubicBezTo>
                  <a:cubicBezTo>
                    <a:pt x="52455" y="103061"/>
                    <a:pt x="49894" y="101537"/>
                    <a:pt x="47238" y="101537"/>
                  </a:cubicBezTo>
                  <a:lnTo>
                    <a:pt x="23903" y="101537"/>
                  </a:lnTo>
                  <a:lnTo>
                    <a:pt x="45246" y="15812"/>
                  </a:lnTo>
                  <a:lnTo>
                    <a:pt x="92483" y="15812"/>
                  </a:lnTo>
                  <a:lnTo>
                    <a:pt x="57292" y="71819"/>
                  </a:lnTo>
                  <a:cubicBezTo>
                    <a:pt x="56059" y="74295"/>
                    <a:pt x="56059" y="76867"/>
                    <a:pt x="57292" y="79343"/>
                  </a:cubicBezTo>
                  <a:cubicBezTo>
                    <a:pt x="58525" y="81915"/>
                    <a:pt x="61181" y="83534"/>
                    <a:pt x="64122" y="83534"/>
                  </a:cubicBezTo>
                  <a:lnTo>
                    <a:pt x="91630" y="83534"/>
                  </a:lnTo>
                  <a:lnTo>
                    <a:pt x="42685" y="157639"/>
                  </a:lnTo>
                  <a:lnTo>
                    <a:pt x="54826" y="11239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3FDF16AE-98B0-9529-2D3A-8934A461EE2D}"/>
                </a:ext>
              </a:extLst>
            </p:cNvPr>
            <p:cNvSpPr/>
            <p:nvPr/>
          </p:nvSpPr>
          <p:spPr>
            <a:xfrm>
              <a:off x="6776540" y="3762895"/>
              <a:ext cx="341383" cy="184213"/>
            </a:xfrm>
            <a:custGeom>
              <a:avLst/>
              <a:gdLst>
                <a:gd name="connsiteX0" fmla="*/ 336687 w 341383"/>
                <a:gd name="connsiteY0" fmla="*/ 78486 h 184213"/>
                <a:gd name="connsiteX1" fmla="*/ 330332 w 341383"/>
                <a:gd name="connsiteY1" fmla="*/ 78105 h 184213"/>
                <a:gd name="connsiteX2" fmla="*/ 325589 w 341383"/>
                <a:gd name="connsiteY2" fmla="*/ 82391 h 184213"/>
                <a:gd name="connsiteX3" fmla="*/ 190706 w 341383"/>
                <a:gd name="connsiteY3" fmla="*/ 167640 h 184213"/>
                <a:gd name="connsiteX4" fmla="*/ 41878 w 341383"/>
                <a:gd name="connsiteY4" fmla="*/ 32004 h 184213"/>
                <a:gd name="connsiteX5" fmla="*/ 52407 w 341383"/>
                <a:gd name="connsiteY5" fmla="*/ 42577 h 184213"/>
                <a:gd name="connsiteX6" fmla="*/ 58288 w 341383"/>
                <a:gd name="connsiteY6" fmla="*/ 45053 h 184213"/>
                <a:gd name="connsiteX7" fmla="*/ 58288 w 341383"/>
                <a:gd name="connsiteY7" fmla="*/ 45053 h 184213"/>
                <a:gd name="connsiteX8" fmla="*/ 64169 w 341383"/>
                <a:gd name="connsiteY8" fmla="*/ 42577 h 184213"/>
                <a:gd name="connsiteX9" fmla="*/ 64169 w 341383"/>
                <a:gd name="connsiteY9" fmla="*/ 30861 h 184213"/>
                <a:gd name="connsiteX10" fmla="*/ 41120 w 341383"/>
                <a:gd name="connsiteY10" fmla="*/ 7715 h 184213"/>
                <a:gd name="connsiteX11" fmla="*/ 33152 w 341383"/>
                <a:gd name="connsiteY11" fmla="*/ 0 h 184213"/>
                <a:gd name="connsiteX12" fmla="*/ 2419 w 341383"/>
                <a:gd name="connsiteY12" fmla="*/ 30861 h 184213"/>
                <a:gd name="connsiteX13" fmla="*/ 2419 w 341383"/>
                <a:gd name="connsiteY13" fmla="*/ 42577 h 184213"/>
                <a:gd name="connsiteX14" fmla="*/ 14086 w 341383"/>
                <a:gd name="connsiteY14" fmla="*/ 42577 h 184213"/>
                <a:gd name="connsiteX15" fmla="*/ 25184 w 341383"/>
                <a:gd name="connsiteY15" fmla="*/ 31337 h 184213"/>
                <a:gd name="connsiteX16" fmla="*/ 190706 w 341383"/>
                <a:gd name="connsiteY16" fmla="*/ 184214 h 184213"/>
                <a:gd name="connsiteX17" fmla="*/ 340576 w 341383"/>
                <a:gd name="connsiteY17" fmla="*/ 89535 h 184213"/>
                <a:gd name="connsiteX18" fmla="*/ 340955 w 341383"/>
                <a:gd name="connsiteY18" fmla="*/ 83153 h 184213"/>
                <a:gd name="connsiteX19" fmla="*/ 336687 w 341383"/>
                <a:gd name="connsiteY19" fmla="*/ 78391 h 18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383" h="184213">
                  <a:moveTo>
                    <a:pt x="336687" y="78486"/>
                  </a:moveTo>
                  <a:cubicBezTo>
                    <a:pt x="334695" y="77533"/>
                    <a:pt x="332419" y="77438"/>
                    <a:pt x="330332" y="78105"/>
                  </a:cubicBezTo>
                  <a:cubicBezTo>
                    <a:pt x="328245" y="78772"/>
                    <a:pt x="326538" y="80391"/>
                    <a:pt x="325589" y="82391"/>
                  </a:cubicBezTo>
                  <a:cubicBezTo>
                    <a:pt x="300832" y="134207"/>
                    <a:pt x="247903" y="167640"/>
                    <a:pt x="190706" y="167640"/>
                  </a:cubicBezTo>
                  <a:cubicBezTo>
                    <a:pt x="113873" y="167640"/>
                    <a:pt x="49182" y="108394"/>
                    <a:pt x="41878" y="32004"/>
                  </a:cubicBezTo>
                  <a:lnTo>
                    <a:pt x="52407" y="42577"/>
                  </a:lnTo>
                  <a:cubicBezTo>
                    <a:pt x="53925" y="44196"/>
                    <a:pt x="56012" y="45053"/>
                    <a:pt x="58288" y="45053"/>
                  </a:cubicBezTo>
                  <a:lnTo>
                    <a:pt x="58288" y="45053"/>
                  </a:lnTo>
                  <a:cubicBezTo>
                    <a:pt x="60470" y="45053"/>
                    <a:pt x="62557" y="44196"/>
                    <a:pt x="64169" y="42577"/>
                  </a:cubicBezTo>
                  <a:cubicBezTo>
                    <a:pt x="67394" y="39338"/>
                    <a:pt x="67394" y="34100"/>
                    <a:pt x="64169" y="30861"/>
                  </a:cubicBezTo>
                  <a:lnTo>
                    <a:pt x="41120" y="7715"/>
                  </a:lnTo>
                  <a:lnTo>
                    <a:pt x="33152" y="0"/>
                  </a:lnTo>
                  <a:lnTo>
                    <a:pt x="2419" y="30861"/>
                  </a:lnTo>
                  <a:cubicBezTo>
                    <a:pt x="-806" y="34100"/>
                    <a:pt x="-806" y="39338"/>
                    <a:pt x="2419" y="42577"/>
                  </a:cubicBezTo>
                  <a:cubicBezTo>
                    <a:pt x="5549" y="45720"/>
                    <a:pt x="10956" y="45720"/>
                    <a:pt x="14086" y="42577"/>
                  </a:cubicBezTo>
                  <a:lnTo>
                    <a:pt x="25184" y="31337"/>
                  </a:lnTo>
                  <a:cubicBezTo>
                    <a:pt x="32298" y="117348"/>
                    <a:pt x="104388" y="184214"/>
                    <a:pt x="190706" y="184214"/>
                  </a:cubicBezTo>
                  <a:cubicBezTo>
                    <a:pt x="254258" y="184214"/>
                    <a:pt x="313068" y="147066"/>
                    <a:pt x="340576" y="89535"/>
                  </a:cubicBezTo>
                  <a:cubicBezTo>
                    <a:pt x="341525" y="87535"/>
                    <a:pt x="341620" y="85249"/>
                    <a:pt x="340955" y="83153"/>
                  </a:cubicBezTo>
                  <a:cubicBezTo>
                    <a:pt x="340197" y="81058"/>
                    <a:pt x="338679" y="79343"/>
                    <a:pt x="336687" y="78391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A7912760-6CF4-4843-F553-F3B9B46E0306}"/>
                </a:ext>
              </a:extLst>
            </p:cNvPr>
            <p:cNvSpPr/>
            <p:nvPr/>
          </p:nvSpPr>
          <p:spPr>
            <a:xfrm>
              <a:off x="6816205" y="3613543"/>
              <a:ext cx="342789" cy="185356"/>
            </a:xfrm>
            <a:custGeom>
              <a:avLst/>
              <a:gdLst>
                <a:gd name="connsiteX0" fmla="*/ 340276 w 342789"/>
                <a:gd name="connsiteY0" fmla="*/ 142780 h 185356"/>
                <a:gd name="connsiteX1" fmla="*/ 340276 w 342789"/>
                <a:gd name="connsiteY1" fmla="*/ 142780 h 185356"/>
                <a:gd name="connsiteX2" fmla="*/ 328609 w 342789"/>
                <a:gd name="connsiteY2" fmla="*/ 142780 h 185356"/>
                <a:gd name="connsiteX3" fmla="*/ 316847 w 342789"/>
                <a:gd name="connsiteY3" fmla="*/ 154591 h 185356"/>
                <a:gd name="connsiteX4" fmla="*/ 151135 w 342789"/>
                <a:gd name="connsiteY4" fmla="*/ 0 h 185356"/>
                <a:gd name="connsiteX5" fmla="*/ 790 w 342789"/>
                <a:gd name="connsiteY5" fmla="*/ 95821 h 185356"/>
                <a:gd name="connsiteX6" fmla="*/ 506 w 342789"/>
                <a:gd name="connsiteY6" fmla="*/ 102203 h 185356"/>
                <a:gd name="connsiteX7" fmla="*/ 4774 w 342789"/>
                <a:gd name="connsiteY7" fmla="*/ 106871 h 185356"/>
                <a:gd name="connsiteX8" fmla="*/ 15778 w 342789"/>
                <a:gd name="connsiteY8" fmla="*/ 102870 h 185356"/>
                <a:gd name="connsiteX9" fmla="*/ 151135 w 342789"/>
                <a:gd name="connsiteY9" fmla="*/ 16574 h 185356"/>
                <a:gd name="connsiteX10" fmla="*/ 300057 w 342789"/>
                <a:gd name="connsiteY10" fmla="*/ 152591 h 185356"/>
                <a:gd name="connsiteX11" fmla="*/ 290287 w 342789"/>
                <a:gd name="connsiteY11" fmla="*/ 142780 h 185356"/>
                <a:gd name="connsiteX12" fmla="*/ 278620 w 342789"/>
                <a:gd name="connsiteY12" fmla="*/ 142780 h 185356"/>
                <a:gd name="connsiteX13" fmla="*/ 278620 w 342789"/>
                <a:gd name="connsiteY13" fmla="*/ 154496 h 185356"/>
                <a:gd name="connsiteX14" fmla="*/ 301670 w 342789"/>
                <a:gd name="connsiteY14" fmla="*/ 177641 h 185356"/>
                <a:gd name="connsiteX15" fmla="*/ 309638 w 342789"/>
                <a:gd name="connsiteY15" fmla="*/ 185356 h 185356"/>
                <a:gd name="connsiteX16" fmla="*/ 340371 w 342789"/>
                <a:gd name="connsiteY16" fmla="*/ 154496 h 185356"/>
                <a:gd name="connsiteX17" fmla="*/ 340371 w 342789"/>
                <a:gd name="connsiteY17" fmla="*/ 142780 h 18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2789" h="185356">
                  <a:moveTo>
                    <a:pt x="340276" y="142780"/>
                  </a:moveTo>
                  <a:lnTo>
                    <a:pt x="340276" y="142780"/>
                  </a:lnTo>
                  <a:cubicBezTo>
                    <a:pt x="337145" y="139637"/>
                    <a:pt x="331739" y="139637"/>
                    <a:pt x="328609" y="142780"/>
                  </a:cubicBezTo>
                  <a:lnTo>
                    <a:pt x="316847" y="154591"/>
                  </a:lnTo>
                  <a:cubicBezTo>
                    <a:pt x="310586" y="67627"/>
                    <a:pt x="238402" y="0"/>
                    <a:pt x="151135" y="0"/>
                  </a:cubicBezTo>
                  <a:cubicBezTo>
                    <a:pt x="87108" y="0"/>
                    <a:pt x="28109" y="37624"/>
                    <a:pt x="790" y="95821"/>
                  </a:cubicBezTo>
                  <a:cubicBezTo>
                    <a:pt x="-158" y="97822"/>
                    <a:pt x="-253" y="100108"/>
                    <a:pt x="506" y="102203"/>
                  </a:cubicBezTo>
                  <a:cubicBezTo>
                    <a:pt x="1265" y="104299"/>
                    <a:pt x="2782" y="105918"/>
                    <a:pt x="4774" y="106871"/>
                  </a:cubicBezTo>
                  <a:cubicBezTo>
                    <a:pt x="8948" y="108775"/>
                    <a:pt x="13880" y="107061"/>
                    <a:pt x="15778" y="102870"/>
                  </a:cubicBezTo>
                  <a:cubicBezTo>
                    <a:pt x="40345" y="50483"/>
                    <a:pt x="93464" y="16574"/>
                    <a:pt x="151135" y="16574"/>
                  </a:cubicBezTo>
                  <a:cubicBezTo>
                    <a:pt x="228157" y="16574"/>
                    <a:pt x="292848" y="76010"/>
                    <a:pt x="300057" y="152591"/>
                  </a:cubicBezTo>
                  <a:lnTo>
                    <a:pt x="290287" y="142780"/>
                  </a:lnTo>
                  <a:cubicBezTo>
                    <a:pt x="287157" y="139637"/>
                    <a:pt x="281750" y="139637"/>
                    <a:pt x="278620" y="142780"/>
                  </a:cubicBezTo>
                  <a:cubicBezTo>
                    <a:pt x="275395" y="146018"/>
                    <a:pt x="275395" y="151257"/>
                    <a:pt x="278620" y="154496"/>
                  </a:cubicBezTo>
                  <a:lnTo>
                    <a:pt x="301670" y="177641"/>
                  </a:lnTo>
                  <a:lnTo>
                    <a:pt x="309638" y="185356"/>
                  </a:lnTo>
                  <a:lnTo>
                    <a:pt x="340371" y="154496"/>
                  </a:lnTo>
                  <a:cubicBezTo>
                    <a:pt x="343596" y="151257"/>
                    <a:pt x="343596" y="146018"/>
                    <a:pt x="340371" y="142780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BCBD60D0-7C9D-D944-C574-C1AF5B1D6DDD}"/>
              </a:ext>
            </a:extLst>
          </p:cNvPr>
          <p:cNvGrpSpPr/>
          <p:nvPr/>
        </p:nvGrpSpPr>
        <p:grpSpPr>
          <a:xfrm>
            <a:off x="8759660" y="3496922"/>
            <a:ext cx="514350" cy="448601"/>
            <a:chOff x="6776540" y="3613543"/>
            <a:chExt cx="382454" cy="333565"/>
          </a:xfrm>
          <a:solidFill>
            <a:schemeClr val="bg1"/>
          </a:solidFill>
        </p:grpSpPr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9B460CDF-B73F-BCC5-F2CB-83A860A76588}"/>
                </a:ext>
              </a:extLst>
            </p:cNvPr>
            <p:cNvSpPr/>
            <p:nvPr/>
          </p:nvSpPr>
          <p:spPr>
            <a:xfrm>
              <a:off x="6907392" y="3675074"/>
              <a:ext cx="114656" cy="210597"/>
            </a:xfrm>
            <a:custGeom>
              <a:avLst/>
              <a:gdLst>
                <a:gd name="connsiteX0" fmla="*/ 113541 w 114656"/>
                <a:gd name="connsiteY0" fmla="*/ 4191 h 210597"/>
                <a:gd name="connsiteX1" fmla="*/ 106048 w 114656"/>
                <a:gd name="connsiteY1" fmla="*/ 0 h 210597"/>
                <a:gd name="connsiteX2" fmla="*/ 38796 w 114656"/>
                <a:gd name="connsiteY2" fmla="*/ 0 h 210597"/>
                <a:gd name="connsiteX3" fmla="*/ 33579 w 114656"/>
                <a:gd name="connsiteY3" fmla="*/ 2381 h 210597"/>
                <a:gd name="connsiteX4" fmla="*/ 31682 w 114656"/>
                <a:gd name="connsiteY4" fmla="*/ 6572 h 210597"/>
                <a:gd name="connsiteX5" fmla="*/ 6735 w 114656"/>
                <a:gd name="connsiteY5" fmla="*/ 107252 h 210597"/>
                <a:gd name="connsiteX6" fmla="*/ 6355 w 114656"/>
                <a:gd name="connsiteY6" fmla="*/ 108299 h 210597"/>
                <a:gd name="connsiteX7" fmla="*/ 0 w 114656"/>
                <a:gd name="connsiteY7" fmla="*/ 108680 h 210597"/>
                <a:gd name="connsiteX8" fmla="*/ 6166 w 114656"/>
                <a:gd name="connsiteY8" fmla="*/ 110109 h 210597"/>
                <a:gd name="connsiteX9" fmla="*/ 7304 w 114656"/>
                <a:gd name="connsiteY9" fmla="*/ 113538 h 210597"/>
                <a:gd name="connsiteX10" fmla="*/ 8252 w 114656"/>
                <a:gd name="connsiteY10" fmla="*/ 114967 h 210597"/>
                <a:gd name="connsiteX11" fmla="*/ 13659 w 114656"/>
                <a:gd name="connsiteY11" fmla="*/ 117443 h 210597"/>
                <a:gd name="connsiteX12" fmla="*/ 37562 w 114656"/>
                <a:gd name="connsiteY12" fmla="*/ 117443 h 210597"/>
                <a:gd name="connsiteX13" fmla="*/ 15272 w 114656"/>
                <a:gd name="connsiteY13" fmla="*/ 200311 h 210597"/>
                <a:gd name="connsiteX14" fmla="*/ 18592 w 114656"/>
                <a:gd name="connsiteY14" fmla="*/ 209931 h 210597"/>
                <a:gd name="connsiteX15" fmla="*/ 19540 w 114656"/>
                <a:gd name="connsiteY15" fmla="*/ 210598 h 210597"/>
                <a:gd name="connsiteX16" fmla="*/ 22101 w 114656"/>
                <a:gd name="connsiteY16" fmla="*/ 210598 h 210597"/>
                <a:gd name="connsiteX17" fmla="*/ 28646 w 114656"/>
                <a:gd name="connsiteY17" fmla="*/ 207550 h 210597"/>
                <a:gd name="connsiteX18" fmla="*/ 112308 w 114656"/>
                <a:gd name="connsiteY18" fmla="*/ 81153 h 210597"/>
                <a:gd name="connsiteX19" fmla="*/ 113731 w 114656"/>
                <a:gd name="connsiteY19" fmla="*/ 72009 h 210597"/>
                <a:gd name="connsiteX20" fmla="*/ 106237 w 114656"/>
                <a:gd name="connsiteY20" fmla="*/ 67818 h 210597"/>
                <a:gd name="connsiteX21" fmla="*/ 78540 w 114656"/>
                <a:gd name="connsiteY21" fmla="*/ 67818 h 210597"/>
                <a:gd name="connsiteX22" fmla="*/ 113067 w 114656"/>
                <a:gd name="connsiteY22" fmla="*/ 12764 h 210597"/>
                <a:gd name="connsiteX23" fmla="*/ 113731 w 114656"/>
                <a:gd name="connsiteY23" fmla="*/ 4286 h 210597"/>
                <a:gd name="connsiteX24" fmla="*/ 54731 w 114656"/>
                <a:gd name="connsiteY24" fmla="*/ 112395 h 210597"/>
                <a:gd name="connsiteX25" fmla="*/ 53783 w 114656"/>
                <a:gd name="connsiteY25" fmla="*/ 105347 h 210597"/>
                <a:gd name="connsiteX26" fmla="*/ 47238 w 114656"/>
                <a:gd name="connsiteY26" fmla="*/ 101537 h 210597"/>
                <a:gd name="connsiteX27" fmla="*/ 23903 w 114656"/>
                <a:gd name="connsiteY27" fmla="*/ 101537 h 210597"/>
                <a:gd name="connsiteX28" fmla="*/ 45246 w 114656"/>
                <a:gd name="connsiteY28" fmla="*/ 15812 h 210597"/>
                <a:gd name="connsiteX29" fmla="*/ 92483 w 114656"/>
                <a:gd name="connsiteY29" fmla="*/ 15812 h 210597"/>
                <a:gd name="connsiteX30" fmla="*/ 57292 w 114656"/>
                <a:gd name="connsiteY30" fmla="*/ 71819 h 210597"/>
                <a:gd name="connsiteX31" fmla="*/ 57292 w 114656"/>
                <a:gd name="connsiteY31" fmla="*/ 79343 h 210597"/>
                <a:gd name="connsiteX32" fmla="*/ 64122 w 114656"/>
                <a:gd name="connsiteY32" fmla="*/ 83534 h 210597"/>
                <a:gd name="connsiteX33" fmla="*/ 91630 w 114656"/>
                <a:gd name="connsiteY33" fmla="*/ 83534 h 210597"/>
                <a:gd name="connsiteX34" fmla="*/ 42685 w 114656"/>
                <a:gd name="connsiteY34" fmla="*/ 157639 h 210597"/>
                <a:gd name="connsiteX35" fmla="*/ 54826 w 114656"/>
                <a:gd name="connsiteY35" fmla="*/ 112395 h 210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4656" h="210597">
                  <a:moveTo>
                    <a:pt x="113541" y="4191"/>
                  </a:moveTo>
                  <a:cubicBezTo>
                    <a:pt x="112782" y="2667"/>
                    <a:pt x="110790" y="0"/>
                    <a:pt x="106048" y="0"/>
                  </a:cubicBezTo>
                  <a:lnTo>
                    <a:pt x="38796" y="0"/>
                  </a:lnTo>
                  <a:cubicBezTo>
                    <a:pt x="36899" y="0"/>
                    <a:pt x="35001" y="857"/>
                    <a:pt x="33579" y="2381"/>
                  </a:cubicBezTo>
                  <a:cubicBezTo>
                    <a:pt x="32440" y="3620"/>
                    <a:pt x="31776" y="5048"/>
                    <a:pt x="31682" y="6572"/>
                  </a:cubicBezTo>
                  <a:lnTo>
                    <a:pt x="6735" y="107252"/>
                  </a:lnTo>
                  <a:cubicBezTo>
                    <a:pt x="6735" y="107252"/>
                    <a:pt x="6450" y="107918"/>
                    <a:pt x="6355" y="108299"/>
                  </a:cubicBezTo>
                  <a:lnTo>
                    <a:pt x="0" y="108680"/>
                  </a:lnTo>
                  <a:lnTo>
                    <a:pt x="6166" y="110109"/>
                  </a:lnTo>
                  <a:cubicBezTo>
                    <a:pt x="6166" y="111538"/>
                    <a:pt x="6830" y="112776"/>
                    <a:pt x="7304" y="113538"/>
                  </a:cubicBezTo>
                  <a:lnTo>
                    <a:pt x="8252" y="114967"/>
                  </a:lnTo>
                  <a:cubicBezTo>
                    <a:pt x="9485" y="116205"/>
                    <a:pt x="11762" y="117443"/>
                    <a:pt x="13659" y="117443"/>
                  </a:cubicBezTo>
                  <a:lnTo>
                    <a:pt x="37562" y="117443"/>
                  </a:lnTo>
                  <a:lnTo>
                    <a:pt x="15272" y="200311"/>
                  </a:lnTo>
                  <a:cubicBezTo>
                    <a:pt x="13659" y="203549"/>
                    <a:pt x="15082" y="207550"/>
                    <a:pt x="18592" y="209931"/>
                  </a:cubicBezTo>
                  <a:lnTo>
                    <a:pt x="19540" y="210598"/>
                  </a:lnTo>
                  <a:lnTo>
                    <a:pt x="22101" y="210598"/>
                  </a:lnTo>
                  <a:cubicBezTo>
                    <a:pt x="24473" y="210598"/>
                    <a:pt x="26749" y="209550"/>
                    <a:pt x="28646" y="207550"/>
                  </a:cubicBezTo>
                  <a:lnTo>
                    <a:pt x="112308" y="81153"/>
                  </a:lnTo>
                  <a:cubicBezTo>
                    <a:pt x="115059" y="78391"/>
                    <a:pt x="114964" y="74486"/>
                    <a:pt x="113731" y="72009"/>
                  </a:cubicBezTo>
                  <a:cubicBezTo>
                    <a:pt x="112972" y="70485"/>
                    <a:pt x="110980" y="67818"/>
                    <a:pt x="106237" y="67818"/>
                  </a:cubicBezTo>
                  <a:lnTo>
                    <a:pt x="78540" y="67818"/>
                  </a:lnTo>
                  <a:lnTo>
                    <a:pt x="113067" y="12764"/>
                  </a:lnTo>
                  <a:cubicBezTo>
                    <a:pt x="115059" y="10668"/>
                    <a:pt x="115059" y="6858"/>
                    <a:pt x="113731" y="4286"/>
                  </a:cubicBezTo>
                  <a:close/>
                  <a:moveTo>
                    <a:pt x="54731" y="112395"/>
                  </a:moveTo>
                  <a:cubicBezTo>
                    <a:pt x="56059" y="109538"/>
                    <a:pt x="54921" y="106680"/>
                    <a:pt x="53783" y="105347"/>
                  </a:cubicBezTo>
                  <a:cubicBezTo>
                    <a:pt x="52455" y="103061"/>
                    <a:pt x="49894" y="101537"/>
                    <a:pt x="47238" y="101537"/>
                  </a:cubicBezTo>
                  <a:lnTo>
                    <a:pt x="23903" y="101537"/>
                  </a:lnTo>
                  <a:lnTo>
                    <a:pt x="45246" y="15812"/>
                  </a:lnTo>
                  <a:lnTo>
                    <a:pt x="92483" y="15812"/>
                  </a:lnTo>
                  <a:lnTo>
                    <a:pt x="57292" y="71819"/>
                  </a:lnTo>
                  <a:cubicBezTo>
                    <a:pt x="56059" y="74295"/>
                    <a:pt x="56059" y="76867"/>
                    <a:pt x="57292" y="79343"/>
                  </a:cubicBezTo>
                  <a:cubicBezTo>
                    <a:pt x="58525" y="81915"/>
                    <a:pt x="61181" y="83534"/>
                    <a:pt x="64122" y="83534"/>
                  </a:cubicBezTo>
                  <a:lnTo>
                    <a:pt x="91630" y="83534"/>
                  </a:lnTo>
                  <a:lnTo>
                    <a:pt x="42685" y="157639"/>
                  </a:lnTo>
                  <a:lnTo>
                    <a:pt x="54826" y="11239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8ED51D4A-3976-A0D1-3F33-759B1929D22E}"/>
                </a:ext>
              </a:extLst>
            </p:cNvPr>
            <p:cNvSpPr/>
            <p:nvPr/>
          </p:nvSpPr>
          <p:spPr>
            <a:xfrm>
              <a:off x="6776540" y="3762895"/>
              <a:ext cx="341383" cy="184213"/>
            </a:xfrm>
            <a:custGeom>
              <a:avLst/>
              <a:gdLst>
                <a:gd name="connsiteX0" fmla="*/ 336687 w 341383"/>
                <a:gd name="connsiteY0" fmla="*/ 78486 h 184213"/>
                <a:gd name="connsiteX1" fmla="*/ 330332 w 341383"/>
                <a:gd name="connsiteY1" fmla="*/ 78105 h 184213"/>
                <a:gd name="connsiteX2" fmla="*/ 325589 w 341383"/>
                <a:gd name="connsiteY2" fmla="*/ 82391 h 184213"/>
                <a:gd name="connsiteX3" fmla="*/ 190706 w 341383"/>
                <a:gd name="connsiteY3" fmla="*/ 167640 h 184213"/>
                <a:gd name="connsiteX4" fmla="*/ 41878 w 341383"/>
                <a:gd name="connsiteY4" fmla="*/ 32004 h 184213"/>
                <a:gd name="connsiteX5" fmla="*/ 52407 w 341383"/>
                <a:gd name="connsiteY5" fmla="*/ 42577 h 184213"/>
                <a:gd name="connsiteX6" fmla="*/ 58288 w 341383"/>
                <a:gd name="connsiteY6" fmla="*/ 45053 h 184213"/>
                <a:gd name="connsiteX7" fmla="*/ 58288 w 341383"/>
                <a:gd name="connsiteY7" fmla="*/ 45053 h 184213"/>
                <a:gd name="connsiteX8" fmla="*/ 64169 w 341383"/>
                <a:gd name="connsiteY8" fmla="*/ 42577 h 184213"/>
                <a:gd name="connsiteX9" fmla="*/ 64169 w 341383"/>
                <a:gd name="connsiteY9" fmla="*/ 30861 h 184213"/>
                <a:gd name="connsiteX10" fmla="*/ 41120 w 341383"/>
                <a:gd name="connsiteY10" fmla="*/ 7715 h 184213"/>
                <a:gd name="connsiteX11" fmla="*/ 33152 w 341383"/>
                <a:gd name="connsiteY11" fmla="*/ 0 h 184213"/>
                <a:gd name="connsiteX12" fmla="*/ 2419 w 341383"/>
                <a:gd name="connsiteY12" fmla="*/ 30861 h 184213"/>
                <a:gd name="connsiteX13" fmla="*/ 2419 w 341383"/>
                <a:gd name="connsiteY13" fmla="*/ 42577 h 184213"/>
                <a:gd name="connsiteX14" fmla="*/ 14086 w 341383"/>
                <a:gd name="connsiteY14" fmla="*/ 42577 h 184213"/>
                <a:gd name="connsiteX15" fmla="*/ 25184 w 341383"/>
                <a:gd name="connsiteY15" fmla="*/ 31337 h 184213"/>
                <a:gd name="connsiteX16" fmla="*/ 190706 w 341383"/>
                <a:gd name="connsiteY16" fmla="*/ 184214 h 184213"/>
                <a:gd name="connsiteX17" fmla="*/ 340576 w 341383"/>
                <a:gd name="connsiteY17" fmla="*/ 89535 h 184213"/>
                <a:gd name="connsiteX18" fmla="*/ 340955 w 341383"/>
                <a:gd name="connsiteY18" fmla="*/ 83153 h 184213"/>
                <a:gd name="connsiteX19" fmla="*/ 336687 w 341383"/>
                <a:gd name="connsiteY19" fmla="*/ 78391 h 18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383" h="184213">
                  <a:moveTo>
                    <a:pt x="336687" y="78486"/>
                  </a:moveTo>
                  <a:cubicBezTo>
                    <a:pt x="334695" y="77533"/>
                    <a:pt x="332419" y="77438"/>
                    <a:pt x="330332" y="78105"/>
                  </a:cubicBezTo>
                  <a:cubicBezTo>
                    <a:pt x="328245" y="78772"/>
                    <a:pt x="326538" y="80391"/>
                    <a:pt x="325589" y="82391"/>
                  </a:cubicBezTo>
                  <a:cubicBezTo>
                    <a:pt x="300832" y="134207"/>
                    <a:pt x="247903" y="167640"/>
                    <a:pt x="190706" y="167640"/>
                  </a:cubicBezTo>
                  <a:cubicBezTo>
                    <a:pt x="113873" y="167640"/>
                    <a:pt x="49182" y="108394"/>
                    <a:pt x="41878" y="32004"/>
                  </a:cubicBezTo>
                  <a:lnTo>
                    <a:pt x="52407" y="42577"/>
                  </a:lnTo>
                  <a:cubicBezTo>
                    <a:pt x="53925" y="44196"/>
                    <a:pt x="56012" y="45053"/>
                    <a:pt x="58288" y="45053"/>
                  </a:cubicBezTo>
                  <a:lnTo>
                    <a:pt x="58288" y="45053"/>
                  </a:lnTo>
                  <a:cubicBezTo>
                    <a:pt x="60470" y="45053"/>
                    <a:pt x="62557" y="44196"/>
                    <a:pt x="64169" y="42577"/>
                  </a:cubicBezTo>
                  <a:cubicBezTo>
                    <a:pt x="67394" y="39338"/>
                    <a:pt x="67394" y="34100"/>
                    <a:pt x="64169" y="30861"/>
                  </a:cubicBezTo>
                  <a:lnTo>
                    <a:pt x="41120" y="7715"/>
                  </a:lnTo>
                  <a:lnTo>
                    <a:pt x="33152" y="0"/>
                  </a:lnTo>
                  <a:lnTo>
                    <a:pt x="2419" y="30861"/>
                  </a:lnTo>
                  <a:cubicBezTo>
                    <a:pt x="-806" y="34100"/>
                    <a:pt x="-806" y="39338"/>
                    <a:pt x="2419" y="42577"/>
                  </a:cubicBezTo>
                  <a:cubicBezTo>
                    <a:pt x="5549" y="45720"/>
                    <a:pt x="10956" y="45720"/>
                    <a:pt x="14086" y="42577"/>
                  </a:cubicBezTo>
                  <a:lnTo>
                    <a:pt x="25184" y="31337"/>
                  </a:lnTo>
                  <a:cubicBezTo>
                    <a:pt x="32298" y="117348"/>
                    <a:pt x="104388" y="184214"/>
                    <a:pt x="190706" y="184214"/>
                  </a:cubicBezTo>
                  <a:cubicBezTo>
                    <a:pt x="254258" y="184214"/>
                    <a:pt x="313068" y="147066"/>
                    <a:pt x="340576" y="89535"/>
                  </a:cubicBezTo>
                  <a:cubicBezTo>
                    <a:pt x="341525" y="87535"/>
                    <a:pt x="341620" y="85249"/>
                    <a:pt x="340955" y="83153"/>
                  </a:cubicBezTo>
                  <a:cubicBezTo>
                    <a:pt x="340197" y="81058"/>
                    <a:pt x="338679" y="79343"/>
                    <a:pt x="336687" y="78391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EF9B5E31-A5E5-5D51-0BD0-F005CEB16A85}"/>
                </a:ext>
              </a:extLst>
            </p:cNvPr>
            <p:cNvSpPr/>
            <p:nvPr/>
          </p:nvSpPr>
          <p:spPr>
            <a:xfrm>
              <a:off x="6816205" y="3613543"/>
              <a:ext cx="342789" cy="185356"/>
            </a:xfrm>
            <a:custGeom>
              <a:avLst/>
              <a:gdLst>
                <a:gd name="connsiteX0" fmla="*/ 340276 w 342789"/>
                <a:gd name="connsiteY0" fmla="*/ 142780 h 185356"/>
                <a:gd name="connsiteX1" fmla="*/ 340276 w 342789"/>
                <a:gd name="connsiteY1" fmla="*/ 142780 h 185356"/>
                <a:gd name="connsiteX2" fmla="*/ 328609 w 342789"/>
                <a:gd name="connsiteY2" fmla="*/ 142780 h 185356"/>
                <a:gd name="connsiteX3" fmla="*/ 316847 w 342789"/>
                <a:gd name="connsiteY3" fmla="*/ 154591 h 185356"/>
                <a:gd name="connsiteX4" fmla="*/ 151135 w 342789"/>
                <a:gd name="connsiteY4" fmla="*/ 0 h 185356"/>
                <a:gd name="connsiteX5" fmla="*/ 790 w 342789"/>
                <a:gd name="connsiteY5" fmla="*/ 95821 h 185356"/>
                <a:gd name="connsiteX6" fmla="*/ 506 w 342789"/>
                <a:gd name="connsiteY6" fmla="*/ 102203 h 185356"/>
                <a:gd name="connsiteX7" fmla="*/ 4774 w 342789"/>
                <a:gd name="connsiteY7" fmla="*/ 106871 h 185356"/>
                <a:gd name="connsiteX8" fmla="*/ 15778 w 342789"/>
                <a:gd name="connsiteY8" fmla="*/ 102870 h 185356"/>
                <a:gd name="connsiteX9" fmla="*/ 151135 w 342789"/>
                <a:gd name="connsiteY9" fmla="*/ 16574 h 185356"/>
                <a:gd name="connsiteX10" fmla="*/ 300057 w 342789"/>
                <a:gd name="connsiteY10" fmla="*/ 152591 h 185356"/>
                <a:gd name="connsiteX11" fmla="*/ 290287 w 342789"/>
                <a:gd name="connsiteY11" fmla="*/ 142780 h 185356"/>
                <a:gd name="connsiteX12" fmla="*/ 278620 w 342789"/>
                <a:gd name="connsiteY12" fmla="*/ 142780 h 185356"/>
                <a:gd name="connsiteX13" fmla="*/ 278620 w 342789"/>
                <a:gd name="connsiteY13" fmla="*/ 154496 h 185356"/>
                <a:gd name="connsiteX14" fmla="*/ 301670 w 342789"/>
                <a:gd name="connsiteY14" fmla="*/ 177641 h 185356"/>
                <a:gd name="connsiteX15" fmla="*/ 309638 w 342789"/>
                <a:gd name="connsiteY15" fmla="*/ 185356 h 185356"/>
                <a:gd name="connsiteX16" fmla="*/ 340371 w 342789"/>
                <a:gd name="connsiteY16" fmla="*/ 154496 h 185356"/>
                <a:gd name="connsiteX17" fmla="*/ 340371 w 342789"/>
                <a:gd name="connsiteY17" fmla="*/ 142780 h 18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2789" h="185356">
                  <a:moveTo>
                    <a:pt x="340276" y="142780"/>
                  </a:moveTo>
                  <a:lnTo>
                    <a:pt x="340276" y="142780"/>
                  </a:lnTo>
                  <a:cubicBezTo>
                    <a:pt x="337145" y="139637"/>
                    <a:pt x="331739" y="139637"/>
                    <a:pt x="328609" y="142780"/>
                  </a:cubicBezTo>
                  <a:lnTo>
                    <a:pt x="316847" y="154591"/>
                  </a:lnTo>
                  <a:cubicBezTo>
                    <a:pt x="310586" y="67627"/>
                    <a:pt x="238402" y="0"/>
                    <a:pt x="151135" y="0"/>
                  </a:cubicBezTo>
                  <a:cubicBezTo>
                    <a:pt x="87108" y="0"/>
                    <a:pt x="28109" y="37624"/>
                    <a:pt x="790" y="95821"/>
                  </a:cubicBezTo>
                  <a:cubicBezTo>
                    <a:pt x="-158" y="97822"/>
                    <a:pt x="-253" y="100108"/>
                    <a:pt x="506" y="102203"/>
                  </a:cubicBezTo>
                  <a:cubicBezTo>
                    <a:pt x="1265" y="104299"/>
                    <a:pt x="2782" y="105918"/>
                    <a:pt x="4774" y="106871"/>
                  </a:cubicBezTo>
                  <a:cubicBezTo>
                    <a:pt x="8948" y="108775"/>
                    <a:pt x="13880" y="107061"/>
                    <a:pt x="15778" y="102870"/>
                  </a:cubicBezTo>
                  <a:cubicBezTo>
                    <a:pt x="40345" y="50483"/>
                    <a:pt x="93464" y="16574"/>
                    <a:pt x="151135" y="16574"/>
                  </a:cubicBezTo>
                  <a:cubicBezTo>
                    <a:pt x="228157" y="16574"/>
                    <a:pt x="292848" y="76010"/>
                    <a:pt x="300057" y="152591"/>
                  </a:cubicBezTo>
                  <a:lnTo>
                    <a:pt x="290287" y="142780"/>
                  </a:lnTo>
                  <a:cubicBezTo>
                    <a:pt x="287157" y="139637"/>
                    <a:pt x="281750" y="139637"/>
                    <a:pt x="278620" y="142780"/>
                  </a:cubicBezTo>
                  <a:cubicBezTo>
                    <a:pt x="275395" y="146018"/>
                    <a:pt x="275395" y="151257"/>
                    <a:pt x="278620" y="154496"/>
                  </a:cubicBezTo>
                  <a:lnTo>
                    <a:pt x="301670" y="177641"/>
                  </a:lnTo>
                  <a:lnTo>
                    <a:pt x="309638" y="185356"/>
                  </a:lnTo>
                  <a:lnTo>
                    <a:pt x="340371" y="154496"/>
                  </a:lnTo>
                  <a:cubicBezTo>
                    <a:pt x="343596" y="151257"/>
                    <a:pt x="343596" y="146018"/>
                    <a:pt x="340371" y="142780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AB9DC865-1816-1A89-7CB5-FEF40EF77EA3}"/>
              </a:ext>
            </a:extLst>
          </p:cNvPr>
          <p:cNvGrpSpPr/>
          <p:nvPr/>
        </p:nvGrpSpPr>
        <p:grpSpPr>
          <a:xfrm>
            <a:off x="9467685" y="3496922"/>
            <a:ext cx="514350" cy="448601"/>
            <a:chOff x="6776540" y="3613543"/>
            <a:chExt cx="382454" cy="333565"/>
          </a:xfrm>
          <a:solidFill>
            <a:schemeClr val="tx1"/>
          </a:solidFill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38025FC-2F70-38EE-A0CB-87FC53E1C8B5}"/>
                </a:ext>
              </a:extLst>
            </p:cNvPr>
            <p:cNvSpPr/>
            <p:nvPr/>
          </p:nvSpPr>
          <p:spPr>
            <a:xfrm>
              <a:off x="6907392" y="3675074"/>
              <a:ext cx="114656" cy="210597"/>
            </a:xfrm>
            <a:custGeom>
              <a:avLst/>
              <a:gdLst>
                <a:gd name="connsiteX0" fmla="*/ 113541 w 114656"/>
                <a:gd name="connsiteY0" fmla="*/ 4191 h 210597"/>
                <a:gd name="connsiteX1" fmla="*/ 106048 w 114656"/>
                <a:gd name="connsiteY1" fmla="*/ 0 h 210597"/>
                <a:gd name="connsiteX2" fmla="*/ 38796 w 114656"/>
                <a:gd name="connsiteY2" fmla="*/ 0 h 210597"/>
                <a:gd name="connsiteX3" fmla="*/ 33579 w 114656"/>
                <a:gd name="connsiteY3" fmla="*/ 2381 h 210597"/>
                <a:gd name="connsiteX4" fmla="*/ 31682 w 114656"/>
                <a:gd name="connsiteY4" fmla="*/ 6572 h 210597"/>
                <a:gd name="connsiteX5" fmla="*/ 6735 w 114656"/>
                <a:gd name="connsiteY5" fmla="*/ 107252 h 210597"/>
                <a:gd name="connsiteX6" fmla="*/ 6355 w 114656"/>
                <a:gd name="connsiteY6" fmla="*/ 108299 h 210597"/>
                <a:gd name="connsiteX7" fmla="*/ 0 w 114656"/>
                <a:gd name="connsiteY7" fmla="*/ 108680 h 210597"/>
                <a:gd name="connsiteX8" fmla="*/ 6166 w 114656"/>
                <a:gd name="connsiteY8" fmla="*/ 110109 h 210597"/>
                <a:gd name="connsiteX9" fmla="*/ 7304 w 114656"/>
                <a:gd name="connsiteY9" fmla="*/ 113538 h 210597"/>
                <a:gd name="connsiteX10" fmla="*/ 8252 w 114656"/>
                <a:gd name="connsiteY10" fmla="*/ 114967 h 210597"/>
                <a:gd name="connsiteX11" fmla="*/ 13659 w 114656"/>
                <a:gd name="connsiteY11" fmla="*/ 117443 h 210597"/>
                <a:gd name="connsiteX12" fmla="*/ 37562 w 114656"/>
                <a:gd name="connsiteY12" fmla="*/ 117443 h 210597"/>
                <a:gd name="connsiteX13" fmla="*/ 15272 w 114656"/>
                <a:gd name="connsiteY13" fmla="*/ 200311 h 210597"/>
                <a:gd name="connsiteX14" fmla="*/ 18592 w 114656"/>
                <a:gd name="connsiteY14" fmla="*/ 209931 h 210597"/>
                <a:gd name="connsiteX15" fmla="*/ 19540 w 114656"/>
                <a:gd name="connsiteY15" fmla="*/ 210598 h 210597"/>
                <a:gd name="connsiteX16" fmla="*/ 22101 w 114656"/>
                <a:gd name="connsiteY16" fmla="*/ 210598 h 210597"/>
                <a:gd name="connsiteX17" fmla="*/ 28646 w 114656"/>
                <a:gd name="connsiteY17" fmla="*/ 207550 h 210597"/>
                <a:gd name="connsiteX18" fmla="*/ 112308 w 114656"/>
                <a:gd name="connsiteY18" fmla="*/ 81153 h 210597"/>
                <a:gd name="connsiteX19" fmla="*/ 113731 w 114656"/>
                <a:gd name="connsiteY19" fmla="*/ 72009 h 210597"/>
                <a:gd name="connsiteX20" fmla="*/ 106237 w 114656"/>
                <a:gd name="connsiteY20" fmla="*/ 67818 h 210597"/>
                <a:gd name="connsiteX21" fmla="*/ 78540 w 114656"/>
                <a:gd name="connsiteY21" fmla="*/ 67818 h 210597"/>
                <a:gd name="connsiteX22" fmla="*/ 113067 w 114656"/>
                <a:gd name="connsiteY22" fmla="*/ 12764 h 210597"/>
                <a:gd name="connsiteX23" fmla="*/ 113731 w 114656"/>
                <a:gd name="connsiteY23" fmla="*/ 4286 h 210597"/>
                <a:gd name="connsiteX24" fmla="*/ 54731 w 114656"/>
                <a:gd name="connsiteY24" fmla="*/ 112395 h 210597"/>
                <a:gd name="connsiteX25" fmla="*/ 53783 w 114656"/>
                <a:gd name="connsiteY25" fmla="*/ 105347 h 210597"/>
                <a:gd name="connsiteX26" fmla="*/ 47238 w 114656"/>
                <a:gd name="connsiteY26" fmla="*/ 101537 h 210597"/>
                <a:gd name="connsiteX27" fmla="*/ 23903 w 114656"/>
                <a:gd name="connsiteY27" fmla="*/ 101537 h 210597"/>
                <a:gd name="connsiteX28" fmla="*/ 45246 w 114656"/>
                <a:gd name="connsiteY28" fmla="*/ 15812 h 210597"/>
                <a:gd name="connsiteX29" fmla="*/ 92483 w 114656"/>
                <a:gd name="connsiteY29" fmla="*/ 15812 h 210597"/>
                <a:gd name="connsiteX30" fmla="*/ 57292 w 114656"/>
                <a:gd name="connsiteY30" fmla="*/ 71819 h 210597"/>
                <a:gd name="connsiteX31" fmla="*/ 57292 w 114656"/>
                <a:gd name="connsiteY31" fmla="*/ 79343 h 210597"/>
                <a:gd name="connsiteX32" fmla="*/ 64122 w 114656"/>
                <a:gd name="connsiteY32" fmla="*/ 83534 h 210597"/>
                <a:gd name="connsiteX33" fmla="*/ 91630 w 114656"/>
                <a:gd name="connsiteY33" fmla="*/ 83534 h 210597"/>
                <a:gd name="connsiteX34" fmla="*/ 42685 w 114656"/>
                <a:gd name="connsiteY34" fmla="*/ 157639 h 210597"/>
                <a:gd name="connsiteX35" fmla="*/ 54826 w 114656"/>
                <a:gd name="connsiteY35" fmla="*/ 112395 h 210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4656" h="210597">
                  <a:moveTo>
                    <a:pt x="113541" y="4191"/>
                  </a:moveTo>
                  <a:cubicBezTo>
                    <a:pt x="112782" y="2667"/>
                    <a:pt x="110790" y="0"/>
                    <a:pt x="106048" y="0"/>
                  </a:cubicBezTo>
                  <a:lnTo>
                    <a:pt x="38796" y="0"/>
                  </a:lnTo>
                  <a:cubicBezTo>
                    <a:pt x="36899" y="0"/>
                    <a:pt x="35001" y="857"/>
                    <a:pt x="33579" y="2381"/>
                  </a:cubicBezTo>
                  <a:cubicBezTo>
                    <a:pt x="32440" y="3620"/>
                    <a:pt x="31776" y="5048"/>
                    <a:pt x="31682" y="6572"/>
                  </a:cubicBezTo>
                  <a:lnTo>
                    <a:pt x="6735" y="107252"/>
                  </a:lnTo>
                  <a:cubicBezTo>
                    <a:pt x="6735" y="107252"/>
                    <a:pt x="6450" y="107918"/>
                    <a:pt x="6355" y="108299"/>
                  </a:cubicBezTo>
                  <a:lnTo>
                    <a:pt x="0" y="108680"/>
                  </a:lnTo>
                  <a:lnTo>
                    <a:pt x="6166" y="110109"/>
                  </a:lnTo>
                  <a:cubicBezTo>
                    <a:pt x="6166" y="111538"/>
                    <a:pt x="6830" y="112776"/>
                    <a:pt x="7304" y="113538"/>
                  </a:cubicBezTo>
                  <a:lnTo>
                    <a:pt x="8252" y="114967"/>
                  </a:lnTo>
                  <a:cubicBezTo>
                    <a:pt x="9485" y="116205"/>
                    <a:pt x="11762" y="117443"/>
                    <a:pt x="13659" y="117443"/>
                  </a:cubicBezTo>
                  <a:lnTo>
                    <a:pt x="37562" y="117443"/>
                  </a:lnTo>
                  <a:lnTo>
                    <a:pt x="15272" y="200311"/>
                  </a:lnTo>
                  <a:cubicBezTo>
                    <a:pt x="13659" y="203549"/>
                    <a:pt x="15082" y="207550"/>
                    <a:pt x="18592" y="209931"/>
                  </a:cubicBezTo>
                  <a:lnTo>
                    <a:pt x="19540" y="210598"/>
                  </a:lnTo>
                  <a:lnTo>
                    <a:pt x="22101" y="210598"/>
                  </a:lnTo>
                  <a:cubicBezTo>
                    <a:pt x="24473" y="210598"/>
                    <a:pt x="26749" y="209550"/>
                    <a:pt x="28646" y="207550"/>
                  </a:cubicBezTo>
                  <a:lnTo>
                    <a:pt x="112308" y="81153"/>
                  </a:lnTo>
                  <a:cubicBezTo>
                    <a:pt x="115059" y="78391"/>
                    <a:pt x="114964" y="74486"/>
                    <a:pt x="113731" y="72009"/>
                  </a:cubicBezTo>
                  <a:cubicBezTo>
                    <a:pt x="112972" y="70485"/>
                    <a:pt x="110980" y="67818"/>
                    <a:pt x="106237" y="67818"/>
                  </a:cubicBezTo>
                  <a:lnTo>
                    <a:pt x="78540" y="67818"/>
                  </a:lnTo>
                  <a:lnTo>
                    <a:pt x="113067" y="12764"/>
                  </a:lnTo>
                  <a:cubicBezTo>
                    <a:pt x="115059" y="10668"/>
                    <a:pt x="115059" y="6858"/>
                    <a:pt x="113731" y="4286"/>
                  </a:cubicBezTo>
                  <a:close/>
                  <a:moveTo>
                    <a:pt x="54731" y="112395"/>
                  </a:moveTo>
                  <a:cubicBezTo>
                    <a:pt x="56059" y="109538"/>
                    <a:pt x="54921" y="106680"/>
                    <a:pt x="53783" y="105347"/>
                  </a:cubicBezTo>
                  <a:cubicBezTo>
                    <a:pt x="52455" y="103061"/>
                    <a:pt x="49894" y="101537"/>
                    <a:pt x="47238" y="101537"/>
                  </a:cubicBezTo>
                  <a:lnTo>
                    <a:pt x="23903" y="101537"/>
                  </a:lnTo>
                  <a:lnTo>
                    <a:pt x="45246" y="15812"/>
                  </a:lnTo>
                  <a:lnTo>
                    <a:pt x="92483" y="15812"/>
                  </a:lnTo>
                  <a:lnTo>
                    <a:pt x="57292" y="71819"/>
                  </a:lnTo>
                  <a:cubicBezTo>
                    <a:pt x="56059" y="74295"/>
                    <a:pt x="56059" y="76867"/>
                    <a:pt x="57292" y="79343"/>
                  </a:cubicBezTo>
                  <a:cubicBezTo>
                    <a:pt x="58525" y="81915"/>
                    <a:pt x="61181" y="83534"/>
                    <a:pt x="64122" y="83534"/>
                  </a:cubicBezTo>
                  <a:lnTo>
                    <a:pt x="91630" y="83534"/>
                  </a:lnTo>
                  <a:lnTo>
                    <a:pt x="42685" y="157639"/>
                  </a:lnTo>
                  <a:lnTo>
                    <a:pt x="54826" y="11239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EAD077B4-21E5-A02C-0D87-0791B572DA78}"/>
                </a:ext>
              </a:extLst>
            </p:cNvPr>
            <p:cNvSpPr/>
            <p:nvPr/>
          </p:nvSpPr>
          <p:spPr>
            <a:xfrm>
              <a:off x="6776540" y="3762895"/>
              <a:ext cx="341383" cy="184213"/>
            </a:xfrm>
            <a:custGeom>
              <a:avLst/>
              <a:gdLst>
                <a:gd name="connsiteX0" fmla="*/ 336687 w 341383"/>
                <a:gd name="connsiteY0" fmla="*/ 78486 h 184213"/>
                <a:gd name="connsiteX1" fmla="*/ 330332 w 341383"/>
                <a:gd name="connsiteY1" fmla="*/ 78105 h 184213"/>
                <a:gd name="connsiteX2" fmla="*/ 325589 w 341383"/>
                <a:gd name="connsiteY2" fmla="*/ 82391 h 184213"/>
                <a:gd name="connsiteX3" fmla="*/ 190706 w 341383"/>
                <a:gd name="connsiteY3" fmla="*/ 167640 h 184213"/>
                <a:gd name="connsiteX4" fmla="*/ 41878 w 341383"/>
                <a:gd name="connsiteY4" fmla="*/ 32004 h 184213"/>
                <a:gd name="connsiteX5" fmla="*/ 52407 w 341383"/>
                <a:gd name="connsiteY5" fmla="*/ 42577 h 184213"/>
                <a:gd name="connsiteX6" fmla="*/ 58288 w 341383"/>
                <a:gd name="connsiteY6" fmla="*/ 45053 h 184213"/>
                <a:gd name="connsiteX7" fmla="*/ 58288 w 341383"/>
                <a:gd name="connsiteY7" fmla="*/ 45053 h 184213"/>
                <a:gd name="connsiteX8" fmla="*/ 64169 w 341383"/>
                <a:gd name="connsiteY8" fmla="*/ 42577 h 184213"/>
                <a:gd name="connsiteX9" fmla="*/ 64169 w 341383"/>
                <a:gd name="connsiteY9" fmla="*/ 30861 h 184213"/>
                <a:gd name="connsiteX10" fmla="*/ 41120 w 341383"/>
                <a:gd name="connsiteY10" fmla="*/ 7715 h 184213"/>
                <a:gd name="connsiteX11" fmla="*/ 33152 w 341383"/>
                <a:gd name="connsiteY11" fmla="*/ 0 h 184213"/>
                <a:gd name="connsiteX12" fmla="*/ 2419 w 341383"/>
                <a:gd name="connsiteY12" fmla="*/ 30861 h 184213"/>
                <a:gd name="connsiteX13" fmla="*/ 2419 w 341383"/>
                <a:gd name="connsiteY13" fmla="*/ 42577 h 184213"/>
                <a:gd name="connsiteX14" fmla="*/ 14086 w 341383"/>
                <a:gd name="connsiteY14" fmla="*/ 42577 h 184213"/>
                <a:gd name="connsiteX15" fmla="*/ 25184 w 341383"/>
                <a:gd name="connsiteY15" fmla="*/ 31337 h 184213"/>
                <a:gd name="connsiteX16" fmla="*/ 190706 w 341383"/>
                <a:gd name="connsiteY16" fmla="*/ 184214 h 184213"/>
                <a:gd name="connsiteX17" fmla="*/ 340576 w 341383"/>
                <a:gd name="connsiteY17" fmla="*/ 89535 h 184213"/>
                <a:gd name="connsiteX18" fmla="*/ 340955 w 341383"/>
                <a:gd name="connsiteY18" fmla="*/ 83153 h 184213"/>
                <a:gd name="connsiteX19" fmla="*/ 336687 w 341383"/>
                <a:gd name="connsiteY19" fmla="*/ 78391 h 18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383" h="184213">
                  <a:moveTo>
                    <a:pt x="336687" y="78486"/>
                  </a:moveTo>
                  <a:cubicBezTo>
                    <a:pt x="334695" y="77533"/>
                    <a:pt x="332419" y="77438"/>
                    <a:pt x="330332" y="78105"/>
                  </a:cubicBezTo>
                  <a:cubicBezTo>
                    <a:pt x="328245" y="78772"/>
                    <a:pt x="326538" y="80391"/>
                    <a:pt x="325589" y="82391"/>
                  </a:cubicBezTo>
                  <a:cubicBezTo>
                    <a:pt x="300832" y="134207"/>
                    <a:pt x="247903" y="167640"/>
                    <a:pt x="190706" y="167640"/>
                  </a:cubicBezTo>
                  <a:cubicBezTo>
                    <a:pt x="113873" y="167640"/>
                    <a:pt x="49182" y="108394"/>
                    <a:pt x="41878" y="32004"/>
                  </a:cubicBezTo>
                  <a:lnTo>
                    <a:pt x="52407" y="42577"/>
                  </a:lnTo>
                  <a:cubicBezTo>
                    <a:pt x="53925" y="44196"/>
                    <a:pt x="56012" y="45053"/>
                    <a:pt x="58288" y="45053"/>
                  </a:cubicBezTo>
                  <a:lnTo>
                    <a:pt x="58288" y="45053"/>
                  </a:lnTo>
                  <a:cubicBezTo>
                    <a:pt x="60470" y="45053"/>
                    <a:pt x="62557" y="44196"/>
                    <a:pt x="64169" y="42577"/>
                  </a:cubicBezTo>
                  <a:cubicBezTo>
                    <a:pt x="67394" y="39338"/>
                    <a:pt x="67394" y="34100"/>
                    <a:pt x="64169" y="30861"/>
                  </a:cubicBezTo>
                  <a:lnTo>
                    <a:pt x="41120" y="7715"/>
                  </a:lnTo>
                  <a:lnTo>
                    <a:pt x="33152" y="0"/>
                  </a:lnTo>
                  <a:lnTo>
                    <a:pt x="2419" y="30861"/>
                  </a:lnTo>
                  <a:cubicBezTo>
                    <a:pt x="-806" y="34100"/>
                    <a:pt x="-806" y="39338"/>
                    <a:pt x="2419" y="42577"/>
                  </a:cubicBezTo>
                  <a:cubicBezTo>
                    <a:pt x="5549" y="45720"/>
                    <a:pt x="10956" y="45720"/>
                    <a:pt x="14086" y="42577"/>
                  </a:cubicBezTo>
                  <a:lnTo>
                    <a:pt x="25184" y="31337"/>
                  </a:lnTo>
                  <a:cubicBezTo>
                    <a:pt x="32298" y="117348"/>
                    <a:pt x="104388" y="184214"/>
                    <a:pt x="190706" y="184214"/>
                  </a:cubicBezTo>
                  <a:cubicBezTo>
                    <a:pt x="254258" y="184214"/>
                    <a:pt x="313068" y="147066"/>
                    <a:pt x="340576" y="89535"/>
                  </a:cubicBezTo>
                  <a:cubicBezTo>
                    <a:pt x="341525" y="87535"/>
                    <a:pt x="341620" y="85249"/>
                    <a:pt x="340955" y="83153"/>
                  </a:cubicBezTo>
                  <a:cubicBezTo>
                    <a:pt x="340197" y="81058"/>
                    <a:pt x="338679" y="79343"/>
                    <a:pt x="336687" y="78391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85EC3A3B-97B5-3C27-558B-D738604320B6}"/>
                </a:ext>
              </a:extLst>
            </p:cNvPr>
            <p:cNvSpPr/>
            <p:nvPr/>
          </p:nvSpPr>
          <p:spPr>
            <a:xfrm>
              <a:off x="6816205" y="3613543"/>
              <a:ext cx="342789" cy="185356"/>
            </a:xfrm>
            <a:custGeom>
              <a:avLst/>
              <a:gdLst>
                <a:gd name="connsiteX0" fmla="*/ 340276 w 342789"/>
                <a:gd name="connsiteY0" fmla="*/ 142780 h 185356"/>
                <a:gd name="connsiteX1" fmla="*/ 340276 w 342789"/>
                <a:gd name="connsiteY1" fmla="*/ 142780 h 185356"/>
                <a:gd name="connsiteX2" fmla="*/ 328609 w 342789"/>
                <a:gd name="connsiteY2" fmla="*/ 142780 h 185356"/>
                <a:gd name="connsiteX3" fmla="*/ 316847 w 342789"/>
                <a:gd name="connsiteY3" fmla="*/ 154591 h 185356"/>
                <a:gd name="connsiteX4" fmla="*/ 151135 w 342789"/>
                <a:gd name="connsiteY4" fmla="*/ 0 h 185356"/>
                <a:gd name="connsiteX5" fmla="*/ 790 w 342789"/>
                <a:gd name="connsiteY5" fmla="*/ 95821 h 185356"/>
                <a:gd name="connsiteX6" fmla="*/ 506 w 342789"/>
                <a:gd name="connsiteY6" fmla="*/ 102203 h 185356"/>
                <a:gd name="connsiteX7" fmla="*/ 4774 w 342789"/>
                <a:gd name="connsiteY7" fmla="*/ 106871 h 185356"/>
                <a:gd name="connsiteX8" fmla="*/ 15778 w 342789"/>
                <a:gd name="connsiteY8" fmla="*/ 102870 h 185356"/>
                <a:gd name="connsiteX9" fmla="*/ 151135 w 342789"/>
                <a:gd name="connsiteY9" fmla="*/ 16574 h 185356"/>
                <a:gd name="connsiteX10" fmla="*/ 300057 w 342789"/>
                <a:gd name="connsiteY10" fmla="*/ 152591 h 185356"/>
                <a:gd name="connsiteX11" fmla="*/ 290287 w 342789"/>
                <a:gd name="connsiteY11" fmla="*/ 142780 h 185356"/>
                <a:gd name="connsiteX12" fmla="*/ 278620 w 342789"/>
                <a:gd name="connsiteY12" fmla="*/ 142780 h 185356"/>
                <a:gd name="connsiteX13" fmla="*/ 278620 w 342789"/>
                <a:gd name="connsiteY13" fmla="*/ 154496 h 185356"/>
                <a:gd name="connsiteX14" fmla="*/ 301670 w 342789"/>
                <a:gd name="connsiteY14" fmla="*/ 177641 h 185356"/>
                <a:gd name="connsiteX15" fmla="*/ 309638 w 342789"/>
                <a:gd name="connsiteY15" fmla="*/ 185356 h 185356"/>
                <a:gd name="connsiteX16" fmla="*/ 340371 w 342789"/>
                <a:gd name="connsiteY16" fmla="*/ 154496 h 185356"/>
                <a:gd name="connsiteX17" fmla="*/ 340371 w 342789"/>
                <a:gd name="connsiteY17" fmla="*/ 142780 h 185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2789" h="185356">
                  <a:moveTo>
                    <a:pt x="340276" y="142780"/>
                  </a:moveTo>
                  <a:lnTo>
                    <a:pt x="340276" y="142780"/>
                  </a:lnTo>
                  <a:cubicBezTo>
                    <a:pt x="337145" y="139637"/>
                    <a:pt x="331739" y="139637"/>
                    <a:pt x="328609" y="142780"/>
                  </a:cubicBezTo>
                  <a:lnTo>
                    <a:pt x="316847" y="154591"/>
                  </a:lnTo>
                  <a:cubicBezTo>
                    <a:pt x="310586" y="67627"/>
                    <a:pt x="238402" y="0"/>
                    <a:pt x="151135" y="0"/>
                  </a:cubicBezTo>
                  <a:cubicBezTo>
                    <a:pt x="87108" y="0"/>
                    <a:pt x="28109" y="37624"/>
                    <a:pt x="790" y="95821"/>
                  </a:cubicBezTo>
                  <a:cubicBezTo>
                    <a:pt x="-158" y="97822"/>
                    <a:pt x="-253" y="100108"/>
                    <a:pt x="506" y="102203"/>
                  </a:cubicBezTo>
                  <a:cubicBezTo>
                    <a:pt x="1265" y="104299"/>
                    <a:pt x="2782" y="105918"/>
                    <a:pt x="4774" y="106871"/>
                  </a:cubicBezTo>
                  <a:cubicBezTo>
                    <a:pt x="8948" y="108775"/>
                    <a:pt x="13880" y="107061"/>
                    <a:pt x="15778" y="102870"/>
                  </a:cubicBezTo>
                  <a:cubicBezTo>
                    <a:pt x="40345" y="50483"/>
                    <a:pt x="93464" y="16574"/>
                    <a:pt x="151135" y="16574"/>
                  </a:cubicBezTo>
                  <a:cubicBezTo>
                    <a:pt x="228157" y="16574"/>
                    <a:pt x="292848" y="76010"/>
                    <a:pt x="300057" y="152591"/>
                  </a:cubicBezTo>
                  <a:lnTo>
                    <a:pt x="290287" y="142780"/>
                  </a:lnTo>
                  <a:cubicBezTo>
                    <a:pt x="287157" y="139637"/>
                    <a:pt x="281750" y="139637"/>
                    <a:pt x="278620" y="142780"/>
                  </a:cubicBezTo>
                  <a:cubicBezTo>
                    <a:pt x="275395" y="146018"/>
                    <a:pt x="275395" y="151257"/>
                    <a:pt x="278620" y="154496"/>
                  </a:cubicBezTo>
                  <a:lnTo>
                    <a:pt x="301670" y="177641"/>
                  </a:lnTo>
                  <a:lnTo>
                    <a:pt x="309638" y="185356"/>
                  </a:lnTo>
                  <a:lnTo>
                    <a:pt x="340371" y="154496"/>
                  </a:lnTo>
                  <a:cubicBezTo>
                    <a:pt x="343596" y="151257"/>
                    <a:pt x="343596" y="146018"/>
                    <a:pt x="340371" y="142780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232" name="Graphic 230">
            <a:extLst>
              <a:ext uri="{FF2B5EF4-FFF2-40B4-BE49-F238E27FC236}">
                <a16:creationId xmlns:a16="http://schemas.microsoft.com/office/drawing/2014/main" id="{C8EACAC4-DF77-8D61-14C8-F1CD813E33F4}"/>
              </a:ext>
            </a:extLst>
          </p:cNvPr>
          <p:cNvSpPr/>
          <p:nvPr/>
        </p:nvSpPr>
        <p:spPr>
          <a:xfrm>
            <a:off x="10377332" y="2851787"/>
            <a:ext cx="483869" cy="484659"/>
          </a:xfrm>
          <a:custGeom>
            <a:avLst/>
            <a:gdLst>
              <a:gd name="connsiteX0" fmla="*/ 353714 w 361206"/>
              <a:gd name="connsiteY0" fmla="*/ 346651 h 361796"/>
              <a:gd name="connsiteX1" fmla="*/ 210672 w 361206"/>
              <a:gd name="connsiteY1" fmla="*/ 346651 h 361796"/>
              <a:gd name="connsiteX2" fmla="*/ 210672 w 361206"/>
              <a:gd name="connsiteY2" fmla="*/ 234161 h 361796"/>
              <a:gd name="connsiteX3" fmla="*/ 282288 w 361206"/>
              <a:gd name="connsiteY3" fmla="*/ 270261 h 361796"/>
              <a:gd name="connsiteX4" fmla="*/ 284754 w 361206"/>
              <a:gd name="connsiteY4" fmla="*/ 270261 h 361796"/>
              <a:gd name="connsiteX5" fmla="*/ 343564 w 361206"/>
              <a:gd name="connsiteY5" fmla="*/ 242543 h 361796"/>
              <a:gd name="connsiteX6" fmla="*/ 344797 w 361206"/>
              <a:gd name="connsiteY6" fmla="*/ 242543 h 361796"/>
              <a:gd name="connsiteX7" fmla="*/ 349824 w 361206"/>
              <a:gd name="connsiteY7" fmla="*/ 231208 h 361796"/>
              <a:gd name="connsiteX8" fmla="*/ 342331 w 361206"/>
              <a:gd name="connsiteY8" fmla="*/ 218635 h 361796"/>
              <a:gd name="connsiteX9" fmla="*/ 211526 w 361206"/>
              <a:gd name="connsiteY9" fmla="*/ 157675 h 361796"/>
              <a:gd name="connsiteX10" fmla="*/ 228221 w 361206"/>
              <a:gd name="connsiteY10" fmla="*/ 49567 h 361796"/>
              <a:gd name="connsiteX11" fmla="*/ 174343 w 361206"/>
              <a:gd name="connsiteY11" fmla="*/ 1751 h 361796"/>
              <a:gd name="connsiteX12" fmla="*/ 173110 w 361206"/>
              <a:gd name="connsiteY12" fmla="*/ 1751 h 361796"/>
              <a:gd name="connsiteX13" fmla="*/ 161822 w 361206"/>
              <a:gd name="connsiteY13" fmla="*/ 513 h 361796"/>
              <a:gd name="connsiteX14" fmla="*/ 150535 w 361206"/>
              <a:gd name="connsiteY14" fmla="*/ 14324 h 361796"/>
              <a:gd name="connsiteX15" fmla="*/ 150535 w 361206"/>
              <a:gd name="connsiteY15" fmla="*/ 155580 h 361796"/>
              <a:gd name="connsiteX16" fmla="*/ 38891 w 361206"/>
              <a:gd name="connsiteY16" fmla="*/ 169486 h 361796"/>
              <a:gd name="connsiteX17" fmla="*/ 7494 w 361206"/>
              <a:gd name="connsiteY17" fmla="*/ 239495 h 361796"/>
              <a:gd name="connsiteX18" fmla="*/ 7494 w 361206"/>
              <a:gd name="connsiteY18" fmla="*/ 240733 h 361796"/>
              <a:gd name="connsiteX19" fmla="*/ 11288 w 361206"/>
              <a:gd name="connsiteY19" fmla="*/ 251973 h 361796"/>
              <a:gd name="connsiteX20" fmla="*/ 21342 w 361206"/>
              <a:gd name="connsiteY20" fmla="*/ 255688 h 361796"/>
              <a:gd name="connsiteX21" fmla="*/ 26370 w 361206"/>
              <a:gd name="connsiteY21" fmla="*/ 255688 h 361796"/>
              <a:gd name="connsiteX22" fmla="*/ 150535 w 361206"/>
              <a:gd name="connsiteY22" fmla="*/ 210158 h 361796"/>
              <a:gd name="connsiteX23" fmla="*/ 150535 w 361206"/>
              <a:gd name="connsiteY23" fmla="*/ 346556 h 361796"/>
              <a:gd name="connsiteX24" fmla="*/ 7494 w 361206"/>
              <a:gd name="connsiteY24" fmla="*/ 346556 h 361796"/>
              <a:gd name="connsiteX25" fmla="*/ 0 w 361206"/>
              <a:gd name="connsiteY25" fmla="*/ 354176 h 361796"/>
              <a:gd name="connsiteX26" fmla="*/ 7494 w 361206"/>
              <a:gd name="connsiteY26" fmla="*/ 361796 h 361796"/>
              <a:gd name="connsiteX27" fmla="*/ 353714 w 361206"/>
              <a:gd name="connsiteY27" fmla="*/ 361796 h 361796"/>
              <a:gd name="connsiteX28" fmla="*/ 361207 w 361206"/>
              <a:gd name="connsiteY28" fmla="*/ 354176 h 361796"/>
              <a:gd name="connsiteX29" fmla="*/ 353714 w 361206"/>
              <a:gd name="connsiteY29" fmla="*/ 346556 h 361796"/>
              <a:gd name="connsiteX30" fmla="*/ 333509 w 361206"/>
              <a:gd name="connsiteY30" fmla="*/ 232351 h 361796"/>
              <a:gd name="connsiteX31" fmla="*/ 282193 w 361206"/>
              <a:gd name="connsiteY31" fmla="*/ 255021 h 361796"/>
              <a:gd name="connsiteX32" fmla="*/ 210578 w 361206"/>
              <a:gd name="connsiteY32" fmla="*/ 210920 h 361796"/>
              <a:gd name="connsiteX33" fmla="*/ 210578 w 361206"/>
              <a:gd name="connsiteY33" fmla="*/ 173868 h 361796"/>
              <a:gd name="connsiteX34" fmla="*/ 333509 w 361206"/>
              <a:gd name="connsiteY34" fmla="*/ 231113 h 361796"/>
              <a:gd name="connsiteX35" fmla="*/ 333509 w 361206"/>
              <a:gd name="connsiteY35" fmla="*/ 232351 h 361796"/>
              <a:gd name="connsiteX36" fmla="*/ 166850 w 361206"/>
              <a:gd name="connsiteY36" fmla="*/ 15467 h 361796"/>
              <a:gd name="connsiteX37" fmla="*/ 169316 w 361206"/>
              <a:gd name="connsiteY37" fmla="*/ 15467 h 361796"/>
              <a:gd name="connsiteX38" fmla="*/ 214372 w 361206"/>
              <a:gd name="connsiteY38" fmla="*/ 54424 h 361796"/>
              <a:gd name="connsiteX39" fmla="*/ 204033 w 361206"/>
              <a:gd name="connsiteY39" fmla="*/ 139197 h 361796"/>
              <a:gd name="connsiteX40" fmla="*/ 180604 w 361206"/>
              <a:gd name="connsiteY40" fmla="*/ 127386 h 361796"/>
              <a:gd name="connsiteX41" fmla="*/ 165616 w 361206"/>
              <a:gd name="connsiteY41" fmla="*/ 131767 h 361796"/>
              <a:gd name="connsiteX42" fmla="*/ 165616 w 361206"/>
              <a:gd name="connsiteY42" fmla="*/ 16705 h 361796"/>
              <a:gd name="connsiteX43" fmla="*/ 166850 w 361206"/>
              <a:gd name="connsiteY43" fmla="*/ 15467 h 361796"/>
              <a:gd name="connsiteX44" fmla="*/ 22575 w 361206"/>
              <a:gd name="connsiteY44" fmla="*/ 240733 h 361796"/>
              <a:gd name="connsiteX45" fmla="*/ 22575 w 361206"/>
              <a:gd name="connsiteY45" fmla="*/ 239495 h 361796"/>
              <a:gd name="connsiteX46" fmla="*/ 47712 w 361206"/>
              <a:gd name="connsiteY46" fmla="*/ 181964 h 361796"/>
              <a:gd name="connsiteX47" fmla="*/ 150535 w 361206"/>
              <a:gd name="connsiteY47" fmla="*/ 170629 h 361796"/>
              <a:gd name="connsiteX48" fmla="*/ 150535 w 361206"/>
              <a:gd name="connsiteY48" fmla="*/ 193394 h 361796"/>
              <a:gd name="connsiteX49" fmla="*/ 22575 w 361206"/>
              <a:gd name="connsiteY49" fmla="*/ 240733 h 361796"/>
              <a:gd name="connsiteX50" fmla="*/ 165522 w 361206"/>
              <a:gd name="connsiteY50" fmla="*/ 157675 h 361796"/>
              <a:gd name="connsiteX51" fmla="*/ 165522 w 361206"/>
              <a:gd name="connsiteY51" fmla="*/ 157675 h 361796"/>
              <a:gd name="connsiteX52" fmla="*/ 165522 w 361206"/>
              <a:gd name="connsiteY52" fmla="*/ 157675 h 361796"/>
              <a:gd name="connsiteX53" fmla="*/ 180509 w 361206"/>
              <a:gd name="connsiteY53" fmla="*/ 142626 h 361796"/>
              <a:gd name="connsiteX54" fmla="*/ 195496 w 361206"/>
              <a:gd name="connsiteY54" fmla="*/ 157771 h 361796"/>
              <a:gd name="connsiteX55" fmla="*/ 195496 w 361206"/>
              <a:gd name="connsiteY55" fmla="*/ 346747 h 361796"/>
              <a:gd name="connsiteX56" fmla="*/ 165427 w 361206"/>
              <a:gd name="connsiteY56" fmla="*/ 346747 h 361796"/>
              <a:gd name="connsiteX57" fmla="*/ 165427 w 361206"/>
              <a:gd name="connsiteY57" fmla="*/ 157771 h 361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61206" h="361796">
                <a:moveTo>
                  <a:pt x="353714" y="346651"/>
                </a:moveTo>
                <a:lnTo>
                  <a:pt x="210672" y="346651"/>
                </a:lnTo>
                <a:lnTo>
                  <a:pt x="210672" y="234161"/>
                </a:lnTo>
                <a:cubicBezTo>
                  <a:pt x="228126" y="251116"/>
                  <a:pt x="253357" y="269213"/>
                  <a:pt x="282288" y="270261"/>
                </a:cubicBezTo>
                <a:lnTo>
                  <a:pt x="284754" y="270261"/>
                </a:lnTo>
                <a:cubicBezTo>
                  <a:pt x="306002" y="270261"/>
                  <a:pt x="326111" y="261403"/>
                  <a:pt x="343564" y="242543"/>
                </a:cubicBezTo>
                <a:lnTo>
                  <a:pt x="344797" y="242543"/>
                </a:lnTo>
                <a:cubicBezTo>
                  <a:pt x="347263" y="240067"/>
                  <a:pt x="349824" y="237495"/>
                  <a:pt x="349824" y="231208"/>
                </a:cubicBezTo>
                <a:cubicBezTo>
                  <a:pt x="351058" y="226160"/>
                  <a:pt x="347358" y="221112"/>
                  <a:pt x="342331" y="218635"/>
                </a:cubicBezTo>
                <a:cubicBezTo>
                  <a:pt x="342331" y="218635"/>
                  <a:pt x="298726" y="198316"/>
                  <a:pt x="211526" y="157675"/>
                </a:cubicBezTo>
                <a:cubicBezTo>
                  <a:pt x="223383" y="135673"/>
                  <a:pt x="243492" y="89857"/>
                  <a:pt x="228221" y="49567"/>
                </a:cubicBezTo>
                <a:cubicBezTo>
                  <a:pt x="219494" y="26897"/>
                  <a:pt x="201946" y="11848"/>
                  <a:pt x="174343" y="1751"/>
                </a:cubicBezTo>
                <a:lnTo>
                  <a:pt x="173110" y="1751"/>
                </a:lnTo>
                <a:cubicBezTo>
                  <a:pt x="170644" y="513"/>
                  <a:pt x="166850" y="-725"/>
                  <a:pt x="161822" y="513"/>
                </a:cubicBezTo>
                <a:cubicBezTo>
                  <a:pt x="158028" y="2989"/>
                  <a:pt x="150535" y="8038"/>
                  <a:pt x="150535" y="14324"/>
                </a:cubicBezTo>
                <a:lnTo>
                  <a:pt x="150535" y="155580"/>
                </a:lnTo>
                <a:cubicBezTo>
                  <a:pt x="114205" y="146817"/>
                  <a:pt x="68675" y="146722"/>
                  <a:pt x="38891" y="169486"/>
                </a:cubicBezTo>
                <a:cubicBezTo>
                  <a:pt x="18781" y="184536"/>
                  <a:pt x="7494" y="208253"/>
                  <a:pt x="7494" y="239495"/>
                </a:cubicBezTo>
                <a:lnTo>
                  <a:pt x="7494" y="240733"/>
                </a:lnTo>
                <a:cubicBezTo>
                  <a:pt x="7494" y="243210"/>
                  <a:pt x="7494" y="248258"/>
                  <a:pt x="11288" y="251973"/>
                </a:cubicBezTo>
                <a:cubicBezTo>
                  <a:pt x="13849" y="254449"/>
                  <a:pt x="17548" y="255688"/>
                  <a:pt x="21342" y="255688"/>
                </a:cubicBezTo>
                <a:lnTo>
                  <a:pt x="26370" y="255688"/>
                </a:lnTo>
                <a:cubicBezTo>
                  <a:pt x="26370" y="255688"/>
                  <a:pt x="26370" y="255688"/>
                  <a:pt x="150535" y="210158"/>
                </a:cubicBezTo>
                <a:lnTo>
                  <a:pt x="150535" y="346556"/>
                </a:lnTo>
                <a:lnTo>
                  <a:pt x="7494" y="346556"/>
                </a:lnTo>
                <a:cubicBezTo>
                  <a:pt x="3699" y="346556"/>
                  <a:pt x="0" y="349128"/>
                  <a:pt x="0" y="354176"/>
                </a:cubicBezTo>
                <a:cubicBezTo>
                  <a:pt x="0" y="357986"/>
                  <a:pt x="3794" y="361796"/>
                  <a:pt x="7494" y="361796"/>
                </a:cubicBezTo>
                <a:lnTo>
                  <a:pt x="353714" y="361796"/>
                </a:lnTo>
                <a:cubicBezTo>
                  <a:pt x="357508" y="361796"/>
                  <a:pt x="361207" y="357986"/>
                  <a:pt x="361207" y="354176"/>
                </a:cubicBezTo>
                <a:cubicBezTo>
                  <a:pt x="361207" y="349033"/>
                  <a:pt x="357413" y="346556"/>
                  <a:pt x="353714" y="346556"/>
                </a:cubicBezTo>
                <a:close/>
                <a:moveTo>
                  <a:pt x="333509" y="232351"/>
                </a:moveTo>
                <a:cubicBezTo>
                  <a:pt x="317194" y="248734"/>
                  <a:pt x="299741" y="256259"/>
                  <a:pt x="282193" y="255021"/>
                </a:cubicBezTo>
                <a:cubicBezTo>
                  <a:pt x="251650" y="253783"/>
                  <a:pt x="223573" y="227398"/>
                  <a:pt x="210578" y="210920"/>
                </a:cubicBezTo>
                <a:lnTo>
                  <a:pt x="210578" y="173868"/>
                </a:lnTo>
                <a:cubicBezTo>
                  <a:pt x="224142" y="180154"/>
                  <a:pt x="256392" y="195204"/>
                  <a:pt x="333509" y="231113"/>
                </a:cubicBezTo>
                <a:lnTo>
                  <a:pt x="333509" y="232351"/>
                </a:lnTo>
                <a:close/>
                <a:moveTo>
                  <a:pt x="166850" y="15467"/>
                </a:moveTo>
                <a:lnTo>
                  <a:pt x="169316" y="15467"/>
                </a:lnTo>
                <a:cubicBezTo>
                  <a:pt x="193124" y="24230"/>
                  <a:pt x="208111" y="36898"/>
                  <a:pt x="214372" y="54424"/>
                </a:cubicBezTo>
                <a:cubicBezTo>
                  <a:pt x="224996" y="83380"/>
                  <a:pt x="213328" y="118337"/>
                  <a:pt x="204033" y="139197"/>
                </a:cubicBezTo>
                <a:cubicBezTo>
                  <a:pt x="198531" y="132053"/>
                  <a:pt x="189994" y="127386"/>
                  <a:pt x="180604" y="127386"/>
                </a:cubicBezTo>
                <a:cubicBezTo>
                  <a:pt x="175197" y="127386"/>
                  <a:pt x="170075" y="129005"/>
                  <a:pt x="165616" y="131767"/>
                </a:cubicBezTo>
                <a:lnTo>
                  <a:pt x="165616" y="16705"/>
                </a:lnTo>
                <a:cubicBezTo>
                  <a:pt x="165616" y="15467"/>
                  <a:pt x="166850" y="15467"/>
                  <a:pt x="166850" y="15467"/>
                </a:cubicBezTo>
                <a:close/>
                <a:moveTo>
                  <a:pt x="22575" y="240733"/>
                </a:moveTo>
                <a:lnTo>
                  <a:pt x="22575" y="239495"/>
                </a:lnTo>
                <a:cubicBezTo>
                  <a:pt x="22575" y="213206"/>
                  <a:pt x="31397" y="194442"/>
                  <a:pt x="47712" y="181964"/>
                </a:cubicBezTo>
                <a:cubicBezTo>
                  <a:pt x="75030" y="161866"/>
                  <a:pt x="119232" y="163009"/>
                  <a:pt x="150535" y="170629"/>
                </a:cubicBezTo>
                <a:lnTo>
                  <a:pt x="150535" y="193394"/>
                </a:lnTo>
                <a:cubicBezTo>
                  <a:pt x="141903" y="196633"/>
                  <a:pt x="113826" y="207015"/>
                  <a:pt x="22575" y="240733"/>
                </a:cubicBezTo>
                <a:close/>
                <a:moveTo>
                  <a:pt x="165522" y="157675"/>
                </a:moveTo>
                <a:cubicBezTo>
                  <a:pt x="165522" y="157675"/>
                  <a:pt x="165522" y="157675"/>
                  <a:pt x="165522" y="157675"/>
                </a:cubicBezTo>
                <a:lnTo>
                  <a:pt x="165522" y="157675"/>
                </a:lnTo>
                <a:cubicBezTo>
                  <a:pt x="165522" y="150055"/>
                  <a:pt x="171782" y="142626"/>
                  <a:pt x="180509" y="142626"/>
                </a:cubicBezTo>
                <a:cubicBezTo>
                  <a:pt x="189235" y="142626"/>
                  <a:pt x="195496" y="150151"/>
                  <a:pt x="195496" y="157771"/>
                </a:cubicBezTo>
                <a:lnTo>
                  <a:pt x="195496" y="346747"/>
                </a:lnTo>
                <a:lnTo>
                  <a:pt x="165427" y="346747"/>
                </a:lnTo>
                <a:lnTo>
                  <a:pt x="165427" y="15777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3" name="Graphic 230">
            <a:extLst>
              <a:ext uri="{FF2B5EF4-FFF2-40B4-BE49-F238E27FC236}">
                <a16:creationId xmlns:a16="http://schemas.microsoft.com/office/drawing/2014/main" id="{02948D56-5CDB-BDFD-64FF-EFD7158487A2}"/>
              </a:ext>
            </a:extLst>
          </p:cNvPr>
          <p:cNvSpPr/>
          <p:nvPr/>
        </p:nvSpPr>
        <p:spPr>
          <a:xfrm>
            <a:off x="11142507" y="2851787"/>
            <a:ext cx="483869" cy="484659"/>
          </a:xfrm>
          <a:custGeom>
            <a:avLst/>
            <a:gdLst>
              <a:gd name="connsiteX0" fmla="*/ 353714 w 361206"/>
              <a:gd name="connsiteY0" fmla="*/ 346651 h 361796"/>
              <a:gd name="connsiteX1" fmla="*/ 210672 w 361206"/>
              <a:gd name="connsiteY1" fmla="*/ 346651 h 361796"/>
              <a:gd name="connsiteX2" fmla="*/ 210672 w 361206"/>
              <a:gd name="connsiteY2" fmla="*/ 234161 h 361796"/>
              <a:gd name="connsiteX3" fmla="*/ 282288 w 361206"/>
              <a:gd name="connsiteY3" fmla="*/ 270261 h 361796"/>
              <a:gd name="connsiteX4" fmla="*/ 284754 w 361206"/>
              <a:gd name="connsiteY4" fmla="*/ 270261 h 361796"/>
              <a:gd name="connsiteX5" fmla="*/ 343564 w 361206"/>
              <a:gd name="connsiteY5" fmla="*/ 242543 h 361796"/>
              <a:gd name="connsiteX6" fmla="*/ 344797 w 361206"/>
              <a:gd name="connsiteY6" fmla="*/ 242543 h 361796"/>
              <a:gd name="connsiteX7" fmla="*/ 349824 w 361206"/>
              <a:gd name="connsiteY7" fmla="*/ 231208 h 361796"/>
              <a:gd name="connsiteX8" fmla="*/ 342331 w 361206"/>
              <a:gd name="connsiteY8" fmla="*/ 218635 h 361796"/>
              <a:gd name="connsiteX9" fmla="*/ 211526 w 361206"/>
              <a:gd name="connsiteY9" fmla="*/ 157675 h 361796"/>
              <a:gd name="connsiteX10" fmla="*/ 228221 w 361206"/>
              <a:gd name="connsiteY10" fmla="*/ 49567 h 361796"/>
              <a:gd name="connsiteX11" fmla="*/ 174343 w 361206"/>
              <a:gd name="connsiteY11" fmla="*/ 1751 h 361796"/>
              <a:gd name="connsiteX12" fmla="*/ 173110 w 361206"/>
              <a:gd name="connsiteY12" fmla="*/ 1751 h 361796"/>
              <a:gd name="connsiteX13" fmla="*/ 161822 w 361206"/>
              <a:gd name="connsiteY13" fmla="*/ 513 h 361796"/>
              <a:gd name="connsiteX14" fmla="*/ 150535 w 361206"/>
              <a:gd name="connsiteY14" fmla="*/ 14324 h 361796"/>
              <a:gd name="connsiteX15" fmla="*/ 150535 w 361206"/>
              <a:gd name="connsiteY15" fmla="*/ 155580 h 361796"/>
              <a:gd name="connsiteX16" fmla="*/ 38891 w 361206"/>
              <a:gd name="connsiteY16" fmla="*/ 169486 h 361796"/>
              <a:gd name="connsiteX17" fmla="*/ 7494 w 361206"/>
              <a:gd name="connsiteY17" fmla="*/ 239495 h 361796"/>
              <a:gd name="connsiteX18" fmla="*/ 7494 w 361206"/>
              <a:gd name="connsiteY18" fmla="*/ 240733 h 361796"/>
              <a:gd name="connsiteX19" fmla="*/ 11288 w 361206"/>
              <a:gd name="connsiteY19" fmla="*/ 251973 h 361796"/>
              <a:gd name="connsiteX20" fmla="*/ 21342 w 361206"/>
              <a:gd name="connsiteY20" fmla="*/ 255688 h 361796"/>
              <a:gd name="connsiteX21" fmla="*/ 26370 w 361206"/>
              <a:gd name="connsiteY21" fmla="*/ 255688 h 361796"/>
              <a:gd name="connsiteX22" fmla="*/ 150535 w 361206"/>
              <a:gd name="connsiteY22" fmla="*/ 210158 h 361796"/>
              <a:gd name="connsiteX23" fmla="*/ 150535 w 361206"/>
              <a:gd name="connsiteY23" fmla="*/ 346556 h 361796"/>
              <a:gd name="connsiteX24" fmla="*/ 7494 w 361206"/>
              <a:gd name="connsiteY24" fmla="*/ 346556 h 361796"/>
              <a:gd name="connsiteX25" fmla="*/ 0 w 361206"/>
              <a:gd name="connsiteY25" fmla="*/ 354176 h 361796"/>
              <a:gd name="connsiteX26" fmla="*/ 7494 w 361206"/>
              <a:gd name="connsiteY26" fmla="*/ 361796 h 361796"/>
              <a:gd name="connsiteX27" fmla="*/ 353714 w 361206"/>
              <a:gd name="connsiteY27" fmla="*/ 361796 h 361796"/>
              <a:gd name="connsiteX28" fmla="*/ 361207 w 361206"/>
              <a:gd name="connsiteY28" fmla="*/ 354176 h 361796"/>
              <a:gd name="connsiteX29" fmla="*/ 353714 w 361206"/>
              <a:gd name="connsiteY29" fmla="*/ 346556 h 361796"/>
              <a:gd name="connsiteX30" fmla="*/ 333509 w 361206"/>
              <a:gd name="connsiteY30" fmla="*/ 232351 h 361796"/>
              <a:gd name="connsiteX31" fmla="*/ 282193 w 361206"/>
              <a:gd name="connsiteY31" fmla="*/ 255021 h 361796"/>
              <a:gd name="connsiteX32" fmla="*/ 210578 w 361206"/>
              <a:gd name="connsiteY32" fmla="*/ 210920 h 361796"/>
              <a:gd name="connsiteX33" fmla="*/ 210578 w 361206"/>
              <a:gd name="connsiteY33" fmla="*/ 173868 h 361796"/>
              <a:gd name="connsiteX34" fmla="*/ 333509 w 361206"/>
              <a:gd name="connsiteY34" fmla="*/ 231113 h 361796"/>
              <a:gd name="connsiteX35" fmla="*/ 333509 w 361206"/>
              <a:gd name="connsiteY35" fmla="*/ 232351 h 361796"/>
              <a:gd name="connsiteX36" fmla="*/ 166850 w 361206"/>
              <a:gd name="connsiteY36" fmla="*/ 15467 h 361796"/>
              <a:gd name="connsiteX37" fmla="*/ 169316 w 361206"/>
              <a:gd name="connsiteY37" fmla="*/ 15467 h 361796"/>
              <a:gd name="connsiteX38" fmla="*/ 214372 w 361206"/>
              <a:gd name="connsiteY38" fmla="*/ 54424 h 361796"/>
              <a:gd name="connsiteX39" fmla="*/ 204033 w 361206"/>
              <a:gd name="connsiteY39" fmla="*/ 139197 h 361796"/>
              <a:gd name="connsiteX40" fmla="*/ 180604 w 361206"/>
              <a:gd name="connsiteY40" fmla="*/ 127386 h 361796"/>
              <a:gd name="connsiteX41" fmla="*/ 165616 w 361206"/>
              <a:gd name="connsiteY41" fmla="*/ 131767 h 361796"/>
              <a:gd name="connsiteX42" fmla="*/ 165616 w 361206"/>
              <a:gd name="connsiteY42" fmla="*/ 16705 h 361796"/>
              <a:gd name="connsiteX43" fmla="*/ 166850 w 361206"/>
              <a:gd name="connsiteY43" fmla="*/ 15467 h 361796"/>
              <a:gd name="connsiteX44" fmla="*/ 22575 w 361206"/>
              <a:gd name="connsiteY44" fmla="*/ 240733 h 361796"/>
              <a:gd name="connsiteX45" fmla="*/ 22575 w 361206"/>
              <a:gd name="connsiteY45" fmla="*/ 239495 h 361796"/>
              <a:gd name="connsiteX46" fmla="*/ 47712 w 361206"/>
              <a:gd name="connsiteY46" fmla="*/ 181964 h 361796"/>
              <a:gd name="connsiteX47" fmla="*/ 150535 w 361206"/>
              <a:gd name="connsiteY47" fmla="*/ 170629 h 361796"/>
              <a:gd name="connsiteX48" fmla="*/ 150535 w 361206"/>
              <a:gd name="connsiteY48" fmla="*/ 193394 h 361796"/>
              <a:gd name="connsiteX49" fmla="*/ 22575 w 361206"/>
              <a:gd name="connsiteY49" fmla="*/ 240733 h 361796"/>
              <a:gd name="connsiteX50" fmla="*/ 165522 w 361206"/>
              <a:gd name="connsiteY50" fmla="*/ 157675 h 361796"/>
              <a:gd name="connsiteX51" fmla="*/ 165522 w 361206"/>
              <a:gd name="connsiteY51" fmla="*/ 157675 h 361796"/>
              <a:gd name="connsiteX52" fmla="*/ 165522 w 361206"/>
              <a:gd name="connsiteY52" fmla="*/ 157675 h 361796"/>
              <a:gd name="connsiteX53" fmla="*/ 180509 w 361206"/>
              <a:gd name="connsiteY53" fmla="*/ 142626 h 361796"/>
              <a:gd name="connsiteX54" fmla="*/ 195496 w 361206"/>
              <a:gd name="connsiteY54" fmla="*/ 157771 h 361796"/>
              <a:gd name="connsiteX55" fmla="*/ 195496 w 361206"/>
              <a:gd name="connsiteY55" fmla="*/ 346747 h 361796"/>
              <a:gd name="connsiteX56" fmla="*/ 165427 w 361206"/>
              <a:gd name="connsiteY56" fmla="*/ 346747 h 361796"/>
              <a:gd name="connsiteX57" fmla="*/ 165427 w 361206"/>
              <a:gd name="connsiteY57" fmla="*/ 157771 h 361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61206" h="361796">
                <a:moveTo>
                  <a:pt x="353714" y="346651"/>
                </a:moveTo>
                <a:lnTo>
                  <a:pt x="210672" y="346651"/>
                </a:lnTo>
                <a:lnTo>
                  <a:pt x="210672" y="234161"/>
                </a:lnTo>
                <a:cubicBezTo>
                  <a:pt x="228126" y="251116"/>
                  <a:pt x="253357" y="269213"/>
                  <a:pt x="282288" y="270261"/>
                </a:cubicBezTo>
                <a:lnTo>
                  <a:pt x="284754" y="270261"/>
                </a:lnTo>
                <a:cubicBezTo>
                  <a:pt x="306002" y="270261"/>
                  <a:pt x="326111" y="261403"/>
                  <a:pt x="343564" y="242543"/>
                </a:cubicBezTo>
                <a:lnTo>
                  <a:pt x="344797" y="242543"/>
                </a:lnTo>
                <a:cubicBezTo>
                  <a:pt x="347263" y="240067"/>
                  <a:pt x="349824" y="237495"/>
                  <a:pt x="349824" y="231208"/>
                </a:cubicBezTo>
                <a:cubicBezTo>
                  <a:pt x="351058" y="226160"/>
                  <a:pt x="347358" y="221112"/>
                  <a:pt x="342331" y="218635"/>
                </a:cubicBezTo>
                <a:cubicBezTo>
                  <a:pt x="342331" y="218635"/>
                  <a:pt x="298726" y="198316"/>
                  <a:pt x="211526" y="157675"/>
                </a:cubicBezTo>
                <a:cubicBezTo>
                  <a:pt x="223383" y="135673"/>
                  <a:pt x="243492" y="89857"/>
                  <a:pt x="228221" y="49567"/>
                </a:cubicBezTo>
                <a:cubicBezTo>
                  <a:pt x="219494" y="26897"/>
                  <a:pt x="201946" y="11848"/>
                  <a:pt x="174343" y="1751"/>
                </a:cubicBezTo>
                <a:lnTo>
                  <a:pt x="173110" y="1751"/>
                </a:lnTo>
                <a:cubicBezTo>
                  <a:pt x="170644" y="513"/>
                  <a:pt x="166850" y="-725"/>
                  <a:pt x="161822" y="513"/>
                </a:cubicBezTo>
                <a:cubicBezTo>
                  <a:pt x="158028" y="2989"/>
                  <a:pt x="150535" y="8038"/>
                  <a:pt x="150535" y="14324"/>
                </a:cubicBezTo>
                <a:lnTo>
                  <a:pt x="150535" y="155580"/>
                </a:lnTo>
                <a:cubicBezTo>
                  <a:pt x="114205" y="146817"/>
                  <a:pt x="68675" y="146722"/>
                  <a:pt x="38891" y="169486"/>
                </a:cubicBezTo>
                <a:cubicBezTo>
                  <a:pt x="18781" y="184536"/>
                  <a:pt x="7494" y="208253"/>
                  <a:pt x="7494" y="239495"/>
                </a:cubicBezTo>
                <a:lnTo>
                  <a:pt x="7494" y="240733"/>
                </a:lnTo>
                <a:cubicBezTo>
                  <a:pt x="7494" y="243210"/>
                  <a:pt x="7494" y="248258"/>
                  <a:pt x="11288" y="251973"/>
                </a:cubicBezTo>
                <a:cubicBezTo>
                  <a:pt x="13849" y="254449"/>
                  <a:pt x="17548" y="255688"/>
                  <a:pt x="21342" y="255688"/>
                </a:cubicBezTo>
                <a:lnTo>
                  <a:pt x="26370" y="255688"/>
                </a:lnTo>
                <a:cubicBezTo>
                  <a:pt x="26370" y="255688"/>
                  <a:pt x="26370" y="255688"/>
                  <a:pt x="150535" y="210158"/>
                </a:cubicBezTo>
                <a:lnTo>
                  <a:pt x="150535" y="346556"/>
                </a:lnTo>
                <a:lnTo>
                  <a:pt x="7494" y="346556"/>
                </a:lnTo>
                <a:cubicBezTo>
                  <a:pt x="3699" y="346556"/>
                  <a:pt x="0" y="349128"/>
                  <a:pt x="0" y="354176"/>
                </a:cubicBezTo>
                <a:cubicBezTo>
                  <a:pt x="0" y="357986"/>
                  <a:pt x="3794" y="361796"/>
                  <a:pt x="7494" y="361796"/>
                </a:cubicBezTo>
                <a:lnTo>
                  <a:pt x="353714" y="361796"/>
                </a:lnTo>
                <a:cubicBezTo>
                  <a:pt x="357508" y="361796"/>
                  <a:pt x="361207" y="357986"/>
                  <a:pt x="361207" y="354176"/>
                </a:cubicBezTo>
                <a:cubicBezTo>
                  <a:pt x="361207" y="349033"/>
                  <a:pt x="357413" y="346556"/>
                  <a:pt x="353714" y="346556"/>
                </a:cubicBezTo>
                <a:close/>
                <a:moveTo>
                  <a:pt x="333509" y="232351"/>
                </a:moveTo>
                <a:cubicBezTo>
                  <a:pt x="317194" y="248734"/>
                  <a:pt x="299741" y="256259"/>
                  <a:pt x="282193" y="255021"/>
                </a:cubicBezTo>
                <a:cubicBezTo>
                  <a:pt x="251650" y="253783"/>
                  <a:pt x="223573" y="227398"/>
                  <a:pt x="210578" y="210920"/>
                </a:cubicBezTo>
                <a:lnTo>
                  <a:pt x="210578" y="173868"/>
                </a:lnTo>
                <a:cubicBezTo>
                  <a:pt x="224142" y="180154"/>
                  <a:pt x="256392" y="195204"/>
                  <a:pt x="333509" y="231113"/>
                </a:cubicBezTo>
                <a:lnTo>
                  <a:pt x="333509" y="232351"/>
                </a:lnTo>
                <a:close/>
                <a:moveTo>
                  <a:pt x="166850" y="15467"/>
                </a:moveTo>
                <a:lnTo>
                  <a:pt x="169316" y="15467"/>
                </a:lnTo>
                <a:cubicBezTo>
                  <a:pt x="193124" y="24230"/>
                  <a:pt x="208111" y="36898"/>
                  <a:pt x="214372" y="54424"/>
                </a:cubicBezTo>
                <a:cubicBezTo>
                  <a:pt x="224996" y="83380"/>
                  <a:pt x="213328" y="118337"/>
                  <a:pt x="204033" y="139197"/>
                </a:cubicBezTo>
                <a:cubicBezTo>
                  <a:pt x="198531" y="132053"/>
                  <a:pt x="189994" y="127386"/>
                  <a:pt x="180604" y="127386"/>
                </a:cubicBezTo>
                <a:cubicBezTo>
                  <a:pt x="175197" y="127386"/>
                  <a:pt x="170075" y="129005"/>
                  <a:pt x="165616" y="131767"/>
                </a:cubicBezTo>
                <a:lnTo>
                  <a:pt x="165616" y="16705"/>
                </a:lnTo>
                <a:cubicBezTo>
                  <a:pt x="165616" y="15467"/>
                  <a:pt x="166850" y="15467"/>
                  <a:pt x="166850" y="15467"/>
                </a:cubicBezTo>
                <a:close/>
                <a:moveTo>
                  <a:pt x="22575" y="240733"/>
                </a:moveTo>
                <a:lnTo>
                  <a:pt x="22575" y="239495"/>
                </a:lnTo>
                <a:cubicBezTo>
                  <a:pt x="22575" y="213206"/>
                  <a:pt x="31397" y="194442"/>
                  <a:pt x="47712" y="181964"/>
                </a:cubicBezTo>
                <a:cubicBezTo>
                  <a:pt x="75030" y="161866"/>
                  <a:pt x="119232" y="163009"/>
                  <a:pt x="150535" y="170629"/>
                </a:cubicBezTo>
                <a:lnTo>
                  <a:pt x="150535" y="193394"/>
                </a:lnTo>
                <a:cubicBezTo>
                  <a:pt x="141903" y="196633"/>
                  <a:pt x="113826" y="207015"/>
                  <a:pt x="22575" y="240733"/>
                </a:cubicBezTo>
                <a:close/>
                <a:moveTo>
                  <a:pt x="165522" y="157675"/>
                </a:moveTo>
                <a:cubicBezTo>
                  <a:pt x="165522" y="157675"/>
                  <a:pt x="165522" y="157675"/>
                  <a:pt x="165522" y="157675"/>
                </a:cubicBezTo>
                <a:lnTo>
                  <a:pt x="165522" y="157675"/>
                </a:lnTo>
                <a:cubicBezTo>
                  <a:pt x="165522" y="150055"/>
                  <a:pt x="171782" y="142626"/>
                  <a:pt x="180509" y="142626"/>
                </a:cubicBezTo>
                <a:cubicBezTo>
                  <a:pt x="189235" y="142626"/>
                  <a:pt x="195496" y="150151"/>
                  <a:pt x="195496" y="157771"/>
                </a:cubicBezTo>
                <a:lnTo>
                  <a:pt x="195496" y="346747"/>
                </a:lnTo>
                <a:lnTo>
                  <a:pt x="165427" y="346747"/>
                </a:lnTo>
                <a:lnTo>
                  <a:pt x="165427" y="15777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4" name="Graphic 230">
            <a:extLst>
              <a:ext uri="{FF2B5EF4-FFF2-40B4-BE49-F238E27FC236}">
                <a16:creationId xmlns:a16="http://schemas.microsoft.com/office/drawing/2014/main" id="{DAF4B517-64D8-B54C-4296-7F3C0428060E}"/>
              </a:ext>
            </a:extLst>
          </p:cNvPr>
          <p:cNvSpPr/>
          <p:nvPr/>
        </p:nvSpPr>
        <p:spPr>
          <a:xfrm>
            <a:off x="10377332" y="3451862"/>
            <a:ext cx="483869" cy="484659"/>
          </a:xfrm>
          <a:custGeom>
            <a:avLst/>
            <a:gdLst>
              <a:gd name="connsiteX0" fmla="*/ 353714 w 361206"/>
              <a:gd name="connsiteY0" fmla="*/ 346651 h 361796"/>
              <a:gd name="connsiteX1" fmla="*/ 210672 w 361206"/>
              <a:gd name="connsiteY1" fmla="*/ 346651 h 361796"/>
              <a:gd name="connsiteX2" fmla="*/ 210672 w 361206"/>
              <a:gd name="connsiteY2" fmla="*/ 234161 h 361796"/>
              <a:gd name="connsiteX3" fmla="*/ 282288 w 361206"/>
              <a:gd name="connsiteY3" fmla="*/ 270261 h 361796"/>
              <a:gd name="connsiteX4" fmla="*/ 284754 w 361206"/>
              <a:gd name="connsiteY4" fmla="*/ 270261 h 361796"/>
              <a:gd name="connsiteX5" fmla="*/ 343564 w 361206"/>
              <a:gd name="connsiteY5" fmla="*/ 242543 h 361796"/>
              <a:gd name="connsiteX6" fmla="*/ 344797 w 361206"/>
              <a:gd name="connsiteY6" fmla="*/ 242543 h 361796"/>
              <a:gd name="connsiteX7" fmla="*/ 349824 w 361206"/>
              <a:gd name="connsiteY7" fmla="*/ 231208 h 361796"/>
              <a:gd name="connsiteX8" fmla="*/ 342331 w 361206"/>
              <a:gd name="connsiteY8" fmla="*/ 218635 h 361796"/>
              <a:gd name="connsiteX9" fmla="*/ 211526 w 361206"/>
              <a:gd name="connsiteY9" fmla="*/ 157675 h 361796"/>
              <a:gd name="connsiteX10" fmla="*/ 228221 w 361206"/>
              <a:gd name="connsiteY10" fmla="*/ 49567 h 361796"/>
              <a:gd name="connsiteX11" fmla="*/ 174343 w 361206"/>
              <a:gd name="connsiteY11" fmla="*/ 1751 h 361796"/>
              <a:gd name="connsiteX12" fmla="*/ 173110 w 361206"/>
              <a:gd name="connsiteY12" fmla="*/ 1751 h 361796"/>
              <a:gd name="connsiteX13" fmla="*/ 161822 w 361206"/>
              <a:gd name="connsiteY13" fmla="*/ 513 h 361796"/>
              <a:gd name="connsiteX14" fmla="*/ 150535 w 361206"/>
              <a:gd name="connsiteY14" fmla="*/ 14324 h 361796"/>
              <a:gd name="connsiteX15" fmla="*/ 150535 w 361206"/>
              <a:gd name="connsiteY15" fmla="*/ 155580 h 361796"/>
              <a:gd name="connsiteX16" fmla="*/ 38891 w 361206"/>
              <a:gd name="connsiteY16" fmla="*/ 169486 h 361796"/>
              <a:gd name="connsiteX17" fmla="*/ 7494 w 361206"/>
              <a:gd name="connsiteY17" fmla="*/ 239495 h 361796"/>
              <a:gd name="connsiteX18" fmla="*/ 7494 w 361206"/>
              <a:gd name="connsiteY18" fmla="*/ 240733 h 361796"/>
              <a:gd name="connsiteX19" fmla="*/ 11288 w 361206"/>
              <a:gd name="connsiteY19" fmla="*/ 251973 h 361796"/>
              <a:gd name="connsiteX20" fmla="*/ 21342 w 361206"/>
              <a:gd name="connsiteY20" fmla="*/ 255688 h 361796"/>
              <a:gd name="connsiteX21" fmla="*/ 26370 w 361206"/>
              <a:gd name="connsiteY21" fmla="*/ 255688 h 361796"/>
              <a:gd name="connsiteX22" fmla="*/ 150535 w 361206"/>
              <a:gd name="connsiteY22" fmla="*/ 210158 h 361796"/>
              <a:gd name="connsiteX23" fmla="*/ 150535 w 361206"/>
              <a:gd name="connsiteY23" fmla="*/ 346556 h 361796"/>
              <a:gd name="connsiteX24" fmla="*/ 7494 w 361206"/>
              <a:gd name="connsiteY24" fmla="*/ 346556 h 361796"/>
              <a:gd name="connsiteX25" fmla="*/ 0 w 361206"/>
              <a:gd name="connsiteY25" fmla="*/ 354176 h 361796"/>
              <a:gd name="connsiteX26" fmla="*/ 7494 w 361206"/>
              <a:gd name="connsiteY26" fmla="*/ 361796 h 361796"/>
              <a:gd name="connsiteX27" fmla="*/ 353714 w 361206"/>
              <a:gd name="connsiteY27" fmla="*/ 361796 h 361796"/>
              <a:gd name="connsiteX28" fmla="*/ 361207 w 361206"/>
              <a:gd name="connsiteY28" fmla="*/ 354176 h 361796"/>
              <a:gd name="connsiteX29" fmla="*/ 353714 w 361206"/>
              <a:gd name="connsiteY29" fmla="*/ 346556 h 361796"/>
              <a:gd name="connsiteX30" fmla="*/ 333509 w 361206"/>
              <a:gd name="connsiteY30" fmla="*/ 232351 h 361796"/>
              <a:gd name="connsiteX31" fmla="*/ 282193 w 361206"/>
              <a:gd name="connsiteY31" fmla="*/ 255021 h 361796"/>
              <a:gd name="connsiteX32" fmla="*/ 210578 w 361206"/>
              <a:gd name="connsiteY32" fmla="*/ 210920 h 361796"/>
              <a:gd name="connsiteX33" fmla="*/ 210578 w 361206"/>
              <a:gd name="connsiteY33" fmla="*/ 173868 h 361796"/>
              <a:gd name="connsiteX34" fmla="*/ 333509 w 361206"/>
              <a:gd name="connsiteY34" fmla="*/ 231113 h 361796"/>
              <a:gd name="connsiteX35" fmla="*/ 333509 w 361206"/>
              <a:gd name="connsiteY35" fmla="*/ 232351 h 361796"/>
              <a:gd name="connsiteX36" fmla="*/ 166850 w 361206"/>
              <a:gd name="connsiteY36" fmla="*/ 15467 h 361796"/>
              <a:gd name="connsiteX37" fmla="*/ 169316 w 361206"/>
              <a:gd name="connsiteY37" fmla="*/ 15467 h 361796"/>
              <a:gd name="connsiteX38" fmla="*/ 214372 w 361206"/>
              <a:gd name="connsiteY38" fmla="*/ 54424 h 361796"/>
              <a:gd name="connsiteX39" fmla="*/ 204033 w 361206"/>
              <a:gd name="connsiteY39" fmla="*/ 139197 h 361796"/>
              <a:gd name="connsiteX40" fmla="*/ 180604 w 361206"/>
              <a:gd name="connsiteY40" fmla="*/ 127386 h 361796"/>
              <a:gd name="connsiteX41" fmla="*/ 165616 w 361206"/>
              <a:gd name="connsiteY41" fmla="*/ 131767 h 361796"/>
              <a:gd name="connsiteX42" fmla="*/ 165616 w 361206"/>
              <a:gd name="connsiteY42" fmla="*/ 16705 h 361796"/>
              <a:gd name="connsiteX43" fmla="*/ 166850 w 361206"/>
              <a:gd name="connsiteY43" fmla="*/ 15467 h 361796"/>
              <a:gd name="connsiteX44" fmla="*/ 22575 w 361206"/>
              <a:gd name="connsiteY44" fmla="*/ 240733 h 361796"/>
              <a:gd name="connsiteX45" fmla="*/ 22575 w 361206"/>
              <a:gd name="connsiteY45" fmla="*/ 239495 h 361796"/>
              <a:gd name="connsiteX46" fmla="*/ 47712 w 361206"/>
              <a:gd name="connsiteY46" fmla="*/ 181964 h 361796"/>
              <a:gd name="connsiteX47" fmla="*/ 150535 w 361206"/>
              <a:gd name="connsiteY47" fmla="*/ 170629 h 361796"/>
              <a:gd name="connsiteX48" fmla="*/ 150535 w 361206"/>
              <a:gd name="connsiteY48" fmla="*/ 193394 h 361796"/>
              <a:gd name="connsiteX49" fmla="*/ 22575 w 361206"/>
              <a:gd name="connsiteY49" fmla="*/ 240733 h 361796"/>
              <a:gd name="connsiteX50" fmla="*/ 165522 w 361206"/>
              <a:gd name="connsiteY50" fmla="*/ 157675 h 361796"/>
              <a:gd name="connsiteX51" fmla="*/ 165522 w 361206"/>
              <a:gd name="connsiteY51" fmla="*/ 157675 h 361796"/>
              <a:gd name="connsiteX52" fmla="*/ 165522 w 361206"/>
              <a:gd name="connsiteY52" fmla="*/ 157675 h 361796"/>
              <a:gd name="connsiteX53" fmla="*/ 180509 w 361206"/>
              <a:gd name="connsiteY53" fmla="*/ 142626 h 361796"/>
              <a:gd name="connsiteX54" fmla="*/ 195496 w 361206"/>
              <a:gd name="connsiteY54" fmla="*/ 157771 h 361796"/>
              <a:gd name="connsiteX55" fmla="*/ 195496 w 361206"/>
              <a:gd name="connsiteY55" fmla="*/ 346747 h 361796"/>
              <a:gd name="connsiteX56" fmla="*/ 165427 w 361206"/>
              <a:gd name="connsiteY56" fmla="*/ 346747 h 361796"/>
              <a:gd name="connsiteX57" fmla="*/ 165427 w 361206"/>
              <a:gd name="connsiteY57" fmla="*/ 157771 h 361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61206" h="361796">
                <a:moveTo>
                  <a:pt x="353714" y="346651"/>
                </a:moveTo>
                <a:lnTo>
                  <a:pt x="210672" y="346651"/>
                </a:lnTo>
                <a:lnTo>
                  <a:pt x="210672" y="234161"/>
                </a:lnTo>
                <a:cubicBezTo>
                  <a:pt x="228126" y="251116"/>
                  <a:pt x="253357" y="269213"/>
                  <a:pt x="282288" y="270261"/>
                </a:cubicBezTo>
                <a:lnTo>
                  <a:pt x="284754" y="270261"/>
                </a:lnTo>
                <a:cubicBezTo>
                  <a:pt x="306002" y="270261"/>
                  <a:pt x="326111" y="261403"/>
                  <a:pt x="343564" y="242543"/>
                </a:cubicBezTo>
                <a:lnTo>
                  <a:pt x="344797" y="242543"/>
                </a:lnTo>
                <a:cubicBezTo>
                  <a:pt x="347263" y="240067"/>
                  <a:pt x="349824" y="237495"/>
                  <a:pt x="349824" y="231208"/>
                </a:cubicBezTo>
                <a:cubicBezTo>
                  <a:pt x="351058" y="226160"/>
                  <a:pt x="347358" y="221112"/>
                  <a:pt x="342331" y="218635"/>
                </a:cubicBezTo>
                <a:cubicBezTo>
                  <a:pt x="342331" y="218635"/>
                  <a:pt x="298726" y="198316"/>
                  <a:pt x="211526" y="157675"/>
                </a:cubicBezTo>
                <a:cubicBezTo>
                  <a:pt x="223383" y="135673"/>
                  <a:pt x="243492" y="89857"/>
                  <a:pt x="228221" y="49567"/>
                </a:cubicBezTo>
                <a:cubicBezTo>
                  <a:pt x="219494" y="26897"/>
                  <a:pt x="201946" y="11848"/>
                  <a:pt x="174343" y="1751"/>
                </a:cubicBezTo>
                <a:lnTo>
                  <a:pt x="173110" y="1751"/>
                </a:lnTo>
                <a:cubicBezTo>
                  <a:pt x="170644" y="513"/>
                  <a:pt x="166850" y="-725"/>
                  <a:pt x="161822" y="513"/>
                </a:cubicBezTo>
                <a:cubicBezTo>
                  <a:pt x="158028" y="2989"/>
                  <a:pt x="150535" y="8038"/>
                  <a:pt x="150535" y="14324"/>
                </a:cubicBezTo>
                <a:lnTo>
                  <a:pt x="150535" y="155580"/>
                </a:lnTo>
                <a:cubicBezTo>
                  <a:pt x="114205" y="146817"/>
                  <a:pt x="68675" y="146722"/>
                  <a:pt x="38891" y="169486"/>
                </a:cubicBezTo>
                <a:cubicBezTo>
                  <a:pt x="18781" y="184536"/>
                  <a:pt x="7494" y="208253"/>
                  <a:pt x="7494" y="239495"/>
                </a:cubicBezTo>
                <a:lnTo>
                  <a:pt x="7494" y="240733"/>
                </a:lnTo>
                <a:cubicBezTo>
                  <a:pt x="7494" y="243210"/>
                  <a:pt x="7494" y="248258"/>
                  <a:pt x="11288" y="251973"/>
                </a:cubicBezTo>
                <a:cubicBezTo>
                  <a:pt x="13849" y="254449"/>
                  <a:pt x="17548" y="255688"/>
                  <a:pt x="21342" y="255688"/>
                </a:cubicBezTo>
                <a:lnTo>
                  <a:pt x="26370" y="255688"/>
                </a:lnTo>
                <a:cubicBezTo>
                  <a:pt x="26370" y="255688"/>
                  <a:pt x="26370" y="255688"/>
                  <a:pt x="150535" y="210158"/>
                </a:cubicBezTo>
                <a:lnTo>
                  <a:pt x="150535" y="346556"/>
                </a:lnTo>
                <a:lnTo>
                  <a:pt x="7494" y="346556"/>
                </a:lnTo>
                <a:cubicBezTo>
                  <a:pt x="3699" y="346556"/>
                  <a:pt x="0" y="349128"/>
                  <a:pt x="0" y="354176"/>
                </a:cubicBezTo>
                <a:cubicBezTo>
                  <a:pt x="0" y="357986"/>
                  <a:pt x="3794" y="361796"/>
                  <a:pt x="7494" y="361796"/>
                </a:cubicBezTo>
                <a:lnTo>
                  <a:pt x="353714" y="361796"/>
                </a:lnTo>
                <a:cubicBezTo>
                  <a:pt x="357508" y="361796"/>
                  <a:pt x="361207" y="357986"/>
                  <a:pt x="361207" y="354176"/>
                </a:cubicBezTo>
                <a:cubicBezTo>
                  <a:pt x="361207" y="349033"/>
                  <a:pt x="357413" y="346556"/>
                  <a:pt x="353714" y="346556"/>
                </a:cubicBezTo>
                <a:close/>
                <a:moveTo>
                  <a:pt x="333509" y="232351"/>
                </a:moveTo>
                <a:cubicBezTo>
                  <a:pt x="317194" y="248734"/>
                  <a:pt x="299741" y="256259"/>
                  <a:pt x="282193" y="255021"/>
                </a:cubicBezTo>
                <a:cubicBezTo>
                  <a:pt x="251650" y="253783"/>
                  <a:pt x="223573" y="227398"/>
                  <a:pt x="210578" y="210920"/>
                </a:cubicBezTo>
                <a:lnTo>
                  <a:pt x="210578" y="173868"/>
                </a:lnTo>
                <a:cubicBezTo>
                  <a:pt x="224142" y="180154"/>
                  <a:pt x="256392" y="195204"/>
                  <a:pt x="333509" y="231113"/>
                </a:cubicBezTo>
                <a:lnTo>
                  <a:pt x="333509" y="232351"/>
                </a:lnTo>
                <a:close/>
                <a:moveTo>
                  <a:pt x="166850" y="15467"/>
                </a:moveTo>
                <a:lnTo>
                  <a:pt x="169316" y="15467"/>
                </a:lnTo>
                <a:cubicBezTo>
                  <a:pt x="193124" y="24230"/>
                  <a:pt x="208111" y="36898"/>
                  <a:pt x="214372" y="54424"/>
                </a:cubicBezTo>
                <a:cubicBezTo>
                  <a:pt x="224996" y="83380"/>
                  <a:pt x="213328" y="118337"/>
                  <a:pt x="204033" y="139197"/>
                </a:cubicBezTo>
                <a:cubicBezTo>
                  <a:pt x="198531" y="132053"/>
                  <a:pt x="189994" y="127386"/>
                  <a:pt x="180604" y="127386"/>
                </a:cubicBezTo>
                <a:cubicBezTo>
                  <a:pt x="175197" y="127386"/>
                  <a:pt x="170075" y="129005"/>
                  <a:pt x="165616" y="131767"/>
                </a:cubicBezTo>
                <a:lnTo>
                  <a:pt x="165616" y="16705"/>
                </a:lnTo>
                <a:cubicBezTo>
                  <a:pt x="165616" y="15467"/>
                  <a:pt x="166850" y="15467"/>
                  <a:pt x="166850" y="15467"/>
                </a:cubicBezTo>
                <a:close/>
                <a:moveTo>
                  <a:pt x="22575" y="240733"/>
                </a:moveTo>
                <a:lnTo>
                  <a:pt x="22575" y="239495"/>
                </a:lnTo>
                <a:cubicBezTo>
                  <a:pt x="22575" y="213206"/>
                  <a:pt x="31397" y="194442"/>
                  <a:pt x="47712" y="181964"/>
                </a:cubicBezTo>
                <a:cubicBezTo>
                  <a:pt x="75030" y="161866"/>
                  <a:pt x="119232" y="163009"/>
                  <a:pt x="150535" y="170629"/>
                </a:cubicBezTo>
                <a:lnTo>
                  <a:pt x="150535" y="193394"/>
                </a:lnTo>
                <a:cubicBezTo>
                  <a:pt x="141903" y="196633"/>
                  <a:pt x="113826" y="207015"/>
                  <a:pt x="22575" y="240733"/>
                </a:cubicBezTo>
                <a:close/>
                <a:moveTo>
                  <a:pt x="165522" y="157675"/>
                </a:moveTo>
                <a:cubicBezTo>
                  <a:pt x="165522" y="157675"/>
                  <a:pt x="165522" y="157675"/>
                  <a:pt x="165522" y="157675"/>
                </a:cubicBezTo>
                <a:lnTo>
                  <a:pt x="165522" y="157675"/>
                </a:lnTo>
                <a:cubicBezTo>
                  <a:pt x="165522" y="150055"/>
                  <a:pt x="171782" y="142626"/>
                  <a:pt x="180509" y="142626"/>
                </a:cubicBezTo>
                <a:cubicBezTo>
                  <a:pt x="189235" y="142626"/>
                  <a:pt x="195496" y="150151"/>
                  <a:pt x="195496" y="157771"/>
                </a:cubicBezTo>
                <a:lnTo>
                  <a:pt x="195496" y="346747"/>
                </a:lnTo>
                <a:lnTo>
                  <a:pt x="165427" y="346747"/>
                </a:lnTo>
                <a:lnTo>
                  <a:pt x="165427" y="15777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5" name="Graphic 230">
            <a:extLst>
              <a:ext uri="{FF2B5EF4-FFF2-40B4-BE49-F238E27FC236}">
                <a16:creationId xmlns:a16="http://schemas.microsoft.com/office/drawing/2014/main" id="{8C579169-38D2-94FF-2E23-E56AB81E2672}"/>
              </a:ext>
            </a:extLst>
          </p:cNvPr>
          <p:cNvSpPr/>
          <p:nvPr/>
        </p:nvSpPr>
        <p:spPr>
          <a:xfrm>
            <a:off x="11142507" y="3451862"/>
            <a:ext cx="483869" cy="484659"/>
          </a:xfrm>
          <a:custGeom>
            <a:avLst/>
            <a:gdLst>
              <a:gd name="connsiteX0" fmla="*/ 353714 w 361206"/>
              <a:gd name="connsiteY0" fmla="*/ 346651 h 361796"/>
              <a:gd name="connsiteX1" fmla="*/ 210672 w 361206"/>
              <a:gd name="connsiteY1" fmla="*/ 346651 h 361796"/>
              <a:gd name="connsiteX2" fmla="*/ 210672 w 361206"/>
              <a:gd name="connsiteY2" fmla="*/ 234161 h 361796"/>
              <a:gd name="connsiteX3" fmla="*/ 282288 w 361206"/>
              <a:gd name="connsiteY3" fmla="*/ 270261 h 361796"/>
              <a:gd name="connsiteX4" fmla="*/ 284754 w 361206"/>
              <a:gd name="connsiteY4" fmla="*/ 270261 h 361796"/>
              <a:gd name="connsiteX5" fmla="*/ 343564 w 361206"/>
              <a:gd name="connsiteY5" fmla="*/ 242543 h 361796"/>
              <a:gd name="connsiteX6" fmla="*/ 344797 w 361206"/>
              <a:gd name="connsiteY6" fmla="*/ 242543 h 361796"/>
              <a:gd name="connsiteX7" fmla="*/ 349824 w 361206"/>
              <a:gd name="connsiteY7" fmla="*/ 231208 h 361796"/>
              <a:gd name="connsiteX8" fmla="*/ 342331 w 361206"/>
              <a:gd name="connsiteY8" fmla="*/ 218635 h 361796"/>
              <a:gd name="connsiteX9" fmla="*/ 211526 w 361206"/>
              <a:gd name="connsiteY9" fmla="*/ 157675 h 361796"/>
              <a:gd name="connsiteX10" fmla="*/ 228221 w 361206"/>
              <a:gd name="connsiteY10" fmla="*/ 49567 h 361796"/>
              <a:gd name="connsiteX11" fmla="*/ 174343 w 361206"/>
              <a:gd name="connsiteY11" fmla="*/ 1751 h 361796"/>
              <a:gd name="connsiteX12" fmla="*/ 173110 w 361206"/>
              <a:gd name="connsiteY12" fmla="*/ 1751 h 361796"/>
              <a:gd name="connsiteX13" fmla="*/ 161822 w 361206"/>
              <a:gd name="connsiteY13" fmla="*/ 513 h 361796"/>
              <a:gd name="connsiteX14" fmla="*/ 150535 w 361206"/>
              <a:gd name="connsiteY14" fmla="*/ 14324 h 361796"/>
              <a:gd name="connsiteX15" fmla="*/ 150535 w 361206"/>
              <a:gd name="connsiteY15" fmla="*/ 155580 h 361796"/>
              <a:gd name="connsiteX16" fmla="*/ 38891 w 361206"/>
              <a:gd name="connsiteY16" fmla="*/ 169486 h 361796"/>
              <a:gd name="connsiteX17" fmla="*/ 7494 w 361206"/>
              <a:gd name="connsiteY17" fmla="*/ 239495 h 361796"/>
              <a:gd name="connsiteX18" fmla="*/ 7494 w 361206"/>
              <a:gd name="connsiteY18" fmla="*/ 240733 h 361796"/>
              <a:gd name="connsiteX19" fmla="*/ 11288 w 361206"/>
              <a:gd name="connsiteY19" fmla="*/ 251973 h 361796"/>
              <a:gd name="connsiteX20" fmla="*/ 21342 w 361206"/>
              <a:gd name="connsiteY20" fmla="*/ 255688 h 361796"/>
              <a:gd name="connsiteX21" fmla="*/ 26370 w 361206"/>
              <a:gd name="connsiteY21" fmla="*/ 255688 h 361796"/>
              <a:gd name="connsiteX22" fmla="*/ 150535 w 361206"/>
              <a:gd name="connsiteY22" fmla="*/ 210158 h 361796"/>
              <a:gd name="connsiteX23" fmla="*/ 150535 w 361206"/>
              <a:gd name="connsiteY23" fmla="*/ 346556 h 361796"/>
              <a:gd name="connsiteX24" fmla="*/ 7494 w 361206"/>
              <a:gd name="connsiteY24" fmla="*/ 346556 h 361796"/>
              <a:gd name="connsiteX25" fmla="*/ 0 w 361206"/>
              <a:gd name="connsiteY25" fmla="*/ 354176 h 361796"/>
              <a:gd name="connsiteX26" fmla="*/ 7494 w 361206"/>
              <a:gd name="connsiteY26" fmla="*/ 361796 h 361796"/>
              <a:gd name="connsiteX27" fmla="*/ 353714 w 361206"/>
              <a:gd name="connsiteY27" fmla="*/ 361796 h 361796"/>
              <a:gd name="connsiteX28" fmla="*/ 361207 w 361206"/>
              <a:gd name="connsiteY28" fmla="*/ 354176 h 361796"/>
              <a:gd name="connsiteX29" fmla="*/ 353714 w 361206"/>
              <a:gd name="connsiteY29" fmla="*/ 346556 h 361796"/>
              <a:gd name="connsiteX30" fmla="*/ 333509 w 361206"/>
              <a:gd name="connsiteY30" fmla="*/ 232351 h 361796"/>
              <a:gd name="connsiteX31" fmla="*/ 282193 w 361206"/>
              <a:gd name="connsiteY31" fmla="*/ 255021 h 361796"/>
              <a:gd name="connsiteX32" fmla="*/ 210578 w 361206"/>
              <a:gd name="connsiteY32" fmla="*/ 210920 h 361796"/>
              <a:gd name="connsiteX33" fmla="*/ 210578 w 361206"/>
              <a:gd name="connsiteY33" fmla="*/ 173868 h 361796"/>
              <a:gd name="connsiteX34" fmla="*/ 333509 w 361206"/>
              <a:gd name="connsiteY34" fmla="*/ 231113 h 361796"/>
              <a:gd name="connsiteX35" fmla="*/ 333509 w 361206"/>
              <a:gd name="connsiteY35" fmla="*/ 232351 h 361796"/>
              <a:gd name="connsiteX36" fmla="*/ 166850 w 361206"/>
              <a:gd name="connsiteY36" fmla="*/ 15467 h 361796"/>
              <a:gd name="connsiteX37" fmla="*/ 169316 w 361206"/>
              <a:gd name="connsiteY37" fmla="*/ 15467 h 361796"/>
              <a:gd name="connsiteX38" fmla="*/ 214372 w 361206"/>
              <a:gd name="connsiteY38" fmla="*/ 54424 h 361796"/>
              <a:gd name="connsiteX39" fmla="*/ 204033 w 361206"/>
              <a:gd name="connsiteY39" fmla="*/ 139197 h 361796"/>
              <a:gd name="connsiteX40" fmla="*/ 180604 w 361206"/>
              <a:gd name="connsiteY40" fmla="*/ 127386 h 361796"/>
              <a:gd name="connsiteX41" fmla="*/ 165616 w 361206"/>
              <a:gd name="connsiteY41" fmla="*/ 131767 h 361796"/>
              <a:gd name="connsiteX42" fmla="*/ 165616 w 361206"/>
              <a:gd name="connsiteY42" fmla="*/ 16705 h 361796"/>
              <a:gd name="connsiteX43" fmla="*/ 166850 w 361206"/>
              <a:gd name="connsiteY43" fmla="*/ 15467 h 361796"/>
              <a:gd name="connsiteX44" fmla="*/ 22575 w 361206"/>
              <a:gd name="connsiteY44" fmla="*/ 240733 h 361796"/>
              <a:gd name="connsiteX45" fmla="*/ 22575 w 361206"/>
              <a:gd name="connsiteY45" fmla="*/ 239495 h 361796"/>
              <a:gd name="connsiteX46" fmla="*/ 47712 w 361206"/>
              <a:gd name="connsiteY46" fmla="*/ 181964 h 361796"/>
              <a:gd name="connsiteX47" fmla="*/ 150535 w 361206"/>
              <a:gd name="connsiteY47" fmla="*/ 170629 h 361796"/>
              <a:gd name="connsiteX48" fmla="*/ 150535 w 361206"/>
              <a:gd name="connsiteY48" fmla="*/ 193394 h 361796"/>
              <a:gd name="connsiteX49" fmla="*/ 22575 w 361206"/>
              <a:gd name="connsiteY49" fmla="*/ 240733 h 361796"/>
              <a:gd name="connsiteX50" fmla="*/ 165522 w 361206"/>
              <a:gd name="connsiteY50" fmla="*/ 157675 h 361796"/>
              <a:gd name="connsiteX51" fmla="*/ 165522 w 361206"/>
              <a:gd name="connsiteY51" fmla="*/ 157675 h 361796"/>
              <a:gd name="connsiteX52" fmla="*/ 165522 w 361206"/>
              <a:gd name="connsiteY52" fmla="*/ 157675 h 361796"/>
              <a:gd name="connsiteX53" fmla="*/ 180509 w 361206"/>
              <a:gd name="connsiteY53" fmla="*/ 142626 h 361796"/>
              <a:gd name="connsiteX54" fmla="*/ 195496 w 361206"/>
              <a:gd name="connsiteY54" fmla="*/ 157771 h 361796"/>
              <a:gd name="connsiteX55" fmla="*/ 195496 w 361206"/>
              <a:gd name="connsiteY55" fmla="*/ 346747 h 361796"/>
              <a:gd name="connsiteX56" fmla="*/ 165427 w 361206"/>
              <a:gd name="connsiteY56" fmla="*/ 346747 h 361796"/>
              <a:gd name="connsiteX57" fmla="*/ 165427 w 361206"/>
              <a:gd name="connsiteY57" fmla="*/ 157771 h 361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61206" h="361796">
                <a:moveTo>
                  <a:pt x="353714" y="346651"/>
                </a:moveTo>
                <a:lnTo>
                  <a:pt x="210672" y="346651"/>
                </a:lnTo>
                <a:lnTo>
                  <a:pt x="210672" y="234161"/>
                </a:lnTo>
                <a:cubicBezTo>
                  <a:pt x="228126" y="251116"/>
                  <a:pt x="253357" y="269213"/>
                  <a:pt x="282288" y="270261"/>
                </a:cubicBezTo>
                <a:lnTo>
                  <a:pt x="284754" y="270261"/>
                </a:lnTo>
                <a:cubicBezTo>
                  <a:pt x="306002" y="270261"/>
                  <a:pt x="326111" y="261403"/>
                  <a:pt x="343564" y="242543"/>
                </a:cubicBezTo>
                <a:lnTo>
                  <a:pt x="344797" y="242543"/>
                </a:lnTo>
                <a:cubicBezTo>
                  <a:pt x="347263" y="240067"/>
                  <a:pt x="349824" y="237495"/>
                  <a:pt x="349824" y="231208"/>
                </a:cubicBezTo>
                <a:cubicBezTo>
                  <a:pt x="351058" y="226160"/>
                  <a:pt x="347358" y="221112"/>
                  <a:pt x="342331" y="218635"/>
                </a:cubicBezTo>
                <a:cubicBezTo>
                  <a:pt x="342331" y="218635"/>
                  <a:pt x="298726" y="198316"/>
                  <a:pt x="211526" y="157675"/>
                </a:cubicBezTo>
                <a:cubicBezTo>
                  <a:pt x="223383" y="135673"/>
                  <a:pt x="243492" y="89857"/>
                  <a:pt x="228221" y="49567"/>
                </a:cubicBezTo>
                <a:cubicBezTo>
                  <a:pt x="219494" y="26897"/>
                  <a:pt x="201946" y="11848"/>
                  <a:pt x="174343" y="1751"/>
                </a:cubicBezTo>
                <a:lnTo>
                  <a:pt x="173110" y="1751"/>
                </a:lnTo>
                <a:cubicBezTo>
                  <a:pt x="170644" y="513"/>
                  <a:pt x="166850" y="-725"/>
                  <a:pt x="161822" y="513"/>
                </a:cubicBezTo>
                <a:cubicBezTo>
                  <a:pt x="158028" y="2989"/>
                  <a:pt x="150535" y="8038"/>
                  <a:pt x="150535" y="14324"/>
                </a:cubicBezTo>
                <a:lnTo>
                  <a:pt x="150535" y="155580"/>
                </a:lnTo>
                <a:cubicBezTo>
                  <a:pt x="114205" y="146817"/>
                  <a:pt x="68675" y="146722"/>
                  <a:pt x="38891" y="169486"/>
                </a:cubicBezTo>
                <a:cubicBezTo>
                  <a:pt x="18781" y="184536"/>
                  <a:pt x="7494" y="208253"/>
                  <a:pt x="7494" y="239495"/>
                </a:cubicBezTo>
                <a:lnTo>
                  <a:pt x="7494" y="240733"/>
                </a:lnTo>
                <a:cubicBezTo>
                  <a:pt x="7494" y="243210"/>
                  <a:pt x="7494" y="248258"/>
                  <a:pt x="11288" y="251973"/>
                </a:cubicBezTo>
                <a:cubicBezTo>
                  <a:pt x="13849" y="254449"/>
                  <a:pt x="17548" y="255688"/>
                  <a:pt x="21342" y="255688"/>
                </a:cubicBezTo>
                <a:lnTo>
                  <a:pt x="26370" y="255688"/>
                </a:lnTo>
                <a:cubicBezTo>
                  <a:pt x="26370" y="255688"/>
                  <a:pt x="26370" y="255688"/>
                  <a:pt x="150535" y="210158"/>
                </a:cubicBezTo>
                <a:lnTo>
                  <a:pt x="150535" y="346556"/>
                </a:lnTo>
                <a:lnTo>
                  <a:pt x="7494" y="346556"/>
                </a:lnTo>
                <a:cubicBezTo>
                  <a:pt x="3699" y="346556"/>
                  <a:pt x="0" y="349128"/>
                  <a:pt x="0" y="354176"/>
                </a:cubicBezTo>
                <a:cubicBezTo>
                  <a:pt x="0" y="357986"/>
                  <a:pt x="3794" y="361796"/>
                  <a:pt x="7494" y="361796"/>
                </a:cubicBezTo>
                <a:lnTo>
                  <a:pt x="353714" y="361796"/>
                </a:lnTo>
                <a:cubicBezTo>
                  <a:pt x="357508" y="361796"/>
                  <a:pt x="361207" y="357986"/>
                  <a:pt x="361207" y="354176"/>
                </a:cubicBezTo>
                <a:cubicBezTo>
                  <a:pt x="361207" y="349033"/>
                  <a:pt x="357413" y="346556"/>
                  <a:pt x="353714" y="346556"/>
                </a:cubicBezTo>
                <a:close/>
                <a:moveTo>
                  <a:pt x="333509" y="232351"/>
                </a:moveTo>
                <a:cubicBezTo>
                  <a:pt x="317194" y="248734"/>
                  <a:pt x="299741" y="256259"/>
                  <a:pt x="282193" y="255021"/>
                </a:cubicBezTo>
                <a:cubicBezTo>
                  <a:pt x="251650" y="253783"/>
                  <a:pt x="223573" y="227398"/>
                  <a:pt x="210578" y="210920"/>
                </a:cubicBezTo>
                <a:lnTo>
                  <a:pt x="210578" y="173868"/>
                </a:lnTo>
                <a:cubicBezTo>
                  <a:pt x="224142" y="180154"/>
                  <a:pt x="256392" y="195204"/>
                  <a:pt x="333509" y="231113"/>
                </a:cubicBezTo>
                <a:lnTo>
                  <a:pt x="333509" y="232351"/>
                </a:lnTo>
                <a:close/>
                <a:moveTo>
                  <a:pt x="166850" y="15467"/>
                </a:moveTo>
                <a:lnTo>
                  <a:pt x="169316" y="15467"/>
                </a:lnTo>
                <a:cubicBezTo>
                  <a:pt x="193124" y="24230"/>
                  <a:pt x="208111" y="36898"/>
                  <a:pt x="214372" y="54424"/>
                </a:cubicBezTo>
                <a:cubicBezTo>
                  <a:pt x="224996" y="83380"/>
                  <a:pt x="213328" y="118337"/>
                  <a:pt x="204033" y="139197"/>
                </a:cubicBezTo>
                <a:cubicBezTo>
                  <a:pt x="198531" y="132053"/>
                  <a:pt x="189994" y="127386"/>
                  <a:pt x="180604" y="127386"/>
                </a:cubicBezTo>
                <a:cubicBezTo>
                  <a:pt x="175197" y="127386"/>
                  <a:pt x="170075" y="129005"/>
                  <a:pt x="165616" y="131767"/>
                </a:cubicBezTo>
                <a:lnTo>
                  <a:pt x="165616" y="16705"/>
                </a:lnTo>
                <a:cubicBezTo>
                  <a:pt x="165616" y="15467"/>
                  <a:pt x="166850" y="15467"/>
                  <a:pt x="166850" y="15467"/>
                </a:cubicBezTo>
                <a:close/>
                <a:moveTo>
                  <a:pt x="22575" y="240733"/>
                </a:moveTo>
                <a:lnTo>
                  <a:pt x="22575" y="239495"/>
                </a:lnTo>
                <a:cubicBezTo>
                  <a:pt x="22575" y="213206"/>
                  <a:pt x="31397" y="194442"/>
                  <a:pt x="47712" y="181964"/>
                </a:cubicBezTo>
                <a:cubicBezTo>
                  <a:pt x="75030" y="161866"/>
                  <a:pt x="119232" y="163009"/>
                  <a:pt x="150535" y="170629"/>
                </a:cubicBezTo>
                <a:lnTo>
                  <a:pt x="150535" y="193394"/>
                </a:lnTo>
                <a:cubicBezTo>
                  <a:pt x="141903" y="196633"/>
                  <a:pt x="113826" y="207015"/>
                  <a:pt x="22575" y="240733"/>
                </a:cubicBezTo>
                <a:close/>
                <a:moveTo>
                  <a:pt x="165522" y="157675"/>
                </a:moveTo>
                <a:cubicBezTo>
                  <a:pt x="165522" y="157675"/>
                  <a:pt x="165522" y="157675"/>
                  <a:pt x="165522" y="157675"/>
                </a:cubicBezTo>
                <a:lnTo>
                  <a:pt x="165522" y="157675"/>
                </a:lnTo>
                <a:cubicBezTo>
                  <a:pt x="165522" y="150055"/>
                  <a:pt x="171782" y="142626"/>
                  <a:pt x="180509" y="142626"/>
                </a:cubicBezTo>
                <a:cubicBezTo>
                  <a:pt x="189235" y="142626"/>
                  <a:pt x="195496" y="150151"/>
                  <a:pt x="195496" y="157771"/>
                </a:cubicBezTo>
                <a:lnTo>
                  <a:pt x="195496" y="346747"/>
                </a:lnTo>
                <a:lnTo>
                  <a:pt x="165427" y="346747"/>
                </a:lnTo>
                <a:lnTo>
                  <a:pt x="165427" y="15777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8" name="Graphic 236">
            <a:extLst>
              <a:ext uri="{FF2B5EF4-FFF2-40B4-BE49-F238E27FC236}">
                <a16:creationId xmlns:a16="http://schemas.microsoft.com/office/drawing/2014/main" id="{BE18AB45-7642-A842-8C69-C73E761EDA63}"/>
              </a:ext>
            </a:extLst>
          </p:cNvPr>
          <p:cNvSpPr/>
          <p:nvPr/>
        </p:nvSpPr>
        <p:spPr>
          <a:xfrm>
            <a:off x="556917" y="4912061"/>
            <a:ext cx="459232" cy="462158"/>
          </a:xfrm>
          <a:custGeom>
            <a:avLst/>
            <a:gdLst>
              <a:gd name="connsiteX0" fmla="*/ 172636 w 345271"/>
              <a:gd name="connsiteY0" fmla="*/ 75438 h 347471"/>
              <a:gd name="connsiteX1" fmla="*/ 75125 w 345271"/>
              <a:gd name="connsiteY1" fmla="*/ 173736 h 347471"/>
              <a:gd name="connsiteX2" fmla="*/ 172636 w 345271"/>
              <a:gd name="connsiteY2" fmla="*/ 272034 h 347471"/>
              <a:gd name="connsiteX3" fmla="*/ 270146 w 345271"/>
              <a:gd name="connsiteY3" fmla="*/ 173736 h 347471"/>
              <a:gd name="connsiteX4" fmla="*/ 172636 w 345271"/>
              <a:gd name="connsiteY4" fmla="*/ 75438 h 347471"/>
              <a:gd name="connsiteX5" fmla="*/ 172636 w 345271"/>
              <a:gd name="connsiteY5" fmla="*/ 287179 h 347471"/>
              <a:gd name="connsiteX6" fmla="*/ 60138 w 345271"/>
              <a:gd name="connsiteY6" fmla="*/ 173736 h 347471"/>
              <a:gd name="connsiteX7" fmla="*/ 172636 w 345271"/>
              <a:gd name="connsiteY7" fmla="*/ 60293 h 347471"/>
              <a:gd name="connsiteX8" fmla="*/ 285134 w 345271"/>
              <a:gd name="connsiteY8" fmla="*/ 173736 h 347471"/>
              <a:gd name="connsiteX9" fmla="*/ 172636 w 345271"/>
              <a:gd name="connsiteY9" fmla="*/ 287179 h 347471"/>
              <a:gd name="connsiteX10" fmla="*/ 172636 w 345271"/>
              <a:gd name="connsiteY10" fmla="*/ 347472 h 347471"/>
              <a:gd name="connsiteX11" fmla="*/ 165047 w 345271"/>
              <a:gd name="connsiteY11" fmla="*/ 339852 h 347471"/>
              <a:gd name="connsiteX12" fmla="*/ 165047 w 345271"/>
              <a:gd name="connsiteY12" fmla="*/ 309277 h 347471"/>
              <a:gd name="connsiteX13" fmla="*/ 172636 w 345271"/>
              <a:gd name="connsiteY13" fmla="*/ 301657 h 347471"/>
              <a:gd name="connsiteX14" fmla="*/ 180224 w 345271"/>
              <a:gd name="connsiteY14" fmla="*/ 309277 h 347471"/>
              <a:gd name="connsiteX15" fmla="*/ 180224 w 345271"/>
              <a:gd name="connsiteY15" fmla="*/ 339852 h 347471"/>
              <a:gd name="connsiteX16" fmla="*/ 172636 w 345271"/>
              <a:gd name="connsiteY16" fmla="*/ 347472 h 347471"/>
              <a:gd name="connsiteX17" fmla="*/ 292627 w 345271"/>
              <a:gd name="connsiteY17" fmla="*/ 301657 h 347471"/>
              <a:gd name="connsiteX18" fmla="*/ 287694 w 345271"/>
              <a:gd name="connsiteY18" fmla="*/ 299180 h 347471"/>
              <a:gd name="connsiteX19" fmla="*/ 265593 w 345271"/>
              <a:gd name="connsiteY19" fmla="*/ 276987 h 347471"/>
              <a:gd name="connsiteX20" fmla="*/ 265593 w 345271"/>
              <a:gd name="connsiteY20" fmla="*/ 267081 h 347471"/>
              <a:gd name="connsiteX21" fmla="*/ 275458 w 345271"/>
              <a:gd name="connsiteY21" fmla="*/ 267081 h 347471"/>
              <a:gd name="connsiteX22" fmla="*/ 297559 w 345271"/>
              <a:gd name="connsiteY22" fmla="*/ 289274 h 347471"/>
              <a:gd name="connsiteX23" fmla="*/ 297559 w 345271"/>
              <a:gd name="connsiteY23" fmla="*/ 299180 h 347471"/>
              <a:gd name="connsiteX24" fmla="*/ 292627 w 345271"/>
              <a:gd name="connsiteY24" fmla="*/ 301657 h 347471"/>
              <a:gd name="connsiteX25" fmla="*/ 337778 w 345271"/>
              <a:gd name="connsiteY25" fmla="*/ 180975 h 347471"/>
              <a:gd name="connsiteX26" fmla="*/ 307899 w 345271"/>
              <a:gd name="connsiteY26" fmla="*/ 180975 h 347471"/>
              <a:gd name="connsiteX27" fmla="*/ 300405 w 345271"/>
              <a:gd name="connsiteY27" fmla="*/ 173736 h 347471"/>
              <a:gd name="connsiteX28" fmla="*/ 307899 w 345271"/>
              <a:gd name="connsiteY28" fmla="*/ 166497 h 347471"/>
              <a:gd name="connsiteX29" fmla="*/ 337778 w 345271"/>
              <a:gd name="connsiteY29" fmla="*/ 166497 h 347471"/>
              <a:gd name="connsiteX30" fmla="*/ 345271 w 345271"/>
              <a:gd name="connsiteY30" fmla="*/ 173736 h 347471"/>
              <a:gd name="connsiteX31" fmla="*/ 337778 w 345271"/>
              <a:gd name="connsiteY31" fmla="*/ 180975 h 347471"/>
              <a:gd name="connsiteX32" fmla="*/ 270526 w 345271"/>
              <a:gd name="connsiteY32" fmla="*/ 83249 h 347471"/>
              <a:gd name="connsiteX33" fmla="*/ 265593 w 345271"/>
              <a:gd name="connsiteY33" fmla="*/ 80772 h 347471"/>
              <a:gd name="connsiteX34" fmla="*/ 265593 w 345271"/>
              <a:gd name="connsiteY34" fmla="*/ 70676 h 347471"/>
              <a:gd name="connsiteX35" fmla="*/ 287694 w 345271"/>
              <a:gd name="connsiteY35" fmla="*/ 48006 h 347471"/>
              <a:gd name="connsiteX36" fmla="*/ 297559 w 345271"/>
              <a:gd name="connsiteY36" fmla="*/ 48006 h 347471"/>
              <a:gd name="connsiteX37" fmla="*/ 297559 w 345271"/>
              <a:gd name="connsiteY37" fmla="*/ 58103 h 347471"/>
              <a:gd name="connsiteX38" fmla="*/ 275458 w 345271"/>
              <a:gd name="connsiteY38" fmla="*/ 80772 h 347471"/>
              <a:gd name="connsiteX39" fmla="*/ 270526 w 345271"/>
              <a:gd name="connsiteY39" fmla="*/ 83249 h 347471"/>
              <a:gd name="connsiteX40" fmla="*/ 172636 w 345271"/>
              <a:gd name="connsiteY40" fmla="*/ 45053 h 347471"/>
              <a:gd name="connsiteX41" fmla="*/ 165047 w 345271"/>
              <a:gd name="connsiteY41" fmla="*/ 37529 h 347471"/>
              <a:gd name="connsiteX42" fmla="*/ 165047 w 345271"/>
              <a:gd name="connsiteY42" fmla="*/ 7525 h 347471"/>
              <a:gd name="connsiteX43" fmla="*/ 172636 w 345271"/>
              <a:gd name="connsiteY43" fmla="*/ 0 h 347471"/>
              <a:gd name="connsiteX44" fmla="*/ 180224 w 345271"/>
              <a:gd name="connsiteY44" fmla="*/ 7525 h 347471"/>
              <a:gd name="connsiteX45" fmla="*/ 180224 w 345271"/>
              <a:gd name="connsiteY45" fmla="*/ 37529 h 347471"/>
              <a:gd name="connsiteX46" fmla="*/ 172636 w 345271"/>
              <a:gd name="connsiteY46" fmla="*/ 45053 h 347471"/>
              <a:gd name="connsiteX47" fmla="*/ 74935 w 345271"/>
              <a:gd name="connsiteY47" fmla="*/ 83249 h 347471"/>
              <a:gd name="connsiteX48" fmla="*/ 69908 w 345271"/>
              <a:gd name="connsiteY48" fmla="*/ 80772 h 347471"/>
              <a:gd name="connsiteX49" fmla="*/ 47333 w 345271"/>
              <a:gd name="connsiteY49" fmla="*/ 58103 h 347471"/>
              <a:gd name="connsiteX50" fmla="*/ 47333 w 345271"/>
              <a:gd name="connsiteY50" fmla="*/ 48006 h 347471"/>
              <a:gd name="connsiteX51" fmla="*/ 57387 w 345271"/>
              <a:gd name="connsiteY51" fmla="*/ 48006 h 347471"/>
              <a:gd name="connsiteX52" fmla="*/ 79963 w 345271"/>
              <a:gd name="connsiteY52" fmla="*/ 70676 h 347471"/>
              <a:gd name="connsiteX53" fmla="*/ 79963 w 345271"/>
              <a:gd name="connsiteY53" fmla="*/ 80772 h 347471"/>
              <a:gd name="connsiteX54" fmla="*/ 74935 w 345271"/>
              <a:gd name="connsiteY54" fmla="*/ 83249 h 347471"/>
              <a:gd name="connsiteX55" fmla="*/ 37373 w 345271"/>
              <a:gd name="connsiteY55" fmla="*/ 180975 h 347471"/>
              <a:gd name="connsiteX56" fmla="*/ 7494 w 345271"/>
              <a:gd name="connsiteY56" fmla="*/ 180975 h 347471"/>
              <a:gd name="connsiteX57" fmla="*/ 0 w 345271"/>
              <a:gd name="connsiteY57" fmla="*/ 173736 h 347471"/>
              <a:gd name="connsiteX58" fmla="*/ 7494 w 345271"/>
              <a:gd name="connsiteY58" fmla="*/ 166497 h 347471"/>
              <a:gd name="connsiteX59" fmla="*/ 37373 w 345271"/>
              <a:gd name="connsiteY59" fmla="*/ 166497 h 347471"/>
              <a:gd name="connsiteX60" fmla="*/ 44866 w 345271"/>
              <a:gd name="connsiteY60" fmla="*/ 173736 h 347471"/>
              <a:gd name="connsiteX61" fmla="*/ 37373 w 345271"/>
              <a:gd name="connsiteY61" fmla="*/ 180975 h 347471"/>
              <a:gd name="connsiteX62" fmla="*/ 52360 w 345271"/>
              <a:gd name="connsiteY62" fmla="*/ 301657 h 347471"/>
              <a:gd name="connsiteX63" fmla="*/ 47333 w 345271"/>
              <a:gd name="connsiteY63" fmla="*/ 299180 h 347471"/>
              <a:gd name="connsiteX64" fmla="*/ 47333 w 345271"/>
              <a:gd name="connsiteY64" fmla="*/ 289274 h 347471"/>
              <a:gd name="connsiteX65" fmla="*/ 69908 w 345271"/>
              <a:gd name="connsiteY65" fmla="*/ 267081 h 347471"/>
              <a:gd name="connsiteX66" fmla="*/ 79963 w 345271"/>
              <a:gd name="connsiteY66" fmla="*/ 267081 h 347471"/>
              <a:gd name="connsiteX67" fmla="*/ 79963 w 345271"/>
              <a:gd name="connsiteY67" fmla="*/ 276987 h 347471"/>
              <a:gd name="connsiteX68" fmla="*/ 57387 w 345271"/>
              <a:gd name="connsiteY68" fmla="*/ 299180 h 347471"/>
              <a:gd name="connsiteX69" fmla="*/ 52360 w 345271"/>
              <a:gd name="connsiteY69" fmla="*/ 301657 h 34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45271" h="347471">
                <a:moveTo>
                  <a:pt x="172636" y="75438"/>
                </a:moveTo>
                <a:cubicBezTo>
                  <a:pt x="118853" y="75438"/>
                  <a:pt x="75125" y="119539"/>
                  <a:pt x="75125" y="173736"/>
                </a:cubicBezTo>
                <a:cubicBezTo>
                  <a:pt x="75125" y="227933"/>
                  <a:pt x="118853" y="272034"/>
                  <a:pt x="172636" y="272034"/>
                </a:cubicBezTo>
                <a:cubicBezTo>
                  <a:pt x="226418" y="272034"/>
                  <a:pt x="270146" y="227933"/>
                  <a:pt x="270146" y="173736"/>
                </a:cubicBezTo>
                <a:cubicBezTo>
                  <a:pt x="270146" y="119539"/>
                  <a:pt x="226418" y="75438"/>
                  <a:pt x="172636" y="75438"/>
                </a:cubicBezTo>
                <a:close/>
                <a:moveTo>
                  <a:pt x="172636" y="287179"/>
                </a:moveTo>
                <a:cubicBezTo>
                  <a:pt x="111359" y="287179"/>
                  <a:pt x="60138" y="236792"/>
                  <a:pt x="60138" y="173736"/>
                </a:cubicBezTo>
                <a:cubicBezTo>
                  <a:pt x="60138" y="110680"/>
                  <a:pt x="111359" y="60293"/>
                  <a:pt x="172636" y="60293"/>
                </a:cubicBezTo>
                <a:cubicBezTo>
                  <a:pt x="233912" y="60293"/>
                  <a:pt x="285134" y="110680"/>
                  <a:pt x="285134" y="173736"/>
                </a:cubicBezTo>
                <a:cubicBezTo>
                  <a:pt x="285134" y="236792"/>
                  <a:pt x="235145" y="287179"/>
                  <a:pt x="172636" y="287179"/>
                </a:cubicBezTo>
                <a:close/>
                <a:moveTo>
                  <a:pt x="172636" y="347472"/>
                </a:moveTo>
                <a:cubicBezTo>
                  <a:pt x="168841" y="347472"/>
                  <a:pt x="165047" y="343662"/>
                  <a:pt x="165047" y="339852"/>
                </a:cubicBezTo>
                <a:lnTo>
                  <a:pt x="165047" y="309277"/>
                </a:lnTo>
                <a:cubicBezTo>
                  <a:pt x="165047" y="305467"/>
                  <a:pt x="168841" y="301657"/>
                  <a:pt x="172636" y="301657"/>
                </a:cubicBezTo>
                <a:cubicBezTo>
                  <a:pt x="177758" y="301657"/>
                  <a:pt x="180224" y="305467"/>
                  <a:pt x="180224" y="309277"/>
                </a:cubicBezTo>
                <a:lnTo>
                  <a:pt x="180224" y="339852"/>
                </a:lnTo>
                <a:cubicBezTo>
                  <a:pt x="180224" y="343662"/>
                  <a:pt x="177663" y="347472"/>
                  <a:pt x="172636" y="347472"/>
                </a:cubicBezTo>
                <a:close/>
                <a:moveTo>
                  <a:pt x="292627" y="301657"/>
                </a:moveTo>
                <a:cubicBezTo>
                  <a:pt x="291394" y="301657"/>
                  <a:pt x="288928" y="300418"/>
                  <a:pt x="287694" y="299180"/>
                </a:cubicBezTo>
                <a:lnTo>
                  <a:pt x="265593" y="276987"/>
                </a:lnTo>
                <a:cubicBezTo>
                  <a:pt x="263127" y="274511"/>
                  <a:pt x="263127" y="269558"/>
                  <a:pt x="265593" y="267081"/>
                </a:cubicBezTo>
                <a:cubicBezTo>
                  <a:pt x="268060" y="263366"/>
                  <a:pt x="272992" y="263366"/>
                  <a:pt x="275458" y="267081"/>
                </a:cubicBezTo>
                <a:lnTo>
                  <a:pt x="297559" y="289274"/>
                </a:lnTo>
                <a:cubicBezTo>
                  <a:pt x="301259" y="291751"/>
                  <a:pt x="301259" y="296704"/>
                  <a:pt x="297559" y="299180"/>
                </a:cubicBezTo>
                <a:cubicBezTo>
                  <a:pt x="296326" y="300418"/>
                  <a:pt x="295093" y="301657"/>
                  <a:pt x="292627" y="301657"/>
                </a:cubicBezTo>
                <a:close/>
                <a:moveTo>
                  <a:pt x="337778" y="180975"/>
                </a:moveTo>
                <a:lnTo>
                  <a:pt x="307899" y="180975"/>
                </a:lnTo>
                <a:cubicBezTo>
                  <a:pt x="304199" y="180975"/>
                  <a:pt x="300405" y="177355"/>
                  <a:pt x="300405" y="173736"/>
                </a:cubicBezTo>
                <a:cubicBezTo>
                  <a:pt x="300405" y="170117"/>
                  <a:pt x="304104" y="166497"/>
                  <a:pt x="307899" y="166497"/>
                </a:cubicBezTo>
                <a:lnTo>
                  <a:pt x="337778" y="166497"/>
                </a:lnTo>
                <a:cubicBezTo>
                  <a:pt x="342805" y="166497"/>
                  <a:pt x="345271" y="170117"/>
                  <a:pt x="345271" y="173736"/>
                </a:cubicBezTo>
                <a:cubicBezTo>
                  <a:pt x="345271" y="177355"/>
                  <a:pt x="342805" y="180975"/>
                  <a:pt x="337778" y="180975"/>
                </a:cubicBezTo>
                <a:close/>
                <a:moveTo>
                  <a:pt x="270526" y="83249"/>
                </a:moveTo>
                <a:cubicBezTo>
                  <a:pt x="269293" y="83249"/>
                  <a:pt x="266826" y="82010"/>
                  <a:pt x="265593" y="80772"/>
                </a:cubicBezTo>
                <a:cubicBezTo>
                  <a:pt x="263127" y="78295"/>
                  <a:pt x="263127" y="73247"/>
                  <a:pt x="265593" y="70676"/>
                </a:cubicBezTo>
                <a:lnTo>
                  <a:pt x="287694" y="48006"/>
                </a:lnTo>
                <a:cubicBezTo>
                  <a:pt x="290161" y="44196"/>
                  <a:pt x="295093" y="44196"/>
                  <a:pt x="297559" y="48006"/>
                </a:cubicBezTo>
                <a:cubicBezTo>
                  <a:pt x="301259" y="50482"/>
                  <a:pt x="301259" y="55531"/>
                  <a:pt x="297559" y="58103"/>
                </a:cubicBezTo>
                <a:lnTo>
                  <a:pt x="275458" y="80772"/>
                </a:lnTo>
                <a:cubicBezTo>
                  <a:pt x="274225" y="82010"/>
                  <a:pt x="272992" y="83249"/>
                  <a:pt x="270526" y="83249"/>
                </a:cubicBezTo>
                <a:close/>
                <a:moveTo>
                  <a:pt x="172636" y="45053"/>
                </a:moveTo>
                <a:cubicBezTo>
                  <a:pt x="168841" y="45053"/>
                  <a:pt x="165047" y="41339"/>
                  <a:pt x="165047" y="37529"/>
                </a:cubicBezTo>
                <a:lnTo>
                  <a:pt x="165047" y="7525"/>
                </a:lnTo>
                <a:cubicBezTo>
                  <a:pt x="165047" y="3810"/>
                  <a:pt x="168841" y="0"/>
                  <a:pt x="172636" y="0"/>
                </a:cubicBezTo>
                <a:cubicBezTo>
                  <a:pt x="177758" y="0"/>
                  <a:pt x="180224" y="3715"/>
                  <a:pt x="180224" y="7525"/>
                </a:cubicBezTo>
                <a:lnTo>
                  <a:pt x="180224" y="37529"/>
                </a:lnTo>
                <a:cubicBezTo>
                  <a:pt x="180224" y="41243"/>
                  <a:pt x="177663" y="45053"/>
                  <a:pt x="172636" y="45053"/>
                </a:cubicBezTo>
                <a:close/>
                <a:moveTo>
                  <a:pt x="74935" y="83249"/>
                </a:moveTo>
                <a:cubicBezTo>
                  <a:pt x="73702" y="83249"/>
                  <a:pt x="71141" y="82010"/>
                  <a:pt x="69908" y="80772"/>
                </a:cubicBezTo>
                <a:lnTo>
                  <a:pt x="47333" y="58103"/>
                </a:lnTo>
                <a:cubicBezTo>
                  <a:pt x="44866" y="55626"/>
                  <a:pt x="44866" y="50578"/>
                  <a:pt x="47333" y="48006"/>
                </a:cubicBezTo>
                <a:cubicBezTo>
                  <a:pt x="49799" y="44196"/>
                  <a:pt x="54826" y="44196"/>
                  <a:pt x="57387" y="48006"/>
                </a:cubicBezTo>
                <a:lnTo>
                  <a:pt x="79963" y="70676"/>
                </a:lnTo>
                <a:cubicBezTo>
                  <a:pt x="83757" y="73152"/>
                  <a:pt x="83757" y="78200"/>
                  <a:pt x="79963" y="80772"/>
                </a:cubicBezTo>
                <a:cubicBezTo>
                  <a:pt x="78729" y="82010"/>
                  <a:pt x="77496" y="83249"/>
                  <a:pt x="74935" y="83249"/>
                </a:cubicBezTo>
                <a:close/>
                <a:moveTo>
                  <a:pt x="37373" y="180975"/>
                </a:moveTo>
                <a:lnTo>
                  <a:pt x="7494" y="180975"/>
                </a:lnTo>
                <a:cubicBezTo>
                  <a:pt x="3794" y="180975"/>
                  <a:pt x="0" y="177355"/>
                  <a:pt x="0" y="173736"/>
                </a:cubicBezTo>
                <a:cubicBezTo>
                  <a:pt x="0" y="170117"/>
                  <a:pt x="3699" y="166497"/>
                  <a:pt x="7494" y="166497"/>
                </a:cubicBezTo>
                <a:lnTo>
                  <a:pt x="37373" y="166497"/>
                </a:lnTo>
                <a:cubicBezTo>
                  <a:pt x="42400" y="166497"/>
                  <a:pt x="44866" y="170117"/>
                  <a:pt x="44866" y="173736"/>
                </a:cubicBezTo>
                <a:cubicBezTo>
                  <a:pt x="44866" y="177355"/>
                  <a:pt x="42400" y="180975"/>
                  <a:pt x="37373" y="180975"/>
                </a:cubicBezTo>
                <a:close/>
                <a:moveTo>
                  <a:pt x="52360" y="301657"/>
                </a:moveTo>
                <a:cubicBezTo>
                  <a:pt x="51127" y="301657"/>
                  <a:pt x="48566" y="300418"/>
                  <a:pt x="47333" y="299180"/>
                </a:cubicBezTo>
                <a:cubicBezTo>
                  <a:pt x="44866" y="296704"/>
                  <a:pt x="44866" y="291751"/>
                  <a:pt x="47333" y="289274"/>
                </a:cubicBezTo>
                <a:lnTo>
                  <a:pt x="69908" y="267081"/>
                </a:lnTo>
                <a:cubicBezTo>
                  <a:pt x="72374" y="263366"/>
                  <a:pt x="77401" y="263366"/>
                  <a:pt x="79963" y="267081"/>
                </a:cubicBezTo>
                <a:cubicBezTo>
                  <a:pt x="83757" y="269558"/>
                  <a:pt x="83757" y="274511"/>
                  <a:pt x="79963" y="276987"/>
                </a:cubicBezTo>
                <a:lnTo>
                  <a:pt x="57387" y="299180"/>
                </a:lnTo>
                <a:cubicBezTo>
                  <a:pt x="56154" y="300418"/>
                  <a:pt x="54921" y="301657"/>
                  <a:pt x="52360" y="30165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9" name="Graphic 236">
            <a:extLst>
              <a:ext uri="{FF2B5EF4-FFF2-40B4-BE49-F238E27FC236}">
                <a16:creationId xmlns:a16="http://schemas.microsoft.com/office/drawing/2014/main" id="{779A751E-21E5-CB22-5B64-CE4DF4C695D2}"/>
              </a:ext>
            </a:extLst>
          </p:cNvPr>
          <p:cNvSpPr/>
          <p:nvPr/>
        </p:nvSpPr>
        <p:spPr>
          <a:xfrm>
            <a:off x="1322092" y="4912061"/>
            <a:ext cx="459232" cy="462158"/>
          </a:xfrm>
          <a:custGeom>
            <a:avLst/>
            <a:gdLst>
              <a:gd name="connsiteX0" fmla="*/ 172636 w 345271"/>
              <a:gd name="connsiteY0" fmla="*/ 75438 h 347471"/>
              <a:gd name="connsiteX1" fmla="*/ 75125 w 345271"/>
              <a:gd name="connsiteY1" fmla="*/ 173736 h 347471"/>
              <a:gd name="connsiteX2" fmla="*/ 172636 w 345271"/>
              <a:gd name="connsiteY2" fmla="*/ 272034 h 347471"/>
              <a:gd name="connsiteX3" fmla="*/ 270146 w 345271"/>
              <a:gd name="connsiteY3" fmla="*/ 173736 h 347471"/>
              <a:gd name="connsiteX4" fmla="*/ 172636 w 345271"/>
              <a:gd name="connsiteY4" fmla="*/ 75438 h 347471"/>
              <a:gd name="connsiteX5" fmla="*/ 172636 w 345271"/>
              <a:gd name="connsiteY5" fmla="*/ 287179 h 347471"/>
              <a:gd name="connsiteX6" fmla="*/ 60138 w 345271"/>
              <a:gd name="connsiteY6" fmla="*/ 173736 h 347471"/>
              <a:gd name="connsiteX7" fmla="*/ 172636 w 345271"/>
              <a:gd name="connsiteY7" fmla="*/ 60293 h 347471"/>
              <a:gd name="connsiteX8" fmla="*/ 285134 w 345271"/>
              <a:gd name="connsiteY8" fmla="*/ 173736 h 347471"/>
              <a:gd name="connsiteX9" fmla="*/ 172636 w 345271"/>
              <a:gd name="connsiteY9" fmla="*/ 287179 h 347471"/>
              <a:gd name="connsiteX10" fmla="*/ 172636 w 345271"/>
              <a:gd name="connsiteY10" fmla="*/ 347472 h 347471"/>
              <a:gd name="connsiteX11" fmla="*/ 165047 w 345271"/>
              <a:gd name="connsiteY11" fmla="*/ 339852 h 347471"/>
              <a:gd name="connsiteX12" fmla="*/ 165047 w 345271"/>
              <a:gd name="connsiteY12" fmla="*/ 309277 h 347471"/>
              <a:gd name="connsiteX13" fmla="*/ 172636 w 345271"/>
              <a:gd name="connsiteY13" fmla="*/ 301657 h 347471"/>
              <a:gd name="connsiteX14" fmla="*/ 180224 w 345271"/>
              <a:gd name="connsiteY14" fmla="*/ 309277 h 347471"/>
              <a:gd name="connsiteX15" fmla="*/ 180224 w 345271"/>
              <a:gd name="connsiteY15" fmla="*/ 339852 h 347471"/>
              <a:gd name="connsiteX16" fmla="*/ 172636 w 345271"/>
              <a:gd name="connsiteY16" fmla="*/ 347472 h 347471"/>
              <a:gd name="connsiteX17" fmla="*/ 292627 w 345271"/>
              <a:gd name="connsiteY17" fmla="*/ 301657 h 347471"/>
              <a:gd name="connsiteX18" fmla="*/ 287694 w 345271"/>
              <a:gd name="connsiteY18" fmla="*/ 299180 h 347471"/>
              <a:gd name="connsiteX19" fmla="*/ 265593 w 345271"/>
              <a:gd name="connsiteY19" fmla="*/ 276987 h 347471"/>
              <a:gd name="connsiteX20" fmla="*/ 265593 w 345271"/>
              <a:gd name="connsiteY20" fmla="*/ 267081 h 347471"/>
              <a:gd name="connsiteX21" fmla="*/ 275458 w 345271"/>
              <a:gd name="connsiteY21" fmla="*/ 267081 h 347471"/>
              <a:gd name="connsiteX22" fmla="*/ 297559 w 345271"/>
              <a:gd name="connsiteY22" fmla="*/ 289274 h 347471"/>
              <a:gd name="connsiteX23" fmla="*/ 297559 w 345271"/>
              <a:gd name="connsiteY23" fmla="*/ 299180 h 347471"/>
              <a:gd name="connsiteX24" fmla="*/ 292627 w 345271"/>
              <a:gd name="connsiteY24" fmla="*/ 301657 h 347471"/>
              <a:gd name="connsiteX25" fmla="*/ 337778 w 345271"/>
              <a:gd name="connsiteY25" fmla="*/ 180975 h 347471"/>
              <a:gd name="connsiteX26" fmla="*/ 307899 w 345271"/>
              <a:gd name="connsiteY26" fmla="*/ 180975 h 347471"/>
              <a:gd name="connsiteX27" fmla="*/ 300405 w 345271"/>
              <a:gd name="connsiteY27" fmla="*/ 173736 h 347471"/>
              <a:gd name="connsiteX28" fmla="*/ 307899 w 345271"/>
              <a:gd name="connsiteY28" fmla="*/ 166497 h 347471"/>
              <a:gd name="connsiteX29" fmla="*/ 337778 w 345271"/>
              <a:gd name="connsiteY29" fmla="*/ 166497 h 347471"/>
              <a:gd name="connsiteX30" fmla="*/ 345271 w 345271"/>
              <a:gd name="connsiteY30" fmla="*/ 173736 h 347471"/>
              <a:gd name="connsiteX31" fmla="*/ 337778 w 345271"/>
              <a:gd name="connsiteY31" fmla="*/ 180975 h 347471"/>
              <a:gd name="connsiteX32" fmla="*/ 270526 w 345271"/>
              <a:gd name="connsiteY32" fmla="*/ 83249 h 347471"/>
              <a:gd name="connsiteX33" fmla="*/ 265593 w 345271"/>
              <a:gd name="connsiteY33" fmla="*/ 80772 h 347471"/>
              <a:gd name="connsiteX34" fmla="*/ 265593 w 345271"/>
              <a:gd name="connsiteY34" fmla="*/ 70676 h 347471"/>
              <a:gd name="connsiteX35" fmla="*/ 287694 w 345271"/>
              <a:gd name="connsiteY35" fmla="*/ 48006 h 347471"/>
              <a:gd name="connsiteX36" fmla="*/ 297559 w 345271"/>
              <a:gd name="connsiteY36" fmla="*/ 48006 h 347471"/>
              <a:gd name="connsiteX37" fmla="*/ 297559 w 345271"/>
              <a:gd name="connsiteY37" fmla="*/ 58103 h 347471"/>
              <a:gd name="connsiteX38" fmla="*/ 275458 w 345271"/>
              <a:gd name="connsiteY38" fmla="*/ 80772 h 347471"/>
              <a:gd name="connsiteX39" fmla="*/ 270526 w 345271"/>
              <a:gd name="connsiteY39" fmla="*/ 83249 h 347471"/>
              <a:gd name="connsiteX40" fmla="*/ 172636 w 345271"/>
              <a:gd name="connsiteY40" fmla="*/ 45053 h 347471"/>
              <a:gd name="connsiteX41" fmla="*/ 165047 w 345271"/>
              <a:gd name="connsiteY41" fmla="*/ 37529 h 347471"/>
              <a:gd name="connsiteX42" fmla="*/ 165047 w 345271"/>
              <a:gd name="connsiteY42" fmla="*/ 7525 h 347471"/>
              <a:gd name="connsiteX43" fmla="*/ 172636 w 345271"/>
              <a:gd name="connsiteY43" fmla="*/ 0 h 347471"/>
              <a:gd name="connsiteX44" fmla="*/ 180224 w 345271"/>
              <a:gd name="connsiteY44" fmla="*/ 7525 h 347471"/>
              <a:gd name="connsiteX45" fmla="*/ 180224 w 345271"/>
              <a:gd name="connsiteY45" fmla="*/ 37529 h 347471"/>
              <a:gd name="connsiteX46" fmla="*/ 172636 w 345271"/>
              <a:gd name="connsiteY46" fmla="*/ 45053 h 347471"/>
              <a:gd name="connsiteX47" fmla="*/ 74935 w 345271"/>
              <a:gd name="connsiteY47" fmla="*/ 83249 h 347471"/>
              <a:gd name="connsiteX48" fmla="*/ 69908 w 345271"/>
              <a:gd name="connsiteY48" fmla="*/ 80772 h 347471"/>
              <a:gd name="connsiteX49" fmla="*/ 47333 w 345271"/>
              <a:gd name="connsiteY49" fmla="*/ 58103 h 347471"/>
              <a:gd name="connsiteX50" fmla="*/ 47333 w 345271"/>
              <a:gd name="connsiteY50" fmla="*/ 48006 h 347471"/>
              <a:gd name="connsiteX51" fmla="*/ 57387 w 345271"/>
              <a:gd name="connsiteY51" fmla="*/ 48006 h 347471"/>
              <a:gd name="connsiteX52" fmla="*/ 79963 w 345271"/>
              <a:gd name="connsiteY52" fmla="*/ 70676 h 347471"/>
              <a:gd name="connsiteX53" fmla="*/ 79963 w 345271"/>
              <a:gd name="connsiteY53" fmla="*/ 80772 h 347471"/>
              <a:gd name="connsiteX54" fmla="*/ 74935 w 345271"/>
              <a:gd name="connsiteY54" fmla="*/ 83249 h 347471"/>
              <a:gd name="connsiteX55" fmla="*/ 37373 w 345271"/>
              <a:gd name="connsiteY55" fmla="*/ 180975 h 347471"/>
              <a:gd name="connsiteX56" fmla="*/ 7494 w 345271"/>
              <a:gd name="connsiteY56" fmla="*/ 180975 h 347471"/>
              <a:gd name="connsiteX57" fmla="*/ 0 w 345271"/>
              <a:gd name="connsiteY57" fmla="*/ 173736 h 347471"/>
              <a:gd name="connsiteX58" fmla="*/ 7494 w 345271"/>
              <a:gd name="connsiteY58" fmla="*/ 166497 h 347471"/>
              <a:gd name="connsiteX59" fmla="*/ 37373 w 345271"/>
              <a:gd name="connsiteY59" fmla="*/ 166497 h 347471"/>
              <a:gd name="connsiteX60" fmla="*/ 44866 w 345271"/>
              <a:gd name="connsiteY60" fmla="*/ 173736 h 347471"/>
              <a:gd name="connsiteX61" fmla="*/ 37373 w 345271"/>
              <a:gd name="connsiteY61" fmla="*/ 180975 h 347471"/>
              <a:gd name="connsiteX62" fmla="*/ 52360 w 345271"/>
              <a:gd name="connsiteY62" fmla="*/ 301657 h 347471"/>
              <a:gd name="connsiteX63" fmla="*/ 47333 w 345271"/>
              <a:gd name="connsiteY63" fmla="*/ 299180 h 347471"/>
              <a:gd name="connsiteX64" fmla="*/ 47333 w 345271"/>
              <a:gd name="connsiteY64" fmla="*/ 289274 h 347471"/>
              <a:gd name="connsiteX65" fmla="*/ 69908 w 345271"/>
              <a:gd name="connsiteY65" fmla="*/ 267081 h 347471"/>
              <a:gd name="connsiteX66" fmla="*/ 79963 w 345271"/>
              <a:gd name="connsiteY66" fmla="*/ 267081 h 347471"/>
              <a:gd name="connsiteX67" fmla="*/ 79963 w 345271"/>
              <a:gd name="connsiteY67" fmla="*/ 276987 h 347471"/>
              <a:gd name="connsiteX68" fmla="*/ 57387 w 345271"/>
              <a:gd name="connsiteY68" fmla="*/ 299180 h 347471"/>
              <a:gd name="connsiteX69" fmla="*/ 52360 w 345271"/>
              <a:gd name="connsiteY69" fmla="*/ 301657 h 34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45271" h="347471">
                <a:moveTo>
                  <a:pt x="172636" y="75438"/>
                </a:moveTo>
                <a:cubicBezTo>
                  <a:pt x="118853" y="75438"/>
                  <a:pt x="75125" y="119539"/>
                  <a:pt x="75125" y="173736"/>
                </a:cubicBezTo>
                <a:cubicBezTo>
                  <a:pt x="75125" y="227933"/>
                  <a:pt x="118853" y="272034"/>
                  <a:pt x="172636" y="272034"/>
                </a:cubicBezTo>
                <a:cubicBezTo>
                  <a:pt x="226418" y="272034"/>
                  <a:pt x="270146" y="227933"/>
                  <a:pt x="270146" y="173736"/>
                </a:cubicBezTo>
                <a:cubicBezTo>
                  <a:pt x="270146" y="119539"/>
                  <a:pt x="226418" y="75438"/>
                  <a:pt x="172636" y="75438"/>
                </a:cubicBezTo>
                <a:close/>
                <a:moveTo>
                  <a:pt x="172636" y="287179"/>
                </a:moveTo>
                <a:cubicBezTo>
                  <a:pt x="111359" y="287179"/>
                  <a:pt x="60138" y="236792"/>
                  <a:pt x="60138" y="173736"/>
                </a:cubicBezTo>
                <a:cubicBezTo>
                  <a:pt x="60138" y="110680"/>
                  <a:pt x="111359" y="60293"/>
                  <a:pt x="172636" y="60293"/>
                </a:cubicBezTo>
                <a:cubicBezTo>
                  <a:pt x="233912" y="60293"/>
                  <a:pt x="285134" y="110680"/>
                  <a:pt x="285134" y="173736"/>
                </a:cubicBezTo>
                <a:cubicBezTo>
                  <a:pt x="285134" y="236792"/>
                  <a:pt x="235145" y="287179"/>
                  <a:pt x="172636" y="287179"/>
                </a:cubicBezTo>
                <a:close/>
                <a:moveTo>
                  <a:pt x="172636" y="347472"/>
                </a:moveTo>
                <a:cubicBezTo>
                  <a:pt x="168841" y="347472"/>
                  <a:pt x="165047" y="343662"/>
                  <a:pt x="165047" y="339852"/>
                </a:cubicBezTo>
                <a:lnTo>
                  <a:pt x="165047" y="309277"/>
                </a:lnTo>
                <a:cubicBezTo>
                  <a:pt x="165047" y="305467"/>
                  <a:pt x="168841" y="301657"/>
                  <a:pt x="172636" y="301657"/>
                </a:cubicBezTo>
                <a:cubicBezTo>
                  <a:pt x="177758" y="301657"/>
                  <a:pt x="180224" y="305467"/>
                  <a:pt x="180224" y="309277"/>
                </a:cubicBezTo>
                <a:lnTo>
                  <a:pt x="180224" y="339852"/>
                </a:lnTo>
                <a:cubicBezTo>
                  <a:pt x="180224" y="343662"/>
                  <a:pt x="177663" y="347472"/>
                  <a:pt x="172636" y="347472"/>
                </a:cubicBezTo>
                <a:close/>
                <a:moveTo>
                  <a:pt x="292627" y="301657"/>
                </a:moveTo>
                <a:cubicBezTo>
                  <a:pt x="291394" y="301657"/>
                  <a:pt x="288928" y="300418"/>
                  <a:pt x="287694" y="299180"/>
                </a:cubicBezTo>
                <a:lnTo>
                  <a:pt x="265593" y="276987"/>
                </a:lnTo>
                <a:cubicBezTo>
                  <a:pt x="263127" y="274511"/>
                  <a:pt x="263127" y="269558"/>
                  <a:pt x="265593" y="267081"/>
                </a:cubicBezTo>
                <a:cubicBezTo>
                  <a:pt x="268060" y="263366"/>
                  <a:pt x="272992" y="263366"/>
                  <a:pt x="275458" y="267081"/>
                </a:cubicBezTo>
                <a:lnTo>
                  <a:pt x="297559" y="289274"/>
                </a:lnTo>
                <a:cubicBezTo>
                  <a:pt x="301259" y="291751"/>
                  <a:pt x="301259" y="296704"/>
                  <a:pt x="297559" y="299180"/>
                </a:cubicBezTo>
                <a:cubicBezTo>
                  <a:pt x="296326" y="300418"/>
                  <a:pt x="295093" y="301657"/>
                  <a:pt x="292627" y="301657"/>
                </a:cubicBezTo>
                <a:close/>
                <a:moveTo>
                  <a:pt x="337778" y="180975"/>
                </a:moveTo>
                <a:lnTo>
                  <a:pt x="307899" y="180975"/>
                </a:lnTo>
                <a:cubicBezTo>
                  <a:pt x="304199" y="180975"/>
                  <a:pt x="300405" y="177355"/>
                  <a:pt x="300405" y="173736"/>
                </a:cubicBezTo>
                <a:cubicBezTo>
                  <a:pt x="300405" y="170117"/>
                  <a:pt x="304104" y="166497"/>
                  <a:pt x="307899" y="166497"/>
                </a:cubicBezTo>
                <a:lnTo>
                  <a:pt x="337778" y="166497"/>
                </a:lnTo>
                <a:cubicBezTo>
                  <a:pt x="342805" y="166497"/>
                  <a:pt x="345271" y="170117"/>
                  <a:pt x="345271" y="173736"/>
                </a:cubicBezTo>
                <a:cubicBezTo>
                  <a:pt x="345271" y="177355"/>
                  <a:pt x="342805" y="180975"/>
                  <a:pt x="337778" y="180975"/>
                </a:cubicBezTo>
                <a:close/>
                <a:moveTo>
                  <a:pt x="270526" y="83249"/>
                </a:moveTo>
                <a:cubicBezTo>
                  <a:pt x="269293" y="83249"/>
                  <a:pt x="266826" y="82010"/>
                  <a:pt x="265593" y="80772"/>
                </a:cubicBezTo>
                <a:cubicBezTo>
                  <a:pt x="263127" y="78295"/>
                  <a:pt x="263127" y="73247"/>
                  <a:pt x="265593" y="70676"/>
                </a:cubicBezTo>
                <a:lnTo>
                  <a:pt x="287694" y="48006"/>
                </a:lnTo>
                <a:cubicBezTo>
                  <a:pt x="290161" y="44196"/>
                  <a:pt x="295093" y="44196"/>
                  <a:pt x="297559" y="48006"/>
                </a:cubicBezTo>
                <a:cubicBezTo>
                  <a:pt x="301259" y="50482"/>
                  <a:pt x="301259" y="55531"/>
                  <a:pt x="297559" y="58103"/>
                </a:cubicBezTo>
                <a:lnTo>
                  <a:pt x="275458" y="80772"/>
                </a:lnTo>
                <a:cubicBezTo>
                  <a:pt x="274225" y="82010"/>
                  <a:pt x="272992" y="83249"/>
                  <a:pt x="270526" y="83249"/>
                </a:cubicBezTo>
                <a:close/>
                <a:moveTo>
                  <a:pt x="172636" y="45053"/>
                </a:moveTo>
                <a:cubicBezTo>
                  <a:pt x="168841" y="45053"/>
                  <a:pt x="165047" y="41339"/>
                  <a:pt x="165047" y="37529"/>
                </a:cubicBezTo>
                <a:lnTo>
                  <a:pt x="165047" y="7525"/>
                </a:lnTo>
                <a:cubicBezTo>
                  <a:pt x="165047" y="3810"/>
                  <a:pt x="168841" y="0"/>
                  <a:pt x="172636" y="0"/>
                </a:cubicBezTo>
                <a:cubicBezTo>
                  <a:pt x="177758" y="0"/>
                  <a:pt x="180224" y="3715"/>
                  <a:pt x="180224" y="7525"/>
                </a:cubicBezTo>
                <a:lnTo>
                  <a:pt x="180224" y="37529"/>
                </a:lnTo>
                <a:cubicBezTo>
                  <a:pt x="180224" y="41243"/>
                  <a:pt x="177663" y="45053"/>
                  <a:pt x="172636" y="45053"/>
                </a:cubicBezTo>
                <a:close/>
                <a:moveTo>
                  <a:pt x="74935" y="83249"/>
                </a:moveTo>
                <a:cubicBezTo>
                  <a:pt x="73702" y="83249"/>
                  <a:pt x="71141" y="82010"/>
                  <a:pt x="69908" y="80772"/>
                </a:cubicBezTo>
                <a:lnTo>
                  <a:pt x="47333" y="58103"/>
                </a:lnTo>
                <a:cubicBezTo>
                  <a:pt x="44866" y="55626"/>
                  <a:pt x="44866" y="50578"/>
                  <a:pt x="47333" y="48006"/>
                </a:cubicBezTo>
                <a:cubicBezTo>
                  <a:pt x="49799" y="44196"/>
                  <a:pt x="54826" y="44196"/>
                  <a:pt x="57387" y="48006"/>
                </a:cubicBezTo>
                <a:lnTo>
                  <a:pt x="79963" y="70676"/>
                </a:lnTo>
                <a:cubicBezTo>
                  <a:pt x="83757" y="73152"/>
                  <a:pt x="83757" y="78200"/>
                  <a:pt x="79963" y="80772"/>
                </a:cubicBezTo>
                <a:cubicBezTo>
                  <a:pt x="78729" y="82010"/>
                  <a:pt x="77496" y="83249"/>
                  <a:pt x="74935" y="83249"/>
                </a:cubicBezTo>
                <a:close/>
                <a:moveTo>
                  <a:pt x="37373" y="180975"/>
                </a:moveTo>
                <a:lnTo>
                  <a:pt x="7494" y="180975"/>
                </a:lnTo>
                <a:cubicBezTo>
                  <a:pt x="3794" y="180975"/>
                  <a:pt x="0" y="177355"/>
                  <a:pt x="0" y="173736"/>
                </a:cubicBezTo>
                <a:cubicBezTo>
                  <a:pt x="0" y="170117"/>
                  <a:pt x="3699" y="166497"/>
                  <a:pt x="7494" y="166497"/>
                </a:cubicBezTo>
                <a:lnTo>
                  <a:pt x="37373" y="166497"/>
                </a:lnTo>
                <a:cubicBezTo>
                  <a:pt x="42400" y="166497"/>
                  <a:pt x="44866" y="170117"/>
                  <a:pt x="44866" y="173736"/>
                </a:cubicBezTo>
                <a:cubicBezTo>
                  <a:pt x="44866" y="177355"/>
                  <a:pt x="42400" y="180975"/>
                  <a:pt x="37373" y="180975"/>
                </a:cubicBezTo>
                <a:close/>
                <a:moveTo>
                  <a:pt x="52360" y="301657"/>
                </a:moveTo>
                <a:cubicBezTo>
                  <a:pt x="51127" y="301657"/>
                  <a:pt x="48566" y="300418"/>
                  <a:pt x="47333" y="299180"/>
                </a:cubicBezTo>
                <a:cubicBezTo>
                  <a:pt x="44866" y="296704"/>
                  <a:pt x="44866" y="291751"/>
                  <a:pt x="47333" y="289274"/>
                </a:cubicBezTo>
                <a:lnTo>
                  <a:pt x="69908" y="267081"/>
                </a:lnTo>
                <a:cubicBezTo>
                  <a:pt x="72374" y="263366"/>
                  <a:pt x="77401" y="263366"/>
                  <a:pt x="79963" y="267081"/>
                </a:cubicBezTo>
                <a:cubicBezTo>
                  <a:pt x="83757" y="269558"/>
                  <a:pt x="83757" y="274511"/>
                  <a:pt x="79963" y="276987"/>
                </a:cubicBezTo>
                <a:lnTo>
                  <a:pt x="57387" y="299180"/>
                </a:lnTo>
                <a:cubicBezTo>
                  <a:pt x="56154" y="300418"/>
                  <a:pt x="54921" y="301657"/>
                  <a:pt x="52360" y="30165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0" name="Graphic 236">
            <a:extLst>
              <a:ext uri="{FF2B5EF4-FFF2-40B4-BE49-F238E27FC236}">
                <a16:creationId xmlns:a16="http://schemas.microsoft.com/office/drawing/2014/main" id="{11EB7F52-1E31-BD63-6578-6D816942DD4C}"/>
              </a:ext>
            </a:extLst>
          </p:cNvPr>
          <p:cNvSpPr/>
          <p:nvPr/>
        </p:nvSpPr>
        <p:spPr>
          <a:xfrm>
            <a:off x="556917" y="5528011"/>
            <a:ext cx="459232" cy="462158"/>
          </a:xfrm>
          <a:custGeom>
            <a:avLst/>
            <a:gdLst>
              <a:gd name="connsiteX0" fmla="*/ 172636 w 345271"/>
              <a:gd name="connsiteY0" fmla="*/ 75438 h 347471"/>
              <a:gd name="connsiteX1" fmla="*/ 75125 w 345271"/>
              <a:gd name="connsiteY1" fmla="*/ 173736 h 347471"/>
              <a:gd name="connsiteX2" fmla="*/ 172636 w 345271"/>
              <a:gd name="connsiteY2" fmla="*/ 272034 h 347471"/>
              <a:gd name="connsiteX3" fmla="*/ 270146 w 345271"/>
              <a:gd name="connsiteY3" fmla="*/ 173736 h 347471"/>
              <a:gd name="connsiteX4" fmla="*/ 172636 w 345271"/>
              <a:gd name="connsiteY4" fmla="*/ 75438 h 347471"/>
              <a:gd name="connsiteX5" fmla="*/ 172636 w 345271"/>
              <a:gd name="connsiteY5" fmla="*/ 287179 h 347471"/>
              <a:gd name="connsiteX6" fmla="*/ 60138 w 345271"/>
              <a:gd name="connsiteY6" fmla="*/ 173736 h 347471"/>
              <a:gd name="connsiteX7" fmla="*/ 172636 w 345271"/>
              <a:gd name="connsiteY7" fmla="*/ 60293 h 347471"/>
              <a:gd name="connsiteX8" fmla="*/ 285134 w 345271"/>
              <a:gd name="connsiteY8" fmla="*/ 173736 h 347471"/>
              <a:gd name="connsiteX9" fmla="*/ 172636 w 345271"/>
              <a:gd name="connsiteY9" fmla="*/ 287179 h 347471"/>
              <a:gd name="connsiteX10" fmla="*/ 172636 w 345271"/>
              <a:gd name="connsiteY10" fmla="*/ 347472 h 347471"/>
              <a:gd name="connsiteX11" fmla="*/ 165047 w 345271"/>
              <a:gd name="connsiteY11" fmla="*/ 339852 h 347471"/>
              <a:gd name="connsiteX12" fmla="*/ 165047 w 345271"/>
              <a:gd name="connsiteY12" fmla="*/ 309277 h 347471"/>
              <a:gd name="connsiteX13" fmla="*/ 172636 w 345271"/>
              <a:gd name="connsiteY13" fmla="*/ 301657 h 347471"/>
              <a:gd name="connsiteX14" fmla="*/ 180224 w 345271"/>
              <a:gd name="connsiteY14" fmla="*/ 309277 h 347471"/>
              <a:gd name="connsiteX15" fmla="*/ 180224 w 345271"/>
              <a:gd name="connsiteY15" fmla="*/ 339852 h 347471"/>
              <a:gd name="connsiteX16" fmla="*/ 172636 w 345271"/>
              <a:gd name="connsiteY16" fmla="*/ 347472 h 347471"/>
              <a:gd name="connsiteX17" fmla="*/ 292627 w 345271"/>
              <a:gd name="connsiteY17" fmla="*/ 301657 h 347471"/>
              <a:gd name="connsiteX18" fmla="*/ 287694 w 345271"/>
              <a:gd name="connsiteY18" fmla="*/ 299180 h 347471"/>
              <a:gd name="connsiteX19" fmla="*/ 265593 w 345271"/>
              <a:gd name="connsiteY19" fmla="*/ 276987 h 347471"/>
              <a:gd name="connsiteX20" fmla="*/ 265593 w 345271"/>
              <a:gd name="connsiteY20" fmla="*/ 267081 h 347471"/>
              <a:gd name="connsiteX21" fmla="*/ 275458 w 345271"/>
              <a:gd name="connsiteY21" fmla="*/ 267081 h 347471"/>
              <a:gd name="connsiteX22" fmla="*/ 297559 w 345271"/>
              <a:gd name="connsiteY22" fmla="*/ 289274 h 347471"/>
              <a:gd name="connsiteX23" fmla="*/ 297559 w 345271"/>
              <a:gd name="connsiteY23" fmla="*/ 299180 h 347471"/>
              <a:gd name="connsiteX24" fmla="*/ 292627 w 345271"/>
              <a:gd name="connsiteY24" fmla="*/ 301657 h 347471"/>
              <a:gd name="connsiteX25" fmla="*/ 337778 w 345271"/>
              <a:gd name="connsiteY25" fmla="*/ 180975 h 347471"/>
              <a:gd name="connsiteX26" fmla="*/ 307899 w 345271"/>
              <a:gd name="connsiteY26" fmla="*/ 180975 h 347471"/>
              <a:gd name="connsiteX27" fmla="*/ 300405 w 345271"/>
              <a:gd name="connsiteY27" fmla="*/ 173736 h 347471"/>
              <a:gd name="connsiteX28" fmla="*/ 307899 w 345271"/>
              <a:gd name="connsiteY28" fmla="*/ 166497 h 347471"/>
              <a:gd name="connsiteX29" fmla="*/ 337778 w 345271"/>
              <a:gd name="connsiteY29" fmla="*/ 166497 h 347471"/>
              <a:gd name="connsiteX30" fmla="*/ 345271 w 345271"/>
              <a:gd name="connsiteY30" fmla="*/ 173736 h 347471"/>
              <a:gd name="connsiteX31" fmla="*/ 337778 w 345271"/>
              <a:gd name="connsiteY31" fmla="*/ 180975 h 347471"/>
              <a:gd name="connsiteX32" fmla="*/ 270526 w 345271"/>
              <a:gd name="connsiteY32" fmla="*/ 83249 h 347471"/>
              <a:gd name="connsiteX33" fmla="*/ 265593 w 345271"/>
              <a:gd name="connsiteY33" fmla="*/ 80772 h 347471"/>
              <a:gd name="connsiteX34" fmla="*/ 265593 w 345271"/>
              <a:gd name="connsiteY34" fmla="*/ 70676 h 347471"/>
              <a:gd name="connsiteX35" fmla="*/ 287694 w 345271"/>
              <a:gd name="connsiteY35" fmla="*/ 48006 h 347471"/>
              <a:gd name="connsiteX36" fmla="*/ 297559 w 345271"/>
              <a:gd name="connsiteY36" fmla="*/ 48006 h 347471"/>
              <a:gd name="connsiteX37" fmla="*/ 297559 w 345271"/>
              <a:gd name="connsiteY37" fmla="*/ 58103 h 347471"/>
              <a:gd name="connsiteX38" fmla="*/ 275458 w 345271"/>
              <a:gd name="connsiteY38" fmla="*/ 80772 h 347471"/>
              <a:gd name="connsiteX39" fmla="*/ 270526 w 345271"/>
              <a:gd name="connsiteY39" fmla="*/ 83249 h 347471"/>
              <a:gd name="connsiteX40" fmla="*/ 172636 w 345271"/>
              <a:gd name="connsiteY40" fmla="*/ 45053 h 347471"/>
              <a:gd name="connsiteX41" fmla="*/ 165047 w 345271"/>
              <a:gd name="connsiteY41" fmla="*/ 37529 h 347471"/>
              <a:gd name="connsiteX42" fmla="*/ 165047 w 345271"/>
              <a:gd name="connsiteY42" fmla="*/ 7525 h 347471"/>
              <a:gd name="connsiteX43" fmla="*/ 172636 w 345271"/>
              <a:gd name="connsiteY43" fmla="*/ 0 h 347471"/>
              <a:gd name="connsiteX44" fmla="*/ 180224 w 345271"/>
              <a:gd name="connsiteY44" fmla="*/ 7525 h 347471"/>
              <a:gd name="connsiteX45" fmla="*/ 180224 w 345271"/>
              <a:gd name="connsiteY45" fmla="*/ 37529 h 347471"/>
              <a:gd name="connsiteX46" fmla="*/ 172636 w 345271"/>
              <a:gd name="connsiteY46" fmla="*/ 45053 h 347471"/>
              <a:gd name="connsiteX47" fmla="*/ 74935 w 345271"/>
              <a:gd name="connsiteY47" fmla="*/ 83249 h 347471"/>
              <a:gd name="connsiteX48" fmla="*/ 69908 w 345271"/>
              <a:gd name="connsiteY48" fmla="*/ 80772 h 347471"/>
              <a:gd name="connsiteX49" fmla="*/ 47333 w 345271"/>
              <a:gd name="connsiteY49" fmla="*/ 58103 h 347471"/>
              <a:gd name="connsiteX50" fmla="*/ 47333 w 345271"/>
              <a:gd name="connsiteY50" fmla="*/ 48006 h 347471"/>
              <a:gd name="connsiteX51" fmla="*/ 57387 w 345271"/>
              <a:gd name="connsiteY51" fmla="*/ 48006 h 347471"/>
              <a:gd name="connsiteX52" fmla="*/ 79963 w 345271"/>
              <a:gd name="connsiteY52" fmla="*/ 70676 h 347471"/>
              <a:gd name="connsiteX53" fmla="*/ 79963 w 345271"/>
              <a:gd name="connsiteY53" fmla="*/ 80772 h 347471"/>
              <a:gd name="connsiteX54" fmla="*/ 74935 w 345271"/>
              <a:gd name="connsiteY54" fmla="*/ 83249 h 347471"/>
              <a:gd name="connsiteX55" fmla="*/ 37373 w 345271"/>
              <a:gd name="connsiteY55" fmla="*/ 180975 h 347471"/>
              <a:gd name="connsiteX56" fmla="*/ 7494 w 345271"/>
              <a:gd name="connsiteY56" fmla="*/ 180975 h 347471"/>
              <a:gd name="connsiteX57" fmla="*/ 0 w 345271"/>
              <a:gd name="connsiteY57" fmla="*/ 173736 h 347471"/>
              <a:gd name="connsiteX58" fmla="*/ 7494 w 345271"/>
              <a:gd name="connsiteY58" fmla="*/ 166497 h 347471"/>
              <a:gd name="connsiteX59" fmla="*/ 37373 w 345271"/>
              <a:gd name="connsiteY59" fmla="*/ 166497 h 347471"/>
              <a:gd name="connsiteX60" fmla="*/ 44866 w 345271"/>
              <a:gd name="connsiteY60" fmla="*/ 173736 h 347471"/>
              <a:gd name="connsiteX61" fmla="*/ 37373 w 345271"/>
              <a:gd name="connsiteY61" fmla="*/ 180975 h 347471"/>
              <a:gd name="connsiteX62" fmla="*/ 52360 w 345271"/>
              <a:gd name="connsiteY62" fmla="*/ 301657 h 347471"/>
              <a:gd name="connsiteX63" fmla="*/ 47333 w 345271"/>
              <a:gd name="connsiteY63" fmla="*/ 299180 h 347471"/>
              <a:gd name="connsiteX64" fmla="*/ 47333 w 345271"/>
              <a:gd name="connsiteY64" fmla="*/ 289274 h 347471"/>
              <a:gd name="connsiteX65" fmla="*/ 69908 w 345271"/>
              <a:gd name="connsiteY65" fmla="*/ 267081 h 347471"/>
              <a:gd name="connsiteX66" fmla="*/ 79963 w 345271"/>
              <a:gd name="connsiteY66" fmla="*/ 267081 h 347471"/>
              <a:gd name="connsiteX67" fmla="*/ 79963 w 345271"/>
              <a:gd name="connsiteY67" fmla="*/ 276987 h 347471"/>
              <a:gd name="connsiteX68" fmla="*/ 57387 w 345271"/>
              <a:gd name="connsiteY68" fmla="*/ 299180 h 347471"/>
              <a:gd name="connsiteX69" fmla="*/ 52360 w 345271"/>
              <a:gd name="connsiteY69" fmla="*/ 301657 h 34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45271" h="347471">
                <a:moveTo>
                  <a:pt x="172636" y="75438"/>
                </a:moveTo>
                <a:cubicBezTo>
                  <a:pt x="118853" y="75438"/>
                  <a:pt x="75125" y="119539"/>
                  <a:pt x="75125" y="173736"/>
                </a:cubicBezTo>
                <a:cubicBezTo>
                  <a:pt x="75125" y="227933"/>
                  <a:pt x="118853" y="272034"/>
                  <a:pt x="172636" y="272034"/>
                </a:cubicBezTo>
                <a:cubicBezTo>
                  <a:pt x="226418" y="272034"/>
                  <a:pt x="270146" y="227933"/>
                  <a:pt x="270146" y="173736"/>
                </a:cubicBezTo>
                <a:cubicBezTo>
                  <a:pt x="270146" y="119539"/>
                  <a:pt x="226418" y="75438"/>
                  <a:pt x="172636" y="75438"/>
                </a:cubicBezTo>
                <a:close/>
                <a:moveTo>
                  <a:pt x="172636" y="287179"/>
                </a:moveTo>
                <a:cubicBezTo>
                  <a:pt x="111359" y="287179"/>
                  <a:pt x="60138" y="236792"/>
                  <a:pt x="60138" y="173736"/>
                </a:cubicBezTo>
                <a:cubicBezTo>
                  <a:pt x="60138" y="110680"/>
                  <a:pt x="111359" y="60293"/>
                  <a:pt x="172636" y="60293"/>
                </a:cubicBezTo>
                <a:cubicBezTo>
                  <a:pt x="233912" y="60293"/>
                  <a:pt x="285134" y="110680"/>
                  <a:pt x="285134" y="173736"/>
                </a:cubicBezTo>
                <a:cubicBezTo>
                  <a:pt x="285134" y="236792"/>
                  <a:pt x="235145" y="287179"/>
                  <a:pt x="172636" y="287179"/>
                </a:cubicBezTo>
                <a:close/>
                <a:moveTo>
                  <a:pt x="172636" y="347472"/>
                </a:moveTo>
                <a:cubicBezTo>
                  <a:pt x="168841" y="347472"/>
                  <a:pt x="165047" y="343662"/>
                  <a:pt x="165047" y="339852"/>
                </a:cubicBezTo>
                <a:lnTo>
                  <a:pt x="165047" y="309277"/>
                </a:lnTo>
                <a:cubicBezTo>
                  <a:pt x="165047" y="305467"/>
                  <a:pt x="168841" y="301657"/>
                  <a:pt x="172636" y="301657"/>
                </a:cubicBezTo>
                <a:cubicBezTo>
                  <a:pt x="177758" y="301657"/>
                  <a:pt x="180224" y="305467"/>
                  <a:pt x="180224" y="309277"/>
                </a:cubicBezTo>
                <a:lnTo>
                  <a:pt x="180224" y="339852"/>
                </a:lnTo>
                <a:cubicBezTo>
                  <a:pt x="180224" y="343662"/>
                  <a:pt x="177663" y="347472"/>
                  <a:pt x="172636" y="347472"/>
                </a:cubicBezTo>
                <a:close/>
                <a:moveTo>
                  <a:pt x="292627" y="301657"/>
                </a:moveTo>
                <a:cubicBezTo>
                  <a:pt x="291394" y="301657"/>
                  <a:pt x="288928" y="300418"/>
                  <a:pt x="287694" y="299180"/>
                </a:cubicBezTo>
                <a:lnTo>
                  <a:pt x="265593" y="276987"/>
                </a:lnTo>
                <a:cubicBezTo>
                  <a:pt x="263127" y="274511"/>
                  <a:pt x="263127" y="269558"/>
                  <a:pt x="265593" y="267081"/>
                </a:cubicBezTo>
                <a:cubicBezTo>
                  <a:pt x="268060" y="263366"/>
                  <a:pt x="272992" y="263366"/>
                  <a:pt x="275458" y="267081"/>
                </a:cubicBezTo>
                <a:lnTo>
                  <a:pt x="297559" y="289274"/>
                </a:lnTo>
                <a:cubicBezTo>
                  <a:pt x="301259" y="291751"/>
                  <a:pt x="301259" y="296704"/>
                  <a:pt x="297559" y="299180"/>
                </a:cubicBezTo>
                <a:cubicBezTo>
                  <a:pt x="296326" y="300418"/>
                  <a:pt x="295093" y="301657"/>
                  <a:pt x="292627" y="301657"/>
                </a:cubicBezTo>
                <a:close/>
                <a:moveTo>
                  <a:pt x="337778" y="180975"/>
                </a:moveTo>
                <a:lnTo>
                  <a:pt x="307899" y="180975"/>
                </a:lnTo>
                <a:cubicBezTo>
                  <a:pt x="304199" y="180975"/>
                  <a:pt x="300405" y="177355"/>
                  <a:pt x="300405" y="173736"/>
                </a:cubicBezTo>
                <a:cubicBezTo>
                  <a:pt x="300405" y="170117"/>
                  <a:pt x="304104" y="166497"/>
                  <a:pt x="307899" y="166497"/>
                </a:cubicBezTo>
                <a:lnTo>
                  <a:pt x="337778" y="166497"/>
                </a:lnTo>
                <a:cubicBezTo>
                  <a:pt x="342805" y="166497"/>
                  <a:pt x="345271" y="170117"/>
                  <a:pt x="345271" y="173736"/>
                </a:cubicBezTo>
                <a:cubicBezTo>
                  <a:pt x="345271" y="177355"/>
                  <a:pt x="342805" y="180975"/>
                  <a:pt x="337778" y="180975"/>
                </a:cubicBezTo>
                <a:close/>
                <a:moveTo>
                  <a:pt x="270526" y="83249"/>
                </a:moveTo>
                <a:cubicBezTo>
                  <a:pt x="269293" y="83249"/>
                  <a:pt x="266826" y="82010"/>
                  <a:pt x="265593" y="80772"/>
                </a:cubicBezTo>
                <a:cubicBezTo>
                  <a:pt x="263127" y="78295"/>
                  <a:pt x="263127" y="73247"/>
                  <a:pt x="265593" y="70676"/>
                </a:cubicBezTo>
                <a:lnTo>
                  <a:pt x="287694" y="48006"/>
                </a:lnTo>
                <a:cubicBezTo>
                  <a:pt x="290161" y="44196"/>
                  <a:pt x="295093" y="44196"/>
                  <a:pt x="297559" y="48006"/>
                </a:cubicBezTo>
                <a:cubicBezTo>
                  <a:pt x="301259" y="50482"/>
                  <a:pt x="301259" y="55531"/>
                  <a:pt x="297559" y="58103"/>
                </a:cubicBezTo>
                <a:lnTo>
                  <a:pt x="275458" y="80772"/>
                </a:lnTo>
                <a:cubicBezTo>
                  <a:pt x="274225" y="82010"/>
                  <a:pt x="272992" y="83249"/>
                  <a:pt x="270526" y="83249"/>
                </a:cubicBezTo>
                <a:close/>
                <a:moveTo>
                  <a:pt x="172636" y="45053"/>
                </a:moveTo>
                <a:cubicBezTo>
                  <a:pt x="168841" y="45053"/>
                  <a:pt x="165047" y="41339"/>
                  <a:pt x="165047" y="37529"/>
                </a:cubicBezTo>
                <a:lnTo>
                  <a:pt x="165047" y="7525"/>
                </a:lnTo>
                <a:cubicBezTo>
                  <a:pt x="165047" y="3810"/>
                  <a:pt x="168841" y="0"/>
                  <a:pt x="172636" y="0"/>
                </a:cubicBezTo>
                <a:cubicBezTo>
                  <a:pt x="177758" y="0"/>
                  <a:pt x="180224" y="3715"/>
                  <a:pt x="180224" y="7525"/>
                </a:cubicBezTo>
                <a:lnTo>
                  <a:pt x="180224" y="37529"/>
                </a:lnTo>
                <a:cubicBezTo>
                  <a:pt x="180224" y="41243"/>
                  <a:pt x="177663" y="45053"/>
                  <a:pt x="172636" y="45053"/>
                </a:cubicBezTo>
                <a:close/>
                <a:moveTo>
                  <a:pt x="74935" y="83249"/>
                </a:moveTo>
                <a:cubicBezTo>
                  <a:pt x="73702" y="83249"/>
                  <a:pt x="71141" y="82010"/>
                  <a:pt x="69908" y="80772"/>
                </a:cubicBezTo>
                <a:lnTo>
                  <a:pt x="47333" y="58103"/>
                </a:lnTo>
                <a:cubicBezTo>
                  <a:pt x="44866" y="55626"/>
                  <a:pt x="44866" y="50578"/>
                  <a:pt x="47333" y="48006"/>
                </a:cubicBezTo>
                <a:cubicBezTo>
                  <a:pt x="49799" y="44196"/>
                  <a:pt x="54826" y="44196"/>
                  <a:pt x="57387" y="48006"/>
                </a:cubicBezTo>
                <a:lnTo>
                  <a:pt x="79963" y="70676"/>
                </a:lnTo>
                <a:cubicBezTo>
                  <a:pt x="83757" y="73152"/>
                  <a:pt x="83757" y="78200"/>
                  <a:pt x="79963" y="80772"/>
                </a:cubicBezTo>
                <a:cubicBezTo>
                  <a:pt x="78729" y="82010"/>
                  <a:pt x="77496" y="83249"/>
                  <a:pt x="74935" y="83249"/>
                </a:cubicBezTo>
                <a:close/>
                <a:moveTo>
                  <a:pt x="37373" y="180975"/>
                </a:moveTo>
                <a:lnTo>
                  <a:pt x="7494" y="180975"/>
                </a:lnTo>
                <a:cubicBezTo>
                  <a:pt x="3794" y="180975"/>
                  <a:pt x="0" y="177355"/>
                  <a:pt x="0" y="173736"/>
                </a:cubicBezTo>
                <a:cubicBezTo>
                  <a:pt x="0" y="170117"/>
                  <a:pt x="3699" y="166497"/>
                  <a:pt x="7494" y="166497"/>
                </a:cubicBezTo>
                <a:lnTo>
                  <a:pt x="37373" y="166497"/>
                </a:lnTo>
                <a:cubicBezTo>
                  <a:pt x="42400" y="166497"/>
                  <a:pt x="44866" y="170117"/>
                  <a:pt x="44866" y="173736"/>
                </a:cubicBezTo>
                <a:cubicBezTo>
                  <a:pt x="44866" y="177355"/>
                  <a:pt x="42400" y="180975"/>
                  <a:pt x="37373" y="180975"/>
                </a:cubicBezTo>
                <a:close/>
                <a:moveTo>
                  <a:pt x="52360" y="301657"/>
                </a:moveTo>
                <a:cubicBezTo>
                  <a:pt x="51127" y="301657"/>
                  <a:pt x="48566" y="300418"/>
                  <a:pt x="47333" y="299180"/>
                </a:cubicBezTo>
                <a:cubicBezTo>
                  <a:pt x="44866" y="296704"/>
                  <a:pt x="44866" y="291751"/>
                  <a:pt x="47333" y="289274"/>
                </a:cubicBezTo>
                <a:lnTo>
                  <a:pt x="69908" y="267081"/>
                </a:lnTo>
                <a:cubicBezTo>
                  <a:pt x="72374" y="263366"/>
                  <a:pt x="77401" y="263366"/>
                  <a:pt x="79963" y="267081"/>
                </a:cubicBezTo>
                <a:cubicBezTo>
                  <a:pt x="83757" y="269558"/>
                  <a:pt x="83757" y="274511"/>
                  <a:pt x="79963" y="276987"/>
                </a:cubicBezTo>
                <a:lnTo>
                  <a:pt x="57387" y="299180"/>
                </a:lnTo>
                <a:cubicBezTo>
                  <a:pt x="56154" y="300418"/>
                  <a:pt x="54921" y="301657"/>
                  <a:pt x="52360" y="30165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1" name="Graphic 236">
            <a:extLst>
              <a:ext uri="{FF2B5EF4-FFF2-40B4-BE49-F238E27FC236}">
                <a16:creationId xmlns:a16="http://schemas.microsoft.com/office/drawing/2014/main" id="{92E8EE1D-7E5D-3918-58DE-DFD6644CB83E}"/>
              </a:ext>
            </a:extLst>
          </p:cNvPr>
          <p:cNvSpPr/>
          <p:nvPr/>
        </p:nvSpPr>
        <p:spPr>
          <a:xfrm>
            <a:off x="1322092" y="5528011"/>
            <a:ext cx="459232" cy="462158"/>
          </a:xfrm>
          <a:custGeom>
            <a:avLst/>
            <a:gdLst>
              <a:gd name="connsiteX0" fmla="*/ 172636 w 345271"/>
              <a:gd name="connsiteY0" fmla="*/ 75438 h 347471"/>
              <a:gd name="connsiteX1" fmla="*/ 75125 w 345271"/>
              <a:gd name="connsiteY1" fmla="*/ 173736 h 347471"/>
              <a:gd name="connsiteX2" fmla="*/ 172636 w 345271"/>
              <a:gd name="connsiteY2" fmla="*/ 272034 h 347471"/>
              <a:gd name="connsiteX3" fmla="*/ 270146 w 345271"/>
              <a:gd name="connsiteY3" fmla="*/ 173736 h 347471"/>
              <a:gd name="connsiteX4" fmla="*/ 172636 w 345271"/>
              <a:gd name="connsiteY4" fmla="*/ 75438 h 347471"/>
              <a:gd name="connsiteX5" fmla="*/ 172636 w 345271"/>
              <a:gd name="connsiteY5" fmla="*/ 287179 h 347471"/>
              <a:gd name="connsiteX6" fmla="*/ 60138 w 345271"/>
              <a:gd name="connsiteY6" fmla="*/ 173736 h 347471"/>
              <a:gd name="connsiteX7" fmla="*/ 172636 w 345271"/>
              <a:gd name="connsiteY7" fmla="*/ 60293 h 347471"/>
              <a:gd name="connsiteX8" fmla="*/ 285134 w 345271"/>
              <a:gd name="connsiteY8" fmla="*/ 173736 h 347471"/>
              <a:gd name="connsiteX9" fmla="*/ 172636 w 345271"/>
              <a:gd name="connsiteY9" fmla="*/ 287179 h 347471"/>
              <a:gd name="connsiteX10" fmla="*/ 172636 w 345271"/>
              <a:gd name="connsiteY10" fmla="*/ 347472 h 347471"/>
              <a:gd name="connsiteX11" fmla="*/ 165047 w 345271"/>
              <a:gd name="connsiteY11" fmla="*/ 339852 h 347471"/>
              <a:gd name="connsiteX12" fmla="*/ 165047 w 345271"/>
              <a:gd name="connsiteY12" fmla="*/ 309277 h 347471"/>
              <a:gd name="connsiteX13" fmla="*/ 172636 w 345271"/>
              <a:gd name="connsiteY13" fmla="*/ 301657 h 347471"/>
              <a:gd name="connsiteX14" fmla="*/ 180224 w 345271"/>
              <a:gd name="connsiteY14" fmla="*/ 309277 h 347471"/>
              <a:gd name="connsiteX15" fmla="*/ 180224 w 345271"/>
              <a:gd name="connsiteY15" fmla="*/ 339852 h 347471"/>
              <a:gd name="connsiteX16" fmla="*/ 172636 w 345271"/>
              <a:gd name="connsiteY16" fmla="*/ 347472 h 347471"/>
              <a:gd name="connsiteX17" fmla="*/ 292627 w 345271"/>
              <a:gd name="connsiteY17" fmla="*/ 301657 h 347471"/>
              <a:gd name="connsiteX18" fmla="*/ 287694 w 345271"/>
              <a:gd name="connsiteY18" fmla="*/ 299180 h 347471"/>
              <a:gd name="connsiteX19" fmla="*/ 265593 w 345271"/>
              <a:gd name="connsiteY19" fmla="*/ 276987 h 347471"/>
              <a:gd name="connsiteX20" fmla="*/ 265593 w 345271"/>
              <a:gd name="connsiteY20" fmla="*/ 267081 h 347471"/>
              <a:gd name="connsiteX21" fmla="*/ 275458 w 345271"/>
              <a:gd name="connsiteY21" fmla="*/ 267081 h 347471"/>
              <a:gd name="connsiteX22" fmla="*/ 297559 w 345271"/>
              <a:gd name="connsiteY22" fmla="*/ 289274 h 347471"/>
              <a:gd name="connsiteX23" fmla="*/ 297559 w 345271"/>
              <a:gd name="connsiteY23" fmla="*/ 299180 h 347471"/>
              <a:gd name="connsiteX24" fmla="*/ 292627 w 345271"/>
              <a:gd name="connsiteY24" fmla="*/ 301657 h 347471"/>
              <a:gd name="connsiteX25" fmla="*/ 337778 w 345271"/>
              <a:gd name="connsiteY25" fmla="*/ 180975 h 347471"/>
              <a:gd name="connsiteX26" fmla="*/ 307899 w 345271"/>
              <a:gd name="connsiteY26" fmla="*/ 180975 h 347471"/>
              <a:gd name="connsiteX27" fmla="*/ 300405 w 345271"/>
              <a:gd name="connsiteY27" fmla="*/ 173736 h 347471"/>
              <a:gd name="connsiteX28" fmla="*/ 307899 w 345271"/>
              <a:gd name="connsiteY28" fmla="*/ 166497 h 347471"/>
              <a:gd name="connsiteX29" fmla="*/ 337778 w 345271"/>
              <a:gd name="connsiteY29" fmla="*/ 166497 h 347471"/>
              <a:gd name="connsiteX30" fmla="*/ 345271 w 345271"/>
              <a:gd name="connsiteY30" fmla="*/ 173736 h 347471"/>
              <a:gd name="connsiteX31" fmla="*/ 337778 w 345271"/>
              <a:gd name="connsiteY31" fmla="*/ 180975 h 347471"/>
              <a:gd name="connsiteX32" fmla="*/ 270526 w 345271"/>
              <a:gd name="connsiteY32" fmla="*/ 83249 h 347471"/>
              <a:gd name="connsiteX33" fmla="*/ 265593 w 345271"/>
              <a:gd name="connsiteY33" fmla="*/ 80772 h 347471"/>
              <a:gd name="connsiteX34" fmla="*/ 265593 w 345271"/>
              <a:gd name="connsiteY34" fmla="*/ 70676 h 347471"/>
              <a:gd name="connsiteX35" fmla="*/ 287694 w 345271"/>
              <a:gd name="connsiteY35" fmla="*/ 48006 h 347471"/>
              <a:gd name="connsiteX36" fmla="*/ 297559 w 345271"/>
              <a:gd name="connsiteY36" fmla="*/ 48006 h 347471"/>
              <a:gd name="connsiteX37" fmla="*/ 297559 w 345271"/>
              <a:gd name="connsiteY37" fmla="*/ 58103 h 347471"/>
              <a:gd name="connsiteX38" fmla="*/ 275458 w 345271"/>
              <a:gd name="connsiteY38" fmla="*/ 80772 h 347471"/>
              <a:gd name="connsiteX39" fmla="*/ 270526 w 345271"/>
              <a:gd name="connsiteY39" fmla="*/ 83249 h 347471"/>
              <a:gd name="connsiteX40" fmla="*/ 172636 w 345271"/>
              <a:gd name="connsiteY40" fmla="*/ 45053 h 347471"/>
              <a:gd name="connsiteX41" fmla="*/ 165047 w 345271"/>
              <a:gd name="connsiteY41" fmla="*/ 37529 h 347471"/>
              <a:gd name="connsiteX42" fmla="*/ 165047 w 345271"/>
              <a:gd name="connsiteY42" fmla="*/ 7525 h 347471"/>
              <a:gd name="connsiteX43" fmla="*/ 172636 w 345271"/>
              <a:gd name="connsiteY43" fmla="*/ 0 h 347471"/>
              <a:gd name="connsiteX44" fmla="*/ 180224 w 345271"/>
              <a:gd name="connsiteY44" fmla="*/ 7525 h 347471"/>
              <a:gd name="connsiteX45" fmla="*/ 180224 w 345271"/>
              <a:gd name="connsiteY45" fmla="*/ 37529 h 347471"/>
              <a:gd name="connsiteX46" fmla="*/ 172636 w 345271"/>
              <a:gd name="connsiteY46" fmla="*/ 45053 h 347471"/>
              <a:gd name="connsiteX47" fmla="*/ 74935 w 345271"/>
              <a:gd name="connsiteY47" fmla="*/ 83249 h 347471"/>
              <a:gd name="connsiteX48" fmla="*/ 69908 w 345271"/>
              <a:gd name="connsiteY48" fmla="*/ 80772 h 347471"/>
              <a:gd name="connsiteX49" fmla="*/ 47333 w 345271"/>
              <a:gd name="connsiteY49" fmla="*/ 58103 h 347471"/>
              <a:gd name="connsiteX50" fmla="*/ 47333 w 345271"/>
              <a:gd name="connsiteY50" fmla="*/ 48006 h 347471"/>
              <a:gd name="connsiteX51" fmla="*/ 57387 w 345271"/>
              <a:gd name="connsiteY51" fmla="*/ 48006 h 347471"/>
              <a:gd name="connsiteX52" fmla="*/ 79963 w 345271"/>
              <a:gd name="connsiteY52" fmla="*/ 70676 h 347471"/>
              <a:gd name="connsiteX53" fmla="*/ 79963 w 345271"/>
              <a:gd name="connsiteY53" fmla="*/ 80772 h 347471"/>
              <a:gd name="connsiteX54" fmla="*/ 74935 w 345271"/>
              <a:gd name="connsiteY54" fmla="*/ 83249 h 347471"/>
              <a:gd name="connsiteX55" fmla="*/ 37373 w 345271"/>
              <a:gd name="connsiteY55" fmla="*/ 180975 h 347471"/>
              <a:gd name="connsiteX56" fmla="*/ 7494 w 345271"/>
              <a:gd name="connsiteY56" fmla="*/ 180975 h 347471"/>
              <a:gd name="connsiteX57" fmla="*/ 0 w 345271"/>
              <a:gd name="connsiteY57" fmla="*/ 173736 h 347471"/>
              <a:gd name="connsiteX58" fmla="*/ 7494 w 345271"/>
              <a:gd name="connsiteY58" fmla="*/ 166497 h 347471"/>
              <a:gd name="connsiteX59" fmla="*/ 37373 w 345271"/>
              <a:gd name="connsiteY59" fmla="*/ 166497 h 347471"/>
              <a:gd name="connsiteX60" fmla="*/ 44866 w 345271"/>
              <a:gd name="connsiteY60" fmla="*/ 173736 h 347471"/>
              <a:gd name="connsiteX61" fmla="*/ 37373 w 345271"/>
              <a:gd name="connsiteY61" fmla="*/ 180975 h 347471"/>
              <a:gd name="connsiteX62" fmla="*/ 52360 w 345271"/>
              <a:gd name="connsiteY62" fmla="*/ 301657 h 347471"/>
              <a:gd name="connsiteX63" fmla="*/ 47333 w 345271"/>
              <a:gd name="connsiteY63" fmla="*/ 299180 h 347471"/>
              <a:gd name="connsiteX64" fmla="*/ 47333 w 345271"/>
              <a:gd name="connsiteY64" fmla="*/ 289274 h 347471"/>
              <a:gd name="connsiteX65" fmla="*/ 69908 w 345271"/>
              <a:gd name="connsiteY65" fmla="*/ 267081 h 347471"/>
              <a:gd name="connsiteX66" fmla="*/ 79963 w 345271"/>
              <a:gd name="connsiteY66" fmla="*/ 267081 h 347471"/>
              <a:gd name="connsiteX67" fmla="*/ 79963 w 345271"/>
              <a:gd name="connsiteY67" fmla="*/ 276987 h 347471"/>
              <a:gd name="connsiteX68" fmla="*/ 57387 w 345271"/>
              <a:gd name="connsiteY68" fmla="*/ 299180 h 347471"/>
              <a:gd name="connsiteX69" fmla="*/ 52360 w 345271"/>
              <a:gd name="connsiteY69" fmla="*/ 301657 h 34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345271" h="347471">
                <a:moveTo>
                  <a:pt x="172636" y="75438"/>
                </a:moveTo>
                <a:cubicBezTo>
                  <a:pt x="118853" y="75438"/>
                  <a:pt x="75125" y="119539"/>
                  <a:pt x="75125" y="173736"/>
                </a:cubicBezTo>
                <a:cubicBezTo>
                  <a:pt x="75125" y="227933"/>
                  <a:pt x="118853" y="272034"/>
                  <a:pt x="172636" y="272034"/>
                </a:cubicBezTo>
                <a:cubicBezTo>
                  <a:pt x="226418" y="272034"/>
                  <a:pt x="270146" y="227933"/>
                  <a:pt x="270146" y="173736"/>
                </a:cubicBezTo>
                <a:cubicBezTo>
                  <a:pt x="270146" y="119539"/>
                  <a:pt x="226418" y="75438"/>
                  <a:pt x="172636" y="75438"/>
                </a:cubicBezTo>
                <a:close/>
                <a:moveTo>
                  <a:pt x="172636" y="287179"/>
                </a:moveTo>
                <a:cubicBezTo>
                  <a:pt x="111359" y="287179"/>
                  <a:pt x="60138" y="236792"/>
                  <a:pt x="60138" y="173736"/>
                </a:cubicBezTo>
                <a:cubicBezTo>
                  <a:pt x="60138" y="110680"/>
                  <a:pt x="111359" y="60293"/>
                  <a:pt x="172636" y="60293"/>
                </a:cubicBezTo>
                <a:cubicBezTo>
                  <a:pt x="233912" y="60293"/>
                  <a:pt x="285134" y="110680"/>
                  <a:pt x="285134" y="173736"/>
                </a:cubicBezTo>
                <a:cubicBezTo>
                  <a:pt x="285134" y="236792"/>
                  <a:pt x="235145" y="287179"/>
                  <a:pt x="172636" y="287179"/>
                </a:cubicBezTo>
                <a:close/>
                <a:moveTo>
                  <a:pt x="172636" y="347472"/>
                </a:moveTo>
                <a:cubicBezTo>
                  <a:pt x="168841" y="347472"/>
                  <a:pt x="165047" y="343662"/>
                  <a:pt x="165047" y="339852"/>
                </a:cubicBezTo>
                <a:lnTo>
                  <a:pt x="165047" y="309277"/>
                </a:lnTo>
                <a:cubicBezTo>
                  <a:pt x="165047" y="305467"/>
                  <a:pt x="168841" y="301657"/>
                  <a:pt x="172636" y="301657"/>
                </a:cubicBezTo>
                <a:cubicBezTo>
                  <a:pt x="177758" y="301657"/>
                  <a:pt x="180224" y="305467"/>
                  <a:pt x="180224" y="309277"/>
                </a:cubicBezTo>
                <a:lnTo>
                  <a:pt x="180224" y="339852"/>
                </a:lnTo>
                <a:cubicBezTo>
                  <a:pt x="180224" y="343662"/>
                  <a:pt x="177663" y="347472"/>
                  <a:pt x="172636" y="347472"/>
                </a:cubicBezTo>
                <a:close/>
                <a:moveTo>
                  <a:pt x="292627" y="301657"/>
                </a:moveTo>
                <a:cubicBezTo>
                  <a:pt x="291394" y="301657"/>
                  <a:pt x="288928" y="300418"/>
                  <a:pt x="287694" y="299180"/>
                </a:cubicBezTo>
                <a:lnTo>
                  <a:pt x="265593" y="276987"/>
                </a:lnTo>
                <a:cubicBezTo>
                  <a:pt x="263127" y="274511"/>
                  <a:pt x="263127" y="269558"/>
                  <a:pt x="265593" y="267081"/>
                </a:cubicBezTo>
                <a:cubicBezTo>
                  <a:pt x="268060" y="263366"/>
                  <a:pt x="272992" y="263366"/>
                  <a:pt x="275458" y="267081"/>
                </a:cubicBezTo>
                <a:lnTo>
                  <a:pt x="297559" y="289274"/>
                </a:lnTo>
                <a:cubicBezTo>
                  <a:pt x="301259" y="291751"/>
                  <a:pt x="301259" y="296704"/>
                  <a:pt x="297559" y="299180"/>
                </a:cubicBezTo>
                <a:cubicBezTo>
                  <a:pt x="296326" y="300418"/>
                  <a:pt x="295093" y="301657"/>
                  <a:pt x="292627" y="301657"/>
                </a:cubicBezTo>
                <a:close/>
                <a:moveTo>
                  <a:pt x="337778" y="180975"/>
                </a:moveTo>
                <a:lnTo>
                  <a:pt x="307899" y="180975"/>
                </a:lnTo>
                <a:cubicBezTo>
                  <a:pt x="304199" y="180975"/>
                  <a:pt x="300405" y="177355"/>
                  <a:pt x="300405" y="173736"/>
                </a:cubicBezTo>
                <a:cubicBezTo>
                  <a:pt x="300405" y="170117"/>
                  <a:pt x="304104" y="166497"/>
                  <a:pt x="307899" y="166497"/>
                </a:cubicBezTo>
                <a:lnTo>
                  <a:pt x="337778" y="166497"/>
                </a:lnTo>
                <a:cubicBezTo>
                  <a:pt x="342805" y="166497"/>
                  <a:pt x="345271" y="170117"/>
                  <a:pt x="345271" y="173736"/>
                </a:cubicBezTo>
                <a:cubicBezTo>
                  <a:pt x="345271" y="177355"/>
                  <a:pt x="342805" y="180975"/>
                  <a:pt x="337778" y="180975"/>
                </a:cubicBezTo>
                <a:close/>
                <a:moveTo>
                  <a:pt x="270526" y="83249"/>
                </a:moveTo>
                <a:cubicBezTo>
                  <a:pt x="269293" y="83249"/>
                  <a:pt x="266826" y="82010"/>
                  <a:pt x="265593" y="80772"/>
                </a:cubicBezTo>
                <a:cubicBezTo>
                  <a:pt x="263127" y="78295"/>
                  <a:pt x="263127" y="73247"/>
                  <a:pt x="265593" y="70676"/>
                </a:cubicBezTo>
                <a:lnTo>
                  <a:pt x="287694" y="48006"/>
                </a:lnTo>
                <a:cubicBezTo>
                  <a:pt x="290161" y="44196"/>
                  <a:pt x="295093" y="44196"/>
                  <a:pt x="297559" y="48006"/>
                </a:cubicBezTo>
                <a:cubicBezTo>
                  <a:pt x="301259" y="50482"/>
                  <a:pt x="301259" y="55531"/>
                  <a:pt x="297559" y="58103"/>
                </a:cubicBezTo>
                <a:lnTo>
                  <a:pt x="275458" y="80772"/>
                </a:lnTo>
                <a:cubicBezTo>
                  <a:pt x="274225" y="82010"/>
                  <a:pt x="272992" y="83249"/>
                  <a:pt x="270526" y="83249"/>
                </a:cubicBezTo>
                <a:close/>
                <a:moveTo>
                  <a:pt x="172636" y="45053"/>
                </a:moveTo>
                <a:cubicBezTo>
                  <a:pt x="168841" y="45053"/>
                  <a:pt x="165047" y="41339"/>
                  <a:pt x="165047" y="37529"/>
                </a:cubicBezTo>
                <a:lnTo>
                  <a:pt x="165047" y="7525"/>
                </a:lnTo>
                <a:cubicBezTo>
                  <a:pt x="165047" y="3810"/>
                  <a:pt x="168841" y="0"/>
                  <a:pt x="172636" y="0"/>
                </a:cubicBezTo>
                <a:cubicBezTo>
                  <a:pt x="177758" y="0"/>
                  <a:pt x="180224" y="3715"/>
                  <a:pt x="180224" y="7525"/>
                </a:cubicBezTo>
                <a:lnTo>
                  <a:pt x="180224" y="37529"/>
                </a:lnTo>
                <a:cubicBezTo>
                  <a:pt x="180224" y="41243"/>
                  <a:pt x="177663" y="45053"/>
                  <a:pt x="172636" y="45053"/>
                </a:cubicBezTo>
                <a:close/>
                <a:moveTo>
                  <a:pt x="74935" y="83249"/>
                </a:moveTo>
                <a:cubicBezTo>
                  <a:pt x="73702" y="83249"/>
                  <a:pt x="71141" y="82010"/>
                  <a:pt x="69908" y="80772"/>
                </a:cubicBezTo>
                <a:lnTo>
                  <a:pt x="47333" y="58103"/>
                </a:lnTo>
                <a:cubicBezTo>
                  <a:pt x="44866" y="55626"/>
                  <a:pt x="44866" y="50578"/>
                  <a:pt x="47333" y="48006"/>
                </a:cubicBezTo>
                <a:cubicBezTo>
                  <a:pt x="49799" y="44196"/>
                  <a:pt x="54826" y="44196"/>
                  <a:pt x="57387" y="48006"/>
                </a:cubicBezTo>
                <a:lnTo>
                  <a:pt x="79963" y="70676"/>
                </a:lnTo>
                <a:cubicBezTo>
                  <a:pt x="83757" y="73152"/>
                  <a:pt x="83757" y="78200"/>
                  <a:pt x="79963" y="80772"/>
                </a:cubicBezTo>
                <a:cubicBezTo>
                  <a:pt x="78729" y="82010"/>
                  <a:pt x="77496" y="83249"/>
                  <a:pt x="74935" y="83249"/>
                </a:cubicBezTo>
                <a:close/>
                <a:moveTo>
                  <a:pt x="37373" y="180975"/>
                </a:moveTo>
                <a:lnTo>
                  <a:pt x="7494" y="180975"/>
                </a:lnTo>
                <a:cubicBezTo>
                  <a:pt x="3794" y="180975"/>
                  <a:pt x="0" y="177355"/>
                  <a:pt x="0" y="173736"/>
                </a:cubicBezTo>
                <a:cubicBezTo>
                  <a:pt x="0" y="170117"/>
                  <a:pt x="3699" y="166497"/>
                  <a:pt x="7494" y="166497"/>
                </a:cubicBezTo>
                <a:lnTo>
                  <a:pt x="37373" y="166497"/>
                </a:lnTo>
                <a:cubicBezTo>
                  <a:pt x="42400" y="166497"/>
                  <a:pt x="44866" y="170117"/>
                  <a:pt x="44866" y="173736"/>
                </a:cubicBezTo>
                <a:cubicBezTo>
                  <a:pt x="44866" y="177355"/>
                  <a:pt x="42400" y="180975"/>
                  <a:pt x="37373" y="180975"/>
                </a:cubicBezTo>
                <a:close/>
                <a:moveTo>
                  <a:pt x="52360" y="301657"/>
                </a:moveTo>
                <a:cubicBezTo>
                  <a:pt x="51127" y="301657"/>
                  <a:pt x="48566" y="300418"/>
                  <a:pt x="47333" y="299180"/>
                </a:cubicBezTo>
                <a:cubicBezTo>
                  <a:pt x="44866" y="296704"/>
                  <a:pt x="44866" y="291751"/>
                  <a:pt x="47333" y="289274"/>
                </a:cubicBezTo>
                <a:lnTo>
                  <a:pt x="69908" y="267081"/>
                </a:lnTo>
                <a:cubicBezTo>
                  <a:pt x="72374" y="263366"/>
                  <a:pt x="77401" y="263366"/>
                  <a:pt x="79963" y="267081"/>
                </a:cubicBezTo>
                <a:cubicBezTo>
                  <a:pt x="83757" y="269558"/>
                  <a:pt x="83757" y="274511"/>
                  <a:pt x="79963" y="276987"/>
                </a:cubicBezTo>
                <a:lnTo>
                  <a:pt x="57387" y="299180"/>
                </a:lnTo>
                <a:cubicBezTo>
                  <a:pt x="56154" y="300418"/>
                  <a:pt x="54921" y="301657"/>
                  <a:pt x="52360" y="30165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4" name="Graphic 242">
            <a:extLst>
              <a:ext uri="{FF2B5EF4-FFF2-40B4-BE49-F238E27FC236}">
                <a16:creationId xmlns:a16="http://schemas.microsoft.com/office/drawing/2014/main" id="{D0537BE1-BCDD-341D-7252-8B4FB7D971F0}"/>
              </a:ext>
            </a:extLst>
          </p:cNvPr>
          <p:cNvSpPr/>
          <p:nvPr/>
        </p:nvSpPr>
        <p:spPr>
          <a:xfrm>
            <a:off x="2200321" y="4888286"/>
            <a:ext cx="485775" cy="485933"/>
          </a:xfrm>
          <a:custGeom>
            <a:avLst/>
            <a:gdLst>
              <a:gd name="connsiteX0" fmla="*/ 173584 w 362709"/>
              <a:gd name="connsiteY0" fmla="*/ 242051 h 362827"/>
              <a:gd name="connsiteX1" fmla="*/ 90776 w 362709"/>
              <a:gd name="connsiteY1" fmla="*/ 242051 h 362827"/>
              <a:gd name="connsiteX2" fmla="*/ 109083 w 362709"/>
              <a:gd name="connsiteY2" fmla="*/ 219000 h 362827"/>
              <a:gd name="connsiteX3" fmla="*/ 135453 w 362709"/>
              <a:gd name="connsiteY3" fmla="*/ 219000 h 362827"/>
              <a:gd name="connsiteX4" fmla="*/ 141713 w 362709"/>
              <a:gd name="connsiteY4" fmla="*/ 215190 h 362827"/>
              <a:gd name="connsiteX5" fmla="*/ 141713 w 362709"/>
              <a:gd name="connsiteY5" fmla="*/ 207665 h 362827"/>
              <a:gd name="connsiteX6" fmla="*/ 96562 w 362709"/>
              <a:gd name="connsiteY6" fmla="*/ 139657 h 362827"/>
              <a:gd name="connsiteX7" fmla="*/ 90302 w 362709"/>
              <a:gd name="connsiteY7" fmla="*/ 135847 h 362827"/>
              <a:gd name="connsiteX8" fmla="*/ 7494 w 362709"/>
              <a:gd name="connsiteY8" fmla="*/ 135847 h 362827"/>
              <a:gd name="connsiteX9" fmla="*/ 0 w 362709"/>
              <a:gd name="connsiteY9" fmla="*/ 140895 h 362827"/>
              <a:gd name="connsiteX10" fmla="*/ 2466 w 362709"/>
              <a:gd name="connsiteY10" fmla="*/ 148420 h 362827"/>
              <a:gd name="connsiteX11" fmla="*/ 18781 w 362709"/>
              <a:gd name="connsiteY11" fmla="*/ 166041 h 362827"/>
              <a:gd name="connsiteX12" fmla="*/ 7494 w 362709"/>
              <a:gd name="connsiteY12" fmla="*/ 196235 h 362827"/>
              <a:gd name="connsiteX13" fmla="*/ 56439 w 362709"/>
              <a:gd name="connsiteY13" fmla="*/ 308345 h 362827"/>
              <a:gd name="connsiteX14" fmla="*/ 62699 w 362709"/>
              <a:gd name="connsiteY14" fmla="*/ 317203 h 362827"/>
              <a:gd name="connsiteX15" fmla="*/ 63268 w 362709"/>
              <a:gd name="connsiteY15" fmla="*/ 317489 h 362827"/>
              <a:gd name="connsiteX16" fmla="*/ 90871 w 362709"/>
              <a:gd name="connsiteY16" fmla="*/ 332062 h 362827"/>
              <a:gd name="connsiteX17" fmla="*/ 173489 w 362709"/>
              <a:gd name="connsiteY17" fmla="*/ 332062 h 362827"/>
              <a:gd name="connsiteX18" fmla="*/ 180983 w 362709"/>
              <a:gd name="connsiteY18" fmla="*/ 324537 h 362827"/>
              <a:gd name="connsiteX19" fmla="*/ 180983 w 362709"/>
              <a:gd name="connsiteY19" fmla="*/ 249480 h 362827"/>
              <a:gd name="connsiteX20" fmla="*/ 173489 w 362709"/>
              <a:gd name="connsiteY20" fmla="*/ 241955 h 362827"/>
              <a:gd name="connsiteX21" fmla="*/ 22575 w 362709"/>
              <a:gd name="connsiteY21" fmla="*/ 196331 h 362827"/>
              <a:gd name="connsiteX22" fmla="*/ 33863 w 362709"/>
              <a:gd name="connsiteY22" fmla="*/ 172423 h 362827"/>
              <a:gd name="connsiteX23" fmla="*/ 37657 w 362709"/>
              <a:gd name="connsiteY23" fmla="*/ 167375 h 362827"/>
              <a:gd name="connsiteX24" fmla="*/ 35191 w 362709"/>
              <a:gd name="connsiteY24" fmla="*/ 161088 h 362827"/>
              <a:gd name="connsiteX25" fmla="*/ 26370 w 362709"/>
              <a:gd name="connsiteY25" fmla="*/ 150992 h 362827"/>
              <a:gd name="connsiteX26" fmla="*/ 86602 w 362709"/>
              <a:gd name="connsiteY26" fmla="*/ 150992 h 362827"/>
              <a:gd name="connsiteX27" fmla="*/ 121699 w 362709"/>
              <a:gd name="connsiteY27" fmla="*/ 203951 h 362827"/>
              <a:gd name="connsiteX28" fmla="*/ 105384 w 362709"/>
              <a:gd name="connsiteY28" fmla="*/ 203951 h 362827"/>
              <a:gd name="connsiteX29" fmla="*/ 100356 w 362709"/>
              <a:gd name="connsiteY29" fmla="*/ 206427 h 362827"/>
              <a:gd name="connsiteX30" fmla="*/ 55205 w 362709"/>
              <a:gd name="connsiteY30" fmla="*/ 277007 h 362827"/>
              <a:gd name="connsiteX31" fmla="*/ 22575 w 362709"/>
              <a:gd name="connsiteY31" fmla="*/ 196331 h 362827"/>
              <a:gd name="connsiteX32" fmla="*/ 166091 w 362709"/>
              <a:gd name="connsiteY32" fmla="*/ 317108 h 362827"/>
              <a:gd name="connsiteX33" fmla="*/ 90966 w 362709"/>
              <a:gd name="connsiteY33" fmla="*/ 317108 h 362827"/>
              <a:gd name="connsiteX34" fmla="*/ 73418 w 362709"/>
              <a:gd name="connsiteY34" fmla="*/ 305868 h 362827"/>
              <a:gd name="connsiteX35" fmla="*/ 69623 w 362709"/>
              <a:gd name="connsiteY35" fmla="*/ 297105 h 362827"/>
              <a:gd name="connsiteX36" fmla="*/ 68959 w 362709"/>
              <a:gd name="connsiteY36" fmla="*/ 297391 h 362827"/>
              <a:gd name="connsiteX37" fmla="*/ 81006 w 362709"/>
              <a:gd name="connsiteY37" fmla="*/ 257005 h 362827"/>
              <a:gd name="connsiteX38" fmla="*/ 166091 w 362709"/>
              <a:gd name="connsiteY38" fmla="*/ 257005 h 362827"/>
              <a:gd name="connsiteX39" fmla="*/ 166091 w 362709"/>
              <a:gd name="connsiteY39" fmla="*/ 317012 h 362827"/>
              <a:gd name="connsiteX40" fmla="*/ 361017 w 362709"/>
              <a:gd name="connsiteY40" fmla="*/ 208427 h 362827"/>
              <a:gd name="connsiteX41" fmla="*/ 358836 w 362709"/>
              <a:gd name="connsiteY41" fmla="*/ 181376 h 362827"/>
              <a:gd name="connsiteX42" fmla="*/ 309985 w 362709"/>
              <a:gd name="connsiteY42" fmla="*/ 111177 h 362827"/>
              <a:gd name="connsiteX43" fmla="*/ 306191 w 362709"/>
              <a:gd name="connsiteY43" fmla="*/ 108701 h 362827"/>
              <a:gd name="connsiteX44" fmla="*/ 299931 w 362709"/>
              <a:gd name="connsiteY44" fmla="*/ 109939 h 362827"/>
              <a:gd name="connsiteX45" fmla="*/ 234766 w 362709"/>
              <a:gd name="connsiteY45" fmla="*/ 155087 h 362827"/>
              <a:gd name="connsiteX46" fmla="*/ 230971 w 362709"/>
              <a:gd name="connsiteY46" fmla="*/ 160136 h 362827"/>
              <a:gd name="connsiteX47" fmla="*/ 232205 w 362709"/>
              <a:gd name="connsiteY47" fmla="*/ 165184 h 362827"/>
              <a:gd name="connsiteX48" fmla="*/ 276502 w 362709"/>
              <a:gd name="connsiteY48" fmla="*/ 228525 h 362827"/>
              <a:gd name="connsiteX49" fmla="*/ 255728 w 362709"/>
              <a:gd name="connsiteY49" fmla="*/ 226906 h 362827"/>
              <a:gd name="connsiteX50" fmla="*/ 255728 w 362709"/>
              <a:gd name="connsiteY50" fmla="*/ 211856 h 362827"/>
              <a:gd name="connsiteX51" fmla="*/ 250701 w 362709"/>
              <a:gd name="connsiteY51" fmla="*/ 204332 h 362827"/>
              <a:gd name="connsiteX52" fmla="*/ 241880 w 362709"/>
              <a:gd name="connsiteY52" fmla="*/ 208142 h 362827"/>
              <a:gd name="connsiteX53" fmla="*/ 196634 w 362709"/>
              <a:gd name="connsiteY53" fmla="*/ 276055 h 362827"/>
              <a:gd name="connsiteX54" fmla="*/ 196634 w 362709"/>
              <a:gd name="connsiteY54" fmla="*/ 283580 h 362827"/>
              <a:gd name="connsiteX55" fmla="*/ 239319 w 362709"/>
              <a:gd name="connsiteY55" fmla="*/ 359018 h 362827"/>
              <a:gd name="connsiteX56" fmla="*/ 245579 w 362709"/>
              <a:gd name="connsiteY56" fmla="*/ 362828 h 362827"/>
              <a:gd name="connsiteX57" fmla="*/ 246812 w 362709"/>
              <a:gd name="connsiteY57" fmla="*/ 362828 h 362827"/>
              <a:gd name="connsiteX58" fmla="*/ 253073 w 362709"/>
              <a:gd name="connsiteY58" fmla="*/ 355303 h 362827"/>
              <a:gd name="connsiteX59" fmla="*/ 254306 w 362709"/>
              <a:gd name="connsiteY59" fmla="*/ 331395 h 362827"/>
              <a:gd name="connsiteX60" fmla="*/ 285703 w 362709"/>
              <a:gd name="connsiteY60" fmla="*/ 326347 h 362827"/>
              <a:gd name="connsiteX61" fmla="*/ 353524 w 362709"/>
              <a:gd name="connsiteY61" fmla="*/ 223191 h 362827"/>
              <a:gd name="connsiteX62" fmla="*/ 359500 w 362709"/>
              <a:gd name="connsiteY62" fmla="*/ 213476 h 362827"/>
              <a:gd name="connsiteX63" fmla="*/ 359879 w 362709"/>
              <a:gd name="connsiteY63" fmla="*/ 212904 h 362827"/>
              <a:gd name="connsiteX64" fmla="*/ 359879 w 362709"/>
              <a:gd name="connsiteY64" fmla="*/ 212714 h 362827"/>
              <a:gd name="connsiteX65" fmla="*/ 361112 w 362709"/>
              <a:gd name="connsiteY65" fmla="*/ 210618 h 362827"/>
              <a:gd name="connsiteX66" fmla="*/ 360828 w 362709"/>
              <a:gd name="connsiteY66" fmla="*/ 208618 h 362827"/>
              <a:gd name="connsiteX67" fmla="*/ 277166 w 362709"/>
              <a:gd name="connsiteY67" fmla="*/ 313679 h 362827"/>
              <a:gd name="connsiteX68" fmla="*/ 253262 w 362709"/>
              <a:gd name="connsiteY68" fmla="*/ 313679 h 362827"/>
              <a:gd name="connsiteX69" fmla="*/ 245769 w 362709"/>
              <a:gd name="connsiteY69" fmla="*/ 312440 h 362827"/>
              <a:gd name="connsiteX70" fmla="*/ 240741 w 362709"/>
              <a:gd name="connsiteY70" fmla="*/ 318727 h 362827"/>
              <a:gd name="connsiteX71" fmla="*/ 239508 w 362709"/>
              <a:gd name="connsiteY71" fmla="*/ 330062 h 362827"/>
              <a:gd name="connsiteX72" fmla="*/ 211906 w 362709"/>
              <a:gd name="connsiteY72" fmla="*/ 279770 h 362827"/>
              <a:gd name="connsiteX73" fmla="*/ 240836 w 362709"/>
              <a:gd name="connsiteY73" fmla="*/ 235764 h 362827"/>
              <a:gd name="connsiteX74" fmla="*/ 247097 w 362709"/>
              <a:gd name="connsiteY74" fmla="*/ 242051 h 362827"/>
              <a:gd name="connsiteX75" fmla="*/ 327534 w 362709"/>
              <a:gd name="connsiteY75" fmla="*/ 239574 h 362827"/>
              <a:gd name="connsiteX76" fmla="*/ 277261 w 362709"/>
              <a:gd name="connsiteY76" fmla="*/ 313774 h 362827"/>
              <a:gd name="connsiteX77" fmla="*/ 295283 w 362709"/>
              <a:gd name="connsiteY77" fmla="*/ 228430 h 362827"/>
              <a:gd name="connsiteX78" fmla="*/ 249847 w 362709"/>
              <a:gd name="connsiteY78" fmla="*/ 162517 h 362827"/>
              <a:gd name="connsiteX79" fmla="*/ 302492 w 362709"/>
              <a:gd name="connsiteY79" fmla="*/ 126131 h 362827"/>
              <a:gd name="connsiteX80" fmla="*/ 346315 w 362709"/>
              <a:gd name="connsiteY80" fmla="*/ 188806 h 362827"/>
              <a:gd name="connsiteX81" fmla="*/ 346315 w 362709"/>
              <a:gd name="connsiteY81" fmla="*/ 205094 h 362827"/>
              <a:gd name="connsiteX82" fmla="*/ 342521 w 362709"/>
              <a:gd name="connsiteY82" fmla="*/ 213857 h 362827"/>
              <a:gd name="connsiteX83" fmla="*/ 342521 w 362709"/>
              <a:gd name="connsiteY83" fmla="*/ 213857 h 362827"/>
              <a:gd name="connsiteX84" fmla="*/ 342426 w 362709"/>
              <a:gd name="connsiteY84" fmla="*/ 214142 h 362827"/>
              <a:gd name="connsiteX85" fmla="*/ 295283 w 362709"/>
              <a:gd name="connsiteY85" fmla="*/ 228335 h 362827"/>
              <a:gd name="connsiteX86" fmla="*/ 133366 w 362709"/>
              <a:gd name="connsiteY86" fmla="*/ 138800 h 362827"/>
              <a:gd name="connsiteX87" fmla="*/ 135927 w 362709"/>
              <a:gd name="connsiteY87" fmla="*/ 140038 h 362827"/>
              <a:gd name="connsiteX88" fmla="*/ 138393 w 362709"/>
              <a:gd name="connsiteY88" fmla="*/ 138800 h 362827"/>
              <a:gd name="connsiteX89" fmla="*/ 143420 w 362709"/>
              <a:gd name="connsiteY89" fmla="*/ 134990 h 362827"/>
              <a:gd name="connsiteX90" fmla="*/ 174912 w 362709"/>
              <a:gd name="connsiteY90" fmla="*/ 68600 h 362827"/>
              <a:gd name="connsiteX91" fmla="*/ 186010 w 362709"/>
              <a:gd name="connsiteY91" fmla="*/ 91746 h 362827"/>
              <a:gd name="connsiteX92" fmla="*/ 168462 w 362709"/>
              <a:gd name="connsiteY92" fmla="*/ 106796 h 362827"/>
              <a:gd name="connsiteX93" fmla="*/ 165996 w 362709"/>
              <a:gd name="connsiteY93" fmla="*/ 115559 h 362827"/>
              <a:gd name="connsiteX94" fmla="*/ 173489 w 362709"/>
              <a:gd name="connsiteY94" fmla="*/ 120607 h 362827"/>
              <a:gd name="connsiteX95" fmla="*/ 256013 w 362709"/>
              <a:gd name="connsiteY95" fmla="*/ 120607 h 362827"/>
              <a:gd name="connsiteX96" fmla="*/ 262273 w 362709"/>
              <a:gd name="connsiteY96" fmla="*/ 116892 h 362827"/>
              <a:gd name="connsiteX97" fmla="*/ 307329 w 362709"/>
              <a:gd name="connsiteY97" fmla="*/ 32977 h 362827"/>
              <a:gd name="connsiteX98" fmla="*/ 307329 w 362709"/>
              <a:gd name="connsiteY98" fmla="*/ 24214 h 362827"/>
              <a:gd name="connsiteX99" fmla="*/ 298603 w 362709"/>
              <a:gd name="connsiteY99" fmla="*/ 22976 h 362827"/>
              <a:gd name="connsiteX100" fmla="*/ 276122 w 362709"/>
              <a:gd name="connsiteY100" fmla="*/ 30500 h 362827"/>
              <a:gd name="connsiteX101" fmla="*/ 254875 w 362709"/>
              <a:gd name="connsiteY101" fmla="*/ 7926 h 362827"/>
              <a:gd name="connsiteX102" fmla="*/ 129761 w 362709"/>
              <a:gd name="connsiteY102" fmla="*/ 306 h 362827"/>
              <a:gd name="connsiteX103" fmla="*/ 129761 w 362709"/>
              <a:gd name="connsiteY103" fmla="*/ 20 h 362827"/>
              <a:gd name="connsiteX104" fmla="*/ 119707 w 362709"/>
              <a:gd name="connsiteY104" fmla="*/ 20 h 362827"/>
              <a:gd name="connsiteX105" fmla="*/ 93337 w 362709"/>
              <a:gd name="connsiteY105" fmla="*/ 17737 h 362827"/>
              <a:gd name="connsiteX106" fmla="*/ 58146 w 362709"/>
              <a:gd name="connsiteY106" fmla="*/ 94794 h 362827"/>
              <a:gd name="connsiteX107" fmla="*/ 56913 w 362709"/>
              <a:gd name="connsiteY107" fmla="*/ 101081 h 362827"/>
              <a:gd name="connsiteX108" fmla="*/ 61940 w 362709"/>
              <a:gd name="connsiteY108" fmla="*/ 104891 h 362827"/>
              <a:gd name="connsiteX109" fmla="*/ 133556 w 362709"/>
              <a:gd name="connsiteY109" fmla="*/ 138990 h 362827"/>
              <a:gd name="connsiteX110" fmla="*/ 247192 w 362709"/>
              <a:gd name="connsiteY110" fmla="*/ 21547 h 362827"/>
              <a:gd name="connsiteX111" fmla="*/ 263412 w 362709"/>
              <a:gd name="connsiteY111" fmla="*/ 41549 h 362827"/>
              <a:gd name="connsiteX112" fmla="*/ 265878 w 362709"/>
              <a:gd name="connsiteY112" fmla="*/ 46598 h 362827"/>
              <a:gd name="connsiteX113" fmla="*/ 273371 w 362709"/>
              <a:gd name="connsiteY113" fmla="*/ 47836 h 362827"/>
              <a:gd name="connsiteX114" fmla="*/ 284659 w 362709"/>
              <a:gd name="connsiteY114" fmla="*/ 42788 h 362827"/>
              <a:gd name="connsiteX115" fmla="*/ 250891 w 362709"/>
              <a:gd name="connsiteY115" fmla="*/ 105462 h 362827"/>
              <a:gd name="connsiteX116" fmla="*/ 193409 w 362709"/>
              <a:gd name="connsiteY116" fmla="*/ 105462 h 362827"/>
              <a:gd name="connsiteX117" fmla="*/ 199669 w 362709"/>
              <a:gd name="connsiteY117" fmla="*/ 99176 h 362827"/>
              <a:gd name="connsiteX118" fmla="*/ 202136 w 362709"/>
              <a:gd name="connsiteY118" fmla="*/ 90413 h 362827"/>
              <a:gd name="connsiteX119" fmla="*/ 154613 w 362709"/>
              <a:gd name="connsiteY119" fmla="*/ 15260 h 362827"/>
              <a:gd name="connsiteX120" fmla="*/ 247097 w 362709"/>
              <a:gd name="connsiteY120" fmla="*/ 21547 h 362827"/>
              <a:gd name="connsiteX121" fmla="*/ 106996 w 362709"/>
              <a:gd name="connsiteY121" fmla="*/ 23928 h 362827"/>
              <a:gd name="connsiteX122" fmla="*/ 121130 w 362709"/>
              <a:gd name="connsiteY122" fmla="*/ 15356 h 362827"/>
              <a:gd name="connsiteX123" fmla="*/ 123406 w 362709"/>
              <a:gd name="connsiteY123" fmla="*/ 15356 h 362827"/>
              <a:gd name="connsiteX124" fmla="*/ 165616 w 362709"/>
              <a:gd name="connsiteY124" fmla="*/ 52694 h 362827"/>
              <a:gd name="connsiteX125" fmla="*/ 132133 w 362709"/>
              <a:gd name="connsiteY125" fmla="*/ 122512 h 362827"/>
              <a:gd name="connsiteX126" fmla="*/ 74366 w 362709"/>
              <a:gd name="connsiteY126" fmla="*/ 94699 h 362827"/>
              <a:gd name="connsiteX127" fmla="*/ 106996 w 362709"/>
              <a:gd name="connsiteY127" fmla="*/ 23928 h 362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362709" h="362827">
                <a:moveTo>
                  <a:pt x="173584" y="242051"/>
                </a:moveTo>
                <a:lnTo>
                  <a:pt x="90776" y="242051"/>
                </a:lnTo>
                <a:cubicBezTo>
                  <a:pt x="95803" y="235002"/>
                  <a:pt x="101779" y="227382"/>
                  <a:pt x="109083" y="219000"/>
                </a:cubicBezTo>
                <a:lnTo>
                  <a:pt x="135453" y="219000"/>
                </a:lnTo>
                <a:cubicBezTo>
                  <a:pt x="137919" y="219000"/>
                  <a:pt x="140480" y="217762"/>
                  <a:pt x="141713" y="215190"/>
                </a:cubicBezTo>
                <a:cubicBezTo>
                  <a:pt x="142946" y="212714"/>
                  <a:pt x="142946" y="208904"/>
                  <a:pt x="141713" y="207665"/>
                </a:cubicBezTo>
                <a:lnTo>
                  <a:pt x="96562" y="139657"/>
                </a:lnTo>
                <a:cubicBezTo>
                  <a:pt x="95329" y="137180"/>
                  <a:pt x="92768" y="135847"/>
                  <a:pt x="90302" y="135847"/>
                </a:cubicBezTo>
                <a:lnTo>
                  <a:pt x="7494" y="135847"/>
                </a:lnTo>
                <a:cubicBezTo>
                  <a:pt x="5027" y="135847"/>
                  <a:pt x="1233" y="137085"/>
                  <a:pt x="0" y="140895"/>
                </a:cubicBezTo>
                <a:cubicBezTo>
                  <a:pt x="0" y="143372"/>
                  <a:pt x="0" y="145943"/>
                  <a:pt x="2466" y="148420"/>
                </a:cubicBezTo>
                <a:lnTo>
                  <a:pt x="18781" y="166041"/>
                </a:lnTo>
                <a:cubicBezTo>
                  <a:pt x="13754" y="171089"/>
                  <a:pt x="7494" y="181186"/>
                  <a:pt x="7494" y="196235"/>
                </a:cubicBezTo>
                <a:cubicBezTo>
                  <a:pt x="7494" y="216428"/>
                  <a:pt x="35096" y="274340"/>
                  <a:pt x="56439" y="308345"/>
                </a:cubicBezTo>
                <a:cubicBezTo>
                  <a:pt x="58905" y="313393"/>
                  <a:pt x="61466" y="315869"/>
                  <a:pt x="62699" y="317203"/>
                </a:cubicBezTo>
                <a:cubicBezTo>
                  <a:pt x="62889" y="317393"/>
                  <a:pt x="63078" y="317393"/>
                  <a:pt x="63268" y="317489"/>
                </a:cubicBezTo>
                <a:cubicBezTo>
                  <a:pt x="70572" y="324918"/>
                  <a:pt x="82524" y="332062"/>
                  <a:pt x="90871" y="332062"/>
                </a:cubicBezTo>
                <a:lnTo>
                  <a:pt x="173489" y="332062"/>
                </a:lnTo>
                <a:cubicBezTo>
                  <a:pt x="177284" y="332062"/>
                  <a:pt x="180983" y="328347"/>
                  <a:pt x="180983" y="324537"/>
                </a:cubicBezTo>
                <a:lnTo>
                  <a:pt x="180983" y="249480"/>
                </a:lnTo>
                <a:cubicBezTo>
                  <a:pt x="180983" y="245765"/>
                  <a:pt x="177189" y="241955"/>
                  <a:pt x="173489" y="241955"/>
                </a:cubicBezTo>
                <a:close/>
                <a:moveTo>
                  <a:pt x="22575" y="196331"/>
                </a:moveTo>
                <a:cubicBezTo>
                  <a:pt x="22575" y="179948"/>
                  <a:pt x="33863" y="172423"/>
                  <a:pt x="33863" y="172423"/>
                </a:cubicBezTo>
                <a:cubicBezTo>
                  <a:pt x="36329" y="171185"/>
                  <a:pt x="37657" y="168613"/>
                  <a:pt x="37657" y="167375"/>
                </a:cubicBezTo>
                <a:cubicBezTo>
                  <a:pt x="37657" y="164898"/>
                  <a:pt x="37657" y="162326"/>
                  <a:pt x="35191" y="161088"/>
                </a:cubicBezTo>
                <a:lnTo>
                  <a:pt x="26370" y="150992"/>
                </a:lnTo>
                <a:lnTo>
                  <a:pt x="86602" y="150992"/>
                </a:lnTo>
                <a:lnTo>
                  <a:pt x="121699" y="203951"/>
                </a:lnTo>
                <a:lnTo>
                  <a:pt x="105384" y="203951"/>
                </a:lnTo>
                <a:cubicBezTo>
                  <a:pt x="102917" y="203951"/>
                  <a:pt x="101589" y="205189"/>
                  <a:pt x="100356" y="206427"/>
                </a:cubicBezTo>
                <a:cubicBezTo>
                  <a:pt x="75315" y="232907"/>
                  <a:pt x="61466" y="256814"/>
                  <a:pt x="55205" y="277007"/>
                </a:cubicBezTo>
                <a:cubicBezTo>
                  <a:pt x="37657" y="244241"/>
                  <a:pt x="22575" y="207761"/>
                  <a:pt x="22575" y="196331"/>
                </a:cubicBezTo>
                <a:close/>
                <a:moveTo>
                  <a:pt x="166091" y="317108"/>
                </a:moveTo>
                <a:lnTo>
                  <a:pt x="90966" y="317108"/>
                </a:lnTo>
                <a:cubicBezTo>
                  <a:pt x="87172" y="317108"/>
                  <a:pt x="75979" y="310821"/>
                  <a:pt x="73418" y="305868"/>
                </a:cubicBezTo>
                <a:lnTo>
                  <a:pt x="69623" y="297105"/>
                </a:lnTo>
                <a:cubicBezTo>
                  <a:pt x="69623" y="297105"/>
                  <a:pt x="69623" y="297105"/>
                  <a:pt x="68959" y="297391"/>
                </a:cubicBezTo>
                <a:cubicBezTo>
                  <a:pt x="67726" y="289866"/>
                  <a:pt x="69244" y="277103"/>
                  <a:pt x="81006" y="257005"/>
                </a:cubicBezTo>
                <a:lnTo>
                  <a:pt x="166091" y="257005"/>
                </a:lnTo>
                <a:lnTo>
                  <a:pt x="166091" y="317012"/>
                </a:lnTo>
                <a:close/>
                <a:moveTo>
                  <a:pt x="361017" y="208427"/>
                </a:moveTo>
                <a:cubicBezTo>
                  <a:pt x="363673" y="199950"/>
                  <a:pt x="363389" y="189187"/>
                  <a:pt x="358836" y="181376"/>
                </a:cubicBezTo>
                <a:lnTo>
                  <a:pt x="309985" y="111177"/>
                </a:lnTo>
                <a:cubicBezTo>
                  <a:pt x="308752" y="109939"/>
                  <a:pt x="307519" y="108701"/>
                  <a:pt x="306191" y="108701"/>
                </a:cubicBezTo>
                <a:cubicBezTo>
                  <a:pt x="303725" y="108701"/>
                  <a:pt x="301164" y="108701"/>
                  <a:pt x="299931" y="109939"/>
                </a:cubicBezTo>
                <a:lnTo>
                  <a:pt x="234766" y="155087"/>
                </a:lnTo>
                <a:cubicBezTo>
                  <a:pt x="233532" y="156326"/>
                  <a:pt x="232299" y="157564"/>
                  <a:pt x="230971" y="160136"/>
                </a:cubicBezTo>
                <a:cubicBezTo>
                  <a:pt x="230971" y="161374"/>
                  <a:pt x="232205" y="163850"/>
                  <a:pt x="232205" y="165184"/>
                </a:cubicBezTo>
                <a:cubicBezTo>
                  <a:pt x="232205" y="165184"/>
                  <a:pt x="246973" y="186298"/>
                  <a:pt x="276502" y="228525"/>
                </a:cubicBezTo>
                <a:cubicBezTo>
                  <a:pt x="270146" y="228239"/>
                  <a:pt x="263222" y="227763"/>
                  <a:pt x="255728" y="226906"/>
                </a:cubicBezTo>
                <a:lnTo>
                  <a:pt x="255728" y="211856"/>
                </a:lnTo>
                <a:cubicBezTo>
                  <a:pt x="255728" y="208046"/>
                  <a:pt x="253262" y="205570"/>
                  <a:pt x="250701" y="204332"/>
                </a:cubicBezTo>
                <a:cubicBezTo>
                  <a:pt x="246907" y="203093"/>
                  <a:pt x="244441" y="204332"/>
                  <a:pt x="241880" y="208142"/>
                </a:cubicBezTo>
                <a:lnTo>
                  <a:pt x="196634" y="276055"/>
                </a:lnTo>
                <a:cubicBezTo>
                  <a:pt x="195401" y="277293"/>
                  <a:pt x="195401" y="281103"/>
                  <a:pt x="196634" y="283580"/>
                </a:cubicBezTo>
                <a:lnTo>
                  <a:pt x="239319" y="359018"/>
                </a:lnTo>
                <a:cubicBezTo>
                  <a:pt x="240552" y="361494"/>
                  <a:pt x="243113" y="362828"/>
                  <a:pt x="245579" y="362828"/>
                </a:cubicBezTo>
                <a:lnTo>
                  <a:pt x="246812" y="362828"/>
                </a:lnTo>
                <a:cubicBezTo>
                  <a:pt x="250606" y="361589"/>
                  <a:pt x="253073" y="359018"/>
                  <a:pt x="253073" y="355303"/>
                </a:cubicBezTo>
                <a:lnTo>
                  <a:pt x="254306" y="331395"/>
                </a:lnTo>
                <a:cubicBezTo>
                  <a:pt x="263127" y="333872"/>
                  <a:pt x="274415" y="333872"/>
                  <a:pt x="285703" y="326347"/>
                </a:cubicBezTo>
                <a:cubicBezTo>
                  <a:pt x="300784" y="315012"/>
                  <a:pt x="332181" y="262148"/>
                  <a:pt x="353524" y="223191"/>
                </a:cubicBezTo>
                <a:cubicBezTo>
                  <a:pt x="356749" y="219191"/>
                  <a:pt x="358361" y="215762"/>
                  <a:pt x="359500" y="213476"/>
                </a:cubicBezTo>
                <a:cubicBezTo>
                  <a:pt x="359594" y="213285"/>
                  <a:pt x="359689" y="213095"/>
                  <a:pt x="359879" y="212904"/>
                </a:cubicBezTo>
                <a:lnTo>
                  <a:pt x="359879" y="212714"/>
                </a:lnTo>
                <a:cubicBezTo>
                  <a:pt x="360353" y="211761"/>
                  <a:pt x="360733" y="210999"/>
                  <a:pt x="361112" y="210618"/>
                </a:cubicBezTo>
                <a:cubicBezTo>
                  <a:pt x="361112" y="209951"/>
                  <a:pt x="360922" y="209285"/>
                  <a:pt x="360828" y="208618"/>
                </a:cubicBezTo>
                <a:close/>
                <a:moveTo>
                  <a:pt x="277166" y="313679"/>
                </a:moveTo>
                <a:cubicBezTo>
                  <a:pt x="265878" y="322442"/>
                  <a:pt x="253262" y="313679"/>
                  <a:pt x="253262" y="313679"/>
                </a:cubicBezTo>
                <a:cubicBezTo>
                  <a:pt x="250701" y="312440"/>
                  <a:pt x="247002" y="311202"/>
                  <a:pt x="245769" y="312440"/>
                </a:cubicBezTo>
                <a:cubicBezTo>
                  <a:pt x="243303" y="313679"/>
                  <a:pt x="240741" y="316250"/>
                  <a:pt x="240741" y="318727"/>
                </a:cubicBezTo>
                <a:lnTo>
                  <a:pt x="239508" y="330062"/>
                </a:lnTo>
                <a:lnTo>
                  <a:pt x="211906" y="279770"/>
                </a:lnTo>
                <a:lnTo>
                  <a:pt x="240836" y="235764"/>
                </a:lnTo>
                <a:cubicBezTo>
                  <a:pt x="242069" y="239574"/>
                  <a:pt x="244630" y="242051"/>
                  <a:pt x="247097" y="242051"/>
                </a:cubicBezTo>
                <a:cubicBezTo>
                  <a:pt x="286082" y="247099"/>
                  <a:pt x="311219" y="244527"/>
                  <a:pt x="327534" y="239574"/>
                </a:cubicBezTo>
                <a:cubicBezTo>
                  <a:pt x="303630" y="279865"/>
                  <a:pt x="286082" y="307487"/>
                  <a:pt x="277261" y="313774"/>
                </a:cubicBezTo>
                <a:close/>
                <a:moveTo>
                  <a:pt x="295283" y="228430"/>
                </a:moveTo>
                <a:cubicBezTo>
                  <a:pt x="291394" y="222810"/>
                  <a:pt x="280580" y="207189"/>
                  <a:pt x="249847" y="162517"/>
                </a:cubicBezTo>
                <a:lnTo>
                  <a:pt x="302492" y="126131"/>
                </a:lnTo>
                <a:lnTo>
                  <a:pt x="346315" y="188806"/>
                </a:lnTo>
                <a:cubicBezTo>
                  <a:pt x="348781" y="192616"/>
                  <a:pt x="348781" y="200141"/>
                  <a:pt x="346315" y="205094"/>
                </a:cubicBezTo>
                <a:lnTo>
                  <a:pt x="342521" y="213857"/>
                </a:lnTo>
                <a:lnTo>
                  <a:pt x="342521" y="213857"/>
                </a:lnTo>
                <a:cubicBezTo>
                  <a:pt x="342521" y="213857"/>
                  <a:pt x="342521" y="214047"/>
                  <a:pt x="342426" y="214142"/>
                </a:cubicBezTo>
                <a:cubicBezTo>
                  <a:pt x="336924" y="219667"/>
                  <a:pt x="324024" y="227096"/>
                  <a:pt x="295283" y="228335"/>
                </a:cubicBezTo>
                <a:close/>
                <a:moveTo>
                  <a:pt x="133366" y="138800"/>
                </a:moveTo>
                <a:cubicBezTo>
                  <a:pt x="134599" y="138800"/>
                  <a:pt x="134599" y="140038"/>
                  <a:pt x="135927" y="140038"/>
                </a:cubicBezTo>
                <a:cubicBezTo>
                  <a:pt x="137255" y="140038"/>
                  <a:pt x="138393" y="138800"/>
                  <a:pt x="138393" y="138800"/>
                </a:cubicBezTo>
                <a:cubicBezTo>
                  <a:pt x="140954" y="138800"/>
                  <a:pt x="142187" y="137561"/>
                  <a:pt x="143420" y="134990"/>
                </a:cubicBezTo>
                <a:cubicBezTo>
                  <a:pt x="143420" y="134990"/>
                  <a:pt x="153921" y="112860"/>
                  <a:pt x="174912" y="68600"/>
                </a:cubicBezTo>
                <a:cubicBezTo>
                  <a:pt x="178517" y="75363"/>
                  <a:pt x="182216" y="83078"/>
                  <a:pt x="186010" y="91746"/>
                </a:cubicBezTo>
                <a:lnTo>
                  <a:pt x="168462" y="106796"/>
                </a:lnTo>
                <a:cubicBezTo>
                  <a:pt x="165996" y="109272"/>
                  <a:pt x="165996" y="113082"/>
                  <a:pt x="165996" y="115559"/>
                </a:cubicBezTo>
                <a:cubicBezTo>
                  <a:pt x="167229" y="118035"/>
                  <a:pt x="171023" y="120607"/>
                  <a:pt x="173489" y="120607"/>
                </a:cubicBezTo>
                <a:lnTo>
                  <a:pt x="256013" y="120607"/>
                </a:lnTo>
                <a:cubicBezTo>
                  <a:pt x="258479" y="120607"/>
                  <a:pt x="261040" y="119369"/>
                  <a:pt x="262273" y="116892"/>
                </a:cubicBezTo>
                <a:lnTo>
                  <a:pt x="307329" y="32977"/>
                </a:lnTo>
                <a:cubicBezTo>
                  <a:pt x="309796" y="30500"/>
                  <a:pt x="308563" y="26690"/>
                  <a:pt x="307329" y="24214"/>
                </a:cubicBezTo>
                <a:cubicBezTo>
                  <a:pt x="304863" y="21737"/>
                  <a:pt x="301069" y="21737"/>
                  <a:pt x="298603" y="22976"/>
                </a:cubicBezTo>
                <a:lnTo>
                  <a:pt x="276122" y="30500"/>
                </a:lnTo>
                <a:cubicBezTo>
                  <a:pt x="273656" y="24214"/>
                  <a:pt x="267396" y="14213"/>
                  <a:pt x="254875" y="7926"/>
                </a:cubicBezTo>
                <a:cubicBezTo>
                  <a:pt x="237896" y="687"/>
                  <a:pt x="179940" y="-742"/>
                  <a:pt x="129761" y="306"/>
                </a:cubicBezTo>
                <a:cubicBezTo>
                  <a:pt x="129761" y="211"/>
                  <a:pt x="129761" y="116"/>
                  <a:pt x="129761" y="20"/>
                </a:cubicBezTo>
                <a:lnTo>
                  <a:pt x="119707" y="20"/>
                </a:lnTo>
                <a:cubicBezTo>
                  <a:pt x="110885" y="1259"/>
                  <a:pt x="98364" y="8879"/>
                  <a:pt x="93337" y="17737"/>
                </a:cubicBezTo>
                <a:lnTo>
                  <a:pt x="58146" y="94794"/>
                </a:lnTo>
                <a:cubicBezTo>
                  <a:pt x="56913" y="96032"/>
                  <a:pt x="56913" y="98604"/>
                  <a:pt x="56913" y="101081"/>
                </a:cubicBezTo>
                <a:cubicBezTo>
                  <a:pt x="58146" y="102319"/>
                  <a:pt x="59474" y="103652"/>
                  <a:pt x="61940" y="104891"/>
                </a:cubicBezTo>
                <a:lnTo>
                  <a:pt x="133556" y="138990"/>
                </a:lnTo>
                <a:close/>
                <a:moveTo>
                  <a:pt x="247192" y="21547"/>
                </a:moveTo>
                <a:cubicBezTo>
                  <a:pt x="262179" y="27833"/>
                  <a:pt x="263412" y="40311"/>
                  <a:pt x="263412" y="41549"/>
                </a:cubicBezTo>
                <a:cubicBezTo>
                  <a:pt x="263412" y="42788"/>
                  <a:pt x="264645" y="45264"/>
                  <a:pt x="265878" y="46598"/>
                </a:cubicBezTo>
                <a:cubicBezTo>
                  <a:pt x="268344" y="47836"/>
                  <a:pt x="270905" y="49074"/>
                  <a:pt x="273371" y="47836"/>
                </a:cubicBezTo>
                <a:lnTo>
                  <a:pt x="284659" y="42788"/>
                </a:lnTo>
                <a:lnTo>
                  <a:pt x="250891" y="105462"/>
                </a:lnTo>
                <a:lnTo>
                  <a:pt x="193409" y="105462"/>
                </a:lnTo>
                <a:lnTo>
                  <a:pt x="199669" y="99176"/>
                </a:lnTo>
                <a:cubicBezTo>
                  <a:pt x="202136" y="96699"/>
                  <a:pt x="203463" y="92889"/>
                  <a:pt x="202136" y="90413"/>
                </a:cubicBezTo>
                <a:cubicBezTo>
                  <a:pt x="184587" y="50312"/>
                  <a:pt x="168367" y="27738"/>
                  <a:pt x="154613" y="15260"/>
                </a:cubicBezTo>
                <a:cubicBezTo>
                  <a:pt x="204602" y="15260"/>
                  <a:pt x="238370" y="16499"/>
                  <a:pt x="247097" y="21547"/>
                </a:cubicBezTo>
                <a:close/>
                <a:moveTo>
                  <a:pt x="106996" y="23928"/>
                </a:moveTo>
                <a:cubicBezTo>
                  <a:pt x="109368" y="20309"/>
                  <a:pt x="115154" y="16784"/>
                  <a:pt x="121130" y="15356"/>
                </a:cubicBezTo>
                <a:lnTo>
                  <a:pt x="123406" y="15356"/>
                </a:lnTo>
                <a:cubicBezTo>
                  <a:pt x="129097" y="16308"/>
                  <a:pt x="145033" y="20309"/>
                  <a:pt x="165616" y="52694"/>
                </a:cubicBezTo>
                <a:cubicBezTo>
                  <a:pt x="162676" y="58790"/>
                  <a:pt x="154613" y="75554"/>
                  <a:pt x="132133" y="122512"/>
                </a:cubicBezTo>
                <a:lnTo>
                  <a:pt x="74366" y="94699"/>
                </a:lnTo>
                <a:lnTo>
                  <a:pt x="106996" y="23928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5" name="Graphic 242">
            <a:extLst>
              <a:ext uri="{FF2B5EF4-FFF2-40B4-BE49-F238E27FC236}">
                <a16:creationId xmlns:a16="http://schemas.microsoft.com/office/drawing/2014/main" id="{F2E6A23D-1E79-447A-7DEB-C64C8DEFAC2F}"/>
              </a:ext>
            </a:extLst>
          </p:cNvPr>
          <p:cNvSpPr/>
          <p:nvPr/>
        </p:nvSpPr>
        <p:spPr>
          <a:xfrm>
            <a:off x="2962321" y="4888286"/>
            <a:ext cx="485775" cy="485933"/>
          </a:xfrm>
          <a:custGeom>
            <a:avLst/>
            <a:gdLst>
              <a:gd name="connsiteX0" fmla="*/ 173584 w 362709"/>
              <a:gd name="connsiteY0" fmla="*/ 242051 h 362827"/>
              <a:gd name="connsiteX1" fmla="*/ 90776 w 362709"/>
              <a:gd name="connsiteY1" fmla="*/ 242051 h 362827"/>
              <a:gd name="connsiteX2" fmla="*/ 109083 w 362709"/>
              <a:gd name="connsiteY2" fmla="*/ 219000 h 362827"/>
              <a:gd name="connsiteX3" fmla="*/ 135453 w 362709"/>
              <a:gd name="connsiteY3" fmla="*/ 219000 h 362827"/>
              <a:gd name="connsiteX4" fmla="*/ 141713 w 362709"/>
              <a:gd name="connsiteY4" fmla="*/ 215190 h 362827"/>
              <a:gd name="connsiteX5" fmla="*/ 141713 w 362709"/>
              <a:gd name="connsiteY5" fmla="*/ 207665 h 362827"/>
              <a:gd name="connsiteX6" fmla="*/ 96562 w 362709"/>
              <a:gd name="connsiteY6" fmla="*/ 139657 h 362827"/>
              <a:gd name="connsiteX7" fmla="*/ 90302 w 362709"/>
              <a:gd name="connsiteY7" fmla="*/ 135847 h 362827"/>
              <a:gd name="connsiteX8" fmla="*/ 7494 w 362709"/>
              <a:gd name="connsiteY8" fmla="*/ 135847 h 362827"/>
              <a:gd name="connsiteX9" fmla="*/ 0 w 362709"/>
              <a:gd name="connsiteY9" fmla="*/ 140895 h 362827"/>
              <a:gd name="connsiteX10" fmla="*/ 2466 w 362709"/>
              <a:gd name="connsiteY10" fmla="*/ 148420 h 362827"/>
              <a:gd name="connsiteX11" fmla="*/ 18781 w 362709"/>
              <a:gd name="connsiteY11" fmla="*/ 166041 h 362827"/>
              <a:gd name="connsiteX12" fmla="*/ 7494 w 362709"/>
              <a:gd name="connsiteY12" fmla="*/ 196235 h 362827"/>
              <a:gd name="connsiteX13" fmla="*/ 56439 w 362709"/>
              <a:gd name="connsiteY13" fmla="*/ 308345 h 362827"/>
              <a:gd name="connsiteX14" fmla="*/ 62699 w 362709"/>
              <a:gd name="connsiteY14" fmla="*/ 317203 h 362827"/>
              <a:gd name="connsiteX15" fmla="*/ 63268 w 362709"/>
              <a:gd name="connsiteY15" fmla="*/ 317489 h 362827"/>
              <a:gd name="connsiteX16" fmla="*/ 90871 w 362709"/>
              <a:gd name="connsiteY16" fmla="*/ 332062 h 362827"/>
              <a:gd name="connsiteX17" fmla="*/ 173489 w 362709"/>
              <a:gd name="connsiteY17" fmla="*/ 332062 h 362827"/>
              <a:gd name="connsiteX18" fmla="*/ 180983 w 362709"/>
              <a:gd name="connsiteY18" fmla="*/ 324537 h 362827"/>
              <a:gd name="connsiteX19" fmla="*/ 180983 w 362709"/>
              <a:gd name="connsiteY19" fmla="*/ 249480 h 362827"/>
              <a:gd name="connsiteX20" fmla="*/ 173489 w 362709"/>
              <a:gd name="connsiteY20" fmla="*/ 241955 h 362827"/>
              <a:gd name="connsiteX21" fmla="*/ 22575 w 362709"/>
              <a:gd name="connsiteY21" fmla="*/ 196331 h 362827"/>
              <a:gd name="connsiteX22" fmla="*/ 33863 w 362709"/>
              <a:gd name="connsiteY22" fmla="*/ 172423 h 362827"/>
              <a:gd name="connsiteX23" fmla="*/ 37657 w 362709"/>
              <a:gd name="connsiteY23" fmla="*/ 167375 h 362827"/>
              <a:gd name="connsiteX24" fmla="*/ 35191 w 362709"/>
              <a:gd name="connsiteY24" fmla="*/ 161088 h 362827"/>
              <a:gd name="connsiteX25" fmla="*/ 26370 w 362709"/>
              <a:gd name="connsiteY25" fmla="*/ 150992 h 362827"/>
              <a:gd name="connsiteX26" fmla="*/ 86602 w 362709"/>
              <a:gd name="connsiteY26" fmla="*/ 150992 h 362827"/>
              <a:gd name="connsiteX27" fmla="*/ 121699 w 362709"/>
              <a:gd name="connsiteY27" fmla="*/ 203951 h 362827"/>
              <a:gd name="connsiteX28" fmla="*/ 105384 w 362709"/>
              <a:gd name="connsiteY28" fmla="*/ 203951 h 362827"/>
              <a:gd name="connsiteX29" fmla="*/ 100356 w 362709"/>
              <a:gd name="connsiteY29" fmla="*/ 206427 h 362827"/>
              <a:gd name="connsiteX30" fmla="*/ 55205 w 362709"/>
              <a:gd name="connsiteY30" fmla="*/ 277007 h 362827"/>
              <a:gd name="connsiteX31" fmla="*/ 22575 w 362709"/>
              <a:gd name="connsiteY31" fmla="*/ 196331 h 362827"/>
              <a:gd name="connsiteX32" fmla="*/ 166091 w 362709"/>
              <a:gd name="connsiteY32" fmla="*/ 317108 h 362827"/>
              <a:gd name="connsiteX33" fmla="*/ 90966 w 362709"/>
              <a:gd name="connsiteY33" fmla="*/ 317108 h 362827"/>
              <a:gd name="connsiteX34" fmla="*/ 73418 w 362709"/>
              <a:gd name="connsiteY34" fmla="*/ 305868 h 362827"/>
              <a:gd name="connsiteX35" fmla="*/ 69623 w 362709"/>
              <a:gd name="connsiteY35" fmla="*/ 297105 h 362827"/>
              <a:gd name="connsiteX36" fmla="*/ 68959 w 362709"/>
              <a:gd name="connsiteY36" fmla="*/ 297391 h 362827"/>
              <a:gd name="connsiteX37" fmla="*/ 81006 w 362709"/>
              <a:gd name="connsiteY37" fmla="*/ 257005 h 362827"/>
              <a:gd name="connsiteX38" fmla="*/ 166091 w 362709"/>
              <a:gd name="connsiteY38" fmla="*/ 257005 h 362827"/>
              <a:gd name="connsiteX39" fmla="*/ 166091 w 362709"/>
              <a:gd name="connsiteY39" fmla="*/ 317012 h 362827"/>
              <a:gd name="connsiteX40" fmla="*/ 361017 w 362709"/>
              <a:gd name="connsiteY40" fmla="*/ 208427 h 362827"/>
              <a:gd name="connsiteX41" fmla="*/ 358836 w 362709"/>
              <a:gd name="connsiteY41" fmla="*/ 181376 h 362827"/>
              <a:gd name="connsiteX42" fmla="*/ 309985 w 362709"/>
              <a:gd name="connsiteY42" fmla="*/ 111177 h 362827"/>
              <a:gd name="connsiteX43" fmla="*/ 306191 w 362709"/>
              <a:gd name="connsiteY43" fmla="*/ 108701 h 362827"/>
              <a:gd name="connsiteX44" fmla="*/ 299931 w 362709"/>
              <a:gd name="connsiteY44" fmla="*/ 109939 h 362827"/>
              <a:gd name="connsiteX45" fmla="*/ 234766 w 362709"/>
              <a:gd name="connsiteY45" fmla="*/ 155087 h 362827"/>
              <a:gd name="connsiteX46" fmla="*/ 230971 w 362709"/>
              <a:gd name="connsiteY46" fmla="*/ 160136 h 362827"/>
              <a:gd name="connsiteX47" fmla="*/ 232205 w 362709"/>
              <a:gd name="connsiteY47" fmla="*/ 165184 h 362827"/>
              <a:gd name="connsiteX48" fmla="*/ 276502 w 362709"/>
              <a:gd name="connsiteY48" fmla="*/ 228525 h 362827"/>
              <a:gd name="connsiteX49" fmla="*/ 255728 w 362709"/>
              <a:gd name="connsiteY49" fmla="*/ 226906 h 362827"/>
              <a:gd name="connsiteX50" fmla="*/ 255728 w 362709"/>
              <a:gd name="connsiteY50" fmla="*/ 211856 h 362827"/>
              <a:gd name="connsiteX51" fmla="*/ 250701 w 362709"/>
              <a:gd name="connsiteY51" fmla="*/ 204332 h 362827"/>
              <a:gd name="connsiteX52" fmla="*/ 241880 w 362709"/>
              <a:gd name="connsiteY52" fmla="*/ 208142 h 362827"/>
              <a:gd name="connsiteX53" fmla="*/ 196634 w 362709"/>
              <a:gd name="connsiteY53" fmla="*/ 276055 h 362827"/>
              <a:gd name="connsiteX54" fmla="*/ 196634 w 362709"/>
              <a:gd name="connsiteY54" fmla="*/ 283580 h 362827"/>
              <a:gd name="connsiteX55" fmla="*/ 239319 w 362709"/>
              <a:gd name="connsiteY55" fmla="*/ 359018 h 362827"/>
              <a:gd name="connsiteX56" fmla="*/ 245579 w 362709"/>
              <a:gd name="connsiteY56" fmla="*/ 362828 h 362827"/>
              <a:gd name="connsiteX57" fmla="*/ 246812 w 362709"/>
              <a:gd name="connsiteY57" fmla="*/ 362828 h 362827"/>
              <a:gd name="connsiteX58" fmla="*/ 253073 w 362709"/>
              <a:gd name="connsiteY58" fmla="*/ 355303 h 362827"/>
              <a:gd name="connsiteX59" fmla="*/ 254306 w 362709"/>
              <a:gd name="connsiteY59" fmla="*/ 331395 h 362827"/>
              <a:gd name="connsiteX60" fmla="*/ 285703 w 362709"/>
              <a:gd name="connsiteY60" fmla="*/ 326347 h 362827"/>
              <a:gd name="connsiteX61" fmla="*/ 353524 w 362709"/>
              <a:gd name="connsiteY61" fmla="*/ 223191 h 362827"/>
              <a:gd name="connsiteX62" fmla="*/ 359500 w 362709"/>
              <a:gd name="connsiteY62" fmla="*/ 213476 h 362827"/>
              <a:gd name="connsiteX63" fmla="*/ 359879 w 362709"/>
              <a:gd name="connsiteY63" fmla="*/ 212904 h 362827"/>
              <a:gd name="connsiteX64" fmla="*/ 359879 w 362709"/>
              <a:gd name="connsiteY64" fmla="*/ 212714 h 362827"/>
              <a:gd name="connsiteX65" fmla="*/ 361112 w 362709"/>
              <a:gd name="connsiteY65" fmla="*/ 210618 h 362827"/>
              <a:gd name="connsiteX66" fmla="*/ 360828 w 362709"/>
              <a:gd name="connsiteY66" fmla="*/ 208618 h 362827"/>
              <a:gd name="connsiteX67" fmla="*/ 277166 w 362709"/>
              <a:gd name="connsiteY67" fmla="*/ 313679 h 362827"/>
              <a:gd name="connsiteX68" fmla="*/ 253262 w 362709"/>
              <a:gd name="connsiteY68" fmla="*/ 313679 h 362827"/>
              <a:gd name="connsiteX69" fmla="*/ 245769 w 362709"/>
              <a:gd name="connsiteY69" fmla="*/ 312440 h 362827"/>
              <a:gd name="connsiteX70" fmla="*/ 240741 w 362709"/>
              <a:gd name="connsiteY70" fmla="*/ 318727 h 362827"/>
              <a:gd name="connsiteX71" fmla="*/ 239508 w 362709"/>
              <a:gd name="connsiteY71" fmla="*/ 330062 h 362827"/>
              <a:gd name="connsiteX72" fmla="*/ 211906 w 362709"/>
              <a:gd name="connsiteY72" fmla="*/ 279770 h 362827"/>
              <a:gd name="connsiteX73" fmla="*/ 240836 w 362709"/>
              <a:gd name="connsiteY73" fmla="*/ 235764 h 362827"/>
              <a:gd name="connsiteX74" fmla="*/ 247097 w 362709"/>
              <a:gd name="connsiteY74" fmla="*/ 242051 h 362827"/>
              <a:gd name="connsiteX75" fmla="*/ 327534 w 362709"/>
              <a:gd name="connsiteY75" fmla="*/ 239574 h 362827"/>
              <a:gd name="connsiteX76" fmla="*/ 277261 w 362709"/>
              <a:gd name="connsiteY76" fmla="*/ 313774 h 362827"/>
              <a:gd name="connsiteX77" fmla="*/ 295283 w 362709"/>
              <a:gd name="connsiteY77" fmla="*/ 228430 h 362827"/>
              <a:gd name="connsiteX78" fmla="*/ 249847 w 362709"/>
              <a:gd name="connsiteY78" fmla="*/ 162517 h 362827"/>
              <a:gd name="connsiteX79" fmla="*/ 302492 w 362709"/>
              <a:gd name="connsiteY79" fmla="*/ 126131 h 362827"/>
              <a:gd name="connsiteX80" fmla="*/ 346315 w 362709"/>
              <a:gd name="connsiteY80" fmla="*/ 188806 h 362827"/>
              <a:gd name="connsiteX81" fmla="*/ 346315 w 362709"/>
              <a:gd name="connsiteY81" fmla="*/ 205094 h 362827"/>
              <a:gd name="connsiteX82" fmla="*/ 342521 w 362709"/>
              <a:gd name="connsiteY82" fmla="*/ 213857 h 362827"/>
              <a:gd name="connsiteX83" fmla="*/ 342521 w 362709"/>
              <a:gd name="connsiteY83" fmla="*/ 213857 h 362827"/>
              <a:gd name="connsiteX84" fmla="*/ 342426 w 362709"/>
              <a:gd name="connsiteY84" fmla="*/ 214142 h 362827"/>
              <a:gd name="connsiteX85" fmla="*/ 295283 w 362709"/>
              <a:gd name="connsiteY85" fmla="*/ 228335 h 362827"/>
              <a:gd name="connsiteX86" fmla="*/ 133366 w 362709"/>
              <a:gd name="connsiteY86" fmla="*/ 138800 h 362827"/>
              <a:gd name="connsiteX87" fmla="*/ 135927 w 362709"/>
              <a:gd name="connsiteY87" fmla="*/ 140038 h 362827"/>
              <a:gd name="connsiteX88" fmla="*/ 138393 w 362709"/>
              <a:gd name="connsiteY88" fmla="*/ 138800 h 362827"/>
              <a:gd name="connsiteX89" fmla="*/ 143420 w 362709"/>
              <a:gd name="connsiteY89" fmla="*/ 134990 h 362827"/>
              <a:gd name="connsiteX90" fmla="*/ 174912 w 362709"/>
              <a:gd name="connsiteY90" fmla="*/ 68600 h 362827"/>
              <a:gd name="connsiteX91" fmla="*/ 186010 w 362709"/>
              <a:gd name="connsiteY91" fmla="*/ 91746 h 362827"/>
              <a:gd name="connsiteX92" fmla="*/ 168462 w 362709"/>
              <a:gd name="connsiteY92" fmla="*/ 106796 h 362827"/>
              <a:gd name="connsiteX93" fmla="*/ 165996 w 362709"/>
              <a:gd name="connsiteY93" fmla="*/ 115559 h 362827"/>
              <a:gd name="connsiteX94" fmla="*/ 173489 w 362709"/>
              <a:gd name="connsiteY94" fmla="*/ 120607 h 362827"/>
              <a:gd name="connsiteX95" fmla="*/ 256013 w 362709"/>
              <a:gd name="connsiteY95" fmla="*/ 120607 h 362827"/>
              <a:gd name="connsiteX96" fmla="*/ 262273 w 362709"/>
              <a:gd name="connsiteY96" fmla="*/ 116892 h 362827"/>
              <a:gd name="connsiteX97" fmla="*/ 307329 w 362709"/>
              <a:gd name="connsiteY97" fmla="*/ 32977 h 362827"/>
              <a:gd name="connsiteX98" fmla="*/ 307329 w 362709"/>
              <a:gd name="connsiteY98" fmla="*/ 24214 h 362827"/>
              <a:gd name="connsiteX99" fmla="*/ 298603 w 362709"/>
              <a:gd name="connsiteY99" fmla="*/ 22976 h 362827"/>
              <a:gd name="connsiteX100" fmla="*/ 276122 w 362709"/>
              <a:gd name="connsiteY100" fmla="*/ 30500 h 362827"/>
              <a:gd name="connsiteX101" fmla="*/ 254875 w 362709"/>
              <a:gd name="connsiteY101" fmla="*/ 7926 h 362827"/>
              <a:gd name="connsiteX102" fmla="*/ 129761 w 362709"/>
              <a:gd name="connsiteY102" fmla="*/ 306 h 362827"/>
              <a:gd name="connsiteX103" fmla="*/ 129761 w 362709"/>
              <a:gd name="connsiteY103" fmla="*/ 20 h 362827"/>
              <a:gd name="connsiteX104" fmla="*/ 119707 w 362709"/>
              <a:gd name="connsiteY104" fmla="*/ 20 h 362827"/>
              <a:gd name="connsiteX105" fmla="*/ 93337 w 362709"/>
              <a:gd name="connsiteY105" fmla="*/ 17737 h 362827"/>
              <a:gd name="connsiteX106" fmla="*/ 58146 w 362709"/>
              <a:gd name="connsiteY106" fmla="*/ 94794 h 362827"/>
              <a:gd name="connsiteX107" fmla="*/ 56913 w 362709"/>
              <a:gd name="connsiteY107" fmla="*/ 101081 h 362827"/>
              <a:gd name="connsiteX108" fmla="*/ 61940 w 362709"/>
              <a:gd name="connsiteY108" fmla="*/ 104891 h 362827"/>
              <a:gd name="connsiteX109" fmla="*/ 133556 w 362709"/>
              <a:gd name="connsiteY109" fmla="*/ 138990 h 362827"/>
              <a:gd name="connsiteX110" fmla="*/ 247192 w 362709"/>
              <a:gd name="connsiteY110" fmla="*/ 21547 h 362827"/>
              <a:gd name="connsiteX111" fmla="*/ 263412 w 362709"/>
              <a:gd name="connsiteY111" fmla="*/ 41549 h 362827"/>
              <a:gd name="connsiteX112" fmla="*/ 265878 w 362709"/>
              <a:gd name="connsiteY112" fmla="*/ 46598 h 362827"/>
              <a:gd name="connsiteX113" fmla="*/ 273371 w 362709"/>
              <a:gd name="connsiteY113" fmla="*/ 47836 h 362827"/>
              <a:gd name="connsiteX114" fmla="*/ 284659 w 362709"/>
              <a:gd name="connsiteY114" fmla="*/ 42788 h 362827"/>
              <a:gd name="connsiteX115" fmla="*/ 250891 w 362709"/>
              <a:gd name="connsiteY115" fmla="*/ 105462 h 362827"/>
              <a:gd name="connsiteX116" fmla="*/ 193409 w 362709"/>
              <a:gd name="connsiteY116" fmla="*/ 105462 h 362827"/>
              <a:gd name="connsiteX117" fmla="*/ 199669 w 362709"/>
              <a:gd name="connsiteY117" fmla="*/ 99176 h 362827"/>
              <a:gd name="connsiteX118" fmla="*/ 202136 w 362709"/>
              <a:gd name="connsiteY118" fmla="*/ 90413 h 362827"/>
              <a:gd name="connsiteX119" fmla="*/ 154613 w 362709"/>
              <a:gd name="connsiteY119" fmla="*/ 15260 h 362827"/>
              <a:gd name="connsiteX120" fmla="*/ 247097 w 362709"/>
              <a:gd name="connsiteY120" fmla="*/ 21547 h 362827"/>
              <a:gd name="connsiteX121" fmla="*/ 106996 w 362709"/>
              <a:gd name="connsiteY121" fmla="*/ 23928 h 362827"/>
              <a:gd name="connsiteX122" fmla="*/ 121130 w 362709"/>
              <a:gd name="connsiteY122" fmla="*/ 15356 h 362827"/>
              <a:gd name="connsiteX123" fmla="*/ 123406 w 362709"/>
              <a:gd name="connsiteY123" fmla="*/ 15356 h 362827"/>
              <a:gd name="connsiteX124" fmla="*/ 165616 w 362709"/>
              <a:gd name="connsiteY124" fmla="*/ 52694 h 362827"/>
              <a:gd name="connsiteX125" fmla="*/ 132133 w 362709"/>
              <a:gd name="connsiteY125" fmla="*/ 122512 h 362827"/>
              <a:gd name="connsiteX126" fmla="*/ 74366 w 362709"/>
              <a:gd name="connsiteY126" fmla="*/ 94699 h 362827"/>
              <a:gd name="connsiteX127" fmla="*/ 106996 w 362709"/>
              <a:gd name="connsiteY127" fmla="*/ 23928 h 362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362709" h="362827">
                <a:moveTo>
                  <a:pt x="173584" y="242051"/>
                </a:moveTo>
                <a:lnTo>
                  <a:pt x="90776" y="242051"/>
                </a:lnTo>
                <a:cubicBezTo>
                  <a:pt x="95803" y="235002"/>
                  <a:pt x="101779" y="227382"/>
                  <a:pt x="109083" y="219000"/>
                </a:cubicBezTo>
                <a:lnTo>
                  <a:pt x="135453" y="219000"/>
                </a:lnTo>
                <a:cubicBezTo>
                  <a:pt x="137919" y="219000"/>
                  <a:pt x="140480" y="217762"/>
                  <a:pt x="141713" y="215190"/>
                </a:cubicBezTo>
                <a:cubicBezTo>
                  <a:pt x="142946" y="212714"/>
                  <a:pt x="142946" y="208904"/>
                  <a:pt x="141713" y="207665"/>
                </a:cubicBezTo>
                <a:lnTo>
                  <a:pt x="96562" y="139657"/>
                </a:lnTo>
                <a:cubicBezTo>
                  <a:pt x="95329" y="137180"/>
                  <a:pt x="92768" y="135847"/>
                  <a:pt x="90302" y="135847"/>
                </a:cubicBezTo>
                <a:lnTo>
                  <a:pt x="7494" y="135847"/>
                </a:lnTo>
                <a:cubicBezTo>
                  <a:pt x="5027" y="135847"/>
                  <a:pt x="1233" y="137085"/>
                  <a:pt x="0" y="140895"/>
                </a:cubicBezTo>
                <a:cubicBezTo>
                  <a:pt x="0" y="143372"/>
                  <a:pt x="0" y="145943"/>
                  <a:pt x="2466" y="148420"/>
                </a:cubicBezTo>
                <a:lnTo>
                  <a:pt x="18781" y="166041"/>
                </a:lnTo>
                <a:cubicBezTo>
                  <a:pt x="13754" y="171089"/>
                  <a:pt x="7494" y="181186"/>
                  <a:pt x="7494" y="196235"/>
                </a:cubicBezTo>
                <a:cubicBezTo>
                  <a:pt x="7494" y="216428"/>
                  <a:pt x="35096" y="274340"/>
                  <a:pt x="56439" y="308345"/>
                </a:cubicBezTo>
                <a:cubicBezTo>
                  <a:pt x="58905" y="313393"/>
                  <a:pt x="61466" y="315869"/>
                  <a:pt x="62699" y="317203"/>
                </a:cubicBezTo>
                <a:cubicBezTo>
                  <a:pt x="62889" y="317393"/>
                  <a:pt x="63078" y="317393"/>
                  <a:pt x="63268" y="317489"/>
                </a:cubicBezTo>
                <a:cubicBezTo>
                  <a:pt x="70572" y="324918"/>
                  <a:pt x="82524" y="332062"/>
                  <a:pt x="90871" y="332062"/>
                </a:cubicBezTo>
                <a:lnTo>
                  <a:pt x="173489" y="332062"/>
                </a:lnTo>
                <a:cubicBezTo>
                  <a:pt x="177284" y="332062"/>
                  <a:pt x="180983" y="328347"/>
                  <a:pt x="180983" y="324537"/>
                </a:cubicBezTo>
                <a:lnTo>
                  <a:pt x="180983" y="249480"/>
                </a:lnTo>
                <a:cubicBezTo>
                  <a:pt x="180983" y="245765"/>
                  <a:pt x="177189" y="241955"/>
                  <a:pt x="173489" y="241955"/>
                </a:cubicBezTo>
                <a:close/>
                <a:moveTo>
                  <a:pt x="22575" y="196331"/>
                </a:moveTo>
                <a:cubicBezTo>
                  <a:pt x="22575" y="179948"/>
                  <a:pt x="33863" y="172423"/>
                  <a:pt x="33863" y="172423"/>
                </a:cubicBezTo>
                <a:cubicBezTo>
                  <a:pt x="36329" y="171185"/>
                  <a:pt x="37657" y="168613"/>
                  <a:pt x="37657" y="167375"/>
                </a:cubicBezTo>
                <a:cubicBezTo>
                  <a:pt x="37657" y="164898"/>
                  <a:pt x="37657" y="162326"/>
                  <a:pt x="35191" y="161088"/>
                </a:cubicBezTo>
                <a:lnTo>
                  <a:pt x="26370" y="150992"/>
                </a:lnTo>
                <a:lnTo>
                  <a:pt x="86602" y="150992"/>
                </a:lnTo>
                <a:lnTo>
                  <a:pt x="121699" y="203951"/>
                </a:lnTo>
                <a:lnTo>
                  <a:pt x="105384" y="203951"/>
                </a:lnTo>
                <a:cubicBezTo>
                  <a:pt x="102917" y="203951"/>
                  <a:pt x="101589" y="205189"/>
                  <a:pt x="100356" y="206427"/>
                </a:cubicBezTo>
                <a:cubicBezTo>
                  <a:pt x="75315" y="232907"/>
                  <a:pt x="61466" y="256814"/>
                  <a:pt x="55205" y="277007"/>
                </a:cubicBezTo>
                <a:cubicBezTo>
                  <a:pt x="37657" y="244241"/>
                  <a:pt x="22575" y="207761"/>
                  <a:pt x="22575" y="196331"/>
                </a:cubicBezTo>
                <a:close/>
                <a:moveTo>
                  <a:pt x="166091" y="317108"/>
                </a:moveTo>
                <a:lnTo>
                  <a:pt x="90966" y="317108"/>
                </a:lnTo>
                <a:cubicBezTo>
                  <a:pt x="87172" y="317108"/>
                  <a:pt x="75979" y="310821"/>
                  <a:pt x="73418" y="305868"/>
                </a:cubicBezTo>
                <a:lnTo>
                  <a:pt x="69623" y="297105"/>
                </a:lnTo>
                <a:cubicBezTo>
                  <a:pt x="69623" y="297105"/>
                  <a:pt x="69623" y="297105"/>
                  <a:pt x="68959" y="297391"/>
                </a:cubicBezTo>
                <a:cubicBezTo>
                  <a:pt x="67726" y="289866"/>
                  <a:pt x="69244" y="277103"/>
                  <a:pt x="81006" y="257005"/>
                </a:cubicBezTo>
                <a:lnTo>
                  <a:pt x="166091" y="257005"/>
                </a:lnTo>
                <a:lnTo>
                  <a:pt x="166091" y="317012"/>
                </a:lnTo>
                <a:close/>
                <a:moveTo>
                  <a:pt x="361017" y="208427"/>
                </a:moveTo>
                <a:cubicBezTo>
                  <a:pt x="363673" y="199950"/>
                  <a:pt x="363389" y="189187"/>
                  <a:pt x="358836" y="181376"/>
                </a:cubicBezTo>
                <a:lnTo>
                  <a:pt x="309985" y="111177"/>
                </a:lnTo>
                <a:cubicBezTo>
                  <a:pt x="308752" y="109939"/>
                  <a:pt x="307519" y="108701"/>
                  <a:pt x="306191" y="108701"/>
                </a:cubicBezTo>
                <a:cubicBezTo>
                  <a:pt x="303725" y="108701"/>
                  <a:pt x="301164" y="108701"/>
                  <a:pt x="299931" y="109939"/>
                </a:cubicBezTo>
                <a:lnTo>
                  <a:pt x="234766" y="155087"/>
                </a:lnTo>
                <a:cubicBezTo>
                  <a:pt x="233532" y="156326"/>
                  <a:pt x="232299" y="157564"/>
                  <a:pt x="230971" y="160136"/>
                </a:cubicBezTo>
                <a:cubicBezTo>
                  <a:pt x="230971" y="161374"/>
                  <a:pt x="232205" y="163850"/>
                  <a:pt x="232205" y="165184"/>
                </a:cubicBezTo>
                <a:cubicBezTo>
                  <a:pt x="232205" y="165184"/>
                  <a:pt x="246973" y="186298"/>
                  <a:pt x="276502" y="228525"/>
                </a:cubicBezTo>
                <a:cubicBezTo>
                  <a:pt x="270146" y="228239"/>
                  <a:pt x="263222" y="227763"/>
                  <a:pt x="255728" y="226906"/>
                </a:cubicBezTo>
                <a:lnTo>
                  <a:pt x="255728" y="211856"/>
                </a:lnTo>
                <a:cubicBezTo>
                  <a:pt x="255728" y="208046"/>
                  <a:pt x="253262" y="205570"/>
                  <a:pt x="250701" y="204332"/>
                </a:cubicBezTo>
                <a:cubicBezTo>
                  <a:pt x="246907" y="203093"/>
                  <a:pt x="244441" y="204332"/>
                  <a:pt x="241880" y="208142"/>
                </a:cubicBezTo>
                <a:lnTo>
                  <a:pt x="196634" y="276055"/>
                </a:lnTo>
                <a:cubicBezTo>
                  <a:pt x="195401" y="277293"/>
                  <a:pt x="195401" y="281103"/>
                  <a:pt x="196634" y="283580"/>
                </a:cubicBezTo>
                <a:lnTo>
                  <a:pt x="239319" y="359018"/>
                </a:lnTo>
                <a:cubicBezTo>
                  <a:pt x="240552" y="361494"/>
                  <a:pt x="243113" y="362828"/>
                  <a:pt x="245579" y="362828"/>
                </a:cubicBezTo>
                <a:lnTo>
                  <a:pt x="246812" y="362828"/>
                </a:lnTo>
                <a:cubicBezTo>
                  <a:pt x="250606" y="361589"/>
                  <a:pt x="253073" y="359018"/>
                  <a:pt x="253073" y="355303"/>
                </a:cubicBezTo>
                <a:lnTo>
                  <a:pt x="254306" y="331395"/>
                </a:lnTo>
                <a:cubicBezTo>
                  <a:pt x="263127" y="333872"/>
                  <a:pt x="274415" y="333872"/>
                  <a:pt x="285703" y="326347"/>
                </a:cubicBezTo>
                <a:cubicBezTo>
                  <a:pt x="300784" y="315012"/>
                  <a:pt x="332181" y="262148"/>
                  <a:pt x="353524" y="223191"/>
                </a:cubicBezTo>
                <a:cubicBezTo>
                  <a:pt x="356749" y="219191"/>
                  <a:pt x="358361" y="215762"/>
                  <a:pt x="359500" y="213476"/>
                </a:cubicBezTo>
                <a:cubicBezTo>
                  <a:pt x="359594" y="213285"/>
                  <a:pt x="359689" y="213095"/>
                  <a:pt x="359879" y="212904"/>
                </a:cubicBezTo>
                <a:lnTo>
                  <a:pt x="359879" y="212714"/>
                </a:lnTo>
                <a:cubicBezTo>
                  <a:pt x="360353" y="211761"/>
                  <a:pt x="360733" y="210999"/>
                  <a:pt x="361112" y="210618"/>
                </a:cubicBezTo>
                <a:cubicBezTo>
                  <a:pt x="361112" y="209951"/>
                  <a:pt x="360922" y="209285"/>
                  <a:pt x="360828" y="208618"/>
                </a:cubicBezTo>
                <a:close/>
                <a:moveTo>
                  <a:pt x="277166" y="313679"/>
                </a:moveTo>
                <a:cubicBezTo>
                  <a:pt x="265878" y="322442"/>
                  <a:pt x="253262" y="313679"/>
                  <a:pt x="253262" y="313679"/>
                </a:cubicBezTo>
                <a:cubicBezTo>
                  <a:pt x="250701" y="312440"/>
                  <a:pt x="247002" y="311202"/>
                  <a:pt x="245769" y="312440"/>
                </a:cubicBezTo>
                <a:cubicBezTo>
                  <a:pt x="243303" y="313679"/>
                  <a:pt x="240741" y="316250"/>
                  <a:pt x="240741" y="318727"/>
                </a:cubicBezTo>
                <a:lnTo>
                  <a:pt x="239508" y="330062"/>
                </a:lnTo>
                <a:lnTo>
                  <a:pt x="211906" y="279770"/>
                </a:lnTo>
                <a:lnTo>
                  <a:pt x="240836" y="235764"/>
                </a:lnTo>
                <a:cubicBezTo>
                  <a:pt x="242069" y="239574"/>
                  <a:pt x="244630" y="242051"/>
                  <a:pt x="247097" y="242051"/>
                </a:cubicBezTo>
                <a:cubicBezTo>
                  <a:pt x="286082" y="247099"/>
                  <a:pt x="311219" y="244527"/>
                  <a:pt x="327534" y="239574"/>
                </a:cubicBezTo>
                <a:cubicBezTo>
                  <a:pt x="303630" y="279865"/>
                  <a:pt x="286082" y="307487"/>
                  <a:pt x="277261" y="313774"/>
                </a:cubicBezTo>
                <a:close/>
                <a:moveTo>
                  <a:pt x="295283" y="228430"/>
                </a:moveTo>
                <a:cubicBezTo>
                  <a:pt x="291394" y="222810"/>
                  <a:pt x="280580" y="207189"/>
                  <a:pt x="249847" y="162517"/>
                </a:cubicBezTo>
                <a:lnTo>
                  <a:pt x="302492" y="126131"/>
                </a:lnTo>
                <a:lnTo>
                  <a:pt x="346315" y="188806"/>
                </a:lnTo>
                <a:cubicBezTo>
                  <a:pt x="348781" y="192616"/>
                  <a:pt x="348781" y="200141"/>
                  <a:pt x="346315" y="205094"/>
                </a:cubicBezTo>
                <a:lnTo>
                  <a:pt x="342521" y="213857"/>
                </a:lnTo>
                <a:lnTo>
                  <a:pt x="342521" y="213857"/>
                </a:lnTo>
                <a:cubicBezTo>
                  <a:pt x="342521" y="213857"/>
                  <a:pt x="342521" y="214047"/>
                  <a:pt x="342426" y="214142"/>
                </a:cubicBezTo>
                <a:cubicBezTo>
                  <a:pt x="336924" y="219667"/>
                  <a:pt x="324024" y="227096"/>
                  <a:pt x="295283" y="228335"/>
                </a:cubicBezTo>
                <a:close/>
                <a:moveTo>
                  <a:pt x="133366" y="138800"/>
                </a:moveTo>
                <a:cubicBezTo>
                  <a:pt x="134599" y="138800"/>
                  <a:pt x="134599" y="140038"/>
                  <a:pt x="135927" y="140038"/>
                </a:cubicBezTo>
                <a:cubicBezTo>
                  <a:pt x="137255" y="140038"/>
                  <a:pt x="138393" y="138800"/>
                  <a:pt x="138393" y="138800"/>
                </a:cubicBezTo>
                <a:cubicBezTo>
                  <a:pt x="140954" y="138800"/>
                  <a:pt x="142187" y="137561"/>
                  <a:pt x="143420" y="134990"/>
                </a:cubicBezTo>
                <a:cubicBezTo>
                  <a:pt x="143420" y="134990"/>
                  <a:pt x="153921" y="112860"/>
                  <a:pt x="174912" y="68600"/>
                </a:cubicBezTo>
                <a:cubicBezTo>
                  <a:pt x="178517" y="75363"/>
                  <a:pt x="182216" y="83078"/>
                  <a:pt x="186010" y="91746"/>
                </a:cubicBezTo>
                <a:lnTo>
                  <a:pt x="168462" y="106796"/>
                </a:lnTo>
                <a:cubicBezTo>
                  <a:pt x="165996" y="109272"/>
                  <a:pt x="165996" y="113082"/>
                  <a:pt x="165996" y="115559"/>
                </a:cubicBezTo>
                <a:cubicBezTo>
                  <a:pt x="167229" y="118035"/>
                  <a:pt x="171023" y="120607"/>
                  <a:pt x="173489" y="120607"/>
                </a:cubicBezTo>
                <a:lnTo>
                  <a:pt x="256013" y="120607"/>
                </a:lnTo>
                <a:cubicBezTo>
                  <a:pt x="258479" y="120607"/>
                  <a:pt x="261040" y="119369"/>
                  <a:pt x="262273" y="116892"/>
                </a:cubicBezTo>
                <a:lnTo>
                  <a:pt x="307329" y="32977"/>
                </a:lnTo>
                <a:cubicBezTo>
                  <a:pt x="309796" y="30500"/>
                  <a:pt x="308563" y="26690"/>
                  <a:pt x="307329" y="24214"/>
                </a:cubicBezTo>
                <a:cubicBezTo>
                  <a:pt x="304863" y="21737"/>
                  <a:pt x="301069" y="21737"/>
                  <a:pt x="298603" y="22976"/>
                </a:cubicBezTo>
                <a:lnTo>
                  <a:pt x="276122" y="30500"/>
                </a:lnTo>
                <a:cubicBezTo>
                  <a:pt x="273656" y="24214"/>
                  <a:pt x="267396" y="14213"/>
                  <a:pt x="254875" y="7926"/>
                </a:cubicBezTo>
                <a:cubicBezTo>
                  <a:pt x="237896" y="687"/>
                  <a:pt x="179940" y="-742"/>
                  <a:pt x="129761" y="306"/>
                </a:cubicBezTo>
                <a:cubicBezTo>
                  <a:pt x="129761" y="211"/>
                  <a:pt x="129761" y="116"/>
                  <a:pt x="129761" y="20"/>
                </a:cubicBezTo>
                <a:lnTo>
                  <a:pt x="119707" y="20"/>
                </a:lnTo>
                <a:cubicBezTo>
                  <a:pt x="110885" y="1259"/>
                  <a:pt x="98364" y="8879"/>
                  <a:pt x="93337" y="17737"/>
                </a:cubicBezTo>
                <a:lnTo>
                  <a:pt x="58146" y="94794"/>
                </a:lnTo>
                <a:cubicBezTo>
                  <a:pt x="56913" y="96032"/>
                  <a:pt x="56913" y="98604"/>
                  <a:pt x="56913" y="101081"/>
                </a:cubicBezTo>
                <a:cubicBezTo>
                  <a:pt x="58146" y="102319"/>
                  <a:pt x="59474" y="103652"/>
                  <a:pt x="61940" y="104891"/>
                </a:cubicBezTo>
                <a:lnTo>
                  <a:pt x="133556" y="138990"/>
                </a:lnTo>
                <a:close/>
                <a:moveTo>
                  <a:pt x="247192" y="21547"/>
                </a:moveTo>
                <a:cubicBezTo>
                  <a:pt x="262179" y="27833"/>
                  <a:pt x="263412" y="40311"/>
                  <a:pt x="263412" y="41549"/>
                </a:cubicBezTo>
                <a:cubicBezTo>
                  <a:pt x="263412" y="42788"/>
                  <a:pt x="264645" y="45264"/>
                  <a:pt x="265878" y="46598"/>
                </a:cubicBezTo>
                <a:cubicBezTo>
                  <a:pt x="268344" y="47836"/>
                  <a:pt x="270905" y="49074"/>
                  <a:pt x="273371" y="47836"/>
                </a:cubicBezTo>
                <a:lnTo>
                  <a:pt x="284659" y="42788"/>
                </a:lnTo>
                <a:lnTo>
                  <a:pt x="250891" y="105462"/>
                </a:lnTo>
                <a:lnTo>
                  <a:pt x="193409" y="105462"/>
                </a:lnTo>
                <a:lnTo>
                  <a:pt x="199669" y="99176"/>
                </a:lnTo>
                <a:cubicBezTo>
                  <a:pt x="202136" y="96699"/>
                  <a:pt x="203463" y="92889"/>
                  <a:pt x="202136" y="90413"/>
                </a:cubicBezTo>
                <a:cubicBezTo>
                  <a:pt x="184587" y="50312"/>
                  <a:pt x="168367" y="27738"/>
                  <a:pt x="154613" y="15260"/>
                </a:cubicBezTo>
                <a:cubicBezTo>
                  <a:pt x="204602" y="15260"/>
                  <a:pt x="238370" y="16499"/>
                  <a:pt x="247097" y="21547"/>
                </a:cubicBezTo>
                <a:close/>
                <a:moveTo>
                  <a:pt x="106996" y="23928"/>
                </a:moveTo>
                <a:cubicBezTo>
                  <a:pt x="109368" y="20309"/>
                  <a:pt x="115154" y="16784"/>
                  <a:pt x="121130" y="15356"/>
                </a:cubicBezTo>
                <a:lnTo>
                  <a:pt x="123406" y="15356"/>
                </a:lnTo>
                <a:cubicBezTo>
                  <a:pt x="129097" y="16308"/>
                  <a:pt x="145033" y="20309"/>
                  <a:pt x="165616" y="52694"/>
                </a:cubicBezTo>
                <a:cubicBezTo>
                  <a:pt x="162676" y="58790"/>
                  <a:pt x="154613" y="75554"/>
                  <a:pt x="132133" y="122512"/>
                </a:cubicBezTo>
                <a:lnTo>
                  <a:pt x="74366" y="94699"/>
                </a:lnTo>
                <a:lnTo>
                  <a:pt x="106996" y="23928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6" name="object 80">
            <a:extLst>
              <a:ext uri="{FF2B5EF4-FFF2-40B4-BE49-F238E27FC236}">
                <a16:creationId xmlns:a16="http://schemas.microsoft.com/office/drawing/2014/main" id="{E2A3D3CA-0D62-541E-3029-F25ADDE21EA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2200321" y="5507569"/>
            <a:ext cx="485775" cy="482600"/>
          </a:xfrm>
          <a:custGeom>
            <a:avLst/>
            <a:gdLst/>
            <a:ahLst/>
            <a:cxnLst/>
            <a:rect l="l" t="t" r="r" b="b"/>
            <a:pathLst>
              <a:path w="485775" h="482600">
                <a:moveTo>
                  <a:pt x="330657" y="270510"/>
                </a:moveTo>
                <a:lnTo>
                  <a:pt x="327304" y="271780"/>
                </a:lnTo>
                <a:lnTo>
                  <a:pt x="263372" y="367030"/>
                </a:lnTo>
                <a:lnTo>
                  <a:pt x="261696" y="369570"/>
                </a:lnTo>
                <a:lnTo>
                  <a:pt x="261696" y="374650"/>
                </a:lnTo>
                <a:lnTo>
                  <a:pt x="263372" y="377190"/>
                </a:lnTo>
                <a:lnTo>
                  <a:pt x="320573" y="478790"/>
                </a:lnTo>
                <a:lnTo>
                  <a:pt x="322249" y="481330"/>
                </a:lnTo>
                <a:lnTo>
                  <a:pt x="325615" y="482600"/>
                </a:lnTo>
                <a:lnTo>
                  <a:pt x="330657" y="482600"/>
                </a:lnTo>
                <a:lnTo>
                  <a:pt x="335711" y="481330"/>
                </a:lnTo>
                <a:lnTo>
                  <a:pt x="339077" y="478790"/>
                </a:lnTo>
                <a:lnTo>
                  <a:pt x="339077" y="473710"/>
                </a:lnTo>
                <a:lnTo>
                  <a:pt x="340624" y="443230"/>
                </a:lnTo>
                <a:lnTo>
                  <a:pt x="340689" y="441960"/>
                </a:lnTo>
                <a:lnTo>
                  <a:pt x="340753" y="440690"/>
                </a:lnTo>
                <a:lnTo>
                  <a:pt x="371502" y="440690"/>
                </a:lnTo>
                <a:lnTo>
                  <a:pt x="373762" y="439420"/>
                </a:lnTo>
                <a:lnTo>
                  <a:pt x="320573" y="439420"/>
                </a:lnTo>
                <a:lnTo>
                  <a:pt x="283565" y="372110"/>
                </a:lnTo>
                <a:lnTo>
                  <a:pt x="322249" y="313690"/>
                </a:lnTo>
                <a:lnTo>
                  <a:pt x="464131" y="313690"/>
                </a:lnTo>
                <a:lnTo>
                  <a:pt x="469255" y="304800"/>
                </a:lnTo>
                <a:lnTo>
                  <a:pt x="370268" y="304800"/>
                </a:lnTo>
                <a:lnTo>
                  <a:pt x="363750" y="303530"/>
                </a:lnTo>
                <a:lnTo>
                  <a:pt x="356949" y="303530"/>
                </a:lnTo>
                <a:lnTo>
                  <a:pt x="349848" y="302260"/>
                </a:lnTo>
                <a:lnTo>
                  <a:pt x="342430" y="302260"/>
                </a:lnTo>
                <a:lnTo>
                  <a:pt x="342430" y="276860"/>
                </a:lnTo>
                <a:lnTo>
                  <a:pt x="339077" y="273050"/>
                </a:lnTo>
                <a:lnTo>
                  <a:pt x="335711" y="271780"/>
                </a:lnTo>
                <a:lnTo>
                  <a:pt x="330657" y="270510"/>
                </a:lnTo>
                <a:close/>
              </a:path>
              <a:path w="485775" h="482600">
                <a:moveTo>
                  <a:pt x="371502" y="440690"/>
                </a:moveTo>
                <a:lnTo>
                  <a:pt x="340753" y="440690"/>
                </a:lnTo>
                <a:lnTo>
                  <a:pt x="350161" y="443230"/>
                </a:lnTo>
                <a:lnTo>
                  <a:pt x="360516" y="443230"/>
                </a:lnTo>
                <a:lnTo>
                  <a:pt x="371502" y="440690"/>
                </a:lnTo>
                <a:close/>
              </a:path>
              <a:path w="485775" h="482600">
                <a:moveTo>
                  <a:pt x="242430" y="342900"/>
                </a:moveTo>
                <a:lnTo>
                  <a:pt x="222313" y="342900"/>
                </a:lnTo>
                <a:lnTo>
                  <a:pt x="222313" y="422910"/>
                </a:lnTo>
                <a:lnTo>
                  <a:pt x="84721" y="422910"/>
                </a:lnTo>
                <a:lnTo>
                  <a:pt x="93047" y="430530"/>
                </a:lnTo>
                <a:lnTo>
                  <a:pt x="102662" y="436880"/>
                </a:lnTo>
                <a:lnTo>
                  <a:pt x="112555" y="440690"/>
                </a:lnTo>
                <a:lnTo>
                  <a:pt x="121716" y="441960"/>
                </a:lnTo>
                <a:lnTo>
                  <a:pt x="237401" y="441960"/>
                </a:lnTo>
                <a:lnTo>
                  <a:pt x="242430" y="436880"/>
                </a:lnTo>
                <a:lnTo>
                  <a:pt x="242430" y="342900"/>
                </a:lnTo>
                <a:close/>
              </a:path>
              <a:path w="485775" h="482600">
                <a:moveTo>
                  <a:pt x="330657" y="414020"/>
                </a:moveTo>
                <a:lnTo>
                  <a:pt x="328980" y="416560"/>
                </a:lnTo>
                <a:lnTo>
                  <a:pt x="325615" y="417830"/>
                </a:lnTo>
                <a:lnTo>
                  <a:pt x="322249" y="421640"/>
                </a:lnTo>
                <a:lnTo>
                  <a:pt x="322249" y="424180"/>
                </a:lnTo>
                <a:lnTo>
                  <a:pt x="320573" y="439420"/>
                </a:lnTo>
                <a:lnTo>
                  <a:pt x="373762" y="439420"/>
                </a:lnTo>
                <a:lnTo>
                  <a:pt x="382803" y="434340"/>
                </a:lnTo>
                <a:lnTo>
                  <a:pt x="393317" y="422910"/>
                </a:lnTo>
                <a:lnTo>
                  <a:pt x="359651" y="422910"/>
                </a:lnTo>
                <a:lnTo>
                  <a:pt x="349377" y="421640"/>
                </a:lnTo>
                <a:lnTo>
                  <a:pt x="341941" y="419100"/>
                </a:lnTo>
                <a:lnTo>
                  <a:pt x="339077" y="417830"/>
                </a:lnTo>
                <a:lnTo>
                  <a:pt x="335711" y="416560"/>
                </a:lnTo>
                <a:lnTo>
                  <a:pt x="330657" y="414020"/>
                </a:lnTo>
                <a:close/>
              </a:path>
              <a:path w="485775" h="482600">
                <a:moveTo>
                  <a:pt x="124282" y="180340"/>
                </a:moveTo>
                <a:lnTo>
                  <a:pt x="6718" y="180340"/>
                </a:lnTo>
                <a:lnTo>
                  <a:pt x="1676" y="182880"/>
                </a:lnTo>
                <a:lnTo>
                  <a:pt x="0" y="187960"/>
                </a:lnTo>
                <a:lnTo>
                  <a:pt x="0" y="194310"/>
                </a:lnTo>
                <a:lnTo>
                  <a:pt x="3365" y="198120"/>
                </a:lnTo>
                <a:lnTo>
                  <a:pt x="25196" y="220980"/>
                </a:lnTo>
                <a:lnTo>
                  <a:pt x="20001" y="227330"/>
                </a:lnTo>
                <a:lnTo>
                  <a:pt x="15120" y="236220"/>
                </a:lnTo>
                <a:lnTo>
                  <a:pt x="11500" y="247650"/>
                </a:lnTo>
                <a:lnTo>
                  <a:pt x="10083" y="261620"/>
                </a:lnTo>
                <a:lnTo>
                  <a:pt x="16302" y="289560"/>
                </a:lnTo>
                <a:lnTo>
                  <a:pt x="32124" y="328930"/>
                </a:lnTo>
                <a:lnTo>
                  <a:pt x="53299" y="372110"/>
                </a:lnTo>
                <a:lnTo>
                  <a:pt x="75577" y="411480"/>
                </a:lnTo>
                <a:lnTo>
                  <a:pt x="78930" y="417830"/>
                </a:lnTo>
                <a:lnTo>
                  <a:pt x="84226" y="422910"/>
                </a:lnTo>
                <a:lnTo>
                  <a:pt x="121716" y="422910"/>
                </a:lnTo>
                <a:lnTo>
                  <a:pt x="116399" y="421640"/>
                </a:lnTo>
                <a:lnTo>
                  <a:pt x="109353" y="417830"/>
                </a:lnTo>
                <a:lnTo>
                  <a:pt x="102621" y="412750"/>
                </a:lnTo>
                <a:lnTo>
                  <a:pt x="98247" y="407670"/>
                </a:lnTo>
                <a:lnTo>
                  <a:pt x="93218" y="396240"/>
                </a:lnTo>
                <a:lnTo>
                  <a:pt x="92303" y="396240"/>
                </a:lnTo>
                <a:lnTo>
                  <a:pt x="91912" y="387350"/>
                </a:lnTo>
                <a:lnTo>
                  <a:pt x="93840" y="375920"/>
                </a:lnTo>
                <a:lnTo>
                  <a:pt x="96433" y="368300"/>
                </a:lnTo>
                <a:lnTo>
                  <a:pt x="73901" y="368300"/>
                </a:lnTo>
                <a:lnTo>
                  <a:pt x="57154" y="335280"/>
                </a:lnTo>
                <a:lnTo>
                  <a:pt x="43243" y="304800"/>
                </a:lnTo>
                <a:lnTo>
                  <a:pt x="33742" y="278130"/>
                </a:lnTo>
                <a:lnTo>
                  <a:pt x="30226" y="261620"/>
                </a:lnTo>
                <a:lnTo>
                  <a:pt x="32589" y="247650"/>
                </a:lnTo>
                <a:lnTo>
                  <a:pt x="37788" y="237490"/>
                </a:lnTo>
                <a:lnTo>
                  <a:pt x="42988" y="231140"/>
                </a:lnTo>
                <a:lnTo>
                  <a:pt x="45351" y="229870"/>
                </a:lnTo>
                <a:lnTo>
                  <a:pt x="48704" y="227330"/>
                </a:lnTo>
                <a:lnTo>
                  <a:pt x="50380" y="224790"/>
                </a:lnTo>
                <a:lnTo>
                  <a:pt x="50380" y="215900"/>
                </a:lnTo>
                <a:lnTo>
                  <a:pt x="47028" y="214630"/>
                </a:lnTo>
                <a:lnTo>
                  <a:pt x="35267" y="200660"/>
                </a:lnTo>
                <a:lnTo>
                  <a:pt x="139391" y="200660"/>
                </a:lnTo>
                <a:lnTo>
                  <a:pt x="127635" y="182880"/>
                </a:lnTo>
                <a:lnTo>
                  <a:pt x="124282" y="180340"/>
                </a:lnTo>
                <a:close/>
              </a:path>
              <a:path w="485775" h="482600">
                <a:moveTo>
                  <a:pt x="461204" y="318770"/>
                </a:moveTo>
                <a:lnTo>
                  <a:pt x="438315" y="318770"/>
                </a:lnTo>
                <a:lnTo>
                  <a:pt x="415977" y="355600"/>
                </a:lnTo>
                <a:lnTo>
                  <a:pt x="397105" y="384810"/>
                </a:lnTo>
                <a:lnTo>
                  <a:pt x="382016" y="406400"/>
                </a:lnTo>
                <a:lnTo>
                  <a:pt x="371030" y="417830"/>
                </a:lnTo>
                <a:lnTo>
                  <a:pt x="359651" y="422910"/>
                </a:lnTo>
                <a:lnTo>
                  <a:pt x="393317" y="422910"/>
                </a:lnTo>
                <a:lnTo>
                  <a:pt x="401494" y="414020"/>
                </a:lnTo>
                <a:lnTo>
                  <a:pt x="425072" y="379730"/>
                </a:lnTo>
                <a:lnTo>
                  <a:pt x="450226" y="337820"/>
                </a:lnTo>
                <a:lnTo>
                  <a:pt x="461204" y="318770"/>
                </a:lnTo>
                <a:close/>
              </a:path>
              <a:path w="485775" h="482600">
                <a:moveTo>
                  <a:pt x="139391" y="200660"/>
                </a:moveTo>
                <a:lnTo>
                  <a:pt x="115887" y="200660"/>
                </a:lnTo>
                <a:lnTo>
                  <a:pt x="162902" y="271780"/>
                </a:lnTo>
                <a:lnTo>
                  <a:pt x="137718" y="271780"/>
                </a:lnTo>
                <a:lnTo>
                  <a:pt x="111922" y="300990"/>
                </a:lnTo>
                <a:lnTo>
                  <a:pt x="82166" y="347980"/>
                </a:lnTo>
                <a:lnTo>
                  <a:pt x="73901" y="368300"/>
                </a:lnTo>
                <a:lnTo>
                  <a:pt x="96433" y="368300"/>
                </a:lnTo>
                <a:lnTo>
                  <a:pt x="99025" y="360680"/>
                </a:lnTo>
                <a:lnTo>
                  <a:pt x="108407" y="342900"/>
                </a:lnTo>
                <a:lnTo>
                  <a:pt x="242430" y="342900"/>
                </a:lnTo>
                <a:lnTo>
                  <a:pt x="242430" y="327660"/>
                </a:lnTo>
                <a:lnTo>
                  <a:pt x="237401" y="322580"/>
                </a:lnTo>
                <a:lnTo>
                  <a:pt x="121551" y="322580"/>
                </a:lnTo>
                <a:lnTo>
                  <a:pt x="126841" y="314960"/>
                </a:lnTo>
                <a:lnTo>
                  <a:pt x="132665" y="307340"/>
                </a:lnTo>
                <a:lnTo>
                  <a:pt x="139073" y="299720"/>
                </a:lnTo>
                <a:lnTo>
                  <a:pt x="146113" y="292100"/>
                </a:lnTo>
                <a:lnTo>
                  <a:pt x="184734" y="292100"/>
                </a:lnTo>
                <a:lnTo>
                  <a:pt x="188099" y="289560"/>
                </a:lnTo>
                <a:lnTo>
                  <a:pt x="191465" y="283210"/>
                </a:lnTo>
                <a:lnTo>
                  <a:pt x="191465" y="278130"/>
                </a:lnTo>
                <a:lnTo>
                  <a:pt x="189776" y="276860"/>
                </a:lnTo>
                <a:lnTo>
                  <a:pt x="139391" y="200660"/>
                </a:lnTo>
                <a:close/>
              </a:path>
              <a:path w="485775" h="482600">
                <a:moveTo>
                  <a:pt x="464131" y="313690"/>
                </a:moveTo>
                <a:lnTo>
                  <a:pt x="322249" y="313690"/>
                </a:lnTo>
                <a:lnTo>
                  <a:pt x="323926" y="318770"/>
                </a:lnTo>
                <a:lnTo>
                  <a:pt x="327304" y="322580"/>
                </a:lnTo>
                <a:lnTo>
                  <a:pt x="330657" y="322580"/>
                </a:lnTo>
                <a:lnTo>
                  <a:pt x="366404" y="325120"/>
                </a:lnTo>
                <a:lnTo>
                  <a:pt x="395844" y="325120"/>
                </a:lnTo>
                <a:lnTo>
                  <a:pt x="419605" y="322580"/>
                </a:lnTo>
                <a:lnTo>
                  <a:pt x="438315" y="318770"/>
                </a:lnTo>
                <a:lnTo>
                  <a:pt x="461204" y="318770"/>
                </a:lnTo>
                <a:lnTo>
                  <a:pt x="464131" y="313690"/>
                </a:lnTo>
                <a:close/>
              </a:path>
              <a:path w="485775" h="482600">
                <a:moveTo>
                  <a:pt x="411632" y="144780"/>
                </a:moveTo>
                <a:lnTo>
                  <a:pt x="403237" y="144780"/>
                </a:lnTo>
                <a:lnTo>
                  <a:pt x="401561" y="146050"/>
                </a:lnTo>
                <a:lnTo>
                  <a:pt x="314312" y="207010"/>
                </a:lnTo>
                <a:lnTo>
                  <a:pt x="310946" y="209550"/>
                </a:lnTo>
                <a:lnTo>
                  <a:pt x="309283" y="213360"/>
                </a:lnTo>
                <a:lnTo>
                  <a:pt x="309283" y="214630"/>
                </a:lnTo>
                <a:lnTo>
                  <a:pt x="310946" y="218440"/>
                </a:lnTo>
                <a:lnTo>
                  <a:pt x="310946" y="219710"/>
                </a:lnTo>
                <a:lnTo>
                  <a:pt x="370268" y="304800"/>
                </a:lnTo>
                <a:lnTo>
                  <a:pt x="395338" y="304800"/>
                </a:lnTo>
                <a:lnTo>
                  <a:pt x="334454" y="215900"/>
                </a:lnTo>
                <a:lnTo>
                  <a:pt x="404914" y="167640"/>
                </a:lnTo>
                <a:lnTo>
                  <a:pt x="429135" y="167640"/>
                </a:lnTo>
                <a:lnTo>
                  <a:pt x="414985" y="147320"/>
                </a:lnTo>
                <a:lnTo>
                  <a:pt x="411632" y="144780"/>
                </a:lnTo>
                <a:close/>
              </a:path>
              <a:path w="485775" h="482600">
                <a:moveTo>
                  <a:pt x="429135" y="167640"/>
                </a:moveTo>
                <a:lnTo>
                  <a:pt x="404914" y="167640"/>
                </a:lnTo>
                <a:lnTo>
                  <a:pt x="463638" y="251460"/>
                </a:lnTo>
                <a:lnTo>
                  <a:pt x="467004" y="256540"/>
                </a:lnTo>
                <a:lnTo>
                  <a:pt x="467004" y="266700"/>
                </a:lnTo>
                <a:lnTo>
                  <a:pt x="463638" y="273050"/>
                </a:lnTo>
                <a:lnTo>
                  <a:pt x="458609" y="284480"/>
                </a:lnTo>
                <a:lnTo>
                  <a:pt x="420453" y="300990"/>
                </a:lnTo>
                <a:lnTo>
                  <a:pt x="395338" y="304800"/>
                </a:lnTo>
                <a:lnTo>
                  <a:pt x="469255" y="304800"/>
                </a:lnTo>
                <a:lnTo>
                  <a:pt x="473646" y="297180"/>
                </a:lnTo>
                <a:lnTo>
                  <a:pt x="477951" y="292100"/>
                </a:lnTo>
                <a:lnTo>
                  <a:pt x="481596" y="284480"/>
                </a:lnTo>
                <a:lnTo>
                  <a:pt x="482104" y="283210"/>
                </a:lnTo>
                <a:lnTo>
                  <a:pt x="482714" y="281940"/>
                </a:lnTo>
                <a:lnTo>
                  <a:pt x="483247" y="280670"/>
                </a:lnTo>
                <a:lnTo>
                  <a:pt x="483730" y="280670"/>
                </a:lnTo>
                <a:lnTo>
                  <a:pt x="483730" y="279400"/>
                </a:lnTo>
                <a:lnTo>
                  <a:pt x="483298" y="278130"/>
                </a:lnTo>
                <a:lnTo>
                  <a:pt x="485177" y="269240"/>
                </a:lnTo>
                <a:lnTo>
                  <a:pt x="485240" y="266700"/>
                </a:lnTo>
                <a:lnTo>
                  <a:pt x="485367" y="261620"/>
                </a:lnTo>
                <a:lnTo>
                  <a:pt x="485430" y="259080"/>
                </a:lnTo>
                <a:lnTo>
                  <a:pt x="483900" y="250190"/>
                </a:lnTo>
                <a:lnTo>
                  <a:pt x="480428" y="241300"/>
                </a:lnTo>
                <a:lnTo>
                  <a:pt x="429135" y="167640"/>
                </a:lnTo>
                <a:close/>
              </a:path>
              <a:path w="485775" h="482600">
                <a:moveTo>
                  <a:pt x="185242" y="184150"/>
                </a:moveTo>
                <a:lnTo>
                  <a:pt x="180200" y="184150"/>
                </a:lnTo>
                <a:lnTo>
                  <a:pt x="180200" y="186690"/>
                </a:lnTo>
                <a:lnTo>
                  <a:pt x="183565" y="186690"/>
                </a:lnTo>
                <a:lnTo>
                  <a:pt x="185242" y="184150"/>
                </a:lnTo>
                <a:close/>
              </a:path>
              <a:path w="485775" h="482600">
                <a:moveTo>
                  <a:pt x="224826" y="0"/>
                </a:moveTo>
                <a:lnTo>
                  <a:pt x="160007" y="0"/>
                </a:lnTo>
                <a:lnTo>
                  <a:pt x="150468" y="2540"/>
                </a:lnTo>
                <a:lnTo>
                  <a:pt x="140457" y="7620"/>
                </a:lnTo>
                <a:lnTo>
                  <a:pt x="131391" y="15240"/>
                </a:lnTo>
                <a:lnTo>
                  <a:pt x="124688" y="22860"/>
                </a:lnTo>
                <a:lnTo>
                  <a:pt x="77584" y="125730"/>
                </a:lnTo>
                <a:lnTo>
                  <a:pt x="75907" y="127000"/>
                </a:lnTo>
                <a:lnTo>
                  <a:pt x="75907" y="134620"/>
                </a:lnTo>
                <a:lnTo>
                  <a:pt x="82626" y="139700"/>
                </a:lnTo>
                <a:lnTo>
                  <a:pt x="178511" y="184150"/>
                </a:lnTo>
                <a:lnTo>
                  <a:pt x="188607" y="184150"/>
                </a:lnTo>
                <a:lnTo>
                  <a:pt x="190284" y="182880"/>
                </a:lnTo>
                <a:lnTo>
                  <a:pt x="191973" y="179070"/>
                </a:lnTo>
                <a:lnTo>
                  <a:pt x="199909" y="162560"/>
                </a:lnTo>
                <a:lnTo>
                  <a:pt x="176834" y="162560"/>
                </a:lnTo>
                <a:lnTo>
                  <a:pt x="99453" y="125730"/>
                </a:lnTo>
                <a:lnTo>
                  <a:pt x="143192" y="31750"/>
                </a:lnTo>
                <a:lnTo>
                  <a:pt x="146380" y="26670"/>
                </a:lnTo>
                <a:lnTo>
                  <a:pt x="154152" y="21590"/>
                </a:lnTo>
                <a:lnTo>
                  <a:pt x="162128" y="20320"/>
                </a:lnTo>
                <a:lnTo>
                  <a:pt x="355534" y="20320"/>
                </a:lnTo>
                <a:lnTo>
                  <a:pt x="352013" y="16510"/>
                </a:lnTo>
                <a:lnTo>
                  <a:pt x="340969" y="10160"/>
                </a:lnTo>
                <a:lnTo>
                  <a:pt x="314683" y="3810"/>
                </a:lnTo>
                <a:lnTo>
                  <a:pt x="273929" y="1270"/>
                </a:lnTo>
                <a:lnTo>
                  <a:pt x="224826" y="0"/>
                </a:lnTo>
                <a:close/>
              </a:path>
              <a:path w="485775" h="482600">
                <a:moveTo>
                  <a:pt x="207048" y="20320"/>
                </a:moveTo>
                <a:lnTo>
                  <a:pt x="165201" y="20320"/>
                </a:lnTo>
                <a:lnTo>
                  <a:pt x="173390" y="22860"/>
                </a:lnTo>
                <a:lnTo>
                  <a:pt x="186004" y="29210"/>
                </a:lnTo>
                <a:lnTo>
                  <a:pt x="202341" y="44450"/>
                </a:lnTo>
                <a:lnTo>
                  <a:pt x="221703" y="69850"/>
                </a:lnTo>
                <a:lnTo>
                  <a:pt x="176834" y="162560"/>
                </a:lnTo>
                <a:lnTo>
                  <a:pt x="199909" y="162560"/>
                </a:lnTo>
                <a:lnTo>
                  <a:pt x="234099" y="91440"/>
                </a:lnTo>
                <a:lnTo>
                  <a:pt x="256993" y="91440"/>
                </a:lnTo>
                <a:lnTo>
                  <a:pt x="253427" y="83820"/>
                </a:lnTo>
                <a:lnTo>
                  <a:pt x="236974" y="55880"/>
                </a:lnTo>
                <a:lnTo>
                  <a:pt x="221461" y="35560"/>
                </a:lnTo>
                <a:lnTo>
                  <a:pt x="207048" y="20320"/>
                </a:lnTo>
                <a:close/>
              </a:path>
              <a:path w="485775" h="482600">
                <a:moveTo>
                  <a:pt x="256993" y="91440"/>
                </a:moveTo>
                <a:lnTo>
                  <a:pt x="234099" y="91440"/>
                </a:lnTo>
                <a:lnTo>
                  <a:pt x="237732" y="97790"/>
                </a:lnTo>
                <a:lnTo>
                  <a:pt x="241412" y="105410"/>
                </a:lnTo>
                <a:lnTo>
                  <a:pt x="245137" y="113030"/>
                </a:lnTo>
                <a:lnTo>
                  <a:pt x="248907" y="121920"/>
                </a:lnTo>
                <a:lnTo>
                  <a:pt x="225463" y="142240"/>
                </a:lnTo>
                <a:lnTo>
                  <a:pt x="222110" y="144780"/>
                </a:lnTo>
                <a:lnTo>
                  <a:pt x="222110" y="153670"/>
                </a:lnTo>
                <a:lnTo>
                  <a:pt x="223786" y="157480"/>
                </a:lnTo>
                <a:lnTo>
                  <a:pt x="228815" y="160020"/>
                </a:lnTo>
                <a:lnTo>
                  <a:pt x="345998" y="160020"/>
                </a:lnTo>
                <a:lnTo>
                  <a:pt x="349338" y="158750"/>
                </a:lnTo>
                <a:lnTo>
                  <a:pt x="351015" y="154940"/>
                </a:lnTo>
                <a:lnTo>
                  <a:pt x="359232" y="139700"/>
                </a:lnTo>
                <a:lnTo>
                  <a:pt x="258940" y="139700"/>
                </a:lnTo>
                <a:lnTo>
                  <a:pt x="270662" y="128270"/>
                </a:lnTo>
                <a:lnTo>
                  <a:pt x="272338" y="123190"/>
                </a:lnTo>
                <a:lnTo>
                  <a:pt x="270662" y="120650"/>
                </a:lnTo>
                <a:lnTo>
                  <a:pt x="256993" y="91440"/>
                </a:lnTo>
                <a:close/>
              </a:path>
              <a:path w="485775" h="482600">
                <a:moveTo>
                  <a:pt x="403744" y="57150"/>
                </a:moveTo>
                <a:lnTo>
                  <a:pt x="381152" y="57150"/>
                </a:lnTo>
                <a:lnTo>
                  <a:pt x="335953" y="139700"/>
                </a:lnTo>
                <a:lnTo>
                  <a:pt x="359232" y="139700"/>
                </a:lnTo>
                <a:lnTo>
                  <a:pt x="403744" y="57150"/>
                </a:lnTo>
                <a:close/>
              </a:path>
              <a:path w="485775" h="482600">
                <a:moveTo>
                  <a:pt x="355534" y="20320"/>
                </a:moveTo>
                <a:lnTo>
                  <a:pt x="253008" y="20320"/>
                </a:lnTo>
                <a:lnTo>
                  <a:pt x="289707" y="21590"/>
                </a:lnTo>
                <a:lnTo>
                  <a:pt x="316045" y="24130"/>
                </a:lnTo>
                <a:lnTo>
                  <a:pt x="349342" y="44450"/>
                </a:lnTo>
                <a:lnTo>
                  <a:pt x="352691" y="54610"/>
                </a:lnTo>
                <a:lnTo>
                  <a:pt x="352691" y="57150"/>
                </a:lnTo>
                <a:lnTo>
                  <a:pt x="356044" y="62230"/>
                </a:lnTo>
                <a:lnTo>
                  <a:pt x="362737" y="64770"/>
                </a:lnTo>
                <a:lnTo>
                  <a:pt x="366090" y="63500"/>
                </a:lnTo>
                <a:lnTo>
                  <a:pt x="381152" y="57150"/>
                </a:lnTo>
                <a:lnTo>
                  <a:pt x="403744" y="57150"/>
                </a:lnTo>
                <a:lnTo>
                  <a:pt x="411276" y="43180"/>
                </a:lnTo>
                <a:lnTo>
                  <a:pt x="414629" y="40640"/>
                </a:lnTo>
                <a:lnTo>
                  <a:pt x="369430" y="40640"/>
                </a:lnTo>
                <a:lnTo>
                  <a:pt x="365929" y="33020"/>
                </a:lnTo>
                <a:lnTo>
                  <a:pt x="360229" y="25400"/>
                </a:lnTo>
                <a:lnTo>
                  <a:pt x="355534" y="20320"/>
                </a:lnTo>
                <a:close/>
              </a:path>
              <a:path w="485775" h="482600">
                <a:moveTo>
                  <a:pt x="407936" y="27940"/>
                </a:moveTo>
                <a:lnTo>
                  <a:pt x="402920" y="27940"/>
                </a:lnTo>
                <a:lnTo>
                  <a:pt x="399567" y="30480"/>
                </a:lnTo>
                <a:lnTo>
                  <a:pt x="369430" y="40640"/>
                </a:lnTo>
                <a:lnTo>
                  <a:pt x="414629" y="40640"/>
                </a:lnTo>
                <a:lnTo>
                  <a:pt x="412953" y="35560"/>
                </a:lnTo>
                <a:lnTo>
                  <a:pt x="411276" y="31750"/>
                </a:lnTo>
                <a:lnTo>
                  <a:pt x="407936" y="2794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Graphic 242">
            <a:extLst>
              <a:ext uri="{FF2B5EF4-FFF2-40B4-BE49-F238E27FC236}">
                <a16:creationId xmlns:a16="http://schemas.microsoft.com/office/drawing/2014/main" id="{AA8D6883-DFAA-29E3-82CB-A917F1D4D19E}"/>
              </a:ext>
            </a:extLst>
          </p:cNvPr>
          <p:cNvSpPr/>
          <p:nvPr/>
        </p:nvSpPr>
        <p:spPr>
          <a:xfrm>
            <a:off x="2962321" y="5504236"/>
            <a:ext cx="485775" cy="485933"/>
          </a:xfrm>
          <a:custGeom>
            <a:avLst/>
            <a:gdLst>
              <a:gd name="connsiteX0" fmla="*/ 173584 w 362709"/>
              <a:gd name="connsiteY0" fmla="*/ 242051 h 362827"/>
              <a:gd name="connsiteX1" fmla="*/ 90776 w 362709"/>
              <a:gd name="connsiteY1" fmla="*/ 242051 h 362827"/>
              <a:gd name="connsiteX2" fmla="*/ 109083 w 362709"/>
              <a:gd name="connsiteY2" fmla="*/ 219000 h 362827"/>
              <a:gd name="connsiteX3" fmla="*/ 135453 w 362709"/>
              <a:gd name="connsiteY3" fmla="*/ 219000 h 362827"/>
              <a:gd name="connsiteX4" fmla="*/ 141713 w 362709"/>
              <a:gd name="connsiteY4" fmla="*/ 215190 h 362827"/>
              <a:gd name="connsiteX5" fmla="*/ 141713 w 362709"/>
              <a:gd name="connsiteY5" fmla="*/ 207665 h 362827"/>
              <a:gd name="connsiteX6" fmla="*/ 96562 w 362709"/>
              <a:gd name="connsiteY6" fmla="*/ 139657 h 362827"/>
              <a:gd name="connsiteX7" fmla="*/ 90302 w 362709"/>
              <a:gd name="connsiteY7" fmla="*/ 135847 h 362827"/>
              <a:gd name="connsiteX8" fmla="*/ 7494 w 362709"/>
              <a:gd name="connsiteY8" fmla="*/ 135847 h 362827"/>
              <a:gd name="connsiteX9" fmla="*/ 0 w 362709"/>
              <a:gd name="connsiteY9" fmla="*/ 140895 h 362827"/>
              <a:gd name="connsiteX10" fmla="*/ 2466 w 362709"/>
              <a:gd name="connsiteY10" fmla="*/ 148420 h 362827"/>
              <a:gd name="connsiteX11" fmla="*/ 18781 w 362709"/>
              <a:gd name="connsiteY11" fmla="*/ 166041 h 362827"/>
              <a:gd name="connsiteX12" fmla="*/ 7494 w 362709"/>
              <a:gd name="connsiteY12" fmla="*/ 196235 h 362827"/>
              <a:gd name="connsiteX13" fmla="*/ 56439 w 362709"/>
              <a:gd name="connsiteY13" fmla="*/ 308345 h 362827"/>
              <a:gd name="connsiteX14" fmla="*/ 62699 w 362709"/>
              <a:gd name="connsiteY14" fmla="*/ 317203 h 362827"/>
              <a:gd name="connsiteX15" fmla="*/ 63268 w 362709"/>
              <a:gd name="connsiteY15" fmla="*/ 317489 h 362827"/>
              <a:gd name="connsiteX16" fmla="*/ 90871 w 362709"/>
              <a:gd name="connsiteY16" fmla="*/ 332062 h 362827"/>
              <a:gd name="connsiteX17" fmla="*/ 173489 w 362709"/>
              <a:gd name="connsiteY17" fmla="*/ 332062 h 362827"/>
              <a:gd name="connsiteX18" fmla="*/ 180983 w 362709"/>
              <a:gd name="connsiteY18" fmla="*/ 324537 h 362827"/>
              <a:gd name="connsiteX19" fmla="*/ 180983 w 362709"/>
              <a:gd name="connsiteY19" fmla="*/ 249480 h 362827"/>
              <a:gd name="connsiteX20" fmla="*/ 173489 w 362709"/>
              <a:gd name="connsiteY20" fmla="*/ 241955 h 362827"/>
              <a:gd name="connsiteX21" fmla="*/ 22575 w 362709"/>
              <a:gd name="connsiteY21" fmla="*/ 196331 h 362827"/>
              <a:gd name="connsiteX22" fmla="*/ 33863 w 362709"/>
              <a:gd name="connsiteY22" fmla="*/ 172423 h 362827"/>
              <a:gd name="connsiteX23" fmla="*/ 37657 w 362709"/>
              <a:gd name="connsiteY23" fmla="*/ 167375 h 362827"/>
              <a:gd name="connsiteX24" fmla="*/ 35191 w 362709"/>
              <a:gd name="connsiteY24" fmla="*/ 161088 h 362827"/>
              <a:gd name="connsiteX25" fmla="*/ 26370 w 362709"/>
              <a:gd name="connsiteY25" fmla="*/ 150992 h 362827"/>
              <a:gd name="connsiteX26" fmla="*/ 86602 w 362709"/>
              <a:gd name="connsiteY26" fmla="*/ 150992 h 362827"/>
              <a:gd name="connsiteX27" fmla="*/ 121699 w 362709"/>
              <a:gd name="connsiteY27" fmla="*/ 203951 h 362827"/>
              <a:gd name="connsiteX28" fmla="*/ 105384 w 362709"/>
              <a:gd name="connsiteY28" fmla="*/ 203951 h 362827"/>
              <a:gd name="connsiteX29" fmla="*/ 100356 w 362709"/>
              <a:gd name="connsiteY29" fmla="*/ 206427 h 362827"/>
              <a:gd name="connsiteX30" fmla="*/ 55205 w 362709"/>
              <a:gd name="connsiteY30" fmla="*/ 277007 h 362827"/>
              <a:gd name="connsiteX31" fmla="*/ 22575 w 362709"/>
              <a:gd name="connsiteY31" fmla="*/ 196331 h 362827"/>
              <a:gd name="connsiteX32" fmla="*/ 166091 w 362709"/>
              <a:gd name="connsiteY32" fmla="*/ 317108 h 362827"/>
              <a:gd name="connsiteX33" fmla="*/ 90966 w 362709"/>
              <a:gd name="connsiteY33" fmla="*/ 317108 h 362827"/>
              <a:gd name="connsiteX34" fmla="*/ 73418 w 362709"/>
              <a:gd name="connsiteY34" fmla="*/ 305868 h 362827"/>
              <a:gd name="connsiteX35" fmla="*/ 69623 w 362709"/>
              <a:gd name="connsiteY35" fmla="*/ 297105 h 362827"/>
              <a:gd name="connsiteX36" fmla="*/ 68959 w 362709"/>
              <a:gd name="connsiteY36" fmla="*/ 297391 h 362827"/>
              <a:gd name="connsiteX37" fmla="*/ 81006 w 362709"/>
              <a:gd name="connsiteY37" fmla="*/ 257005 h 362827"/>
              <a:gd name="connsiteX38" fmla="*/ 166091 w 362709"/>
              <a:gd name="connsiteY38" fmla="*/ 257005 h 362827"/>
              <a:gd name="connsiteX39" fmla="*/ 166091 w 362709"/>
              <a:gd name="connsiteY39" fmla="*/ 317012 h 362827"/>
              <a:gd name="connsiteX40" fmla="*/ 361017 w 362709"/>
              <a:gd name="connsiteY40" fmla="*/ 208427 h 362827"/>
              <a:gd name="connsiteX41" fmla="*/ 358836 w 362709"/>
              <a:gd name="connsiteY41" fmla="*/ 181376 h 362827"/>
              <a:gd name="connsiteX42" fmla="*/ 309985 w 362709"/>
              <a:gd name="connsiteY42" fmla="*/ 111177 h 362827"/>
              <a:gd name="connsiteX43" fmla="*/ 306191 w 362709"/>
              <a:gd name="connsiteY43" fmla="*/ 108701 h 362827"/>
              <a:gd name="connsiteX44" fmla="*/ 299931 w 362709"/>
              <a:gd name="connsiteY44" fmla="*/ 109939 h 362827"/>
              <a:gd name="connsiteX45" fmla="*/ 234766 w 362709"/>
              <a:gd name="connsiteY45" fmla="*/ 155087 h 362827"/>
              <a:gd name="connsiteX46" fmla="*/ 230971 w 362709"/>
              <a:gd name="connsiteY46" fmla="*/ 160136 h 362827"/>
              <a:gd name="connsiteX47" fmla="*/ 232205 w 362709"/>
              <a:gd name="connsiteY47" fmla="*/ 165184 h 362827"/>
              <a:gd name="connsiteX48" fmla="*/ 276502 w 362709"/>
              <a:gd name="connsiteY48" fmla="*/ 228525 h 362827"/>
              <a:gd name="connsiteX49" fmla="*/ 255728 w 362709"/>
              <a:gd name="connsiteY49" fmla="*/ 226906 h 362827"/>
              <a:gd name="connsiteX50" fmla="*/ 255728 w 362709"/>
              <a:gd name="connsiteY50" fmla="*/ 211856 h 362827"/>
              <a:gd name="connsiteX51" fmla="*/ 250701 w 362709"/>
              <a:gd name="connsiteY51" fmla="*/ 204332 h 362827"/>
              <a:gd name="connsiteX52" fmla="*/ 241880 w 362709"/>
              <a:gd name="connsiteY52" fmla="*/ 208142 h 362827"/>
              <a:gd name="connsiteX53" fmla="*/ 196634 w 362709"/>
              <a:gd name="connsiteY53" fmla="*/ 276055 h 362827"/>
              <a:gd name="connsiteX54" fmla="*/ 196634 w 362709"/>
              <a:gd name="connsiteY54" fmla="*/ 283580 h 362827"/>
              <a:gd name="connsiteX55" fmla="*/ 239319 w 362709"/>
              <a:gd name="connsiteY55" fmla="*/ 359018 h 362827"/>
              <a:gd name="connsiteX56" fmla="*/ 245579 w 362709"/>
              <a:gd name="connsiteY56" fmla="*/ 362828 h 362827"/>
              <a:gd name="connsiteX57" fmla="*/ 246812 w 362709"/>
              <a:gd name="connsiteY57" fmla="*/ 362828 h 362827"/>
              <a:gd name="connsiteX58" fmla="*/ 253073 w 362709"/>
              <a:gd name="connsiteY58" fmla="*/ 355303 h 362827"/>
              <a:gd name="connsiteX59" fmla="*/ 254306 w 362709"/>
              <a:gd name="connsiteY59" fmla="*/ 331395 h 362827"/>
              <a:gd name="connsiteX60" fmla="*/ 285703 w 362709"/>
              <a:gd name="connsiteY60" fmla="*/ 326347 h 362827"/>
              <a:gd name="connsiteX61" fmla="*/ 353524 w 362709"/>
              <a:gd name="connsiteY61" fmla="*/ 223191 h 362827"/>
              <a:gd name="connsiteX62" fmla="*/ 359500 w 362709"/>
              <a:gd name="connsiteY62" fmla="*/ 213476 h 362827"/>
              <a:gd name="connsiteX63" fmla="*/ 359879 w 362709"/>
              <a:gd name="connsiteY63" fmla="*/ 212904 h 362827"/>
              <a:gd name="connsiteX64" fmla="*/ 359879 w 362709"/>
              <a:gd name="connsiteY64" fmla="*/ 212714 h 362827"/>
              <a:gd name="connsiteX65" fmla="*/ 361112 w 362709"/>
              <a:gd name="connsiteY65" fmla="*/ 210618 h 362827"/>
              <a:gd name="connsiteX66" fmla="*/ 360828 w 362709"/>
              <a:gd name="connsiteY66" fmla="*/ 208618 h 362827"/>
              <a:gd name="connsiteX67" fmla="*/ 277166 w 362709"/>
              <a:gd name="connsiteY67" fmla="*/ 313679 h 362827"/>
              <a:gd name="connsiteX68" fmla="*/ 253262 w 362709"/>
              <a:gd name="connsiteY68" fmla="*/ 313679 h 362827"/>
              <a:gd name="connsiteX69" fmla="*/ 245769 w 362709"/>
              <a:gd name="connsiteY69" fmla="*/ 312440 h 362827"/>
              <a:gd name="connsiteX70" fmla="*/ 240741 w 362709"/>
              <a:gd name="connsiteY70" fmla="*/ 318727 h 362827"/>
              <a:gd name="connsiteX71" fmla="*/ 239508 w 362709"/>
              <a:gd name="connsiteY71" fmla="*/ 330062 h 362827"/>
              <a:gd name="connsiteX72" fmla="*/ 211906 w 362709"/>
              <a:gd name="connsiteY72" fmla="*/ 279770 h 362827"/>
              <a:gd name="connsiteX73" fmla="*/ 240836 w 362709"/>
              <a:gd name="connsiteY73" fmla="*/ 235764 h 362827"/>
              <a:gd name="connsiteX74" fmla="*/ 247097 w 362709"/>
              <a:gd name="connsiteY74" fmla="*/ 242051 h 362827"/>
              <a:gd name="connsiteX75" fmla="*/ 327534 w 362709"/>
              <a:gd name="connsiteY75" fmla="*/ 239574 h 362827"/>
              <a:gd name="connsiteX76" fmla="*/ 277261 w 362709"/>
              <a:gd name="connsiteY76" fmla="*/ 313774 h 362827"/>
              <a:gd name="connsiteX77" fmla="*/ 295283 w 362709"/>
              <a:gd name="connsiteY77" fmla="*/ 228430 h 362827"/>
              <a:gd name="connsiteX78" fmla="*/ 249847 w 362709"/>
              <a:gd name="connsiteY78" fmla="*/ 162517 h 362827"/>
              <a:gd name="connsiteX79" fmla="*/ 302492 w 362709"/>
              <a:gd name="connsiteY79" fmla="*/ 126131 h 362827"/>
              <a:gd name="connsiteX80" fmla="*/ 346315 w 362709"/>
              <a:gd name="connsiteY80" fmla="*/ 188806 h 362827"/>
              <a:gd name="connsiteX81" fmla="*/ 346315 w 362709"/>
              <a:gd name="connsiteY81" fmla="*/ 205094 h 362827"/>
              <a:gd name="connsiteX82" fmla="*/ 342521 w 362709"/>
              <a:gd name="connsiteY82" fmla="*/ 213857 h 362827"/>
              <a:gd name="connsiteX83" fmla="*/ 342521 w 362709"/>
              <a:gd name="connsiteY83" fmla="*/ 213857 h 362827"/>
              <a:gd name="connsiteX84" fmla="*/ 342426 w 362709"/>
              <a:gd name="connsiteY84" fmla="*/ 214142 h 362827"/>
              <a:gd name="connsiteX85" fmla="*/ 295283 w 362709"/>
              <a:gd name="connsiteY85" fmla="*/ 228335 h 362827"/>
              <a:gd name="connsiteX86" fmla="*/ 133366 w 362709"/>
              <a:gd name="connsiteY86" fmla="*/ 138800 h 362827"/>
              <a:gd name="connsiteX87" fmla="*/ 135927 w 362709"/>
              <a:gd name="connsiteY87" fmla="*/ 140038 h 362827"/>
              <a:gd name="connsiteX88" fmla="*/ 138393 w 362709"/>
              <a:gd name="connsiteY88" fmla="*/ 138800 h 362827"/>
              <a:gd name="connsiteX89" fmla="*/ 143420 w 362709"/>
              <a:gd name="connsiteY89" fmla="*/ 134990 h 362827"/>
              <a:gd name="connsiteX90" fmla="*/ 174912 w 362709"/>
              <a:gd name="connsiteY90" fmla="*/ 68600 h 362827"/>
              <a:gd name="connsiteX91" fmla="*/ 186010 w 362709"/>
              <a:gd name="connsiteY91" fmla="*/ 91746 h 362827"/>
              <a:gd name="connsiteX92" fmla="*/ 168462 w 362709"/>
              <a:gd name="connsiteY92" fmla="*/ 106796 h 362827"/>
              <a:gd name="connsiteX93" fmla="*/ 165996 w 362709"/>
              <a:gd name="connsiteY93" fmla="*/ 115559 h 362827"/>
              <a:gd name="connsiteX94" fmla="*/ 173489 w 362709"/>
              <a:gd name="connsiteY94" fmla="*/ 120607 h 362827"/>
              <a:gd name="connsiteX95" fmla="*/ 256013 w 362709"/>
              <a:gd name="connsiteY95" fmla="*/ 120607 h 362827"/>
              <a:gd name="connsiteX96" fmla="*/ 262273 w 362709"/>
              <a:gd name="connsiteY96" fmla="*/ 116892 h 362827"/>
              <a:gd name="connsiteX97" fmla="*/ 307329 w 362709"/>
              <a:gd name="connsiteY97" fmla="*/ 32977 h 362827"/>
              <a:gd name="connsiteX98" fmla="*/ 307329 w 362709"/>
              <a:gd name="connsiteY98" fmla="*/ 24214 h 362827"/>
              <a:gd name="connsiteX99" fmla="*/ 298603 w 362709"/>
              <a:gd name="connsiteY99" fmla="*/ 22976 h 362827"/>
              <a:gd name="connsiteX100" fmla="*/ 276122 w 362709"/>
              <a:gd name="connsiteY100" fmla="*/ 30500 h 362827"/>
              <a:gd name="connsiteX101" fmla="*/ 254875 w 362709"/>
              <a:gd name="connsiteY101" fmla="*/ 7926 h 362827"/>
              <a:gd name="connsiteX102" fmla="*/ 129761 w 362709"/>
              <a:gd name="connsiteY102" fmla="*/ 306 h 362827"/>
              <a:gd name="connsiteX103" fmla="*/ 129761 w 362709"/>
              <a:gd name="connsiteY103" fmla="*/ 20 h 362827"/>
              <a:gd name="connsiteX104" fmla="*/ 119707 w 362709"/>
              <a:gd name="connsiteY104" fmla="*/ 20 h 362827"/>
              <a:gd name="connsiteX105" fmla="*/ 93337 w 362709"/>
              <a:gd name="connsiteY105" fmla="*/ 17737 h 362827"/>
              <a:gd name="connsiteX106" fmla="*/ 58146 w 362709"/>
              <a:gd name="connsiteY106" fmla="*/ 94794 h 362827"/>
              <a:gd name="connsiteX107" fmla="*/ 56913 w 362709"/>
              <a:gd name="connsiteY107" fmla="*/ 101081 h 362827"/>
              <a:gd name="connsiteX108" fmla="*/ 61940 w 362709"/>
              <a:gd name="connsiteY108" fmla="*/ 104891 h 362827"/>
              <a:gd name="connsiteX109" fmla="*/ 133556 w 362709"/>
              <a:gd name="connsiteY109" fmla="*/ 138990 h 362827"/>
              <a:gd name="connsiteX110" fmla="*/ 247192 w 362709"/>
              <a:gd name="connsiteY110" fmla="*/ 21547 h 362827"/>
              <a:gd name="connsiteX111" fmla="*/ 263412 w 362709"/>
              <a:gd name="connsiteY111" fmla="*/ 41549 h 362827"/>
              <a:gd name="connsiteX112" fmla="*/ 265878 w 362709"/>
              <a:gd name="connsiteY112" fmla="*/ 46598 h 362827"/>
              <a:gd name="connsiteX113" fmla="*/ 273371 w 362709"/>
              <a:gd name="connsiteY113" fmla="*/ 47836 h 362827"/>
              <a:gd name="connsiteX114" fmla="*/ 284659 w 362709"/>
              <a:gd name="connsiteY114" fmla="*/ 42788 h 362827"/>
              <a:gd name="connsiteX115" fmla="*/ 250891 w 362709"/>
              <a:gd name="connsiteY115" fmla="*/ 105462 h 362827"/>
              <a:gd name="connsiteX116" fmla="*/ 193409 w 362709"/>
              <a:gd name="connsiteY116" fmla="*/ 105462 h 362827"/>
              <a:gd name="connsiteX117" fmla="*/ 199669 w 362709"/>
              <a:gd name="connsiteY117" fmla="*/ 99176 h 362827"/>
              <a:gd name="connsiteX118" fmla="*/ 202136 w 362709"/>
              <a:gd name="connsiteY118" fmla="*/ 90413 h 362827"/>
              <a:gd name="connsiteX119" fmla="*/ 154613 w 362709"/>
              <a:gd name="connsiteY119" fmla="*/ 15260 h 362827"/>
              <a:gd name="connsiteX120" fmla="*/ 247097 w 362709"/>
              <a:gd name="connsiteY120" fmla="*/ 21547 h 362827"/>
              <a:gd name="connsiteX121" fmla="*/ 106996 w 362709"/>
              <a:gd name="connsiteY121" fmla="*/ 23928 h 362827"/>
              <a:gd name="connsiteX122" fmla="*/ 121130 w 362709"/>
              <a:gd name="connsiteY122" fmla="*/ 15356 h 362827"/>
              <a:gd name="connsiteX123" fmla="*/ 123406 w 362709"/>
              <a:gd name="connsiteY123" fmla="*/ 15356 h 362827"/>
              <a:gd name="connsiteX124" fmla="*/ 165616 w 362709"/>
              <a:gd name="connsiteY124" fmla="*/ 52694 h 362827"/>
              <a:gd name="connsiteX125" fmla="*/ 132133 w 362709"/>
              <a:gd name="connsiteY125" fmla="*/ 122512 h 362827"/>
              <a:gd name="connsiteX126" fmla="*/ 74366 w 362709"/>
              <a:gd name="connsiteY126" fmla="*/ 94699 h 362827"/>
              <a:gd name="connsiteX127" fmla="*/ 106996 w 362709"/>
              <a:gd name="connsiteY127" fmla="*/ 23928 h 362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362709" h="362827">
                <a:moveTo>
                  <a:pt x="173584" y="242051"/>
                </a:moveTo>
                <a:lnTo>
                  <a:pt x="90776" y="242051"/>
                </a:lnTo>
                <a:cubicBezTo>
                  <a:pt x="95803" y="235002"/>
                  <a:pt x="101779" y="227382"/>
                  <a:pt x="109083" y="219000"/>
                </a:cubicBezTo>
                <a:lnTo>
                  <a:pt x="135453" y="219000"/>
                </a:lnTo>
                <a:cubicBezTo>
                  <a:pt x="137919" y="219000"/>
                  <a:pt x="140480" y="217762"/>
                  <a:pt x="141713" y="215190"/>
                </a:cubicBezTo>
                <a:cubicBezTo>
                  <a:pt x="142946" y="212714"/>
                  <a:pt x="142946" y="208904"/>
                  <a:pt x="141713" y="207665"/>
                </a:cubicBezTo>
                <a:lnTo>
                  <a:pt x="96562" y="139657"/>
                </a:lnTo>
                <a:cubicBezTo>
                  <a:pt x="95329" y="137180"/>
                  <a:pt x="92768" y="135847"/>
                  <a:pt x="90302" y="135847"/>
                </a:cubicBezTo>
                <a:lnTo>
                  <a:pt x="7494" y="135847"/>
                </a:lnTo>
                <a:cubicBezTo>
                  <a:pt x="5027" y="135847"/>
                  <a:pt x="1233" y="137085"/>
                  <a:pt x="0" y="140895"/>
                </a:cubicBezTo>
                <a:cubicBezTo>
                  <a:pt x="0" y="143372"/>
                  <a:pt x="0" y="145943"/>
                  <a:pt x="2466" y="148420"/>
                </a:cubicBezTo>
                <a:lnTo>
                  <a:pt x="18781" y="166041"/>
                </a:lnTo>
                <a:cubicBezTo>
                  <a:pt x="13754" y="171089"/>
                  <a:pt x="7494" y="181186"/>
                  <a:pt x="7494" y="196235"/>
                </a:cubicBezTo>
                <a:cubicBezTo>
                  <a:pt x="7494" y="216428"/>
                  <a:pt x="35096" y="274340"/>
                  <a:pt x="56439" y="308345"/>
                </a:cubicBezTo>
                <a:cubicBezTo>
                  <a:pt x="58905" y="313393"/>
                  <a:pt x="61466" y="315869"/>
                  <a:pt x="62699" y="317203"/>
                </a:cubicBezTo>
                <a:cubicBezTo>
                  <a:pt x="62889" y="317393"/>
                  <a:pt x="63078" y="317393"/>
                  <a:pt x="63268" y="317489"/>
                </a:cubicBezTo>
                <a:cubicBezTo>
                  <a:pt x="70572" y="324918"/>
                  <a:pt x="82524" y="332062"/>
                  <a:pt x="90871" y="332062"/>
                </a:cubicBezTo>
                <a:lnTo>
                  <a:pt x="173489" y="332062"/>
                </a:lnTo>
                <a:cubicBezTo>
                  <a:pt x="177284" y="332062"/>
                  <a:pt x="180983" y="328347"/>
                  <a:pt x="180983" y="324537"/>
                </a:cubicBezTo>
                <a:lnTo>
                  <a:pt x="180983" y="249480"/>
                </a:lnTo>
                <a:cubicBezTo>
                  <a:pt x="180983" y="245765"/>
                  <a:pt x="177189" y="241955"/>
                  <a:pt x="173489" y="241955"/>
                </a:cubicBezTo>
                <a:close/>
                <a:moveTo>
                  <a:pt x="22575" y="196331"/>
                </a:moveTo>
                <a:cubicBezTo>
                  <a:pt x="22575" y="179948"/>
                  <a:pt x="33863" y="172423"/>
                  <a:pt x="33863" y="172423"/>
                </a:cubicBezTo>
                <a:cubicBezTo>
                  <a:pt x="36329" y="171185"/>
                  <a:pt x="37657" y="168613"/>
                  <a:pt x="37657" y="167375"/>
                </a:cubicBezTo>
                <a:cubicBezTo>
                  <a:pt x="37657" y="164898"/>
                  <a:pt x="37657" y="162326"/>
                  <a:pt x="35191" y="161088"/>
                </a:cubicBezTo>
                <a:lnTo>
                  <a:pt x="26370" y="150992"/>
                </a:lnTo>
                <a:lnTo>
                  <a:pt x="86602" y="150992"/>
                </a:lnTo>
                <a:lnTo>
                  <a:pt x="121699" y="203951"/>
                </a:lnTo>
                <a:lnTo>
                  <a:pt x="105384" y="203951"/>
                </a:lnTo>
                <a:cubicBezTo>
                  <a:pt x="102917" y="203951"/>
                  <a:pt x="101589" y="205189"/>
                  <a:pt x="100356" y="206427"/>
                </a:cubicBezTo>
                <a:cubicBezTo>
                  <a:pt x="75315" y="232907"/>
                  <a:pt x="61466" y="256814"/>
                  <a:pt x="55205" y="277007"/>
                </a:cubicBezTo>
                <a:cubicBezTo>
                  <a:pt x="37657" y="244241"/>
                  <a:pt x="22575" y="207761"/>
                  <a:pt x="22575" y="196331"/>
                </a:cubicBezTo>
                <a:close/>
                <a:moveTo>
                  <a:pt x="166091" y="317108"/>
                </a:moveTo>
                <a:lnTo>
                  <a:pt x="90966" y="317108"/>
                </a:lnTo>
                <a:cubicBezTo>
                  <a:pt x="87172" y="317108"/>
                  <a:pt x="75979" y="310821"/>
                  <a:pt x="73418" y="305868"/>
                </a:cubicBezTo>
                <a:lnTo>
                  <a:pt x="69623" y="297105"/>
                </a:lnTo>
                <a:cubicBezTo>
                  <a:pt x="69623" y="297105"/>
                  <a:pt x="69623" y="297105"/>
                  <a:pt x="68959" y="297391"/>
                </a:cubicBezTo>
                <a:cubicBezTo>
                  <a:pt x="67726" y="289866"/>
                  <a:pt x="69244" y="277103"/>
                  <a:pt x="81006" y="257005"/>
                </a:cubicBezTo>
                <a:lnTo>
                  <a:pt x="166091" y="257005"/>
                </a:lnTo>
                <a:lnTo>
                  <a:pt x="166091" y="317012"/>
                </a:lnTo>
                <a:close/>
                <a:moveTo>
                  <a:pt x="361017" y="208427"/>
                </a:moveTo>
                <a:cubicBezTo>
                  <a:pt x="363673" y="199950"/>
                  <a:pt x="363389" y="189187"/>
                  <a:pt x="358836" y="181376"/>
                </a:cubicBezTo>
                <a:lnTo>
                  <a:pt x="309985" y="111177"/>
                </a:lnTo>
                <a:cubicBezTo>
                  <a:pt x="308752" y="109939"/>
                  <a:pt x="307519" y="108701"/>
                  <a:pt x="306191" y="108701"/>
                </a:cubicBezTo>
                <a:cubicBezTo>
                  <a:pt x="303725" y="108701"/>
                  <a:pt x="301164" y="108701"/>
                  <a:pt x="299931" y="109939"/>
                </a:cubicBezTo>
                <a:lnTo>
                  <a:pt x="234766" y="155087"/>
                </a:lnTo>
                <a:cubicBezTo>
                  <a:pt x="233532" y="156326"/>
                  <a:pt x="232299" y="157564"/>
                  <a:pt x="230971" y="160136"/>
                </a:cubicBezTo>
                <a:cubicBezTo>
                  <a:pt x="230971" y="161374"/>
                  <a:pt x="232205" y="163850"/>
                  <a:pt x="232205" y="165184"/>
                </a:cubicBezTo>
                <a:cubicBezTo>
                  <a:pt x="232205" y="165184"/>
                  <a:pt x="246973" y="186298"/>
                  <a:pt x="276502" y="228525"/>
                </a:cubicBezTo>
                <a:cubicBezTo>
                  <a:pt x="270146" y="228239"/>
                  <a:pt x="263222" y="227763"/>
                  <a:pt x="255728" y="226906"/>
                </a:cubicBezTo>
                <a:lnTo>
                  <a:pt x="255728" y="211856"/>
                </a:lnTo>
                <a:cubicBezTo>
                  <a:pt x="255728" y="208046"/>
                  <a:pt x="253262" y="205570"/>
                  <a:pt x="250701" y="204332"/>
                </a:cubicBezTo>
                <a:cubicBezTo>
                  <a:pt x="246907" y="203093"/>
                  <a:pt x="244441" y="204332"/>
                  <a:pt x="241880" y="208142"/>
                </a:cubicBezTo>
                <a:lnTo>
                  <a:pt x="196634" y="276055"/>
                </a:lnTo>
                <a:cubicBezTo>
                  <a:pt x="195401" y="277293"/>
                  <a:pt x="195401" y="281103"/>
                  <a:pt x="196634" y="283580"/>
                </a:cubicBezTo>
                <a:lnTo>
                  <a:pt x="239319" y="359018"/>
                </a:lnTo>
                <a:cubicBezTo>
                  <a:pt x="240552" y="361494"/>
                  <a:pt x="243113" y="362828"/>
                  <a:pt x="245579" y="362828"/>
                </a:cubicBezTo>
                <a:lnTo>
                  <a:pt x="246812" y="362828"/>
                </a:lnTo>
                <a:cubicBezTo>
                  <a:pt x="250606" y="361589"/>
                  <a:pt x="253073" y="359018"/>
                  <a:pt x="253073" y="355303"/>
                </a:cubicBezTo>
                <a:lnTo>
                  <a:pt x="254306" y="331395"/>
                </a:lnTo>
                <a:cubicBezTo>
                  <a:pt x="263127" y="333872"/>
                  <a:pt x="274415" y="333872"/>
                  <a:pt x="285703" y="326347"/>
                </a:cubicBezTo>
                <a:cubicBezTo>
                  <a:pt x="300784" y="315012"/>
                  <a:pt x="332181" y="262148"/>
                  <a:pt x="353524" y="223191"/>
                </a:cubicBezTo>
                <a:cubicBezTo>
                  <a:pt x="356749" y="219191"/>
                  <a:pt x="358361" y="215762"/>
                  <a:pt x="359500" y="213476"/>
                </a:cubicBezTo>
                <a:cubicBezTo>
                  <a:pt x="359594" y="213285"/>
                  <a:pt x="359689" y="213095"/>
                  <a:pt x="359879" y="212904"/>
                </a:cubicBezTo>
                <a:lnTo>
                  <a:pt x="359879" y="212714"/>
                </a:lnTo>
                <a:cubicBezTo>
                  <a:pt x="360353" y="211761"/>
                  <a:pt x="360733" y="210999"/>
                  <a:pt x="361112" y="210618"/>
                </a:cubicBezTo>
                <a:cubicBezTo>
                  <a:pt x="361112" y="209951"/>
                  <a:pt x="360922" y="209285"/>
                  <a:pt x="360828" y="208618"/>
                </a:cubicBezTo>
                <a:close/>
                <a:moveTo>
                  <a:pt x="277166" y="313679"/>
                </a:moveTo>
                <a:cubicBezTo>
                  <a:pt x="265878" y="322442"/>
                  <a:pt x="253262" y="313679"/>
                  <a:pt x="253262" y="313679"/>
                </a:cubicBezTo>
                <a:cubicBezTo>
                  <a:pt x="250701" y="312440"/>
                  <a:pt x="247002" y="311202"/>
                  <a:pt x="245769" y="312440"/>
                </a:cubicBezTo>
                <a:cubicBezTo>
                  <a:pt x="243303" y="313679"/>
                  <a:pt x="240741" y="316250"/>
                  <a:pt x="240741" y="318727"/>
                </a:cubicBezTo>
                <a:lnTo>
                  <a:pt x="239508" y="330062"/>
                </a:lnTo>
                <a:lnTo>
                  <a:pt x="211906" y="279770"/>
                </a:lnTo>
                <a:lnTo>
                  <a:pt x="240836" y="235764"/>
                </a:lnTo>
                <a:cubicBezTo>
                  <a:pt x="242069" y="239574"/>
                  <a:pt x="244630" y="242051"/>
                  <a:pt x="247097" y="242051"/>
                </a:cubicBezTo>
                <a:cubicBezTo>
                  <a:pt x="286082" y="247099"/>
                  <a:pt x="311219" y="244527"/>
                  <a:pt x="327534" y="239574"/>
                </a:cubicBezTo>
                <a:cubicBezTo>
                  <a:pt x="303630" y="279865"/>
                  <a:pt x="286082" y="307487"/>
                  <a:pt x="277261" y="313774"/>
                </a:cubicBezTo>
                <a:close/>
                <a:moveTo>
                  <a:pt x="295283" y="228430"/>
                </a:moveTo>
                <a:cubicBezTo>
                  <a:pt x="291394" y="222810"/>
                  <a:pt x="280580" y="207189"/>
                  <a:pt x="249847" y="162517"/>
                </a:cubicBezTo>
                <a:lnTo>
                  <a:pt x="302492" y="126131"/>
                </a:lnTo>
                <a:lnTo>
                  <a:pt x="346315" y="188806"/>
                </a:lnTo>
                <a:cubicBezTo>
                  <a:pt x="348781" y="192616"/>
                  <a:pt x="348781" y="200141"/>
                  <a:pt x="346315" y="205094"/>
                </a:cubicBezTo>
                <a:lnTo>
                  <a:pt x="342521" y="213857"/>
                </a:lnTo>
                <a:lnTo>
                  <a:pt x="342521" y="213857"/>
                </a:lnTo>
                <a:cubicBezTo>
                  <a:pt x="342521" y="213857"/>
                  <a:pt x="342521" y="214047"/>
                  <a:pt x="342426" y="214142"/>
                </a:cubicBezTo>
                <a:cubicBezTo>
                  <a:pt x="336924" y="219667"/>
                  <a:pt x="324024" y="227096"/>
                  <a:pt x="295283" y="228335"/>
                </a:cubicBezTo>
                <a:close/>
                <a:moveTo>
                  <a:pt x="133366" y="138800"/>
                </a:moveTo>
                <a:cubicBezTo>
                  <a:pt x="134599" y="138800"/>
                  <a:pt x="134599" y="140038"/>
                  <a:pt x="135927" y="140038"/>
                </a:cubicBezTo>
                <a:cubicBezTo>
                  <a:pt x="137255" y="140038"/>
                  <a:pt x="138393" y="138800"/>
                  <a:pt x="138393" y="138800"/>
                </a:cubicBezTo>
                <a:cubicBezTo>
                  <a:pt x="140954" y="138800"/>
                  <a:pt x="142187" y="137561"/>
                  <a:pt x="143420" y="134990"/>
                </a:cubicBezTo>
                <a:cubicBezTo>
                  <a:pt x="143420" y="134990"/>
                  <a:pt x="153921" y="112860"/>
                  <a:pt x="174912" y="68600"/>
                </a:cubicBezTo>
                <a:cubicBezTo>
                  <a:pt x="178517" y="75363"/>
                  <a:pt x="182216" y="83078"/>
                  <a:pt x="186010" y="91746"/>
                </a:cubicBezTo>
                <a:lnTo>
                  <a:pt x="168462" y="106796"/>
                </a:lnTo>
                <a:cubicBezTo>
                  <a:pt x="165996" y="109272"/>
                  <a:pt x="165996" y="113082"/>
                  <a:pt x="165996" y="115559"/>
                </a:cubicBezTo>
                <a:cubicBezTo>
                  <a:pt x="167229" y="118035"/>
                  <a:pt x="171023" y="120607"/>
                  <a:pt x="173489" y="120607"/>
                </a:cubicBezTo>
                <a:lnTo>
                  <a:pt x="256013" y="120607"/>
                </a:lnTo>
                <a:cubicBezTo>
                  <a:pt x="258479" y="120607"/>
                  <a:pt x="261040" y="119369"/>
                  <a:pt x="262273" y="116892"/>
                </a:cubicBezTo>
                <a:lnTo>
                  <a:pt x="307329" y="32977"/>
                </a:lnTo>
                <a:cubicBezTo>
                  <a:pt x="309796" y="30500"/>
                  <a:pt x="308563" y="26690"/>
                  <a:pt x="307329" y="24214"/>
                </a:cubicBezTo>
                <a:cubicBezTo>
                  <a:pt x="304863" y="21737"/>
                  <a:pt x="301069" y="21737"/>
                  <a:pt x="298603" y="22976"/>
                </a:cubicBezTo>
                <a:lnTo>
                  <a:pt x="276122" y="30500"/>
                </a:lnTo>
                <a:cubicBezTo>
                  <a:pt x="273656" y="24214"/>
                  <a:pt x="267396" y="14213"/>
                  <a:pt x="254875" y="7926"/>
                </a:cubicBezTo>
                <a:cubicBezTo>
                  <a:pt x="237896" y="687"/>
                  <a:pt x="179940" y="-742"/>
                  <a:pt x="129761" y="306"/>
                </a:cubicBezTo>
                <a:cubicBezTo>
                  <a:pt x="129761" y="211"/>
                  <a:pt x="129761" y="116"/>
                  <a:pt x="129761" y="20"/>
                </a:cubicBezTo>
                <a:lnTo>
                  <a:pt x="119707" y="20"/>
                </a:lnTo>
                <a:cubicBezTo>
                  <a:pt x="110885" y="1259"/>
                  <a:pt x="98364" y="8879"/>
                  <a:pt x="93337" y="17737"/>
                </a:cubicBezTo>
                <a:lnTo>
                  <a:pt x="58146" y="94794"/>
                </a:lnTo>
                <a:cubicBezTo>
                  <a:pt x="56913" y="96032"/>
                  <a:pt x="56913" y="98604"/>
                  <a:pt x="56913" y="101081"/>
                </a:cubicBezTo>
                <a:cubicBezTo>
                  <a:pt x="58146" y="102319"/>
                  <a:pt x="59474" y="103652"/>
                  <a:pt x="61940" y="104891"/>
                </a:cubicBezTo>
                <a:lnTo>
                  <a:pt x="133556" y="138990"/>
                </a:lnTo>
                <a:close/>
                <a:moveTo>
                  <a:pt x="247192" y="21547"/>
                </a:moveTo>
                <a:cubicBezTo>
                  <a:pt x="262179" y="27833"/>
                  <a:pt x="263412" y="40311"/>
                  <a:pt x="263412" y="41549"/>
                </a:cubicBezTo>
                <a:cubicBezTo>
                  <a:pt x="263412" y="42788"/>
                  <a:pt x="264645" y="45264"/>
                  <a:pt x="265878" y="46598"/>
                </a:cubicBezTo>
                <a:cubicBezTo>
                  <a:pt x="268344" y="47836"/>
                  <a:pt x="270905" y="49074"/>
                  <a:pt x="273371" y="47836"/>
                </a:cubicBezTo>
                <a:lnTo>
                  <a:pt x="284659" y="42788"/>
                </a:lnTo>
                <a:lnTo>
                  <a:pt x="250891" y="105462"/>
                </a:lnTo>
                <a:lnTo>
                  <a:pt x="193409" y="105462"/>
                </a:lnTo>
                <a:lnTo>
                  <a:pt x="199669" y="99176"/>
                </a:lnTo>
                <a:cubicBezTo>
                  <a:pt x="202136" y="96699"/>
                  <a:pt x="203463" y="92889"/>
                  <a:pt x="202136" y="90413"/>
                </a:cubicBezTo>
                <a:cubicBezTo>
                  <a:pt x="184587" y="50312"/>
                  <a:pt x="168367" y="27738"/>
                  <a:pt x="154613" y="15260"/>
                </a:cubicBezTo>
                <a:cubicBezTo>
                  <a:pt x="204602" y="15260"/>
                  <a:pt x="238370" y="16499"/>
                  <a:pt x="247097" y="21547"/>
                </a:cubicBezTo>
                <a:close/>
                <a:moveTo>
                  <a:pt x="106996" y="23928"/>
                </a:moveTo>
                <a:cubicBezTo>
                  <a:pt x="109368" y="20309"/>
                  <a:pt x="115154" y="16784"/>
                  <a:pt x="121130" y="15356"/>
                </a:cubicBezTo>
                <a:lnTo>
                  <a:pt x="123406" y="15356"/>
                </a:lnTo>
                <a:cubicBezTo>
                  <a:pt x="129097" y="16308"/>
                  <a:pt x="145033" y="20309"/>
                  <a:pt x="165616" y="52694"/>
                </a:cubicBezTo>
                <a:cubicBezTo>
                  <a:pt x="162676" y="58790"/>
                  <a:pt x="154613" y="75554"/>
                  <a:pt x="132133" y="122512"/>
                </a:cubicBezTo>
                <a:lnTo>
                  <a:pt x="74366" y="94699"/>
                </a:lnTo>
                <a:lnTo>
                  <a:pt x="106996" y="23928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0" name="Graphic 248">
            <a:extLst>
              <a:ext uri="{FF2B5EF4-FFF2-40B4-BE49-F238E27FC236}">
                <a16:creationId xmlns:a16="http://schemas.microsoft.com/office/drawing/2014/main" id="{7A560C75-AEDA-39D6-2DD7-9A9FBF142991}"/>
              </a:ext>
            </a:extLst>
          </p:cNvPr>
          <p:cNvSpPr/>
          <p:nvPr/>
        </p:nvSpPr>
        <p:spPr>
          <a:xfrm>
            <a:off x="3839593" y="4893773"/>
            <a:ext cx="459549" cy="480645"/>
          </a:xfrm>
          <a:custGeom>
            <a:avLst/>
            <a:gdLst>
              <a:gd name="connsiteX0" fmla="*/ 322981 w 346883"/>
              <a:gd name="connsiteY0" fmla="*/ 276511 h 362807"/>
              <a:gd name="connsiteX1" fmla="*/ 315392 w 346883"/>
              <a:gd name="connsiteY1" fmla="*/ 272701 h 362807"/>
              <a:gd name="connsiteX2" fmla="*/ 309132 w 346883"/>
              <a:gd name="connsiteY2" fmla="*/ 276511 h 362807"/>
              <a:gd name="connsiteX3" fmla="*/ 285133 w 346883"/>
              <a:gd name="connsiteY3" fmla="*/ 332327 h 362807"/>
              <a:gd name="connsiteX4" fmla="*/ 315392 w 346883"/>
              <a:gd name="connsiteY4" fmla="*/ 362807 h 362807"/>
              <a:gd name="connsiteX5" fmla="*/ 346884 w 346883"/>
              <a:gd name="connsiteY5" fmla="*/ 332327 h 362807"/>
              <a:gd name="connsiteX6" fmla="*/ 322886 w 346883"/>
              <a:gd name="connsiteY6" fmla="*/ 276511 h 362807"/>
              <a:gd name="connsiteX7" fmla="*/ 315392 w 346883"/>
              <a:gd name="connsiteY7" fmla="*/ 347567 h 362807"/>
              <a:gd name="connsiteX8" fmla="*/ 300310 w 346883"/>
              <a:gd name="connsiteY8" fmla="*/ 332327 h 362807"/>
              <a:gd name="connsiteX9" fmla="*/ 315392 w 346883"/>
              <a:gd name="connsiteY9" fmla="*/ 295561 h 362807"/>
              <a:gd name="connsiteX10" fmla="*/ 331802 w 346883"/>
              <a:gd name="connsiteY10" fmla="*/ 332327 h 362807"/>
              <a:gd name="connsiteX11" fmla="*/ 315392 w 346883"/>
              <a:gd name="connsiteY11" fmla="*/ 347567 h 362807"/>
              <a:gd name="connsiteX12" fmla="*/ 345177 w 346883"/>
              <a:gd name="connsiteY12" fmla="*/ 248984 h 362807"/>
              <a:gd name="connsiteX13" fmla="*/ 345177 w 346883"/>
              <a:gd name="connsiteY13" fmla="*/ 218789 h 362807"/>
              <a:gd name="connsiteX14" fmla="*/ 210103 w 346883"/>
              <a:gd name="connsiteY14" fmla="*/ 105537 h 362807"/>
              <a:gd name="connsiteX15" fmla="*/ 164952 w 346883"/>
              <a:gd name="connsiteY15" fmla="*/ 60960 h 362807"/>
              <a:gd name="connsiteX16" fmla="*/ 164952 w 346883"/>
              <a:gd name="connsiteY16" fmla="*/ 45815 h 362807"/>
              <a:gd name="connsiteX17" fmla="*/ 240362 w 346883"/>
              <a:gd name="connsiteY17" fmla="*/ 45815 h 362807"/>
              <a:gd name="connsiteX18" fmla="*/ 247856 w 346883"/>
              <a:gd name="connsiteY18" fmla="*/ 38195 h 362807"/>
              <a:gd name="connsiteX19" fmla="*/ 240362 w 346883"/>
              <a:gd name="connsiteY19" fmla="*/ 30575 h 362807"/>
              <a:gd name="connsiteX20" fmla="*/ 164952 w 346883"/>
              <a:gd name="connsiteY20" fmla="*/ 30575 h 362807"/>
              <a:gd name="connsiteX21" fmla="*/ 164952 w 346883"/>
              <a:gd name="connsiteY21" fmla="*/ 7525 h 362807"/>
              <a:gd name="connsiteX22" fmla="*/ 157459 w 346883"/>
              <a:gd name="connsiteY22" fmla="*/ 0 h 362807"/>
              <a:gd name="connsiteX23" fmla="*/ 112403 w 346883"/>
              <a:gd name="connsiteY23" fmla="*/ 0 h 362807"/>
              <a:gd name="connsiteX24" fmla="*/ 104909 w 346883"/>
              <a:gd name="connsiteY24" fmla="*/ 7525 h 362807"/>
              <a:gd name="connsiteX25" fmla="*/ 104909 w 346883"/>
              <a:gd name="connsiteY25" fmla="*/ 30575 h 362807"/>
              <a:gd name="connsiteX26" fmla="*/ 30354 w 346883"/>
              <a:gd name="connsiteY26" fmla="*/ 30575 h 362807"/>
              <a:gd name="connsiteX27" fmla="*/ 22860 w 346883"/>
              <a:gd name="connsiteY27" fmla="*/ 38195 h 362807"/>
              <a:gd name="connsiteX28" fmla="*/ 30354 w 346883"/>
              <a:gd name="connsiteY28" fmla="*/ 45815 h 362807"/>
              <a:gd name="connsiteX29" fmla="*/ 104909 w 346883"/>
              <a:gd name="connsiteY29" fmla="*/ 45815 h 362807"/>
              <a:gd name="connsiteX30" fmla="*/ 104909 w 346883"/>
              <a:gd name="connsiteY30" fmla="*/ 60960 h 362807"/>
              <a:gd name="connsiteX31" fmla="*/ 61276 w 346883"/>
              <a:gd name="connsiteY31" fmla="*/ 105537 h 362807"/>
              <a:gd name="connsiteX32" fmla="*/ 7494 w 346883"/>
              <a:gd name="connsiteY32" fmla="*/ 105537 h 362807"/>
              <a:gd name="connsiteX33" fmla="*/ 0 w 346883"/>
              <a:gd name="connsiteY33" fmla="*/ 113062 h 362807"/>
              <a:gd name="connsiteX34" fmla="*/ 0 w 346883"/>
              <a:gd name="connsiteY34" fmla="*/ 188595 h 362807"/>
              <a:gd name="connsiteX35" fmla="*/ 7494 w 346883"/>
              <a:gd name="connsiteY35" fmla="*/ 196120 h 362807"/>
              <a:gd name="connsiteX36" fmla="*/ 61276 w 346883"/>
              <a:gd name="connsiteY36" fmla="*/ 196120 h 362807"/>
              <a:gd name="connsiteX37" fmla="*/ 112593 w 346883"/>
              <a:gd name="connsiteY37" fmla="*/ 241459 h 362807"/>
              <a:gd name="connsiteX38" fmla="*/ 157649 w 346883"/>
              <a:gd name="connsiteY38" fmla="*/ 241459 h 362807"/>
              <a:gd name="connsiteX39" fmla="*/ 210198 w 346883"/>
              <a:gd name="connsiteY39" fmla="*/ 196120 h 362807"/>
              <a:gd name="connsiteX40" fmla="*/ 247761 w 346883"/>
              <a:gd name="connsiteY40" fmla="*/ 196120 h 362807"/>
              <a:gd name="connsiteX41" fmla="*/ 270241 w 346883"/>
              <a:gd name="connsiteY41" fmla="*/ 218789 h 362807"/>
              <a:gd name="connsiteX42" fmla="*/ 270241 w 346883"/>
              <a:gd name="connsiteY42" fmla="*/ 248984 h 362807"/>
              <a:gd name="connsiteX43" fmla="*/ 277735 w 346883"/>
              <a:gd name="connsiteY43" fmla="*/ 256508 h 362807"/>
              <a:gd name="connsiteX44" fmla="*/ 337778 w 346883"/>
              <a:gd name="connsiteY44" fmla="*/ 256508 h 362807"/>
              <a:gd name="connsiteX45" fmla="*/ 345271 w 346883"/>
              <a:gd name="connsiteY45" fmla="*/ 248984 h 362807"/>
              <a:gd name="connsiteX46" fmla="*/ 149965 w 346883"/>
              <a:gd name="connsiteY46" fmla="*/ 15050 h 362807"/>
              <a:gd name="connsiteX47" fmla="*/ 149965 w 346883"/>
              <a:gd name="connsiteY47" fmla="*/ 60293 h 362807"/>
              <a:gd name="connsiteX48" fmla="*/ 119896 w 346883"/>
              <a:gd name="connsiteY48" fmla="*/ 60293 h 362807"/>
              <a:gd name="connsiteX49" fmla="*/ 119896 w 346883"/>
              <a:gd name="connsiteY49" fmla="*/ 39719 h 362807"/>
              <a:gd name="connsiteX50" fmla="*/ 120086 w 346883"/>
              <a:gd name="connsiteY50" fmla="*/ 38195 h 362807"/>
              <a:gd name="connsiteX51" fmla="*/ 119896 w 346883"/>
              <a:gd name="connsiteY51" fmla="*/ 36957 h 362807"/>
              <a:gd name="connsiteX52" fmla="*/ 119896 w 346883"/>
              <a:gd name="connsiteY52" fmla="*/ 15145 h 362807"/>
              <a:gd name="connsiteX53" fmla="*/ 149965 w 346883"/>
              <a:gd name="connsiteY53" fmla="*/ 15145 h 362807"/>
              <a:gd name="connsiteX54" fmla="*/ 14987 w 346883"/>
              <a:gd name="connsiteY54" fmla="*/ 120682 h 362807"/>
              <a:gd name="connsiteX55" fmla="*/ 60043 w 346883"/>
              <a:gd name="connsiteY55" fmla="*/ 120682 h 362807"/>
              <a:gd name="connsiteX56" fmla="*/ 60043 w 346883"/>
              <a:gd name="connsiteY56" fmla="*/ 181070 h 362807"/>
              <a:gd name="connsiteX57" fmla="*/ 14987 w 346883"/>
              <a:gd name="connsiteY57" fmla="*/ 181070 h 362807"/>
              <a:gd name="connsiteX58" fmla="*/ 14987 w 346883"/>
              <a:gd name="connsiteY58" fmla="*/ 120682 h 362807"/>
              <a:gd name="connsiteX59" fmla="*/ 157649 w 346883"/>
              <a:gd name="connsiteY59" fmla="*/ 226409 h 362807"/>
              <a:gd name="connsiteX60" fmla="*/ 112593 w 346883"/>
              <a:gd name="connsiteY60" fmla="*/ 226409 h 362807"/>
              <a:gd name="connsiteX61" fmla="*/ 75220 w 346883"/>
              <a:gd name="connsiteY61" fmla="*/ 189738 h 362807"/>
              <a:gd name="connsiteX62" fmla="*/ 75410 w 346883"/>
              <a:gd name="connsiteY62" fmla="*/ 188690 h 362807"/>
              <a:gd name="connsiteX63" fmla="*/ 75410 w 346883"/>
              <a:gd name="connsiteY63" fmla="*/ 113633 h 362807"/>
              <a:gd name="connsiteX64" fmla="*/ 75220 w 346883"/>
              <a:gd name="connsiteY64" fmla="*/ 112490 h 362807"/>
              <a:gd name="connsiteX65" fmla="*/ 111929 w 346883"/>
              <a:gd name="connsiteY65" fmla="*/ 75438 h 362807"/>
              <a:gd name="connsiteX66" fmla="*/ 112593 w 346883"/>
              <a:gd name="connsiteY66" fmla="*/ 75533 h 362807"/>
              <a:gd name="connsiteX67" fmla="*/ 157649 w 346883"/>
              <a:gd name="connsiteY67" fmla="*/ 75533 h 362807"/>
              <a:gd name="connsiteX68" fmla="*/ 158502 w 346883"/>
              <a:gd name="connsiteY68" fmla="*/ 75438 h 362807"/>
              <a:gd name="connsiteX69" fmla="*/ 195306 w 346883"/>
              <a:gd name="connsiteY69" fmla="*/ 113062 h 362807"/>
              <a:gd name="connsiteX70" fmla="*/ 195685 w 346883"/>
              <a:gd name="connsiteY70" fmla="*/ 114776 h 362807"/>
              <a:gd name="connsiteX71" fmla="*/ 195685 w 346883"/>
              <a:gd name="connsiteY71" fmla="*/ 187166 h 362807"/>
              <a:gd name="connsiteX72" fmla="*/ 195306 w 346883"/>
              <a:gd name="connsiteY72" fmla="*/ 188595 h 362807"/>
              <a:gd name="connsiteX73" fmla="*/ 157744 w 346883"/>
              <a:gd name="connsiteY73" fmla="*/ 226314 h 362807"/>
              <a:gd name="connsiteX74" fmla="*/ 330189 w 346883"/>
              <a:gd name="connsiteY74" fmla="*/ 241459 h 362807"/>
              <a:gd name="connsiteX75" fmla="*/ 285133 w 346883"/>
              <a:gd name="connsiteY75" fmla="*/ 241459 h 362807"/>
              <a:gd name="connsiteX76" fmla="*/ 285133 w 346883"/>
              <a:gd name="connsiteY76" fmla="*/ 218789 h 362807"/>
              <a:gd name="connsiteX77" fmla="*/ 247571 w 346883"/>
              <a:gd name="connsiteY77" fmla="*/ 181070 h 362807"/>
              <a:gd name="connsiteX78" fmla="*/ 210578 w 346883"/>
              <a:gd name="connsiteY78" fmla="*/ 181070 h 362807"/>
              <a:gd name="connsiteX79" fmla="*/ 210578 w 346883"/>
              <a:gd name="connsiteY79" fmla="*/ 120872 h 362807"/>
              <a:gd name="connsiteX80" fmla="*/ 330095 w 346883"/>
              <a:gd name="connsiteY80" fmla="*/ 218789 h 362807"/>
              <a:gd name="connsiteX81" fmla="*/ 330095 w 346883"/>
              <a:gd name="connsiteY81" fmla="*/ 24145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46883" h="362807">
                <a:moveTo>
                  <a:pt x="322981" y="276511"/>
                </a:moveTo>
                <a:cubicBezTo>
                  <a:pt x="320419" y="273939"/>
                  <a:pt x="319186" y="272701"/>
                  <a:pt x="315392" y="272701"/>
                </a:cubicBezTo>
                <a:cubicBezTo>
                  <a:pt x="312831" y="272701"/>
                  <a:pt x="310365" y="273939"/>
                  <a:pt x="309132" y="276511"/>
                </a:cubicBezTo>
                <a:cubicBezTo>
                  <a:pt x="305338" y="282892"/>
                  <a:pt x="285133" y="317087"/>
                  <a:pt x="285133" y="332327"/>
                </a:cubicBezTo>
                <a:cubicBezTo>
                  <a:pt x="285133" y="348806"/>
                  <a:pt x="298982" y="362807"/>
                  <a:pt x="315392" y="362807"/>
                </a:cubicBezTo>
                <a:cubicBezTo>
                  <a:pt x="333035" y="362807"/>
                  <a:pt x="346884" y="348901"/>
                  <a:pt x="346884" y="332327"/>
                </a:cubicBezTo>
                <a:cubicBezTo>
                  <a:pt x="346884" y="317087"/>
                  <a:pt x="326680" y="282892"/>
                  <a:pt x="322886" y="276511"/>
                </a:cubicBezTo>
                <a:close/>
                <a:moveTo>
                  <a:pt x="315392" y="347567"/>
                </a:moveTo>
                <a:cubicBezTo>
                  <a:pt x="307804" y="347567"/>
                  <a:pt x="300310" y="339947"/>
                  <a:pt x="300310" y="332327"/>
                </a:cubicBezTo>
                <a:cubicBezTo>
                  <a:pt x="300310" y="327279"/>
                  <a:pt x="307899" y="310801"/>
                  <a:pt x="315392" y="295561"/>
                </a:cubicBezTo>
                <a:cubicBezTo>
                  <a:pt x="324214" y="310801"/>
                  <a:pt x="331802" y="327279"/>
                  <a:pt x="331802" y="332327"/>
                </a:cubicBezTo>
                <a:cubicBezTo>
                  <a:pt x="331802" y="339947"/>
                  <a:pt x="324214" y="347567"/>
                  <a:pt x="315392" y="347567"/>
                </a:cubicBezTo>
                <a:close/>
                <a:moveTo>
                  <a:pt x="345177" y="248984"/>
                </a:moveTo>
                <a:lnTo>
                  <a:pt x="345177" y="218789"/>
                </a:lnTo>
                <a:cubicBezTo>
                  <a:pt x="345177" y="138303"/>
                  <a:pt x="276407" y="108109"/>
                  <a:pt x="210103" y="105537"/>
                </a:cubicBezTo>
                <a:cubicBezTo>
                  <a:pt x="206689" y="82772"/>
                  <a:pt x="187907" y="64294"/>
                  <a:pt x="164952" y="60960"/>
                </a:cubicBezTo>
                <a:lnTo>
                  <a:pt x="164952" y="45815"/>
                </a:lnTo>
                <a:lnTo>
                  <a:pt x="240362" y="45815"/>
                </a:lnTo>
                <a:cubicBezTo>
                  <a:pt x="245389" y="45815"/>
                  <a:pt x="247856" y="43244"/>
                  <a:pt x="247856" y="38195"/>
                </a:cubicBezTo>
                <a:cubicBezTo>
                  <a:pt x="247856" y="34385"/>
                  <a:pt x="245389" y="30575"/>
                  <a:pt x="240362" y="30575"/>
                </a:cubicBezTo>
                <a:lnTo>
                  <a:pt x="164952" y="30575"/>
                </a:lnTo>
                <a:lnTo>
                  <a:pt x="164952" y="7525"/>
                </a:lnTo>
                <a:cubicBezTo>
                  <a:pt x="164952" y="3715"/>
                  <a:pt x="162486" y="0"/>
                  <a:pt x="157459" y="0"/>
                </a:cubicBezTo>
                <a:lnTo>
                  <a:pt x="112403" y="0"/>
                </a:lnTo>
                <a:cubicBezTo>
                  <a:pt x="108609" y="0"/>
                  <a:pt x="104909" y="3810"/>
                  <a:pt x="104909" y="7525"/>
                </a:cubicBezTo>
                <a:lnTo>
                  <a:pt x="104909" y="30575"/>
                </a:lnTo>
                <a:lnTo>
                  <a:pt x="30354" y="30575"/>
                </a:lnTo>
                <a:cubicBezTo>
                  <a:pt x="26654" y="30575"/>
                  <a:pt x="22860" y="34385"/>
                  <a:pt x="22860" y="38195"/>
                </a:cubicBezTo>
                <a:cubicBezTo>
                  <a:pt x="22860" y="43339"/>
                  <a:pt x="26559" y="45815"/>
                  <a:pt x="30354" y="45815"/>
                </a:cubicBezTo>
                <a:lnTo>
                  <a:pt x="104909" y="45815"/>
                </a:lnTo>
                <a:lnTo>
                  <a:pt x="104909" y="60960"/>
                </a:lnTo>
                <a:cubicBezTo>
                  <a:pt x="82239" y="64484"/>
                  <a:pt x="64691" y="82867"/>
                  <a:pt x="61276" y="105537"/>
                </a:cubicBezTo>
                <a:lnTo>
                  <a:pt x="7494" y="105537"/>
                </a:lnTo>
                <a:cubicBezTo>
                  <a:pt x="3699" y="105537"/>
                  <a:pt x="0" y="109347"/>
                  <a:pt x="0" y="113062"/>
                </a:cubicBezTo>
                <a:lnTo>
                  <a:pt x="0" y="188595"/>
                </a:lnTo>
                <a:cubicBezTo>
                  <a:pt x="0" y="193643"/>
                  <a:pt x="3794" y="196120"/>
                  <a:pt x="7494" y="196120"/>
                </a:cubicBezTo>
                <a:lnTo>
                  <a:pt x="61276" y="196120"/>
                </a:lnTo>
                <a:cubicBezTo>
                  <a:pt x="65070" y="222504"/>
                  <a:pt x="86318" y="241459"/>
                  <a:pt x="112593" y="241459"/>
                </a:cubicBezTo>
                <a:lnTo>
                  <a:pt x="157649" y="241459"/>
                </a:lnTo>
                <a:cubicBezTo>
                  <a:pt x="183923" y="241459"/>
                  <a:pt x="206404" y="222599"/>
                  <a:pt x="210198" y="196120"/>
                </a:cubicBezTo>
                <a:lnTo>
                  <a:pt x="247761" y="196120"/>
                </a:lnTo>
                <a:cubicBezTo>
                  <a:pt x="260282" y="196120"/>
                  <a:pt x="270241" y="206216"/>
                  <a:pt x="270241" y="218789"/>
                </a:cubicBezTo>
                <a:lnTo>
                  <a:pt x="270241" y="248984"/>
                </a:lnTo>
                <a:cubicBezTo>
                  <a:pt x="270241" y="254032"/>
                  <a:pt x="274035" y="256508"/>
                  <a:pt x="277735" y="256508"/>
                </a:cubicBezTo>
                <a:lnTo>
                  <a:pt x="337778" y="256508"/>
                </a:lnTo>
                <a:cubicBezTo>
                  <a:pt x="342805" y="256508"/>
                  <a:pt x="345271" y="254032"/>
                  <a:pt x="345271" y="248984"/>
                </a:cubicBezTo>
                <a:close/>
                <a:moveTo>
                  <a:pt x="149965" y="15050"/>
                </a:moveTo>
                <a:lnTo>
                  <a:pt x="149965" y="60293"/>
                </a:lnTo>
                <a:lnTo>
                  <a:pt x="119896" y="60293"/>
                </a:lnTo>
                <a:lnTo>
                  <a:pt x="119896" y="39719"/>
                </a:lnTo>
                <a:cubicBezTo>
                  <a:pt x="119896" y="39243"/>
                  <a:pt x="120086" y="38767"/>
                  <a:pt x="120086" y="38195"/>
                </a:cubicBezTo>
                <a:cubicBezTo>
                  <a:pt x="120086" y="37719"/>
                  <a:pt x="119896" y="37338"/>
                  <a:pt x="119896" y="36957"/>
                </a:cubicBezTo>
                <a:lnTo>
                  <a:pt x="119896" y="15145"/>
                </a:lnTo>
                <a:lnTo>
                  <a:pt x="149965" y="15145"/>
                </a:lnTo>
                <a:close/>
                <a:moveTo>
                  <a:pt x="14987" y="120682"/>
                </a:moveTo>
                <a:lnTo>
                  <a:pt x="60043" y="120682"/>
                </a:lnTo>
                <a:lnTo>
                  <a:pt x="60043" y="181070"/>
                </a:lnTo>
                <a:lnTo>
                  <a:pt x="14987" y="181070"/>
                </a:lnTo>
                <a:lnTo>
                  <a:pt x="14987" y="120682"/>
                </a:lnTo>
                <a:close/>
                <a:moveTo>
                  <a:pt x="157649" y="226409"/>
                </a:moveTo>
                <a:lnTo>
                  <a:pt x="112593" y="226409"/>
                </a:lnTo>
                <a:cubicBezTo>
                  <a:pt x="92958" y="226409"/>
                  <a:pt x="75789" y="210598"/>
                  <a:pt x="75220" y="189738"/>
                </a:cubicBezTo>
                <a:cubicBezTo>
                  <a:pt x="75220" y="189357"/>
                  <a:pt x="75410" y="189071"/>
                  <a:pt x="75410" y="188690"/>
                </a:cubicBezTo>
                <a:lnTo>
                  <a:pt x="75410" y="113633"/>
                </a:lnTo>
                <a:cubicBezTo>
                  <a:pt x="75410" y="113633"/>
                  <a:pt x="75315" y="112871"/>
                  <a:pt x="75220" y="112490"/>
                </a:cubicBezTo>
                <a:cubicBezTo>
                  <a:pt x="75599" y="92869"/>
                  <a:pt x="92389" y="75914"/>
                  <a:pt x="111929" y="75438"/>
                </a:cubicBezTo>
                <a:cubicBezTo>
                  <a:pt x="112118" y="75438"/>
                  <a:pt x="112308" y="75533"/>
                  <a:pt x="112593" y="75533"/>
                </a:cubicBezTo>
                <a:lnTo>
                  <a:pt x="157649" y="75533"/>
                </a:lnTo>
                <a:cubicBezTo>
                  <a:pt x="157649" y="75533"/>
                  <a:pt x="158218" y="75438"/>
                  <a:pt x="158502" y="75438"/>
                </a:cubicBezTo>
                <a:cubicBezTo>
                  <a:pt x="179370" y="75819"/>
                  <a:pt x="195306" y="93250"/>
                  <a:pt x="195306" y="113062"/>
                </a:cubicBezTo>
                <a:cubicBezTo>
                  <a:pt x="195306" y="113729"/>
                  <a:pt x="195496" y="114205"/>
                  <a:pt x="195685" y="114776"/>
                </a:cubicBezTo>
                <a:lnTo>
                  <a:pt x="195685" y="187166"/>
                </a:lnTo>
                <a:cubicBezTo>
                  <a:pt x="195591" y="187642"/>
                  <a:pt x="195306" y="188119"/>
                  <a:pt x="195306" y="188595"/>
                </a:cubicBezTo>
                <a:cubicBezTo>
                  <a:pt x="195306" y="210026"/>
                  <a:pt x="179086" y="226314"/>
                  <a:pt x="157744" y="226314"/>
                </a:cubicBezTo>
                <a:close/>
                <a:moveTo>
                  <a:pt x="330189" y="241459"/>
                </a:moveTo>
                <a:lnTo>
                  <a:pt x="285133" y="241459"/>
                </a:lnTo>
                <a:lnTo>
                  <a:pt x="285133" y="218789"/>
                </a:lnTo>
                <a:cubicBezTo>
                  <a:pt x="285133" y="198692"/>
                  <a:pt x="268913" y="181070"/>
                  <a:pt x="247571" y="181070"/>
                </a:cubicBezTo>
                <a:lnTo>
                  <a:pt x="210578" y="181070"/>
                </a:lnTo>
                <a:lnTo>
                  <a:pt x="210578" y="120872"/>
                </a:lnTo>
                <a:cubicBezTo>
                  <a:pt x="247002" y="122396"/>
                  <a:pt x="330095" y="135160"/>
                  <a:pt x="330095" y="218789"/>
                </a:cubicBezTo>
                <a:lnTo>
                  <a:pt x="330095" y="241459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1" name="Graphic 248">
            <a:extLst>
              <a:ext uri="{FF2B5EF4-FFF2-40B4-BE49-F238E27FC236}">
                <a16:creationId xmlns:a16="http://schemas.microsoft.com/office/drawing/2014/main" id="{0FC218A6-2A7C-11C3-A2EA-E01445980ED7}"/>
              </a:ext>
            </a:extLst>
          </p:cNvPr>
          <p:cNvSpPr/>
          <p:nvPr/>
        </p:nvSpPr>
        <p:spPr>
          <a:xfrm>
            <a:off x="4598418" y="4893773"/>
            <a:ext cx="459549" cy="480645"/>
          </a:xfrm>
          <a:custGeom>
            <a:avLst/>
            <a:gdLst>
              <a:gd name="connsiteX0" fmla="*/ 322981 w 346883"/>
              <a:gd name="connsiteY0" fmla="*/ 276511 h 362807"/>
              <a:gd name="connsiteX1" fmla="*/ 315392 w 346883"/>
              <a:gd name="connsiteY1" fmla="*/ 272701 h 362807"/>
              <a:gd name="connsiteX2" fmla="*/ 309132 w 346883"/>
              <a:gd name="connsiteY2" fmla="*/ 276511 h 362807"/>
              <a:gd name="connsiteX3" fmla="*/ 285133 w 346883"/>
              <a:gd name="connsiteY3" fmla="*/ 332327 h 362807"/>
              <a:gd name="connsiteX4" fmla="*/ 315392 w 346883"/>
              <a:gd name="connsiteY4" fmla="*/ 362807 h 362807"/>
              <a:gd name="connsiteX5" fmla="*/ 346884 w 346883"/>
              <a:gd name="connsiteY5" fmla="*/ 332327 h 362807"/>
              <a:gd name="connsiteX6" fmla="*/ 322886 w 346883"/>
              <a:gd name="connsiteY6" fmla="*/ 276511 h 362807"/>
              <a:gd name="connsiteX7" fmla="*/ 315392 w 346883"/>
              <a:gd name="connsiteY7" fmla="*/ 347567 h 362807"/>
              <a:gd name="connsiteX8" fmla="*/ 300310 w 346883"/>
              <a:gd name="connsiteY8" fmla="*/ 332327 h 362807"/>
              <a:gd name="connsiteX9" fmla="*/ 315392 w 346883"/>
              <a:gd name="connsiteY9" fmla="*/ 295561 h 362807"/>
              <a:gd name="connsiteX10" fmla="*/ 331802 w 346883"/>
              <a:gd name="connsiteY10" fmla="*/ 332327 h 362807"/>
              <a:gd name="connsiteX11" fmla="*/ 315392 w 346883"/>
              <a:gd name="connsiteY11" fmla="*/ 347567 h 362807"/>
              <a:gd name="connsiteX12" fmla="*/ 345177 w 346883"/>
              <a:gd name="connsiteY12" fmla="*/ 248984 h 362807"/>
              <a:gd name="connsiteX13" fmla="*/ 345177 w 346883"/>
              <a:gd name="connsiteY13" fmla="*/ 218789 h 362807"/>
              <a:gd name="connsiteX14" fmla="*/ 210103 w 346883"/>
              <a:gd name="connsiteY14" fmla="*/ 105537 h 362807"/>
              <a:gd name="connsiteX15" fmla="*/ 164952 w 346883"/>
              <a:gd name="connsiteY15" fmla="*/ 60960 h 362807"/>
              <a:gd name="connsiteX16" fmla="*/ 164952 w 346883"/>
              <a:gd name="connsiteY16" fmla="*/ 45815 h 362807"/>
              <a:gd name="connsiteX17" fmla="*/ 240362 w 346883"/>
              <a:gd name="connsiteY17" fmla="*/ 45815 h 362807"/>
              <a:gd name="connsiteX18" fmla="*/ 247856 w 346883"/>
              <a:gd name="connsiteY18" fmla="*/ 38195 h 362807"/>
              <a:gd name="connsiteX19" fmla="*/ 240362 w 346883"/>
              <a:gd name="connsiteY19" fmla="*/ 30575 h 362807"/>
              <a:gd name="connsiteX20" fmla="*/ 164952 w 346883"/>
              <a:gd name="connsiteY20" fmla="*/ 30575 h 362807"/>
              <a:gd name="connsiteX21" fmla="*/ 164952 w 346883"/>
              <a:gd name="connsiteY21" fmla="*/ 7525 h 362807"/>
              <a:gd name="connsiteX22" fmla="*/ 157459 w 346883"/>
              <a:gd name="connsiteY22" fmla="*/ 0 h 362807"/>
              <a:gd name="connsiteX23" fmla="*/ 112403 w 346883"/>
              <a:gd name="connsiteY23" fmla="*/ 0 h 362807"/>
              <a:gd name="connsiteX24" fmla="*/ 104909 w 346883"/>
              <a:gd name="connsiteY24" fmla="*/ 7525 h 362807"/>
              <a:gd name="connsiteX25" fmla="*/ 104909 w 346883"/>
              <a:gd name="connsiteY25" fmla="*/ 30575 h 362807"/>
              <a:gd name="connsiteX26" fmla="*/ 30354 w 346883"/>
              <a:gd name="connsiteY26" fmla="*/ 30575 h 362807"/>
              <a:gd name="connsiteX27" fmla="*/ 22860 w 346883"/>
              <a:gd name="connsiteY27" fmla="*/ 38195 h 362807"/>
              <a:gd name="connsiteX28" fmla="*/ 30354 w 346883"/>
              <a:gd name="connsiteY28" fmla="*/ 45815 h 362807"/>
              <a:gd name="connsiteX29" fmla="*/ 104909 w 346883"/>
              <a:gd name="connsiteY29" fmla="*/ 45815 h 362807"/>
              <a:gd name="connsiteX30" fmla="*/ 104909 w 346883"/>
              <a:gd name="connsiteY30" fmla="*/ 60960 h 362807"/>
              <a:gd name="connsiteX31" fmla="*/ 61276 w 346883"/>
              <a:gd name="connsiteY31" fmla="*/ 105537 h 362807"/>
              <a:gd name="connsiteX32" fmla="*/ 7494 w 346883"/>
              <a:gd name="connsiteY32" fmla="*/ 105537 h 362807"/>
              <a:gd name="connsiteX33" fmla="*/ 0 w 346883"/>
              <a:gd name="connsiteY33" fmla="*/ 113062 h 362807"/>
              <a:gd name="connsiteX34" fmla="*/ 0 w 346883"/>
              <a:gd name="connsiteY34" fmla="*/ 188595 h 362807"/>
              <a:gd name="connsiteX35" fmla="*/ 7494 w 346883"/>
              <a:gd name="connsiteY35" fmla="*/ 196120 h 362807"/>
              <a:gd name="connsiteX36" fmla="*/ 61276 w 346883"/>
              <a:gd name="connsiteY36" fmla="*/ 196120 h 362807"/>
              <a:gd name="connsiteX37" fmla="*/ 112593 w 346883"/>
              <a:gd name="connsiteY37" fmla="*/ 241459 h 362807"/>
              <a:gd name="connsiteX38" fmla="*/ 157649 w 346883"/>
              <a:gd name="connsiteY38" fmla="*/ 241459 h 362807"/>
              <a:gd name="connsiteX39" fmla="*/ 210198 w 346883"/>
              <a:gd name="connsiteY39" fmla="*/ 196120 h 362807"/>
              <a:gd name="connsiteX40" fmla="*/ 247761 w 346883"/>
              <a:gd name="connsiteY40" fmla="*/ 196120 h 362807"/>
              <a:gd name="connsiteX41" fmla="*/ 270241 w 346883"/>
              <a:gd name="connsiteY41" fmla="*/ 218789 h 362807"/>
              <a:gd name="connsiteX42" fmla="*/ 270241 w 346883"/>
              <a:gd name="connsiteY42" fmla="*/ 248984 h 362807"/>
              <a:gd name="connsiteX43" fmla="*/ 277735 w 346883"/>
              <a:gd name="connsiteY43" fmla="*/ 256508 h 362807"/>
              <a:gd name="connsiteX44" fmla="*/ 337778 w 346883"/>
              <a:gd name="connsiteY44" fmla="*/ 256508 h 362807"/>
              <a:gd name="connsiteX45" fmla="*/ 345271 w 346883"/>
              <a:gd name="connsiteY45" fmla="*/ 248984 h 362807"/>
              <a:gd name="connsiteX46" fmla="*/ 149965 w 346883"/>
              <a:gd name="connsiteY46" fmla="*/ 15050 h 362807"/>
              <a:gd name="connsiteX47" fmla="*/ 149965 w 346883"/>
              <a:gd name="connsiteY47" fmla="*/ 60293 h 362807"/>
              <a:gd name="connsiteX48" fmla="*/ 119896 w 346883"/>
              <a:gd name="connsiteY48" fmla="*/ 60293 h 362807"/>
              <a:gd name="connsiteX49" fmla="*/ 119896 w 346883"/>
              <a:gd name="connsiteY49" fmla="*/ 39719 h 362807"/>
              <a:gd name="connsiteX50" fmla="*/ 120086 w 346883"/>
              <a:gd name="connsiteY50" fmla="*/ 38195 h 362807"/>
              <a:gd name="connsiteX51" fmla="*/ 119896 w 346883"/>
              <a:gd name="connsiteY51" fmla="*/ 36957 h 362807"/>
              <a:gd name="connsiteX52" fmla="*/ 119896 w 346883"/>
              <a:gd name="connsiteY52" fmla="*/ 15145 h 362807"/>
              <a:gd name="connsiteX53" fmla="*/ 149965 w 346883"/>
              <a:gd name="connsiteY53" fmla="*/ 15145 h 362807"/>
              <a:gd name="connsiteX54" fmla="*/ 14987 w 346883"/>
              <a:gd name="connsiteY54" fmla="*/ 120682 h 362807"/>
              <a:gd name="connsiteX55" fmla="*/ 60043 w 346883"/>
              <a:gd name="connsiteY55" fmla="*/ 120682 h 362807"/>
              <a:gd name="connsiteX56" fmla="*/ 60043 w 346883"/>
              <a:gd name="connsiteY56" fmla="*/ 181070 h 362807"/>
              <a:gd name="connsiteX57" fmla="*/ 14987 w 346883"/>
              <a:gd name="connsiteY57" fmla="*/ 181070 h 362807"/>
              <a:gd name="connsiteX58" fmla="*/ 14987 w 346883"/>
              <a:gd name="connsiteY58" fmla="*/ 120682 h 362807"/>
              <a:gd name="connsiteX59" fmla="*/ 157649 w 346883"/>
              <a:gd name="connsiteY59" fmla="*/ 226409 h 362807"/>
              <a:gd name="connsiteX60" fmla="*/ 112593 w 346883"/>
              <a:gd name="connsiteY60" fmla="*/ 226409 h 362807"/>
              <a:gd name="connsiteX61" fmla="*/ 75220 w 346883"/>
              <a:gd name="connsiteY61" fmla="*/ 189738 h 362807"/>
              <a:gd name="connsiteX62" fmla="*/ 75410 w 346883"/>
              <a:gd name="connsiteY62" fmla="*/ 188690 h 362807"/>
              <a:gd name="connsiteX63" fmla="*/ 75410 w 346883"/>
              <a:gd name="connsiteY63" fmla="*/ 113633 h 362807"/>
              <a:gd name="connsiteX64" fmla="*/ 75220 w 346883"/>
              <a:gd name="connsiteY64" fmla="*/ 112490 h 362807"/>
              <a:gd name="connsiteX65" fmla="*/ 111929 w 346883"/>
              <a:gd name="connsiteY65" fmla="*/ 75438 h 362807"/>
              <a:gd name="connsiteX66" fmla="*/ 112593 w 346883"/>
              <a:gd name="connsiteY66" fmla="*/ 75533 h 362807"/>
              <a:gd name="connsiteX67" fmla="*/ 157649 w 346883"/>
              <a:gd name="connsiteY67" fmla="*/ 75533 h 362807"/>
              <a:gd name="connsiteX68" fmla="*/ 158502 w 346883"/>
              <a:gd name="connsiteY68" fmla="*/ 75438 h 362807"/>
              <a:gd name="connsiteX69" fmla="*/ 195306 w 346883"/>
              <a:gd name="connsiteY69" fmla="*/ 113062 h 362807"/>
              <a:gd name="connsiteX70" fmla="*/ 195685 w 346883"/>
              <a:gd name="connsiteY70" fmla="*/ 114776 h 362807"/>
              <a:gd name="connsiteX71" fmla="*/ 195685 w 346883"/>
              <a:gd name="connsiteY71" fmla="*/ 187166 h 362807"/>
              <a:gd name="connsiteX72" fmla="*/ 195306 w 346883"/>
              <a:gd name="connsiteY72" fmla="*/ 188595 h 362807"/>
              <a:gd name="connsiteX73" fmla="*/ 157744 w 346883"/>
              <a:gd name="connsiteY73" fmla="*/ 226314 h 362807"/>
              <a:gd name="connsiteX74" fmla="*/ 330189 w 346883"/>
              <a:gd name="connsiteY74" fmla="*/ 241459 h 362807"/>
              <a:gd name="connsiteX75" fmla="*/ 285133 w 346883"/>
              <a:gd name="connsiteY75" fmla="*/ 241459 h 362807"/>
              <a:gd name="connsiteX76" fmla="*/ 285133 w 346883"/>
              <a:gd name="connsiteY76" fmla="*/ 218789 h 362807"/>
              <a:gd name="connsiteX77" fmla="*/ 247571 w 346883"/>
              <a:gd name="connsiteY77" fmla="*/ 181070 h 362807"/>
              <a:gd name="connsiteX78" fmla="*/ 210578 w 346883"/>
              <a:gd name="connsiteY78" fmla="*/ 181070 h 362807"/>
              <a:gd name="connsiteX79" fmla="*/ 210578 w 346883"/>
              <a:gd name="connsiteY79" fmla="*/ 120872 h 362807"/>
              <a:gd name="connsiteX80" fmla="*/ 330095 w 346883"/>
              <a:gd name="connsiteY80" fmla="*/ 218789 h 362807"/>
              <a:gd name="connsiteX81" fmla="*/ 330095 w 346883"/>
              <a:gd name="connsiteY81" fmla="*/ 24145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46883" h="362807">
                <a:moveTo>
                  <a:pt x="322981" y="276511"/>
                </a:moveTo>
                <a:cubicBezTo>
                  <a:pt x="320419" y="273939"/>
                  <a:pt x="319186" y="272701"/>
                  <a:pt x="315392" y="272701"/>
                </a:cubicBezTo>
                <a:cubicBezTo>
                  <a:pt x="312831" y="272701"/>
                  <a:pt x="310365" y="273939"/>
                  <a:pt x="309132" y="276511"/>
                </a:cubicBezTo>
                <a:cubicBezTo>
                  <a:pt x="305338" y="282892"/>
                  <a:pt x="285133" y="317087"/>
                  <a:pt x="285133" y="332327"/>
                </a:cubicBezTo>
                <a:cubicBezTo>
                  <a:pt x="285133" y="348806"/>
                  <a:pt x="298982" y="362807"/>
                  <a:pt x="315392" y="362807"/>
                </a:cubicBezTo>
                <a:cubicBezTo>
                  <a:pt x="333035" y="362807"/>
                  <a:pt x="346884" y="348901"/>
                  <a:pt x="346884" y="332327"/>
                </a:cubicBezTo>
                <a:cubicBezTo>
                  <a:pt x="346884" y="317087"/>
                  <a:pt x="326680" y="282892"/>
                  <a:pt x="322886" y="276511"/>
                </a:cubicBezTo>
                <a:close/>
                <a:moveTo>
                  <a:pt x="315392" y="347567"/>
                </a:moveTo>
                <a:cubicBezTo>
                  <a:pt x="307804" y="347567"/>
                  <a:pt x="300310" y="339947"/>
                  <a:pt x="300310" y="332327"/>
                </a:cubicBezTo>
                <a:cubicBezTo>
                  <a:pt x="300310" y="327279"/>
                  <a:pt x="307899" y="310801"/>
                  <a:pt x="315392" y="295561"/>
                </a:cubicBezTo>
                <a:cubicBezTo>
                  <a:pt x="324214" y="310801"/>
                  <a:pt x="331802" y="327279"/>
                  <a:pt x="331802" y="332327"/>
                </a:cubicBezTo>
                <a:cubicBezTo>
                  <a:pt x="331802" y="339947"/>
                  <a:pt x="324214" y="347567"/>
                  <a:pt x="315392" y="347567"/>
                </a:cubicBezTo>
                <a:close/>
                <a:moveTo>
                  <a:pt x="345177" y="248984"/>
                </a:moveTo>
                <a:lnTo>
                  <a:pt x="345177" y="218789"/>
                </a:lnTo>
                <a:cubicBezTo>
                  <a:pt x="345177" y="138303"/>
                  <a:pt x="276407" y="108109"/>
                  <a:pt x="210103" y="105537"/>
                </a:cubicBezTo>
                <a:cubicBezTo>
                  <a:pt x="206689" y="82772"/>
                  <a:pt x="187907" y="64294"/>
                  <a:pt x="164952" y="60960"/>
                </a:cubicBezTo>
                <a:lnTo>
                  <a:pt x="164952" y="45815"/>
                </a:lnTo>
                <a:lnTo>
                  <a:pt x="240362" y="45815"/>
                </a:lnTo>
                <a:cubicBezTo>
                  <a:pt x="245389" y="45815"/>
                  <a:pt x="247856" y="43244"/>
                  <a:pt x="247856" y="38195"/>
                </a:cubicBezTo>
                <a:cubicBezTo>
                  <a:pt x="247856" y="34385"/>
                  <a:pt x="245389" y="30575"/>
                  <a:pt x="240362" y="30575"/>
                </a:cubicBezTo>
                <a:lnTo>
                  <a:pt x="164952" y="30575"/>
                </a:lnTo>
                <a:lnTo>
                  <a:pt x="164952" y="7525"/>
                </a:lnTo>
                <a:cubicBezTo>
                  <a:pt x="164952" y="3715"/>
                  <a:pt x="162486" y="0"/>
                  <a:pt x="157459" y="0"/>
                </a:cubicBezTo>
                <a:lnTo>
                  <a:pt x="112403" y="0"/>
                </a:lnTo>
                <a:cubicBezTo>
                  <a:pt x="108609" y="0"/>
                  <a:pt x="104909" y="3810"/>
                  <a:pt x="104909" y="7525"/>
                </a:cubicBezTo>
                <a:lnTo>
                  <a:pt x="104909" y="30575"/>
                </a:lnTo>
                <a:lnTo>
                  <a:pt x="30354" y="30575"/>
                </a:lnTo>
                <a:cubicBezTo>
                  <a:pt x="26654" y="30575"/>
                  <a:pt x="22860" y="34385"/>
                  <a:pt x="22860" y="38195"/>
                </a:cubicBezTo>
                <a:cubicBezTo>
                  <a:pt x="22860" y="43339"/>
                  <a:pt x="26559" y="45815"/>
                  <a:pt x="30354" y="45815"/>
                </a:cubicBezTo>
                <a:lnTo>
                  <a:pt x="104909" y="45815"/>
                </a:lnTo>
                <a:lnTo>
                  <a:pt x="104909" y="60960"/>
                </a:lnTo>
                <a:cubicBezTo>
                  <a:pt x="82239" y="64484"/>
                  <a:pt x="64691" y="82867"/>
                  <a:pt x="61276" y="105537"/>
                </a:cubicBezTo>
                <a:lnTo>
                  <a:pt x="7494" y="105537"/>
                </a:lnTo>
                <a:cubicBezTo>
                  <a:pt x="3699" y="105537"/>
                  <a:pt x="0" y="109347"/>
                  <a:pt x="0" y="113062"/>
                </a:cubicBezTo>
                <a:lnTo>
                  <a:pt x="0" y="188595"/>
                </a:lnTo>
                <a:cubicBezTo>
                  <a:pt x="0" y="193643"/>
                  <a:pt x="3794" y="196120"/>
                  <a:pt x="7494" y="196120"/>
                </a:cubicBezTo>
                <a:lnTo>
                  <a:pt x="61276" y="196120"/>
                </a:lnTo>
                <a:cubicBezTo>
                  <a:pt x="65070" y="222504"/>
                  <a:pt x="86318" y="241459"/>
                  <a:pt x="112593" y="241459"/>
                </a:cubicBezTo>
                <a:lnTo>
                  <a:pt x="157649" y="241459"/>
                </a:lnTo>
                <a:cubicBezTo>
                  <a:pt x="183923" y="241459"/>
                  <a:pt x="206404" y="222599"/>
                  <a:pt x="210198" y="196120"/>
                </a:cubicBezTo>
                <a:lnTo>
                  <a:pt x="247761" y="196120"/>
                </a:lnTo>
                <a:cubicBezTo>
                  <a:pt x="260282" y="196120"/>
                  <a:pt x="270241" y="206216"/>
                  <a:pt x="270241" y="218789"/>
                </a:cubicBezTo>
                <a:lnTo>
                  <a:pt x="270241" y="248984"/>
                </a:lnTo>
                <a:cubicBezTo>
                  <a:pt x="270241" y="254032"/>
                  <a:pt x="274035" y="256508"/>
                  <a:pt x="277735" y="256508"/>
                </a:cubicBezTo>
                <a:lnTo>
                  <a:pt x="337778" y="256508"/>
                </a:lnTo>
                <a:cubicBezTo>
                  <a:pt x="342805" y="256508"/>
                  <a:pt x="345271" y="254032"/>
                  <a:pt x="345271" y="248984"/>
                </a:cubicBezTo>
                <a:close/>
                <a:moveTo>
                  <a:pt x="149965" y="15050"/>
                </a:moveTo>
                <a:lnTo>
                  <a:pt x="149965" y="60293"/>
                </a:lnTo>
                <a:lnTo>
                  <a:pt x="119896" y="60293"/>
                </a:lnTo>
                <a:lnTo>
                  <a:pt x="119896" y="39719"/>
                </a:lnTo>
                <a:cubicBezTo>
                  <a:pt x="119896" y="39243"/>
                  <a:pt x="120086" y="38767"/>
                  <a:pt x="120086" y="38195"/>
                </a:cubicBezTo>
                <a:cubicBezTo>
                  <a:pt x="120086" y="37719"/>
                  <a:pt x="119896" y="37338"/>
                  <a:pt x="119896" y="36957"/>
                </a:cubicBezTo>
                <a:lnTo>
                  <a:pt x="119896" y="15145"/>
                </a:lnTo>
                <a:lnTo>
                  <a:pt x="149965" y="15145"/>
                </a:lnTo>
                <a:close/>
                <a:moveTo>
                  <a:pt x="14987" y="120682"/>
                </a:moveTo>
                <a:lnTo>
                  <a:pt x="60043" y="120682"/>
                </a:lnTo>
                <a:lnTo>
                  <a:pt x="60043" y="181070"/>
                </a:lnTo>
                <a:lnTo>
                  <a:pt x="14987" y="181070"/>
                </a:lnTo>
                <a:lnTo>
                  <a:pt x="14987" y="120682"/>
                </a:lnTo>
                <a:close/>
                <a:moveTo>
                  <a:pt x="157649" y="226409"/>
                </a:moveTo>
                <a:lnTo>
                  <a:pt x="112593" y="226409"/>
                </a:lnTo>
                <a:cubicBezTo>
                  <a:pt x="92958" y="226409"/>
                  <a:pt x="75789" y="210598"/>
                  <a:pt x="75220" y="189738"/>
                </a:cubicBezTo>
                <a:cubicBezTo>
                  <a:pt x="75220" y="189357"/>
                  <a:pt x="75410" y="189071"/>
                  <a:pt x="75410" y="188690"/>
                </a:cubicBezTo>
                <a:lnTo>
                  <a:pt x="75410" y="113633"/>
                </a:lnTo>
                <a:cubicBezTo>
                  <a:pt x="75410" y="113633"/>
                  <a:pt x="75315" y="112871"/>
                  <a:pt x="75220" y="112490"/>
                </a:cubicBezTo>
                <a:cubicBezTo>
                  <a:pt x="75599" y="92869"/>
                  <a:pt x="92389" y="75914"/>
                  <a:pt x="111929" y="75438"/>
                </a:cubicBezTo>
                <a:cubicBezTo>
                  <a:pt x="112118" y="75438"/>
                  <a:pt x="112308" y="75533"/>
                  <a:pt x="112593" y="75533"/>
                </a:cubicBezTo>
                <a:lnTo>
                  <a:pt x="157649" y="75533"/>
                </a:lnTo>
                <a:cubicBezTo>
                  <a:pt x="157649" y="75533"/>
                  <a:pt x="158218" y="75438"/>
                  <a:pt x="158502" y="75438"/>
                </a:cubicBezTo>
                <a:cubicBezTo>
                  <a:pt x="179370" y="75819"/>
                  <a:pt x="195306" y="93250"/>
                  <a:pt x="195306" y="113062"/>
                </a:cubicBezTo>
                <a:cubicBezTo>
                  <a:pt x="195306" y="113729"/>
                  <a:pt x="195496" y="114205"/>
                  <a:pt x="195685" y="114776"/>
                </a:cubicBezTo>
                <a:lnTo>
                  <a:pt x="195685" y="187166"/>
                </a:lnTo>
                <a:cubicBezTo>
                  <a:pt x="195591" y="187642"/>
                  <a:pt x="195306" y="188119"/>
                  <a:pt x="195306" y="188595"/>
                </a:cubicBezTo>
                <a:cubicBezTo>
                  <a:pt x="195306" y="210026"/>
                  <a:pt x="179086" y="226314"/>
                  <a:pt x="157744" y="226314"/>
                </a:cubicBezTo>
                <a:close/>
                <a:moveTo>
                  <a:pt x="330189" y="241459"/>
                </a:moveTo>
                <a:lnTo>
                  <a:pt x="285133" y="241459"/>
                </a:lnTo>
                <a:lnTo>
                  <a:pt x="285133" y="218789"/>
                </a:lnTo>
                <a:cubicBezTo>
                  <a:pt x="285133" y="198692"/>
                  <a:pt x="268913" y="181070"/>
                  <a:pt x="247571" y="181070"/>
                </a:cubicBezTo>
                <a:lnTo>
                  <a:pt x="210578" y="181070"/>
                </a:lnTo>
                <a:lnTo>
                  <a:pt x="210578" y="120872"/>
                </a:lnTo>
                <a:cubicBezTo>
                  <a:pt x="247002" y="122396"/>
                  <a:pt x="330095" y="135160"/>
                  <a:pt x="330095" y="218789"/>
                </a:cubicBezTo>
                <a:lnTo>
                  <a:pt x="330095" y="241459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2" name="Graphic 248">
            <a:extLst>
              <a:ext uri="{FF2B5EF4-FFF2-40B4-BE49-F238E27FC236}">
                <a16:creationId xmlns:a16="http://schemas.microsoft.com/office/drawing/2014/main" id="{39EAD063-E0E3-9043-0E80-9CFC0144C890}"/>
              </a:ext>
            </a:extLst>
          </p:cNvPr>
          <p:cNvSpPr/>
          <p:nvPr/>
        </p:nvSpPr>
        <p:spPr>
          <a:xfrm>
            <a:off x="3839593" y="5509723"/>
            <a:ext cx="459549" cy="480645"/>
          </a:xfrm>
          <a:custGeom>
            <a:avLst/>
            <a:gdLst>
              <a:gd name="connsiteX0" fmla="*/ 322981 w 346883"/>
              <a:gd name="connsiteY0" fmla="*/ 276511 h 362807"/>
              <a:gd name="connsiteX1" fmla="*/ 315392 w 346883"/>
              <a:gd name="connsiteY1" fmla="*/ 272701 h 362807"/>
              <a:gd name="connsiteX2" fmla="*/ 309132 w 346883"/>
              <a:gd name="connsiteY2" fmla="*/ 276511 h 362807"/>
              <a:gd name="connsiteX3" fmla="*/ 285133 w 346883"/>
              <a:gd name="connsiteY3" fmla="*/ 332327 h 362807"/>
              <a:gd name="connsiteX4" fmla="*/ 315392 w 346883"/>
              <a:gd name="connsiteY4" fmla="*/ 362807 h 362807"/>
              <a:gd name="connsiteX5" fmla="*/ 346884 w 346883"/>
              <a:gd name="connsiteY5" fmla="*/ 332327 h 362807"/>
              <a:gd name="connsiteX6" fmla="*/ 322886 w 346883"/>
              <a:gd name="connsiteY6" fmla="*/ 276511 h 362807"/>
              <a:gd name="connsiteX7" fmla="*/ 315392 w 346883"/>
              <a:gd name="connsiteY7" fmla="*/ 347567 h 362807"/>
              <a:gd name="connsiteX8" fmla="*/ 300310 w 346883"/>
              <a:gd name="connsiteY8" fmla="*/ 332327 h 362807"/>
              <a:gd name="connsiteX9" fmla="*/ 315392 w 346883"/>
              <a:gd name="connsiteY9" fmla="*/ 295561 h 362807"/>
              <a:gd name="connsiteX10" fmla="*/ 331802 w 346883"/>
              <a:gd name="connsiteY10" fmla="*/ 332327 h 362807"/>
              <a:gd name="connsiteX11" fmla="*/ 315392 w 346883"/>
              <a:gd name="connsiteY11" fmla="*/ 347567 h 362807"/>
              <a:gd name="connsiteX12" fmla="*/ 345177 w 346883"/>
              <a:gd name="connsiteY12" fmla="*/ 248984 h 362807"/>
              <a:gd name="connsiteX13" fmla="*/ 345177 w 346883"/>
              <a:gd name="connsiteY13" fmla="*/ 218789 h 362807"/>
              <a:gd name="connsiteX14" fmla="*/ 210103 w 346883"/>
              <a:gd name="connsiteY14" fmla="*/ 105537 h 362807"/>
              <a:gd name="connsiteX15" fmla="*/ 164952 w 346883"/>
              <a:gd name="connsiteY15" fmla="*/ 60960 h 362807"/>
              <a:gd name="connsiteX16" fmla="*/ 164952 w 346883"/>
              <a:gd name="connsiteY16" fmla="*/ 45815 h 362807"/>
              <a:gd name="connsiteX17" fmla="*/ 240362 w 346883"/>
              <a:gd name="connsiteY17" fmla="*/ 45815 h 362807"/>
              <a:gd name="connsiteX18" fmla="*/ 247856 w 346883"/>
              <a:gd name="connsiteY18" fmla="*/ 38195 h 362807"/>
              <a:gd name="connsiteX19" fmla="*/ 240362 w 346883"/>
              <a:gd name="connsiteY19" fmla="*/ 30575 h 362807"/>
              <a:gd name="connsiteX20" fmla="*/ 164952 w 346883"/>
              <a:gd name="connsiteY20" fmla="*/ 30575 h 362807"/>
              <a:gd name="connsiteX21" fmla="*/ 164952 w 346883"/>
              <a:gd name="connsiteY21" fmla="*/ 7525 h 362807"/>
              <a:gd name="connsiteX22" fmla="*/ 157459 w 346883"/>
              <a:gd name="connsiteY22" fmla="*/ 0 h 362807"/>
              <a:gd name="connsiteX23" fmla="*/ 112403 w 346883"/>
              <a:gd name="connsiteY23" fmla="*/ 0 h 362807"/>
              <a:gd name="connsiteX24" fmla="*/ 104909 w 346883"/>
              <a:gd name="connsiteY24" fmla="*/ 7525 h 362807"/>
              <a:gd name="connsiteX25" fmla="*/ 104909 w 346883"/>
              <a:gd name="connsiteY25" fmla="*/ 30575 h 362807"/>
              <a:gd name="connsiteX26" fmla="*/ 30354 w 346883"/>
              <a:gd name="connsiteY26" fmla="*/ 30575 h 362807"/>
              <a:gd name="connsiteX27" fmla="*/ 22860 w 346883"/>
              <a:gd name="connsiteY27" fmla="*/ 38195 h 362807"/>
              <a:gd name="connsiteX28" fmla="*/ 30354 w 346883"/>
              <a:gd name="connsiteY28" fmla="*/ 45815 h 362807"/>
              <a:gd name="connsiteX29" fmla="*/ 104909 w 346883"/>
              <a:gd name="connsiteY29" fmla="*/ 45815 h 362807"/>
              <a:gd name="connsiteX30" fmla="*/ 104909 w 346883"/>
              <a:gd name="connsiteY30" fmla="*/ 60960 h 362807"/>
              <a:gd name="connsiteX31" fmla="*/ 61276 w 346883"/>
              <a:gd name="connsiteY31" fmla="*/ 105537 h 362807"/>
              <a:gd name="connsiteX32" fmla="*/ 7494 w 346883"/>
              <a:gd name="connsiteY32" fmla="*/ 105537 h 362807"/>
              <a:gd name="connsiteX33" fmla="*/ 0 w 346883"/>
              <a:gd name="connsiteY33" fmla="*/ 113062 h 362807"/>
              <a:gd name="connsiteX34" fmla="*/ 0 w 346883"/>
              <a:gd name="connsiteY34" fmla="*/ 188595 h 362807"/>
              <a:gd name="connsiteX35" fmla="*/ 7494 w 346883"/>
              <a:gd name="connsiteY35" fmla="*/ 196120 h 362807"/>
              <a:gd name="connsiteX36" fmla="*/ 61276 w 346883"/>
              <a:gd name="connsiteY36" fmla="*/ 196120 h 362807"/>
              <a:gd name="connsiteX37" fmla="*/ 112593 w 346883"/>
              <a:gd name="connsiteY37" fmla="*/ 241459 h 362807"/>
              <a:gd name="connsiteX38" fmla="*/ 157649 w 346883"/>
              <a:gd name="connsiteY38" fmla="*/ 241459 h 362807"/>
              <a:gd name="connsiteX39" fmla="*/ 210198 w 346883"/>
              <a:gd name="connsiteY39" fmla="*/ 196120 h 362807"/>
              <a:gd name="connsiteX40" fmla="*/ 247761 w 346883"/>
              <a:gd name="connsiteY40" fmla="*/ 196120 h 362807"/>
              <a:gd name="connsiteX41" fmla="*/ 270241 w 346883"/>
              <a:gd name="connsiteY41" fmla="*/ 218789 h 362807"/>
              <a:gd name="connsiteX42" fmla="*/ 270241 w 346883"/>
              <a:gd name="connsiteY42" fmla="*/ 248984 h 362807"/>
              <a:gd name="connsiteX43" fmla="*/ 277735 w 346883"/>
              <a:gd name="connsiteY43" fmla="*/ 256508 h 362807"/>
              <a:gd name="connsiteX44" fmla="*/ 337778 w 346883"/>
              <a:gd name="connsiteY44" fmla="*/ 256508 h 362807"/>
              <a:gd name="connsiteX45" fmla="*/ 345271 w 346883"/>
              <a:gd name="connsiteY45" fmla="*/ 248984 h 362807"/>
              <a:gd name="connsiteX46" fmla="*/ 149965 w 346883"/>
              <a:gd name="connsiteY46" fmla="*/ 15050 h 362807"/>
              <a:gd name="connsiteX47" fmla="*/ 149965 w 346883"/>
              <a:gd name="connsiteY47" fmla="*/ 60293 h 362807"/>
              <a:gd name="connsiteX48" fmla="*/ 119896 w 346883"/>
              <a:gd name="connsiteY48" fmla="*/ 60293 h 362807"/>
              <a:gd name="connsiteX49" fmla="*/ 119896 w 346883"/>
              <a:gd name="connsiteY49" fmla="*/ 39719 h 362807"/>
              <a:gd name="connsiteX50" fmla="*/ 120086 w 346883"/>
              <a:gd name="connsiteY50" fmla="*/ 38195 h 362807"/>
              <a:gd name="connsiteX51" fmla="*/ 119896 w 346883"/>
              <a:gd name="connsiteY51" fmla="*/ 36957 h 362807"/>
              <a:gd name="connsiteX52" fmla="*/ 119896 w 346883"/>
              <a:gd name="connsiteY52" fmla="*/ 15145 h 362807"/>
              <a:gd name="connsiteX53" fmla="*/ 149965 w 346883"/>
              <a:gd name="connsiteY53" fmla="*/ 15145 h 362807"/>
              <a:gd name="connsiteX54" fmla="*/ 14987 w 346883"/>
              <a:gd name="connsiteY54" fmla="*/ 120682 h 362807"/>
              <a:gd name="connsiteX55" fmla="*/ 60043 w 346883"/>
              <a:gd name="connsiteY55" fmla="*/ 120682 h 362807"/>
              <a:gd name="connsiteX56" fmla="*/ 60043 w 346883"/>
              <a:gd name="connsiteY56" fmla="*/ 181070 h 362807"/>
              <a:gd name="connsiteX57" fmla="*/ 14987 w 346883"/>
              <a:gd name="connsiteY57" fmla="*/ 181070 h 362807"/>
              <a:gd name="connsiteX58" fmla="*/ 14987 w 346883"/>
              <a:gd name="connsiteY58" fmla="*/ 120682 h 362807"/>
              <a:gd name="connsiteX59" fmla="*/ 157649 w 346883"/>
              <a:gd name="connsiteY59" fmla="*/ 226409 h 362807"/>
              <a:gd name="connsiteX60" fmla="*/ 112593 w 346883"/>
              <a:gd name="connsiteY60" fmla="*/ 226409 h 362807"/>
              <a:gd name="connsiteX61" fmla="*/ 75220 w 346883"/>
              <a:gd name="connsiteY61" fmla="*/ 189738 h 362807"/>
              <a:gd name="connsiteX62" fmla="*/ 75410 w 346883"/>
              <a:gd name="connsiteY62" fmla="*/ 188690 h 362807"/>
              <a:gd name="connsiteX63" fmla="*/ 75410 w 346883"/>
              <a:gd name="connsiteY63" fmla="*/ 113633 h 362807"/>
              <a:gd name="connsiteX64" fmla="*/ 75220 w 346883"/>
              <a:gd name="connsiteY64" fmla="*/ 112490 h 362807"/>
              <a:gd name="connsiteX65" fmla="*/ 111929 w 346883"/>
              <a:gd name="connsiteY65" fmla="*/ 75438 h 362807"/>
              <a:gd name="connsiteX66" fmla="*/ 112593 w 346883"/>
              <a:gd name="connsiteY66" fmla="*/ 75533 h 362807"/>
              <a:gd name="connsiteX67" fmla="*/ 157649 w 346883"/>
              <a:gd name="connsiteY67" fmla="*/ 75533 h 362807"/>
              <a:gd name="connsiteX68" fmla="*/ 158502 w 346883"/>
              <a:gd name="connsiteY68" fmla="*/ 75438 h 362807"/>
              <a:gd name="connsiteX69" fmla="*/ 195306 w 346883"/>
              <a:gd name="connsiteY69" fmla="*/ 113062 h 362807"/>
              <a:gd name="connsiteX70" fmla="*/ 195685 w 346883"/>
              <a:gd name="connsiteY70" fmla="*/ 114776 h 362807"/>
              <a:gd name="connsiteX71" fmla="*/ 195685 w 346883"/>
              <a:gd name="connsiteY71" fmla="*/ 187166 h 362807"/>
              <a:gd name="connsiteX72" fmla="*/ 195306 w 346883"/>
              <a:gd name="connsiteY72" fmla="*/ 188595 h 362807"/>
              <a:gd name="connsiteX73" fmla="*/ 157744 w 346883"/>
              <a:gd name="connsiteY73" fmla="*/ 226314 h 362807"/>
              <a:gd name="connsiteX74" fmla="*/ 330189 w 346883"/>
              <a:gd name="connsiteY74" fmla="*/ 241459 h 362807"/>
              <a:gd name="connsiteX75" fmla="*/ 285133 w 346883"/>
              <a:gd name="connsiteY75" fmla="*/ 241459 h 362807"/>
              <a:gd name="connsiteX76" fmla="*/ 285133 w 346883"/>
              <a:gd name="connsiteY76" fmla="*/ 218789 h 362807"/>
              <a:gd name="connsiteX77" fmla="*/ 247571 w 346883"/>
              <a:gd name="connsiteY77" fmla="*/ 181070 h 362807"/>
              <a:gd name="connsiteX78" fmla="*/ 210578 w 346883"/>
              <a:gd name="connsiteY78" fmla="*/ 181070 h 362807"/>
              <a:gd name="connsiteX79" fmla="*/ 210578 w 346883"/>
              <a:gd name="connsiteY79" fmla="*/ 120872 h 362807"/>
              <a:gd name="connsiteX80" fmla="*/ 330095 w 346883"/>
              <a:gd name="connsiteY80" fmla="*/ 218789 h 362807"/>
              <a:gd name="connsiteX81" fmla="*/ 330095 w 346883"/>
              <a:gd name="connsiteY81" fmla="*/ 24145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46883" h="362807">
                <a:moveTo>
                  <a:pt x="322981" y="276511"/>
                </a:moveTo>
                <a:cubicBezTo>
                  <a:pt x="320419" y="273939"/>
                  <a:pt x="319186" y="272701"/>
                  <a:pt x="315392" y="272701"/>
                </a:cubicBezTo>
                <a:cubicBezTo>
                  <a:pt x="312831" y="272701"/>
                  <a:pt x="310365" y="273939"/>
                  <a:pt x="309132" y="276511"/>
                </a:cubicBezTo>
                <a:cubicBezTo>
                  <a:pt x="305338" y="282892"/>
                  <a:pt x="285133" y="317087"/>
                  <a:pt x="285133" y="332327"/>
                </a:cubicBezTo>
                <a:cubicBezTo>
                  <a:pt x="285133" y="348806"/>
                  <a:pt x="298982" y="362807"/>
                  <a:pt x="315392" y="362807"/>
                </a:cubicBezTo>
                <a:cubicBezTo>
                  <a:pt x="333035" y="362807"/>
                  <a:pt x="346884" y="348901"/>
                  <a:pt x="346884" y="332327"/>
                </a:cubicBezTo>
                <a:cubicBezTo>
                  <a:pt x="346884" y="317087"/>
                  <a:pt x="326680" y="282892"/>
                  <a:pt x="322886" y="276511"/>
                </a:cubicBezTo>
                <a:close/>
                <a:moveTo>
                  <a:pt x="315392" y="347567"/>
                </a:moveTo>
                <a:cubicBezTo>
                  <a:pt x="307804" y="347567"/>
                  <a:pt x="300310" y="339947"/>
                  <a:pt x="300310" y="332327"/>
                </a:cubicBezTo>
                <a:cubicBezTo>
                  <a:pt x="300310" y="327279"/>
                  <a:pt x="307899" y="310801"/>
                  <a:pt x="315392" y="295561"/>
                </a:cubicBezTo>
                <a:cubicBezTo>
                  <a:pt x="324214" y="310801"/>
                  <a:pt x="331802" y="327279"/>
                  <a:pt x="331802" y="332327"/>
                </a:cubicBezTo>
                <a:cubicBezTo>
                  <a:pt x="331802" y="339947"/>
                  <a:pt x="324214" y="347567"/>
                  <a:pt x="315392" y="347567"/>
                </a:cubicBezTo>
                <a:close/>
                <a:moveTo>
                  <a:pt x="345177" y="248984"/>
                </a:moveTo>
                <a:lnTo>
                  <a:pt x="345177" y="218789"/>
                </a:lnTo>
                <a:cubicBezTo>
                  <a:pt x="345177" y="138303"/>
                  <a:pt x="276407" y="108109"/>
                  <a:pt x="210103" y="105537"/>
                </a:cubicBezTo>
                <a:cubicBezTo>
                  <a:pt x="206689" y="82772"/>
                  <a:pt x="187907" y="64294"/>
                  <a:pt x="164952" y="60960"/>
                </a:cubicBezTo>
                <a:lnTo>
                  <a:pt x="164952" y="45815"/>
                </a:lnTo>
                <a:lnTo>
                  <a:pt x="240362" y="45815"/>
                </a:lnTo>
                <a:cubicBezTo>
                  <a:pt x="245389" y="45815"/>
                  <a:pt x="247856" y="43244"/>
                  <a:pt x="247856" y="38195"/>
                </a:cubicBezTo>
                <a:cubicBezTo>
                  <a:pt x="247856" y="34385"/>
                  <a:pt x="245389" y="30575"/>
                  <a:pt x="240362" y="30575"/>
                </a:cubicBezTo>
                <a:lnTo>
                  <a:pt x="164952" y="30575"/>
                </a:lnTo>
                <a:lnTo>
                  <a:pt x="164952" y="7525"/>
                </a:lnTo>
                <a:cubicBezTo>
                  <a:pt x="164952" y="3715"/>
                  <a:pt x="162486" y="0"/>
                  <a:pt x="157459" y="0"/>
                </a:cubicBezTo>
                <a:lnTo>
                  <a:pt x="112403" y="0"/>
                </a:lnTo>
                <a:cubicBezTo>
                  <a:pt x="108609" y="0"/>
                  <a:pt x="104909" y="3810"/>
                  <a:pt x="104909" y="7525"/>
                </a:cubicBezTo>
                <a:lnTo>
                  <a:pt x="104909" y="30575"/>
                </a:lnTo>
                <a:lnTo>
                  <a:pt x="30354" y="30575"/>
                </a:lnTo>
                <a:cubicBezTo>
                  <a:pt x="26654" y="30575"/>
                  <a:pt x="22860" y="34385"/>
                  <a:pt x="22860" y="38195"/>
                </a:cubicBezTo>
                <a:cubicBezTo>
                  <a:pt x="22860" y="43339"/>
                  <a:pt x="26559" y="45815"/>
                  <a:pt x="30354" y="45815"/>
                </a:cubicBezTo>
                <a:lnTo>
                  <a:pt x="104909" y="45815"/>
                </a:lnTo>
                <a:lnTo>
                  <a:pt x="104909" y="60960"/>
                </a:lnTo>
                <a:cubicBezTo>
                  <a:pt x="82239" y="64484"/>
                  <a:pt x="64691" y="82867"/>
                  <a:pt x="61276" y="105537"/>
                </a:cubicBezTo>
                <a:lnTo>
                  <a:pt x="7494" y="105537"/>
                </a:lnTo>
                <a:cubicBezTo>
                  <a:pt x="3699" y="105537"/>
                  <a:pt x="0" y="109347"/>
                  <a:pt x="0" y="113062"/>
                </a:cubicBezTo>
                <a:lnTo>
                  <a:pt x="0" y="188595"/>
                </a:lnTo>
                <a:cubicBezTo>
                  <a:pt x="0" y="193643"/>
                  <a:pt x="3794" y="196120"/>
                  <a:pt x="7494" y="196120"/>
                </a:cubicBezTo>
                <a:lnTo>
                  <a:pt x="61276" y="196120"/>
                </a:lnTo>
                <a:cubicBezTo>
                  <a:pt x="65070" y="222504"/>
                  <a:pt x="86318" y="241459"/>
                  <a:pt x="112593" y="241459"/>
                </a:cubicBezTo>
                <a:lnTo>
                  <a:pt x="157649" y="241459"/>
                </a:lnTo>
                <a:cubicBezTo>
                  <a:pt x="183923" y="241459"/>
                  <a:pt x="206404" y="222599"/>
                  <a:pt x="210198" y="196120"/>
                </a:cubicBezTo>
                <a:lnTo>
                  <a:pt x="247761" y="196120"/>
                </a:lnTo>
                <a:cubicBezTo>
                  <a:pt x="260282" y="196120"/>
                  <a:pt x="270241" y="206216"/>
                  <a:pt x="270241" y="218789"/>
                </a:cubicBezTo>
                <a:lnTo>
                  <a:pt x="270241" y="248984"/>
                </a:lnTo>
                <a:cubicBezTo>
                  <a:pt x="270241" y="254032"/>
                  <a:pt x="274035" y="256508"/>
                  <a:pt x="277735" y="256508"/>
                </a:cubicBezTo>
                <a:lnTo>
                  <a:pt x="337778" y="256508"/>
                </a:lnTo>
                <a:cubicBezTo>
                  <a:pt x="342805" y="256508"/>
                  <a:pt x="345271" y="254032"/>
                  <a:pt x="345271" y="248984"/>
                </a:cubicBezTo>
                <a:close/>
                <a:moveTo>
                  <a:pt x="149965" y="15050"/>
                </a:moveTo>
                <a:lnTo>
                  <a:pt x="149965" y="60293"/>
                </a:lnTo>
                <a:lnTo>
                  <a:pt x="119896" y="60293"/>
                </a:lnTo>
                <a:lnTo>
                  <a:pt x="119896" y="39719"/>
                </a:lnTo>
                <a:cubicBezTo>
                  <a:pt x="119896" y="39243"/>
                  <a:pt x="120086" y="38767"/>
                  <a:pt x="120086" y="38195"/>
                </a:cubicBezTo>
                <a:cubicBezTo>
                  <a:pt x="120086" y="37719"/>
                  <a:pt x="119896" y="37338"/>
                  <a:pt x="119896" y="36957"/>
                </a:cubicBezTo>
                <a:lnTo>
                  <a:pt x="119896" y="15145"/>
                </a:lnTo>
                <a:lnTo>
                  <a:pt x="149965" y="15145"/>
                </a:lnTo>
                <a:close/>
                <a:moveTo>
                  <a:pt x="14987" y="120682"/>
                </a:moveTo>
                <a:lnTo>
                  <a:pt x="60043" y="120682"/>
                </a:lnTo>
                <a:lnTo>
                  <a:pt x="60043" y="181070"/>
                </a:lnTo>
                <a:lnTo>
                  <a:pt x="14987" y="181070"/>
                </a:lnTo>
                <a:lnTo>
                  <a:pt x="14987" y="120682"/>
                </a:lnTo>
                <a:close/>
                <a:moveTo>
                  <a:pt x="157649" y="226409"/>
                </a:moveTo>
                <a:lnTo>
                  <a:pt x="112593" y="226409"/>
                </a:lnTo>
                <a:cubicBezTo>
                  <a:pt x="92958" y="226409"/>
                  <a:pt x="75789" y="210598"/>
                  <a:pt x="75220" y="189738"/>
                </a:cubicBezTo>
                <a:cubicBezTo>
                  <a:pt x="75220" y="189357"/>
                  <a:pt x="75410" y="189071"/>
                  <a:pt x="75410" y="188690"/>
                </a:cubicBezTo>
                <a:lnTo>
                  <a:pt x="75410" y="113633"/>
                </a:lnTo>
                <a:cubicBezTo>
                  <a:pt x="75410" y="113633"/>
                  <a:pt x="75315" y="112871"/>
                  <a:pt x="75220" y="112490"/>
                </a:cubicBezTo>
                <a:cubicBezTo>
                  <a:pt x="75599" y="92869"/>
                  <a:pt x="92389" y="75914"/>
                  <a:pt x="111929" y="75438"/>
                </a:cubicBezTo>
                <a:cubicBezTo>
                  <a:pt x="112118" y="75438"/>
                  <a:pt x="112308" y="75533"/>
                  <a:pt x="112593" y="75533"/>
                </a:cubicBezTo>
                <a:lnTo>
                  <a:pt x="157649" y="75533"/>
                </a:lnTo>
                <a:cubicBezTo>
                  <a:pt x="157649" y="75533"/>
                  <a:pt x="158218" y="75438"/>
                  <a:pt x="158502" y="75438"/>
                </a:cubicBezTo>
                <a:cubicBezTo>
                  <a:pt x="179370" y="75819"/>
                  <a:pt x="195306" y="93250"/>
                  <a:pt x="195306" y="113062"/>
                </a:cubicBezTo>
                <a:cubicBezTo>
                  <a:pt x="195306" y="113729"/>
                  <a:pt x="195496" y="114205"/>
                  <a:pt x="195685" y="114776"/>
                </a:cubicBezTo>
                <a:lnTo>
                  <a:pt x="195685" y="187166"/>
                </a:lnTo>
                <a:cubicBezTo>
                  <a:pt x="195591" y="187642"/>
                  <a:pt x="195306" y="188119"/>
                  <a:pt x="195306" y="188595"/>
                </a:cubicBezTo>
                <a:cubicBezTo>
                  <a:pt x="195306" y="210026"/>
                  <a:pt x="179086" y="226314"/>
                  <a:pt x="157744" y="226314"/>
                </a:cubicBezTo>
                <a:close/>
                <a:moveTo>
                  <a:pt x="330189" y="241459"/>
                </a:moveTo>
                <a:lnTo>
                  <a:pt x="285133" y="241459"/>
                </a:lnTo>
                <a:lnTo>
                  <a:pt x="285133" y="218789"/>
                </a:lnTo>
                <a:cubicBezTo>
                  <a:pt x="285133" y="198692"/>
                  <a:pt x="268913" y="181070"/>
                  <a:pt x="247571" y="181070"/>
                </a:cubicBezTo>
                <a:lnTo>
                  <a:pt x="210578" y="181070"/>
                </a:lnTo>
                <a:lnTo>
                  <a:pt x="210578" y="120872"/>
                </a:lnTo>
                <a:cubicBezTo>
                  <a:pt x="247002" y="122396"/>
                  <a:pt x="330095" y="135160"/>
                  <a:pt x="330095" y="218789"/>
                </a:cubicBezTo>
                <a:lnTo>
                  <a:pt x="330095" y="241459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3" name="Graphic 248">
            <a:extLst>
              <a:ext uri="{FF2B5EF4-FFF2-40B4-BE49-F238E27FC236}">
                <a16:creationId xmlns:a16="http://schemas.microsoft.com/office/drawing/2014/main" id="{DD4716C0-3368-9955-A847-48F3F7303B25}"/>
              </a:ext>
            </a:extLst>
          </p:cNvPr>
          <p:cNvSpPr/>
          <p:nvPr/>
        </p:nvSpPr>
        <p:spPr>
          <a:xfrm>
            <a:off x="4598418" y="5509723"/>
            <a:ext cx="459549" cy="480645"/>
          </a:xfrm>
          <a:custGeom>
            <a:avLst/>
            <a:gdLst>
              <a:gd name="connsiteX0" fmla="*/ 322981 w 346883"/>
              <a:gd name="connsiteY0" fmla="*/ 276511 h 362807"/>
              <a:gd name="connsiteX1" fmla="*/ 315392 w 346883"/>
              <a:gd name="connsiteY1" fmla="*/ 272701 h 362807"/>
              <a:gd name="connsiteX2" fmla="*/ 309132 w 346883"/>
              <a:gd name="connsiteY2" fmla="*/ 276511 h 362807"/>
              <a:gd name="connsiteX3" fmla="*/ 285133 w 346883"/>
              <a:gd name="connsiteY3" fmla="*/ 332327 h 362807"/>
              <a:gd name="connsiteX4" fmla="*/ 315392 w 346883"/>
              <a:gd name="connsiteY4" fmla="*/ 362807 h 362807"/>
              <a:gd name="connsiteX5" fmla="*/ 346884 w 346883"/>
              <a:gd name="connsiteY5" fmla="*/ 332327 h 362807"/>
              <a:gd name="connsiteX6" fmla="*/ 322886 w 346883"/>
              <a:gd name="connsiteY6" fmla="*/ 276511 h 362807"/>
              <a:gd name="connsiteX7" fmla="*/ 315392 w 346883"/>
              <a:gd name="connsiteY7" fmla="*/ 347567 h 362807"/>
              <a:gd name="connsiteX8" fmla="*/ 300310 w 346883"/>
              <a:gd name="connsiteY8" fmla="*/ 332327 h 362807"/>
              <a:gd name="connsiteX9" fmla="*/ 315392 w 346883"/>
              <a:gd name="connsiteY9" fmla="*/ 295561 h 362807"/>
              <a:gd name="connsiteX10" fmla="*/ 331802 w 346883"/>
              <a:gd name="connsiteY10" fmla="*/ 332327 h 362807"/>
              <a:gd name="connsiteX11" fmla="*/ 315392 w 346883"/>
              <a:gd name="connsiteY11" fmla="*/ 347567 h 362807"/>
              <a:gd name="connsiteX12" fmla="*/ 345177 w 346883"/>
              <a:gd name="connsiteY12" fmla="*/ 248984 h 362807"/>
              <a:gd name="connsiteX13" fmla="*/ 345177 w 346883"/>
              <a:gd name="connsiteY13" fmla="*/ 218789 h 362807"/>
              <a:gd name="connsiteX14" fmla="*/ 210103 w 346883"/>
              <a:gd name="connsiteY14" fmla="*/ 105537 h 362807"/>
              <a:gd name="connsiteX15" fmla="*/ 164952 w 346883"/>
              <a:gd name="connsiteY15" fmla="*/ 60960 h 362807"/>
              <a:gd name="connsiteX16" fmla="*/ 164952 w 346883"/>
              <a:gd name="connsiteY16" fmla="*/ 45815 h 362807"/>
              <a:gd name="connsiteX17" fmla="*/ 240362 w 346883"/>
              <a:gd name="connsiteY17" fmla="*/ 45815 h 362807"/>
              <a:gd name="connsiteX18" fmla="*/ 247856 w 346883"/>
              <a:gd name="connsiteY18" fmla="*/ 38195 h 362807"/>
              <a:gd name="connsiteX19" fmla="*/ 240362 w 346883"/>
              <a:gd name="connsiteY19" fmla="*/ 30575 h 362807"/>
              <a:gd name="connsiteX20" fmla="*/ 164952 w 346883"/>
              <a:gd name="connsiteY20" fmla="*/ 30575 h 362807"/>
              <a:gd name="connsiteX21" fmla="*/ 164952 w 346883"/>
              <a:gd name="connsiteY21" fmla="*/ 7525 h 362807"/>
              <a:gd name="connsiteX22" fmla="*/ 157459 w 346883"/>
              <a:gd name="connsiteY22" fmla="*/ 0 h 362807"/>
              <a:gd name="connsiteX23" fmla="*/ 112403 w 346883"/>
              <a:gd name="connsiteY23" fmla="*/ 0 h 362807"/>
              <a:gd name="connsiteX24" fmla="*/ 104909 w 346883"/>
              <a:gd name="connsiteY24" fmla="*/ 7525 h 362807"/>
              <a:gd name="connsiteX25" fmla="*/ 104909 w 346883"/>
              <a:gd name="connsiteY25" fmla="*/ 30575 h 362807"/>
              <a:gd name="connsiteX26" fmla="*/ 30354 w 346883"/>
              <a:gd name="connsiteY26" fmla="*/ 30575 h 362807"/>
              <a:gd name="connsiteX27" fmla="*/ 22860 w 346883"/>
              <a:gd name="connsiteY27" fmla="*/ 38195 h 362807"/>
              <a:gd name="connsiteX28" fmla="*/ 30354 w 346883"/>
              <a:gd name="connsiteY28" fmla="*/ 45815 h 362807"/>
              <a:gd name="connsiteX29" fmla="*/ 104909 w 346883"/>
              <a:gd name="connsiteY29" fmla="*/ 45815 h 362807"/>
              <a:gd name="connsiteX30" fmla="*/ 104909 w 346883"/>
              <a:gd name="connsiteY30" fmla="*/ 60960 h 362807"/>
              <a:gd name="connsiteX31" fmla="*/ 61276 w 346883"/>
              <a:gd name="connsiteY31" fmla="*/ 105537 h 362807"/>
              <a:gd name="connsiteX32" fmla="*/ 7494 w 346883"/>
              <a:gd name="connsiteY32" fmla="*/ 105537 h 362807"/>
              <a:gd name="connsiteX33" fmla="*/ 0 w 346883"/>
              <a:gd name="connsiteY33" fmla="*/ 113062 h 362807"/>
              <a:gd name="connsiteX34" fmla="*/ 0 w 346883"/>
              <a:gd name="connsiteY34" fmla="*/ 188595 h 362807"/>
              <a:gd name="connsiteX35" fmla="*/ 7494 w 346883"/>
              <a:gd name="connsiteY35" fmla="*/ 196120 h 362807"/>
              <a:gd name="connsiteX36" fmla="*/ 61276 w 346883"/>
              <a:gd name="connsiteY36" fmla="*/ 196120 h 362807"/>
              <a:gd name="connsiteX37" fmla="*/ 112593 w 346883"/>
              <a:gd name="connsiteY37" fmla="*/ 241459 h 362807"/>
              <a:gd name="connsiteX38" fmla="*/ 157649 w 346883"/>
              <a:gd name="connsiteY38" fmla="*/ 241459 h 362807"/>
              <a:gd name="connsiteX39" fmla="*/ 210198 w 346883"/>
              <a:gd name="connsiteY39" fmla="*/ 196120 h 362807"/>
              <a:gd name="connsiteX40" fmla="*/ 247761 w 346883"/>
              <a:gd name="connsiteY40" fmla="*/ 196120 h 362807"/>
              <a:gd name="connsiteX41" fmla="*/ 270241 w 346883"/>
              <a:gd name="connsiteY41" fmla="*/ 218789 h 362807"/>
              <a:gd name="connsiteX42" fmla="*/ 270241 w 346883"/>
              <a:gd name="connsiteY42" fmla="*/ 248984 h 362807"/>
              <a:gd name="connsiteX43" fmla="*/ 277735 w 346883"/>
              <a:gd name="connsiteY43" fmla="*/ 256508 h 362807"/>
              <a:gd name="connsiteX44" fmla="*/ 337778 w 346883"/>
              <a:gd name="connsiteY44" fmla="*/ 256508 h 362807"/>
              <a:gd name="connsiteX45" fmla="*/ 345271 w 346883"/>
              <a:gd name="connsiteY45" fmla="*/ 248984 h 362807"/>
              <a:gd name="connsiteX46" fmla="*/ 149965 w 346883"/>
              <a:gd name="connsiteY46" fmla="*/ 15050 h 362807"/>
              <a:gd name="connsiteX47" fmla="*/ 149965 w 346883"/>
              <a:gd name="connsiteY47" fmla="*/ 60293 h 362807"/>
              <a:gd name="connsiteX48" fmla="*/ 119896 w 346883"/>
              <a:gd name="connsiteY48" fmla="*/ 60293 h 362807"/>
              <a:gd name="connsiteX49" fmla="*/ 119896 w 346883"/>
              <a:gd name="connsiteY49" fmla="*/ 39719 h 362807"/>
              <a:gd name="connsiteX50" fmla="*/ 120086 w 346883"/>
              <a:gd name="connsiteY50" fmla="*/ 38195 h 362807"/>
              <a:gd name="connsiteX51" fmla="*/ 119896 w 346883"/>
              <a:gd name="connsiteY51" fmla="*/ 36957 h 362807"/>
              <a:gd name="connsiteX52" fmla="*/ 119896 w 346883"/>
              <a:gd name="connsiteY52" fmla="*/ 15145 h 362807"/>
              <a:gd name="connsiteX53" fmla="*/ 149965 w 346883"/>
              <a:gd name="connsiteY53" fmla="*/ 15145 h 362807"/>
              <a:gd name="connsiteX54" fmla="*/ 14987 w 346883"/>
              <a:gd name="connsiteY54" fmla="*/ 120682 h 362807"/>
              <a:gd name="connsiteX55" fmla="*/ 60043 w 346883"/>
              <a:gd name="connsiteY55" fmla="*/ 120682 h 362807"/>
              <a:gd name="connsiteX56" fmla="*/ 60043 w 346883"/>
              <a:gd name="connsiteY56" fmla="*/ 181070 h 362807"/>
              <a:gd name="connsiteX57" fmla="*/ 14987 w 346883"/>
              <a:gd name="connsiteY57" fmla="*/ 181070 h 362807"/>
              <a:gd name="connsiteX58" fmla="*/ 14987 w 346883"/>
              <a:gd name="connsiteY58" fmla="*/ 120682 h 362807"/>
              <a:gd name="connsiteX59" fmla="*/ 157649 w 346883"/>
              <a:gd name="connsiteY59" fmla="*/ 226409 h 362807"/>
              <a:gd name="connsiteX60" fmla="*/ 112593 w 346883"/>
              <a:gd name="connsiteY60" fmla="*/ 226409 h 362807"/>
              <a:gd name="connsiteX61" fmla="*/ 75220 w 346883"/>
              <a:gd name="connsiteY61" fmla="*/ 189738 h 362807"/>
              <a:gd name="connsiteX62" fmla="*/ 75410 w 346883"/>
              <a:gd name="connsiteY62" fmla="*/ 188690 h 362807"/>
              <a:gd name="connsiteX63" fmla="*/ 75410 w 346883"/>
              <a:gd name="connsiteY63" fmla="*/ 113633 h 362807"/>
              <a:gd name="connsiteX64" fmla="*/ 75220 w 346883"/>
              <a:gd name="connsiteY64" fmla="*/ 112490 h 362807"/>
              <a:gd name="connsiteX65" fmla="*/ 111929 w 346883"/>
              <a:gd name="connsiteY65" fmla="*/ 75438 h 362807"/>
              <a:gd name="connsiteX66" fmla="*/ 112593 w 346883"/>
              <a:gd name="connsiteY66" fmla="*/ 75533 h 362807"/>
              <a:gd name="connsiteX67" fmla="*/ 157649 w 346883"/>
              <a:gd name="connsiteY67" fmla="*/ 75533 h 362807"/>
              <a:gd name="connsiteX68" fmla="*/ 158502 w 346883"/>
              <a:gd name="connsiteY68" fmla="*/ 75438 h 362807"/>
              <a:gd name="connsiteX69" fmla="*/ 195306 w 346883"/>
              <a:gd name="connsiteY69" fmla="*/ 113062 h 362807"/>
              <a:gd name="connsiteX70" fmla="*/ 195685 w 346883"/>
              <a:gd name="connsiteY70" fmla="*/ 114776 h 362807"/>
              <a:gd name="connsiteX71" fmla="*/ 195685 w 346883"/>
              <a:gd name="connsiteY71" fmla="*/ 187166 h 362807"/>
              <a:gd name="connsiteX72" fmla="*/ 195306 w 346883"/>
              <a:gd name="connsiteY72" fmla="*/ 188595 h 362807"/>
              <a:gd name="connsiteX73" fmla="*/ 157744 w 346883"/>
              <a:gd name="connsiteY73" fmla="*/ 226314 h 362807"/>
              <a:gd name="connsiteX74" fmla="*/ 330189 w 346883"/>
              <a:gd name="connsiteY74" fmla="*/ 241459 h 362807"/>
              <a:gd name="connsiteX75" fmla="*/ 285133 w 346883"/>
              <a:gd name="connsiteY75" fmla="*/ 241459 h 362807"/>
              <a:gd name="connsiteX76" fmla="*/ 285133 w 346883"/>
              <a:gd name="connsiteY76" fmla="*/ 218789 h 362807"/>
              <a:gd name="connsiteX77" fmla="*/ 247571 w 346883"/>
              <a:gd name="connsiteY77" fmla="*/ 181070 h 362807"/>
              <a:gd name="connsiteX78" fmla="*/ 210578 w 346883"/>
              <a:gd name="connsiteY78" fmla="*/ 181070 h 362807"/>
              <a:gd name="connsiteX79" fmla="*/ 210578 w 346883"/>
              <a:gd name="connsiteY79" fmla="*/ 120872 h 362807"/>
              <a:gd name="connsiteX80" fmla="*/ 330095 w 346883"/>
              <a:gd name="connsiteY80" fmla="*/ 218789 h 362807"/>
              <a:gd name="connsiteX81" fmla="*/ 330095 w 346883"/>
              <a:gd name="connsiteY81" fmla="*/ 241459 h 36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46883" h="362807">
                <a:moveTo>
                  <a:pt x="322981" y="276511"/>
                </a:moveTo>
                <a:cubicBezTo>
                  <a:pt x="320419" y="273939"/>
                  <a:pt x="319186" y="272701"/>
                  <a:pt x="315392" y="272701"/>
                </a:cubicBezTo>
                <a:cubicBezTo>
                  <a:pt x="312831" y="272701"/>
                  <a:pt x="310365" y="273939"/>
                  <a:pt x="309132" y="276511"/>
                </a:cubicBezTo>
                <a:cubicBezTo>
                  <a:pt x="305338" y="282892"/>
                  <a:pt x="285133" y="317087"/>
                  <a:pt x="285133" y="332327"/>
                </a:cubicBezTo>
                <a:cubicBezTo>
                  <a:pt x="285133" y="348806"/>
                  <a:pt x="298982" y="362807"/>
                  <a:pt x="315392" y="362807"/>
                </a:cubicBezTo>
                <a:cubicBezTo>
                  <a:pt x="333035" y="362807"/>
                  <a:pt x="346884" y="348901"/>
                  <a:pt x="346884" y="332327"/>
                </a:cubicBezTo>
                <a:cubicBezTo>
                  <a:pt x="346884" y="317087"/>
                  <a:pt x="326680" y="282892"/>
                  <a:pt x="322886" y="276511"/>
                </a:cubicBezTo>
                <a:close/>
                <a:moveTo>
                  <a:pt x="315392" y="347567"/>
                </a:moveTo>
                <a:cubicBezTo>
                  <a:pt x="307804" y="347567"/>
                  <a:pt x="300310" y="339947"/>
                  <a:pt x="300310" y="332327"/>
                </a:cubicBezTo>
                <a:cubicBezTo>
                  <a:pt x="300310" y="327279"/>
                  <a:pt x="307899" y="310801"/>
                  <a:pt x="315392" y="295561"/>
                </a:cubicBezTo>
                <a:cubicBezTo>
                  <a:pt x="324214" y="310801"/>
                  <a:pt x="331802" y="327279"/>
                  <a:pt x="331802" y="332327"/>
                </a:cubicBezTo>
                <a:cubicBezTo>
                  <a:pt x="331802" y="339947"/>
                  <a:pt x="324214" y="347567"/>
                  <a:pt x="315392" y="347567"/>
                </a:cubicBezTo>
                <a:close/>
                <a:moveTo>
                  <a:pt x="345177" y="248984"/>
                </a:moveTo>
                <a:lnTo>
                  <a:pt x="345177" y="218789"/>
                </a:lnTo>
                <a:cubicBezTo>
                  <a:pt x="345177" y="138303"/>
                  <a:pt x="276407" y="108109"/>
                  <a:pt x="210103" y="105537"/>
                </a:cubicBezTo>
                <a:cubicBezTo>
                  <a:pt x="206689" y="82772"/>
                  <a:pt x="187907" y="64294"/>
                  <a:pt x="164952" y="60960"/>
                </a:cubicBezTo>
                <a:lnTo>
                  <a:pt x="164952" y="45815"/>
                </a:lnTo>
                <a:lnTo>
                  <a:pt x="240362" y="45815"/>
                </a:lnTo>
                <a:cubicBezTo>
                  <a:pt x="245389" y="45815"/>
                  <a:pt x="247856" y="43244"/>
                  <a:pt x="247856" y="38195"/>
                </a:cubicBezTo>
                <a:cubicBezTo>
                  <a:pt x="247856" y="34385"/>
                  <a:pt x="245389" y="30575"/>
                  <a:pt x="240362" y="30575"/>
                </a:cubicBezTo>
                <a:lnTo>
                  <a:pt x="164952" y="30575"/>
                </a:lnTo>
                <a:lnTo>
                  <a:pt x="164952" y="7525"/>
                </a:lnTo>
                <a:cubicBezTo>
                  <a:pt x="164952" y="3715"/>
                  <a:pt x="162486" y="0"/>
                  <a:pt x="157459" y="0"/>
                </a:cubicBezTo>
                <a:lnTo>
                  <a:pt x="112403" y="0"/>
                </a:lnTo>
                <a:cubicBezTo>
                  <a:pt x="108609" y="0"/>
                  <a:pt x="104909" y="3810"/>
                  <a:pt x="104909" y="7525"/>
                </a:cubicBezTo>
                <a:lnTo>
                  <a:pt x="104909" y="30575"/>
                </a:lnTo>
                <a:lnTo>
                  <a:pt x="30354" y="30575"/>
                </a:lnTo>
                <a:cubicBezTo>
                  <a:pt x="26654" y="30575"/>
                  <a:pt x="22860" y="34385"/>
                  <a:pt x="22860" y="38195"/>
                </a:cubicBezTo>
                <a:cubicBezTo>
                  <a:pt x="22860" y="43339"/>
                  <a:pt x="26559" y="45815"/>
                  <a:pt x="30354" y="45815"/>
                </a:cubicBezTo>
                <a:lnTo>
                  <a:pt x="104909" y="45815"/>
                </a:lnTo>
                <a:lnTo>
                  <a:pt x="104909" y="60960"/>
                </a:lnTo>
                <a:cubicBezTo>
                  <a:pt x="82239" y="64484"/>
                  <a:pt x="64691" y="82867"/>
                  <a:pt x="61276" y="105537"/>
                </a:cubicBezTo>
                <a:lnTo>
                  <a:pt x="7494" y="105537"/>
                </a:lnTo>
                <a:cubicBezTo>
                  <a:pt x="3699" y="105537"/>
                  <a:pt x="0" y="109347"/>
                  <a:pt x="0" y="113062"/>
                </a:cubicBezTo>
                <a:lnTo>
                  <a:pt x="0" y="188595"/>
                </a:lnTo>
                <a:cubicBezTo>
                  <a:pt x="0" y="193643"/>
                  <a:pt x="3794" y="196120"/>
                  <a:pt x="7494" y="196120"/>
                </a:cubicBezTo>
                <a:lnTo>
                  <a:pt x="61276" y="196120"/>
                </a:lnTo>
                <a:cubicBezTo>
                  <a:pt x="65070" y="222504"/>
                  <a:pt x="86318" y="241459"/>
                  <a:pt x="112593" y="241459"/>
                </a:cubicBezTo>
                <a:lnTo>
                  <a:pt x="157649" y="241459"/>
                </a:lnTo>
                <a:cubicBezTo>
                  <a:pt x="183923" y="241459"/>
                  <a:pt x="206404" y="222599"/>
                  <a:pt x="210198" y="196120"/>
                </a:cubicBezTo>
                <a:lnTo>
                  <a:pt x="247761" y="196120"/>
                </a:lnTo>
                <a:cubicBezTo>
                  <a:pt x="260282" y="196120"/>
                  <a:pt x="270241" y="206216"/>
                  <a:pt x="270241" y="218789"/>
                </a:cubicBezTo>
                <a:lnTo>
                  <a:pt x="270241" y="248984"/>
                </a:lnTo>
                <a:cubicBezTo>
                  <a:pt x="270241" y="254032"/>
                  <a:pt x="274035" y="256508"/>
                  <a:pt x="277735" y="256508"/>
                </a:cubicBezTo>
                <a:lnTo>
                  <a:pt x="337778" y="256508"/>
                </a:lnTo>
                <a:cubicBezTo>
                  <a:pt x="342805" y="256508"/>
                  <a:pt x="345271" y="254032"/>
                  <a:pt x="345271" y="248984"/>
                </a:cubicBezTo>
                <a:close/>
                <a:moveTo>
                  <a:pt x="149965" y="15050"/>
                </a:moveTo>
                <a:lnTo>
                  <a:pt x="149965" y="60293"/>
                </a:lnTo>
                <a:lnTo>
                  <a:pt x="119896" y="60293"/>
                </a:lnTo>
                <a:lnTo>
                  <a:pt x="119896" y="39719"/>
                </a:lnTo>
                <a:cubicBezTo>
                  <a:pt x="119896" y="39243"/>
                  <a:pt x="120086" y="38767"/>
                  <a:pt x="120086" y="38195"/>
                </a:cubicBezTo>
                <a:cubicBezTo>
                  <a:pt x="120086" y="37719"/>
                  <a:pt x="119896" y="37338"/>
                  <a:pt x="119896" y="36957"/>
                </a:cubicBezTo>
                <a:lnTo>
                  <a:pt x="119896" y="15145"/>
                </a:lnTo>
                <a:lnTo>
                  <a:pt x="149965" y="15145"/>
                </a:lnTo>
                <a:close/>
                <a:moveTo>
                  <a:pt x="14987" y="120682"/>
                </a:moveTo>
                <a:lnTo>
                  <a:pt x="60043" y="120682"/>
                </a:lnTo>
                <a:lnTo>
                  <a:pt x="60043" y="181070"/>
                </a:lnTo>
                <a:lnTo>
                  <a:pt x="14987" y="181070"/>
                </a:lnTo>
                <a:lnTo>
                  <a:pt x="14987" y="120682"/>
                </a:lnTo>
                <a:close/>
                <a:moveTo>
                  <a:pt x="157649" y="226409"/>
                </a:moveTo>
                <a:lnTo>
                  <a:pt x="112593" y="226409"/>
                </a:lnTo>
                <a:cubicBezTo>
                  <a:pt x="92958" y="226409"/>
                  <a:pt x="75789" y="210598"/>
                  <a:pt x="75220" y="189738"/>
                </a:cubicBezTo>
                <a:cubicBezTo>
                  <a:pt x="75220" y="189357"/>
                  <a:pt x="75410" y="189071"/>
                  <a:pt x="75410" y="188690"/>
                </a:cubicBezTo>
                <a:lnTo>
                  <a:pt x="75410" y="113633"/>
                </a:lnTo>
                <a:cubicBezTo>
                  <a:pt x="75410" y="113633"/>
                  <a:pt x="75315" y="112871"/>
                  <a:pt x="75220" y="112490"/>
                </a:cubicBezTo>
                <a:cubicBezTo>
                  <a:pt x="75599" y="92869"/>
                  <a:pt x="92389" y="75914"/>
                  <a:pt x="111929" y="75438"/>
                </a:cubicBezTo>
                <a:cubicBezTo>
                  <a:pt x="112118" y="75438"/>
                  <a:pt x="112308" y="75533"/>
                  <a:pt x="112593" y="75533"/>
                </a:cubicBezTo>
                <a:lnTo>
                  <a:pt x="157649" y="75533"/>
                </a:lnTo>
                <a:cubicBezTo>
                  <a:pt x="157649" y="75533"/>
                  <a:pt x="158218" y="75438"/>
                  <a:pt x="158502" y="75438"/>
                </a:cubicBezTo>
                <a:cubicBezTo>
                  <a:pt x="179370" y="75819"/>
                  <a:pt x="195306" y="93250"/>
                  <a:pt x="195306" y="113062"/>
                </a:cubicBezTo>
                <a:cubicBezTo>
                  <a:pt x="195306" y="113729"/>
                  <a:pt x="195496" y="114205"/>
                  <a:pt x="195685" y="114776"/>
                </a:cubicBezTo>
                <a:lnTo>
                  <a:pt x="195685" y="187166"/>
                </a:lnTo>
                <a:cubicBezTo>
                  <a:pt x="195591" y="187642"/>
                  <a:pt x="195306" y="188119"/>
                  <a:pt x="195306" y="188595"/>
                </a:cubicBezTo>
                <a:cubicBezTo>
                  <a:pt x="195306" y="210026"/>
                  <a:pt x="179086" y="226314"/>
                  <a:pt x="157744" y="226314"/>
                </a:cubicBezTo>
                <a:close/>
                <a:moveTo>
                  <a:pt x="330189" y="241459"/>
                </a:moveTo>
                <a:lnTo>
                  <a:pt x="285133" y="241459"/>
                </a:lnTo>
                <a:lnTo>
                  <a:pt x="285133" y="218789"/>
                </a:lnTo>
                <a:cubicBezTo>
                  <a:pt x="285133" y="198692"/>
                  <a:pt x="268913" y="181070"/>
                  <a:pt x="247571" y="181070"/>
                </a:cubicBezTo>
                <a:lnTo>
                  <a:pt x="210578" y="181070"/>
                </a:lnTo>
                <a:lnTo>
                  <a:pt x="210578" y="120872"/>
                </a:lnTo>
                <a:cubicBezTo>
                  <a:pt x="247002" y="122396"/>
                  <a:pt x="330095" y="135160"/>
                  <a:pt x="330095" y="218789"/>
                </a:cubicBezTo>
                <a:lnTo>
                  <a:pt x="330095" y="241459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30E07AC3-4802-60D0-64B9-1B1F2A2D94DF}"/>
              </a:ext>
            </a:extLst>
          </p:cNvPr>
          <p:cNvGrpSpPr/>
          <p:nvPr/>
        </p:nvGrpSpPr>
        <p:grpSpPr>
          <a:xfrm>
            <a:off x="5490374" y="4876534"/>
            <a:ext cx="422530" cy="504527"/>
            <a:chOff x="6377257" y="4983434"/>
            <a:chExt cx="309665" cy="369759"/>
          </a:xfrm>
        </p:grpSpPr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705E49E8-E4CC-BF60-4E0B-183A5987CAF1}"/>
                </a:ext>
              </a:extLst>
            </p:cNvPr>
            <p:cNvSpPr/>
            <p:nvPr/>
          </p:nvSpPr>
          <p:spPr>
            <a:xfrm>
              <a:off x="6406857" y="4983434"/>
              <a:ext cx="109420" cy="76676"/>
            </a:xfrm>
            <a:custGeom>
              <a:avLst/>
              <a:gdLst>
                <a:gd name="connsiteX0" fmla="*/ 6693 w 109420"/>
                <a:gd name="connsiteY0" fmla="*/ 76676 h 76676"/>
                <a:gd name="connsiteX1" fmla="*/ 7546 w 109420"/>
                <a:gd name="connsiteY1" fmla="*/ 76676 h 76676"/>
                <a:gd name="connsiteX2" fmla="*/ 13048 w 109420"/>
                <a:gd name="connsiteY2" fmla="*/ 69437 h 76676"/>
                <a:gd name="connsiteX3" fmla="*/ 19024 w 109420"/>
                <a:gd name="connsiteY3" fmla="*/ 44101 h 76676"/>
                <a:gd name="connsiteX4" fmla="*/ 36951 w 109420"/>
                <a:gd name="connsiteY4" fmla="*/ 41720 h 76676"/>
                <a:gd name="connsiteX5" fmla="*/ 96615 w 109420"/>
                <a:gd name="connsiteY5" fmla="*/ 35624 h 76676"/>
                <a:gd name="connsiteX6" fmla="*/ 109420 w 109420"/>
                <a:gd name="connsiteY6" fmla="*/ 6382 h 76676"/>
                <a:gd name="connsiteX7" fmla="*/ 103065 w 109420"/>
                <a:gd name="connsiteY7" fmla="*/ 0 h 76676"/>
                <a:gd name="connsiteX8" fmla="*/ 96710 w 109420"/>
                <a:gd name="connsiteY8" fmla="*/ 6382 h 76676"/>
                <a:gd name="connsiteX9" fmla="*/ 88742 w 109420"/>
                <a:gd name="connsiteY9" fmla="*/ 25527 h 76676"/>
                <a:gd name="connsiteX10" fmla="*/ 39892 w 109420"/>
                <a:gd name="connsiteY10" fmla="*/ 29147 h 76676"/>
                <a:gd name="connsiteX11" fmla="*/ 10392 w 109420"/>
                <a:gd name="connsiteY11" fmla="*/ 34576 h 76676"/>
                <a:gd name="connsiteX12" fmla="*/ 432 w 109420"/>
                <a:gd name="connsiteY12" fmla="*/ 71152 h 76676"/>
                <a:gd name="connsiteX13" fmla="*/ 6788 w 109420"/>
                <a:gd name="connsiteY13" fmla="*/ 76676 h 7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420" h="76676">
                  <a:moveTo>
                    <a:pt x="6693" y="76676"/>
                  </a:moveTo>
                  <a:cubicBezTo>
                    <a:pt x="6693" y="76676"/>
                    <a:pt x="7262" y="76676"/>
                    <a:pt x="7546" y="76676"/>
                  </a:cubicBezTo>
                  <a:cubicBezTo>
                    <a:pt x="11056" y="76200"/>
                    <a:pt x="13522" y="72962"/>
                    <a:pt x="13048" y="69437"/>
                  </a:cubicBezTo>
                  <a:cubicBezTo>
                    <a:pt x="12384" y="64484"/>
                    <a:pt x="12194" y="50292"/>
                    <a:pt x="19024" y="44101"/>
                  </a:cubicBezTo>
                  <a:cubicBezTo>
                    <a:pt x="22818" y="40672"/>
                    <a:pt x="28889" y="39815"/>
                    <a:pt x="36951" y="41720"/>
                  </a:cubicBezTo>
                  <a:cubicBezTo>
                    <a:pt x="63321" y="47816"/>
                    <a:pt x="83999" y="45720"/>
                    <a:pt x="96615" y="35624"/>
                  </a:cubicBezTo>
                  <a:cubicBezTo>
                    <a:pt x="105057" y="28861"/>
                    <a:pt x="109420" y="18764"/>
                    <a:pt x="109420" y="6382"/>
                  </a:cubicBezTo>
                  <a:cubicBezTo>
                    <a:pt x="109420" y="2857"/>
                    <a:pt x="106575" y="0"/>
                    <a:pt x="103065" y="0"/>
                  </a:cubicBezTo>
                  <a:cubicBezTo>
                    <a:pt x="99556" y="0"/>
                    <a:pt x="96710" y="2857"/>
                    <a:pt x="96710" y="6382"/>
                  </a:cubicBezTo>
                  <a:cubicBezTo>
                    <a:pt x="96710" y="14954"/>
                    <a:pt x="94054" y="21241"/>
                    <a:pt x="88742" y="25527"/>
                  </a:cubicBezTo>
                  <a:cubicBezTo>
                    <a:pt x="79351" y="32956"/>
                    <a:pt x="61993" y="34290"/>
                    <a:pt x="39892" y="29147"/>
                  </a:cubicBezTo>
                  <a:cubicBezTo>
                    <a:pt x="27466" y="26289"/>
                    <a:pt x="17506" y="28099"/>
                    <a:pt x="10392" y="34576"/>
                  </a:cubicBezTo>
                  <a:cubicBezTo>
                    <a:pt x="-2793" y="46673"/>
                    <a:pt x="243" y="70199"/>
                    <a:pt x="432" y="71152"/>
                  </a:cubicBezTo>
                  <a:cubicBezTo>
                    <a:pt x="907" y="74390"/>
                    <a:pt x="3657" y="76676"/>
                    <a:pt x="6788" y="7667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6AE546A3-0C5D-1C53-9B94-2438B35877F1}"/>
                </a:ext>
              </a:extLst>
            </p:cNvPr>
            <p:cNvSpPr/>
            <p:nvPr/>
          </p:nvSpPr>
          <p:spPr>
            <a:xfrm>
              <a:off x="6377257" y="5086494"/>
              <a:ext cx="159509" cy="265366"/>
            </a:xfrm>
            <a:custGeom>
              <a:avLst/>
              <a:gdLst>
                <a:gd name="connsiteX0" fmla="*/ 130958 w 159509"/>
                <a:gd name="connsiteY0" fmla="*/ 63437 h 265366"/>
                <a:gd name="connsiteX1" fmla="*/ 130958 w 159509"/>
                <a:gd name="connsiteY1" fmla="*/ 63341 h 265366"/>
                <a:gd name="connsiteX2" fmla="*/ 131243 w 159509"/>
                <a:gd name="connsiteY2" fmla="*/ 61817 h 265366"/>
                <a:gd name="connsiteX3" fmla="*/ 131148 w 159509"/>
                <a:gd name="connsiteY3" fmla="*/ 61341 h 265366"/>
                <a:gd name="connsiteX4" fmla="*/ 140349 w 159509"/>
                <a:gd name="connsiteY4" fmla="*/ 8001 h 265366"/>
                <a:gd name="connsiteX5" fmla="*/ 140349 w 159509"/>
                <a:gd name="connsiteY5" fmla="*/ 6763 h 265366"/>
                <a:gd name="connsiteX6" fmla="*/ 140349 w 159509"/>
                <a:gd name="connsiteY6" fmla="*/ 6477 h 265366"/>
                <a:gd name="connsiteX7" fmla="*/ 140349 w 159509"/>
                <a:gd name="connsiteY7" fmla="*/ 6096 h 265366"/>
                <a:gd name="connsiteX8" fmla="*/ 140064 w 159509"/>
                <a:gd name="connsiteY8" fmla="*/ 4858 h 265366"/>
                <a:gd name="connsiteX9" fmla="*/ 133993 w 159509"/>
                <a:gd name="connsiteY9" fmla="*/ 0 h 265366"/>
                <a:gd name="connsiteX10" fmla="*/ 21875 w 159509"/>
                <a:gd name="connsiteY10" fmla="*/ 0 h 265366"/>
                <a:gd name="connsiteX11" fmla="*/ 15709 w 159509"/>
                <a:gd name="connsiteY11" fmla="*/ 5144 h 265366"/>
                <a:gd name="connsiteX12" fmla="*/ 15615 w 159509"/>
                <a:gd name="connsiteY12" fmla="*/ 5715 h 265366"/>
                <a:gd name="connsiteX13" fmla="*/ 15520 w 159509"/>
                <a:gd name="connsiteY13" fmla="*/ 6382 h 265366"/>
                <a:gd name="connsiteX14" fmla="*/ 15615 w 159509"/>
                <a:gd name="connsiteY14" fmla="*/ 6953 h 265366"/>
                <a:gd name="connsiteX15" fmla="*/ 15615 w 159509"/>
                <a:gd name="connsiteY15" fmla="*/ 7906 h 265366"/>
                <a:gd name="connsiteX16" fmla="*/ 25764 w 159509"/>
                <a:gd name="connsiteY16" fmla="*/ 61055 h 265366"/>
                <a:gd name="connsiteX17" fmla="*/ 58 w 159509"/>
                <a:gd name="connsiteY17" fmla="*/ 258127 h 265366"/>
                <a:gd name="connsiteX18" fmla="*/ 5560 w 159509"/>
                <a:gd name="connsiteY18" fmla="*/ 265367 h 265366"/>
                <a:gd name="connsiteX19" fmla="*/ 6414 w 159509"/>
                <a:gd name="connsiteY19" fmla="*/ 265367 h 265366"/>
                <a:gd name="connsiteX20" fmla="*/ 7362 w 159509"/>
                <a:gd name="connsiteY20" fmla="*/ 265176 h 265366"/>
                <a:gd name="connsiteX21" fmla="*/ 153154 w 159509"/>
                <a:gd name="connsiteY21" fmla="*/ 265176 h 265366"/>
                <a:gd name="connsiteX22" fmla="*/ 159509 w 159509"/>
                <a:gd name="connsiteY22" fmla="*/ 258794 h 265366"/>
                <a:gd name="connsiteX23" fmla="*/ 159225 w 159509"/>
                <a:gd name="connsiteY23" fmla="*/ 257461 h 265366"/>
                <a:gd name="connsiteX24" fmla="*/ 131053 w 159509"/>
                <a:gd name="connsiteY24" fmla="*/ 63246 h 265366"/>
                <a:gd name="connsiteX25" fmla="*/ 37621 w 159509"/>
                <a:gd name="connsiteY25" fmla="*/ 68199 h 265366"/>
                <a:gd name="connsiteX26" fmla="*/ 118627 w 159509"/>
                <a:gd name="connsiteY26" fmla="*/ 68199 h 265366"/>
                <a:gd name="connsiteX27" fmla="*/ 124128 w 159509"/>
                <a:gd name="connsiteY27" fmla="*/ 106013 h 265366"/>
                <a:gd name="connsiteX28" fmla="*/ 32688 w 159509"/>
                <a:gd name="connsiteY28" fmla="*/ 106013 h 265366"/>
                <a:gd name="connsiteX29" fmla="*/ 37621 w 159509"/>
                <a:gd name="connsiteY29" fmla="*/ 68199 h 265366"/>
                <a:gd name="connsiteX30" fmla="*/ 126026 w 159509"/>
                <a:gd name="connsiteY30" fmla="*/ 118777 h 265366"/>
                <a:gd name="connsiteX31" fmla="*/ 131622 w 159509"/>
                <a:gd name="connsiteY31" fmla="*/ 157544 h 265366"/>
                <a:gd name="connsiteX32" fmla="*/ 25954 w 159509"/>
                <a:gd name="connsiteY32" fmla="*/ 157544 h 265366"/>
                <a:gd name="connsiteX33" fmla="*/ 30981 w 159509"/>
                <a:gd name="connsiteY33" fmla="*/ 118777 h 265366"/>
                <a:gd name="connsiteX34" fmla="*/ 125931 w 159509"/>
                <a:gd name="connsiteY34" fmla="*/ 118777 h 265366"/>
                <a:gd name="connsiteX35" fmla="*/ 119101 w 159509"/>
                <a:gd name="connsiteY35" fmla="*/ 55340 h 265366"/>
                <a:gd name="connsiteX36" fmla="*/ 37526 w 159509"/>
                <a:gd name="connsiteY36" fmla="*/ 55340 h 265366"/>
                <a:gd name="connsiteX37" fmla="*/ 29369 w 159509"/>
                <a:gd name="connsiteY37" fmla="*/ 12954 h 265366"/>
                <a:gd name="connsiteX38" fmla="*/ 126405 w 159509"/>
                <a:gd name="connsiteY38" fmla="*/ 12954 h 265366"/>
                <a:gd name="connsiteX39" fmla="*/ 119101 w 159509"/>
                <a:gd name="connsiteY39" fmla="*/ 55340 h 265366"/>
                <a:gd name="connsiteX40" fmla="*/ 24246 w 159509"/>
                <a:gd name="connsiteY40" fmla="*/ 170402 h 265366"/>
                <a:gd name="connsiteX41" fmla="*/ 133424 w 159509"/>
                <a:gd name="connsiteY41" fmla="*/ 170402 h 265366"/>
                <a:gd name="connsiteX42" fmla="*/ 145376 w 159509"/>
                <a:gd name="connsiteY42" fmla="*/ 252508 h 265366"/>
                <a:gd name="connsiteX43" fmla="*/ 13528 w 159509"/>
                <a:gd name="connsiteY43" fmla="*/ 252508 h 265366"/>
                <a:gd name="connsiteX44" fmla="*/ 24246 w 159509"/>
                <a:gd name="connsiteY44" fmla="*/ 170402 h 26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59509" h="265366">
                  <a:moveTo>
                    <a:pt x="130958" y="63437"/>
                  </a:moveTo>
                  <a:cubicBezTo>
                    <a:pt x="130958" y="63437"/>
                    <a:pt x="130958" y="63437"/>
                    <a:pt x="130958" y="63341"/>
                  </a:cubicBezTo>
                  <a:cubicBezTo>
                    <a:pt x="131053" y="62865"/>
                    <a:pt x="131243" y="62389"/>
                    <a:pt x="131243" y="61817"/>
                  </a:cubicBezTo>
                  <a:cubicBezTo>
                    <a:pt x="131243" y="61627"/>
                    <a:pt x="131243" y="61531"/>
                    <a:pt x="131148" y="61341"/>
                  </a:cubicBezTo>
                  <a:lnTo>
                    <a:pt x="140349" y="8001"/>
                  </a:lnTo>
                  <a:cubicBezTo>
                    <a:pt x="140349" y="8001"/>
                    <a:pt x="140349" y="7239"/>
                    <a:pt x="140349" y="6763"/>
                  </a:cubicBezTo>
                  <a:cubicBezTo>
                    <a:pt x="140349" y="6763"/>
                    <a:pt x="140349" y="6572"/>
                    <a:pt x="140349" y="6477"/>
                  </a:cubicBezTo>
                  <a:cubicBezTo>
                    <a:pt x="140349" y="6382"/>
                    <a:pt x="140349" y="6287"/>
                    <a:pt x="140349" y="6096"/>
                  </a:cubicBezTo>
                  <a:cubicBezTo>
                    <a:pt x="140349" y="5620"/>
                    <a:pt x="140254" y="5239"/>
                    <a:pt x="140064" y="4858"/>
                  </a:cubicBezTo>
                  <a:cubicBezTo>
                    <a:pt x="139305" y="2096"/>
                    <a:pt x="136934" y="0"/>
                    <a:pt x="133993" y="0"/>
                  </a:cubicBezTo>
                  <a:lnTo>
                    <a:pt x="21875" y="0"/>
                  </a:lnTo>
                  <a:cubicBezTo>
                    <a:pt x="18745" y="0"/>
                    <a:pt x="16373" y="2191"/>
                    <a:pt x="15709" y="5144"/>
                  </a:cubicBezTo>
                  <a:cubicBezTo>
                    <a:pt x="15709" y="5334"/>
                    <a:pt x="15709" y="5525"/>
                    <a:pt x="15615" y="5715"/>
                  </a:cubicBezTo>
                  <a:cubicBezTo>
                    <a:pt x="15615" y="5906"/>
                    <a:pt x="15520" y="6096"/>
                    <a:pt x="15520" y="6382"/>
                  </a:cubicBezTo>
                  <a:cubicBezTo>
                    <a:pt x="15520" y="6572"/>
                    <a:pt x="15615" y="6763"/>
                    <a:pt x="15615" y="6953"/>
                  </a:cubicBezTo>
                  <a:cubicBezTo>
                    <a:pt x="15615" y="7239"/>
                    <a:pt x="15615" y="7620"/>
                    <a:pt x="15615" y="7906"/>
                  </a:cubicBezTo>
                  <a:lnTo>
                    <a:pt x="25764" y="61055"/>
                  </a:lnTo>
                  <a:lnTo>
                    <a:pt x="58" y="258127"/>
                  </a:lnTo>
                  <a:cubicBezTo>
                    <a:pt x="-416" y="261652"/>
                    <a:pt x="2050" y="264890"/>
                    <a:pt x="5560" y="265367"/>
                  </a:cubicBezTo>
                  <a:cubicBezTo>
                    <a:pt x="5845" y="265367"/>
                    <a:pt x="6129" y="265367"/>
                    <a:pt x="6414" y="265367"/>
                  </a:cubicBezTo>
                  <a:cubicBezTo>
                    <a:pt x="6793" y="265367"/>
                    <a:pt x="7078" y="265271"/>
                    <a:pt x="7362" y="265176"/>
                  </a:cubicBezTo>
                  <a:lnTo>
                    <a:pt x="153154" y="265176"/>
                  </a:lnTo>
                  <a:cubicBezTo>
                    <a:pt x="156664" y="265176"/>
                    <a:pt x="159509" y="262319"/>
                    <a:pt x="159509" y="258794"/>
                  </a:cubicBezTo>
                  <a:cubicBezTo>
                    <a:pt x="159509" y="258318"/>
                    <a:pt x="159320" y="257937"/>
                    <a:pt x="159225" y="257461"/>
                  </a:cubicBezTo>
                  <a:lnTo>
                    <a:pt x="131053" y="63246"/>
                  </a:lnTo>
                  <a:close/>
                  <a:moveTo>
                    <a:pt x="37621" y="68199"/>
                  </a:moveTo>
                  <a:lnTo>
                    <a:pt x="118627" y="68199"/>
                  </a:lnTo>
                  <a:lnTo>
                    <a:pt x="124128" y="106013"/>
                  </a:lnTo>
                  <a:lnTo>
                    <a:pt x="32688" y="106013"/>
                  </a:lnTo>
                  <a:lnTo>
                    <a:pt x="37621" y="68199"/>
                  </a:lnTo>
                  <a:close/>
                  <a:moveTo>
                    <a:pt x="126026" y="118777"/>
                  </a:moveTo>
                  <a:lnTo>
                    <a:pt x="131622" y="157544"/>
                  </a:lnTo>
                  <a:lnTo>
                    <a:pt x="25954" y="157544"/>
                  </a:lnTo>
                  <a:lnTo>
                    <a:pt x="30981" y="118777"/>
                  </a:lnTo>
                  <a:lnTo>
                    <a:pt x="125931" y="118777"/>
                  </a:lnTo>
                  <a:close/>
                  <a:moveTo>
                    <a:pt x="119101" y="55340"/>
                  </a:moveTo>
                  <a:lnTo>
                    <a:pt x="37526" y="55340"/>
                  </a:lnTo>
                  <a:lnTo>
                    <a:pt x="29369" y="12954"/>
                  </a:lnTo>
                  <a:lnTo>
                    <a:pt x="126405" y="12954"/>
                  </a:lnTo>
                  <a:lnTo>
                    <a:pt x="119101" y="55340"/>
                  </a:lnTo>
                  <a:close/>
                  <a:moveTo>
                    <a:pt x="24246" y="170402"/>
                  </a:moveTo>
                  <a:lnTo>
                    <a:pt x="133424" y="170402"/>
                  </a:lnTo>
                  <a:lnTo>
                    <a:pt x="145376" y="252508"/>
                  </a:lnTo>
                  <a:lnTo>
                    <a:pt x="13528" y="252508"/>
                  </a:lnTo>
                  <a:lnTo>
                    <a:pt x="24246" y="170402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843CA21D-CB2F-161D-AB64-8E0B21041302}"/>
                </a:ext>
              </a:extLst>
            </p:cNvPr>
            <p:cNvSpPr/>
            <p:nvPr/>
          </p:nvSpPr>
          <p:spPr>
            <a:xfrm>
              <a:off x="6586090" y="5139548"/>
              <a:ext cx="100832" cy="213645"/>
            </a:xfrm>
            <a:custGeom>
              <a:avLst/>
              <a:gdLst>
                <a:gd name="connsiteX0" fmla="*/ 83283 w 100832"/>
                <a:gd name="connsiteY0" fmla="*/ 60008 h 213645"/>
                <a:gd name="connsiteX1" fmla="*/ 89639 w 100832"/>
                <a:gd name="connsiteY1" fmla="*/ 12383 h 213645"/>
                <a:gd name="connsiteX2" fmla="*/ 87647 w 100832"/>
                <a:gd name="connsiteY2" fmla="*/ 3810 h 213645"/>
                <a:gd name="connsiteX3" fmla="*/ 79774 w 100832"/>
                <a:gd name="connsiteY3" fmla="*/ 0 h 213645"/>
                <a:gd name="connsiteX4" fmla="*/ 18213 w 100832"/>
                <a:gd name="connsiteY4" fmla="*/ 0 h 213645"/>
                <a:gd name="connsiteX5" fmla="*/ 10056 w 100832"/>
                <a:gd name="connsiteY5" fmla="*/ 4096 h 213645"/>
                <a:gd name="connsiteX6" fmla="*/ 8253 w 100832"/>
                <a:gd name="connsiteY6" fmla="*/ 12287 h 213645"/>
                <a:gd name="connsiteX7" fmla="*/ 15747 w 100832"/>
                <a:gd name="connsiteY7" fmla="*/ 60103 h 213645"/>
                <a:gd name="connsiteX8" fmla="*/ 96 w 100832"/>
                <a:gd name="connsiteY8" fmla="*/ 203264 h 213645"/>
                <a:gd name="connsiteX9" fmla="*/ 2183 w 100832"/>
                <a:gd name="connsiteY9" fmla="*/ 210502 h 213645"/>
                <a:gd name="connsiteX10" fmla="*/ 8917 w 100832"/>
                <a:gd name="connsiteY10" fmla="*/ 213646 h 213645"/>
                <a:gd name="connsiteX11" fmla="*/ 91820 w 100832"/>
                <a:gd name="connsiteY11" fmla="*/ 213646 h 213645"/>
                <a:gd name="connsiteX12" fmla="*/ 98650 w 100832"/>
                <a:gd name="connsiteY12" fmla="*/ 210502 h 213645"/>
                <a:gd name="connsiteX13" fmla="*/ 100737 w 100832"/>
                <a:gd name="connsiteY13" fmla="*/ 203549 h 213645"/>
                <a:gd name="connsiteX14" fmla="*/ 83473 w 100832"/>
                <a:gd name="connsiteY14" fmla="*/ 60103 h 213645"/>
                <a:gd name="connsiteX15" fmla="*/ 76738 w 100832"/>
                <a:gd name="connsiteY15" fmla="*/ 12859 h 213645"/>
                <a:gd name="connsiteX16" fmla="*/ 71427 w 100832"/>
                <a:gd name="connsiteY16" fmla="*/ 52578 h 213645"/>
                <a:gd name="connsiteX17" fmla="*/ 27509 w 100832"/>
                <a:gd name="connsiteY17" fmla="*/ 52578 h 213645"/>
                <a:gd name="connsiteX18" fmla="*/ 21248 w 100832"/>
                <a:gd name="connsiteY18" fmla="*/ 12859 h 213645"/>
                <a:gd name="connsiteX19" fmla="*/ 76738 w 100832"/>
                <a:gd name="connsiteY19" fmla="*/ 12859 h 213645"/>
                <a:gd name="connsiteX20" fmla="*/ 13186 w 100832"/>
                <a:gd name="connsiteY20" fmla="*/ 200692 h 213645"/>
                <a:gd name="connsiteX21" fmla="*/ 27983 w 100832"/>
                <a:gd name="connsiteY21" fmla="*/ 65342 h 213645"/>
                <a:gd name="connsiteX22" fmla="*/ 71047 w 100832"/>
                <a:gd name="connsiteY22" fmla="*/ 65342 h 213645"/>
                <a:gd name="connsiteX23" fmla="*/ 87362 w 100832"/>
                <a:gd name="connsiteY23" fmla="*/ 200692 h 213645"/>
                <a:gd name="connsiteX24" fmla="*/ 13186 w 100832"/>
                <a:gd name="connsiteY24" fmla="*/ 200692 h 21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0832" h="213645">
                  <a:moveTo>
                    <a:pt x="83283" y="60008"/>
                  </a:moveTo>
                  <a:lnTo>
                    <a:pt x="89639" y="12383"/>
                  </a:lnTo>
                  <a:cubicBezTo>
                    <a:pt x="90303" y="9335"/>
                    <a:pt x="89639" y="6191"/>
                    <a:pt x="87647" y="3810"/>
                  </a:cubicBezTo>
                  <a:cubicBezTo>
                    <a:pt x="85655" y="1429"/>
                    <a:pt x="82809" y="0"/>
                    <a:pt x="79774" y="0"/>
                  </a:cubicBezTo>
                  <a:lnTo>
                    <a:pt x="18213" y="0"/>
                  </a:lnTo>
                  <a:cubicBezTo>
                    <a:pt x="14988" y="0"/>
                    <a:pt x="12047" y="1524"/>
                    <a:pt x="10056" y="4096"/>
                  </a:cubicBezTo>
                  <a:cubicBezTo>
                    <a:pt x="8064" y="6668"/>
                    <a:pt x="7494" y="10001"/>
                    <a:pt x="8253" y="12287"/>
                  </a:cubicBezTo>
                  <a:lnTo>
                    <a:pt x="15747" y="60103"/>
                  </a:lnTo>
                  <a:lnTo>
                    <a:pt x="96" y="203264"/>
                  </a:lnTo>
                  <a:cubicBezTo>
                    <a:pt x="-284" y="205835"/>
                    <a:pt x="475" y="208502"/>
                    <a:pt x="2183" y="210502"/>
                  </a:cubicBezTo>
                  <a:cubicBezTo>
                    <a:pt x="3890" y="212503"/>
                    <a:pt x="6356" y="213646"/>
                    <a:pt x="8917" y="213646"/>
                  </a:cubicBezTo>
                  <a:lnTo>
                    <a:pt x="91820" y="213646"/>
                  </a:lnTo>
                  <a:cubicBezTo>
                    <a:pt x="94476" y="213646"/>
                    <a:pt x="96942" y="212503"/>
                    <a:pt x="98650" y="210502"/>
                  </a:cubicBezTo>
                  <a:cubicBezTo>
                    <a:pt x="100357" y="208502"/>
                    <a:pt x="101116" y="205835"/>
                    <a:pt x="100737" y="203549"/>
                  </a:cubicBezTo>
                  <a:lnTo>
                    <a:pt x="83473" y="60103"/>
                  </a:lnTo>
                  <a:close/>
                  <a:moveTo>
                    <a:pt x="76738" y="12859"/>
                  </a:moveTo>
                  <a:lnTo>
                    <a:pt x="71427" y="52578"/>
                  </a:lnTo>
                  <a:lnTo>
                    <a:pt x="27509" y="52578"/>
                  </a:lnTo>
                  <a:lnTo>
                    <a:pt x="21248" y="12859"/>
                  </a:lnTo>
                  <a:lnTo>
                    <a:pt x="76738" y="12859"/>
                  </a:lnTo>
                  <a:close/>
                  <a:moveTo>
                    <a:pt x="13186" y="200692"/>
                  </a:moveTo>
                  <a:lnTo>
                    <a:pt x="27983" y="65342"/>
                  </a:lnTo>
                  <a:lnTo>
                    <a:pt x="71047" y="65342"/>
                  </a:lnTo>
                  <a:lnTo>
                    <a:pt x="87362" y="200692"/>
                  </a:lnTo>
                  <a:lnTo>
                    <a:pt x="13186" y="200692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0756B7B4-03D7-D406-0699-15991C60D75E}"/>
                </a:ext>
              </a:extLst>
            </p:cNvPr>
            <p:cNvSpPr/>
            <p:nvPr/>
          </p:nvSpPr>
          <p:spPr>
            <a:xfrm>
              <a:off x="6607952" y="5068397"/>
              <a:ext cx="63033" cy="46005"/>
            </a:xfrm>
            <a:custGeom>
              <a:avLst/>
              <a:gdLst>
                <a:gd name="connsiteX0" fmla="*/ 6501 w 63033"/>
                <a:gd name="connsiteY0" fmla="*/ 45910 h 46005"/>
                <a:gd name="connsiteX1" fmla="*/ 7354 w 63033"/>
                <a:gd name="connsiteY1" fmla="*/ 45910 h 46005"/>
                <a:gd name="connsiteX2" fmla="*/ 12856 w 63033"/>
                <a:gd name="connsiteY2" fmla="*/ 38672 h 46005"/>
                <a:gd name="connsiteX3" fmla="*/ 14943 w 63033"/>
                <a:gd name="connsiteY3" fmla="*/ 28194 h 46005"/>
                <a:gd name="connsiteX4" fmla="*/ 21488 w 63033"/>
                <a:gd name="connsiteY4" fmla="*/ 27718 h 46005"/>
                <a:gd name="connsiteX5" fmla="*/ 55161 w 63033"/>
                <a:gd name="connsiteY5" fmla="*/ 24003 h 46005"/>
                <a:gd name="connsiteX6" fmla="*/ 63034 w 63033"/>
                <a:gd name="connsiteY6" fmla="*/ 6382 h 46005"/>
                <a:gd name="connsiteX7" fmla="*/ 56679 w 63033"/>
                <a:gd name="connsiteY7" fmla="*/ 0 h 46005"/>
                <a:gd name="connsiteX8" fmla="*/ 50323 w 63033"/>
                <a:gd name="connsiteY8" fmla="*/ 6382 h 46005"/>
                <a:gd name="connsiteX9" fmla="*/ 47288 w 63033"/>
                <a:gd name="connsiteY9" fmla="*/ 13906 h 46005"/>
                <a:gd name="connsiteX10" fmla="*/ 24523 w 63033"/>
                <a:gd name="connsiteY10" fmla="*/ 15240 h 46005"/>
                <a:gd name="connsiteX11" fmla="*/ 6406 w 63033"/>
                <a:gd name="connsiteY11" fmla="*/ 18764 h 46005"/>
                <a:gd name="connsiteX12" fmla="*/ 240 w 63033"/>
                <a:gd name="connsiteY12" fmla="*/ 40481 h 46005"/>
                <a:gd name="connsiteX13" fmla="*/ 6595 w 63033"/>
                <a:gd name="connsiteY13" fmla="*/ 46006 h 46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033" h="46005">
                  <a:moveTo>
                    <a:pt x="6501" y="45910"/>
                  </a:moveTo>
                  <a:cubicBezTo>
                    <a:pt x="6501" y="45910"/>
                    <a:pt x="7070" y="45910"/>
                    <a:pt x="7354" y="45910"/>
                  </a:cubicBezTo>
                  <a:cubicBezTo>
                    <a:pt x="10864" y="45434"/>
                    <a:pt x="13330" y="42196"/>
                    <a:pt x="12856" y="38672"/>
                  </a:cubicBezTo>
                  <a:cubicBezTo>
                    <a:pt x="12476" y="35528"/>
                    <a:pt x="12856" y="30099"/>
                    <a:pt x="14943" y="28194"/>
                  </a:cubicBezTo>
                  <a:cubicBezTo>
                    <a:pt x="16460" y="26860"/>
                    <a:pt x="19306" y="27146"/>
                    <a:pt x="21488" y="27718"/>
                  </a:cubicBezTo>
                  <a:cubicBezTo>
                    <a:pt x="36190" y="31147"/>
                    <a:pt x="47762" y="29813"/>
                    <a:pt x="55161" y="24003"/>
                  </a:cubicBezTo>
                  <a:cubicBezTo>
                    <a:pt x="58765" y="21146"/>
                    <a:pt x="63034" y="15812"/>
                    <a:pt x="63034" y="6382"/>
                  </a:cubicBezTo>
                  <a:cubicBezTo>
                    <a:pt x="63034" y="2858"/>
                    <a:pt x="60188" y="0"/>
                    <a:pt x="56679" y="0"/>
                  </a:cubicBezTo>
                  <a:cubicBezTo>
                    <a:pt x="53169" y="0"/>
                    <a:pt x="50323" y="2858"/>
                    <a:pt x="50323" y="6382"/>
                  </a:cubicBezTo>
                  <a:cubicBezTo>
                    <a:pt x="50323" y="9906"/>
                    <a:pt x="49375" y="12287"/>
                    <a:pt x="47288" y="13906"/>
                  </a:cubicBezTo>
                  <a:cubicBezTo>
                    <a:pt x="43209" y="17145"/>
                    <a:pt x="34957" y="17621"/>
                    <a:pt x="24523" y="15240"/>
                  </a:cubicBezTo>
                  <a:cubicBezTo>
                    <a:pt x="15227" y="13049"/>
                    <a:pt x="9536" y="16002"/>
                    <a:pt x="6406" y="18764"/>
                  </a:cubicBezTo>
                  <a:cubicBezTo>
                    <a:pt x="-1467" y="26003"/>
                    <a:pt x="50" y="39053"/>
                    <a:pt x="240" y="40481"/>
                  </a:cubicBezTo>
                  <a:cubicBezTo>
                    <a:pt x="714" y="43720"/>
                    <a:pt x="3465" y="46006"/>
                    <a:pt x="6595" y="4600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92B0E92F-B664-C288-543F-0D4DE1D953BD}"/>
              </a:ext>
            </a:extLst>
          </p:cNvPr>
          <p:cNvGrpSpPr/>
          <p:nvPr/>
        </p:nvGrpSpPr>
        <p:grpSpPr>
          <a:xfrm>
            <a:off x="6258724" y="4876534"/>
            <a:ext cx="422530" cy="504527"/>
            <a:chOff x="6377257" y="4983434"/>
            <a:chExt cx="309665" cy="369759"/>
          </a:xfrm>
          <a:solidFill>
            <a:schemeClr val="accent4"/>
          </a:solidFill>
        </p:grpSpPr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DA1369A8-D055-DC8B-7E76-8DFBE6678CB5}"/>
                </a:ext>
              </a:extLst>
            </p:cNvPr>
            <p:cNvSpPr/>
            <p:nvPr/>
          </p:nvSpPr>
          <p:spPr>
            <a:xfrm>
              <a:off x="6406857" y="4983434"/>
              <a:ext cx="109420" cy="76676"/>
            </a:xfrm>
            <a:custGeom>
              <a:avLst/>
              <a:gdLst>
                <a:gd name="connsiteX0" fmla="*/ 6693 w 109420"/>
                <a:gd name="connsiteY0" fmla="*/ 76676 h 76676"/>
                <a:gd name="connsiteX1" fmla="*/ 7546 w 109420"/>
                <a:gd name="connsiteY1" fmla="*/ 76676 h 76676"/>
                <a:gd name="connsiteX2" fmla="*/ 13048 w 109420"/>
                <a:gd name="connsiteY2" fmla="*/ 69437 h 76676"/>
                <a:gd name="connsiteX3" fmla="*/ 19024 w 109420"/>
                <a:gd name="connsiteY3" fmla="*/ 44101 h 76676"/>
                <a:gd name="connsiteX4" fmla="*/ 36951 w 109420"/>
                <a:gd name="connsiteY4" fmla="*/ 41720 h 76676"/>
                <a:gd name="connsiteX5" fmla="*/ 96615 w 109420"/>
                <a:gd name="connsiteY5" fmla="*/ 35624 h 76676"/>
                <a:gd name="connsiteX6" fmla="*/ 109420 w 109420"/>
                <a:gd name="connsiteY6" fmla="*/ 6382 h 76676"/>
                <a:gd name="connsiteX7" fmla="*/ 103065 w 109420"/>
                <a:gd name="connsiteY7" fmla="*/ 0 h 76676"/>
                <a:gd name="connsiteX8" fmla="*/ 96710 w 109420"/>
                <a:gd name="connsiteY8" fmla="*/ 6382 h 76676"/>
                <a:gd name="connsiteX9" fmla="*/ 88742 w 109420"/>
                <a:gd name="connsiteY9" fmla="*/ 25527 h 76676"/>
                <a:gd name="connsiteX10" fmla="*/ 39892 w 109420"/>
                <a:gd name="connsiteY10" fmla="*/ 29147 h 76676"/>
                <a:gd name="connsiteX11" fmla="*/ 10392 w 109420"/>
                <a:gd name="connsiteY11" fmla="*/ 34576 h 76676"/>
                <a:gd name="connsiteX12" fmla="*/ 432 w 109420"/>
                <a:gd name="connsiteY12" fmla="*/ 71152 h 76676"/>
                <a:gd name="connsiteX13" fmla="*/ 6788 w 109420"/>
                <a:gd name="connsiteY13" fmla="*/ 76676 h 7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420" h="76676">
                  <a:moveTo>
                    <a:pt x="6693" y="76676"/>
                  </a:moveTo>
                  <a:cubicBezTo>
                    <a:pt x="6693" y="76676"/>
                    <a:pt x="7262" y="76676"/>
                    <a:pt x="7546" y="76676"/>
                  </a:cubicBezTo>
                  <a:cubicBezTo>
                    <a:pt x="11056" y="76200"/>
                    <a:pt x="13522" y="72962"/>
                    <a:pt x="13048" y="69437"/>
                  </a:cubicBezTo>
                  <a:cubicBezTo>
                    <a:pt x="12384" y="64484"/>
                    <a:pt x="12194" y="50292"/>
                    <a:pt x="19024" y="44101"/>
                  </a:cubicBezTo>
                  <a:cubicBezTo>
                    <a:pt x="22818" y="40672"/>
                    <a:pt x="28889" y="39815"/>
                    <a:pt x="36951" y="41720"/>
                  </a:cubicBezTo>
                  <a:cubicBezTo>
                    <a:pt x="63321" y="47816"/>
                    <a:pt x="83999" y="45720"/>
                    <a:pt x="96615" y="35624"/>
                  </a:cubicBezTo>
                  <a:cubicBezTo>
                    <a:pt x="105057" y="28861"/>
                    <a:pt x="109420" y="18764"/>
                    <a:pt x="109420" y="6382"/>
                  </a:cubicBezTo>
                  <a:cubicBezTo>
                    <a:pt x="109420" y="2857"/>
                    <a:pt x="106575" y="0"/>
                    <a:pt x="103065" y="0"/>
                  </a:cubicBezTo>
                  <a:cubicBezTo>
                    <a:pt x="99556" y="0"/>
                    <a:pt x="96710" y="2857"/>
                    <a:pt x="96710" y="6382"/>
                  </a:cubicBezTo>
                  <a:cubicBezTo>
                    <a:pt x="96710" y="14954"/>
                    <a:pt x="94054" y="21241"/>
                    <a:pt x="88742" y="25527"/>
                  </a:cubicBezTo>
                  <a:cubicBezTo>
                    <a:pt x="79351" y="32956"/>
                    <a:pt x="61993" y="34290"/>
                    <a:pt x="39892" y="29147"/>
                  </a:cubicBezTo>
                  <a:cubicBezTo>
                    <a:pt x="27466" y="26289"/>
                    <a:pt x="17506" y="28099"/>
                    <a:pt x="10392" y="34576"/>
                  </a:cubicBezTo>
                  <a:cubicBezTo>
                    <a:pt x="-2793" y="46673"/>
                    <a:pt x="243" y="70199"/>
                    <a:pt x="432" y="71152"/>
                  </a:cubicBezTo>
                  <a:cubicBezTo>
                    <a:pt x="907" y="74390"/>
                    <a:pt x="3657" y="76676"/>
                    <a:pt x="6788" y="7667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F9A463E8-9AED-50D6-87CF-B40EA140CE9A}"/>
                </a:ext>
              </a:extLst>
            </p:cNvPr>
            <p:cNvSpPr/>
            <p:nvPr/>
          </p:nvSpPr>
          <p:spPr>
            <a:xfrm>
              <a:off x="6377257" y="5086494"/>
              <a:ext cx="159509" cy="265366"/>
            </a:xfrm>
            <a:custGeom>
              <a:avLst/>
              <a:gdLst>
                <a:gd name="connsiteX0" fmla="*/ 130958 w 159509"/>
                <a:gd name="connsiteY0" fmla="*/ 63437 h 265366"/>
                <a:gd name="connsiteX1" fmla="*/ 130958 w 159509"/>
                <a:gd name="connsiteY1" fmla="*/ 63341 h 265366"/>
                <a:gd name="connsiteX2" fmla="*/ 131243 w 159509"/>
                <a:gd name="connsiteY2" fmla="*/ 61817 h 265366"/>
                <a:gd name="connsiteX3" fmla="*/ 131148 w 159509"/>
                <a:gd name="connsiteY3" fmla="*/ 61341 h 265366"/>
                <a:gd name="connsiteX4" fmla="*/ 140349 w 159509"/>
                <a:gd name="connsiteY4" fmla="*/ 8001 h 265366"/>
                <a:gd name="connsiteX5" fmla="*/ 140349 w 159509"/>
                <a:gd name="connsiteY5" fmla="*/ 6763 h 265366"/>
                <a:gd name="connsiteX6" fmla="*/ 140349 w 159509"/>
                <a:gd name="connsiteY6" fmla="*/ 6477 h 265366"/>
                <a:gd name="connsiteX7" fmla="*/ 140349 w 159509"/>
                <a:gd name="connsiteY7" fmla="*/ 6096 h 265366"/>
                <a:gd name="connsiteX8" fmla="*/ 140064 w 159509"/>
                <a:gd name="connsiteY8" fmla="*/ 4858 h 265366"/>
                <a:gd name="connsiteX9" fmla="*/ 133993 w 159509"/>
                <a:gd name="connsiteY9" fmla="*/ 0 h 265366"/>
                <a:gd name="connsiteX10" fmla="*/ 21875 w 159509"/>
                <a:gd name="connsiteY10" fmla="*/ 0 h 265366"/>
                <a:gd name="connsiteX11" fmla="*/ 15709 w 159509"/>
                <a:gd name="connsiteY11" fmla="*/ 5144 h 265366"/>
                <a:gd name="connsiteX12" fmla="*/ 15615 w 159509"/>
                <a:gd name="connsiteY12" fmla="*/ 5715 h 265366"/>
                <a:gd name="connsiteX13" fmla="*/ 15520 w 159509"/>
                <a:gd name="connsiteY13" fmla="*/ 6382 h 265366"/>
                <a:gd name="connsiteX14" fmla="*/ 15615 w 159509"/>
                <a:gd name="connsiteY14" fmla="*/ 6953 h 265366"/>
                <a:gd name="connsiteX15" fmla="*/ 15615 w 159509"/>
                <a:gd name="connsiteY15" fmla="*/ 7906 h 265366"/>
                <a:gd name="connsiteX16" fmla="*/ 25764 w 159509"/>
                <a:gd name="connsiteY16" fmla="*/ 61055 h 265366"/>
                <a:gd name="connsiteX17" fmla="*/ 58 w 159509"/>
                <a:gd name="connsiteY17" fmla="*/ 258127 h 265366"/>
                <a:gd name="connsiteX18" fmla="*/ 5560 w 159509"/>
                <a:gd name="connsiteY18" fmla="*/ 265367 h 265366"/>
                <a:gd name="connsiteX19" fmla="*/ 6414 w 159509"/>
                <a:gd name="connsiteY19" fmla="*/ 265367 h 265366"/>
                <a:gd name="connsiteX20" fmla="*/ 7362 w 159509"/>
                <a:gd name="connsiteY20" fmla="*/ 265176 h 265366"/>
                <a:gd name="connsiteX21" fmla="*/ 153154 w 159509"/>
                <a:gd name="connsiteY21" fmla="*/ 265176 h 265366"/>
                <a:gd name="connsiteX22" fmla="*/ 159509 w 159509"/>
                <a:gd name="connsiteY22" fmla="*/ 258794 h 265366"/>
                <a:gd name="connsiteX23" fmla="*/ 159225 w 159509"/>
                <a:gd name="connsiteY23" fmla="*/ 257461 h 265366"/>
                <a:gd name="connsiteX24" fmla="*/ 131053 w 159509"/>
                <a:gd name="connsiteY24" fmla="*/ 63246 h 265366"/>
                <a:gd name="connsiteX25" fmla="*/ 37621 w 159509"/>
                <a:gd name="connsiteY25" fmla="*/ 68199 h 265366"/>
                <a:gd name="connsiteX26" fmla="*/ 118627 w 159509"/>
                <a:gd name="connsiteY26" fmla="*/ 68199 h 265366"/>
                <a:gd name="connsiteX27" fmla="*/ 124128 w 159509"/>
                <a:gd name="connsiteY27" fmla="*/ 106013 h 265366"/>
                <a:gd name="connsiteX28" fmla="*/ 32688 w 159509"/>
                <a:gd name="connsiteY28" fmla="*/ 106013 h 265366"/>
                <a:gd name="connsiteX29" fmla="*/ 37621 w 159509"/>
                <a:gd name="connsiteY29" fmla="*/ 68199 h 265366"/>
                <a:gd name="connsiteX30" fmla="*/ 126026 w 159509"/>
                <a:gd name="connsiteY30" fmla="*/ 118777 h 265366"/>
                <a:gd name="connsiteX31" fmla="*/ 131622 w 159509"/>
                <a:gd name="connsiteY31" fmla="*/ 157544 h 265366"/>
                <a:gd name="connsiteX32" fmla="*/ 25954 w 159509"/>
                <a:gd name="connsiteY32" fmla="*/ 157544 h 265366"/>
                <a:gd name="connsiteX33" fmla="*/ 30981 w 159509"/>
                <a:gd name="connsiteY33" fmla="*/ 118777 h 265366"/>
                <a:gd name="connsiteX34" fmla="*/ 125931 w 159509"/>
                <a:gd name="connsiteY34" fmla="*/ 118777 h 265366"/>
                <a:gd name="connsiteX35" fmla="*/ 119101 w 159509"/>
                <a:gd name="connsiteY35" fmla="*/ 55340 h 265366"/>
                <a:gd name="connsiteX36" fmla="*/ 37526 w 159509"/>
                <a:gd name="connsiteY36" fmla="*/ 55340 h 265366"/>
                <a:gd name="connsiteX37" fmla="*/ 29369 w 159509"/>
                <a:gd name="connsiteY37" fmla="*/ 12954 h 265366"/>
                <a:gd name="connsiteX38" fmla="*/ 126405 w 159509"/>
                <a:gd name="connsiteY38" fmla="*/ 12954 h 265366"/>
                <a:gd name="connsiteX39" fmla="*/ 119101 w 159509"/>
                <a:gd name="connsiteY39" fmla="*/ 55340 h 265366"/>
                <a:gd name="connsiteX40" fmla="*/ 24246 w 159509"/>
                <a:gd name="connsiteY40" fmla="*/ 170402 h 265366"/>
                <a:gd name="connsiteX41" fmla="*/ 133424 w 159509"/>
                <a:gd name="connsiteY41" fmla="*/ 170402 h 265366"/>
                <a:gd name="connsiteX42" fmla="*/ 145376 w 159509"/>
                <a:gd name="connsiteY42" fmla="*/ 252508 h 265366"/>
                <a:gd name="connsiteX43" fmla="*/ 13528 w 159509"/>
                <a:gd name="connsiteY43" fmla="*/ 252508 h 265366"/>
                <a:gd name="connsiteX44" fmla="*/ 24246 w 159509"/>
                <a:gd name="connsiteY44" fmla="*/ 170402 h 26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59509" h="265366">
                  <a:moveTo>
                    <a:pt x="130958" y="63437"/>
                  </a:moveTo>
                  <a:cubicBezTo>
                    <a:pt x="130958" y="63437"/>
                    <a:pt x="130958" y="63437"/>
                    <a:pt x="130958" y="63341"/>
                  </a:cubicBezTo>
                  <a:cubicBezTo>
                    <a:pt x="131053" y="62865"/>
                    <a:pt x="131243" y="62389"/>
                    <a:pt x="131243" y="61817"/>
                  </a:cubicBezTo>
                  <a:cubicBezTo>
                    <a:pt x="131243" y="61627"/>
                    <a:pt x="131243" y="61531"/>
                    <a:pt x="131148" y="61341"/>
                  </a:cubicBezTo>
                  <a:lnTo>
                    <a:pt x="140349" y="8001"/>
                  </a:lnTo>
                  <a:cubicBezTo>
                    <a:pt x="140349" y="8001"/>
                    <a:pt x="140349" y="7239"/>
                    <a:pt x="140349" y="6763"/>
                  </a:cubicBezTo>
                  <a:cubicBezTo>
                    <a:pt x="140349" y="6763"/>
                    <a:pt x="140349" y="6572"/>
                    <a:pt x="140349" y="6477"/>
                  </a:cubicBezTo>
                  <a:cubicBezTo>
                    <a:pt x="140349" y="6382"/>
                    <a:pt x="140349" y="6287"/>
                    <a:pt x="140349" y="6096"/>
                  </a:cubicBezTo>
                  <a:cubicBezTo>
                    <a:pt x="140349" y="5620"/>
                    <a:pt x="140254" y="5239"/>
                    <a:pt x="140064" y="4858"/>
                  </a:cubicBezTo>
                  <a:cubicBezTo>
                    <a:pt x="139305" y="2096"/>
                    <a:pt x="136934" y="0"/>
                    <a:pt x="133993" y="0"/>
                  </a:cubicBezTo>
                  <a:lnTo>
                    <a:pt x="21875" y="0"/>
                  </a:lnTo>
                  <a:cubicBezTo>
                    <a:pt x="18745" y="0"/>
                    <a:pt x="16373" y="2191"/>
                    <a:pt x="15709" y="5144"/>
                  </a:cubicBezTo>
                  <a:cubicBezTo>
                    <a:pt x="15709" y="5334"/>
                    <a:pt x="15709" y="5525"/>
                    <a:pt x="15615" y="5715"/>
                  </a:cubicBezTo>
                  <a:cubicBezTo>
                    <a:pt x="15615" y="5906"/>
                    <a:pt x="15520" y="6096"/>
                    <a:pt x="15520" y="6382"/>
                  </a:cubicBezTo>
                  <a:cubicBezTo>
                    <a:pt x="15520" y="6572"/>
                    <a:pt x="15615" y="6763"/>
                    <a:pt x="15615" y="6953"/>
                  </a:cubicBezTo>
                  <a:cubicBezTo>
                    <a:pt x="15615" y="7239"/>
                    <a:pt x="15615" y="7620"/>
                    <a:pt x="15615" y="7906"/>
                  </a:cubicBezTo>
                  <a:lnTo>
                    <a:pt x="25764" y="61055"/>
                  </a:lnTo>
                  <a:lnTo>
                    <a:pt x="58" y="258127"/>
                  </a:lnTo>
                  <a:cubicBezTo>
                    <a:pt x="-416" y="261652"/>
                    <a:pt x="2050" y="264890"/>
                    <a:pt x="5560" y="265367"/>
                  </a:cubicBezTo>
                  <a:cubicBezTo>
                    <a:pt x="5845" y="265367"/>
                    <a:pt x="6129" y="265367"/>
                    <a:pt x="6414" y="265367"/>
                  </a:cubicBezTo>
                  <a:cubicBezTo>
                    <a:pt x="6793" y="265367"/>
                    <a:pt x="7078" y="265271"/>
                    <a:pt x="7362" y="265176"/>
                  </a:cubicBezTo>
                  <a:lnTo>
                    <a:pt x="153154" y="265176"/>
                  </a:lnTo>
                  <a:cubicBezTo>
                    <a:pt x="156664" y="265176"/>
                    <a:pt x="159509" y="262319"/>
                    <a:pt x="159509" y="258794"/>
                  </a:cubicBezTo>
                  <a:cubicBezTo>
                    <a:pt x="159509" y="258318"/>
                    <a:pt x="159320" y="257937"/>
                    <a:pt x="159225" y="257461"/>
                  </a:cubicBezTo>
                  <a:lnTo>
                    <a:pt x="131053" y="63246"/>
                  </a:lnTo>
                  <a:close/>
                  <a:moveTo>
                    <a:pt x="37621" y="68199"/>
                  </a:moveTo>
                  <a:lnTo>
                    <a:pt x="118627" y="68199"/>
                  </a:lnTo>
                  <a:lnTo>
                    <a:pt x="124128" y="106013"/>
                  </a:lnTo>
                  <a:lnTo>
                    <a:pt x="32688" y="106013"/>
                  </a:lnTo>
                  <a:lnTo>
                    <a:pt x="37621" y="68199"/>
                  </a:lnTo>
                  <a:close/>
                  <a:moveTo>
                    <a:pt x="126026" y="118777"/>
                  </a:moveTo>
                  <a:lnTo>
                    <a:pt x="131622" y="157544"/>
                  </a:lnTo>
                  <a:lnTo>
                    <a:pt x="25954" y="157544"/>
                  </a:lnTo>
                  <a:lnTo>
                    <a:pt x="30981" y="118777"/>
                  </a:lnTo>
                  <a:lnTo>
                    <a:pt x="125931" y="118777"/>
                  </a:lnTo>
                  <a:close/>
                  <a:moveTo>
                    <a:pt x="119101" y="55340"/>
                  </a:moveTo>
                  <a:lnTo>
                    <a:pt x="37526" y="55340"/>
                  </a:lnTo>
                  <a:lnTo>
                    <a:pt x="29369" y="12954"/>
                  </a:lnTo>
                  <a:lnTo>
                    <a:pt x="126405" y="12954"/>
                  </a:lnTo>
                  <a:lnTo>
                    <a:pt x="119101" y="55340"/>
                  </a:lnTo>
                  <a:close/>
                  <a:moveTo>
                    <a:pt x="24246" y="170402"/>
                  </a:moveTo>
                  <a:lnTo>
                    <a:pt x="133424" y="170402"/>
                  </a:lnTo>
                  <a:lnTo>
                    <a:pt x="145376" y="252508"/>
                  </a:lnTo>
                  <a:lnTo>
                    <a:pt x="13528" y="252508"/>
                  </a:lnTo>
                  <a:lnTo>
                    <a:pt x="24246" y="17040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C7ECD959-9CD2-C62C-A917-BC6DEE58A884}"/>
                </a:ext>
              </a:extLst>
            </p:cNvPr>
            <p:cNvSpPr/>
            <p:nvPr/>
          </p:nvSpPr>
          <p:spPr>
            <a:xfrm>
              <a:off x="6586090" y="5139548"/>
              <a:ext cx="100832" cy="213645"/>
            </a:xfrm>
            <a:custGeom>
              <a:avLst/>
              <a:gdLst>
                <a:gd name="connsiteX0" fmla="*/ 83283 w 100832"/>
                <a:gd name="connsiteY0" fmla="*/ 60008 h 213645"/>
                <a:gd name="connsiteX1" fmla="*/ 89639 w 100832"/>
                <a:gd name="connsiteY1" fmla="*/ 12383 h 213645"/>
                <a:gd name="connsiteX2" fmla="*/ 87647 w 100832"/>
                <a:gd name="connsiteY2" fmla="*/ 3810 h 213645"/>
                <a:gd name="connsiteX3" fmla="*/ 79774 w 100832"/>
                <a:gd name="connsiteY3" fmla="*/ 0 h 213645"/>
                <a:gd name="connsiteX4" fmla="*/ 18213 w 100832"/>
                <a:gd name="connsiteY4" fmla="*/ 0 h 213645"/>
                <a:gd name="connsiteX5" fmla="*/ 10056 w 100832"/>
                <a:gd name="connsiteY5" fmla="*/ 4096 h 213645"/>
                <a:gd name="connsiteX6" fmla="*/ 8253 w 100832"/>
                <a:gd name="connsiteY6" fmla="*/ 12287 h 213645"/>
                <a:gd name="connsiteX7" fmla="*/ 15747 w 100832"/>
                <a:gd name="connsiteY7" fmla="*/ 60103 h 213645"/>
                <a:gd name="connsiteX8" fmla="*/ 96 w 100832"/>
                <a:gd name="connsiteY8" fmla="*/ 203264 h 213645"/>
                <a:gd name="connsiteX9" fmla="*/ 2183 w 100832"/>
                <a:gd name="connsiteY9" fmla="*/ 210502 h 213645"/>
                <a:gd name="connsiteX10" fmla="*/ 8917 w 100832"/>
                <a:gd name="connsiteY10" fmla="*/ 213646 h 213645"/>
                <a:gd name="connsiteX11" fmla="*/ 91820 w 100832"/>
                <a:gd name="connsiteY11" fmla="*/ 213646 h 213645"/>
                <a:gd name="connsiteX12" fmla="*/ 98650 w 100832"/>
                <a:gd name="connsiteY12" fmla="*/ 210502 h 213645"/>
                <a:gd name="connsiteX13" fmla="*/ 100737 w 100832"/>
                <a:gd name="connsiteY13" fmla="*/ 203549 h 213645"/>
                <a:gd name="connsiteX14" fmla="*/ 83473 w 100832"/>
                <a:gd name="connsiteY14" fmla="*/ 60103 h 213645"/>
                <a:gd name="connsiteX15" fmla="*/ 76738 w 100832"/>
                <a:gd name="connsiteY15" fmla="*/ 12859 h 213645"/>
                <a:gd name="connsiteX16" fmla="*/ 71427 w 100832"/>
                <a:gd name="connsiteY16" fmla="*/ 52578 h 213645"/>
                <a:gd name="connsiteX17" fmla="*/ 27509 w 100832"/>
                <a:gd name="connsiteY17" fmla="*/ 52578 h 213645"/>
                <a:gd name="connsiteX18" fmla="*/ 21248 w 100832"/>
                <a:gd name="connsiteY18" fmla="*/ 12859 h 213645"/>
                <a:gd name="connsiteX19" fmla="*/ 76738 w 100832"/>
                <a:gd name="connsiteY19" fmla="*/ 12859 h 213645"/>
                <a:gd name="connsiteX20" fmla="*/ 13186 w 100832"/>
                <a:gd name="connsiteY20" fmla="*/ 200692 h 213645"/>
                <a:gd name="connsiteX21" fmla="*/ 27983 w 100832"/>
                <a:gd name="connsiteY21" fmla="*/ 65342 h 213645"/>
                <a:gd name="connsiteX22" fmla="*/ 71047 w 100832"/>
                <a:gd name="connsiteY22" fmla="*/ 65342 h 213645"/>
                <a:gd name="connsiteX23" fmla="*/ 87362 w 100832"/>
                <a:gd name="connsiteY23" fmla="*/ 200692 h 213645"/>
                <a:gd name="connsiteX24" fmla="*/ 13186 w 100832"/>
                <a:gd name="connsiteY24" fmla="*/ 200692 h 21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0832" h="213645">
                  <a:moveTo>
                    <a:pt x="83283" y="60008"/>
                  </a:moveTo>
                  <a:lnTo>
                    <a:pt x="89639" y="12383"/>
                  </a:lnTo>
                  <a:cubicBezTo>
                    <a:pt x="90303" y="9335"/>
                    <a:pt x="89639" y="6191"/>
                    <a:pt x="87647" y="3810"/>
                  </a:cubicBezTo>
                  <a:cubicBezTo>
                    <a:pt x="85655" y="1429"/>
                    <a:pt x="82809" y="0"/>
                    <a:pt x="79774" y="0"/>
                  </a:cubicBezTo>
                  <a:lnTo>
                    <a:pt x="18213" y="0"/>
                  </a:lnTo>
                  <a:cubicBezTo>
                    <a:pt x="14988" y="0"/>
                    <a:pt x="12047" y="1524"/>
                    <a:pt x="10056" y="4096"/>
                  </a:cubicBezTo>
                  <a:cubicBezTo>
                    <a:pt x="8064" y="6668"/>
                    <a:pt x="7494" y="10001"/>
                    <a:pt x="8253" y="12287"/>
                  </a:cubicBezTo>
                  <a:lnTo>
                    <a:pt x="15747" y="60103"/>
                  </a:lnTo>
                  <a:lnTo>
                    <a:pt x="96" y="203264"/>
                  </a:lnTo>
                  <a:cubicBezTo>
                    <a:pt x="-284" y="205835"/>
                    <a:pt x="475" y="208502"/>
                    <a:pt x="2183" y="210502"/>
                  </a:cubicBezTo>
                  <a:cubicBezTo>
                    <a:pt x="3890" y="212503"/>
                    <a:pt x="6356" y="213646"/>
                    <a:pt x="8917" y="213646"/>
                  </a:cubicBezTo>
                  <a:lnTo>
                    <a:pt x="91820" y="213646"/>
                  </a:lnTo>
                  <a:cubicBezTo>
                    <a:pt x="94476" y="213646"/>
                    <a:pt x="96942" y="212503"/>
                    <a:pt x="98650" y="210502"/>
                  </a:cubicBezTo>
                  <a:cubicBezTo>
                    <a:pt x="100357" y="208502"/>
                    <a:pt x="101116" y="205835"/>
                    <a:pt x="100737" y="203549"/>
                  </a:cubicBezTo>
                  <a:lnTo>
                    <a:pt x="83473" y="60103"/>
                  </a:lnTo>
                  <a:close/>
                  <a:moveTo>
                    <a:pt x="76738" y="12859"/>
                  </a:moveTo>
                  <a:lnTo>
                    <a:pt x="71427" y="52578"/>
                  </a:lnTo>
                  <a:lnTo>
                    <a:pt x="27509" y="52578"/>
                  </a:lnTo>
                  <a:lnTo>
                    <a:pt x="21248" y="12859"/>
                  </a:lnTo>
                  <a:lnTo>
                    <a:pt x="76738" y="12859"/>
                  </a:lnTo>
                  <a:close/>
                  <a:moveTo>
                    <a:pt x="13186" y="200692"/>
                  </a:moveTo>
                  <a:lnTo>
                    <a:pt x="27983" y="65342"/>
                  </a:lnTo>
                  <a:lnTo>
                    <a:pt x="71047" y="65342"/>
                  </a:lnTo>
                  <a:lnTo>
                    <a:pt x="87362" y="200692"/>
                  </a:lnTo>
                  <a:lnTo>
                    <a:pt x="13186" y="20069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D7707369-8F99-9549-E224-3CBB2F4C5382}"/>
                </a:ext>
              </a:extLst>
            </p:cNvPr>
            <p:cNvSpPr/>
            <p:nvPr/>
          </p:nvSpPr>
          <p:spPr>
            <a:xfrm>
              <a:off x="6607952" y="5068397"/>
              <a:ext cx="63033" cy="46005"/>
            </a:xfrm>
            <a:custGeom>
              <a:avLst/>
              <a:gdLst>
                <a:gd name="connsiteX0" fmla="*/ 6501 w 63033"/>
                <a:gd name="connsiteY0" fmla="*/ 45910 h 46005"/>
                <a:gd name="connsiteX1" fmla="*/ 7354 w 63033"/>
                <a:gd name="connsiteY1" fmla="*/ 45910 h 46005"/>
                <a:gd name="connsiteX2" fmla="*/ 12856 w 63033"/>
                <a:gd name="connsiteY2" fmla="*/ 38672 h 46005"/>
                <a:gd name="connsiteX3" fmla="*/ 14943 w 63033"/>
                <a:gd name="connsiteY3" fmla="*/ 28194 h 46005"/>
                <a:gd name="connsiteX4" fmla="*/ 21488 w 63033"/>
                <a:gd name="connsiteY4" fmla="*/ 27718 h 46005"/>
                <a:gd name="connsiteX5" fmla="*/ 55161 w 63033"/>
                <a:gd name="connsiteY5" fmla="*/ 24003 h 46005"/>
                <a:gd name="connsiteX6" fmla="*/ 63034 w 63033"/>
                <a:gd name="connsiteY6" fmla="*/ 6382 h 46005"/>
                <a:gd name="connsiteX7" fmla="*/ 56679 w 63033"/>
                <a:gd name="connsiteY7" fmla="*/ 0 h 46005"/>
                <a:gd name="connsiteX8" fmla="*/ 50323 w 63033"/>
                <a:gd name="connsiteY8" fmla="*/ 6382 h 46005"/>
                <a:gd name="connsiteX9" fmla="*/ 47288 w 63033"/>
                <a:gd name="connsiteY9" fmla="*/ 13906 h 46005"/>
                <a:gd name="connsiteX10" fmla="*/ 24523 w 63033"/>
                <a:gd name="connsiteY10" fmla="*/ 15240 h 46005"/>
                <a:gd name="connsiteX11" fmla="*/ 6406 w 63033"/>
                <a:gd name="connsiteY11" fmla="*/ 18764 h 46005"/>
                <a:gd name="connsiteX12" fmla="*/ 240 w 63033"/>
                <a:gd name="connsiteY12" fmla="*/ 40481 h 46005"/>
                <a:gd name="connsiteX13" fmla="*/ 6595 w 63033"/>
                <a:gd name="connsiteY13" fmla="*/ 46006 h 46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033" h="46005">
                  <a:moveTo>
                    <a:pt x="6501" y="45910"/>
                  </a:moveTo>
                  <a:cubicBezTo>
                    <a:pt x="6501" y="45910"/>
                    <a:pt x="7070" y="45910"/>
                    <a:pt x="7354" y="45910"/>
                  </a:cubicBezTo>
                  <a:cubicBezTo>
                    <a:pt x="10864" y="45434"/>
                    <a:pt x="13330" y="42196"/>
                    <a:pt x="12856" y="38672"/>
                  </a:cubicBezTo>
                  <a:cubicBezTo>
                    <a:pt x="12476" y="35528"/>
                    <a:pt x="12856" y="30099"/>
                    <a:pt x="14943" y="28194"/>
                  </a:cubicBezTo>
                  <a:cubicBezTo>
                    <a:pt x="16460" y="26860"/>
                    <a:pt x="19306" y="27146"/>
                    <a:pt x="21488" y="27718"/>
                  </a:cubicBezTo>
                  <a:cubicBezTo>
                    <a:pt x="36190" y="31147"/>
                    <a:pt x="47762" y="29813"/>
                    <a:pt x="55161" y="24003"/>
                  </a:cubicBezTo>
                  <a:cubicBezTo>
                    <a:pt x="58765" y="21146"/>
                    <a:pt x="63034" y="15812"/>
                    <a:pt x="63034" y="6382"/>
                  </a:cubicBezTo>
                  <a:cubicBezTo>
                    <a:pt x="63034" y="2858"/>
                    <a:pt x="60188" y="0"/>
                    <a:pt x="56679" y="0"/>
                  </a:cubicBezTo>
                  <a:cubicBezTo>
                    <a:pt x="53169" y="0"/>
                    <a:pt x="50323" y="2858"/>
                    <a:pt x="50323" y="6382"/>
                  </a:cubicBezTo>
                  <a:cubicBezTo>
                    <a:pt x="50323" y="9906"/>
                    <a:pt x="49375" y="12287"/>
                    <a:pt x="47288" y="13906"/>
                  </a:cubicBezTo>
                  <a:cubicBezTo>
                    <a:pt x="43209" y="17145"/>
                    <a:pt x="34957" y="17621"/>
                    <a:pt x="24523" y="15240"/>
                  </a:cubicBezTo>
                  <a:cubicBezTo>
                    <a:pt x="15227" y="13049"/>
                    <a:pt x="9536" y="16002"/>
                    <a:pt x="6406" y="18764"/>
                  </a:cubicBezTo>
                  <a:cubicBezTo>
                    <a:pt x="-1467" y="26003"/>
                    <a:pt x="50" y="39053"/>
                    <a:pt x="240" y="40481"/>
                  </a:cubicBezTo>
                  <a:cubicBezTo>
                    <a:pt x="714" y="43720"/>
                    <a:pt x="3465" y="46006"/>
                    <a:pt x="6595" y="4600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0D42651B-FE6B-BCA5-9302-CD384C21AF19}"/>
              </a:ext>
            </a:extLst>
          </p:cNvPr>
          <p:cNvGrpSpPr/>
          <p:nvPr/>
        </p:nvGrpSpPr>
        <p:grpSpPr>
          <a:xfrm>
            <a:off x="5490374" y="5495659"/>
            <a:ext cx="422530" cy="504527"/>
            <a:chOff x="6377257" y="4983434"/>
            <a:chExt cx="309665" cy="369759"/>
          </a:xfrm>
          <a:solidFill>
            <a:schemeClr val="bg1"/>
          </a:solidFill>
        </p:grpSpPr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3557ABFF-9952-2510-4C99-B8B683F05D89}"/>
                </a:ext>
              </a:extLst>
            </p:cNvPr>
            <p:cNvSpPr/>
            <p:nvPr/>
          </p:nvSpPr>
          <p:spPr>
            <a:xfrm>
              <a:off x="6406857" y="4983434"/>
              <a:ext cx="109420" cy="76676"/>
            </a:xfrm>
            <a:custGeom>
              <a:avLst/>
              <a:gdLst>
                <a:gd name="connsiteX0" fmla="*/ 6693 w 109420"/>
                <a:gd name="connsiteY0" fmla="*/ 76676 h 76676"/>
                <a:gd name="connsiteX1" fmla="*/ 7546 w 109420"/>
                <a:gd name="connsiteY1" fmla="*/ 76676 h 76676"/>
                <a:gd name="connsiteX2" fmla="*/ 13048 w 109420"/>
                <a:gd name="connsiteY2" fmla="*/ 69437 h 76676"/>
                <a:gd name="connsiteX3" fmla="*/ 19024 w 109420"/>
                <a:gd name="connsiteY3" fmla="*/ 44101 h 76676"/>
                <a:gd name="connsiteX4" fmla="*/ 36951 w 109420"/>
                <a:gd name="connsiteY4" fmla="*/ 41720 h 76676"/>
                <a:gd name="connsiteX5" fmla="*/ 96615 w 109420"/>
                <a:gd name="connsiteY5" fmla="*/ 35624 h 76676"/>
                <a:gd name="connsiteX6" fmla="*/ 109420 w 109420"/>
                <a:gd name="connsiteY6" fmla="*/ 6382 h 76676"/>
                <a:gd name="connsiteX7" fmla="*/ 103065 w 109420"/>
                <a:gd name="connsiteY7" fmla="*/ 0 h 76676"/>
                <a:gd name="connsiteX8" fmla="*/ 96710 w 109420"/>
                <a:gd name="connsiteY8" fmla="*/ 6382 h 76676"/>
                <a:gd name="connsiteX9" fmla="*/ 88742 w 109420"/>
                <a:gd name="connsiteY9" fmla="*/ 25527 h 76676"/>
                <a:gd name="connsiteX10" fmla="*/ 39892 w 109420"/>
                <a:gd name="connsiteY10" fmla="*/ 29147 h 76676"/>
                <a:gd name="connsiteX11" fmla="*/ 10392 w 109420"/>
                <a:gd name="connsiteY11" fmla="*/ 34576 h 76676"/>
                <a:gd name="connsiteX12" fmla="*/ 432 w 109420"/>
                <a:gd name="connsiteY12" fmla="*/ 71152 h 76676"/>
                <a:gd name="connsiteX13" fmla="*/ 6788 w 109420"/>
                <a:gd name="connsiteY13" fmla="*/ 76676 h 7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420" h="76676">
                  <a:moveTo>
                    <a:pt x="6693" y="76676"/>
                  </a:moveTo>
                  <a:cubicBezTo>
                    <a:pt x="6693" y="76676"/>
                    <a:pt x="7262" y="76676"/>
                    <a:pt x="7546" y="76676"/>
                  </a:cubicBezTo>
                  <a:cubicBezTo>
                    <a:pt x="11056" y="76200"/>
                    <a:pt x="13522" y="72962"/>
                    <a:pt x="13048" y="69437"/>
                  </a:cubicBezTo>
                  <a:cubicBezTo>
                    <a:pt x="12384" y="64484"/>
                    <a:pt x="12194" y="50292"/>
                    <a:pt x="19024" y="44101"/>
                  </a:cubicBezTo>
                  <a:cubicBezTo>
                    <a:pt x="22818" y="40672"/>
                    <a:pt x="28889" y="39815"/>
                    <a:pt x="36951" y="41720"/>
                  </a:cubicBezTo>
                  <a:cubicBezTo>
                    <a:pt x="63321" y="47816"/>
                    <a:pt x="83999" y="45720"/>
                    <a:pt x="96615" y="35624"/>
                  </a:cubicBezTo>
                  <a:cubicBezTo>
                    <a:pt x="105057" y="28861"/>
                    <a:pt x="109420" y="18764"/>
                    <a:pt x="109420" y="6382"/>
                  </a:cubicBezTo>
                  <a:cubicBezTo>
                    <a:pt x="109420" y="2857"/>
                    <a:pt x="106575" y="0"/>
                    <a:pt x="103065" y="0"/>
                  </a:cubicBezTo>
                  <a:cubicBezTo>
                    <a:pt x="99556" y="0"/>
                    <a:pt x="96710" y="2857"/>
                    <a:pt x="96710" y="6382"/>
                  </a:cubicBezTo>
                  <a:cubicBezTo>
                    <a:pt x="96710" y="14954"/>
                    <a:pt x="94054" y="21241"/>
                    <a:pt x="88742" y="25527"/>
                  </a:cubicBezTo>
                  <a:cubicBezTo>
                    <a:pt x="79351" y="32956"/>
                    <a:pt x="61993" y="34290"/>
                    <a:pt x="39892" y="29147"/>
                  </a:cubicBezTo>
                  <a:cubicBezTo>
                    <a:pt x="27466" y="26289"/>
                    <a:pt x="17506" y="28099"/>
                    <a:pt x="10392" y="34576"/>
                  </a:cubicBezTo>
                  <a:cubicBezTo>
                    <a:pt x="-2793" y="46673"/>
                    <a:pt x="243" y="70199"/>
                    <a:pt x="432" y="71152"/>
                  </a:cubicBezTo>
                  <a:cubicBezTo>
                    <a:pt x="907" y="74390"/>
                    <a:pt x="3657" y="76676"/>
                    <a:pt x="6788" y="7667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4C66198D-8086-A316-5BD4-13C4A85BC237}"/>
                </a:ext>
              </a:extLst>
            </p:cNvPr>
            <p:cNvSpPr/>
            <p:nvPr/>
          </p:nvSpPr>
          <p:spPr>
            <a:xfrm>
              <a:off x="6377257" y="5086494"/>
              <a:ext cx="159509" cy="265366"/>
            </a:xfrm>
            <a:custGeom>
              <a:avLst/>
              <a:gdLst>
                <a:gd name="connsiteX0" fmla="*/ 130958 w 159509"/>
                <a:gd name="connsiteY0" fmla="*/ 63437 h 265366"/>
                <a:gd name="connsiteX1" fmla="*/ 130958 w 159509"/>
                <a:gd name="connsiteY1" fmla="*/ 63341 h 265366"/>
                <a:gd name="connsiteX2" fmla="*/ 131243 w 159509"/>
                <a:gd name="connsiteY2" fmla="*/ 61817 h 265366"/>
                <a:gd name="connsiteX3" fmla="*/ 131148 w 159509"/>
                <a:gd name="connsiteY3" fmla="*/ 61341 h 265366"/>
                <a:gd name="connsiteX4" fmla="*/ 140349 w 159509"/>
                <a:gd name="connsiteY4" fmla="*/ 8001 h 265366"/>
                <a:gd name="connsiteX5" fmla="*/ 140349 w 159509"/>
                <a:gd name="connsiteY5" fmla="*/ 6763 h 265366"/>
                <a:gd name="connsiteX6" fmla="*/ 140349 w 159509"/>
                <a:gd name="connsiteY6" fmla="*/ 6477 h 265366"/>
                <a:gd name="connsiteX7" fmla="*/ 140349 w 159509"/>
                <a:gd name="connsiteY7" fmla="*/ 6096 h 265366"/>
                <a:gd name="connsiteX8" fmla="*/ 140064 w 159509"/>
                <a:gd name="connsiteY8" fmla="*/ 4858 h 265366"/>
                <a:gd name="connsiteX9" fmla="*/ 133993 w 159509"/>
                <a:gd name="connsiteY9" fmla="*/ 0 h 265366"/>
                <a:gd name="connsiteX10" fmla="*/ 21875 w 159509"/>
                <a:gd name="connsiteY10" fmla="*/ 0 h 265366"/>
                <a:gd name="connsiteX11" fmla="*/ 15709 w 159509"/>
                <a:gd name="connsiteY11" fmla="*/ 5144 h 265366"/>
                <a:gd name="connsiteX12" fmla="*/ 15615 w 159509"/>
                <a:gd name="connsiteY12" fmla="*/ 5715 h 265366"/>
                <a:gd name="connsiteX13" fmla="*/ 15520 w 159509"/>
                <a:gd name="connsiteY13" fmla="*/ 6382 h 265366"/>
                <a:gd name="connsiteX14" fmla="*/ 15615 w 159509"/>
                <a:gd name="connsiteY14" fmla="*/ 6953 h 265366"/>
                <a:gd name="connsiteX15" fmla="*/ 15615 w 159509"/>
                <a:gd name="connsiteY15" fmla="*/ 7906 h 265366"/>
                <a:gd name="connsiteX16" fmla="*/ 25764 w 159509"/>
                <a:gd name="connsiteY16" fmla="*/ 61055 h 265366"/>
                <a:gd name="connsiteX17" fmla="*/ 58 w 159509"/>
                <a:gd name="connsiteY17" fmla="*/ 258127 h 265366"/>
                <a:gd name="connsiteX18" fmla="*/ 5560 w 159509"/>
                <a:gd name="connsiteY18" fmla="*/ 265367 h 265366"/>
                <a:gd name="connsiteX19" fmla="*/ 6414 w 159509"/>
                <a:gd name="connsiteY19" fmla="*/ 265367 h 265366"/>
                <a:gd name="connsiteX20" fmla="*/ 7362 w 159509"/>
                <a:gd name="connsiteY20" fmla="*/ 265176 h 265366"/>
                <a:gd name="connsiteX21" fmla="*/ 153154 w 159509"/>
                <a:gd name="connsiteY21" fmla="*/ 265176 h 265366"/>
                <a:gd name="connsiteX22" fmla="*/ 159509 w 159509"/>
                <a:gd name="connsiteY22" fmla="*/ 258794 h 265366"/>
                <a:gd name="connsiteX23" fmla="*/ 159225 w 159509"/>
                <a:gd name="connsiteY23" fmla="*/ 257461 h 265366"/>
                <a:gd name="connsiteX24" fmla="*/ 131053 w 159509"/>
                <a:gd name="connsiteY24" fmla="*/ 63246 h 265366"/>
                <a:gd name="connsiteX25" fmla="*/ 37621 w 159509"/>
                <a:gd name="connsiteY25" fmla="*/ 68199 h 265366"/>
                <a:gd name="connsiteX26" fmla="*/ 118627 w 159509"/>
                <a:gd name="connsiteY26" fmla="*/ 68199 h 265366"/>
                <a:gd name="connsiteX27" fmla="*/ 124128 w 159509"/>
                <a:gd name="connsiteY27" fmla="*/ 106013 h 265366"/>
                <a:gd name="connsiteX28" fmla="*/ 32688 w 159509"/>
                <a:gd name="connsiteY28" fmla="*/ 106013 h 265366"/>
                <a:gd name="connsiteX29" fmla="*/ 37621 w 159509"/>
                <a:gd name="connsiteY29" fmla="*/ 68199 h 265366"/>
                <a:gd name="connsiteX30" fmla="*/ 126026 w 159509"/>
                <a:gd name="connsiteY30" fmla="*/ 118777 h 265366"/>
                <a:gd name="connsiteX31" fmla="*/ 131622 w 159509"/>
                <a:gd name="connsiteY31" fmla="*/ 157544 h 265366"/>
                <a:gd name="connsiteX32" fmla="*/ 25954 w 159509"/>
                <a:gd name="connsiteY32" fmla="*/ 157544 h 265366"/>
                <a:gd name="connsiteX33" fmla="*/ 30981 w 159509"/>
                <a:gd name="connsiteY33" fmla="*/ 118777 h 265366"/>
                <a:gd name="connsiteX34" fmla="*/ 125931 w 159509"/>
                <a:gd name="connsiteY34" fmla="*/ 118777 h 265366"/>
                <a:gd name="connsiteX35" fmla="*/ 119101 w 159509"/>
                <a:gd name="connsiteY35" fmla="*/ 55340 h 265366"/>
                <a:gd name="connsiteX36" fmla="*/ 37526 w 159509"/>
                <a:gd name="connsiteY36" fmla="*/ 55340 h 265366"/>
                <a:gd name="connsiteX37" fmla="*/ 29369 w 159509"/>
                <a:gd name="connsiteY37" fmla="*/ 12954 h 265366"/>
                <a:gd name="connsiteX38" fmla="*/ 126405 w 159509"/>
                <a:gd name="connsiteY38" fmla="*/ 12954 h 265366"/>
                <a:gd name="connsiteX39" fmla="*/ 119101 w 159509"/>
                <a:gd name="connsiteY39" fmla="*/ 55340 h 265366"/>
                <a:gd name="connsiteX40" fmla="*/ 24246 w 159509"/>
                <a:gd name="connsiteY40" fmla="*/ 170402 h 265366"/>
                <a:gd name="connsiteX41" fmla="*/ 133424 w 159509"/>
                <a:gd name="connsiteY41" fmla="*/ 170402 h 265366"/>
                <a:gd name="connsiteX42" fmla="*/ 145376 w 159509"/>
                <a:gd name="connsiteY42" fmla="*/ 252508 h 265366"/>
                <a:gd name="connsiteX43" fmla="*/ 13528 w 159509"/>
                <a:gd name="connsiteY43" fmla="*/ 252508 h 265366"/>
                <a:gd name="connsiteX44" fmla="*/ 24246 w 159509"/>
                <a:gd name="connsiteY44" fmla="*/ 170402 h 26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59509" h="265366">
                  <a:moveTo>
                    <a:pt x="130958" y="63437"/>
                  </a:moveTo>
                  <a:cubicBezTo>
                    <a:pt x="130958" y="63437"/>
                    <a:pt x="130958" y="63437"/>
                    <a:pt x="130958" y="63341"/>
                  </a:cubicBezTo>
                  <a:cubicBezTo>
                    <a:pt x="131053" y="62865"/>
                    <a:pt x="131243" y="62389"/>
                    <a:pt x="131243" y="61817"/>
                  </a:cubicBezTo>
                  <a:cubicBezTo>
                    <a:pt x="131243" y="61627"/>
                    <a:pt x="131243" y="61531"/>
                    <a:pt x="131148" y="61341"/>
                  </a:cubicBezTo>
                  <a:lnTo>
                    <a:pt x="140349" y="8001"/>
                  </a:lnTo>
                  <a:cubicBezTo>
                    <a:pt x="140349" y="8001"/>
                    <a:pt x="140349" y="7239"/>
                    <a:pt x="140349" y="6763"/>
                  </a:cubicBezTo>
                  <a:cubicBezTo>
                    <a:pt x="140349" y="6763"/>
                    <a:pt x="140349" y="6572"/>
                    <a:pt x="140349" y="6477"/>
                  </a:cubicBezTo>
                  <a:cubicBezTo>
                    <a:pt x="140349" y="6382"/>
                    <a:pt x="140349" y="6287"/>
                    <a:pt x="140349" y="6096"/>
                  </a:cubicBezTo>
                  <a:cubicBezTo>
                    <a:pt x="140349" y="5620"/>
                    <a:pt x="140254" y="5239"/>
                    <a:pt x="140064" y="4858"/>
                  </a:cubicBezTo>
                  <a:cubicBezTo>
                    <a:pt x="139305" y="2096"/>
                    <a:pt x="136934" y="0"/>
                    <a:pt x="133993" y="0"/>
                  </a:cubicBezTo>
                  <a:lnTo>
                    <a:pt x="21875" y="0"/>
                  </a:lnTo>
                  <a:cubicBezTo>
                    <a:pt x="18745" y="0"/>
                    <a:pt x="16373" y="2191"/>
                    <a:pt x="15709" y="5144"/>
                  </a:cubicBezTo>
                  <a:cubicBezTo>
                    <a:pt x="15709" y="5334"/>
                    <a:pt x="15709" y="5525"/>
                    <a:pt x="15615" y="5715"/>
                  </a:cubicBezTo>
                  <a:cubicBezTo>
                    <a:pt x="15615" y="5906"/>
                    <a:pt x="15520" y="6096"/>
                    <a:pt x="15520" y="6382"/>
                  </a:cubicBezTo>
                  <a:cubicBezTo>
                    <a:pt x="15520" y="6572"/>
                    <a:pt x="15615" y="6763"/>
                    <a:pt x="15615" y="6953"/>
                  </a:cubicBezTo>
                  <a:cubicBezTo>
                    <a:pt x="15615" y="7239"/>
                    <a:pt x="15615" y="7620"/>
                    <a:pt x="15615" y="7906"/>
                  </a:cubicBezTo>
                  <a:lnTo>
                    <a:pt x="25764" y="61055"/>
                  </a:lnTo>
                  <a:lnTo>
                    <a:pt x="58" y="258127"/>
                  </a:lnTo>
                  <a:cubicBezTo>
                    <a:pt x="-416" y="261652"/>
                    <a:pt x="2050" y="264890"/>
                    <a:pt x="5560" y="265367"/>
                  </a:cubicBezTo>
                  <a:cubicBezTo>
                    <a:pt x="5845" y="265367"/>
                    <a:pt x="6129" y="265367"/>
                    <a:pt x="6414" y="265367"/>
                  </a:cubicBezTo>
                  <a:cubicBezTo>
                    <a:pt x="6793" y="265367"/>
                    <a:pt x="7078" y="265271"/>
                    <a:pt x="7362" y="265176"/>
                  </a:cubicBezTo>
                  <a:lnTo>
                    <a:pt x="153154" y="265176"/>
                  </a:lnTo>
                  <a:cubicBezTo>
                    <a:pt x="156664" y="265176"/>
                    <a:pt x="159509" y="262319"/>
                    <a:pt x="159509" y="258794"/>
                  </a:cubicBezTo>
                  <a:cubicBezTo>
                    <a:pt x="159509" y="258318"/>
                    <a:pt x="159320" y="257937"/>
                    <a:pt x="159225" y="257461"/>
                  </a:cubicBezTo>
                  <a:lnTo>
                    <a:pt x="131053" y="63246"/>
                  </a:lnTo>
                  <a:close/>
                  <a:moveTo>
                    <a:pt x="37621" y="68199"/>
                  </a:moveTo>
                  <a:lnTo>
                    <a:pt x="118627" y="68199"/>
                  </a:lnTo>
                  <a:lnTo>
                    <a:pt x="124128" y="106013"/>
                  </a:lnTo>
                  <a:lnTo>
                    <a:pt x="32688" y="106013"/>
                  </a:lnTo>
                  <a:lnTo>
                    <a:pt x="37621" y="68199"/>
                  </a:lnTo>
                  <a:close/>
                  <a:moveTo>
                    <a:pt x="126026" y="118777"/>
                  </a:moveTo>
                  <a:lnTo>
                    <a:pt x="131622" y="157544"/>
                  </a:lnTo>
                  <a:lnTo>
                    <a:pt x="25954" y="157544"/>
                  </a:lnTo>
                  <a:lnTo>
                    <a:pt x="30981" y="118777"/>
                  </a:lnTo>
                  <a:lnTo>
                    <a:pt x="125931" y="118777"/>
                  </a:lnTo>
                  <a:close/>
                  <a:moveTo>
                    <a:pt x="119101" y="55340"/>
                  </a:moveTo>
                  <a:lnTo>
                    <a:pt x="37526" y="55340"/>
                  </a:lnTo>
                  <a:lnTo>
                    <a:pt x="29369" y="12954"/>
                  </a:lnTo>
                  <a:lnTo>
                    <a:pt x="126405" y="12954"/>
                  </a:lnTo>
                  <a:lnTo>
                    <a:pt x="119101" y="55340"/>
                  </a:lnTo>
                  <a:close/>
                  <a:moveTo>
                    <a:pt x="24246" y="170402"/>
                  </a:moveTo>
                  <a:lnTo>
                    <a:pt x="133424" y="170402"/>
                  </a:lnTo>
                  <a:lnTo>
                    <a:pt x="145376" y="252508"/>
                  </a:lnTo>
                  <a:lnTo>
                    <a:pt x="13528" y="252508"/>
                  </a:lnTo>
                  <a:lnTo>
                    <a:pt x="24246" y="17040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490A4B11-7A98-FF0F-795E-2A8BAE9E588D}"/>
                </a:ext>
              </a:extLst>
            </p:cNvPr>
            <p:cNvSpPr/>
            <p:nvPr/>
          </p:nvSpPr>
          <p:spPr>
            <a:xfrm>
              <a:off x="6586090" y="5139548"/>
              <a:ext cx="100832" cy="213645"/>
            </a:xfrm>
            <a:custGeom>
              <a:avLst/>
              <a:gdLst>
                <a:gd name="connsiteX0" fmla="*/ 83283 w 100832"/>
                <a:gd name="connsiteY0" fmla="*/ 60008 h 213645"/>
                <a:gd name="connsiteX1" fmla="*/ 89639 w 100832"/>
                <a:gd name="connsiteY1" fmla="*/ 12383 h 213645"/>
                <a:gd name="connsiteX2" fmla="*/ 87647 w 100832"/>
                <a:gd name="connsiteY2" fmla="*/ 3810 h 213645"/>
                <a:gd name="connsiteX3" fmla="*/ 79774 w 100832"/>
                <a:gd name="connsiteY3" fmla="*/ 0 h 213645"/>
                <a:gd name="connsiteX4" fmla="*/ 18213 w 100832"/>
                <a:gd name="connsiteY4" fmla="*/ 0 h 213645"/>
                <a:gd name="connsiteX5" fmla="*/ 10056 w 100832"/>
                <a:gd name="connsiteY5" fmla="*/ 4096 h 213645"/>
                <a:gd name="connsiteX6" fmla="*/ 8253 w 100832"/>
                <a:gd name="connsiteY6" fmla="*/ 12287 h 213645"/>
                <a:gd name="connsiteX7" fmla="*/ 15747 w 100832"/>
                <a:gd name="connsiteY7" fmla="*/ 60103 h 213645"/>
                <a:gd name="connsiteX8" fmla="*/ 96 w 100832"/>
                <a:gd name="connsiteY8" fmla="*/ 203264 h 213645"/>
                <a:gd name="connsiteX9" fmla="*/ 2183 w 100832"/>
                <a:gd name="connsiteY9" fmla="*/ 210502 h 213645"/>
                <a:gd name="connsiteX10" fmla="*/ 8917 w 100832"/>
                <a:gd name="connsiteY10" fmla="*/ 213646 h 213645"/>
                <a:gd name="connsiteX11" fmla="*/ 91820 w 100832"/>
                <a:gd name="connsiteY11" fmla="*/ 213646 h 213645"/>
                <a:gd name="connsiteX12" fmla="*/ 98650 w 100832"/>
                <a:gd name="connsiteY12" fmla="*/ 210502 h 213645"/>
                <a:gd name="connsiteX13" fmla="*/ 100737 w 100832"/>
                <a:gd name="connsiteY13" fmla="*/ 203549 h 213645"/>
                <a:gd name="connsiteX14" fmla="*/ 83473 w 100832"/>
                <a:gd name="connsiteY14" fmla="*/ 60103 h 213645"/>
                <a:gd name="connsiteX15" fmla="*/ 76738 w 100832"/>
                <a:gd name="connsiteY15" fmla="*/ 12859 h 213645"/>
                <a:gd name="connsiteX16" fmla="*/ 71427 w 100832"/>
                <a:gd name="connsiteY16" fmla="*/ 52578 h 213645"/>
                <a:gd name="connsiteX17" fmla="*/ 27509 w 100832"/>
                <a:gd name="connsiteY17" fmla="*/ 52578 h 213645"/>
                <a:gd name="connsiteX18" fmla="*/ 21248 w 100832"/>
                <a:gd name="connsiteY18" fmla="*/ 12859 h 213645"/>
                <a:gd name="connsiteX19" fmla="*/ 76738 w 100832"/>
                <a:gd name="connsiteY19" fmla="*/ 12859 h 213645"/>
                <a:gd name="connsiteX20" fmla="*/ 13186 w 100832"/>
                <a:gd name="connsiteY20" fmla="*/ 200692 h 213645"/>
                <a:gd name="connsiteX21" fmla="*/ 27983 w 100832"/>
                <a:gd name="connsiteY21" fmla="*/ 65342 h 213645"/>
                <a:gd name="connsiteX22" fmla="*/ 71047 w 100832"/>
                <a:gd name="connsiteY22" fmla="*/ 65342 h 213645"/>
                <a:gd name="connsiteX23" fmla="*/ 87362 w 100832"/>
                <a:gd name="connsiteY23" fmla="*/ 200692 h 213645"/>
                <a:gd name="connsiteX24" fmla="*/ 13186 w 100832"/>
                <a:gd name="connsiteY24" fmla="*/ 200692 h 21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0832" h="213645">
                  <a:moveTo>
                    <a:pt x="83283" y="60008"/>
                  </a:moveTo>
                  <a:lnTo>
                    <a:pt x="89639" y="12383"/>
                  </a:lnTo>
                  <a:cubicBezTo>
                    <a:pt x="90303" y="9335"/>
                    <a:pt x="89639" y="6191"/>
                    <a:pt x="87647" y="3810"/>
                  </a:cubicBezTo>
                  <a:cubicBezTo>
                    <a:pt x="85655" y="1429"/>
                    <a:pt x="82809" y="0"/>
                    <a:pt x="79774" y="0"/>
                  </a:cubicBezTo>
                  <a:lnTo>
                    <a:pt x="18213" y="0"/>
                  </a:lnTo>
                  <a:cubicBezTo>
                    <a:pt x="14988" y="0"/>
                    <a:pt x="12047" y="1524"/>
                    <a:pt x="10056" y="4096"/>
                  </a:cubicBezTo>
                  <a:cubicBezTo>
                    <a:pt x="8064" y="6668"/>
                    <a:pt x="7494" y="10001"/>
                    <a:pt x="8253" y="12287"/>
                  </a:cubicBezTo>
                  <a:lnTo>
                    <a:pt x="15747" y="60103"/>
                  </a:lnTo>
                  <a:lnTo>
                    <a:pt x="96" y="203264"/>
                  </a:lnTo>
                  <a:cubicBezTo>
                    <a:pt x="-284" y="205835"/>
                    <a:pt x="475" y="208502"/>
                    <a:pt x="2183" y="210502"/>
                  </a:cubicBezTo>
                  <a:cubicBezTo>
                    <a:pt x="3890" y="212503"/>
                    <a:pt x="6356" y="213646"/>
                    <a:pt x="8917" y="213646"/>
                  </a:cubicBezTo>
                  <a:lnTo>
                    <a:pt x="91820" y="213646"/>
                  </a:lnTo>
                  <a:cubicBezTo>
                    <a:pt x="94476" y="213646"/>
                    <a:pt x="96942" y="212503"/>
                    <a:pt x="98650" y="210502"/>
                  </a:cubicBezTo>
                  <a:cubicBezTo>
                    <a:pt x="100357" y="208502"/>
                    <a:pt x="101116" y="205835"/>
                    <a:pt x="100737" y="203549"/>
                  </a:cubicBezTo>
                  <a:lnTo>
                    <a:pt x="83473" y="60103"/>
                  </a:lnTo>
                  <a:close/>
                  <a:moveTo>
                    <a:pt x="76738" y="12859"/>
                  </a:moveTo>
                  <a:lnTo>
                    <a:pt x="71427" y="52578"/>
                  </a:lnTo>
                  <a:lnTo>
                    <a:pt x="27509" y="52578"/>
                  </a:lnTo>
                  <a:lnTo>
                    <a:pt x="21248" y="12859"/>
                  </a:lnTo>
                  <a:lnTo>
                    <a:pt x="76738" y="12859"/>
                  </a:lnTo>
                  <a:close/>
                  <a:moveTo>
                    <a:pt x="13186" y="200692"/>
                  </a:moveTo>
                  <a:lnTo>
                    <a:pt x="27983" y="65342"/>
                  </a:lnTo>
                  <a:lnTo>
                    <a:pt x="71047" y="65342"/>
                  </a:lnTo>
                  <a:lnTo>
                    <a:pt x="87362" y="200692"/>
                  </a:lnTo>
                  <a:lnTo>
                    <a:pt x="13186" y="20069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609382ED-B10B-316A-545E-6C2AE3DE4F19}"/>
                </a:ext>
              </a:extLst>
            </p:cNvPr>
            <p:cNvSpPr/>
            <p:nvPr/>
          </p:nvSpPr>
          <p:spPr>
            <a:xfrm>
              <a:off x="6607952" y="5068397"/>
              <a:ext cx="63033" cy="46005"/>
            </a:xfrm>
            <a:custGeom>
              <a:avLst/>
              <a:gdLst>
                <a:gd name="connsiteX0" fmla="*/ 6501 w 63033"/>
                <a:gd name="connsiteY0" fmla="*/ 45910 h 46005"/>
                <a:gd name="connsiteX1" fmla="*/ 7354 w 63033"/>
                <a:gd name="connsiteY1" fmla="*/ 45910 h 46005"/>
                <a:gd name="connsiteX2" fmla="*/ 12856 w 63033"/>
                <a:gd name="connsiteY2" fmla="*/ 38672 h 46005"/>
                <a:gd name="connsiteX3" fmla="*/ 14943 w 63033"/>
                <a:gd name="connsiteY3" fmla="*/ 28194 h 46005"/>
                <a:gd name="connsiteX4" fmla="*/ 21488 w 63033"/>
                <a:gd name="connsiteY4" fmla="*/ 27718 h 46005"/>
                <a:gd name="connsiteX5" fmla="*/ 55161 w 63033"/>
                <a:gd name="connsiteY5" fmla="*/ 24003 h 46005"/>
                <a:gd name="connsiteX6" fmla="*/ 63034 w 63033"/>
                <a:gd name="connsiteY6" fmla="*/ 6382 h 46005"/>
                <a:gd name="connsiteX7" fmla="*/ 56679 w 63033"/>
                <a:gd name="connsiteY7" fmla="*/ 0 h 46005"/>
                <a:gd name="connsiteX8" fmla="*/ 50323 w 63033"/>
                <a:gd name="connsiteY8" fmla="*/ 6382 h 46005"/>
                <a:gd name="connsiteX9" fmla="*/ 47288 w 63033"/>
                <a:gd name="connsiteY9" fmla="*/ 13906 h 46005"/>
                <a:gd name="connsiteX10" fmla="*/ 24523 w 63033"/>
                <a:gd name="connsiteY10" fmla="*/ 15240 h 46005"/>
                <a:gd name="connsiteX11" fmla="*/ 6406 w 63033"/>
                <a:gd name="connsiteY11" fmla="*/ 18764 h 46005"/>
                <a:gd name="connsiteX12" fmla="*/ 240 w 63033"/>
                <a:gd name="connsiteY12" fmla="*/ 40481 h 46005"/>
                <a:gd name="connsiteX13" fmla="*/ 6595 w 63033"/>
                <a:gd name="connsiteY13" fmla="*/ 46006 h 46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033" h="46005">
                  <a:moveTo>
                    <a:pt x="6501" y="45910"/>
                  </a:moveTo>
                  <a:cubicBezTo>
                    <a:pt x="6501" y="45910"/>
                    <a:pt x="7070" y="45910"/>
                    <a:pt x="7354" y="45910"/>
                  </a:cubicBezTo>
                  <a:cubicBezTo>
                    <a:pt x="10864" y="45434"/>
                    <a:pt x="13330" y="42196"/>
                    <a:pt x="12856" y="38672"/>
                  </a:cubicBezTo>
                  <a:cubicBezTo>
                    <a:pt x="12476" y="35528"/>
                    <a:pt x="12856" y="30099"/>
                    <a:pt x="14943" y="28194"/>
                  </a:cubicBezTo>
                  <a:cubicBezTo>
                    <a:pt x="16460" y="26860"/>
                    <a:pt x="19306" y="27146"/>
                    <a:pt x="21488" y="27718"/>
                  </a:cubicBezTo>
                  <a:cubicBezTo>
                    <a:pt x="36190" y="31147"/>
                    <a:pt x="47762" y="29813"/>
                    <a:pt x="55161" y="24003"/>
                  </a:cubicBezTo>
                  <a:cubicBezTo>
                    <a:pt x="58765" y="21146"/>
                    <a:pt x="63034" y="15812"/>
                    <a:pt x="63034" y="6382"/>
                  </a:cubicBezTo>
                  <a:cubicBezTo>
                    <a:pt x="63034" y="2858"/>
                    <a:pt x="60188" y="0"/>
                    <a:pt x="56679" y="0"/>
                  </a:cubicBezTo>
                  <a:cubicBezTo>
                    <a:pt x="53169" y="0"/>
                    <a:pt x="50323" y="2858"/>
                    <a:pt x="50323" y="6382"/>
                  </a:cubicBezTo>
                  <a:cubicBezTo>
                    <a:pt x="50323" y="9906"/>
                    <a:pt x="49375" y="12287"/>
                    <a:pt x="47288" y="13906"/>
                  </a:cubicBezTo>
                  <a:cubicBezTo>
                    <a:pt x="43209" y="17145"/>
                    <a:pt x="34957" y="17621"/>
                    <a:pt x="24523" y="15240"/>
                  </a:cubicBezTo>
                  <a:cubicBezTo>
                    <a:pt x="15227" y="13049"/>
                    <a:pt x="9536" y="16002"/>
                    <a:pt x="6406" y="18764"/>
                  </a:cubicBezTo>
                  <a:cubicBezTo>
                    <a:pt x="-1467" y="26003"/>
                    <a:pt x="50" y="39053"/>
                    <a:pt x="240" y="40481"/>
                  </a:cubicBezTo>
                  <a:cubicBezTo>
                    <a:pt x="714" y="43720"/>
                    <a:pt x="3465" y="46006"/>
                    <a:pt x="6595" y="4600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107B7FD1-BE21-C344-4F52-57D5043260B8}"/>
              </a:ext>
            </a:extLst>
          </p:cNvPr>
          <p:cNvGrpSpPr/>
          <p:nvPr/>
        </p:nvGrpSpPr>
        <p:grpSpPr>
          <a:xfrm>
            <a:off x="6258724" y="5495659"/>
            <a:ext cx="422530" cy="504527"/>
            <a:chOff x="6377257" y="4983434"/>
            <a:chExt cx="309665" cy="369759"/>
          </a:xfrm>
          <a:solidFill>
            <a:schemeClr val="tx1"/>
          </a:solidFill>
        </p:grpSpPr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4062F32F-3189-A9A8-41F9-F42308E4885C}"/>
                </a:ext>
              </a:extLst>
            </p:cNvPr>
            <p:cNvSpPr/>
            <p:nvPr/>
          </p:nvSpPr>
          <p:spPr>
            <a:xfrm>
              <a:off x="6406857" y="4983434"/>
              <a:ext cx="109420" cy="76676"/>
            </a:xfrm>
            <a:custGeom>
              <a:avLst/>
              <a:gdLst>
                <a:gd name="connsiteX0" fmla="*/ 6693 w 109420"/>
                <a:gd name="connsiteY0" fmla="*/ 76676 h 76676"/>
                <a:gd name="connsiteX1" fmla="*/ 7546 w 109420"/>
                <a:gd name="connsiteY1" fmla="*/ 76676 h 76676"/>
                <a:gd name="connsiteX2" fmla="*/ 13048 w 109420"/>
                <a:gd name="connsiteY2" fmla="*/ 69437 h 76676"/>
                <a:gd name="connsiteX3" fmla="*/ 19024 w 109420"/>
                <a:gd name="connsiteY3" fmla="*/ 44101 h 76676"/>
                <a:gd name="connsiteX4" fmla="*/ 36951 w 109420"/>
                <a:gd name="connsiteY4" fmla="*/ 41720 h 76676"/>
                <a:gd name="connsiteX5" fmla="*/ 96615 w 109420"/>
                <a:gd name="connsiteY5" fmla="*/ 35624 h 76676"/>
                <a:gd name="connsiteX6" fmla="*/ 109420 w 109420"/>
                <a:gd name="connsiteY6" fmla="*/ 6382 h 76676"/>
                <a:gd name="connsiteX7" fmla="*/ 103065 w 109420"/>
                <a:gd name="connsiteY7" fmla="*/ 0 h 76676"/>
                <a:gd name="connsiteX8" fmla="*/ 96710 w 109420"/>
                <a:gd name="connsiteY8" fmla="*/ 6382 h 76676"/>
                <a:gd name="connsiteX9" fmla="*/ 88742 w 109420"/>
                <a:gd name="connsiteY9" fmla="*/ 25527 h 76676"/>
                <a:gd name="connsiteX10" fmla="*/ 39892 w 109420"/>
                <a:gd name="connsiteY10" fmla="*/ 29147 h 76676"/>
                <a:gd name="connsiteX11" fmla="*/ 10392 w 109420"/>
                <a:gd name="connsiteY11" fmla="*/ 34576 h 76676"/>
                <a:gd name="connsiteX12" fmla="*/ 432 w 109420"/>
                <a:gd name="connsiteY12" fmla="*/ 71152 h 76676"/>
                <a:gd name="connsiteX13" fmla="*/ 6788 w 109420"/>
                <a:gd name="connsiteY13" fmla="*/ 76676 h 7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420" h="76676">
                  <a:moveTo>
                    <a:pt x="6693" y="76676"/>
                  </a:moveTo>
                  <a:cubicBezTo>
                    <a:pt x="6693" y="76676"/>
                    <a:pt x="7262" y="76676"/>
                    <a:pt x="7546" y="76676"/>
                  </a:cubicBezTo>
                  <a:cubicBezTo>
                    <a:pt x="11056" y="76200"/>
                    <a:pt x="13522" y="72962"/>
                    <a:pt x="13048" y="69437"/>
                  </a:cubicBezTo>
                  <a:cubicBezTo>
                    <a:pt x="12384" y="64484"/>
                    <a:pt x="12194" y="50292"/>
                    <a:pt x="19024" y="44101"/>
                  </a:cubicBezTo>
                  <a:cubicBezTo>
                    <a:pt x="22818" y="40672"/>
                    <a:pt x="28889" y="39815"/>
                    <a:pt x="36951" y="41720"/>
                  </a:cubicBezTo>
                  <a:cubicBezTo>
                    <a:pt x="63321" y="47816"/>
                    <a:pt x="83999" y="45720"/>
                    <a:pt x="96615" y="35624"/>
                  </a:cubicBezTo>
                  <a:cubicBezTo>
                    <a:pt x="105057" y="28861"/>
                    <a:pt x="109420" y="18764"/>
                    <a:pt x="109420" y="6382"/>
                  </a:cubicBezTo>
                  <a:cubicBezTo>
                    <a:pt x="109420" y="2857"/>
                    <a:pt x="106575" y="0"/>
                    <a:pt x="103065" y="0"/>
                  </a:cubicBezTo>
                  <a:cubicBezTo>
                    <a:pt x="99556" y="0"/>
                    <a:pt x="96710" y="2857"/>
                    <a:pt x="96710" y="6382"/>
                  </a:cubicBezTo>
                  <a:cubicBezTo>
                    <a:pt x="96710" y="14954"/>
                    <a:pt x="94054" y="21241"/>
                    <a:pt x="88742" y="25527"/>
                  </a:cubicBezTo>
                  <a:cubicBezTo>
                    <a:pt x="79351" y="32956"/>
                    <a:pt x="61993" y="34290"/>
                    <a:pt x="39892" y="29147"/>
                  </a:cubicBezTo>
                  <a:cubicBezTo>
                    <a:pt x="27466" y="26289"/>
                    <a:pt x="17506" y="28099"/>
                    <a:pt x="10392" y="34576"/>
                  </a:cubicBezTo>
                  <a:cubicBezTo>
                    <a:pt x="-2793" y="46673"/>
                    <a:pt x="243" y="70199"/>
                    <a:pt x="432" y="71152"/>
                  </a:cubicBezTo>
                  <a:cubicBezTo>
                    <a:pt x="907" y="74390"/>
                    <a:pt x="3657" y="76676"/>
                    <a:pt x="6788" y="7667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4C94B32F-8BC5-6681-D65D-7A0E4E7F19D5}"/>
                </a:ext>
              </a:extLst>
            </p:cNvPr>
            <p:cNvSpPr/>
            <p:nvPr/>
          </p:nvSpPr>
          <p:spPr>
            <a:xfrm>
              <a:off x="6377257" y="5086494"/>
              <a:ext cx="159509" cy="265366"/>
            </a:xfrm>
            <a:custGeom>
              <a:avLst/>
              <a:gdLst>
                <a:gd name="connsiteX0" fmla="*/ 130958 w 159509"/>
                <a:gd name="connsiteY0" fmla="*/ 63437 h 265366"/>
                <a:gd name="connsiteX1" fmla="*/ 130958 w 159509"/>
                <a:gd name="connsiteY1" fmla="*/ 63341 h 265366"/>
                <a:gd name="connsiteX2" fmla="*/ 131243 w 159509"/>
                <a:gd name="connsiteY2" fmla="*/ 61817 h 265366"/>
                <a:gd name="connsiteX3" fmla="*/ 131148 w 159509"/>
                <a:gd name="connsiteY3" fmla="*/ 61341 h 265366"/>
                <a:gd name="connsiteX4" fmla="*/ 140349 w 159509"/>
                <a:gd name="connsiteY4" fmla="*/ 8001 h 265366"/>
                <a:gd name="connsiteX5" fmla="*/ 140349 w 159509"/>
                <a:gd name="connsiteY5" fmla="*/ 6763 h 265366"/>
                <a:gd name="connsiteX6" fmla="*/ 140349 w 159509"/>
                <a:gd name="connsiteY6" fmla="*/ 6477 h 265366"/>
                <a:gd name="connsiteX7" fmla="*/ 140349 w 159509"/>
                <a:gd name="connsiteY7" fmla="*/ 6096 h 265366"/>
                <a:gd name="connsiteX8" fmla="*/ 140064 w 159509"/>
                <a:gd name="connsiteY8" fmla="*/ 4858 h 265366"/>
                <a:gd name="connsiteX9" fmla="*/ 133993 w 159509"/>
                <a:gd name="connsiteY9" fmla="*/ 0 h 265366"/>
                <a:gd name="connsiteX10" fmla="*/ 21875 w 159509"/>
                <a:gd name="connsiteY10" fmla="*/ 0 h 265366"/>
                <a:gd name="connsiteX11" fmla="*/ 15709 w 159509"/>
                <a:gd name="connsiteY11" fmla="*/ 5144 h 265366"/>
                <a:gd name="connsiteX12" fmla="*/ 15615 w 159509"/>
                <a:gd name="connsiteY12" fmla="*/ 5715 h 265366"/>
                <a:gd name="connsiteX13" fmla="*/ 15520 w 159509"/>
                <a:gd name="connsiteY13" fmla="*/ 6382 h 265366"/>
                <a:gd name="connsiteX14" fmla="*/ 15615 w 159509"/>
                <a:gd name="connsiteY14" fmla="*/ 6953 h 265366"/>
                <a:gd name="connsiteX15" fmla="*/ 15615 w 159509"/>
                <a:gd name="connsiteY15" fmla="*/ 7906 h 265366"/>
                <a:gd name="connsiteX16" fmla="*/ 25764 w 159509"/>
                <a:gd name="connsiteY16" fmla="*/ 61055 h 265366"/>
                <a:gd name="connsiteX17" fmla="*/ 58 w 159509"/>
                <a:gd name="connsiteY17" fmla="*/ 258127 h 265366"/>
                <a:gd name="connsiteX18" fmla="*/ 5560 w 159509"/>
                <a:gd name="connsiteY18" fmla="*/ 265367 h 265366"/>
                <a:gd name="connsiteX19" fmla="*/ 6414 w 159509"/>
                <a:gd name="connsiteY19" fmla="*/ 265367 h 265366"/>
                <a:gd name="connsiteX20" fmla="*/ 7362 w 159509"/>
                <a:gd name="connsiteY20" fmla="*/ 265176 h 265366"/>
                <a:gd name="connsiteX21" fmla="*/ 153154 w 159509"/>
                <a:gd name="connsiteY21" fmla="*/ 265176 h 265366"/>
                <a:gd name="connsiteX22" fmla="*/ 159509 w 159509"/>
                <a:gd name="connsiteY22" fmla="*/ 258794 h 265366"/>
                <a:gd name="connsiteX23" fmla="*/ 159225 w 159509"/>
                <a:gd name="connsiteY23" fmla="*/ 257461 h 265366"/>
                <a:gd name="connsiteX24" fmla="*/ 131053 w 159509"/>
                <a:gd name="connsiteY24" fmla="*/ 63246 h 265366"/>
                <a:gd name="connsiteX25" fmla="*/ 37621 w 159509"/>
                <a:gd name="connsiteY25" fmla="*/ 68199 h 265366"/>
                <a:gd name="connsiteX26" fmla="*/ 118627 w 159509"/>
                <a:gd name="connsiteY26" fmla="*/ 68199 h 265366"/>
                <a:gd name="connsiteX27" fmla="*/ 124128 w 159509"/>
                <a:gd name="connsiteY27" fmla="*/ 106013 h 265366"/>
                <a:gd name="connsiteX28" fmla="*/ 32688 w 159509"/>
                <a:gd name="connsiteY28" fmla="*/ 106013 h 265366"/>
                <a:gd name="connsiteX29" fmla="*/ 37621 w 159509"/>
                <a:gd name="connsiteY29" fmla="*/ 68199 h 265366"/>
                <a:gd name="connsiteX30" fmla="*/ 126026 w 159509"/>
                <a:gd name="connsiteY30" fmla="*/ 118777 h 265366"/>
                <a:gd name="connsiteX31" fmla="*/ 131622 w 159509"/>
                <a:gd name="connsiteY31" fmla="*/ 157544 h 265366"/>
                <a:gd name="connsiteX32" fmla="*/ 25954 w 159509"/>
                <a:gd name="connsiteY32" fmla="*/ 157544 h 265366"/>
                <a:gd name="connsiteX33" fmla="*/ 30981 w 159509"/>
                <a:gd name="connsiteY33" fmla="*/ 118777 h 265366"/>
                <a:gd name="connsiteX34" fmla="*/ 125931 w 159509"/>
                <a:gd name="connsiteY34" fmla="*/ 118777 h 265366"/>
                <a:gd name="connsiteX35" fmla="*/ 119101 w 159509"/>
                <a:gd name="connsiteY35" fmla="*/ 55340 h 265366"/>
                <a:gd name="connsiteX36" fmla="*/ 37526 w 159509"/>
                <a:gd name="connsiteY36" fmla="*/ 55340 h 265366"/>
                <a:gd name="connsiteX37" fmla="*/ 29369 w 159509"/>
                <a:gd name="connsiteY37" fmla="*/ 12954 h 265366"/>
                <a:gd name="connsiteX38" fmla="*/ 126405 w 159509"/>
                <a:gd name="connsiteY38" fmla="*/ 12954 h 265366"/>
                <a:gd name="connsiteX39" fmla="*/ 119101 w 159509"/>
                <a:gd name="connsiteY39" fmla="*/ 55340 h 265366"/>
                <a:gd name="connsiteX40" fmla="*/ 24246 w 159509"/>
                <a:gd name="connsiteY40" fmla="*/ 170402 h 265366"/>
                <a:gd name="connsiteX41" fmla="*/ 133424 w 159509"/>
                <a:gd name="connsiteY41" fmla="*/ 170402 h 265366"/>
                <a:gd name="connsiteX42" fmla="*/ 145376 w 159509"/>
                <a:gd name="connsiteY42" fmla="*/ 252508 h 265366"/>
                <a:gd name="connsiteX43" fmla="*/ 13528 w 159509"/>
                <a:gd name="connsiteY43" fmla="*/ 252508 h 265366"/>
                <a:gd name="connsiteX44" fmla="*/ 24246 w 159509"/>
                <a:gd name="connsiteY44" fmla="*/ 170402 h 26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59509" h="265366">
                  <a:moveTo>
                    <a:pt x="130958" y="63437"/>
                  </a:moveTo>
                  <a:cubicBezTo>
                    <a:pt x="130958" y="63437"/>
                    <a:pt x="130958" y="63437"/>
                    <a:pt x="130958" y="63341"/>
                  </a:cubicBezTo>
                  <a:cubicBezTo>
                    <a:pt x="131053" y="62865"/>
                    <a:pt x="131243" y="62389"/>
                    <a:pt x="131243" y="61817"/>
                  </a:cubicBezTo>
                  <a:cubicBezTo>
                    <a:pt x="131243" y="61627"/>
                    <a:pt x="131243" y="61531"/>
                    <a:pt x="131148" y="61341"/>
                  </a:cubicBezTo>
                  <a:lnTo>
                    <a:pt x="140349" y="8001"/>
                  </a:lnTo>
                  <a:cubicBezTo>
                    <a:pt x="140349" y="8001"/>
                    <a:pt x="140349" y="7239"/>
                    <a:pt x="140349" y="6763"/>
                  </a:cubicBezTo>
                  <a:cubicBezTo>
                    <a:pt x="140349" y="6763"/>
                    <a:pt x="140349" y="6572"/>
                    <a:pt x="140349" y="6477"/>
                  </a:cubicBezTo>
                  <a:cubicBezTo>
                    <a:pt x="140349" y="6382"/>
                    <a:pt x="140349" y="6287"/>
                    <a:pt x="140349" y="6096"/>
                  </a:cubicBezTo>
                  <a:cubicBezTo>
                    <a:pt x="140349" y="5620"/>
                    <a:pt x="140254" y="5239"/>
                    <a:pt x="140064" y="4858"/>
                  </a:cubicBezTo>
                  <a:cubicBezTo>
                    <a:pt x="139305" y="2096"/>
                    <a:pt x="136934" y="0"/>
                    <a:pt x="133993" y="0"/>
                  </a:cubicBezTo>
                  <a:lnTo>
                    <a:pt x="21875" y="0"/>
                  </a:lnTo>
                  <a:cubicBezTo>
                    <a:pt x="18745" y="0"/>
                    <a:pt x="16373" y="2191"/>
                    <a:pt x="15709" y="5144"/>
                  </a:cubicBezTo>
                  <a:cubicBezTo>
                    <a:pt x="15709" y="5334"/>
                    <a:pt x="15709" y="5525"/>
                    <a:pt x="15615" y="5715"/>
                  </a:cubicBezTo>
                  <a:cubicBezTo>
                    <a:pt x="15615" y="5906"/>
                    <a:pt x="15520" y="6096"/>
                    <a:pt x="15520" y="6382"/>
                  </a:cubicBezTo>
                  <a:cubicBezTo>
                    <a:pt x="15520" y="6572"/>
                    <a:pt x="15615" y="6763"/>
                    <a:pt x="15615" y="6953"/>
                  </a:cubicBezTo>
                  <a:cubicBezTo>
                    <a:pt x="15615" y="7239"/>
                    <a:pt x="15615" y="7620"/>
                    <a:pt x="15615" y="7906"/>
                  </a:cubicBezTo>
                  <a:lnTo>
                    <a:pt x="25764" y="61055"/>
                  </a:lnTo>
                  <a:lnTo>
                    <a:pt x="58" y="258127"/>
                  </a:lnTo>
                  <a:cubicBezTo>
                    <a:pt x="-416" y="261652"/>
                    <a:pt x="2050" y="264890"/>
                    <a:pt x="5560" y="265367"/>
                  </a:cubicBezTo>
                  <a:cubicBezTo>
                    <a:pt x="5845" y="265367"/>
                    <a:pt x="6129" y="265367"/>
                    <a:pt x="6414" y="265367"/>
                  </a:cubicBezTo>
                  <a:cubicBezTo>
                    <a:pt x="6793" y="265367"/>
                    <a:pt x="7078" y="265271"/>
                    <a:pt x="7362" y="265176"/>
                  </a:cubicBezTo>
                  <a:lnTo>
                    <a:pt x="153154" y="265176"/>
                  </a:lnTo>
                  <a:cubicBezTo>
                    <a:pt x="156664" y="265176"/>
                    <a:pt x="159509" y="262319"/>
                    <a:pt x="159509" y="258794"/>
                  </a:cubicBezTo>
                  <a:cubicBezTo>
                    <a:pt x="159509" y="258318"/>
                    <a:pt x="159320" y="257937"/>
                    <a:pt x="159225" y="257461"/>
                  </a:cubicBezTo>
                  <a:lnTo>
                    <a:pt x="131053" y="63246"/>
                  </a:lnTo>
                  <a:close/>
                  <a:moveTo>
                    <a:pt x="37621" y="68199"/>
                  </a:moveTo>
                  <a:lnTo>
                    <a:pt x="118627" y="68199"/>
                  </a:lnTo>
                  <a:lnTo>
                    <a:pt x="124128" y="106013"/>
                  </a:lnTo>
                  <a:lnTo>
                    <a:pt x="32688" y="106013"/>
                  </a:lnTo>
                  <a:lnTo>
                    <a:pt x="37621" y="68199"/>
                  </a:lnTo>
                  <a:close/>
                  <a:moveTo>
                    <a:pt x="126026" y="118777"/>
                  </a:moveTo>
                  <a:lnTo>
                    <a:pt x="131622" y="157544"/>
                  </a:lnTo>
                  <a:lnTo>
                    <a:pt x="25954" y="157544"/>
                  </a:lnTo>
                  <a:lnTo>
                    <a:pt x="30981" y="118777"/>
                  </a:lnTo>
                  <a:lnTo>
                    <a:pt x="125931" y="118777"/>
                  </a:lnTo>
                  <a:close/>
                  <a:moveTo>
                    <a:pt x="119101" y="55340"/>
                  </a:moveTo>
                  <a:lnTo>
                    <a:pt x="37526" y="55340"/>
                  </a:lnTo>
                  <a:lnTo>
                    <a:pt x="29369" y="12954"/>
                  </a:lnTo>
                  <a:lnTo>
                    <a:pt x="126405" y="12954"/>
                  </a:lnTo>
                  <a:lnTo>
                    <a:pt x="119101" y="55340"/>
                  </a:lnTo>
                  <a:close/>
                  <a:moveTo>
                    <a:pt x="24246" y="170402"/>
                  </a:moveTo>
                  <a:lnTo>
                    <a:pt x="133424" y="170402"/>
                  </a:lnTo>
                  <a:lnTo>
                    <a:pt x="145376" y="252508"/>
                  </a:lnTo>
                  <a:lnTo>
                    <a:pt x="13528" y="252508"/>
                  </a:lnTo>
                  <a:lnTo>
                    <a:pt x="24246" y="17040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DE9E925F-2F62-F6D9-D94A-3DF6E23F20FA}"/>
                </a:ext>
              </a:extLst>
            </p:cNvPr>
            <p:cNvSpPr/>
            <p:nvPr/>
          </p:nvSpPr>
          <p:spPr>
            <a:xfrm>
              <a:off x="6586090" y="5139548"/>
              <a:ext cx="100832" cy="213645"/>
            </a:xfrm>
            <a:custGeom>
              <a:avLst/>
              <a:gdLst>
                <a:gd name="connsiteX0" fmla="*/ 83283 w 100832"/>
                <a:gd name="connsiteY0" fmla="*/ 60008 h 213645"/>
                <a:gd name="connsiteX1" fmla="*/ 89639 w 100832"/>
                <a:gd name="connsiteY1" fmla="*/ 12383 h 213645"/>
                <a:gd name="connsiteX2" fmla="*/ 87647 w 100832"/>
                <a:gd name="connsiteY2" fmla="*/ 3810 h 213645"/>
                <a:gd name="connsiteX3" fmla="*/ 79774 w 100832"/>
                <a:gd name="connsiteY3" fmla="*/ 0 h 213645"/>
                <a:gd name="connsiteX4" fmla="*/ 18213 w 100832"/>
                <a:gd name="connsiteY4" fmla="*/ 0 h 213645"/>
                <a:gd name="connsiteX5" fmla="*/ 10056 w 100832"/>
                <a:gd name="connsiteY5" fmla="*/ 4096 h 213645"/>
                <a:gd name="connsiteX6" fmla="*/ 8253 w 100832"/>
                <a:gd name="connsiteY6" fmla="*/ 12287 h 213645"/>
                <a:gd name="connsiteX7" fmla="*/ 15747 w 100832"/>
                <a:gd name="connsiteY7" fmla="*/ 60103 h 213645"/>
                <a:gd name="connsiteX8" fmla="*/ 96 w 100832"/>
                <a:gd name="connsiteY8" fmla="*/ 203264 h 213645"/>
                <a:gd name="connsiteX9" fmla="*/ 2183 w 100832"/>
                <a:gd name="connsiteY9" fmla="*/ 210502 h 213645"/>
                <a:gd name="connsiteX10" fmla="*/ 8917 w 100832"/>
                <a:gd name="connsiteY10" fmla="*/ 213646 h 213645"/>
                <a:gd name="connsiteX11" fmla="*/ 91820 w 100832"/>
                <a:gd name="connsiteY11" fmla="*/ 213646 h 213645"/>
                <a:gd name="connsiteX12" fmla="*/ 98650 w 100832"/>
                <a:gd name="connsiteY12" fmla="*/ 210502 h 213645"/>
                <a:gd name="connsiteX13" fmla="*/ 100737 w 100832"/>
                <a:gd name="connsiteY13" fmla="*/ 203549 h 213645"/>
                <a:gd name="connsiteX14" fmla="*/ 83473 w 100832"/>
                <a:gd name="connsiteY14" fmla="*/ 60103 h 213645"/>
                <a:gd name="connsiteX15" fmla="*/ 76738 w 100832"/>
                <a:gd name="connsiteY15" fmla="*/ 12859 h 213645"/>
                <a:gd name="connsiteX16" fmla="*/ 71427 w 100832"/>
                <a:gd name="connsiteY16" fmla="*/ 52578 h 213645"/>
                <a:gd name="connsiteX17" fmla="*/ 27509 w 100832"/>
                <a:gd name="connsiteY17" fmla="*/ 52578 h 213645"/>
                <a:gd name="connsiteX18" fmla="*/ 21248 w 100832"/>
                <a:gd name="connsiteY18" fmla="*/ 12859 h 213645"/>
                <a:gd name="connsiteX19" fmla="*/ 76738 w 100832"/>
                <a:gd name="connsiteY19" fmla="*/ 12859 h 213645"/>
                <a:gd name="connsiteX20" fmla="*/ 13186 w 100832"/>
                <a:gd name="connsiteY20" fmla="*/ 200692 h 213645"/>
                <a:gd name="connsiteX21" fmla="*/ 27983 w 100832"/>
                <a:gd name="connsiteY21" fmla="*/ 65342 h 213645"/>
                <a:gd name="connsiteX22" fmla="*/ 71047 w 100832"/>
                <a:gd name="connsiteY22" fmla="*/ 65342 h 213645"/>
                <a:gd name="connsiteX23" fmla="*/ 87362 w 100832"/>
                <a:gd name="connsiteY23" fmla="*/ 200692 h 213645"/>
                <a:gd name="connsiteX24" fmla="*/ 13186 w 100832"/>
                <a:gd name="connsiteY24" fmla="*/ 200692 h 21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0832" h="213645">
                  <a:moveTo>
                    <a:pt x="83283" y="60008"/>
                  </a:moveTo>
                  <a:lnTo>
                    <a:pt x="89639" y="12383"/>
                  </a:lnTo>
                  <a:cubicBezTo>
                    <a:pt x="90303" y="9335"/>
                    <a:pt x="89639" y="6191"/>
                    <a:pt x="87647" y="3810"/>
                  </a:cubicBezTo>
                  <a:cubicBezTo>
                    <a:pt x="85655" y="1429"/>
                    <a:pt x="82809" y="0"/>
                    <a:pt x="79774" y="0"/>
                  </a:cubicBezTo>
                  <a:lnTo>
                    <a:pt x="18213" y="0"/>
                  </a:lnTo>
                  <a:cubicBezTo>
                    <a:pt x="14988" y="0"/>
                    <a:pt x="12047" y="1524"/>
                    <a:pt x="10056" y="4096"/>
                  </a:cubicBezTo>
                  <a:cubicBezTo>
                    <a:pt x="8064" y="6668"/>
                    <a:pt x="7494" y="10001"/>
                    <a:pt x="8253" y="12287"/>
                  </a:cubicBezTo>
                  <a:lnTo>
                    <a:pt x="15747" y="60103"/>
                  </a:lnTo>
                  <a:lnTo>
                    <a:pt x="96" y="203264"/>
                  </a:lnTo>
                  <a:cubicBezTo>
                    <a:pt x="-284" y="205835"/>
                    <a:pt x="475" y="208502"/>
                    <a:pt x="2183" y="210502"/>
                  </a:cubicBezTo>
                  <a:cubicBezTo>
                    <a:pt x="3890" y="212503"/>
                    <a:pt x="6356" y="213646"/>
                    <a:pt x="8917" y="213646"/>
                  </a:cubicBezTo>
                  <a:lnTo>
                    <a:pt x="91820" y="213646"/>
                  </a:lnTo>
                  <a:cubicBezTo>
                    <a:pt x="94476" y="213646"/>
                    <a:pt x="96942" y="212503"/>
                    <a:pt x="98650" y="210502"/>
                  </a:cubicBezTo>
                  <a:cubicBezTo>
                    <a:pt x="100357" y="208502"/>
                    <a:pt x="101116" y="205835"/>
                    <a:pt x="100737" y="203549"/>
                  </a:cubicBezTo>
                  <a:lnTo>
                    <a:pt x="83473" y="60103"/>
                  </a:lnTo>
                  <a:close/>
                  <a:moveTo>
                    <a:pt x="76738" y="12859"/>
                  </a:moveTo>
                  <a:lnTo>
                    <a:pt x="71427" y="52578"/>
                  </a:lnTo>
                  <a:lnTo>
                    <a:pt x="27509" y="52578"/>
                  </a:lnTo>
                  <a:lnTo>
                    <a:pt x="21248" y="12859"/>
                  </a:lnTo>
                  <a:lnTo>
                    <a:pt x="76738" y="12859"/>
                  </a:lnTo>
                  <a:close/>
                  <a:moveTo>
                    <a:pt x="13186" y="200692"/>
                  </a:moveTo>
                  <a:lnTo>
                    <a:pt x="27983" y="65342"/>
                  </a:lnTo>
                  <a:lnTo>
                    <a:pt x="71047" y="65342"/>
                  </a:lnTo>
                  <a:lnTo>
                    <a:pt x="87362" y="200692"/>
                  </a:lnTo>
                  <a:lnTo>
                    <a:pt x="13186" y="200692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84ACAB39-530B-887D-12C9-143717B7C318}"/>
                </a:ext>
              </a:extLst>
            </p:cNvPr>
            <p:cNvSpPr/>
            <p:nvPr/>
          </p:nvSpPr>
          <p:spPr>
            <a:xfrm>
              <a:off x="6607952" y="5068397"/>
              <a:ext cx="63033" cy="46005"/>
            </a:xfrm>
            <a:custGeom>
              <a:avLst/>
              <a:gdLst>
                <a:gd name="connsiteX0" fmla="*/ 6501 w 63033"/>
                <a:gd name="connsiteY0" fmla="*/ 45910 h 46005"/>
                <a:gd name="connsiteX1" fmla="*/ 7354 w 63033"/>
                <a:gd name="connsiteY1" fmla="*/ 45910 h 46005"/>
                <a:gd name="connsiteX2" fmla="*/ 12856 w 63033"/>
                <a:gd name="connsiteY2" fmla="*/ 38672 h 46005"/>
                <a:gd name="connsiteX3" fmla="*/ 14943 w 63033"/>
                <a:gd name="connsiteY3" fmla="*/ 28194 h 46005"/>
                <a:gd name="connsiteX4" fmla="*/ 21488 w 63033"/>
                <a:gd name="connsiteY4" fmla="*/ 27718 h 46005"/>
                <a:gd name="connsiteX5" fmla="*/ 55161 w 63033"/>
                <a:gd name="connsiteY5" fmla="*/ 24003 h 46005"/>
                <a:gd name="connsiteX6" fmla="*/ 63034 w 63033"/>
                <a:gd name="connsiteY6" fmla="*/ 6382 h 46005"/>
                <a:gd name="connsiteX7" fmla="*/ 56679 w 63033"/>
                <a:gd name="connsiteY7" fmla="*/ 0 h 46005"/>
                <a:gd name="connsiteX8" fmla="*/ 50323 w 63033"/>
                <a:gd name="connsiteY8" fmla="*/ 6382 h 46005"/>
                <a:gd name="connsiteX9" fmla="*/ 47288 w 63033"/>
                <a:gd name="connsiteY9" fmla="*/ 13906 h 46005"/>
                <a:gd name="connsiteX10" fmla="*/ 24523 w 63033"/>
                <a:gd name="connsiteY10" fmla="*/ 15240 h 46005"/>
                <a:gd name="connsiteX11" fmla="*/ 6406 w 63033"/>
                <a:gd name="connsiteY11" fmla="*/ 18764 h 46005"/>
                <a:gd name="connsiteX12" fmla="*/ 240 w 63033"/>
                <a:gd name="connsiteY12" fmla="*/ 40481 h 46005"/>
                <a:gd name="connsiteX13" fmla="*/ 6595 w 63033"/>
                <a:gd name="connsiteY13" fmla="*/ 46006 h 46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033" h="46005">
                  <a:moveTo>
                    <a:pt x="6501" y="45910"/>
                  </a:moveTo>
                  <a:cubicBezTo>
                    <a:pt x="6501" y="45910"/>
                    <a:pt x="7070" y="45910"/>
                    <a:pt x="7354" y="45910"/>
                  </a:cubicBezTo>
                  <a:cubicBezTo>
                    <a:pt x="10864" y="45434"/>
                    <a:pt x="13330" y="42196"/>
                    <a:pt x="12856" y="38672"/>
                  </a:cubicBezTo>
                  <a:cubicBezTo>
                    <a:pt x="12476" y="35528"/>
                    <a:pt x="12856" y="30099"/>
                    <a:pt x="14943" y="28194"/>
                  </a:cubicBezTo>
                  <a:cubicBezTo>
                    <a:pt x="16460" y="26860"/>
                    <a:pt x="19306" y="27146"/>
                    <a:pt x="21488" y="27718"/>
                  </a:cubicBezTo>
                  <a:cubicBezTo>
                    <a:pt x="36190" y="31147"/>
                    <a:pt x="47762" y="29813"/>
                    <a:pt x="55161" y="24003"/>
                  </a:cubicBezTo>
                  <a:cubicBezTo>
                    <a:pt x="58765" y="21146"/>
                    <a:pt x="63034" y="15812"/>
                    <a:pt x="63034" y="6382"/>
                  </a:cubicBezTo>
                  <a:cubicBezTo>
                    <a:pt x="63034" y="2858"/>
                    <a:pt x="60188" y="0"/>
                    <a:pt x="56679" y="0"/>
                  </a:cubicBezTo>
                  <a:cubicBezTo>
                    <a:pt x="53169" y="0"/>
                    <a:pt x="50323" y="2858"/>
                    <a:pt x="50323" y="6382"/>
                  </a:cubicBezTo>
                  <a:cubicBezTo>
                    <a:pt x="50323" y="9906"/>
                    <a:pt x="49375" y="12287"/>
                    <a:pt x="47288" y="13906"/>
                  </a:cubicBezTo>
                  <a:cubicBezTo>
                    <a:pt x="43209" y="17145"/>
                    <a:pt x="34957" y="17621"/>
                    <a:pt x="24523" y="15240"/>
                  </a:cubicBezTo>
                  <a:cubicBezTo>
                    <a:pt x="15227" y="13049"/>
                    <a:pt x="9536" y="16002"/>
                    <a:pt x="6406" y="18764"/>
                  </a:cubicBezTo>
                  <a:cubicBezTo>
                    <a:pt x="-1467" y="26003"/>
                    <a:pt x="50" y="39053"/>
                    <a:pt x="240" y="40481"/>
                  </a:cubicBezTo>
                  <a:cubicBezTo>
                    <a:pt x="714" y="43720"/>
                    <a:pt x="3465" y="46006"/>
                    <a:pt x="6595" y="4600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280" name="Graphic 278">
            <a:extLst>
              <a:ext uri="{FF2B5EF4-FFF2-40B4-BE49-F238E27FC236}">
                <a16:creationId xmlns:a16="http://schemas.microsoft.com/office/drawing/2014/main" id="{0E3B1E16-5286-8B1C-216E-2C8569BDBD65}"/>
              </a:ext>
            </a:extLst>
          </p:cNvPr>
          <p:cNvSpPr/>
          <p:nvPr/>
        </p:nvSpPr>
        <p:spPr>
          <a:xfrm>
            <a:off x="7177893" y="4931467"/>
            <a:ext cx="364738" cy="440818"/>
          </a:xfrm>
          <a:custGeom>
            <a:avLst/>
            <a:gdLst>
              <a:gd name="connsiteX0" fmla="*/ 269388 w 276311"/>
              <a:gd name="connsiteY0" fmla="*/ 139255 h 333946"/>
              <a:gd name="connsiteX1" fmla="*/ 276312 w 276311"/>
              <a:gd name="connsiteY1" fmla="*/ 132207 h 333946"/>
              <a:gd name="connsiteX2" fmla="*/ 269388 w 276311"/>
              <a:gd name="connsiteY2" fmla="*/ 125159 h 333946"/>
              <a:gd name="connsiteX3" fmla="*/ 248235 w 276311"/>
              <a:gd name="connsiteY3" fmla="*/ 125159 h 333946"/>
              <a:gd name="connsiteX4" fmla="*/ 248235 w 276311"/>
              <a:gd name="connsiteY4" fmla="*/ 42291 h 333946"/>
              <a:gd name="connsiteX5" fmla="*/ 269388 w 276311"/>
              <a:gd name="connsiteY5" fmla="*/ 42291 h 333946"/>
              <a:gd name="connsiteX6" fmla="*/ 276312 w 276311"/>
              <a:gd name="connsiteY6" fmla="*/ 35243 h 333946"/>
              <a:gd name="connsiteX7" fmla="*/ 269388 w 276311"/>
              <a:gd name="connsiteY7" fmla="*/ 28194 h 333946"/>
              <a:gd name="connsiteX8" fmla="*/ 234291 w 276311"/>
              <a:gd name="connsiteY8" fmla="*/ 28194 h 333946"/>
              <a:gd name="connsiteX9" fmla="*/ 234291 w 276311"/>
              <a:gd name="connsiteY9" fmla="*/ 7049 h 333946"/>
              <a:gd name="connsiteX10" fmla="*/ 227462 w 276311"/>
              <a:gd name="connsiteY10" fmla="*/ 0 h 333946"/>
              <a:gd name="connsiteX11" fmla="*/ 172636 w 276311"/>
              <a:gd name="connsiteY11" fmla="*/ 0 h 333946"/>
              <a:gd name="connsiteX12" fmla="*/ 165806 w 276311"/>
              <a:gd name="connsiteY12" fmla="*/ 7049 h 333946"/>
              <a:gd name="connsiteX13" fmla="*/ 165806 w 276311"/>
              <a:gd name="connsiteY13" fmla="*/ 28194 h 333946"/>
              <a:gd name="connsiteX14" fmla="*/ 6924 w 276311"/>
              <a:gd name="connsiteY14" fmla="*/ 28194 h 333946"/>
              <a:gd name="connsiteX15" fmla="*/ 0 w 276311"/>
              <a:gd name="connsiteY15" fmla="*/ 35243 h 333946"/>
              <a:gd name="connsiteX16" fmla="*/ 6924 w 276311"/>
              <a:gd name="connsiteY16" fmla="*/ 42291 h 333946"/>
              <a:gd name="connsiteX17" fmla="*/ 27223 w 276311"/>
              <a:gd name="connsiteY17" fmla="*/ 42291 h 333946"/>
              <a:gd name="connsiteX18" fmla="*/ 27223 w 276311"/>
              <a:gd name="connsiteY18" fmla="*/ 125159 h 333946"/>
              <a:gd name="connsiteX19" fmla="*/ 6924 w 276311"/>
              <a:gd name="connsiteY19" fmla="*/ 125159 h 333946"/>
              <a:gd name="connsiteX20" fmla="*/ 0 w 276311"/>
              <a:gd name="connsiteY20" fmla="*/ 132207 h 333946"/>
              <a:gd name="connsiteX21" fmla="*/ 6924 w 276311"/>
              <a:gd name="connsiteY21" fmla="*/ 139255 h 333946"/>
              <a:gd name="connsiteX22" fmla="*/ 27223 w 276311"/>
              <a:gd name="connsiteY22" fmla="*/ 139255 h 333946"/>
              <a:gd name="connsiteX23" fmla="*/ 27223 w 276311"/>
              <a:gd name="connsiteY23" fmla="*/ 222123 h 333946"/>
              <a:gd name="connsiteX24" fmla="*/ 6924 w 276311"/>
              <a:gd name="connsiteY24" fmla="*/ 222123 h 333946"/>
              <a:gd name="connsiteX25" fmla="*/ 0 w 276311"/>
              <a:gd name="connsiteY25" fmla="*/ 229172 h 333946"/>
              <a:gd name="connsiteX26" fmla="*/ 6924 w 276311"/>
              <a:gd name="connsiteY26" fmla="*/ 236220 h 333946"/>
              <a:gd name="connsiteX27" fmla="*/ 27223 w 276311"/>
              <a:gd name="connsiteY27" fmla="*/ 236220 h 333946"/>
              <a:gd name="connsiteX28" fmla="*/ 27223 w 276311"/>
              <a:gd name="connsiteY28" fmla="*/ 319849 h 333946"/>
              <a:gd name="connsiteX29" fmla="*/ 6924 w 276311"/>
              <a:gd name="connsiteY29" fmla="*/ 319849 h 333946"/>
              <a:gd name="connsiteX30" fmla="*/ 0 w 276311"/>
              <a:gd name="connsiteY30" fmla="*/ 326898 h 333946"/>
              <a:gd name="connsiteX31" fmla="*/ 6924 w 276311"/>
              <a:gd name="connsiteY31" fmla="*/ 333947 h 333946"/>
              <a:gd name="connsiteX32" fmla="*/ 269388 w 276311"/>
              <a:gd name="connsiteY32" fmla="*/ 333947 h 333946"/>
              <a:gd name="connsiteX33" fmla="*/ 276312 w 276311"/>
              <a:gd name="connsiteY33" fmla="*/ 326898 h 333946"/>
              <a:gd name="connsiteX34" fmla="*/ 269388 w 276311"/>
              <a:gd name="connsiteY34" fmla="*/ 319849 h 333946"/>
              <a:gd name="connsiteX35" fmla="*/ 248235 w 276311"/>
              <a:gd name="connsiteY35" fmla="*/ 319849 h 333946"/>
              <a:gd name="connsiteX36" fmla="*/ 248235 w 276311"/>
              <a:gd name="connsiteY36" fmla="*/ 236220 h 333946"/>
              <a:gd name="connsiteX37" fmla="*/ 269388 w 276311"/>
              <a:gd name="connsiteY37" fmla="*/ 236220 h 333946"/>
              <a:gd name="connsiteX38" fmla="*/ 276312 w 276311"/>
              <a:gd name="connsiteY38" fmla="*/ 229172 h 333946"/>
              <a:gd name="connsiteX39" fmla="*/ 269388 w 276311"/>
              <a:gd name="connsiteY39" fmla="*/ 222123 h 333946"/>
              <a:gd name="connsiteX40" fmla="*/ 248235 w 276311"/>
              <a:gd name="connsiteY40" fmla="*/ 222123 h 333946"/>
              <a:gd name="connsiteX41" fmla="*/ 248235 w 276311"/>
              <a:gd name="connsiteY41" fmla="*/ 139255 h 333946"/>
              <a:gd name="connsiteX42" fmla="*/ 269388 w 276311"/>
              <a:gd name="connsiteY42" fmla="*/ 139255 h 333946"/>
              <a:gd name="connsiteX43" fmla="*/ 179465 w 276311"/>
              <a:gd name="connsiteY43" fmla="*/ 14192 h 333946"/>
              <a:gd name="connsiteX44" fmla="*/ 220537 w 276311"/>
              <a:gd name="connsiteY44" fmla="*/ 14192 h 333946"/>
              <a:gd name="connsiteX45" fmla="*/ 220537 w 276311"/>
              <a:gd name="connsiteY45" fmla="*/ 28289 h 333946"/>
              <a:gd name="connsiteX46" fmla="*/ 179465 w 276311"/>
              <a:gd name="connsiteY46" fmla="*/ 28289 h 333946"/>
              <a:gd name="connsiteX47" fmla="*/ 179465 w 276311"/>
              <a:gd name="connsiteY47" fmla="*/ 14192 h 333946"/>
              <a:gd name="connsiteX48" fmla="*/ 41072 w 276311"/>
              <a:gd name="connsiteY48" fmla="*/ 42386 h 333946"/>
              <a:gd name="connsiteX49" fmla="*/ 234481 w 276311"/>
              <a:gd name="connsiteY49" fmla="*/ 42386 h 333946"/>
              <a:gd name="connsiteX50" fmla="*/ 234481 w 276311"/>
              <a:gd name="connsiteY50" fmla="*/ 125254 h 333946"/>
              <a:gd name="connsiteX51" fmla="*/ 41072 w 276311"/>
              <a:gd name="connsiteY51" fmla="*/ 125254 h 333946"/>
              <a:gd name="connsiteX52" fmla="*/ 41072 w 276311"/>
              <a:gd name="connsiteY52" fmla="*/ 42386 h 333946"/>
              <a:gd name="connsiteX53" fmla="*/ 234481 w 276311"/>
              <a:gd name="connsiteY53" fmla="*/ 319754 h 333946"/>
              <a:gd name="connsiteX54" fmla="*/ 41072 w 276311"/>
              <a:gd name="connsiteY54" fmla="*/ 319754 h 333946"/>
              <a:gd name="connsiteX55" fmla="*/ 41072 w 276311"/>
              <a:gd name="connsiteY55" fmla="*/ 236125 h 333946"/>
              <a:gd name="connsiteX56" fmla="*/ 234481 w 276311"/>
              <a:gd name="connsiteY56" fmla="*/ 236125 h 333946"/>
              <a:gd name="connsiteX57" fmla="*/ 234481 w 276311"/>
              <a:gd name="connsiteY57" fmla="*/ 319754 h 333946"/>
              <a:gd name="connsiteX58" fmla="*/ 234481 w 276311"/>
              <a:gd name="connsiteY58" fmla="*/ 222123 h 333946"/>
              <a:gd name="connsiteX59" fmla="*/ 41072 w 276311"/>
              <a:gd name="connsiteY59" fmla="*/ 222123 h 333946"/>
              <a:gd name="connsiteX60" fmla="*/ 41072 w 276311"/>
              <a:gd name="connsiteY60" fmla="*/ 139255 h 333946"/>
              <a:gd name="connsiteX61" fmla="*/ 234481 w 276311"/>
              <a:gd name="connsiteY61" fmla="*/ 139255 h 333946"/>
              <a:gd name="connsiteX62" fmla="*/ 234481 w 276311"/>
              <a:gd name="connsiteY62" fmla="*/ 222123 h 333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76311" h="333946">
                <a:moveTo>
                  <a:pt x="269388" y="139255"/>
                </a:moveTo>
                <a:cubicBezTo>
                  <a:pt x="274035" y="139255"/>
                  <a:pt x="276312" y="135731"/>
                  <a:pt x="276312" y="132207"/>
                </a:cubicBezTo>
                <a:cubicBezTo>
                  <a:pt x="276312" y="128683"/>
                  <a:pt x="274035" y="125159"/>
                  <a:pt x="269388" y="125159"/>
                </a:cubicBezTo>
                <a:lnTo>
                  <a:pt x="248235" y="125159"/>
                </a:lnTo>
                <a:lnTo>
                  <a:pt x="248235" y="42291"/>
                </a:lnTo>
                <a:lnTo>
                  <a:pt x="269388" y="42291"/>
                </a:lnTo>
                <a:cubicBezTo>
                  <a:pt x="274035" y="42291"/>
                  <a:pt x="276312" y="38767"/>
                  <a:pt x="276312" y="35243"/>
                </a:cubicBezTo>
                <a:cubicBezTo>
                  <a:pt x="276312" y="31718"/>
                  <a:pt x="274035" y="28194"/>
                  <a:pt x="269388" y="28194"/>
                </a:cubicBezTo>
                <a:lnTo>
                  <a:pt x="234291" y="28194"/>
                </a:lnTo>
                <a:lnTo>
                  <a:pt x="234291" y="7049"/>
                </a:lnTo>
                <a:cubicBezTo>
                  <a:pt x="234291" y="3524"/>
                  <a:pt x="232015" y="0"/>
                  <a:pt x="227462" y="0"/>
                </a:cubicBezTo>
                <a:lnTo>
                  <a:pt x="172636" y="0"/>
                </a:lnTo>
                <a:cubicBezTo>
                  <a:pt x="169221" y="0"/>
                  <a:pt x="165806" y="3524"/>
                  <a:pt x="165806" y="7049"/>
                </a:cubicBezTo>
                <a:lnTo>
                  <a:pt x="165806" y="28194"/>
                </a:lnTo>
                <a:lnTo>
                  <a:pt x="6924" y="28194"/>
                </a:lnTo>
                <a:cubicBezTo>
                  <a:pt x="3510" y="28194"/>
                  <a:pt x="0" y="31718"/>
                  <a:pt x="0" y="35243"/>
                </a:cubicBezTo>
                <a:cubicBezTo>
                  <a:pt x="0" y="38767"/>
                  <a:pt x="3415" y="42291"/>
                  <a:pt x="6924" y="42291"/>
                </a:cubicBezTo>
                <a:lnTo>
                  <a:pt x="27223" y="42291"/>
                </a:lnTo>
                <a:lnTo>
                  <a:pt x="27223" y="125159"/>
                </a:lnTo>
                <a:lnTo>
                  <a:pt x="6924" y="125159"/>
                </a:lnTo>
                <a:cubicBezTo>
                  <a:pt x="3510" y="125159"/>
                  <a:pt x="0" y="128683"/>
                  <a:pt x="0" y="132207"/>
                </a:cubicBezTo>
                <a:cubicBezTo>
                  <a:pt x="0" y="135731"/>
                  <a:pt x="3415" y="139255"/>
                  <a:pt x="6924" y="139255"/>
                </a:cubicBezTo>
                <a:lnTo>
                  <a:pt x="27223" y="139255"/>
                </a:lnTo>
                <a:lnTo>
                  <a:pt x="27223" y="222123"/>
                </a:lnTo>
                <a:lnTo>
                  <a:pt x="6924" y="222123"/>
                </a:lnTo>
                <a:cubicBezTo>
                  <a:pt x="3510" y="222123"/>
                  <a:pt x="0" y="225647"/>
                  <a:pt x="0" y="229172"/>
                </a:cubicBezTo>
                <a:cubicBezTo>
                  <a:pt x="0" y="232696"/>
                  <a:pt x="3415" y="236220"/>
                  <a:pt x="6924" y="236220"/>
                </a:cubicBezTo>
                <a:lnTo>
                  <a:pt x="27223" y="236220"/>
                </a:lnTo>
                <a:lnTo>
                  <a:pt x="27223" y="319849"/>
                </a:lnTo>
                <a:lnTo>
                  <a:pt x="6924" y="319849"/>
                </a:lnTo>
                <a:cubicBezTo>
                  <a:pt x="3510" y="319849"/>
                  <a:pt x="0" y="323374"/>
                  <a:pt x="0" y="326898"/>
                </a:cubicBezTo>
                <a:cubicBezTo>
                  <a:pt x="0" y="330422"/>
                  <a:pt x="3415" y="333947"/>
                  <a:pt x="6924" y="333947"/>
                </a:cubicBezTo>
                <a:lnTo>
                  <a:pt x="269388" y="333947"/>
                </a:lnTo>
                <a:cubicBezTo>
                  <a:pt x="274035" y="333947"/>
                  <a:pt x="276312" y="330422"/>
                  <a:pt x="276312" y="326898"/>
                </a:cubicBezTo>
                <a:cubicBezTo>
                  <a:pt x="276312" y="323374"/>
                  <a:pt x="274035" y="319849"/>
                  <a:pt x="269388" y="319849"/>
                </a:cubicBezTo>
                <a:lnTo>
                  <a:pt x="248235" y="319849"/>
                </a:lnTo>
                <a:lnTo>
                  <a:pt x="248235" y="236220"/>
                </a:lnTo>
                <a:lnTo>
                  <a:pt x="269388" y="236220"/>
                </a:lnTo>
                <a:cubicBezTo>
                  <a:pt x="274035" y="236220"/>
                  <a:pt x="276312" y="232696"/>
                  <a:pt x="276312" y="229172"/>
                </a:cubicBezTo>
                <a:cubicBezTo>
                  <a:pt x="276312" y="225647"/>
                  <a:pt x="274035" y="222123"/>
                  <a:pt x="269388" y="222123"/>
                </a:cubicBezTo>
                <a:lnTo>
                  <a:pt x="248235" y="222123"/>
                </a:lnTo>
                <a:lnTo>
                  <a:pt x="248235" y="139255"/>
                </a:lnTo>
                <a:lnTo>
                  <a:pt x="269388" y="139255"/>
                </a:lnTo>
                <a:close/>
                <a:moveTo>
                  <a:pt x="179465" y="14192"/>
                </a:moveTo>
                <a:lnTo>
                  <a:pt x="220537" y="14192"/>
                </a:lnTo>
                <a:lnTo>
                  <a:pt x="220537" y="28289"/>
                </a:lnTo>
                <a:lnTo>
                  <a:pt x="179465" y="28289"/>
                </a:lnTo>
                <a:lnTo>
                  <a:pt x="179465" y="14192"/>
                </a:lnTo>
                <a:close/>
                <a:moveTo>
                  <a:pt x="41072" y="42386"/>
                </a:moveTo>
                <a:lnTo>
                  <a:pt x="234481" y="42386"/>
                </a:lnTo>
                <a:lnTo>
                  <a:pt x="234481" y="125254"/>
                </a:lnTo>
                <a:lnTo>
                  <a:pt x="41072" y="125254"/>
                </a:lnTo>
                <a:lnTo>
                  <a:pt x="41072" y="42386"/>
                </a:lnTo>
                <a:close/>
                <a:moveTo>
                  <a:pt x="234481" y="319754"/>
                </a:moveTo>
                <a:lnTo>
                  <a:pt x="41072" y="319754"/>
                </a:lnTo>
                <a:lnTo>
                  <a:pt x="41072" y="236125"/>
                </a:lnTo>
                <a:lnTo>
                  <a:pt x="234481" y="236125"/>
                </a:lnTo>
                <a:lnTo>
                  <a:pt x="234481" y="319754"/>
                </a:lnTo>
                <a:close/>
                <a:moveTo>
                  <a:pt x="234481" y="222123"/>
                </a:moveTo>
                <a:lnTo>
                  <a:pt x="41072" y="222123"/>
                </a:lnTo>
                <a:lnTo>
                  <a:pt x="41072" y="139255"/>
                </a:lnTo>
                <a:lnTo>
                  <a:pt x="234481" y="139255"/>
                </a:lnTo>
                <a:lnTo>
                  <a:pt x="234481" y="222123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1" name="Graphic 278">
            <a:extLst>
              <a:ext uri="{FF2B5EF4-FFF2-40B4-BE49-F238E27FC236}">
                <a16:creationId xmlns:a16="http://schemas.microsoft.com/office/drawing/2014/main" id="{D458AAC3-A1D3-EFC7-EF00-4898152F6A16}"/>
              </a:ext>
            </a:extLst>
          </p:cNvPr>
          <p:cNvSpPr/>
          <p:nvPr/>
        </p:nvSpPr>
        <p:spPr>
          <a:xfrm>
            <a:off x="7930368" y="4931467"/>
            <a:ext cx="364738" cy="440818"/>
          </a:xfrm>
          <a:custGeom>
            <a:avLst/>
            <a:gdLst>
              <a:gd name="connsiteX0" fmla="*/ 269388 w 276311"/>
              <a:gd name="connsiteY0" fmla="*/ 139255 h 333946"/>
              <a:gd name="connsiteX1" fmla="*/ 276312 w 276311"/>
              <a:gd name="connsiteY1" fmla="*/ 132207 h 333946"/>
              <a:gd name="connsiteX2" fmla="*/ 269388 w 276311"/>
              <a:gd name="connsiteY2" fmla="*/ 125159 h 333946"/>
              <a:gd name="connsiteX3" fmla="*/ 248235 w 276311"/>
              <a:gd name="connsiteY3" fmla="*/ 125159 h 333946"/>
              <a:gd name="connsiteX4" fmla="*/ 248235 w 276311"/>
              <a:gd name="connsiteY4" fmla="*/ 42291 h 333946"/>
              <a:gd name="connsiteX5" fmla="*/ 269388 w 276311"/>
              <a:gd name="connsiteY5" fmla="*/ 42291 h 333946"/>
              <a:gd name="connsiteX6" fmla="*/ 276312 w 276311"/>
              <a:gd name="connsiteY6" fmla="*/ 35243 h 333946"/>
              <a:gd name="connsiteX7" fmla="*/ 269388 w 276311"/>
              <a:gd name="connsiteY7" fmla="*/ 28194 h 333946"/>
              <a:gd name="connsiteX8" fmla="*/ 234291 w 276311"/>
              <a:gd name="connsiteY8" fmla="*/ 28194 h 333946"/>
              <a:gd name="connsiteX9" fmla="*/ 234291 w 276311"/>
              <a:gd name="connsiteY9" fmla="*/ 7049 h 333946"/>
              <a:gd name="connsiteX10" fmla="*/ 227462 w 276311"/>
              <a:gd name="connsiteY10" fmla="*/ 0 h 333946"/>
              <a:gd name="connsiteX11" fmla="*/ 172636 w 276311"/>
              <a:gd name="connsiteY11" fmla="*/ 0 h 333946"/>
              <a:gd name="connsiteX12" fmla="*/ 165806 w 276311"/>
              <a:gd name="connsiteY12" fmla="*/ 7049 h 333946"/>
              <a:gd name="connsiteX13" fmla="*/ 165806 w 276311"/>
              <a:gd name="connsiteY13" fmla="*/ 28194 h 333946"/>
              <a:gd name="connsiteX14" fmla="*/ 6924 w 276311"/>
              <a:gd name="connsiteY14" fmla="*/ 28194 h 333946"/>
              <a:gd name="connsiteX15" fmla="*/ 0 w 276311"/>
              <a:gd name="connsiteY15" fmla="*/ 35243 h 333946"/>
              <a:gd name="connsiteX16" fmla="*/ 6924 w 276311"/>
              <a:gd name="connsiteY16" fmla="*/ 42291 h 333946"/>
              <a:gd name="connsiteX17" fmla="*/ 27223 w 276311"/>
              <a:gd name="connsiteY17" fmla="*/ 42291 h 333946"/>
              <a:gd name="connsiteX18" fmla="*/ 27223 w 276311"/>
              <a:gd name="connsiteY18" fmla="*/ 125159 h 333946"/>
              <a:gd name="connsiteX19" fmla="*/ 6924 w 276311"/>
              <a:gd name="connsiteY19" fmla="*/ 125159 h 333946"/>
              <a:gd name="connsiteX20" fmla="*/ 0 w 276311"/>
              <a:gd name="connsiteY20" fmla="*/ 132207 h 333946"/>
              <a:gd name="connsiteX21" fmla="*/ 6924 w 276311"/>
              <a:gd name="connsiteY21" fmla="*/ 139255 h 333946"/>
              <a:gd name="connsiteX22" fmla="*/ 27223 w 276311"/>
              <a:gd name="connsiteY22" fmla="*/ 139255 h 333946"/>
              <a:gd name="connsiteX23" fmla="*/ 27223 w 276311"/>
              <a:gd name="connsiteY23" fmla="*/ 222123 h 333946"/>
              <a:gd name="connsiteX24" fmla="*/ 6924 w 276311"/>
              <a:gd name="connsiteY24" fmla="*/ 222123 h 333946"/>
              <a:gd name="connsiteX25" fmla="*/ 0 w 276311"/>
              <a:gd name="connsiteY25" fmla="*/ 229172 h 333946"/>
              <a:gd name="connsiteX26" fmla="*/ 6924 w 276311"/>
              <a:gd name="connsiteY26" fmla="*/ 236220 h 333946"/>
              <a:gd name="connsiteX27" fmla="*/ 27223 w 276311"/>
              <a:gd name="connsiteY27" fmla="*/ 236220 h 333946"/>
              <a:gd name="connsiteX28" fmla="*/ 27223 w 276311"/>
              <a:gd name="connsiteY28" fmla="*/ 319849 h 333946"/>
              <a:gd name="connsiteX29" fmla="*/ 6924 w 276311"/>
              <a:gd name="connsiteY29" fmla="*/ 319849 h 333946"/>
              <a:gd name="connsiteX30" fmla="*/ 0 w 276311"/>
              <a:gd name="connsiteY30" fmla="*/ 326898 h 333946"/>
              <a:gd name="connsiteX31" fmla="*/ 6924 w 276311"/>
              <a:gd name="connsiteY31" fmla="*/ 333947 h 333946"/>
              <a:gd name="connsiteX32" fmla="*/ 269388 w 276311"/>
              <a:gd name="connsiteY32" fmla="*/ 333947 h 333946"/>
              <a:gd name="connsiteX33" fmla="*/ 276312 w 276311"/>
              <a:gd name="connsiteY33" fmla="*/ 326898 h 333946"/>
              <a:gd name="connsiteX34" fmla="*/ 269388 w 276311"/>
              <a:gd name="connsiteY34" fmla="*/ 319849 h 333946"/>
              <a:gd name="connsiteX35" fmla="*/ 248235 w 276311"/>
              <a:gd name="connsiteY35" fmla="*/ 319849 h 333946"/>
              <a:gd name="connsiteX36" fmla="*/ 248235 w 276311"/>
              <a:gd name="connsiteY36" fmla="*/ 236220 h 333946"/>
              <a:gd name="connsiteX37" fmla="*/ 269388 w 276311"/>
              <a:gd name="connsiteY37" fmla="*/ 236220 h 333946"/>
              <a:gd name="connsiteX38" fmla="*/ 276312 w 276311"/>
              <a:gd name="connsiteY38" fmla="*/ 229172 h 333946"/>
              <a:gd name="connsiteX39" fmla="*/ 269388 w 276311"/>
              <a:gd name="connsiteY39" fmla="*/ 222123 h 333946"/>
              <a:gd name="connsiteX40" fmla="*/ 248235 w 276311"/>
              <a:gd name="connsiteY40" fmla="*/ 222123 h 333946"/>
              <a:gd name="connsiteX41" fmla="*/ 248235 w 276311"/>
              <a:gd name="connsiteY41" fmla="*/ 139255 h 333946"/>
              <a:gd name="connsiteX42" fmla="*/ 269388 w 276311"/>
              <a:gd name="connsiteY42" fmla="*/ 139255 h 333946"/>
              <a:gd name="connsiteX43" fmla="*/ 179465 w 276311"/>
              <a:gd name="connsiteY43" fmla="*/ 14192 h 333946"/>
              <a:gd name="connsiteX44" fmla="*/ 220537 w 276311"/>
              <a:gd name="connsiteY44" fmla="*/ 14192 h 333946"/>
              <a:gd name="connsiteX45" fmla="*/ 220537 w 276311"/>
              <a:gd name="connsiteY45" fmla="*/ 28289 h 333946"/>
              <a:gd name="connsiteX46" fmla="*/ 179465 w 276311"/>
              <a:gd name="connsiteY46" fmla="*/ 28289 h 333946"/>
              <a:gd name="connsiteX47" fmla="*/ 179465 w 276311"/>
              <a:gd name="connsiteY47" fmla="*/ 14192 h 333946"/>
              <a:gd name="connsiteX48" fmla="*/ 41072 w 276311"/>
              <a:gd name="connsiteY48" fmla="*/ 42386 h 333946"/>
              <a:gd name="connsiteX49" fmla="*/ 234481 w 276311"/>
              <a:gd name="connsiteY49" fmla="*/ 42386 h 333946"/>
              <a:gd name="connsiteX50" fmla="*/ 234481 w 276311"/>
              <a:gd name="connsiteY50" fmla="*/ 125254 h 333946"/>
              <a:gd name="connsiteX51" fmla="*/ 41072 w 276311"/>
              <a:gd name="connsiteY51" fmla="*/ 125254 h 333946"/>
              <a:gd name="connsiteX52" fmla="*/ 41072 w 276311"/>
              <a:gd name="connsiteY52" fmla="*/ 42386 h 333946"/>
              <a:gd name="connsiteX53" fmla="*/ 234481 w 276311"/>
              <a:gd name="connsiteY53" fmla="*/ 319754 h 333946"/>
              <a:gd name="connsiteX54" fmla="*/ 41072 w 276311"/>
              <a:gd name="connsiteY54" fmla="*/ 319754 h 333946"/>
              <a:gd name="connsiteX55" fmla="*/ 41072 w 276311"/>
              <a:gd name="connsiteY55" fmla="*/ 236125 h 333946"/>
              <a:gd name="connsiteX56" fmla="*/ 234481 w 276311"/>
              <a:gd name="connsiteY56" fmla="*/ 236125 h 333946"/>
              <a:gd name="connsiteX57" fmla="*/ 234481 w 276311"/>
              <a:gd name="connsiteY57" fmla="*/ 319754 h 333946"/>
              <a:gd name="connsiteX58" fmla="*/ 234481 w 276311"/>
              <a:gd name="connsiteY58" fmla="*/ 222123 h 333946"/>
              <a:gd name="connsiteX59" fmla="*/ 41072 w 276311"/>
              <a:gd name="connsiteY59" fmla="*/ 222123 h 333946"/>
              <a:gd name="connsiteX60" fmla="*/ 41072 w 276311"/>
              <a:gd name="connsiteY60" fmla="*/ 139255 h 333946"/>
              <a:gd name="connsiteX61" fmla="*/ 234481 w 276311"/>
              <a:gd name="connsiteY61" fmla="*/ 139255 h 333946"/>
              <a:gd name="connsiteX62" fmla="*/ 234481 w 276311"/>
              <a:gd name="connsiteY62" fmla="*/ 222123 h 333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76311" h="333946">
                <a:moveTo>
                  <a:pt x="269388" y="139255"/>
                </a:moveTo>
                <a:cubicBezTo>
                  <a:pt x="274035" y="139255"/>
                  <a:pt x="276312" y="135731"/>
                  <a:pt x="276312" y="132207"/>
                </a:cubicBezTo>
                <a:cubicBezTo>
                  <a:pt x="276312" y="128683"/>
                  <a:pt x="274035" y="125159"/>
                  <a:pt x="269388" y="125159"/>
                </a:cubicBezTo>
                <a:lnTo>
                  <a:pt x="248235" y="125159"/>
                </a:lnTo>
                <a:lnTo>
                  <a:pt x="248235" y="42291"/>
                </a:lnTo>
                <a:lnTo>
                  <a:pt x="269388" y="42291"/>
                </a:lnTo>
                <a:cubicBezTo>
                  <a:pt x="274035" y="42291"/>
                  <a:pt x="276312" y="38767"/>
                  <a:pt x="276312" y="35243"/>
                </a:cubicBezTo>
                <a:cubicBezTo>
                  <a:pt x="276312" y="31718"/>
                  <a:pt x="274035" y="28194"/>
                  <a:pt x="269388" y="28194"/>
                </a:cubicBezTo>
                <a:lnTo>
                  <a:pt x="234291" y="28194"/>
                </a:lnTo>
                <a:lnTo>
                  <a:pt x="234291" y="7049"/>
                </a:lnTo>
                <a:cubicBezTo>
                  <a:pt x="234291" y="3524"/>
                  <a:pt x="232015" y="0"/>
                  <a:pt x="227462" y="0"/>
                </a:cubicBezTo>
                <a:lnTo>
                  <a:pt x="172636" y="0"/>
                </a:lnTo>
                <a:cubicBezTo>
                  <a:pt x="169221" y="0"/>
                  <a:pt x="165806" y="3524"/>
                  <a:pt x="165806" y="7049"/>
                </a:cubicBezTo>
                <a:lnTo>
                  <a:pt x="165806" y="28194"/>
                </a:lnTo>
                <a:lnTo>
                  <a:pt x="6924" y="28194"/>
                </a:lnTo>
                <a:cubicBezTo>
                  <a:pt x="3510" y="28194"/>
                  <a:pt x="0" y="31718"/>
                  <a:pt x="0" y="35243"/>
                </a:cubicBezTo>
                <a:cubicBezTo>
                  <a:pt x="0" y="38767"/>
                  <a:pt x="3415" y="42291"/>
                  <a:pt x="6924" y="42291"/>
                </a:cubicBezTo>
                <a:lnTo>
                  <a:pt x="27223" y="42291"/>
                </a:lnTo>
                <a:lnTo>
                  <a:pt x="27223" y="125159"/>
                </a:lnTo>
                <a:lnTo>
                  <a:pt x="6924" y="125159"/>
                </a:lnTo>
                <a:cubicBezTo>
                  <a:pt x="3510" y="125159"/>
                  <a:pt x="0" y="128683"/>
                  <a:pt x="0" y="132207"/>
                </a:cubicBezTo>
                <a:cubicBezTo>
                  <a:pt x="0" y="135731"/>
                  <a:pt x="3415" y="139255"/>
                  <a:pt x="6924" y="139255"/>
                </a:cubicBezTo>
                <a:lnTo>
                  <a:pt x="27223" y="139255"/>
                </a:lnTo>
                <a:lnTo>
                  <a:pt x="27223" y="222123"/>
                </a:lnTo>
                <a:lnTo>
                  <a:pt x="6924" y="222123"/>
                </a:lnTo>
                <a:cubicBezTo>
                  <a:pt x="3510" y="222123"/>
                  <a:pt x="0" y="225647"/>
                  <a:pt x="0" y="229172"/>
                </a:cubicBezTo>
                <a:cubicBezTo>
                  <a:pt x="0" y="232696"/>
                  <a:pt x="3415" y="236220"/>
                  <a:pt x="6924" y="236220"/>
                </a:cubicBezTo>
                <a:lnTo>
                  <a:pt x="27223" y="236220"/>
                </a:lnTo>
                <a:lnTo>
                  <a:pt x="27223" y="319849"/>
                </a:lnTo>
                <a:lnTo>
                  <a:pt x="6924" y="319849"/>
                </a:lnTo>
                <a:cubicBezTo>
                  <a:pt x="3510" y="319849"/>
                  <a:pt x="0" y="323374"/>
                  <a:pt x="0" y="326898"/>
                </a:cubicBezTo>
                <a:cubicBezTo>
                  <a:pt x="0" y="330422"/>
                  <a:pt x="3415" y="333947"/>
                  <a:pt x="6924" y="333947"/>
                </a:cubicBezTo>
                <a:lnTo>
                  <a:pt x="269388" y="333947"/>
                </a:lnTo>
                <a:cubicBezTo>
                  <a:pt x="274035" y="333947"/>
                  <a:pt x="276312" y="330422"/>
                  <a:pt x="276312" y="326898"/>
                </a:cubicBezTo>
                <a:cubicBezTo>
                  <a:pt x="276312" y="323374"/>
                  <a:pt x="274035" y="319849"/>
                  <a:pt x="269388" y="319849"/>
                </a:cubicBezTo>
                <a:lnTo>
                  <a:pt x="248235" y="319849"/>
                </a:lnTo>
                <a:lnTo>
                  <a:pt x="248235" y="236220"/>
                </a:lnTo>
                <a:lnTo>
                  <a:pt x="269388" y="236220"/>
                </a:lnTo>
                <a:cubicBezTo>
                  <a:pt x="274035" y="236220"/>
                  <a:pt x="276312" y="232696"/>
                  <a:pt x="276312" y="229172"/>
                </a:cubicBezTo>
                <a:cubicBezTo>
                  <a:pt x="276312" y="225647"/>
                  <a:pt x="274035" y="222123"/>
                  <a:pt x="269388" y="222123"/>
                </a:cubicBezTo>
                <a:lnTo>
                  <a:pt x="248235" y="222123"/>
                </a:lnTo>
                <a:lnTo>
                  <a:pt x="248235" y="139255"/>
                </a:lnTo>
                <a:lnTo>
                  <a:pt x="269388" y="139255"/>
                </a:lnTo>
                <a:close/>
                <a:moveTo>
                  <a:pt x="179465" y="14192"/>
                </a:moveTo>
                <a:lnTo>
                  <a:pt x="220537" y="14192"/>
                </a:lnTo>
                <a:lnTo>
                  <a:pt x="220537" y="28289"/>
                </a:lnTo>
                <a:lnTo>
                  <a:pt x="179465" y="28289"/>
                </a:lnTo>
                <a:lnTo>
                  <a:pt x="179465" y="14192"/>
                </a:lnTo>
                <a:close/>
                <a:moveTo>
                  <a:pt x="41072" y="42386"/>
                </a:moveTo>
                <a:lnTo>
                  <a:pt x="234481" y="42386"/>
                </a:lnTo>
                <a:lnTo>
                  <a:pt x="234481" y="125254"/>
                </a:lnTo>
                <a:lnTo>
                  <a:pt x="41072" y="125254"/>
                </a:lnTo>
                <a:lnTo>
                  <a:pt x="41072" y="42386"/>
                </a:lnTo>
                <a:close/>
                <a:moveTo>
                  <a:pt x="234481" y="319754"/>
                </a:moveTo>
                <a:lnTo>
                  <a:pt x="41072" y="319754"/>
                </a:lnTo>
                <a:lnTo>
                  <a:pt x="41072" y="236125"/>
                </a:lnTo>
                <a:lnTo>
                  <a:pt x="234481" y="236125"/>
                </a:lnTo>
                <a:lnTo>
                  <a:pt x="234481" y="319754"/>
                </a:lnTo>
                <a:close/>
                <a:moveTo>
                  <a:pt x="234481" y="222123"/>
                </a:moveTo>
                <a:lnTo>
                  <a:pt x="41072" y="222123"/>
                </a:lnTo>
                <a:lnTo>
                  <a:pt x="41072" y="139255"/>
                </a:lnTo>
                <a:lnTo>
                  <a:pt x="234481" y="139255"/>
                </a:lnTo>
                <a:lnTo>
                  <a:pt x="234481" y="222123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2" name="Graphic 278">
            <a:extLst>
              <a:ext uri="{FF2B5EF4-FFF2-40B4-BE49-F238E27FC236}">
                <a16:creationId xmlns:a16="http://schemas.microsoft.com/office/drawing/2014/main" id="{9B670C09-F729-D303-C386-41094C33E320}"/>
              </a:ext>
            </a:extLst>
          </p:cNvPr>
          <p:cNvSpPr/>
          <p:nvPr/>
        </p:nvSpPr>
        <p:spPr>
          <a:xfrm>
            <a:off x="7177893" y="5547417"/>
            <a:ext cx="364738" cy="440818"/>
          </a:xfrm>
          <a:custGeom>
            <a:avLst/>
            <a:gdLst>
              <a:gd name="connsiteX0" fmla="*/ 269388 w 276311"/>
              <a:gd name="connsiteY0" fmla="*/ 139255 h 333946"/>
              <a:gd name="connsiteX1" fmla="*/ 276312 w 276311"/>
              <a:gd name="connsiteY1" fmla="*/ 132207 h 333946"/>
              <a:gd name="connsiteX2" fmla="*/ 269388 w 276311"/>
              <a:gd name="connsiteY2" fmla="*/ 125159 h 333946"/>
              <a:gd name="connsiteX3" fmla="*/ 248235 w 276311"/>
              <a:gd name="connsiteY3" fmla="*/ 125159 h 333946"/>
              <a:gd name="connsiteX4" fmla="*/ 248235 w 276311"/>
              <a:gd name="connsiteY4" fmla="*/ 42291 h 333946"/>
              <a:gd name="connsiteX5" fmla="*/ 269388 w 276311"/>
              <a:gd name="connsiteY5" fmla="*/ 42291 h 333946"/>
              <a:gd name="connsiteX6" fmla="*/ 276312 w 276311"/>
              <a:gd name="connsiteY6" fmla="*/ 35243 h 333946"/>
              <a:gd name="connsiteX7" fmla="*/ 269388 w 276311"/>
              <a:gd name="connsiteY7" fmla="*/ 28194 h 333946"/>
              <a:gd name="connsiteX8" fmla="*/ 234291 w 276311"/>
              <a:gd name="connsiteY8" fmla="*/ 28194 h 333946"/>
              <a:gd name="connsiteX9" fmla="*/ 234291 w 276311"/>
              <a:gd name="connsiteY9" fmla="*/ 7049 h 333946"/>
              <a:gd name="connsiteX10" fmla="*/ 227462 w 276311"/>
              <a:gd name="connsiteY10" fmla="*/ 0 h 333946"/>
              <a:gd name="connsiteX11" fmla="*/ 172636 w 276311"/>
              <a:gd name="connsiteY11" fmla="*/ 0 h 333946"/>
              <a:gd name="connsiteX12" fmla="*/ 165806 w 276311"/>
              <a:gd name="connsiteY12" fmla="*/ 7049 h 333946"/>
              <a:gd name="connsiteX13" fmla="*/ 165806 w 276311"/>
              <a:gd name="connsiteY13" fmla="*/ 28194 h 333946"/>
              <a:gd name="connsiteX14" fmla="*/ 6924 w 276311"/>
              <a:gd name="connsiteY14" fmla="*/ 28194 h 333946"/>
              <a:gd name="connsiteX15" fmla="*/ 0 w 276311"/>
              <a:gd name="connsiteY15" fmla="*/ 35243 h 333946"/>
              <a:gd name="connsiteX16" fmla="*/ 6924 w 276311"/>
              <a:gd name="connsiteY16" fmla="*/ 42291 h 333946"/>
              <a:gd name="connsiteX17" fmla="*/ 27223 w 276311"/>
              <a:gd name="connsiteY17" fmla="*/ 42291 h 333946"/>
              <a:gd name="connsiteX18" fmla="*/ 27223 w 276311"/>
              <a:gd name="connsiteY18" fmla="*/ 125159 h 333946"/>
              <a:gd name="connsiteX19" fmla="*/ 6924 w 276311"/>
              <a:gd name="connsiteY19" fmla="*/ 125159 h 333946"/>
              <a:gd name="connsiteX20" fmla="*/ 0 w 276311"/>
              <a:gd name="connsiteY20" fmla="*/ 132207 h 333946"/>
              <a:gd name="connsiteX21" fmla="*/ 6924 w 276311"/>
              <a:gd name="connsiteY21" fmla="*/ 139255 h 333946"/>
              <a:gd name="connsiteX22" fmla="*/ 27223 w 276311"/>
              <a:gd name="connsiteY22" fmla="*/ 139255 h 333946"/>
              <a:gd name="connsiteX23" fmla="*/ 27223 w 276311"/>
              <a:gd name="connsiteY23" fmla="*/ 222123 h 333946"/>
              <a:gd name="connsiteX24" fmla="*/ 6924 w 276311"/>
              <a:gd name="connsiteY24" fmla="*/ 222123 h 333946"/>
              <a:gd name="connsiteX25" fmla="*/ 0 w 276311"/>
              <a:gd name="connsiteY25" fmla="*/ 229172 h 333946"/>
              <a:gd name="connsiteX26" fmla="*/ 6924 w 276311"/>
              <a:gd name="connsiteY26" fmla="*/ 236220 h 333946"/>
              <a:gd name="connsiteX27" fmla="*/ 27223 w 276311"/>
              <a:gd name="connsiteY27" fmla="*/ 236220 h 333946"/>
              <a:gd name="connsiteX28" fmla="*/ 27223 w 276311"/>
              <a:gd name="connsiteY28" fmla="*/ 319849 h 333946"/>
              <a:gd name="connsiteX29" fmla="*/ 6924 w 276311"/>
              <a:gd name="connsiteY29" fmla="*/ 319849 h 333946"/>
              <a:gd name="connsiteX30" fmla="*/ 0 w 276311"/>
              <a:gd name="connsiteY30" fmla="*/ 326898 h 333946"/>
              <a:gd name="connsiteX31" fmla="*/ 6924 w 276311"/>
              <a:gd name="connsiteY31" fmla="*/ 333947 h 333946"/>
              <a:gd name="connsiteX32" fmla="*/ 269388 w 276311"/>
              <a:gd name="connsiteY32" fmla="*/ 333947 h 333946"/>
              <a:gd name="connsiteX33" fmla="*/ 276312 w 276311"/>
              <a:gd name="connsiteY33" fmla="*/ 326898 h 333946"/>
              <a:gd name="connsiteX34" fmla="*/ 269388 w 276311"/>
              <a:gd name="connsiteY34" fmla="*/ 319849 h 333946"/>
              <a:gd name="connsiteX35" fmla="*/ 248235 w 276311"/>
              <a:gd name="connsiteY35" fmla="*/ 319849 h 333946"/>
              <a:gd name="connsiteX36" fmla="*/ 248235 w 276311"/>
              <a:gd name="connsiteY36" fmla="*/ 236220 h 333946"/>
              <a:gd name="connsiteX37" fmla="*/ 269388 w 276311"/>
              <a:gd name="connsiteY37" fmla="*/ 236220 h 333946"/>
              <a:gd name="connsiteX38" fmla="*/ 276312 w 276311"/>
              <a:gd name="connsiteY38" fmla="*/ 229172 h 333946"/>
              <a:gd name="connsiteX39" fmla="*/ 269388 w 276311"/>
              <a:gd name="connsiteY39" fmla="*/ 222123 h 333946"/>
              <a:gd name="connsiteX40" fmla="*/ 248235 w 276311"/>
              <a:gd name="connsiteY40" fmla="*/ 222123 h 333946"/>
              <a:gd name="connsiteX41" fmla="*/ 248235 w 276311"/>
              <a:gd name="connsiteY41" fmla="*/ 139255 h 333946"/>
              <a:gd name="connsiteX42" fmla="*/ 269388 w 276311"/>
              <a:gd name="connsiteY42" fmla="*/ 139255 h 333946"/>
              <a:gd name="connsiteX43" fmla="*/ 179465 w 276311"/>
              <a:gd name="connsiteY43" fmla="*/ 14192 h 333946"/>
              <a:gd name="connsiteX44" fmla="*/ 220537 w 276311"/>
              <a:gd name="connsiteY44" fmla="*/ 14192 h 333946"/>
              <a:gd name="connsiteX45" fmla="*/ 220537 w 276311"/>
              <a:gd name="connsiteY45" fmla="*/ 28289 h 333946"/>
              <a:gd name="connsiteX46" fmla="*/ 179465 w 276311"/>
              <a:gd name="connsiteY46" fmla="*/ 28289 h 333946"/>
              <a:gd name="connsiteX47" fmla="*/ 179465 w 276311"/>
              <a:gd name="connsiteY47" fmla="*/ 14192 h 333946"/>
              <a:gd name="connsiteX48" fmla="*/ 41072 w 276311"/>
              <a:gd name="connsiteY48" fmla="*/ 42386 h 333946"/>
              <a:gd name="connsiteX49" fmla="*/ 234481 w 276311"/>
              <a:gd name="connsiteY49" fmla="*/ 42386 h 333946"/>
              <a:gd name="connsiteX50" fmla="*/ 234481 w 276311"/>
              <a:gd name="connsiteY50" fmla="*/ 125254 h 333946"/>
              <a:gd name="connsiteX51" fmla="*/ 41072 w 276311"/>
              <a:gd name="connsiteY51" fmla="*/ 125254 h 333946"/>
              <a:gd name="connsiteX52" fmla="*/ 41072 w 276311"/>
              <a:gd name="connsiteY52" fmla="*/ 42386 h 333946"/>
              <a:gd name="connsiteX53" fmla="*/ 234481 w 276311"/>
              <a:gd name="connsiteY53" fmla="*/ 319754 h 333946"/>
              <a:gd name="connsiteX54" fmla="*/ 41072 w 276311"/>
              <a:gd name="connsiteY54" fmla="*/ 319754 h 333946"/>
              <a:gd name="connsiteX55" fmla="*/ 41072 w 276311"/>
              <a:gd name="connsiteY55" fmla="*/ 236125 h 333946"/>
              <a:gd name="connsiteX56" fmla="*/ 234481 w 276311"/>
              <a:gd name="connsiteY56" fmla="*/ 236125 h 333946"/>
              <a:gd name="connsiteX57" fmla="*/ 234481 w 276311"/>
              <a:gd name="connsiteY57" fmla="*/ 319754 h 333946"/>
              <a:gd name="connsiteX58" fmla="*/ 234481 w 276311"/>
              <a:gd name="connsiteY58" fmla="*/ 222123 h 333946"/>
              <a:gd name="connsiteX59" fmla="*/ 41072 w 276311"/>
              <a:gd name="connsiteY59" fmla="*/ 222123 h 333946"/>
              <a:gd name="connsiteX60" fmla="*/ 41072 w 276311"/>
              <a:gd name="connsiteY60" fmla="*/ 139255 h 333946"/>
              <a:gd name="connsiteX61" fmla="*/ 234481 w 276311"/>
              <a:gd name="connsiteY61" fmla="*/ 139255 h 333946"/>
              <a:gd name="connsiteX62" fmla="*/ 234481 w 276311"/>
              <a:gd name="connsiteY62" fmla="*/ 222123 h 333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76311" h="333946">
                <a:moveTo>
                  <a:pt x="269388" y="139255"/>
                </a:moveTo>
                <a:cubicBezTo>
                  <a:pt x="274035" y="139255"/>
                  <a:pt x="276312" y="135731"/>
                  <a:pt x="276312" y="132207"/>
                </a:cubicBezTo>
                <a:cubicBezTo>
                  <a:pt x="276312" y="128683"/>
                  <a:pt x="274035" y="125159"/>
                  <a:pt x="269388" y="125159"/>
                </a:cubicBezTo>
                <a:lnTo>
                  <a:pt x="248235" y="125159"/>
                </a:lnTo>
                <a:lnTo>
                  <a:pt x="248235" y="42291"/>
                </a:lnTo>
                <a:lnTo>
                  <a:pt x="269388" y="42291"/>
                </a:lnTo>
                <a:cubicBezTo>
                  <a:pt x="274035" y="42291"/>
                  <a:pt x="276312" y="38767"/>
                  <a:pt x="276312" y="35243"/>
                </a:cubicBezTo>
                <a:cubicBezTo>
                  <a:pt x="276312" y="31718"/>
                  <a:pt x="274035" y="28194"/>
                  <a:pt x="269388" y="28194"/>
                </a:cubicBezTo>
                <a:lnTo>
                  <a:pt x="234291" y="28194"/>
                </a:lnTo>
                <a:lnTo>
                  <a:pt x="234291" y="7049"/>
                </a:lnTo>
                <a:cubicBezTo>
                  <a:pt x="234291" y="3524"/>
                  <a:pt x="232015" y="0"/>
                  <a:pt x="227462" y="0"/>
                </a:cubicBezTo>
                <a:lnTo>
                  <a:pt x="172636" y="0"/>
                </a:lnTo>
                <a:cubicBezTo>
                  <a:pt x="169221" y="0"/>
                  <a:pt x="165806" y="3524"/>
                  <a:pt x="165806" y="7049"/>
                </a:cubicBezTo>
                <a:lnTo>
                  <a:pt x="165806" y="28194"/>
                </a:lnTo>
                <a:lnTo>
                  <a:pt x="6924" y="28194"/>
                </a:lnTo>
                <a:cubicBezTo>
                  <a:pt x="3510" y="28194"/>
                  <a:pt x="0" y="31718"/>
                  <a:pt x="0" y="35243"/>
                </a:cubicBezTo>
                <a:cubicBezTo>
                  <a:pt x="0" y="38767"/>
                  <a:pt x="3415" y="42291"/>
                  <a:pt x="6924" y="42291"/>
                </a:cubicBezTo>
                <a:lnTo>
                  <a:pt x="27223" y="42291"/>
                </a:lnTo>
                <a:lnTo>
                  <a:pt x="27223" y="125159"/>
                </a:lnTo>
                <a:lnTo>
                  <a:pt x="6924" y="125159"/>
                </a:lnTo>
                <a:cubicBezTo>
                  <a:pt x="3510" y="125159"/>
                  <a:pt x="0" y="128683"/>
                  <a:pt x="0" y="132207"/>
                </a:cubicBezTo>
                <a:cubicBezTo>
                  <a:pt x="0" y="135731"/>
                  <a:pt x="3415" y="139255"/>
                  <a:pt x="6924" y="139255"/>
                </a:cubicBezTo>
                <a:lnTo>
                  <a:pt x="27223" y="139255"/>
                </a:lnTo>
                <a:lnTo>
                  <a:pt x="27223" y="222123"/>
                </a:lnTo>
                <a:lnTo>
                  <a:pt x="6924" y="222123"/>
                </a:lnTo>
                <a:cubicBezTo>
                  <a:pt x="3510" y="222123"/>
                  <a:pt x="0" y="225647"/>
                  <a:pt x="0" y="229172"/>
                </a:cubicBezTo>
                <a:cubicBezTo>
                  <a:pt x="0" y="232696"/>
                  <a:pt x="3415" y="236220"/>
                  <a:pt x="6924" y="236220"/>
                </a:cubicBezTo>
                <a:lnTo>
                  <a:pt x="27223" y="236220"/>
                </a:lnTo>
                <a:lnTo>
                  <a:pt x="27223" y="319849"/>
                </a:lnTo>
                <a:lnTo>
                  <a:pt x="6924" y="319849"/>
                </a:lnTo>
                <a:cubicBezTo>
                  <a:pt x="3510" y="319849"/>
                  <a:pt x="0" y="323374"/>
                  <a:pt x="0" y="326898"/>
                </a:cubicBezTo>
                <a:cubicBezTo>
                  <a:pt x="0" y="330422"/>
                  <a:pt x="3415" y="333947"/>
                  <a:pt x="6924" y="333947"/>
                </a:cubicBezTo>
                <a:lnTo>
                  <a:pt x="269388" y="333947"/>
                </a:lnTo>
                <a:cubicBezTo>
                  <a:pt x="274035" y="333947"/>
                  <a:pt x="276312" y="330422"/>
                  <a:pt x="276312" y="326898"/>
                </a:cubicBezTo>
                <a:cubicBezTo>
                  <a:pt x="276312" y="323374"/>
                  <a:pt x="274035" y="319849"/>
                  <a:pt x="269388" y="319849"/>
                </a:cubicBezTo>
                <a:lnTo>
                  <a:pt x="248235" y="319849"/>
                </a:lnTo>
                <a:lnTo>
                  <a:pt x="248235" y="236220"/>
                </a:lnTo>
                <a:lnTo>
                  <a:pt x="269388" y="236220"/>
                </a:lnTo>
                <a:cubicBezTo>
                  <a:pt x="274035" y="236220"/>
                  <a:pt x="276312" y="232696"/>
                  <a:pt x="276312" y="229172"/>
                </a:cubicBezTo>
                <a:cubicBezTo>
                  <a:pt x="276312" y="225647"/>
                  <a:pt x="274035" y="222123"/>
                  <a:pt x="269388" y="222123"/>
                </a:cubicBezTo>
                <a:lnTo>
                  <a:pt x="248235" y="222123"/>
                </a:lnTo>
                <a:lnTo>
                  <a:pt x="248235" y="139255"/>
                </a:lnTo>
                <a:lnTo>
                  <a:pt x="269388" y="139255"/>
                </a:lnTo>
                <a:close/>
                <a:moveTo>
                  <a:pt x="179465" y="14192"/>
                </a:moveTo>
                <a:lnTo>
                  <a:pt x="220537" y="14192"/>
                </a:lnTo>
                <a:lnTo>
                  <a:pt x="220537" y="28289"/>
                </a:lnTo>
                <a:lnTo>
                  <a:pt x="179465" y="28289"/>
                </a:lnTo>
                <a:lnTo>
                  <a:pt x="179465" y="14192"/>
                </a:lnTo>
                <a:close/>
                <a:moveTo>
                  <a:pt x="41072" y="42386"/>
                </a:moveTo>
                <a:lnTo>
                  <a:pt x="234481" y="42386"/>
                </a:lnTo>
                <a:lnTo>
                  <a:pt x="234481" y="125254"/>
                </a:lnTo>
                <a:lnTo>
                  <a:pt x="41072" y="125254"/>
                </a:lnTo>
                <a:lnTo>
                  <a:pt x="41072" y="42386"/>
                </a:lnTo>
                <a:close/>
                <a:moveTo>
                  <a:pt x="234481" y="319754"/>
                </a:moveTo>
                <a:lnTo>
                  <a:pt x="41072" y="319754"/>
                </a:lnTo>
                <a:lnTo>
                  <a:pt x="41072" y="236125"/>
                </a:lnTo>
                <a:lnTo>
                  <a:pt x="234481" y="236125"/>
                </a:lnTo>
                <a:lnTo>
                  <a:pt x="234481" y="319754"/>
                </a:lnTo>
                <a:close/>
                <a:moveTo>
                  <a:pt x="234481" y="222123"/>
                </a:moveTo>
                <a:lnTo>
                  <a:pt x="41072" y="222123"/>
                </a:lnTo>
                <a:lnTo>
                  <a:pt x="41072" y="139255"/>
                </a:lnTo>
                <a:lnTo>
                  <a:pt x="234481" y="139255"/>
                </a:lnTo>
                <a:lnTo>
                  <a:pt x="234481" y="222123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3" name="Graphic 278">
            <a:extLst>
              <a:ext uri="{FF2B5EF4-FFF2-40B4-BE49-F238E27FC236}">
                <a16:creationId xmlns:a16="http://schemas.microsoft.com/office/drawing/2014/main" id="{F3FB7685-1A71-1AB1-BE3A-99194CEDA4FE}"/>
              </a:ext>
            </a:extLst>
          </p:cNvPr>
          <p:cNvSpPr/>
          <p:nvPr/>
        </p:nvSpPr>
        <p:spPr>
          <a:xfrm>
            <a:off x="7930368" y="5547417"/>
            <a:ext cx="364738" cy="440818"/>
          </a:xfrm>
          <a:custGeom>
            <a:avLst/>
            <a:gdLst>
              <a:gd name="connsiteX0" fmla="*/ 269388 w 276311"/>
              <a:gd name="connsiteY0" fmla="*/ 139255 h 333946"/>
              <a:gd name="connsiteX1" fmla="*/ 276312 w 276311"/>
              <a:gd name="connsiteY1" fmla="*/ 132207 h 333946"/>
              <a:gd name="connsiteX2" fmla="*/ 269388 w 276311"/>
              <a:gd name="connsiteY2" fmla="*/ 125159 h 333946"/>
              <a:gd name="connsiteX3" fmla="*/ 248235 w 276311"/>
              <a:gd name="connsiteY3" fmla="*/ 125159 h 333946"/>
              <a:gd name="connsiteX4" fmla="*/ 248235 w 276311"/>
              <a:gd name="connsiteY4" fmla="*/ 42291 h 333946"/>
              <a:gd name="connsiteX5" fmla="*/ 269388 w 276311"/>
              <a:gd name="connsiteY5" fmla="*/ 42291 h 333946"/>
              <a:gd name="connsiteX6" fmla="*/ 276312 w 276311"/>
              <a:gd name="connsiteY6" fmla="*/ 35243 h 333946"/>
              <a:gd name="connsiteX7" fmla="*/ 269388 w 276311"/>
              <a:gd name="connsiteY7" fmla="*/ 28194 h 333946"/>
              <a:gd name="connsiteX8" fmla="*/ 234291 w 276311"/>
              <a:gd name="connsiteY8" fmla="*/ 28194 h 333946"/>
              <a:gd name="connsiteX9" fmla="*/ 234291 w 276311"/>
              <a:gd name="connsiteY9" fmla="*/ 7049 h 333946"/>
              <a:gd name="connsiteX10" fmla="*/ 227462 w 276311"/>
              <a:gd name="connsiteY10" fmla="*/ 0 h 333946"/>
              <a:gd name="connsiteX11" fmla="*/ 172636 w 276311"/>
              <a:gd name="connsiteY11" fmla="*/ 0 h 333946"/>
              <a:gd name="connsiteX12" fmla="*/ 165806 w 276311"/>
              <a:gd name="connsiteY12" fmla="*/ 7049 h 333946"/>
              <a:gd name="connsiteX13" fmla="*/ 165806 w 276311"/>
              <a:gd name="connsiteY13" fmla="*/ 28194 h 333946"/>
              <a:gd name="connsiteX14" fmla="*/ 6924 w 276311"/>
              <a:gd name="connsiteY14" fmla="*/ 28194 h 333946"/>
              <a:gd name="connsiteX15" fmla="*/ 0 w 276311"/>
              <a:gd name="connsiteY15" fmla="*/ 35243 h 333946"/>
              <a:gd name="connsiteX16" fmla="*/ 6924 w 276311"/>
              <a:gd name="connsiteY16" fmla="*/ 42291 h 333946"/>
              <a:gd name="connsiteX17" fmla="*/ 27223 w 276311"/>
              <a:gd name="connsiteY17" fmla="*/ 42291 h 333946"/>
              <a:gd name="connsiteX18" fmla="*/ 27223 w 276311"/>
              <a:gd name="connsiteY18" fmla="*/ 125159 h 333946"/>
              <a:gd name="connsiteX19" fmla="*/ 6924 w 276311"/>
              <a:gd name="connsiteY19" fmla="*/ 125159 h 333946"/>
              <a:gd name="connsiteX20" fmla="*/ 0 w 276311"/>
              <a:gd name="connsiteY20" fmla="*/ 132207 h 333946"/>
              <a:gd name="connsiteX21" fmla="*/ 6924 w 276311"/>
              <a:gd name="connsiteY21" fmla="*/ 139255 h 333946"/>
              <a:gd name="connsiteX22" fmla="*/ 27223 w 276311"/>
              <a:gd name="connsiteY22" fmla="*/ 139255 h 333946"/>
              <a:gd name="connsiteX23" fmla="*/ 27223 w 276311"/>
              <a:gd name="connsiteY23" fmla="*/ 222123 h 333946"/>
              <a:gd name="connsiteX24" fmla="*/ 6924 w 276311"/>
              <a:gd name="connsiteY24" fmla="*/ 222123 h 333946"/>
              <a:gd name="connsiteX25" fmla="*/ 0 w 276311"/>
              <a:gd name="connsiteY25" fmla="*/ 229172 h 333946"/>
              <a:gd name="connsiteX26" fmla="*/ 6924 w 276311"/>
              <a:gd name="connsiteY26" fmla="*/ 236220 h 333946"/>
              <a:gd name="connsiteX27" fmla="*/ 27223 w 276311"/>
              <a:gd name="connsiteY27" fmla="*/ 236220 h 333946"/>
              <a:gd name="connsiteX28" fmla="*/ 27223 w 276311"/>
              <a:gd name="connsiteY28" fmla="*/ 319849 h 333946"/>
              <a:gd name="connsiteX29" fmla="*/ 6924 w 276311"/>
              <a:gd name="connsiteY29" fmla="*/ 319849 h 333946"/>
              <a:gd name="connsiteX30" fmla="*/ 0 w 276311"/>
              <a:gd name="connsiteY30" fmla="*/ 326898 h 333946"/>
              <a:gd name="connsiteX31" fmla="*/ 6924 w 276311"/>
              <a:gd name="connsiteY31" fmla="*/ 333947 h 333946"/>
              <a:gd name="connsiteX32" fmla="*/ 269388 w 276311"/>
              <a:gd name="connsiteY32" fmla="*/ 333947 h 333946"/>
              <a:gd name="connsiteX33" fmla="*/ 276312 w 276311"/>
              <a:gd name="connsiteY33" fmla="*/ 326898 h 333946"/>
              <a:gd name="connsiteX34" fmla="*/ 269388 w 276311"/>
              <a:gd name="connsiteY34" fmla="*/ 319849 h 333946"/>
              <a:gd name="connsiteX35" fmla="*/ 248235 w 276311"/>
              <a:gd name="connsiteY35" fmla="*/ 319849 h 333946"/>
              <a:gd name="connsiteX36" fmla="*/ 248235 w 276311"/>
              <a:gd name="connsiteY36" fmla="*/ 236220 h 333946"/>
              <a:gd name="connsiteX37" fmla="*/ 269388 w 276311"/>
              <a:gd name="connsiteY37" fmla="*/ 236220 h 333946"/>
              <a:gd name="connsiteX38" fmla="*/ 276312 w 276311"/>
              <a:gd name="connsiteY38" fmla="*/ 229172 h 333946"/>
              <a:gd name="connsiteX39" fmla="*/ 269388 w 276311"/>
              <a:gd name="connsiteY39" fmla="*/ 222123 h 333946"/>
              <a:gd name="connsiteX40" fmla="*/ 248235 w 276311"/>
              <a:gd name="connsiteY40" fmla="*/ 222123 h 333946"/>
              <a:gd name="connsiteX41" fmla="*/ 248235 w 276311"/>
              <a:gd name="connsiteY41" fmla="*/ 139255 h 333946"/>
              <a:gd name="connsiteX42" fmla="*/ 269388 w 276311"/>
              <a:gd name="connsiteY42" fmla="*/ 139255 h 333946"/>
              <a:gd name="connsiteX43" fmla="*/ 179465 w 276311"/>
              <a:gd name="connsiteY43" fmla="*/ 14192 h 333946"/>
              <a:gd name="connsiteX44" fmla="*/ 220537 w 276311"/>
              <a:gd name="connsiteY44" fmla="*/ 14192 h 333946"/>
              <a:gd name="connsiteX45" fmla="*/ 220537 w 276311"/>
              <a:gd name="connsiteY45" fmla="*/ 28289 h 333946"/>
              <a:gd name="connsiteX46" fmla="*/ 179465 w 276311"/>
              <a:gd name="connsiteY46" fmla="*/ 28289 h 333946"/>
              <a:gd name="connsiteX47" fmla="*/ 179465 w 276311"/>
              <a:gd name="connsiteY47" fmla="*/ 14192 h 333946"/>
              <a:gd name="connsiteX48" fmla="*/ 41072 w 276311"/>
              <a:gd name="connsiteY48" fmla="*/ 42386 h 333946"/>
              <a:gd name="connsiteX49" fmla="*/ 234481 w 276311"/>
              <a:gd name="connsiteY49" fmla="*/ 42386 h 333946"/>
              <a:gd name="connsiteX50" fmla="*/ 234481 w 276311"/>
              <a:gd name="connsiteY50" fmla="*/ 125254 h 333946"/>
              <a:gd name="connsiteX51" fmla="*/ 41072 w 276311"/>
              <a:gd name="connsiteY51" fmla="*/ 125254 h 333946"/>
              <a:gd name="connsiteX52" fmla="*/ 41072 w 276311"/>
              <a:gd name="connsiteY52" fmla="*/ 42386 h 333946"/>
              <a:gd name="connsiteX53" fmla="*/ 234481 w 276311"/>
              <a:gd name="connsiteY53" fmla="*/ 319754 h 333946"/>
              <a:gd name="connsiteX54" fmla="*/ 41072 w 276311"/>
              <a:gd name="connsiteY54" fmla="*/ 319754 h 333946"/>
              <a:gd name="connsiteX55" fmla="*/ 41072 w 276311"/>
              <a:gd name="connsiteY55" fmla="*/ 236125 h 333946"/>
              <a:gd name="connsiteX56" fmla="*/ 234481 w 276311"/>
              <a:gd name="connsiteY56" fmla="*/ 236125 h 333946"/>
              <a:gd name="connsiteX57" fmla="*/ 234481 w 276311"/>
              <a:gd name="connsiteY57" fmla="*/ 319754 h 333946"/>
              <a:gd name="connsiteX58" fmla="*/ 234481 w 276311"/>
              <a:gd name="connsiteY58" fmla="*/ 222123 h 333946"/>
              <a:gd name="connsiteX59" fmla="*/ 41072 w 276311"/>
              <a:gd name="connsiteY59" fmla="*/ 222123 h 333946"/>
              <a:gd name="connsiteX60" fmla="*/ 41072 w 276311"/>
              <a:gd name="connsiteY60" fmla="*/ 139255 h 333946"/>
              <a:gd name="connsiteX61" fmla="*/ 234481 w 276311"/>
              <a:gd name="connsiteY61" fmla="*/ 139255 h 333946"/>
              <a:gd name="connsiteX62" fmla="*/ 234481 w 276311"/>
              <a:gd name="connsiteY62" fmla="*/ 222123 h 333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76311" h="333946">
                <a:moveTo>
                  <a:pt x="269388" y="139255"/>
                </a:moveTo>
                <a:cubicBezTo>
                  <a:pt x="274035" y="139255"/>
                  <a:pt x="276312" y="135731"/>
                  <a:pt x="276312" y="132207"/>
                </a:cubicBezTo>
                <a:cubicBezTo>
                  <a:pt x="276312" y="128683"/>
                  <a:pt x="274035" y="125159"/>
                  <a:pt x="269388" y="125159"/>
                </a:cubicBezTo>
                <a:lnTo>
                  <a:pt x="248235" y="125159"/>
                </a:lnTo>
                <a:lnTo>
                  <a:pt x="248235" y="42291"/>
                </a:lnTo>
                <a:lnTo>
                  <a:pt x="269388" y="42291"/>
                </a:lnTo>
                <a:cubicBezTo>
                  <a:pt x="274035" y="42291"/>
                  <a:pt x="276312" y="38767"/>
                  <a:pt x="276312" y="35243"/>
                </a:cubicBezTo>
                <a:cubicBezTo>
                  <a:pt x="276312" y="31718"/>
                  <a:pt x="274035" y="28194"/>
                  <a:pt x="269388" y="28194"/>
                </a:cubicBezTo>
                <a:lnTo>
                  <a:pt x="234291" y="28194"/>
                </a:lnTo>
                <a:lnTo>
                  <a:pt x="234291" y="7049"/>
                </a:lnTo>
                <a:cubicBezTo>
                  <a:pt x="234291" y="3524"/>
                  <a:pt x="232015" y="0"/>
                  <a:pt x="227462" y="0"/>
                </a:cubicBezTo>
                <a:lnTo>
                  <a:pt x="172636" y="0"/>
                </a:lnTo>
                <a:cubicBezTo>
                  <a:pt x="169221" y="0"/>
                  <a:pt x="165806" y="3524"/>
                  <a:pt x="165806" y="7049"/>
                </a:cubicBezTo>
                <a:lnTo>
                  <a:pt x="165806" y="28194"/>
                </a:lnTo>
                <a:lnTo>
                  <a:pt x="6924" y="28194"/>
                </a:lnTo>
                <a:cubicBezTo>
                  <a:pt x="3510" y="28194"/>
                  <a:pt x="0" y="31718"/>
                  <a:pt x="0" y="35243"/>
                </a:cubicBezTo>
                <a:cubicBezTo>
                  <a:pt x="0" y="38767"/>
                  <a:pt x="3415" y="42291"/>
                  <a:pt x="6924" y="42291"/>
                </a:cubicBezTo>
                <a:lnTo>
                  <a:pt x="27223" y="42291"/>
                </a:lnTo>
                <a:lnTo>
                  <a:pt x="27223" y="125159"/>
                </a:lnTo>
                <a:lnTo>
                  <a:pt x="6924" y="125159"/>
                </a:lnTo>
                <a:cubicBezTo>
                  <a:pt x="3510" y="125159"/>
                  <a:pt x="0" y="128683"/>
                  <a:pt x="0" y="132207"/>
                </a:cubicBezTo>
                <a:cubicBezTo>
                  <a:pt x="0" y="135731"/>
                  <a:pt x="3415" y="139255"/>
                  <a:pt x="6924" y="139255"/>
                </a:cubicBezTo>
                <a:lnTo>
                  <a:pt x="27223" y="139255"/>
                </a:lnTo>
                <a:lnTo>
                  <a:pt x="27223" y="222123"/>
                </a:lnTo>
                <a:lnTo>
                  <a:pt x="6924" y="222123"/>
                </a:lnTo>
                <a:cubicBezTo>
                  <a:pt x="3510" y="222123"/>
                  <a:pt x="0" y="225647"/>
                  <a:pt x="0" y="229172"/>
                </a:cubicBezTo>
                <a:cubicBezTo>
                  <a:pt x="0" y="232696"/>
                  <a:pt x="3415" y="236220"/>
                  <a:pt x="6924" y="236220"/>
                </a:cubicBezTo>
                <a:lnTo>
                  <a:pt x="27223" y="236220"/>
                </a:lnTo>
                <a:lnTo>
                  <a:pt x="27223" y="319849"/>
                </a:lnTo>
                <a:lnTo>
                  <a:pt x="6924" y="319849"/>
                </a:lnTo>
                <a:cubicBezTo>
                  <a:pt x="3510" y="319849"/>
                  <a:pt x="0" y="323374"/>
                  <a:pt x="0" y="326898"/>
                </a:cubicBezTo>
                <a:cubicBezTo>
                  <a:pt x="0" y="330422"/>
                  <a:pt x="3415" y="333947"/>
                  <a:pt x="6924" y="333947"/>
                </a:cubicBezTo>
                <a:lnTo>
                  <a:pt x="269388" y="333947"/>
                </a:lnTo>
                <a:cubicBezTo>
                  <a:pt x="274035" y="333947"/>
                  <a:pt x="276312" y="330422"/>
                  <a:pt x="276312" y="326898"/>
                </a:cubicBezTo>
                <a:cubicBezTo>
                  <a:pt x="276312" y="323374"/>
                  <a:pt x="274035" y="319849"/>
                  <a:pt x="269388" y="319849"/>
                </a:cubicBezTo>
                <a:lnTo>
                  <a:pt x="248235" y="319849"/>
                </a:lnTo>
                <a:lnTo>
                  <a:pt x="248235" y="236220"/>
                </a:lnTo>
                <a:lnTo>
                  <a:pt x="269388" y="236220"/>
                </a:lnTo>
                <a:cubicBezTo>
                  <a:pt x="274035" y="236220"/>
                  <a:pt x="276312" y="232696"/>
                  <a:pt x="276312" y="229172"/>
                </a:cubicBezTo>
                <a:cubicBezTo>
                  <a:pt x="276312" y="225647"/>
                  <a:pt x="274035" y="222123"/>
                  <a:pt x="269388" y="222123"/>
                </a:cubicBezTo>
                <a:lnTo>
                  <a:pt x="248235" y="222123"/>
                </a:lnTo>
                <a:lnTo>
                  <a:pt x="248235" y="139255"/>
                </a:lnTo>
                <a:lnTo>
                  <a:pt x="269388" y="139255"/>
                </a:lnTo>
                <a:close/>
                <a:moveTo>
                  <a:pt x="179465" y="14192"/>
                </a:moveTo>
                <a:lnTo>
                  <a:pt x="220537" y="14192"/>
                </a:lnTo>
                <a:lnTo>
                  <a:pt x="220537" y="28289"/>
                </a:lnTo>
                <a:lnTo>
                  <a:pt x="179465" y="28289"/>
                </a:lnTo>
                <a:lnTo>
                  <a:pt x="179465" y="14192"/>
                </a:lnTo>
                <a:close/>
                <a:moveTo>
                  <a:pt x="41072" y="42386"/>
                </a:moveTo>
                <a:lnTo>
                  <a:pt x="234481" y="42386"/>
                </a:lnTo>
                <a:lnTo>
                  <a:pt x="234481" y="125254"/>
                </a:lnTo>
                <a:lnTo>
                  <a:pt x="41072" y="125254"/>
                </a:lnTo>
                <a:lnTo>
                  <a:pt x="41072" y="42386"/>
                </a:lnTo>
                <a:close/>
                <a:moveTo>
                  <a:pt x="234481" y="319754"/>
                </a:moveTo>
                <a:lnTo>
                  <a:pt x="41072" y="319754"/>
                </a:lnTo>
                <a:lnTo>
                  <a:pt x="41072" y="236125"/>
                </a:lnTo>
                <a:lnTo>
                  <a:pt x="234481" y="236125"/>
                </a:lnTo>
                <a:lnTo>
                  <a:pt x="234481" y="319754"/>
                </a:lnTo>
                <a:close/>
                <a:moveTo>
                  <a:pt x="234481" y="222123"/>
                </a:moveTo>
                <a:lnTo>
                  <a:pt x="41072" y="222123"/>
                </a:lnTo>
                <a:lnTo>
                  <a:pt x="41072" y="139255"/>
                </a:lnTo>
                <a:lnTo>
                  <a:pt x="234481" y="139255"/>
                </a:lnTo>
                <a:lnTo>
                  <a:pt x="234481" y="222123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E76E61E9-E362-DEB4-48AC-33407065D7CD}"/>
              </a:ext>
            </a:extLst>
          </p:cNvPr>
          <p:cNvGrpSpPr/>
          <p:nvPr/>
        </p:nvGrpSpPr>
        <p:grpSpPr>
          <a:xfrm>
            <a:off x="8779040" y="4946333"/>
            <a:ext cx="483986" cy="427886"/>
            <a:chOff x="8091958" y="4404733"/>
            <a:chExt cx="356908" cy="315538"/>
          </a:xfrm>
        </p:grpSpPr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837B4C17-390D-3949-9045-1F1252A702B4}"/>
                </a:ext>
              </a:extLst>
            </p:cNvPr>
            <p:cNvSpPr/>
            <p:nvPr/>
          </p:nvSpPr>
          <p:spPr>
            <a:xfrm>
              <a:off x="8091958" y="4572539"/>
              <a:ext cx="356908" cy="147732"/>
            </a:xfrm>
            <a:custGeom>
              <a:avLst/>
              <a:gdLst>
                <a:gd name="connsiteX0" fmla="*/ 356085 w 356908"/>
                <a:gd name="connsiteY0" fmla="*/ 64008 h 147732"/>
                <a:gd name="connsiteX1" fmla="*/ 322032 w 356908"/>
                <a:gd name="connsiteY1" fmla="*/ 43053 h 147732"/>
                <a:gd name="connsiteX2" fmla="*/ 296990 w 356908"/>
                <a:gd name="connsiteY2" fmla="*/ 47625 h 147732"/>
                <a:gd name="connsiteX3" fmla="*/ 291489 w 356908"/>
                <a:gd name="connsiteY3" fmla="*/ 49530 h 147732"/>
                <a:gd name="connsiteX4" fmla="*/ 250227 w 356908"/>
                <a:gd name="connsiteY4" fmla="*/ 62865 h 147732"/>
                <a:gd name="connsiteX5" fmla="*/ 230118 w 356908"/>
                <a:gd name="connsiteY5" fmla="*/ 46482 h 147732"/>
                <a:gd name="connsiteX6" fmla="*/ 184777 w 356908"/>
                <a:gd name="connsiteY6" fmla="*/ 46482 h 147732"/>
                <a:gd name="connsiteX7" fmla="*/ 110032 w 356908"/>
                <a:gd name="connsiteY7" fmla="*/ 15621 h 147732"/>
                <a:gd name="connsiteX8" fmla="*/ 105858 w 356908"/>
                <a:gd name="connsiteY8" fmla="*/ 15716 h 147732"/>
                <a:gd name="connsiteX9" fmla="*/ 74746 w 356908"/>
                <a:gd name="connsiteY9" fmla="*/ 15716 h 147732"/>
                <a:gd name="connsiteX10" fmla="*/ 74746 w 356908"/>
                <a:gd name="connsiteY10" fmla="*/ 6382 h 147732"/>
                <a:gd name="connsiteX11" fmla="*/ 68390 w 356908"/>
                <a:gd name="connsiteY11" fmla="*/ 0 h 147732"/>
                <a:gd name="connsiteX12" fmla="*/ 6355 w 356908"/>
                <a:gd name="connsiteY12" fmla="*/ 0 h 147732"/>
                <a:gd name="connsiteX13" fmla="*/ 0 w 356908"/>
                <a:gd name="connsiteY13" fmla="*/ 6382 h 147732"/>
                <a:gd name="connsiteX14" fmla="*/ 0 w 356908"/>
                <a:gd name="connsiteY14" fmla="*/ 126683 h 147732"/>
                <a:gd name="connsiteX15" fmla="*/ 6355 w 356908"/>
                <a:gd name="connsiteY15" fmla="*/ 133064 h 147732"/>
                <a:gd name="connsiteX16" fmla="*/ 68390 w 356908"/>
                <a:gd name="connsiteY16" fmla="*/ 133064 h 147732"/>
                <a:gd name="connsiteX17" fmla="*/ 74746 w 356908"/>
                <a:gd name="connsiteY17" fmla="*/ 126683 h 147732"/>
                <a:gd name="connsiteX18" fmla="*/ 74746 w 356908"/>
                <a:gd name="connsiteY18" fmla="*/ 113443 h 147732"/>
                <a:gd name="connsiteX19" fmla="*/ 136401 w 356908"/>
                <a:gd name="connsiteY19" fmla="*/ 135731 h 147732"/>
                <a:gd name="connsiteX20" fmla="*/ 191038 w 356908"/>
                <a:gd name="connsiteY20" fmla="*/ 147733 h 147732"/>
                <a:gd name="connsiteX21" fmla="*/ 194357 w 356908"/>
                <a:gd name="connsiteY21" fmla="*/ 147733 h 147732"/>
                <a:gd name="connsiteX22" fmla="*/ 220253 w 356908"/>
                <a:gd name="connsiteY22" fmla="*/ 141827 h 147732"/>
                <a:gd name="connsiteX23" fmla="*/ 353619 w 356908"/>
                <a:gd name="connsiteY23" fmla="*/ 72676 h 147732"/>
                <a:gd name="connsiteX24" fmla="*/ 356654 w 356908"/>
                <a:gd name="connsiteY24" fmla="*/ 68771 h 147732"/>
                <a:gd name="connsiteX25" fmla="*/ 356085 w 356908"/>
                <a:gd name="connsiteY25" fmla="*/ 63913 h 147732"/>
                <a:gd name="connsiteX26" fmla="*/ 61940 w 356908"/>
                <a:gd name="connsiteY26" fmla="*/ 120301 h 147732"/>
                <a:gd name="connsiteX27" fmla="*/ 12711 w 356908"/>
                <a:gd name="connsiteY27" fmla="*/ 120301 h 147732"/>
                <a:gd name="connsiteX28" fmla="*/ 12711 w 356908"/>
                <a:gd name="connsiteY28" fmla="*/ 12859 h 147732"/>
                <a:gd name="connsiteX29" fmla="*/ 61940 w 356908"/>
                <a:gd name="connsiteY29" fmla="*/ 12859 h 147732"/>
                <a:gd name="connsiteX30" fmla="*/ 61940 w 356908"/>
                <a:gd name="connsiteY30" fmla="*/ 120301 h 147732"/>
                <a:gd name="connsiteX31" fmla="*/ 215036 w 356908"/>
                <a:gd name="connsiteY31" fmla="*/ 130112 h 147732"/>
                <a:gd name="connsiteX32" fmla="*/ 192935 w 356908"/>
                <a:gd name="connsiteY32" fmla="*/ 134969 h 147732"/>
                <a:gd name="connsiteX33" fmla="*/ 141144 w 356908"/>
                <a:gd name="connsiteY33" fmla="*/ 123920 h 147732"/>
                <a:gd name="connsiteX34" fmla="*/ 74746 w 356908"/>
                <a:gd name="connsiteY34" fmla="*/ 99917 h 147732"/>
                <a:gd name="connsiteX35" fmla="*/ 74746 w 356908"/>
                <a:gd name="connsiteY35" fmla="*/ 28670 h 147732"/>
                <a:gd name="connsiteX36" fmla="*/ 105858 w 356908"/>
                <a:gd name="connsiteY36" fmla="*/ 28670 h 147732"/>
                <a:gd name="connsiteX37" fmla="*/ 110601 w 356908"/>
                <a:gd name="connsiteY37" fmla="*/ 28575 h 147732"/>
                <a:gd name="connsiteX38" fmla="*/ 174153 w 356908"/>
                <a:gd name="connsiteY38" fmla="*/ 54388 h 147732"/>
                <a:gd name="connsiteX39" fmla="*/ 180319 w 356908"/>
                <a:gd name="connsiteY39" fmla="*/ 59436 h 147732"/>
                <a:gd name="connsiteX40" fmla="*/ 230213 w 356908"/>
                <a:gd name="connsiteY40" fmla="*/ 59436 h 147732"/>
                <a:gd name="connsiteX41" fmla="*/ 237896 w 356908"/>
                <a:gd name="connsiteY41" fmla="*/ 67151 h 147732"/>
                <a:gd name="connsiteX42" fmla="*/ 230213 w 356908"/>
                <a:gd name="connsiteY42" fmla="*/ 74867 h 147732"/>
                <a:gd name="connsiteX43" fmla="*/ 142377 w 356908"/>
                <a:gd name="connsiteY43" fmla="*/ 74867 h 147732"/>
                <a:gd name="connsiteX44" fmla="*/ 136022 w 356908"/>
                <a:gd name="connsiteY44" fmla="*/ 81248 h 147732"/>
                <a:gd name="connsiteX45" fmla="*/ 142377 w 356908"/>
                <a:gd name="connsiteY45" fmla="*/ 87630 h 147732"/>
                <a:gd name="connsiteX46" fmla="*/ 230213 w 356908"/>
                <a:gd name="connsiteY46" fmla="*/ 87630 h 147732"/>
                <a:gd name="connsiteX47" fmla="*/ 248804 w 356908"/>
                <a:gd name="connsiteY47" fmla="*/ 75533 h 147732"/>
                <a:gd name="connsiteX48" fmla="*/ 249184 w 356908"/>
                <a:gd name="connsiteY48" fmla="*/ 76581 h 147732"/>
                <a:gd name="connsiteX49" fmla="*/ 295473 w 356908"/>
                <a:gd name="connsiteY49" fmla="*/ 61627 h 147732"/>
                <a:gd name="connsiteX50" fmla="*/ 301354 w 356908"/>
                <a:gd name="connsiteY50" fmla="*/ 59627 h 147732"/>
                <a:gd name="connsiteX51" fmla="*/ 321653 w 356908"/>
                <a:gd name="connsiteY51" fmla="*/ 55817 h 147732"/>
                <a:gd name="connsiteX52" fmla="*/ 341003 w 356908"/>
                <a:gd name="connsiteY52" fmla="*/ 64960 h 147732"/>
                <a:gd name="connsiteX53" fmla="*/ 215226 w 356908"/>
                <a:gd name="connsiteY53" fmla="*/ 129921 h 14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6908" h="147732">
                  <a:moveTo>
                    <a:pt x="356085" y="64008"/>
                  </a:moveTo>
                  <a:cubicBezTo>
                    <a:pt x="355611" y="63151"/>
                    <a:pt x="344607" y="43815"/>
                    <a:pt x="322032" y="43053"/>
                  </a:cubicBezTo>
                  <a:cubicBezTo>
                    <a:pt x="310744" y="42577"/>
                    <a:pt x="304104" y="45053"/>
                    <a:pt x="296990" y="47625"/>
                  </a:cubicBezTo>
                  <a:cubicBezTo>
                    <a:pt x="295283" y="48292"/>
                    <a:pt x="293481" y="48863"/>
                    <a:pt x="291489" y="49530"/>
                  </a:cubicBezTo>
                  <a:cubicBezTo>
                    <a:pt x="284090" y="51911"/>
                    <a:pt x="260566" y="59531"/>
                    <a:pt x="250227" y="62865"/>
                  </a:cubicBezTo>
                  <a:cubicBezTo>
                    <a:pt x="248235" y="53531"/>
                    <a:pt x="239983" y="46482"/>
                    <a:pt x="230118" y="46482"/>
                  </a:cubicBezTo>
                  <a:lnTo>
                    <a:pt x="184777" y="46482"/>
                  </a:lnTo>
                  <a:cubicBezTo>
                    <a:pt x="146835" y="14192"/>
                    <a:pt x="123880" y="15050"/>
                    <a:pt x="110032" y="15621"/>
                  </a:cubicBezTo>
                  <a:cubicBezTo>
                    <a:pt x="108514" y="15621"/>
                    <a:pt x="107091" y="15716"/>
                    <a:pt x="105858" y="15716"/>
                  </a:cubicBezTo>
                  <a:lnTo>
                    <a:pt x="74746" y="15716"/>
                  </a:lnTo>
                  <a:lnTo>
                    <a:pt x="74746" y="6382"/>
                  </a:lnTo>
                  <a:cubicBezTo>
                    <a:pt x="74746" y="2858"/>
                    <a:pt x="71900" y="0"/>
                    <a:pt x="68390" y="0"/>
                  </a:cubicBezTo>
                  <a:lnTo>
                    <a:pt x="6355" y="0"/>
                  </a:lnTo>
                  <a:cubicBezTo>
                    <a:pt x="2846" y="0"/>
                    <a:pt x="0" y="2858"/>
                    <a:pt x="0" y="6382"/>
                  </a:cubicBezTo>
                  <a:lnTo>
                    <a:pt x="0" y="126683"/>
                  </a:lnTo>
                  <a:cubicBezTo>
                    <a:pt x="0" y="130207"/>
                    <a:pt x="2846" y="133064"/>
                    <a:pt x="6355" y="133064"/>
                  </a:cubicBezTo>
                  <a:lnTo>
                    <a:pt x="68390" y="133064"/>
                  </a:lnTo>
                  <a:cubicBezTo>
                    <a:pt x="71900" y="133064"/>
                    <a:pt x="74746" y="130207"/>
                    <a:pt x="74746" y="126683"/>
                  </a:cubicBezTo>
                  <a:lnTo>
                    <a:pt x="74746" y="113443"/>
                  </a:lnTo>
                  <a:cubicBezTo>
                    <a:pt x="90776" y="119063"/>
                    <a:pt x="125019" y="131159"/>
                    <a:pt x="136401" y="135731"/>
                  </a:cubicBezTo>
                  <a:cubicBezTo>
                    <a:pt x="151673" y="141923"/>
                    <a:pt x="173774" y="147733"/>
                    <a:pt x="191038" y="147733"/>
                  </a:cubicBezTo>
                  <a:cubicBezTo>
                    <a:pt x="192176" y="147733"/>
                    <a:pt x="193314" y="147733"/>
                    <a:pt x="194357" y="147733"/>
                  </a:cubicBezTo>
                  <a:cubicBezTo>
                    <a:pt x="198436" y="147542"/>
                    <a:pt x="208017" y="147161"/>
                    <a:pt x="220253" y="141827"/>
                  </a:cubicBezTo>
                  <a:cubicBezTo>
                    <a:pt x="264929" y="122301"/>
                    <a:pt x="352765" y="73152"/>
                    <a:pt x="353619" y="72676"/>
                  </a:cubicBezTo>
                  <a:cubicBezTo>
                    <a:pt x="355136" y="71819"/>
                    <a:pt x="356180" y="70485"/>
                    <a:pt x="356654" y="68771"/>
                  </a:cubicBezTo>
                  <a:cubicBezTo>
                    <a:pt x="357128" y="67151"/>
                    <a:pt x="356939" y="65342"/>
                    <a:pt x="356085" y="63913"/>
                  </a:cubicBezTo>
                  <a:close/>
                  <a:moveTo>
                    <a:pt x="61940" y="120301"/>
                  </a:moveTo>
                  <a:lnTo>
                    <a:pt x="12711" y="120301"/>
                  </a:lnTo>
                  <a:lnTo>
                    <a:pt x="12711" y="12859"/>
                  </a:lnTo>
                  <a:lnTo>
                    <a:pt x="61940" y="12859"/>
                  </a:lnTo>
                  <a:lnTo>
                    <a:pt x="61940" y="120301"/>
                  </a:lnTo>
                  <a:close/>
                  <a:moveTo>
                    <a:pt x="215036" y="130112"/>
                  </a:moveTo>
                  <a:cubicBezTo>
                    <a:pt x="204981" y="134493"/>
                    <a:pt x="197393" y="134779"/>
                    <a:pt x="192935" y="134969"/>
                  </a:cubicBezTo>
                  <a:cubicBezTo>
                    <a:pt x="178137" y="135636"/>
                    <a:pt x="155657" y="129731"/>
                    <a:pt x="141144" y="123920"/>
                  </a:cubicBezTo>
                  <a:cubicBezTo>
                    <a:pt x="128149" y="118681"/>
                    <a:pt x="88025" y="104585"/>
                    <a:pt x="74746" y="99917"/>
                  </a:cubicBezTo>
                  <a:lnTo>
                    <a:pt x="74746" y="28670"/>
                  </a:lnTo>
                  <a:lnTo>
                    <a:pt x="105858" y="28670"/>
                  </a:lnTo>
                  <a:cubicBezTo>
                    <a:pt x="107281" y="28670"/>
                    <a:pt x="108893" y="28670"/>
                    <a:pt x="110601" y="28575"/>
                  </a:cubicBezTo>
                  <a:cubicBezTo>
                    <a:pt x="123027" y="28004"/>
                    <a:pt x="141523" y="27432"/>
                    <a:pt x="174153" y="54388"/>
                  </a:cubicBezTo>
                  <a:cubicBezTo>
                    <a:pt x="174817" y="57245"/>
                    <a:pt x="177189" y="59436"/>
                    <a:pt x="180319" y="59436"/>
                  </a:cubicBezTo>
                  <a:lnTo>
                    <a:pt x="230213" y="59436"/>
                  </a:lnTo>
                  <a:cubicBezTo>
                    <a:pt x="234481" y="59436"/>
                    <a:pt x="237896" y="62960"/>
                    <a:pt x="237896" y="67151"/>
                  </a:cubicBezTo>
                  <a:cubicBezTo>
                    <a:pt x="237896" y="71342"/>
                    <a:pt x="234386" y="74867"/>
                    <a:pt x="230213" y="74867"/>
                  </a:cubicBezTo>
                  <a:lnTo>
                    <a:pt x="142377" y="74867"/>
                  </a:lnTo>
                  <a:cubicBezTo>
                    <a:pt x="138867" y="74867"/>
                    <a:pt x="136022" y="77724"/>
                    <a:pt x="136022" y="81248"/>
                  </a:cubicBezTo>
                  <a:cubicBezTo>
                    <a:pt x="136022" y="84773"/>
                    <a:pt x="138867" y="87630"/>
                    <a:pt x="142377" y="87630"/>
                  </a:cubicBezTo>
                  <a:lnTo>
                    <a:pt x="230213" y="87630"/>
                  </a:lnTo>
                  <a:cubicBezTo>
                    <a:pt x="238465" y="87630"/>
                    <a:pt x="245579" y="82677"/>
                    <a:pt x="248804" y="75533"/>
                  </a:cubicBezTo>
                  <a:lnTo>
                    <a:pt x="249184" y="76581"/>
                  </a:lnTo>
                  <a:cubicBezTo>
                    <a:pt x="249184" y="76581"/>
                    <a:pt x="285892" y="64675"/>
                    <a:pt x="295473" y="61627"/>
                  </a:cubicBezTo>
                  <a:cubicBezTo>
                    <a:pt x="297559" y="60960"/>
                    <a:pt x="299457" y="60293"/>
                    <a:pt x="301354" y="59627"/>
                  </a:cubicBezTo>
                  <a:cubicBezTo>
                    <a:pt x="307804" y="57341"/>
                    <a:pt x="312926" y="55531"/>
                    <a:pt x="321653" y="55817"/>
                  </a:cubicBezTo>
                  <a:cubicBezTo>
                    <a:pt x="330759" y="56102"/>
                    <a:pt x="337209" y="61055"/>
                    <a:pt x="341003" y="64960"/>
                  </a:cubicBezTo>
                  <a:cubicBezTo>
                    <a:pt x="319850" y="76676"/>
                    <a:pt x="252314" y="113729"/>
                    <a:pt x="215226" y="12992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EB1B3FB1-FDE6-5E0F-C4D1-9C0AC6ED7486}"/>
                </a:ext>
              </a:extLst>
            </p:cNvPr>
            <p:cNvSpPr/>
            <p:nvPr/>
          </p:nvSpPr>
          <p:spPr>
            <a:xfrm>
              <a:off x="8250579" y="4404733"/>
              <a:ext cx="110779" cy="160186"/>
            </a:xfrm>
            <a:custGeom>
              <a:avLst/>
              <a:gdLst>
                <a:gd name="connsiteX0" fmla="*/ 52526 w 110779"/>
                <a:gd name="connsiteY0" fmla="*/ 160187 h 160186"/>
                <a:gd name="connsiteX1" fmla="*/ 58217 w 110779"/>
                <a:gd name="connsiteY1" fmla="*/ 160187 h 160186"/>
                <a:gd name="connsiteX2" fmla="*/ 105455 w 110779"/>
                <a:gd name="connsiteY2" fmla="*/ 130945 h 160186"/>
                <a:gd name="connsiteX3" fmla="*/ 105645 w 110779"/>
                <a:gd name="connsiteY3" fmla="*/ 78748 h 160186"/>
                <a:gd name="connsiteX4" fmla="*/ 60778 w 110779"/>
                <a:gd name="connsiteY4" fmla="*/ 2643 h 160186"/>
                <a:gd name="connsiteX5" fmla="*/ 49965 w 110779"/>
                <a:gd name="connsiteY5" fmla="*/ 2643 h 160186"/>
                <a:gd name="connsiteX6" fmla="*/ 5099 w 110779"/>
                <a:gd name="connsiteY6" fmla="*/ 78748 h 160186"/>
                <a:gd name="connsiteX7" fmla="*/ 5288 w 110779"/>
                <a:gd name="connsiteY7" fmla="*/ 130945 h 160186"/>
                <a:gd name="connsiteX8" fmla="*/ 52526 w 110779"/>
                <a:gd name="connsiteY8" fmla="*/ 160187 h 160186"/>
                <a:gd name="connsiteX9" fmla="*/ 17240 w 110779"/>
                <a:gd name="connsiteY9" fmla="*/ 82939 h 160186"/>
                <a:gd name="connsiteX10" fmla="*/ 55372 w 110779"/>
                <a:gd name="connsiteY10" fmla="*/ 17693 h 160186"/>
                <a:gd name="connsiteX11" fmla="*/ 93503 w 110779"/>
                <a:gd name="connsiteY11" fmla="*/ 82939 h 160186"/>
                <a:gd name="connsiteX12" fmla="*/ 93693 w 110779"/>
                <a:gd name="connsiteY12" fmla="*/ 125706 h 160186"/>
                <a:gd name="connsiteX13" fmla="*/ 58217 w 110779"/>
                <a:gd name="connsiteY13" fmla="*/ 147423 h 160186"/>
                <a:gd name="connsiteX14" fmla="*/ 52526 w 110779"/>
                <a:gd name="connsiteY14" fmla="*/ 147423 h 160186"/>
                <a:gd name="connsiteX15" fmla="*/ 17050 w 110779"/>
                <a:gd name="connsiteY15" fmla="*/ 125706 h 160186"/>
                <a:gd name="connsiteX16" fmla="*/ 17240 w 110779"/>
                <a:gd name="connsiteY16" fmla="*/ 82939 h 16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79" h="160186">
                  <a:moveTo>
                    <a:pt x="52526" y="160187"/>
                  </a:moveTo>
                  <a:lnTo>
                    <a:pt x="58217" y="160187"/>
                  </a:lnTo>
                  <a:cubicBezTo>
                    <a:pt x="81741" y="160187"/>
                    <a:pt x="98910" y="145518"/>
                    <a:pt x="105455" y="130945"/>
                  </a:cubicBezTo>
                  <a:cubicBezTo>
                    <a:pt x="112474" y="115229"/>
                    <a:pt x="112569" y="98655"/>
                    <a:pt x="105645" y="78748"/>
                  </a:cubicBezTo>
                  <a:cubicBezTo>
                    <a:pt x="99005" y="59412"/>
                    <a:pt x="62391" y="4929"/>
                    <a:pt x="60778" y="2643"/>
                  </a:cubicBezTo>
                  <a:cubicBezTo>
                    <a:pt x="58407" y="-881"/>
                    <a:pt x="52336" y="-881"/>
                    <a:pt x="49965" y="2643"/>
                  </a:cubicBezTo>
                  <a:cubicBezTo>
                    <a:pt x="48447" y="4929"/>
                    <a:pt x="11739" y="59412"/>
                    <a:pt x="5099" y="78748"/>
                  </a:cubicBezTo>
                  <a:cubicBezTo>
                    <a:pt x="-1731" y="98655"/>
                    <a:pt x="-1731" y="115324"/>
                    <a:pt x="5288" y="130945"/>
                  </a:cubicBezTo>
                  <a:cubicBezTo>
                    <a:pt x="11833" y="145518"/>
                    <a:pt x="28907" y="160187"/>
                    <a:pt x="52526" y="160187"/>
                  </a:cubicBezTo>
                  <a:close/>
                  <a:moveTo>
                    <a:pt x="17240" y="82939"/>
                  </a:moveTo>
                  <a:cubicBezTo>
                    <a:pt x="21983" y="69223"/>
                    <a:pt x="44938" y="33599"/>
                    <a:pt x="55372" y="17693"/>
                  </a:cubicBezTo>
                  <a:cubicBezTo>
                    <a:pt x="65806" y="33599"/>
                    <a:pt x="88761" y="69318"/>
                    <a:pt x="93503" y="82939"/>
                  </a:cubicBezTo>
                  <a:cubicBezTo>
                    <a:pt x="99195" y="99608"/>
                    <a:pt x="99289" y="113133"/>
                    <a:pt x="93693" y="125706"/>
                  </a:cubicBezTo>
                  <a:cubicBezTo>
                    <a:pt x="88855" y="136469"/>
                    <a:pt x="76050" y="147423"/>
                    <a:pt x="58217" y="147423"/>
                  </a:cubicBezTo>
                  <a:lnTo>
                    <a:pt x="52526" y="147423"/>
                  </a:lnTo>
                  <a:cubicBezTo>
                    <a:pt x="34693" y="147423"/>
                    <a:pt x="21888" y="136565"/>
                    <a:pt x="17050" y="125706"/>
                  </a:cubicBezTo>
                  <a:cubicBezTo>
                    <a:pt x="11454" y="113228"/>
                    <a:pt x="11549" y="99608"/>
                    <a:pt x="17240" y="8293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6DED034-0671-3604-3FF3-593993C9C5D1}"/>
                </a:ext>
              </a:extLst>
            </p:cNvPr>
            <p:cNvSpPr/>
            <p:nvPr/>
          </p:nvSpPr>
          <p:spPr>
            <a:xfrm>
              <a:off x="8274931" y="4497958"/>
              <a:ext cx="37384" cy="37052"/>
            </a:xfrm>
            <a:custGeom>
              <a:avLst/>
              <a:gdLst>
                <a:gd name="connsiteX0" fmla="*/ 30640 w 37384"/>
                <a:gd name="connsiteY0" fmla="*/ 37052 h 37052"/>
                <a:gd name="connsiteX1" fmla="*/ 31020 w 37384"/>
                <a:gd name="connsiteY1" fmla="*/ 37052 h 37052"/>
                <a:gd name="connsiteX2" fmla="*/ 37375 w 37384"/>
                <a:gd name="connsiteY2" fmla="*/ 31052 h 37052"/>
                <a:gd name="connsiteX3" fmla="*/ 31399 w 37384"/>
                <a:gd name="connsiteY3" fmla="*/ 24194 h 37052"/>
                <a:gd name="connsiteX4" fmla="*/ 12808 w 37384"/>
                <a:gd name="connsiteY4" fmla="*/ 6191 h 37052"/>
                <a:gd name="connsiteX5" fmla="*/ 6263 w 37384"/>
                <a:gd name="connsiteY5" fmla="*/ 0 h 37052"/>
                <a:gd name="connsiteX6" fmla="*/ 2 w 37384"/>
                <a:gd name="connsiteY6" fmla="*/ 6572 h 37052"/>
                <a:gd name="connsiteX7" fmla="*/ 30546 w 37384"/>
                <a:gd name="connsiteY7" fmla="*/ 37052 h 37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384" h="37052">
                  <a:moveTo>
                    <a:pt x="30640" y="37052"/>
                  </a:moveTo>
                  <a:cubicBezTo>
                    <a:pt x="30640" y="37052"/>
                    <a:pt x="30925" y="37052"/>
                    <a:pt x="31020" y="37052"/>
                  </a:cubicBezTo>
                  <a:cubicBezTo>
                    <a:pt x="34340" y="37052"/>
                    <a:pt x="37185" y="34481"/>
                    <a:pt x="37375" y="31052"/>
                  </a:cubicBezTo>
                  <a:cubicBezTo>
                    <a:pt x="37565" y="27527"/>
                    <a:pt x="34909" y="24479"/>
                    <a:pt x="31399" y="24194"/>
                  </a:cubicBezTo>
                  <a:cubicBezTo>
                    <a:pt x="14041" y="23051"/>
                    <a:pt x="12903" y="7906"/>
                    <a:pt x="12808" y="6191"/>
                  </a:cubicBezTo>
                  <a:cubicBezTo>
                    <a:pt x="12713" y="2667"/>
                    <a:pt x="9772" y="0"/>
                    <a:pt x="6263" y="0"/>
                  </a:cubicBezTo>
                  <a:cubicBezTo>
                    <a:pt x="2753" y="95"/>
                    <a:pt x="-93" y="3048"/>
                    <a:pt x="2" y="6572"/>
                  </a:cubicBezTo>
                  <a:cubicBezTo>
                    <a:pt x="287" y="16478"/>
                    <a:pt x="7022" y="35528"/>
                    <a:pt x="30546" y="37052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5414DBB0-E98E-41A4-6A95-3B01FCF272C4}"/>
              </a:ext>
            </a:extLst>
          </p:cNvPr>
          <p:cNvGrpSpPr/>
          <p:nvPr/>
        </p:nvGrpSpPr>
        <p:grpSpPr>
          <a:xfrm>
            <a:off x="9490240" y="4946333"/>
            <a:ext cx="483986" cy="427886"/>
            <a:chOff x="8091958" y="4404733"/>
            <a:chExt cx="356908" cy="315538"/>
          </a:xfrm>
        </p:grpSpPr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C286BABA-B84B-E197-2350-AD0D70162CD7}"/>
                </a:ext>
              </a:extLst>
            </p:cNvPr>
            <p:cNvSpPr/>
            <p:nvPr/>
          </p:nvSpPr>
          <p:spPr>
            <a:xfrm>
              <a:off x="8091958" y="4572539"/>
              <a:ext cx="356908" cy="147732"/>
            </a:xfrm>
            <a:custGeom>
              <a:avLst/>
              <a:gdLst>
                <a:gd name="connsiteX0" fmla="*/ 356085 w 356908"/>
                <a:gd name="connsiteY0" fmla="*/ 64008 h 147732"/>
                <a:gd name="connsiteX1" fmla="*/ 322032 w 356908"/>
                <a:gd name="connsiteY1" fmla="*/ 43053 h 147732"/>
                <a:gd name="connsiteX2" fmla="*/ 296990 w 356908"/>
                <a:gd name="connsiteY2" fmla="*/ 47625 h 147732"/>
                <a:gd name="connsiteX3" fmla="*/ 291489 w 356908"/>
                <a:gd name="connsiteY3" fmla="*/ 49530 h 147732"/>
                <a:gd name="connsiteX4" fmla="*/ 250227 w 356908"/>
                <a:gd name="connsiteY4" fmla="*/ 62865 h 147732"/>
                <a:gd name="connsiteX5" fmla="*/ 230118 w 356908"/>
                <a:gd name="connsiteY5" fmla="*/ 46482 h 147732"/>
                <a:gd name="connsiteX6" fmla="*/ 184777 w 356908"/>
                <a:gd name="connsiteY6" fmla="*/ 46482 h 147732"/>
                <a:gd name="connsiteX7" fmla="*/ 110032 w 356908"/>
                <a:gd name="connsiteY7" fmla="*/ 15621 h 147732"/>
                <a:gd name="connsiteX8" fmla="*/ 105858 w 356908"/>
                <a:gd name="connsiteY8" fmla="*/ 15716 h 147732"/>
                <a:gd name="connsiteX9" fmla="*/ 74746 w 356908"/>
                <a:gd name="connsiteY9" fmla="*/ 15716 h 147732"/>
                <a:gd name="connsiteX10" fmla="*/ 74746 w 356908"/>
                <a:gd name="connsiteY10" fmla="*/ 6382 h 147732"/>
                <a:gd name="connsiteX11" fmla="*/ 68390 w 356908"/>
                <a:gd name="connsiteY11" fmla="*/ 0 h 147732"/>
                <a:gd name="connsiteX12" fmla="*/ 6355 w 356908"/>
                <a:gd name="connsiteY12" fmla="*/ 0 h 147732"/>
                <a:gd name="connsiteX13" fmla="*/ 0 w 356908"/>
                <a:gd name="connsiteY13" fmla="*/ 6382 h 147732"/>
                <a:gd name="connsiteX14" fmla="*/ 0 w 356908"/>
                <a:gd name="connsiteY14" fmla="*/ 126683 h 147732"/>
                <a:gd name="connsiteX15" fmla="*/ 6355 w 356908"/>
                <a:gd name="connsiteY15" fmla="*/ 133064 h 147732"/>
                <a:gd name="connsiteX16" fmla="*/ 68390 w 356908"/>
                <a:gd name="connsiteY16" fmla="*/ 133064 h 147732"/>
                <a:gd name="connsiteX17" fmla="*/ 74746 w 356908"/>
                <a:gd name="connsiteY17" fmla="*/ 126683 h 147732"/>
                <a:gd name="connsiteX18" fmla="*/ 74746 w 356908"/>
                <a:gd name="connsiteY18" fmla="*/ 113443 h 147732"/>
                <a:gd name="connsiteX19" fmla="*/ 136401 w 356908"/>
                <a:gd name="connsiteY19" fmla="*/ 135731 h 147732"/>
                <a:gd name="connsiteX20" fmla="*/ 191038 w 356908"/>
                <a:gd name="connsiteY20" fmla="*/ 147733 h 147732"/>
                <a:gd name="connsiteX21" fmla="*/ 194357 w 356908"/>
                <a:gd name="connsiteY21" fmla="*/ 147733 h 147732"/>
                <a:gd name="connsiteX22" fmla="*/ 220253 w 356908"/>
                <a:gd name="connsiteY22" fmla="*/ 141827 h 147732"/>
                <a:gd name="connsiteX23" fmla="*/ 353619 w 356908"/>
                <a:gd name="connsiteY23" fmla="*/ 72676 h 147732"/>
                <a:gd name="connsiteX24" fmla="*/ 356654 w 356908"/>
                <a:gd name="connsiteY24" fmla="*/ 68771 h 147732"/>
                <a:gd name="connsiteX25" fmla="*/ 356085 w 356908"/>
                <a:gd name="connsiteY25" fmla="*/ 63913 h 147732"/>
                <a:gd name="connsiteX26" fmla="*/ 61940 w 356908"/>
                <a:gd name="connsiteY26" fmla="*/ 120301 h 147732"/>
                <a:gd name="connsiteX27" fmla="*/ 12711 w 356908"/>
                <a:gd name="connsiteY27" fmla="*/ 120301 h 147732"/>
                <a:gd name="connsiteX28" fmla="*/ 12711 w 356908"/>
                <a:gd name="connsiteY28" fmla="*/ 12859 h 147732"/>
                <a:gd name="connsiteX29" fmla="*/ 61940 w 356908"/>
                <a:gd name="connsiteY29" fmla="*/ 12859 h 147732"/>
                <a:gd name="connsiteX30" fmla="*/ 61940 w 356908"/>
                <a:gd name="connsiteY30" fmla="*/ 120301 h 147732"/>
                <a:gd name="connsiteX31" fmla="*/ 215036 w 356908"/>
                <a:gd name="connsiteY31" fmla="*/ 130112 h 147732"/>
                <a:gd name="connsiteX32" fmla="*/ 192935 w 356908"/>
                <a:gd name="connsiteY32" fmla="*/ 134969 h 147732"/>
                <a:gd name="connsiteX33" fmla="*/ 141144 w 356908"/>
                <a:gd name="connsiteY33" fmla="*/ 123920 h 147732"/>
                <a:gd name="connsiteX34" fmla="*/ 74746 w 356908"/>
                <a:gd name="connsiteY34" fmla="*/ 99917 h 147732"/>
                <a:gd name="connsiteX35" fmla="*/ 74746 w 356908"/>
                <a:gd name="connsiteY35" fmla="*/ 28670 h 147732"/>
                <a:gd name="connsiteX36" fmla="*/ 105858 w 356908"/>
                <a:gd name="connsiteY36" fmla="*/ 28670 h 147732"/>
                <a:gd name="connsiteX37" fmla="*/ 110601 w 356908"/>
                <a:gd name="connsiteY37" fmla="*/ 28575 h 147732"/>
                <a:gd name="connsiteX38" fmla="*/ 174153 w 356908"/>
                <a:gd name="connsiteY38" fmla="*/ 54388 h 147732"/>
                <a:gd name="connsiteX39" fmla="*/ 180319 w 356908"/>
                <a:gd name="connsiteY39" fmla="*/ 59436 h 147732"/>
                <a:gd name="connsiteX40" fmla="*/ 230213 w 356908"/>
                <a:gd name="connsiteY40" fmla="*/ 59436 h 147732"/>
                <a:gd name="connsiteX41" fmla="*/ 237896 w 356908"/>
                <a:gd name="connsiteY41" fmla="*/ 67151 h 147732"/>
                <a:gd name="connsiteX42" fmla="*/ 230213 w 356908"/>
                <a:gd name="connsiteY42" fmla="*/ 74867 h 147732"/>
                <a:gd name="connsiteX43" fmla="*/ 142377 w 356908"/>
                <a:gd name="connsiteY43" fmla="*/ 74867 h 147732"/>
                <a:gd name="connsiteX44" fmla="*/ 136022 w 356908"/>
                <a:gd name="connsiteY44" fmla="*/ 81248 h 147732"/>
                <a:gd name="connsiteX45" fmla="*/ 142377 w 356908"/>
                <a:gd name="connsiteY45" fmla="*/ 87630 h 147732"/>
                <a:gd name="connsiteX46" fmla="*/ 230213 w 356908"/>
                <a:gd name="connsiteY46" fmla="*/ 87630 h 147732"/>
                <a:gd name="connsiteX47" fmla="*/ 248804 w 356908"/>
                <a:gd name="connsiteY47" fmla="*/ 75533 h 147732"/>
                <a:gd name="connsiteX48" fmla="*/ 249184 w 356908"/>
                <a:gd name="connsiteY48" fmla="*/ 76581 h 147732"/>
                <a:gd name="connsiteX49" fmla="*/ 295473 w 356908"/>
                <a:gd name="connsiteY49" fmla="*/ 61627 h 147732"/>
                <a:gd name="connsiteX50" fmla="*/ 301354 w 356908"/>
                <a:gd name="connsiteY50" fmla="*/ 59627 h 147732"/>
                <a:gd name="connsiteX51" fmla="*/ 321653 w 356908"/>
                <a:gd name="connsiteY51" fmla="*/ 55817 h 147732"/>
                <a:gd name="connsiteX52" fmla="*/ 341003 w 356908"/>
                <a:gd name="connsiteY52" fmla="*/ 64960 h 147732"/>
                <a:gd name="connsiteX53" fmla="*/ 215226 w 356908"/>
                <a:gd name="connsiteY53" fmla="*/ 129921 h 14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6908" h="147732">
                  <a:moveTo>
                    <a:pt x="356085" y="64008"/>
                  </a:moveTo>
                  <a:cubicBezTo>
                    <a:pt x="355611" y="63151"/>
                    <a:pt x="344607" y="43815"/>
                    <a:pt x="322032" y="43053"/>
                  </a:cubicBezTo>
                  <a:cubicBezTo>
                    <a:pt x="310744" y="42577"/>
                    <a:pt x="304104" y="45053"/>
                    <a:pt x="296990" y="47625"/>
                  </a:cubicBezTo>
                  <a:cubicBezTo>
                    <a:pt x="295283" y="48292"/>
                    <a:pt x="293481" y="48863"/>
                    <a:pt x="291489" y="49530"/>
                  </a:cubicBezTo>
                  <a:cubicBezTo>
                    <a:pt x="284090" y="51911"/>
                    <a:pt x="260566" y="59531"/>
                    <a:pt x="250227" y="62865"/>
                  </a:cubicBezTo>
                  <a:cubicBezTo>
                    <a:pt x="248235" y="53531"/>
                    <a:pt x="239983" y="46482"/>
                    <a:pt x="230118" y="46482"/>
                  </a:cubicBezTo>
                  <a:lnTo>
                    <a:pt x="184777" y="46482"/>
                  </a:lnTo>
                  <a:cubicBezTo>
                    <a:pt x="146835" y="14192"/>
                    <a:pt x="123880" y="15050"/>
                    <a:pt x="110032" y="15621"/>
                  </a:cubicBezTo>
                  <a:cubicBezTo>
                    <a:pt x="108514" y="15621"/>
                    <a:pt x="107091" y="15716"/>
                    <a:pt x="105858" y="15716"/>
                  </a:cubicBezTo>
                  <a:lnTo>
                    <a:pt x="74746" y="15716"/>
                  </a:lnTo>
                  <a:lnTo>
                    <a:pt x="74746" y="6382"/>
                  </a:lnTo>
                  <a:cubicBezTo>
                    <a:pt x="74746" y="2858"/>
                    <a:pt x="71900" y="0"/>
                    <a:pt x="68390" y="0"/>
                  </a:cubicBezTo>
                  <a:lnTo>
                    <a:pt x="6355" y="0"/>
                  </a:lnTo>
                  <a:cubicBezTo>
                    <a:pt x="2846" y="0"/>
                    <a:pt x="0" y="2858"/>
                    <a:pt x="0" y="6382"/>
                  </a:cubicBezTo>
                  <a:lnTo>
                    <a:pt x="0" y="126683"/>
                  </a:lnTo>
                  <a:cubicBezTo>
                    <a:pt x="0" y="130207"/>
                    <a:pt x="2846" y="133064"/>
                    <a:pt x="6355" y="133064"/>
                  </a:cubicBezTo>
                  <a:lnTo>
                    <a:pt x="68390" y="133064"/>
                  </a:lnTo>
                  <a:cubicBezTo>
                    <a:pt x="71900" y="133064"/>
                    <a:pt x="74746" y="130207"/>
                    <a:pt x="74746" y="126683"/>
                  </a:cubicBezTo>
                  <a:lnTo>
                    <a:pt x="74746" y="113443"/>
                  </a:lnTo>
                  <a:cubicBezTo>
                    <a:pt x="90776" y="119063"/>
                    <a:pt x="125019" y="131159"/>
                    <a:pt x="136401" y="135731"/>
                  </a:cubicBezTo>
                  <a:cubicBezTo>
                    <a:pt x="151673" y="141923"/>
                    <a:pt x="173774" y="147733"/>
                    <a:pt x="191038" y="147733"/>
                  </a:cubicBezTo>
                  <a:cubicBezTo>
                    <a:pt x="192176" y="147733"/>
                    <a:pt x="193314" y="147733"/>
                    <a:pt x="194357" y="147733"/>
                  </a:cubicBezTo>
                  <a:cubicBezTo>
                    <a:pt x="198436" y="147542"/>
                    <a:pt x="208017" y="147161"/>
                    <a:pt x="220253" y="141827"/>
                  </a:cubicBezTo>
                  <a:cubicBezTo>
                    <a:pt x="264929" y="122301"/>
                    <a:pt x="352765" y="73152"/>
                    <a:pt x="353619" y="72676"/>
                  </a:cubicBezTo>
                  <a:cubicBezTo>
                    <a:pt x="355136" y="71819"/>
                    <a:pt x="356180" y="70485"/>
                    <a:pt x="356654" y="68771"/>
                  </a:cubicBezTo>
                  <a:cubicBezTo>
                    <a:pt x="357128" y="67151"/>
                    <a:pt x="356939" y="65342"/>
                    <a:pt x="356085" y="63913"/>
                  </a:cubicBezTo>
                  <a:close/>
                  <a:moveTo>
                    <a:pt x="61940" y="120301"/>
                  </a:moveTo>
                  <a:lnTo>
                    <a:pt x="12711" y="120301"/>
                  </a:lnTo>
                  <a:lnTo>
                    <a:pt x="12711" y="12859"/>
                  </a:lnTo>
                  <a:lnTo>
                    <a:pt x="61940" y="12859"/>
                  </a:lnTo>
                  <a:lnTo>
                    <a:pt x="61940" y="120301"/>
                  </a:lnTo>
                  <a:close/>
                  <a:moveTo>
                    <a:pt x="215036" y="130112"/>
                  </a:moveTo>
                  <a:cubicBezTo>
                    <a:pt x="204981" y="134493"/>
                    <a:pt x="197393" y="134779"/>
                    <a:pt x="192935" y="134969"/>
                  </a:cubicBezTo>
                  <a:cubicBezTo>
                    <a:pt x="178137" y="135636"/>
                    <a:pt x="155657" y="129731"/>
                    <a:pt x="141144" y="123920"/>
                  </a:cubicBezTo>
                  <a:cubicBezTo>
                    <a:pt x="128149" y="118681"/>
                    <a:pt x="88025" y="104585"/>
                    <a:pt x="74746" y="99917"/>
                  </a:cubicBezTo>
                  <a:lnTo>
                    <a:pt x="74746" y="28670"/>
                  </a:lnTo>
                  <a:lnTo>
                    <a:pt x="105858" y="28670"/>
                  </a:lnTo>
                  <a:cubicBezTo>
                    <a:pt x="107281" y="28670"/>
                    <a:pt x="108893" y="28670"/>
                    <a:pt x="110601" y="28575"/>
                  </a:cubicBezTo>
                  <a:cubicBezTo>
                    <a:pt x="123027" y="28004"/>
                    <a:pt x="141523" y="27432"/>
                    <a:pt x="174153" y="54388"/>
                  </a:cubicBezTo>
                  <a:cubicBezTo>
                    <a:pt x="174817" y="57245"/>
                    <a:pt x="177189" y="59436"/>
                    <a:pt x="180319" y="59436"/>
                  </a:cubicBezTo>
                  <a:lnTo>
                    <a:pt x="230213" y="59436"/>
                  </a:lnTo>
                  <a:cubicBezTo>
                    <a:pt x="234481" y="59436"/>
                    <a:pt x="237896" y="62960"/>
                    <a:pt x="237896" y="67151"/>
                  </a:cubicBezTo>
                  <a:cubicBezTo>
                    <a:pt x="237896" y="71342"/>
                    <a:pt x="234386" y="74867"/>
                    <a:pt x="230213" y="74867"/>
                  </a:cubicBezTo>
                  <a:lnTo>
                    <a:pt x="142377" y="74867"/>
                  </a:lnTo>
                  <a:cubicBezTo>
                    <a:pt x="138867" y="74867"/>
                    <a:pt x="136022" y="77724"/>
                    <a:pt x="136022" y="81248"/>
                  </a:cubicBezTo>
                  <a:cubicBezTo>
                    <a:pt x="136022" y="84773"/>
                    <a:pt x="138867" y="87630"/>
                    <a:pt x="142377" y="87630"/>
                  </a:cubicBezTo>
                  <a:lnTo>
                    <a:pt x="230213" y="87630"/>
                  </a:lnTo>
                  <a:cubicBezTo>
                    <a:pt x="238465" y="87630"/>
                    <a:pt x="245579" y="82677"/>
                    <a:pt x="248804" y="75533"/>
                  </a:cubicBezTo>
                  <a:lnTo>
                    <a:pt x="249184" y="76581"/>
                  </a:lnTo>
                  <a:cubicBezTo>
                    <a:pt x="249184" y="76581"/>
                    <a:pt x="285892" y="64675"/>
                    <a:pt x="295473" y="61627"/>
                  </a:cubicBezTo>
                  <a:cubicBezTo>
                    <a:pt x="297559" y="60960"/>
                    <a:pt x="299457" y="60293"/>
                    <a:pt x="301354" y="59627"/>
                  </a:cubicBezTo>
                  <a:cubicBezTo>
                    <a:pt x="307804" y="57341"/>
                    <a:pt x="312926" y="55531"/>
                    <a:pt x="321653" y="55817"/>
                  </a:cubicBezTo>
                  <a:cubicBezTo>
                    <a:pt x="330759" y="56102"/>
                    <a:pt x="337209" y="61055"/>
                    <a:pt x="341003" y="64960"/>
                  </a:cubicBezTo>
                  <a:cubicBezTo>
                    <a:pt x="319850" y="76676"/>
                    <a:pt x="252314" y="113729"/>
                    <a:pt x="215226" y="12992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43B809A5-C746-74C4-D5E3-2FEEF0256887}"/>
                </a:ext>
              </a:extLst>
            </p:cNvPr>
            <p:cNvSpPr/>
            <p:nvPr/>
          </p:nvSpPr>
          <p:spPr>
            <a:xfrm>
              <a:off x="8250579" y="4404733"/>
              <a:ext cx="110779" cy="160186"/>
            </a:xfrm>
            <a:custGeom>
              <a:avLst/>
              <a:gdLst>
                <a:gd name="connsiteX0" fmla="*/ 52526 w 110779"/>
                <a:gd name="connsiteY0" fmla="*/ 160187 h 160186"/>
                <a:gd name="connsiteX1" fmla="*/ 58217 w 110779"/>
                <a:gd name="connsiteY1" fmla="*/ 160187 h 160186"/>
                <a:gd name="connsiteX2" fmla="*/ 105455 w 110779"/>
                <a:gd name="connsiteY2" fmla="*/ 130945 h 160186"/>
                <a:gd name="connsiteX3" fmla="*/ 105645 w 110779"/>
                <a:gd name="connsiteY3" fmla="*/ 78748 h 160186"/>
                <a:gd name="connsiteX4" fmla="*/ 60778 w 110779"/>
                <a:gd name="connsiteY4" fmla="*/ 2643 h 160186"/>
                <a:gd name="connsiteX5" fmla="*/ 49965 w 110779"/>
                <a:gd name="connsiteY5" fmla="*/ 2643 h 160186"/>
                <a:gd name="connsiteX6" fmla="*/ 5099 w 110779"/>
                <a:gd name="connsiteY6" fmla="*/ 78748 h 160186"/>
                <a:gd name="connsiteX7" fmla="*/ 5288 w 110779"/>
                <a:gd name="connsiteY7" fmla="*/ 130945 h 160186"/>
                <a:gd name="connsiteX8" fmla="*/ 52526 w 110779"/>
                <a:gd name="connsiteY8" fmla="*/ 160187 h 160186"/>
                <a:gd name="connsiteX9" fmla="*/ 17240 w 110779"/>
                <a:gd name="connsiteY9" fmla="*/ 82939 h 160186"/>
                <a:gd name="connsiteX10" fmla="*/ 55372 w 110779"/>
                <a:gd name="connsiteY10" fmla="*/ 17693 h 160186"/>
                <a:gd name="connsiteX11" fmla="*/ 93503 w 110779"/>
                <a:gd name="connsiteY11" fmla="*/ 82939 h 160186"/>
                <a:gd name="connsiteX12" fmla="*/ 93693 w 110779"/>
                <a:gd name="connsiteY12" fmla="*/ 125706 h 160186"/>
                <a:gd name="connsiteX13" fmla="*/ 58217 w 110779"/>
                <a:gd name="connsiteY13" fmla="*/ 147423 h 160186"/>
                <a:gd name="connsiteX14" fmla="*/ 52526 w 110779"/>
                <a:gd name="connsiteY14" fmla="*/ 147423 h 160186"/>
                <a:gd name="connsiteX15" fmla="*/ 17050 w 110779"/>
                <a:gd name="connsiteY15" fmla="*/ 125706 h 160186"/>
                <a:gd name="connsiteX16" fmla="*/ 17240 w 110779"/>
                <a:gd name="connsiteY16" fmla="*/ 82939 h 16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79" h="160186">
                  <a:moveTo>
                    <a:pt x="52526" y="160187"/>
                  </a:moveTo>
                  <a:lnTo>
                    <a:pt x="58217" y="160187"/>
                  </a:lnTo>
                  <a:cubicBezTo>
                    <a:pt x="81741" y="160187"/>
                    <a:pt x="98910" y="145518"/>
                    <a:pt x="105455" y="130945"/>
                  </a:cubicBezTo>
                  <a:cubicBezTo>
                    <a:pt x="112474" y="115229"/>
                    <a:pt x="112569" y="98655"/>
                    <a:pt x="105645" y="78748"/>
                  </a:cubicBezTo>
                  <a:cubicBezTo>
                    <a:pt x="99005" y="59412"/>
                    <a:pt x="62391" y="4929"/>
                    <a:pt x="60778" y="2643"/>
                  </a:cubicBezTo>
                  <a:cubicBezTo>
                    <a:pt x="58407" y="-881"/>
                    <a:pt x="52336" y="-881"/>
                    <a:pt x="49965" y="2643"/>
                  </a:cubicBezTo>
                  <a:cubicBezTo>
                    <a:pt x="48447" y="4929"/>
                    <a:pt x="11739" y="59412"/>
                    <a:pt x="5099" y="78748"/>
                  </a:cubicBezTo>
                  <a:cubicBezTo>
                    <a:pt x="-1731" y="98655"/>
                    <a:pt x="-1731" y="115324"/>
                    <a:pt x="5288" y="130945"/>
                  </a:cubicBezTo>
                  <a:cubicBezTo>
                    <a:pt x="11833" y="145518"/>
                    <a:pt x="28907" y="160187"/>
                    <a:pt x="52526" y="160187"/>
                  </a:cubicBezTo>
                  <a:close/>
                  <a:moveTo>
                    <a:pt x="17240" y="82939"/>
                  </a:moveTo>
                  <a:cubicBezTo>
                    <a:pt x="21983" y="69223"/>
                    <a:pt x="44938" y="33599"/>
                    <a:pt x="55372" y="17693"/>
                  </a:cubicBezTo>
                  <a:cubicBezTo>
                    <a:pt x="65806" y="33599"/>
                    <a:pt x="88761" y="69318"/>
                    <a:pt x="93503" y="82939"/>
                  </a:cubicBezTo>
                  <a:cubicBezTo>
                    <a:pt x="99195" y="99608"/>
                    <a:pt x="99289" y="113133"/>
                    <a:pt x="93693" y="125706"/>
                  </a:cubicBezTo>
                  <a:cubicBezTo>
                    <a:pt x="88855" y="136469"/>
                    <a:pt x="76050" y="147423"/>
                    <a:pt x="58217" y="147423"/>
                  </a:cubicBezTo>
                  <a:lnTo>
                    <a:pt x="52526" y="147423"/>
                  </a:lnTo>
                  <a:cubicBezTo>
                    <a:pt x="34693" y="147423"/>
                    <a:pt x="21888" y="136565"/>
                    <a:pt x="17050" y="125706"/>
                  </a:cubicBezTo>
                  <a:cubicBezTo>
                    <a:pt x="11454" y="113228"/>
                    <a:pt x="11549" y="99608"/>
                    <a:pt x="17240" y="8293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6A932037-5176-5D5E-B266-5491F7107CA7}"/>
                </a:ext>
              </a:extLst>
            </p:cNvPr>
            <p:cNvSpPr/>
            <p:nvPr/>
          </p:nvSpPr>
          <p:spPr>
            <a:xfrm>
              <a:off x="8274931" y="4497958"/>
              <a:ext cx="37384" cy="37052"/>
            </a:xfrm>
            <a:custGeom>
              <a:avLst/>
              <a:gdLst>
                <a:gd name="connsiteX0" fmla="*/ 30640 w 37384"/>
                <a:gd name="connsiteY0" fmla="*/ 37052 h 37052"/>
                <a:gd name="connsiteX1" fmla="*/ 31020 w 37384"/>
                <a:gd name="connsiteY1" fmla="*/ 37052 h 37052"/>
                <a:gd name="connsiteX2" fmla="*/ 37375 w 37384"/>
                <a:gd name="connsiteY2" fmla="*/ 31052 h 37052"/>
                <a:gd name="connsiteX3" fmla="*/ 31399 w 37384"/>
                <a:gd name="connsiteY3" fmla="*/ 24194 h 37052"/>
                <a:gd name="connsiteX4" fmla="*/ 12808 w 37384"/>
                <a:gd name="connsiteY4" fmla="*/ 6191 h 37052"/>
                <a:gd name="connsiteX5" fmla="*/ 6263 w 37384"/>
                <a:gd name="connsiteY5" fmla="*/ 0 h 37052"/>
                <a:gd name="connsiteX6" fmla="*/ 2 w 37384"/>
                <a:gd name="connsiteY6" fmla="*/ 6572 h 37052"/>
                <a:gd name="connsiteX7" fmla="*/ 30546 w 37384"/>
                <a:gd name="connsiteY7" fmla="*/ 37052 h 37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384" h="37052">
                  <a:moveTo>
                    <a:pt x="30640" y="37052"/>
                  </a:moveTo>
                  <a:cubicBezTo>
                    <a:pt x="30640" y="37052"/>
                    <a:pt x="30925" y="37052"/>
                    <a:pt x="31020" y="37052"/>
                  </a:cubicBezTo>
                  <a:cubicBezTo>
                    <a:pt x="34340" y="37052"/>
                    <a:pt x="37185" y="34481"/>
                    <a:pt x="37375" y="31052"/>
                  </a:cubicBezTo>
                  <a:cubicBezTo>
                    <a:pt x="37565" y="27527"/>
                    <a:pt x="34909" y="24479"/>
                    <a:pt x="31399" y="24194"/>
                  </a:cubicBezTo>
                  <a:cubicBezTo>
                    <a:pt x="14041" y="23051"/>
                    <a:pt x="12903" y="7906"/>
                    <a:pt x="12808" y="6191"/>
                  </a:cubicBezTo>
                  <a:cubicBezTo>
                    <a:pt x="12713" y="2667"/>
                    <a:pt x="9772" y="0"/>
                    <a:pt x="6263" y="0"/>
                  </a:cubicBezTo>
                  <a:cubicBezTo>
                    <a:pt x="2753" y="95"/>
                    <a:pt x="-93" y="3048"/>
                    <a:pt x="2" y="6572"/>
                  </a:cubicBezTo>
                  <a:cubicBezTo>
                    <a:pt x="287" y="16478"/>
                    <a:pt x="7022" y="35528"/>
                    <a:pt x="30546" y="37052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F5AE5878-25FA-E9B6-E2BE-157693AF7950}"/>
              </a:ext>
            </a:extLst>
          </p:cNvPr>
          <p:cNvGrpSpPr/>
          <p:nvPr/>
        </p:nvGrpSpPr>
        <p:grpSpPr>
          <a:xfrm>
            <a:off x="8779040" y="5571808"/>
            <a:ext cx="483986" cy="427886"/>
            <a:chOff x="8091958" y="4404733"/>
            <a:chExt cx="356908" cy="315538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082ED813-4509-15E2-575E-5E6132063A54}"/>
                </a:ext>
              </a:extLst>
            </p:cNvPr>
            <p:cNvSpPr/>
            <p:nvPr/>
          </p:nvSpPr>
          <p:spPr>
            <a:xfrm>
              <a:off x="8091958" y="4572539"/>
              <a:ext cx="356908" cy="147732"/>
            </a:xfrm>
            <a:custGeom>
              <a:avLst/>
              <a:gdLst>
                <a:gd name="connsiteX0" fmla="*/ 356085 w 356908"/>
                <a:gd name="connsiteY0" fmla="*/ 64008 h 147732"/>
                <a:gd name="connsiteX1" fmla="*/ 322032 w 356908"/>
                <a:gd name="connsiteY1" fmla="*/ 43053 h 147732"/>
                <a:gd name="connsiteX2" fmla="*/ 296990 w 356908"/>
                <a:gd name="connsiteY2" fmla="*/ 47625 h 147732"/>
                <a:gd name="connsiteX3" fmla="*/ 291489 w 356908"/>
                <a:gd name="connsiteY3" fmla="*/ 49530 h 147732"/>
                <a:gd name="connsiteX4" fmla="*/ 250227 w 356908"/>
                <a:gd name="connsiteY4" fmla="*/ 62865 h 147732"/>
                <a:gd name="connsiteX5" fmla="*/ 230118 w 356908"/>
                <a:gd name="connsiteY5" fmla="*/ 46482 h 147732"/>
                <a:gd name="connsiteX6" fmla="*/ 184777 w 356908"/>
                <a:gd name="connsiteY6" fmla="*/ 46482 h 147732"/>
                <a:gd name="connsiteX7" fmla="*/ 110032 w 356908"/>
                <a:gd name="connsiteY7" fmla="*/ 15621 h 147732"/>
                <a:gd name="connsiteX8" fmla="*/ 105858 w 356908"/>
                <a:gd name="connsiteY8" fmla="*/ 15716 h 147732"/>
                <a:gd name="connsiteX9" fmla="*/ 74746 w 356908"/>
                <a:gd name="connsiteY9" fmla="*/ 15716 h 147732"/>
                <a:gd name="connsiteX10" fmla="*/ 74746 w 356908"/>
                <a:gd name="connsiteY10" fmla="*/ 6382 h 147732"/>
                <a:gd name="connsiteX11" fmla="*/ 68390 w 356908"/>
                <a:gd name="connsiteY11" fmla="*/ 0 h 147732"/>
                <a:gd name="connsiteX12" fmla="*/ 6355 w 356908"/>
                <a:gd name="connsiteY12" fmla="*/ 0 h 147732"/>
                <a:gd name="connsiteX13" fmla="*/ 0 w 356908"/>
                <a:gd name="connsiteY13" fmla="*/ 6382 h 147732"/>
                <a:gd name="connsiteX14" fmla="*/ 0 w 356908"/>
                <a:gd name="connsiteY14" fmla="*/ 126683 h 147732"/>
                <a:gd name="connsiteX15" fmla="*/ 6355 w 356908"/>
                <a:gd name="connsiteY15" fmla="*/ 133064 h 147732"/>
                <a:gd name="connsiteX16" fmla="*/ 68390 w 356908"/>
                <a:gd name="connsiteY16" fmla="*/ 133064 h 147732"/>
                <a:gd name="connsiteX17" fmla="*/ 74746 w 356908"/>
                <a:gd name="connsiteY17" fmla="*/ 126683 h 147732"/>
                <a:gd name="connsiteX18" fmla="*/ 74746 w 356908"/>
                <a:gd name="connsiteY18" fmla="*/ 113443 h 147732"/>
                <a:gd name="connsiteX19" fmla="*/ 136401 w 356908"/>
                <a:gd name="connsiteY19" fmla="*/ 135731 h 147732"/>
                <a:gd name="connsiteX20" fmla="*/ 191038 w 356908"/>
                <a:gd name="connsiteY20" fmla="*/ 147733 h 147732"/>
                <a:gd name="connsiteX21" fmla="*/ 194357 w 356908"/>
                <a:gd name="connsiteY21" fmla="*/ 147733 h 147732"/>
                <a:gd name="connsiteX22" fmla="*/ 220253 w 356908"/>
                <a:gd name="connsiteY22" fmla="*/ 141827 h 147732"/>
                <a:gd name="connsiteX23" fmla="*/ 353619 w 356908"/>
                <a:gd name="connsiteY23" fmla="*/ 72676 h 147732"/>
                <a:gd name="connsiteX24" fmla="*/ 356654 w 356908"/>
                <a:gd name="connsiteY24" fmla="*/ 68771 h 147732"/>
                <a:gd name="connsiteX25" fmla="*/ 356085 w 356908"/>
                <a:gd name="connsiteY25" fmla="*/ 63913 h 147732"/>
                <a:gd name="connsiteX26" fmla="*/ 61940 w 356908"/>
                <a:gd name="connsiteY26" fmla="*/ 120301 h 147732"/>
                <a:gd name="connsiteX27" fmla="*/ 12711 w 356908"/>
                <a:gd name="connsiteY27" fmla="*/ 120301 h 147732"/>
                <a:gd name="connsiteX28" fmla="*/ 12711 w 356908"/>
                <a:gd name="connsiteY28" fmla="*/ 12859 h 147732"/>
                <a:gd name="connsiteX29" fmla="*/ 61940 w 356908"/>
                <a:gd name="connsiteY29" fmla="*/ 12859 h 147732"/>
                <a:gd name="connsiteX30" fmla="*/ 61940 w 356908"/>
                <a:gd name="connsiteY30" fmla="*/ 120301 h 147732"/>
                <a:gd name="connsiteX31" fmla="*/ 215036 w 356908"/>
                <a:gd name="connsiteY31" fmla="*/ 130112 h 147732"/>
                <a:gd name="connsiteX32" fmla="*/ 192935 w 356908"/>
                <a:gd name="connsiteY32" fmla="*/ 134969 h 147732"/>
                <a:gd name="connsiteX33" fmla="*/ 141144 w 356908"/>
                <a:gd name="connsiteY33" fmla="*/ 123920 h 147732"/>
                <a:gd name="connsiteX34" fmla="*/ 74746 w 356908"/>
                <a:gd name="connsiteY34" fmla="*/ 99917 h 147732"/>
                <a:gd name="connsiteX35" fmla="*/ 74746 w 356908"/>
                <a:gd name="connsiteY35" fmla="*/ 28670 h 147732"/>
                <a:gd name="connsiteX36" fmla="*/ 105858 w 356908"/>
                <a:gd name="connsiteY36" fmla="*/ 28670 h 147732"/>
                <a:gd name="connsiteX37" fmla="*/ 110601 w 356908"/>
                <a:gd name="connsiteY37" fmla="*/ 28575 h 147732"/>
                <a:gd name="connsiteX38" fmla="*/ 174153 w 356908"/>
                <a:gd name="connsiteY38" fmla="*/ 54388 h 147732"/>
                <a:gd name="connsiteX39" fmla="*/ 180319 w 356908"/>
                <a:gd name="connsiteY39" fmla="*/ 59436 h 147732"/>
                <a:gd name="connsiteX40" fmla="*/ 230213 w 356908"/>
                <a:gd name="connsiteY40" fmla="*/ 59436 h 147732"/>
                <a:gd name="connsiteX41" fmla="*/ 237896 w 356908"/>
                <a:gd name="connsiteY41" fmla="*/ 67151 h 147732"/>
                <a:gd name="connsiteX42" fmla="*/ 230213 w 356908"/>
                <a:gd name="connsiteY42" fmla="*/ 74867 h 147732"/>
                <a:gd name="connsiteX43" fmla="*/ 142377 w 356908"/>
                <a:gd name="connsiteY43" fmla="*/ 74867 h 147732"/>
                <a:gd name="connsiteX44" fmla="*/ 136022 w 356908"/>
                <a:gd name="connsiteY44" fmla="*/ 81248 h 147732"/>
                <a:gd name="connsiteX45" fmla="*/ 142377 w 356908"/>
                <a:gd name="connsiteY45" fmla="*/ 87630 h 147732"/>
                <a:gd name="connsiteX46" fmla="*/ 230213 w 356908"/>
                <a:gd name="connsiteY46" fmla="*/ 87630 h 147732"/>
                <a:gd name="connsiteX47" fmla="*/ 248804 w 356908"/>
                <a:gd name="connsiteY47" fmla="*/ 75533 h 147732"/>
                <a:gd name="connsiteX48" fmla="*/ 249184 w 356908"/>
                <a:gd name="connsiteY48" fmla="*/ 76581 h 147732"/>
                <a:gd name="connsiteX49" fmla="*/ 295473 w 356908"/>
                <a:gd name="connsiteY49" fmla="*/ 61627 h 147732"/>
                <a:gd name="connsiteX50" fmla="*/ 301354 w 356908"/>
                <a:gd name="connsiteY50" fmla="*/ 59627 h 147732"/>
                <a:gd name="connsiteX51" fmla="*/ 321653 w 356908"/>
                <a:gd name="connsiteY51" fmla="*/ 55817 h 147732"/>
                <a:gd name="connsiteX52" fmla="*/ 341003 w 356908"/>
                <a:gd name="connsiteY52" fmla="*/ 64960 h 147732"/>
                <a:gd name="connsiteX53" fmla="*/ 215226 w 356908"/>
                <a:gd name="connsiteY53" fmla="*/ 129921 h 14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6908" h="147732">
                  <a:moveTo>
                    <a:pt x="356085" y="64008"/>
                  </a:moveTo>
                  <a:cubicBezTo>
                    <a:pt x="355611" y="63151"/>
                    <a:pt x="344607" y="43815"/>
                    <a:pt x="322032" y="43053"/>
                  </a:cubicBezTo>
                  <a:cubicBezTo>
                    <a:pt x="310744" y="42577"/>
                    <a:pt x="304104" y="45053"/>
                    <a:pt x="296990" y="47625"/>
                  </a:cubicBezTo>
                  <a:cubicBezTo>
                    <a:pt x="295283" y="48292"/>
                    <a:pt x="293481" y="48863"/>
                    <a:pt x="291489" y="49530"/>
                  </a:cubicBezTo>
                  <a:cubicBezTo>
                    <a:pt x="284090" y="51911"/>
                    <a:pt x="260566" y="59531"/>
                    <a:pt x="250227" y="62865"/>
                  </a:cubicBezTo>
                  <a:cubicBezTo>
                    <a:pt x="248235" y="53531"/>
                    <a:pt x="239983" y="46482"/>
                    <a:pt x="230118" y="46482"/>
                  </a:cubicBezTo>
                  <a:lnTo>
                    <a:pt x="184777" y="46482"/>
                  </a:lnTo>
                  <a:cubicBezTo>
                    <a:pt x="146835" y="14192"/>
                    <a:pt x="123880" y="15050"/>
                    <a:pt x="110032" y="15621"/>
                  </a:cubicBezTo>
                  <a:cubicBezTo>
                    <a:pt x="108514" y="15621"/>
                    <a:pt x="107091" y="15716"/>
                    <a:pt x="105858" y="15716"/>
                  </a:cubicBezTo>
                  <a:lnTo>
                    <a:pt x="74746" y="15716"/>
                  </a:lnTo>
                  <a:lnTo>
                    <a:pt x="74746" y="6382"/>
                  </a:lnTo>
                  <a:cubicBezTo>
                    <a:pt x="74746" y="2858"/>
                    <a:pt x="71900" y="0"/>
                    <a:pt x="68390" y="0"/>
                  </a:cubicBezTo>
                  <a:lnTo>
                    <a:pt x="6355" y="0"/>
                  </a:lnTo>
                  <a:cubicBezTo>
                    <a:pt x="2846" y="0"/>
                    <a:pt x="0" y="2858"/>
                    <a:pt x="0" y="6382"/>
                  </a:cubicBezTo>
                  <a:lnTo>
                    <a:pt x="0" y="126683"/>
                  </a:lnTo>
                  <a:cubicBezTo>
                    <a:pt x="0" y="130207"/>
                    <a:pt x="2846" y="133064"/>
                    <a:pt x="6355" y="133064"/>
                  </a:cubicBezTo>
                  <a:lnTo>
                    <a:pt x="68390" y="133064"/>
                  </a:lnTo>
                  <a:cubicBezTo>
                    <a:pt x="71900" y="133064"/>
                    <a:pt x="74746" y="130207"/>
                    <a:pt x="74746" y="126683"/>
                  </a:cubicBezTo>
                  <a:lnTo>
                    <a:pt x="74746" y="113443"/>
                  </a:lnTo>
                  <a:cubicBezTo>
                    <a:pt x="90776" y="119063"/>
                    <a:pt x="125019" y="131159"/>
                    <a:pt x="136401" y="135731"/>
                  </a:cubicBezTo>
                  <a:cubicBezTo>
                    <a:pt x="151673" y="141923"/>
                    <a:pt x="173774" y="147733"/>
                    <a:pt x="191038" y="147733"/>
                  </a:cubicBezTo>
                  <a:cubicBezTo>
                    <a:pt x="192176" y="147733"/>
                    <a:pt x="193314" y="147733"/>
                    <a:pt x="194357" y="147733"/>
                  </a:cubicBezTo>
                  <a:cubicBezTo>
                    <a:pt x="198436" y="147542"/>
                    <a:pt x="208017" y="147161"/>
                    <a:pt x="220253" y="141827"/>
                  </a:cubicBezTo>
                  <a:cubicBezTo>
                    <a:pt x="264929" y="122301"/>
                    <a:pt x="352765" y="73152"/>
                    <a:pt x="353619" y="72676"/>
                  </a:cubicBezTo>
                  <a:cubicBezTo>
                    <a:pt x="355136" y="71819"/>
                    <a:pt x="356180" y="70485"/>
                    <a:pt x="356654" y="68771"/>
                  </a:cubicBezTo>
                  <a:cubicBezTo>
                    <a:pt x="357128" y="67151"/>
                    <a:pt x="356939" y="65342"/>
                    <a:pt x="356085" y="63913"/>
                  </a:cubicBezTo>
                  <a:close/>
                  <a:moveTo>
                    <a:pt x="61940" y="120301"/>
                  </a:moveTo>
                  <a:lnTo>
                    <a:pt x="12711" y="120301"/>
                  </a:lnTo>
                  <a:lnTo>
                    <a:pt x="12711" y="12859"/>
                  </a:lnTo>
                  <a:lnTo>
                    <a:pt x="61940" y="12859"/>
                  </a:lnTo>
                  <a:lnTo>
                    <a:pt x="61940" y="120301"/>
                  </a:lnTo>
                  <a:close/>
                  <a:moveTo>
                    <a:pt x="215036" y="130112"/>
                  </a:moveTo>
                  <a:cubicBezTo>
                    <a:pt x="204981" y="134493"/>
                    <a:pt x="197393" y="134779"/>
                    <a:pt x="192935" y="134969"/>
                  </a:cubicBezTo>
                  <a:cubicBezTo>
                    <a:pt x="178137" y="135636"/>
                    <a:pt x="155657" y="129731"/>
                    <a:pt x="141144" y="123920"/>
                  </a:cubicBezTo>
                  <a:cubicBezTo>
                    <a:pt x="128149" y="118681"/>
                    <a:pt x="88025" y="104585"/>
                    <a:pt x="74746" y="99917"/>
                  </a:cubicBezTo>
                  <a:lnTo>
                    <a:pt x="74746" y="28670"/>
                  </a:lnTo>
                  <a:lnTo>
                    <a:pt x="105858" y="28670"/>
                  </a:lnTo>
                  <a:cubicBezTo>
                    <a:pt x="107281" y="28670"/>
                    <a:pt x="108893" y="28670"/>
                    <a:pt x="110601" y="28575"/>
                  </a:cubicBezTo>
                  <a:cubicBezTo>
                    <a:pt x="123027" y="28004"/>
                    <a:pt x="141523" y="27432"/>
                    <a:pt x="174153" y="54388"/>
                  </a:cubicBezTo>
                  <a:cubicBezTo>
                    <a:pt x="174817" y="57245"/>
                    <a:pt x="177189" y="59436"/>
                    <a:pt x="180319" y="59436"/>
                  </a:cubicBezTo>
                  <a:lnTo>
                    <a:pt x="230213" y="59436"/>
                  </a:lnTo>
                  <a:cubicBezTo>
                    <a:pt x="234481" y="59436"/>
                    <a:pt x="237896" y="62960"/>
                    <a:pt x="237896" y="67151"/>
                  </a:cubicBezTo>
                  <a:cubicBezTo>
                    <a:pt x="237896" y="71342"/>
                    <a:pt x="234386" y="74867"/>
                    <a:pt x="230213" y="74867"/>
                  </a:cubicBezTo>
                  <a:lnTo>
                    <a:pt x="142377" y="74867"/>
                  </a:lnTo>
                  <a:cubicBezTo>
                    <a:pt x="138867" y="74867"/>
                    <a:pt x="136022" y="77724"/>
                    <a:pt x="136022" y="81248"/>
                  </a:cubicBezTo>
                  <a:cubicBezTo>
                    <a:pt x="136022" y="84773"/>
                    <a:pt x="138867" y="87630"/>
                    <a:pt x="142377" y="87630"/>
                  </a:cubicBezTo>
                  <a:lnTo>
                    <a:pt x="230213" y="87630"/>
                  </a:lnTo>
                  <a:cubicBezTo>
                    <a:pt x="238465" y="87630"/>
                    <a:pt x="245579" y="82677"/>
                    <a:pt x="248804" y="75533"/>
                  </a:cubicBezTo>
                  <a:lnTo>
                    <a:pt x="249184" y="76581"/>
                  </a:lnTo>
                  <a:cubicBezTo>
                    <a:pt x="249184" y="76581"/>
                    <a:pt x="285892" y="64675"/>
                    <a:pt x="295473" y="61627"/>
                  </a:cubicBezTo>
                  <a:cubicBezTo>
                    <a:pt x="297559" y="60960"/>
                    <a:pt x="299457" y="60293"/>
                    <a:pt x="301354" y="59627"/>
                  </a:cubicBezTo>
                  <a:cubicBezTo>
                    <a:pt x="307804" y="57341"/>
                    <a:pt x="312926" y="55531"/>
                    <a:pt x="321653" y="55817"/>
                  </a:cubicBezTo>
                  <a:cubicBezTo>
                    <a:pt x="330759" y="56102"/>
                    <a:pt x="337209" y="61055"/>
                    <a:pt x="341003" y="64960"/>
                  </a:cubicBezTo>
                  <a:cubicBezTo>
                    <a:pt x="319850" y="76676"/>
                    <a:pt x="252314" y="113729"/>
                    <a:pt x="215226" y="12992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8151DE71-01DF-8306-F4F0-326AF694B125}"/>
                </a:ext>
              </a:extLst>
            </p:cNvPr>
            <p:cNvSpPr/>
            <p:nvPr/>
          </p:nvSpPr>
          <p:spPr>
            <a:xfrm>
              <a:off x="8250579" y="4404733"/>
              <a:ext cx="110779" cy="160186"/>
            </a:xfrm>
            <a:custGeom>
              <a:avLst/>
              <a:gdLst>
                <a:gd name="connsiteX0" fmla="*/ 52526 w 110779"/>
                <a:gd name="connsiteY0" fmla="*/ 160187 h 160186"/>
                <a:gd name="connsiteX1" fmla="*/ 58217 w 110779"/>
                <a:gd name="connsiteY1" fmla="*/ 160187 h 160186"/>
                <a:gd name="connsiteX2" fmla="*/ 105455 w 110779"/>
                <a:gd name="connsiteY2" fmla="*/ 130945 h 160186"/>
                <a:gd name="connsiteX3" fmla="*/ 105645 w 110779"/>
                <a:gd name="connsiteY3" fmla="*/ 78748 h 160186"/>
                <a:gd name="connsiteX4" fmla="*/ 60778 w 110779"/>
                <a:gd name="connsiteY4" fmla="*/ 2643 h 160186"/>
                <a:gd name="connsiteX5" fmla="*/ 49965 w 110779"/>
                <a:gd name="connsiteY5" fmla="*/ 2643 h 160186"/>
                <a:gd name="connsiteX6" fmla="*/ 5099 w 110779"/>
                <a:gd name="connsiteY6" fmla="*/ 78748 h 160186"/>
                <a:gd name="connsiteX7" fmla="*/ 5288 w 110779"/>
                <a:gd name="connsiteY7" fmla="*/ 130945 h 160186"/>
                <a:gd name="connsiteX8" fmla="*/ 52526 w 110779"/>
                <a:gd name="connsiteY8" fmla="*/ 160187 h 160186"/>
                <a:gd name="connsiteX9" fmla="*/ 17240 w 110779"/>
                <a:gd name="connsiteY9" fmla="*/ 82939 h 160186"/>
                <a:gd name="connsiteX10" fmla="*/ 55372 w 110779"/>
                <a:gd name="connsiteY10" fmla="*/ 17693 h 160186"/>
                <a:gd name="connsiteX11" fmla="*/ 93503 w 110779"/>
                <a:gd name="connsiteY11" fmla="*/ 82939 h 160186"/>
                <a:gd name="connsiteX12" fmla="*/ 93693 w 110779"/>
                <a:gd name="connsiteY12" fmla="*/ 125706 h 160186"/>
                <a:gd name="connsiteX13" fmla="*/ 58217 w 110779"/>
                <a:gd name="connsiteY13" fmla="*/ 147423 h 160186"/>
                <a:gd name="connsiteX14" fmla="*/ 52526 w 110779"/>
                <a:gd name="connsiteY14" fmla="*/ 147423 h 160186"/>
                <a:gd name="connsiteX15" fmla="*/ 17050 w 110779"/>
                <a:gd name="connsiteY15" fmla="*/ 125706 h 160186"/>
                <a:gd name="connsiteX16" fmla="*/ 17240 w 110779"/>
                <a:gd name="connsiteY16" fmla="*/ 82939 h 16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79" h="160186">
                  <a:moveTo>
                    <a:pt x="52526" y="160187"/>
                  </a:moveTo>
                  <a:lnTo>
                    <a:pt x="58217" y="160187"/>
                  </a:lnTo>
                  <a:cubicBezTo>
                    <a:pt x="81741" y="160187"/>
                    <a:pt x="98910" y="145518"/>
                    <a:pt x="105455" y="130945"/>
                  </a:cubicBezTo>
                  <a:cubicBezTo>
                    <a:pt x="112474" y="115229"/>
                    <a:pt x="112569" y="98655"/>
                    <a:pt x="105645" y="78748"/>
                  </a:cubicBezTo>
                  <a:cubicBezTo>
                    <a:pt x="99005" y="59412"/>
                    <a:pt x="62391" y="4929"/>
                    <a:pt x="60778" y="2643"/>
                  </a:cubicBezTo>
                  <a:cubicBezTo>
                    <a:pt x="58407" y="-881"/>
                    <a:pt x="52336" y="-881"/>
                    <a:pt x="49965" y="2643"/>
                  </a:cubicBezTo>
                  <a:cubicBezTo>
                    <a:pt x="48447" y="4929"/>
                    <a:pt x="11739" y="59412"/>
                    <a:pt x="5099" y="78748"/>
                  </a:cubicBezTo>
                  <a:cubicBezTo>
                    <a:pt x="-1731" y="98655"/>
                    <a:pt x="-1731" y="115324"/>
                    <a:pt x="5288" y="130945"/>
                  </a:cubicBezTo>
                  <a:cubicBezTo>
                    <a:pt x="11833" y="145518"/>
                    <a:pt x="28907" y="160187"/>
                    <a:pt x="52526" y="160187"/>
                  </a:cubicBezTo>
                  <a:close/>
                  <a:moveTo>
                    <a:pt x="17240" y="82939"/>
                  </a:moveTo>
                  <a:cubicBezTo>
                    <a:pt x="21983" y="69223"/>
                    <a:pt x="44938" y="33599"/>
                    <a:pt x="55372" y="17693"/>
                  </a:cubicBezTo>
                  <a:cubicBezTo>
                    <a:pt x="65806" y="33599"/>
                    <a:pt x="88761" y="69318"/>
                    <a:pt x="93503" y="82939"/>
                  </a:cubicBezTo>
                  <a:cubicBezTo>
                    <a:pt x="99195" y="99608"/>
                    <a:pt x="99289" y="113133"/>
                    <a:pt x="93693" y="125706"/>
                  </a:cubicBezTo>
                  <a:cubicBezTo>
                    <a:pt x="88855" y="136469"/>
                    <a:pt x="76050" y="147423"/>
                    <a:pt x="58217" y="147423"/>
                  </a:cubicBezTo>
                  <a:lnTo>
                    <a:pt x="52526" y="147423"/>
                  </a:lnTo>
                  <a:cubicBezTo>
                    <a:pt x="34693" y="147423"/>
                    <a:pt x="21888" y="136565"/>
                    <a:pt x="17050" y="125706"/>
                  </a:cubicBezTo>
                  <a:cubicBezTo>
                    <a:pt x="11454" y="113228"/>
                    <a:pt x="11549" y="99608"/>
                    <a:pt x="17240" y="8293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8B17564F-0B48-1866-3870-76FEFF4DDADA}"/>
                </a:ext>
              </a:extLst>
            </p:cNvPr>
            <p:cNvSpPr/>
            <p:nvPr/>
          </p:nvSpPr>
          <p:spPr>
            <a:xfrm>
              <a:off x="8274931" y="4497958"/>
              <a:ext cx="37384" cy="37052"/>
            </a:xfrm>
            <a:custGeom>
              <a:avLst/>
              <a:gdLst>
                <a:gd name="connsiteX0" fmla="*/ 30640 w 37384"/>
                <a:gd name="connsiteY0" fmla="*/ 37052 h 37052"/>
                <a:gd name="connsiteX1" fmla="*/ 31020 w 37384"/>
                <a:gd name="connsiteY1" fmla="*/ 37052 h 37052"/>
                <a:gd name="connsiteX2" fmla="*/ 37375 w 37384"/>
                <a:gd name="connsiteY2" fmla="*/ 31052 h 37052"/>
                <a:gd name="connsiteX3" fmla="*/ 31399 w 37384"/>
                <a:gd name="connsiteY3" fmla="*/ 24194 h 37052"/>
                <a:gd name="connsiteX4" fmla="*/ 12808 w 37384"/>
                <a:gd name="connsiteY4" fmla="*/ 6191 h 37052"/>
                <a:gd name="connsiteX5" fmla="*/ 6263 w 37384"/>
                <a:gd name="connsiteY5" fmla="*/ 0 h 37052"/>
                <a:gd name="connsiteX6" fmla="*/ 2 w 37384"/>
                <a:gd name="connsiteY6" fmla="*/ 6572 h 37052"/>
                <a:gd name="connsiteX7" fmla="*/ 30546 w 37384"/>
                <a:gd name="connsiteY7" fmla="*/ 37052 h 37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384" h="37052">
                  <a:moveTo>
                    <a:pt x="30640" y="37052"/>
                  </a:moveTo>
                  <a:cubicBezTo>
                    <a:pt x="30640" y="37052"/>
                    <a:pt x="30925" y="37052"/>
                    <a:pt x="31020" y="37052"/>
                  </a:cubicBezTo>
                  <a:cubicBezTo>
                    <a:pt x="34340" y="37052"/>
                    <a:pt x="37185" y="34481"/>
                    <a:pt x="37375" y="31052"/>
                  </a:cubicBezTo>
                  <a:cubicBezTo>
                    <a:pt x="37565" y="27527"/>
                    <a:pt x="34909" y="24479"/>
                    <a:pt x="31399" y="24194"/>
                  </a:cubicBezTo>
                  <a:cubicBezTo>
                    <a:pt x="14041" y="23051"/>
                    <a:pt x="12903" y="7906"/>
                    <a:pt x="12808" y="6191"/>
                  </a:cubicBezTo>
                  <a:cubicBezTo>
                    <a:pt x="12713" y="2667"/>
                    <a:pt x="9772" y="0"/>
                    <a:pt x="6263" y="0"/>
                  </a:cubicBezTo>
                  <a:cubicBezTo>
                    <a:pt x="2753" y="95"/>
                    <a:pt x="-93" y="3048"/>
                    <a:pt x="2" y="6572"/>
                  </a:cubicBezTo>
                  <a:cubicBezTo>
                    <a:pt x="287" y="16478"/>
                    <a:pt x="7022" y="35528"/>
                    <a:pt x="30546" y="37052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7ADAAC42-C149-31A8-9762-91029245CCAD}"/>
              </a:ext>
            </a:extLst>
          </p:cNvPr>
          <p:cNvGrpSpPr/>
          <p:nvPr/>
        </p:nvGrpSpPr>
        <p:grpSpPr>
          <a:xfrm>
            <a:off x="9490240" y="5571808"/>
            <a:ext cx="483986" cy="427886"/>
            <a:chOff x="8091958" y="4404733"/>
            <a:chExt cx="356908" cy="315538"/>
          </a:xfrm>
        </p:grpSpPr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F38FFB61-3465-83B1-E75F-3D17780D6D8B}"/>
                </a:ext>
              </a:extLst>
            </p:cNvPr>
            <p:cNvSpPr/>
            <p:nvPr/>
          </p:nvSpPr>
          <p:spPr>
            <a:xfrm>
              <a:off x="8091958" y="4572539"/>
              <a:ext cx="356908" cy="147732"/>
            </a:xfrm>
            <a:custGeom>
              <a:avLst/>
              <a:gdLst>
                <a:gd name="connsiteX0" fmla="*/ 356085 w 356908"/>
                <a:gd name="connsiteY0" fmla="*/ 64008 h 147732"/>
                <a:gd name="connsiteX1" fmla="*/ 322032 w 356908"/>
                <a:gd name="connsiteY1" fmla="*/ 43053 h 147732"/>
                <a:gd name="connsiteX2" fmla="*/ 296990 w 356908"/>
                <a:gd name="connsiteY2" fmla="*/ 47625 h 147732"/>
                <a:gd name="connsiteX3" fmla="*/ 291489 w 356908"/>
                <a:gd name="connsiteY3" fmla="*/ 49530 h 147732"/>
                <a:gd name="connsiteX4" fmla="*/ 250227 w 356908"/>
                <a:gd name="connsiteY4" fmla="*/ 62865 h 147732"/>
                <a:gd name="connsiteX5" fmla="*/ 230118 w 356908"/>
                <a:gd name="connsiteY5" fmla="*/ 46482 h 147732"/>
                <a:gd name="connsiteX6" fmla="*/ 184777 w 356908"/>
                <a:gd name="connsiteY6" fmla="*/ 46482 h 147732"/>
                <a:gd name="connsiteX7" fmla="*/ 110032 w 356908"/>
                <a:gd name="connsiteY7" fmla="*/ 15621 h 147732"/>
                <a:gd name="connsiteX8" fmla="*/ 105858 w 356908"/>
                <a:gd name="connsiteY8" fmla="*/ 15716 h 147732"/>
                <a:gd name="connsiteX9" fmla="*/ 74746 w 356908"/>
                <a:gd name="connsiteY9" fmla="*/ 15716 h 147732"/>
                <a:gd name="connsiteX10" fmla="*/ 74746 w 356908"/>
                <a:gd name="connsiteY10" fmla="*/ 6382 h 147732"/>
                <a:gd name="connsiteX11" fmla="*/ 68390 w 356908"/>
                <a:gd name="connsiteY11" fmla="*/ 0 h 147732"/>
                <a:gd name="connsiteX12" fmla="*/ 6355 w 356908"/>
                <a:gd name="connsiteY12" fmla="*/ 0 h 147732"/>
                <a:gd name="connsiteX13" fmla="*/ 0 w 356908"/>
                <a:gd name="connsiteY13" fmla="*/ 6382 h 147732"/>
                <a:gd name="connsiteX14" fmla="*/ 0 w 356908"/>
                <a:gd name="connsiteY14" fmla="*/ 126683 h 147732"/>
                <a:gd name="connsiteX15" fmla="*/ 6355 w 356908"/>
                <a:gd name="connsiteY15" fmla="*/ 133064 h 147732"/>
                <a:gd name="connsiteX16" fmla="*/ 68390 w 356908"/>
                <a:gd name="connsiteY16" fmla="*/ 133064 h 147732"/>
                <a:gd name="connsiteX17" fmla="*/ 74746 w 356908"/>
                <a:gd name="connsiteY17" fmla="*/ 126683 h 147732"/>
                <a:gd name="connsiteX18" fmla="*/ 74746 w 356908"/>
                <a:gd name="connsiteY18" fmla="*/ 113443 h 147732"/>
                <a:gd name="connsiteX19" fmla="*/ 136401 w 356908"/>
                <a:gd name="connsiteY19" fmla="*/ 135731 h 147732"/>
                <a:gd name="connsiteX20" fmla="*/ 191038 w 356908"/>
                <a:gd name="connsiteY20" fmla="*/ 147733 h 147732"/>
                <a:gd name="connsiteX21" fmla="*/ 194357 w 356908"/>
                <a:gd name="connsiteY21" fmla="*/ 147733 h 147732"/>
                <a:gd name="connsiteX22" fmla="*/ 220253 w 356908"/>
                <a:gd name="connsiteY22" fmla="*/ 141827 h 147732"/>
                <a:gd name="connsiteX23" fmla="*/ 353619 w 356908"/>
                <a:gd name="connsiteY23" fmla="*/ 72676 h 147732"/>
                <a:gd name="connsiteX24" fmla="*/ 356654 w 356908"/>
                <a:gd name="connsiteY24" fmla="*/ 68771 h 147732"/>
                <a:gd name="connsiteX25" fmla="*/ 356085 w 356908"/>
                <a:gd name="connsiteY25" fmla="*/ 63913 h 147732"/>
                <a:gd name="connsiteX26" fmla="*/ 61940 w 356908"/>
                <a:gd name="connsiteY26" fmla="*/ 120301 h 147732"/>
                <a:gd name="connsiteX27" fmla="*/ 12711 w 356908"/>
                <a:gd name="connsiteY27" fmla="*/ 120301 h 147732"/>
                <a:gd name="connsiteX28" fmla="*/ 12711 w 356908"/>
                <a:gd name="connsiteY28" fmla="*/ 12859 h 147732"/>
                <a:gd name="connsiteX29" fmla="*/ 61940 w 356908"/>
                <a:gd name="connsiteY29" fmla="*/ 12859 h 147732"/>
                <a:gd name="connsiteX30" fmla="*/ 61940 w 356908"/>
                <a:gd name="connsiteY30" fmla="*/ 120301 h 147732"/>
                <a:gd name="connsiteX31" fmla="*/ 215036 w 356908"/>
                <a:gd name="connsiteY31" fmla="*/ 130112 h 147732"/>
                <a:gd name="connsiteX32" fmla="*/ 192935 w 356908"/>
                <a:gd name="connsiteY32" fmla="*/ 134969 h 147732"/>
                <a:gd name="connsiteX33" fmla="*/ 141144 w 356908"/>
                <a:gd name="connsiteY33" fmla="*/ 123920 h 147732"/>
                <a:gd name="connsiteX34" fmla="*/ 74746 w 356908"/>
                <a:gd name="connsiteY34" fmla="*/ 99917 h 147732"/>
                <a:gd name="connsiteX35" fmla="*/ 74746 w 356908"/>
                <a:gd name="connsiteY35" fmla="*/ 28670 h 147732"/>
                <a:gd name="connsiteX36" fmla="*/ 105858 w 356908"/>
                <a:gd name="connsiteY36" fmla="*/ 28670 h 147732"/>
                <a:gd name="connsiteX37" fmla="*/ 110601 w 356908"/>
                <a:gd name="connsiteY37" fmla="*/ 28575 h 147732"/>
                <a:gd name="connsiteX38" fmla="*/ 174153 w 356908"/>
                <a:gd name="connsiteY38" fmla="*/ 54388 h 147732"/>
                <a:gd name="connsiteX39" fmla="*/ 180319 w 356908"/>
                <a:gd name="connsiteY39" fmla="*/ 59436 h 147732"/>
                <a:gd name="connsiteX40" fmla="*/ 230213 w 356908"/>
                <a:gd name="connsiteY40" fmla="*/ 59436 h 147732"/>
                <a:gd name="connsiteX41" fmla="*/ 237896 w 356908"/>
                <a:gd name="connsiteY41" fmla="*/ 67151 h 147732"/>
                <a:gd name="connsiteX42" fmla="*/ 230213 w 356908"/>
                <a:gd name="connsiteY42" fmla="*/ 74867 h 147732"/>
                <a:gd name="connsiteX43" fmla="*/ 142377 w 356908"/>
                <a:gd name="connsiteY43" fmla="*/ 74867 h 147732"/>
                <a:gd name="connsiteX44" fmla="*/ 136022 w 356908"/>
                <a:gd name="connsiteY44" fmla="*/ 81248 h 147732"/>
                <a:gd name="connsiteX45" fmla="*/ 142377 w 356908"/>
                <a:gd name="connsiteY45" fmla="*/ 87630 h 147732"/>
                <a:gd name="connsiteX46" fmla="*/ 230213 w 356908"/>
                <a:gd name="connsiteY46" fmla="*/ 87630 h 147732"/>
                <a:gd name="connsiteX47" fmla="*/ 248804 w 356908"/>
                <a:gd name="connsiteY47" fmla="*/ 75533 h 147732"/>
                <a:gd name="connsiteX48" fmla="*/ 249184 w 356908"/>
                <a:gd name="connsiteY48" fmla="*/ 76581 h 147732"/>
                <a:gd name="connsiteX49" fmla="*/ 295473 w 356908"/>
                <a:gd name="connsiteY49" fmla="*/ 61627 h 147732"/>
                <a:gd name="connsiteX50" fmla="*/ 301354 w 356908"/>
                <a:gd name="connsiteY50" fmla="*/ 59627 h 147732"/>
                <a:gd name="connsiteX51" fmla="*/ 321653 w 356908"/>
                <a:gd name="connsiteY51" fmla="*/ 55817 h 147732"/>
                <a:gd name="connsiteX52" fmla="*/ 341003 w 356908"/>
                <a:gd name="connsiteY52" fmla="*/ 64960 h 147732"/>
                <a:gd name="connsiteX53" fmla="*/ 215226 w 356908"/>
                <a:gd name="connsiteY53" fmla="*/ 129921 h 14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6908" h="147732">
                  <a:moveTo>
                    <a:pt x="356085" y="64008"/>
                  </a:moveTo>
                  <a:cubicBezTo>
                    <a:pt x="355611" y="63151"/>
                    <a:pt x="344607" y="43815"/>
                    <a:pt x="322032" y="43053"/>
                  </a:cubicBezTo>
                  <a:cubicBezTo>
                    <a:pt x="310744" y="42577"/>
                    <a:pt x="304104" y="45053"/>
                    <a:pt x="296990" y="47625"/>
                  </a:cubicBezTo>
                  <a:cubicBezTo>
                    <a:pt x="295283" y="48292"/>
                    <a:pt x="293481" y="48863"/>
                    <a:pt x="291489" y="49530"/>
                  </a:cubicBezTo>
                  <a:cubicBezTo>
                    <a:pt x="284090" y="51911"/>
                    <a:pt x="260566" y="59531"/>
                    <a:pt x="250227" y="62865"/>
                  </a:cubicBezTo>
                  <a:cubicBezTo>
                    <a:pt x="248235" y="53531"/>
                    <a:pt x="239983" y="46482"/>
                    <a:pt x="230118" y="46482"/>
                  </a:cubicBezTo>
                  <a:lnTo>
                    <a:pt x="184777" y="46482"/>
                  </a:lnTo>
                  <a:cubicBezTo>
                    <a:pt x="146835" y="14192"/>
                    <a:pt x="123880" y="15050"/>
                    <a:pt x="110032" y="15621"/>
                  </a:cubicBezTo>
                  <a:cubicBezTo>
                    <a:pt x="108514" y="15621"/>
                    <a:pt x="107091" y="15716"/>
                    <a:pt x="105858" y="15716"/>
                  </a:cubicBezTo>
                  <a:lnTo>
                    <a:pt x="74746" y="15716"/>
                  </a:lnTo>
                  <a:lnTo>
                    <a:pt x="74746" y="6382"/>
                  </a:lnTo>
                  <a:cubicBezTo>
                    <a:pt x="74746" y="2858"/>
                    <a:pt x="71900" y="0"/>
                    <a:pt x="68390" y="0"/>
                  </a:cubicBezTo>
                  <a:lnTo>
                    <a:pt x="6355" y="0"/>
                  </a:lnTo>
                  <a:cubicBezTo>
                    <a:pt x="2846" y="0"/>
                    <a:pt x="0" y="2858"/>
                    <a:pt x="0" y="6382"/>
                  </a:cubicBezTo>
                  <a:lnTo>
                    <a:pt x="0" y="126683"/>
                  </a:lnTo>
                  <a:cubicBezTo>
                    <a:pt x="0" y="130207"/>
                    <a:pt x="2846" y="133064"/>
                    <a:pt x="6355" y="133064"/>
                  </a:cubicBezTo>
                  <a:lnTo>
                    <a:pt x="68390" y="133064"/>
                  </a:lnTo>
                  <a:cubicBezTo>
                    <a:pt x="71900" y="133064"/>
                    <a:pt x="74746" y="130207"/>
                    <a:pt x="74746" y="126683"/>
                  </a:cubicBezTo>
                  <a:lnTo>
                    <a:pt x="74746" y="113443"/>
                  </a:lnTo>
                  <a:cubicBezTo>
                    <a:pt x="90776" y="119063"/>
                    <a:pt x="125019" y="131159"/>
                    <a:pt x="136401" y="135731"/>
                  </a:cubicBezTo>
                  <a:cubicBezTo>
                    <a:pt x="151673" y="141923"/>
                    <a:pt x="173774" y="147733"/>
                    <a:pt x="191038" y="147733"/>
                  </a:cubicBezTo>
                  <a:cubicBezTo>
                    <a:pt x="192176" y="147733"/>
                    <a:pt x="193314" y="147733"/>
                    <a:pt x="194357" y="147733"/>
                  </a:cubicBezTo>
                  <a:cubicBezTo>
                    <a:pt x="198436" y="147542"/>
                    <a:pt x="208017" y="147161"/>
                    <a:pt x="220253" y="141827"/>
                  </a:cubicBezTo>
                  <a:cubicBezTo>
                    <a:pt x="264929" y="122301"/>
                    <a:pt x="352765" y="73152"/>
                    <a:pt x="353619" y="72676"/>
                  </a:cubicBezTo>
                  <a:cubicBezTo>
                    <a:pt x="355136" y="71819"/>
                    <a:pt x="356180" y="70485"/>
                    <a:pt x="356654" y="68771"/>
                  </a:cubicBezTo>
                  <a:cubicBezTo>
                    <a:pt x="357128" y="67151"/>
                    <a:pt x="356939" y="65342"/>
                    <a:pt x="356085" y="63913"/>
                  </a:cubicBezTo>
                  <a:close/>
                  <a:moveTo>
                    <a:pt x="61940" y="120301"/>
                  </a:moveTo>
                  <a:lnTo>
                    <a:pt x="12711" y="120301"/>
                  </a:lnTo>
                  <a:lnTo>
                    <a:pt x="12711" y="12859"/>
                  </a:lnTo>
                  <a:lnTo>
                    <a:pt x="61940" y="12859"/>
                  </a:lnTo>
                  <a:lnTo>
                    <a:pt x="61940" y="120301"/>
                  </a:lnTo>
                  <a:close/>
                  <a:moveTo>
                    <a:pt x="215036" y="130112"/>
                  </a:moveTo>
                  <a:cubicBezTo>
                    <a:pt x="204981" y="134493"/>
                    <a:pt x="197393" y="134779"/>
                    <a:pt x="192935" y="134969"/>
                  </a:cubicBezTo>
                  <a:cubicBezTo>
                    <a:pt x="178137" y="135636"/>
                    <a:pt x="155657" y="129731"/>
                    <a:pt x="141144" y="123920"/>
                  </a:cubicBezTo>
                  <a:cubicBezTo>
                    <a:pt x="128149" y="118681"/>
                    <a:pt x="88025" y="104585"/>
                    <a:pt x="74746" y="99917"/>
                  </a:cubicBezTo>
                  <a:lnTo>
                    <a:pt x="74746" y="28670"/>
                  </a:lnTo>
                  <a:lnTo>
                    <a:pt x="105858" y="28670"/>
                  </a:lnTo>
                  <a:cubicBezTo>
                    <a:pt x="107281" y="28670"/>
                    <a:pt x="108893" y="28670"/>
                    <a:pt x="110601" y="28575"/>
                  </a:cubicBezTo>
                  <a:cubicBezTo>
                    <a:pt x="123027" y="28004"/>
                    <a:pt x="141523" y="27432"/>
                    <a:pt x="174153" y="54388"/>
                  </a:cubicBezTo>
                  <a:cubicBezTo>
                    <a:pt x="174817" y="57245"/>
                    <a:pt x="177189" y="59436"/>
                    <a:pt x="180319" y="59436"/>
                  </a:cubicBezTo>
                  <a:lnTo>
                    <a:pt x="230213" y="59436"/>
                  </a:lnTo>
                  <a:cubicBezTo>
                    <a:pt x="234481" y="59436"/>
                    <a:pt x="237896" y="62960"/>
                    <a:pt x="237896" y="67151"/>
                  </a:cubicBezTo>
                  <a:cubicBezTo>
                    <a:pt x="237896" y="71342"/>
                    <a:pt x="234386" y="74867"/>
                    <a:pt x="230213" y="74867"/>
                  </a:cubicBezTo>
                  <a:lnTo>
                    <a:pt x="142377" y="74867"/>
                  </a:lnTo>
                  <a:cubicBezTo>
                    <a:pt x="138867" y="74867"/>
                    <a:pt x="136022" y="77724"/>
                    <a:pt x="136022" y="81248"/>
                  </a:cubicBezTo>
                  <a:cubicBezTo>
                    <a:pt x="136022" y="84773"/>
                    <a:pt x="138867" y="87630"/>
                    <a:pt x="142377" y="87630"/>
                  </a:cubicBezTo>
                  <a:lnTo>
                    <a:pt x="230213" y="87630"/>
                  </a:lnTo>
                  <a:cubicBezTo>
                    <a:pt x="238465" y="87630"/>
                    <a:pt x="245579" y="82677"/>
                    <a:pt x="248804" y="75533"/>
                  </a:cubicBezTo>
                  <a:lnTo>
                    <a:pt x="249184" y="76581"/>
                  </a:lnTo>
                  <a:cubicBezTo>
                    <a:pt x="249184" y="76581"/>
                    <a:pt x="285892" y="64675"/>
                    <a:pt x="295473" y="61627"/>
                  </a:cubicBezTo>
                  <a:cubicBezTo>
                    <a:pt x="297559" y="60960"/>
                    <a:pt x="299457" y="60293"/>
                    <a:pt x="301354" y="59627"/>
                  </a:cubicBezTo>
                  <a:cubicBezTo>
                    <a:pt x="307804" y="57341"/>
                    <a:pt x="312926" y="55531"/>
                    <a:pt x="321653" y="55817"/>
                  </a:cubicBezTo>
                  <a:cubicBezTo>
                    <a:pt x="330759" y="56102"/>
                    <a:pt x="337209" y="61055"/>
                    <a:pt x="341003" y="64960"/>
                  </a:cubicBezTo>
                  <a:cubicBezTo>
                    <a:pt x="319850" y="76676"/>
                    <a:pt x="252314" y="113729"/>
                    <a:pt x="215226" y="129921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7F6689AF-88E4-F554-A0E1-FB56ED230694}"/>
                </a:ext>
              </a:extLst>
            </p:cNvPr>
            <p:cNvSpPr/>
            <p:nvPr/>
          </p:nvSpPr>
          <p:spPr>
            <a:xfrm>
              <a:off x="8250579" y="4404733"/>
              <a:ext cx="110779" cy="160186"/>
            </a:xfrm>
            <a:custGeom>
              <a:avLst/>
              <a:gdLst>
                <a:gd name="connsiteX0" fmla="*/ 52526 w 110779"/>
                <a:gd name="connsiteY0" fmla="*/ 160187 h 160186"/>
                <a:gd name="connsiteX1" fmla="*/ 58217 w 110779"/>
                <a:gd name="connsiteY1" fmla="*/ 160187 h 160186"/>
                <a:gd name="connsiteX2" fmla="*/ 105455 w 110779"/>
                <a:gd name="connsiteY2" fmla="*/ 130945 h 160186"/>
                <a:gd name="connsiteX3" fmla="*/ 105645 w 110779"/>
                <a:gd name="connsiteY3" fmla="*/ 78748 h 160186"/>
                <a:gd name="connsiteX4" fmla="*/ 60778 w 110779"/>
                <a:gd name="connsiteY4" fmla="*/ 2643 h 160186"/>
                <a:gd name="connsiteX5" fmla="*/ 49965 w 110779"/>
                <a:gd name="connsiteY5" fmla="*/ 2643 h 160186"/>
                <a:gd name="connsiteX6" fmla="*/ 5099 w 110779"/>
                <a:gd name="connsiteY6" fmla="*/ 78748 h 160186"/>
                <a:gd name="connsiteX7" fmla="*/ 5288 w 110779"/>
                <a:gd name="connsiteY7" fmla="*/ 130945 h 160186"/>
                <a:gd name="connsiteX8" fmla="*/ 52526 w 110779"/>
                <a:gd name="connsiteY8" fmla="*/ 160187 h 160186"/>
                <a:gd name="connsiteX9" fmla="*/ 17240 w 110779"/>
                <a:gd name="connsiteY9" fmla="*/ 82939 h 160186"/>
                <a:gd name="connsiteX10" fmla="*/ 55372 w 110779"/>
                <a:gd name="connsiteY10" fmla="*/ 17693 h 160186"/>
                <a:gd name="connsiteX11" fmla="*/ 93503 w 110779"/>
                <a:gd name="connsiteY11" fmla="*/ 82939 h 160186"/>
                <a:gd name="connsiteX12" fmla="*/ 93693 w 110779"/>
                <a:gd name="connsiteY12" fmla="*/ 125706 h 160186"/>
                <a:gd name="connsiteX13" fmla="*/ 58217 w 110779"/>
                <a:gd name="connsiteY13" fmla="*/ 147423 h 160186"/>
                <a:gd name="connsiteX14" fmla="*/ 52526 w 110779"/>
                <a:gd name="connsiteY14" fmla="*/ 147423 h 160186"/>
                <a:gd name="connsiteX15" fmla="*/ 17050 w 110779"/>
                <a:gd name="connsiteY15" fmla="*/ 125706 h 160186"/>
                <a:gd name="connsiteX16" fmla="*/ 17240 w 110779"/>
                <a:gd name="connsiteY16" fmla="*/ 82939 h 16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79" h="160186">
                  <a:moveTo>
                    <a:pt x="52526" y="160187"/>
                  </a:moveTo>
                  <a:lnTo>
                    <a:pt x="58217" y="160187"/>
                  </a:lnTo>
                  <a:cubicBezTo>
                    <a:pt x="81741" y="160187"/>
                    <a:pt x="98910" y="145518"/>
                    <a:pt x="105455" y="130945"/>
                  </a:cubicBezTo>
                  <a:cubicBezTo>
                    <a:pt x="112474" y="115229"/>
                    <a:pt x="112569" y="98655"/>
                    <a:pt x="105645" y="78748"/>
                  </a:cubicBezTo>
                  <a:cubicBezTo>
                    <a:pt x="99005" y="59412"/>
                    <a:pt x="62391" y="4929"/>
                    <a:pt x="60778" y="2643"/>
                  </a:cubicBezTo>
                  <a:cubicBezTo>
                    <a:pt x="58407" y="-881"/>
                    <a:pt x="52336" y="-881"/>
                    <a:pt x="49965" y="2643"/>
                  </a:cubicBezTo>
                  <a:cubicBezTo>
                    <a:pt x="48447" y="4929"/>
                    <a:pt x="11739" y="59412"/>
                    <a:pt x="5099" y="78748"/>
                  </a:cubicBezTo>
                  <a:cubicBezTo>
                    <a:pt x="-1731" y="98655"/>
                    <a:pt x="-1731" y="115324"/>
                    <a:pt x="5288" y="130945"/>
                  </a:cubicBezTo>
                  <a:cubicBezTo>
                    <a:pt x="11833" y="145518"/>
                    <a:pt x="28907" y="160187"/>
                    <a:pt x="52526" y="160187"/>
                  </a:cubicBezTo>
                  <a:close/>
                  <a:moveTo>
                    <a:pt x="17240" y="82939"/>
                  </a:moveTo>
                  <a:cubicBezTo>
                    <a:pt x="21983" y="69223"/>
                    <a:pt x="44938" y="33599"/>
                    <a:pt x="55372" y="17693"/>
                  </a:cubicBezTo>
                  <a:cubicBezTo>
                    <a:pt x="65806" y="33599"/>
                    <a:pt x="88761" y="69318"/>
                    <a:pt x="93503" y="82939"/>
                  </a:cubicBezTo>
                  <a:cubicBezTo>
                    <a:pt x="99195" y="99608"/>
                    <a:pt x="99289" y="113133"/>
                    <a:pt x="93693" y="125706"/>
                  </a:cubicBezTo>
                  <a:cubicBezTo>
                    <a:pt x="88855" y="136469"/>
                    <a:pt x="76050" y="147423"/>
                    <a:pt x="58217" y="147423"/>
                  </a:cubicBezTo>
                  <a:lnTo>
                    <a:pt x="52526" y="147423"/>
                  </a:lnTo>
                  <a:cubicBezTo>
                    <a:pt x="34693" y="147423"/>
                    <a:pt x="21888" y="136565"/>
                    <a:pt x="17050" y="125706"/>
                  </a:cubicBezTo>
                  <a:cubicBezTo>
                    <a:pt x="11454" y="113228"/>
                    <a:pt x="11549" y="99608"/>
                    <a:pt x="17240" y="82939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0C6289B0-BA05-7879-9E73-DE43D368D506}"/>
                </a:ext>
              </a:extLst>
            </p:cNvPr>
            <p:cNvSpPr/>
            <p:nvPr/>
          </p:nvSpPr>
          <p:spPr>
            <a:xfrm>
              <a:off x="8274931" y="4497958"/>
              <a:ext cx="37384" cy="37052"/>
            </a:xfrm>
            <a:custGeom>
              <a:avLst/>
              <a:gdLst>
                <a:gd name="connsiteX0" fmla="*/ 30640 w 37384"/>
                <a:gd name="connsiteY0" fmla="*/ 37052 h 37052"/>
                <a:gd name="connsiteX1" fmla="*/ 31020 w 37384"/>
                <a:gd name="connsiteY1" fmla="*/ 37052 h 37052"/>
                <a:gd name="connsiteX2" fmla="*/ 37375 w 37384"/>
                <a:gd name="connsiteY2" fmla="*/ 31052 h 37052"/>
                <a:gd name="connsiteX3" fmla="*/ 31399 w 37384"/>
                <a:gd name="connsiteY3" fmla="*/ 24194 h 37052"/>
                <a:gd name="connsiteX4" fmla="*/ 12808 w 37384"/>
                <a:gd name="connsiteY4" fmla="*/ 6191 h 37052"/>
                <a:gd name="connsiteX5" fmla="*/ 6263 w 37384"/>
                <a:gd name="connsiteY5" fmla="*/ 0 h 37052"/>
                <a:gd name="connsiteX6" fmla="*/ 2 w 37384"/>
                <a:gd name="connsiteY6" fmla="*/ 6572 h 37052"/>
                <a:gd name="connsiteX7" fmla="*/ 30546 w 37384"/>
                <a:gd name="connsiteY7" fmla="*/ 37052 h 37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384" h="37052">
                  <a:moveTo>
                    <a:pt x="30640" y="37052"/>
                  </a:moveTo>
                  <a:cubicBezTo>
                    <a:pt x="30640" y="37052"/>
                    <a:pt x="30925" y="37052"/>
                    <a:pt x="31020" y="37052"/>
                  </a:cubicBezTo>
                  <a:cubicBezTo>
                    <a:pt x="34340" y="37052"/>
                    <a:pt x="37185" y="34481"/>
                    <a:pt x="37375" y="31052"/>
                  </a:cubicBezTo>
                  <a:cubicBezTo>
                    <a:pt x="37565" y="27527"/>
                    <a:pt x="34909" y="24479"/>
                    <a:pt x="31399" y="24194"/>
                  </a:cubicBezTo>
                  <a:cubicBezTo>
                    <a:pt x="14041" y="23051"/>
                    <a:pt x="12903" y="7906"/>
                    <a:pt x="12808" y="6191"/>
                  </a:cubicBezTo>
                  <a:cubicBezTo>
                    <a:pt x="12713" y="2667"/>
                    <a:pt x="9772" y="0"/>
                    <a:pt x="6263" y="0"/>
                  </a:cubicBezTo>
                  <a:cubicBezTo>
                    <a:pt x="2753" y="95"/>
                    <a:pt x="-93" y="3048"/>
                    <a:pt x="2" y="6572"/>
                  </a:cubicBezTo>
                  <a:cubicBezTo>
                    <a:pt x="287" y="16478"/>
                    <a:pt x="7022" y="35528"/>
                    <a:pt x="30546" y="37052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305" name="Graphic 303">
            <a:extLst>
              <a:ext uri="{FF2B5EF4-FFF2-40B4-BE49-F238E27FC236}">
                <a16:creationId xmlns:a16="http://schemas.microsoft.com/office/drawing/2014/main" id="{CAE6F6F6-82F2-FDE8-90E1-22D938891E10}"/>
              </a:ext>
            </a:extLst>
          </p:cNvPr>
          <p:cNvSpPr/>
          <p:nvPr/>
        </p:nvSpPr>
        <p:spPr>
          <a:xfrm>
            <a:off x="10433529" y="4929309"/>
            <a:ext cx="371474" cy="447345"/>
          </a:xfrm>
          <a:custGeom>
            <a:avLst/>
            <a:gdLst>
              <a:gd name="connsiteX0" fmla="*/ 270241 w 277070"/>
              <a:gd name="connsiteY0" fmla="*/ 319564 h 333660"/>
              <a:gd name="connsiteX1" fmla="*/ 250037 w 277070"/>
              <a:gd name="connsiteY1" fmla="*/ 319564 h 333660"/>
              <a:gd name="connsiteX2" fmla="*/ 249468 w 277070"/>
              <a:gd name="connsiteY2" fmla="*/ 318135 h 333660"/>
              <a:gd name="connsiteX3" fmla="*/ 249278 w 277070"/>
              <a:gd name="connsiteY3" fmla="*/ 317754 h 333660"/>
              <a:gd name="connsiteX4" fmla="*/ 168177 w 277070"/>
              <a:gd name="connsiteY4" fmla="*/ 124968 h 333660"/>
              <a:gd name="connsiteX5" fmla="*/ 186959 w 277070"/>
              <a:gd name="connsiteY5" fmla="*/ 124968 h 333660"/>
              <a:gd name="connsiteX6" fmla="*/ 193883 w 277070"/>
              <a:gd name="connsiteY6" fmla="*/ 117920 h 333660"/>
              <a:gd name="connsiteX7" fmla="*/ 186959 w 277070"/>
              <a:gd name="connsiteY7" fmla="*/ 110871 h 333660"/>
              <a:gd name="connsiteX8" fmla="*/ 162202 w 277070"/>
              <a:gd name="connsiteY8" fmla="*/ 110871 h 333660"/>
              <a:gd name="connsiteX9" fmla="*/ 158407 w 277070"/>
              <a:gd name="connsiteY9" fmla="*/ 101727 h 333660"/>
              <a:gd name="connsiteX10" fmla="*/ 144559 w 277070"/>
              <a:gd name="connsiteY10" fmla="*/ 67056 h 333660"/>
              <a:gd name="connsiteX11" fmla="*/ 138773 w 277070"/>
              <a:gd name="connsiteY11" fmla="*/ 62389 h 333660"/>
              <a:gd name="connsiteX12" fmla="*/ 131848 w 277070"/>
              <a:gd name="connsiteY12" fmla="*/ 67056 h 333660"/>
              <a:gd name="connsiteX13" fmla="*/ 117999 w 277070"/>
              <a:gd name="connsiteY13" fmla="*/ 101727 h 333660"/>
              <a:gd name="connsiteX14" fmla="*/ 114205 w 277070"/>
              <a:gd name="connsiteY14" fmla="*/ 110871 h 333660"/>
              <a:gd name="connsiteX15" fmla="*/ 90207 w 277070"/>
              <a:gd name="connsiteY15" fmla="*/ 110871 h 333660"/>
              <a:gd name="connsiteX16" fmla="*/ 83282 w 277070"/>
              <a:gd name="connsiteY16" fmla="*/ 117920 h 333660"/>
              <a:gd name="connsiteX17" fmla="*/ 90207 w 277070"/>
              <a:gd name="connsiteY17" fmla="*/ 124968 h 333660"/>
              <a:gd name="connsiteX18" fmla="*/ 108324 w 277070"/>
              <a:gd name="connsiteY18" fmla="*/ 124968 h 333660"/>
              <a:gd name="connsiteX19" fmla="*/ 29120 w 277070"/>
              <a:gd name="connsiteY19" fmla="*/ 315563 h 333660"/>
              <a:gd name="connsiteX20" fmla="*/ 27698 w 277070"/>
              <a:gd name="connsiteY20" fmla="*/ 318992 h 333660"/>
              <a:gd name="connsiteX21" fmla="*/ 27508 w 277070"/>
              <a:gd name="connsiteY21" fmla="*/ 319564 h 333660"/>
              <a:gd name="connsiteX22" fmla="*/ 6924 w 277070"/>
              <a:gd name="connsiteY22" fmla="*/ 319564 h 333660"/>
              <a:gd name="connsiteX23" fmla="*/ 0 w 277070"/>
              <a:gd name="connsiteY23" fmla="*/ 326612 h 333660"/>
              <a:gd name="connsiteX24" fmla="*/ 6924 w 277070"/>
              <a:gd name="connsiteY24" fmla="*/ 333661 h 333660"/>
              <a:gd name="connsiteX25" fmla="*/ 270146 w 277070"/>
              <a:gd name="connsiteY25" fmla="*/ 333661 h 333660"/>
              <a:gd name="connsiteX26" fmla="*/ 277071 w 277070"/>
              <a:gd name="connsiteY26" fmla="*/ 326612 h 333660"/>
              <a:gd name="connsiteX27" fmla="*/ 270146 w 277070"/>
              <a:gd name="connsiteY27" fmla="*/ 319564 h 333660"/>
              <a:gd name="connsiteX28" fmla="*/ 108704 w 277070"/>
              <a:gd name="connsiteY28" fmla="*/ 159544 h 333660"/>
              <a:gd name="connsiteX29" fmla="*/ 126726 w 277070"/>
              <a:gd name="connsiteY29" fmla="*/ 173546 h 333660"/>
              <a:gd name="connsiteX30" fmla="*/ 91440 w 277070"/>
              <a:gd name="connsiteY30" fmla="*/ 201073 h 333660"/>
              <a:gd name="connsiteX31" fmla="*/ 108704 w 277070"/>
              <a:gd name="connsiteY31" fmla="*/ 159544 h 333660"/>
              <a:gd name="connsiteX32" fmla="*/ 186010 w 277070"/>
              <a:gd name="connsiteY32" fmla="*/ 202121 h 333660"/>
              <a:gd name="connsiteX33" fmla="*/ 149017 w 277070"/>
              <a:gd name="connsiteY33" fmla="*/ 173736 h 333660"/>
              <a:gd name="connsiteX34" fmla="*/ 167893 w 277070"/>
              <a:gd name="connsiteY34" fmla="*/ 158972 h 333660"/>
              <a:gd name="connsiteX35" fmla="*/ 186010 w 277070"/>
              <a:gd name="connsiteY35" fmla="*/ 202121 h 333660"/>
              <a:gd name="connsiteX36" fmla="*/ 198341 w 277070"/>
              <a:gd name="connsiteY36" fmla="*/ 231553 h 333660"/>
              <a:gd name="connsiteX37" fmla="*/ 228695 w 277070"/>
              <a:gd name="connsiteY37" fmla="*/ 303657 h 333660"/>
              <a:gd name="connsiteX38" fmla="*/ 152147 w 277070"/>
              <a:gd name="connsiteY38" fmla="*/ 258699 h 333660"/>
              <a:gd name="connsiteX39" fmla="*/ 198436 w 277070"/>
              <a:gd name="connsiteY39" fmla="*/ 231553 h 333660"/>
              <a:gd name="connsiteX40" fmla="*/ 188476 w 277070"/>
              <a:gd name="connsiteY40" fmla="*/ 221647 h 333660"/>
              <a:gd name="connsiteX41" fmla="*/ 138678 w 277070"/>
              <a:gd name="connsiteY41" fmla="*/ 250793 h 333660"/>
              <a:gd name="connsiteX42" fmla="*/ 88310 w 277070"/>
              <a:gd name="connsiteY42" fmla="*/ 221266 h 333660"/>
              <a:gd name="connsiteX43" fmla="*/ 137919 w 277070"/>
              <a:gd name="connsiteY43" fmla="*/ 182404 h 333660"/>
              <a:gd name="connsiteX44" fmla="*/ 188382 w 277070"/>
              <a:gd name="connsiteY44" fmla="*/ 221742 h 333660"/>
              <a:gd name="connsiteX45" fmla="*/ 78919 w 277070"/>
              <a:gd name="connsiteY45" fmla="*/ 231362 h 333660"/>
              <a:gd name="connsiteX46" fmla="*/ 125398 w 277070"/>
              <a:gd name="connsiteY46" fmla="*/ 258699 h 333660"/>
              <a:gd name="connsiteX47" fmla="*/ 48945 w 277070"/>
              <a:gd name="connsiteY47" fmla="*/ 303562 h 333660"/>
              <a:gd name="connsiteX48" fmla="*/ 78919 w 277070"/>
              <a:gd name="connsiteY48" fmla="*/ 231458 h 333660"/>
              <a:gd name="connsiteX49" fmla="*/ 138773 w 277070"/>
              <a:gd name="connsiteY49" fmla="*/ 266510 h 333660"/>
              <a:gd name="connsiteX50" fmla="*/ 229169 w 277070"/>
              <a:gd name="connsiteY50" fmla="*/ 319564 h 333660"/>
              <a:gd name="connsiteX51" fmla="*/ 48186 w 277070"/>
              <a:gd name="connsiteY51" fmla="*/ 319564 h 333660"/>
              <a:gd name="connsiteX52" fmla="*/ 138773 w 277070"/>
              <a:gd name="connsiteY52" fmla="*/ 266510 h 333660"/>
              <a:gd name="connsiteX53" fmla="*/ 130805 w 277070"/>
              <a:gd name="connsiteY53" fmla="*/ 106490 h 333660"/>
              <a:gd name="connsiteX54" fmla="*/ 138867 w 277070"/>
              <a:gd name="connsiteY54" fmla="*/ 88011 h 333660"/>
              <a:gd name="connsiteX55" fmla="*/ 145792 w 277070"/>
              <a:gd name="connsiteY55" fmla="*/ 106490 h 333660"/>
              <a:gd name="connsiteX56" fmla="*/ 147689 w 277070"/>
              <a:gd name="connsiteY56" fmla="*/ 110966 h 333660"/>
              <a:gd name="connsiteX57" fmla="*/ 128908 w 277070"/>
              <a:gd name="connsiteY57" fmla="*/ 110966 h 333660"/>
              <a:gd name="connsiteX58" fmla="*/ 130805 w 277070"/>
              <a:gd name="connsiteY58" fmla="*/ 106490 h 333660"/>
              <a:gd name="connsiteX59" fmla="*/ 153570 w 277070"/>
              <a:gd name="connsiteY59" fmla="*/ 124968 h 333660"/>
              <a:gd name="connsiteX60" fmla="*/ 162296 w 277070"/>
              <a:gd name="connsiteY60" fmla="*/ 145733 h 333660"/>
              <a:gd name="connsiteX61" fmla="*/ 137634 w 277070"/>
              <a:gd name="connsiteY61" fmla="*/ 164973 h 333660"/>
              <a:gd name="connsiteX62" fmla="*/ 114015 w 277070"/>
              <a:gd name="connsiteY62" fmla="*/ 146875 h 333660"/>
              <a:gd name="connsiteX63" fmla="*/ 123121 w 277070"/>
              <a:gd name="connsiteY63" fmla="*/ 124968 h 333660"/>
              <a:gd name="connsiteX64" fmla="*/ 153665 w 277070"/>
              <a:gd name="connsiteY64" fmla="*/ 124968 h 333660"/>
              <a:gd name="connsiteX65" fmla="*/ 166186 w 277070"/>
              <a:gd name="connsiteY65" fmla="*/ 53531 h 333660"/>
              <a:gd name="connsiteX66" fmla="*/ 165047 w 277070"/>
              <a:gd name="connsiteY66" fmla="*/ 43148 h 333660"/>
              <a:gd name="connsiteX67" fmla="*/ 227082 w 277070"/>
              <a:gd name="connsiteY67" fmla="*/ 23622 h 333660"/>
              <a:gd name="connsiteX68" fmla="*/ 231635 w 277070"/>
              <a:gd name="connsiteY68" fmla="*/ 31623 h 333660"/>
              <a:gd name="connsiteX69" fmla="*/ 222434 w 277070"/>
              <a:gd name="connsiteY69" fmla="*/ 36195 h 333660"/>
              <a:gd name="connsiteX70" fmla="*/ 175386 w 277070"/>
              <a:gd name="connsiteY70" fmla="*/ 51149 h 333660"/>
              <a:gd name="connsiteX71" fmla="*/ 170833 w 277070"/>
              <a:gd name="connsiteY71" fmla="*/ 54578 h 333660"/>
              <a:gd name="connsiteX72" fmla="*/ 166280 w 277070"/>
              <a:gd name="connsiteY72" fmla="*/ 53435 h 333660"/>
              <a:gd name="connsiteX73" fmla="*/ 44107 w 277070"/>
              <a:gd name="connsiteY73" fmla="*/ 31718 h 333660"/>
              <a:gd name="connsiteX74" fmla="*/ 48660 w 277070"/>
              <a:gd name="connsiteY74" fmla="*/ 23717 h 333660"/>
              <a:gd name="connsiteX75" fmla="*/ 111834 w 277070"/>
              <a:gd name="connsiteY75" fmla="*/ 43244 h 333660"/>
              <a:gd name="connsiteX76" fmla="*/ 109557 w 277070"/>
              <a:gd name="connsiteY76" fmla="*/ 53626 h 333660"/>
              <a:gd name="connsiteX77" fmla="*/ 106142 w 277070"/>
              <a:gd name="connsiteY77" fmla="*/ 54769 h 333660"/>
              <a:gd name="connsiteX78" fmla="*/ 100356 w 277070"/>
              <a:gd name="connsiteY78" fmla="*/ 51340 h 333660"/>
              <a:gd name="connsiteX79" fmla="*/ 53308 w 277070"/>
              <a:gd name="connsiteY79" fmla="*/ 36385 h 333660"/>
              <a:gd name="connsiteX80" fmla="*/ 44107 w 277070"/>
              <a:gd name="connsiteY80" fmla="*/ 31814 h 333660"/>
              <a:gd name="connsiteX81" fmla="*/ 131658 w 277070"/>
              <a:gd name="connsiteY81" fmla="*/ 41529 h 333660"/>
              <a:gd name="connsiteX82" fmla="*/ 131658 w 277070"/>
              <a:gd name="connsiteY82" fmla="*/ 6953 h 333660"/>
              <a:gd name="connsiteX83" fmla="*/ 138678 w 277070"/>
              <a:gd name="connsiteY83" fmla="*/ 0 h 333660"/>
              <a:gd name="connsiteX84" fmla="*/ 145697 w 277070"/>
              <a:gd name="connsiteY84" fmla="*/ 6953 h 333660"/>
              <a:gd name="connsiteX85" fmla="*/ 145697 w 277070"/>
              <a:gd name="connsiteY85" fmla="*/ 41529 h 333660"/>
              <a:gd name="connsiteX86" fmla="*/ 138678 w 277070"/>
              <a:gd name="connsiteY86" fmla="*/ 48482 h 333660"/>
              <a:gd name="connsiteX87" fmla="*/ 131658 w 277070"/>
              <a:gd name="connsiteY87" fmla="*/ 41529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277070" h="333660">
                <a:moveTo>
                  <a:pt x="270241" y="319564"/>
                </a:moveTo>
                <a:lnTo>
                  <a:pt x="250037" y="319564"/>
                </a:lnTo>
                <a:cubicBezTo>
                  <a:pt x="250037" y="319564"/>
                  <a:pt x="249658" y="318611"/>
                  <a:pt x="249468" y="318135"/>
                </a:cubicBezTo>
                <a:cubicBezTo>
                  <a:pt x="249468" y="318040"/>
                  <a:pt x="249373" y="317945"/>
                  <a:pt x="249278" y="317754"/>
                </a:cubicBezTo>
                <a:cubicBezTo>
                  <a:pt x="243587" y="304229"/>
                  <a:pt x="225565" y="261366"/>
                  <a:pt x="168177" y="124968"/>
                </a:cubicBezTo>
                <a:lnTo>
                  <a:pt x="186959" y="124968"/>
                </a:lnTo>
                <a:cubicBezTo>
                  <a:pt x="190374" y="124968"/>
                  <a:pt x="193883" y="121444"/>
                  <a:pt x="193883" y="117920"/>
                </a:cubicBezTo>
                <a:cubicBezTo>
                  <a:pt x="193883" y="114395"/>
                  <a:pt x="190468" y="110871"/>
                  <a:pt x="186959" y="110871"/>
                </a:cubicBezTo>
                <a:lnTo>
                  <a:pt x="162202" y="110871"/>
                </a:lnTo>
                <a:cubicBezTo>
                  <a:pt x="160968" y="107823"/>
                  <a:pt x="159735" y="104870"/>
                  <a:pt x="158407" y="101727"/>
                </a:cubicBezTo>
                <a:lnTo>
                  <a:pt x="144559" y="67056"/>
                </a:lnTo>
                <a:cubicBezTo>
                  <a:pt x="143420" y="64770"/>
                  <a:pt x="141144" y="62389"/>
                  <a:pt x="138773" y="62389"/>
                </a:cubicBezTo>
                <a:cubicBezTo>
                  <a:pt x="135358" y="62389"/>
                  <a:pt x="132986" y="64675"/>
                  <a:pt x="131848" y="67056"/>
                </a:cubicBezTo>
                <a:lnTo>
                  <a:pt x="117999" y="101727"/>
                </a:lnTo>
                <a:cubicBezTo>
                  <a:pt x="117999" y="101727"/>
                  <a:pt x="117999" y="101727"/>
                  <a:pt x="114205" y="110871"/>
                </a:cubicBezTo>
                <a:lnTo>
                  <a:pt x="90207" y="110871"/>
                </a:lnTo>
                <a:cubicBezTo>
                  <a:pt x="85559" y="110871"/>
                  <a:pt x="83282" y="114395"/>
                  <a:pt x="83282" y="117920"/>
                </a:cubicBezTo>
                <a:cubicBezTo>
                  <a:pt x="83282" y="121444"/>
                  <a:pt x="85559" y="124968"/>
                  <a:pt x="90207" y="124968"/>
                </a:cubicBezTo>
                <a:lnTo>
                  <a:pt x="108324" y="124968"/>
                </a:lnTo>
                <a:cubicBezTo>
                  <a:pt x="97795" y="150400"/>
                  <a:pt x="75599" y="203835"/>
                  <a:pt x="29120" y="315563"/>
                </a:cubicBezTo>
                <a:cubicBezTo>
                  <a:pt x="28267" y="316611"/>
                  <a:pt x="27792" y="317754"/>
                  <a:pt x="27698" y="318992"/>
                </a:cubicBezTo>
                <a:cubicBezTo>
                  <a:pt x="27698" y="319183"/>
                  <a:pt x="27508" y="319373"/>
                  <a:pt x="27508" y="319564"/>
                </a:cubicBezTo>
                <a:lnTo>
                  <a:pt x="6924" y="319564"/>
                </a:lnTo>
                <a:cubicBezTo>
                  <a:pt x="2276" y="319564"/>
                  <a:pt x="0" y="323088"/>
                  <a:pt x="0" y="326612"/>
                </a:cubicBezTo>
                <a:cubicBezTo>
                  <a:pt x="0" y="330137"/>
                  <a:pt x="2276" y="333661"/>
                  <a:pt x="6924" y="333661"/>
                </a:cubicBezTo>
                <a:lnTo>
                  <a:pt x="270146" y="333661"/>
                </a:lnTo>
                <a:cubicBezTo>
                  <a:pt x="273656" y="333661"/>
                  <a:pt x="277071" y="330137"/>
                  <a:pt x="277071" y="326612"/>
                </a:cubicBezTo>
                <a:cubicBezTo>
                  <a:pt x="277071" y="323088"/>
                  <a:pt x="273561" y="319564"/>
                  <a:pt x="270146" y="319564"/>
                </a:cubicBezTo>
                <a:close/>
                <a:moveTo>
                  <a:pt x="108704" y="159544"/>
                </a:moveTo>
                <a:cubicBezTo>
                  <a:pt x="112403" y="162401"/>
                  <a:pt x="118094" y="166878"/>
                  <a:pt x="126726" y="173546"/>
                </a:cubicBezTo>
                <a:cubicBezTo>
                  <a:pt x="117430" y="180785"/>
                  <a:pt x="105858" y="189833"/>
                  <a:pt x="91440" y="201073"/>
                </a:cubicBezTo>
                <a:cubicBezTo>
                  <a:pt x="96657" y="188500"/>
                  <a:pt x="102348" y="174689"/>
                  <a:pt x="108704" y="159544"/>
                </a:cubicBezTo>
                <a:close/>
                <a:moveTo>
                  <a:pt x="186010" y="202121"/>
                </a:moveTo>
                <a:cubicBezTo>
                  <a:pt x="177853" y="195834"/>
                  <a:pt x="165996" y="186785"/>
                  <a:pt x="149017" y="173736"/>
                </a:cubicBezTo>
                <a:cubicBezTo>
                  <a:pt x="154803" y="169164"/>
                  <a:pt x="161063" y="164306"/>
                  <a:pt x="167893" y="158972"/>
                </a:cubicBezTo>
                <a:cubicBezTo>
                  <a:pt x="172825" y="170593"/>
                  <a:pt x="178706" y="184785"/>
                  <a:pt x="186010" y="202121"/>
                </a:cubicBezTo>
                <a:close/>
                <a:moveTo>
                  <a:pt x="198341" y="231553"/>
                </a:moveTo>
                <a:cubicBezTo>
                  <a:pt x="206973" y="252031"/>
                  <a:pt x="216933" y="275844"/>
                  <a:pt x="228695" y="303657"/>
                </a:cubicBezTo>
                <a:cubicBezTo>
                  <a:pt x="215605" y="295942"/>
                  <a:pt x="192460" y="282416"/>
                  <a:pt x="152147" y="258699"/>
                </a:cubicBezTo>
                <a:cubicBezTo>
                  <a:pt x="165806" y="250698"/>
                  <a:pt x="181267" y="241649"/>
                  <a:pt x="198436" y="231553"/>
                </a:cubicBezTo>
                <a:close/>
                <a:moveTo>
                  <a:pt x="188476" y="221647"/>
                </a:moveTo>
                <a:cubicBezTo>
                  <a:pt x="180698" y="226219"/>
                  <a:pt x="165996" y="234791"/>
                  <a:pt x="138678" y="250793"/>
                </a:cubicBezTo>
                <a:cubicBezTo>
                  <a:pt x="123975" y="242221"/>
                  <a:pt x="107281" y="232315"/>
                  <a:pt x="88310" y="221266"/>
                </a:cubicBezTo>
                <a:cubicBezTo>
                  <a:pt x="95898" y="215360"/>
                  <a:pt x="110316" y="204025"/>
                  <a:pt x="137919" y="182404"/>
                </a:cubicBezTo>
                <a:cubicBezTo>
                  <a:pt x="150155" y="191929"/>
                  <a:pt x="166565" y="204692"/>
                  <a:pt x="188382" y="221742"/>
                </a:cubicBezTo>
                <a:close/>
                <a:moveTo>
                  <a:pt x="78919" y="231362"/>
                </a:moveTo>
                <a:cubicBezTo>
                  <a:pt x="85085" y="234982"/>
                  <a:pt x="98175" y="242602"/>
                  <a:pt x="125398" y="258699"/>
                </a:cubicBezTo>
                <a:cubicBezTo>
                  <a:pt x="105763" y="270224"/>
                  <a:pt x="80721" y="284893"/>
                  <a:pt x="48945" y="303562"/>
                </a:cubicBezTo>
                <a:cubicBezTo>
                  <a:pt x="54921" y="289274"/>
                  <a:pt x="64217" y="266700"/>
                  <a:pt x="78919" y="231458"/>
                </a:cubicBezTo>
                <a:close/>
                <a:moveTo>
                  <a:pt x="138773" y="266510"/>
                </a:moveTo>
                <a:cubicBezTo>
                  <a:pt x="160684" y="279368"/>
                  <a:pt x="190089" y="296609"/>
                  <a:pt x="229169" y="319564"/>
                </a:cubicBezTo>
                <a:lnTo>
                  <a:pt x="48186" y="319564"/>
                </a:lnTo>
                <a:cubicBezTo>
                  <a:pt x="59758" y="312801"/>
                  <a:pt x="84800" y="298133"/>
                  <a:pt x="138773" y="266510"/>
                </a:cubicBezTo>
                <a:close/>
                <a:moveTo>
                  <a:pt x="130805" y="106490"/>
                </a:moveTo>
                <a:lnTo>
                  <a:pt x="138867" y="88011"/>
                </a:lnTo>
                <a:lnTo>
                  <a:pt x="145792" y="106490"/>
                </a:lnTo>
                <a:cubicBezTo>
                  <a:pt x="145792" y="106490"/>
                  <a:pt x="145792" y="106490"/>
                  <a:pt x="147689" y="110966"/>
                </a:cubicBezTo>
                <a:lnTo>
                  <a:pt x="128908" y="110966"/>
                </a:lnTo>
                <a:cubicBezTo>
                  <a:pt x="129572" y="109442"/>
                  <a:pt x="130141" y="108014"/>
                  <a:pt x="130805" y="106490"/>
                </a:cubicBezTo>
                <a:close/>
                <a:moveTo>
                  <a:pt x="153570" y="124968"/>
                </a:moveTo>
                <a:cubicBezTo>
                  <a:pt x="155752" y="130207"/>
                  <a:pt x="158692" y="137065"/>
                  <a:pt x="162296" y="145733"/>
                </a:cubicBezTo>
                <a:cubicBezTo>
                  <a:pt x="159166" y="148114"/>
                  <a:pt x="152432" y="153448"/>
                  <a:pt x="137634" y="164973"/>
                </a:cubicBezTo>
                <a:cubicBezTo>
                  <a:pt x="130520" y="159544"/>
                  <a:pt x="122647" y="153543"/>
                  <a:pt x="114015" y="146875"/>
                </a:cubicBezTo>
                <a:cubicBezTo>
                  <a:pt x="116956" y="139827"/>
                  <a:pt x="119991" y="132493"/>
                  <a:pt x="123121" y="124968"/>
                </a:cubicBezTo>
                <a:lnTo>
                  <a:pt x="153665" y="124968"/>
                </a:lnTo>
                <a:close/>
                <a:moveTo>
                  <a:pt x="166186" y="53531"/>
                </a:moveTo>
                <a:cubicBezTo>
                  <a:pt x="162771" y="51245"/>
                  <a:pt x="162771" y="46673"/>
                  <a:pt x="165047" y="43148"/>
                </a:cubicBezTo>
                <a:cubicBezTo>
                  <a:pt x="178801" y="23622"/>
                  <a:pt x="204127" y="15526"/>
                  <a:pt x="227082" y="23622"/>
                </a:cubicBezTo>
                <a:cubicBezTo>
                  <a:pt x="231635" y="24765"/>
                  <a:pt x="232868" y="28194"/>
                  <a:pt x="231635" y="31623"/>
                </a:cubicBezTo>
                <a:cubicBezTo>
                  <a:pt x="230497" y="36195"/>
                  <a:pt x="227082" y="37338"/>
                  <a:pt x="222434" y="36195"/>
                </a:cubicBezTo>
                <a:cubicBezTo>
                  <a:pt x="206404" y="30480"/>
                  <a:pt x="186864" y="36195"/>
                  <a:pt x="175386" y="51149"/>
                </a:cubicBezTo>
                <a:cubicBezTo>
                  <a:pt x="174248" y="53435"/>
                  <a:pt x="171972" y="54578"/>
                  <a:pt x="170833" y="54578"/>
                </a:cubicBezTo>
                <a:cubicBezTo>
                  <a:pt x="168557" y="54578"/>
                  <a:pt x="167419" y="53435"/>
                  <a:pt x="166280" y="53435"/>
                </a:cubicBezTo>
                <a:close/>
                <a:moveTo>
                  <a:pt x="44107" y="31718"/>
                </a:moveTo>
                <a:cubicBezTo>
                  <a:pt x="42969" y="28289"/>
                  <a:pt x="45246" y="24860"/>
                  <a:pt x="48660" y="23717"/>
                </a:cubicBezTo>
                <a:cubicBezTo>
                  <a:pt x="71615" y="15716"/>
                  <a:pt x="96847" y="23717"/>
                  <a:pt x="111834" y="43244"/>
                </a:cubicBezTo>
                <a:cubicBezTo>
                  <a:pt x="112972" y="46673"/>
                  <a:pt x="112972" y="51245"/>
                  <a:pt x="109557" y="53626"/>
                </a:cubicBezTo>
                <a:cubicBezTo>
                  <a:pt x="108419" y="53626"/>
                  <a:pt x="107281" y="54769"/>
                  <a:pt x="106142" y="54769"/>
                </a:cubicBezTo>
                <a:cubicBezTo>
                  <a:pt x="103866" y="54769"/>
                  <a:pt x="101589" y="53626"/>
                  <a:pt x="100356" y="51340"/>
                </a:cubicBezTo>
                <a:cubicBezTo>
                  <a:pt x="90017" y="36385"/>
                  <a:pt x="70477" y="30671"/>
                  <a:pt x="53308" y="36385"/>
                </a:cubicBezTo>
                <a:cubicBezTo>
                  <a:pt x="49894" y="37529"/>
                  <a:pt x="45246" y="36385"/>
                  <a:pt x="44107" y="31814"/>
                </a:cubicBezTo>
                <a:close/>
                <a:moveTo>
                  <a:pt x="131658" y="41529"/>
                </a:moveTo>
                <a:lnTo>
                  <a:pt x="131658" y="6953"/>
                </a:lnTo>
                <a:cubicBezTo>
                  <a:pt x="131658" y="3524"/>
                  <a:pt x="134030" y="0"/>
                  <a:pt x="138678" y="0"/>
                </a:cubicBezTo>
                <a:cubicBezTo>
                  <a:pt x="142187" y="0"/>
                  <a:pt x="145697" y="3429"/>
                  <a:pt x="145697" y="6953"/>
                </a:cubicBezTo>
                <a:lnTo>
                  <a:pt x="145697" y="41529"/>
                </a:lnTo>
                <a:cubicBezTo>
                  <a:pt x="145697" y="44958"/>
                  <a:pt x="142187" y="48482"/>
                  <a:pt x="138678" y="48482"/>
                </a:cubicBezTo>
                <a:cubicBezTo>
                  <a:pt x="134030" y="48482"/>
                  <a:pt x="131658" y="45053"/>
                  <a:pt x="131658" y="4152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6" name="Graphic 303">
            <a:extLst>
              <a:ext uri="{FF2B5EF4-FFF2-40B4-BE49-F238E27FC236}">
                <a16:creationId xmlns:a16="http://schemas.microsoft.com/office/drawing/2014/main" id="{E0D5BF7D-D75D-2A60-F561-F3A15672C854}"/>
              </a:ext>
            </a:extLst>
          </p:cNvPr>
          <p:cNvSpPr/>
          <p:nvPr/>
        </p:nvSpPr>
        <p:spPr>
          <a:xfrm>
            <a:off x="11198704" y="4929309"/>
            <a:ext cx="371474" cy="447345"/>
          </a:xfrm>
          <a:custGeom>
            <a:avLst/>
            <a:gdLst>
              <a:gd name="connsiteX0" fmla="*/ 270241 w 277070"/>
              <a:gd name="connsiteY0" fmla="*/ 319564 h 333660"/>
              <a:gd name="connsiteX1" fmla="*/ 250037 w 277070"/>
              <a:gd name="connsiteY1" fmla="*/ 319564 h 333660"/>
              <a:gd name="connsiteX2" fmla="*/ 249468 w 277070"/>
              <a:gd name="connsiteY2" fmla="*/ 318135 h 333660"/>
              <a:gd name="connsiteX3" fmla="*/ 249278 w 277070"/>
              <a:gd name="connsiteY3" fmla="*/ 317754 h 333660"/>
              <a:gd name="connsiteX4" fmla="*/ 168177 w 277070"/>
              <a:gd name="connsiteY4" fmla="*/ 124968 h 333660"/>
              <a:gd name="connsiteX5" fmla="*/ 186959 w 277070"/>
              <a:gd name="connsiteY5" fmla="*/ 124968 h 333660"/>
              <a:gd name="connsiteX6" fmla="*/ 193883 w 277070"/>
              <a:gd name="connsiteY6" fmla="*/ 117920 h 333660"/>
              <a:gd name="connsiteX7" fmla="*/ 186959 w 277070"/>
              <a:gd name="connsiteY7" fmla="*/ 110871 h 333660"/>
              <a:gd name="connsiteX8" fmla="*/ 162202 w 277070"/>
              <a:gd name="connsiteY8" fmla="*/ 110871 h 333660"/>
              <a:gd name="connsiteX9" fmla="*/ 158407 w 277070"/>
              <a:gd name="connsiteY9" fmla="*/ 101727 h 333660"/>
              <a:gd name="connsiteX10" fmla="*/ 144559 w 277070"/>
              <a:gd name="connsiteY10" fmla="*/ 67056 h 333660"/>
              <a:gd name="connsiteX11" fmla="*/ 138773 w 277070"/>
              <a:gd name="connsiteY11" fmla="*/ 62389 h 333660"/>
              <a:gd name="connsiteX12" fmla="*/ 131848 w 277070"/>
              <a:gd name="connsiteY12" fmla="*/ 67056 h 333660"/>
              <a:gd name="connsiteX13" fmla="*/ 117999 w 277070"/>
              <a:gd name="connsiteY13" fmla="*/ 101727 h 333660"/>
              <a:gd name="connsiteX14" fmla="*/ 114205 w 277070"/>
              <a:gd name="connsiteY14" fmla="*/ 110871 h 333660"/>
              <a:gd name="connsiteX15" fmla="*/ 90207 w 277070"/>
              <a:gd name="connsiteY15" fmla="*/ 110871 h 333660"/>
              <a:gd name="connsiteX16" fmla="*/ 83282 w 277070"/>
              <a:gd name="connsiteY16" fmla="*/ 117920 h 333660"/>
              <a:gd name="connsiteX17" fmla="*/ 90207 w 277070"/>
              <a:gd name="connsiteY17" fmla="*/ 124968 h 333660"/>
              <a:gd name="connsiteX18" fmla="*/ 108324 w 277070"/>
              <a:gd name="connsiteY18" fmla="*/ 124968 h 333660"/>
              <a:gd name="connsiteX19" fmla="*/ 29120 w 277070"/>
              <a:gd name="connsiteY19" fmla="*/ 315563 h 333660"/>
              <a:gd name="connsiteX20" fmla="*/ 27698 w 277070"/>
              <a:gd name="connsiteY20" fmla="*/ 318992 h 333660"/>
              <a:gd name="connsiteX21" fmla="*/ 27508 w 277070"/>
              <a:gd name="connsiteY21" fmla="*/ 319564 h 333660"/>
              <a:gd name="connsiteX22" fmla="*/ 6924 w 277070"/>
              <a:gd name="connsiteY22" fmla="*/ 319564 h 333660"/>
              <a:gd name="connsiteX23" fmla="*/ 0 w 277070"/>
              <a:gd name="connsiteY23" fmla="*/ 326612 h 333660"/>
              <a:gd name="connsiteX24" fmla="*/ 6924 w 277070"/>
              <a:gd name="connsiteY24" fmla="*/ 333661 h 333660"/>
              <a:gd name="connsiteX25" fmla="*/ 270146 w 277070"/>
              <a:gd name="connsiteY25" fmla="*/ 333661 h 333660"/>
              <a:gd name="connsiteX26" fmla="*/ 277071 w 277070"/>
              <a:gd name="connsiteY26" fmla="*/ 326612 h 333660"/>
              <a:gd name="connsiteX27" fmla="*/ 270146 w 277070"/>
              <a:gd name="connsiteY27" fmla="*/ 319564 h 333660"/>
              <a:gd name="connsiteX28" fmla="*/ 108704 w 277070"/>
              <a:gd name="connsiteY28" fmla="*/ 159544 h 333660"/>
              <a:gd name="connsiteX29" fmla="*/ 126726 w 277070"/>
              <a:gd name="connsiteY29" fmla="*/ 173546 h 333660"/>
              <a:gd name="connsiteX30" fmla="*/ 91440 w 277070"/>
              <a:gd name="connsiteY30" fmla="*/ 201073 h 333660"/>
              <a:gd name="connsiteX31" fmla="*/ 108704 w 277070"/>
              <a:gd name="connsiteY31" fmla="*/ 159544 h 333660"/>
              <a:gd name="connsiteX32" fmla="*/ 186010 w 277070"/>
              <a:gd name="connsiteY32" fmla="*/ 202121 h 333660"/>
              <a:gd name="connsiteX33" fmla="*/ 149017 w 277070"/>
              <a:gd name="connsiteY33" fmla="*/ 173736 h 333660"/>
              <a:gd name="connsiteX34" fmla="*/ 167893 w 277070"/>
              <a:gd name="connsiteY34" fmla="*/ 158972 h 333660"/>
              <a:gd name="connsiteX35" fmla="*/ 186010 w 277070"/>
              <a:gd name="connsiteY35" fmla="*/ 202121 h 333660"/>
              <a:gd name="connsiteX36" fmla="*/ 198341 w 277070"/>
              <a:gd name="connsiteY36" fmla="*/ 231553 h 333660"/>
              <a:gd name="connsiteX37" fmla="*/ 228695 w 277070"/>
              <a:gd name="connsiteY37" fmla="*/ 303657 h 333660"/>
              <a:gd name="connsiteX38" fmla="*/ 152147 w 277070"/>
              <a:gd name="connsiteY38" fmla="*/ 258699 h 333660"/>
              <a:gd name="connsiteX39" fmla="*/ 198436 w 277070"/>
              <a:gd name="connsiteY39" fmla="*/ 231553 h 333660"/>
              <a:gd name="connsiteX40" fmla="*/ 188476 w 277070"/>
              <a:gd name="connsiteY40" fmla="*/ 221647 h 333660"/>
              <a:gd name="connsiteX41" fmla="*/ 138678 w 277070"/>
              <a:gd name="connsiteY41" fmla="*/ 250793 h 333660"/>
              <a:gd name="connsiteX42" fmla="*/ 88310 w 277070"/>
              <a:gd name="connsiteY42" fmla="*/ 221266 h 333660"/>
              <a:gd name="connsiteX43" fmla="*/ 137919 w 277070"/>
              <a:gd name="connsiteY43" fmla="*/ 182404 h 333660"/>
              <a:gd name="connsiteX44" fmla="*/ 188382 w 277070"/>
              <a:gd name="connsiteY44" fmla="*/ 221742 h 333660"/>
              <a:gd name="connsiteX45" fmla="*/ 78919 w 277070"/>
              <a:gd name="connsiteY45" fmla="*/ 231362 h 333660"/>
              <a:gd name="connsiteX46" fmla="*/ 125398 w 277070"/>
              <a:gd name="connsiteY46" fmla="*/ 258699 h 333660"/>
              <a:gd name="connsiteX47" fmla="*/ 48945 w 277070"/>
              <a:gd name="connsiteY47" fmla="*/ 303562 h 333660"/>
              <a:gd name="connsiteX48" fmla="*/ 78919 w 277070"/>
              <a:gd name="connsiteY48" fmla="*/ 231458 h 333660"/>
              <a:gd name="connsiteX49" fmla="*/ 138773 w 277070"/>
              <a:gd name="connsiteY49" fmla="*/ 266510 h 333660"/>
              <a:gd name="connsiteX50" fmla="*/ 229169 w 277070"/>
              <a:gd name="connsiteY50" fmla="*/ 319564 h 333660"/>
              <a:gd name="connsiteX51" fmla="*/ 48186 w 277070"/>
              <a:gd name="connsiteY51" fmla="*/ 319564 h 333660"/>
              <a:gd name="connsiteX52" fmla="*/ 138773 w 277070"/>
              <a:gd name="connsiteY52" fmla="*/ 266510 h 333660"/>
              <a:gd name="connsiteX53" fmla="*/ 130805 w 277070"/>
              <a:gd name="connsiteY53" fmla="*/ 106490 h 333660"/>
              <a:gd name="connsiteX54" fmla="*/ 138867 w 277070"/>
              <a:gd name="connsiteY54" fmla="*/ 88011 h 333660"/>
              <a:gd name="connsiteX55" fmla="*/ 145792 w 277070"/>
              <a:gd name="connsiteY55" fmla="*/ 106490 h 333660"/>
              <a:gd name="connsiteX56" fmla="*/ 147689 w 277070"/>
              <a:gd name="connsiteY56" fmla="*/ 110966 h 333660"/>
              <a:gd name="connsiteX57" fmla="*/ 128908 w 277070"/>
              <a:gd name="connsiteY57" fmla="*/ 110966 h 333660"/>
              <a:gd name="connsiteX58" fmla="*/ 130805 w 277070"/>
              <a:gd name="connsiteY58" fmla="*/ 106490 h 333660"/>
              <a:gd name="connsiteX59" fmla="*/ 153570 w 277070"/>
              <a:gd name="connsiteY59" fmla="*/ 124968 h 333660"/>
              <a:gd name="connsiteX60" fmla="*/ 162296 w 277070"/>
              <a:gd name="connsiteY60" fmla="*/ 145733 h 333660"/>
              <a:gd name="connsiteX61" fmla="*/ 137634 w 277070"/>
              <a:gd name="connsiteY61" fmla="*/ 164973 h 333660"/>
              <a:gd name="connsiteX62" fmla="*/ 114015 w 277070"/>
              <a:gd name="connsiteY62" fmla="*/ 146875 h 333660"/>
              <a:gd name="connsiteX63" fmla="*/ 123121 w 277070"/>
              <a:gd name="connsiteY63" fmla="*/ 124968 h 333660"/>
              <a:gd name="connsiteX64" fmla="*/ 153665 w 277070"/>
              <a:gd name="connsiteY64" fmla="*/ 124968 h 333660"/>
              <a:gd name="connsiteX65" fmla="*/ 166186 w 277070"/>
              <a:gd name="connsiteY65" fmla="*/ 53531 h 333660"/>
              <a:gd name="connsiteX66" fmla="*/ 165047 w 277070"/>
              <a:gd name="connsiteY66" fmla="*/ 43148 h 333660"/>
              <a:gd name="connsiteX67" fmla="*/ 227082 w 277070"/>
              <a:gd name="connsiteY67" fmla="*/ 23622 h 333660"/>
              <a:gd name="connsiteX68" fmla="*/ 231635 w 277070"/>
              <a:gd name="connsiteY68" fmla="*/ 31623 h 333660"/>
              <a:gd name="connsiteX69" fmla="*/ 222434 w 277070"/>
              <a:gd name="connsiteY69" fmla="*/ 36195 h 333660"/>
              <a:gd name="connsiteX70" fmla="*/ 175386 w 277070"/>
              <a:gd name="connsiteY70" fmla="*/ 51149 h 333660"/>
              <a:gd name="connsiteX71" fmla="*/ 170833 w 277070"/>
              <a:gd name="connsiteY71" fmla="*/ 54578 h 333660"/>
              <a:gd name="connsiteX72" fmla="*/ 166280 w 277070"/>
              <a:gd name="connsiteY72" fmla="*/ 53435 h 333660"/>
              <a:gd name="connsiteX73" fmla="*/ 44107 w 277070"/>
              <a:gd name="connsiteY73" fmla="*/ 31718 h 333660"/>
              <a:gd name="connsiteX74" fmla="*/ 48660 w 277070"/>
              <a:gd name="connsiteY74" fmla="*/ 23717 h 333660"/>
              <a:gd name="connsiteX75" fmla="*/ 111834 w 277070"/>
              <a:gd name="connsiteY75" fmla="*/ 43244 h 333660"/>
              <a:gd name="connsiteX76" fmla="*/ 109557 w 277070"/>
              <a:gd name="connsiteY76" fmla="*/ 53626 h 333660"/>
              <a:gd name="connsiteX77" fmla="*/ 106142 w 277070"/>
              <a:gd name="connsiteY77" fmla="*/ 54769 h 333660"/>
              <a:gd name="connsiteX78" fmla="*/ 100356 w 277070"/>
              <a:gd name="connsiteY78" fmla="*/ 51340 h 333660"/>
              <a:gd name="connsiteX79" fmla="*/ 53308 w 277070"/>
              <a:gd name="connsiteY79" fmla="*/ 36385 h 333660"/>
              <a:gd name="connsiteX80" fmla="*/ 44107 w 277070"/>
              <a:gd name="connsiteY80" fmla="*/ 31814 h 333660"/>
              <a:gd name="connsiteX81" fmla="*/ 131658 w 277070"/>
              <a:gd name="connsiteY81" fmla="*/ 41529 h 333660"/>
              <a:gd name="connsiteX82" fmla="*/ 131658 w 277070"/>
              <a:gd name="connsiteY82" fmla="*/ 6953 h 333660"/>
              <a:gd name="connsiteX83" fmla="*/ 138678 w 277070"/>
              <a:gd name="connsiteY83" fmla="*/ 0 h 333660"/>
              <a:gd name="connsiteX84" fmla="*/ 145697 w 277070"/>
              <a:gd name="connsiteY84" fmla="*/ 6953 h 333660"/>
              <a:gd name="connsiteX85" fmla="*/ 145697 w 277070"/>
              <a:gd name="connsiteY85" fmla="*/ 41529 h 333660"/>
              <a:gd name="connsiteX86" fmla="*/ 138678 w 277070"/>
              <a:gd name="connsiteY86" fmla="*/ 48482 h 333660"/>
              <a:gd name="connsiteX87" fmla="*/ 131658 w 277070"/>
              <a:gd name="connsiteY87" fmla="*/ 41529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277070" h="333660">
                <a:moveTo>
                  <a:pt x="270241" y="319564"/>
                </a:moveTo>
                <a:lnTo>
                  <a:pt x="250037" y="319564"/>
                </a:lnTo>
                <a:cubicBezTo>
                  <a:pt x="250037" y="319564"/>
                  <a:pt x="249658" y="318611"/>
                  <a:pt x="249468" y="318135"/>
                </a:cubicBezTo>
                <a:cubicBezTo>
                  <a:pt x="249468" y="318040"/>
                  <a:pt x="249373" y="317945"/>
                  <a:pt x="249278" y="317754"/>
                </a:cubicBezTo>
                <a:cubicBezTo>
                  <a:pt x="243587" y="304229"/>
                  <a:pt x="225565" y="261366"/>
                  <a:pt x="168177" y="124968"/>
                </a:cubicBezTo>
                <a:lnTo>
                  <a:pt x="186959" y="124968"/>
                </a:lnTo>
                <a:cubicBezTo>
                  <a:pt x="190374" y="124968"/>
                  <a:pt x="193883" y="121444"/>
                  <a:pt x="193883" y="117920"/>
                </a:cubicBezTo>
                <a:cubicBezTo>
                  <a:pt x="193883" y="114395"/>
                  <a:pt x="190468" y="110871"/>
                  <a:pt x="186959" y="110871"/>
                </a:cubicBezTo>
                <a:lnTo>
                  <a:pt x="162202" y="110871"/>
                </a:lnTo>
                <a:cubicBezTo>
                  <a:pt x="160968" y="107823"/>
                  <a:pt x="159735" y="104870"/>
                  <a:pt x="158407" y="101727"/>
                </a:cubicBezTo>
                <a:lnTo>
                  <a:pt x="144559" y="67056"/>
                </a:lnTo>
                <a:cubicBezTo>
                  <a:pt x="143420" y="64770"/>
                  <a:pt x="141144" y="62389"/>
                  <a:pt x="138773" y="62389"/>
                </a:cubicBezTo>
                <a:cubicBezTo>
                  <a:pt x="135358" y="62389"/>
                  <a:pt x="132986" y="64675"/>
                  <a:pt x="131848" y="67056"/>
                </a:cubicBezTo>
                <a:lnTo>
                  <a:pt x="117999" y="101727"/>
                </a:lnTo>
                <a:cubicBezTo>
                  <a:pt x="117999" y="101727"/>
                  <a:pt x="117999" y="101727"/>
                  <a:pt x="114205" y="110871"/>
                </a:cubicBezTo>
                <a:lnTo>
                  <a:pt x="90207" y="110871"/>
                </a:lnTo>
                <a:cubicBezTo>
                  <a:pt x="85559" y="110871"/>
                  <a:pt x="83282" y="114395"/>
                  <a:pt x="83282" y="117920"/>
                </a:cubicBezTo>
                <a:cubicBezTo>
                  <a:pt x="83282" y="121444"/>
                  <a:pt x="85559" y="124968"/>
                  <a:pt x="90207" y="124968"/>
                </a:cubicBezTo>
                <a:lnTo>
                  <a:pt x="108324" y="124968"/>
                </a:lnTo>
                <a:cubicBezTo>
                  <a:pt x="97795" y="150400"/>
                  <a:pt x="75599" y="203835"/>
                  <a:pt x="29120" y="315563"/>
                </a:cubicBezTo>
                <a:cubicBezTo>
                  <a:pt x="28267" y="316611"/>
                  <a:pt x="27792" y="317754"/>
                  <a:pt x="27698" y="318992"/>
                </a:cubicBezTo>
                <a:cubicBezTo>
                  <a:pt x="27698" y="319183"/>
                  <a:pt x="27508" y="319373"/>
                  <a:pt x="27508" y="319564"/>
                </a:cubicBezTo>
                <a:lnTo>
                  <a:pt x="6924" y="319564"/>
                </a:lnTo>
                <a:cubicBezTo>
                  <a:pt x="2276" y="319564"/>
                  <a:pt x="0" y="323088"/>
                  <a:pt x="0" y="326612"/>
                </a:cubicBezTo>
                <a:cubicBezTo>
                  <a:pt x="0" y="330137"/>
                  <a:pt x="2276" y="333661"/>
                  <a:pt x="6924" y="333661"/>
                </a:cubicBezTo>
                <a:lnTo>
                  <a:pt x="270146" y="333661"/>
                </a:lnTo>
                <a:cubicBezTo>
                  <a:pt x="273656" y="333661"/>
                  <a:pt x="277071" y="330137"/>
                  <a:pt x="277071" y="326612"/>
                </a:cubicBezTo>
                <a:cubicBezTo>
                  <a:pt x="277071" y="323088"/>
                  <a:pt x="273561" y="319564"/>
                  <a:pt x="270146" y="319564"/>
                </a:cubicBezTo>
                <a:close/>
                <a:moveTo>
                  <a:pt x="108704" y="159544"/>
                </a:moveTo>
                <a:cubicBezTo>
                  <a:pt x="112403" y="162401"/>
                  <a:pt x="118094" y="166878"/>
                  <a:pt x="126726" y="173546"/>
                </a:cubicBezTo>
                <a:cubicBezTo>
                  <a:pt x="117430" y="180785"/>
                  <a:pt x="105858" y="189833"/>
                  <a:pt x="91440" y="201073"/>
                </a:cubicBezTo>
                <a:cubicBezTo>
                  <a:pt x="96657" y="188500"/>
                  <a:pt x="102348" y="174689"/>
                  <a:pt x="108704" y="159544"/>
                </a:cubicBezTo>
                <a:close/>
                <a:moveTo>
                  <a:pt x="186010" y="202121"/>
                </a:moveTo>
                <a:cubicBezTo>
                  <a:pt x="177853" y="195834"/>
                  <a:pt x="165996" y="186785"/>
                  <a:pt x="149017" y="173736"/>
                </a:cubicBezTo>
                <a:cubicBezTo>
                  <a:pt x="154803" y="169164"/>
                  <a:pt x="161063" y="164306"/>
                  <a:pt x="167893" y="158972"/>
                </a:cubicBezTo>
                <a:cubicBezTo>
                  <a:pt x="172825" y="170593"/>
                  <a:pt x="178706" y="184785"/>
                  <a:pt x="186010" y="202121"/>
                </a:cubicBezTo>
                <a:close/>
                <a:moveTo>
                  <a:pt x="198341" y="231553"/>
                </a:moveTo>
                <a:cubicBezTo>
                  <a:pt x="206973" y="252031"/>
                  <a:pt x="216933" y="275844"/>
                  <a:pt x="228695" y="303657"/>
                </a:cubicBezTo>
                <a:cubicBezTo>
                  <a:pt x="215605" y="295942"/>
                  <a:pt x="192460" y="282416"/>
                  <a:pt x="152147" y="258699"/>
                </a:cubicBezTo>
                <a:cubicBezTo>
                  <a:pt x="165806" y="250698"/>
                  <a:pt x="181267" y="241649"/>
                  <a:pt x="198436" y="231553"/>
                </a:cubicBezTo>
                <a:close/>
                <a:moveTo>
                  <a:pt x="188476" y="221647"/>
                </a:moveTo>
                <a:cubicBezTo>
                  <a:pt x="180698" y="226219"/>
                  <a:pt x="165996" y="234791"/>
                  <a:pt x="138678" y="250793"/>
                </a:cubicBezTo>
                <a:cubicBezTo>
                  <a:pt x="123975" y="242221"/>
                  <a:pt x="107281" y="232315"/>
                  <a:pt x="88310" y="221266"/>
                </a:cubicBezTo>
                <a:cubicBezTo>
                  <a:pt x="95898" y="215360"/>
                  <a:pt x="110316" y="204025"/>
                  <a:pt x="137919" y="182404"/>
                </a:cubicBezTo>
                <a:cubicBezTo>
                  <a:pt x="150155" y="191929"/>
                  <a:pt x="166565" y="204692"/>
                  <a:pt x="188382" y="221742"/>
                </a:cubicBezTo>
                <a:close/>
                <a:moveTo>
                  <a:pt x="78919" y="231362"/>
                </a:moveTo>
                <a:cubicBezTo>
                  <a:pt x="85085" y="234982"/>
                  <a:pt x="98175" y="242602"/>
                  <a:pt x="125398" y="258699"/>
                </a:cubicBezTo>
                <a:cubicBezTo>
                  <a:pt x="105763" y="270224"/>
                  <a:pt x="80721" y="284893"/>
                  <a:pt x="48945" y="303562"/>
                </a:cubicBezTo>
                <a:cubicBezTo>
                  <a:pt x="54921" y="289274"/>
                  <a:pt x="64217" y="266700"/>
                  <a:pt x="78919" y="231458"/>
                </a:cubicBezTo>
                <a:close/>
                <a:moveTo>
                  <a:pt x="138773" y="266510"/>
                </a:moveTo>
                <a:cubicBezTo>
                  <a:pt x="160684" y="279368"/>
                  <a:pt x="190089" y="296609"/>
                  <a:pt x="229169" y="319564"/>
                </a:cubicBezTo>
                <a:lnTo>
                  <a:pt x="48186" y="319564"/>
                </a:lnTo>
                <a:cubicBezTo>
                  <a:pt x="59758" y="312801"/>
                  <a:pt x="84800" y="298133"/>
                  <a:pt x="138773" y="266510"/>
                </a:cubicBezTo>
                <a:close/>
                <a:moveTo>
                  <a:pt x="130805" y="106490"/>
                </a:moveTo>
                <a:lnTo>
                  <a:pt x="138867" y="88011"/>
                </a:lnTo>
                <a:lnTo>
                  <a:pt x="145792" y="106490"/>
                </a:lnTo>
                <a:cubicBezTo>
                  <a:pt x="145792" y="106490"/>
                  <a:pt x="145792" y="106490"/>
                  <a:pt x="147689" y="110966"/>
                </a:cubicBezTo>
                <a:lnTo>
                  <a:pt x="128908" y="110966"/>
                </a:lnTo>
                <a:cubicBezTo>
                  <a:pt x="129572" y="109442"/>
                  <a:pt x="130141" y="108014"/>
                  <a:pt x="130805" y="106490"/>
                </a:cubicBezTo>
                <a:close/>
                <a:moveTo>
                  <a:pt x="153570" y="124968"/>
                </a:moveTo>
                <a:cubicBezTo>
                  <a:pt x="155752" y="130207"/>
                  <a:pt x="158692" y="137065"/>
                  <a:pt x="162296" y="145733"/>
                </a:cubicBezTo>
                <a:cubicBezTo>
                  <a:pt x="159166" y="148114"/>
                  <a:pt x="152432" y="153448"/>
                  <a:pt x="137634" y="164973"/>
                </a:cubicBezTo>
                <a:cubicBezTo>
                  <a:pt x="130520" y="159544"/>
                  <a:pt x="122647" y="153543"/>
                  <a:pt x="114015" y="146875"/>
                </a:cubicBezTo>
                <a:cubicBezTo>
                  <a:pt x="116956" y="139827"/>
                  <a:pt x="119991" y="132493"/>
                  <a:pt x="123121" y="124968"/>
                </a:cubicBezTo>
                <a:lnTo>
                  <a:pt x="153665" y="124968"/>
                </a:lnTo>
                <a:close/>
                <a:moveTo>
                  <a:pt x="166186" y="53531"/>
                </a:moveTo>
                <a:cubicBezTo>
                  <a:pt x="162771" y="51245"/>
                  <a:pt x="162771" y="46673"/>
                  <a:pt x="165047" y="43148"/>
                </a:cubicBezTo>
                <a:cubicBezTo>
                  <a:pt x="178801" y="23622"/>
                  <a:pt x="204127" y="15526"/>
                  <a:pt x="227082" y="23622"/>
                </a:cubicBezTo>
                <a:cubicBezTo>
                  <a:pt x="231635" y="24765"/>
                  <a:pt x="232868" y="28194"/>
                  <a:pt x="231635" y="31623"/>
                </a:cubicBezTo>
                <a:cubicBezTo>
                  <a:pt x="230497" y="36195"/>
                  <a:pt x="227082" y="37338"/>
                  <a:pt x="222434" y="36195"/>
                </a:cubicBezTo>
                <a:cubicBezTo>
                  <a:pt x="206404" y="30480"/>
                  <a:pt x="186864" y="36195"/>
                  <a:pt x="175386" y="51149"/>
                </a:cubicBezTo>
                <a:cubicBezTo>
                  <a:pt x="174248" y="53435"/>
                  <a:pt x="171972" y="54578"/>
                  <a:pt x="170833" y="54578"/>
                </a:cubicBezTo>
                <a:cubicBezTo>
                  <a:pt x="168557" y="54578"/>
                  <a:pt x="167419" y="53435"/>
                  <a:pt x="166280" y="53435"/>
                </a:cubicBezTo>
                <a:close/>
                <a:moveTo>
                  <a:pt x="44107" y="31718"/>
                </a:moveTo>
                <a:cubicBezTo>
                  <a:pt x="42969" y="28289"/>
                  <a:pt x="45246" y="24860"/>
                  <a:pt x="48660" y="23717"/>
                </a:cubicBezTo>
                <a:cubicBezTo>
                  <a:pt x="71615" y="15716"/>
                  <a:pt x="96847" y="23717"/>
                  <a:pt x="111834" y="43244"/>
                </a:cubicBezTo>
                <a:cubicBezTo>
                  <a:pt x="112972" y="46673"/>
                  <a:pt x="112972" y="51245"/>
                  <a:pt x="109557" y="53626"/>
                </a:cubicBezTo>
                <a:cubicBezTo>
                  <a:pt x="108419" y="53626"/>
                  <a:pt x="107281" y="54769"/>
                  <a:pt x="106142" y="54769"/>
                </a:cubicBezTo>
                <a:cubicBezTo>
                  <a:pt x="103866" y="54769"/>
                  <a:pt x="101589" y="53626"/>
                  <a:pt x="100356" y="51340"/>
                </a:cubicBezTo>
                <a:cubicBezTo>
                  <a:pt x="90017" y="36385"/>
                  <a:pt x="70477" y="30671"/>
                  <a:pt x="53308" y="36385"/>
                </a:cubicBezTo>
                <a:cubicBezTo>
                  <a:pt x="49894" y="37529"/>
                  <a:pt x="45246" y="36385"/>
                  <a:pt x="44107" y="31814"/>
                </a:cubicBezTo>
                <a:close/>
                <a:moveTo>
                  <a:pt x="131658" y="41529"/>
                </a:moveTo>
                <a:lnTo>
                  <a:pt x="131658" y="6953"/>
                </a:lnTo>
                <a:cubicBezTo>
                  <a:pt x="131658" y="3524"/>
                  <a:pt x="134030" y="0"/>
                  <a:pt x="138678" y="0"/>
                </a:cubicBezTo>
                <a:cubicBezTo>
                  <a:pt x="142187" y="0"/>
                  <a:pt x="145697" y="3429"/>
                  <a:pt x="145697" y="6953"/>
                </a:cubicBezTo>
                <a:lnTo>
                  <a:pt x="145697" y="41529"/>
                </a:lnTo>
                <a:cubicBezTo>
                  <a:pt x="145697" y="44958"/>
                  <a:pt x="142187" y="48482"/>
                  <a:pt x="138678" y="48482"/>
                </a:cubicBezTo>
                <a:cubicBezTo>
                  <a:pt x="134030" y="48482"/>
                  <a:pt x="131658" y="45053"/>
                  <a:pt x="131658" y="4152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7" name="Graphic 303">
            <a:extLst>
              <a:ext uri="{FF2B5EF4-FFF2-40B4-BE49-F238E27FC236}">
                <a16:creationId xmlns:a16="http://schemas.microsoft.com/office/drawing/2014/main" id="{3530F0F9-D70A-221F-E79C-FF018FBF6C09}"/>
              </a:ext>
            </a:extLst>
          </p:cNvPr>
          <p:cNvSpPr/>
          <p:nvPr/>
        </p:nvSpPr>
        <p:spPr>
          <a:xfrm>
            <a:off x="10433529" y="5545259"/>
            <a:ext cx="371474" cy="447345"/>
          </a:xfrm>
          <a:custGeom>
            <a:avLst/>
            <a:gdLst>
              <a:gd name="connsiteX0" fmla="*/ 270241 w 277070"/>
              <a:gd name="connsiteY0" fmla="*/ 319564 h 333660"/>
              <a:gd name="connsiteX1" fmla="*/ 250037 w 277070"/>
              <a:gd name="connsiteY1" fmla="*/ 319564 h 333660"/>
              <a:gd name="connsiteX2" fmla="*/ 249468 w 277070"/>
              <a:gd name="connsiteY2" fmla="*/ 318135 h 333660"/>
              <a:gd name="connsiteX3" fmla="*/ 249278 w 277070"/>
              <a:gd name="connsiteY3" fmla="*/ 317754 h 333660"/>
              <a:gd name="connsiteX4" fmla="*/ 168177 w 277070"/>
              <a:gd name="connsiteY4" fmla="*/ 124968 h 333660"/>
              <a:gd name="connsiteX5" fmla="*/ 186959 w 277070"/>
              <a:gd name="connsiteY5" fmla="*/ 124968 h 333660"/>
              <a:gd name="connsiteX6" fmla="*/ 193883 w 277070"/>
              <a:gd name="connsiteY6" fmla="*/ 117920 h 333660"/>
              <a:gd name="connsiteX7" fmla="*/ 186959 w 277070"/>
              <a:gd name="connsiteY7" fmla="*/ 110871 h 333660"/>
              <a:gd name="connsiteX8" fmla="*/ 162202 w 277070"/>
              <a:gd name="connsiteY8" fmla="*/ 110871 h 333660"/>
              <a:gd name="connsiteX9" fmla="*/ 158407 w 277070"/>
              <a:gd name="connsiteY9" fmla="*/ 101727 h 333660"/>
              <a:gd name="connsiteX10" fmla="*/ 144559 w 277070"/>
              <a:gd name="connsiteY10" fmla="*/ 67056 h 333660"/>
              <a:gd name="connsiteX11" fmla="*/ 138773 w 277070"/>
              <a:gd name="connsiteY11" fmla="*/ 62389 h 333660"/>
              <a:gd name="connsiteX12" fmla="*/ 131848 w 277070"/>
              <a:gd name="connsiteY12" fmla="*/ 67056 h 333660"/>
              <a:gd name="connsiteX13" fmla="*/ 117999 w 277070"/>
              <a:gd name="connsiteY13" fmla="*/ 101727 h 333660"/>
              <a:gd name="connsiteX14" fmla="*/ 114205 w 277070"/>
              <a:gd name="connsiteY14" fmla="*/ 110871 h 333660"/>
              <a:gd name="connsiteX15" fmla="*/ 90207 w 277070"/>
              <a:gd name="connsiteY15" fmla="*/ 110871 h 333660"/>
              <a:gd name="connsiteX16" fmla="*/ 83282 w 277070"/>
              <a:gd name="connsiteY16" fmla="*/ 117920 h 333660"/>
              <a:gd name="connsiteX17" fmla="*/ 90207 w 277070"/>
              <a:gd name="connsiteY17" fmla="*/ 124968 h 333660"/>
              <a:gd name="connsiteX18" fmla="*/ 108324 w 277070"/>
              <a:gd name="connsiteY18" fmla="*/ 124968 h 333660"/>
              <a:gd name="connsiteX19" fmla="*/ 29120 w 277070"/>
              <a:gd name="connsiteY19" fmla="*/ 315563 h 333660"/>
              <a:gd name="connsiteX20" fmla="*/ 27698 w 277070"/>
              <a:gd name="connsiteY20" fmla="*/ 318992 h 333660"/>
              <a:gd name="connsiteX21" fmla="*/ 27508 w 277070"/>
              <a:gd name="connsiteY21" fmla="*/ 319564 h 333660"/>
              <a:gd name="connsiteX22" fmla="*/ 6924 w 277070"/>
              <a:gd name="connsiteY22" fmla="*/ 319564 h 333660"/>
              <a:gd name="connsiteX23" fmla="*/ 0 w 277070"/>
              <a:gd name="connsiteY23" fmla="*/ 326612 h 333660"/>
              <a:gd name="connsiteX24" fmla="*/ 6924 w 277070"/>
              <a:gd name="connsiteY24" fmla="*/ 333661 h 333660"/>
              <a:gd name="connsiteX25" fmla="*/ 270146 w 277070"/>
              <a:gd name="connsiteY25" fmla="*/ 333661 h 333660"/>
              <a:gd name="connsiteX26" fmla="*/ 277071 w 277070"/>
              <a:gd name="connsiteY26" fmla="*/ 326612 h 333660"/>
              <a:gd name="connsiteX27" fmla="*/ 270146 w 277070"/>
              <a:gd name="connsiteY27" fmla="*/ 319564 h 333660"/>
              <a:gd name="connsiteX28" fmla="*/ 108704 w 277070"/>
              <a:gd name="connsiteY28" fmla="*/ 159544 h 333660"/>
              <a:gd name="connsiteX29" fmla="*/ 126726 w 277070"/>
              <a:gd name="connsiteY29" fmla="*/ 173546 h 333660"/>
              <a:gd name="connsiteX30" fmla="*/ 91440 w 277070"/>
              <a:gd name="connsiteY30" fmla="*/ 201073 h 333660"/>
              <a:gd name="connsiteX31" fmla="*/ 108704 w 277070"/>
              <a:gd name="connsiteY31" fmla="*/ 159544 h 333660"/>
              <a:gd name="connsiteX32" fmla="*/ 186010 w 277070"/>
              <a:gd name="connsiteY32" fmla="*/ 202121 h 333660"/>
              <a:gd name="connsiteX33" fmla="*/ 149017 w 277070"/>
              <a:gd name="connsiteY33" fmla="*/ 173736 h 333660"/>
              <a:gd name="connsiteX34" fmla="*/ 167893 w 277070"/>
              <a:gd name="connsiteY34" fmla="*/ 158972 h 333660"/>
              <a:gd name="connsiteX35" fmla="*/ 186010 w 277070"/>
              <a:gd name="connsiteY35" fmla="*/ 202121 h 333660"/>
              <a:gd name="connsiteX36" fmla="*/ 198341 w 277070"/>
              <a:gd name="connsiteY36" fmla="*/ 231553 h 333660"/>
              <a:gd name="connsiteX37" fmla="*/ 228695 w 277070"/>
              <a:gd name="connsiteY37" fmla="*/ 303657 h 333660"/>
              <a:gd name="connsiteX38" fmla="*/ 152147 w 277070"/>
              <a:gd name="connsiteY38" fmla="*/ 258699 h 333660"/>
              <a:gd name="connsiteX39" fmla="*/ 198436 w 277070"/>
              <a:gd name="connsiteY39" fmla="*/ 231553 h 333660"/>
              <a:gd name="connsiteX40" fmla="*/ 188476 w 277070"/>
              <a:gd name="connsiteY40" fmla="*/ 221647 h 333660"/>
              <a:gd name="connsiteX41" fmla="*/ 138678 w 277070"/>
              <a:gd name="connsiteY41" fmla="*/ 250793 h 333660"/>
              <a:gd name="connsiteX42" fmla="*/ 88310 w 277070"/>
              <a:gd name="connsiteY42" fmla="*/ 221266 h 333660"/>
              <a:gd name="connsiteX43" fmla="*/ 137919 w 277070"/>
              <a:gd name="connsiteY43" fmla="*/ 182404 h 333660"/>
              <a:gd name="connsiteX44" fmla="*/ 188382 w 277070"/>
              <a:gd name="connsiteY44" fmla="*/ 221742 h 333660"/>
              <a:gd name="connsiteX45" fmla="*/ 78919 w 277070"/>
              <a:gd name="connsiteY45" fmla="*/ 231362 h 333660"/>
              <a:gd name="connsiteX46" fmla="*/ 125398 w 277070"/>
              <a:gd name="connsiteY46" fmla="*/ 258699 h 333660"/>
              <a:gd name="connsiteX47" fmla="*/ 48945 w 277070"/>
              <a:gd name="connsiteY47" fmla="*/ 303562 h 333660"/>
              <a:gd name="connsiteX48" fmla="*/ 78919 w 277070"/>
              <a:gd name="connsiteY48" fmla="*/ 231458 h 333660"/>
              <a:gd name="connsiteX49" fmla="*/ 138773 w 277070"/>
              <a:gd name="connsiteY49" fmla="*/ 266510 h 333660"/>
              <a:gd name="connsiteX50" fmla="*/ 229169 w 277070"/>
              <a:gd name="connsiteY50" fmla="*/ 319564 h 333660"/>
              <a:gd name="connsiteX51" fmla="*/ 48186 w 277070"/>
              <a:gd name="connsiteY51" fmla="*/ 319564 h 333660"/>
              <a:gd name="connsiteX52" fmla="*/ 138773 w 277070"/>
              <a:gd name="connsiteY52" fmla="*/ 266510 h 333660"/>
              <a:gd name="connsiteX53" fmla="*/ 130805 w 277070"/>
              <a:gd name="connsiteY53" fmla="*/ 106490 h 333660"/>
              <a:gd name="connsiteX54" fmla="*/ 138867 w 277070"/>
              <a:gd name="connsiteY54" fmla="*/ 88011 h 333660"/>
              <a:gd name="connsiteX55" fmla="*/ 145792 w 277070"/>
              <a:gd name="connsiteY55" fmla="*/ 106490 h 333660"/>
              <a:gd name="connsiteX56" fmla="*/ 147689 w 277070"/>
              <a:gd name="connsiteY56" fmla="*/ 110966 h 333660"/>
              <a:gd name="connsiteX57" fmla="*/ 128908 w 277070"/>
              <a:gd name="connsiteY57" fmla="*/ 110966 h 333660"/>
              <a:gd name="connsiteX58" fmla="*/ 130805 w 277070"/>
              <a:gd name="connsiteY58" fmla="*/ 106490 h 333660"/>
              <a:gd name="connsiteX59" fmla="*/ 153570 w 277070"/>
              <a:gd name="connsiteY59" fmla="*/ 124968 h 333660"/>
              <a:gd name="connsiteX60" fmla="*/ 162296 w 277070"/>
              <a:gd name="connsiteY60" fmla="*/ 145733 h 333660"/>
              <a:gd name="connsiteX61" fmla="*/ 137634 w 277070"/>
              <a:gd name="connsiteY61" fmla="*/ 164973 h 333660"/>
              <a:gd name="connsiteX62" fmla="*/ 114015 w 277070"/>
              <a:gd name="connsiteY62" fmla="*/ 146875 h 333660"/>
              <a:gd name="connsiteX63" fmla="*/ 123121 w 277070"/>
              <a:gd name="connsiteY63" fmla="*/ 124968 h 333660"/>
              <a:gd name="connsiteX64" fmla="*/ 153665 w 277070"/>
              <a:gd name="connsiteY64" fmla="*/ 124968 h 333660"/>
              <a:gd name="connsiteX65" fmla="*/ 166186 w 277070"/>
              <a:gd name="connsiteY65" fmla="*/ 53531 h 333660"/>
              <a:gd name="connsiteX66" fmla="*/ 165047 w 277070"/>
              <a:gd name="connsiteY66" fmla="*/ 43148 h 333660"/>
              <a:gd name="connsiteX67" fmla="*/ 227082 w 277070"/>
              <a:gd name="connsiteY67" fmla="*/ 23622 h 333660"/>
              <a:gd name="connsiteX68" fmla="*/ 231635 w 277070"/>
              <a:gd name="connsiteY68" fmla="*/ 31623 h 333660"/>
              <a:gd name="connsiteX69" fmla="*/ 222434 w 277070"/>
              <a:gd name="connsiteY69" fmla="*/ 36195 h 333660"/>
              <a:gd name="connsiteX70" fmla="*/ 175386 w 277070"/>
              <a:gd name="connsiteY70" fmla="*/ 51149 h 333660"/>
              <a:gd name="connsiteX71" fmla="*/ 170833 w 277070"/>
              <a:gd name="connsiteY71" fmla="*/ 54578 h 333660"/>
              <a:gd name="connsiteX72" fmla="*/ 166280 w 277070"/>
              <a:gd name="connsiteY72" fmla="*/ 53435 h 333660"/>
              <a:gd name="connsiteX73" fmla="*/ 44107 w 277070"/>
              <a:gd name="connsiteY73" fmla="*/ 31718 h 333660"/>
              <a:gd name="connsiteX74" fmla="*/ 48660 w 277070"/>
              <a:gd name="connsiteY74" fmla="*/ 23717 h 333660"/>
              <a:gd name="connsiteX75" fmla="*/ 111834 w 277070"/>
              <a:gd name="connsiteY75" fmla="*/ 43244 h 333660"/>
              <a:gd name="connsiteX76" fmla="*/ 109557 w 277070"/>
              <a:gd name="connsiteY76" fmla="*/ 53626 h 333660"/>
              <a:gd name="connsiteX77" fmla="*/ 106142 w 277070"/>
              <a:gd name="connsiteY77" fmla="*/ 54769 h 333660"/>
              <a:gd name="connsiteX78" fmla="*/ 100356 w 277070"/>
              <a:gd name="connsiteY78" fmla="*/ 51340 h 333660"/>
              <a:gd name="connsiteX79" fmla="*/ 53308 w 277070"/>
              <a:gd name="connsiteY79" fmla="*/ 36385 h 333660"/>
              <a:gd name="connsiteX80" fmla="*/ 44107 w 277070"/>
              <a:gd name="connsiteY80" fmla="*/ 31814 h 333660"/>
              <a:gd name="connsiteX81" fmla="*/ 131658 w 277070"/>
              <a:gd name="connsiteY81" fmla="*/ 41529 h 333660"/>
              <a:gd name="connsiteX82" fmla="*/ 131658 w 277070"/>
              <a:gd name="connsiteY82" fmla="*/ 6953 h 333660"/>
              <a:gd name="connsiteX83" fmla="*/ 138678 w 277070"/>
              <a:gd name="connsiteY83" fmla="*/ 0 h 333660"/>
              <a:gd name="connsiteX84" fmla="*/ 145697 w 277070"/>
              <a:gd name="connsiteY84" fmla="*/ 6953 h 333660"/>
              <a:gd name="connsiteX85" fmla="*/ 145697 w 277070"/>
              <a:gd name="connsiteY85" fmla="*/ 41529 h 333660"/>
              <a:gd name="connsiteX86" fmla="*/ 138678 w 277070"/>
              <a:gd name="connsiteY86" fmla="*/ 48482 h 333660"/>
              <a:gd name="connsiteX87" fmla="*/ 131658 w 277070"/>
              <a:gd name="connsiteY87" fmla="*/ 41529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277070" h="333660">
                <a:moveTo>
                  <a:pt x="270241" y="319564"/>
                </a:moveTo>
                <a:lnTo>
                  <a:pt x="250037" y="319564"/>
                </a:lnTo>
                <a:cubicBezTo>
                  <a:pt x="250037" y="319564"/>
                  <a:pt x="249658" y="318611"/>
                  <a:pt x="249468" y="318135"/>
                </a:cubicBezTo>
                <a:cubicBezTo>
                  <a:pt x="249468" y="318040"/>
                  <a:pt x="249373" y="317945"/>
                  <a:pt x="249278" y="317754"/>
                </a:cubicBezTo>
                <a:cubicBezTo>
                  <a:pt x="243587" y="304229"/>
                  <a:pt x="225565" y="261366"/>
                  <a:pt x="168177" y="124968"/>
                </a:cubicBezTo>
                <a:lnTo>
                  <a:pt x="186959" y="124968"/>
                </a:lnTo>
                <a:cubicBezTo>
                  <a:pt x="190374" y="124968"/>
                  <a:pt x="193883" y="121444"/>
                  <a:pt x="193883" y="117920"/>
                </a:cubicBezTo>
                <a:cubicBezTo>
                  <a:pt x="193883" y="114395"/>
                  <a:pt x="190468" y="110871"/>
                  <a:pt x="186959" y="110871"/>
                </a:cubicBezTo>
                <a:lnTo>
                  <a:pt x="162202" y="110871"/>
                </a:lnTo>
                <a:cubicBezTo>
                  <a:pt x="160968" y="107823"/>
                  <a:pt x="159735" y="104870"/>
                  <a:pt x="158407" y="101727"/>
                </a:cubicBezTo>
                <a:lnTo>
                  <a:pt x="144559" y="67056"/>
                </a:lnTo>
                <a:cubicBezTo>
                  <a:pt x="143420" y="64770"/>
                  <a:pt x="141144" y="62389"/>
                  <a:pt x="138773" y="62389"/>
                </a:cubicBezTo>
                <a:cubicBezTo>
                  <a:pt x="135358" y="62389"/>
                  <a:pt x="132986" y="64675"/>
                  <a:pt x="131848" y="67056"/>
                </a:cubicBezTo>
                <a:lnTo>
                  <a:pt x="117999" y="101727"/>
                </a:lnTo>
                <a:cubicBezTo>
                  <a:pt x="117999" y="101727"/>
                  <a:pt x="117999" y="101727"/>
                  <a:pt x="114205" y="110871"/>
                </a:cubicBezTo>
                <a:lnTo>
                  <a:pt x="90207" y="110871"/>
                </a:lnTo>
                <a:cubicBezTo>
                  <a:pt x="85559" y="110871"/>
                  <a:pt x="83282" y="114395"/>
                  <a:pt x="83282" y="117920"/>
                </a:cubicBezTo>
                <a:cubicBezTo>
                  <a:pt x="83282" y="121444"/>
                  <a:pt x="85559" y="124968"/>
                  <a:pt x="90207" y="124968"/>
                </a:cubicBezTo>
                <a:lnTo>
                  <a:pt x="108324" y="124968"/>
                </a:lnTo>
                <a:cubicBezTo>
                  <a:pt x="97795" y="150400"/>
                  <a:pt x="75599" y="203835"/>
                  <a:pt x="29120" y="315563"/>
                </a:cubicBezTo>
                <a:cubicBezTo>
                  <a:pt x="28267" y="316611"/>
                  <a:pt x="27792" y="317754"/>
                  <a:pt x="27698" y="318992"/>
                </a:cubicBezTo>
                <a:cubicBezTo>
                  <a:pt x="27698" y="319183"/>
                  <a:pt x="27508" y="319373"/>
                  <a:pt x="27508" y="319564"/>
                </a:cubicBezTo>
                <a:lnTo>
                  <a:pt x="6924" y="319564"/>
                </a:lnTo>
                <a:cubicBezTo>
                  <a:pt x="2276" y="319564"/>
                  <a:pt x="0" y="323088"/>
                  <a:pt x="0" y="326612"/>
                </a:cubicBezTo>
                <a:cubicBezTo>
                  <a:pt x="0" y="330137"/>
                  <a:pt x="2276" y="333661"/>
                  <a:pt x="6924" y="333661"/>
                </a:cubicBezTo>
                <a:lnTo>
                  <a:pt x="270146" y="333661"/>
                </a:lnTo>
                <a:cubicBezTo>
                  <a:pt x="273656" y="333661"/>
                  <a:pt x="277071" y="330137"/>
                  <a:pt x="277071" y="326612"/>
                </a:cubicBezTo>
                <a:cubicBezTo>
                  <a:pt x="277071" y="323088"/>
                  <a:pt x="273561" y="319564"/>
                  <a:pt x="270146" y="319564"/>
                </a:cubicBezTo>
                <a:close/>
                <a:moveTo>
                  <a:pt x="108704" y="159544"/>
                </a:moveTo>
                <a:cubicBezTo>
                  <a:pt x="112403" y="162401"/>
                  <a:pt x="118094" y="166878"/>
                  <a:pt x="126726" y="173546"/>
                </a:cubicBezTo>
                <a:cubicBezTo>
                  <a:pt x="117430" y="180785"/>
                  <a:pt x="105858" y="189833"/>
                  <a:pt x="91440" y="201073"/>
                </a:cubicBezTo>
                <a:cubicBezTo>
                  <a:pt x="96657" y="188500"/>
                  <a:pt x="102348" y="174689"/>
                  <a:pt x="108704" y="159544"/>
                </a:cubicBezTo>
                <a:close/>
                <a:moveTo>
                  <a:pt x="186010" y="202121"/>
                </a:moveTo>
                <a:cubicBezTo>
                  <a:pt x="177853" y="195834"/>
                  <a:pt x="165996" y="186785"/>
                  <a:pt x="149017" y="173736"/>
                </a:cubicBezTo>
                <a:cubicBezTo>
                  <a:pt x="154803" y="169164"/>
                  <a:pt x="161063" y="164306"/>
                  <a:pt x="167893" y="158972"/>
                </a:cubicBezTo>
                <a:cubicBezTo>
                  <a:pt x="172825" y="170593"/>
                  <a:pt x="178706" y="184785"/>
                  <a:pt x="186010" y="202121"/>
                </a:cubicBezTo>
                <a:close/>
                <a:moveTo>
                  <a:pt x="198341" y="231553"/>
                </a:moveTo>
                <a:cubicBezTo>
                  <a:pt x="206973" y="252031"/>
                  <a:pt x="216933" y="275844"/>
                  <a:pt x="228695" y="303657"/>
                </a:cubicBezTo>
                <a:cubicBezTo>
                  <a:pt x="215605" y="295942"/>
                  <a:pt x="192460" y="282416"/>
                  <a:pt x="152147" y="258699"/>
                </a:cubicBezTo>
                <a:cubicBezTo>
                  <a:pt x="165806" y="250698"/>
                  <a:pt x="181267" y="241649"/>
                  <a:pt x="198436" y="231553"/>
                </a:cubicBezTo>
                <a:close/>
                <a:moveTo>
                  <a:pt x="188476" y="221647"/>
                </a:moveTo>
                <a:cubicBezTo>
                  <a:pt x="180698" y="226219"/>
                  <a:pt x="165996" y="234791"/>
                  <a:pt x="138678" y="250793"/>
                </a:cubicBezTo>
                <a:cubicBezTo>
                  <a:pt x="123975" y="242221"/>
                  <a:pt x="107281" y="232315"/>
                  <a:pt x="88310" y="221266"/>
                </a:cubicBezTo>
                <a:cubicBezTo>
                  <a:pt x="95898" y="215360"/>
                  <a:pt x="110316" y="204025"/>
                  <a:pt x="137919" y="182404"/>
                </a:cubicBezTo>
                <a:cubicBezTo>
                  <a:pt x="150155" y="191929"/>
                  <a:pt x="166565" y="204692"/>
                  <a:pt x="188382" y="221742"/>
                </a:cubicBezTo>
                <a:close/>
                <a:moveTo>
                  <a:pt x="78919" y="231362"/>
                </a:moveTo>
                <a:cubicBezTo>
                  <a:pt x="85085" y="234982"/>
                  <a:pt x="98175" y="242602"/>
                  <a:pt x="125398" y="258699"/>
                </a:cubicBezTo>
                <a:cubicBezTo>
                  <a:pt x="105763" y="270224"/>
                  <a:pt x="80721" y="284893"/>
                  <a:pt x="48945" y="303562"/>
                </a:cubicBezTo>
                <a:cubicBezTo>
                  <a:pt x="54921" y="289274"/>
                  <a:pt x="64217" y="266700"/>
                  <a:pt x="78919" y="231458"/>
                </a:cubicBezTo>
                <a:close/>
                <a:moveTo>
                  <a:pt x="138773" y="266510"/>
                </a:moveTo>
                <a:cubicBezTo>
                  <a:pt x="160684" y="279368"/>
                  <a:pt x="190089" y="296609"/>
                  <a:pt x="229169" y="319564"/>
                </a:cubicBezTo>
                <a:lnTo>
                  <a:pt x="48186" y="319564"/>
                </a:lnTo>
                <a:cubicBezTo>
                  <a:pt x="59758" y="312801"/>
                  <a:pt x="84800" y="298133"/>
                  <a:pt x="138773" y="266510"/>
                </a:cubicBezTo>
                <a:close/>
                <a:moveTo>
                  <a:pt x="130805" y="106490"/>
                </a:moveTo>
                <a:lnTo>
                  <a:pt x="138867" y="88011"/>
                </a:lnTo>
                <a:lnTo>
                  <a:pt x="145792" y="106490"/>
                </a:lnTo>
                <a:cubicBezTo>
                  <a:pt x="145792" y="106490"/>
                  <a:pt x="145792" y="106490"/>
                  <a:pt x="147689" y="110966"/>
                </a:cubicBezTo>
                <a:lnTo>
                  <a:pt x="128908" y="110966"/>
                </a:lnTo>
                <a:cubicBezTo>
                  <a:pt x="129572" y="109442"/>
                  <a:pt x="130141" y="108014"/>
                  <a:pt x="130805" y="106490"/>
                </a:cubicBezTo>
                <a:close/>
                <a:moveTo>
                  <a:pt x="153570" y="124968"/>
                </a:moveTo>
                <a:cubicBezTo>
                  <a:pt x="155752" y="130207"/>
                  <a:pt x="158692" y="137065"/>
                  <a:pt x="162296" y="145733"/>
                </a:cubicBezTo>
                <a:cubicBezTo>
                  <a:pt x="159166" y="148114"/>
                  <a:pt x="152432" y="153448"/>
                  <a:pt x="137634" y="164973"/>
                </a:cubicBezTo>
                <a:cubicBezTo>
                  <a:pt x="130520" y="159544"/>
                  <a:pt x="122647" y="153543"/>
                  <a:pt x="114015" y="146875"/>
                </a:cubicBezTo>
                <a:cubicBezTo>
                  <a:pt x="116956" y="139827"/>
                  <a:pt x="119991" y="132493"/>
                  <a:pt x="123121" y="124968"/>
                </a:cubicBezTo>
                <a:lnTo>
                  <a:pt x="153665" y="124968"/>
                </a:lnTo>
                <a:close/>
                <a:moveTo>
                  <a:pt x="166186" y="53531"/>
                </a:moveTo>
                <a:cubicBezTo>
                  <a:pt x="162771" y="51245"/>
                  <a:pt x="162771" y="46673"/>
                  <a:pt x="165047" y="43148"/>
                </a:cubicBezTo>
                <a:cubicBezTo>
                  <a:pt x="178801" y="23622"/>
                  <a:pt x="204127" y="15526"/>
                  <a:pt x="227082" y="23622"/>
                </a:cubicBezTo>
                <a:cubicBezTo>
                  <a:pt x="231635" y="24765"/>
                  <a:pt x="232868" y="28194"/>
                  <a:pt x="231635" y="31623"/>
                </a:cubicBezTo>
                <a:cubicBezTo>
                  <a:pt x="230497" y="36195"/>
                  <a:pt x="227082" y="37338"/>
                  <a:pt x="222434" y="36195"/>
                </a:cubicBezTo>
                <a:cubicBezTo>
                  <a:pt x="206404" y="30480"/>
                  <a:pt x="186864" y="36195"/>
                  <a:pt x="175386" y="51149"/>
                </a:cubicBezTo>
                <a:cubicBezTo>
                  <a:pt x="174248" y="53435"/>
                  <a:pt x="171972" y="54578"/>
                  <a:pt x="170833" y="54578"/>
                </a:cubicBezTo>
                <a:cubicBezTo>
                  <a:pt x="168557" y="54578"/>
                  <a:pt x="167419" y="53435"/>
                  <a:pt x="166280" y="53435"/>
                </a:cubicBezTo>
                <a:close/>
                <a:moveTo>
                  <a:pt x="44107" y="31718"/>
                </a:moveTo>
                <a:cubicBezTo>
                  <a:pt x="42969" y="28289"/>
                  <a:pt x="45246" y="24860"/>
                  <a:pt x="48660" y="23717"/>
                </a:cubicBezTo>
                <a:cubicBezTo>
                  <a:pt x="71615" y="15716"/>
                  <a:pt x="96847" y="23717"/>
                  <a:pt x="111834" y="43244"/>
                </a:cubicBezTo>
                <a:cubicBezTo>
                  <a:pt x="112972" y="46673"/>
                  <a:pt x="112972" y="51245"/>
                  <a:pt x="109557" y="53626"/>
                </a:cubicBezTo>
                <a:cubicBezTo>
                  <a:pt x="108419" y="53626"/>
                  <a:pt x="107281" y="54769"/>
                  <a:pt x="106142" y="54769"/>
                </a:cubicBezTo>
                <a:cubicBezTo>
                  <a:pt x="103866" y="54769"/>
                  <a:pt x="101589" y="53626"/>
                  <a:pt x="100356" y="51340"/>
                </a:cubicBezTo>
                <a:cubicBezTo>
                  <a:pt x="90017" y="36385"/>
                  <a:pt x="70477" y="30671"/>
                  <a:pt x="53308" y="36385"/>
                </a:cubicBezTo>
                <a:cubicBezTo>
                  <a:pt x="49894" y="37529"/>
                  <a:pt x="45246" y="36385"/>
                  <a:pt x="44107" y="31814"/>
                </a:cubicBezTo>
                <a:close/>
                <a:moveTo>
                  <a:pt x="131658" y="41529"/>
                </a:moveTo>
                <a:lnTo>
                  <a:pt x="131658" y="6953"/>
                </a:lnTo>
                <a:cubicBezTo>
                  <a:pt x="131658" y="3524"/>
                  <a:pt x="134030" y="0"/>
                  <a:pt x="138678" y="0"/>
                </a:cubicBezTo>
                <a:cubicBezTo>
                  <a:pt x="142187" y="0"/>
                  <a:pt x="145697" y="3429"/>
                  <a:pt x="145697" y="6953"/>
                </a:cubicBezTo>
                <a:lnTo>
                  <a:pt x="145697" y="41529"/>
                </a:lnTo>
                <a:cubicBezTo>
                  <a:pt x="145697" y="44958"/>
                  <a:pt x="142187" y="48482"/>
                  <a:pt x="138678" y="48482"/>
                </a:cubicBezTo>
                <a:cubicBezTo>
                  <a:pt x="134030" y="48482"/>
                  <a:pt x="131658" y="45053"/>
                  <a:pt x="131658" y="4152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8" name="Graphic 303">
            <a:extLst>
              <a:ext uri="{FF2B5EF4-FFF2-40B4-BE49-F238E27FC236}">
                <a16:creationId xmlns:a16="http://schemas.microsoft.com/office/drawing/2014/main" id="{356BC72B-87A2-255A-0578-EB4693FE3432}"/>
              </a:ext>
            </a:extLst>
          </p:cNvPr>
          <p:cNvSpPr/>
          <p:nvPr/>
        </p:nvSpPr>
        <p:spPr>
          <a:xfrm>
            <a:off x="11198704" y="5545259"/>
            <a:ext cx="371474" cy="447345"/>
          </a:xfrm>
          <a:custGeom>
            <a:avLst/>
            <a:gdLst>
              <a:gd name="connsiteX0" fmla="*/ 270241 w 277070"/>
              <a:gd name="connsiteY0" fmla="*/ 319564 h 333660"/>
              <a:gd name="connsiteX1" fmla="*/ 250037 w 277070"/>
              <a:gd name="connsiteY1" fmla="*/ 319564 h 333660"/>
              <a:gd name="connsiteX2" fmla="*/ 249468 w 277070"/>
              <a:gd name="connsiteY2" fmla="*/ 318135 h 333660"/>
              <a:gd name="connsiteX3" fmla="*/ 249278 w 277070"/>
              <a:gd name="connsiteY3" fmla="*/ 317754 h 333660"/>
              <a:gd name="connsiteX4" fmla="*/ 168177 w 277070"/>
              <a:gd name="connsiteY4" fmla="*/ 124968 h 333660"/>
              <a:gd name="connsiteX5" fmla="*/ 186959 w 277070"/>
              <a:gd name="connsiteY5" fmla="*/ 124968 h 333660"/>
              <a:gd name="connsiteX6" fmla="*/ 193883 w 277070"/>
              <a:gd name="connsiteY6" fmla="*/ 117920 h 333660"/>
              <a:gd name="connsiteX7" fmla="*/ 186959 w 277070"/>
              <a:gd name="connsiteY7" fmla="*/ 110871 h 333660"/>
              <a:gd name="connsiteX8" fmla="*/ 162202 w 277070"/>
              <a:gd name="connsiteY8" fmla="*/ 110871 h 333660"/>
              <a:gd name="connsiteX9" fmla="*/ 158407 w 277070"/>
              <a:gd name="connsiteY9" fmla="*/ 101727 h 333660"/>
              <a:gd name="connsiteX10" fmla="*/ 144559 w 277070"/>
              <a:gd name="connsiteY10" fmla="*/ 67056 h 333660"/>
              <a:gd name="connsiteX11" fmla="*/ 138773 w 277070"/>
              <a:gd name="connsiteY11" fmla="*/ 62389 h 333660"/>
              <a:gd name="connsiteX12" fmla="*/ 131848 w 277070"/>
              <a:gd name="connsiteY12" fmla="*/ 67056 h 333660"/>
              <a:gd name="connsiteX13" fmla="*/ 117999 w 277070"/>
              <a:gd name="connsiteY13" fmla="*/ 101727 h 333660"/>
              <a:gd name="connsiteX14" fmla="*/ 114205 w 277070"/>
              <a:gd name="connsiteY14" fmla="*/ 110871 h 333660"/>
              <a:gd name="connsiteX15" fmla="*/ 90207 w 277070"/>
              <a:gd name="connsiteY15" fmla="*/ 110871 h 333660"/>
              <a:gd name="connsiteX16" fmla="*/ 83282 w 277070"/>
              <a:gd name="connsiteY16" fmla="*/ 117920 h 333660"/>
              <a:gd name="connsiteX17" fmla="*/ 90207 w 277070"/>
              <a:gd name="connsiteY17" fmla="*/ 124968 h 333660"/>
              <a:gd name="connsiteX18" fmla="*/ 108324 w 277070"/>
              <a:gd name="connsiteY18" fmla="*/ 124968 h 333660"/>
              <a:gd name="connsiteX19" fmla="*/ 29120 w 277070"/>
              <a:gd name="connsiteY19" fmla="*/ 315563 h 333660"/>
              <a:gd name="connsiteX20" fmla="*/ 27698 w 277070"/>
              <a:gd name="connsiteY20" fmla="*/ 318992 h 333660"/>
              <a:gd name="connsiteX21" fmla="*/ 27508 w 277070"/>
              <a:gd name="connsiteY21" fmla="*/ 319564 h 333660"/>
              <a:gd name="connsiteX22" fmla="*/ 6924 w 277070"/>
              <a:gd name="connsiteY22" fmla="*/ 319564 h 333660"/>
              <a:gd name="connsiteX23" fmla="*/ 0 w 277070"/>
              <a:gd name="connsiteY23" fmla="*/ 326612 h 333660"/>
              <a:gd name="connsiteX24" fmla="*/ 6924 w 277070"/>
              <a:gd name="connsiteY24" fmla="*/ 333661 h 333660"/>
              <a:gd name="connsiteX25" fmla="*/ 270146 w 277070"/>
              <a:gd name="connsiteY25" fmla="*/ 333661 h 333660"/>
              <a:gd name="connsiteX26" fmla="*/ 277071 w 277070"/>
              <a:gd name="connsiteY26" fmla="*/ 326612 h 333660"/>
              <a:gd name="connsiteX27" fmla="*/ 270146 w 277070"/>
              <a:gd name="connsiteY27" fmla="*/ 319564 h 333660"/>
              <a:gd name="connsiteX28" fmla="*/ 108704 w 277070"/>
              <a:gd name="connsiteY28" fmla="*/ 159544 h 333660"/>
              <a:gd name="connsiteX29" fmla="*/ 126726 w 277070"/>
              <a:gd name="connsiteY29" fmla="*/ 173546 h 333660"/>
              <a:gd name="connsiteX30" fmla="*/ 91440 w 277070"/>
              <a:gd name="connsiteY30" fmla="*/ 201073 h 333660"/>
              <a:gd name="connsiteX31" fmla="*/ 108704 w 277070"/>
              <a:gd name="connsiteY31" fmla="*/ 159544 h 333660"/>
              <a:gd name="connsiteX32" fmla="*/ 186010 w 277070"/>
              <a:gd name="connsiteY32" fmla="*/ 202121 h 333660"/>
              <a:gd name="connsiteX33" fmla="*/ 149017 w 277070"/>
              <a:gd name="connsiteY33" fmla="*/ 173736 h 333660"/>
              <a:gd name="connsiteX34" fmla="*/ 167893 w 277070"/>
              <a:gd name="connsiteY34" fmla="*/ 158972 h 333660"/>
              <a:gd name="connsiteX35" fmla="*/ 186010 w 277070"/>
              <a:gd name="connsiteY35" fmla="*/ 202121 h 333660"/>
              <a:gd name="connsiteX36" fmla="*/ 198341 w 277070"/>
              <a:gd name="connsiteY36" fmla="*/ 231553 h 333660"/>
              <a:gd name="connsiteX37" fmla="*/ 228695 w 277070"/>
              <a:gd name="connsiteY37" fmla="*/ 303657 h 333660"/>
              <a:gd name="connsiteX38" fmla="*/ 152147 w 277070"/>
              <a:gd name="connsiteY38" fmla="*/ 258699 h 333660"/>
              <a:gd name="connsiteX39" fmla="*/ 198436 w 277070"/>
              <a:gd name="connsiteY39" fmla="*/ 231553 h 333660"/>
              <a:gd name="connsiteX40" fmla="*/ 188476 w 277070"/>
              <a:gd name="connsiteY40" fmla="*/ 221647 h 333660"/>
              <a:gd name="connsiteX41" fmla="*/ 138678 w 277070"/>
              <a:gd name="connsiteY41" fmla="*/ 250793 h 333660"/>
              <a:gd name="connsiteX42" fmla="*/ 88310 w 277070"/>
              <a:gd name="connsiteY42" fmla="*/ 221266 h 333660"/>
              <a:gd name="connsiteX43" fmla="*/ 137919 w 277070"/>
              <a:gd name="connsiteY43" fmla="*/ 182404 h 333660"/>
              <a:gd name="connsiteX44" fmla="*/ 188382 w 277070"/>
              <a:gd name="connsiteY44" fmla="*/ 221742 h 333660"/>
              <a:gd name="connsiteX45" fmla="*/ 78919 w 277070"/>
              <a:gd name="connsiteY45" fmla="*/ 231362 h 333660"/>
              <a:gd name="connsiteX46" fmla="*/ 125398 w 277070"/>
              <a:gd name="connsiteY46" fmla="*/ 258699 h 333660"/>
              <a:gd name="connsiteX47" fmla="*/ 48945 w 277070"/>
              <a:gd name="connsiteY47" fmla="*/ 303562 h 333660"/>
              <a:gd name="connsiteX48" fmla="*/ 78919 w 277070"/>
              <a:gd name="connsiteY48" fmla="*/ 231458 h 333660"/>
              <a:gd name="connsiteX49" fmla="*/ 138773 w 277070"/>
              <a:gd name="connsiteY49" fmla="*/ 266510 h 333660"/>
              <a:gd name="connsiteX50" fmla="*/ 229169 w 277070"/>
              <a:gd name="connsiteY50" fmla="*/ 319564 h 333660"/>
              <a:gd name="connsiteX51" fmla="*/ 48186 w 277070"/>
              <a:gd name="connsiteY51" fmla="*/ 319564 h 333660"/>
              <a:gd name="connsiteX52" fmla="*/ 138773 w 277070"/>
              <a:gd name="connsiteY52" fmla="*/ 266510 h 333660"/>
              <a:gd name="connsiteX53" fmla="*/ 130805 w 277070"/>
              <a:gd name="connsiteY53" fmla="*/ 106490 h 333660"/>
              <a:gd name="connsiteX54" fmla="*/ 138867 w 277070"/>
              <a:gd name="connsiteY54" fmla="*/ 88011 h 333660"/>
              <a:gd name="connsiteX55" fmla="*/ 145792 w 277070"/>
              <a:gd name="connsiteY55" fmla="*/ 106490 h 333660"/>
              <a:gd name="connsiteX56" fmla="*/ 147689 w 277070"/>
              <a:gd name="connsiteY56" fmla="*/ 110966 h 333660"/>
              <a:gd name="connsiteX57" fmla="*/ 128908 w 277070"/>
              <a:gd name="connsiteY57" fmla="*/ 110966 h 333660"/>
              <a:gd name="connsiteX58" fmla="*/ 130805 w 277070"/>
              <a:gd name="connsiteY58" fmla="*/ 106490 h 333660"/>
              <a:gd name="connsiteX59" fmla="*/ 153570 w 277070"/>
              <a:gd name="connsiteY59" fmla="*/ 124968 h 333660"/>
              <a:gd name="connsiteX60" fmla="*/ 162296 w 277070"/>
              <a:gd name="connsiteY60" fmla="*/ 145733 h 333660"/>
              <a:gd name="connsiteX61" fmla="*/ 137634 w 277070"/>
              <a:gd name="connsiteY61" fmla="*/ 164973 h 333660"/>
              <a:gd name="connsiteX62" fmla="*/ 114015 w 277070"/>
              <a:gd name="connsiteY62" fmla="*/ 146875 h 333660"/>
              <a:gd name="connsiteX63" fmla="*/ 123121 w 277070"/>
              <a:gd name="connsiteY63" fmla="*/ 124968 h 333660"/>
              <a:gd name="connsiteX64" fmla="*/ 153665 w 277070"/>
              <a:gd name="connsiteY64" fmla="*/ 124968 h 333660"/>
              <a:gd name="connsiteX65" fmla="*/ 166186 w 277070"/>
              <a:gd name="connsiteY65" fmla="*/ 53531 h 333660"/>
              <a:gd name="connsiteX66" fmla="*/ 165047 w 277070"/>
              <a:gd name="connsiteY66" fmla="*/ 43148 h 333660"/>
              <a:gd name="connsiteX67" fmla="*/ 227082 w 277070"/>
              <a:gd name="connsiteY67" fmla="*/ 23622 h 333660"/>
              <a:gd name="connsiteX68" fmla="*/ 231635 w 277070"/>
              <a:gd name="connsiteY68" fmla="*/ 31623 h 333660"/>
              <a:gd name="connsiteX69" fmla="*/ 222434 w 277070"/>
              <a:gd name="connsiteY69" fmla="*/ 36195 h 333660"/>
              <a:gd name="connsiteX70" fmla="*/ 175386 w 277070"/>
              <a:gd name="connsiteY70" fmla="*/ 51149 h 333660"/>
              <a:gd name="connsiteX71" fmla="*/ 170833 w 277070"/>
              <a:gd name="connsiteY71" fmla="*/ 54578 h 333660"/>
              <a:gd name="connsiteX72" fmla="*/ 166280 w 277070"/>
              <a:gd name="connsiteY72" fmla="*/ 53435 h 333660"/>
              <a:gd name="connsiteX73" fmla="*/ 44107 w 277070"/>
              <a:gd name="connsiteY73" fmla="*/ 31718 h 333660"/>
              <a:gd name="connsiteX74" fmla="*/ 48660 w 277070"/>
              <a:gd name="connsiteY74" fmla="*/ 23717 h 333660"/>
              <a:gd name="connsiteX75" fmla="*/ 111834 w 277070"/>
              <a:gd name="connsiteY75" fmla="*/ 43244 h 333660"/>
              <a:gd name="connsiteX76" fmla="*/ 109557 w 277070"/>
              <a:gd name="connsiteY76" fmla="*/ 53626 h 333660"/>
              <a:gd name="connsiteX77" fmla="*/ 106142 w 277070"/>
              <a:gd name="connsiteY77" fmla="*/ 54769 h 333660"/>
              <a:gd name="connsiteX78" fmla="*/ 100356 w 277070"/>
              <a:gd name="connsiteY78" fmla="*/ 51340 h 333660"/>
              <a:gd name="connsiteX79" fmla="*/ 53308 w 277070"/>
              <a:gd name="connsiteY79" fmla="*/ 36385 h 333660"/>
              <a:gd name="connsiteX80" fmla="*/ 44107 w 277070"/>
              <a:gd name="connsiteY80" fmla="*/ 31814 h 333660"/>
              <a:gd name="connsiteX81" fmla="*/ 131658 w 277070"/>
              <a:gd name="connsiteY81" fmla="*/ 41529 h 333660"/>
              <a:gd name="connsiteX82" fmla="*/ 131658 w 277070"/>
              <a:gd name="connsiteY82" fmla="*/ 6953 h 333660"/>
              <a:gd name="connsiteX83" fmla="*/ 138678 w 277070"/>
              <a:gd name="connsiteY83" fmla="*/ 0 h 333660"/>
              <a:gd name="connsiteX84" fmla="*/ 145697 w 277070"/>
              <a:gd name="connsiteY84" fmla="*/ 6953 h 333660"/>
              <a:gd name="connsiteX85" fmla="*/ 145697 w 277070"/>
              <a:gd name="connsiteY85" fmla="*/ 41529 h 333660"/>
              <a:gd name="connsiteX86" fmla="*/ 138678 w 277070"/>
              <a:gd name="connsiteY86" fmla="*/ 48482 h 333660"/>
              <a:gd name="connsiteX87" fmla="*/ 131658 w 277070"/>
              <a:gd name="connsiteY87" fmla="*/ 41529 h 333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277070" h="333660">
                <a:moveTo>
                  <a:pt x="270241" y="319564"/>
                </a:moveTo>
                <a:lnTo>
                  <a:pt x="250037" y="319564"/>
                </a:lnTo>
                <a:cubicBezTo>
                  <a:pt x="250037" y="319564"/>
                  <a:pt x="249658" y="318611"/>
                  <a:pt x="249468" y="318135"/>
                </a:cubicBezTo>
                <a:cubicBezTo>
                  <a:pt x="249468" y="318040"/>
                  <a:pt x="249373" y="317945"/>
                  <a:pt x="249278" y="317754"/>
                </a:cubicBezTo>
                <a:cubicBezTo>
                  <a:pt x="243587" y="304229"/>
                  <a:pt x="225565" y="261366"/>
                  <a:pt x="168177" y="124968"/>
                </a:cubicBezTo>
                <a:lnTo>
                  <a:pt x="186959" y="124968"/>
                </a:lnTo>
                <a:cubicBezTo>
                  <a:pt x="190374" y="124968"/>
                  <a:pt x="193883" y="121444"/>
                  <a:pt x="193883" y="117920"/>
                </a:cubicBezTo>
                <a:cubicBezTo>
                  <a:pt x="193883" y="114395"/>
                  <a:pt x="190468" y="110871"/>
                  <a:pt x="186959" y="110871"/>
                </a:cubicBezTo>
                <a:lnTo>
                  <a:pt x="162202" y="110871"/>
                </a:lnTo>
                <a:cubicBezTo>
                  <a:pt x="160968" y="107823"/>
                  <a:pt x="159735" y="104870"/>
                  <a:pt x="158407" y="101727"/>
                </a:cubicBezTo>
                <a:lnTo>
                  <a:pt x="144559" y="67056"/>
                </a:lnTo>
                <a:cubicBezTo>
                  <a:pt x="143420" y="64770"/>
                  <a:pt x="141144" y="62389"/>
                  <a:pt x="138773" y="62389"/>
                </a:cubicBezTo>
                <a:cubicBezTo>
                  <a:pt x="135358" y="62389"/>
                  <a:pt x="132986" y="64675"/>
                  <a:pt x="131848" y="67056"/>
                </a:cubicBezTo>
                <a:lnTo>
                  <a:pt x="117999" y="101727"/>
                </a:lnTo>
                <a:cubicBezTo>
                  <a:pt x="117999" y="101727"/>
                  <a:pt x="117999" y="101727"/>
                  <a:pt x="114205" y="110871"/>
                </a:cubicBezTo>
                <a:lnTo>
                  <a:pt x="90207" y="110871"/>
                </a:lnTo>
                <a:cubicBezTo>
                  <a:pt x="85559" y="110871"/>
                  <a:pt x="83282" y="114395"/>
                  <a:pt x="83282" y="117920"/>
                </a:cubicBezTo>
                <a:cubicBezTo>
                  <a:pt x="83282" y="121444"/>
                  <a:pt x="85559" y="124968"/>
                  <a:pt x="90207" y="124968"/>
                </a:cubicBezTo>
                <a:lnTo>
                  <a:pt x="108324" y="124968"/>
                </a:lnTo>
                <a:cubicBezTo>
                  <a:pt x="97795" y="150400"/>
                  <a:pt x="75599" y="203835"/>
                  <a:pt x="29120" y="315563"/>
                </a:cubicBezTo>
                <a:cubicBezTo>
                  <a:pt x="28267" y="316611"/>
                  <a:pt x="27792" y="317754"/>
                  <a:pt x="27698" y="318992"/>
                </a:cubicBezTo>
                <a:cubicBezTo>
                  <a:pt x="27698" y="319183"/>
                  <a:pt x="27508" y="319373"/>
                  <a:pt x="27508" y="319564"/>
                </a:cubicBezTo>
                <a:lnTo>
                  <a:pt x="6924" y="319564"/>
                </a:lnTo>
                <a:cubicBezTo>
                  <a:pt x="2276" y="319564"/>
                  <a:pt x="0" y="323088"/>
                  <a:pt x="0" y="326612"/>
                </a:cubicBezTo>
                <a:cubicBezTo>
                  <a:pt x="0" y="330137"/>
                  <a:pt x="2276" y="333661"/>
                  <a:pt x="6924" y="333661"/>
                </a:cubicBezTo>
                <a:lnTo>
                  <a:pt x="270146" y="333661"/>
                </a:lnTo>
                <a:cubicBezTo>
                  <a:pt x="273656" y="333661"/>
                  <a:pt x="277071" y="330137"/>
                  <a:pt x="277071" y="326612"/>
                </a:cubicBezTo>
                <a:cubicBezTo>
                  <a:pt x="277071" y="323088"/>
                  <a:pt x="273561" y="319564"/>
                  <a:pt x="270146" y="319564"/>
                </a:cubicBezTo>
                <a:close/>
                <a:moveTo>
                  <a:pt x="108704" y="159544"/>
                </a:moveTo>
                <a:cubicBezTo>
                  <a:pt x="112403" y="162401"/>
                  <a:pt x="118094" y="166878"/>
                  <a:pt x="126726" y="173546"/>
                </a:cubicBezTo>
                <a:cubicBezTo>
                  <a:pt x="117430" y="180785"/>
                  <a:pt x="105858" y="189833"/>
                  <a:pt x="91440" y="201073"/>
                </a:cubicBezTo>
                <a:cubicBezTo>
                  <a:pt x="96657" y="188500"/>
                  <a:pt x="102348" y="174689"/>
                  <a:pt x="108704" y="159544"/>
                </a:cubicBezTo>
                <a:close/>
                <a:moveTo>
                  <a:pt x="186010" y="202121"/>
                </a:moveTo>
                <a:cubicBezTo>
                  <a:pt x="177853" y="195834"/>
                  <a:pt x="165996" y="186785"/>
                  <a:pt x="149017" y="173736"/>
                </a:cubicBezTo>
                <a:cubicBezTo>
                  <a:pt x="154803" y="169164"/>
                  <a:pt x="161063" y="164306"/>
                  <a:pt x="167893" y="158972"/>
                </a:cubicBezTo>
                <a:cubicBezTo>
                  <a:pt x="172825" y="170593"/>
                  <a:pt x="178706" y="184785"/>
                  <a:pt x="186010" y="202121"/>
                </a:cubicBezTo>
                <a:close/>
                <a:moveTo>
                  <a:pt x="198341" y="231553"/>
                </a:moveTo>
                <a:cubicBezTo>
                  <a:pt x="206973" y="252031"/>
                  <a:pt x="216933" y="275844"/>
                  <a:pt x="228695" y="303657"/>
                </a:cubicBezTo>
                <a:cubicBezTo>
                  <a:pt x="215605" y="295942"/>
                  <a:pt x="192460" y="282416"/>
                  <a:pt x="152147" y="258699"/>
                </a:cubicBezTo>
                <a:cubicBezTo>
                  <a:pt x="165806" y="250698"/>
                  <a:pt x="181267" y="241649"/>
                  <a:pt x="198436" y="231553"/>
                </a:cubicBezTo>
                <a:close/>
                <a:moveTo>
                  <a:pt x="188476" y="221647"/>
                </a:moveTo>
                <a:cubicBezTo>
                  <a:pt x="180698" y="226219"/>
                  <a:pt x="165996" y="234791"/>
                  <a:pt x="138678" y="250793"/>
                </a:cubicBezTo>
                <a:cubicBezTo>
                  <a:pt x="123975" y="242221"/>
                  <a:pt x="107281" y="232315"/>
                  <a:pt x="88310" y="221266"/>
                </a:cubicBezTo>
                <a:cubicBezTo>
                  <a:pt x="95898" y="215360"/>
                  <a:pt x="110316" y="204025"/>
                  <a:pt x="137919" y="182404"/>
                </a:cubicBezTo>
                <a:cubicBezTo>
                  <a:pt x="150155" y="191929"/>
                  <a:pt x="166565" y="204692"/>
                  <a:pt x="188382" y="221742"/>
                </a:cubicBezTo>
                <a:close/>
                <a:moveTo>
                  <a:pt x="78919" y="231362"/>
                </a:moveTo>
                <a:cubicBezTo>
                  <a:pt x="85085" y="234982"/>
                  <a:pt x="98175" y="242602"/>
                  <a:pt x="125398" y="258699"/>
                </a:cubicBezTo>
                <a:cubicBezTo>
                  <a:pt x="105763" y="270224"/>
                  <a:pt x="80721" y="284893"/>
                  <a:pt x="48945" y="303562"/>
                </a:cubicBezTo>
                <a:cubicBezTo>
                  <a:pt x="54921" y="289274"/>
                  <a:pt x="64217" y="266700"/>
                  <a:pt x="78919" y="231458"/>
                </a:cubicBezTo>
                <a:close/>
                <a:moveTo>
                  <a:pt x="138773" y="266510"/>
                </a:moveTo>
                <a:cubicBezTo>
                  <a:pt x="160684" y="279368"/>
                  <a:pt x="190089" y="296609"/>
                  <a:pt x="229169" y="319564"/>
                </a:cubicBezTo>
                <a:lnTo>
                  <a:pt x="48186" y="319564"/>
                </a:lnTo>
                <a:cubicBezTo>
                  <a:pt x="59758" y="312801"/>
                  <a:pt x="84800" y="298133"/>
                  <a:pt x="138773" y="266510"/>
                </a:cubicBezTo>
                <a:close/>
                <a:moveTo>
                  <a:pt x="130805" y="106490"/>
                </a:moveTo>
                <a:lnTo>
                  <a:pt x="138867" y="88011"/>
                </a:lnTo>
                <a:lnTo>
                  <a:pt x="145792" y="106490"/>
                </a:lnTo>
                <a:cubicBezTo>
                  <a:pt x="145792" y="106490"/>
                  <a:pt x="145792" y="106490"/>
                  <a:pt x="147689" y="110966"/>
                </a:cubicBezTo>
                <a:lnTo>
                  <a:pt x="128908" y="110966"/>
                </a:lnTo>
                <a:cubicBezTo>
                  <a:pt x="129572" y="109442"/>
                  <a:pt x="130141" y="108014"/>
                  <a:pt x="130805" y="106490"/>
                </a:cubicBezTo>
                <a:close/>
                <a:moveTo>
                  <a:pt x="153570" y="124968"/>
                </a:moveTo>
                <a:cubicBezTo>
                  <a:pt x="155752" y="130207"/>
                  <a:pt x="158692" y="137065"/>
                  <a:pt x="162296" y="145733"/>
                </a:cubicBezTo>
                <a:cubicBezTo>
                  <a:pt x="159166" y="148114"/>
                  <a:pt x="152432" y="153448"/>
                  <a:pt x="137634" y="164973"/>
                </a:cubicBezTo>
                <a:cubicBezTo>
                  <a:pt x="130520" y="159544"/>
                  <a:pt x="122647" y="153543"/>
                  <a:pt x="114015" y="146875"/>
                </a:cubicBezTo>
                <a:cubicBezTo>
                  <a:pt x="116956" y="139827"/>
                  <a:pt x="119991" y="132493"/>
                  <a:pt x="123121" y="124968"/>
                </a:cubicBezTo>
                <a:lnTo>
                  <a:pt x="153665" y="124968"/>
                </a:lnTo>
                <a:close/>
                <a:moveTo>
                  <a:pt x="166186" y="53531"/>
                </a:moveTo>
                <a:cubicBezTo>
                  <a:pt x="162771" y="51245"/>
                  <a:pt x="162771" y="46673"/>
                  <a:pt x="165047" y="43148"/>
                </a:cubicBezTo>
                <a:cubicBezTo>
                  <a:pt x="178801" y="23622"/>
                  <a:pt x="204127" y="15526"/>
                  <a:pt x="227082" y="23622"/>
                </a:cubicBezTo>
                <a:cubicBezTo>
                  <a:pt x="231635" y="24765"/>
                  <a:pt x="232868" y="28194"/>
                  <a:pt x="231635" y="31623"/>
                </a:cubicBezTo>
                <a:cubicBezTo>
                  <a:pt x="230497" y="36195"/>
                  <a:pt x="227082" y="37338"/>
                  <a:pt x="222434" y="36195"/>
                </a:cubicBezTo>
                <a:cubicBezTo>
                  <a:pt x="206404" y="30480"/>
                  <a:pt x="186864" y="36195"/>
                  <a:pt x="175386" y="51149"/>
                </a:cubicBezTo>
                <a:cubicBezTo>
                  <a:pt x="174248" y="53435"/>
                  <a:pt x="171972" y="54578"/>
                  <a:pt x="170833" y="54578"/>
                </a:cubicBezTo>
                <a:cubicBezTo>
                  <a:pt x="168557" y="54578"/>
                  <a:pt x="167419" y="53435"/>
                  <a:pt x="166280" y="53435"/>
                </a:cubicBezTo>
                <a:close/>
                <a:moveTo>
                  <a:pt x="44107" y="31718"/>
                </a:moveTo>
                <a:cubicBezTo>
                  <a:pt x="42969" y="28289"/>
                  <a:pt x="45246" y="24860"/>
                  <a:pt x="48660" y="23717"/>
                </a:cubicBezTo>
                <a:cubicBezTo>
                  <a:pt x="71615" y="15716"/>
                  <a:pt x="96847" y="23717"/>
                  <a:pt x="111834" y="43244"/>
                </a:cubicBezTo>
                <a:cubicBezTo>
                  <a:pt x="112972" y="46673"/>
                  <a:pt x="112972" y="51245"/>
                  <a:pt x="109557" y="53626"/>
                </a:cubicBezTo>
                <a:cubicBezTo>
                  <a:pt x="108419" y="53626"/>
                  <a:pt x="107281" y="54769"/>
                  <a:pt x="106142" y="54769"/>
                </a:cubicBezTo>
                <a:cubicBezTo>
                  <a:pt x="103866" y="54769"/>
                  <a:pt x="101589" y="53626"/>
                  <a:pt x="100356" y="51340"/>
                </a:cubicBezTo>
                <a:cubicBezTo>
                  <a:pt x="90017" y="36385"/>
                  <a:pt x="70477" y="30671"/>
                  <a:pt x="53308" y="36385"/>
                </a:cubicBezTo>
                <a:cubicBezTo>
                  <a:pt x="49894" y="37529"/>
                  <a:pt x="45246" y="36385"/>
                  <a:pt x="44107" y="31814"/>
                </a:cubicBezTo>
                <a:close/>
                <a:moveTo>
                  <a:pt x="131658" y="41529"/>
                </a:moveTo>
                <a:lnTo>
                  <a:pt x="131658" y="6953"/>
                </a:lnTo>
                <a:cubicBezTo>
                  <a:pt x="131658" y="3524"/>
                  <a:pt x="134030" y="0"/>
                  <a:pt x="138678" y="0"/>
                </a:cubicBezTo>
                <a:cubicBezTo>
                  <a:pt x="142187" y="0"/>
                  <a:pt x="145697" y="3429"/>
                  <a:pt x="145697" y="6953"/>
                </a:cubicBezTo>
                <a:lnTo>
                  <a:pt x="145697" y="41529"/>
                </a:lnTo>
                <a:cubicBezTo>
                  <a:pt x="145697" y="44958"/>
                  <a:pt x="142187" y="48482"/>
                  <a:pt x="138678" y="48482"/>
                </a:cubicBezTo>
                <a:cubicBezTo>
                  <a:pt x="134030" y="48482"/>
                  <a:pt x="131658" y="45053"/>
                  <a:pt x="131658" y="4152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</p:spPr>
        <p:txBody>
          <a:bodyPr vert="horz" wrap="square" lIns="0" tIns="12700" rIns="0" bIns="0" rtlCol="0">
            <a:spAutoFit/>
          </a:bodyPr>
          <a:lstStyle/>
          <a:p>
            <a:r>
              <a:rPr lang="en-US" dirty="0"/>
              <a:t>Social media &amp; communication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698B277D-662D-90F4-8A7F-847CA4D0CF7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facebook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E1A88187-AE16-B548-15E7-0C8C4829C7A7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instagram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697F3EC9-E4B2-583E-A021-7C29CA8E59ED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linkedin</a:t>
            </a:r>
            <a:endParaRPr lang="en-US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C8DF6186-F260-14FD-85F0-B7AEAC40C375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twitter; x</a:t>
            </a:r>
            <a:endParaRPr lang="en-US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4189A5C4-E62E-DAB2-F5F6-1C25C1783968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vimeo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652B77F0-8CC3-F0DC-F63A-794CB364AB74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youtube</a:t>
            </a:r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596047BB-5043-BA50-978A-EA382D695A59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podcast</a:t>
            </a:r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74DBCAF-F5E5-0259-A83C-E84AA45588A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chat; message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A9C927-F31E-677C-EEF7-CC866802685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chat; message;</a:t>
            </a:r>
          </a:p>
          <a:p>
            <a:r>
              <a:rPr lang="en-US" dirty="0"/>
              <a:t>exclamation</a:t>
            </a:r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8EA46BD-0035-816D-3895-EA9787C7022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question; ?; ask</a:t>
            </a:r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E66619E-5813-667E-D1C2-41B03F529B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chat; message;</a:t>
            </a:r>
          </a:p>
          <a:p>
            <a:r>
              <a:rPr lang="en-US" dirty="0"/>
              <a:t>typing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DDCC5FB-D788-7F4E-0EFC-1F66245CC76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text; message;</a:t>
            </a:r>
          </a:p>
          <a:p>
            <a:r>
              <a:rPr lang="en-US" dirty="0"/>
              <a:t>chat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7330CF4C-871D-F63D-DE2D-E2F53C8D7F4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/>
              <a:t>chat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FBA1379-A9C8-50DF-DA50-95887F1DB81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email; mail;</a:t>
            </a:r>
          </a:p>
          <a:p>
            <a:r>
              <a:rPr lang="en-US" dirty="0"/>
              <a:t>envelope</a:t>
            </a:r>
            <a:endParaRPr lang="en-US"/>
          </a:p>
        </p:txBody>
      </p:sp>
      <p:sp>
        <p:nvSpPr>
          <p:cNvPr id="19" name="Graphic 17">
            <a:extLst>
              <a:ext uri="{FF2B5EF4-FFF2-40B4-BE49-F238E27FC236}">
                <a16:creationId xmlns:a16="http://schemas.microsoft.com/office/drawing/2014/main" id="{42A871D5-081B-B50E-FF67-E3F607E29984}"/>
              </a:ext>
            </a:extLst>
          </p:cNvPr>
          <p:cNvSpPr/>
          <p:nvPr/>
        </p:nvSpPr>
        <p:spPr>
          <a:xfrm>
            <a:off x="640494" y="820247"/>
            <a:ext cx="250190" cy="455463"/>
          </a:xfrm>
          <a:custGeom>
            <a:avLst/>
            <a:gdLst>
              <a:gd name="connsiteX0" fmla="*/ 56344 w 186579"/>
              <a:gd name="connsiteY0" fmla="*/ 325469 h 339661"/>
              <a:gd name="connsiteX1" fmla="*/ 112687 w 186579"/>
              <a:gd name="connsiteY1" fmla="*/ 325469 h 339661"/>
              <a:gd name="connsiteX2" fmla="*/ 112687 w 186579"/>
              <a:gd name="connsiteY2" fmla="*/ 162687 h 339661"/>
              <a:gd name="connsiteX3" fmla="*/ 119707 w 186579"/>
              <a:gd name="connsiteY3" fmla="*/ 155638 h 339661"/>
              <a:gd name="connsiteX4" fmla="*/ 167798 w 186579"/>
              <a:gd name="connsiteY4" fmla="*/ 155638 h 339661"/>
              <a:gd name="connsiteX5" fmla="*/ 172446 w 186579"/>
              <a:gd name="connsiteY5" fmla="*/ 113157 h 339661"/>
              <a:gd name="connsiteX6" fmla="*/ 119612 w 186579"/>
              <a:gd name="connsiteY6" fmla="*/ 113157 h 339661"/>
              <a:gd name="connsiteX7" fmla="*/ 112593 w 186579"/>
              <a:gd name="connsiteY7" fmla="*/ 106108 h 339661"/>
              <a:gd name="connsiteX8" fmla="*/ 112593 w 186579"/>
              <a:gd name="connsiteY8" fmla="*/ 78962 h 339661"/>
              <a:gd name="connsiteX9" fmla="*/ 133745 w 186579"/>
              <a:gd name="connsiteY9" fmla="*/ 56579 h 339661"/>
              <a:gd name="connsiteX10" fmla="*/ 168936 w 186579"/>
              <a:gd name="connsiteY10" fmla="*/ 56579 h 339661"/>
              <a:gd name="connsiteX11" fmla="*/ 168936 w 186579"/>
              <a:gd name="connsiteY11" fmla="*/ 15335 h 339661"/>
              <a:gd name="connsiteX12" fmla="*/ 114964 w 186579"/>
              <a:gd name="connsiteY12" fmla="*/ 14192 h 339661"/>
              <a:gd name="connsiteX13" fmla="*/ 56249 w 186579"/>
              <a:gd name="connsiteY13" fmla="*/ 75533 h 339661"/>
              <a:gd name="connsiteX14" fmla="*/ 56249 w 186579"/>
              <a:gd name="connsiteY14" fmla="*/ 106204 h 339661"/>
              <a:gd name="connsiteX15" fmla="*/ 49230 w 186579"/>
              <a:gd name="connsiteY15" fmla="*/ 113252 h 339661"/>
              <a:gd name="connsiteX16" fmla="*/ 14038 w 186579"/>
              <a:gd name="connsiteY16" fmla="*/ 113252 h 339661"/>
              <a:gd name="connsiteX17" fmla="*/ 14038 w 186579"/>
              <a:gd name="connsiteY17" fmla="*/ 155734 h 339661"/>
              <a:gd name="connsiteX18" fmla="*/ 49230 w 186579"/>
              <a:gd name="connsiteY18" fmla="*/ 155734 h 339661"/>
              <a:gd name="connsiteX19" fmla="*/ 56249 w 186579"/>
              <a:gd name="connsiteY19" fmla="*/ 162782 h 339661"/>
              <a:gd name="connsiteX20" fmla="*/ 56249 w 186579"/>
              <a:gd name="connsiteY20" fmla="*/ 325565 h 339661"/>
              <a:gd name="connsiteX21" fmla="*/ 119707 w 186579"/>
              <a:gd name="connsiteY21" fmla="*/ 339661 h 339661"/>
              <a:gd name="connsiteX22" fmla="*/ 49230 w 186579"/>
              <a:gd name="connsiteY22" fmla="*/ 339661 h 339661"/>
              <a:gd name="connsiteX23" fmla="*/ 42210 w 186579"/>
              <a:gd name="connsiteY23" fmla="*/ 332613 h 339661"/>
              <a:gd name="connsiteX24" fmla="*/ 42210 w 186579"/>
              <a:gd name="connsiteY24" fmla="*/ 169831 h 339661"/>
              <a:gd name="connsiteX25" fmla="*/ 7019 w 186579"/>
              <a:gd name="connsiteY25" fmla="*/ 169831 h 339661"/>
              <a:gd name="connsiteX26" fmla="*/ 0 w 186579"/>
              <a:gd name="connsiteY26" fmla="*/ 162782 h 339661"/>
              <a:gd name="connsiteX27" fmla="*/ 0 w 186579"/>
              <a:gd name="connsiteY27" fmla="*/ 106204 h 339661"/>
              <a:gd name="connsiteX28" fmla="*/ 7019 w 186579"/>
              <a:gd name="connsiteY28" fmla="*/ 99155 h 339661"/>
              <a:gd name="connsiteX29" fmla="*/ 42210 w 186579"/>
              <a:gd name="connsiteY29" fmla="*/ 99155 h 339661"/>
              <a:gd name="connsiteX30" fmla="*/ 42210 w 186579"/>
              <a:gd name="connsiteY30" fmla="*/ 75533 h 339661"/>
              <a:gd name="connsiteX31" fmla="*/ 114964 w 186579"/>
              <a:gd name="connsiteY31" fmla="*/ 0 h 339661"/>
              <a:gd name="connsiteX32" fmla="*/ 176051 w 186579"/>
              <a:gd name="connsiteY32" fmla="*/ 1143 h 339661"/>
              <a:gd name="connsiteX33" fmla="*/ 183070 w 186579"/>
              <a:gd name="connsiteY33" fmla="*/ 8192 h 339661"/>
              <a:gd name="connsiteX34" fmla="*/ 183070 w 186579"/>
              <a:gd name="connsiteY34" fmla="*/ 63627 h 339661"/>
              <a:gd name="connsiteX35" fmla="*/ 176051 w 186579"/>
              <a:gd name="connsiteY35" fmla="*/ 70675 h 339661"/>
              <a:gd name="connsiteX36" fmla="*/ 133745 w 186579"/>
              <a:gd name="connsiteY36" fmla="*/ 70675 h 339661"/>
              <a:gd name="connsiteX37" fmla="*/ 126726 w 186579"/>
              <a:gd name="connsiteY37" fmla="*/ 78962 h 339661"/>
              <a:gd name="connsiteX38" fmla="*/ 126726 w 186579"/>
              <a:gd name="connsiteY38" fmla="*/ 99060 h 339661"/>
              <a:gd name="connsiteX39" fmla="*/ 179560 w 186579"/>
              <a:gd name="connsiteY39" fmla="*/ 99060 h 339661"/>
              <a:gd name="connsiteX40" fmla="*/ 185441 w 186579"/>
              <a:gd name="connsiteY40" fmla="*/ 101441 h 339661"/>
              <a:gd name="connsiteX41" fmla="*/ 186579 w 186579"/>
              <a:gd name="connsiteY41" fmla="*/ 107347 h 339661"/>
              <a:gd name="connsiteX42" fmla="*/ 180698 w 186579"/>
              <a:gd name="connsiteY42" fmla="*/ 163925 h 339661"/>
              <a:gd name="connsiteX43" fmla="*/ 173679 w 186579"/>
              <a:gd name="connsiteY43" fmla="*/ 169831 h 339661"/>
              <a:gd name="connsiteX44" fmla="*/ 126726 w 186579"/>
              <a:gd name="connsiteY44" fmla="*/ 169831 h 339661"/>
              <a:gd name="connsiteX45" fmla="*/ 126726 w 186579"/>
              <a:gd name="connsiteY45" fmla="*/ 332613 h 339661"/>
              <a:gd name="connsiteX46" fmla="*/ 119707 w 186579"/>
              <a:gd name="connsiteY46" fmla="*/ 339661 h 339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6579" h="339661">
                <a:moveTo>
                  <a:pt x="56344" y="325469"/>
                </a:moveTo>
                <a:lnTo>
                  <a:pt x="112687" y="325469"/>
                </a:lnTo>
                <a:lnTo>
                  <a:pt x="112687" y="162687"/>
                </a:lnTo>
                <a:cubicBezTo>
                  <a:pt x="112687" y="159163"/>
                  <a:pt x="116197" y="155638"/>
                  <a:pt x="119707" y="155638"/>
                </a:cubicBezTo>
                <a:lnTo>
                  <a:pt x="167798" y="155638"/>
                </a:lnTo>
                <a:lnTo>
                  <a:pt x="172446" y="113157"/>
                </a:lnTo>
                <a:lnTo>
                  <a:pt x="119612" y="113157"/>
                </a:lnTo>
                <a:cubicBezTo>
                  <a:pt x="116102" y="113157"/>
                  <a:pt x="112593" y="109633"/>
                  <a:pt x="112593" y="106108"/>
                </a:cubicBezTo>
                <a:lnTo>
                  <a:pt x="112593" y="78962"/>
                </a:lnTo>
                <a:cubicBezTo>
                  <a:pt x="112593" y="62484"/>
                  <a:pt x="124355" y="56579"/>
                  <a:pt x="133745" y="56579"/>
                </a:cubicBezTo>
                <a:lnTo>
                  <a:pt x="168936" y="56579"/>
                </a:lnTo>
                <a:lnTo>
                  <a:pt x="168936" y="15335"/>
                </a:lnTo>
                <a:lnTo>
                  <a:pt x="114964" y="14192"/>
                </a:lnTo>
                <a:cubicBezTo>
                  <a:pt x="64501" y="14192"/>
                  <a:pt x="56249" y="53150"/>
                  <a:pt x="56249" y="75533"/>
                </a:cubicBezTo>
                <a:lnTo>
                  <a:pt x="56249" y="106204"/>
                </a:lnTo>
                <a:cubicBezTo>
                  <a:pt x="56249" y="109728"/>
                  <a:pt x="52739" y="113252"/>
                  <a:pt x="49230" y="113252"/>
                </a:cubicBezTo>
                <a:lnTo>
                  <a:pt x="14038" y="113252"/>
                </a:lnTo>
                <a:lnTo>
                  <a:pt x="14038" y="155734"/>
                </a:lnTo>
                <a:lnTo>
                  <a:pt x="49230" y="155734"/>
                </a:lnTo>
                <a:cubicBezTo>
                  <a:pt x="52739" y="155734"/>
                  <a:pt x="56249" y="159258"/>
                  <a:pt x="56249" y="162782"/>
                </a:cubicBezTo>
                <a:lnTo>
                  <a:pt x="56249" y="325565"/>
                </a:lnTo>
                <a:close/>
                <a:moveTo>
                  <a:pt x="119707" y="339661"/>
                </a:moveTo>
                <a:lnTo>
                  <a:pt x="49230" y="339661"/>
                </a:lnTo>
                <a:cubicBezTo>
                  <a:pt x="45720" y="339661"/>
                  <a:pt x="42210" y="336137"/>
                  <a:pt x="42210" y="332613"/>
                </a:cubicBezTo>
                <a:lnTo>
                  <a:pt x="42210" y="169831"/>
                </a:lnTo>
                <a:lnTo>
                  <a:pt x="7019" y="169831"/>
                </a:lnTo>
                <a:cubicBezTo>
                  <a:pt x="3510" y="169831"/>
                  <a:pt x="0" y="166306"/>
                  <a:pt x="0" y="162782"/>
                </a:cubicBezTo>
                <a:lnTo>
                  <a:pt x="0" y="106204"/>
                </a:lnTo>
                <a:cubicBezTo>
                  <a:pt x="0" y="102679"/>
                  <a:pt x="3510" y="99155"/>
                  <a:pt x="7019" y="99155"/>
                </a:cubicBezTo>
                <a:lnTo>
                  <a:pt x="42210" y="99155"/>
                </a:lnTo>
                <a:lnTo>
                  <a:pt x="42210" y="75533"/>
                </a:lnTo>
                <a:cubicBezTo>
                  <a:pt x="42210" y="57817"/>
                  <a:pt x="48091" y="0"/>
                  <a:pt x="114964" y="0"/>
                </a:cubicBezTo>
                <a:lnTo>
                  <a:pt x="176051" y="1143"/>
                </a:lnTo>
                <a:cubicBezTo>
                  <a:pt x="179560" y="1143"/>
                  <a:pt x="183070" y="3524"/>
                  <a:pt x="183070" y="8192"/>
                </a:cubicBezTo>
                <a:lnTo>
                  <a:pt x="183070" y="63627"/>
                </a:lnTo>
                <a:cubicBezTo>
                  <a:pt x="183070" y="67151"/>
                  <a:pt x="179560" y="70675"/>
                  <a:pt x="176051" y="70675"/>
                </a:cubicBezTo>
                <a:lnTo>
                  <a:pt x="133745" y="70675"/>
                </a:lnTo>
                <a:cubicBezTo>
                  <a:pt x="127864" y="70675"/>
                  <a:pt x="126726" y="75438"/>
                  <a:pt x="126726" y="78962"/>
                </a:cubicBezTo>
                <a:lnTo>
                  <a:pt x="126726" y="99060"/>
                </a:lnTo>
                <a:lnTo>
                  <a:pt x="179560" y="99060"/>
                </a:lnTo>
                <a:cubicBezTo>
                  <a:pt x="181931" y="99060"/>
                  <a:pt x="184208" y="100203"/>
                  <a:pt x="185441" y="101441"/>
                </a:cubicBezTo>
                <a:cubicBezTo>
                  <a:pt x="186579" y="102584"/>
                  <a:pt x="186579" y="104965"/>
                  <a:pt x="186579" y="107347"/>
                </a:cubicBezTo>
                <a:lnTo>
                  <a:pt x="180698" y="163925"/>
                </a:lnTo>
                <a:cubicBezTo>
                  <a:pt x="180698" y="167450"/>
                  <a:pt x="177189" y="169831"/>
                  <a:pt x="173679" y="169831"/>
                </a:cubicBezTo>
                <a:lnTo>
                  <a:pt x="126726" y="169831"/>
                </a:lnTo>
                <a:lnTo>
                  <a:pt x="126726" y="332613"/>
                </a:lnTo>
                <a:cubicBezTo>
                  <a:pt x="126726" y="336137"/>
                  <a:pt x="123216" y="339661"/>
                  <a:pt x="119707" y="33966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7">
            <a:extLst>
              <a:ext uri="{FF2B5EF4-FFF2-40B4-BE49-F238E27FC236}">
                <a16:creationId xmlns:a16="http://schemas.microsoft.com/office/drawing/2014/main" id="{A0A1F720-4FCD-BE18-20FB-0E07A4907102}"/>
              </a:ext>
            </a:extLst>
          </p:cNvPr>
          <p:cNvSpPr/>
          <p:nvPr/>
        </p:nvSpPr>
        <p:spPr>
          <a:xfrm>
            <a:off x="1415194" y="820247"/>
            <a:ext cx="250190" cy="455463"/>
          </a:xfrm>
          <a:custGeom>
            <a:avLst/>
            <a:gdLst>
              <a:gd name="connsiteX0" fmla="*/ 56344 w 186579"/>
              <a:gd name="connsiteY0" fmla="*/ 325469 h 339661"/>
              <a:gd name="connsiteX1" fmla="*/ 112687 w 186579"/>
              <a:gd name="connsiteY1" fmla="*/ 325469 h 339661"/>
              <a:gd name="connsiteX2" fmla="*/ 112687 w 186579"/>
              <a:gd name="connsiteY2" fmla="*/ 162687 h 339661"/>
              <a:gd name="connsiteX3" fmla="*/ 119707 w 186579"/>
              <a:gd name="connsiteY3" fmla="*/ 155638 h 339661"/>
              <a:gd name="connsiteX4" fmla="*/ 167798 w 186579"/>
              <a:gd name="connsiteY4" fmla="*/ 155638 h 339661"/>
              <a:gd name="connsiteX5" fmla="*/ 172446 w 186579"/>
              <a:gd name="connsiteY5" fmla="*/ 113157 h 339661"/>
              <a:gd name="connsiteX6" fmla="*/ 119612 w 186579"/>
              <a:gd name="connsiteY6" fmla="*/ 113157 h 339661"/>
              <a:gd name="connsiteX7" fmla="*/ 112593 w 186579"/>
              <a:gd name="connsiteY7" fmla="*/ 106108 h 339661"/>
              <a:gd name="connsiteX8" fmla="*/ 112593 w 186579"/>
              <a:gd name="connsiteY8" fmla="*/ 78962 h 339661"/>
              <a:gd name="connsiteX9" fmla="*/ 133745 w 186579"/>
              <a:gd name="connsiteY9" fmla="*/ 56579 h 339661"/>
              <a:gd name="connsiteX10" fmla="*/ 168936 w 186579"/>
              <a:gd name="connsiteY10" fmla="*/ 56579 h 339661"/>
              <a:gd name="connsiteX11" fmla="*/ 168936 w 186579"/>
              <a:gd name="connsiteY11" fmla="*/ 15335 h 339661"/>
              <a:gd name="connsiteX12" fmla="*/ 114964 w 186579"/>
              <a:gd name="connsiteY12" fmla="*/ 14192 h 339661"/>
              <a:gd name="connsiteX13" fmla="*/ 56249 w 186579"/>
              <a:gd name="connsiteY13" fmla="*/ 75533 h 339661"/>
              <a:gd name="connsiteX14" fmla="*/ 56249 w 186579"/>
              <a:gd name="connsiteY14" fmla="*/ 106204 h 339661"/>
              <a:gd name="connsiteX15" fmla="*/ 49230 w 186579"/>
              <a:gd name="connsiteY15" fmla="*/ 113252 h 339661"/>
              <a:gd name="connsiteX16" fmla="*/ 14038 w 186579"/>
              <a:gd name="connsiteY16" fmla="*/ 113252 h 339661"/>
              <a:gd name="connsiteX17" fmla="*/ 14038 w 186579"/>
              <a:gd name="connsiteY17" fmla="*/ 155734 h 339661"/>
              <a:gd name="connsiteX18" fmla="*/ 49230 w 186579"/>
              <a:gd name="connsiteY18" fmla="*/ 155734 h 339661"/>
              <a:gd name="connsiteX19" fmla="*/ 56249 w 186579"/>
              <a:gd name="connsiteY19" fmla="*/ 162782 h 339661"/>
              <a:gd name="connsiteX20" fmla="*/ 56249 w 186579"/>
              <a:gd name="connsiteY20" fmla="*/ 325565 h 339661"/>
              <a:gd name="connsiteX21" fmla="*/ 119707 w 186579"/>
              <a:gd name="connsiteY21" fmla="*/ 339661 h 339661"/>
              <a:gd name="connsiteX22" fmla="*/ 49230 w 186579"/>
              <a:gd name="connsiteY22" fmla="*/ 339661 h 339661"/>
              <a:gd name="connsiteX23" fmla="*/ 42210 w 186579"/>
              <a:gd name="connsiteY23" fmla="*/ 332613 h 339661"/>
              <a:gd name="connsiteX24" fmla="*/ 42210 w 186579"/>
              <a:gd name="connsiteY24" fmla="*/ 169831 h 339661"/>
              <a:gd name="connsiteX25" fmla="*/ 7019 w 186579"/>
              <a:gd name="connsiteY25" fmla="*/ 169831 h 339661"/>
              <a:gd name="connsiteX26" fmla="*/ 0 w 186579"/>
              <a:gd name="connsiteY26" fmla="*/ 162782 h 339661"/>
              <a:gd name="connsiteX27" fmla="*/ 0 w 186579"/>
              <a:gd name="connsiteY27" fmla="*/ 106204 h 339661"/>
              <a:gd name="connsiteX28" fmla="*/ 7019 w 186579"/>
              <a:gd name="connsiteY28" fmla="*/ 99155 h 339661"/>
              <a:gd name="connsiteX29" fmla="*/ 42210 w 186579"/>
              <a:gd name="connsiteY29" fmla="*/ 99155 h 339661"/>
              <a:gd name="connsiteX30" fmla="*/ 42210 w 186579"/>
              <a:gd name="connsiteY30" fmla="*/ 75533 h 339661"/>
              <a:gd name="connsiteX31" fmla="*/ 114964 w 186579"/>
              <a:gd name="connsiteY31" fmla="*/ 0 h 339661"/>
              <a:gd name="connsiteX32" fmla="*/ 176051 w 186579"/>
              <a:gd name="connsiteY32" fmla="*/ 1143 h 339661"/>
              <a:gd name="connsiteX33" fmla="*/ 183070 w 186579"/>
              <a:gd name="connsiteY33" fmla="*/ 8192 h 339661"/>
              <a:gd name="connsiteX34" fmla="*/ 183070 w 186579"/>
              <a:gd name="connsiteY34" fmla="*/ 63627 h 339661"/>
              <a:gd name="connsiteX35" fmla="*/ 176051 w 186579"/>
              <a:gd name="connsiteY35" fmla="*/ 70675 h 339661"/>
              <a:gd name="connsiteX36" fmla="*/ 133745 w 186579"/>
              <a:gd name="connsiteY36" fmla="*/ 70675 h 339661"/>
              <a:gd name="connsiteX37" fmla="*/ 126726 w 186579"/>
              <a:gd name="connsiteY37" fmla="*/ 78962 h 339661"/>
              <a:gd name="connsiteX38" fmla="*/ 126726 w 186579"/>
              <a:gd name="connsiteY38" fmla="*/ 99060 h 339661"/>
              <a:gd name="connsiteX39" fmla="*/ 179560 w 186579"/>
              <a:gd name="connsiteY39" fmla="*/ 99060 h 339661"/>
              <a:gd name="connsiteX40" fmla="*/ 185441 w 186579"/>
              <a:gd name="connsiteY40" fmla="*/ 101441 h 339661"/>
              <a:gd name="connsiteX41" fmla="*/ 186579 w 186579"/>
              <a:gd name="connsiteY41" fmla="*/ 107347 h 339661"/>
              <a:gd name="connsiteX42" fmla="*/ 180698 w 186579"/>
              <a:gd name="connsiteY42" fmla="*/ 163925 h 339661"/>
              <a:gd name="connsiteX43" fmla="*/ 173679 w 186579"/>
              <a:gd name="connsiteY43" fmla="*/ 169831 h 339661"/>
              <a:gd name="connsiteX44" fmla="*/ 126726 w 186579"/>
              <a:gd name="connsiteY44" fmla="*/ 169831 h 339661"/>
              <a:gd name="connsiteX45" fmla="*/ 126726 w 186579"/>
              <a:gd name="connsiteY45" fmla="*/ 332613 h 339661"/>
              <a:gd name="connsiteX46" fmla="*/ 119707 w 186579"/>
              <a:gd name="connsiteY46" fmla="*/ 339661 h 339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6579" h="339661">
                <a:moveTo>
                  <a:pt x="56344" y="325469"/>
                </a:moveTo>
                <a:lnTo>
                  <a:pt x="112687" y="325469"/>
                </a:lnTo>
                <a:lnTo>
                  <a:pt x="112687" y="162687"/>
                </a:lnTo>
                <a:cubicBezTo>
                  <a:pt x="112687" y="159163"/>
                  <a:pt x="116197" y="155638"/>
                  <a:pt x="119707" y="155638"/>
                </a:cubicBezTo>
                <a:lnTo>
                  <a:pt x="167798" y="155638"/>
                </a:lnTo>
                <a:lnTo>
                  <a:pt x="172446" y="113157"/>
                </a:lnTo>
                <a:lnTo>
                  <a:pt x="119612" y="113157"/>
                </a:lnTo>
                <a:cubicBezTo>
                  <a:pt x="116102" y="113157"/>
                  <a:pt x="112593" y="109633"/>
                  <a:pt x="112593" y="106108"/>
                </a:cubicBezTo>
                <a:lnTo>
                  <a:pt x="112593" y="78962"/>
                </a:lnTo>
                <a:cubicBezTo>
                  <a:pt x="112593" y="62484"/>
                  <a:pt x="124355" y="56579"/>
                  <a:pt x="133745" y="56579"/>
                </a:cubicBezTo>
                <a:lnTo>
                  <a:pt x="168936" y="56579"/>
                </a:lnTo>
                <a:lnTo>
                  <a:pt x="168936" y="15335"/>
                </a:lnTo>
                <a:lnTo>
                  <a:pt x="114964" y="14192"/>
                </a:lnTo>
                <a:cubicBezTo>
                  <a:pt x="64501" y="14192"/>
                  <a:pt x="56249" y="53150"/>
                  <a:pt x="56249" y="75533"/>
                </a:cubicBezTo>
                <a:lnTo>
                  <a:pt x="56249" y="106204"/>
                </a:lnTo>
                <a:cubicBezTo>
                  <a:pt x="56249" y="109728"/>
                  <a:pt x="52739" y="113252"/>
                  <a:pt x="49230" y="113252"/>
                </a:cubicBezTo>
                <a:lnTo>
                  <a:pt x="14038" y="113252"/>
                </a:lnTo>
                <a:lnTo>
                  <a:pt x="14038" y="155734"/>
                </a:lnTo>
                <a:lnTo>
                  <a:pt x="49230" y="155734"/>
                </a:lnTo>
                <a:cubicBezTo>
                  <a:pt x="52739" y="155734"/>
                  <a:pt x="56249" y="159258"/>
                  <a:pt x="56249" y="162782"/>
                </a:cubicBezTo>
                <a:lnTo>
                  <a:pt x="56249" y="325565"/>
                </a:lnTo>
                <a:close/>
                <a:moveTo>
                  <a:pt x="119707" y="339661"/>
                </a:moveTo>
                <a:lnTo>
                  <a:pt x="49230" y="339661"/>
                </a:lnTo>
                <a:cubicBezTo>
                  <a:pt x="45720" y="339661"/>
                  <a:pt x="42210" y="336137"/>
                  <a:pt x="42210" y="332613"/>
                </a:cubicBezTo>
                <a:lnTo>
                  <a:pt x="42210" y="169831"/>
                </a:lnTo>
                <a:lnTo>
                  <a:pt x="7019" y="169831"/>
                </a:lnTo>
                <a:cubicBezTo>
                  <a:pt x="3510" y="169831"/>
                  <a:pt x="0" y="166306"/>
                  <a:pt x="0" y="162782"/>
                </a:cubicBezTo>
                <a:lnTo>
                  <a:pt x="0" y="106204"/>
                </a:lnTo>
                <a:cubicBezTo>
                  <a:pt x="0" y="102679"/>
                  <a:pt x="3510" y="99155"/>
                  <a:pt x="7019" y="99155"/>
                </a:cubicBezTo>
                <a:lnTo>
                  <a:pt x="42210" y="99155"/>
                </a:lnTo>
                <a:lnTo>
                  <a:pt x="42210" y="75533"/>
                </a:lnTo>
                <a:cubicBezTo>
                  <a:pt x="42210" y="57817"/>
                  <a:pt x="48091" y="0"/>
                  <a:pt x="114964" y="0"/>
                </a:cubicBezTo>
                <a:lnTo>
                  <a:pt x="176051" y="1143"/>
                </a:lnTo>
                <a:cubicBezTo>
                  <a:pt x="179560" y="1143"/>
                  <a:pt x="183070" y="3524"/>
                  <a:pt x="183070" y="8192"/>
                </a:cubicBezTo>
                <a:lnTo>
                  <a:pt x="183070" y="63627"/>
                </a:lnTo>
                <a:cubicBezTo>
                  <a:pt x="183070" y="67151"/>
                  <a:pt x="179560" y="70675"/>
                  <a:pt x="176051" y="70675"/>
                </a:cubicBezTo>
                <a:lnTo>
                  <a:pt x="133745" y="70675"/>
                </a:lnTo>
                <a:cubicBezTo>
                  <a:pt x="127864" y="70675"/>
                  <a:pt x="126726" y="75438"/>
                  <a:pt x="126726" y="78962"/>
                </a:cubicBezTo>
                <a:lnTo>
                  <a:pt x="126726" y="99060"/>
                </a:lnTo>
                <a:lnTo>
                  <a:pt x="179560" y="99060"/>
                </a:lnTo>
                <a:cubicBezTo>
                  <a:pt x="181931" y="99060"/>
                  <a:pt x="184208" y="100203"/>
                  <a:pt x="185441" y="101441"/>
                </a:cubicBezTo>
                <a:cubicBezTo>
                  <a:pt x="186579" y="102584"/>
                  <a:pt x="186579" y="104965"/>
                  <a:pt x="186579" y="107347"/>
                </a:cubicBezTo>
                <a:lnTo>
                  <a:pt x="180698" y="163925"/>
                </a:lnTo>
                <a:cubicBezTo>
                  <a:pt x="180698" y="167450"/>
                  <a:pt x="177189" y="169831"/>
                  <a:pt x="173679" y="169831"/>
                </a:cubicBezTo>
                <a:lnTo>
                  <a:pt x="126726" y="169831"/>
                </a:lnTo>
                <a:lnTo>
                  <a:pt x="126726" y="332613"/>
                </a:lnTo>
                <a:cubicBezTo>
                  <a:pt x="126726" y="336137"/>
                  <a:pt x="123216" y="339661"/>
                  <a:pt x="119707" y="33966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17">
            <a:extLst>
              <a:ext uri="{FF2B5EF4-FFF2-40B4-BE49-F238E27FC236}">
                <a16:creationId xmlns:a16="http://schemas.microsoft.com/office/drawing/2014/main" id="{12138739-660D-D4CE-FE8F-AC74008A7C7C}"/>
              </a:ext>
            </a:extLst>
          </p:cNvPr>
          <p:cNvSpPr/>
          <p:nvPr/>
        </p:nvSpPr>
        <p:spPr>
          <a:xfrm>
            <a:off x="640494" y="1467947"/>
            <a:ext cx="250190" cy="455463"/>
          </a:xfrm>
          <a:custGeom>
            <a:avLst/>
            <a:gdLst>
              <a:gd name="connsiteX0" fmla="*/ 56344 w 186579"/>
              <a:gd name="connsiteY0" fmla="*/ 325469 h 339661"/>
              <a:gd name="connsiteX1" fmla="*/ 112687 w 186579"/>
              <a:gd name="connsiteY1" fmla="*/ 325469 h 339661"/>
              <a:gd name="connsiteX2" fmla="*/ 112687 w 186579"/>
              <a:gd name="connsiteY2" fmla="*/ 162687 h 339661"/>
              <a:gd name="connsiteX3" fmla="*/ 119707 w 186579"/>
              <a:gd name="connsiteY3" fmla="*/ 155638 h 339661"/>
              <a:gd name="connsiteX4" fmla="*/ 167798 w 186579"/>
              <a:gd name="connsiteY4" fmla="*/ 155638 h 339661"/>
              <a:gd name="connsiteX5" fmla="*/ 172446 w 186579"/>
              <a:gd name="connsiteY5" fmla="*/ 113157 h 339661"/>
              <a:gd name="connsiteX6" fmla="*/ 119612 w 186579"/>
              <a:gd name="connsiteY6" fmla="*/ 113157 h 339661"/>
              <a:gd name="connsiteX7" fmla="*/ 112593 w 186579"/>
              <a:gd name="connsiteY7" fmla="*/ 106108 h 339661"/>
              <a:gd name="connsiteX8" fmla="*/ 112593 w 186579"/>
              <a:gd name="connsiteY8" fmla="*/ 78962 h 339661"/>
              <a:gd name="connsiteX9" fmla="*/ 133745 w 186579"/>
              <a:gd name="connsiteY9" fmla="*/ 56579 h 339661"/>
              <a:gd name="connsiteX10" fmla="*/ 168936 w 186579"/>
              <a:gd name="connsiteY10" fmla="*/ 56579 h 339661"/>
              <a:gd name="connsiteX11" fmla="*/ 168936 w 186579"/>
              <a:gd name="connsiteY11" fmla="*/ 15335 h 339661"/>
              <a:gd name="connsiteX12" fmla="*/ 114964 w 186579"/>
              <a:gd name="connsiteY12" fmla="*/ 14192 h 339661"/>
              <a:gd name="connsiteX13" fmla="*/ 56249 w 186579"/>
              <a:gd name="connsiteY13" fmla="*/ 75533 h 339661"/>
              <a:gd name="connsiteX14" fmla="*/ 56249 w 186579"/>
              <a:gd name="connsiteY14" fmla="*/ 106204 h 339661"/>
              <a:gd name="connsiteX15" fmla="*/ 49230 w 186579"/>
              <a:gd name="connsiteY15" fmla="*/ 113252 h 339661"/>
              <a:gd name="connsiteX16" fmla="*/ 14038 w 186579"/>
              <a:gd name="connsiteY16" fmla="*/ 113252 h 339661"/>
              <a:gd name="connsiteX17" fmla="*/ 14038 w 186579"/>
              <a:gd name="connsiteY17" fmla="*/ 155734 h 339661"/>
              <a:gd name="connsiteX18" fmla="*/ 49230 w 186579"/>
              <a:gd name="connsiteY18" fmla="*/ 155734 h 339661"/>
              <a:gd name="connsiteX19" fmla="*/ 56249 w 186579"/>
              <a:gd name="connsiteY19" fmla="*/ 162782 h 339661"/>
              <a:gd name="connsiteX20" fmla="*/ 56249 w 186579"/>
              <a:gd name="connsiteY20" fmla="*/ 325565 h 339661"/>
              <a:gd name="connsiteX21" fmla="*/ 119707 w 186579"/>
              <a:gd name="connsiteY21" fmla="*/ 339661 h 339661"/>
              <a:gd name="connsiteX22" fmla="*/ 49230 w 186579"/>
              <a:gd name="connsiteY22" fmla="*/ 339661 h 339661"/>
              <a:gd name="connsiteX23" fmla="*/ 42210 w 186579"/>
              <a:gd name="connsiteY23" fmla="*/ 332613 h 339661"/>
              <a:gd name="connsiteX24" fmla="*/ 42210 w 186579"/>
              <a:gd name="connsiteY24" fmla="*/ 169831 h 339661"/>
              <a:gd name="connsiteX25" fmla="*/ 7019 w 186579"/>
              <a:gd name="connsiteY25" fmla="*/ 169831 h 339661"/>
              <a:gd name="connsiteX26" fmla="*/ 0 w 186579"/>
              <a:gd name="connsiteY26" fmla="*/ 162782 h 339661"/>
              <a:gd name="connsiteX27" fmla="*/ 0 w 186579"/>
              <a:gd name="connsiteY27" fmla="*/ 106204 h 339661"/>
              <a:gd name="connsiteX28" fmla="*/ 7019 w 186579"/>
              <a:gd name="connsiteY28" fmla="*/ 99155 h 339661"/>
              <a:gd name="connsiteX29" fmla="*/ 42210 w 186579"/>
              <a:gd name="connsiteY29" fmla="*/ 99155 h 339661"/>
              <a:gd name="connsiteX30" fmla="*/ 42210 w 186579"/>
              <a:gd name="connsiteY30" fmla="*/ 75533 h 339661"/>
              <a:gd name="connsiteX31" fmla="*/ 114964 w 186579"/>
              <a:gd name="connsiteY31" fmla="*/ 0 h 339661"/>
              <a:gd name="connsiteX32" fmla="*/ 176051 w 186579"/>
              <a:gd name="connsiteY32" fmla="*/ 1143 h 339661"/>
              <a:gd name="connsiteX33" fmla="*/ 183070 w 186579"/>
              <a:gd name="connsiteY33" fmla="*/ 8192 h 339661"/>
              <a:gd name="connsiteX34" fmla="*/ 183070 w 186579"/>
              <a:gd name="connsiteY34" fmla="*/ 63627 h 339661"/>
              <a:gd name="connsiteX35" fmla="*/ 176051 w 186579"/>
              <a:gd name="connsiteY35" fmla="*/ 70675 h 339661"/>
              <a:gd name="connsiteX36" fmla="*/ 133745 w 186579"/>
              <a:gd name="connsiteY36" fmla="*/ 70675 h 339661"/>
              <a:gd name="connsiteX37" fmla="*/ 126726 w 186579"/>
              <a:gd name="connsiteY37" fmla="*/ 78962 h 339661"/>
              <a:gd name="connsiteX38" fmla="*/ 126726 w 186579"/>
              <a:gd name="connsiteY38" fmla="*/ 99060 h 339661"/>
              <a:gd name="connsiteX39" fmla="*/ 179560 w 186579"/>
              <a:gd name="connsiteY39" fmla="*/ 99060 h 339661"/>
              <a:gd name="connsiteX40" fmla="*/ 185441 w 186579"/>
              <a:gd name="connsiteY40" fmla="*/ 101441 h 339661"/>
              <a:gd name="connsiteX41" fmla="*/ 186579 w 186579"/>
              <a:gd name="connsiteY41" fmla="*/ 107347 h 339661"/>
              <a:gd name="connsiteX42" fmla="*/ 180698 w 186579"/>
              <a:gd name="connsiteY42" fmla="*/ 163925 h 339661"/>
              <a:gd name="connsiteX43" fmla="*/ 173679 w 186579"/>
              <a:gd name="connsiteY43" fmla="*/ 169831 h 339661"/>
              <a:gd name="connsiteX44" fmla="*/ 126726 w 186579"/>
              <a:gd name="connsiteY44" fmla="*/ 169831 h 339661"/>
              <a:gd name="connsiteX45" fmla="*/ 126726 w 186579"/>
              <a:gd name="connsiteY45" fmla="*/ 332613 h 339661"/>
              <a:gd name="connsiteX46" fmla="*/ 119707 w 186579"/>
              <a:gd name="connsiteY46" fmla="*/ 339661 h 339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6579" h="339661">
                <a:moveTo>
                  <a:pt x="56344" y="325469"/>
                </a:moveTo>
                <a:lnTo>
                  <a:pt x="112687" y="325469"/>
                </a:lnTo>
                <a:lnTo>
                  <a:pt x="112687" y="162687"/>
                </a:lnTo>
                <a:cubicBezTo>
                  <a:pt x="112687" y="159163"/>
                  <a:pt x="116197" y="155638"/>
                  <a:pt x="119707" y="155638"/>
                </a:cubicBezTo>
                <a:lnTo>
                  <a:pt x="167798" y="155638"/>
                </a:lnTo>
                <a:lnTo>
                  <a:pt x="172446" y="113157"/>
                </a:lnTo>
                <a:lnTo>
                  <a:pt x="119612" y="113157"/>
                </a:lnTo>
                <a:cubicBezTo>
                  <a:pt x="116102" y="113157"/>
                  <a:pt x="112593" y="109633"/>
                  <a:pt x="112593" y="106108"/>
                </a:cubicBezTo>
                <a:lnTo>
                  <a:pt x="112593" y="78962"/>
                </a:lnTo>
                <a:cubicBezTo>
                  <a:pt x="112593" y="62484"/>
                  <a:pt x="124355" y="56579"/>
                  <a:pt x="133745" y="56579"/>
                </a:cubicBezTo>
                <a:lnTo>
                  <a:pt x="168936" y="56579"/>
                </a:lnTo>
                <a:lnTo>
                  <a:pt x="168936" y="15335"/>
                </a:lnTo>
                <a:lnTo>
                  <a:pt x="114964" y="14192"/>
                </a:lnTo>
                <a:cubicBezTo>
                  <a:pt x="64501" y="14192"/>
                  <a:pt x="56249" y="53150"/>
                  <a:pt x="56249" y="75533"/>
                </a:cubicBezTo>
                <a:lnTo>
                  <a:pt x="56249" y="106204"/>
                </a:lnTo>
                <a:cubicBezTo>
                  <a:pt x="56249" y="109728"/>
                  <a:pt x="52739" y="113252"/>
                  <a:pt x="49230" y="113252"/>
                </a:cubicBezTo>
                <a:lnTo>
                  <a:pt x="14038" y="113252"/>
                </a:lnTo>
                <a:lnTo>
                  <a:pt x="14038" y="155734"/>
                </a:lnTo>
                <a:lnTo>
                  <a:pt x="49230" y="155734"/>
                </a:lnTo>
                <a:cubicBezTo>
                  <a:pt x="52739" y="155734"/>
                  <a:pt x="56249" y="159258"/>
                  <a:pt x="56249" y="162782"/>
                </a:cubicBezTo>
                <a:lnTo>
                  <a:pt x="56249" y="325565"/>
                </a:lnTo>
                <a:close/>
                <a:moveTo>
                  <a:pt x="119707" y="339661"/>
                </a:moveTo>
                <a:lnTo>
                  <a:pt x="49230" y="339661"/>
                </a:lnTo>
                <a:cubicBezTo>
                  <a:pt x="45720" y="339661"/>
                  <a:pt x="42210" y="336137"/>
                  <a:pt x="42210" y="332613"/>
                </a:cubicBezTo>
                <a:lnTo>
                  <a:pt x="42210" y="169831"/>
                </a:lnTo>
                <a:lnTo>
                  <a:pt x="7019" y="169831"/>
                </a:lnTo>
                <a:cubicBezTo>
                  <a:pt x="3510" y="169831"/>
                  <a:pt x="0" y="166306"/>
                  <a:pt x="0" y="162782"/>
                </a:cubicBezTo>
                <a:lnTo>
                  <a:pt x="0" y="106204"/>
                </a:lnTo>
                <a:cubicBezTo>
                  <a:pt x="0" y="102679"/>
                  <a:pt x="3510" y="99155"/>
                  <a:pt x="7019" y="99155"/>
                </a:cubicBezTo>
                <a:lnTo>
                  <a:pt x="42210" y="99155"/>
                </a:lnTo>
                <a:lnTo>
                  <a:pt x="42210" y="75533"/>
                </a:lnTo>
                <a:cubicBezTo>
                  <a:pt x="42210" y="57817"/>
                  <a:pt x="48091" y="0"/>
                  <a:pt x="114964" y="0"/>
                </a:cubicBezTo>
                <a:lnTo>
                  <a:pt x="176051" y="1143"/>
                </a:lnTo>
                <a:cubicBezTo>
                  <a:pt x="179560" y="1143"/>
                  <a:pt x="183070" y="3524"/>
                  <a:pt x="183070" y="8192"/>
                </a:cubicBezTo>
                <a:lnTo>
                  <a:pt x="183070" y="63627"/>
                </a:lnTo>
                <a:cubicBezTo>
                  <a:pt x="183070" y="67151"/>
                  <a:pt x="179560" y="70675"/>
                  <a:pt x="176051" y="70675"/>
                </a:cubicBezTo>
                <a:lnTo>
                  <a:pt x="133745" y="70675"/>
                </a:lnTo>
                <a:cubicBezTo>
                  <a:pt x="127864" y="70675"/>
                  <a:pt x="126726" y="75438"/>
                  <a:pt x="126726" y="78962"/>
                </a:cubicBezTo>
                <a:lnTo>
                  <a:pt x="126726" y="99060"/>
                </a:lnTo>
                <a:lnTo>
                  <a:pt x="179560" y="99060"/>
                </a:lnTo>
                <a:cubicBezTo>
                  <a:pt x="181931" y="99060"/>
                  <a:pt x="184208" y="100203"/>
                  <a:pt x="185441" y="101441"/>
                </a:cubicBezTo>
                <a:cubicBezTo>
                  <a:pt x="186579" y="102584"/>
                  <a:pt x="186579" y="104965"/>
                  <a:pt x="186579" y="107347"/>
                </a:cubicBezTo>
                <a:lnTo>
                  <a:pt x="180698" y="163925"/>
                </a:lnTo>
                <a:cubicBezTo>
                  <a:pt x="180698" y="167450"/>
                  <a:pt x="177189" y="169831"/>
                  <a:pt x="173679" y="169831"/>
                </a:cubicBezTo>
                <a:lnTo>
                  <a:pt x="126726" y="169831"/>
                </a:lnTo>
                <a:lnTo>
                  <a:pt x="126726" y="332613"/>
                </a:lnTo>
                <a:cubicBezTo>
                  <a:pt x="126726" y="336137"/>
                  <a:pt x="123216" y="339661"/>
                  <a:pt x="119707" y="33966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" name="Graphic 17">
            <a:extLst>
              <a:ext uri="{FF2B5EF4-FFF2-40B4-BE49-F238E27FC236}">
                <a16:creationId xmlns:a16="http://schemas.microsoft.com/office/drawing/2014/main" id="{2C20A2EF-DBED-5DE2-2BA8-DA10AA36E45C}"/>
              </a:ext>
            </a:extLst>
          </p:cNvPr>
          <p:cNvSpPr/>
          <p:nvPr/>
        </p:nvSpPr>
        <p:spPr>
          <a:xfrm>
            <a:off x="1415194" y="1467947"/>
            <a:ext cx="250190" cy="455463"/>
          </a:xfrm>
          <a:custGeom>
            <a:avLst/>
            <a:gdLst>
              <a:gd name="connsiteX0" fmla="*/ 56344 w 186579"/>
              <a:gd name="connsiteY0" fmla="*/ 325469 h 339661"/>
              <a:gd name="connsiteX1" fmla="*/ 112687 w 186579"/>
              <a:gd name="connsiteY1" fmla="*/ 325469 h 339661"/>
              <a:gd name="connsiteX2" fmla="*/ 112687 w 186579"/>
              <a:gd name="connsiteY2" fmla="*/ 162687 h 339661"/>
              <a:gd name="connsiteX3" fmla="*/ 119707 w 186579"/>
              <a:gd name="connsiteY3" fmla="*/ 155638 h 339661"/>
              <a:gd name="connsiteX4" fmla="*/ 167798 w 186579"/>
              <a:gd name="connsiteY4" fmla="*/ 155638 h 339661"/>
              <a:gd name="connsiteX5" fmla="*/ 172446 w 186579"/>
              <a:gd name="connsiteY5" fmla="*/ 113157 h 339661"/>
              <a:gd name="connsiteX6" fmla="*/ 119612 w 186579"/>
              <a:gd name="connsiteY6" fmla="*/ 113157 h 339661"/>
              <a:gd name="connsiteX7" fmla="*/ 112593 w 186579"/>
              <a:gd name="connsiteY7" fmla="*/ 106108 h 339661"/>
              <a:gd name="connsiteX8" fmla="*/ 112593 w 186579"/>
              <a:gd name="connsiteY8" fmla="*/ 78962 h 339661"/>
              <a:gd name="connsiteX9" fmla="*/ 133745 w 186579"/>
              <a:gd name="connsiteY9" fmla="*/ 56579 h 339661"/>
              <a:gd name="connsiteX10" fmla="*/ 168936 w 186579"/>
              <a:gd name="connsiteY10" fmla="*/ 56579 h 339661"/>
              <a:gd name="connsiteX11" fmla="*/ 168936 w 186579"/>
              <a:gd name="connsiteY11" fmla="*/ 15335 h 339661"/>
              <a:gd name="connsiteX12" fmla="*/ 114964 w 186579"/>
              <a:gd name="connsiteY12" fmla="*/ 14192 h 339661"/>
              <a:gd name="connsiteX13" fmla="*/ 56249 w 186579"/>
              <a:gd name="connsiteY13" fmla="*/ 75533 h 339661"/>
              <a:gd name="connsiteX14" fmla="*/ 56249 w 186579"/>
              <a:gd name="connsiteY14" fmla="*/ 106204 h 339661"/>
              <a:gd name="connsiteX15" fmla="*/ 49230 w 186579"/>
              <a:gd name="connsiteY15" fmla="*/ 113252 h 339661"/>
              <a:gd name="connsiteX16" fmla="*/ 14038 w 186579"/>
              <a:gd name="connsiteY16" fmla="*/ 113252 h 339661"/>
              <a:gd name="connsiteX17" fmla="*/ 14038 w 186579"/>
              <a:gd name="connsiteY17" fmla="*/ 155734 h 339661"/>
              <a:gd name="connsiteX18" fmla="*/ 49230 w 186579"/>
              <a:gd name="connsiteY18" fmla="*/ 155734 h 339661"/>
              <a:gd name="connsiteX19" fmla="*/ 56249 w 186579"/>
              <a:gd name="connsiteY19" fmla="*/ 162782 h 339661"/>
              <a:gd name="connsiteX20" fmla="*/ 56249 w 186579"/>
              <a:gd name="connsiteY20" fmla="*/ 325565 h 339661"/>
              <a:gd name="connsiteX21" fmla="*/ 119707 w 186579"/>
              <a:gd name="connsiteY21" fmla="*/ 339661 h 339661"/>
              <a:gd name="connsiteX22" fmla="*/ 49230 w 186579"/>
              <a:gd name="connsiteY22" fmla="*/ 339661 h 339661"/>
              <a:gd name="connsiteX23" fmla="*/ 42210 w 186579"/>
              <a:gd name="connsiteY23" fmla="*/ 332613 h 339661"/>
              <a:gd name="connsiteX24" fmla="*/ 42210 w 186579"/>
              <a:gd name="connsiteY24" fmla="*/ 169831 h 339661"/>
              <a:gd name="connsiteX25" fmla="*/ 7019 w 186579"/>
              <a:gd name="connsiteY25" fmla="*/ 169831 h 339661"/>
              <a:gd name="connsiteX26" fmla="*/ 0 w 186579"/>
              <a:gd name="connsiteY26" fmla="*/ 162782 h 339661"/>
              <a:gd name="connsiteX27" fmla="*/ 0 w 186579"/>
              <a:gd name="connsiteY27" fmla="*/ 106204 h 339661"/>
              <a:gd name="connsiteX28" fmla="*/ 7019 w 186579"/>
              <a:gd name="connsiteY28" fmla="*/ 99155 h 339661"/>
              <a:gd name="connsiteX29" fmla="*/ 42210 w 186579"/>
              <a:gd name="connsiteY29" fmla="*/ 99155 h 339661"/>
              <a:gd name="connsiteX30" fmla="*/ 42210 w 186579"/>
              <a:gd name="connsiteY30" fmla="*/ 75533 h 339661"/>
              <a:gd name="connsiteX31" fmla="*/ 114964 w 186579"/>
              <a:gd name="connsiteY31" fmla="*/ 0 h 339661"/>
              <a:gd name="connsiteX32" fmla="*/ 176051 w 186579"/>
              <a:gd name="connsiteY32" fmla="*/ 1143 h 339661"/>
              <a:gd name="connsiteX33" fmla="*/ 183070 w 186579"/>
              <a:gd name="connsiteY33" fmla="*/ 8192 h 339661"/>
              <a:gd name="connsiteX34" fmla="*/ 183070 w 186579"/>
              <a:gd name="connsiteY34" fmla="*/ 63627 h 339661"/>
              <a:gd name="connsiteX35" fmla="*/ 176051 w 186579"/>
              <a:gd name="connsiteY35" fmla="*/ 70675 h 339661"/>
              <a:gd name="connsiteX36" fmla="*/ 133745 w 186579"/>
              <a:gd name="connsiteY36" fmla="*/ 70675 h 339661"/>
              <a:gd name="connsiteX37" fmla="*/ 126726 w 186579"/>
              <a:gd name="connsiteY37" fmla="*/ 78962 h 339661"/>
              <a:gd name="connsiteX38" fmla="*/ 126726 w 186579"/>
              <a:gd name="connsiteY38" fmla="*/ 99060 h 339661"/>
              <a:gd name="connsiteX39" fmla="*/ 179560 w 186579"/>
              <a:gd name="connsiteY39" fmla="*/ 99060 h 339661"/>
              <a:gd name="connsiteX40" fmla="*/ 185441 w 186579"/>
              <a:gd name="connsiteY40" fmla="*/ 101441 h 339661"/>
              <a:gd name="connsiteX41" fmla="*/ 186579 w 186579"/>
              <a:gd name="connsiteY41" fmla="*/ 107347 h 339661"/>
              <a:gd name="connsiteX42" fmla="*/ 180698 w 186579"/>
              <a:gd name="connsiteY42" fmla="*/ 163925 h 339661"/>
              <a:gd name="connsiteX43" fmla="*/ 173679 w 186579"/>
              <a:gd name="connsiteY43" fmla="*/ 169831 h 339661"/>
              <a:gd name="connsiteX44" fmla="*/ 126726 w 186579"/>
              <a:gd name="connsiteY44" fmla="*/ 169831 h 339661"/>
              <a:gd name="connsiteX45" fmla="*/ 126726 w 186579"/>
              <a:gd name="connsiteY45" fmla="*/ 332613 h 339661"/>
              <a:gd name="connsiteX46" fmla="*/ 119707 w 186579"/>
              <a:gd name="connsiteY46" fmla="*/ 339661 h 339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6579" h="339661">
                <a:moveTo>
                  <a:pt x="56344" y="325469"/>
                </a:moveTo>
                <a:lnTo>
                  <a:pt x="112687" y="325469"/>
                </a:lnTo>
                <a:lnTo>
                  <a:pt x="112687" y="162687"/>
                </a:lnTo>
                <a:cubicBezTo>
                  <a:pt x="112687" y="159163"/>
                  <a:pt x="116197" y="155638"/>
                  <a:pt x="119707" y="155638"/>
                </a:cubicBezTo>
                <a:lnTo>
                  <a:pt x="167798" y="155638"/>
                </a:lnTo>
                <a:lnTo>
                  <a:pt x="172446" y="113157"/>
                </a:lnTo>
                <a:lnTo>
                  <a:pt x="119612" y="113157"/>
                </a:lnTo>
                <a:cubicBezTo>
                  <a:pt x="116102" y="113157"/>
                  <a:pt x="112593" y="109633"/>
                  <a:pt x="112593" y="106108"/>
                </a:cubicBezTo>
                <a:lnTo>
                  <a:pt x="112593" y="78962"/>
                </a:lnTo>
                <a:cubicBezTo>
                  <a:pt x="112593" y="62484"/>
                  <a:pt x="124355" y="56579"/>
                  <a:pt x="133745" y="56579"/>
                </a:cubicBezTo>
                <a:lnTo>
                  <a:pt x="168936" y="56579"/>
                </a:lnTo>
                <a:lnTo>
                  <a:pt x="168936" y="15335"/>
                </a:lnTo>
                <a:lnTo>
                  <a:pt x="114964" y="14192"/>
                </a:lnTo>
                <a:cubicBezTo>
                  <a:pt x="64501" y="14192"/>
                  <a:pt x="56249" y="53150"/>
                  <a:pt x="56249" y="75533"/>
                </a:cubicBezTo>
                <a:lnTo>
                  <a:pt x="56249" y="106204"/>
                </a:lnTo>
                <a:cubicBezTo>
                  <a:pt x="56249" y="109728"/>
                  <a:pt x="52739" y="113252"/>
                  <a:pt x="49230" y="113252"/>
                </a:cubicBezTo>
                <a:lnTo>
                  <a:pt x="14038" y="113252"/>
                </a:lnTo>
                <a:lnTo>
                  <a:pt x="14038" y="155734"/>
                </a:lnTo>
                <a:lnTo>
                  <a:pt x="49230" y="155734"/>
                </a:lnTo>
                <a:cubicBezTo>
                  <a:pt x="52739" y="155734"/>
                  <a:pt x="56249" y="159258"/>
                  <a:pt x="56249" y="162782"/>
                </a:cubicBezTo>
                <a:lnTo>
                  <a:pt x="56249" y="325565"/>
                </a:lnTo>
                <a:close/>
                <a:moveTo>
                  <a:pt x="119707" y="339661"/>
                </a:moveTo>
                <a:lnTo>
                  <a:pt x="49230" y="339661"/>
                </a:lnTo>
                <a:cubicBezTo>
                  <a:pt x="45720" y="339661"/>
                  <a:pt x="42210" y="336137"/>
                  <a:pt x="42210" y="332613"/>
                </a:cubicBezTo>
                <a:lnTo>
                  <a:pt x="42210" y="169831"/>
                </a:lnTo>
                <a:lnTo>
                  <a:pt x="7019" y="169831"/>
                </a:lnTo>
                <a:cubicBezTo>
                  <a:pt x="3510" y="169831"/>
                  <a:pt x="0" y="166306"/>
                  <a:pt x="0" y="162782"/>
                </a:cubicBezTo>
                <a:lnTo>
                  <a:pt x="0" y="106204"/>
                </a:lnTo>
                <a:cubicBezTo>
                  <a:pt x="0" y="102679"/>
                  <a:pt x="3510" y="99155"/>
                  <a:pt x="7019" y="99155"/>
                </a:cubicBezTo>
                <a:lnTo>
                  <a:pt x="42210" y="99155"/>
                </a:lnTo>
                <a:lnTo>
                  <a:pt x="42210" y="75533"/>
                </a:lnTo>
                <a:cubicBezTo>
                  <a:pt x="42210" y="57817"/>
                  <a:pt x="48091" y="0"/>
                  <a:pt x="114964" y="0"/>
                </a:cubicBezTo>
                <a:lnTo>
                  <a:pt x="176051" y="1143"/>
                </a:lnTo>
                <a:cubicBezTo>
                  <a:pt x="179560" y="1143"/>
                  <a:pt x="183070" y="3524"/>
                  <a:pt x="183070" y="8192"/>
                </a:cubicBezTo>
                <a:lnTo>
                  <a:pt x="183070" y="63627"/>
                </a:lnTo>
                <a:cubicBezTo>
                  <a:pt x="183070" y="67151"/>
                  <a:pt x="179560" y="70675"/>
                  <a:pt x="176051" y="70675"/>
                </a:cubicBezTo>
                <a:lnTo>
                  <a:pt x="133745" y="70675"/>
                </a:lnTo>
                <a:cubicBezTo>
                  <a:pt x="127864" y="70675"/>
                  <a:pt x="126726" y="75438"/>
                  <a:pt x="126726" y="78962"/>
                </a:cubicBezTo>
                <a:lnTo>
                  <a:pt x="126726" y="99060"/>
                </a:lnTo>
                <a:lnTo>
                  <a:pt x="179560" y="99060"/>
                </a:lnTo>
                <a:cubicBezTo>
                  <a:pt x="181931" y="99060"/>
                  <a:pt x="184208" y="100203"/>
                  <a:pt x="185441" y="101441"/>
                </a:cubicBezTo>
                <a:cubicBezTo>
                  <a:pt x="186579" y="102584"/>
                  <a:pt x="186579" y="104965"/>
                  <a:pt x="186579" y="107347"/>
                </a:cubicBezTo>
                <a:lnTo>
                  <a:pt x="180698" y="163925"/>
                </a:lnTo>
                <a:cubicBezTo>
                  <a:pt x="180698" y="167450"/>
                  <a:pt x="177189" y="169831"/>
                  <a:pt x="173679" y="169831"/>
                </a:cubicBezTo>
                <a:lnTo>
                  <a:pt x="126726" y="169831"/>
                </a:lnTo>
                <a:lnTo>
                  <a:pt x="126726" y="332613"/>
                </a:lnTo>
                <a:cubicBezTo>
                  <a:pt x="126726" y="336137"/>
                  <a:pt x="123216" y="339661"/>
                  <a:pt x="119707" y="33966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3">
            <a:extLst>
              <a:ext uri="{FF2B5EF4-FFF2-40B4-BE49-F238E27FC236}">
                <a16:creationId xmlns:a16="http://schemas.microsoft.com/office/drawing/2014/main" id="{C202B932-7AB3-F6F2-0E09-9D245F6A7F8E}"/>
              </a:ext>
            </a:extLst>
          </p:cNvPr>
          <p:cNvSpPr/>
          <p:nvPr/>
        </p:nvSpPr>
        <p:spPr>
          <a:xfrm>
            <a:off x="2251971" y="892061"/>
            <a:ext cx="377825" cy="378134"/>
          </a:xfrm>
          <a:custGeom>
            <a:avLst/>
            <a:gdLst>
              <a:gd name="connsiteX0" fmla="*/ 54352 w 284659"/>
              <a:gd name="connsiteY0" fmla="*/ 15335 h 284892"/>
              <a:gd name="connsiteX1" fmla="*/ 15366 w 284659"/>
              <a:gd name="connsiteY1" fmla="*/ 54388 h 284892"/>
              <a:gd name="connsiteX2" fmla="*/ 15366 w 284659"/>
              <a:gd name="connsiteY2" fmla="*/ 230505 h 284892"/>
              <a:gd name="connsiteX3" fmla="*/ 54352 w 284659"/>
              <a:gd name="connsiteY3" fmla="*/ 269558 h 284892"/>
              <a:gd name="connsiteX4" fmla="*/ 230307 w 284659"/>
              <a:gd name="connsiteY4" fmla="*/ 269558 h 284892"/>
              <a:gd name="connsiteX5" fmla="*/ 269293 w 284659"/>
              <a:gd name="connsiteY5" fmla="*/ 230505 h 284892"/>
              <a:gd name="connsiteX6" fmla="*/ 269293 w 284659"/>
              <a:gd name="connsiteY6" fmla="*/ 54388 h 284892"/>
              <a:gd name="connsiteX7" fmla="*/ 230307 w 284659"/>
              <a:gd name="connsiteY7" fmla="*/ 15335 h 284892"/>
              <a:gd name="connsiteX8" fmla="*/ 54352 w 284659"/>
              <a:gd name="connsiteY8" fmla="*/ 15335 h 284892"/>
              <a:gd name="connsiteX9" fmla="*/ 230307 w 284659"/>
              <a:gd name="connsiteY9" fmla="*/ 284893 h 284892"/>
              <a:gd name="connsiteX10" fmla="*/ 54352 w 284659"/>
              <a:gd name="connsiteY10" fmla="*/ 284893 h 284892"/>
              <a:gd name="connsiteX11" fmla="*/ 0 w 284659"/>
              <a:gd name="connsiteY11" fmla="*/ 230505 h 284892"/>
              <a:gd name="connsiteX12" fmla="*/ 0 w 284659"/>
              <a:gd name="connsiteY12" fmla="*/ 54388 h 284892"/>
              <a:gd name="connsiteX13" fmla="*/ 54352 w 284659"/>
              <a:gd name="connsiteY13" fmla="*/ 0 h 284892"/>
              <a:gd name="connsiteX14" fmla="*/ 230307 w 284659"/>
              <a:gd name="connsiteY14" fmla="*/ 0 h 284892"/>
              <a:gd name="connsiteX15" fmla="*/ 284659 w 284659"/>
              <a:gd name="connsiteY15" fmla="*/ 54388 h 284892"/>
              <a:gd name="connsiteX16" fmla="*/ 284659 w 284659"/>
              <a:gd name="connsiteY16" fmla="*/ 230505 h 284892"/>
              <a:gd name="connsiteX17" fmla="*/ 230307 w 284659"/>
              <a:gd name="connsiteY17" fmla="*/ 284893 h 284892"/>
              <a:gd name="connsiteX18" fmla="*/ 141713 w 284659"/>
              <a:gd name="connsiteY18" fmla="*/ 67913 h 284892"/>
              <a:gd name="connsiteX19" fmla="*/ 68580 w 284659"/>
              <a:gd name="connsiteY19" fmla="*/ 141351 h 284892"/>
              <a:gd name="connsiteX20" fmla="*/ 141713 w 284659"/>
              <a:gd name="connsiteY20" fmla="*/ 216027 h 284892"/>
              <a:gd name="connsiteX21" fmla="*/ 216079 w 284659"/>
              <a:gd name="connsiteY21" fmla="*/ 141351 h 284892"/>
              <a:gd name="connsiteX22" fmla="*/ 141713 w 284659"/>
              <a:gd name="connsiteY22" fmla="*/ 67913 h 284892"/>
              <a:gd name="connsiteX23" fmla="*/ 141713 w 284659"/>
              <a:gd name="connsiteY23" fmla="*/ 232601 h 284892"/>
              <a:gd name="connsiteX24" fmla="*/ 52075 w 284659"/>
              <a:gd name="connsiteY24" fmla="*/ 141351 h 284892"/>
              <a:gd name="connsiteX25" fmla="*/ 141713 w 284659"/>
              <a:gd name="connsiteY25" fmla="*/ 51340 h 284892"/>
              <a:gd name="connsiteX26" fmla="*/ 232584 w 284659"/>
              <a:gd name="connsiteY26" fmla="*/ 141351 h 284892"/>
              <a:gd name="connsiteX27" fmla="*/ 141713 w 284659"/>
              <a:gd name="connsiteY27" fmla="*/ 232601 h 284892"/>
              <a:gd name="connsiteX28" fmla="*/ 232584 w 284659"/>
              <a:gd name="connsiteY28" fmla="*/ 42291 h 284892"/>
              <a:gd name="connsiteX29" fmla="*/ 224426 w 284659"/>
              <a:gd name="connsiteY29" fmla="*/ 50482 h 284892"/>
              <a:gd name="connsiteX30" fmla="*/ 232584 w 284659"/>
              <a:gd name="connsiteY30" fmla="*/ 58674 h 284892"/>
              <a:gd name="connsiteX31" fmla="*/ 240741 w 284659"/>
              <a:gd name="connsiteY31" fmla="*/ 50482 h 284892"/>
              <a:gd name="connsiteX32" fmla="*/ 232584 w 284659"/>
              <a:gd name="connsiteY32" fmla="*/ 42291 h 284892"/>
              <a:gd name="connsiteX33" fmla="*/ 232584 w 284659"/>
              <a:gd name="connsiteY33" fmla="*/ 71628 h 284892"/>
              <a:gd name="connsiteX34" fmla="*/ 211621 w 284659"/>
              <a:gd name="connsiteY34" fmla="*/ 50578 h 284892"/>
              <a:gd name="connsiteX35" fmla="*/ 232584 w 284659"/>
              <a:gd name="connsiteY35" fmla="*/ 29528 h 284892"/>
              <a:gd name="connsiteX36" fmla="*/ 253547 w 284659"/>
              <a:gd name="connsiteY36" fmla="*/ 50578 h 284892"/>
              <a:gd name="connsiteX37" fmla="*/ 232584 w 284659"/>
              <a:gd name="connsiteY37" fmla="*/ 71628 h 284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84659" h="284892">
                <a:moveTo>
                  <a:pt x="54352" y="15335"/>
                </a:moveTo>
                <a:cubicBezTo>
                  <a:pt x="33104" y="15335"/>
                  <a:pt x="15366" y="33052"/>
                  <a:pt x="15366" y="54388"/>
                </a:cubicBezTo>
                <a:lnTo>
                  <a:pt x="15366" y="230505"/>
                </a:lnTo>
                <a:cubicBezTo>
                  <a:pt x="15366" y="251746"/>
                  <a:pt x="33104" y="269558"/>
                  <a:pt x="54352" y="269558"/>
                </a:cubicBezTo>
                <a:lnTo>
                  <a:pt x="230307" y="269558"/>
                </a:lnTo>
                <a:cubicBezTo>
                  <a:pt x="251555" y="269558"/>
                  <a:pt x="269293" y="251841"/>
                  <a:pt x="269293" y="230505"/>
                </a:cubicBezTo>
                <a:lnTo>
                  <a:pt x="269293" y="54388"/>
                </a:lnTo>
                <a:cubicBezTo>
                  <a:pt x="269293" y="33147"/>
                  <a:pt x="251555" y="15335"/>
                  <a:pt x="230307" y="15335"/>
                </a:cubicBezTo>
                <a:lnTo>
                  <a:pt x="54352" y="15335"/>
                </a:lnTo>
                <a:close/>
                <a:moveTo>
                  <a:pt x="230307" y="284893"/>
                </a:moveTo>
                <a:lnTo>
                  <a:pt x="54352" y="284893"/>
                </a:lnTo>
                <a:cubicBezTo>
                  <a:pt x="23619" y="284893"/>
                  <a:pt x="0" y="260033"/>
                  <a:pt x="0" y="230505"/>
                </a:cubicBezTo>
                <a:lnTo>
                  <a:pt x="0" y="54388"/>
                </a:lnTo>
                <a:cubicBezTo>
                  <a:pt x="0" y="23622"/>
                  <a:pt x="23619" y="0"/>
                  <a:pt x="54352" y="0"/>
                </a:cubicBezTo>
                <a:lnTo>
                  <a:pt x="230307" y="0"/>
                </a:lnTo>
                <a:cubicBezTo>
                  <a:pt x="259807" y="0"/>
                  <a:pt x="284659" y="23622"/>
                  <a:pt x="284659" y="54388"/>
                </a:cubicBezTo>
                <a:lnTo>
                  <a:pt x="284659" y="230505"/>
                </a:lnTo>
                <a:cubicBezTo>
                  <a:pt x="284659" y="260033"/>
                  <a:pt x="259902" y="284893"/>
                  <a:pt x="230307" y="284893"/>
                </a:cubicBezTo>
                <a:close/>
                <a:moveTo>
                  <a:pt x="141713" y="67913"/>
                </a:moveTo>
                <a:cubicBezTo>
                  <a:pt x="101590" y="67913"/>
                  <a:pt x="68580" y="101060"/>
                  <a:pt x="68580" y="141351"/>
                </a:cubicBezTo>
                <a:cubicBezTo>
                  <a:pt x="68580" y="181642"/>
                  <a:pt x="101590" y="216027"/>
                  <a:pt x="141713" y="216027"/>
                </a:cubicBezTo>
                <a:cubicBezTo>
                  <a:pt x="181837" y="216027"/>
                  <a:pt x="216079" y="182880"/>
                  <a:pt x="216079" y="141351"/>
                </a:cubicBezTo>
                <a:cubicBezTo>
                  <a:pt x="216079" y="99822"/>
                  <a:pt x="183070" y="67913"/>
                  <a:pt x="141713" y="67913"/>
                </a:cubicBezTo>
                <a:close/>
                <a:moveTo>
                  <a:pt x="141713" y="232601"/>
                </a:moveTo>
                <a:cubicBezTo>
                  <a:pt x="92199" y="232601"/>
                  <a:pt x="52075" y="191167"/>
                  <a:pt x="52075" y="141351"/>
                </a:cubicBezTo>
                <a:cubicBezTo>
                  <a:pt x="52075" y="91535"/>
                  <a:pt x="92199" y="51340"/>
                  <a:pt x="141713" y="51340"/>
                </a:cubicBezTo>
                <a:cubicBezTo>
                  <a:pt x="191227" y="51340"/>
                  <a:pt x="232584" y="91630"/>
                  <a:pt x="232584" y="141351"/>
                </a:cubicBezTo>
                <a:cubicBezTo>
                  <a:pt x="232584" y="191072"/>
                  <a:pt x="191322" y="232601"/>
                  <a:pt x="141713" y="232601"/>
                </a:cubicBezTo>
                <a:close/>
                <a:moveTo>
                  <a:pt x="232584" y="42291"/>
                </a:moveTo>
                <a:cubicBezTo>
                  <a:pt x="227936" y="42291"/>
                  <a:pt x="224426" y="45815"/>
                  <a:pt x="224426" y="50482"/>
                </a:cubicBezTo>
                <a:cubicBezTo>
                  <a:pt x="224426" y="55150"/>
                  <a:pt x="227936" y="58674"/>
                  <a:pt x="232584" y="58674"/>
                </a:cubicBezTo>
                <a:cubicBezTo>
                  <a:pt x="237232" y="58674"/>
                  <a:pt x="240741" y="55150"/>
                  <a:pt x="240741" y="50482"/>
                </a:cubicBezTo>
                <a:cubicBezTo>
                  <a:pt x="240741" y="45815"/>
                  <a:pt x="237232" y="42291"/>
                  <a:pt x="232584" y="42291"/>
                </a:cubicBezTo>
                <a:close/>
                <a:moveTo>
                  <a:pt x="232584" y="71628"/>
                </a:moveTo>
                <a:cubicBezTo>
                  <a:pt x="220917" y="71628"/>
                  <a:pt x="211621" y="62293"/>
                  <a:pt x="211621" y="50578"/>
                </a:cubicBezTo>
                <a:cubicBezTo>
                  <a:pt x="211621" y="38862"/>
                  <a:pt x="220917" y="29528"/>
                  <a:pt x="232584" y="29528"/>
                </a:cubicBezTo>
                <a:cubicBezTo>
                  <a:pt x="244251" y="29528"/>
                  <a:pt x="253547" y="38862"/>
                  <a:pt x="253547" y="50578"/>
                </a:cubicBezTo>
                <a:cubicBezTo>
                  <a:pt x="253547" y="62293"/>
                  <a:pt x="244251" y="71628"/>
                  <a:pt x="232584" y="7162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3">
            <a:extLst>
              <a:ext uri="{FF2B5EF4-FFF2-40B4-BE49-F238E27FC236}">
                <a16:creationId xmlns:a16="http://schemas.microsoft.com/office/drawing/2014/main" id="{30AAD574-2172-D84E-161E-287BC7F9D56E}"/>
              </a:ext>
            </a:extLst>
          </p:cNvPr>
          <p:cNvSpPr/>
          <p:nvPr/>
        </p:nvSpPr>
        <p:spPr>
          <a:xfrm>
            <a:off x="3017146" y="892061"/>
            <a:ext cx="377825" cy="378134"/>
          </a:xfrm>
          <a:custGeom>
            <a:avLst/>
            <a:gdLst>
              <a:gd name="connsiteX0" fmla="*/ 54352 w 284659"/>
              <a:gd name="connsiteY0" fmla="*/ 15335 h 284892"/>
              <a:gd name="connsiteX1" fmla="*/ 15366 w 284659"/>
              <a:gd name="connsiteY1" fmla="*/ 54388 h 284892"/>
              <a:gd name="connsiteX2" fmla="*/ 15366 w 284659"/>
              <a:gd name="connsiteY2" fmla="*/ 230505 h 284892"/>
              <a:gd name="connsiteX3" fmla="*/ 54352 w 284659"/>
              <a:gd name="connsiteY3" fmla="*/ 269558 h 284892"/>
              <a:gd name="connsiteX4" fmla="*/ 230307 w 284659"/>
              <a:gd name="connsiteY4" fmla="*/ 269558 h 284892"/>
              <a:gd name="connsiteX5" fmla="*/ 269293 w 284659"/>
              <a:gd name="connsiteY5" fmla="*/ 230505 h 284892"/>
              <a:gd name="connsiteX6" fmla="*/ 269293 w 284659"/>
              <a:gd name="connsiteY6" fmla="*/ 54388 h 284892"/>
              <a:gd name="connsiteX7" fmla="*/ 230307 w 284659"/>
              <a:gd name="connsiteY7" fmla="*/ 15335 h 284892"/>
              <a:gd name="connsiteX8" fmla="*/ 54352 w 284659"/>
              <a:gd name="connsiteY8" fmla="*/ 15335 h 284892"/>
              <a:gd name="connsiteX9" fmla="*/ 230307 w 284659"/>
              <a:gd name="connsiteY9" fmla="*/ 284893 h 284892"/>
              <a:gd name="connsiteX10" fmla="*/ 54352 w 284659"/>
              <a:gd name="connsiteY10" fmla="*/ 284893 h 284892"/>
              <a:gd name="connsiteX11" fmla="*/ 0 w 284659"/>
              <a:gd name="connsiteY11" fmla="*/ 230505 h 284892"/>
              <a:gd name="connsiteX12" fmla="*/ 0 w 284659"/>
              <a:gd name="connsiteY12" fmla="*/ 54388 h 284892"/>
              <a:gd name="connsiteX13" fmla="*/ 54352 w 284659"/>
              <a:gd name="connsiteY13" fmla="*/ 0 h 284892"/>
              <a:gd name="connsiteX14" fmla="*/ 230307 w 284659"/>
              <a:gd name="connsiteY14" fmla="*/ 0 h 284892"/>
              <a:gd name="connsiteX15" fmla="*/ 284659 w 284659"/>
              <a:gd name="connsiteY15" fmla="*/ 54388 h 284892"/>
              <a:gd name="connsiteX16" fmla="*/ 284659 w 284659"/>
              <a:gd name="connsiteY16" fmla="*/ 230505 h 284892"/>
              <a:gd name="connsiteX17" fmla="*/ 230307 w 284659"/>
              <a:gd name="connsiteY17" fmla="*/ 284893 h 284892"/>
              <a:gd name="connsiteX18" fmla="*/ 141713 w 284659"/>
              <a:gd name="connsiteY18" fmla="*/ 67913 h 284892"/>
              <a:gd name="connsiteX19" fmla="*/ 68580 w 284659"/>
              <a:gd name="connsiteY19" fmla="*/ 141351 h 284892"/>
              <a:gd name="connsiteX20" fmla="*/ 141713 w 284659"/>
              <a:gd name="connsiteY20" fmla="*/ 216027 h 284892"/>
              <a:gd name="connsiteX21" fmla="*/ 216079 w 284659"/>
              <a:gd name="connsiteY21" fmla="*/ 141351 h 284892"/>
              <a:gd name="connsiteX22" fmla="*/ 141713 w 284659"/>
              <a:gd name="connsiteY22" fmla="*/ 67913 h 284892"/>
              <a:gd name="connsiteX23" fmla="*/ 141713 w 284659"/>
              <a:gd name="connsiteY23" fmla="*/ 232601 h 284892"/>
              <a:gd name="connsiteX24" fmla="*/ 52075 w 284659"/>
              <a:gd name="connsiteY24" fmla="*/ 141351 h 284892"/>
              <a:gd name="connsiteX25" fmla="*/ 141713 w 284659"/>
              <a:gd name="connsiteY25" fmla="*/ 51340 h 284892"/>
              <a:gd name="connsiteX26" fmla="*/ 232584 w 284659"/>
              <a:gd name="connsiteY26" fmla="*/ 141351 h 284892"/>
              <a:gd name="connsiteX27" fmla="*/ 141713 w 284659"/>
              <a:gd name="connsiteY27" fmla="*/ 232601 h 284892"/>
              <a:gd name="connsiteX28" fmla="*/ 232584 w 284659"/>
              <a:gd name="connsiteY28" fmla="*/ 42291 h 284892"/>
              <a:gd name="connsiteX29" fmla="*/ 224426 w 284659"/>
              <a:gd name="connsiteY29" fmla="*/ 50482 h 284892"/>
              <a:gd name="connsiteX30" fmla="*/ 232584 w 284659"/>
              <a:gd name="connsiteY30" fmla="*/ 58674 h 284892"/>
              <a:gd name="connsiteX31" fmla="*/ 240741 w 284659"/>
              <a:gd name="connsiteY31" fmla="*/ 50482 h 284892"/>
              <a:gd name="connsiteX32" fmla="*/ 232584 w 284659"/>
              <a:gd name="connsiteY32" fmla="*/ 42291 h 284892"/>
              <a:gd name="connsiteX33" fmla="*/ 232584 w 284659"/>
              <a:gd name="connsiteY33" fmla="*/ 71628 h 284892"/>
              <a:gd name="connsiteX34" fmla="*/ 211621 w 284659"/>
              <a:gd name="connsiteY34" fmla="*/ 50578 h 284892"/>
              <a:gd name="connsiteX35" fmla="*/ 232584 w 284659"/>
              <a:gd name="connsiteY35" fmla="*/ 29528 h 284892"/>
              <a:gd name="connsiteX36" fmla="*/ 253547 w 284659"/>
              <a:gd name="connsiteY36" fmla="*/ 50578 h 284892"/>
              <a:gd name="connsiteX37" fmla="*/ 232584 w 284659"/>
              <a:gd name="connsiteY37" fmla="*/ 71628 h 284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84659" h="284892">
                <a:moveTo>
                  <a:pt x="54352" y="15335"/>
                </a:moveTo>
                <a:cubicBezTo>
                  <a:pt x="33104" y="15335"/>
                  <a:pt x="15366" y="33052"/>
                  <a:pt x="15366" y="54388"/>
                </a:cubicBezTo>
                <a:lnTo>
                  <a:pt x="15366" y="230505"/>
                </a:lnTo>
                <a:cubicBezTo>
                  <a:pt x="15366" y="251746"/>
                  <a:pt x="33104" y="269558"/>
                  <a:pt x="54352" y="269558"/>
                </a:cubicBezTo>
                <a:lnTo>
                  <a:pt x="230307" y="269558"/>
                </a:lnTo>
                <a:cubicBezTo>
                  <a:pt x="251555" y="269558"/>
                  <a:pt x="269293" y="251841"/>
                  <a:pt x="269293" y="230505"/>
                </a:cubicBezTo>
                <a:lnTo>
                  <a:pt x="269293" y="54388"/>
                </a:lnTo>
                <a:cubicBezTo>
                  <a:pt x="269293" y="33147"/>
                  <a:pt x="251555" y="15335"/>
                  <a:pt x="230307" y="15335"/>
                </a:cubicBezTo>
                <a:lnTo>
                  <a:pt x="54352" y="15335"/>
                </a:lnTo>
                <a:close/>
                <a:moveTo>
                  <a:pt x="230307" y="284893"/>
                </a:moveTo>
                <a:lnTo>
                  <a:pt x="54352" y="284893"/>
                </a:lnTo>
                <a:cubicBezTo>
                  <a:pt x="23619" y="284893"/>
                  <a:pt x="0" y="260033"/>
                  <a:pt x="0" y="230505"/>
                </a:cubicBezTo>
                <a:lnTo>
                  <a:pt x="0" y="54388"/>
                </a:lnTo>
                <a:cubicBezTo>
                  <a:pt x="0" y="23622"/>
                  <a:pt x="23619" y="0"/>
                  <a:pt x="54352" y="0"/>
                </a:cubicBezTo>
                <a:lnTo>
                  <a:pt x="230307" y="0"/>
                </a:lnTo>
                <a:cubicBezTo>
                  <a:pt x="259807" y="0"/>
                  <a:pt x="284659" y="23622"/>
                  <a:pt x="284659" y="54388"/>
                </a:cubicBezTo>
                <a:lnTo>
                  <a:pt x="284659" y="230505"/>
                </a:lnTo>
                <a:cubicBezTo>
                  <a:pt x="284659" y="260033"/>
                  <a:pt x="259902" y="284893"/>
                  <a:pt x="230307" y="284893"/>
                </a:cubicBezTo>
                <a:close/>
                <a:moveTo>
                  <a:pt x="141713" y="67913"/>
                </a:moveTo>
                <a:cubicBezTo>
                  <a:pt x="101590" y="67913"/>
                  <a:pt x="68580" y="101060"/>
                  <a:pt x="68580" y="141351"/>
                </a:cubicBezTo>
                <a:cubicBezTo>
                  <a:pt x="68580" y="181642"/>
                  <a:pt x="101590" y="216027"/>
                  <a:pt x="141713" y="216027"/>
                </a:cubicBezTo>
                <a:cubicBezTo>
                  <a:pt x="181837" y="216027"/>
                  <a:pt x="216079" y="182880"/>
                  <a:pt x="216079" y="141351"/>
                </a:cubicBezTo>
                <a:cubicBezTo>
                  <a:pt x="216079" y="99822"/>
                  <a:pt x="183070" y="67913"/>
                  <a:pt x="141713" y="67913"/>
                </a:cubicBezTo>
                <a:close/>
                <a:moveTo>
                  <a:pt x="141713" y="232601"/>
                </a:moveTo>
                <a:cubicBezTo>
                  <a:pt x="92199" y="232601"/>
                  <a:pt x="52075" y="191167"/>
                  <a:pt x="52075" y="141351"/>
                </a:cubicBezTo>
                <a:cubicBezTo>
                  <a:pt x="52075" y="91535"/>
                  <a:pt x="92199" y="51340"/>
                  <a:pt x="141713" y="51340"/>
                </a:cubicBezTo>
                <a:cubicBezTo>
                  <a:pt x="191227" y="51340"/>
                  <a:pt x="232584" y="91630"/>
                  <a:pt x="232584" y="141351"/>
                </a:cubicBezTo>
                <a:cubicBezTo>
                  <a:pt x="232584" y="191072"/>
                  <a:pt x="191322" y="232601"/>
                  <a:pt x="141713" y="232601"/>
                </a:cubicBezTo>
                <a:close/>
                <a:moveTo>
                  <a:pt x="232584" y="42291"/>
                </a:moveTo>
                <a:cubicBezTo>
                  <a:pt x="227936" y="42291"/>
                  <a:pt x="224426" y="45815"/>
                  <a:pt x="224426" y="50482"/>
                </a:cubicBezTo>
                <a:cubicBezTo>
                  <a:pt x="224426" y="55150"/>
                  <a:pt x="227936" y="58674"/>
                  <a:pt x="232584" y="58674"/>
                </a:cubicBezTo>
                <a:cubicBezTo>
                  <a:pt x="237232" y="58674"/>
                  <a:pt x="240741" y="55150"/>
                  <a:pt x="240741" y="50482"/>
                </a:cubicBezTo>
                <a:cubicBezTo>
                  <a:pt x="240741" y="45815"/>
                  <a:pt x="237232" y="42291"/>
                  <a:pt x="232584" y="42291"/>
                </a:cubicBezTo>
                <a:close/>
                <a:moveTo>
                  <a:pt x="232584" y="71628"/>
                </a:moveTo>
                <a:cubicBezTo>
                  <a:pt x="220917" y="71628"/>
                  <a:pt x="211621" y="62293"/>
                  <a:pt x="211621" y="50578"/>
                </a:cubicBezTo>
                <a:cubicBezTo>
                  <a:pt x="211621" y="38862"/>
                  <a:pt x="220917" y="29528"/>
                  <a:pt x="232584" y="29528"/>
                </a:cubicBezTo>
                <a:cubicBezTo>
                  <a:pt x="244251" y="29528"/>
                  <a:pt x="253547" y="38862"/>
                  <a:pt x="253547" y="50578"/>
                </a:cubicBezTo>
                <a:cubicBezTo>
                  <a:pt x="253547" y="62293"/>
                  <a:pt x="244251" y="71628"/>
                  <a:pt x="232584" y="7162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" name="Graphic 23">
            <a:extLst>
              <a:ext uri="{FF2B5EF4-FFF2-40B4-BE49-F238E27FC236}">
                <a16:creationId xmlns:a16="http://schemas.microsoft.com/office/drawing/2014/main" id="{A2371308-FCFD-A0C6-DD54-060E68C9C8A8}"/>
              </a:ext>
            </a:extLst>
          </p:cNvPr>
          <p:cNvSpPr/>
          <p:nvPr/>
        </p:nvSpPr>
        <p:spPr>
          <a:xfrm>
            <a:off x="2251971" y="1539761"/>
            <a:ext cx="377825" cy="378134"/>
          </a:xfrm>
          <a:custGeom>
            <a:avLst/>
            <a:gdLst>
              <a:gd name="connsiteX0" fmla="*/ 54352 w 284659"/>
              <a:gd name="connsiteY0" fmla="*/ 15335 h 284892"/>
              <a:gd name="connsiteX1" fmla="*/ 15366 w 284659"/>
              <a:gd name="connsiteY1" fmla="*/ 54388 h 284892"/>
              <a:gd name="connsiteX2" fmla="*/ 15366 w 284659"/>
              <a:gd name="connsiteY2" fmla="*/ 230505 h 284892"/>
              <a:gd name="connsiteX3" fmla="*/ 54352 w 284659"/>
              <a:gd name="connsiteY3" fmla="*/ 269558 h 284892"/>
              <a:gd name="connsiteX4" fmla="*/ 230307 w 284659"/>
              <a:gd name="connsiteY4" fmla="*/ 269558 h 284892"/>
              <a:gd name="connsiteX5" fmla="*/ 269293 w 284659"/>
              <a:gd name="connsiteY5" fmla="*/ 230505 h 284892"/>
              <a:gd name="connsiteX6" fmla="*/ 269293 w 284659"/>
              <a:gd name="connsiteY6" fmla="*/ 54388 h 284892"/>
              <a:gd name="connsiteX7" fmla="*/ 230307 w 284659"/>
              <a:gd name="connsiteY7" fmla="*/ 15335 h 284892"/>
              <a:gd name="connsiteX8" fmla="*/ 54352 w 284659"/>
              <a:gd name="connsiteY8" fmla="*/ 15335 h 284892"/>
              <a:gd name="connsiteX9" fmla="*/ 230307 w 284659"/>
              <a:gd name="connsiteY9" fmla="*/ 284893 h 284892"/>
              <a:gd name="connsiteX10" fmla="*/ 54352 w 284659"/>
              <a:gd name="connsiteY10" fmla="*/ 284893 h 284892"/>
              <a:gd name="connsiteX11" fmla="*/ 0 w 284659"/>
              <a:gd name="connsiteY11" fmla="*/ 230505 h 284892"/>
              <a:gd name="connsiteX12" fmla="*/ 0 w 284659"/>
              <a:gd name="connsiteY12" fmla="*/ 54388 h 284892"/>
              <a:gd name="connsiteX13" fmla="*/ 54352 w 284659"/>
              <a:gd name="connsiteY13" fmla="*/ 0 h 284892"/>
              <a:gd name="connsiteX14" fmla="*/ 230307 w 284659"/>
              <a:gd name="connsiteY14" fmla="*/ 0 h 284892"/>
              <a:gd name="connsiteX15" fmla="*/ 284659 w 284659"/>
              <a:gd name="connsiteY15" fmla="*/ 54388 h 284892"/>
              <a:gd name="connsiteX16" fmla="*/ 284659 w 284659"/>
              <a:gd name="connsiteY16" fmla="*/ 230505 h 284892"/>
              <a:gd name="connsiteX17" fmla="*/ 230307 w 284659"/>
              <a:gd name="connsiteY17" fmla="*/ 284893 h 284892"/>
              <a:gd name="connsiteX18" fmla="*/ 141713 w 284659"/>
              <a:gd name="connsiteY18" fmla="*/ 67913 h 284892"/>
              <a:gd name="connsiteX19" fmla="*/ 68580 w 284659"/>
              <a:gd name="connsiteY19" fmla="*/ 141351 h 284892"/>
              <a:gd name="connsiteX20" fmla="*/ 141713 w 284659"/>
              <a:gd name="connsiteY20" fmla="*/ 216027 h 284892"/>
              <a:gd name="connsiteX21" fmla="*/ 216079 w 284659"/>
              <a:gd name="connsiteY21" fmla="*/ 141351 h 284892"/>
              <a:gd name="connsiteX22" fmla="*/ 141713 w 284659"/>
              <a:gd name="connsiteY22" fmla="*/ 67913 h 284892"/>
              <a:gd name="connsiteX23" fmla="*/ 141713 w 284659"/>
              <a:gd name="connsiteY23" fmla="*/ 232601 h 284892"/>
              <a:gd name="connsiteX24" fmla="*/ 52075 w 284659"/>
              <a:gd name="connsiteY24" fmla="*/ 141351 h 284892"/>
              <a:gd name="connsiteX25" fmla="*/ 141713 w 284659"/>
              <a:gd name="connsiteY25" fmla="*/ 51340 h 284892"/>
              <a:gd name="connsiteX26" fmla="*/ 232584 w 284659"/>
              <a:gd name="connsiteY26" fmla="*/ 141351 h 284892"/>
              <a:gd name="connsiteX27" fmla="*/ 141713 w 284659"/>
              <a:gd name="connsiteY27" fmla="*/ 232601 h 284892"/>
              <a:gd name="connsiteX28" fmla="*/ 232584 w 284659"/>
              <a:gd name="connsiteY28" fmla="*/ 42291 h 284892"/>
              <a:gd name="connsiteX29" fmla="*/ 224426 w 284659"/>
              <a:gd name="connsiteY29" fmla="*/ 50482 h 284892"/>
              <a:gd name="connsiteX30" fmla="*/ 232584 w 284659"/>
              <a:gd name="connsiteY30" fmla="*/ 58674 h 284892"/>
              <a:gd name="connsiteX31" fmla="*/ 240741 w 284659"/>
              <a:gd name="connsiteY31" fmla="*/ 50482 h 284892"/>
              <a:gd name="connsiteX32" fmla="*/ 232584 w 284659"/>
              <a:gd name="connsiteY32" fmla="*/ 42291 h 284892"/>
              <a:gd name="connsiteX33" fmla="*/ 232584 w 284659"/>
              <a:gd name="connsiteY33" fmla="*/ 71628 h 284892"/>
              <a:gd name="connsiteX34" fmla="*/ 211621 w 284659"/>
              <a:gd name="connsiteY34" fmla="*/ 50578 h 284892"/>
              <a:gd name="connsiteX35" fmla="*/ 232584 w 284659"/>
              <a:gd name="connsiteY35" fmla="*/ 29528 h 284892"/>
              <a:gd name="connsiteX36" fmla="*/ 253547 w 284659"/>
              <a:gd name="connsiteY36" fmla="*/ 50578 h 284892"/>
              <a:gd name="connsiteX37" fmla="*/ 232584 w 284659"/>
              <a:gd name="connsiteY37" fmla="*/ 71628 h 284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84659" h="284892">
                <a:moveTo>
                  <a:pt x="54352" y="15335"/>
                </a:moveTo>
                <a:cubicBezTo>
                  <a:pt x="33104" y="15335"/>
                  <a:pt x="15366" y="33052"/>
                  <a:pt x="15366" y="54388"/>
                </a:cubicBezTo>
                <a:lnTo>
                  <a:pt x="15366" y="230505"/>
                </a:lnTo>
                <a:cubicBezTo>
                  <a:pt x="15366" y="251746"/>
                  <a:pt x="33104" y="269558"/>
                  <a:pt x="54352" y="269558"/>
                </a:cubicBezTo>
                <a:lnTo>
                  <a:pt x="230307" y="269558"/>
                </a:lnTo>
                <a:cubicBezTo>
                  <a:pt x="251555" y="269558"/>
                  <a:pt x="269293" y="251841"/>
                  <a:pt x="269293" y="230505"/>
                </a:cubicBezTo>
                <a:lnTo>
                  <a:pt x="269293" y="54388"/>
                </a:lnTo>
                <a:cubicBezTo>
                  <a:pt x="269293" y="33147"/>
                  <a:pt x="251555" y="15335"/>
                  <a:pt x="230307" y="15335"/>
                </a:cubicBezTo>
                <a:lnTo>
                  <a:pt x="54352" y="15335"/>
                </a:lnTo>
                <a:close/>
                <a:moveTo>
                  <a:pt x="230307" y="284893"/>
                </a:moveTo>
                <a:lnTo>
                  <a:pt x="54352" y="284893"/>
                </a:lnTo>
                <a:cubicBezTo>
                  <a:pt x="23619" y="284893"/>
                  <a:pt x="0" y="260033"/>
                  <a:pt x="0" y="230505"/>
                </a:cubicBezTo>
                <a:lnTo>
                  <a:pt x="0" y="54388"/>
                </a:lnTo>
                <a:cubicBezTo>
                  <a:pt x="0" y="23622"/>
                  <a:pt x="23619" y="0"/>
                  <a:pt x="54352" y="0"/>
                </a:cubicBezTo>
                <a:lnTo>
                  <a:pt x="230307" y="0"/>
                </a:lnTo>
                <a:cubicBezTo>
                  <a:pt x="259807" y="0"/>
                  <a:pt x="284659" y="23622"/>
                  <a:pt x="284659" y="54388"/>
                </a:cubicBezTo>
                <a:lnTo>
                  <a:pt x="284659" y="230505"/>
                </a:lnTo>
                <a:cubicBezTo>
                  <a:pt x="284659" y="260033"/>
                  <a:pt x="259902" y="284893"/>
                  <a:pt x="230307" y="284893"/>
                </a:cubicBezTo>
                <a:close/>
                <a:moveTo>
                  <a:pt x="141713" y="67913"/>
                </a:moveTo>
                <a:cubicBezTo>
                  <a:pt x="101590" y="67913"/>
                  <a:pt x="68580" y="101060"/>
                  <a:pt x="68580" y="141351"/>
                </a:cubicBezTo>
                <a:cubicBezTo>
                  <a:pt x="68580" y="181642"/>
                  <a:pt x="101590" y="216027"/>
                  <a:pt x="141713" y="216027"/>
                </a:cubicBezTo>
                <a:cubicBezTo>
                  <a:pt x="181837" y="216027"/>
                  <a:pt x="216079" y="182880"/>
                  <a:pt x="216079" y="141351"/>
                </a:cubicBezTo>
                <a:cubicBezTo>
                  <a:pt x="216079" y="99822"/>
                  <a:pt x="183070" y="67913"/>
                  <a:pt x="141713" y="67913"/>
                </a:cubicBezTo>
                <a:close/>
                <a:moveTo>
                  <a:pt x="141713" y="232601"/>
                </a:moveTo>
                <a:cubicBezTo>
                  <a:pt x="92199" y="232601"/>
                  <a:pt x="52075" y="191167"/>
                  <a:pt x="52075" y="141351"/>
                </a:cubicBezTo>
                <a:cubicBezTo>
                  <a:pt x="52075" y="91535"/>
                  <a:pt x="92199" y="51340"/>
                  <a:pt x="141713" y="51340"/>
                </a:cubicBezTo>
                <a:cubicBezTo>
                  <a:pt x="191227" y="51340"/>
                  <a:pt x="232584" y="91630"/>
                  <a:pt x="232584" y="141351"/>
                </a:cubicBezTo>
                <a:cubicBezTo>
                  <a:pt x="232584" y="191072"/>
                  <a:pt x="191322" y="232601"/>
                  <a:pt x="141713" y="232601"/>
                </a:cubicBezTo>
                <a:close/>
                <a:moveTo>
                  <a:pt x="232584" y="42291"/>
                </a:moveTo>
                <a:cubicBezTo>
                  <a:pt x="227936" y="42291"/>
                  <a:pt x="224426" y="45815"/>
                  <a:pt x="224426" y="50482"/>
                </a:cubicBezTo>
                <a:cubicBezTo>
                  <a:pt x="224426" y="55150"/>
                  <a:pt x="227936" y="58674"/>
                  <a:pt x="232584" y="58674"/>
                </a:cubicBezTo>
                <a:cubicBezTo>
                  <a:pt x="237232" y="58674"/>
                  <a:pt x="240741" y="55150"/>
                  <a:pt x="240741" y="50482"/>
                </a:cubicBezTo>
                <a:cubicBezTo>
                  <a:pt x="240741" y="45815"/>
                  <a:pt x="237232" y="42291"/>
                  <a:pt x="232584" y="42291"/>
                </a:cubicBezTo>
                <a:close/>
                <a:moveTo>
                  <a:pt x="232584" y="71628"/>
                </a:moveTo>
                <a:cubicBezTo>
                  <a:pt x="220917" y="71628"/>
                  <a:pt x="211621" y="62293"/>
                  <a:pt x="211621" y="50578"/>
                </a:cubicBezTo>
                <a:cubicBezTo>
                  <a:pt x="211621" y="38862"/>
                  <a:pt x="220917" y="29528"/>
                  <a:pt x="232584" y="29528"/>
                </a:cubicBezTo>
                <a:cubicBezTo>
                  <a:pt x="244251" y="29528"/>
                  <a:pt x="253547" y="38862"/>
                  <a:pt x="253547" y="50578"/>
                </a:cubicBezTo>
                <a:cubicBezTo>
                  <a:pt x="253547" y="62293"/>
                  <a:pt x="244251" y="71628"/>
                  <a:pt x="232584" y="7162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" name="Graphic 23">
            <a:extLst>
              <a:ext uri="{FF2B5EF4-FFF2-40B4-BE49-F238E27FC236}">
                <a16:creationId xmlns:a16="http://schemas.microsoft.com/office/drawing/2014/main" id="{0127ADBC-163B-73FD-305B-75F073214057}"/>
              </a:ext>
            </a:extLst>
          </p:cNvPr>
          <p:cNvSpPr/>
          <p:nvPr/>
        </p:nvSpPr>
        <p:spPr>
          <a:xfrm>
            <a:off x="3017146" y="1539761"/>
            <a:ext cx="377825" cy="378134"/>
          </a:xfrm>
          <a:custGeom>
            <a:avLst/>
            <a:gdLst>
              <a:gd name="connsiteX0" fmla="*/ 54352 w 284659"/>
              <a:gd name="connsiteY0" fmla="*/ 15335 h 284892"/>
              <a:gd name="connsiteX1" fmla="*/ 15366 w 284659"/>
              <a:gd name="connsiteY1" fmla="*/ 54388 h 284892"/>
              <a:gd name="connsiteX2" fmla="*/ 15366 w 284659"/>
              <a:gd name="connsiteY2" fmla="*/ 230505 h 284892"/>
              <a:gd name="connsiteX3" fmla="*/ 54352 w 284659"/>
              <a:gd name="connsiteY3" fmla="*/ 269558 h 284892"/>
              <a:gd name="connsiteX4" fmla="*/ 230307 w 284659"/>
              <a:gd name="connsiteY4" fmla="*/ 269558 h 284892"/>
              <a:gd name="connsiteX5" fmla="*/ 269293 w 284659"/>
              <a:gd name="connsiteY5" fmla="*/ 230505 h 284892"/>
              <a:gd name="connsiteX6" fmla="*/ 269293 w 284659"/>
              <a:gd name="connsiteY6" fmla="*/ 54388 h 284892"/>
              <a:gd name="connsiteX7" fmla="*/ 230307 w 284659"/>
              <a:gd name="connsiteY7" fmla="*/ 15335 h 284892"/>
              <a:gd name="connsiteX8" fmla="*/ 54352 w 284659"/>
              <a:gd name="connsiteY8" fmla="*/ 15335 h 284892"/>
              <a:gd name="connsiteX9" fmla="*/ 230307 w 284659"/>
              <a:gd name="connsiteY9" fmla="*/ 284893 h 284892"/>
              <a:gd name="connsiteX10" fmla="*/ 54352 w 284659"/>
              <a:gd name="connsiteY10" fmla="*/ 284893 h 284892"/>
              <a:gd name="connsiteX11" fmla="*/ 0 w 284659"/>
              <a:gd name="connsiteY11" fmla="*/ 230505 h 284892"/>
              <a:gd name="connsiteX12" fmla="*/ 0 w 284659"/>
              <a:gd name="connsiteY12" fmla="*/ 54388 h 284892"/>
              <a:gd name="connsiteX13" fmla="*/ 54352 w 284659"/>
              <a:gd name="connsiteY13" fmla="*/ 0 h 284892"/>
              <a:gd name="connsiteX14" fmla="*/ 230307 w 284659"/>
              <a:gd name="connsiteY14" fmla="*/ 0 h 284892"/>
              <a:gd name="connsiteX15" fmla="*/ 284659 w 284659"/>
              <a:gd name="connsiteY15" fmla="*/ 54388 h 284892"/>
              <a:gd name="connsiteX16" fmla="*/ 284659 w 284659"/>
              <a:gd name="connsiteY16" fmla="*/ 230505 h 284892"/>
              <a:gd name="connsiteX17" fmla="*/ 230307 w 284659"/>
              <a:gd name="connsiteY17" fmla="*/ 284893 h 284892"/>
              <a:gd name="connsiteX18" fmla="*/ 141713 w 284659"/>
              <a:gd name="connsiteY18" fmla="*/ 67913 h 284892"/>
              <a:gd name="connsiteX19" fmla="*/ 68580 w 284659"/>
              <a:gd name="connsiteY19" fmla="*/ 141351 h 284892"/>
              <a:gd name="connsiteX20" fmla="*/ 141713 w 284659"/>
              <a:gd name="connsiteY20" fmla="*/ 216027 h 284892"/>
              <a:gd name="connsiteX21" fmla="*/ 216079 w 284659"/>
              <a:gd name="connsiteY21" fmla="*/ 141351 h 284892"/>
              <a:gd name="connsiteX22" fmla="*/ 141713 w 284659"/>
              <a:gd name="connsiteY22" fmla="*/ 67913 h 284892"/>
              <a:gd name="connsiteX23" fmla="*/ 141713 w 284659"/>
              <a:gd name="connsiteY23" fmla="*/ 232601 h 284892"/>
              <a:gd name="connsiteX24" fmla="*/ 52075 w 284659"/>
              <a:gd name="connsiteY24" fmla="*/ 141351 h 284892"/>
              <a:gd name="connsiteX25" fmla="*/ 141713 w 284659"/>
              <a:gd name="connsiteY25" fmla="*/ 51340 h 284892"/>
              <a:gd name="connsiteX26" fmla="*/ 232584 w 284659"/>
              <a:gd name="connsiteY26" fmla="*/ 141351 h 284892"/>
              <a:gd name="connsiteX27" fmla="*/ 141713 w 284659"/>
              <a:gd name="connsiteY27" fmla="*/ 232601 h 284892"/>
              <a:gd name="connsiteX28" fmla="*/ 232584 w 284659"/>
              <a:gd name="connsiteY28" fmla="*/ 42291 h 284892"/>
              <a:gd name="connsiteX29" fmla="*/ 224426 w 284659"/>
              <a:gd name="connsiteY29" fmla="*/ 50482 h 284892"/>
              <a:gd name="connsiteX30" fmla="*/ 232584 w 284659"/>
              <a:gd name="connsiteY30" fmla="*/ 58674 h 284892"/>
              <a:gd name="connsiteX31" fmla="*/ 240741 w 284659"/>
              <a:gd name="connsiteY31" fmla="*/ 50482 h 284892"/>
              <a:gd name="connsiteX32" fmla="*/ 232584 w 284659"/>
              <a:gd name="connsiteY32" fmla="*/ 42291 h 284892"/>
              <a:gd name="connsiteX33" fmla="*/ 232584 w 284659"/>
              <a:gd name="connsiteY33" fmla="*/ 71628 h 284892"/>
              <a:gd name="connsiteX34" fmla="*/ 211621 w 284659"/>
              <a:gd name="connsiteY34" fmla="*/ 50578 h 284892"/>
              <a:gd name="connsiteX35" fmla="*/ 232584 w 284659"/>
              <a:gd name="connsiteY35" fmla="*/ 29528 h 284892"/>
              <a:gd name="connsiteX36" fmla="*/ 253547 w 284659"/>
              <a:gd name="connsiteY36" fmla="*/ 50578 h 284892"/>
              <a:gd name="connsiteX37" fmla="*/ 232584 w 284659"/>
              <a:gd name="connsiteY37" fmla="*/ 71628 h 284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84659" h="284892">
                <a:moveTo>
                  <a:pt x="54352" y="15335"/>
                </a:moveTo>
                <a:cubicBezTo>
                  <a:pt x="33104" y="15335"/>
                  <a:pt x="15366" y="33052"/>
                  <a:pt x="15366" y="54388"/>
                </a:cubicBezTo>
                <a:lnTo>
                  <a:pt x="15366" y="230505"/>
                </a:lnTo>
                <a:cubicBezTo>
                  <a:pt x="15366" y="251746"/>
                  <a:pt x="33104" y="269558"/>
                  <a:pt x="54352" y="269558"/>
                </a:cubicBezTo>
                <a:lnTo>
                  <a:pt x="230307" y="269558"/>
                </a:lnTo>
                <a:cubicBezTo>
                  <a:pt x="251555" y="269558"/>
                  <a:pt x="269293" y="251841"/>
                  <a:pt x="269293" y="230505"/>
                </a:cubicBezTo>
                <a:lnTo>
                  <a:pt x="269293" y="54388"/>
                </a:lnTo>
                <a:cubicBezTo>
                  <a:pt x="269293" y="33147"/>
                  <a:pt x="251555" y="15335"/>
                  <a:pt x="230307" y="15335"/>
                </a:cubicBezTo>
                <a:lnTo>
                  <a:pt x="54352" y="15335"/>
                </a:lnTo>
                <a:close/>
                <a:moveTo>
                  <a:pt x="230307" y="284893"/>
                </a:moveTo>
                <a:lnTo>
                  <a:pt x="54352" y="284893"/>
                </a:lnTo>
                <a:cubicBezTo>
                  <a:pt x="23619" y="284893"/>
                  <a:pt x="0" y="260033"/>
                  <a:pt x="0" y="230505"/>
                </a:cubicBezTo>
                <a:lnTo>
                  <a:pt x="0" y="54388"/>
                </a:lnTo>
                <a:cubicBezTo>
                  <a:pt x="0" y="23622"/>
                  <a:pt x="23619" y="0"/>
                  <a:pt x="54352" y="0"/>
                </a:cubicBezTo>
                <a:lnTo>
                  <a:pt x="230307" y="0"/>
                </a:lnTo>
                <a:cubicBezTo>
                  <a:pt x="259807" y="0"/>
                  <a:pt x="284659" y="23622"/>
                  <a:pt x="284659" y="54388"/>
                </a:cubicBezTo>
                <a:lnTo>
                  <a:pt x="284659" y="230505"/>
                </a:lnTo>
                <a:cubicBezTo>
                  <a:pt x="284659" y="260033"/>
                  <a:pt x="259902" y="284893"/>
                  <a:pt x="230307" y="284893"/>
                </a:cubicBezTo>
                <a:close/>
                <a:moveTo>
                  <a:pt x="141713" y="67913"/>
                </a:moveTo>
                <a:cubicBezTo>
                  <a:pt x="101590" y="67913"/>
                  <a:pt x="68580" y="101060"/>
                  <a:pt x="68580" y="141351"/>
                </a:cubicBezTo>
                <a:cubicBezTo>
                  <a:pt x="68580" y="181642"/>
                  <a:pt x="101590" y="216027"/>
                  <a:pt x="141713" y="216027"/>
                </a:cubicBezTo>
                <a:cubicBezTo>
                  <a:pt x="181837" y="216027"/>
                  <a:pt x="216079" y="182880"/>
                  <a:pt x="216079" y="141351"/>
                </a:cubicBezTo>
                <a:cubicBezTo>
                  <a:pt x="216079" y="99822"/>
                  <a:pt x="183070" y="67913"/>
                  <a:pt x="141713" y="67913"/>
                </a:cubicBezTo>
                <a:close/>
                <a:moveTo>
                  <a:pt x="141713" y="232601"/>
                </a:moveTo>
                <a:cubicBezTo>
                  <a:pt x="92199" y="232601"/>
                  <a:pt x="52075" y="191167"/>
                  <a:pt x="52075" y="141351"/>
                </a:cubicBezTo>
                <a:cubicBezTo>
                  <a:pt x="52075" y="91535"/>
                  <a:pt x="92199" y="51340"/>
                  <a:pt x="141713" y="51340"/>
                </a:cubicBezTo>
                <a:cubicBezTo>
                  <a:pt x="191227" y="51340"/>
                  <a:pt x="232584" y="91630"/>
                  <a:pt x="232584" y="141351"/>
                </a:cubicBezTo>
                <a:cubicBezTo>
                  <a:pt x="232584" y="191072"/>
                  <a:pt x="191322" y="232601"/>
                  <a:pt x="141713" y="232601"/>
                </a:cubicBezTo>
                <a:close/>
                <a:moveTo>
                  <a:pt x="232584" y="42291"/>
                </a:moveTo>
                <a:cubicBezTo>
                  <a:pt x="227936" y="42291"/>
                  <a:pt x="224426" y="45815"/>
                  <a:pt x="224426" y="50482"/>
                </a:cubicBezTo>
                <a:cubicBezTo>
                  <a:pt x="224426" y="55150"/>
                  <a:pt x="227936" y="58674"/>
                  <a:pt x="232584" y="58674"/>
                </a:cubicBezTo>
                <a:cubicBezTo>
                  <a:pt x="237232" y="58674"/>
                  <a:pt x="240741" y="55150"/>
                  <a:pt x="240741" y="50482"/>
                </a:cubicBezTo>
                <a:cubicBezTo>
                  <a:pt x="240741" y="45815"/>
                  <a:pt x="237232" y="42291"/>
                  <a:pt x="232584" y="42291"/>
                </a:cubicBezTo>
                <a:close/>
                <a:moveTo>
                  <a:pt x="232584" y="71628"/>
                </a:moveTo>
                <a:cubicBezTo>
                  <a:pt x="220917" y="71628"/>
                  <a:pt x="211621" y="62293"/>
                  <a:pt x="211621" y="50578"/>
                </a:cubicBezTo>
                <a:cubicBezTo>
                  <a:pt x="211621" y="38862"/>
                  <a:pt x="220917" y="29528"/>
                  <a:pt x="232584" y="29528"/>
                </a:cubicBezTo>
                <a:cubicBezTo>
                  <a:pt x="244251" y="29528"/>
                  <a:pt x="253547" y="38862"/>
                  <a:pt x="253547" y="50578"/>
                </a:cubicBezTo>
                <a:cubicBezTo>
                  <a:pt x="253547" y="62293"/>
                  <a:pt x="244251" y="71628"/>
                  <a:pt x="232584" y="7162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9">
            <a:extLst>
              <a:ext uri="{FF2B5EF4-FFF2-40B4-BE49-F238E27FC236}">
                <a16:creationId xmlns:a16="http://schemas.microsoft.com/office/drawing/2014/main" id="{D7A9436E-257D-41D8-6E7B-CABD3A045D38}"/>
              </a:ext>
            </a:extLst>
          </p:cNvPr>
          <p:cNvSpPr/>
          <p:nvPr/>
        </p:nvSpPr>
        <p:spPr>
          <a:xfrm>
            <a:off x="3869941" y="875500"/>
            <a:ext cx="412589" cy="395274"/>
          </a:xfrm>
          <a:custGeom>
            <a:avLst/>
            <a:gdLst>
              <a:gd name="connsiteX0" fmla="*/ 43444 w 309700"/>
              <a:gd name="connsiteY0" fmla="*/ 14192 h 296703"/>
              <a:gd name="connsiteX1" fmla="*/ 14133 w 309700"/>
              <a:gd name="connsiteY1" fmla="*/ 41338 h 296703"/>
              <a:gd name="connsiteX2" fmla="*/ 42305 w 309700"/>
              <a:gd name="connsiteY2" fmla="*/ 69723 h 296703"/>
              <a:gd name="connsiteX3" fmla="*/ 71615 w 309700"/>
              <a:gd name="connsiteY3" fmla="*/ 41338 h 296703"/>
              <a:gd name="connsiteX4" fmla="*/ 43444 w 309700"/>
              <a:gd name="connsiteY4" fmla="*/ 14192 h 296703"/>
              <a:gd name="connsiteX5" fmla="*/ 42210 w 309700"/>
              <a:gd name="connsiteY5" fmla="*/ 83915 h 296703"/>
              <a:gd name="connsiteX6" fmla="*/ 42210 w 309700"/>
              <a:gd name="connsiteY6" fmla="*/ 83915 h 296703"/>
              <a:gd name="connsiteX7" fmla="*/ 0 w 309700"/>
              <a:gd name="connsiteY7" fmla="*/ 41338 h 296703"/>
              <a:gd name="connsiteX8" fmla="*/ 43444 w 309700"/>
              <a:gd name="connsiteY8" fmla="*/ 0 h 296703"/>
              <a:gd name="connsiteX9" fmla="*/ 85654 w 309700"/>
              <a:gd name="connsiteY9" fmla="*/ 41338 h 296703"/>
              <a:gd name="connsiteX10" fmla="*/ 42210 w 309700"/>
              <a:gd name="connsiteY10" fmla="*/ 83915 h 296703"/>
              <a:gd name="connsiteX11" fmla="*/ 14039 w 309700"/>
              <a:gd name="connsiteY11" fmla="*/ 282511 h 296703"/>
              <a:gd name="connsiteX12" fmla="*/ 70382 w 309700"/>
              <a:gd name="connsiteY12" fmla="*/ 282511 h 296703"/>
              <a:gd name="connsiteX13" fmla="*/ 70382 w 309700"/>
              <a:gd name="connsiteY13" fmla="*/ 112300 h 296703"/>
              <a:gd name="connsiteX14" fmla="*/ 14039 w 309700"/>
              <a:gd name="connsiteY14" fmla="*/ 112300 h 296703"/>
              <a:gd name="connsiteX15" fmla="*/ 14039 w 309700"/>
              <a:gd name="connsiteY15" fmla="*/ 282511 h 296703"/>
              <a:gd name="connsiteX16" fmla="*/ 77402 w 309700"/>
              <a:gd name="connsiteY16" fmla="*/ 296704 h 296703"/>
              <a:gd name="connsiteX17" fmla="*/ 7019 w 309700"/>
              <a:gd name="connsiteY17" fmla="*/ 296704 h 296703"/>
              <a:gd name="connsiteX18" fmla="*/ 0 w 309700"/>
              <a:gd name="connsiteY18" fmla="*/ 289655 h 296703"/>
              <a:gd name="connsiteX19" fmla="*/ 0 w 309700"/>
              <a:gd name="connsiteY19" fmla="*/ 105251 h 296703"/>
              <a:gd name="connsiteX20" fmla="*/ 7019 w 309700"/>
              <a:gd name="connsiteY20" fmla="*/ 98203 h 296703"/>
              <a:gd name="connsiteX21" fmla="*/ 77402 w 309700"/>
              <a:gd name="connsiteY21" fmla="*/ 98203 h 296703"/>
              <a:gd name="connsiteX22" fmla="*/ 84421 w 309700"/>
              <a:gd name="connsiteY22" fmla="*/ 105251 h 296703"/>
              <a:gd name="connsiteX23" fmla="*/ 84421 w 309700"/>
              <a:gd name="connsiteY23" fmla="*/ 289655 h 296703"/>
              <a:gd name="connsiteX24" fmla="*/ 77402 w 309700"/>
              <a:gd name="connsiteY24" fmla="*/ 296704 h 296703"/>
              <a:gd name="connsiteX25" fmla="*/ 239319 w 309700"/>
              <a:gd name="connsiteY25" fmla="*/ 282511 h 296703"/>
              <a:gd name="connsiteX26" fmla="*/ 295662 w 309700"/>
              <a:gd name="connsiteY26" fmla="*/ 282511 h 296703"/>
              <a:gd name="connsiteX27" fmla="*/ 295662 w 309700"/>
              <a:gd name="connsiteY27" fmla="*/ 195072 h 296703"/>
              <a:gd name="connsiteX28" fmla="*/ 232299 w 309700"/>
              <a:gd name="connsiteY28" fmla="*/ 112300 h 296703"/>
              <a:gd name="connsiteX29" fmla="*/ 180698 w 309700"/>
              <a:gd name="connsiteY29" fmla="*/ 131254 h 296703"/>
              <a:gd name="connsiteX30" fmla="*/ 173679 w 309700"/>
              <a:gd name="connsiteY30" fmla="*/ 132398 h 296703"/>
              <a:gd name="connsiteX31" fmla="*/ 169031 w 309700"/>
              <a:gd name="connsiteY31" fmla="*/ 126492 h 296703"/>
              <a:gd name="connsiteX32" fmla="*/ 169031 w 309700"/>
              <a:gd name="connsiteY32" fmla="*/ 112300 h 296703"/>
              <a:gd name="connsiteX33" fmla="*/ 113921 w 309700"/>
              <a:gd name="connsiteY33" fmla="*/ 112300 h 296703"/>
              <a:gd name="connsiteX34" fmla="*/ 112782 w 309700"/>
              <a:gd name="connsiteY34" fmla="*/ 282511 h 296703"/>
              <a:gd name="connsiteX35" fmla="*/ 169126 w 309700"/>
              <a:gd name="connsiteY35" fmla="*/ 282511 h 296703"/>
              <a:gd name="connsiteX36" fmla="*/ 169126 w 309700"/>
              <a:gd name="connsiteY36" fmla="*/ 190309 h 296703"/>
              <a:gd name="connsiteX37" fmla="*/ 204317 w 309700"/>
              <a:gd name="connsiteY37" fmla="*/ 154877 h 296703"/>
              <a:gd name="connsiteX38" fmla="*/ 239508 w 309700"/>
              <a:gd name="connsiteY38" fmla="*/ 190309 h 296703"/>
              <a:gd name="connsiteX39" fmla="*/ 239508 w 309700"/>
              <a:gd name="connsiteY39" fmla="*/ 282511 h 296703"/>
              <a:gd name="connsiteX40" fmla="*/ 302682 w 309700"/>
              <a:gd name="connsiteY40" fmla="*/ 296704 h 296703"/>
              <a:gd name="connsiteX41" fmla="*/ 232299 w 309700"/>
              <a:gd name="connsiteY41" fmla="*/ 296704 h 296703"/>
              <a:gd name="connsiteX42" fmla="*/ 225280 w 309700"/>
              <a:gd name="connsiteY42" fmla="*/ 289655 h 296703"/>
              <a:gd name="connsiteX43" fmla="*/ 225280 w 309700"/>
              <a:gd name="connsiteY43" fmla="*/ 190405 h 296703"/>
              <a:gd name="connsiteX44" fmla="*/ 204128 w 309700"/>
              <a:gd name="connsiteY44" fmla="*/ 169164 h 296703"/>
              <a:gd name="connsiteX45" fmla="*/ 182975 w 309700"/>
              <a:gd name="connsiteY45" fmla="*/ 190405 h 296703"/>
              <a:gd name="connsiteX46" fmla="*/ 182975 w 309700"/>
              <a:gd name="connsiteY46" fmla="*/ 289655 h 296703"/>
              <a:gd name="connsiteX47" fmla="*/ 175956 w 309700"/>
              <a:gd name="connsiteY47" fmla="*/ 296704 h 296703"/>
              <a:gd name="connsiteX48" fmla="*/ 105573 w 309700"/>
              <a:gd name="connsiteY48" fmla="*/ 296704 h 296703"/>
              <a:gd name="connsiteX49" fmla="*/ 100926 w 309700"/>
              <a:gd name="connsiteY49" fmla="*/ 294323 h 296703"/>
              <a:gd name="connsiteX50" fmla="*/ 98554 w 309700"/>
              <a:gd name="connsiteY50" fmla="*/ 289560 h 296703"/>
              <a:gd name="connsiteX51" fmla="*/ 98554 w 309700"/>
              <a:gd name="connsiteY51" fmla="*/ 105156 h 296703"/>
              <a:gd name="connsiteX52" fmla="*/ 100926 w 309700"/>
              <a:gd name="connsiteY52" fmla="*/ 100394 h 296703"/>
              <a:gd name="connsiteX53" fmla="*/ 105573 w 309700"/>
              <a:gd name="connsiteY53" fmla="*/ 98012 h 296703"/>
              <a:gd name="connsiteX54" fmla="*/ 175956 w 309700"/>
              <a:gd name="connsiteY54" fmla="*/ 98012 h 296703"/>
              <a:gd name="connsiteX55" fmla="*/ 182975 w 309700"/>
              <a:gd name="connsiteY55" fmla="*/ 105061 h 296703"/>
              <a:gd name="connsiteX56" fmla="*/ 182975 w 309700"/>
              <a:gd name="connsiteY56" fmla="*/ 112109 h 296703"/>
              <a:gd name="connsiteX57" fmla="*/ 232299 w 309700"/>
              <a:gd name="connsiteY57" fmla="*/ 97917 h 296703"/>
              <a:gd name="connsiteX58" fmla="*/ 309701 w 309700"/>
              <a:gd name="connsiteY58" fmla="*/ 194881 h 296703"/>
              <a:gd name="connsiteX59" fmla="*/ 309701 w 309700"/>
              <a:gd name="connsiteY59" fmla="*/ 289465 h 296703"/>
              <a:gd name="connsiteX60" fmla="*/ 302682 w 309700"/>
              <a:gd name="connsiteY60" fmla="*/ 296513 h 296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09700" h="296703">
                <a:moveTo>
                  <a:pt x="43444" y="14192"/>
                </a:moveTo>
                <a:cubicBezTo>
                  <a:pt x="25801" y="14192"/>
                  <a:pt x="14133" y="26003"/>
                  <a:pt x="14133" y="41338"/>
                </a:cubicBezTo>
                <a:cubicBezTo>
                  <a:pt x="14133" y="55531"/>
                  <a:pt x="23524" y="69723"/>
                  <a:pt x="42305" y="69723"/>
                </a:cubicBezTo>
                <a:cubicBezTo>
                  <a:pt x="61086" y="69723"/>
                  <a:pt x="71615" y="55531"/>
                  <a:pt x="71615" y="41338"/>
                </a:cubicBezTo>
                <a:cubicBezTo>
                  <a:pt x="71615" y="28289"/>
                  <a:pt x="62225" y="14192"/>
                  <a:pt x="43444" y="14192"/>
                </a:cubicBezTo>
                <a:close/>
                <a:moveTo>
                  <a:pt x="42210" y="83915"/>
                </a:moveTo>
                <a:lnTo>
                  <a:pt x="42210" y="83915"/>
                </a:lnTo>
                <a:cubicBezTo>
                  <a:pt x="18781" y="83915"/>
                  <a:pt x="0" y="64960"/>
                  <a:pt x="0" y="41338"/>
                </a:cubicBezTo>
                <a:cubicBezTo>
                  <a:pt x="0" y="17717"/>
                  <a:pt x="18781" y="0"/>
                  <a:pt x="43444" y="0"/>
                </a:cubicBezTo>
                <a:cubicBezTo>
                  <a:pt x="68106" y="0"/>
                  <a:pt x="84516" y="17717"/>
                  <a:pt x="85654" y="41338"/>
                </a:cubicBezTo>
                <a:cubicBezTo>
                  <a:pt x="85654" y="66199"/>
                  <a:pt x="66873" y="83915"/>
                  <a:pt x="42210" y="83915"/>
                </a:cubicBezTo>
                <a:close/>
                <a:moveTo>
                  <a:pt x="14039" y="282511"/>
                </a:moveTo>
                <a:lnTo>
                  <a:pt x="70382" y="282511"/>
                </a:lnTo>
                <a:lnTo>
                  <a:pt x="70382" y="112300"/>
                </a:lnTo>
                <a:lnTo>
                  <a:pt x="14039" y="112300"/>
                </a:lnTo>
                <a:lnTo>
                  <a:pt x="14039" y="282511"/>
                </a:lnTo>
                <a:close/>
                <a:moveTo>
                  <a:pt x="77402" y="296704"/>
                </a:moveTo>
                <a:lnTo>
                  <a:pt x="7019" y="296704"/>
                </a:lnTo>
                <a:cubicBezTo>
                  <a:pt x="3510" y="296704"/>
                  <a:pt x="0" y="293180"/>
                  <a:pt x="0" y="289655"/>
                </a:cubicBezTo>
                <a:lnTo>
                  <a:pt x="0" y="105251"/>
                </a:lnTo>
                <a:cubicBezTo>
                  <a:pt x="0" y="100489"/>
                  <a:pt x="3510" y="98203"/>
                  <a:pt x="7019" y="98203"/>
                </a:cubicBezTo>
                <a:lnTo>
                  <a:pt x="77402" y="98203"/>
                </a:lnTo>
                <a:cubicBezTo>
                  <a:pt x="82049" y="98203"/>
                  <a:pt x="84421" y="100584"/>
                  <a:pt x="84421" y="105251"/>
                </a:cubicBezTo>
                <a:lnTo>
                  <a:pt x="84421" y="289655"/>
                </a:lnTo>
                <a:cubicBezTo>
                  <a:pt x="84421" y="293180"/>
                  <a:pt x="82049" y="296704"/>
                  <a:pt x="77402" y="296704"/>
                </a:cubicBezTo>
                <a:close/>
                <a:moveTo>
                  <a:pt x="239319" y="282511"/>
                </a:moveTo>
                <a:lnTo>
                  <a:pt x="295662" y="282511"/>
                </a:lnTo>
                <a:lnTo>
                  <a:pt x="295662" y="195072"/>
                </a:lnTo>
                <a:cubicBezTo>
                  <a:pt x="295662" y="143065"/>
                  <a:pt x="272233" y="112300"/>
                  <a:pt x="232299" y="112300"/>
                </a:cubicBezTo>
                <a:cubicBezTo>
                  <a:pt x="201756" y="112300"/>
                  <a:pt x="181837" y="131254"/>
                  <a:pt x="180698" y="131254"/>
                </a:cubicBezTo>
                <a:cubicBezTo>
                  <a:pt x="179560" y="133636"/>
                  <a:pt x="176051" y="133636"/>
                  <a:pt x="173679" y="132398"/>
                </a:cubicBezTo>
                <a:cubicBezTo>
                  <a:pt x="171308" y="131254"/>
                  <a:pt x="169031" y="128873"/>
                  <a:pt x="169031" y="126492"/>
                </a:cubicBezTo>
                <a:lnTo>
                  <a:pt x="169031" y="112300"/>
                </a:lnTo>
                <a:lnTo>
                  <a:pt x="113921" y="112300"/>
                </a:lnTo>
                <a:cubicBezTo>
                  <a:pt x="113921" y="143065"/>
                  <a:pt x="113921" y="252984"/>
                  <a:pt x="112782" y="282511"/>
                </a:cubicBezTo>
                <a:lnTo>
                  <a:pt x="169126" y="282511"/>
                </a:lnTo>
                <a:lnTo>
                  <a:pt x="169126" y="190309"/>
                </a:lnTo>
                <a:cubicBezTo>
                  <a:pt x="169126" y="170212"/>
                  <a:pt x="185536" y="154877"/>
                  <a:pt x="204317" y="154877"/>
                </a:cubicBezTo>
                <a:cubicBezTo>
                  <a:pt x="224237" y="154877"/>
                  <a:pt x="239508" y="170212"/>
                  <a:pt x="239508" y="190309"/>
                </a:cubicBezTo>
                <a:lnTo>
                  <a:pt x="239508" y="282511"/>
                </a:lnTo>
                <a:close/>
                <a:moveTo>
                  <a:pt x="302682" y="296704"/>
                </a:moveTo>
                <a:lnTo>
                  <a:pt x="232299" y="296704"/>
                </a:lnTo>
                <a:cubicBezTo>
                  <a:pt x="228790" y="296704"/>
                  <a:pt x="225280" y="293180"/>
                  <a:pt x="225280" y="289655"/>
                </a:cubicBezTo>
                <a:lnTo>
                  <a:pt x="225280" y="190405"/>
                </a:lnTo>
                <a:cubicBezTo>
                  <a:pt x="225280" y="178594"/>
                  <a:pt x="215889" y="169164"/>
                  <a:pt x="204128" y="169164"/>
                </a:cubicBezTo>
                <a:cubicBezTo>
                  <a:pt x="192366" y="169164"/>
                  <a:pt x="182975" y="178594"/>
                  <a:pt x="182975" y="190405"/>
                </a:cubicBezTo>
                <a:lnTo>
                  <a:pt x="182975" y="289655"/>
                </a:lnTo>
                <a:cubicBezTo>
                  <a:pt x="182975" y="293180"/>
                  <a:pt x="180604" y="296704"/>
                  <a:pt x="175956" y="296704"/>
                </a:cubicBezTo>
                <a:lnTo>
                  <a:pt x="105573" y="296704"/>
                </a:lnTo>
                <a:cubicBezTo>
                  <a:pt x="104435" y="296704"/>
                  <a:pt x="102064" y="295561"/>
                  <a:pt x="100926" y="294323"/>
                </a:cubicBezTo>
                <a:cubicBezTo>
                  <a:pt x="99787" y="293180"/>
                  <a:pt x="98554" y="290798"/>
                  <a:pt x="98554" y="289560"/>
                </a:cubicBezTo>
                <a:cubicBezTo>
                  <a:pt x="98554" y="287179"/>
                  <a:pt x="99692" y="119348"/>
                  <a:pt x="98554" y="105156"/>
                </a:cubicBezTo>
                <a:cubicBezTo>
                  <a:pt x="98554" y="104013"/>
                  <a:pt x="99692" y="101632"/>
                  <a:pt x="100926" y="100394"/>
                </a:cubicBezTo>
                <a:cubicBezTo>
                  <a:pt x="102064" y="98012"/>
                  <a:pt x="104435" y="98012"/>
                  <a:pt x="105573" y="98012"/>
                </a:cubicBezTo>
                <a:lnTo>
                  <a:pt x="175956" y="98012"/>
                </a:lnTo>
                <a:cubicBezTo>
                  <a:pt x="180604" y="98012"/>
                  <a:pt x="182975" y="100394"/>
                  <a:pt x="182975" y="105061"/>
                </a:cubicBezTo>
                <a:lnTo>
                  <a:pt x="182975" y="112109"/>
                </a:lnTo>
                <a:cubicBezTo>
                  <a:pt x="193504" y="106204"/>
                  <a:pt x="211147" y="97917"/>
                  <a:pt x="232299" y="97917"/>
                </a:cubicBezTo>
                <a:cubicBezTo>
                  <a:pt x="280391" y="97917"/>
                  <a:pt x="309701" y="135731"/>
                  <a:pt x="309701" y="194881"/>
                </a:cubicBezTo>
                <a:lnTo>
                  <a:pt x="309701" y="289465"/>
                </a:lnTo>
                <a:cubicBezTo>
                  <a:pt x="309701" y="292989"/>
                  <a:pt x="307329" y="296513"/>
                  <a:pt x="302682" y="29651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6" name="Graphic 29">
            <a:extLst>
              <a:ext uri="{FF2B5EF4-FFF2-40B4-BE49-F238E27FC236}">
                <a16:creationId xmlns:a16="http://schemas.microsoft.com/office/drawing/2014/main" id="{44319046-2AA2-2DA7-9248-390A89D3BD6E}"/>
              </a:ext>
            </a:extLst>
          </p:cNvPr>
          <p:cNvSpPr/>
          <p:nvPr/>
        </p:nvSpPr>
        <p:spPr>
          <a:xfrm>
            <a:off x="4638291" y="875500"/>
            <a:ext cx="412589" cy="395274"/>
          </a:xfrm>
          <a:custGeom>
            <a:avLst/>
            <a:gdLst>
              <a:gd name="connsiteX0" fmla="*/ 43444 w 309700"/>
              <a:gd name="connsiteY0" fmla="*/ 14192 h 296703"/>
              <a:gd name="connsiteX1" fmla="*/ 14133 w 309700"/>
              <a:gd name="connsiteY1" fmla="*/ 41338 h 296703"/>
              <a:gd name="connsiteX2" fmla="*/ 42305 w 309700"/>
              <a:gd name="connsiteY2" fmla="*/ 69723 h 296703"/>
              <a:gd name="connsiteX3" fmla="*/ 71615 w 309700"/>
              <a:gd name="connsiteY3" fmla="*/ 41338 h 296703"/>
              <a:gd name="connsiteX4" fmla="*/ 43444 w 309700"/>
              <a:gd name="connsiteY4" fmla="*/ 14192 h 296703"/>
              <a:gd name="connsiteX5" fmla="*/ 42210 w 309700"/>
              <a:gd name="connsiteY5" fmla="*/ 83915 h 296703"/>
              <a:gd name="connsiteX6" fmla="*/ 42210 w 309700"/>
              <a:gd name="connsiteY6" fmla="*/ 83915 h 296703"/>
              <a:gd name="connsiteX7" fmla="*/ 0 w 309700"/>
              <a:gd name="connsiteY7" fmla="*/ 41338 h 296703"/>
              <a:gd name="connsiteX8" fmla="*/ 43444 w 309700"/>
              <a:gd name="connsiteY8" fmla="*/ 0 h 296703"/>
              <a:gd name="connsiteX9" fmla="*/ 85654 w 309700"/>
              <a:gd name="connsiteY9" fmla="*/ 41338 h 296703"/>
              <a:gd name="connsiteX10" fmla="*/ 42210 w 309700"/>
              <a:gd name="connsiteY10" fmla="*/ 83915 h 296703"/>
              <a:gd name="connsiteX11" fmla="*/ 14039 w 309700"/>
              <a:gd name="connsiteY11" fmla="*/ 282511 h 296703"/>
              <a:gd name="connsiteX12" fmla="*/ 70382 w 309700"/>
              <a:gd name="connsiteY12" fmla="*/ 282511 h 296703"/>
              <a:gd name="connsiteX13" fmla="*/ 70382 w 309700"/>
              <a:gd name="connsiteY13" fmla="*/ 112300 h 296703"/>
              <a:gd name="connsiteX14" fmla="*/ 14039 w 309700"/>
              <a:gd name="connsiteY14" fmla="*/ 112300 h 296703"/>
              <a:gd name="connsiteX15" fmla="*/ 14039 w 309700"/>
              <a:gd name="connsiteY15" fmla="*/ 282511 h 296703"/>
              <a:gd name="connsiteX16" fmla="*/ 77402 w 309700"/>
              <a:gd name="connsiteY16" fmla="*/ 296704 h 296703"/>
              <a:gd name="connsiteX17" fmla="*/ 7019 w 309700"/>
              <a:gd name="connsiteY17" fmla="*/ 296704 h 296703"/>
              <a:gd name="connsiteX18" fmla="*/ 0 w 309700"/>
              <a:gd name="connsiteY18" fmla="*/ 289655 h 296703"/>
              <a:gd name="connsiteX19" fmla="*/ 0 w 309700"/>
              <a:gd name="connsiteY19" fmla="*/ 105251 h 296703"/>
              <a:gd name="connsiteX20" fmla="*/ 7019 w 309700"/>
              <a:gd name="connsiteY20" fmla="*/ 98203 h 296703"/>
              <a:gd name="connsiteX21" fmla="*/ 77402 w 309700"/>
              <a:gd name="connsiteY21" fmla="*/ 98203 h 296703"/>
              <a:gd name="connsiteX22" fmla="*/ 84421 w 309700"/>
              <a:gd name="connsiteY22" fmla="*/ 105251 h 296703"/>
              <a:gd name="connsiteX23" fmla="*/ 84421 w 309700"/>
              <a:gd name="connsiteY23" fmla="*/ 289655 h 296703"/>
              <a:gd name="connsiteX24" fmla="*/ 77402 w 309700"/>
              <a:gd name="connsiteY24" fmla="*/ 296704 h 296703"/>
              <a:gd name="connsiteX25" fmla="*/ 239319 w 309700"/>
              <a:gd name="connsiteY25" fmla="*/ 282511 h 296703"/>
              <a:gd name="connsiteX26" fmla="*/ 295662 w 309700"/>
              <a:gd name="connsiteY26" fmla="*/ 282511 h 296703"/>
              <a:gd name="connsiteX27" fmla="*/ 295662 w 309700"/>
              <a:gd name="connsiteY27" fmla="*/ 195072 h 296703"/>
              <a:gd name="connsiteX28" fmla="*/ 232299 w 309700"/>
              <a:gd name="connsiteY28" fmla="*/ 112300 h 296703"/>
              <a:gd name="connsiteX29" fmla="*/ 180698 w 309700"/>
              <a:gd name="connsiteY29" fmla="*/ 131254 h 296703"/>
              <a:gd name="connsiteX30" fmla="*/ 173679 w 309700"/>
              <a:gd name="connsiteY30" fmla="*/ 132398 h 296703"/>
              <a:gd name="connsiteX31" fmla="*/ 169031 w 309700"/>
              <a:gd name="connsiteY31" fmla="*/ 126492 h 296703"/>
              <a:gd name="connsiteX32" fmla="*/ 169031 w 309700"/>
              <a:gd name="connsiteY32" fmla="*/ 112300 h 296703"/>
              <a:gd name="connsiteX33" fmla="*/ 113921 w 309700"/>
              <a:gd name="connsiteY33" fmla="*/ 112300 h 296703"/>
              <a:gd name="connsiteX34" fmla="*/ 112782 w 309700"/>
              <a:gd name="connsiteY34" fmla="*/ 282511 h 296703"/>
              <a:gd name="connsiteX35" fmla="*/ 169126 w 309700"/>
              <a:gd name="connsiteY35" fmla="*/ 282511 h 296703"/>
              <a:gd name="connsiteX36" fmla="*/ 169126 w 309700"/>
              <a:gd name="connsiteY36" fmla="*/ 190309 h 296703"/>
              <a:gd name="connsiteX37" fmla="*/ 204317 w 309700"/>
              <a:gd name="connsiteY37" fmla="*/ 154877 h 296703"/>
              <a:gd name="connsiteX38" fmla="*/ 239508 w 309700"/>
              <a:gd name="connsiteY38" fmla="*/ 190309 h 296703"/>
              <a:gd name="connsiteX39" fmla="*/ 239508 w 309700"/>
              <a:gd name="connsiteY39" fmla="*/ 282511 h 296703"/>
              <a:gd name="connsiteX40" fmla="*/ 302682 w 309700"/>
              <a:gd name="connsiteY40" fmla="*/ 296704 h 296703"/>
              <a:gd name="connsiteX41" fmla="*/ 232299 w 309700"/>
              <a:gd name="connsiteY41" fmla="*/ 296704 h 296703"/>
              <a:gd name="connsiteX42" fmla="*/ 225280 w 309700"/>
              <a:gd name="connsiteY42" fmla="*/ 289655 h 296703"/>
              <a:gd name="connsiteX43" fmla="*/ 225280 w 309700"/>
              <a:gd name="connsiteY43" fmla="*/ 190405 h 296703"/>
              <a:gd name="connsiteX44" fmla="*/ 204128 w 309700"/>
              <a:gd name="connsiteY44" fmla="*/ 169164 h 296703"/>
              <a:gd name="connsiteX45" fmla="*/ 182975 w 309700"/>
              <a:gd name="connsiteY45" fmla="*/ 190405 h 296703"/>
              <a:gd name="connsiteX46" fmla="*/ 182975 w 309700"/>
              <a:gd name="connsiteY46" fmla="*/ 289655 h 296703"/>
              <a:gd name="connsiteX47" fmla="*/ 175956 w 309700"/>
              <a:gd name="connsiteY47" fmla="*/ 296704 h 296703"/>
              <a:gd name="connsiteX48" fmla="*/ 105573 w 309700"/>
              <a:gd name="connsiteY48" fmla="*/ 296704 h 296703"/>
              <a:gd name="connsiteX49" fmla="*/ 100926 w 309700"/>
              <a:gd name="connsiteY49" fmla="*/ 294323 h 296703"/>
              <a:gd name="connsiteX50" fmla="*/ 98554 w 309700"/>
              <a:gd name="connsiteY50" fmla="*/ 289560 h 296703"/>
              <a:gd name="connsiteX51" fmla="*/ 98554 w 309700"/>
              <a:gd name="connsiteY51" fmla="*/ 105156 h 296703"/>
              <a:gd name="connsiteX52" fmla="*/ 100926 w 309700"/>
              <a:gd name="connsiteY52" fmla="*/ 100394 h 296703"/>
              <a:gd name="connsiteX53" fmla="*/ 105573 w 309700"/>
              <a:gd name="connsiteY53" fmla="*/ 98012 h 296703"/>
              <a:gd name="connsiteX54" fmla="*/ 175956 w 309700"/>
              <a:gd name="connsiteY54" fmla="*/ 98012 h 296703"/>
              <a:gd name="connsiteX55" fmla="*/ 182975 w 309700"/>
              <a:gd name="connsiteY55" fmla="*/ 105061 h 296703"/>
              <a:gd name="connsiteX56" fmla="*/ 182975 w 309700"/>
              <a:gd name="connsiteY56" fmla="*/ 112109 h 296703"/>
              <a:gd name="connsiteX57" fmla="*/ 232299 w 309700"/>
              <a:gd name="connsiteY57" fmla="*/ 97917 h 296703"/>
              <a:gd name="connsiteX58" fmla="*/ 309701 w 309700"/>
              <a:gd name="connsiteY58" fmla="*/ 194881 h 296703"/>
              <a:gd name="connsiteX59" fmla="*/ 309701 w 309700"/>
              <a:gd name="connsiteY59" fmla="*/ 289465 h 296703"/>
              <a:gd name="connsiteX60" fmla="*/ 302682 w 309700"/>
              <a:gd name="connsiteY60" fmla="*/ 296513 h 296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09700" h="296703">
                <a:moveTo>
                  <a:pt x="43444" y="14192"/>
                </a:moveTo>
                <a:cubicBezTo>
                  <a:pt x="25801" y="14192"/>
                  <a:pt x="14133" y="26003"/>
                  <a:pt x="14133" y="41338"/>
                </a:cubicBezTo>
                <a:cubicBezTo>
                  <a:pt x="14133" y="55531"/>
                  <a:pt x="23524" y="69723"/>
                  <a:pt x="42305" y="69723"/>
                </a:cubicBezTo>
                <a:cubicBezTo>
                  <a:pt x="61086" y="69723"/>
                  <a:pt x="71615" y="55531"/>
                  <a:pt x="71615" y="41338"/>
                </a:cubicBezTo>
                <a:cubicBezTo>
                  <a:pt x="71615" y="28289"/>
                  <a:pt x="62225" y="14192"/>
                  <a:pt x="43444" y="14192"/>
                </a:cubicBezTo>
                <a:close/>
                <a:moveTo>
                  <a:pt x="42210" y="83915"/>
                </a:moveTo>
                <a:lnTo>
                  <a:pt x="42210" y="83915"/>
                </a:lnTo>
                <a:cubicBezTo>
                  <a:pt x="18781" y="83915"/>
                  <a:pt x="0" y="64960"/>
                  <a:pt x="0" y="41338"/>
                </a:cubicBezTo>
                <a:cubicBezTo>
                  <a:pt x="0" y="17717"/>
                  <a:pt x="18781" y="0"/>
                  <a:pt x="43444" y="0"/>
                </a:cubicBezTo>
                <a:cubicBezTo>
                  <a:pt x="68106" y="0"/>
                  <a:pt x="84516" y="17717"/>
                  <a:pt x="85654" y="41338"/>
                </a:cubicBezTo>
                <a:cubicBezTo>
                  <a:pt x="85654" y="66199"/>
                  <a:pt x="66873" y="83915"/>
                  <a:pt x="42210" y="83915"/>
                </a:cubicBezTo>
                <a:close/>
                <a:moveTo>
                  <a:pt x="14039" y="282511"/>
                </a:moveTo>
                <a:lnTo>
                  <a:pt x="70382" y="282511"/>
                </a:lnTo>
                <a:lnTo>
                  <a:pt x="70382" y="112300"/>
                </a:lnTo>
                <a:lnTo>
                  <a:pt x="14039" y="112300"/>
                </a:lnTo>
                <a:lnTo>
                  <a:pt x="14039" y="282511"/>
                </a:lnTo>
                <a:close/>
                <a:moveTo>
                  <a:pt x="77402" y="296704"/>
                </a:moveTo>
                <a:lnTo>
                  <a:pt x="7019" y="296704"/>
                </a:lnTo>
                <a:cubicBezTo>
                  <a:pt x="3510" y="296704"/>
                  <a:pt x="0" y="293180"/>
                  <a:pt x="0" y="289655"/>
                </a:cubicBezTo>
                <a:lnTo>
                  <a:pt x="0" y="105251"/>
                </a:lnTo>
                <a:cubicBezTo>
                  <a:pt x="0" y="100489"/>
                  <a:pt x="3510" y="98203"/>
                  <a:pt x="7019" y="98203"/>
                </a:cubicBezTo>
                <a:lnTo>
                  <a:pt x="77402" y="98203"/>
                </a:lnTo>
                <a:cubicBezTo>
                  <a:pt x="82049" y="98203"/>
                  <a:pt x="84421" y="100584"/>
                  <a:pt x="84421" y="105251"/>
                </a:cubicBezTo>
                <a:lnTo>
                  <a:pt x="84421" y="289655"/>
                </a:lnTo>
                <a:cubicBezTo>
                  <a:pt x="84421" y="293180"/>
                  <a:pt x="82049" y="296704"/>
                  <a:pt x="77402" y="296704"/>
                </a:cubicBezTo>
                <a:close/>
                <a:moveTo>
                  <a:pt x="239319" y="282511"/>
                </a:moveTo>
                <a:lnTo>
                  <a:pt x="295662" y="282511"/>
                </a:lnTo>
                <a:lnTo>
                  <a:pt x="295662" y="195072"/>
                </a:lnTo>
                <a:cubicBezTo>
                  <a:pt x="295662" y="143065"/>
                  <a:pt x="272233" y="112300"/>
                  <a:pt x="232299" y="112300"/>
                </a:cubicBezTo>
                <a:cubicBezTo>
                  <a:pt x="201756" y="112300"/>
                  <a:pt x="181837" y="131254"/>
                  <a:pt x="180698" y="131254"/>
                </a:cubicBezTo>
                <a:cubicBezTo>
                  <a:pt x="179560" y="133636"/>
                  <a:pt x="176051" y="133636"/>
                  <a:pt x="173679" y="132398"/>
                </a:cubicBezTo>
                <a:cubicBezTo>
                  <a:pt x="171308" y="131254"/>
                  <a:pt x="169031" y="128873"/>
                  <a:pt x="169031" y="126492"/>
                </a:cubicBezTo>
                <a:lnTo>
                  <a:pt x="169031" y="112300"/>
                </a:lnTo>
                <a:lnTo>
                  <a:pt x="113921" y="112300"/>
                </a:lnTo>
                <a:cubicBezTo>
                  <a:pt x="113921" y="143065"/>
                  <a:pt x="113921" y="252984"/>
                  <a:pt x="112782" y="282511"/>
                </a:cubicBezTo>
                <a:lnTo>
                  <a:pt x="169126" y="282511"/>
                </a:lnTo>
                <a:lnTo>
                  <a:pt x="169126" y="190309"/>
                </a:lnTo>
                <a:cubicBezTo>
                  <a:pt x="169126" y="170212"/>
                  <a:pt x="185536" y="154877"/>
                  <a:pt x="204317" y="154877"/>
                </a:cubicBezTo>
                <a:cubicBezTo>
                  <a:pt x="224237" y="154877"/>
                  <a:pt x="239508" y="170212"/>
                  <a:pt x="239508" y="190309"/>
                </a:cubicBezTo>
                <a:lnTo>
                  <a:pt x="239508" y="282511"/>
                </a:lnTo>
                <a:close/>
                <a:moveTo>
                  <a:pt x="302682" y="296704"/>
                </a:moveTo>
                <a:lnTo>
                  <a:pt x="232299" y="296704"/>
                </a:lnTo>
                <a:cubicBezTo>
                  <a:pt x="228790" y="296704"/>
                  <a:pt x="225280" y="293180"/>
                  <a:pt x="225280" y="289655"/>
                </a:cubicBezTo>
                <a:lnTo>
                  <a:pt x="225280" y="190405"/>
                </a:lnTo>
                <a:cubicBezTo>
                  <a:pt x="225280" y="178594"/>
                  <a:pt x="215889" y="169164"/>
                  <a:pt x="204128" y="169164"/>
                </a:cubicBezTo>
                <a:cubicBezTo>
                  <a:pt x="192366" y="169164"/>
                  <a:pt x="182975" y="178594"/>
                  <a:pt x="182975" y="190405"/>
                </a:cubicBezTo>
                <a:lnTo>
                  <a:pt x="182975" y="289655"/>
                </a:lnTo>
                <a:cubicBezTo>
                  <a:pt x="182975" y="293180"/>
                  <a:pt x="180604" y="296704"/>
                  <a:pt x="175956" y="296704"/>
                </a:cubicBezTo>
                <a:lnTo>
                  <a:pt x="105573" y="296704"/>
                </a:lnTo>
                <a:cubicBezTo>
                  <a:pt x="104435" y="296704"/>
                  <a:pt x="102064" y="295561"/>
                  <a:pt x="100926" y="294323"/>
                </a:cubicBezTo>
                <a:cubicBezTo>
                  <a:pt x="99787" y="293180"/>
                  <a:pt x="98554" y="290798"/>
                  <a:pt x="98554" y="289560"/>
                </a:cubicBezTo>
                <a:cubicBezTo>
                  <a:pt x="98554" y="287179"/>
                  <a:pt x="99692" y="119348"/>
                  <a:pt x="98554" y="105156"/>
                </a:cubicBezTo>
                <a:cubicBezTo>
                  <a:pt x="98554" y="104013"/>
                  <a:pt x="99692" y="101632"/>
                  <a:pt x="100926" y="100394"/>
                </a:cubicBezTo>
                <a:cubicBezTo>
                  <a:pt x="102064" y="98012"/>
                  <a:pt x="104435" y="98012"/>
                  <a:pt x="105573" y="98012"/>
                </a:cubicBezTo>
                <a:lnTo>
                  <a:pt x="175956" y="98012"/>
                </a:lnTo>
                <a:cubicBezTo>
                  <a:pt x="180604" y="98012"/>
                  <a:pt x="182975" y="100394"/>
                  <a:pt x="182975" y="105061"/>
                </a:cubicBezTo>
                <a:lnTo>
                  <a:pt x="182975" y="112109"/>
                </a:lnTo>
                <a:cubicBezTo>
                  <a:pt x="193504" y="106204"/>
                  <a:pt x="211147" y="97917"/>
                  <a:pt x="232299" y="97917"/>
                </a:cubicBezTo>
                <a:cubicBezTo>
                  <a:pt x="280391" y="97917"/>
                  <a:pt x="309701" y="135731"/>
                  <a:pt x="309701" y="194881"/>
                </a:cubicBezTo>
                <a:lnTo>
                  <a:pt x="309701" y="289465"/>
                </a:lnTo>
                <a:cubicBezTo>
                  <a:pt x="309701" y="292989"/>
                  <a:pt x="307329" y="296513"/>
                  <a:pt x="302682" y="29651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7" name="Graphic 29">
            <a:extLst>
              <a:ext uri="{FF2B5EF4-FFF2-40B4-BE49-F238E27FC236}">
                <a16:creationId xmlns:a16="http://schemas.microsoft.com/office/drawing/2014/main" id="{8C2F0B07-012D-6FDF-47BC-9D73BA67D1DA}"/>
              </a:ext>
            </a:extLst>
          </p:cNvPr>
          <p:cNvSpPr/>
          <p:nvPr/>
        </p:nvSpPr>
        <p:spPr>
          <a:xfrm>
            <a:off x="3869941" y="1529550"/>
            <a:ext cx="412589" cy="395274"/>
          </a:xfrm>
          <a:custGeom>
            <a:avLst/>
            <a:gdLst>
              <a:gd name="connsiteX0" fmla="*/ 43444 w 309700"/>
              <a:gd name="connsiteY0" fmla="*/ 14192 h 296703"/>
              <a:gd name="connsiteX1" fmla="*/ 14133 w 309700"/>
              <a:gd name="connsiteY1" fmla="*/ 41338 h 296703"/>
              <a:gd name="connsiteX2" fmla="*/ 42305 w 309700"/>
              <a:gd name="connsiteY2" fmla="*/ 69723 h 296703"/>
              <a:gd name="connsiteX3" fmla="*/ 71615 w 309700"/>
              <a:gd name="connsiteY3" fmla="*/ 41338 h 296703"/>
              <a:gd name="connsiteX4" fmla="*/ 43444 w 309700"/>
              <a:gd name="connsiteY4" fmla="*/ 14192 h 296703"/>
              <a:gd name="connsiteX5" fmla="*/ 42210 w 309700"/>
              <a:gd name="connsiteY5" fmla="*/ 83915 h 296703"/>
              <a:gd name="connsiteX6" fmla="*/ 42210 w 309700"/>
              <a:gd name="connsiteY6" fmla="*/ 83915 h 296703"/>
              <a:gd name="connsiteX7" fmla="*/ 0 w 309700"/>
              <a:gd name="connsiteY7" fmla="*/ 41338 h 296703"/>
              <a:gd name="connsiteX8" fmla="*/ 43444 w 309700"/>
              <a:gd name="connsiteY8" fmla="*/ 0 h 296703"/>
              <a:gd name="connsiteX9" fmla="*/ 85654 w 309700"/>
              <a:gd name="connsiteY9" fmla="*/ 41338 h 296703"/>
              <a:gd name="connsiteX10" fmla="*/ 42210 w 309700"/>
              <a:gd name="connsiteY10" fmla="*/ 83915 h 296703"/>
              <a:gd name="connsiteX11" fmla="*/ 14039 w 309700"/>
              <a:gd name="connsiteY11" fmla="*/ 282511 h 296703"/>
              <a:gd name="connsiteX12" fmla="*/ 70382 w 309700"/>
              <a:gd name="connsiteY12" fmla="*/ 282511 h 296703"/>
              <a:gd name="connsiteX13" fmla="*/ 70382 w 309700"/>
              <a:gd name="connsiteY13" fmla="*/ 112300 h 296703"/>
              <a:gd name="connsiteX14" fmla="*/ 14039 w 309700"/>
              <a:gd name="connsiteY14" fmla="*/ 112300 h 296703"/>
              <a:gd name="connsiteX15" fmla="*/ 14039 w 309700"/>
              <a:gd name="connsiteY15" fmla="*/ 282511 h 296703"/>
              <a:gd name="connsiteX16" fmla="*/ 77402 w 309700"/>
              <a:gd name="connsiteY16" fmla="*/ 296704 h 296703"/>
              <a:gd name="connsiteX17" fmla="*/ 7019 w 309700"/>
              <a:gd name="connsiteY17" fmla="*/ 296704 h 296703"/>
              <a:gd name="connsiteX18" fmla="*/ 0 w 309700"/>
              <a:gd name="connsiteY18" fmla="*/ 289655 h 296703"/>
              <a:gd name="connsiteX19" fmla="*/ 0 w 309700"/>
              <a:gd name="connsiteY19" fmla="*/ 105251 h 296703"/>
              <a:gd name="connsiteX20" fmla="*/ 7019 w 309700"/>
              <a:gd name="connsiteY20" fmla="*/ 98203 h 296703"/>
              <a:gd name="connsiteX21" fmla="*/ 77402 w 309700"/>
              <a:gd name="connsiteY21" fmla="*/ 98203 h 296703"/>
              <a:gd name="connsiteX22" fmla="*/ 84421 w 309700"/>
              <a:gd name="connsiteY22" fmla="*/ 105251 h 296703"/>
              <a:gd name="connsiteX23" fmla="*/ 84421 w 309700"/>
              <a:gd name="connsiteY23" fmla="*/ 289655 h 296703"/>
              <a:gd name="connsiteX24" fmla="*/ 77402 w 309700"/>
              <a:gd name="connsiteY24" fmla="*/ 296704 h 296703"/>
              <a:gd name="connsiteX25" fmla="*/ 239319 w 309700"/>
              <a:gd name="connsiteY25" fmla="*/ 282511 h 296703"/>
              <a:gd name="connsiteX26" fmla="*/ 295662 w 309700"/>
              <a:gd name="connsiteY26" fmla="*/ 282511 h 296703"/>
              <a:gd name="connsiteX27" fmla="*/ 295662 w 309700"/>
              <a:gd name="connsiteY27" fmla="*/ 195072 h 296703"/>
              <a:gd name="connsiteX28" fmla="*/ 232299 w 309700"/>
              <a:gd name="connsiteY28" fmla="*/ 112300 h 296703"/>
              <a:gd name="connsiteX29" fmla="*/ 180698 w 309700"/>
              <a:gd name="connsiteY29" fmla="*/ 131254 h 296703"/>
              <a:gd name="connsiteX30" fmla="*/ 173679 w 309700"/>
              <a:gd name="connsiteY30" fmla="*/ 132398 h 296703"/>
              <a:gd name="connsiteX31" fmla="*/ 169031 w 309700"/>
              <a:gd name="connsiteY31" fmla="*/ 126492 h 296703"/>
              <a:gd name="connsiteX32" fmla="*/ 169031 w 309700"/>
              <a:gd name="connsiteY32" fmla="*/ 112300 h 296703"/>
              <a:gd name="connsiteX33" fmla="*/ 113921 w 309700"/>
              <a:gd name="connsiteY33" fmla="*/ 112300 h 296703"/>
              <a:gd name="connsiteX34" fmla="*/ 112782 w 309700"/>
              <a:gd name="connsiteY34" fmla="*/ 282511 h 296703"/>
              <a:gd name="connsiteX35" fmla="*/ 169126 w 309700"/>
              <a:gd name="connsiteY35" fmla="*/ 282511 h 296703"/>
              <a:gd name="connsiteX36" fmla="*/ 169126 w 309700"/>
              <a:gd name="connsiteY36" fmla="*/ 190309 h 296703"/>
              <a:gd name="connsiteX37" fmla="*/ 204317 w 309700"/>
              <a:gd name="connsiteY37" fmla="*/ 154877 h 296703"/>
              <a:gd name="connsiteX38" fmla="*/ 239508 w 309700"/>
              <a:gd name="connsiteY38" fmla="*/ 190309 h 296703"/>
              <a:gd name="connsiteX39" fmla="*/ 239508 w 309700"/>
              <a:gd name="connsiteY39" fmla="*/ 282511 h 296703"/>
              <a:gd name="connsiteX40" fmla="*/ 302682 w 309700"/>
              <a:gd name="connsiteY40" fmla="*/ 296704 h 296703"/>
              <a:gd name="connsiteX41" fmla="*/ 232299 w 309700"/>
              <a:gd name="connsiteY41" fmla="*/ 296704 h 296703"/>
              <a:gd name="connsiteX42" fmla="*/ 225280 w 309700"/>
              <a:gd name="connsiteY42" fmla="*/ 289655 h 296703"/>
              <a:gd name="connsiteX43" fmla="*/ 225280 w 309700"/>
              <a:gd name="connsiteY43" fmla="*/ 190405 h 296703"/>
              <a:gd name="connsiteX44" fmla="*/ 204128 w 309700"/>
              <a:gd name="connsiteY44" fmla="*/ 169164 h 296703"/>
              <a:gd name="connsiteX45" fmla="*/ 182975 w 309700"/>
              <a:gd name="connsiteY45" fmla="*/ 190405 h 296703"/>
              <a:gd name="connsiteX46" fmla="*/ 182975 w 309700"/>
              <a:gd name="connsiteY46" fmla="*/ 289655 h 296703"/>
              <a:gd name="connsiteX47" fmla="*/ 175956 w 309700"/>
              <a:gd name="connsiteY47" fmla="*/ 296704 h 296703"/>
              <a:gd name="connsiteX48" fmla="*/ 105573 w 309700"/>
              <a:gd name="connsiteY48" fmla="*/ 296704 h 296703"/>
              <a:gd name="connsiteX49" fmla="*/ 100926 w 309700"/>
              <a:gd name="connsiteY49" fmla="*/ 294323 h 296703"/>
              <a:gd name="connsiteX50" fmla="*/ 98554 w 309700"/>
              <a:gd name="connsiteY50" fmla="*/ 289560 h 296703"/>
              <a:gd name="connsiteX51" fmla="*/ 98554 w 309700"/>
              <a:gd name="connsiteY51" fmla="*/ 105156 h 296703"/>
              <a:gd name="connsiteX52" fmla="*/ 100926 w 309700"/>
              <a:gd name="connsiteY52" fmla="*/ 100394 h 296703"/>
              <a:gd name="connsiteX53" fmla="*/ 105573 w 309700"/>
              <a:gd name="connsiteY53" fmla="*/ 98012 h 296703"/>
              <a:gd name="connsiteX54" fmla="*/ 175956 w 309700"/>
              <a:gd name="connsiteY54" fmla="*/ 98012 h 296703"/>
              <a:gd name="connsiteX55" fmla="*/ 182975 w 309700"/>
              <a:gd name="connsiteY55" fmla="*/ 105061 h 296703"/>
              <a:gd name="connsiteX56" fmla="*/ 182975 w 309700"/>
              <a:gd name="connsiteY56" fmla="*/ 112109 h 296703"/>
              <a:gd name="connsiteX57" fmla="*/ 232299 w 309700"/>
              <a:gd name="connsiteY57" fmla="*/ 97917 h 296703"/>
              <a:gd name="connsiteX58" fmla="*/ 309701 w 309700"/>
              <a:gd name="connsiteY58" fmla="*/ 194881 h 296703"/>
              <a:gd name="connsiteX59" fmla="*/ 309701 w 309700"/>
              <a:gd name="connsiteY59" fmla="*/ 289465 h 296703"/>
              <a:gd name="connsiteX60" fmla="*/ 302682 w 309700"/>
              <a:gd name="connsiteY60" fmla="*/ 296513 h 296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09700" h="296703">
                <a:moveTo>
                  <a:pt x="43444" y="14192"/>
                </a:moveTo>
                <a:cubicBezTo>
                  <a:pt x="25801" y="14192"/>
                  <a:pt x="14133" y="26003"/>
                  <a:pt x="14133" y="41338"/>
                </a:cubicBezTo>
                <a:cubicBezTo>
                  <a:pt x="14133" y="55531"/>
                  <a:pt x="23524" y="69723"/>
                  <a:pt x="42305" y="69723"/>
                </a:cubicBezTo>
                <a:cubicBezTo>
                  <a:pt x="61086" y="69723"/>
                  <a:pt x="71615" y="55531"/>
                  <a:pt x="71615" y="41338"/>
                </a:cubicBezTo>
                <a:cubicBezTo>
                  <a:pt x="71615" y="28289"/>
                  <a:pt x="62225" y="14192"/>
                  <a:pt x="43444" y="14192"/>
                </a:cubicBezTo>
                <a:close/>
                <a:moveTo>
                  <a:pt x="42210" y="83915"/>
                </a:moveTo>
                <a:lnTo>
                  <a:pt x="42210" y="83915"/>
                </a:lnTo>
                <a:cubicBezTo>
                  <a:pt x="18781" y="83915"/>
                  <a:pt x="0" y="64960"/>
                  <a:pt x="0" y="41338"/>
                </a:cubicBezTo>
                <a:cubicBezTo>
                  <a:pt x="0" y="17717"/>
                  <a:pt x="18781" y="0"/>
                  <a:pt x="43444" y="0"/>
                </a:cubicBezTo>
                <a:cubicBezTo>
                  <a:pt x="68106" y="0"/>
                  <a:pt x="84516" y="17717"/>
                  <a:pt x="85654" y="41338"/>
                </a:cubicBezTo>
                <a:cubicBezTo>
                  <a:pt x="85654" y="66199"/>
                  <a:pt x="66873" y="83915"/>
                  <a:pt x="42210" y="83915"/>
                </a:cubicBezTo>
                <a:close/>
                <a:moveTo>
                  <a:pt x="14039" y="282511"/>
                </a:moveTo>
                <a:lnTo>
                  <a:pt x="70382" y="282511"/>
                </a:lnTo>
                <a:lnTo>
                  <a:pt x="70382" y="112300"/>
                </a:lnTo>
                <a:lnTo>
                  <a:pt x="14039" y="112300"/>
                </a:lnTo>
                <a:lnTo>
                  <a:pt x="14039" y="282511"/>
                </a:lnTo>
                <a:close/>
                <a:moveTo>
                  <a:pt x="77402" y="296704"/>
                </a:moveTo>
                <a:lnTo>
                  <a:pt x="7019" y="296704"/>
                </a:lnTo>
                <a:cubicBezTo>
                  <a:pt x="3510" y="296704"/>
                  <a:pt x="0" y="293180"/>
                  <a:pt x="0" y="289655"/>
                </a:cubicBezTo>
                <a:lnTo>
                  <a:pt x="0" y="105251"/>
                </a:lnTo>
                <a:cubicBezTo>
                  <a:pt x="0" y="100489"/>
                  <a:pt x="3510" y="98203"/>
                  <a:pt x="7019" y="98203"/>
                </a:cubicBezTo>
                <a:lnTo>
                  <a:pt x="77402" y="98203"/>
                </a:lnTo>
                <a:cubicBezTo>
                  <a:pt x="82049" y="98203"/>
                  <a:pt x="84421" y="100584"/>
                  <a:pt x="84421" y="105251"/>
                </a:cubicBezTo>
                <a:lnTo>
                  <a:pt x="84421" y="289655"/>
                </a:lnTo>
                <a:cubicBezTo>
                  <a:pt x="84421" y="293180"/>
                  <a:pt x="82049" y="296704"/>
                  <a:pt x="77402" y="296704"/>
                </a:cubicBezTo>
                <a:close/>
                <a:moveTo>
                  <a:pt x="239319" y="282511"/>
                </a:moveTo>
                <a:lnTo>
                  <a:pt x="295662" y="282511"/>
                </a:lnTo>
                <a:lnTo>
                  <a:pt x="295662" y="195072"/>
                </a:lnTo>
                <a:cubicBezTo>
                  <a:pt x="295662" y="143065"/>
                  <a:pt x="272233" y="112300"/>
                  <a:pt x="232299" y="112300"/>
                </a:cubicBezTo>
                <a:cubicBezTo>
                  <a:pt x="201756" y="112300"/>
                  <a:pt x="181837" y="131254"/>
                  <a:pt x="180698" y="131254"/>
                </a:cubicBezTo>
                <a:cubicBezTo>
                  <a:pt x="179560" y="133636"/>
                  <a:pt x="176051" y="133636"/>
                  <a:pt x="173679" y="132398"/>
                </a:cubicBezTo>
                <a:cubicBezTo>
                  <a:pt x="171308" y="131254"/>
                  <a:pt x="169031" y="128873"/>
                  <a:pt x="169031" y="126492"/>
                </a:cubicBezTo>
                <a:lnTo>
                  <a:pt x="169031" y="112300"/>
                </a:lnTo>
                <a:lnTo>
                  <a:pt x="113921" y="112300"/>
                </a:lnTo>
                <a:cubicBezTo>
                  <a:pt x="113921" y="143065"/>
                  <a:pt x="113921" y="252984"/>
                  <a:pt x="112782" y="282511"/>
                </a:cubicBezTo>
                <a:lnTo>
                  <a:pt x="169126" y="282511"/>
                </a:lnTo>
                <a:lnTo>
                  <a:pt x="169126" y="190309"/>
                </a:lnTo>
                <a:cubicBezTo>
                  <a:pt x="169126" y="170212"/>
                  <a:pt x="185536" y="154877"/>
                  <a:pt x="204317" y="154877"/>
                </a:cubicBezTo>
                <a:cubicBezTo>
                  <a:pt x="224237" y="154877"/>
                  <a:pt x="239508" y="170212"/>
                  <a:pt x="239508" y="190309"/>
                </a:cubicBezTo>
                <a:lnTo>
                  <a:pt x="239508" y="282511"/>
                </a:lnTo>
                <a:close/>
                <a:moveTo>
                  <a:pt x="302682" y="296704"/>
                </a:moveTo>
                <a:lnTo>
                  <a:pt x="232299" y="296704"/>
                </a:lnTo>
                <a:cubicBezTo>
                  <a:pt x="228790" y="296704"/>
                  <a:pt x="225280" y="293180"/>
                  <a:pt x="225280" y="289655"/>
                </a:cubicBezTo>
                <a:lnTo>
                  <a:pt x="225280" y="190405"/>
                </a:lnTo>
                <a:cubicBezTo>
                  <a:pt x="225280" y="178594"/>
                  <a:pt x="215889" y="169164"/>
                  <a:pt x="204128" y="169164"/>
                </a:cubicBezTo>
                <a:cubicBezTo>
                  <a:pt x="192366" y="169164"/>
                  <a:pt x="182975" y="178594"/>
                  <a:pt x="182975" y="190405"/>
                </a:cubicBezTo>
                <a:lnTo>
                  <a:pt x="182975" y="289655"/>
                </a:lnTo>
                <a:cubicBezTo>
                  <a:pt x="182975" y="293180"/>
                  <a:pt x="180604" y="296704"/>
                  <a:pt x="175956" y="296704"/>
                </a:cubicBezTo>
                <a:lnTo>
                  <a:pt x="105573" y="296704"/>
                </a:lnTo>
                <a:cubicBezTo>
                  <a:pt x="104435" y="296704"/>
                  <a:pt x="102064" y="295561"/>
                  <a:pt x="100926" y="294323"/>
                </a:cubicBezTo>
                <a:cubicBezTo>
                  <a:pt x="99787" y="293180"/>
                  <a:pt x="98554" y="290798"/>
                  <a:pt x="98554" y="289560"/>
                </a:cubicBezTo>
                <a:cubicBezTo>
                  <a:pt x="98554" y="287179"/>
                  <a:pt x="99692" y="119348"/>
                  <a:pt x="98554" y="105156"/>
                </a:cubicBezTo>
                <a:cubicBezTo>
                  <a:pt x="98554" y="104013"/>
                  <a:pt x="99692" y="101632"/>
                  <a:pt x="100926" y="100394"/>
                </a:cubicBezTo>
                <a:cubicBezTo>
                  <a:pt x="102064" y="98012"/>
                  <a:pt x="104435" y="98012"/>
                  <a:pt x="105573" y="98012"/>
                </a:cubicBezTo>
                <a:lnTo>
                  <a:pt x="175956" y="98012"/>
                </a:lnTo>
                <a:cubicBezTo>
                  <a:pt x="180604" y="98012"/>
                  <a:pt x="182975" y="100394"/>
                  <a:pt x="182975" y="105061"/>
                </a:cubicBezTo>
                <a:lnTo>
                  <a:pt x="182975" y="112109"/>
                </a:lnTo>
                <a:cubicBezTo>
                  <a:pt x="193504" y="106204"/>
                  <a:pt x="211147" y="97917"/>
                  <a:pt x="232299" y="97917"/>
                </a:cubicBezTo>
                <a:cubicBezTo>
                  <a:pt x="280391" y="97917"/>
                  <a:pt x="309701" y="135731"/>
                  <a:pt x="309701" y="194881"/>
                </a:cubicBezTo>
                <a:lnTo>
                  <a:pt x="309701" y="289465"/>
                </a:lnTo>
                <a:cubicBezTo>
                  <a:pt x="309701" y="292989"/>
                  <a:pt x="307329" y="296513"/>
                  <a:pt x="302682" y="29651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8" name="Graphic 29">
            <a:extLst>
              <a:ext uri="{FF2B5EF4-FFF2-40B4-BE49-F238E27FC236}">
                <a16:creationId xmlns:a16="http://schemas.microsoft.com/office/drawing/2014/main" id="{AA9CE64F-2C3D-FF8D-6D62-25008414AFBF}"/>
              </a:ext>
            </a:extLst>
          </p:cNvPr>
          <p:cNvSpPr/>
          <p:nvPr/>
        </p:nvSpPr>
        <p:spPr>
          <a:xfrm>
            <a:off x="4638291" y="1529550"/>
            <a:ext cx="412589" cy="395274"/>
          </a:xfrm>
          <a:custGeom>
            <a:avLst/>
            <a:gdLst>
              <a:gd name="connsiteX0" fmla="*/ 43444 w 309700"/>
              <a:gd name="connsiteY0" fmla="*/ 14192 h 296703"/>
              <a:gd name="connsiteX1" fmla="*/ 14133 w 309700"/>
              <a:gd name="connsiteY1" fmla="*/ 41338 h 296703"/>
              <a:gd name="connsiteX2" fmla="*/ 42305 w 309700"/>
              <a:gd name="connsiteY2" fmla="*/ 69723 h 296703"/>
              <a:gd name="connsiteX3" fmla="*/ 71615 w 309700"/>
              <a:gd name="connsiteY3" fmla="*/ 41338 h 296703"/>
              <a:gd name="connsiteX4" fmla="*/ 43444 w 309700"/>
              <a:gd name="connsiteY4" fmla="*/ 14192 h 296703"/>
              <a:gd name="connsiteX5" fmla="*/ 42210 w 309700"/>
              <a:gd name="connsiteY5" fmla="*/ 83915 h 296703"/>
              <a:gd name="connsiteX6" fmla="*/ 42210 w 309700"/>
              <a:gd name="connsiteY6" fmla="*/ 83915 h 296703"/>
              <a:gd name="connsiteX7" fmla="*/ 0 w 309700"/>
              <a:gd name="connsiteY7" fmla="*/ 41338 h 296703"/>
              <a:gd name="connsiteX8" fmla="*/ 43444 w 309700"/>
              <a:gd name="connsiteY8" fmla="*/ 0 h 296703"/>
              <a:gd name="connsiteX9" fmla="*/ 85654 w 309700"/>
              <a:gd name="connsiteY9" fmla="*/ 41338 h 296703"/>
              <a:gd name="connsiteX10" fmla="*/ 42210 w 309700"/>
              <a:gd name="connsiteY10" fmla="*/ 83915 h 296703"/>
              <a:gd name="connsiteX11" fmla="*/ 14039 w 309700"/>
              <a:gd name="connsiteY11" fmla="*/ 282511 h 296703"/>
              <a:gd name="connsiteX12" fmla="*/ 70382 w 309700"/>
              <a:gd name="connsiteY12" fmla="*/ 282511 h 296703"/>
              <a:gd name="connsiteX13" fmla="*/ 70382 w 309700"/>
              <a:gd name="connsiteY13" fmla="*/ 112300 h 296703"/>
              <a:gd name="connsiteX14" fmla="*/ 14039 w 309700"/>
              <a:gd name="connsiteY14" fmla="*/ 112300 h 296703"/>
              <a:gd name="connsiteX15" fmla="*/ 14039 w 309700"/>
              <a:gd name="connsiteY15" fmla="*/ 282511 h 296703"/>
              <a:gd name="connsiteX16" fmla="*/ 77402 w 309700"/>
              <a:gd name="connsiteY16" fmla="*/ 296704 h 296703"/>
              <a:gd name="connsiteX17" fmla="*/ 7019 w 309700"/>
              <a:gd name="connsiteY17" fmla="*/ 296704 h 296703"/>
              <a:gd name="connsiteX18" fmla="*/ 0 w 309700"/>
              <a:gd name="connsiteY18" fmla="*/ 289655 h 296703"/>
              <a:gd name="connsiteX19" fmla="*/ 0 w 309700"/>
              <a:gd name="connsiteY19" fmla="*/ 105251 h 296703"/>
              <a:gd name="connsiteX20" fmla="*/ 7019 w 309700"/>
              <a:gd name="connsiteY20" fmla="*/ 98203 h 296703"/>
              <a:gd name="connsiteX21" fmla="*/ 77402 w 309700"/>
              <a:gd name="connsiteY21" fmla="*/ 98203 h 296703"/>
              <a:gd name="connsiteX22" fmla="*/ 84421 w 309700"/>
              <a:gd name="connsiteY22" fmla="*/ 105251 h 296703"/>
              <a:gd name="connsiteX23" fmla="*/ 84421 w 309700"/>
              <a:gd name="connsiteY23" fmla="*/ 289655 h 296703"/>
              <a:gd name="connsiteX24" fmla="*/ 77402 w 309700"/>
              <a:gd name="connsiteY24" fmla="*/ 296704 h 296703"/>
              <a:gd name="connsiteX25" fmla="*/ 239319 w 309700"/>
              <a:gd name="connsiteY25" fmla="*/ 282511 h 296703"/>
              <a:gd name="connsiteX26" fmla="*/ 295662 w 309700"/>
              <a:gd name="connsiteY26" fmla="*/ 282511 h 296703"/>
              <a:gd name="connsiteX27" fmla="*/ 295662 w 309700"/>
              <a:gd name="connsiteY27" fmla="*/ 195072 h 296703"/>
              <a:gd name="connsiteX28" fmla="*/ 232299 w 309700"/>
              <a:gd name="connsiteY28" fmla="*/ 112300 h 296703"/>
              <a:gd name="connsiteX29" fmla="*/ 180698 w 309700"/>
              <a:gd name="connsiteY29" fmla="*/ 131254 h 296703"/>
              <a:gd name="connsiteX30" fmla="*/ 173679 w 309700"/>
              <a:gd name="connsiteY30" fmla="*/ 132398 h 296703"/>
              <a:gd name="connsiteX31" fmla="*/ 169031 w 309700"/>
              <a:gd name="connsiteY31" fmla="*/ 126492 h 296703"/>
              <a:gd name="connsiteX32" fmla="*/ 169031 w 309700"/>
              <a:gd name="connsiteY32" fmla="*/ 112300 h 296703"/>
              <a:gd name="connsiteX33" fmla="*/ 113921 w 309700"/>
              <a:gd name="connsiteY33" fmla="*/ 112300 h 296703"/>
              <a:gd name="connsiteX34" fmla="*/ 112782 w 309700"/>
              <a:gd name="connsiteY34" fmla="*/ 282511 h 296703"/>
              <a:gd name="connsiteX35" fmla="*/ 169126 w 309700"/>
              <a:gd name="connsiteY35" fmla="*/ 282511 h 296703"/>
              <a:gd name="connsiteX36" fmla="*/ 169126 w 309700"/>
              <a:gd name="connsiteY36" fmla="*/ 190309 h 296703"/>
              <a:gd name="connsiteX37" fmla="*/ 204317 w 309700"/>
              <a:gd name="connsiteY37" fmla="*/ 154877 h 296703"/>
              <a:gd name="connsiteX38" fmla="*/ 239508 w 309700"/>
              <a:gd name="connsiteY38" fmla="*/ 190309 h 296703"/>
              <a:gd name="connsiteX39" fmla="*/ 239508 w 309700"/>
              <a:gd name="connsiteY39" fmla="*/ 282511 h 296703"/>
              <a:gd name="connsiteX40" fmla="*/ 302682 w 309700"/>
              <a:gd name="connsiteY40" fmla="*/ 296704 h 296703"/>
              <a:gd name="connsiteX41" fmla="*/ 232299 w 309700"/>
              <a:gd name="connsiteY41" fmla="*/ 296704 h 296703"/>
              <a:gd name="connsiteX42" fmla="*/ 225280 w 309700"/>
              <a:gd name="connsiteY42" fmla="*/ 289655 h 296703"/>
              <a:gd name="connsiteX43" fmla="*/ 225280 w 309700"/>
              <a:gd name="connsiteY43" fmla="*/ 190405 h 296703"/>
              <a:gd name="connsiteX44" fmla="*/ 204128 w 309700"/>
              <a:gd name="connsiteY44" fmla="*/ 169164 h 296703"/>
              <a:gd name="connsiteX45" fmla="*/ 182975 w 309700"/>
              <a:gd name="connsiteY45" fmla="*/ 190405 h 296703"/>
              <a:gd name="connsiteX46" fmla="*/ 182975 w 309700"/>
              <a:gd name="connsiteY46" fmla="*/ 289655 h 296703"/>
              <a:gd name="connsiteX47" fmla="*/ 175956 w 309700"/>
              <a:gd name="connsiteY47" fmla="*/ 296704 h 296703"/>
              <a:gd name="connsiteX48" fmla="*/ 105573 w 309700"/>
              <a:gd name="connsiteY48" fmla="*/ 296704 h 296703"/>
              <a:gd name="connsiteX49" fmla="*/ 100926 w 309700"/>
              <a:gd name="connsiteY49" fmla="*/ 294323 h 296703"/>
              <a:gd name="connsiteX50" fmla="*/ 98554 w 309700"/>
              <a:gd name="connsiteY50" fmla="*/ 289560 h 296703"/>
              <a:gd name="connsiteX51" fmla="*/ 98554 w 309700"/>
              <a:gd name="connsiteY51" fmla="*/ 105156 h 296703"/>
              <a:gd name="connsiteX52" fmla="*/ 100926 w 309700"/>
              <a:gd name="connsiteY52" fmla="*/ 100394 h 296703"/>
              <a:gd name="connsiteX53" fmla="*/ 105573 w 309700"/>
              <a:gd name="connsiteY53" fmla="*/ 98012 h 296703"/>
              <a:gd name="connsiteX54" fmla="*/ 175956 w 309700"/>
              <a:gd name="connsiteY54" fmla="*/ 98012 h 296703"/>
              <a:gd name="connsiteX55" fmla="*/ 182975 w 309700"/>
              <a:gd name="connsiteY55" fmla="*/ 105061 h 296703"/>
              <a:gd name="connsiteX56" fmla="*/ 182975 w 309700"/>
              <a:gd name="connsiteY56" fmla="*/ 112109 h 296703"/>
              <a:gd name="connsiteX57" fmla="*/ 232299 w 309700"/>
              <a:gd name="connsiteY57" fmla="*/ 97917 h 296703"/>
              <a:gd name="connsiteX58" fmla="*/ 309701 w 309700"/>
              <a:gd name="connsiteY58" fmla="*/ 194881 h 296703"/>
              <a:gd name="connsiteX59" fmla="*/ 309701 w 309700"/>
              <a:gd name="connsiteY59" fmla="*/ 289465 h 296703"/>
              <a:gd name="connsiteX60" fmla="*/ 302682 w 309700"/>
              <a:gd name="connsiteY60" fmla="*/ 296513 h 296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09700" h="296703">
                <a:moveTo>
                  <a:pt x="43444" y="14192"/>
                </a:moveTo>
                <a:cubicBezTo>
                  <a:pt x="25801" y="14192"/>
                  <a:pt x="14133" y="26003"/>
                  <a:pt x="14133" y="41338"/>
                </a:cubicBezTo>
                <a:cubicBezTo>
                  <a:pt x="14133" y="55531"/>
                  <a:pt x="23524" y="69723"/>
                  <a:pt x="42305" y="69723"/>
                </a:cubicBezTo>
                <a:cubicBezTo>
                  <a:pt x="61086" y="69723"/>
                  <a:pt x="71615" y="55531"/>
                  <a:pt x="71615" y="41338"/>
                </a:cubicBezTo>
                <a:cubicBezTo>
                  <a:pt x="71615" y="28289"/>
                  <a:pt x="62225" y="14192"/>
                  <a:pt x="43444" y="14192"/>
                </a:cubicBezTo>
                <a:close/>
                <a:moveTo>
                  <a:pt x="42210" y="83915"/>
                </a:moveTo>
                <a:lnTo>
                  <a:pt x="42210" y="83915"/>
                </a:lnTo>
                <a:cubicBezTo>
                  <a:pt x="18781" y="83915"/>
                  <a:pt x="0" y="64960"/>
                  <a:pt x="0" y="41338"/>
                </a:cubicBezTo>
                <a:cubicBezTo>
                  <a:pt x="0" y="17717"/>
                  <a:pt x="18781" y="0"/>
                  <a:pt x="43444" y="0"/>
                </a:cubicBezTo>
                <a:cubicBezTo>
                  <a:pt x="68106" y="0"/>
                  <a:pt x="84516" y="17717"/>
                  <a:pt x="85654" y="41338"/>
                </a:cubicBezTo>
                <a:cubicBezTo>
                  <a:pt x="85654" y="66199"/>
                  <a:pt x="66873" y="83915"/>
                  <a:pt x="42210" y="83915"/>
                </a:cubicBezTo>
                <a:close/>
                <a:moveTo>
                  <a:pt x="14039" y="282511"/>
                </a:moveTo>
                <a:lnTo>
                  <a:pt x="70382" y="282511"/>
                </a:lnTo>
                <a:lnTo>
                  <a:pt x="70382" y="112300"/>
                </a:lnTo>
                <a:lnTo>
                  <a:pt x="14039" y="112300"/>
                </a:lnTo>
                <a:lnTo>
                  <a:pt x="14039" y="282511"/>
                </a:lnTo>
                <a:close/>
                <a:moveTo>
                  <a:pt x="77402" y="296704"/>
                </a:moveTo>
                <a:lnTo>
                  <a:pt x="7019" y="296704"/>
                </a:lnTo>
                <a:cubicBezTo>
                  <a:pt x="3510" y="296704"/>
                  <a:pt x="0" y="293180"/>
                  <a:pt x="0" y="289655"/>
                </a:cubicBezTo>
                <a:lnTo>
                  <a:pt x="0" y="105251"/>
                </a:lnTo>
                <a:cubicBezTo>
                  <a:pt x="0" y="100489"/>
                  <a:pt x="3510" y="98203"/>
                  <a:pt x="7019" y="98203"/>
                </a:cubicBezTo>
                <a:lnTo>
                  <a:pt x="77402" y="98203"/>
                </a:lnTo>
                <a:cubicBezTo>
                  <a:pt x="82049" y="98203"/>
                  <a:pt x="84421" y="100584"/>
                  <a:pt x="84421" y="105251"/>
                </a:cubicBezTo>
                <a:lnTo>
                  <a:pt x="84421" y="289655"/>
                </a:lnTo>
                <a:cubicBezTo>
                  <a:pt x="84421" y="293180"/>
                  <a:pt x="82049" y="296704"/>
                  <a:pt x="77402" y="296704"/>
                </a:cubicBezTo>
                <a:close/>
                <a:moveTo>
                  <a:pt x="239319" y="282511"/>
                </a:moveTo>
                <a:lnTo>
                  <a:pt x="295662" y="282511"/>
                </a:lnTo>
                <a:lnTo>
                  <a:pt x="295662" y="195072"/>
                </a:lnTo>
                <a:cubicBezTo>
                  <a:pt x="295662" y="143065"/>
                  <a:pt x="272233" y="112300"/>
                  <a:pt x="232299" y="112300"/>
                </a:cubicBezTo>
                <a:cubicBezTo>
                  <a:pt x="201756" y="112300"/>
                  <a:pt x="181837" y="131254"/>
                  <a:pt x="180698" y="131254"/>
                </a:cubicBezTo>
                <a:cubicBezTo>
                  <a:pt x="179560" y="133636"/>
                  <a:pt x="176051" y="133636"/>
                  <a:pt x="173679" y="132398"/>
                </a:cubicBezTo>
                <a:cubicBezTo>
                  <a:pt x="171308" y="131254"/>
                  <a:pt x="169031" y="128873"/>
                  <a:pt x="169031" y="126492"/>
                </a:cubicBezTo>
                <a:lnTo>
                  <a:pt x="169031" y="112300"/>
                </a:lnTo>
                <a:lnTo>
                  <a:pt x="113921" y="112300"/>
                </a:lnTo>
                <a:cubicBezTo>
                  <a:pt x="113921" y="143065"/>
                  <a:pt x="113921" y="252984"/>
                  <a:pt x="112782" y="282511"/>
                </a:cubicBezTo>
                <a:lnTo>
                  <a:pt x="169126" y="282511"/>
                </a:lnTo>
                <a:lnTo>
                  <a:pt x="169126" y="190309"/>
                </a:lnTo>
                <a:cubicBezTo>
                  <a:pt x="169126" y="170212"/>
                  <a:pt x="185536" y="154877"/>
                  <a:pt x="204317" y="154877"/>
                </a:cubicBezTo>
                <a:cubicBezTo>
                  <a:pt x="224237" y="154877"/>
                  <a:pt x="239508" y="170212"/>
                  <a:pt x="239508" y="190309"/>
                </a:cubicBezTo>
                <a:lnTo>
                  <a:pt x="239508" y="282511"/>
                </a:lnTo>
                <a:close/>
                <a:moveTo>
                  <a:pt x="302682" y="296704"/>
                </a:moveTo>
                <a:lnTo>
                  <a:pt x="232299" y="296704"/>
                </a:lnTo>
                <a:cubicBezTo>
                  <a:pt x="228790" y="296704"/>
                  <a:pt x="225280" y="293180"/>
                  <a:pt x="225280" y="289655"/>
                </a:cubicBezTo>
                <a:lnTo>
                  <a:pt x="225280" y="190405"/>
                </a:lnTo>
                <a:cubicBezTo>
                  <a:pt x="225280" y="178594"/>
                  <a:pt x="215889" y="169164"/>
                  <a:pt x="204128" y="169164"/>
                </a:cubicBezTo>
                <a:cubicBezTo>
                  <a:pt x="192366" y="169164"/>
                  <a:pt x="182975" y="178594"/>
                  <a:pt x="182975" y="190405"/>
                </a:cubicBezTo>
                <a:lnTo>
                  <a:pt x="182975" y="289655"/>
                </a:lnTo>
                <a:cubicBezTo>
                  <a:pt x="182975" y="293180"/>
                  <a:pt x="180604" y="296704"/>
                  <a:pt x="175956" y="296704"/>
                </a:cubicBezTo>
                <a:lnTo>
                  <a:pt x="105573" y="296704"/>
                </a:lnTo>
                <a:cubicBezTo>
                  <a:pt x="104435" y="296704"/>
                  <a:pt x="102064" y="295561"/>
                  <a:pt x="100926" y="294323"/>
                </a:cubicBezTo>
                <a:cubicBezTo>
                  <a:pt x="99787" y="293180"/>
                  <a:pt x="98554" y="290798"/>
                  <a:pt x="98554" y="289560"/>
                </a:cubicBezTo>
                <a:cubicBezTo>
                  <a:pt x="98554" y="287179"/>
                  <a:pt x="99692" y="119348"/>
                  <a:pt x="98554" y="105156"/>
                </a:cubicBezTo>
                <a:cubicBezTo>
                  <a:pt x="98554" y="104013"/>
                  <a:pt x="99692" y="101632"/>
                  <a:pt x="100926" y="100394"/>
                </a:cubicBezTo>
                <a:cubicBezTo>
                  <a:pt x="102064" y="98012"/>
                  <a:pt x="104435" y="98012"/>
                  <a:pt x="105573" y="98012"/>
                </a:cubicBezTo>
                <a:lnTo>
                  <a:pt x="175956" y="98012"/>
                </a:lnTo>
                <a:cubicBezTo>
                  <a:pt x="180604" y="98012"/>
                  <a:pt x="182975" y="100394"/>
                  <a:pt x="182975" y="105061"/>
                </a:cubicBezTo>
                <a:lnTo>
                  <a:pt x="182975" y="112109"/>
                </a:lnTo>
                <a:cubicBezTo>
                  <a:pt x="193504" y="106204"/>
                  <a:pt x="211147" y="97917"/>
                  <a:pt x="232299" y="97917"/>
                </a:cubicBezTo>
                <a:cubicBezTo>
                  <a:pt x="280391" y="97917"/>
                  <a:pt x="309701" y="135731"/>
                  <a:pt x="309701" y="194881"/>
                </a:cubicBezTo>
                <a:lnTo>
                  <a:pt x="309701" y="289465"/>
                </a:lnTo>
                <a:cubicBezTo>
                  <a:pt x="309701" y="292989"/>
                  <a:pt x="307329" y="296513"/>
                  <a:pt x="302682" y="29651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78FC967-92C9-DCA3-4FDB-54D14AD97F37}"/>
              </a:ext>
            </a:extLst>
          </p:cNvPr>
          <p:cNvGrpSpPr/>
          <p:nvPr/>
        </p:nvGrpSpPr>
        <p:grpSpPr>
          <a:xfrm>
            <a:off x="5530708" y="892060"/>
            <a:ext cx="365523" cy="383227"/>
            <a:chOff x="7939677" y="2006306"/>
            <a:chExt cx="271277" cy="284416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24EF51CF-187F-6556-E7CF-C77CAF59A818}"/>
                </a:ext>
              </a:extLst>
            </p:cNvPr>
            <p:cNvSpPr/>
            <p:nvPr/>
          </p:nvSpPr>
          <p:spPr>
            <a:xfrm>
              <a:off x="7939677" y="2006306"/>
              <a:ext cx="271277" cy="284416"/>
            </a:xfrm>
            <a:custGeom>
              <a:avLst/>
              <a:gdLst>
                <a:gd name="connsiteX0" fmla="*/ 254113 w 271277"/>
                <a:gd name="connsiteY0" fmla="*/ 255461 h 284416"/>
                <a:gd name="connsiteX1" fmla="*/ 161345 w 271277"/>
                <a:gd name="connsiteY1" fmla="*/ 120110 h 284416"/>
                <a:gd name="connsiteX2" fmla="*/ 150816 w 271277"/>
                <a:gd name="connsiteY2" fmla="*/ 104775 h 284416"/>
                <a:gd name="connsiteX3" fmla="*/ 84417 w 271277"/>
                <a:gd name="connsiteY3" fmla="*/ 8001 h 284416"/>
                <a:gd name="connsiteX4" fmla="*/ 78916 w 271277"/>
                <a:gd name="connsiteY4" fmla="*/ 0 h 284416"/>
                <a:gd name="connsiteX5" fmla="*/ 2842 w 271277"/>
                <a:gd name="connsiteY5" fmla="*/ 0 h 284416"/>
                <a:gd name="connsiteX6" fmla="*/ 471 w 271277"/>
                <a:gd name="connsiteY6" fmla="*/ 4477 h 284416"/>
                <a:gd name="connsiteX7" fmla="*/ 17260 w 271277"/>
                <a:gd name="connsiteY7" fmla="*/ 29051 h 284416"/>
                <a:gd name="connsiteX8" fmla="*/ 105475 w 271277"/>
                <a:gd name="connsiteY8" fmla="*/ 157734 h 284416"/>
                <a:gd name="connsiteX9" fmla="*/ 116004 w 271277"/>
                <a:gd name="connsiteY9" fmla="*/ 172974 h 284416"/>
                <a:gd name="connsiteX10" fmla="*/ 186860 w 271277"/>
                <a:gd name="connsiteY10" fmla="*/ 276415 h 284416"/>
                <a:gd name="connsiteX11" fmla="*/ 192362 w 271277"/>
                <a:gd name="connsiteY11" fmla="*/ 284417 h 284416"/>
                <a:gd name="connsiteX12" fmla="*/ 268436 w 271277"/>
                <a:gd name="connsiteY12" fmla="*/ 284417 h 284416"/>
                <a:gd name="connsiteX13" fmla="*/ 270807 w 271277"/>
                <a:gd name="connsiteY13" fmla="*/ 279940 h 284416"/>
                <a:gd name="connsiteX14" fmla="*/ 254018 w 271277"/>
                <a:gd name="connsiteY14" fmla="*/ 255365 h 284416"/>
                <a:gd name="connsiteX15" fmla="*/ 203650 w 271277"/>
                <a:gd name="connsiteY15" fmla="*/ 265938 h 284416"/>
                <a:gd name="connsiteX16" fmla="*/ 201278 w 271277"/>
                <a:gd name="connsiteY16" fmla="*/ 264700 h 284416"/>
                <a:gd name="connsiteX17" fmla="*/ 128525 w 271277"/>
                <a:gd name="connsiteY17" fmla="*/ 158496 h 284416"/>
                <a:gd name="connsiteX18" fmla="*/ 117996 w 271277"/>
                <a:gd name="connsiteY18" fmla="*/ 143161 h 284416"/>
                <a:gd name="connsiteX19" fmla="*/ 35567 w 271277"/>
                <a:gd name="connsiteY19" fmla="*/ 22955 h 284416"/>
                <a:gd name="connsiteX20" fmla="*/ 37938 w 271277"/>
                <a:gd name="connsiteY20" fmla="*/ 18478 h 284416"/>
                <a:gd name="connsiteX21" fmla="*/ 67818 w 271277"/>
                <a:gd name="connsiteY21" fmla="*/ 18478 h 284416"/>
                <a:gd name="connsiteX22" fmla="*/ 70189 w 271277"/>
                <a:gd name="connsiteY22" fmla="*/ 19717 h 284416"/>
                <a:gd name="connsiteX23" fmla="*/ 138485 w 271277"/>
                <a:gd name="connsiteY23" fmla="*/ 119348 h 284416"/>
                <a:gd name="connsiteX24" fmla="*/ 149013 w 271277"/>
                <a:gd name="connsiteY24" fmla="*/ 134684 h 284416"/>
                <a:gd name="connsiteX25" fmla="*/ 235900 w 271277"/>
                <a:gd name="connsiteY25" fmla="*/ 261461 h 284416"/>
                <a:gd name="connsiteX26" fmla="*/ 233529 w 271277"/>
                <a:gd name="connsiteY26" fmla="*/ 265938 h 284416"/>
                <a:gd name="connsiteX27" fmla="*/ 203650 w 271277"/>
                <a:gd name="connsiteY27" fmla="*/ 265938 h 28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1277" h="284416">
                  <a:moveTo>
                    <a:pt x="254113" y="255461"/>
                  </a:moveTo>
                  <a:lnTo>
                    <a:pt x="161345" y="120110"/>
                  </a:lnTo>
                  <a:lnTo>
                    <a:pt x="150816" y="104775"/>
                  </a:lnTo>
                  <a:lnTo>
                    <a:pt x="84417" y="8001"/>
                  </a:lnTo>
                  <a:lnTo>
                    <a:pt x="78916" y="0"/>
                  </a:lnTo>
                  <a:lnTo>
                    <a:pt x="2842" y="0"/>
                  </a:lnTo>
                  <a:cubicBezTo>
                    <a:pt x="566" y="0"/>
                    <a:pt x="-762" y="2572"/>
                    <a:pt x="471" y="4477"/>
                  </a:cubicBezTo>
                  <a:lnTo>
                    <a:pt x="17260" y="29051"/>
                  </a:lnTo>
                  <a:lnTo>
                    <a:pt x="105475" y="157734"/>
                  </a:lnTo>
                  <a:lnTo>
                    <a:pt x="116004" y="172974"/>
                  </a:lnTo>
                  <a:lnTo>
                    <a:pt x="186860" y="276415"/>
                  </a:lnTo>
                  <a:lnTo>
                    <a:pt x="192362" y="284417"/>
                  </a:lnTo>
                  <a:lnTo>
                    <a:pt x="268436" y="284417"/>
                  </a:lnTo>
                  <a:cubicBezTo>
                    <a:pt x="270712" y="284417"/>
                    <a:pt x="272040" y="281845"/>
                    <a:pt x="270807" y="279940"/>
                  </a:cubicBezTo>
                  <a:lnTo>
                    <a:pt x="254018" y="255365"/>
                  </a:lnTo>
                  <a:close/>
                  <a:moveTo>
                    <a:pt x="203650" y="265938"/>
                  </a:moveTo>
                  <a:cubicBezTo>
                    <a:pt x="202701" y="265938"/>
                    <a:pt x="201848" y="265462"/>
                    <a:pt x="201278" y="264700"/>
                  </a:cubicBezTo>
                  <a:lnTo>
                    <a:pt x="128525" y="158496"/>
                  </a:lnTo>
                  <a:lnTo>
                    <a:pt x="117996" y="143161"/>
                  </a:lnTo>
                  <a:lnTo>
                    <a:pt x="35567" y="22955"/>
                  </a:lnTo>
                  <a:cubicBezTo>
                    <a:pt x="34239" y="21050"/>
                    <a:pt x="35567" y="18478"/>
                    <a:pt x="37938" y="18478"/>
                  </a:cubicBezTo>
                  <a:lnTo>
                    <a:pt x="67818" y="18478"/>
                  </a:lnTo>
                  <a:cubicBezTo>
                    <a:pt x="68766" y="18478"/>
                    <a:pt x="69620" y="18955"/>
                    <a:pt x="70189" y="19717"/>
                  </a:cubicBezTo>
                  <a:lnTo>
                    <a:pt x="138485" y="119348"/>
                  </a:lnTo>
                  <a:lnTo>
                    <a:pt x="149013" y="134684"/>
                  </a:lnTo>
                  <a:lnTo>
                    <a:pt x="235900" y="261461"/>
                  </a:lnTo>
                  <a:cubicBezTo>
                    <a:pt x="237228" y="263366"/>
                    <a:pt x="235900" y="265938"/>
                    <a:pt x="233529" y="265938"/>
                  </a:cubicBezTo>
                  <a:lnTo>
                    <a:pt x="203650" y="265938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09DDD72D-5828-F3D5-DF4D-2D344CBDE5AC}"/>
                </a:ext>
              </a:extLst>
            </p:cNvPr>
            <p:cNvSpPr/>
            <p:nvPr/>
          </p:nvSpPr>
          <p:spPr>
            <a:xfrm>
              <a:off x="7940053" y="2151129"/>
              <a:ext cx="127335" cy="139498"/>
            </a:xfrm>
            <a:custGeom>
              <a:avLst/>
              <a:gdLst>
                <a:gd name="connsiteX0" fmla="*/ 119707 w 127335"/>
                <a:gd name="connsiteY0" fmla="*/ 1386 h 139498"/>
                <a:gd name="connsiteX1" fmla="*/ 126821 w 127335"/>
                <a:gd name="connsiteY1" fmla="*/ 11768 h 139498"/>
                <a:gd name="connsiteX2" fmla="*/ 126631 w 127335"/>
                <a:gd name="connsiteY2" fmla="*/ 15292 h 139498"/>
                <a:gd name="connsiteX3" fmla="*/ 115628 w 127335"/>
                <a:gd name="connsiteY3" fmla="*/ 28151 h 139498"/>
                <a:gd name="connsiteX4" fmla="*/ 21058 w 127335"/>
                <a:gd name="connsiteY4" fmla="*/ 138546 h 139498"/>
                <a:gd name="connsiteX5" fmla="*/ 18876 w 127335"/>
                <a:gd name="connsiteY5" fmla="*/ 139498 h 139498"/>
                <a:gd name="connsiteX6" fmla="*/ 2846 w 127335"/>
                <a:gd name="connsiteY6" fmla="*/ 139498 h 139498"/>
                <a:gd name="connsiteX7" fmla="*/ 664 w 127335"/>
                <a:gd name="connsiteY7" fmla="*/ 134736 h 139498"/>
                <a:gd name="connsiteX8" fmla="*/ 105004 w 127335"/>
                <a:gd name="connsiteY8" fmla="*/ 12720 h 139498"/>
                <a:gd name="connsiteX9" fmla="*/ 115059 w 127335"/>
                <a:gd name="connsiteY9" fmla="*/ 1005 h 139498"/>
                <a:gd name="connsiteX10" fmla="*/ 119517 w 127335"/>
                <a:gd name="connsiteY10" fmla="*/ 1290 h 13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335" h="139498">
                  <a:moveTo>
                    <a:pt x="119707" y="1386"/>
                  </a:moveTo>
                  <a:lnTo>
                    <a:pt x="126821" y="11768"/>
                  </a:lnTo>
                  <a:cubicBezTo>
                    <a:pt x="127580" y="12816"/>
                    <a:pt x="127485" y="14244"/>
                    <a:pt x="126631" y="15292"/>
                  </a:cubicBezTo>
                  <a:lnTo>
                    <a:pt x="115628" y="28151"/>
                  </a:lnTo>
                  <a:lnTo>
                    <a:pt x="21058" y="138546"/>
                  </a:lnTo>
                  <a:cubicBezTo>
                    <a:pt x="20489" y="139212"/>
                    <a:pt x="19730" y="139498"/>
                    <a:pt x="18876" y="139498"/>
                  </a:cubicBezTo>
                  <a:lnTo>
                    <a:pt x="2846" y="139498"/>
                  </a:lnTo>
                  <a:cubicBezTo>
                    <a:pt x="380" y="139498"/>
                    <a:pt x="-854" y="136641"/>
                    <a:pt x="664" y="134736"/>
                  </a:cubicBezTo>
                  <a:lnTo>
                    <a:pt x="105004" y="12720"/>
                  </a:lnTo>
                  <a:lnTo>
                    <a:pt x="115059" y="1005"/>
                  </a:lnTo>
                  <a:cubicBezTo>
                    <a:pt x="116292" y="-424"/>
                    <a:pt x="118474" y="-329"/>
                    <a:pt x="119517" y="1290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58E3F323-09A5-9D2F-6466-C48D1F33A096}"/>
                </a:ext>
              </a:extLst>
            </p:cNvPr>
            <p:cNvSpPr/>
            <p:nvPr/>
          </p:nvSpPr>
          <p:spPr>
            <a:xfrm>
              <a:off x="8078880" y="2006306"/>
              <a:ext cx="121549" cy="132925"/>
            </a:xfrm>
            <a:custGeom>
              <a:avLst/>
              <a:gdLst>
                <a:gd name="connsiteX0" fmla="*/ 118704 w 121549"/>
                <a:gd name="connsiteY0" fmla="*/ 0 h 132925"/>
                <a:gd name="connsiteX1" fmla="*/ 120885 w 121549"/>
                <a:gd name="connsiteY1" fmla="*/ 4763 h 132925"/>
                <a:gd name="connsiteX2" fmla="*/ 22141 w 121549"/>
                <a:gd name="connsiteY2" fmla="*/ 120206 h 132925"/>
                <a:gd name="connsiteX3" fmla="*/ 12087 w 121549"/>
                <a:gd name="connsiteY3" fmla="*/ 131921 h 132925"/>
                <a:gd name="connsiteX4" fmla="*/ 7629 w 121549"/>
                <a:gd name="connsiteY4" fmla="*/ 131636 h 132925"/>
                <a:gd name="connsiteX5" fmla="*/ 515 w 121549"/>
                <a:gd name="connsiteY5" fmla="*/ 121253 h 132925"/>
                <a:gd name="connsiteX6" fmla="*/ 704 w 121549"/>
                <a:gd name="connsiteY6" fmla="*/ 117729 h 132925"/>
                <a:gd name="connsiteX7" fmla="*/ 11707 w 121549"/>
                <a:gd name="connsiteY7" fmla="*/ 104870 h 132925"/>
                <a:gd name="connsiteX8" fmla="*/ 81331 w 121549"/>
                <a:gd name="connsiteY8" fmla="*/ 23431 h 132925"/>
                <a:gd name="connsiteX9" fmla="*/ 100586 w 121549"/>
                <a:gd name="connsiteY9" fmla="*/ 1048 h 132925"/>
                <a:gd name="connsiteX10" fmla="*/ 102768 w 121549"/>
                <a:gd name="connsiteY10" fmla="*/ 95 h 132925"/>
                <a:gd name="connsiteX11" fmla="*/ 118799 w 121549"/>
                <a:gd name="connsiteY11" fmla="*/ 95 h 13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549" h="132925">
                  <a:moveTo>
                    <a:pt x="118704" y="0"/>
                  </a:moveTo>
                  <a:cubicBezTo>
                    <a:pt x="121170" y="0"/>
                    <a:pt x="122403" y="2857"/>
                    <a:pt x="120885" y="4763"/>
                  </a:cubicBezTo>
                  <a:lnTo>
                    <a:pt x="22141" y="120206"/>
                  </a:lnTo>
                  <a:lnTo>
                    <a:pt x="12087" y="131921"/>
                  </a:lnTo>
                  <a:cubicBezTo>
                    <a:pt x="10854" y="133350"/>
                    <a:pt x="8672" y="133255"/>
                    <a:pt x="7629" y="131636"/>
                  </a:cubicBezTo>
                  <a:lnTo>
                    <a:pt x="515" y="121253"/>
                  </a:lnTo>
                  <a:cubicBezTo>
                    <a:pt x="-244" y="120206"/>
                    <a:pt x="-149" y="118777"/>
                    <a:pt x="704" y="117729"/>
                  </a:cubicBezTo>
                  <a:lnTo>
                    <a:pt x="11707" y="104870"/>
                  </a:lnTo>
                  <a:lnTo>
                    <a:pt x="81331" y="23431"/>
                  </a:lnTo>
                  <a:lnTo>
                    <a:pt x="100586" y="1048"/>
                  </a:lnTo>
                  <a:cubicBezTo>
                    <a:pt x="101156" y="381"/>
                    <a:pt x="101914" y="95"/>
                    <a:pt x="102768" y="95"/>
                  </a:cubicBezTo>
                  <a:lnTo>
                    <a:pt x="118799" y="95"/>
                  </a:ln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884A8DE1-DB0C-8553-0271-BB43D61D8591}"/>
              </a:ext>
            </a:extLst>
          </p:cNvPr>
          <p:cNvGrpSpPr/>
          <p:nvPr/>
        </p:nvGrpSpPr>
        <p:grpSpPr>
          <a:xfrm>
            <a:off x="6292708" y="892060"/>
            <a:ext cx="365523" cy="383227"/>
            <a:chOff x="7939677" y="2006306"/>
            <a:chExt cx="271277" cy="284416"/>
          </a:xfrm>
          <a:solidFill>
            <a:schemeClr val="accent4"/>
          </a:solidFill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732C35E-6492-0B65-5F26-48281CEB9DA9}"/>
                </a:ext>
              </a:extLst>
            </p:cNvPr>
            <p:cNvSpPr/>
            <p:nvPr/>
          </p:nvSpPr>
          <p:spPr>
            <a:xfrm>
              <a:off x="7939677" y="2006306"/>
              <a:ext cx="271277" cy="284416"/>
            </a:xfrm>
            <a:custGeom>
              <a:avLst/>
              <a:gdLst>
                <a:gd name="connsiteX0" fmla="*/ 254113 w 271277"/>
                <a:gd name="connsiteY0" fmla="*/ 255461 h 284416"/>
                <a:gd name="connsiteX1" fmla="*/ 161345 w 271277"/>
                <a:gd name="connsiteY1" fmla="*/ 120110 h 284416"/>
                <a:gd name="connsiteX2" fmla="*/ 150816 w 271277"/>
                <a:gd name="connsiteY2" fmla="*/ 104775 h 284416"/>
                <a:gd name="connsiteX3" fmla="*/ 84417 w 271277"/>
                <a:gd name="connsiteY3" fmla="*/ 8001 h 284416"/>
                <a:gd name="connsiteX4" fmla="*/ 78916 w 271277"/>
                <a:gd name="connsiteY4" fmla="*/ 0 h 284416"/>
                <a:gd name="connsiteX5" fmla="*/ 2842 w 271277"/>
                <a:gd name="connsiteY5" fmla="*/ 0 h 284416"/>
                <a:gd name="connsiteX6" fmla="*/ 471 w 271277"/>
                <a:gd name="connsiteY6" fmla="*/ 4477 h 284416"/>
                <a:gd name="connsiteX7" fmla="*/ 17260 w 271277"/>
                <a:gd name="connsiteY7" fmla="*/ 29051 h 284416"/>
                <a:gd name="connsiteX8" fmla="*/ 105475 w 271277"/>
                <a:gd name="connsiteY8" fmla="*/ 157734 h 284416"/>
                <a:gd name="connsiteX9" fmla="*/ 116004 w 271277"/>
                <a:gd name="connsiteY9" fmla="*/ 172974 h 284416"/>
                <a:gd name="connsiteX10" fmla="*/ 186860 w 271277"/>
                <a:gd name="connsiteY10" fmla="*/ 276415 h 284416"/>
                <a:gd name="connsiteX11" fmla="*/ 192362 w 271277"/>
                <a:gd name="connsiteY11" fmla="*/ 284417 h 284416"/>
                <a:gd name="connsiteX12" fmla="*/ 268436 w 271277"/>
                <a:gd name="connsiteY12" fmla="*/ 284417 h 284416"/>
                <a:gd name="connsiteX13" fmla="*/ 270807 w 271277"/>
                <a:gd name="connsiteY13" fmla="*/ 279940 h 284416"/>
                <a:gd name="connsiteX14" fmla="*/ 254018 w 271277"/>
                <a:gd name="connsiteY14" fmla="*/ 255365 h 284416"/>
                <a:gd name="connsiteX15" fmla="*/ 203650 w 271277"/>
                <a:gd name="connsiteY15" fmla="*/ 265938 h 284416"/>
                <a:gd name="connsiteX16" fmla="*/ 201278 w 271277"/>
                <a:gd name="connsiteY16" fmla="*/ 264700 h 284416"/>
                <a:gd name="connsiteX17" fmla="*/ 128525 w 271277"/>
                <a:gd name="connsiteY17" fmla="*/ 158496 h 284416"/>
                <a:gd name="connsiteX18" fmla="*/ 117996 w 271277"/>
                <a:gd name="connsiteY18" fmla="*/ 143161 h 284416"/>
                <a:gd name="connsiteX19" fmla="*/ 35567 w 271277"/>
                <a:gd name="connsiteY19" fmla="*/ 22955 h 284416"/>
                <a:gd name="connsiteX20" fmla="*/ 37938 w 271277"/>
                <a:gd name="connsiteY20" fmla="*/ 18478 h 284416"/>
                <a:gd name="connsiteX21" fmla="*/ 67818 w 271277"/>
                <a:gd name="connsiteY21" fmla="*/ 18478 h 284416"/>
                <a:gd name="connsiteX22" fmla="*/ 70189 w 271277"/>
                <a:gd name="connsiteY22" fmla="*/ 19717 h 284416"/>
                <a:gd name="connsiteX23" fmla="*/ 138485 w 271277"/>
                <a:gd name="connsiteY23" fmla="*/ 119348 h 284416"/>
                <a:gd name="connsiteX24" fmla="*/ 149013 w 271277"/>
                <a:gd name="connsiteY24" fmla="*/ 134684 h 284416"/>
                <a:gd name="connsiteX25" fmla="*/ 235900 w 271277"/>
                <a:gd name="connsiteY25" fmla="*/ 261461 h 284416"/>
                <a:gd name="connsiteX26" fmla="*/ 233529 w 271277"/>
                <a:gd name="connsiteY26" fmla="*/ 265938 h 284416"/>
                <a:gd name="connsiteX27" fmla="*/ 203650 w 271277"/>
                <a:gd name="connsiteY27" fmla="*/ 265938 h 28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1277" h="284416">
                  <a:moveTo>
                    <a:pt x="254113" y="255461"/>
                  </a:moveTo>
                  <a:lnTo>
                    <a:pt x="161345" y="120110"/>
                  </a:lnTo>
                  <a:lnTo>
                    <a:pt x="150816" y="104775"/>
                  </a:lnTo>
                  <a:lnTo>
                    <a:pt x="84417" y="8001"/>
                  </a:lnTo>
                  <a:lnTo>
                    <a:pt x="78916" y="0"/>
                  </a:lnTo>
                  <a:lnTo>
                    <a:pt x="2842" y="0"/>
                  </a:lnTo>
                  <a:cubicBezTo>
                    <a:pt x="566" y="0"/>
                    <a:pt x="-762" y="2572"/>
                    <a:pt x="471" y="4477"/>
                  </a:cubicBezTo>
                  <a:lnTo>
                    <a:pt x="17260" y="29051"/>
                  </a:lnTo>
                  <a:lnTo>
                    <a:pt x="105475" y="157734"/>
                  </a:lnTo>
                  <a:lnTo>
                    <a:pt x="116004" y="172974"/>
                  </a:lnTo>
                  <a:lnTo>
                    <a:pt x="186860" y="276415"/>
                  </a:lnTo>
                  <a:lnTo>
                    <a:pt x="192362" y="284417"/>
                  </a:lnTo>
                  <a:lnTo>
                    <a:pt x="268436" y="284417"/>
                  </a:lnTo>
                  <a:cubicBezTo>
                    <a:pt x="270712" y="284417"/>
                    <a:pt x="272040" y="281845"/>
                    <a:pt x="270807" y="279940"/>
                  </a:cubicBezTo>
                  <a:lnTo>
                    <a:pt x="254018" y="255365"/>
                  </a:lnTo>
                  <a:close/>
                  <a:moveTo>
                    <a:pt x="203650" y="265938"/>
                  </a:moveTo>
                  <a:cubicBezTo>
                    <a:pt x="202701" y="265938"/>
                    <a:pt x="201848" y="265462"/>
                    <a:pt x="201278" y="264700"/>
                  </a:cubicBezTo>
                  <a:lnTo>
                    <a:pt x="128525" y="158496"/>
                  </a:lnTo>
                  <a:lnTo>
                    <a:pt x="117996" y="143161"/>
                  </a:lnTo>
                  <a:lnTo>
                    <a:pt x="35567" y="22955"/>
                  </a:lnTo>
                  <a:cubicBezTo>
                    <a:pt x="34239" y="21050"/>
                    <a:pt x="35567" y="18478"/>
                    <a:pt x="37938" y="18478"/>
                  </a:cubicBezTo>
                  <a:lnTo>
                    <a:pt x="67818" y="18478"/>
                  </a:lnTo>
                  <a:cubicBezTo>
                    <a:pt x="68766" y="18478"/>
                    <a:pt x="69620" y="18955"/>
                    <a:pt x="70189" y="19717"/>
                  </a:cubicBezTo>
                  <a:lnTo>
                    <a:pt x="138485" y="119348"/>
                  </a:lnTo>
                  <a:lnTo>
                    <a:pt x="149013" y="134684"/>
                  </a:lnTo>
                  <a:lnTo>
                    <a:pt x="235900" y="261461"/>
                  </a:lnTo>
                  <a:cubicBezTo>
                    <a:pt x="237228" y="263366"/>
                    <a:pt x="235900" y="265938"/>
                    <a:pt x="233529" y="265938"/>
                  </a:cubicBezTo>
                  <a:lnTo>
                    <a:pt x="203650" y="26593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19C29F9-DA93-3627-F952-FFCA3B13F96E}"/>
                </a:ext>
              </a:extLst>
            </p:cNvPr>
            <p:cNvSpPr/>
            <p:nvPr/>
          </p:nvSpPr>
          <p:spPr>
            <a:xfrm>
              <a:off x="7940053" y="2151129"/>
              <a:ext cx="127335" cy="139498"/>
            </a:xfrm>
            <a:custGeom>
              <a:avLst/>
              <a:gdLst>
                <a:gd name="connsiteX0" fmla="*/ 119707 w 127335"/>
                <a:gd name="connsiteY0" fmla="*/ 1386 h 139498"/>
                <a:gd name="connsiteX1" fmla="*/ 126821 w 127335"/>
                <a:gd name="connsiteY1" fmla="*/ 11768 h 139498"/>
                <a:gd name="connsiteX2" fmla="*/ 126631 w 127335"/>
                <a:gd name="connsiteY2" fmla="*/ 15292 h 139498"/>
                <a:gd name="connsiteX3" fmla="*/ 115628 w 127335"/>
                <a:gd name="connsiteY3" fmla="*/ 28151 h 139498"/>
                <a:gd name="connsiteX4" fmla="*/ 21058 w 127335"/>
                <a:gd name="connsiteY4" fmla="*/ 138546 h 139498"/>
                <a:gd name="connsiteX5" fmla="*/ 18876 w 127335"/>
                <a:gd name="connsiteY5" fmla="*/ 139498 h 139498"/>
                <a:gd name="connsiteX6" fmla="*/ 2846 w 127335"/>
                <a:gd name="connsiteY6" fmla="*/ 139498 h 139498"/>
                <a:gd name="connsiteX7" fmla="*/ 664 w 127335"/>
                <a:gd name="connsiteY7" fmla="*/ 134736 h 139498"/>
                <a:gd name="connsiteX8" fmla="*/ 105004 w 127335"/>
                <a:gd name="connsiteY8" fmla="*/ 12720 h 139498"/>
                <a:gd name="connsiteX9" fmla="*/ 115059 w 127335"/>
                <a:gd name="connsiteY9" fmla="*/ 1005 h 139498"/>
                <a:gd name="connsiteX10" fmla="*/ 119517 w 127335"/>
                <a:gd name="connsiteY10" fmla="*/ 1290 h 13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335" h="139498">
                  <a:moveTo>
                    <a:pt x="119707" y="1386"/>
                  </a:moveTo>
                  <a:lnTo>
                    <a:pt x="126821" y="11768"/>
                  </a:lnTo>
                  <a:cubicBezTo>
                    <a:pt x="127580" y="12816"/>
                    <a:pt x="127485" y="14244"/>
                    <a:pt x="126631" y="15292"/>
                  </a:cubicBezTo>
                  <a:lnTo>
                    <a:pt x="115628" y="28151"/>
                  </a:lnTo>
                  <a:lnTo>
                    <a:pt x="21058" y="138546"/>
                  </a:lnTo>
                  <a:cubicBezTo>
                    <a:pt x="20489" y="139212"/>
                    <a:pt x="19730" y="139498"/>
                    <a:pt x="18876" y="139498"/>
                  </a:cubicBezTo>
                  <a:lnTo>
                    <a:pt x="2846" y="139498"/>
                  </a:lnTo>
                  <a:cubicBezTo>
                    <a:pt x="380" y="139498"/>
                    <a:pt x="-854" y="136641"/>
                    <a:pt x="664" y="134736"/>
                  </a:cubicBezTo>
                  <a:lnTo>
                    <a:pt x="105004" y="12720"/>
                  </a:lnTo>
                  <a:lnTo>
                    <a:pt x="115059" y="1005"/>
                  </a:lnTo>
                  <a:cubicBezTo>
                    <a:pt x="116292" y="-424"/>
                    <a:pt x="118474" y="-329"/>
                    <a:pt x="119517" y="1290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79BD7830-3483-2A42-EDA4-292AA362DFFA}"/>
                </a:ext>
              </a:extLst>
            </p:cNvPr>
            <p:cNvSpPr/>
            <p:nvPr/>
          </p:nvSpPr>
          <p:spPr>
            <a:xfrm>
              <a:off x="8078880" y="2006306"/>
              <a:ext cx="121549" cy="132925"/>
            </a:xfrm>
            <a:custGeom>
              <a:avLst/>
              <a:gdLst>
                <a:gd name="connsiteX0" fmla="*/ 118704 w 121549"/>
                <a:gd name="connsiteY0" fmla="*/ 0 h 132925"/>
                <a:gd name="connsiteX1" fmla="*/ 120885 w 121549"/>
                <a:gd name="connsiteY1" fmla="*/ 4763 h 132925"/>
                <a:gd name="connsiteX2" fmla="*/ 22141 w 121549"/>
                <a:gd name="connsiteY2" fmla="*/ 120206 h 132925"/>
                <a:gd name="connsiteX3" fmla="*/ 12087 w 121549"/>
                <a:gd name="connsiteY3" fmla="*/ 131921 h 132925"/>
                <a:gd name="connsiteX4" fmla="*/ 7629 w 121549"/>
                <a:gd name="connsiteY4" fmla="*/ 131636 h 132925"/>
                <a:gd name="connsiteX5" fmla="*/ 515 w 121549"/>
                <a:gd name="connsiteY5" fmla="*/ 121253 h 132925"/>
                <a:gd name="connsiteX6" fmla="*/ 704 w 121549"/>
                <a:gd name="connsiteY6" fmla="*/ 117729 h 132925"/>
                <a:gd name="connsiteX7" fmla="*/ 11707 w 121549"/>
                <a:gd name="connsiteY7" fmla="*/ 104870 h 132925"/>
                <a:gd name="connsiteX8" fmla="*/ 81331 w 121549"/>
                <a:gd name="connsiteY8" fmla="*/ 23431 h 132925"/>
                <a:gd name="connsiteX9" fmla="*/ 100586 w 121549"/>
                <a:gd name="connsiteY9" fmla="*/ 1048 h 132925"/>
                <a:gd name="connsiteX10" fmla="*/ 102768 w 121549"/>
                <a:gd name="connsiteY10" fmla="*/ 95 h 132925"/>
                <a:gd name="connsiteX11" fmla="*/ 118799 w 121549"/>
                <a:gd name="connsiteY11" fmla="*/ 95 h 13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549" h="132925">
                  <a:moveTo>
                    <a:pt x="118704" y="0"/>
                  </a:moveTo>
                  <a:cubicBezTo>
                    <a:pt x="121170" y="0"/>
                    <a:pt x="122403" y="2857"/>
                    <a:pt x="120885" y="4763"/>
                  </a:cubicBezTo>
                  <a:lnTo>
                    <a:pt x="22141" y="120206"/>
                  </a:lnTo>
                  <a:lnTo>
                    <a:pt x="12087" y="131921"/>
                  </a:lnTo>
                  <a:cubicBezTo>
                    <a:pt x="10854" y="133350"/>
                    <a:pt x="8672" y="133255"/>
                    <a:pt x="7629" y="131636"/>
                  </a:cubicBezTo>
                  <a:lnTo>
                    <a:pt x="515" y="121253"/>
                  </a:lnTo>
                  <a:cubicBezTo>
                    <a:pt x="-244" y="120206"/>
                    <a:pt x="-149" y="118777"/>
                    <a:pt x="704" y="117729"/>
                  </a:cubicBezTo>
                  <a:lnTo>
                    <a:pt x="11707" y="104870"/>
                  </a:lnTo>
                  <a:lnTo>
                    <a:pt x="81331" y="23431"/>
                  </a:lnTo>
                  <a:lnTo>
                    <a:pt x="100586" y="1048"/>
                  </a:lnTo>
                  <a:cubicBezTo>
                    <a:pt x="101156" y="381"/>
                    <a:pt x="101914" y="95"/>
                    <a:pt x="102768" y="95"/>
                  </a:cubicBezTo>
                  <a:lnTo>
                    <a:pt x="118799" y="9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EF7C9F13-94EA-5A37-1C8D-5E4B5C0DB7DF}"/>
              </a:ext>
            </a:extLst>
          </p:cNvPr>
          <p:cNvGrpSpPr/>
          <p:nvPr/>
        </p:nvGrpSpPr>
        <p:grpSpPr>
          <a:xfrm>
            <a:off x="5530708" y="1536585"/>
            <a:ext cx="365523" cy="383227"/>
            <a:chOff x="7939677" y="2006306"/>
            <a:chExt cx="271277" cy="284416"/>
          </a:xfrm>
          <a:solidFill>
            <a:schemeClr val="bg1"/>
          </a:solidFill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32A35EA-C8EE-BB7F-A112-4FE88A59A5D0}"/>
                </a:ext>
              </a:extLst>
            </p:cNvPr>
            <p:cNvSpPr/>
            <p:nvPr/>
          </p:nvSpPr>
          <p:spPr>
            <a:xfrm>
              <a:off x="7939677" y="2006306"/>
              <a:ext cx="271277" cy="284416"/>
            </a:xfrm>
            <a:custGeom>
              <a:avLst/>
              <a:gdLst>
                <a:gd name="connsiteX0" fmla="*/ 254113 w 271277"/>
                <a:gd name="connsiteY0" fmla="*/ 255461 h 284416"/>
                <a:gd name="connsiteX1" fmla="*/ 161345 w 271277"/>
                <a:gd name="connsiteY1" fmla="*/ 120110 h 284416"/>
                <a:gd name="connsiteX2" fmla="*/ 150816 w 271277"/>
                <a:gd name="connsiteY2" fmla="*/ 104775 h 284416"/>
                <a:gd name="connsiteX3" fmla="*/ 84417 w 271277"/>
                <a:gd name="connsiteY3" fmla="*/ 8001 h 284416"/>
                <a:gd name="connsiteX4" fmla="*/ 78916 w 271277"/>
                <a:gd name="connsiteY4" fmla="*/ 0 h 284416"/>
                <a:gd name="connsiteX5" fmla="*/ 2842 w 271277"/>
                <a:gd name="connsiteY5" fmla="*/ 0 h 284416"/>
                <a:gd name="connsiteX6" fmla="*/ 471 w 271277"/>
                <a:gd name="connsiteY6" fmla="*/ 4477 h 284416"/>
                <a:gd name="connsiteX7" fmla="*/ 17260 w 271277"/>
                <a:gd name="connsiteY7" fmla="*/ 29051 h 284416"/>
                <a:gd name="connsiteX8" fmla="*/ 105475 w 271277"/>
                <a:gd name="connsiteY8" fmla="*/ 157734 h 284416"/>
                <a:gd name="connsiteX9" fmla="*/ 116004 w 271277"/>
                <a:gd name="connsiteY9" fmla="*/ 172974 h 284416"/>
                <a:gd name="connsiteX10" fmla="*/ 186860 w 271277"/>
                <a:gd name="connsiteY10" fmla="*/ 276415 h 284416"/>
                <a:gd name="connsiteX11" fmla="*/ 192362 w 271277"/>
                <a:gd name="connsiteY11" fmla="*/ 284417 h 284416"/>
                <a:gd name="connsiteX12" fmla="*/ 268436 w 271277"/>
                <a:gd name="connsiteY12" fmla="*/ 284417 h 284416"/>
                <a:gd name="connsiteX13" fmla="*/ 270807 w 271277"/>
                <a:gd name="connsiteY13" fmla="*/ 279940 h 284416"/>
                <a:gd name="connsiteX14" fmla="*/ 254018 w 271277"/>
                <a:gd name="connsiteY14" fmla="*/ 255365 h 284416"/>
                <a:gd name="connsiteX15" fmla="*/ 203650 w 271277"/>
                <a:gd name="connsiteY15" fmla="*/ 265938 h 284416"/>
                <a:gd name="connsiteX16" fmla="*/ 201278 w 271277"/>
                <a:gd name="connsiteY16" fmla="*/ 264700 h 284416"/>
                <a:gd name="connsiteX17" fmla="*/ 128525 w 271277"/>
                <a:gd name="connsiteY17" fmla="*/ 158496 h 284416"/>
                <a:gd name="connsiteX18" fmla="*/ 117996 w 271277"/>
                <a:gd name="connsiteY18" fmla="*/ 143161 h 284416"/>
                <a:gd name="connsiteX19" fmla="*/ 35567 w 271277"/>
                <a:gd name="connsiteY19" fmla="*/ 22955 h 284416"/>
                <a:gd name="connsiteX20" fmla="*/ 37938 w 271277"/>
                <a:gd name="connsiteY20" fmla="*/ 18478 h 284416"/>
                <a:gd name="connsiteX21" fmla="*/ 67818 w 271277"/>
                <a:gd name="connsiteY21" fmla="*/ 18478 h 284416"/>
                <a:gd name="connsiteX22" fmla="*/ 70189 w 271277"/>
                <a:gd name="connsiteY22" fmla="*/ 19717 h 284416"/>
                <a:gd name="connsiteX23" fmla="*/ 138485 w 271277"/>
                <a:gd name="connsiteY23" fmla="*/ 119348 h 284416"/>
                <a:gd name="connsiteX24" fmla="*/ 149013 w 271277"/>
                <a:gd name="connsiteY24" fmla="*/ 134684 h 284416"/>
                <a:gd name="connsiteX25" fmla="*/ 235900 w 271277"/>
                <a:gd name="connsiteY25" fmla="*/ 261461 h 284416"/>
                <a:gd name="connsiteX26" fmla="*/ 233529 w 271277"/>
                <a:gd name="connsiteY26" fmla="*/ 265938 h 284416"/>
                <a:gd name="connsiteX27" fmla="*/ 203650 w 271277"/>
                <a:gd name="connsiteY27" fmla="*/ 265938 h 28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1277" h="284416">
                  <a:moveTo>
                    <a:pt x="254113" y="255461"/>
                  </a:moveTo>
                  <a:lnTo>
                    <a:pt x="161345" y="120110"/>
                  </a:lnTo>
                  <a:lnTo>
                    <a:pt x="150816" y="104775"/>
                  </a:lnTo>
                  <a:lnTo>
                    <a:pt x="84417" y="8001"/>
                  </a:lnTo>
                  <a:lnTo>
                    <a:pt x="78916" y="0"/>
                  </a:lnTo>
                  <a:lnTo>
                    <a:pt x="2842" y="0"/>
                  </a:lnTo>
                  <a:cubicBezTo>
                    <a:pt x="566" y="0"/>
                    <a:pt x="-762" y="2572"/>
                    <a:pt x="471" y="4477"/>
                  </a:cubicBezTo>
                  <a:lnTo>
                    <a:pt x="17260" y="29051"/>
                  </a:lnTo>
                  <a:lnTo>
                    <a:pt x="105475" y="157734"/>
                  </a:lnTo>
                  <a:lnTo>
                    <a:pt x="116004" y="172974"/>
                  </a:lnTo>
                  <a:lnTo>
                    <a:pt x="186860" y="276415"/>
                  </a:lnTo>
                  <a:lnTo>
                    <a:pt x="192362" y="284417"/>
                  </a:lnTo>
                  <a:lnTo>
                    <a:pt x="268436" y="284417"/>
                  </a:lnTo>
                  <a:cubicBezTo>
                    <a:pt x="270712" y="284417"/>
                    <a:pt x="272040" y="281845"/>
                    <a:pt x="270807" y="279940"/>
                  </a:cubicBezTo>
                  <a:lnTo>
                    <a:pt x="254018" y="255365"/>
                  </a:lnTo>
                  <a:close/>
                  <a:moveTo>
                    <a:pt x="203650" y="265938"/>
                  </a:moveTo>
                  <a:cubicBezTo>
                    <a:pt x="202701" y="265938"/>
                    <a:pt x="201848" y="265462"/>
                    <a:pt x="201278" y="264700"/>
                  </a:cubicBezTo>
                  <a:lnTo>
                    <a:pt x="128525" y="158496"/>
                  </a:lnTo>
                  <a:lnTo>
                    <a:pt x="117996" y="143161"/>
                  </a:lnTo>
                  <a:lnTo>
                    <a:pt x="35567" y="22955"/>
                  </a:lnTo>
                  <a:cubicBezTo>
                    <a:pt x="34239" y="21050"/>
                    <a:pt x="35567" y="18478"/>
                    <a:pt x="37938" y="18478"/>
                  </a:cubicBezTo>
                  <a:lnTo>
                    <a:pt x="67818" y="18478"/>
                  </a:lnTo>
                  <a:cubicBezTo>
                    <a:pt x="68766" y="18478"/>
                    <a:pt x="69620" y="18955"/>
                    <a:pt x="70189" y="19717"/>
                  </a:cubicBezTo>
                  <a:lnTo>
                    <a:pt x="138485" y="119348"/>
                  </a:lnTo>
                  <a:lnTo>
                    <a:pt x="149013" y="134684"/>
                  </a:lnTo>
                  <a:lnTo>
                    <a:pt x="235900" y="261461"/>
                  </a:lnTo>
                  <a:cubicBezTo>
                    <a:pt x="237228" y="263366"/>
                    <a:pt x="235900" y="265938"/>
                    <a:pt x="233529" y="265938"/>
                  </a:cubicBezTo>
                  <a:lnTo>
                    <a:pt x="203650" y="26593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B5BF4906-4A8D-771F-B2D8-02294792E652}"/>
                </a:ext>
              </a:extLst>
            </p:cNvPr>
            <p:cNvSpPr/>
            <p:nvPr/>
          </p:nvSpPr>
          <p:spPr>
            <a:xfrm>
              <a:off x="7940053" y="2151129"/>
              <a:ext cx="127335" cy="139498"/>
            </a:xfrm>
            <a:custGeom>
              <a:avLst/>
              <a:gdLst>
                <a:gd name="connsiteX0" fmla="*/ 119707 w 127335"/>
                <a:gd name="connsiteY0" fmla="*/ 1386 h 139498"/>
                <a:gd name="connsiteX1" fmla="*/ 126821 w 127335"/>
                <a:gd name="connsiteY1" fmla="*/ 11768 h 139498"/>
                <a:gd name="connsiteX2" fmla="*/ 126631 w 127335"/>
                <a:gd name="connsiteY2" fmla="*/ 15292 h 139498"/>
                <a:gd name="connsiteX3" fmla="*/ 115628 w 127335"/>
                <a:gd name="connsiteY3" fmla="*/ 28151 h 139498"/>
                <a:gd name="connsiteX4" fmla="*/ 21058 w 127335"/>
                <a:gd name="connsiteY4" fmla="*/ 138546 h 139498"/>
                <a:gd name="connsiteX5" fmla="*/ 18876 w 127335"/>
                <a:gd name="connsiteY5" fmla="*/ 139498 h 139498"/>
                <a:gd name="connsiteX6" fmla="*/ 2846 w 127335"/>
                <a:gd name="connsiteY6" fmla="*/ 139498 h 139498"/>
                <a:gd name="connsiteX7" fmla="*/ 664 w 127335"/>
                <a:gd name="connsiteY7" fmla="*/ 134736 h 139498"/>
                <a:gd name="connsiteX8" fmla="*/ 105004 w 127335"/>
                <a:gd name="connsiteY8" fmla="*/ 12720 h 139498"/>
                <a:gd name="connsiteX9" fmla="*/ 115059 w 127335"/>
                <a:gd name="connsiteY9" fmla="*/ 1005 h 139498"/>
                <a:gd name="connsiteX10" fmla="*/ 119517 w 127335"/>
                <a:gd name="connsiteY10" fmla="*/ 1290 h 13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335" h="139498">
                  <a:moveTo>
                    <a:pt x="119707" y="1386"/>
                  </a:moveTo>
                  <a:lnTo>
                    <a:pt x="126821" y="11768"/>
                  </a:lnTo>
                  <a:cubicBezTo>
                    <a:pt x="127580" y="12816"/>
                    <a:pt x="127485" y="14244"/>
                    <a:pt x="126631" y="15292"/>
                  </a:cubicBezTo>
                  <a:lnTo>
                    <a:pt x="115628" y="28151"/>
                  </a:lnTo>
                  <a:lnTo>
                    <a:pt x="21058" y="138546"/>
                  </a:lnTo>
                  <a:cubicBezTo>
                    <a:pt x="20489" y="139212"/>
                    <a:pt x="19730" y="139498"/>
                    <a:pt x="18876" y="139498"/>
                  </a:cubicBezTo>
                  <a:lnTo>
                    <a:pt x="2846" y="139498"/>
                  </a:lnTo>
                  <a:cubicBezTo>
                    <a:pt x="380" y="139498"/>
                    <a:pt x="-854" y="136641"/>
                    <a:pt x="664" y="134736"/>
                  </a:cubicBezTo>
                  <a:lnTo>
                    <a:pt x="105004" y="12720"/>
                  </a:lnTo>
                  <a:lnTo>
                    <a:pt x="115059" y="1005"/>
                  </a:lnTo>
                  <a:cubicBezTo>
                    <a:pt x="116292" y="-424"/>
                    <a:pt x="118474" y="-329"/>
                    <a:pt x="119517" y="1290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3FFBA498-FAE3-0185-1B8D-8A750999A222}"/>
                </a:ext>
              </a:extLst>
            </p:cNvPr>
            <p:cNvSpPr/>
            <p:nvPr/>
          </p:nvSpPr>
          <p:spPr>
            <a:xfrm>
              <a:off x="8078880" y="2006306"/>
              <a:ext cx="121549" cy="132925"/>
            </a:xfrm>
            <a:custGeom>
              <a:avLst/>
              <a:gdLst>
                <a:gd name="connsiteX0" fmla="*/ 118704 w 121549"/>
                <a:gd name="connsiteY0" fmla="*/ 0 h 132925"/>
                <a:gd name="connsiteX1" fmla="*/ 120885 w 121549"/>
                <a:gd name="connsiteY1" fmla="*/ 4763 h 132925"/>
                <a:gd name="connsiteX2" fmla="*/ 22141 w 121549"/>
                <a:gd name="connsiteY2" fmla="*/ 120206 h 132925"/>
                <a:gd name="connsiteX3" fmla="*/ 12087 w 121549"/>
                <a:gd name="connsiteY3" fmla="*/ 131921 h 132925"/>
                <a:gd name="connsiteX4" fmla="*/ 7629 w 121549"/>
                <a:gd name="connsiteY4" fmla="*/ 131636 h 132925"/>
                <a:gd name="connsiteX5" fmla="*/ 515 w 121549"/>
                <a:gd name="connsiteY5" fmla="*/ 121253 h 132925"/>
                <a:gd name="connsiteX6" fmla="*/ 704 w 121549"/>
                <a:gd name="connsiteY6" fmla="*/ 117729 h 132925"/>
                <a:gd name="connsiteX7" fmla="*/ 11707 w 121549"/>
                <a:gd name="connsiteY7" fmla="*/ 104870 h 132925"/>
                <a:gd name="connsiteX8" fmla="*/ 81331 w 121549"/>
                <a:gd name="connsiteY8" fmla="*/ 23431 h 132925"/>
                <a:gd name="connsiteX9" fmla="*/ 100586 w 121549"/>
                <a:gd name="connsiteY9" fmla="*/ 1048 h 132925"/>
                <a:gd name="connsiteX10" fmla="*/ 102768 w 121549"/>
                <a:gd name="connsiteY10" fmla="*/ 95 h 132925"/>
                <a:gd name="connsiteX11" fmla="*/ 118799 w 121549"/>
                <a:gd name="connsiteY11" fmla="*/ 95 h 13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549" h="132925">
                  <a:moveTo>
                    <a:pt x="118704" y="0"/>
                  </a:moveTo>
                  <a:cubicBezTo>
                    <a:pt x="121170" y="0"/>
                    <a:pt x="122403" y="2857"/>
                    <a:pt x="120885" y="4763"/>
                  </a:cubicBezTo>
                  <a:lnTo>
                    <a:pt x="22141" y="120206"/>
                  </a:lnTo>
                  <a:lnTo>
                    <a:pt x="12087" y="131921"/>
                  </a:lnTo>
                  <a:cubicBezTo>
                    <a:pt x="10854" y="133350"/>
                    <a:pt x="8672" y="133255"/>
                    <a:pt x="7629" y="131636"/>
                  </a:cubicBezTo>
                  <a:lnTo>
                    <a:pt x="515" y="121253"/>
                  </a:lnTo>
                  <a:cubicBezTo>
                    <a:pt x="-244" y="120206"/>
                    <a:pt x="-149" y="118777"/>
                    <a:pt x="704" y="117729"/>
                  </a:cubicBezTo>
                  <a:lnTo>
                    <a:pt x="11707" y="104870"/>
                  </a:lnTo>
                  <a:lnTo>
                    <a:pt x="81331" y="23431"/>
                  </a:lnTo>
                  <a:lnTo>
                    <a:pt x="100586" y="1048"/>
                  </a:lnTo>
                  <a:cubicBezTo>
                    <a:pt x="101156" y="381"/>
                    <a:pt x="101914" y="95"/>
                    <a:pt x="102768" y="95"/>
                  </a:cubicBezTo>
                  <a:lnTo>
                    <a:pt x="118799" y="9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3DB8258-9927-3763-CE89-B5A392DB1802}"/>
              </a:ext>
            </a:extLst>
          </p:cNvPr>
          <p:cNvGrpSpPr/>
          <p:nvPr/>
        </p:nvGrpSpPr>
        <p:grpSpPr>
          <a:xfrm>
            <a:off x="6292708" y="1536585"/>
            <a:ext cx="365523" cy="383227"/>
            <a:chOff x="7939677" y="2006306"/>
            <a:chExt cx="271277" cy="284416"/>
          </a:xfrm>
          <a:solidFill>
            <a:schemeClr val="tx1"/>
          </a:solidFill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08BDBA8-FCCC-7B14-BC1D-9089BAF9EB60}"/>
                </a:ext>
              </a:extLst>
            </p:cNvPr>
            <p:cNvSpPr/>
            <p:nvPr/>
          </p:nvSpPr>
          <p:spPr>
            <a:xfrm>
              <a:off x="7939677" y="2006306"/>
              <a:ext cx="271277" cy="284416"/>
            </a:xfrm>
            <a:custGeom>
              <a:avLst/>
              <a:gdLst>
                <a:gd name="connsiteX0" fmla="*/ 254113 w 271277"/>
                <a:gd name="connsiteY0" fmla="*/ 255461 h 284416"/>
                <a:gd name="connsiteX1" fmla="*/ 161345 w 271277"/>
                <a:gd name="connsiteY1" fmla="*/ 120110 h 284416"/>
                <a:gd name="connsiteX2" fmla="*/ 150816 w 271277"/>
                <a:gd name="connsiteY2" fmla="*/ 104775 h 284416"/>
                <a:gd name="connsiteX3" fmla="*/ 84417 w 271277"/>
                <a:gd name="connsiteY3" fmla="*/ 8001 h 284416"/>
                <a:gd name="connsiteX4" fmla="*/ 78916 w 271277"/>
                <a:gd name="connsiteY4" fmla="*/ 0 h 284416"/>
                <a:gd name="connsiteX5" fmla="*/ 2842 w 271277"/>
                <a:gd name="connsiteY5" fmla="*/ 0 h 284416"/>
                <a:gd name="connsiteX6" fmla="*/ 471 w 271277"/>
                <a:gd name="connsiteY6" fmla="*/ 4477 h 284416"/>
                <a:gd name="connsiteX7" fmla="*/ 17260 w 271277"/>
                <a:gd name="connsiteY7" fmla="*/ 29051 h 284416"/>
                <a:gd name="connsiteX8" fmla="*/ 105475 w 271277"/>
                <a:gd name="connsiteY8" fmla="*/ 157734 h 284416"/>
                <a:gd name="connsiteX9" fmla="*/ 116004 w 271277"/>
                <a:gd name="connsiteY9" fmla="*/ 172974 h 284416"/>
                <a:gd name="connsiteX10" fmla="*/ 186860 w 271277"/>
                <a:gd name="connsiteY10" fmla="*/ 276415 h 284416"/>
                <a:gd name="connsiteX11" fmla="*/ 192362 w 271277"/>
                <a:gd name="connsiteY11" fmla="*/ 284417 h 284416"/>
                <a:gd name="connsiteX12" fmla="*/ 268436 w 271277"/>
                <a:gd name="connsiteY12" fmla="*/ 284417 h 284416"/>
                <a:gd name="connsiteX13" fmla="*/ 270807 w 271277"/>
                <a:gd name="connsiteY13" fmla="*/ 279940 h 284416"/>
                <a:gd name="connsiteX14" fmla="*/ 254018 w 271277"/>
                <a:gd name="connsiteY14" fmla="*/ 255365 h 284416"/>
                <a:gd name="connsiteX15" fmla="*/ 203650 w 271277"/>
                <a:gd name="connsiteY15" fmla="*/ 265938 h 284416"/>
                <a:gd name="connsiteX16" fmla="*/ 201278 w 271277"/>
                <a:gd name="connsiteY16" fmla="*/ 264700 h 284416"/>
                <a:gd name="connsiteX17" fmla="*/ 128525 w 271277"/>
                <a:gd name="connsiteY17" fmla="*/ 158496 h 284416"/>
                <a:gd name="connsiteX18" fmla="*/ 117996 w 271277"/>
                <a:gd name="connsiteY18" fmla="*/ 143161 h 284416"/>
                <a:gd name="connsiteX19" fmla="*/ 35567 w 271277"/>
                <a:gd name="connsiteY19" fmla="*/ 22955 h 284416"/>
                <a:gd name="connsiteX20" fmla="*/ 37938 w 271277"/>
                <a:gd name="connsiteY20" fmla="*/ 18478 h 284416"/>
                <a:gd name="connsiteX21" fmla="*/ 67818 w 271277"/>
                <a:gd name="connsiteY21" fmla="*/ 18478 h 284416"/>
                <a:gd name="connsiteX22" fmla="*/ 70189 w 271277"/>
                <a:gd name="connsiteY22" fmla="*/ 19717 h 284416"/>
                <a:gd name="connsiteX23" fmla="*/ 138485 w 271277"/>
                <a:gd name="connsiteY23" fmla="*/ 119348 h 284416"/>
                <a:gd name="connsiteX24" fmla="*/ 149013 w 271277"/>
                <a:gd name="connsiteY24" fmla="*/ 134684 h 284416"/>
                <a:gd name="connsiteX25" fmla="*/ 235900 w 271277"/>
                <a:gd name="connsiteY25" fmla="*/ 261461 h 284416"/>
                <a:gd name="connsiteX26" fmla="*/ 233529 w 271277"/>
                <a:gd name="connsiteY26" fmla="*/ 265938 h 284416"/>
                <a:gd name="connsiteX27" fmla="*/ 203650 w 271277"/>
                <a:gd name="connsiteY27" fmla="*/ 265938 h 28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1277" h="284416">
                  <a:moveTo>
                    <a:pt x="254113" y="255461"/>
                  </a:moveTo>
                  <a:lnTo>
                    <a:pt x="161345" y="120110"/>
                  </a:lnTo>
                  <a:lnTo>
                    <a:pt x="150816" y="104775"/>
                  </a:lnTo>
                  <a:lnTo>
                    <a:pt x="84417" y="8001"/>
                  </a:lnTo>
                  <a:lnTo>
                    <a:pt x="78916" y="0"/>
                  </a:lnTo>
                  <a:lnTo>
                    <a:pt x="2842" y="0"/>
                  </a:lnTo>
                  <a:cubicBezTo>
                    <a:pt x="566" y="0"/>
                    <a:pt x="-762" y="2572"/>
                    <a:pt x="471" y="4477"/>
                  </a:cubicBezTo>
                  <a:lnTo>
                    <a:pt x="17260" y="29051"/>
                  </a:lnTo>
                  <a:lnTo>
                    <a:pt x="105475" y="157734"/>
                  </a:lnTo>
                  <a:lnTo>
                    <a:pt x="116004" y="172974"/>
                  </a:lnTo>
                  <a:lnTo>
                    <a:pt x="186860" y="276415"/>
                  </a:lnTo>
                  <a:lnTo>
                    <a:pt x="192362" y="284417"/>
                  </a:lnTo>
                  <a:lnTo>
                    <a:pt x="268436" y="284417"/>
                  </a:lnTo>
                  <a:cubicBezTo>
                    <a:pt x="270712" y="284417"/>
                    <a:pt x="272040" y="281845"/>
                    <a:pt x="270807" y="279940"/>
                  </a:cubicBezTo>
                  <a:lnTo>
                    <a:pt x="254018" y="255365"/>
                  </a:lnTo>
                  <a:close/>
                  <a:moveTo>
                    <a:pt x="203650" y="265938"/>
                  </a:moveTo>
                  <a:cubicBezTo>
                    <a:pt x="202701" y="265938"/>
                    <a:pt x="201848" y="265462"/>
                    <a:pt x="201278" y="264700"/>
                  </a:cubicBezTo>
                  <a:lnTo>
                    <a:pt x="128525" y="158496"/>
                  </a:lnTo>
                  <a:lnTo>
                    <a:pt x="117996" y="143161"/>
                  </a:lnTo>
                  <a:lnTo>
                    <a:pt x="35567" y="22955"/>
                  </a:lnTo>
                  <a:cubicBezTo>
                    <a:pt x="34239" y="21050"/>
                    <a:pt x="35567" y="18478"/>
                    <a:pt x="37938" y="18478"/>
                  </a:cubicBezTo>
                  <a:lnTo>
                    <a:pt x="67818" y="18478"/>
                  </a:lnTo>
                  <a:cubicBezTo>
                    <a:pt x="68766" y="18478"/>
                    <a:pt x="69620" y="18955"/>
                    <a:pt x="70189" y="19717"/>
                  </a:cubicBezTo>
                  <a:lnTo>
                    <a:pt x="138485" y="119348"/>
                  </a:lnTo>
                  <a:lnTo>
                    <a:pt x="149013" y="134684"/>
                  </a:lnTo>
                  <a:lnTo>
                    <a:pt x="235900" y="261461"/>
                  </a:lnTo>
                  <a:cubicBezTo>
                    <a:pt x="237228" y="263366"/>
                    <a:pt x="235900" y="265938"/>
                    <a:pt x="233529" y="265938"/>
                  </a:cubicBezTo>
                  <a:lnTo>
                    <a:pt x="203650" y="265938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0E3DE65E-8411-5BC2-457C-DB9D322179F9}"/>
                </a:ext>
              </a:extLst>
            </p:cNvPr>
            <p:cNvSpPr/>
            <p:nvPr/>
          </p:nvSpPr>
          <p:spPr>
            <a:xfrm>
              <a:off x="7940053" y="2151129"/>
              <a:ext cx="127335" cy="139498"/>
            </a:xfrm>
            <a:custGeom>
              <a:avLst/>
              <a:gdLst>
                <a:gd name="connsiteX0" fmla="*/ 119707 w 127335"/>
                <a:gd name="connsiteY0" fmla="*/ 1386 h 139498"/>
                <a:gd name="connsiteX1" fmla="*/ 126821 w 127335"/>
                <a:gd name="connsiteY1" fmla="*/ 11768 h 139498"/>
                <a:gd name="connsiteX2" fmla="*/ 126631 w 127335"/>
                <a:gd name="connsiteY2" fmla="*/ 15292 h 139498"/>
                <a:gd name="connsiteX3" fmla="*/ 115628 w 127335"/>
                <a:gd name="connsiteY3" fmla="*/ 28151 h 139498"/>
                <a:gd name="connsiteX4" fmla="*/ 21058 w 127335"/>
                <a:gd name="connsiteY4" fmla="*/ 138546 h 139498"/>
                <a:gd name="connsiteX5" fmla="*/ 18876 w 127335"/>
                <a:gd name="connsiteY5" fmla="*/ 139498 h 139498"/>
                <a:gd name="connsiteX6" fmla="*/ 2846 w 127335"/>
                <a:gd name="connsiteY6" fmla="*/ 139498 h 139498"/>
                <a:gd name="connsiteX7" fmla="*/ 664 w 127335"/>
                <a:gd name="connsiteY7" fmla="*/ 134736 h 139498"/>
                <a:gd name="connsiteX8" fmla="*/ 105004 w 127335"/>
                <a:gd name="connsiteY8" fmla="*/ 12720 h 139498"/>
                <a:gd name="connsiteX9" fmla="*/ 115059 w 127335"/>
                <a:gd name="connsiteY9" fmla="*/ 1005 h 139498"/>
                <a:gd name="connsiteX10" fmla="*/ 119517 w 127335"/>
                <a:gd name="connsiteY10" fmla="*/ 1290 h 13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335" h="139498">
                  <a:moveTo>
                    <a:pt x="119707" y="1386"/>
                  </a:moveTo>
                  <a:lnTo>
                    <a:pt x="126821" y="11768"/>
                  </a:lnTo>
                  <a:cubicBezTo>
                    <a:pt x="127580" y="12816"/>
                    <a:pt x="127485" y="14244"/>
                    <a:pt x="126631" y="15292"/>
                  </a:cubicBezTo>
                  <a:lnTo>
                    <a:pt x="115628" y="28151"/>
                  </a:lnTo>
                  <a:lnTo>
                    <a:pt x="21058" y="138546"/>
                  </a:lnTo>
                  <a:cubicBezTo>
                    <a:pt x="20489" y="139212"/>
                    <a:pt x="19730" y="139498"/>
                    <a:pt x="18876" y="139498"/>
                  </a:cubicBezTo>
                  <a:lnTo>
                    <a:pt x="2846" y="139498"/>
                  </a:lnTo>
                  <a:cubicBezTo>
                    <a:pt x="380" y="139498"/>
                    <a:pt x="-854" y="136641"/>
                    <a:pt x="664" y="134736"/>
                  </a:cubicBezTo>
                  <a:lnTo>
                    <a:pt x="105004" y="12720"/>
                  </a:lnTo>
                  <a:lnTo>
                    <a:pt x="115059" y="1005"/>
                  </a:lnTo>
                  <a:cubicBezTo>
                    <a:pt x="116292" y="-424"/>
                    <a:pt x="118474" y="-329"/>
                    <a:pt x="119517" y="1290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61B5CD07-719F-5E3E-B458-B8E39869B56A}"/>
                </a:ext>
              </a:extLst>
            </p:cNvPr>
            <p:cNvSpPr/>
            <p:nvPr/>
          </p:nvSpPr>
          <p:spPr>
            <a:xfrm>
              <a:off x="8078880" y="2006306"/>
              <a:ext cx="121549" cy="132925"/>
            </a:xfrm>
            <a:custGeom>
              <a:avLst/>
              <a:gdLst>
                <a:gd name="connsiteX0" fmla="*/ 118704 w 121549"/>
                <a:gd name="connsiteY0" fmla="*/ 0 h 132925"/>
                <a:gd name="connsiteX1" fmla="*/ 120885 w 121549"/>
                <a:gd name="connsiteY1" fmla="*/ 4763 h 132925"/>
                <a:gd name="connsiteX2" fmla="*/ 22141 w 121549"/>
                <a:gd name="connsiteY2" fmla="*/ 120206 h 132925"/>
                <a:gd name="connsiteX3" fmla="*/ 12087 w 121549"/>
                <a:gd name="connsiteY3" fmla="*/ 131921 h 132925"/>
                <a:gd name="connsiteX4" fmla="*/ 7629 w 121549"/>
                <a:gd name="connsiteY4" fmla="*/ 131636 h 132925"/>
                <a:gd name="connsiteX5" fmla="*/ 515 w 121549"/>
                <a:gd name="connsiteY5" fmla="*/ 121253 h 132925"/>
                <a:gd name="connsiteX6" fmla="*/ 704 w 121549"/>
                <a:gd name="connsiteY6" fmla="*/ 117729 h 132925"/>
                <a:gd name="connsiteX7" fmla="*/ 11707 w 121549"/>
                <a:gd name="connsiteY7" fmla="*/ 104870 h 132925"/>
                <a:gd name="connsiteX8" fmla="*/ 81331 w 121549"/>
                <a:gd name="connsiteY8" fmla="*/ 23431 h 132925"/>
                <a:gd name="connsiteX9" fmla="*/ 100586 w 121549"/>
                <a:gd name="connsiteY9" fmla="*/ 1048 h 132925"/>
                <a:gd name="connsiteX10" fmla="*/ 102768 w 121549"/>
                <a:gd name="connsiteY10" fmla="*/ 95 h 132925"/>
                <a:gd name="connsiteX11" fmla="*/ 118799 w 121549"/>
                <a:gd name="connsiteY11" fmla="*/ 95 h 13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549" h="132925">
                  <a:moveTo>
                    <a:pt x="118704" y="0"/>
                  </a:moveTo>
                  <a:cubicBezTo>
                    <a:pt x="121170" y="0"/>
                    <a:pt x="122403" y="2857"/>
                    <a:pt x="120885" y="4763"/>
                  </a:cubicBezTo>
                  <a:lnTo>
                    <a:pt x="22141" y="120206"/>
                  </a:lnTo>
                  <a:lnTo>
                    <a:pt x="12087" y="131921"/>
                  </a:lnTo>
                  <a:cubicBezTo>
                    <a:pt x="10854" y="133350"/>
                    <a:pt x="8672" y="133255"/>
                    <a:pt x="7629" y="131636"/>
                  </a:cubicBezTo>
                  <a:lnTo>
                    <a:pt x="515" y="121253"/>
                  </a:lnTo>
                  <a:cubicBezTo>
                    <a:pt x="-244" y="120206"/>
                    <a:pt x="-149" y="118777"/>
                    <a:pt x="704" y="117729"/>
                  </a:cubicBezTo>
                  <a:lnTo>
                    <a:pt x="11707" y="104870"/>
                  </a:lnTo>
                  <a:lnTo>
                    <a:pt x="81331" y="23431"/>
                  </a:lnTo>
                  <a:lnTo>
                    <a:pt x="100586" y="1048"/>
                  </a:lnTo>
                  <a:cubicBezTo>
                    <a:pt x="101156" y="381"/>
                    <a:pt x="101914" y="95"/>
                    <a:pt x="102768" y="95"/>
                  </a:cubicBezTo>
                  <a:lnTo>
                    <a:pt x="118799" y="95"/>
                  </a:ln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120" name="Graphic 118">
            <a:extLst>
              <a:ext uri="{FF2B5EF4-FFF2-40B4-BE49-F238E27FC236}">
                <a16:creationId xmlns:a16="http://schemas.microsoft.com/office/drawing/2014/main" id="{7BB18E98-3385-0C77-655C-5B2B184B9485}"/>
              </a:ext>
            </a:extLst>
          </p:cNvPr>
          <p:cNvSpPr/>
          <p:nvPr/>
        </p:nvSpPr>
        <p:spPr>
          <a:xfrm>
            <a:off x="7123577" y="869242"/>
            <a:ext cx="457701" cy="403133"/>
          </a:xfrm>
          <a:custGeom>
            <a:avLst/>
            <a:gdLst>
              <a:gd name="connsiteX0" fmla="*/ 48921 w 338092"/>
              <a:gd name="connsiteY0" fmla="*/ 80995 h 297784"/>
              <a:gd name="connsiteX1" fmla="*/ 61822 w 338092"/>
              <a:gd name="connsiteY1" fmla="*/ 86901 h 297784"/>
              <a:gd name="connsiteX2" fmla="*/ 92365 w 338092"/>
              <a:gd name="connsiteY2" fmla="*/ 175198 h 297784"/>
              <a:gd name="connsiteX3" fmla="*/ 118260 w 338092"/>
              <a:gd name="connsiteY3" fmla="*/ 251779 h 297784"/>
              <a:gd name="connsiteX4" fmla="*/ 151175 w 338092"/>
              <a:gd name="connsiteY4" fmla="*/ 282354 h 297784"/>
              <a:gd name="connsiteX5" fmla="*/ 175837 w 338092"/>
              <a:gd name="connsiteY5" fmla="*/ 277686 h 297784"/>
              <a:gd name="connsiteX6" fmla="*/ 322672 w 338092"/>
              <a:gd name="connsiteY6" fmla="*/ 73947 h 297784"/>
              <a:gd name="connsiteX7" fmla="*/ 310910 w 338092"/>
              <a:gd name="connsiteY7" fmla="*/ 23274 h 297784"/>
              <a:gd name="connsiteX8" fmla="*/ 255705 w 338092"/>
              <a:gd name="connsiteY8" fmla="*/ 19749 h 297784"/>
              <a:gd name="connsiteX9" fmla="*/ 204009 w 338092"/>
              <a:gd name="connsiteY9" fmla="*/ 71565 h 297784"/>
              <a:gd name="connsiteX10" fmla="*/ 235690 w 338092"/>
              <a:gd name="connsiteY10" fmla="*/ 76233 h 297784"/>
              <a:gd name="connsiteX11" fmla="*/ 236829 w 338092"/>
              <a:gd name="connsiteY11" fmla="*/ 131573 h 297784"/>
              <a:gd name="connsiteX12" fmla="*/ 185133 w 338092"/>
              <a:gd name="connsiteY12" fmla="*/ 193962 h 297784"/>
              <a:gd name="connsiteX13" fmla="*/ 152218 w 338092"/>
              <a:gd name="connsiteY13" fmla="*/ 123286 h 297784"/>
              <a:gd name="connsiteX14" fmla="*/ 146337 w 338092"/>
              <a:gd name="connsiteY14" fmla="*/ 90330 h 297784"/>
              <a:gd name="connsiteX15" fmla="*/ 121675 w 338092"/>
              <a:gd name="connsiteY15" fmla="*/ 19654 h 297784"/>
              <a:gd name="connsiteX16" fmla="*/ 105265 w 338092"/>
              <a:gd name="connsiteY16" fmla="*/ 17273 h 297784"/>
              <a:gd name="connsiteX17" fmla="*/ 16007 w 338092"/>
              <a:gd name="connsiteY17" fmla="*/ 84424 h 297784"/>
              <a:gd name="connsiteX18" fmla="*/ 21888 w 338092"/>
              <a:gd name="connsiteY18" fmla="*/ 91473 h 297784"/>
              <a:gd name="connsiteX19" fmla="*/ 48921 w 338092"/>
              <a:gd name="connsiteY19" fmla="*/ 80900 h 297784"/>
              <a:gd name="connsiteX20" fmla="*/ 158194 w 338092"/>
              <a:gd name="connsiteY20" fmla="*/ 297689 h 297784"/>
              <a:gd name="connsiteX21" fmla="*/ 146432 w 338092"/>
              <a:gd name="connsiteY21" fmla="*/ 296546 h 297784"/>
              <a:gd name="connsiteX22" fmla="*/ 105265 w 338092"/>
              <a:gd name="connsiteY22" fmla="*/ 258827 h 297784"/>
              <a:gd name="connsiteX23" fmla="*/ 79370 w 338092"/>
              <a:gd name="connsiteY23" fmla="*/ 178722 h 297784"/>
              <a:gd name="connsiteX24" fmla="*/ 51198 w 338092"/>
              <a:gd name="connsiteY24" fmla="*/ 95092 h 297784"/>
              <a:gd name="connsiteX25" fmla="*/ 24164 w 338092"/>
              <a:gd name="connsiteY25" fmla="*/ 106903 h 297784"/>
              <a:gd name="connsiteX26" fmla="*/ 19422 w 338092"/>
              <a:gd name="connsiteY26" fmla="*/ 109284 h 297784"/>
              <a:gd name="connsiteX27" fmla="*/ 14679 w 338092"/>
              <a:gd name="connsiteY27" fmla="*/ 105760 h 297784"/>
              <a:gd name="connsiteX28" fmla="*/ 1779 w 338092"/>
              <a:gd name="connsiteY28" fmla="*/ 89282 h 297784"/>
              <a:gd name="connsiteX29" fmla="*/ 1779 w 338092"/>
              <a:gd name="connsiteY29" fmla="*/ 79852 h 297784"/>
              <a:gd name="connsiteX30" fmla="*/ 102799 w 338092"/>
              <a:gd name="connsiteY30" fmla="*/ 3271 h 297784"/>
              <a:gd name="connsiteX31" fmla="*/ 129832 w 338092"/>
              <a:gd name="connsiteY31" fmla="*/ 7939 h 297784"/>
              <a:gd name="connsiteX32" fmla="*/ 160376 w 338092"/>
              <a:gd name="connsiteY32" fmla="*/ 88044 h 297784"/>
              <a:gd name="connsiteX33" fmla="*/ 166257 w 338092"/>
              <a:gd name="connsiteY33" fmla="*/ 119857 h 297784"/>
              <a:gd name="connsiteX34" fmla="*/ 186271 w 338092"/>
              <a:gd name="connsiteY34" fmla="*/ 179960 h 297784"/>
              <a:gd name="connsiteX35" fmla="*/ 225067 w 338092"/>
              <a:gd name="connsiteY35" fmla="*/ 124620 h 297784"/>
              <a:gd name="connsiteX36" fmla="*/ 226205 w 338092"/>
              <a:gd name="connsiteY36" fmla="*/ 86901 h 297784"/>
              <a:gd name="connsiteX37" fmla="*/ 196800 w 338092"/>
              <a:gd name="connsiteY37" fmla="*/ 89282 h 297784"/>
              <a:gd name="connsiteX38" fmla="*/ 188548 w 338092"/>
              <a:gd name="connsiteY38" fmla="*/ 89282 h 297784"/>
              <a:gd name="connsiteX39" fmla="*/ 186176 w 338092"/>
              <a:gd name="connsiteY39" fmla="*/ 82234 h 297784"/>
              <a:gd name="connsiteX40" fmla="*/ 250772 w 338092"/>
              <a:gd name="connsiteY40" fmla="*/ 5653 h 297784"/>
              <a:gd name="connsiteX41" fmla="*/ 320111 w 338092"/>
              <a:gd name="connsiteY41" fmla="*/ 12701 h 297784"/>
              <a:gd name="connsiteX42" fmla="*/ 336521 w 338092"/>
              <a:gd name="connsiteY42" fmla="*/ 76328 h 297784"/>
              <a:gd name="connsiteX43" fmla="*/ 183805 w 338092"/>
              <a:gd name="connsiteY43" fmla="*/ 289498 h 297784"/>
              <a:gd name="connsiteX44" fmla="*/ 157909 w 338092"/>
              <a:gd name="connsiteY44" fmla="*/ 297784 h 29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38092" h="297784">
                <a:moveTo>
                  <a:pt x="48921" y="80995"/>
                </a:moveTo>
                <a:cubicBezTo>
                  <a:pt x="53664" y="80995"/>
                  <a:pt x="58312" y="82138"/>
                  <a:pt x="61822" y="86901"/>
                </a:cubicBezTo>
                <a:cubicBezTo>
                  <a:pt x="67703" y="92806"/>
                  <a:pt x="75955" y="119857"/>
                  <a:pt x="92365" y="175198"/>
                </a:cubicBezTo>
                <a:cubicBezTo>
                  <a:pt x="102894" y="208154"/>
                  <a:pt x="112379" y="241111"/>
                  <a:pt x="118260" y="251779"/>
                </a:cubicBezTo>
                <a:cubicBezTo>
                  <a:pt x="124141" y="264733"/>
                  <a:pt x="135903" y="278830"/>
                  <a:pt x="151175" y="282354"/>
                </a:cubicBezTo>
                <a:cubicBezTo>
                  <a:pt x="159427" y="284735"/>
                  <a:pt x="167585" y="283497"/>
                  <a:pt x="175837" y="277686"/>
                </a:cubicBezTo>
                <a:cubicBezTo>
                  <a:pt x="202871" y="261208"/>
                  <a:pt x="305124" y="176436"/>
                  <a:pt x="322672" y="73947"/>
                </a:cubicBezTo>
                <a:cubicBezTo>
                  <a:pt x="327415" y="51563"/>
                  <a:pt x="322672" y="33942"/>
                  <a:pt x="310910" y="23274"/>
                </a:cubicBezTo>
                <a:cubicBezTo>
                  <a:pt x="298010" y="12701"/>
                  <a:pt x="276857" y="11463"/>
                  <a:pt x="255705" y="19749"/>
                </a:cubicBezTo>
                <a:cubicBezTo>
                  <a:pt x="235690" y="26798"/>
                  <a:pt x="213400" y="43276"/>
                  <a:pt x="204009" y="71565"/>
                </a:cubicBezTo>
                <a:cubicBezTo>
                  <a:pt x="215771" y="66898"/>
                  <a:pt x="227533" y="69184"/>
                  <a:pt x="235690" y="76233"/>
                </a:cubicBezTo>
                <a:cubicBezTo>
                  <a:pt x="247452" y="88044"/>
                  <a:pt x="248591" y="110428"/>
                  <a:pt x="236829" y="131573"/>
                </a:cubicBezTo>
                <a:cubicBezTo>
                  <a:pt x="203914" y="193962"/>
                  <a:pt x="189781" y="193962"/>
                  <a:pt x="185133" y="193962"/>
                </a:cubicBezTo>
                <a:cubicBezTo>
                  <a:pt x="170999" y="193962"/>
                  <a:pt x="165118" y="172721"/>
                  <a:pt x="152218" y="123286"/>
                </a:cubicBezTo>
                <a:cubicBezTo>
                  <a:pt x="149847" y="113857"/>
                  <a:pt x="148709" y="102046"/>
                  <a:pt x="146337" y="90330"/>
                </a:cubicBezTo>
                <a:cubicBezTo>
                  <a:pt x="141595" y="62040"/>
                  <a:pt x="135808" y="30227"/>
                  <a:pt x="121675" y="19654"/>
                </a:cubicBezTo>
                <a:cubicBezTo>
                  <a:pt x="116932" y="16130"/>
                  <a:pt x="112284" y="16130"/>
                  <a:pt x="105265" y="17273"/>
                </a:cubicBezTo>
                <a:cubicBezTo>
                  <a:pt x="72351" y="23179"/>
                  <a:pt x="28907" y="70232"/>
                  <a:pt x="16007" y="84424"/>
                </a:cubicBezTo>
                <a:lnTo>
                  <a:pt x="21888" y="91473"/>
                </a:lnTo>
                <a:cubicBezTo>
                  <a:pt x="28907" y="86806"/>
                  <a:pt x="39531" y="80900"/>
                  <a:pt x="48921" y="80900"/>
                </a:cubicBezTo>
                <a:close/>
                <a:moveTo>
                  <a:pt x="158194" y="297689"/>
                </a:moveTo>
                <a:cubicBezTo>
                  <a:pt x="154684" y="297689"/>
                  <a:pt x="151175" y="297689"/>
                  <a:pt x="146432" y="296546"/>
                </a:cubicBezTo>
                <a:cubicBezTo>
                  <a:pt x="126418" y="290640"/>
                  <a:pt x="112379" y="273019"/>
                  <a:pt x="105265" y="258827"/>
                </a:cubicBezTo>
                <a:cubicBezTo>
                  <a:pt x="99384" y="247016"/>
                  <a:pt x="89993" y="214059"/>
                  <a:pt x="79370" y="178722"/>
                </a:cubicBezTo>
                <a:cubicBezTo>
                  <a:pt x="68841" y="145765"/>
                  <a:pt x="54708" y="100998"/>
                  <a:pt x="51198" y="95092"/>
                </a:cubicBezTo>
                <a:cubicBezTo>
                  <a:pt x="48826" y="92711"/>
                  <a:pt x="35926" y="98617"/>
                  <a:pt x="24164" y="106903"/>
                </a:cubicBezTo>
                <a:cubicBezTo>
                  <a:pt x="23026" y="108046"/>
                  <a:pt x="20655" y="109284"/>
                  <a:pt x="19422" y="109284"/>
                </a:cubicBezTo>
                <a:cubicBezTo>
                  <a:pt x="17050" y="108142"/>
                  <a:pt x="15912" y="108142"/>
                  <a:pt x="14679" y="105760"/>
                </a:cubicBezTo>
                <a:lnTo>
                  <a:pt x="1779" y="89282"/>
                </a:lnTo>
                <a:cubicBezTo>
                  <a:pt x="-593" y="85758"/>
                  <a:pt x="-593" y="82234"/>
                  <a:pt x="1779" y="79852"/>
                </a:cubicBezTo>
                <a:cubicBezTo>
                  <a:pt x="4150" y="77471"/>
                  <a:pt x="59355" y="11558"/>
                  <a:pt x="102799" y="3271"/>
                </a:cubicBezTo>
                <a:cubicBezTo>
                  <a:pt x="113328" y="890"/>
                  <a:pt x="121580" y="3271"/>
                  <a:pt x="129832" y="7939"/>
                </a:cubicBezTo>
                <a:cubicBezTo>
                  <a:pt x="148614" y="22036"/>
                  <a:pt x="154495" y="56230"/>
                  <a:pt x="160376" y="88044"/>
                </a:cubicBezTo>
                <a:cubicBezTo>
                  <a:pt x="161514" y="99855"/>
                  <a:pt x="163885" y="110428"/>
                  <a:pt x="166257" y="119857"/>
                </a:cubicBezTo>
                <a:cubicBezTo>
                  <a:pt x="170999" y="137479"/>
                  <a:pt x="180390" y="175198"/>
                  <a:pt x="186271" y="179960"/>
                </a:cubicBezTo>
                <a:cubicBezTo>
                  <a:pt x="189781" y="178817"/>
                  <a:pt x="202681" y="167006"/>
                  <a:pt x="225067" y="124620"/>
                </a:cubicBezTo>
                <a:cubicBezTo>
                  <a:pt x="234457" y="106998"/>
                  <a:pt x="232086" y="92806"/>
                  <a:pt x="226205" y="86901"/>
                </a:cubicBezTo>
                <a:cubicBezTo>
                  <a:pt x="220324" y="80995"/>
                  <a:pt x="208562" y="82234"/>
                  <a:pt x="196800" y="89282"/>
                </a:cubicBezTo>
                <a:cubicBezTo>
                  <a:pt x="194429" y="91663"/>
                  <a:pt x="190919" y="91663"/>
                  <a:pt x="188548" y="89282"/>
                </a:cubicBezTo>
                <a:cubicBezTo>
                  <a:pt x="186176" y="88139"/>
                  <a:pt x="185038" y="85758"/>
                  <a:pt x="186176" y="82234"/>
                </a:cubicBezTo>
                <a:cubicBezTo>
                  <a:pt x="193195" y="40990"/>
                  <a:pt x="223739" y="16321"/>
                  <a:pt x="250772" y="5653"/>
                </a:cubicBezTo>
                <a:cubicBezTo>
                  <a:pt x="276668" y="-3777"/>
                  <a:pt x="302468" y="-1396"/>
                  <a:pt x="320111" y="12701"/>
                </a:cubicBezTo>
                <a:cubicBezTo>
                  <a:pt x="330640" y="22131"/>
                  <a:pt x="342402" y="40990"/>
                  <a:pt x="336521" y="76328"/>
                </a:cubicBezTo>
                <a:cubicBezTo>
                  <a:pt x="317740" y="183484"/>
                  <a:pt x="210838" y="271781"/>
                  <a:pt x="183805" y="289498"/>
                </a:cubicBezTo>
                <a:cubicBezTo>
                  <a:pt x="175552" y="295403"/>
                  <a:pt x="167395" y="297784"/>
                  <a:pt x="157909" y="29778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1" name="Graphic 118">
            <a:extLst>
              <a:ext uri="{FF2B5EF4-FFF2-40B4-BE49-F238E27FC236}">
                <a16:creationId xmlns:a16="http://schemas.microsoft.com/office/drawing/2014/main" id="{DB780640-E3E2-98D9-450D-8CF1515DB565}"/>
              </a:ext>
            </a:extLst>
          </p:cNvPr>
          <p:cNvSpPr/>
          <p:nvPr/>
        </p:nvSpPr>
        <p:spPr>
          <a:xfrm>
            <a:off x="7885577" y="869242"/>
            <a:ext cx="457701" cy="403133"/>
          </a:xfrm>
          <a:custGeom>
            <a:avLst/>
            <a:gdLst>
              <a:gd name="connsiteX0" fmla="*/ 48921 w 338092"/>
              <a:gd name="connsiteY0" fmla="*/ 80995 h 297784"/>
              <a:gd name="connsiteX1" fmla="*/ 61822 w 338092"/>
              <a:gd name="connsiteY1" fmla="*/ 86901 h 297784"/>
              <a:gd name="connsiteX2" fmla="*/ 92365 w 338092"/>
              <a:gd name="connsiteY2" fmla="*/ 175198 h 297784"/>
              <a:gd name="connsiteX3" fmla="*/ 118260 w 338092"/>
              <a:gd name="connsiteY3" fmla="*/ 251779 h 297784"/>
              <a:gd name="connsiteX4" fmla="*/ 151175 w 338092"/>
              <a:gd name="connsiteY4" fmla="*/ 282354 h 297784"/>
              <a:gd name="connsiteX5" fmla="*/ 175837 w 338092"/>
              <a:gd name="connsiteY5" fmla="*/ 277686 h 297784"/>
              <a:gd name="connsiteX6" fmla="*/ 322672 w 338092"/>
              <a:gd name="connsiteY6" fmla="*/ 73947 h 297784"/>
              <a:gd name="connsiteX7" fmla="*/ 310910 w 338092"/>
              <a:gd name="connsiteY7" fmla="*/ 23274 h 297784"/>
              <a:gd name="connsiteX8" fmla="*/ 255705 w 338092"/>
              <a:gd name="connsiteY8" fmla="*/ 19749 h 297784"/>
              <a:gd name="connsiteX9" fmla="*/ 204009 w 338092"/>
              <a:gd name="connsiteY9" fmla="*/ 71565 h 297784"/>
              <a:gd name="connsiteX10" fmla="*/ 235690 w 338092"/>
              <a:gd name="connsiteY10" fmla="*/ 76233 h 297784"/>
              <a:gd name="connsiteX11" fmla="*/ 236829 w 338092"/>
              <a:gd name="connsiteY11" fmla="*/ 131573 h 297784"/>
              <a:gd name="connsiteX12" fmla="*/ 185133 w 338092"/>
              <a:gd name="connsiteY12" fmla="*/ 193962 h 297784"/>
              <a:gd name="connsiteX13" fmla="*/ 152218 w 338092"/>
              <a:gd name="connsiteY13" fmla="*/ 123286 h 297784"/>
              <a:gd name="connsiteX14" fmla="*/ 146337 w 338092"/>
              <a:gd name="connsiteY14" fmla="*/ 90330 h 297784"/>
              <a:gd name="connsiteX15" fmla="*/ 121675 w 338092"/>
              <a:gd name="connsiteY15" fmla="*/ 19654 h 297784"/>
              <a:gd name="connsiteX16" fmla="*/ 105265 w 338092"/>
              <a:gd name="connsiteY16" fmla="*/ 17273 h 297784"/>
              <a:gd name="connsiteX17" fmla="*/ 16007 w 338092"/>
              <a:gd name="connsiteY17" fmla="*/ 84424 h 297784"/>
              <a:gd name="connsiteX18" fmla="*/ 21888 w 338092"/>
              <a:gd name="connsiteY18" fmla="*/ 91473 h 297784"/>
              <a:gd name="connsiteX19" fmla="*/ 48921 w 338092"/>
              <a:gd name="connsiteY19" fmla="*/ 80900 h 297784"/>
              <a:gd name="connsiteX20" fmla="*/ 158194 w 338092"/>
              <a:gd name="connsiteY20" fmla="*/ 297689 h 297784"/>
              <a:gd name="connsiteX21" fmla="*/ 146432 w 338092"/>
              <a:gd name="connsiteY21" fmla="*/ 296546 h 297784"/>
              <a:gd name="connsiteX22" fmla="*/ 105265 w 338092"/>
              <a:gd name="connsiteY22" fmla="*/ 258827 h 297784"/>
              <a:gd name="connsiteX23" fmla="*/ 79370 w 338092"/>
              <a:gd name="connsiteY23" fmla="*/ 178722 h 297784"/>
              <a:gd name="connsiteX24" fmla="*/ 51198 w 338092"/>
              <a:gd name="connsiteY24" fmla="*/ 95092 h 297784"/>
              <a:gd name="connsiteX25" fmla="*/ 24164 w 338092"/>
              <a:gd name="connsiteY25" fmla="*/ 106903 h 297784"/>
              <a:gd name="connsiteX26" fmla="*/ 19422 w 338092"/>
              <a:gd name="connsiteY26" fmla="*/ 109284 h 297784"/>
              <a:gd name="connsiteX27" fmla="*/ 14679 w 338092"/>
              <a:gd name="connsiteY27" fmla="*/ 105760 h 297784"/>
              <a:gd name="connsiteX28" fmla="*/ 1779 w 338092"/>
              <a:gd name="connsiteY28" fmla="*/ 89282 h 297784"/>
              <a:gd name="connsiteX29" fmla="*/ 1779 w 338092"/>
              <a:gd name="connsiteY29" fmla="*/ 79852 h 297784"/>
              <a:gd name="connsiteX30" fmla="*/ 102799 w 338092"/>
              <a:gd name="connsiteY30" fmla="*/ 3271 h 297784"/>
              <a:gd name="connsiteX31" fmla="*/ 129832 w 338092"/>
              <a:gd name="connsiteY31" fmla="*/ 7939 h 297784"/>
              <a:gd name="connsiteX32" fmla="*/ 160376 w 338092"/>
              <a:gd name="connsiteY32" fmla="*/ 88044 h 297784"/>
              <a:gd name="connsiteX33" fmla="*/ 166257 w 338092"/>
              <a:gd name="connsiteY33" fmla="*/ 119857 h 297784"/>
              <a:gd name="connsiteX34" fmla="*/ 186271 w 338092"/>
              <a:gd name="connsiteY34" fmla="*/ 179960 h 297784"/>
              <a:gd name="connsiteX35" fmla="*/ 225067 w 338092"/>
              <a:gd name="connsiteY35" fmla="*/ 124620 h 297784"/>
              <a:gd name="connsiteX36" fmla="*/ 226205 w 338092"/>
              <a:gd name="connsiteY36" fmla="*/ 86901 h 297784"/>
              <a:gd name="connsiteX37" fmla="*/ 196800 w 338092"/>
              <a:gd name="connsiteY37" fmla="*/ 89282 h 297784"/>
              <a:gd name="connsiteX38" fmla="*/ 188548 w 338092"/>
              <a:gd name="connsiteY38" fmla="*/ 89282 h 297784"/>
              <a:gd name="connsiteX39" fmla="*/ 186176 w 338092"/>
              <a:gd name="connsiteY39" fmla="*/ 82234 h 297784"/>
              <a:gd name="connsiteX40" fmla="*/ 250772 w 338092"/>
              <a:gd name="connsiteY40" fmla="*/ 5653 h 297784"/>
              <a:gd name="connsiteX41" fmla="*/ 320111 w 338092"/>
              <a:gd name="connsiteY41" fmla="*/ 12701 h 297784"/>
              <a:gd name="connsiteX42" fmla="*/ 336521 w 338092"/>
              <a:gd name="connsiteY42" fmla="*/ 76328 h 297784"/>
              <a:gd name="connsiteX43" fmla="*/ 183805 w 338092"/>
              <a:gd name="connsiteY43" fmla="*/ 289498 h 297784"/>
              <a:gd name="connsiteX44" fmla="*/ 157909 w 338092"/>
              <a:gd name="connsiteY44" fmla="*/ 297784 h 29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38092" h="297784">
                <a:moveTo>
                  <a:pt x="48921" y="80995"/>
                </a:moveTo>
                <a:cubicBezTo>
                  <a:pt x="53664" y="80995"/>
                  <a:pt x="58312" y="82138"/>
                  <a:pt x="61822" y="86901"/>
                </a:cubicBezTo>
                <a:cubicBezTo>
                  <a:pt x="67703" y="92806"/>
                  <a:pt x="75955" y="119857"/>
                  <a:pt x="92365" y="175198"/>
                </a:cubicBezTo>
                <a:cubicBezTo>
                  <a:pt x="102894" y="208154"/>
                  <a:pt x="112379" y="241111"/>
                  <a:pt x="118260" y="251779"/>
                </a:cubicBezTo>
                <a:cubicBezTo>
                  <a:pt x="124141" y="264733"/>
                  <a:pt x="135903" y="278830"/>
                  <a:pt x="151175" y="282354"/>
                </a:cubicBezTo>
                <a:cubicBezTo>
                  <a:pt x="159427" y="284735"/>
                  <a:pt x="167585" y="283497"/>
                  <a:pt x="175837" y="277686"/>
                </a:cubicBezTo>
                <a:cubicBezTo>
                  <a:pt x="202871" y="261208"/>
                  <a:pt x="305124" y="176436"/>
                  <a:pt x="322672" y="73947"/>
                </a:cubicBezTo>
                <a:cubicBezTo>
                  <a:pt x="327415" y="51563"/>
                  <a:pt x="322672" y="33942"/>
                  <a:pt x="310910" y="23274"/>
                </a:cubicBezTo>
                <a:cubicBezTo>
                  <a:pt x="298010" y="12701"/>
                  <a:pt x="276857" y="11463"/>
                  <a:pt x="255705" y="19749"/>
                </a:cubicBezTo>
                <a:cubicBezTo>
                  <a:pt x="235690" y="26798"/>
                  <a:pt x="213400" y="43276"/>
                  <a:pt x="204009" y="71565"/>
                </a:cubicBezTo>
                <a:cubicBezTo>
                  <a:pt x="215771" y="66898"/>
                  <a:pt x="227533" y="69184"/>
                  <a:pt x="235690" y="76233"/>
                </a:cubicBezTo>
                <a:cubicBezTo>
                  <a:pt x="247452" y="88044"/>
                  <a:pt x="248591" y="110428"/>
                  <a:pt x="236829" y="131573"/>
                </a:cubicBezTo>
                <a:cubicBezTo>
                  <a:pt x="203914" y="193962"/>
                  <a:pt x="189781" y="193962"/>
                  <a:pt x="185133" y="193962"/>
                </a:cubicBezTo>
                <a:cubicBezTo>
                  <a:pt x="170999" y="193962"/>
                  <a:pt x="165118" y="172721"/>
                  <a:pt x="152218" y="123286"/>
                </a:cubicBezTo>
                <a:cubicBezTo>
                  <a:pt x="149847" y="113857"/>
                  <a:pt x="148709" y="102046"/>
                  <a:pt x="146337" y="90330"/>
                </a:cubicBezTo>
                <a:cubicBezTo>
                  <a:pt x="141595" y="62040"/>
                  <a:pt x="135808" y="30227"/>
                  <a:pt x="121675" y="19654"/>
                </a:cubicBezTo>
                <a:cubicBezTo>
                  <a:pt x="116932" y="16130"/>
                  <a:pt x="112284" y="16130"/>
                  <a:pt x="105265" y="17273"/>
                </a:cubicBezTo>
                <a:cubicBezTo>
                  <a:pt x="72351" y="23179"/>
                  <a:pt x="28907" y="70232"/>
                  <a:pt x="16007" y="84424"/>
                </a:cubicBezTo>
                <a:lnTo>
                  <a:pt x="21888" y="91473"/>
                </a:lnTo>
                <a:cubicBezTo>
                  <a:pt x="28907" y="86806"/>
                  <a:pt x="39531" y="80900"/>
                  <a:pt x="48921" y="80900"/>
                </a:cubicBezTo>
                <a:close/>
                <a:moveTo>
                  <a:pt x="158194" y="297689"/>
                </a:moveTo>
                <a:cubicBezTo>
                  <a:pt x="154684" y="297689"/>
                  <a:pt x="151175" y="297689"/>
                  <a:pt x="146432" y="296546"/>
                </a:cubicBezTo>
                <a:cubicBezTo>
                  <a:pt x="126418" y="290640"/>
                  <a:pt x="112379" y="273019"/>
                  <a:pt x="105265" y="258827"/>
                </a:cubicBezTo>
                <a:cubicBezTo>
                  <a:pt x="99384" y="247016"/>
                  <a:pt x="89993" y="214059"/>
                  <a:pt x="79370" y="178722"/>
                </a:cubicBezTo>
                <a:cubicBezTo>
                  <a:pt x="68841" y="145765"/>
                  <a:pt x="54708" y="100998"/>
                  <a:pt x="51198" y="95092"/>
                </a:cubicBezTo>
                <a:cubicBezTo>
                  <a:pt x="48826" y="92711"/>
                  <a:pt x="35926" y="98617"/>
                  <a:pt x="24164" y="106903"/>
                </a:cubicBezTo>
                <a:cubicBezTo>
                  <a:pt x="23026" y="108046"/>
                  <a:pt x="20655" y="109284"/>
                  <a:pt x="19422" y="109284"/>
                </a:cubicBezTo>
                <a:cubicBezTo>
                  <a:pt x="17050" y="108142"/>
                  <a:pt x="15912" y="108142"/>
                  <a:pt x="14679" y="105760"/>
                </a:cubicBezTo>
                <a:lnTo>
                  <a:pt x="1779" y="89282"/>
                </a:lnTo>
                <a:cubicBezTo>
                  <a:pt x="-593" y="85758"/>
                  <a:pt x="-593" y="82234"/>
                  <a:pt x="1779" y="79852"/>
                </a:cubicBezTo>
                <a:cubicBezTo>
                  <a:pt x="4150" y="77471"/>
                  <a:pt x="59355" y="11558"/>
                  <a:pt x="102799" y="3271"/>
                </a:cubicBezTo>
                <a:cubicBezTo>
                  <a:pt x="113328" y="890"/>
                  <a:pt x="121580" y="3271"/>
                  <a:pt x="129832" y="7939"/>
                </a:cubicBezTo>
                <a:cubicBezTo>
                  <a:pt x="148614" y="22036"/>
                  <a:pt x="154495" y="56230"/>
                  <a:pt x="160376" y="88044"/>
                </a:cubicBezTo>
                <a:cubicBezTo>
                  <a:pt x="161514" y="99855"/>
                  <a:pt x="163885" y="110428"/>
                  <a:pt x="166257" y="119857"/>
                </a:cubicBezTo>
                <a:cubicBezTo>
                  <a:pt x="170999" y="137479"/>
                  <a:pt x="180390" y="175198"/>
                  <a:pt x="186271" y="179960"/>
                </a:cubicBezTo>
                <a:cubicBezTo>
                  <a:pt x="189781" y="178817"/>
                  <a:pt x="202681" y="167006"/>
                  <a:pt x="225067" y="124620"/>
                </a:cubicBezTo>
                <a:cubicBezTo>
                  <a:pt x="234457" y="106998"/>
                  <a:pt x="232086" y="92806"/>
                  <a:pt x="226205" y="86901"/>
                </a:cubicBezTo>
                <a:cubicBezTo>
                  <a:pt x="220324" y="80995"/>
                  <a:pt x="208562" y="82234"/>
                  <a:pt x="196800" y="89282"/>
                </a:cubicBezTo>
                <a:cubicBezTo>
                  <a:pt x="194429" y="91663"/>
                  <a:pt x="190919" y="91663"/>
                  <a:pt x="188548" y="89282"/>
                </a:cubicBezTo>
                <a:cubicBezTo>
                  <a:pt x="186176" y="88139"/>
                  <a:pt x="185038" y="85758"/>
                  <a:pt x="186176" y="82234"/>
                </a:cubicBezTo>
                <a:cubicBezTo>
                  <a:pt x="193195" y="40990"/>
                  <a:pt x="223739" y="16321"/>
                  <a:pt x="250772" y="5653"/>
                </a:cubicBezTo>
                <a:cubicBezTo>
                  <a:pt x="276668" y="-3777"/>
                  <a:pt x="302468" y="-1396"/>
                  <a:pt x="320111" y="12701"/>
                </a:cubicBezTo>
                <a:cubicBezTo>
                  <a:pt x="330640" y="22131"/>
                  <a:pt x="342402" y="40990"/>
                  <a:pt x="336521" y="76328"/>
                </a:cubicBezTo>
                <a:cubicBezTo>
                  <a:pt x="317740" y="183484"/>
                  <a:pt x="210838" y="271781"/>
                  <a:pt x="183805" y="289498"/>
                </a:cubicBezTo>
                <a:cubicBezTo>
                  <a:pt x="175552" y="295403"/>
                  <a:pt x="167395" y="297784"/>
                  <a:pt x="157909" y="29778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2" name="Graphic 118">
            <a:extLst>
              <a:ext uri="{FF2B5EF4-FFF2-40B4-BE49-F238E27FC236}">
                <a16:creationId xmlns:a16="http://schemas.microsoft.com/office/drawing/2014/main" id="{6943B828-6523-6B38-697A-45FA2C1BA43D}"/>
              </a:ext>
            </a:extLst>
          </p:cNvPr>
          <p:cNvSpPr/>
          <p:nvPr/>
        </p:nvSpPr>
        <p:spPr>
          <a:xfrm>
            <a:off x="7123577" y="1523292"/>
            <a:ext cx="457701" cy="403133"/>
          </a:xfrm>
          <a:custGeom>
            <a:avLst/>
            <a:gdLst>
              <a:gd name="connsiteX0" fmla="*/ 48921 w 338092"/>
              <a:gd name="connsiteY0" fmla="*/ 80995 h 297784"/>
              <a:gd name="connsiteX1" fmla="*/ 61822 w 338092"/>
              <a:gd name="connsiteY1" fmla="*/ 86901 h 297784"/>
              <a:gd name="connsiteX2" fmla="*/ 92365 w 338092"/>
              <a:gd name="connsiteY2" fmla="*/ 175198 h 297784"/>
              <a:gd name="connsiteX3" fmla="*/ 118260 w 338092"/>
              <a:gd name="connsiteY3" fmla="*/ 251779 h 297784"/>
              <a:gd name="connsiteX4" fmla="*/ 151175 w 338092"/>
              <a:gd name="connsiteY4" fmla="*/ 282354 h 297784"/>
              <a:gd name="connsiteX5" fmla="*/ 175837 w 338092"/>
              <a:gd name="connsiteY5" fmla="*/ 277686 h 297784"/>
              <a:gd name="connsiteX6" fmla="*/ 322672 w 338092"/>
              <a:gd name="connsiteY6" fmla="*/ 73947 h 297784"/>
              <a:gd name="connsiteX7" fmla="*/ 310910 w 338092"/>
              <a:gd name="connsiteY7" fmla="*/ 23274 h 297784"/>
              <a:gd name="connsiteX8" fmla="*/ 255705 w 338092"/>
              <a:gd name="connsiteY8" fmla="*/ 19749 h 297784"/>
              <a:gd name="connsiteX9" fmla="*/ 204009 w 338092"/>
              <a:gd name="connsiteY9" fmla="*/ 71565 h 297784"/>
              <a:gd name="connsiteX10" fmla="*/ 235690 w 338092"/>
              <a:gd name="connsiteY10" fmla="*/ 76233 h 297784"/>
              <a:gd name="connsiteX11" fmla="*/ 236829 w 338092"/>
              <a:gd name="connsiteY11" fmla="*/ 131573 h 297784"/>
              <a:gd name="connsiteX12" fmla="*/ 185133 w 338092"/>
              <a:gd name="connsiteY12" fmla="*/ 193962 h 297784"/>
              <a:gd name="connsiteX13" fmla="*/ 152218 w 338092"/>
              <a:gd name="connsiteY13" fmla="*/ 123286 h 297784"/>
              <a:gd name="connsiteX14" fmla="*/ 146337 w 338092"/>
              <a:gd name="connsiteY14" fmla="*/ 90330 h 297784"/>
              <a:gd name="connsiteX15" fmla="*/ 121675 w 338092"/>
              <a:gd name="connsiteY15" fmla="*/ 19654 h 297784"/>
              <a:gd name="connsiteX16" fmla="*/ 105265 w 338092"/>
              <a:gd name="connsiteY16" fmla="*/ 17273 h 297784"/>
              <a:gd name="connsiteX17" fmla="*/ 16007 w 338092"/>
              <a:gd name="connsiteY17" fmla="*/ 84424 h 297784"/>
              <a:gd name="connsiteX18" fmla="*/ 21888 w 338092"/>
              <a:gd name="connsiteY18" fmla="*/ 91473 h 297784"/>
              <a:gd name="connsiteX19" fmla="*/ 48921 w 338092"/>
              <a:gd name="connsiteY19" fmla="*/ 80900 h 297784"/>
              <a:gd name="connsiteX20" fmla="*/ 158194 w 338092"/>
              <a:gd name="connsiteY20" fmla="*/ 297689 h 297784"/>
              <a:gd name="connsiteX21" fmla="*/ 146432 w 338092"/>
              <a:gd name="connsiteY21" fmla="*/ 296546 h 297784"/>
              <a:gd name="connsiteX22" fmla="*/ 105265 w 338092"/>
              <a:gd name="connsiteY22" fmla="*/ 258827 h 297784"/>
              <a:gd name="connsiteX23" fmla="*/ 79370 w 338092"/>
              <a:gd name="connsiteY23" fmla="*/ 178722 h 297784"/>
              <a:gd name="connsiteX24" fmla="*/ 51198 w 338092"/>
              <a:gd name="connsiteY24" fmla="*/ 95092 h 297784"/>
              <a:gd name="connsiteX25" fmla="*/ 24164 w 338092"/>
              <a:gd name="connsiteY25" fmla="*/ 106903 h 297784"/>
              <a:gd name="connsiteX26" fmla="*/ 19422 w 338092"/>
              <a:gd name="connsiteY26" fmla="*/ 109284 h 297784"/>
              <a:gd name="connsiteX27" fmla="*/ 14679 w 338092"/>
              <a:gd name="connsiteY27" fmla="*/ 105760 h 297784"/>
              <a:gd name="connsiteX28" fmla="*/ 1779 w 338092"/>
              <a:gd name="connsiteY28" fmla="*/ 89282 h 297784"/>
              <a:gd name="connsiteX29" fmla="*/ 1779 w 338092"/>
              <a:gd name="connsiteY29" fmla="*/ 79852 h 297784"/>
              <a:gd name="connsiteX30" fmla="*/ 102799 w 338092"/>
              <a:gd name="connsiteY30" fmla="*/ 3271 h 297784"/>
              <a:gd name="connsiteX31" fmla="*/ 129832 w 338092"/>
              <a:gd name="connsiteY31" fmla="*/ 7939 h 297784"/>
              <a:gd name="connsiteX32" fmla="*/ 160376 w 338092"/>
              <a:gd name="connsiteY32" fmla="*/ 88044 h 297784"/>
              <a:gd name="connsiteX33" fmla="*/ 166257 w 338092"/>
              <a:gd name="connsiteY33" fmla="*/ 119857 h 297784"/>
              <a:gd name="connsiteX34" fmla="*/ 186271 w 338092"/>
              <a:gd name="connsiteY34" fmla="*/ 179960 h 297784"/>
              <a:gd name="connsiteX35" fmla="*/ 225067 w 338092"/>
              <a:gd name="connsiteY35" fmla="*/ 124620 h 297784"/>
              <a:gd name="connsiteX36" fmla="*/ 226205 w 338092"/>
              <a:gd name="connsiteY36" fmla="*/ 86901 h 297784"/>
              <a:gd name="connsiteX37" fmla="*/ 196800 w 338092"/>
              <a:gd name="connsiteY37" fmla="*/ 89282 h 297784"/>
              <a:gd name="connsiteX38" fmla="*/ 188548 w 338092"/>
              <a:gd name="connsiteY38" fmla="*/ 89282 h 297784"/>
              <a:gd name="connsiteX39" fmla="*/ 186176 w 338092"/>
              <a:gd name="connsiteY39" fmla="*/ 82234 h 297784"/>
              <a:gd name="connsiteX40" fmla="*/ 250772 w 338092"/>
              <a:gd name="connsiteY40" fmla="*/ 5653 h 297784"/>
              <a:gd name="connsiteX41" fmla="*/ 320111 w 338092"/>
              <a:gd name="connsiteY41" fmla="*/ 12701 h 297784"/>
              <a:gd name="connsiteX42" fmla="*/ 336521 w 338092"/>
              <a:gd name="connsiteY42" fmla="*/ 76328 h 297784"/>
              <a:gd name="connsiteX43" fmla="*/ 183805 w 338092"/>
              <a:gd name="connsiteY43" fmla="*/ 289498 h 297784"/>
              <a:gd name="connsiteX44" fmla="*/ 157909 w 338092"/>
              <a:gd name="connsiteY44" fmla="*/ 297784 h 29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38092" h="297784">
                <a:moveTo>
                  <a:pt x="48921" y="80995"/>
                </a:moveTo>
                <a:cubicBezTo>
                  <a:pt x="53664" y="80995"/>
                  <a:pt x="58312" y="82138"/>
                  <a:pt x="61822" y="86901"/>
                </a:cubicBezTo>
                <a:cubicBezTo>
                  <a:pt x="67703" y="92806"/>
                  <a:pt x="75955" y="119857"/>
                  <a:pt x="92365" y="175198"/>
                </a:cubicBezTo>
                <a:cubicBezTo>
                  <a:pt x="102894" y="208154"/>
                  <a:pt x="112379" y="241111"/>
                  <a:pt x="118260" y="251779"/>
                </a:cubicBezTo>
                <a:cubicBezTo>
                  <a:pt x="124141" y="264733"/>
                  <a:pt x="135903" y="278830"/>
                  <a:pt x="151175" y="282354"/>
                </a:cubicBezTo>
                <a:cubicBezTo>
                  <a:pt x="159427" y="284735"/>
                  <a:pt x="167585" y="283497"/>
                  <a:pt x="175837" y="277686"/>
                </a:cubicBezTo>
                <a:cubicBezTo>
                  <a:pt x="202871" y="261208"/>
                  <a:pt x="305124" y="176436"/>
                  <a:pt x="322672" y="73947"/>
                </a:cubicBezTo>
                <a:cubicBezTo>
                  <a:pt x="327415" y="51563"/>
                  <a:pt x="322672" y="33942"/>
                  <a:pt x="310910" y="23274"/>
                </a:cubicBezTo>
                <a:cubicBezTo>
                  <a:pt x="298010" y="12701"/>
                  <a:pt x="276857" y="11463"/>
                  <a:pt x="255705" y="19749"/>
                </a:cubicBezTo>
                <a:cubicBezTo>
                  <a:pt x="235690" y="26798"/>
                  <a:pt x="213400" y="43276"/>
                  <a:pt x="204009" y="71565"/>
                </a:cubicBezTo>
                <a:cubicBezTo>
                  <a:pt x="215771" y="66898"/>
                  <a:pt x="227533" y="69184"/>
                  <a:pt x="235690" y="76233"/>
                </a:cubicBezTo>
                <a:cubicBezTo>
                  <a:pt x="247452" y="88044"/>
                  <a:pt x="248591" y="110428"/>
                  <a:pt x="236829" y="131573"/>
                </a:cubicBezTo>
                <a:cubicBezTo>
                  <a:pt x="203914" y="193962"/>
                  <a:pt x="189781" y="193962"/>
                  <a:pt x="185133" y="193962"/>
                </a:cubicBezTo>
                <a:cubicBezTo>
                  <a:pt x="170999" y="193962"/>
                  <a:pt x="165118" y="172721"/>
                  <a:pt x="152218" y="123286"/>
                </a:cubicBezTo>
                <a:cubicBezTo>
                  <a:pt x="149847" y="113857"/>
                  <a:pt x="148709" y="102046"/>
                  <a:pt x="146337" y="90330"/>
                </a:cubicBezTo>
                <a:cubicBezTo>
                  <a:pt x="141595" y="62040"/>
                  <a:pt x="135808" y="30227"/>
                  <a:pt x="121675" y="19654"/>
                </a:cubicBezTo>
                <a:cubicBezTo>
                  <a:pt x="116932" y="16130"/>
                  <a:pt x="112284" y="16130"/>
                  <a:pt x="105265" y="17273"/>
                </a:cubicBezTo>
                <a:cubicBezTo>
                  <a:pt x="72351" y="23179"/>
                  <a:pt x="28907" y="70232"/>
                  <a:pt x="16007" y="84424"/>
                </a:cubicBezTo>
                <a:lnTo>
                  <a:pt x="21888" y="91473"/>
                </a:lnTo>
                <a:cubicBezTo>
                  <a:pt x="28907" y="86806"/>
                  <a:pt x="39531" y="80900"/>
                  <a:pt x="48921" y="80900"/>
                </a:cubicBezTo>
                <a:close/>
                <a:moveTo>
                  <a:pt x="158194" y="297689"/>
                </a:moveTo>
                <a:cubicBezTo>
                  <a:pt x="154684" y="297689"/>
                  <a:pt x="151175" y="297689"/>
                  <a:pt x="146432" y="296546"/>
                </a:cubicBezTo>
                <a:cubicBezTo>
                  <a:pt x="126418" y="290640"/>
                  <a:pt x="112379" y="273019"/>
                  <a:pt x="105265" y="258827"/>
                </a:cubicBezTo>
                <a:cubicBezTo>
                  <a:pt x="99384" y="247016"/>
                  <a:pt x="89993" y="214059"/>
                  <a:pt x="79370" y="178722"/>
                </a:cubicBezTo>
                <a:cubicBezTo>
                  <a:pt x="68841" y="145765"/>
                  <a:pt x="54708" y="100998"/>
                  <a:pt x="51198" y="95092"/>
                </a:cubicBezTo>
                <a:cubicBezTo>
                  <a:pt x="48826" y="92711"/>
                  <a:pt x="35926" y="98617"/>
                  <a:pt x="24164" y="106903"/>
                </a:cubicBezTo>
                <a:cubicBezTo>
                  <a:pt x="23026" y="108046"/>
                  <a:pt x="20655" y="109284"/>
                  <a:pt x="19422" y="109284"/>
                </a:cubicBezTo>
                <a:cubicBezTo>
                  <a:pt x="17050" y="108142"/>
                  <a:pt x="15912" y="108142"/>
                  <a:pt x="14679" y="105760"/>
                </a:cubicBezTo>
                <a:lnTo>
                  <a:pt x="1779" y="89282"/>
                </a:lnTo>
                <a:cubicBezTo>
                  <a:pt x="-593" y="85758"/>
                  <a:pt x="-593" y="82234"/>
                  <a:pt x="1779" y="79852"/>
                </a:cubicBezTo>
                <a:cubicBezTo>
                  <a:pt x="4150" y="77471"/>
                  <a:pt x="59355" y="11558"/>
                  <a:pt x="102799" y="3271"/>
                </a:cubicBezTo>
                <a:cubicBezTo>
                  <a:pt x="113328" y="890"/>
                  <a:pt x="121580" y="3271"/>
                  <a:pt x="129832" y="7939"/>
                </a:cubicBezTo>
                <a:cubicBezTo>
                  <a:pt x="148614" y="22036"/>
                  <a:pt x="154495" y="56230"/>
                  <a:pt x="160376" y="88044"/>
                </a:cubicBezTo>
                <a:cubicBezTo>
                  <a:pt x="161514" y="99855"/>
                  <a:pt x="163885" y="110428"/>
                  <a:pt x="166257" y="119857"/>
                </a:cubicBezTo>
                <a:cubicBezTo>
                  <a:pt x="170999" y="137479"/>
                  <a:pt x="180390" y="175198"/>
                  <a:pt x="186271" y="179960"/>
                </a:cubicBezTo>
                <a:cubicBezTo>
                  <a:pt x="189781" y="178817"/>
                  <a:pt x="202681" y="167006"/>
                  <a:pt x="225067" y="124620"/>
                </a:cubicBezTo>
                <a:cubicBezTo>
                  <a:pt x="234457" y="106998"/>
                  <a:pt x="232086" y="92806"/>
                  <a:pt x="226205" y="86901"/>
                </a:cubicBezTo>
                <a:cubicBezTo>
                  <a:pt x="220324" y="80995"/>
                  <a:pt x="208562" y="82234"/>
                  <a:pt x="196800" y="89282"/>
                </a:cubicBezTo>
                <a:cubicBezTo>
                  <a:pt x="194429" y="91663"/>
                  <a:pt x="190919" y="91663"/>
                  <a:pt x="188548" y="89282"/>
                </a:cubicBezTo>
                <a:cubicBezTo>
                  <a:pt x="186176" y="88139"/>
                  <a:pt x="185038" y="85758"/>
                  <a:pt x="186176" y="82234"/>
                </a:cubicBezTo>
                <a:cubicBezTo>
                  <a:pt x="193195" y="40990"/>
                  <a:pt x="223739" y="16321"/>
                  <a:pt x="250772" y="5653"/>
                </a:cubicBezTo>
                <a:cubicBezTo>
                  <a:pt x="276668" y="-3777"/>
                  <a:pt x="302468" y="-1396"/>
                  <a:pt x="320111" y="12701"/>
                </a:cubicBezTo>
                <a:cubicBezTo>
                  <a:pt x="330640" y="22131"/>
                  <a:pt x="342402" y="40990"/>
                  <a:pt x="336521" y="76328"/>
                </a:cubicBezTo>
                <a:cubicBezTo>
                  <a:pt x="317740" y="183484"/>
                  <a:pt x="210838" y="271781"/>
                  <a:pt x="183805" y="289498"/>
                </a:cubicBezTo>
                <a:cubicBezTo>
                  <a:pt x="175552" y="295403"/>
                  <a:pt x="167395" y="297784"/>
                  <a:pt x="157909" y="29778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3" name="Graphic 118">
            <a:extLst>
              <a:ext uri="{FF2B5EF4-FFF2-40B4-BE49-F238E27FC236}">
                <a16:creationId xmlns:a16="http://schemas.microsoft.com/office/drawing/2014/main" id="{D404233E-9791-6EB3-7BE6-3CDCA1C6CEB1}"/>
              </a:ext>
            </a:extLst>
          </p:cNvPr>
          <p:cNvSpPr/>
          <p:nvPr/>
        </p:nvSpPr>
        <p:spPr>
          <a:xfrm>
            <a:off x="7885577" y="1523292"/>
            <a:ext cx="457701" cy="403133"/>
          </a:xfrm>
          <a:custGeom>
            <a:avLst/>
            <a:gdLst>
              <a:gd name="connsiteX0" fmla="*/ 48921 w 338092"/>
              <a:gd name="connsiteY0" fmla="*/ 80995 h 297784"/>
              <a:gd name="connsiteX1" fmla="*/ 61822 w 338092"/>
              <a:gd name="connsiteY1" fmla="*/ 86901 h 297784"/>
              <a:gd name="connsiteX2" fmla="*/ 92365 w 338092"/>
              <a:gd name="connsiteY2" fmla="*/ 175198 h 297784"/>
              <a:gd name="connsiteX3" fmla="*/ 118260 w 338092"/>
              <a:gd name="connsiteY3" fmla="*/ 251779 h 297784"/>
              <a:gd name="connsiteX4" fmla="*/ 151175 w 338092"/>
              <a:gd name="connsiteY4" fmla="*/ 282354 h 297784"/>
              <a:gd name="connsiteX5" fmla="*/ 175837 w 338092"/>
              <a:gd name="connsiteY5" fmla="*/ 277686 h 297784"/>
              <a:gd name="connsiteX6" fmla="*/ 322672 w 338092"/>
              <a:gd name="connsiteY6" fmla="*/ 73947 h 297784"/>
              <a:gd name="connsiteX7" fmla="*/ 310910 w 338092"/>
              <a:gd name="connsiteY7" fmla="*/ 23274 h 297784"/>
              <a:gd name="connsiteX8" fmla="*/ 255705 w 338092"/>
              <a:gd name="connsiteY8" fmla="*/ 19749 h 297784"/>
              <a:gd name="connsiteX9" fmla="*/ 204009 w 338092"/>
              <a:gd name="connsiteY9" fmla="*/ 71565 h 297784"/>
              <a:gd name="connsiteX10" fmla="*/ 235690 w 338092"/>
              <a:gd name="connsiteY10" fmla="*/ 76233 h 297784"/>
              <a:gd name="connsiteX11" fmla="*/ 236829 w 338092"/>
              <a:gd name="connsiteY11" fmla="*/ 131573 h 297784"/>
              <a:gd name="connsiteX12" fmla="*/ 185133 w 338092"/>
              <a:gd name="connsiteY12" fmla="*/ 193962 h 297784"/>
              <a:gd name="connsiteX13" fmla="*/ 152218 w 338092"/>
              <a:gd name="connsiteY13" fmla="*/ 123286 h 297784"/>
              <a:gd name="connsiteX14" fmla="*/ 146337 w 338092"/>
              <a:gd name="connsiteY14" fmla="*/ 90330 h 297784"/>
              <a:gd name="connsiteX15" fmla="*/ 121675 w 338092"/>
              <a:gd name="connsiteY15" fmla="*/ 19654 h 297784"/>
              <a:gd name="connsiteX16" fmla="*/ 105265 w 338092"/>
              <a:gd name="connsiteY16" fmla="*/ 17273 h 297784"/>
              <a:gd name="connsiteX17" fmla="*/ 16007 w 338092"/>
              <a:gd name="connsiteY17" fmla="*/ 84424 h 297784"/>
              <a:gd name="connsiteX18" fmla="*/ 21888 w 338092"/>
              <a:gd name="connsiteY18" fmla="*/ 91473 h 297784"/>
              <a:gd name="connsiteX19" fmla="*/ 48921 w 338092"/>
              <a:gd name="connsiteY19" fmla="*/ 80900 h 297784"/>
              <a:gd name="connsiteX20" fmla="*/ 158194 w 338092"/>
              <a:gd name="connsiteY20" fmla="*/ 297689 h 297784"/>
              <a:gd name="connsiteX21" fmla="*/ 146432 w 338092"/>
              <a:gd name="connsiteY21" fmla="*/ 296546 h 297784"/>
              <a:gd name="connsiteX22" fmla="*/ 105265 w 338092"/>
              <a:gd name="connsiteY22" fmla="*/ 258827 h 297784"/>
              <a:gd name="connsiteX23" fmla="*/ 79370 w 338092"/>
              <a:gd name="connsiteY23" fmla="*/ 178722 h 297784"/>
              <a:gd name="connsiteX24" fmla="*/ 51198 w 338092"/>
              <a:gd name="connsiteY24" fmla="*/ 95092 h 297784"/>
              <a:gd name="connsiteX25" fmla="*/ 24164 w 338092"/>
              <a:gd name="connsiteY25" fmla="*/ 106903 h 297784"/>
              <a:gd name="connsiteX26" fmla="*/ 19422 w 338092"/>
              <a:gd name="connsiteY26" fmla="*/ 109284 h 297784"/>
              <a:gd name="connsiteX27" fmla="*/ 14679 w 338092"/>
              <a:gd name="connsiteY27" fmla="*/ 105760 h 297784"/>
              <a:gd name="connsiteX28" fmla="*/ 1779 w 338092"/>
              <a:gd name="connsiteY28" fmla="*/ 89282 h 297784"/>
              <a:gd name="connsiteX29" fmla="*/ 1779 w 338092"/>
              <a:gd name="connsiteY29" fmla="*/ 79852 h 297784"/>
              <a:gd name="connsiteX30" fmla="*/ 102799 w 338092"/>
              <a:gd name="connsiteY30" fmla="*/ 3271 h 297784"/>
              <a:gd name="connsiteX31" fmla="*/ 129832 w 338092"/>
              <a:gd name="connsiteY31" fmla="*/ 7939 h 297784"/>
              <a:gd name="connsiteX32" fmla="*/ 160376 w 338092"/>
              <a:gd name="connsiteY32" fmla="*/ 88044 h 297784"/>
              <a:gd name="connsiteX33" fmla="*/ 166257 w 338092"/>
              <a:gd name="connsiteY33" fmla="*/ 119857 h 297784"/>
              <a:gd name="connsiteX34" fmla="*/ 186271 w 338092"/>
              <a:gd name="connsiteY34" fmla="*/ 179960 h 297784"/>
              <a:gd name="connsiteX35" fmla="*/ 225067 w 338092"/>
              <a:gd name="connsiteY35" fmla="*/ 124620 h 297784"/>
              <a:gd name="connsiteX36" fmla="*/ 226205 w 338092"/>
              <a:gd name="connsiteY36" fmla="*/ 86901 h 297784"/>
              <a:gd name="connsiteX37" fmla="*/ 196800 w 338092"/>
              <a:gd name="connsiteY37" fmla="*/ 89282 h 297784"/>
              <a:gd name="connsiteX38" fmla="*/ 188548 w 338092"/>
              <a:gd name="connsiteY38" fmla="*/ 89282 h 297784"/>
              <a:gd name="connsiteX39" fmla="*/ 186176 w 338092"/>
              <a:gd name="connsiteY39" fmla="*/ 82234 h 297784"/>
              <a:gd name="connsiteX40" fmla="*/ 250772 w 338092"/>
              <a:gd name="connsiteY40" fmla="*/ 5653 h 297784"/>
              <a:gd name="connsiteX41" fmla="*/ 320111 w 338092"/>
              <a:gd name="connsiteY41" fmla="*/ 12701 h 297784"/>
              <a:gd name="connsiteX42" fmla="*/ 336521 w 338092"/>
              <a:gd name="connsiteY42" fmla="*/ 76328 h 297784"/>
              <a:gd name="connsiteX43" fmla="*/ 183805 w 338092"/>
              <a:gd name="connsiteY43" fmla="*/ 289498 h 297784"/>
              <a:gd name="connsiteX44" fmla="*/ 157909 w 338092"/>
              <a:gd name="connsiteY44" fmla="*/ 297784 h 29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38092" h="297784">
                <a:moveTo>
                  <a:pt x="48921" y="80995"/>
                </a:moveTo>
                <a:cubicBezTo>
                  <a:pt x="53664" y="80995"/>
                  <a:pt x="58312" y="82138"/>
                  <a:pt x="61822" y="86901"/>
                </a:cubicBezTo>
                <a:cubicBezTo>
                  <a:pt x="67703" y="92806"/>
                  <a:pt x="75955" y="119857"/>
                  <a:pt x="92365" y="175198"/>
                </a:cubicBezTo>
                <a:cubicBezTo>
                  <a:pt x="102894" y="208154"/>
                  <a:pt x="112379" y="241111"/>
                  <a:pt x="118260" y="251779"/>
                </a:cubicBezTo>
                <a:cubicBezTo>
                  <a:pt x="124141" y="264733"/>
                  <a:pt x="135903" y="278830"/>
                  <a:pt x="151175" y="282354"/>
                </a:cubicBezTo>
                <a:cubicBezTo>
                  <a:pt x="159427" y="284735"/>
                  <a:pt x="167585" y="283497"/>
                  <a:pt x="175837" y="277686"/>
                </a:cubicBezTo>
                <a:cubicBezTo>
                  <a:pt x="202871" y="261208"/>
                  <a:pt x="305124" y="176436"/>
                  <a:pt x="322672" y="73947"/>
                </a:cubicBezTo>
                <a:cubicBezTo>
                  <a:pt x="327415" y="51563"/>
                  <a:pt x="322672" y="33942"/>
                  <a:pt x="310910" y="23274"/>
                </a:cubicBezTo>
                <a:cubicBezTo>
                  <a:pt x="298010" y="12701"/>
                  <a:pt x="276857" y="11463"/>
                  <a:pt x="255705" y="19749"/>
                </a:cubicBezTo>
                <a:cubicBezTo>
                  <a:pt x="235690" y="26798"/>
                  <a:pt x="213400" y="43276"/>
                  <a:pt x="204009" y="71565"/>
                </a:cubicBezTo>
                <a:cubicBezTo>
                  <a:pt x="215771" y="66898"/>
                  <a:pt x="227533" y="69184"/>
                  <a:pt x="235690" y="76233"/>
                </a:cubicBezTo>
                <a:cubicBezTo>
                  <a:pt x="247452" y="88044"/>
                  <a:pt x="248591" y="110428"/>
                  <a:pt x="236829" y="131573"/>
                </a:cubicBezTo>
                <a:cubicBezTo>
                  <a:pt x="203914" y="193962"/>
                  <a:pt x="189781" y="193962"/>
                  <a:pt x="185133" y="193962"/>
                </a:cubicBezTo>
                <a:cubicBezTo>
                  <a:pt x="170999" y="193962"/>
                  <a:pt x="165118" y="172721"/>
                  <a:pt x="152218" y="123286"/>
                </a:cubicBezTo>
                <a:cubicBezTo>
                  <a:pt x="149847" y="113857"/>
                  <a:pt x="148709" y="102046"/>
                  <a:pt x="146337" y="90330"/>
                </a:cubicBezTo>
                <a:cubicBezTo>
                  <a:pt x="141595" y="62040"/>
                  <a:pt x="135808" y="30227"/>
                  <a:pt x="121675" y="19654"/>
                </a:cubicBezTo>
                <a:cubicBezTo>
                  <a:pt x="116932" y="16130"/>
                  <a:pt x="112284" y="16130"/>
                  <a:pt x="105265" y="17273"/>
                </a:cubicBezTo>
                <a:cubicBezTo>
                  <a:pt x="72351" y="23179"/>
                  <a:pt x="28907" y="70232"/>
                  <a:pt x="16007" y="84424"/>
                </a:cubicBezTo>
                <a:lnTo>
                  <a:pt x="21888" y="91473"/>
                </a:lnTo>
                <a:cubicBezTo>
                  <a:pt x="28907" y="86806"/>
                  <a:pt x="39531" y="80900"/>
                  <a:pt x="48921" y="80900"/>
                </a:cubicBezTo>
                <a:close/>
                <a:moveTo>
                  <a:pt x="158194" y="297689"/>
                </a:moveTo>
                <a:cubicBezTo>
                  <a:pt x="154684" y="297689"/>
                  <a:pt x="151175" y="297689"/>
                  <a:pt x="146432" y="296546"/>
                </a:cubicBezTo>
                <a:cubicBezTo>
                  <a:pt x="126418" y="290640"/>
                  <a:pt x="112379" y="273019"/>
                  <a:pt x="105265" y="258827"/>
                </a:cubicBezTo>
                <a:cubicBezTo>
                  <a:pt x="99384" y="247016"/>
                  <a:pt x="89993" y="214059"/>
                  <a:pt x="79370" y="178722"/>
                </a:cubicBezTo>
                <a:cubicBezTo>
                  <a:pt x="68841" y="145765"/>
                  <a:pt x="54708" y="100998"/>
                  <a:pt x="51198" y="95092"/>
                </a:cubicBezTo>
                <a:cubicBezTo>
                  <a:pt x="48826" y="92711"/>
                  <a:pt x="35926" y="98617"/>
                  <a:pt x="24164" y="106903"/>
                </a:cubicBezTo>
                <a:cubicBezTo>
                  <a:pt x="23026" y="108046"/>
                  <a:pt x="20655" y="109284"/>
                  <a:pt x="19422" y="109284"/>
                </a:cubicBezTo>
                <a:cubicBezTo>
                  <a:pt x="17050" y="108142"/>
                  <a:pt x="15912" y="108142"/>
                  <a:pt x="14679" y="105760"/>
                </a:cubicBezTo>
                <a:lnTo>
                  <a:pt x="1779" y="89282"/>
                </a:lnTo>
                <a:cubicBezTo>
                  <a:pt x="-593" y="85758"/>
                  <a:pt x="-593" y="82234"/>
                  <a:pt x="1779" y="79852"/>
                </a:cubicBezTo>
                <a:cubicBezTo>
                  <a:pt x="4150" y="77471"/>
                  <a:pt x="59355" y="11558"/>
                  <a:pt x="102799" y="3271"/>
                </a:cubicBezTo>
                <a:cubicBezTo>
                  <a:pt x="113328" y="890"/>
                  <a:pt x="121580" y="3271"/>
                  <a:pt x="129832" y="7939"/>
                </a:cubicBezTo>
                <a:cubicBezTo>
                  <a:pt x="148614" y="22036"/>
                  <a:pt x="154495" y="56230"/>
                  <a:pt x="160376" y="88044"/>
                </a:cubicBezTo>
                <a:cubicBezTo>
                  <a:pt x="161514" y="99855"/>
                  <a:pt x="163885" y="110428"/>
                  <a:pt x="166257" y="119857"/>
                </a:cubicBezTo>
                <a:cubicBezTo>
                  <a:pt x="170999" y="137479"/>
                  <a:pt x="180390" y="175198"/>
                  <a:pt x="186271" y="179960"/>
                </a:cubicBezTo>
                <a:cubicBezTo>
                  <a:pt x="189781" y="178817"/>
                  <a:pt x="202681" y="167006"/>
                  <a:pt x="225067" y="124620"/>
                </a:cubicBezTo>
                <a:cubicBezTo>
                  <a:pt x="234457" y="106998"/>
                  <a:pt x="232086" y="92806"/>
                  <a:pt x="226205" y="86901"/>
                </a:cubicBezTo>
                <a:cubicBezTo>
                  <a:pt x="220324" y="80995"/>
                  <a:pt x="208562" y="82234"/>
                  <a:pt x="196800" y="89282"/>
                </a:cubicBezTo>
                <a:cubicBezTo>
                  <a:pt x="194429" y="91663"/>
                  <a:pt x="190919" y="91663"/>
                  <a:pt x="188548" y="89282"/>
                </a:cubicBezTo>
                <a:cubicBezTo>
                  <a:pt x="186176" y="88139"/>
                  <a:pt x="185038" y="85758"/>
                  <a:pt x="186176" y="82234"/>
                </a:cubicBezTo>
                <a:cubicBezTo>
                  <a:pt x="193195" y="40990"/>
                  <a:pt x="223739" y="16321"/>
                  <a:pt x="250772" y="5653"/>
                </a:cubicBezTo>
                <a:cubicBezTo>
                  <a:pt x="276668" y="-3777"/>
                  <a:pt x="302468" y="-1396"/>
                  <a:pt x="320111" y="12701"/>
                </a:cubicBezTo>
                <a:cubicBezTo>
                  <a:pt x="330640" y="22131"/>
                  <a:pt x="342402" y="40990"/>
                  <a:pt x="336521" y="76328"/>
                </a:cubicBezTo>
                <a:cubicBezTo>
                  <a:pt x="317740" y="183484"/>
                  <a:pt x="210838" y="271781"/>
                  <a:pt x="183805" y="289498"/>
                </a:cubicBezTo>
                <a:cubicBezTo>
                  <a:pt x="175552" y="295403"/>
                  <a:pt x="167395" y="297784"/>
                  <a:pt x="157909" y="29778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6" name="Graphic 124">
            <a:extLst>
              <a:ext uri="{FF2B5EF4-FFF2-40B4-BE49-F238E27FC236}">
                <a16:creationId xmlns:a16="http://schemas.microsoft.com/office/drawing/2014/main" id="{1485DAB5-BF52-AA81-5AF1-87A71328D148}"/>
              </a:ext>
            </a:extLst>
          </p:cNvPr>
          <p:cNvSpPr/>
          <p:nvPr/>
        </p:nvSpPr>
        <p:spPr>
          <a:xfrm>
            <a:off x="8766479" y="828536"/>
            <a:ext cx="434975" cy="444371"/>
          </a:xfrm>
          <a:custGeom>
            <a:avLst/>
            <a:gdLst>
              <a:gd name="connsiteX0" fmla="*/ 261325 w 324877"/>
              <a:gd name="connsiteY0" fmla="*/ 161970 h 331895"/>
              <a:gd name="connsiteX1" fmla="*/ 63553 w 324877"/>
              <a:gd name="connsiteY1" fmla="*/ 161970 h 331895"/>
              <a:gd name="connsiteX2" fmla="*/ 0 w 324877"/>
              <a:gd name="connsiteY2" fmla="*/ 225692 h 331895"/>
              <a:gd name="connsiteX3" fmla="*/ 0 w 324877"/>
              <a:gd name="connsiteY3" fmla="*/ 268173 h 331895"/>
              <a:gd name="connsiteX4" fmla="*/ 63553 w 324877"/>
              <a:gd name="connsiteY4" fmla="*/ 331896 h 331895"/>
              <a:gd name="connsiteX5" fmla="*/ 261325 w 324877"/>
              <a:gd name="connsiteY5" fmla="*/ 331896 h 331895"/>
              <a:gd name="connsiteX6" fmla="*/ 324878 w 324877"/>
              <a:gd name="connsiteY6" fmla="*/ 268173 h 331895"/>
              <a:gd name="connsiteX7" fmla="*/ 324878 w 324877"/>
              <a:gd name="connsiteY7" fmla="*/ 225692 h 331895"/>
              <a:gd name="connsiteX8" fmla="*/ 261325 w 324877"/>
              <a:gd name="connsiteY8" fmla="*/ 161970 h 331895"/>
              <a:gd name="connsiteX9" fmla="*/ 310744 w 324877"/>
              <a:gd name="connsiteY9" fmla="*/ 268173 h 331895"/>
              <a:gd name="connsiteX10" fmla="*/ 261325 w 324877"/>
              <a:gd name="connsiteY10" fmla="*/ 317703 h 331895"/>
              <a:gd name="connsiteX11" fmla="*/ 63553 w 324877"/>
              <a:gd name="connsiteY11" fmla="*/ 317703 h 331895"/>
              <a:gd name="connsiteX12" fmla="*/ 14133 w 324877"/>
              <a:gd name="connsiteY12" fmla="*/ 268173 h 331895"/>
              <a:gd name="connsiteX13" fmla="*/ 14133 w 324877"/>
              <a:gd name="connsiteY13" fmla="*/ 225692 h 331895"/>
              <a:gd name="connsiteX14" fmla="*/ 63553 w 324877"/>
              <a:gd name="connsiteY14" fmla="*/ 176162 h 331895"/>
              <a:gd name="connsiteX15" fmla="*/ 261325 w 324877"/>
              <a:gd name="connsiteY15" fmla="*/ 176162 h 331895"/>
              <a:gd name="connsiteX16" fmla="*/ 310744 w 324877"/>
              <a:gd name="connsiteY16" fmla="*/ 225692 h 331895"/>
              <a:gd name="connsiteX17" fmla="*/ 310744 w 324877"/>
              <a:gd name="connsiteY17" fmla="*/ 268173 h 331895"/>
              <a:gd name="connsiteX18" fmla="*/ 43728 w 324877"/>
              <a:gd name="connsiteY18" fmla="*/ 11094 h 331895"/>
              <a:gd name="connsiteX19" fmla="*/ 44866 w 324877"/>
              <a:gd name="connsiteY19" fmla="*/ 1664 h 331895"/>
              <a:gd name="connsiteX20" fmla="*/ 54352 w 324877"/>
              <a:gd name="connsiteY20" fmla="*/ 2807 h 331895"/>
              <a:gd name="connsiteX21" fmla="*/ 92104 w 324877"/>
              <a:gd name="connsiteY21" fmla="*/ 50432 h 331895"/>
              <a:gd name="connsiteX22" fmla="*/ 129382 w 324877"/>
              <a:gd name="connsiteY22" fmla="*/ 2807 h 331895"/>
              <a:gd name="connsiteX23" fmla="*/ 138678 w 324877"/>
              <a:gd name="connsiteY23" fmla="*/ 1664 h 331895"/>
              <a:gd name="connsiteX24" fmla="*/ 139816 w 324877"/>
              <a:gd name="connsiteY24" fmla="*/ 11094 h 331895"/>
              <a:gd name="connsiteX25" fmla="*/ 99218 w 324877"/>
              <a:gd name="connsiteY25" fmla="*/ 63576 h 331895"/>
              <a:gd name="connsiteX26" fmla="*/ 99218 w 324877"/>
              <a:gd name="connsiteY26" fmla="*/ 126251 h 331895"/>
              <a:gd name="connsiteX27" fmla="*/ 92104 w 324877"/>
              <a:gd name="connsiteY27" fmla="*/ 133299 h 331895"/>
              <a:gd name="connsiteX28" fmla="*/ 92009 w 324877"/>
              <a:gd name="connsiteY28" fmla="*/ 133299 h 331895"/>
              <a:gd name="connsiteX29" fmla="*/ 91914 w 324877"/>
              <a:gd name="connsiteY29" fmla="*/ 133299 h 331895"/>
              <a:gd name="connsiteX30" fmla="*/ 84895 w 324877"/>
              <a:gd name="connsiteY30" fmla="*/ 126251 h 331895"/>
              <a:gd name="connsiteX31" fmla="*/ 84895 w 324877"/>
              <a:gd name="connsiteY31" fmla="*/ 63862 h 331895"/>
              <a:gd name="connsiteX32" fmla="*/ 43538 w 324877"/>
              <a:gd name="connsiteY32" fmla="*/ 11094 h 331895"/>
              <a:gd name="connsiteX33" fmla="*/ 127105 w 324877"/>
              <a:gd name="connsiteY33" fmla="*/ 62624 h 331895"/>
              <a:gd name="connsiteX34" fmla="*/ 127105 w 324877"/>
              <a:gd name="connsiteY34" fmla="*/ 105010 h 331895"/>
              <a:gd name="connsiteX35" fmla="*/ 155277 w 324877"/>
              <a:gd name="connsiteY35" fmla="*/ 133299 h 331895"/>
              <a:gd name="connsiteX36" fmla="*/ 183449 w 324877"/>
              <a:gd name="connsiteY36" fmla="*/ 105010 h 331895"/>
              <a:gd name="connsiteX37" fmla="*/ 183449 w 324877"/>
              <a:gd name="connsiteY37" fmla="*/ 62624 h 331895"/>
              <a:gd name="connsiteX38" fmla="*/ 155277 w 324877"/>
              <a:gd name="connsiteY38" fmla="*/ 34335 h 331895"/>
              <a:gd name="connsiteX39" fmla="*/ 127105 w 324877"/>
              <a:gd name="connsiteY39" fmla="*/ 62624 h 331895"/>
              <a:gd name="connsiteX40" fmla="*/ 141239 w 324877"/>
              <a:gd name="connsiteY40" fmla="*/ 62624 h 331895"/>
              <a:gd name="connsiteX41" fmla="*/ 155372 w 324877"/>
              <a:gd name="connsiteY41" fmla="*/ 48527 h 331895"/>
              <a:gd name="connsiteX42" fmla="*/ 169505 w 324877"/>
              <a:gd name="connsiteY42" fmla="*/ 62624 h 331895"/>
              <a:gd name="connsiteX43" fmla="*/ 169505 w 324877"/>
              <a:gd name="connsiteY43" fmla="*/ 105010 h 331895"/>
              <a:gd name="connsiteX44" fmla="*/ 155372 w 324877"/>
              <a:gd name="connsiteY44" fmla="*/ 119107 h 331895"/>
              <a:gd name="connsiteX45" fmla="*/ 141239 w 324877"/>
              <a:gd name="connsiteY45" fmla="*/ 105010 h 331895"/>
              <a:gd name="connsiteX46" fmla="*/ 141239 w 324877"/>
              <a:gd name="connsiteY46" fmla="*/ 62624 h 331895"/>
              <a:gd name="connsiteX47" fmla="*/ 208396 w 324877"/>
              <a:gd name="connsiteY47" fmla="*/ 122727 h 331895"/>
              <a:gd name="connsiteX48" fmla="*/ 197772 w 324877"/>
              <a:gd name="connsiteY48" fmla="*/ 97962 h 331895"/>
              <a:gd name="connsiteX49" fmla="*/ 197772 w 324877"/>
              <a:gd name="connsiteY49" fmla="*/ 41478 h 331895"/>
              <a:gd name="connsiteX50" fmla="*/ 204886 w 324877"/>
              <a:gd name="connsiteY50" fmla="*/ 34430 h 331895"/>
              <a:gd name="connsiteX51" fmla="*/ 212000 w 324877"/>
              <a:gd name="connsiteY51" fmla="*/ 41478 h 331895"/>
              <a:gd name="connsiteX52" fmla="*/ 212000 w 324877"/>
              <a:gd name="connsiteY52" fmla="*/ 97962 h 331895"/>
              <a:gd name="connsiteX53" fmla="*/ 217881 w 324877"/>
              <a:gd name="connsiteY53" fmla="*/ 112059 h 331895"/>
              <a:gd name="connsiteX54" fmla="*/ 233153 w 324877"/>
              <a:gd name="connsiteY54" fmla="*/ 119107 h 331895"/>
              <a:gd name="connsiteX55" fmla="*/ 254211 w 324877"/>
              <a:gd name="connsiteY55" fmla="*/ 99486 h 331895"/>
              <a:gd name="connsiteX56" fmla="*/ 254211 w 324877"/>
              <a:gd name="connsiteY56" fmla="*/ 41383 h 331895"/>
              <a:gd name="connsiteX57" fmla="*/ 261325 w 324877"/>
              <a:gd name="connsiteY57" fmla="*/ 34335 h 331895"/>
              <a:gd name="connsiteX58" fmla="*/ 261325 w 324877"/>
              <a:gd name="connsiteY58" fmla="*/ 34335 h 331895"/>
              <a:gd name="connsiteX59" fmla="*/ 261325 w 324877"/>
              <a:gd name="connsiteY59" fmla="*/ 34335 h 331895"/>
              <a:gd name="connsiteX60" fmla="*/ 268439 w 324877"/>
              <a:gd name="connsiteY60" fmla="*/ 41383 h 331895"/>
              <a:gd name="connsiteX61" fmla="*/ 268439 w 324877"/>
              <a:gd name="connsiteY61" fmla="*/ 41383 h 331895"/>
              <a:gd name="connsiteX62" fmla="*/ 268439 w 324877"/>
              <a:gd name="connsiteY62" fmla="*/ 41383 h 331895"/>
              <a:gd name="connsiteX63" fmla="*/ 268439 w 324877"/>
              <a:gd name="connsiteY63" fmla="*/ 125298 h 331895"/>
              <a:gd name="connsiteX64" fmla="*/ 261325 w 324877"/>
              <a:gd name="connsiteY64" fmla="*/ 132347 h 331895"/>
              <a:gd name="connsiteX65" fmla="*/ 254306 w 324877"/>
              <a:gd name="connsiteY65" fmla="*/ 125870 h 331895"/>
              <a:gd name="connsiteX66" fmla="*/ 233058 w 324877"/>
              <a:gd name="connsiteY66" fmla="*/ 133109 h 331895"/>
              <a:gd name="connsiteX67" fmla="*/ 208301 w 324877"/>
              <a:gd name="connsiteY67" fmla="*/ 122536 h 331895"/>
              <a:gd name="connsiteX68" fmla="*/ 155752 w 324877"/>
              <a:gd name="connsiteY68" fmla="*/ 225692 h 331895"/>
              <a:gd name="connsiteX69" fmla="*/ 155752 w 324877"/>
              <a:gd name="connsiteY69" fmla="*/ 225692 h 331895"/>
              <a:gd name="connsiteX70" fmla="*/ 155752 w 324877"/>
              <a:gd name="connsiteY70" fmla="*/ 268269 h 331895"/>
              <a:gd name="connsiteX71" fmla="*/ 155752 w 324877"/>
              <a:gd name="connsiteY71" fmla="*/ 268269 h 331895"/>
              <a:gd name="connsiteX72" fmla="*/ 155752 w 324877"/>
              <a:gd name="connsiteY72" fmla="*/ 280937 h 331895"/>
              <a:gd name="connsiteX73" fmla="*/ 148637 w 324877"/>
              <a:gd name="connsiteY73" fmla="*/ 287985 h 331895"/>
              <a:gd name="connsiteX74" fmla="*/ 145033 w 324877"/>
              <a:gd name="connsiteY74" fmla="*/ 286652 h 331895"/>
              <a:gd name="connsiteX75" fmla="*/ 134314 w 324877"/>
              <a:gd name="connsiteY75" fmla="*/ 289509 h 331895"/>
              <a:gd name="connsiteX76" fmla="*/ 112877 w 324877"/>
              <a:gd name="connsiteY76" fmla="*/ 268173 h 331895"/>
              <a:gd name="connsiteX77" fmla="*/ 112877 w 324877"/>
              <a:gd name="connsiteY77" fmla="*/ 225597 h 331895"/>
              <a:gd name="connsiteX78" fmla="*/ 119991 w 324877"/>
              <a:gd name="connsiteY78" fmla="*/ 218453 h 331895"/>
              <a:gd name="connsiteX79" fmla="*/ 127105 w 324877"/>
              <a:gd name="connsiteY79" fmla="*/ 225597 h 331895"/>
              <a:gd name="connsiteX80" fmla="*/ 127105 w 324877"/>
              <a:gd name="connsiteY80" fmla="*/ 268173 h 331895"/>
              <a:gd name="connsiteX81" fmla="*/ 134220 w 324877"/>
              <a:gd name="connsiteY81" fmla="*/ 275317 h 331895"/>
              <a:gd name="connsiteX82" fmla="*/ 141334 w 324877"/>
              <a:gd name="connsiteY82" fmla="*/ 268269 h 331895"/>
              <a:gd name="connsiteX83" fmla="*/ 141334 w 324877"/>
              <a:gd name="connsiteY83" fmla="*/ 225597 h 331895"/>
              <a:gd name="connsiteX84" fmla="*/ 148448 w 324877"/>
              <a:gd name="connsiteY84" fmla="*/ 218548 h 331895"/>
              <a:gd name="connsiteX85" fmla="*/ 148448 w 324877"/>
              <a:gd name="connsiteY85" fmla="*/ 218548 h 331895"/>
              <a:gd name="connsiteX86" fmla="*/ 148448 w 324877"/>
              <a:gd name="connsiteY86" fmla="*/ 218548 h 331895"/>
              <a:gd name="connsiteX87" fmla="*/ 155467 w 324877"/>
              <a:gd name="connsiteY87" fmla="*/ 225597 h 331895"/>
              <a:gd name="connsiteX88" fmla="*/ 155467 w 324877"/>
              <a:gd name="connsiteY88" fmla="*/ 225597 h 331895"/>
              <a:gd name="connsiteX89" fmla="*/ 112782 w 324877"/>
              <a:gd name="connsiteY89" fmla="*/ 211500 h 331895"/>
              <a:gd name="connsiteX90" fmla="*/ 105668 w 324877"/>
              <a:gd name="connsiteY90" fmla="*/ 218643 h 331895"/>
              <a:gd name="connsiteX91" fmla="*/ 84895 w 324877"/>
              <a:gd name="connsiteY91" fmla="*/ 218643 h 331895"/>
              <a:gd name="connsiteX92" fmla="*/ 84895 w 324877"/>
              <a:gd name="connsiteY92" fmla="*/ 280937 h 331895"/>
              <a:gd name="connsiteX93" fmla="*/ 77781 w 324877"/>
              <a:gd name="connsiteY93" fmla="*/ 287985 h 331895"/>
              <a:gd name="connsiteX94" fmla="*/ 70667 w 324877"/>
              <a:gd name="connsiteY94" fmla="*/ 280937 h 331895"/>
              <a:gd name="connsiteX95" fmla="*/ 70667 w 324877"/>
              <a:gd name="connsiteY95" fmla="*/ 218643 h 331895"/>
              <a:gd name="connsiteX96" fmla="*/ 49135 w 324877"/>
              <a:gd name="connsiteY96" fmla="*/ 218643 h 331895"/>
              <a:gd name="connsiteX97" fmla="*/ 42021 w 324877"/>
              <a:gd name="connsiteY97" fmla="*/ 211500 h 331895"/>
              <a:gd name="connsiteX98" fmla="*/ 49135 w 324877"/>
              <a:gd name="connsiteY98" fmla="*/ 204356 h 331895"/>
              <a:gd name="connsiteX99" fmla="*/ 105668 w 324877"/>
              <a:gd name="connsiteY99" fmla="*/ 204356 h 331895"/>
              <a:gd name="connsiteX100" fmla="*/ 112782 w 324877"/>
              <a:gd name="connsiteY100" fmla="*/ 211500 h 331895"/>
              <a:gd name="connsiteX101" fmla="*/ 190658 w 324877"/>
              <a:gd name="connsiteY101" fmla="*/ 218643 h 331895"/>
              <a:gd name="connsiteX102" fmla="*/ 183544 w 324877"/>
              <a:gd name="connsiteY102" fmla="*/ 219977 h 331895"/>
              <a:gd name="connsiteX103" fmla="*/ 183544 w 324877"/>
              <a:gd name="connsiteY103" fmla="*/ 197784 h 331895"/>
              <a:gd name="connsiteX104" fmla="*/ 176430 w 324877"/>
              <a:gd name="connsiteY104" fmla="*/ 190735 h 331895"/>
              <a:gd name="connsiteX105" fmla="*/ 169316 w 324877"/>
              <a:gd name="connsiteY105" fmla="*/ 197784 h 331895"/>
              <a:gd name="connsiteX106" fmla="*/ 169316 w 324877"/>
              <a:gd name="connsiteY106" fmla="*/ 281032 h 331895"/>
              <a:gd name="connsiteX107" fmla="*/ 176430 w 324877"/>
              <a:gd name="connsiteY107" fmla="*/ 288081 h 331895"/>
              <a:gd name="connsiteX108" fmla="*/ 180319 w 324877"/>
              <a:gd name="connsiteY108" fmla="*/ 286938 h 331895"/>
              <a:gd name="connsiteX109" fmla="*/ 190753 w 324877"/>
              <a:gd name="connsiteY109" fmla="*/ 289700 h 331895"/>
              <a:gd name="connsiteX110" fmla="*/ 212190 w 324877"/>
              <a:gd name="connsiteY110" fmla="*/ 268364 h 331895"/>
              <a:gd name="connsiteX111" fmla="*/ 212190 w 324877"/>
              <a:gd name="connsiteY111" fmla="*/ 239979 h 331895"/>
              <a:gd name="connsiteX112" fmla="*/ 190753 w 324877"/>
              <a:gd name="connsiteY112" fmla="*/ 218643 h 331895"/>
              <a:gd name="connsiteX113" fmla="*/ 197772 w 324877"/>
              <a:gd name="connsiteY113" fmla="*/ 268364 h 331895"/>
              <a:gd name="connsiteX114" fmla="*/ 190658 w 324877"/>
              <a:gd name="connsiteY114" fmla="*/ 275508 h 331895"/>
              <a:gd name="connsiteX115" fmla="*/ 183544 w 324877"/>
              <a:gd name="connsiteY115" fmla="*/ 268364 h 331895"/>
              <a:gd name="connsiteX116" fmla="*/ 183544 w 324877"/>
              <a:gd name="connsiteY116" fmla="*/ 239979 h 331895"/>
              <a:gd name="connsiteX117" fmla="*/ 190658 w 324877"/>
              <a:gd name="connsiteY117" fmla="*/ 232836 h 331895"/>
              <a:gd name="connsiteX118" fmla="*/ 197772 w 324877"/>
              <a:gd name="connsiteY118" fmla="*/ 239979 h 331895"/>
              <a:gd name="connsiteX119" fmla="*/ 197772 w 324877"/>
              <a:gd name="connsiteY119" fmla="*/ 268364 h 331895"/>
              <a:gd name="connsiteX120" fmla="*/ 263696 w 324877"/>
              <a:gd name="connsiteY120" fmla="*/ 264554 h 331895"/>
              <a:gd name="connsiteX121" fmla="*/ 256582 w 324877"/>
              <a:gd name="connsiteY121" fmla="*/ 271602 h 331895"/>
              <a:gd name="connsiteX122" fmla="*/ 248235 w 324877"/>
              <a:gd name="connsiteY122" fmla="*/ 276270 h 331895"/>
              <a:gd name="connsiteX123" fmla="*/ 239888 w 324877"/>
              <a:gd name="connsiteY123" fmla="*/ 268078 h 331895"/>
              <a:gd name="connsiteX124" fmla="*/ 239888 w 324877"/>
              <a:gd name="connsiteY124" fmla="*/ 261030 h 331895"/>
              <a:gd name="connsiteX125" fmla="*/ 261325 w 324877"/>
              <a:gd name="connsiteY125" fmla="*/ 261030 h 331895"/>
              <a:gd name="connsiteX126" fmla="*/ 268439 w 324877"/>
              <a:gd name="connsiteY126" fmla="*/ 253981 h 331895"/>
              <a:gd name="connsiteX127" fmla="*/ 268439 w 324877"/>
              <a:gd name="connsiteY127" fmla="*/ 239884 h 331895"/>
              <a:gd name="connsiteX128" fmla="*/ 247002 w 324877"/>
              <a:gd name="connsiteY128" fmla="*/ 218739 h 331895"/>
              <a:gd name="connsiteX129" fmla="*/ 225565 w 324877"/>
              <a:gd name="connsiteY129" fmla="*/ 239884 h 331895"/>
              <a:gd name="connsiteX130" fmla="*/ 225565 w 324877"/>
              <a:gd name="connsiteY130" fmla="*/ 268078 h 331895"/>
              <a:gd name="connsiteX131" fmla="*/ 248235 w 324877"/>
              <a:gd name="connsiteY131" fmla="*/ 290462 h 331895"/>
              <a:gd name="connsiteX132" fmla="*/ 270905 w 324877"/>
              <a:gd name="connsiteY132" fmla="*/ 271602 h 331895"/>
              <a:gd name="connsiteX133" fmla="*/ 263791 w 324877"/>
              <a:gd name="connsiteY133" fmla="*/ 264554 h 331895"/>
              <a:gd name="connsiteX134" fmla="*/ 239888 w 324877"/>
              <a:gd name="connsiteY134" fmla="*/ 239789 h 331895"/>
              <a:gd name="connsiteX135" fmla="*/ 247002 w 324877"/>
              <a:gd name="connsiteY135" fmla="*/ 232740 h 331895"/>
              <a:gd name="connsiteX136" fmla="*/ 254116 w 324877"/>
              <a:gd name="connsiteY136" fmla="*/ 239789 h 331895"/>
              <a:gd name="connsiteX137" fmla="*/ 254116 w 324877"/>
              <a:gd name="connsiteY137" fmla="*/ 246837 h 331895"/>
              <a:gd name="connsiteX138" fmla="*/ 239793 w 324877"/>
              <a:gd name="connsiteY138" fmla="*/ 246837 h 331895"/>
              <a:gd name="connsiteX139" fmla="*/ 239793 w 324877"/>
              <a:gd name="connsiteY139" fmla="*/ 239789 h 331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24877" h="331895">
                <a:moveTo>
                  <a:pt x="261325" y="161970"/>
                </a:moveTo>
                <a:lnTo>
                  <a:pt x="63553" y="161970"/>
                </a:lnTo>
                <a:cubicBezTo>
                  <a:pt x="28267" y="161970"/>
                  <a:pt x="0" y="190259"/>
                  <a:pt x="0" y="225692"/>
                </a:cubicBezTo>
                <a:lnTo>
                  <a:pt x="0" y="268173"/>
                </a:lnTo>
                <a:cubicBezTo>
                  <a:pt x="0" y="302368"/>
                  <a:pt x="28267" y="331896"/>
                  <a:pt x="63553" y="331896"/>
                </a:cubicBezTo>
                <a:lnTo>
                  <a:pt x="261325" y="331896"/>
                </a:lnTo>
                <a:cubicBezTo>
                  <a:pt x="296611" y="331896"/>
                  <a:pt x="324878" y="302368"/>
                  <a:pt x="324878" y="268173"/>
                </a:cubicBezTo>
                <a:lnTo>
                  <a:pt x="324878" y="225692"/>
                </a:lnTo>
                <a:cubicBezTo>
                  <a:pt x="324878" y="190259"/>
                  <a:pt x="296611" y="161970"/>
                  <a:pt x="261325" y="161970"/>
                </a:cubicBezTo>
                <a:close/>
                <a:moveTo>
                  <a:pt x="310744" y="268173"/>
                </a:moveTo>
                <a:cubicBezTo>
                  <a:pt x="310744" y="295320"/>
                  <a:pt x="288358" y="317703"/>
                  <a:pt x="261325" y="317703"/>
                </a:cubicBezTo>
                <a:lnTo>
                  <a:pt x="63553" y="317703"/>
                </a:lnTo>
                <a:cubicBezTo>
                  <a:pt x="36519" y="317703"/>
                  <a:pt x="14133" y="295320"/>
                  <a:pt x="14133" y="268173"/>
                </a:cubicBezTo>
                <a:lnTo>
                  <a:pt x="14133" y="225692"/>
                </a:lnTo>
                <a:cubicBezTo>
                  <a:pt x="14133" y="198546"/>
                  <a:pt x="36519" y="176162"/>
                  <a:pt x="63553" y="176162"/>
                </a:cubicBezTo>
                <a:lnTo>
                  <a:pt x="261325" y="176162"/>
                </a:lnTo>
                <a:cubicBezTo>
                  <a:pt x="288358" y="176162"/>
                  <a:pt x="310744" y="198546"/>
                  <a:pt x="310744" y="225692"/>
                </a:cubicBezTo>
                <a:lnTo>
                  <a:pt x="310744" y="268173"/>
                </a:lnTo>
                <a:close/>
                <a:moveTo>
                  <a:pt x="43728" y="11094"/>
                </a:moveTo>
                <a:cubicBezTo>
                  <a:pt x="41357" y="7569"/>
                  <a:pt x="41357" y="4045"/>
                  <a:pt x="44866" y="1664"/>
                </a:cubicBezTo>
                <a:cubicBezTo>
                  <a:pt x="48376" y="-717"/>
                  <a:pt x="51980" y="-717"/>
                  <a:pt x="54352" y="2807"/>
                </a:cubicBezTo>
                <a:cubicBezTo>
                  <a:pt x="75599" y="29667"/>
                  <a:pt x="86508" y="43383"/>
                  <a:pt x="92104" y="50432"/>
                </a:cubicBezTo>
                <a:cubicBezTo>
                  <a:pt x="116890" y="18745"/>
                  <a:pt x="129315" y="2871"/>
                  <a:pt x="129382" y="2807"/>
                </a:cubicBezTo>
                <a:cubicBezTo>
                  <a:pt x="131753" y="-717"/>
                  <a:pt x="135263" y="-717"/>
                  <a:pt x="138678" y="1664"/>
                </a:cubicBezTo>
                <a:cubicBezTo>
                  <a:pt x="142187" y="4045"/>
                  <a:pt x="142187" y="7569"/>
                  <a:pt x="139816" y="11094"/>
                </a:cubicBezTo>
                <a:cubicBezTo>
                  <a:pt x="106806" y="53861"/>
                  <a:pt x="100451" y="62052"/>
                  <a:pt x="99218" y="63576"/>
                </a:cubicBezTo>
                <a:lnTo>
                  <a:pt x="99218" y="126251"/>
                </a:lnTo>
                <a:cubicBezTo>
                  <a:pt x="99218" y="129775"/>
                  <a:pt x="95708" y="133299"/>
                  <a:pt x="92104" y="133299"/>
                </a:cubicBezTo>
                <a:cubicBezTo>
                  <a:pt x="92104" y="133299"/>
                  <a:pt x="92104" y="133299"/>
                  <a:pt x="92009" y="133299"/>
                </a:cubicBezTo>
                <a:cubicBezTo>
                  <a:pt x="92009" y="133299"/>
                  <a:pt x="92009" y="133299"/>
                  <a:pt x="91914" y="133299"/>
                </a:cubicBezTo>
                <a:cubicBezTo>
                  <a:pt x="88405" y="133299"/>
                  <a:pt x="84895" y="129775"/>
                  <a:pt x="84895" y="126251"/>
                </a:cubicBezTo>
                <a:lnTo>
                  <a:pt x="84895" y="63862"/>
                </a:lnTo>
                <a:cubicBezTo>
                  <a:pt x="57321" y="28683"/>
                  <a:pt x="43538" y="11094"/>
                  <a:pt x="43538" y="11094"/>
                </a:cubicBezTo>
                <a:close/>
                <a:moveTo>
                  <a:pt x="127105" y="62624"/>
                </a:moveTo>
                <a:lnTo>
                  <a:pt x="127105" y="105010"/>
                </a:lnTo>
                <a:cubicBezTo>
                  <a:pt x="127105" y="120345"/>
                  <a:pt x="140006" y="133299"/>
                  <a:pt x="155277" y="133299"/>
                </a:cubicBezTo>
                <a:cubicBezTo>
                  <a:pt x="170549" y="133299"/>
                  <a:pt x="183449" y="120345"/>
                  <a:pt x="183449" y="105010"/>
                </a:cubicBezTo>
                <a:lnTo>
                  <a:pt x="183449" y="62624"/>
                </a:lnTo>
                <a:cubicBezTo>
                  <a:pt x="183449" y="46146"/>
                  <a:pt x="170549" y="34335"/>
                  <a:pt x="155277" y="34335"/>
                </a:cubicBezTo>
                <a:cubicBezTo>
                  <a:pt x="140006" y="34335"/>
                  <a:pt x="127105" y="46146"/>
                  <a:pt x="127105" y="62624"/>
                </a:cubicBezTo>
                <a:close/>
                <a:moveTo>
                  <a:pt x="141239" y="62624"/>
                </a:moveTo>
                <a:cubicBezTo>
                  <a:pt x="141239" y="54337"/>
                  <a:pt x="147120" y="48527"/>
                  <a:pt x="155372" y="48527"/>
                </a:cubicBezTo>
                <a:cubicBezTo>
                  <a:pt x="163624" y="48527"/>
                  <a:pt x="169505" y="54432"/>
                  <a:pt x="169505" y="62624"/>
                </a:cubicBezTo>
                <a:lnTo>
                  <a:pt x="169505" y="105010"/>
                </a:lnTo>
                <a:cubicBezTo>
                  <a:pt x="169505" y="112059"/>
                  <a:pt x="163624" y="119107"/>
                  <a:pt x="155372" y="119107"/>
                </a:cubicBezTo>
                <a:cubicBezTo>
                  <a:pt x="147120" y="119107"/>
                  <a:pt x="141239" y="112059"/>
                  <a:pt x="141239" y="105010"/>
                </a:cubicBezTo>
                <a:lnTo>
                  <a:pt x="141239" y="62624"/>
                </a:lnTo>
                <a:close/>
                <a:moveTo>
                  <a:pt x="208396" y="122727"/>
                </a:moveTo>
                <a:cubicBezTo>
                  <a:pt x="201282" y="115678"/>
                  <a:pt x="197772" y="107391"/>
                  <a:pt x="197772" y="97962"/>
                </a:cubicBezTo>
                <a:lnTo>
                  <a:pt x="197772" y="41478"/>
                </a:lnTo>
                <a:cubicBezTo>
                  <a:pt x="197772" y="36811"/>
                  <a:pt x="201282" y="34430"/>
                  <a:pt x="204886" y="34430"/>
                </a:cubicBezTo>
                <a:cubicBezTo>
                  <a:pt x="208491" y="34430"/>
                  <a:pt x="212000" y="36811"/>
                  <a:pt x="212000" y="41478"/>
                </a:cubicBezTo>
                <a:lnTo>
                  <a:pt x="212000" y="97962"/>
                </a:lnTo>
                <a:cubicBezTo>
                  <a:pt x="212000" y="102629"/>
                  <a:pt x="214372" y="108534"/>
                  <a:pt x="217881" y="112059"/>
                </a:cubicBezTo>
                <a:cubicBezTo>
                  <a:pt x="222624" y="116726"/>
                  <a:pt x="227272" y="119107"/>
                  <a:pt x="233153" y="119107"/>
                </a:cubicBezTo>
                <a:cubicBezTo>
                  <a:pt x="244346" y="119107"/>
                  <a:pt x="253357" y="110535"/>
                  <a:pt x="254211" y="99486"/>
                </a:cubicBezTo>
                <a:lnTo>
                  <a:pt x="254211" y="41383"/>
                </a:lnTo>
                <a:cubicBezTo>
                  <a:pt x="254211" y="36621"/>
                  <a:pt x="25781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4835" y="34335"/>
                  <a:pt x="268439" y="36716"/>
                  <a:pt x="268439" y="41383"/>
                </a:cubicBezTo>
                <a:lnTo>
                  <a:pt x="268439" y="41383"/>
                </a:lnTo>
                <a:cubicBezTo>
                  <a:pt x="268439" y="41383"/>
                  <a:pt x="268439" y="41383"/>
                  <a:pt x="268439" y="41383"/>
                </a:cubicBezTo>
                <a:lnTo>
                  <a:pt x="268439" y="125298"/>
                </a:lnTo>
                <a:cubicBezTo>
                  <a:pt x="268439" y="128823"/>
                  <a:pt x="264835" y="132347"/>
                  <a:pt x="261325" y="132347"/>
                </a:cubicBezTo>
                <a:cubicBezTo>
                  <a:pt x="258005" y="132347"/>
                  <a:pt x="254780" y="129204"/>
                  <a:pt x="254306" y="125870"/>
                </a:cubicBezTo>
                <a:cubicBezTo>
                  <a:pt x="248425" y="130347"/>
                  <a:pt x="241216" y="133109"/>
                  <a:pt x="233058" y="133109"/>
                </a:cubicBezTo>
                <a:cubicBezTo>
                  <a:pt x="223668" y="133109"/>
                  <a:pt x="215415" y="129585"/>
                  <a:pt x="208301" y="122536"/>
                </a:cubicBezTo>
                <a:close/>
                <a:moveTo>
                  <a:pt x="155752" y="225692"/>
                </a:moveTo>
                <a:cubicBezTo>
                  <a:pt x="155752" y="225692"/>
                  <a:pt x="155752" y="225692"/>
                  <a:pt x="155752" y="225692"/>
                </a:cubicBezTo>
                <a:lnTo>
                  <a:pt x="155752" y="268269"/>
                </a:lnTo>
                <a:cubicBezTo>
                  <a:pt x="155752" y="268269"/>
                  <a:pt x="155752" y="268269"/>
                  <a:pt x="155752" y="268269"/>
                </a:cubicBezTo>
                <a:lnTo>
                  <a:pt x="155752" y="280937"/>
                </a:lnTo>
                <a:cubicBezTo>
                  <a:pt x="155752" y="284461"/>
                  <a:pt x="152147" y="287985"/>
                  <a:pt x="148637" y="287985"/>
                </a:cubicBezTo>
                <a:cubicBezTo>
                  <a:pt x="147309" y="287985"/>
                  <a:pt x="146171" y="287414"/>
                  <a:pt x="145033" y="286652"/>
                </a:cubicBezTo>
                <a:cubicBezTo>
                  <a:pt x="141903" y="288462"/>
                  <a:pt x="138298" y="289509"/>
                  <a:pt x="134314" y="289509"/>
                </a:cubicBezTo>
                <a:cubicBezTo>
                  <a:pt x="122363" y="289509"/>
                  <a:pt x="112877" y="280080"/>
                  <a:pt x="112877" y="268173"/>
                </a:cubicBezTo>
                <a:lnTo>
                  <a:pt x="112877" y="225597"/>
                </a:lnTo>
                <a:cubicBezTo>
                  <a:pt x="112877" y="220834"/>
                  <a:pt x="116482" y="218453"/>
                  <a:pt x="119991" y="218453"/>
                </a:cubicBezTo>
                <a:cubicBezTo>
                  <a:pt x="123501" y="218453"/>
                  <a:pt x="127105" y="220834"/>
                  <a:pt x="127105" y="225597"/>
                </a:cubicBezTo>
                <a:lnTo>
                  <a:pt x="127105" y="268173"/>
                </a:lnTo>
                <a:cubicBezTo>
                  <a:pt x="127105" y="271698"/>
                  <a:pt x="130710" y="275317"/>
                  <a:pt x="134220" y="275317"/>
                </a:cubicBezTo>
                <a:cubicBezTo>
                  <a:pt x="137729" y="275317"/>
                  <a:pt x="141334" y="271793"/>
                  <a:pt x="141334" y="268269"/>
                </a:cubicBezTo>
                <a:lnTo>
                  <a:pt x="141334" y="225597"/>
                </a:lnTo>
                <a:cubicBezTo>
                  <a:pt x="141334" y="220929"/>
                  <a:pt x="144938" y="218548"/>
                  <a:pt x="148448" y="218548"/>
                </a:cubicBezTo>
                <a:lnTo>
                  <a:pt x="148448" y="218548"/>
                </a:lnTo>
                <a:cubicBezTo>
                  <a:pt x="148448" y="218548"/>
                  <a:pt x="148448" y="218548"/>
                  <a:pt x="148448" y="218548"/>
                </a:cubicBezTo>
                <a:cubicBezTo>
                  <a:pt x="151957" y="218548"/>
                  <a:pt x="155467" y="220929"/>
                  <a:pt x="155467" y="225597"/>
                </a:cubicBezTo>
                <a:lnTo>
                  <a:pt x="155467" y="225597"/>
                </a:lnTo>
                <a:close/>
                <a:moveTo>
                  <a:pt x="112782" y="211500"/>
                </a:moveTo>
                <a:cubicBezTo>
                  <a:pt x="112782" y="215119"/>
                  <a:pt x="110411" y="218643"/>
                  <a:pt x="105668" y="218643"/>
                </a:cubicBezTo>
                <a:lnTo>
                  <a:pt x="84895" y="218643"/>
                </a:lnTo>
                <a:lnTo>
                  <a:pt x="84895" y="280937"/>
                </a:lnTo>
                <a:cubicBezTo>
                  <a:pt x="84895" y="285699"/>
                  <a:pt x="81291" y="287985"/>
                  <a:pt x="77781" y="287985"/>
                </a:cubicBezTo>
                <a:cubicBezTo>
                  <a:pt x="74271" y="287985"/>
                  <a:pt x="70667" y="285604"/>
                  <a:pt x="70667" y="280937"/>
                </a:cubicBezTo>
                <a:lnTo>
                  <a:pt x="70667" y="218643"/>
                </a:lnTo>
                <a:lnTo>
                  <a:pt x="49135" y="218643"/>
                </a:lnTo>
                <a:cubicBezTo>
                  <a:pt x="44392" y="218643"/>
                  <a:pt x="42021" y="215024"/>
                  <a:pt x="42021" y="211500"/>
                </a:cubicBezTo>
                <a:cubicBezTo>
                  <a:pt x="42021" y="206737"/>
                  <a:pt x="44392" y="204356"/>
                  <a:pt x="49135" y="204356"/>
                </a:cubicBezTo>
                <a:lnTo>
                  <a:pt x="105668" y="204356"/>
                </a:lnTo>
                <a:cubicBezTo>
                  <a:pt x="110411" y="204356"/>
                  <a:pt x="112782" y="206737"/>
                  <a:pt x="112782" y="211500"/>
                </a:cubicBezTo>
                <a:close/>
                <a:moveTo>
                  <a:pt x="190658" y="218643"/>
                </a:moveTo>
                <a:cubicBezTo>
                  <a:pt x="188097" y="218643"/>
                  <a:pt x="185726" y="219120"/>
                  <a:pt x="183544" y="219977"/>
                </a:cubicBezTo>
                <a:lnTo>
                  <a:pt x="183544" y="197784"/>
                </a:lnTo>
                <a:cubicBezTo>
                  <a:pt x="183544" y="193116"/>
                  <a:pt x="179940" y="190735"/>
                  <a:pt x="176430" y="190735"/>
                </a:cubicBezTo>
                <a:cubicBezTo>
                  <a:pt x="172920" y="190735"/>
                  <a:pt x="169316" y="193116"/>
                  <a:pt x="169316" y="197784"/>
                </a:cubicBezTo>
                <a:lnTo>
                  <a:pt x="169316" y="281032"/>
                </a:lnTo>
                <a:cubicBezTo>
                  <a:pt x="169316" y="285699"/>
                  <a:pt x="172920" y="288081"/>
                  <a:pt x="176430" y="288081"/>
                </a:cubicBezTo>
                <a:cubicBezTo>
                  <a:pt x="177853" y="288081"/>
                  <a:pt x="179181" y="287604"/>
                  <a:pt x="180319" y="286938"/>
                </a:cubicBezTo>
                <a:cubicBezTo>
                  <a:pt x="183449" y="288652"/>
                  <a:pt x="186959" y="289700"/>
                  <a:pt x="190753" y="289700"/>
                </a:cubicBezTo>
                <a:cubicBezTo>
                  <a:pt x="202705" y="289700"/>
                  <a:pt x="212190" y="280270"/>
                  <a:pt x="212190" y="268364"/>
                </a:cubicBezTo>
                <a:lnTo>
                  <a:pt x="212190" y="239979"/>
                </a:lnTo>
                <a:cubicBezTo>
                  <a:pt x="212190" y="228168"/>
                  <a:pt x="202705" y="218643"/>
                  <a:pt x="190753" y="218643"/>
                </a:cubicBezTo>
                <a:close/>
                <a:moveTo>
                  <a:pt x="197772" y="268364"/>
                </a:moveTo>
                <a:cubicBezTo>
                  <a:pt x="197772" y="271888"/>
                  <a:pt x="194168" y="275508"/>
                  <a:pt x="190658" y="275508"/>
                </a:cubicBezTo>
                <a:cubicBezTo>
                  <a:pt x="187148" y="275508"/>
                  <a:pt x="183544" y="271983"/>
                  <a:pt x="183544" y="268364"/>
                </a:cubicBezTo>
                <a:lnTo>
                  <a:pt x="183544" y="239979"/>
                </a:lnTo>
                <a:cubicBezTo>
                  <a:pt x="183544" y="235217"/>
                  <a:pt x="187148" y="232836"/>
                  <a:pt x="190658" y="232836"/>
                </a:cubicBezTo>
                <a:cubicBezTo>
                  <a:pt x="194168" y="232836"/>
                  <a:pt x="197772" y="235217"/>
                  <a:pt x="197772" y="239979"/>
                </a:cubicBezTo>
                <a:lnTo>
                  <a:pt x="197772" y="268364"/>
                </a:lnTo>
                <a:close/>
                <a:moveTo>
                  <a:pt x="263696" y="264554"/>
                </a:moveTo>
                <a:cubicBezTo>
                  <a:pt x="260092" y="264554"/>
                  <a:pt x="256582" y="266935"/>
                  <a:pt x="256582" y="271602"/>
                </a:cubicBezTo>
                <a:cubicBezTo>
                  <a:pt x="256582" y="275127"/>
                  <a:pt x="251839" y="276270"/>
                  <a:pt x="248235" y="276270"/>
                </a:cubicBezTo>
                <a:cubicBezTo>
                  <a:pt x="244630" y="276270"/>
                  <a:pt x="239888" y="271602"/>
                  <a:pt x="239888" y="268078"/>
                </a:cubicBezTo>
                <a:lnTo>
                  <a:pt x="239888" y="261030"/>
                </a:lnTo>
                <a:lnTo>
                  <a:pt x="261325" y="261030"/>
                </a:lnTo>
                <a:cubicBezTo>
                  <a:pt x="264929" y="261030"/>
                  <a:pt x="268439" y="257505"/>
                  <a:pt x="268439" y="253981"/>
                </a:cubicBezTo>
                <a:lnTo>
                  <a:pt x="268439" y="239884"/>
                </a:lnTo>
                <a:cubicBezTo>
                  <a:pt x="268439" y="228073"/>
                  <a:pt x="258954" y="218739"/>
                  <a:pt x="247002" y="218739"/>
                </a:cubicBezTo>
                <a:cubicBezTo>
                  <a:pt x="235050" y="218739"/>
                  <a:pt x="225565" y="228168"/>
                  <a:pt x="225565" y="239884"/>
                </a:cubicBezTo>
                <a:lnTo>
                  <a:pt x="225565" y="268078"/>
                </a:lnTo>
                <a:cubicBezTo>
                  <a:pt x="225565" y="279889"/>
                  <a:pt x="236283" y="290462"/>
                  <a:pt x="248235" y="290462"/>
                </a:cubicBezTo>
                <a:cubicBezTo>
                  <a:pt x="261325" y="290462"/>
                  <a:pt x="270905" y="282270"/>
                  <a:pt x="270905" y="271602"/>
                </a:cubicBezTo>
                <a:cubicBezTo>
                  <a:pt x="270905" y="266935"/>
                  <a:pt x="267301" y="264554"/>
                  <a:pt x="263791" y="264554"/>
                </a:cubicBezTo>
                <a:close/>
                <a:moveTo>
                  <a:pt x="239888" y="239789"/>
                </a:moveTo>
                <a:cubicBezTo>
                  <a:pt x="239888" y="235122"/>
                  <a:pt x="243492" y="232740"/>
                  <a:pt x="247002" y="232740"/>
                </a:cubicBezTo>
                <a:cubicBezTo>
                  <a:pt x="250511" y="232740"/>
                  <a:pt x="254116" y="235122"/>
                  <a:pt x="254116" y="239789"/>
                </a:cubicBezTo>
                <a:lnTo>
                  <a:pt x="254116" y="246837"/>
                </a:lnTo>
                <a:lnTo>
                  <a:pt x="239793" y="246837"/>
                </a:lnTo>
                <a:lnTo>
                  <a:pt x="239793" y="239789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7" name="Graphic 124">
            <a:extLst>
              <a:ext uri="{FF2B5EF4-FFF2-40B4-BE49-F238E27FC236}">
                <a16:creationId xmlns:a16="http://schemas.microsoft.com/office/drawing/2014/main" id="{E634D5BA-2711-98D4-2BB5-4F12B9D3B025}"/>
              </a:ext>
            </a:extLst>
          </p:cNvPr>
          <p:cNvSpPr/>
          <p:nvPr/>
        </p:nvSpPr>
        <p:spPr>
          <a:xfrm>
            <a:off x="9534829" y="828536"/>
            <a:ext cx="434975" cy="444371"/>
          </a:xfrm>
          <a:custGeom>
            <a:avLst/>
            <a:gdLst>
              <a:gd name="connsiteX0" fmla="*/ 261325 w 324877"/>
              <a:gd name="connsiteY0" fmla="*/ 161970 h 331895"/>
              <a:gd name="connsiteX1" fmla="*/ 63553 w 324877"/>
              <a:gd name="connsiteY1" fmla="*/ 161970 h 331895"/>
              <a:gd name="connsiteX2" fmla="*/ 0 w 324877"/>
              <a:gd name="connsiteY2" fmla="*/ 225692 h 331895"/>
              <a:gd name="connsiteX3" fmla="*/ 0 w 324877"/>
              <a:gd name="connsiteY3" fmla="*/ 268173 h 331895"/>
              <a:gd name="connsiteX4" fmla="*/ 63553 w 324877"/>
              <a:gd name="connsiteY4" fmla="*/ 331896 h 331895"/>
              <a:gd name="connsiteX5" fmla="*/ 261325 w 324877"/>
              <a:gd name="connsiteY5" fmla="*/ 331896 h 331895"/>
              <a:gd name="connsiteX6" fmla="*/ 324878 w 324877"/>
              <a:gd name="connsiteY6" fmla="*/ 268173 h 331895"/>
              <a:gd name="connsiteX7" fmla="*/ 324878 w 324877"/>
              <a:gd name="connsiteY7" fmla="*/ 225692 h 331895"/>
              <a:gd name="connsiteX8" fmla="*/ 261325 w 324877"/>
              <a:gd name="connsiteY8" fmla="*/ 161970 h 331895"/>
              <a:gd name="connsiteX9" fmla="*/ 310744 w 324877"/>
              <a:gd name="connsiteY9" fmla="*/ 268173 h 331895"/>
              <a:gd name="connsiteX10" fmla="*/ 261325 w 324877"/>
              <a:gd name="connsiteY10" fmla="*/ 317703 h 331895"/>
              <a:gd name="connsiteX11" fmla="*/ 63553 w 324877"/>
              <a:gd name="connsiteY11" fmla="*/ 317703 h 331895"/>
              <a:gd name="connsiteX12" fmla="*/ 14133 w 324877"/>
              <a:gd name="connsiteY12" fmla="*/ 268173 h 331895"/>
              <a:gd name="connsiteX13" fmla="*/ 14133 w 324877"/>
              <a:gd name="connsiteY13" fmla="*/ 225692 h 331895"/>
              <a:gd name="connsiteX14" fmla="*/ 63553 w 324877"/>
              <a:gd name="connsiteY14" fmla="*/ 176162 h 331895"/>
              <a:gd name="connsiteX15" fmla="*/ 261325 w 324877"/>
              <a:gd name="connsiteY15" fmla="*/ 176162 h 331895"/>
              <a:gd name="connsiteX16" fmla="*/ 310744 w 324877"/>
              <a:gd name="connsiteY16" fmla="*/ 225692 h 331895"/>
              <a:gd name="connsiteX17" fmla="*/ 310744 w 324877"/>
              <a:gd name="connsiteY17" fmla="*/ 268173 h 331895"/>
              <a:gd name="connsiteX18" fmla="*/ 43728 w 324877"/>
              <a:gd name="connsiteY18" fmla="*/ 11094 h 331895"/>
              <a:gd name="connsiteX19" fmla="*/ 44866 w 324877"/>
              <a:gd name="connsiteY19" fmla="*/ 1664 h 331895"/>
              <a:gd name="connsiteX20" fmla="*/ 54352 w 324877"/>
              <a:gd name="connsiteY20" fmla="*/ 2807 h 331895"/>
              <a:gd name="connsiteX21" fmla="*/ 92104 w 324877"/>
              <a:gd name="connsiteY21" fmla="*/ 50432 h 331895"/>
              <a:gd name="connsiteX22" fmla="*/ 129382 w 324877"/>
              <a:gd name="connsiteY22" fmla="*/ 2807 h 331895"/>
              <a:gd name="connsiteX23" fmla="*/ 138678 w 324877"/>
              <a:gd name="connsiteY23" fmla="*/ 1664 h 331895"/>
              <a:gd name="connsiteX24" fmla="*/ 139816 w 324877"/>
              <a:gd name="connsiteY24" fmla="*/ 11094 h 331895"/>
              <a:gd name="connsiteX25" fmla="*/ 99218 w 324877"/>
              <a:gd name="connsiteY25" fmla="*/ 63576 h 331895"/>
              <a:gd name="connsiteX26" fmla="*/ 99218 w 324877"/>
              <a:gd name="connsiteY26" fmla="*/ 126251 h 331895"/>
              <a:gd name="connsiteX27" fmla="*/ 92104 w 324877"/>
              <a:gd name="connsiteY27" fmla="*/ 133299 h 331895"/>
              <a:gd name="connsiteX28" fmla="*/ 92009 w 324877"/>
              <a:gd name="connsiteY28" fmla="*/ 133299 h 331895"/>
              <a:gd name="connsiteX29" fmla="*/ 91914 w 324877"/>
              <a:gd name="connsiteY29" fmla="*/ 133299 h 331895"/>
              <a:gd name="connsiteX30" fmla="*/ 84895 w 324877"/>
              <a:gd name="connsiteY30" fmla="*/ 126251 h 331895"/>
              <a:gd name="connsiteX31" fmla="*/ 84895 w 324877"/>
              <a:gd name="connsiteY31" fmla="*/ 63862 h 331895"/>
              <a:gd name="connsiteX32" fmla="*/ 43538 w 324877"/>
              <a:gd name="connsiteY32" fmla="*/ 11094 h 331895"/>
              <a:gd name="connsiteX33" fmla="*/ 127105 w 324877"/>
              <a:gd name="connsiteY33" fmla="*/ 62624 h 331895"/>
              <a:gd name="connsiteX34" fmla="*/ 127105 w 324877"/>
              <a:gd name="connsiteY34" fmla="*/ 105010 h 331895"/>
              <a:gd name="connsiteX35" fmla="*/ 155277 w 324877"/>
              <a:gd name="connsiteY35" fmla="*/ 133299 h 331895"/>
              <a:gd name="connsiteX36" fmla="*/ 183449 w 324877"/>
              <a:gd name="connsiteY36" fmla="*/ 105010 h 331895"/>
              <a:gd name="connsiteX37" fmla="*/ 183449 w 324877"/>
              <a:gd name="connsiteY37" fmla="*/ 62624 h 331895"/>
              <a:gd name="connsiteX38" fmla="*/ 155277 w 324877"/>
              <a:gd name="connsiteY38" fmla="*/ 34335 h 331895"/>
              <a:gd name="connsiteX39" fmla="*/ 127105 w 324877"/>
              <a:gd name="connsiteY39" fmla="*/ 62624 h 331895"/>
              <a:gd name="connsiteX40" fmla="*/ 141239 w 324877"/>
              <a:gd name="connsiteY40" fmla="*/ 62624 h 331895"/>
              <a:gd name="connsiteX41" fmla="*/ 155372 w 324877"/>
              <a:gd name="connsiteY41" fmla="*/ 48527 h 331895"/>
              <a:gd name="connsiteX42" fmla="*/ 169505 w 324877"/>
              <a:gd name="connsiteY42" fmla="*/ 62624 h 331895"/>
              <a:gd name="connsiteX43" fmla="*/ 169505 w 324877"/>
              <a:gd name="connsiteY43" fmla="*/ 105010 h 331895"/>
              <a:gd name="connsiteX44" fmla="*/ 155372 w 324877"/>
              <a:gd name="connsiteY44" fmla="*/ 119107 h 331895"/>
              <a:gd name="connsiteX45" fmla="*/ 141239 w 324877"/>
              <a:gd name="connsiteY45" fmla="*/ 105010 h 331895"/>
              <a:gd name="connsiteX46" fmla="*/ 141239 w 324877"/>
              <a:gd name="connsiteY46" fmla="*/ 62624 h 331895"/>
              <a:gd name="connsiteX47" fmla="*/ 208396 w 324877"/>
              <a:gd name="connsiteY47" fmla="*/ 122727 h 331895"/>
              <a:gd name="connsiteX48" fmla="*/ 197772 w 324877"/>
              <a:gd name="connsiteY48" fmla="*/ 97962 h 331895"/>
              <a:gd name="connsiteX49" fmla="*/ 197772 w 324877"/>
              <a:gd name="connsiteY49" fmla="*/ 41478 h 331895"/>
              <a:gd name="connsiteX50" fmla="*/ 204886 w 324877"/>
              <a:gd name="connsiteY50" fmla="*/ 34430 h 331895"/>
              <a:gd name="connsiteX51" fmla="*/ 212000 w 324877"/>
              <a:gd name="connsiteY51" fmla="*/ 41478 h 331895"/>
              <a:gd name="connsiteX52" fmla="*/ 212000 w 324877"/>
              <a:gd name="connsiteY52" fmla="*/ 97962 h 331895"/>
              <a:gd name="connsiteX53" fmla="*/ 217881 w 324877"/>
              <a:gd name="connsiteY53" fmla="*/ 112059 h 331895"/>
              <a:gd name="connsiteX54" fmla="*/ 233153 w 324877"/>
              <a:gd name="connsiteY54" fmla="*/ 119107 h 331895"/>
              <a:gd name="connsiteX55" fmla="*/ 254211 w 324877"/>
              <a:gd name="connsiteY55" fmla="*/ 99486 h 331895"/>
              <a:gd name="connsiteX56" fmla="*/ 254211 w 324877"/>
              <a:gd name="connsiteY56" fmla="*/ 41383 h 331895"/>
              <a:gd name="connsiteX57" fmla="*/ 261325 w 324877"/>
              <a:gd name="connsiteY57" fmla="*/ 34335 h 331895"/>
              <a:gd name="connsiteX58" fmla="*/ 261325 w 324877"/>
              <a:gd name="connsiteY58" fmla="*/ 34335 h 331895"/>
              <a:gd name="connsiteX59" fmla="*/ 261325 w 324877"/>
              <a:gd name="connsiteY59" fmla="*/ 34335 h 331895"/>
              <a:gd name="connsiteX60" fmla="*/ 268439 w 324877"/>
              <a:gd name="connsiteY60" fmla="*/ 41383 h 331895"/>
              <a:gd name="connsiteX61" fmla="*/ 268439 w 324877"/>
              <a:gd name="connsiteY61" fmla="*/ 41383 h 331895"/>
              <a:gd name="connsiteX62" fmla="*/ 268439 w 324877"/>
              <a:gd name="connsiteY62" fmla="*/ 41383 h 331895"/>
              <a:gd name="connsiteX63" fmla="*/ 268439 w 324877"/>
              <a:gd name="connsiteY63" fmla="*/ 125298 h 331895"/>
              <a:gd name="connsiteX64" fmla="*/ 261325 w 324877"/>
              <a:gd name="connsiteY64" fmla="*/ 132347 h 331895"/>
              <a:gd name="connsiteX65" fmla="*/ 254306 w 324877"/>
              <a:gd name="connsiteY65" fmla="*/ 125870 h 331895"/>
              <a:gd name="connsiteX66" fmla="*/ 233058 w 324877"/>
              <a:gd name="connsiteY66" fmla="*/ 133109 h 331895"/>
              <a:gd name="connsiteX67" fmla="*/ 208301 w 324877"/>
              <a:gd name="connsiteY67" fmla="*/ 122536 h 331895"/>
              <a:gd name="connsiteX68" fmla="*/ 155752 w 324877"/>
              <a:gd name="connsiteY68" fmla="*/ 225692 h 331895"/>
              <a:gd name="connsiteX69" fmla="*/ 155752 w 324877"/>
              <a:gd name="connsiteY69" fmla="*/ 225692 h 331895"/>
              <a:gd name="connsiteX70" fmla="*/ 155752 w 324877"/>
              <a:gd name="connsiteY70" fmla="*/ 268269 h 331895"/>
              <a:gd name="connsiteX71" fmla="*/ 155752 w 324877"/>
              <a:gd name="connsiteY71" fmla="*/ 268269 h 331895"/>
              <a:gd name="connsiteX72" fmla="*/ 155752 w 324877"/>
              <a:gd name="connsiteY72" fmla="*/ 280937 h 331895"/>
              <a:gd name="connsiteX73" fmla="*/ 148637 w 324877"/>
              <a:gd name="connsiteY73" fmla="*/ 287985 h 331895"/>
              <a:gd name="connsiteX74" fmla="*/ 145033 w 324877"/>
              <a:gd name="connsiteY74" fmla="*/ 286652 h 331895"/>
              <a:gd name="connsiteX75" fmla="*/ 134314 w 324877"/>
              <a:gd name="connsiteY75" fmla="*/ 289509 h 331895"/>
              <a:gd name="connsiteX76" fmla="*/ 112877 w 324877"/>
              <a:gd name="connsiteY76" fmla="*/ 268173 h 331895"/>
              <a:gd name="connsiteX77" fmla="*/ 112877 w 324877"/>
              <a:gd name="connsiteY77" fmla="*/ 225597 h 331895"/>
              <a:gd name="connsiteX78" fmla="*/ 119991 w 324877"/>
              <a:gd name="connsiteY78" fmla="*/ 218453 h 331895"/>
              <a:gd name="connsiteX79" fmla="*/ 127105 w 324877"/>
              <a:gd name="connsiteY79" fmla="*/ 225597 h 331895"/>
              <a:gd name="connsiteX80" fmla="*/ 127105 w 324877"/>
              <a:gd name="connsiteY80" fmla="*/ 268173 h 331895"/>
              <a:gd name="connsiteX81" fmla="*/ 134220 w 324877"/>
              <a:gd name="connsiteY81" fmla="*/ 275317 h 331895"/>
              <a:gd name="connsiteX82" fmla="*/ 141334 w 324877"/>
              <a:gd name="connsiteY82" fmla="*/ 268269 h 331895"/>
              <a:gd name="connsiteX83" fmla="*/ 141334 w 324877"/>
              <a:gd name="connsiteY83" fmla="*/ 225597 h 331895"/>
              <a:gd name="connsiteX84" fmla="*/ 148448 w 324877"/>
              <a:gd name="connsiteY84" fmla="*/ 218548 h 331895"/>
              <a:gd name="connsiteX85" fmla="*/ 148448 w 324877"/>
              <a:gd name="connsiteY85" fmla="*/ 218548 h 331895"/>
              <a:gd name="connsiteX86" fmla="*/ 148448 w 324877"/>
              <a:gd name="connsiteY86" fmla="*/ 218548 h 331895"/>
              <a:gd name="connsiteX87" fmla="*/ 155467 w 324877"/>
              <a:gd name="connsiteY87" fmla="*/ 225597 h 331895"/>
              <a:gd name="connsiteX88" fmla="*/ 155467 w 324877"/>
              <a:gd name="connsiteY88" fmla="*/ 225597 h 331895"/>
              <a:gd name="connsiteX89" fmla="*/ 112782 w 324877"/>
              <a:gd name="connsiteY89" fmla="*/ 211500 h 331895"/>
              <a:gd name="connsiteX90" fmla="*/ 105668 w 324877"/>
              <a:gd name="connsiteY90" fmla="*/ 218643 h 331895"/>
              <a:gd name="connsiteX91" fmla="*/ 84895 w 324877"/>
              <a:gd name="connsiteY91" fmla="*/ 218643 h 331895"/>
              <a:gd name="connsiteX92" fmla="*/ 84895 w 324877"/>
              <a:gd name="connsiteY92" fmla="*/ 280937 h 331895"/>
              <a:gd name="connsiteX93" fmla="*/ 77781 w 324877"/>
              <a:gd name="connsiteY93" fmla="*/ 287985 h 331895"/>
              <a:gd name="connsiteX94" fmla="*/ 70667 w 324877"/>
              <a:gd name="connsiteY94" fmla="*/ 280937 h 331895"/>
              <a:gd name="connsiteX95" fmla="*/ 70667 w 324877"/>
              <a:gd name="connsiteY95" fmla="*/ 218643 h 331895"/>
              <a:gd name="connsiteX96" fmla="*/ 49135 w 324877"/>
              <a:gd name="connsiteY96" fmla="*/ 218643 h 331895"/>
              <a:gd name="connsiteX97" fmla="*/ 42021 w 324877"/>
              <a:gd name="connsiteY97" fmla="*/ 211500 h 331895"/>
              <a:gd name="connsiteX98" fmla="*/ 49135 w 324877"/>
              <a:gd name="connsiteY98" fmla="*/ 204356 h 331895"/>
              <a:gd name="connsiteX99" fmla="*/ 105668 w 324877"/>
              <a:gd name="connsiteY99" fmla="*/ 204356 h 331895"/>
              <a:gd name="connsiteX100" fmla="*/ 112782 w 324877"/>
              <a:gd name="connsiteY100" fmla="*/ 211500 h 331895"/>
              <a:gd name="connsiteX101" fmla="*/ 190658 w 324877"/>
              <a:gd name="connsiteY101" fmla="*/ 218643 h 331895"/>
              <a:gd name="connsiteX102" fmla="*/ 183544 w 324877"/>
              <a:gd name="connsiteY102" fmla="*/ 219977 h 331895"/>
              <a:gd name="connsiteX103" fmla="*/ 183544 w 324877"/>
              <a:gd name="connsiteY103" fmla="*/ 197784 h 331895"/>
              <a:gd name="connsiteX104" fmla="*/ 176430 w 324877"/>
              <a:gd name="connsiteY104" fmla="*/ 190735 h 331895"/>
              <a:gd name="connsiteX105" fmla="*/ 169316 w 324877"/>
              <a:gd name="connsiteY105" fmla="*/ 197784 h 331895"/>
              <a:gd name="connsiteX106" fmla="*/ 169316 w 324877"/>
              <a:gd name="connsiteY106" fmla="*/ 281032 h 331895"/>
              <a:gd name="connsiteX107" fmla="*/ 176430 w 324877"/>
              <a:gd name="connsiteY107" fmla="*/ 288081 h 331895"/>
              <a:gd name="connsiteX108" fmla="*/ 180319 w 324877"/>
              <a:gd name="connsiteY108" fmla="*/ 286938 h 331895"/>
              <a:gd name="connsiteX109" fmla="*/ 190753 w 324877"/>
              <a:gd name="connsiteY109" fmla="*/ 289700 h 331895"/>
              <a:gd name="connsiteX110" fmla="*/ 212190 w 324877"/>
              <a:gd name="connsiteY110" fmla="*/ 268364 h 331895"/>
              <a:gd name="connsiteX111" fmla="*/ 212190 w 324877"/>
              <a:gd name="connsiteY111" fmla="*/ 239979 h 331895"/>
              <a:gd name="connsiteX112" fmla="*/ 190753 w 324877"/>
              <a:gd name="connsiteY112" fmla="*/ 218643 h 331895"/>
              <a:gd name="connsiteX113" fmla="*/ 197772 w 324877"/>
              <a:gd name="connsiteY113" fmla="*/ 268364 h 331895"/>
              <a:gd name="connsiteX114" fmla="*/ 190658 w 324877"/>
              <a:gd name="connsiteY114" fmla="*/ 275508 h 331895"/>
              <a:gd name="connsiteX115" fmla="*/ 183544 w 324877"/>
              <a:gd name="connsiteY115" fmla="*/ 268364 h 331895"/>
              <a:gd name="connsiteX116" fmla="*/ 183544 w 324877"/>
              <a:gd name="connsiteY116" fmla="*/ 239979 h 331895"/>
              <a:gd name="connsiteX117" fmla="*/ 190658 w 324877"/>
              <a:gd name="connsiteY117" fmla="*/ 232836 h 331895"/>
              <a:gd name="connsiteX118" fmla="*/ 197772 w 324877"/>
              <a:gd name="connsiteY118" fmla="*/ 239979 h 331895"/>
              <a:gd name="connsiteX119" fmla="*/ 197772 w 324877"/>
              <a:gd name="connsiteY119" fmla="*/ 268364 h 331895"/>
              <a:gd name="connsiteX120" fmla="*/ 263696 w 324877"/>
              <a:gd name="connsiteY120" fmla="*/ 264554 h 331895"/>
              <a:gd name="connsiteX121" fmla="*/ 256582 w 324877"/>
              <a:gd name="connsiteY121" fmla="*/ 271602 h 331895"/>
              <a:gd name="connsiteX122" fmla="*/ 248235 w 324877"/>
              <a:gd name="connsiteY122" fmla="*/ 276270 h 331895"/>
              <a:gd name="connsiteX123" fmla="*/ 239888 w 324877"/>
              <a:gd name="connsiteY123" fmla="*/ 268078 h 331895"/>
              <a:gd name="connsiteX124" fmla="*/ 239888 w 324877"/>
              <a:gd name="connsiteY124" fmla="*/ 261030 h 331895"/>
              <a:gd name="connsiteX125" fmla="*/ 261325 w 324877"/>
              <a:gd name="connsiteY125" fmla="*/ 261030 h 331895"/>
              <a:gd name="connsiteX126" fmla="*/ 268439 w 324877"/>
              <a:gd name="connsiteY126" fmla="*/ 253981 h 331895"/>
              <a:gd name="connsiteX127" fmla="*/ 268439 w 324877"/>
              <a:gd name="connsiteY127" fmla="*/ 239884 h 331895"/>
              <a:gd name="connsiteX128" fmla="*/ 247002 w 324877"/>
              <a:gd name="connsiteY128" fmla="*/ 218739 h 331895"/>
              <a:gd name="connsiteX129" fmla="*/ 225565 w 324877"/>
              <a:gd name="connsiteY129" fmla="*/ 239884 h 331895"/>
              <a:gd name="connsiteX130" fmla="*/ 225565 w 324877"/>
              <a:gd name="connsiteY130" fmla="*/ 268078 h 331895"/>
              <a:gd name="connsiteX131" fmla="*/ 248235 w 324877"/>
              <a:gd name="connsiteY131" fmla="*/ 290462 h 331895"/>
              <a:gd name="connsiteX132" fmla="*/ 270905 w 324877"/>
              <a:gd name="connsiteY132" fmla="*/ 271602 h 331895"/>
              <a:gd name="connsiteX133" fmla="*/ 263791 w 324877"/>
              <a:gd name="connsiteY133" fmla="*/ 264554 h 331895"/>
              <a:gd name="connsiteX134" fmla="*/ 239888 w 324877"/>
              <a:gd name="connsiteY134" fmla="*/ 239789 h 331895"/>
              <a:gd name="connsiteX135" fmla="*/ 247002 w 324877"/>
              <a:gd name="connsiteY135" fmla="*/ 232740 h 331895"/>
              <a:gd name="connsiteX136" fmla="*/ 254116 w 324877"/>
              <a:gd name="connsiteY136" fmla="*/ 239789 h 331895"/>
              <a:gd name="connsiteX137" fmla="*/ 254116 w 324877"/>
              <a:gd name="connsiteY137" fmla="*/ 246837 h 331895"/>
              <a:gd name="connsiteX138" fmla="*/ 239793 w 324877"/>
              <a:gd name="connsiteY138" fmla="*/ 246837 h 331895"/>
              <a:gd name="connsiteX139" fmla="*/ 239793 w 324877"/>
              <a:gd name="connsiteY139" fmla="*/ 239789 h 331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24877" h="331895">
                <a:moveTo>
                  <a:pt x="261325" y="161970"/>
                </a:moveTo>
                <a:lnTo>
                  <a:pt x="63553" y="161970"/>
                </a:lnTo>
                <a:cubicBezTo>
                  <a:pt x="28267" y="161970"/>
                  <a:pt x="0" y="190259"/>
                  <a:pt x="0" y="225692"/>
                </a:cubicBezTo>
                <a:lnTo>
                  <a:pt x="0" y="268173"/>
                </a:lnTo>
                <a:cubicBezTo>
                  <a:pt x="0" y="302368"/>
                  <a:pt x="28267" y="331896"/>
                  <a:pt x="63553" y="331896"/>
                </a:cubicBezTo>
                <a:lnTo>
                  <a:pt x="261325" y="331896"/>
                </a:lnTo>
                <a:cubicBezTo>
                  <a:pt x="296611" y="331896"/>
                  <a:pt x="324878" y="302368"/>
                  <a:pt x="324878" y="268173"/>
                </a:cubicBezTo>
                <a:lnTo>
                  <a:pt x="324878" y="225692"/>
                </a:lnTo>
                <a:cubicBezTo>
                  <a:pt x="324878" y="190259"/>
                  <a:pt x="296611" y="161970"/>
                  <a:pt x="261325" y="161970"/>
                </a:cubicBezTo>
                <a:close/>
                <a:moveTo>
                  <a:pt x="310744" y="268173"/>
                </a:moveTo>
                <a:cubicBezTo>
                  <a:pt x="310744" y="295320"/>
                  <a:pt x="288358" y="317703"/>
                  <a:pt x="261325" y="317703"/>
                </a:cubicBezTo>
                <a:lnTo>
                  <a:pt x="63553" y="317703"/>
                </a:lnTo>
                <a:cubicBezTo>
                  <a:pt x="36519" y="317703"/>
                  <a:pt x="14133" y="295320"/>
                  <a:pt x="14133" y="268173"/>
                </a:cubicBezTo>
                <a:lnTo>
                  <a:pt x="14133" y="225692"/>
                </a:lnTo>
                <a:cubicBezTo>
                  <a:pt x="14133" y="198546"/>
                  <a:pt x="36519" y="176162"/>
                  <a:pt x="63553" y="176162"/>
                </a:cubicBezTo>
                <a:lnTo>
                  <a:pt x="261325" y="176162"/>
                </a:lnTo>
                <a:cubicBezTo>
                  <a:pt x="288358" y="176162"/>
                  <a:pt x="310744" y="198546"/>
                  <a:pt x="310744" y="225692"/>
                </a:cubicBezTo>
                <a:lnTo>
                  <a:pt x="310744" y="268173"/>
                </a:lnTo>
                <a:close/>
                <a:moveTo>
                  <a:pt x="43728" y="11094"/>
                </a:moveTo>
                <a:cubicBezTo>
                  <a:pt x="41357" y="7569"/>
                  <a:pt x="41357" y="4045"/>
                  <a:pt x="44866" y="1664"/>
                </a:cubicBezTo>
                <a:cubicBezTo>
                  <a:pt x="48376" y="-717"/>
                  <a:pt x="51980" y="-717"/>
                  <a:pt x="54352" y="2807"/>
                </a:cubicBezTo>
                <a:cubicBezTo>
                  <a:pt x="75599" y="29667"/>
                  <a:pt x="86508" y="43383"/>
                  <a:pt x="92104" y="50432"/>
                </a:cubicBezTo>
                <a:cubicBezTo>
                  <a:pt x="116890" y="18745"/>
                  <a:pt x="129315" y="2871"/>
                  <a:pt x="129382" y="2807"/>
                </a:cubicBezTo>
                <a:cubicBezTo>
                  <a:pt x="131753" y="-717"/>
                  <a:pt x="135263" y="-717"/>
                  <a:pt x="138678" y="1664"/>
                </a:cubicBezTo>
                <a:cubicBezTo>
                  <a:pt x="142187" y="4045"/>
                  <a:pt x="142187" y="7569"/>
                  <a:pt x="139816" y="11094"/>
                </a:cubicBezTo>
                <a:cubicBezTo>
                  <a:pt x="106806" y="53861"/>
                  <a:pt x="100451" y="62052"/>
                  <a:pt x="99218" y="63576"/>
                </a:cubicBezTo>
                <a:lnTo>
                  <a:pt x="99218" y="126251"/>
                </a:lnTo>
                <a:cubicBezTo>
                  <a:pt x="99218" y="129775"/>
                  <a:pt x="95708" y="133299"/>
                  <a:pt x="92104" y="133299"/>
                </a:cubicBezTo>
                <a:cubicBezTo>
                  <a:pt x="92104" y="133299"/>
                  <a:pt x="92104" y="133299"/>
                  <a:pt x="92009" y="133299"/>
                </a:cubicBezTo>
                <a:cubicBezTo>
                  <a:pt x="92009" y="133299"/>
                  <a:pt x="92009" y="133299"/>
                  <a:pt x="91914" y="133299"/>
                </a:cubicBezTo>
                <a:cubicBezTo>
                  <a:pt x="88405" y="133299"/>
                  <a:pt x="84895" y="129775"/>
                  <a:pt x="84895" y="126251"/>
                </a:cubicBezTo>
                <a:lnTo>
                  <a:pt x="84895" y="63862"/>
                </a:lnTo>
                <a:cubicBezTo>
                  <a:pt x="57321" y="28683"/>
                  <a:pt x="43538" y="11094"/>
                  <a:pt x="43538" y="11094"/>
                </a:cubicBezTo>
                <a:close/>
                <a:moveTo>
                  <a:pt x="127105" y="62624"/>
                </a:moveTo>
                <a:lnTo>
                  <a:pt x="127105" y="105010"/>
                </a:lnTo>
                <a:cubicBezTo>
                  <a:pt x="127105" y="120345"/>
                  <a:pt x="140006" y="133299"/>
                  <a:pt x="155277" y="133299"/>
                </a:cubicBezTo>
                <a:cubicBezTo>
                  <a:pt x="170549" y="133299"/>
                  <a:pt x="183449" y="120345"/>
                  <a:pt x="183449" y="105010"/>
                </a:cubicBezTo>
                <a:lnTo>
                  <a:pt x="183449" y="62624"/>
                </a:lnTo>
                <a:cubicBezTo>
                  <a:pt x="183449" y="46146"/>
                  <a:pt x="170549" y="34335"/>
                  <a:pt x="155277" y="34335"/>
                </a:cubicBezTo>
                <a:cubicBezTo>
                  <a:pt x="140006" y="34335"/>
                  <a:pt x="127105" y="46146"/>
                  <a:pt x="127105" y="62624"/>
                </a:cubicBezTo>
                <a:close/>
                <a:moveTo>
                  <a:pt x="141239" y="62624"/>
                </a:moveTo>
                <a:cubicBezTo>
                  <a:pt x="141239" y="54337"/>
                  <a:pt x="147120" y="48527"/>
                  <a:pt x="155372" y="48527"/>
                </a:cubicBezTo>
                <a:cubicBezTo>
                  <a:pt x="163624" y="48527"/>
                  <a:pt x="169505" y="54432"/>
                  <a:pt x="169505" y="62624"/>
                </a:cubicBezTo>
                <a:lnTo>
                  <a:pt x="169505" y="105010"/>
                </a:lnTo>
                <a:cubicBezTo>
                  <a:pt x="169505" y="112059"/>
                  <a:pt x="163624" y="119107"/>
                  <a:pt x="155372" y="119107"/>
                </a:cubicBezTo>
                <a:cubicBezTo>
                  <a:pt x="147120" y="119107"/>
                  <a:pt x="141239" y="112059"/>
                  <a:pt x="141239" y="105010"/>
                </a:cubicBezTo>
                <a:lnTo>
                  <a:pt x="141239" y="62624"/>
                </a:lnTo>
                <a:close/>
                <a:moveTo>
                  <a:pt x="208396" y="122727"/>
                </a:moveTo>
                <a:cubicBezTo>
                  <a:pt x="201282" y="115678"/>
                  <a:pt x="197772" y="107391"/>
                  <a:pt x="197772" y="97962"/>
                </a:cubicBezTo>
                <a:lnTo>
                  <a:pt x="197772" y="41478"/>
                </a:lnTo>
                <a:cubicBezTo>
                  <a:pt x="197772" y="36811"/>
                  <a:pt x="201282" y="34430"/>
                  <a:pt x="204886" y="34430"/>
                </a:cubicBezTo>
                <a:cubicBezTo>
                  <a:pt x="208491" y="34430"/>
                  <a:pt x="212000" y="36811"/>
                  <a:pt x="212000" y="41478"/>
                </a:cubicBezTo>
                <a:lnTo>
                  <a:pt x="212000" y="97962"/>
                </a:lnTo>
                <a:cubicBezTo>
                  <a:pt x="212000" y="102629"/>
                  <a:pt x="214372" y="108534"/>
                  <a:pt x="217881" y="112059"/>
                </a:cubicBezTo>
                <a:cubicBezTo>
                  <a:pt x="222624" y="116726"/>
                  <a:pt x="227272" y="119107"/>
                  <a:pt x="233153" y="119107"/>
                </a:cubicBezTo>
                <a:cubicBezTo>
                  <a:pt x="244346" y="119107"/>
                  <a:pt x="253357" y="110535"/>
                  <a:pt x="254211" y="99486"/>
                </a:cubicBezTo>
                <a:lnTo>
                  <a:pt x="254211" y="41383"/>
                </a:lnTo>
                <a:cubicBezTo>
                  <a:pt x="254211" y="36621"/>
                  <a:pt x="25781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4835" y="34335"/>
                  <a:pt x="268439" y="36716"/>
                  <a:pt x="268439" y="41383"/>
                </a:cubicBezTo>
                <a:lnTo>
                  <a:pt x="268439" y="41383"/>
                </a:lnTo>
                <a:cubicBezTo>
                  <a:pt x="268439" y="41383"/>
                  <a:pt x="268439" y="41383"/>
                  <a:pt x="268439" y="41383"/>
                </a:cubicBezTo>
                <a:lnTo>
                  <a:pt x="268439" y="125298"/>
                </a:lnTo>
                <a:cubicBezTo>
                  <a:pt x="268439" y="128823"/>
                  <a:pt x="264835" y="132347"/>
                  <a:pt x="261325" y="132347"/>
                </a:cubicBezTo>
                <a:cubicBezTo>
                  <a:pt x="258005" y="132347"/>
                  <a:pt x="254780" y="129204"/>
                  <a:pt x="254306" y="125870"/>
                </a:cubicBezTo>
                <a:cubicBezTo>
                  <a:pt x="248425" y="130347"/>
                  <a:pt x="241216" y="133109"/>
                  <a:pt x="233058" y="133109"/>
                </a:cubicBezTo>
                <a:cubicBezTo>
                  <a:pt x="223668" y="133109"/>
                  <a:pt x="215415" y="129585"/>
                  <a:pt x="208301" y="122536"/>
                </a:cubicBezTo>
                <a:close/>
                <a:moveTo>
                  <a:pt x="155752" y="225692"/>
                </a:moveTo>
                <a:cubicBezTo>
                  <a:pt x="155752" y="225692"/>
                  <a:pt x="155752" y="225692"/>
                  <a:pt x="155752" y="225692"/>
                </a:cubicBezTo>
                <a:lnTo>
                  <a:pt x="155752" y="268269"/>
                </a:lnTo>
                <a:cubicBezTo>
                  <a:pt x="155752" y="268269"/>
                  <a:pt x="155752" y="268269"/>
                  <a:pt x="155752" y="268269"/>
                </a:cubicBezTo>
                <a:lnTo>
                  <a:pt x="155752" y="280937"/>
                </a:lnTo>
                <a:cubicBezTo>
                  <a:pt x="155752" y="284461"/>
                  <a:pt x="152147" y="287985"/>
                  <a:pt x="148637" y="287985"/>
                </a:cubicBezTo>
                <a:cubicBezTo>
                  <a:pt x="147309" y="287985"/>
                  <a:pt x="146171" y="287414"/>
                  <a:pt x="145033" y="286652"/>
                </a:cubicBezTo>
                <a:cubicBezTo>
                  <a:pt x="141903" y="288462"/>
                  <a:pt x="138298" y="289509"/>
                  <a:pt x="134314" y="289509"/>
                </a:cubicBezTo>
                <a:cubicBezTo>
                  <a:pt x="122363" y="289509"/>
                  <a:pt x="112877" y="280080"/>
                  <a:pt x="112877" y="268173"/>
                </a:cubicBezTo>
                <a:lnTo>
                  <a:pt x="112877" y="225597"/>
                </a:lnTo>
                <a:cubicBezTo>
                  <a:pt x="112877" y="220834"/>
                  <a:pt x="116482" y="218453"/>
                  <a:pt x="119991" y="218453"/>
                </a:cubicBezTo>
                <a:cubicBezTo>
                  <a:pt x="123501" y="218453"/>
                  <a:pt x="127105" y="220834"/>
                  <a:pt x="127105" y="225597"/>
                </a:cubicBezTo>
                <a:lnTo>
                  <a:pt x="127105" y="268173"/>
                </a:lnTo>
                <a:cubicBezTo>
                  <a:pt x="127105" y="271698"/>
                  <a:pt x="130710" y="275317"/>
                  <a:pt x="134220" y="275317"/>
                </a:cubicBezTo>
                <a:cubicBezTo>
                  <a:pt x="137729" y="275317"/>
                  <a:pt x="141334" y="271793"/>
                  <a:pt x="141334" y="268269"/>
                </a:cubicBezTo>
                <a:lnTo>
                  <a:pt x="141334" y="225597"/>
                </a:lnTo>
                <a:cubicBezTo>
                  <a:pt x="141334" y="220929"/>
                  <a:pt x="144938" y="218548"/>
                  <a:pt x="148448" y="218548"/>
                </a:cubicBezTo>
                <a:lnTo>
                  <a:pt x="148448" y="218548"/>
                </a:lnTo>
                <a:cubicBezTo>
                  <a:pt x="148448" y="218548"/>
                  <a:pt x="148448" y="218548"/>
                  <a:pt x="148448" y="218548"/>
                </a:cubicBezTo>
                <a:cubicBezTo>
                  <a:pt x="151957" y="218548"/>
                  <a:pt x="155467" y="220929"/>
                  <a:pt x="155467" y="225597"/>
                </a:cubicBezTo>
                <a:lnTo>
                  <a:pt x="155467" y="225597"/>
                </a:lnTo>
                <a:close/>
                <a:moveTo>
                  <a:pt x="112782" y="211500"/>
                </a:moveTo>
                <a:cubicBezTo>
                  <a:pt x="112782" y="215119"/>
                  <a:pt x="110411" y="218643"/>
                  <a:pt x="105668" y="218643"/>
                </a:cubicBezTo>
                <a:lnTo>
                  <a:pt x="84895" y="218643"/>
                </a:lnTo>
                <a:lnTo>
                  <a:pt x="84895" y="280937"/>
                </a:lnTo>
                <a:cubicBezTo>
                  <a:pt x="84895" y="285699"/>
                  <a:pt x="81291" y="287985"/>
                  <a:pt x="77781" y="287985"/>
                </a:cubicBezTo>
                <a:cubicBezTo>
                  <a:pt x="74271" y="287985"/>
                  <a:pt x="70667" y="285604"/>
                  <a:pt x="70667" y="280937"/>
                </a:cubicBezTo>
                <a:lnTo>
                  <a:pt x="70667" y="218643"/>
                </a:lnTo>
                <a:lnTo>
                  <a:pt x="49135" y="218643"/>
                </a:lnTo>
                <a:cubicBezTo>
                  <a:pt x="44392" y="218643"/>
                  <a:pt x="42021" y="215024"/>
                  <a:pt x="42021" y="211500"/>
                </a:cubicBezTo>
                <a:cubicBezTo>
                  <a:pt x="42021" y="206737"/>
                  <a:pt x="44392" y="204356"/>
                  <a:pt x="49135" y="204356"/>
                </a:cubicBezTo>
                <a:lnTo>
                  <a:pt x="105668" y="204356"/>
                </a:lnTo>
                <a:cubicBezTo>
                  <a:pt x="110411" y="204356"/>
                  <a:pt x="112782" y="206737"/>
                  <a:pt x="112782" y="211500"/>
                </a:cubicBezTo>
                <a:close/>
                <a:moveTo>
                  <a:pt x="190658" y="218643"/>
                </a:moveTo>
                <a:cubicBezTo>
                  <a:pt x="188097" y="218643"/>
                  <a:pt x="185726" y="219120"/>
                  <a:pt x="183544" y="219977"/>
                </a:cubicBezTo>
                <a:lnTo>
                  <a:pt x="183544" y="197784"/>
                </a:lnTo>
                <a:cubicBezTo>
                  <a:pt x="183544" y="193116"/>
                  <a:pt x="179940" y="190735"/>
                  <a:pt x="176430" y="190735"/>
                </a:cubicBezTo>
                <a:cubicBezTo>
                  <a:pt x="172920" y="190735"/>
                  <a:pt x="169316" y="193116"/>
                  <a:pt x="169316" y="197784"/>
                </a:cubicBezTo>
                <a:lnTo>
                  <a:pt x="169316" y="281032"/>
                </a:lnTo>
                <a:cubicBezTo>
                  <a:pt x="169316" y="285699"/>
                  <a:pt x="172920" y="288081"/>
                  <a:pt x="176430" y="288081"/>
                </a:cubicBezTo>
                <a:cubicBezTo>
                  <a:pt x="177853" y="288081"/>
                  <a:pt x="179181" y="287604"/>
                  <a:pt x="180319" y="286938"/>
                </a:cubicBezTo>
                <a:cubicBezTo>
                  <a:pt x="183449" y="288652"/>
                  <a:pt x="186959" y="289700"/>
                  <a:pt x="190753" y="289700"/>
                </a:cubicBezTo>
                <a:cubicBezTo>
                  <a:pt x="202705" y="289700"/>
                  <a:pt x="212190" y="280270"/>
                  <a:pt x="212190" y="268364"/>
                </a:cubicBezTo>
                <a:lnTo>
                  <a:pt x="212190" y="239979"/>
                </a:lnTo>
                <a:cubicBezTo>
                  <a:pt x="212190" y="228168"/>
                  <a:pt x="202705" y="218643"/>
                  <a:pt x="190753" y="218643"/>
                </a:cubicBezTo>
                <a:close/>
                <a:moveTo>
                  <a:pt x="197772" y="268364"/>
                </a:moveTo>
                <a:cubicBezTo>
                  <a:pt x="197772" y="271888"/>
                  <a:pt x="194168" y="275508"/>
                  <a:pt x="190658" y="275508"/>
                </a:cubicBezTo>
                <a:cubicBezTo>
                  <a:pt x="187148" y="275508"/>
                  <a:pt x="183544" y="271983"/>
                  <a:pt x="183544" y="268364"/>
                </a:cubicBezTo>
                <a:lnTo>
                  <a:pt x="183544" y="239979"/>
                </a:lnTo>
                <a:cubicBezTo>
                  <a:pt x="183544" y="235217"/>
                  <a:pt x="187148" y="232836"/>
                  <a:pt x="190658" y="232836"/>
                </a:cubicBezTo>
                <a:cubicBezTo>
                  <a:pt x="194168" y="232836"/>
                  <a:pt x="197772" y="235217"/>
                  <a:pt x="197772" y="239979"/>
                </a:cubicBezTo>
                <a:lnTo>
                  <a:pt x="197772" y="268364"/>
                </a:lnTo>
                <a:close/>
                <a:moveTo>
                  <a:pt x="263696" y="264554"/>
                </a:moveTo>
                <a:cubicBezTo>
                  <a:pt x="260092" y="264554"/>
                  <a:pt x="256582" y="266935"/>
                  <a:pt x="256582" y="271602"/>
                </a:cubicBezTo>
                <a:cubicBezTo>
                  <a:pt x="256582" y="275127"/>
                  <a:pt x="251839" y="276270"/>
                  <a:pt x="248235" y="276270"/>
                </a:cubicBezTo>
                <a:cubicBezTo>
                  <a:pt x="244630" y="276270"/>
                  <a:pt x="239888" y="271602"/>
                  <a:pt x="239888" y="268078"/>
                </a:cubicBezTo>
                <a:lnTo>
                  <a:pt x="239888" y="261030"/>
                </a:lnTo>
                <a:lnTo>
                  <a:pt x="261325" y="261030"/>
                </a:lnTo>
                <a:cubicBezTo>
                  <a:pt x="264929" y="261030"/>
                  <a:pt x="268439" y="257505"/>
                  <a:pt x="268439" y="253981"/>
                </a:cubicBezTo>
                <a:lnTo>
                  <a:pt x="268439" y="239884"/>
                </a:lnTo>
                <a:cubicBezTo>
                  <a:pt x="268439" y="228073"/>
                  <a:pt x="258954" y="218739"/>
                  <a:pt x="247002" y="218739"/>
                </a:cubicBezTo>
                <a:cubicBezTo>
                  <a:pt x="235050" y="218739"/>
                  <a:pt x="225565" y="228168"/>
                  <a:pt x="225565" y="239884"/>
                </a:cubicBezTo>
                <a:lnTo>
                  <a:pt x="225565" y="268078"/>
                </a:lnTo>
                <a:cubicBezTo>
                  <a:pt x="225565" y="279889"/>
                  <a:pt x="236283" y="290462"/>
                  <a:pt x="248235" y="290462"/>
                </a:cubicBezTo>
                <a:cubicBezTo>
                  <a:pt x="261325" y="290462"/>
                  <a:pt x="270905" y="282270"/>
                  <a:pt x="270905" y="271602"/>
                </a:cubicBezTo>
                <a:cubicBezTo>
                  <a:pt x="270905" y="266935"/>
                  <a:pt x="267301" y="264554"/>
                  <a:pt x="263791" y="264554"/>
                </a:cubicBezTo>
                <a:close/>
                <a:moveTo>
                  <a:pt x="239888" y="239789"/>
                </a:moveTo>
                <a:cubicBezTo>
                  <a:pt x="239888" y="235122"/>
                  <a:pt x="243492" y="232740"/>
                  <a:pt x="247002" y="232740"/>
                </a:cubicBezTo>
                <a:cubicBezTo>
                  <a:pt x="250511" y="232740"/>
                  <a:pt x="254116" y="235122"/>
                  <a:pt x="254116" y="239789"/>
                </a:cubicBezTo>
                <a:lnTo>
                  <a:pt x="254116" y="246837"/>
                </a:lnTo>
                <a:lnTo>
                  <a:pt x="239793" y="246837"/>
                </a:lnTo>
                <a:lnTo>
                  <a:pt x="239793" y="239789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8" name="Graphic 124">
            <a:extLst>
              <a:ext uri="{FF2B5EF4-FFF2-40B4-BE49-F238E27FC236}">
                <a16:creationId xmlns:a16="http://schemas.microsoft.com/office/drawing/2014/main" id="{24C693BB-7665-39A8-4C53-C0496B8593C6}"/>
              </a:ext>
            </a:extLst>
          </p:cNvPr>
          <p:cNvSpPr/>
          <p:nvPr/>
        </p:nvSpPr>
        <p:spPr>
          <a:xfrm>
            <a:off x="8766479" y="1482586"/>
            <a:ext cx="434975" cy="444371"/>
          </a:xfrm>
          <a:custGeom>
            <a:avLst/>
            <a:gdLst>
              <a:gd name="connsiteX0" fmla="*/ 261325 w 324877"/>
              <a:gd name="connsiteY0" fmla="*/ 161970 h 331895"/>
              <a:gd name="connsiteX1" fmla="*/ 63553 w 324877"/>
              <a:gd name="connsiteY1" fmla="*/ 161970 h 331895"/>
              <a:gd name="connsiteX2" fmla="*/ 0 w 324877"/>
              <a:gd name="connsiteY2" fmla="*/ 225692 h 331895"/>
              <a:gd name="connsiteX3" fmla="*/ 0 w 324877"/>
              <a:gd name="connsiteY3" fmla="*/ 268173 h 331895"/>
              <a:gd name="connsiteX4" fmla="*/ 63553 w 324877"/>
              <a:gd name="connsiteY4" fmla="*/ 331896 h 331895"/>
              <a:gd name="connsiteX5" fmla="*/ 261325 w 324877"/>
              <a:gd name="connsiteY5" fmla="*/ 331896 h 331895"/>
              <a:gd name="connsiteX6" fmla="*/ 324878 w 324877"/>
              <a:gd name="connsiteY6" fmla="*/ 268173 h 331895"/>
              <a:gd name="connsiteX7" fmla="*/ 324878 w 324877"/>
              <a:gd name="connsiteY7" fmla="*/ 225692 h 331895"/>
              <a:gd name="connsiteX8" fmla="*/ 261325 w 324877"/>
              <a:gd name="connsiteY8" fmla="*/ 161970 h 331895"/>
              <a:gd name="connsiteX9" fmla="*/ 310744 w 324877"/>
              <a:gd name="connsiteY9" fmla="*/ 268173 h 331895"/>
              <a:gd name="connsiteX10" fmla="*/ 261325 w 324877"/>
              <a:gd name="connsiteY10" fmla="*/ 317703 h 331895"/>
              <a:gd name="connsiteX11" fmla="*/ 63553 w 324877"/>
              <a:gd name="connsiteY11" fmla="*/ 317703 h 331895"/>
              <a:gd name="connsiteX12" fmla="*/ 14133 w 324877"/>
              <a:gd name="connsiteY12" fmla="*/ 268173 h 331895"/>
              <a:gd name="connsiteX13" fmla="*/ 14133 w 324877"/>
              <a:gd name="connsiteY13" fmla="*/ 225692 h 331895"/>
              <a:gd name="connsiteX14" fmla="*/ 63553 w 324877"/>
              <a:gd name="connsiteY14" fmla="*/ 176162 h 331895"/>
              <a:gd name="connsiteX15" fmla="*/ 261325 w 324877"/>
              <a:gd name="connsiteY15" fmla="*/ 176162 h 331895"/>
              <a:gd name="connsiteX16" fmla="*/ 310744 w 324877"/>
              <a:gd name="connsiteY16" fmla="*/ 225692 h 331895"/>
              <a:gd name="connsiteX17" fmla="*/ 310744 w 324877"/>
              <a:gd name="connsiteY17" fmla="*/ 268173 h 331895"/>
              <a:gd name="connsiteX18" fmla="*/ 43728 w 324877"/>
              <a:gd name="connsiteY18" fmla="*/ 11094 h 331895"/>
              <a:gd name="connsiteX19" fmla="*/ 44866 w 324877"/>
              <a:gd name="connsiteY19" fmla="*/ 1664 h 331895"/>
              <a:gd name="connsiteX20" fmla="*/ 54352 w 324877"/>
              <a:gd name="connsiteY20" fmla="*/ 2807 h 331895"/>
              <a:gd name="connsiteX21" fmla="*/ 92104 w 324877"/>
              <a:gd name="connsiteY21" fmla="*/ 50432 h 331895"/>
              <a:gd name="connsiteX22" fmla="*/ 129382 w 324877"/>
              <a:gd name="connsiteY22" fmla="*/ 2807 h 331895"/>
              <a:gd name="connsiteX23" fmla="*/ 138678 w 324877"/>
              <a:gd name="connsiteY23" fmla="*/ 1664 h 331895"/>
              <a:gd name="connsiteX24" fmla="*/ 139816 w 324877"/>
              <a:gd name="connsiteY24" fmla="*/ 11094 h 331895"/>
              <a:gd name="connsiteX25" fmla="*/ 99218 w 324877"/>
              <a:gd name="connsiteY25" fmla="*/ 63576 h 331895"/>
              <a:gd name="connsiteX26" fmla="*/ 99218 w 324877"/>
              <a:gd name="connsiteY26" fmla="*/ 126251 h 331895"/>
              <a:gd name="connsiteX27" fmla="*/ 92104 w 324877"/>
              <a:gd name="connsiteY27" fmla="*/ 133299 h 331895"/>
              <a:gd name="connsiteX28" fmla="*/ 92009 w 324877"/>
              <a:gd name="connsiteY28" fmla="*/ 133299 h 331895"/>
              <a:gd name="connsiteX29" fmla="*/ 91914 w 324877"/>
              <a:gd name="connsiteY29" fmla="*/ 133299 h 331895"/>
              <a:gd name="connsiteX30" fmla="*/ 84895 w 324877"/>
              <a:gd name="connsiteY30" fmla="*/ 126251 h 331895"/>
              <a:gd name="connsiteX31" fmla="*/ 84895 w 324877"/>
              <a:gd name="connsiteY31" fmla="*/ 63862 h 331895"/>
              <a:gd name="connsiteX32" fmla="*/ 43538 w 324877"/>
              <a:gd name="connsiteY32" fmla="*/ 11094 h 331895"/>
              <a:gd name="connsiteX33" fmla="*/ 127105 w 324877"/>
              <a:gd name="connsiteY33" fmla="*/ 62624 h 331895"/>
              <a:gd name="connsiteX34" fmla="*/ 127105 w 324877"/>
              <a:gd name="connsiteY34" fmla="*/ 105010 h 331895"/>
              <a:gd name="connsiteX35" fmla="*/ 155277 w 324877"/>
              <a:gd name="connsiteY35" fmla="*/ 133299 h 331895"/>
              <a:gd name="connsiteX36" fmla="*/ 183449 w 324877"/>
              <a:gd name="connsiteY36" fmla="*/ 105010 h 331895"/>
              <a:gd name="connsiteX37" fmla="*/ 183449 w 324877"/>
              <a:gd name="connsiteY37" fmla="*/ 62624 h 331895"/>
              <a:gd name="connsiteX38" fmla="*/ 155277 w 324877"/>
              <a:gd name="connsiteY38" fmla="*/ 34335 h 331895"/>
              <a:gd name="connsiteX39" fmla="*/ 127105 w 324877"/>
              <a:gd name="connsiteY39" fmla="*/ 62624 h 331895"/>
              <a:gd name="connsiteX40" fmla="*/ 141239 w 324877"/>
              <a:gd name="connsiteY40" fmla="*/ 62624 h 331895"/>
              <a:gd name="connsiteX41" fmla="*/ 155372 w 324877"/>
              <a:gd name="connsiteY41" fmla="*/ 48527 h 331895"/>
              <a:gd name="connsiteX42" fmla="*/ 169505 w 324877"/>
              <a:gd name="connsiteY42" fmla="*/ 62624 h 331895"/>
              <a:gd name="connsiteX43" fmla="*/ 169505 w 324877"/>
              <a:gd name="connsiteY43" fmla="*/ 105010 h 331895"/>
              <a:gd name="connsiteX44" fmla="*/ 155372 w 324877"/>
              <a:gd name="connsiteY44" fmla="*/ 119107 h 331895"/>
              <a:gd name="connsiteX45" fmla="*/ 141239 w 324877"/>
              <a:gd name="connsiteY45" fmla="*/ 105010 h 331895"/>
              <a:gd name="connsiteX46" fmla="*/ 141239 w 324877"/>
              <a:gd name="connsiteY46" fmla="*/ 62624 h 331895"/>
              <a:gd name="connsiteX47" fmla="*/ 208396 w 324877"/>
              <a:gd name="connsiteY47" fmla="*/ 122727 h 331895"/>
              <a:gd name="connsiteX48" fmla="*/ 197772 w 324877"/>
              <a:gd name="connsiteY48" fmla="*/ 97962 h 331895"/>
              <a:gd name="connsiteX49" fmla="*/ 197772 w 324877"/>
              <a:gd name="connsiteY49" fmla="*/ 41478 h 331895"/>
              <a:gd name="connsiteX50" fmla="*/ 204886 w 324877"/>
              <a:gd name="connsiteY50" fmla="*/ 34430 h 331895"/>
              <a:gd name="connsiteX51" fmla="*/ 212000 w 324877"/>
              <a:gd name="connsiteY51" fmla="*/ 41478 h 331895"/>
              <a:gd name="connsiteX52" fmla="*/ 212000 w 324877"/>
              <a:gd name="connsiteY52" fmla="*/ 97962 h 331895"/>
              <a:gd name="connsiteX53" fmla="*/ 217881 w 324877"/>
              <a:gd name="connsiteY53" fmla="*/ 112059 h 331895"/>
              <a:gd name="connsiteX54" fmla="*/ 233153 w 324877"/>
              <a:gd name="connsiteY54" fmla="*/ 119107 h 331895"/>
              <a:gd name="connsiteX55" fmla="*/ 254211 w 324877"/>
              <a:gd name="connsiteY55" fmla="*/ 99486 h 331895"/>
              <a:gd name="connsiteX56" fmla="*/ 254211 w 324877"/>
              <a:gd name="connsiteY56" fmla="*/ 41383 h 331895"/>
              <a:gd name="connsiteX57" fmla="*/ 261325 w 324877"/>
              <a:gd name="connsiteY57" fmla="*/ 34335 h 331895"/>
              <a:gd name="connsiteX58" fmla="*/ 261325 w 324877"/>
              <a:gd name="connsiteY58" fmla="*/ 34335 h 331895"/>
              <a:gd name="connsiteX59" fmla="*/ 261325 w 324877"/>
              <a:gd name="connsiteY59" fmla="*/ 34335 h 331895"/>
              <a:gd name="connsiteX60" fmla="*/ 268439 w 324877"/>
              <a:gd name="connsiteY60" fmla="*/ 41383 h 331895"/>
              <a:gd name="connsiteX61" fmla="*/ 268439 w 324877"/>
              <a:gd name="connsiteY61" fmla="*/ 41383 h 331895"/>
              <a:gd name="connsiteX62" fmla="*/ 268439 w 324877"/>
              <a:gd name="connsiteY62" fmla="*/ 41383 h 331895"/>
              <a:gd name="connsiteX63" fmla="*/ 268439 w 324877"/>
              <a:gd name="connsiteY63" fmla="*/ 125298 h 331895"/>
              <a:gd name="connsiteX64" fmla="*/ 261325 w 324877"/>
              <a:gd name="connsiteY64" fmla="*/ 132347 h 331895"/>
              <a:gd name="connsiteX65" fmla="*/ 254306 w 324877"/>
              <a:gd name="connsiteY65" fmla="*/ 125870 h 331895"/>
              <a:gd name="connsiteX66" fmla="*/ 233058 w 324877"/>
              <a:gd name="connsiteY66" fmla="*/ 133109 h 331895"/>
              <a:gd name="connsiteX67" fmla="*/ 208301 w 324877"/>
              <a:gd name="connsiteY67" fmla="*/ 122536 h 331895"/>
              <a:gd name="connsiteX68" fmla="*/ 155752 w 324877"/>
              <a:gd name="connsiteY68" fmla="*/ 225692 h 331895"/>
              <a:gd name="connsiteX69" fmla="*/ 155752 w 324877"/>
              <a:gd name="connsiteY69" fmla="*/ 225692 h 331895"/>
              <a:gd name="connsiteX70" fmla="*/ 155752 w 324877"/>
              <a:gd name="connsiteY70" fmla="*/ 268269 h 331895"/>
              <a:gd name="connsiteX71" fmla="*/ 155752 w 324877"/>
              <a:gd name="connsiteY71" fmla="*/ 268269 h 331895"/>
              <a:gd name="connsiteX72" fmla="*/ 155752 w 324877"/>
              <a:gd name="connsiteY72" fmla="*/ 280937 h 331895"/>
              <a:gd name="connsiteX73" fmla="*/ 148637 w 324877"/>
              <a:gd name="connsiteY73" fmla="*/ 287985 h 331895"/>
              <a:gd name="connsiteX74" fmla="*/ 145033 w 324877"/>
              <a:gd name="connsiteY74" fmla="*/ 286652 h 331895"/>
              <a:gd name="connsiteX75" fmla="*/ 134314 w 324877"/>
              <a:gd name="connsiteY75" fmla="*/ 289509 h 331895"/>
              <a:gd name="connsiteX76" fmla="*/ 112877 w 324877"/>
              <a:gd name="connsiteY76" fmla="*/ 268173 h 331895"/>
              <a:gd name="connsiteX77" fmla="*/ 112877 w 324877"/>
              <a:gd name="connsiteY77" fmla="*/ 225597 h 331895"/>
              <a:gd name="connsiteX78" fmla="*/ 119991 w 324877"/>
              <a:gd name="connsiteY78" fmla="*/ 218453 h 331895"/>
              <a:gd name="connsiteX79" fmla="*/ 127105 w 324877"/>
              <a:gd name="connsiteY79" fmla="*/ 225597 h 331895"/>
              <a:gd name="connsiteX80" fmla="*/ 127105 w 324877"/>
              <a:gd name="connsiteY80" fmla="*/ 268173 h 331895"/>
              <a:gd name="connsiteX81" fmla="*/ 134220 w 324877"/>
              <a:gd name="connsiteY81" fmla="*/ 275317 h 331895"/>
              <a:gd name="connsiteX82" fmla="*/ 141334 w 324877"/>
              <a:gd name="connsiteY82" fmla="*/ 268269 h 331895"/>
              <a:gd name="connsiteX83" fmla="*/ 141334 w 324877"/>
              <a:gd name="connsiteY83" fmla="*/ 225597 h 331895"/>
              <a:gd name="connsiteX84" fmla="*/ 148448 w 324877"/>
              <a:gd name="connsiteY84" fmla="*/ 218548 h 331895"/>
              <a:gd name="connsiteX85" fmla="*/ 148448 w 324877"/>
              <a:gd name="connsiteY85" fmla="*/ 218548 h 331895"/>
              <a:gd name="connsiteX86" fmla="*/ 148448 w 324877"/>
              <a:gd name="connsiteY86" fmla="*/ 218548 h 331895"/>
              <a:gd name="connsiteX87" fmla="*/ 155467 w 324877"/>
              <a:gd name="connsiteY87" fmla="*/ 225597 h 331895"/>
              <a:gd name="connsiteX88" fmla="*/ 155467 w 324877"/>
              <a:gd name="connsiteY88" fmla="*/ 225597 h 331895"/>
              <a:gd name="connsiteX89" fmla="*/ 112782 w 324877"/>
              <a:gd name="connsiteY89" fmla="*/ 211500 h 331895"/>
              <a:gd name="connsiteX90" fmla="*/ 105668 w 324877"/>
              <a:gd name="connsiteY90" fmla="*/ 218643 h 331895"/>
              <a:gd name="connsiteX91" fmla="*/ 84895 w 324877"/>
              <a:gd name="connsiteY91" fmla="*/ 218643 h 331895"/>
              <a:gd name="connsiteX92" fmla="*/ 84895 w 324877"/>
              <a:gd name="connsiteY92" fmla="*/ 280937 h 331895"/>
              <a:gd name="connsiteX93" fmla="*/ 77781 w 324877"/>
              <a:gd name="connsiteY93" fmla="*/ 287985 h 331895"/>
              <a:gd name="connsiteX94" fmla="*/ 70667 w 324877"/>
              <a:gd name="connsiteY94" fmla="*/ 280937 h 331895"/>
              <a:gd name="connsiteX95" fmla="*/ 70667 w 324877"/>
              <a:gd name="connsiteY95" fmla="*/ 218643 h 331895"/>
              <a:gd name="connsiteX96" fmla="*/ 49135 w 324877"/>
              <a:gd name="connsiteY96" fmla="*/ 218643 h 331895"/>
              <a:gd name="connsiteX97" fmla="*/ 42021 w 324877"/>
              <a:gd name="connsiteY97" fmla="*/ 211500 h 331895"/>
              <a:gd name="connsiteX98" fmla="*/ 49135 w 324877"/>
              <a:gd name="connsiteY98" fmla="*/ 204356 h 331895"/>
              <a:gd name="connsiteX99" fmla="*/ 105668 w 324877"/>
              <a:gd name="connsiteY99" fmla="*/ 204356 h 331895"/>
              <a:gd name="connsiteX100" fmla="*/ 112782 w 324877"/>
              <a:gd name="connsiteY100" fmla="*/ 211500 h 331895"/>
              <a:gd name="connsiteX101" fmla="*/ 190658 w 324877"/>
              <a:gd name="connsiteY101" fmla="*/ 218643 h 331895"/>
              <a:gd name="connsiteX102" fmla="*/ 183544 w 324877"/>
              <a:gd name="connsiteY102" fmla="*/ 219977 h 331895"/>
              <a:gd name="connsiteX103" fmla="*/ 183544 w 324877"/>
              <a:gd name="connsiteY103" fmla="*/ 197784 h 331895"/>
              <a:gd name="connsiteX104" fmla="*/ 176430 w 324877"/>
              <a:gd name="connsiteY104" fmla="*/ 190735 h 331895"/>
              <a:gd name="connsiteX105" fmla="*/ 169316 w 324877"/>
              <a:gd name="connsiteY105" fmla="*/ 197784 h 331895"/>
              <a:gd name="connsiteX106" fmla="*/ 169316 w 324877"/>
              <a:gd name="connsiteY106" fmla="*/ 281032 h 331895"/>
              <a:gd name="connsiteX107" fmla="*/ 176430 w 324877"/>
              <a:gd name="connsiteY107" fmla="*/ 288081 h 331895"/>
              <a:gd name="connsiteX108" fmla="*/ 180319 w 324877"/>
              <a:gd name="connsiteY108" fmla="*/ 286938 h 331895"/>
              <a:gd name="connsiteX109" fmla="*/ 190753 w 324877"/>
              <a:gd name="connsiteY109" fmla="*/ 289700 h 331895"/>
              <a:gd name="connsiteX110" fmla="*/ 212190 w 324877"/>
              <a:gd name="connsiteY110" fmla="*/ 268364 h 331895"/>
              <a:gd name="connsiteX111" fmla="*/ 212190 w 324877"/>
              <a:gd name="connsiteY111" fmla="*/ 239979 h 331895"/>
              <a:gd name="connsiteX112" fmla="*/ 190753 w 324877"/>
              <a:gd name="connsiteY112" fmla="*/ 218643 h 331895"/>
              <a:gd name="connsiteX113" fmla="*/ 197772 w 324877"/>
              <a:gd name="connsiteY113" fmla="*/ 268364 h 331895"/>
              <a:gd name="connsiteX114" fmla="*/ 190658 w 324877"/>
              <a:gd name="connsiteY114" fmla="*/ 275508 h 331895"/>
              <a:gd name="connsiteX115" fmla="*/ 183544 w 324877"/>
              <a:gd name="connsiteY115" fmla="*/ 268364 h 331895"/>
              <a:gd name="connsiteX116" fmla="*/ 183544 w 324877"/>
              <a:gd name="connsiteY116" fmla="*/ 239979 h 331895"/>
              <a:gd name="connsiteX117" fmla="*/ 190658 w 324877"/>
              <a:gd name="connsiteY117" fmla="*/ 232836 h 331895"/>
              <a:gd name="connsiteX118" fmla="*/ 197772 w 324877"/>
              <a:gd name="connsiteY118" fmla="*/ 239979 h 331895"/>
              <a:gd name="connsiteX119" fmla="*/ 197772 w 324877"/>
              <a:gd name="connsiteY119" fmla="*/ 268364 h 331895"/>
              <a:gd name="connsiteX120" fmla="*/ 263696 w 324877"/>
              <a:gd name="connsiteY120" fmla="*/ 264554 h 331895"/>
              <a:gd name="connsiteX121" fmla="*/ 256582 w 324877"/>
              <a:gd name="connsiteY121" fmla="*/ 271602 h 331895"/>
              <a:gd name="connsiteX122" fmla="*/ 248235 w 324877"/>
              <a:gd name="connsiteY122" fmla="*/ 276270 h 331895"/>
              <a:gd name="connsiteX123" fmla="*/ 239888 w 324877"/>
              <a:gd name="connsiteY123" fmla="*/ 268078 h 331895"/>
              <a:gd name="connsiteX124" fmla="*/ 239888 w 324877"/>
              <a:gd name="connsiteY124" fmla="*/ 261030 h 331895"/>
              <a:gd name="connsiteX125" fmla="*/ 261325 w 324877"/>
              <a:gd name="connsiteY125" fmla="*/ 261030 h 331895"/>
              <a:gd name="connsiteX126" fmla="*/ 268439 w 324877"/>
              <a:gd name="connsiteY126" fmla="*/ 253981 h 331895"/>
              <a:gd name="connsiteX127" fmla="*/ 268439 w 324877"/>
              <a:gd name="connsiteY127" fmla="*/ 239884 h 331895"/>
              <a:gd name="connsiteX128" fmla="*/ 247002 w 324877"/>
              <a:gd name="connsiteY128" fmla="*/ 218739 h 331895"/>
              <a:gd name="connsiteX129" fmla="*/ 225565 w 324877"/>
              <a:gd name="connsiteY129" fmla="*/ 239884 h 331895"/>
              <a:gd name="connsiteX130" fmla="*/ 225565 w 324877"/>
              <a:gd name="connsiteY130" fmla="*/ 268078 h 331895"/>
              <a:gd name="connsiteX131" fmla="*/ 248235 w 324877"/>
              <a:gd name="connsiteY131" fmla="*/ 290462 h 331895"/>
              <a:gd name="connsiteX132" fmla="*/ 270905 w 324877"/>
              <a:gd name="connsiteY132" fmla="*/ 271602 h 331895"/>
              <a:gd name="connsiteX133" fmla="*/ 263791 w 324877"/>
              <a:gd name="connsiteY133" fmla="*/ 264554 h 331895"/>
              <a:gd name="connsiteX134" fmla="*/ 239888 w 324877"/>
              <a:gd name="connsiteY134" fmla="*/ 239789 h 331895"/>
              <a:gd name="connsiteX135" fmla="*/ 247002 w 324877"/>
              <a:gd name="connsiteY135" fmla="*/ 232740 h 331895"/>
              <a:gd name="connsiteX136" fmla="*/ 254116 w 324877"/>
              <a:gd name="connsiteY136" fmla="*/ 239789 h 331895"/>
              <a:gd name="connsiteX137" fmla="*/ 254116 w 324877"/>
              <a:gd name="connsiteY137" fmla="*/ 246837 h 331895"/>
              <a:gd name="connsiteX138" fmla="*/ 239793 w 324877"/>
              <a:gd name="connsiteY138" fmla="*/ 246837 h 331895"/>
              <a:gd name="connsiteX139" fmla="*/ 239793 w 324877"/>
              <a:gd name="connsiteY139" fmla="*/ 239789 h 331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24877" h="331895">
                <a:moveTo>
                  <a:pt x="261325" y="161970"/>
                </a:moveTo>
                <a:lnTo>
                  <a:pt x="63553" y="161970"/>
                </a:lnTo>
                <a:cubicBezTo>
                  <a:pt x="28267" y="161970"/>
                  <a:pt x="0" y="190259"/>
                  <a:pt x="0" y="225692"/>
                </a:cubicBezTo>
                <a:lnTo>
                  <a:pt x="0" y="268173"/>
                </a:lnTo>
                <a:cubicBezTo>
                  <a:pt x="0" y="302368"/>
                  <a:pt x="28267" y="331896"/>
                  <a:pt x="63553" y="331896"/>
                </a:cubicBezTo>
                <a:lnTo>
                  <a:pt x="261325" y="331896"/>
                </a:lnTo>
                <a:cubicBezTo>
                  <a:pt x="296611" y="331896"/>
                  <a:pt x="324878" y="302368"/>
                  <a:pt x="324878" y="268173"/>
                </a:cubicBezTo>
                <a:lnTo>
                  <a:pt x="324878" y="225692"/>
                </a:lnTo>
                <a:cubicBezTo>
                  <a:pt x="324878" y="190259"/>
                  <a:pt x="296611" y="161970"/>
                  <a:pt x="261325" y="161970"/>
                </a:cubicBezTo>
                <a:close/>
                <a:moveTo>
                  <a:pt x="310744" y="268173"/>
                </a:moveTo>
                <a:cubicBezTo>
                  <a:pt x="310744" y="295320"/>
                  <a:pt x="288358" y="317703"/>
                  <a:pt x="261325" y="317703"/>
                </a:cubicBezTo>
                <a:lnTo>
                  <a:pt x="63553" y="317703"/>
                </a:lnTo>
                <a:cubicBezTo>
                  <a:pt x="36519" y="317703"/>
                  <a:pt x="14133" y="295320"/>
                  <a:pt x="14133" y="268173"/>
                </a:cubicBezTo>
                <a:lnTo>
                  <a:pt x="14133" y="225692"/>
                </a:lnTo>
                <a:cubicBezTo>
                  <a:pt x="14133" y="198546"/>
                  <a:pt x="36519" y="176162"/>
                  <a:pt x="63553" y="176162"/>
                </a:cubicBezTo>
                <a:lnTo>
                  <a:pt x="261325" y="176162"/>
                </a:lnTo>
                <a:cubicBezTo>
                  <a:pt x="288358" y="176162"/>
                  <a:pt x="310744" y="198546"/>
                  <a:pt x="310744" y="225692"/>
                </a:cubicBezTo>
                <a:lnTo>
                  <a:pt x="310744" y="268173"/>
                </a:lnTo>
                <a:close/>
                <a:moveTo>
                  <a:pt x="43728" y="11094"/>
                </a:moveTo>
                <a:cubicBezTo>
                  <a:pt x="41357" y="7569"/>
                  <a:pt x="41357" y="4045"/>
                  <a:pt x="44866" y="1664"/>
                </a:cubicBezTo>
                <a:cubicBezTo>
                  <a:pt x="48376" y="-717"/>
                  <a:pt x="51980" y="-717"/>
                  <a:pt x="54352" y="2807"/>
                </a:cubicBezTo>
                <a:cubicBezTo>
                  <a:pt x="75599" y="29667"/>
                  <a:pt x="86508" y="43383"/>
                  <a:pt x="92104" y="50432"/>
                </a:cubicBezTo>
                <a:cubicBezTo>
                  <a:pt x="116890" y="18745"/>
                  <a:pt x="129315" y="2871"/>
                  <a:pt x="129382" y="2807"/>
                </a:cubicBezTo>
                <a:cubicBezTo>
                  <a:pt x="131753" y="-717"/>
                  <a:pt x="135263" y="-717"/>
                  <a:pt x="138678" y="1664"/>
                </a:cubicBezTo>
                <a:cubicBezTo>
                  <a:pt x="142187" y="4045"/>
                  <a:pt x="142187" y="7569"/>
                  <a:pt x="139816" y="11094"/>
                </a:cubicBezTo>
                <a:cubicBezTo>
                  <a:pt x="106806" y="53861"/>
                  <a:pt x="100451" y="62052"/>
                  <a:pt x="99218" y="63576"/>
                </a:cubicBezTo>
                <a:lnTo>
                  <a:pt x="99218" y="126251"/>
                </a:lnTo>
                <a:cubicBezTo>
                  <a:pt x="99218" y="129775"/>
                  <a:pt x="95708" y="133299"/>
                  <a:pt x="92104" y="133299"/>
                </a:cubicBezTo>
                <a:cubicBezTo>
                  <a:pt x="92104" y="133299"/>
                  <a:pt x="92104" y="133299"/>
                  <a:pt x="92009" y="133299"/>
                </a:cubicBezTo>
                <a:cubicBezTo>
                  <a:pt x="92009" y="133299"/>
                  <a:pt x="92009" y="133299"/>
                  <a:pt x="91914" y="133299"/>
                </a:cubicBezTo>
                <a:cubicBezTo>
                  <a:pt x="88405" y="133299"/>
                  <a:pt x="84895" y="129775"/>
                  <a:pt x="84895" y="126251"/>
                </a:cubicBezTo>
                <a:lnTo>
                  <a:pt x="84895" y="63862"/>
                </a:lnTo>
                <a:cubicBezTo>
                  <a:pt x="57321" y="28683"/>
                  <a:pt x="43538" y="11094"/>
                  <a:pt x="43538" y="11094"/>
                </a:cubicBezTo>
                <a:close/>
                <a:moveTo>
                  <a:pt x="127105" y="62624"/>
                </a:moveTo>
                <a:lnTo>
                  <a:pt x="127105" y="105010"/>
                </a:lnTo>
                <a:cubicBezTo>
                  <a:pt x="127105" y="120345"/>
                  <a:pt x="140006" y="133299"/>
                  <a:pt x="155277" y="133299"/>
                </a:cubicBezTo>
                <a:cubicBezTo>
                  <a:pt x="170549" y="133299"/>
                  <a:pt x="183449" y="120345"/>
                  <a:pt x="183449" y="105010"/>
                </a:cubicBezTo>
                <a:lnTo>
                  <a:pt x="183449" y="62624"/>
                </a:lnTo>
                <a:cubicBezTo>
                  <a:pt x="183449" y="46146"/>
                  <a:pt x="170549" y="34335"/>
                  <a:pt x="155277" y="34335"/>
                </a:cubicBezTo>
                <a:cubicBezTo>
                  <a:pt x="140006" y="34335"/>
                  <a:pt x="127105" y="46146"/>
                  <a:pt x="127105" y="62624"/>
                </a:cubicBezTo>
                <a:close/>
                <a:moveTo>
                  <a:pt x="141239" y="62624"/>
                </a:moveTo>
                <a:cubicBezTo>
                  <a:pt x="141239" y="54337"/>
                  <a:pt x="147120" y="48527"/>
                  <a:pt x="155372" y="48527"/>
                </a:cubicBezTo>
                <a:cubicBezTo>
                  <a:pt x="163624" y="48527"/>
                  <a:pt x="169505" y="54432"/>
                  <a:pt x="169505" y="62624"/>
                </a:cubicBezTo>
                <a:lnTo>
                  <a:pt x="169505" y="105010"/>
                </a:lnTo>
                <a:cubicBezTo>
                  <a:pt x="169505" y="112059"/>
                  <a:pt x="163624" y="119107"/>
                  <a:pt x="155372" y="119107"/>
                </a:cubicBezTo>
                <a:cubicBezTo>
                  <a:pt x="147120" y="119107"/>
                  <a:pt x="141239" y="112059"/>
                  <a:pt x="141239" y="105010"/>
                </a:cubicBezTo>
                <a:lnTo>
                  <a:pt x="141239" y="62624"/>
                </a:lnTo>
                <a:close/>
                <a:moveTo>
                  <a:pt x="208396" y="122727"/>
                </a:moveTo>
                <a:cubicBezTo>
                  <a:pt x="201282" y="115678"/>
                  <a:pt x="197772" y="107391"/>
                  <a:pt x="197772" y="97962"/>
                </a:cubicBezTo>
                <a:lnTo>
                  <a:pt x="197772" y="41478"/>
                </a:lnTo>
                <a:cubicBezTo>
                  <a:pt x="197772" y="36811"/>
                  <a:pt x="201282" y="34430"/>
                  <a:pt x="204886" y="34430"/>
                </a:cubicBezTo>
                <a:cubicBezTo>
                  <a:pt x="208491" y="34430"/>
                  <a:pt x="212000" y="36811"/>
                  <a:pt x="212000" y="41478"/>
                </a:cubicBezTo>
                <a:lnTo>
                  <a:pt x="212000" y="97962"/>
                </a:lnTo>
                <a:cubicBezTo>
                  <a:pt x="212000" y="102629"/>
                  <a:pt x="214372" y="108534"/>
                  <a:pt x="217881" y="112059"/>
                </a:cubicBezTo>
                <a:cubicBezTo>
                  <a:pt x="222624" y="116726"/>
                  <a:pt x="227272" y="119107"/>
                  <a:pt x="233153" y="119107"/>
                </a:cubicBezTo>
                <a:cubicBezTo>
                  <a:pt x="244346" y="119107"/>
                  <a:pt x="253357" y="110535"/>
                  <a:pt x="254211" y="99486"/>
                </a:cubicBezTo>
                <a:lnTo>
                  <a:pt x="254211" y="41383"/>
                </a:lnTo>
                <a:cubicBezTo>
                  <a:pt x="254211" y="36621"/>
                  <a:pt x="25781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4835" y="34335"/>
                  <a:pt x="268439" y="36716"/>
                  <a:pt x="268439" y="41383"/>
                </a:cubicBezTo>
                <a:lnTo>
                  <a:pt x="268439" y="41383"/>
                </a:lnTo>
                <a:cubicBezTo>
                  <a:pt x="268439" y="41383"/>
                  <a:pt x="268439" y="41383"/>
                  <a:pt x="268439" y="41383"/>
                </a:cubicBezTo>
                <a:lnTo>
                  <a:pt x="268439" y="125298"/>
                </a:lnTo>
                <a:cubicBezTo>
                  <a:pt x="268439" y="128823"/>
                  <a:pt x="264835" y="132347"/>
                  <a:pt x="261325" y="132347"/>
                </a:cubicBezTo>
                <a:cubicBezTo>
                  <a:pt x="258005" y="132347"/>
                  <a:pt x="254780" y="129204"/>
                  <a:pt x="254306" y="125870"/>
                </a:cubicBezTo>
                <a:cubicBezTo>
                  <a:pt x="248425" y="130347"/>
                  <a:pt x="241216" y="133109"/>
                  <a:pt x="233058" y="133109"/>
                </a:cubicBezTo>
                <a:cubicBezTo>
                  <a:pt x="223668" y="133109"/>
                  <a:pt x="215415" y="129585"/>
                  <a:pt x="208301" y="122536"/>
                </a:cubicBezTo>
                <a:close/>
                <a:moveTo>
                  <a:pt x="155752" y="225692"/>
                </a:moveTo>
                <a:cubicBezTo>
                  <a:pt x="155752" y="225692"/>
                  <a:pt x="155752" y="225692"/>
                  <a:pt x="155752" y="225692"/>
                </a:cubicBezTo>
                <a:lnTo>
                  <a:pt x="155752" y="268269"/>
                </a:lnTo>
                <a:cubicBezTo>
                  <a:pt x="155752" y="268269"/>
                  <a:pt x="155752" y="268269"/>
                  <a:pt x="155752" y="268269"/>
                </a:cubicBezTo>
                <a:lnTo>
                  <a:pt x="155752" y="280937"/>
                </a:lnTo>
                <a:cubicBezTo>
                  <a:pt x="155752" y="284461"/>
                  <a:pt x="152147" y="287985"/>
                  <a:pt x="148637" y="287985"/>
                </a:cubicBezTo>
                <a:cubicBezTo>
                  <a:pt x="147309" y="287985"/>
                  <a:pt x="146171" y="287414"/>
                  <a:pt x="145033" y="286652"/>
                </a:cubicBezTo>
                <a:cubicBezTo>
                  <a:pt x="141903" y="288462"/>
                  <a:pt x="138298" y="289509"/>
                  <a:pt x="134314" y="289509"/>
                </a:cubicBezTo>
                <a:cubicBezTo>
                  <a:pt x="122363" y="289509"/>
                  <a:pt x="112877" y="280080"/>
                  <a:pt x="112877" y="268173"/>
                </a:cubicBezTo>
                <a:lnTo>
                  <a:pt x="112877" y="225597"/>
                </a:lnTo>
                <a:cubicBezTo>
                  <a:pt x="112877" y="220834"/>
                  <a:pt x="116482" y="218453"/>
                  <a:pt x="119991" y="218453"/>
                </a:cubicBezTo>
                <a:cubicBezTo>
                  <a:pt x="123501" y="218453"/>
                  <a:pt x="127105" y="220834"/>
                  <a:pt x="127105" y="225597"/>
                </a:cubicBezTo>
                <a:lnTo>
                  <a:pt x="127105" y="268173"/>
                </a:lnTo>
                <a:cubicBezTo>
                  <a:pt x="127105" y="271698"/>
                  <a:pt x="130710" y="275317"/>
                  <a:pt x="134220" y="275317"/>
                </a:cubicBezTo>
                <a:cubicBezTo>
                  <a:pt x="137729" y="275317"/>
                  <a:pt x="141334" y="271793"/>
                  <a:pt x="141334" y="268269"/>
                </a:cubicBezTo>
                <a:lnTo>
                  <a:pt x="141334" y="225597"/>
                </a:lnTo>
                <a:cubicBezTo>
                  <a:pt x="141334" y="220929"/>
                  <a:pt x="144938" y="218548"/>
                  <a:pt x="148448" y="218548"/>
                </a:cubicBezTo>
                <a:lnTo>
                  <a:pt x="148448" y="218548"/>
                </a:lnTo>
                <a:cubicBezTo>
                  <a:pt x="148448" y="218548"/>
                  <a:pt x="148448" y="218548"/>
                  <a:pt x="148448" y="218548"/>
                </a:cubicBezTo>
                <a:cubicBezTo>
                  <a:pt x="151957" y="218548"/>
                  <a:pt x="155467" y="220929"/>
                  <a:pt x="155467" y="225597"/>
                </a:cubicBezTo>
                <a:lnTo>
                  <a:pt x="155467" y="225597"/>
                </a:lnTo>
                <a:close/>
                <a:moveTo>
                  <a:pt x="112782" y="211500"/>
                </a:moveTo>
                <a:cubicBezTo>
                  <a:pt x="112782" y="215119"/>
                  <a:pt x="110411" y="218643"/>
                  <a:pt x="105668" y="218643"/>
                </a:cubicBezTo>
                <a:lnTo>
                  <a:pt x="84895" y="218643"/>
                </a:lnTo>
                <a:lnTo>
                  <a:pt x="84895" y="280937"/>
                </a:lnTo>
                <a:cubicBezTo>
                  <a:pt x="84895" y="285699"/>
                  <a:pt x="81291" y="287985"/>
                  <a:pt x="77781" y="287985"/>
                </a:cubicBezTo>
                <a:cubicBezTo>
                  <a:pt x="74271" y="287985"/>
                  <a:pt x="70667" y="285604"/>
                  <a:pt x="70667" y="280937"/>
                </a:cubicBezTo>
                <a:lnTo>
                  <a:pt x="70667" y="218643"/>
                </a:lnTo>
                <a:lnTo>
                  <a:pt x="49135" y="218643"/>
                </a:lnTo>
                <a:cubicBezTo>
                  <a:pt x="44392" y="218643"/>
                  <a:pt x="42021" y="215024"/>
                  <a:pt x="42021" y="211500"/>
                </a:cubicBezTo>
                <a:cubicBezTo>
                  <a:pt x="42021" y="206737"/>
                  <a:pt x="44392" y="204356"/>
                  <a:pt x="49135" y="204356"/>
                </a:cubicBezTo>
                <a:lnTo>
                  <a:pt x="105668" y="204356"/>
                </a:lnTo>
                <a:cubicBezTo>
                  <a:pt x="110411" y="204356"/>
                  <a:pt x="112782" y="206737"/>
                  <a:pt x="112782" y="211500"/>
                </a:cubicBezTo>
                <a:close/>
                <a:moveTo>
                  <a:pt x="190658" y="218643"/>
                </a:moveTo>
                <a:cubicBezTo>
                  <a:pt x="188097" y="218643"/>
                  <a:pt x="185726" y="219120"/>
                  <a:pt x="183544" y="219977"/>
                </a:cubicBezTo>
                <a:lnTo>
                  <a:pt x="183544" y="197784"/>
                </a:lnTo>
                <a:cubicBezTo>
                  <a:pt x="183544" y="193116"/>
                  <a:pt x="179940" y="190735"/>
                  <a:pt x="176430" y="190735"/>
                </a:cubicBezTo>
                <a:cubicBezTo>
                  <a:pt x="172920" y="190735"/>
                  <a:pt x="169316" y="193116"/>
                  <a:pt x="169316" y="197784"/>
                </a:cubicBezTo>
                <a:lnTo>
                  <a:pt x="169316" y="281032"/>
                </a:lnTo>
                <a:cubicBezTo>
                  <a:pt x="169316" y="285699"/>
                  <a:pt x="172920" y="288081"/>
                  <a:pt x="176430" y="288081"/>
                </a:cubicBezTo>
                <a:cubicBezTo>
                  <a:pt x="177853" y="288081"/>
                  <a:pt x="179181" y="287604"/>
                  <a:pt x="180319" y="286938"/>
                </a:cubicBezTo>
                <a:cubicBezTo>
                  <a:pt x="183449" y="288652"/>
                  <a:pt x="186959" y="289700"/>
                  <a:pt x="190753" y="289700"/>
                </a:cubicBezTo>
                <a:cubicBezTo>
                  <a:pt x="202705" y="289700"/>
                  <a:pt x="212190" y="280270"/>
                  <a:pt x="212190" y="268364"/>
                </a:cubicBezTo>
                <a:lnTo>
                  <a:pt x="212190" y="239979"/>
                </a:lnTo>
                <a:cubicBezTo>
                  <a:pt x="212190" y="228168"/>
                  <a:pt x="202705" y="218643"/>
                  <a:pt x="190753" y="218643"/>
                </a:cubicBezTo>
                <a:close/>
                <a:moveTo>
                  <a:pt x="197772" y="268364"/>
                </a:moveTo>
                <a:cubicBezTo>
                  <a:pt x="197772" y="271888"/>
                  <a:pt x="194168" y="275508"/>
                  <a:pt x="190658" y="275508"/>
                </a:cubicBezTo>
                <a:cubicBezTo>
                  <a:pt x="187148" y="275508"/>
                  <a:pt x="183544" y="271983"/>
                  <a:pt x="183544" y="268364"/>
                </a:cubicBezTo>
                <a:lnTo>
                  <a:pt x="183544" y="239979"/>
                </a:lnTo>
                <a:cubicBezTo>
                  <a:pt x="183544" y="235217"/>
                  <a:pt x="187148" y="232836"/>
                  <a:pt x="190658" y="232836"/>
                </a:cubicBezTo>
                <a:cubicBezTo>
                  <a:pt x="194168" y="232836"/>
                  <a:pt x="197772" y="235217"/>
                  <a:pt x="197772" y="239979"/>
                </a:cubicBezTo>
                <a:lnTo>
                  <a:pt x="197772" y="268364"/>
                </a:lnTo>
                <a:close/>
                <a:moveTo>
                  <a:pt x="263696" y="264554"/>
                </a:moveTo>
                <a:cubicBezTo>
                  <a:pt x="260092" y="264554"/>
                  <a:pt x="256582" y="266935"/>
                  <a:pt x="256582" y="271602"/>
                </a:cubicBezTo>
                <a:cubicBezTo>
                  <a:pt x="256582" y="275127"/>
                  <a:pt x="251839" y="276270"/>
                  <a:pt x="248235" y="276270"/>
                </a:cubicBezTo>
                <a:cubicBezTo>
                  <a:pt x="244630" y="276270"/>
                  <a:pt x="239888" y="271602"/>
                  <a:pt x="239888" y="268078"/>
                </a:cubicBezTo>
                <a:lnTo>
                  <a:pt x="239888" y="261030"/>
                </a:lnTo>
                <a:lnTo>
                  <a:pt x="261325" y="261030"/>
                </a:lnTo>
                <a:cubicBezTo>
                  <a:pt x="264929" y="261030"/>
                  <a:pt x="268439" y="257505"/>
                  <a:pt x="268439" y="253981"/>
                </a:cubicBezTo>
                <a:lnTo>
                  <a:pt x="268439" y="239884"/>
                </a:lnTo>
                <a:cubicBezTo>
                  <a:pt x="268439" y="228073"/>
                  <a:pt x="258954" y="218739"/>
                  <a:pt x="247002" y="218739"/>
                </a:cubicBezTo>
                <a:cubicBezTo>
                  <a:pt x="235050" y="218739"/>
                  <a:pt x="225565" y="228168"/>
                  <a:pt x="225565" y="239884"/>
                </a:cubicBezTo>
                <a:lnTo>
                  <a:pt x="225565" y="268078"/>
                </a:lnTo>
                <a:cubicBezTo>
                  <a:pt x="225565" y="279889"/>
                  <a:pt x="236283" y="290462"/>
                  <a:pt x="248235" y="290462"/>
                </a:cubicBezTo>
                <a:cubicBezTo>
                  <a:pt x="261325" y="290462"/>
                  <a:pt x="270905" y="282270"/>
                  <a:pt x="270905" y="271602"/>
                </a:cubicBezTo>
                <a:cubicBezTo>
                  <a:pt x="270905" y="266935"/>
                  <a:pt x="267301" y="264554"/>
                  <a:pt x="263791" y="264554"/>
                </a:cubicBezTo>
                <a:close/>
                <a:moveTo>
                  <a:pt x="239888" y="239789"/>
                </a:moveTo>
                <a:cubicBezTo>
                  <a:pt x="239888" y="235122"/>
                  <a:pt x="243492" y="232740"/>
                  <a:pt x="247002" y="232740"/>
                </a:cubicBezTo>
                <a:cubicBezTo>
                  <a:pt x="250511" y="232740"/>
                  <a:pt x="254116" y="235122"/>
                  <a:pt x="254116" y="239789"/>
                </a:cubicBezTo>
                <a:lnTo>
                  <a:pt x="254116" y="246837"/>
                </a:lnTo>
                <a:lnTo>
                  <a:pt x="239793" y="246837"/>
                </a:lnTo>
                <a:lnTo>
                  <a:pt x="239793" y="239789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9" name="Graphic 124">
            <a:extLst>
              <a:ext uri="{FF2B5EF4-FFF2-40B4-BE49-F238E27FC236}">
                <a16:creationId xmlns:a16="http://schemas.microsoft.com/office/drawing/2014/main" id="{CDF45D4A-A7E1-C4FC-8FE8-4E1E3284CC1F}"/>
              </a:ext>
            </a:extLst>
          </p:cNvPr>
          <p:cNvSpPr/>
          <p:nvPr/>
        </p:nvSpPr>
        <p:spPr>
          <a:xfrm>
            <a:off x="9534829" y="1482586"/>
            <a:ext cx="434975" cy="444371"/>
          </a:xfrm>
          <a:custGeom>
            <a:avLst/>
            <a:gdLst>
              <a:gd name="connsiteX0" fmla="*/ 261325 w 324877"/>
              <a:gd name="connsiteY0" fmla="*/ 161970 h 331895"/>
              <a:gd name="connsiteX1" fmla="*/ 63553 w 324877"/>
              <a:gd name="connsiteY1" fmla="*/ 161970 h 331895"/>
              <a:gd name="connsiteX2" fmla="*/ 0 w 324877"/>
              <a:gd name="connsiteY2" fmla="*/ 225692 h 331895"/>
              <a:gd name="connsiteX3" fmla="*/ 0 w 324877"/>
              <a:gd name="connsiteY3" fmla="*/ 268173 h 331895"/>
              <a:gd name="connsiteX4" fmla="*/ 63553 w 324877"/>
              <a:gd name="connsiteY4" fmla="*/ 331896 h 331895"/>
              <a:gd name="connsiteX5" fmla="*/ 261325 w 324877"/>
              <a:gd name="connsiteY5" fmla="*/ 331896 h 331895"/>
              <a:gd name="connsiteX6" fmla="*/ 324878 w 324877"/>
              <a:gd name="connsiteY6" fmla="*/ 268173 h 331895"/>
              <a:gd name="connsiteX7" fmla="*/ 324878 w 324877"/>
              <a:gd name="connsiteY7" fmla="*/ 225692 h 331895"/>
              <a:gd name="connsiteX8" fmla="*/ 261325 w 324877"/>
              <a:gd name="connsiteY8" fmla="*/ 161970 h 331895"/>
              <a:gd name="connsiteX9" fmla="*/ 310744 w 324877"/>
              <a:gd name="connsiteY9" fmla="*/ 268173 h 331895"/>
              <a:gd name="connsiteX10" fmla="*/ 261325 w 324877"/>
              <a:gd name="connsiteY10" fmla="*/ 317703 h 331895"/>
              <a:gd name="connsiteX11" fmla="*/ 63553 w 324877"/>
              <a:gd name="connsiteY11" fmla="*/ 317703 h 331895"/>
              <a:gd name="connsiteX12" fmla="*/ 14133 w 324877"/>
              <a:gd name="connsiteY12" fmla="*/ 268173 h 331895"/>
              <a:gd name="connsiteX13" fmla="*/ 14133 w 324877"/>
              <a:gd name="connsiteY13" fmla="*/ 225692 h 331895"/>
              <a:gd name="connsiteX14" fmla="*/ 63553 w 324877"/>
              <a:gd name="connsiteY14" fmla="*/ 176162 h 331895"/>
              <a:gd name="connsiteX15" fmla="*/ 261325 w 324877"/>
              <a:gd name="connsiteY15" fmla="*/ 176162 h 331895"/>
              <a:gd name="connsiteX16" fmla="*/ 310744 w 324877"/>
              <a:gd name="connsiteY16" fmla="*/ 225692 h 331895"/>
              <a:gd name="connsiteX17" fmla="*/ 310744 w 324877"/>
              <a:gd name="connsiteY17" fmla="*/ 268173 h 331895"/>
              <a:gd name="connsiteX18" fmla="*/ 43728 w 324877"/>
              <a:gd name="connsiteY18" fmla="*/ 11094 h 331895"/>
              <a:gd name="connsiteX19" fmla="*/ 44866 w 324877"/>
              <a:gd name="connsiteY19" fmla="*/ 1664 h 331895"/>
              <a:gd name="connsiteX20" fmla="*/ 54352 w 324877"/>
              <a:gd name="connsiteY20" fmla="*/ 2807 h 331895"/>
              <a:gd name="connsiteX21" fmla="*/ 92104 w 324877"/>
              <a:gd name="connsiteY21" fmla="*/ 50432 h 331895"/>
              <a:gd name="connsiteX22" fmla="*/ 129382 w 324877"/>
              <a:gd name="connsiteY22" fmla="*/ 2807 h 331895"/>
              <a:gd name="connsiteX23" fmla="*/ 138678 w 324877"/>
              <a:gd name="connsiteY23" fmla="*/ 1664 h 331895"/>
              <a:gd name="connsiteX24" fmla="*/ 139816 w 324877"/>
              <a:gd name="connsiteY24" fmla="*/ 11094 h 331895"/>
              <a:gd name="connsiteX25" fmla="*/ 99218 w 324877"/>
              <a:gd name="connsiteY25" fmla="*/ 63576 h 331895"/>
              <a:gd name="connsiteX26" fmla="*/ 99218 w 324877"/>
              <a:gd name="connsiteY26" fmla="*/ 126251 h 331895"/>
              <a:gd name="connsiteX27" fmla="*/ 92104 w 324877"/>
              <a:gd name="connsiteY27" fmla="*/ 133299 h 331895"/>
              <a:gd name="connsiteX28" fmla="*/ 92009 w 324877"/>
              <a:gd name="connsiteY28" fmla="*/ 133299 h 331895"/>
              <a:gd name="connsiteX29" fmla="*/ 91914 w 324877"/>
              <a:gd name="connsiteY29" fmla="*/ 133299 h 331895"/>
              <a:gd name="connsiteX30" fmla="*/ 84895 w 324877"/>
              <a:gd name="connsiteY30" fmla="*/ 126251 h 331895"/>
              <a:gd name="connsiteX31" fmla="*/ 84895 w 324877"/>
              <a:gd name="connsiteY31" fmla="*/ 63862 h 331895"/>
              <a:gd name="connsiteX32" fmla="*/ 43538 w 324877"/>
              <a:gd name="connsiteY32" fmla="*/ 11094 h 331895"/>
              <a:gd name="connsiteX33" fmla="*/ 127105 w 324877"/>
              <a:gd name="connsiteY33" fmla="*/ 62624 h 331895"/>
              <a:gd name="connsiteX34" fmla="*/ 127105 w 324877"/>
              <a:gd name="connsiteY34" fmla="*/ 105010 h 331895"/>
              <a:gd name="connsiteX35" fmla="*/ 155277 w 324877"/>
              <a:gd name="connsiteY35" fmla="*/ 133299 h 331895"/>
              <a:gd name="connsiteX36" fmla="*/ 183449 w 324877"/>
              <a:gd name="connsiteY36" fmla="*/ 105010 h 331895"/>
              <a:gd name="connsiteX37" fmla="*/ 183449 w 324877"/>
              <a:gd name="connsiteY37" fmla="*/ 62624 h 331895"/>
              <a:gd name="connsiteX38" fmla="*/ 155277 w 324877"/>
              <a:gd name="connsiteY38" fmla="*/ 34335 h 331895"/>
              <a:gd name="connsiteX39" fmla="*/ 127105 w 324877"/>
              <a:gd name="connsiteY39" fmla="*/ 62624 h 331895"/>
              <a:gd name="connsiteX40" fmla="*/ 141239 w 324877"/>
              <a:gd name="connsiteY40" fmla="*/ 62624 h 331895"/>
              <a:gd name="connsiteX41" fmla="*/ 155372 w 324877"/>
              <a:gd name="connsiteY41" fmla="*/ 48527 h 331895"/>
              <a:gd name="connsiteX42" fmla="*/ 169505 w 324877"/>
              <a:gd name="connsiteY42" fmla="*/ 62624 h 331895"/>
              <a:gd name="connsiteX43" fmla="*/ 169505 w 324877"/>
              <a:gd name="connsiteY43" fmla="*/ 105010 h 331895"/>
              <a:gd name="connsiteX44" fmla="*/ 155372 w 324877"/>
              <a:gd name="connsiteY44" fmla="*/ 119107 h 331895"/>
              <a:gd name="connsiteX45" fmla="*/ 141239 w 324877"/>
              <a:gd name="connsiteY45" fmla="*/ 105010 h 331895"/>
              <a:gd name="connsiteX46" fmla="*/ 141239 w 324877"/>
              <a:gd name="connsiteY46" fmla="*/ 62624 h 331895"/>
              <a:gd name="connsiteX47" fmla="*/ 208396 w 324877"/>
              <a:gd name="connsiteY47" fmla="*/ 122727 h 331895"/>
              <a:gd name="connsiteX48" fmla="*/ 197772 w 324877"/>
              <a:gd name="connsiteY48" fmla="*/ 97962 h 331895"/>
              <a:gd name="connsiteX49" fmla="*/ 197772 w 324877"/>
              <a:gd name="connsiteY49" fmla="*/ 41478 h 331895"/>
              <a:gd name="connsiteX50" fmla="*/ 204886 w 324877"/>
              <a:gd name="connsiteY50" fmla="*/ 34430 h 331895"/>
              <a:gd name="connsiteX51" fmla="*/ 212000 w 324877"/>
              <a:gd name="connsiteY51" fmla="*/ 41478 h 331895"/>
              <a:gd name="connsiteX52" fmla="*/ 212000 w 324877"/>
              <a:gd name="connsiteY52" fmla="*/ 97962 h 331895"/>
              <a:gd name="connsiteX53" fmla="*/ 217881 w 324877"/>
              <a:gd name="connsiteY53" fmla="*/ 112059 h 331895"/>
              <a:gd name="connsiteX54" fmla="*/ 233153 w 324877"/>
              <a:gd name="connsiteY54" fmla="*/ 119107 h 331895"/>
              <a:gd name="connsiteX55" fmla="*/ 254211 w 324877"/>
              <a:gd name="connsiteY55" fmla="*/ 99486 h 331895"/>
              <a:gd name="connsiteX56" fmla="*/ 254211 w 324877"/>
              <a:gd name="connsiteY56" fmla="*/ 41383 h 331895"/>
              <a:gd name="connsiteX57" fmla="*/ 261325 w 324877"/>
              <a:gd name="connsiteY57" fmla="*/ 34335 h 331895"/>
              <a:gd name="connsiteX58" fmla="*/ 261325 w 324877"/>
              <a:gd name="connsiteY58" fmla="*/ 34335 h 331895"/>
              <a:gd name="connsiteX59" fmla="*/ 261325 w 324877"/>
              <a:gd name="connsiteY59" fmla="*/ 34335 h 331895"/>
              <a:gd name="connsiteX60" fmla="*/ 268439 w 324877"/>
              <a:gd name="connsiteY60" fmla="*/ 41383 h 331895"/>
              <a:gd name="connsiteX61" fmla="*/ 268439 w 324877"/>
              <a:gd name="connsiteY61" fmla="*/ 41383 h 331895"/>
              <a:gd name="connsiteX62" fmla="*/ 268439 w 324877"/>
              <a:gd name="connsiteY62" fmla="*/ 41383 h 331895"/>
              <a:gd name="connsiteX63" fmla="*/ 268439 w 324877"/>
              <a:gd name="connsiteY63" fmla="*/ 125298 h 331895"/>
              <a:gd name="connsiteX64" fmla="*/ 261325 w 324877"/>
              <a:gd name="connsiteY64" fmla="*/ 132347 h 331895"/>
              <a:gd name="connsiteX65" fmla="*/ 254306 w 324877"/>
              <a:gd name="connsiteY65" fmla="*/ 125870 h 331895"/>
              <a:gd name="connsiteX66" fmla="*/ 233058 w 324877"/>
              <a:gd name="connsiteY66" fmla="*/ 133109 h 331895"/>
              <a:gd name="connsiteX67" fmla="*/ 208301 w 324877"/>
              <a:gd name="connsiteY67" fmla="*/ 122536 h 331895"/>
              <a:gd name="connsiteX68" fmla="*/ 155752 w 324877"/>
              <a:gd name="connsiteY68" fmla="*/ 225692 h 331895"/>
              <a:gd name="connsiteX69" fmla="*/ 155752 w 324877"/>
              <a:gd name="connsiteY69" fmla="*/ 225692 h 331895"/>
              <a:gd name="connsiteX70" fmla="*/ 155752 w 324877"/>
              <a:gd name="connsiteY70" fmla="*/ 268269 h 331895"/>
              <a:gd name="connsiteX71" fmla="*/ 155752 w 324877"/>
              <a:gd name="connsiteY71" fmla="*/ 268269 h 331895"/>
              <a:gd name="connsiteX72" fmla="*/ 155752 w 324877"/>
              <a:gd name="connsiteY72" fmla="*/ 280937 h 331895"/>
              <a:gd name="connsiteX73" fmla="*/ 148637 w 324877"/>
              <a:gd name="connsiteY73" fmla="*/ 287985 h 331895"/>
              <a:gd name="connsiteX74" fmla="*/ 145033 w 324877"/>
              <a:gd name="connsiteY74" fmla="*/ 286652 h 331895"/>
              <a:gd name="connsiteX75" fmla="*/ 134314 w 324877"/>
              <a:gd name="connsiteY75" fmla="*/ 289509 h 331895"/>
              <a:gd name="connsiteX76" fmla="*/ 112877 w 324877"/>
              <a:gd name="connsiteY76" fmla="*/ 268173 h 331895"/>
              <a:gd name="connsiteX77" fmla="*/ 112877 w 324877"/>
              <a:gd name="connsiteY77" fmla="*/ 225597 h 331895"/>
              <a:gd name="connsiteX78" fmla="*/ 119991 w 324877"/>
              <a:gd name="connsiteY78" fmla="*/ 218453 h 331895"/>
              <a:gd name="connsiteX79" fmla="*/ 127105 w 324877"/>
              <a:gd name="connsiteY79" fmla="*/ 225597 h 331895"/>
              <a:gd name="connsiteX80" fmla="*/ 127105 w 324877"/>
              <a:gd name="connsiteY80" fmla="*/ 268173 h 331895"/>
              <a:gd name="connsiteX81" fmla="*/ 134220 w 324877"/>
              <a:gd name="connsiteY81" fmla="*/ 275317 h 331895"/>
              <a:gd name="connsiteX82" fmla="*/ 141334 w 324877"/>
              <a:gd name="connsiteY82" fmla="*/ 268269 h 331895"/>
              <a:gd name="connsiteX83" fmla="*/ 141334 w 324877"/>
              <a:gd name="connsiteY83" fmla="*/ 225597 h 331895"/>
              <a:gd name="connsiteX84" fmla="*/ 148448 w 324877"/>
              <a:gd name="connsiteY84" fmla="*/ 218548 h 331895"/>
              <a:gd name="connsiteX85" fmla="*/ 148448 w 324877"/>
              <a:gd name="connsiteY85" fmla="*/ 218548 h 331895"/>
              <a:gd name="connsiteX86" fmla="*/ 148448 w 324877"/>
              <a:gd name="connsiteY86" fmla="*/ 218548 h 331895"/>
              <a:gd name="connsiteX87" fmla="*/ 155467 w 324877"/>
              <a:gd name="connsiteY87" fmla="*/ 225597 h 331895"/>
              <a:gd name="connsiteX88" fmla="*/ 155467 w 324877"/>
              <a:gd name="connsiteY88" fmla="*/ 225597 h 331895"/>
              <a:gd name="connsiteX89" fmla="*/ 112782 w 324877"/>
              <a:gd name="connsiteY89" fmla="*/ 211500 h 331895"/>
              <a:gd name="connsiteX90" fmla="*/ 105668 w 324877"/>
              <a:gd name="connsiteY90" fmla="*/ 218643 h 331895"/>
              <a:gd name="connsiteX91" fmla="*/ 84895 w 324877"/>
              <a:gd name="connsiteY91" fmla="*/ 218643 h 331895"/>
              <a:gd name="connsiteX92" fmla="*/ 84895 w 324877"/>
              <a:gd name="connsiteY92" fmla="*/ 280937 h 331895"/>
              <a:gd name="connsiteX93" fmla="*/ 77781 w 324877"/>
              <a:gd name="connsiteY93" fmla="*/ 287985 h 331895"/>
              <a:gd name="connsiteX94" fmla="*/ 70667 w 324877"/>
              <a:gd name="connsiteY94" fmla="*/ 280937 h 331895"/>
              <a:gd name="connsiteX95" fmla="*/ 70667 w 324877"/>
              <a:gd name="connsiteY95" fmla="*/ 218643 h 331895"/>
              <a:gd name="connsiteX96" fmla="*/ 49135 w 324877"/>
              <a:gd name="connsiteY96" fmla="*/ 218643 h 331895"/>
              <a:gd name="connsiteX97" fmla="*/ 42021 w 324877"/>
              <a:gd name="connsiteY97" fmla="*/ 211500 h 331895"/>
              <a:gd name="connsiteX98" fmla="*/ 49135 w 324877"/>
              <a:gd name="connsiteY98" fmla="*/ 204356 h 331895"/>
              <a:gd name="connsiteX99" fmla="*/ 105668 w 324877"/>
              <a:gd name="connsiteY99" fmla="*/ 204356 h 331895"/>
              <a:gd name="connsiteX100" fmla="*/ 112782 w 324877"/>
              <a:gd name="connsiteY100" fmla="*/ 211500 h 331895"/>
              <a:gd name="connsiteX101" fmla="*/ 190658 w 324877"/>
              <a:gd name="connsiteY101" fmla="*/ 218643 h 331895"/>
              <a:gd name="connsiteX102" fmla="*/ 183544 w 324877"/>
              <a:gd name="connsiteY102" fmla="*/ 219977 h 331895"/>
              <a:gd name="connsiteX103" fmla="*/ 183544 w 324877"/>
              <a:gd name="connsiteY103" fmla="*/ 197784 h 331895"/>
              <a:gd name="connsiteX104" fmla="*/ 176430 w 324877"/>
              <a:gd name="connsiteY104" fmla="*/ 190735 h 331895"/>
              <a:gd name="connsiteX105" fmla="*/ 169316 w 324877"/>
              <a:gd name="connsiteY105" fmla="*/ 197784 h 331895"/>
              <a:gd name="connsiteX106" fmla="*/ 169316 w 324877"/>
              <a:gd name="connsiteY106" fmla="*/ 281032 h 331895"/>
              <a:gd name="connsiteX107" fmla="*/ 176430 w 324877"/>
              <a:gd name="connsiteY107" fmla="*/ 288081 h 331895"/>
              <a:gd name="connsiteX108" fmla="*/ 180319 w 324877"/>
              <a:gd name="connsiteY108" fmla="*/ 286938 h 331895"/>
              <a:gd name="connsiteX109" fmla="*/ 190753 w 324877"/>
              <a:gd name="connsiteY109" fmla="*/ 289700 h 331895"/>
              <a:gd name="connsiteX110" fmla="*/ 212190 w 324877"/>
              <a:gd name="connsiteY110" fmla="*/ 268364 h 331895"/>
              <a:gd name="connsiteX111" fmla="*/ 212190 w 324877"/>
              <a:gd name="connsiteY111" fmla="*/ 239979 h 331895"/>
              <a:gd name="connsiteX112" fmla="*/ 190753 w 324877"/>
              <a:gd name="connsiteY112" fmla="*/ 218643 h 331895"/>
              <a:gd name="connsiteX113" fmla="*/ 197772 w 324877"/>
              <a:gd name="connsiteY113" fmla="*/ 268364 h 331895"/>
              <a:gd name="connsiteX114" fmla="*/ 190658 w 324877"/>
              <a:gd name="connsiteY114" fmla="*/ 275508 h 331895"/>
              <a:gd name="connsiteX115" fmla="*/ 183544 w 324877"/>
              <a:gd name="connsiteY115" fmla="*/ 268364 h 331895"/>
              <a:gd name="connsiteX116" fmla="*/ 183544 w 324877"/>
              <a:gd name="connsiteY116" fmla="*/ 239979 h 331895"/>
              <a:gd name="connsiteX117" fmla="*/ 190658 w 324877"/>
              <a:gd name="connsiteY117" fmla="*/ 232836 h 331895"/>
              <a:gd name="connsiteX118" fmla="*/ 197772 w 324877"/>
              <a:gd name="connsiteY118" fmla="*/ 239979 h 331895"/>
              <a:gd name="connsiteX119" fmla="*/ 197772 w 324877"/>
              <a:gd name="connsiteY119" fmla="*/ 268364 h 331895"/>
              <a:gd name="connsiteX120" fmla="*/ 263696 w 324877"/>
              <a:gd name="connsiteY120" fmla="*/ 264554 h 331895"/>
              <a:gd name="connsiteX121" fmla="*/ 256582 w 324877"/>
              <a:gd name="connsiteY121" fmla="*/ 271602 h 331895"/>
              <a:gd name="connsiteX122" fmla="*/ 248235 w 324877"/>
              <a:gd name="connsiteY122" fmla="*/ 276270 h 331895"/>
              <a:gd name="connsiteX123" fmla="*/ 239888 w 324877"/>
              <a:gd name="connsiteY123" fmla="*/ 268078 h 331895"/>
              <a:gd name="connsiteX124" fmla="*/ 239888 w 324877"/>
              <a:gd name="connsiteY124" fmla="*/ 261030 h 331895"/>
              <a:gd name="connsiteX125" fmla="*/ 261325 w 324877"/>
              <a:gd name="connsiteY125" fmla="*/ 261030 h 331895"/>
              <a:gd name="connsiteX126" fmla="*/ 268439 w 324877"/>
              <a:gd name="connsiteY126" fmla="*/ 253981 h 331895"/>
              <a:gd name="connsiteX127" fmla="*/ 268439 w 324877"/>
              <a:gd name="connsiteY127" fmla="*/ 239884 h 331895"/>
              <a:gd name="connsiteX128" fmla="*/ 247002 w 324877"/>
              <a:gd name="connsiteY128" fmla="*/ 218739 h 331895"/>
              <a:gd name="connsiteX129" fmla="*/ 225565 w 324877"/>
              <a:gd name="connsiteY129" fmla="*/ 239884 h 331895"/>
              <a:gd name="connsiteX130" fmla="*/ 225565 w 324877"/>
              <a:gd name="connsiteY130" fmla="*/ 268078 h 331895"/>
              <a:gd name="connsiteX131" fmla="*/ 248235 w 324877"/>
              <a:gd name="connsiteY131" fmla="*/ 290462 h 331895"/>
              <a:gd name="connsiteX132" fmla="*/ 270905 w 324877"/>
              <a:gd name="connsiteY132" fmla="*/ 271602 h 331895"/>
              <a:gd name="connsiteX133" fmla="*/ 263791 w 324877"/>
              <a:gd name="connsiteY133" fmla="*/ 264554 h 331895"/>
              <a:gd name="connsiteX134" fmla="*/ 239888 w 324877"/>
              <a:gd name="connsiteY134" fmla="*/ 239789 h 331895"/>
              <a:gd name="connsiteX135" fmla="*/ 247002 w 324877"/>
              <a:gd name="connsiteY135" fmla="*/ 232740 h 331895"/>
              <a:gd name="connsiteX136" fmla="*/ 254116 w 324877"/>
              <a:gd name="connsiteY136" fmla="*/ 239789 h 331895"/>
              <a:gd name="connsiteX137" fmla="*/ 254116 w 324877"/>
              <a:gd name="connsiteY137" fmla="*/ 246837 h 331895"/>
              <a:gd name="connsiteX138" fmla="*/ 239793 w 324877"/>
              <a:gd name="connsiteY138" fmla="*/ 246837 h 331895"/>
              <a:gd name="connsiteX139" fmla="*/ 239793 w 324877"/>
              <a:gd name="connsiteY139" fmla="*/ 239789 h 331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24877" h="331895">
                <a:moveTo>
                  <a:pt x="261325" y="161970"/>
                </a:moveTo>
                <a:lnTo>
                  <a:pt x="63553" y="161970"/>
                </a:lnTo>
                <a:cubicBezTo>
                  <a:pt x="28267" y="161970"/>
                  <a:pt x="0" y="190259"/>
                  <a:pt x="0" y="225692"/>
                </a:cubicBezTo>
                <a:lnTo>
                  <a:pt x="0" y="268173"/>
                </a:lnTo>
                <a:cubicBezTo>
                  <a:pt x="0" y="302368"/>
                  <a:pt x="28267" y="331896"/>
                  <a:pt x="63553" y="331896"/>
                </a:cubicBezTo>
                <a:lnTo>
                  <a:pt x="261325" y="331896"/>
                </a:lnTo>
                <a:cubicBezTo>
                  <a:pt x="296611" y="331896"/>
                  <a:pt x="324878" y="302368"/>
                  <a:pt x="324878" y="268173"/>
                </a:cubicBezTo>
                <a:lnTo>
                  <a:pt x="324878" y="225692"/>
                </a:lnTo>
                <a:cubicBezTo>
                  <a:pt x="324878" y="190259"/>
                  <a:pt x="296611" y="161970"/>
                  <a:pt x="261325" y="161970"/>
                </a:cubicBezTo>
                <a:close/>
                <a:moveTo>
                  <a:pt x="310744" y="268173"/>
                </a:moveTo>
                <a:cubicBezTo>
                  <a:pt x="310744" y="295320"/>
                  <a:pt x="288358" y="317703"/>
                  <a:pt x="261325" y="317703"/>
                </a:cubicBezTo>
                <a:lnTo>
                  <a:pt x="63553" y="317703"/>
                </a:lnTo>
                <a:cubicBezTo>
                  <a:pt x="36519" y="317703"/>
                  <a:pt x="14133" y="295320"/>
                  <a:pt x="14133" y="268173"/>
                </a:cubicBezTo>
                <a:lnTo>
                  <a:pt x="14133" y="225692"/>
                </a:lnTo>
                <a:cubicBezTo>
                  <a:pt x="14133" y="198546"/>
                  <a:pt x="36519" y="176162"/>
                  <a:pt x="63553" y="176162"/>
                </a:cubicBezTo>
                <a:lnTo>
                  <a:pt x="261325" y="176162"/>
                </a:lnTo>
                <a:cubicBezTo>
                  <a:pt x="288358" y="176162"/>
                  <a:pt x="310744" y="198546"/>
                  <a:pt x="310744" y="225692"/>
                </a:cubicBezTo>
                <a:lnTo>
                  <a:pt x="310744" y="268173"/>
                </a:lnTo>
                <a:close/>
                <a:moveTo>
                  <a:pt x="43728" y="11094"/>
                </a:moveTo>
                <a:cubicBezTo>
                  <a:pt x="41357" y="7569"/>
                  <a:pt x="41357" y="4045"/>
                  <a:pt x="44866" y="1664"/>
                </a:cubicBezTo>
                <a:cubicBezTo>
                  <a:pt x="48376" y="-717"/>
                  <a:pt x="51980" y="-717"/>
                  <a:pt x="54352" y="2807"/>
                </a:cubicBezTo>
                <a:cubicBezTo>
                  <a:pt x="75599" y="29667"/>
                  <a:pt x="86508" y="43383"/>
                  <a:pt x="92104" y="50432"/>
                </a:cubicBezTo>
                <a:cubicBezTo>
                  <a:pt x="116890" y="18745"/>
                  <a:pt x="129315" y="2871"/>
                  <a:pt x="129382" y="2807"/>
                </a:cubicBezTo>
                <a:cubicBezTo>
                  <a:pt x="131753" y="-717"/>
                  <a:pt x="135263" y="-717"/>
                  <a:pt x="138678" y="1664"/>
                </a:cubicBezTo>
                <a:cubicBezTo>
                  <a:pt x="142187" y="4045"/>
                  <a:pt x="142187" y="7569"/>
                  <a:pt x="139816" y="11094"/>
                </a:cubicBezTo>
                <a:cubicBezTo>
                  <a:pt x="106806" y="53861"/>
                  <a:pt x="100451" y="62052"/>
                  <a:pt x="99218" y="63576"/>
                </a:cubicBezTo>
                <a:lnTo>
                  <a:pt x="99218" y="126251"/>
                </a:lnTo>
                <a:cubicBezTo>
                  <a:pt x="99218" y="129775"/>
                  <a:pt x="95708" y="133299"/>
                  <a:pt x="92104" y="133299"/>
                </a:cubicBezTo>
                <a:cubicBezTo>
                  <a:pt x="92104" y="133299"/>
                  <a:pt x="92104" y="133299"/>
                  <a:pt x="92009" y="133299"/>
                </a:cubicBezTo>
                <a:cubicBezTo>
                  <a:pt x="92009" y="133299"/>
                  <a:pt x="92009" y="133299"/>
                  <a:pt x="91914" y="133299"/>
                </a:cubicBezTo>
                <a:cubicBezTo>
                  <a:pt x="88405" y="133299"/>
                  <a:pt x="84895" y="129775"/>
                  <a:pt x="84895" y="126251"/>
                </a:cubicBezTo>
                <a:lnTo>
                  <a:pt x="84895" y="63862"/>
                </a:lnTo>
                <a:cubicBezTo>
                  <a:pt x="57321" y="28683"/>
                  <a:pt x="43538" y="11094"/>
                  <a:pt x="43538" y="11094"/>
                </a:cubicBezTo>
                <a:close/>
                <a:moveTo>
                  <a:pt x="127105" y="62624"/>
                </a:moveTo>
                <a:lnTo>
                  <a:pt x="127105" y="105010"/>
                </a:lnTo>
                <a:cubicBezTo>
                  <a:pt x="127105" y="120345"/>
                  <a:pt x="140006" y="133299"/>
                  <a:pt x="155277" y="133299"/>
                </a:cubicBezTo>
                <a:cubicBezTo>
                  <a:pt x="170549" y="133299"/>
                  <a:pt x="183449" y="120345"/>
                  <a:pt x="183449" y="105010"/>
                </a:cubicBezTo>
                <a:lnTo>
                  <a:pt x="183449" y="62624"/>
                </a:lnTo>
                <a:cubicBezTo>
                  <a:pt x="183449" y="46146"/>
                  <a:pt x="170549" y="34335"/>
                  <a:pt x="155277" y="34335"/>
                </a:cubicBezTo>
                <a:cubicBezTo>
                  <a:pt x="140006" y="34335"/>
                  <a:pt x="127105" y="46146"/>
                  <a:pt x="127105" y="62624"/>
                </a:cubicBezTo>
                <a:close/>
                <a:moveTo>
                  <a:pt x="141239" y="62624"/>
                </a:moveTo>
                <a:cubicBezTo>
                  <a:pt x="141239" y="54337"/>
                  <a:pt x="147120" y="48527"/>
                  <a:pt x="155372" y="48527"/>
                </a:cubicBezTo>
                <a:cubicBezTo>
                  <a:pt x="163624" y="48527"/>
                  <a:pt x="169505" y="54432"/>
                  <a:pt x="169505" y="62624"/>
                </a:cubicBezTo>
                <a:lnTo>
                  <a:pt x="169505" y="105010"/>
                </a:lnTo>
                <a:cubicBezTo>
                  <a:pt x="169505" y="112059"/>
                  <a:pt x="163624" y="119107"/>
                  <a:pt x="155372" y="119107"/>
                </a:cubicBezTo>
                <a:cubicBezTo>
                  <a:pt x="147120" y="119107"/>
                  <a:pt x="141239" y="112059"/>
                  <a:pt x="141239" y="105010"/>
                </a:cubicBezTo>
                <a:lnTo>
                  <a:pt x="141239" y="62624"/>
                </a:lnTo>
                <a:close/>
                <a:moveTo>
                  <a:pt x="208396" y="122727"/>
                </a:moveTo>
                <a:cubicBezTo>
                  <a:pt x="201282" y="115678"/>
                  <a:pt x="197772" y="107391"/>
                  <a:pt x="197772" y="97962"/>
                </a:cubicBezTo>
                <a:lnTo>
                  <a:pt x="197772" y="41478"/>
                </a:lnTo>
                <a:cubicBezTo>
                  <a:pt x="197772" y="36811"/>
                  <a:pt x="201282" y="34430"/>
                  <a:pt x="204886" y="34430"/>
                </a:cubicBezTo>
                <a:cubicBezTo>
                  <a:pt x="208491" y="34430"/>
                  <a:pt x="212000" y="36811"/>
                  <a:pt x="212000" y="41478"/>
                </a:cubicBezTo>
                <a:lnTo>
                  <a:pt x="212000" y="97962"/>
                </a:lnTo>
                <a:cubicBezTo>
                  <a:pt x="212000" y="102629"/>
                  <a:pt x="214372" y="108534"/>
                  <a:pt x="217881" y="112059"/>
                </a:cubicBezTo>
                <a:cubicBezTo>
                  <a:pt x="222624" y="116726"/>
                  <a:pt x="227272" y="119107"/>
                  <a:pt x="233153" y="119107"/>
                </a:cubicBezTo>
                <a:cubicBezTo>
                  <a:pt x="244346" y="119107"/>
                  <a:pt x="253357" y="110535"/>
                  <a:pt x="254211" y="99486"/>
                </a:cubicBezTo>
                <a:lnTo>
                  <a:pt x="254211" y="41383"/>
                </a:lnTo>
                <a:cubicBezTo>
                  <a:pt x="254211" y="36621"/>
                  <a:pt x="25781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1325" y="34335"/>
                  <a:pt x="261325" y="34335"/>
                  <a:pt x="261325" y="34335"/>
                </a:cubicBezTo>
                <a:cubicBezTo>
                  <a:pt x="264835" y="34335"/>
                  <a:pt x="268439" y="36716"/>
                  <a:pt x="268439" y="41383"/>
                </a:cubicBezTo>
                <a:lnTo>
                  <a:pt x="268439" y="41383"/>
                </a:lnTo>
                <a:cubicBezTo>
                  <a:pt x="268439" y="41383"/>
                  <a:pt x="268439" y="41383"/>
                  <a:pt x="268439" y="41383"/>
                </a:cubicBezTo>
                <a:lnTo>
                  <a:pt x="268439" y="125298"/>
                </a:lnTo>
                <a:cubicBezTo>
                  <a:pt x="268439" y="128823"/>
                  <a:pt x="264835" y="132347"/>
                  <a:pt x="261325" y="132347"/>
                </a:cubicBezTo>
                <a:cubicBezTo>
                  <a:pt x="258005" y="132347"/>
                  <a:pt x="254780" y="129204"/>
                  <a:pt x="254306" y="125870"/>
                </a:cubicBezTo>
                <a:cubicBezTo>
                  <a:pt x="248425" y="130347"/>
                  <a:pt x="241216" y="133109"/>
                  <a:pt x="233058" y="133109"/>
                </a:cubicBezTo>
                <a:cubicBezTo>
                  <a:pt x="223668" y="133109"/>
                  <a:pt x="215415" y="129585"/>
                  <a:pt x="208301" y="122536"/>
                </a:cubicBezTo>
                <a:close/>
                <a:moveTo>
                  <a:pt x="155752" y="225692"/>
                </a:moveTo>
                <a:cubicBezTo>
                  <a:pt x="155752" y="225692"/>
                  <a:pt x="155752" y="225692"/>
                  <a:pt x="155752" y="225692"/>
                </a:cubicBezTo>
                <a:lnTo>
                  <a:pt x="155752" y="268269"/>
                </a:lnTo>
                <a:cubicBezTo>
                  <a:pt x="155752" y="268269"/>
                  <a:pt x="155752" y="268269"/>
                  <a:pt x="155752" y="268269"/>
                </a:cubicBezTo>
                <a:lnTo>
                  <a:pt x="155752" y="280937"/>
                </a:lnTo>
                <a:cubicBezTo>
                  <a:pt x="155752" y="284461"/>
                  <a:pt x="152147" y="287985"/>
                  <a:pt x="148637" y="287985"/>
                </a:cubicBezTo>
                <a:cubicBezTo>
                  <a:pt x="147309" y="287985"/>
                  <a:pt x="146171" y="287414"/>
                  <a:pt x="145033" y="286652"/>
                </a:cubicBezTo>
                <a:cubicBezTo>
                  <a:pt x="141903" y="288462"/>
                  <a:pt x="138298" y="289509"/>
                  <a:pt x="134314" y="289509"/>
                </a:cubicBezTo>
                <a:cubicBezTo>
                  <a:pt x="122363" y="289509"/>
                  <a:pt x="112877" y="280080"/>
                  <a:pt x="112877" y="268173"/>
                </a:cubicBezTo>
                <a:lnTo>
                  <a:pt x="112877" y="225597"/>
                </a:lnTo>
                <a:cubicBezTo>
                  <a:pt x="112877" y="220834"/>
                  <a:pt x="116482" y="218453"/>
                  <a:pt x="119991" y="218453"/>
                </a:cubicBezTo>
                <a:cubicBezTo>
                  <a:pt x="123501" y="218453"/>
                  <a:pt x="127105" y="220834"/>
                  <a:pt x="127105" y="225597"/>
                </a:cubicBezTo>
                <a:lnTo>
                  <a:pt x="127105" y="268173"/>
                </a:lnTo>
                <a:cubicBezTo>
                  <a:pt x="127105" y="271698"/>
                  <a:pt x="130710" y="275317"/>
                  <a:pt x="134220" y="275317"/>
                </a:cubicBezTo>
                <a:cubicBezTo>
                  <a:pt x="137729" y="275317"/>
                  <a:pt x="141334" y="271793"/>
                  <a:pt x="141334" y="268269"/>
                </a:cubicBezTo>
                <a:lnTo>
                  <a:pt x="141334" y="225597"/>
                </a:lnTo>
                <a:cubicBezTo>
                  <a:pt x="141334" y="220929"/>
                  <a:pt x="144938" y="218548"/>
                  <a:pt x="148448" y="218548"/>
                </a:cubicBezTo>
                <a:lnTo>
                  <a:pt x="148448" y="218548"/>
                </a:lnTo>
                <a:cubicBezTo>
                  <a:pt x="148448" y="218548"/>
                  <a:pt x="148448" y="218548"/>
                  <a:pt x="148448" y="218548"/>
                </a:cubicBezTo>
                <a:cubicBezTo>
                  <a:pt x="151957" y="218548"/>
                  <a:pt x="155467" y="220929"/>
                  <a:pt x="155467" y="225597"/>
                </a:cubicBezTo>
                <a:lnTo>
                  <a:pt x="155467" y="225597"/>
                </a:lnTo>
                <a:close/>
                <a:moveTo>
                  <a:pt x="112782" y="211500"/>
                </a:moveTo>
                <a:cubicBezTo>
                  <a:pt x="112782" y="215119"/>
                  <a:pt x="110411" y="218643"/>
                  <a:pt x="105668" y="218643"/>
                </a:cubicBezTo>
                <a:lnTo>
                  <a:pt x="84895" y="218643"/>
                </a:lnTo>
                <a:lnTo>
                  <a:pt x="84895" y="280937"/>
                </a:lnTo>
                <a:cubicBezTo>
                  <a:pt x="84895" y="285699"/>
                  <a:pt x="81291" y="287985"/>
                  <a:pt x="77781" y="287985"/>
                </a:cubicBezTo>
                <a:cubicBezTo>
                  <a:pt x="74271" y="287985"/>
                  <a:pt x="70667" y="285604"/>
                  <a:pt x="70667" y="280937"/>
                </a:cubicBezTo>
                <a:lnTo>
                  <a:pt x="70667" y="218643"/>
                </a:lnTo>
                <a:lnTo>
                  <a:pt x="49135" y="218643"/>
                </a:lnTo>
                <a:cubicBezTo>
                  <a:pt x="44392" y="218643"/>
                  <a:pt x="42021" y="215024"/>
                  <a:pt x="42021" y="211500"/>
                </a:cubicBezTo>
                <a:cubicBezTo>
                  <a:pt x="42021" y="206737"/>
                  <a:pt x="44392" y="204356"/>
                  <a:pt x="49135" y="204356"/>
                </a:cubicBezTo>
                <a:lnTo>
                  <a:pt x="105668" y="204356"/>
                </a:lnTo>
                <a:cubicBezTo>
                  <a:pt x="110411" y="204356"/>
                  <a:pt x="112782" y="206737"/>
                  <a:pt x="112782" y="211500"/>
                </a:cubicBezTo>
                <a:close/>
                <a:moveTo>
                  <a:pt x="190658" y="218643"/>
                </a:moveTo>
                <a:cubicBezTo>
                  <a:pt x="188097" y="218643"/>
                  <a:pt x="185726" y="219120"/>
                  <a:pt x="183544" y="219977"/>
                </a:cubicBezTo>
                <a:lnTo>
                  <a:pt x="183544" y="197784"/>
                </a:lnTo>
                <a:cubicBezTo>
                  <a:pt x="183544" y="193116"/>
                  <a:pt x="179940" y="190735"/>
                  <a:pt x="176430" y="190735"/>
                </a:cubicBezTo>
                <a:cubicBezTo>
                  <a:pt x="172920" y="190735"/>
                  <a:pt x="169316" y="193116"/>
                  <a:pt x="169316" y="197784"/>
                </a:cubicBezTo>
                <a:lnTo>
                  <a:pt x="169316" y="281032"/>
                </a:lnTo>
                <a:cubicBezTo>
                  <a:pt x="169316" y="285699"/>
                  <a:pt x="172920" y="288081"/>
                  <a:pt x="176430" y="288081"/>
                </a:cubicBezTo>
                <a:cubicBezTo>
                  <a:pt x="177853" y="288081"/>
                  <a:pt x="179181" y="287604"/>
                  <a:pt x="180319" y="286938"/>
                </a:cubicBezTo>
                <a:cubicBezTo>
                  <a:pt x="183449" y="288652"/>
                  <a:pt x="186959" y="289700"/>
                  <a:pt x="190753" y="289700"/>
                </a:cubicBezTo>
                <a:cubicBezTo>
                  <a:pt x="202705" y="289700"/>
                  <a:pt x="212190" y="280270"/>
                  <a:pt x="212190" y="268364"/>
                </a:cubicBezTo>
                <a:lnTo>
                  <a:pt x="212190" y="239979"/>
                </a:lnTo>
                <a:cubicBezTo>
                  <a:pt x="212190" y="228168"/>
                  <a:pt x="202705" y="218643"/>
                  <a:pt x="190753" y="218643"/>
                </a:cubicBezTo>
                <a:close/>
                <a:moveTo>
                  <a:pt x="197772" y="268364"/>
                </a:moveTo>
                <a:cubicBezTo>
                  <a:pt x="197772" y="271888"/>
                  <a:pt x="194168" y="275508"/>
                  <a:pt x="190658" y="275508"/>
                </a:cubicBezTo>
                <a:cubicBezTo>
                  <a:pt x="187148" y="275508"/>
                  <a:pt x="183544" y="271983"/>
                  <a:pt x="183544" y="268364"/>
                </a:cubicBezTo>
                <a:lnTo>
                  <a:pt x="183544" y="239979"/>
                </a:lnTo>
                <a:cubicBezTo>
                  <a:pt x="183544" y="235217"/>
                  <a:pt x="187148" y="232836"/>
                  <a:pt x="190658" y="232836"/>
                </a:cubicBezTo>
                <a:cubicBezTo>
                  <a:pt x="194168" y="232836"/>
                  <a:pt x="197772" y="235217"/>
                  <a:pt x="197772" y="239979"/>
                </a:cubicBezTo>
                <a:lnTo>
                  <a:pt x="197772" y="268364"/>
                </a:lnTo>
                <a:close/>
                <a:moveTo>
                  <a:pt x="263696" y="264554"/>
                </a:moveTo>
                <a:cubicBezTo>
                  <a:pt x="260092" y="264554"/>
                  <a:pt x="256582" y="266935"/>
                  <a:pt x="256582" y="271602"/>
                </a:cubicBezTo>
                <a:cubicBezTo>
                  <a:pt x="256582" y="275127"/>
                  <a:pt x="251839" y="276270"/>
                  <a:pt x="248235" y="276270"/>
                </a:cubicBezTo>
                <a:cubicBezTo>
                  <a:pt x="244630" y="276270"/>
                  <a:pt x="239888" y="271602"/>
                  <a:pt x="239888" y="268078"/>
                </a:cubicBezTo>
                <a:lnTo>
                  <a:pt x="239888" y="261030"/>
                </a:lnTo>
                <a:lnTo>
                  <a:pt x="261325" y="261030"/>
                </a:lnTo>
                <a:cubicBezTo>
                  <a:pt x="264929" y="261030"/>
                  <a:pt x="268439" y="257505"/>
                  <a:pt x="268439" y="253981"/>
                </a:cubicBezTo>
                <a:lnTo>
                  <a:pt x="268439" y="239884"/>
                </a:lnTo>
                <a:cubicBezTo>
                  <a:pt x="268439" y="228073"/>
                  <a:pt x="258954" y="218739"/>
                  <a:pt x="247002" y="218739"/>
                </a:cubicBezTo>
                <a:cubicBezTo>
                  <a:pt x="235050" y="218739"/>
                  <a:pt x="225565" y="228168"/>
                  <a:pt x="225565" y="239884"/>
                </a:cubicBezTo>
                <a:lnTo>
                  <a:pt x="225565" y="268078"/>
                </a:lnTo>
                <a:cubicBezTo>
                  <a:pt x="225565" y="279889"/>
                  <a:pt x="236283" y="290462"/>
                  <a:pt x="248235" y="290462"/>
                </a:cubicBezTo>
                <a:cubicBezTo>
                  <a:pt x="261325" y="290462"/>
                  <a:pt x="270905" y="282270"/>
                  <a:pt x="270905" y="271602"/>
                </a:cubicBezTo>
                <a:cubicBezTo>
                  <a:pt x="270905" y="266935"/>
                  <a:pt x="267301" y="264554"/>
                  <a:pt x="263791" y="264554"/>
                </a:cubicBezTo>
                <a:close/>
                <a:moveTo>
                  <a:pt x="239888" y="239789"/>
                </a:moveTo>
                <a:cubicBezTo>
                  <a:pt x="239888" y="235122"/>
                  <a:pt x="243492" y="232740"/>
                  <a:pt x="247002" y="232740"/>
                </a:cubicBezTo>
                <a:cubicBezTo>
                  <a:pt x="250511" y="232740"/>
                  <a:pt x="254116" y="235122"/>
                  <a:pt x="254116" y="239789"/>
                </a:cubicBezTo>
                <a:lnTo>
                  <a:pt x="254116" y="246837"/>
                </a:lnTo>
                <a:lnTo>
                  <a:pt x="239793" y="246837"/>
                </a:lnTo>
                <a:lnTo>
                  <a:pt x="239793" y="239789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2" name="Graphic 130">
            <a:extLst>
              <a:ext uri="{FF2B5EF4-FFF2-40B4-BE49-F238E27FC236}">
                <a16:creationId xmlns:a16="http://schemas.microsoft.com/office/drawing/2014/main" id="{D1AEE6F7-C217-7202-55D0-A03B192C2A04}"/>
              </a:ext>
            </a:extLst>
          </p:cNvPr>
          <p:cNvSpPr/>
          <p:nvPr/>
        </p:nvSpPr>
        <p:spPr>
          <a:xfrm>
            <a:off x="10453452" y="838103"/>
            <a:ext cx="377825" cy="435951"/>
          </a:xfrm>
          <a:custGeom>
            <a:avLst/>
            <a:gdLst>
              <a:gd name="connsiteX0" fmla="*/ 218640 w 281908"/>
              <a:gd name="connsiteY0" fmla="*/ 198120 h 325278"/>
              <a:gd name="connsiteX1" fmla="*/ 215131 w 281908"/>
              <a:gd name="connsiteY1" fmla="*/ 196977 h 325278"/>
              <a:gd name="connsiteX2" fmla="*/ 212759 w 281908"/>
              <a:gd name="connsiteY2" fmla="*/ 187547 h 325278"/>
              <a:gd name="connsiteX3" fmla="*/ 225754 w 281908"/>
              <a:gd name="connsiteY3" fmla="*/ 141446 h 325278"/>
              <a:gd name="connsiteX4" fmla="*/ 140954 w 281908"/>
              <a:gd name="connsiteY4" fmla="*/ 56388 h 325278"/>
              <a:gd name="connsiteX5" fmla="*/ 56154 w 281908"/>
              <a:gd name="connsiteY5" fmla="*/ 141446 h 325278"/>
              <a:gd name="connsiteX6" fmla="*/ 69149 w 281908"/>
              <a:gd name="connsiteY6" fmla="*/ 187547 h 325278"/>
              <a:gd name="connsiteX7" fmla="*/ 66778 w 281908"/>
              <a:gd name="connsiteY7" fmla="*/ 196977 h 325278"/>
              <a:gd name="connsiteX8" fmla="*/ 57387 w 281908"/>
              <a:gd name="connsiteY8" fmla="*/ 194596 h 325278"/>
              <a:gd name="connsiteX9" fmla="*/ 42116 w 281908"/>
              <a:gd name="connsiteY9" fmla="*/ 141446 h 325278"/>
              <a:gd name="connsiteX10" fmla="*/ 140954 w 281908"/>
              <a:gd name="connsiteY10" fmla="*/ 42196 h 325278"/>
              <a:gd name="connsiteX11" fmla="*/ 239793 w 281908"/>
              <a:gd name="connsiteY11" fmla="*/ 141446 h 325278"/>
              <a:gd name="connsiteX12" fmla="*/ 224521 w 281908"/>
              <a:gd name="connsiteY12" fmla="*/ 194596 h 325278"/>
              <a:gd name="connsiteX13" fmla="*/ 218640 w 281908"/>
              <a:gd name="connsiteY13" fmla="*/ 198120 h 325278"/>
              <a:gd name="connsiteX14" fmla="*/ 46953 w 281908"/>
              <a:gd name="connsiteY14" fmla="*/ 238411 h 325278"/>
              <a:gd name="connsiteX15" fmla="*/ 46953 w 281908"/>
              <a:gd name="connsiteY15" fmla="*/ 227743 h 325278"/>
              <a:gd name="connsiteX16" fmla="*/ 14039 w 281908"/>
              <a:gd name="connsiteY16" fmla="*/ 141542 h 325278"/>
              <a:gd name="connsiteX17" fmla="*/ 140954 w 281908"/>
              <a:gd name="connsiteY17" fmla="*/ 14002 h 325278"/>
              <a:gd name="connsiteX18" fmla="*/ 267870 w 281908"/>
              <a:gd name="connsiteY18" fmla="*/ 141542 h 325278"/>
              <a:gd name="connsiteX19" fmla="*/ 234955 w 281908"/>
              <a:gd name="connsiteY19" fmla="*/ 227743 h 325278"/>
              <a:gd name="connsiteX20" fmla="*/ 234955 w 281908"/>
              <a:gd name="connsiteY20" fmla="*/ 238411 h 325278"/>
              <a:gd name="connsiteX21" fmla="*/ 245484 w 281908"/>
              <a:gd name="connsiteY21" fmla="*/ 237268 h 325278"/>
              <a:gd name="connsiteX22" fmla="*/ 281908 w 281908"/>
              <a:gd name="connsiteY22" fmla="*/ 141637 h 325278"/>
              <a:gd name="connsiteX23" fmla="*/ 140954 w 281908"/>
              <a:gd name="connsiteY23" fmla="*/ 0 h 325278"/>
              <a:gd name="connsiteX24" fmla="*/ 0 w 281908"/>
              <a:gd name="connsiteY24" fmla="*/ 141637 h 325278"/>
              <a:gd name="connsiteX25" fmla="*/ 36424 w 281908"/>
              <a:gd name="connsiteY25" fmla="*/ 238411 h 325278"/>
              <a:gd name="connsiteX26" fmla="*/ 42305 w 281908"/>
              <a:gd name="connsiteY26" fmla="*/ 240792 h 325278"/>
              <a:gd name="connsiteX27" fmla="*/ 47048 w 281908"/>
              <a:gd name="connsiteY27" fmla="*/ 238411 h 325278"/>
              <a:gd name="connsiteX28" fmla="*/ 158692 w 281908"/>
              <a:gd name="connsiteY28" fmla="*/ 198215 h 325278"/>
              <a:gd name="connsiteX29" fmla="*/ 174058 w 281908"/>
              <a:gd name="connsiteY29" fmla="*/ 205264 h 325278"/>
              <a:gd name="connsiteX30" fmla="*/ 179940 w 281908"/>
              <a:gd name="connsiteY30" fmla="*/ 221742 h 325278"/>
              <a:gd name="connsiteX31" fmla="*/ 171687 w 281908"/>
              <a:gd name="connsiteY31" fmla="*/ 292322 h 325278"/>
              <a:gd name="connsiteX32" fmla="*/ 150440 w 281908"/>
              <a:gd name="connsiteY32" fmla="*/ 311182 h 325278"/>
              <a:gd name="connsiteX33" fmla="*/ 130331 w 281908"/>
              <a:gd name="connsiteY33" fmla="*/ 311182 h 325278"/>
              <a:gd name="connsiteX34" fmla="*/ 109083 w 281908"/>
              <a:gd name="connsiteY34" fmla="*/ 292322 h 325278"/>
              <a:gd name="connsiteX35" fmla="*/ 101969 w 281908"/>
              <a:gd name="connsiteY35" fmla="*/ 221742 h 325278"/>
              <a:gd name="connsiteX36" fmla="*/ 106712 w 281908"/>
              <a:gd name="connsiteY36" fmla="*/ 205264 h 325278"/>
              <a:gd name="connsiteX37" fmla="*/ 123311 w 281908"/>
              <a:gd name="connsiteY37" fmla="*/ 198215 h 325278"/>
              <a:gd name="connsiteX38" fmla="*/ 158787 w 281908"/>
              <a:gd name="connsiteY38" fmla="*/ 198215 h 325278"/>
              <a:gd name="connsiteX39" fmla="*/ 185821 w 281908"/>
              <a:gd name="connsiteY39" fmla="*/ 294704 h 325278"/>
              <a:gd name="connsiteX40" fmla="*/ 194073 w 281908"/>
              <a:gd name="connsiteY40" fmla="*/ 224123 h 325278"/>
              <a:gd name="connsiteX41" fmla="*/ 184587 w 281908"/>
              <a:gd name="connsiteY41" fmla="*/ 195929 h 325278"/>
              <a:gd name="connsiteX42" fmla="*/ 158597 w 281908"/>
              <a:gd name="connsiteY42" fmla="*/ 184213 h 325278"/>
              <a:gd name="connsiteX43" fmla="*/ 123122 w 281908"/>
              <a:gd name="connsiteY43" fmla="*/ 184213 h 325278"/>
              <a:gd name="connsiteX44" fmla="*/ 95898 w 281908"/>
              <a:gd name="connsiteY44" fmla="*/ 195929 h 325278"/>
              <a:gd name="connsiteX45" fmla="*/ 87646 w 281908"/>
              <a:gd name="connsiteY45" fmla="*/ 224123 h 325278"/>
              <a:gd name="connsiteX46" fmla="*/ 95898 w 281908"/>
              <a:gd name="connsiteY46" fmla="*/ 294704 h 325278"/>
              <a:gd name="connsiteX47" fmla="*/ 130236 w 281908"/>
              <a:gd name="connsiteY47" fmla="*/ 325279 h 325278"/>
              <a:gd name="connsiteX48" fmla="*/ 150345 w 281908"/>
              <a:gd name="connsiteY48" fmla="*/ 325279 h 325278"/>
              <a:gd name="connsiteX49" fmla="*/ 185821 w 281908"/>
              <a:gd name="connsiteY49" fmla="*/ 294704 h 325278"/>
              <a:gd name="connsiteX50" fmla="*/ 169221 w 281908"/>
              <a:gd name="connsiteY50" fmla="*/ 128683 h 325278"/>
              <a:gd name="connsiteX51" fmla="*/ 140859 w 281908"/>
              <a:gd name="connsiteY51" fmla="*/ 157163 h 325278"/>
              <a:gd name="connsiteX52" fmla="*/ 112498 w 281908"/>
              <a:gd name="connsiteY52" fmla="*/ 128683 h 325278"/>
              <a:gd name="connsiteX53" fmla="*/ 140859 w 281908"/>
              <a:gd name="connsiteY53" fmla="*/ 100203 h 325278"/>
              <a:gd name="connsiteX54" fmla="*/ 169221 w 281908"/>
              <a:gd name="connsiteY54" fmla="*/ 128683 h 325278"/>
              <a:gd name="connsiteX55" fmla="*/ 183449 w 281908"/>
              <a:gd name="connsiteY55" fmla="*/ 128683 h 325278"/>
              <a:gd name="connsiteX56" fmla="*/ 140954 w 281908"/>
              <a:gd name="connsiteY56" fmla="*/ 86011 h 325278"/>
              <a:gd name="connsiteX57" fmla="*/ 98459 w 281908"/>
              <a:gd name="connsiteY57" fmla="*/ 128683 h 325278"/>
              <a:gd name="connsiteX58" fmla="*/ 140954 w 281908"/>
              <a:gd name="connsiteY58" fmla="*/ 171355 h 325278"/>
              <a:gd name="connsiteX59" fmla="*/ 183449 w 281908"/>
              <a:gd name="connsiteY59" fmla="*/ 128683 h 325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81908" h="325278">
                <a:moveTo>
                  <a:pt x="218640" y="198120"/>
                </a:moveTo>
                <a:cubicBezTo>
                  <a:pt x="217502" y="198120"/>
                  <a:pt x="216269" y="198120"/>
                  <a:pt x="215131" y="196977"/>
                </a:cubicBezTo>
                <a:cubicBezTo>
                  <a:pt x="211621" y="194596"/>
                  <a:pt x="210388" y="191071"/>
                  <a:pt x="212759" y="187547"/>
                </a:cubicBezTo>
                <a:cubicBezTo>
                  <a:pt x="221012" y="173355"/>
                  <a:pt x="225754" y="158020"/>
                  <a:pt x="225754" y="141446"/>
                </a:cubicBezTo>
                <a:cubicBezTo>
                  <a:pt x="225754" y="95345"/>
                  <a:pt x="188097" y="56388"/>
                  <a:pt x="140954" y="56388"/>
                </a:cubicBezTo>
                <a:cubicBezTo>
                  <a:pt x="93811" y="56388"/>
                  <a:pt x="56154" y="95345"/>
                  <a:pt x="56154" y="141446"/>
                </a:cubicBezTo>
                <a:cubicBezTo>
                  <a:pt x="56154" y="158020"/>
                  <a:pt x="60897" y="173355"/>
                  <a:pt x="69149" y="187547"/>
                </a:cubicBezTo>
                <a:cubicBezTo>
                  <a:pt x="71521" y="189929"/>
                  <a:pt x="70287" y="194596"/>
                  <a:pt x="66778" y="196977"/>
                </a:cubicBezTo>
                <a:cubicBezTo>
                  <a:pt x="63268" y="199358"/>
                  <a:pt x="58525" y="198120"/>
                  <a:pt x="57387" y="194596"/>
                </a:cubicBezTo>
                <a:cubicBezTo>
                  <a:pt x="46763" y="179261"/>
                  <a:pt x="42116" y="160306"/>
                  <a:pt x="42116" y="141446"/>
                </a:cubicBezTo>
                <a:cubicBezTo>
                  <a:pt x="42116" y="87058"/>
                  <a:pt x="86887" y="42196"/>
                  <a:pt x="140954" y="42196"/>
                </a:cubicBezTo>
                <a:cubicBezTo>
                  <a:pt x="195021" y="42196"/>
                  <a:pt x="239793" y="87058"/>
                  <a:pt x="239793" y="141446"/>
                </a:cubicBezTo>
                <a:cubicBezTo>
                  <a:pt x="239793" y="160306"/>
                  <a:pt x="233912" y="179261"/>
                  <a:pt x="224521" y="194596"/>
                </a:cubicBezTo>
                <a:cubicBezTo>
                  <a:pt x="223383" y="196977"/>
                  <a:pt x="221012" y="198120"/>
                  <a:pt x="218640" y="198120"/>
                </a:cubicBezTo>
                <a:close/>
                <a:moveTo>
                  <a:pt x="46953" y="238411"/>
                </a:moveTo>
                <a:cubicBezTo>
                  <a:pt x="49325" y="236029"/>
                  <a:pt x="50463" y="231362"/>
                  <a:pt x="46953" y="227743"/>
                </a:cubicBezTo>
                <a:cubicBezTo>
                  <a:pt x="25801" y="205264"/>
                  <a:pt x="14039" y="174593"/>
                  <a:pt x="14039" y="141542"/>
                </a:cubicBezTo>
                <a:cubicBezTo>
                  <a:pt x="14039" y="71914"/>
                  <a:pt x="70382" y="14002"/>
                  <a:pt x="140954" y="14002"/>
                </a:cubicBezTo>
                <a:cubicBezTo>
                  <a:pt x="211526" y="14002"/>
                  <a:pt x="267870" y="71819"/>
                  <a:pt x="267870" y="141542"/>
                </a:cubicBezTo>
                <a:cubicBezTo>
                  <a:pt x="267870" y="173450"/>
                  <a:pt x="256108" y="204121"/>
                  <a:pt x="234955" y="227743"/>
                </a:cubicBezTo>
                <a:cubicBezTo>
                  <a:pt x="231446" y="231267"/>
                  <a:pt x="232584" y="234791"/>
                  <a:pt x="234955" y="238411"/>
                </a:cubicBezTo>
                <a:cubicBezTo>
                  <a:pt x="238465" y="240792"/>
                  <a:pt x="241975" y="240792"/>
                  <a:pt x="245484" y="237268"/>
                </a:cubicBezTo>
                <a:cubicBezTo>
                  <a:pt x="269008" y="211265"/>
                  <a:pt x="281908" y="177070"/>
                  <a:pt x="281908" y="141637"/>
                </a:cubicBezTo>
                <a:cubicBezTo>
                  <a:pt x="281908" y="63722"/>
                  <a:pt x="218451" y="0"/>
                  <a:pt x="140954" y="0"/>
                </a:cubicBezTo>
                <a:cubicBezTo>
                  <a:pt x="63458" y="0"/>
                  <a:pt x="0" y="63722"/>
                  <a:pt x="0" y="141637"/>
                </a:cubicBezTo>
                <a:cubicBezTo>
                  <a:pt x="0" y="178213"/>
                  <a:pt x="12900" y="211265"/>
                  <a:pt x="36424" y="238411"/>
                </a:cubicBezTo>
                <a:cubicBezTo>
                  <a:pt x="38796" y="239554"/>
                  <a:pt x="39934" y="240792"/>
                  <a:pt x="42305" y="240792"/>
                </a:cubicBezTo>
                <a:cubicBezTo>
                  <a:pt x="43444" y="240792"/>
                  <a:pt x="45815" y="239649"/>
                  <a:pt x="47048" y="238411"/>
                </a:cubicBezTo>
                <a:close/>
                <a:moveTo>
                  <a:pt x="158692" y="198215"/>
                </a:moveTo>
                <a:cubicBezTo>
                  <a:pt x="164573" y="198215"/>
                  <a:pt x="170549" y="201740"/>
                  <a:pt x="174058" y="205264"/>
                </a:cubicBezTo>
                <a:cubicBezTo>
                  <a:pt x="178801" y="209931"/>
                  <a:pt x="179940" y="215836"/>
                  <a:pt x="179940" y="221742"/>
                </a:cubicBezTo>
                <a:lnTo>
                  <a:pt x="171687" y="292322"/>
                </a:lnTo>
                <a:cubicBezTo>
                  <a:pt x="170549" y="304133"/>
                  <a:pt x="162202" y="311182"/>
                  <a:pt x="150440" y="311182"/>
                </a:cubicBezTo>
                <a:lnTo>
                  <a:pt x="130331" y="311182"/>
                </a:lnTo>
                <a:cubicBezTo>
                  <a:pt x="119707" y="311182"/>
                  <a:pt x="110221" y="304133"/>
                  <a:pt x="109083" y="292322"/>
                </a:cubicBezTo>
                <a:lnTo>
                  <a:pt x="101969" y="221742"/>
                </a:lnTo>
                <a:cubicBezTo>
                  <a:pt x="100831" y="215836"/>
                  <a:pt x="103107" y="210026"/>
                  <a:pt x="106712" y="205264"/>
                </a:cubicBezTo>
                <a:cubicBezTo>
                  <a:pt x="111454" y="201740"/>
                  <a:pt x="117335" y="198215"/>
                  <a:pt x="123311" y="198215"/>
                </a:cubicBezTo>
                <a:lnTo>
                  <a:pt x="158787" y="198215"/>
                </a:lnTo>
                <a:close/>
                <a:moveTo>
                  <a:pt x="185821" y="294704"/>
                </a:moveTo>
                <a:lnTo>
                  <a:pt x="194073" y="224123"/>
                </a:lnTo>
                <a:cubicBezTo>
                  <a:pt x="195211" y="213550"/>
                  <a:pt x="191701" y="204121"/>
                  <a:pt x="184587" y="195929"/>
                </a:cubicBezTo>
                <a:cubicBezTo>
                  <a:pt x="178706" y="188881"/>
                  <a:pt x="169221" y="184213"/>
                  <a:pt x="158597" y="184213"/>
                </a:cubicBezTo>
                <a:lnTo>
                  <a:pt x="123122" y="184213"/>
                </a:lnTo>
                <a:cubicBezTo>
                  <a:pt x="112498" y="184213"/>
                  <a:pt x="103012" y="188881"/>
                  <a:pt x="95898" y="195929"/>
                </a:cubicBezTo>
                <a:cubicBezTo>
                  <a:pt x="90017" y="204121"/>
                  <a:pt x="86413" y="213550"/>
                  <a:pt x="87646" y="224123"/>
                </a:cubicBezTo>
                <a:lnTo>
                  <a:pt x="95898" y="294704"/>
                </a:lnTo>
                <a:cubicBezTo>
                  <a:pt x="97036" y="312325"/>
                  <a:pt x="112498" y="325279"/>
                  <a:pt x="130236" y="325279"/>
                </a:cubicBezTo>
                <a:lnTo>
                  <a:pt x="150345" y="325279"/>
                </a:lnTo>
                <a:cubicBezTo>
                  <a:pt x="169221" y="325279"/>
                  <a:pt x="184682" y="312325"/>
                  <a:pt x="185821" y="294704"/>
                </a:cubicBezTo>
                <a:close/>
                <a:moveTo>
                  <a:pt x="169221" y="128683"/>
                </a:moveTo>
                <a:cubicBezTo>
                  <a:pt x="169221" y="144113"/>
                  <a:pt x="156226" y="157163"/>
                  <a:pt x="140859" y="157163"/>
                </a:cubicBezTo>
                <a:cubicBezTo>
                  <a:pt x="125493" y="157163"/>
                  <a:pt x="112498" y="144113"/>
                  <a:pt x="112498" y="128683"/>
                </a:cubicBezTo>
                <a:cubicBezTo>
                  <a:pt x="112498" y="113252"/>
                  <a:pt x="125493" y="100203"/>
                  <a:pt x="140859" y="100203"/>
                </a:cubicBezTo>
                <a:cubicBezTo>
                  <a:pt x="156226" y="100203"/>
                  <a:pt x="169221" y="113252"/>
                  <a:pt x="169221" y="128683"/>
                </a:cubicBezTo>
                <a:close/>
                <a:moveTo>
                  <a:pt x="183449" y="128683"/>
                </a:moveTo>
                <a:cubicBezTo>
                  <a:pt x="183449" y="104965"/>
                  <a:pt x="164573" y="86011"/>
                  <a:pt x="140954" y="86011"/>
                </a:cubicBezTo>
                <a:cubicBezTo>
                  <a:pt x="117335" y="86011"/>
                  <a:pt x="98459" y="104965"/>
                  <a:pt x="98459" y="128683"/>
                </a:cubicBezTo>
                <a:cubicBezTo>
                  <a:pt x="98459" y="152400"/>
                  <a:pt x="117335" y="171355"/>
                  <a:pt x="140954" y="171355"/>
                </a:cubicBezTo>
                <a:cubicBezTo>
                  <a:pt x="164573" y="171355"/>
                  <a:pt x="183449" y="152400"/>
                  <a:pt x="183449" y="12868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30">
            <a:extLst>
              <a:ext uri="{FF2B5EF4-FFF2-40B4-BE49-F238E27FC236}">
                <a16:creationId xmlns:a16="http://schemas.microsoft.com/office/drawing/2014/main" id="{1957FE82-8547-FBA3-D681-B63AB329C869}"/>
              </a:ext>
            </a:extLst>
          </p:cNvPr>
          <p:cNvSpPr/>
          <p:nvPr/>
        </p:nvSpPr>
        <p:spPr>
          <a:xfrm>
            <a:off x="11218627" y="838103"/>
            <a:ext cx="377825" cy="435951"/>
          </a:xfrm>
          <a:custGeom>
            <a:avLst/>
            <a:gdLst>
              <a:gd name="connsiteX0" fmla="*/ 218640 w 281908"/>
              <a:gd name="connsiteY0" fmla="*/ 198120 h 325278"/>
              <a:gd name="connsiteX1" fmla="*/ 215131 w 281908"/>
              <a:gd name="connsiteY1" fmla="*/ 196977 h 325278"/>
              <a:gd name="connsiteX2" fmla="*/ 212759 w 281908"/>
              <a:gd name="connsiteY2" fmla="*/ 187547 h 325278"/>
              <a:gd name="connsiteX3" fmla="*/ 225754 w 281908"/>
              <a:gd name="connsiteY3" fmla="*/ 141446 h 325278"/>
              <a:gd name="connsiteX4" fmla="*/ 140954 w 281908"/>
              <a:gd name="connsiteY4" fmla="*/ 56388 h 325278"/>
              <a:gd name="connsiteX5" fmla="*/ 56154 w 281908"/>
              <a:gd name="connsiteY5" fmla="*/ 141446 h 325278"/>
              <a:gd name="connsiteX6" fmla="*/ 69149 w 281908"/>
              <a:gd name="connsiteY6" fmla="*/ 187547 h 325278"/>
              <a:gd name="connsiteX7" fmla="*/ 66778 w 281908"/>
              <a:gd name="connsiteY7" fmla="*/ 196977 h 325278"/>
              <a:gd name="connsiteX8" fmla="*/ 57387 w 281908"/>
              <a:gd name="connsiteY8" fmla="*/ 194596 h 325278"/>
              <a:gd name="connsiteX9" fmla="*/ 42116 w 281908"/>
              <a:gd name="connsiteY9" fmla="*/ 141446 h 325278"/>
              <a:gd name="connsiteX10" fmla="*/ 140954 w 281908"/>
              <a:gd name="connsiteY10" fmla="*/ 42196 h 325278"/>
              <a:gd name="connsiteX11" fmla="*/ 239793 w 281908"/>
              <a:gd name="connsiteY11" fmla="*/ 141446 h 325278"/>
              <a:gd name="connsiteX12" fmla="*/ 224521 w 281908"/>
              <a:gd name="connsiteY12" fmla="*/ 194596 h 325278"/>
              <a:gd name="connsiteX13" fmla="*/ 218640 w 281908"/>
              <a:gd name="connsiteY13" fmla="*/ 198120 h 325278"/>
              <a:gd name="connsiteX14" fmla="*/ 46953 w 281908"/>
              <a:gd name="connsiteY14" fmla="*/ 238411 h 325278"/>
              <a:gd name="connsiteX15" fmla="*/ 46953 w 281908"/>
              <a:gd name="connsiteY15" fmla="*/ 227743 h 325278"/>
              <a:gd name="connsiteX16" fmla="*/ 14039 w 281908"/>
              <a:gd name="connsiteY16" fmla="*/ 141542 h 325278"/>
              <a:gd name="connsiteX17" fmla="*/ 140954 w 281908"/>
              <a:gd name="connsiteY17" fmla="*/ 14002 h 325278"/>
              <a:gd name="connsiteX18" fmla="*/ 267870 w 281908"/>
              <a:gd name="connsiteY18" fmla="*/ 141542 h 325278"/>
              <a:gd name="connsiteX19" fmla="*/ 234955 w 281908"/>
              <a:gd name="connsiteY19" fmla="*/ 227743 h 325278"/>
              <a:gd name="connsiteX20" fmla="*/ 234955 w 281908"/>
              <a:gd name="connsiteY20" fmla="*/ 238411 h 325278"/>
              <a:gd name="connsiteX21" fmla="*/ 245484 w 281908"/>
              <a:gd name="connsiteY21" fmla="*/ 237268 h 325278"/>
              <a:gd name="connsiteX22" fmla="*/ 281908 w 281908"/>
              <a:gd name="connsiteY22" fmla="*/ 141637 h 325278"/>
              <a:gd name="connsiteX23" fmla="*/ 140954 w 281908"/>
              <a:gd name="connsiteY23" fmla="*/ 0 h 325278"/>
              <a:gd name="connsiteX24" fmla="*/ 0 w 281908"/>
              <a:gd name="connsiteY24" fmla="*/ 141637 h 325278"/>
              <a:gd name="connsiteX25" fmla="*/ 36424 w 281908"/>
              <a:gd name="connsiteY25" fmla="*/ 238411 h 325278"/>
              <a:gd name="connsiteX26" fmla="*/ 42305 w 281908"/>
              <a:gd name="connsiteY26" fmla="*/ 240792 h 325278"/>
              <a:gd name="connsiteX27" fmla="*/ 47048 w 281908"/>
              <a:gd name="connsiteY27" fmla="*/ 238411 h 325278"/>
              <a:gd name="connsiteX28" fmla="*/ 158692 w 281908"/>
              <a:gd name="connsiteY28" fmla="*/ 198215 h 325278"/>
              <a:gd name="connsiteX29" fmla="*/ 174058 w 281908"/>
              <a:gd name="connsiteY29" fmla="*/ 205264 h 325278"/>
              <a:gd name="connsiteX30" fmla="*/ 179940 w 281908"/>
              <a:gd name="connsiteY30" fmla="*/ 221742 h 325278"/>
              <a:gd name="connsiteX31" fmla="*/ 171687 w 281908"/>
              <a:gd name="connsiteY31" fmla="*/ 292322 h 325278"/>
              <a:gd name="connsiteX32" fmla="*/ 150440 w 281908"/>
              <a:gd name="connsiteY32" fmla="*/ 311182 h 325278"/>
              <a:gd name="connsiteX33" fmla="*/ 130331 w 281908"/>
              <a:gd name="connsiteY33" fmla="*/ 311182 h 325278"/>
              <a:gd name="connsiteX34" fmla="*/ 109083 w 281908"/>
              <a:gd name="connsiteY34" fmla="*/ 292322 h 325278"/>
              <a:gd name="connsiteX35" fmla="*/ 101969 w 281908"/>
              <a:gd name="connsiteY35" fmla="*/ 221742 h 325278"/>
              <a:gd name="connsiteX36" fmla="*/ 106712 w 281908"/>
              <a:gd name="connsiteY36" fmla="*/ 205264 h 325278"/>
              <a:gd name="connsiteX37" fmla="*/ 123311 w 281908"/>
              <a:gd name="connsiteY37" fmla="*/ 198215 h 325278"/>
              <a:gd name="connsiteX38" fmla="*/ 158787 w 281908"/>
              <a:gd name="connsiteY38" fmla="*/ 198215 h 325278"/>
              <a:gd name="connsiteX39" fmla="*/ 185821 w 281908"/>
              <a:gd name="connsiteY39" fmla="*/ 294704 h 325278"/>
              <a:gd name="connsiteX40" fmla="*/ 194073 w 281908"/>
              <a:gd name="connsiteY40" fmla="*/ 224123 h 325278"/>
              <a:gd name="connsiteX41" fmla="*/ 184587 w 281908"/>
              <a:gd name="connsiteY41" fmla="*/ 195929 h 325278"/>
              <a:gd name="connsiteX42" fmla="*/ 158597 w 281908"/>
              <a:gd name="connsiteY42" fmla="*/ 184213 h 325278"/>
              <a:gd name="connsiteX43" fmla="*/ 123122 w 281908"/>
              <a:gd name="connsiteY43" fmla="*/ 184213 h 325278"/>
              <a:gd name="connsiteX44" fmla="*/ 95898 w 281908"/>
              <a:gd name="connsiteY44" fmla="*/ 195929 h 325278"/>
              <a:gd name="connsiteX45" fmla="*/ 87646 w 281908"/>
              <a:gd name="connsiteY45" fmla="*/ 224123 h 325278"/>
              <a:gd name="connsiteX46" fmla="*/ 95898 w 281908"/>
              <a:gd name="connsiteY46" fmla="*/ 294704 h 325278"/>
              <a:gd name="connsiteX47" fmla="*/ 130236 w 281908"/>
              <a:gd name="connsiteY47" fmla="*/ 325279 h 325278"/>
              <a:gd name="connsiteX48" fmla="*/ 150345 w 281908"/>
              <a:gd name="connsiteY48" fmla="*/ 325279 h 325278"/>
              <a:gd name="connsiteX49" fmla="*/ 185821 w 281908"/>
              <a:gd name="connsiteY49" fmla="*/ 294704 h 325278"/>
              <a:gd name="connsiteX50" fmla="*/ 169221 w 281908"/>
              <a:gd name="connsiteY50" fmla="*/ 128683 h 325278"/>
              <a:gd name="connsiteX51" fmla="*/ 140859 w 281908"/>
              <a:gd name="connsiteY51" fmla="*/ 157163 h 325278"/>
              <a:gd name="connsiteX52" fmla="*/ 112498 w 281908"/>
              <a:gd name="connsiteY52" fmla="*/ 128683 h 325278"/>
              <a:gd name="connsiteX53" fmla="*/ 140859 w 281908"/>
              <a:gd name="connsiteY53" fmla="*/ 100203 h 325278"/>
              <a:gd name="connsiteX54" fmla="*/ 169221 w 281908"/>
              <a:gd name="connsiteY54" fmla="*/ 128683 h 325278"/>
              <a:gd name="connsiteX55" fmla="*/ 183449 w 281908"/>
              <a:gd name="connsiteY55" fmla="*/ 128683 h 325278"/>
              <a:gd name="connsiteX56" fmla="*/ 140954 w 281908"/>
              <a:gd name="connsiteY56" fmla="*/ 86011 h 325278"/>
              <a:gd name="connsiteX57" fmla="*/ 98459 w 281908"/>
              <a:gd name="connsiteY57" fmla="*/ 128683 h 325278"/>
              <a:gd name="connsiteX58" fmla="*/ 140954 w 281908"/>
              <a:gd name="connsiteY58" fmla="*/ 171355 h 325278"/>
              <a:gd name="connsiteX59" fmla="*/ 183449 w 281908"/>
              <a:gd name="connsiteY59" fmla="*/ 128683 h 325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81908" h="325278">
                <a:moveTo>
                  <a:pt x="218640" y="198120"/>
                </a:moveTo>
                <a:cubicBezTo>
                  <a:pt x="217502" y="198120"/>
                  <a:pt x="216269" y="198120"/>
                  <a:pt x="215131" y="196977"/>
                </a:cubicBezTo>
                <a:cubicBezTo>
                  <a:pt x="211621" y="194596"/>
                  <a:pt x="210388" y="191071"/>
                  <a:pt x="212759" y="187547"/>
                </a:cubicBezTo>
                <a:cubicBezTo>
                  <a:pt x="221012" y="173355"/>
                  <a:pt x="225754" y="158020"/>
                  <a:pt x="225754" y="141446"/>
                </a:cubicBezTo>
                <a:cubicBezTo>
                  <a:pt x="225754" y="95345"/>
                  <a:pt x="188097" y="56388"/>
                  <a:pt x="140954" y="56388"/>
                </a:cubicBezTo>
                <a:cubicBezTo>
                  <a:pt x="93811" y="56388"/>
                  <a:pt x="56154" y="95345"/>
                  <a:pt x="56154" y="141446"/>
                </a:cubicBezTo>
                <a:cubicBezTo>
                  <a:pt x="56154" y="158020"/>
                  <a:pt x="60897" y="173355"/>
                  <a:pt x="69149" y="187547"/>
                </a:cubicBezTo>
                <a:cubicBezTo>
                  <a:pt x="71521" y="189929"/>
                  <a:pt x="70287" y="194596"/>
                  <a:pt x="66778" y="196977"/>
                </a:cubicBezTo>
                <a:cubicBezTo>
                  <a:pt x="63268" y="199358"/>
                  <a:pt x="58525" y="198120"/>
                  <a:pt x="57387" y="194596"/>
                </a:cubicBezTo>
                <a:cubicBezTo>
                  <a:pt x="46763" y="179261"/>
                  <a:pt x="42116" y="160306"/>
                  <a:pt x="42116" y="141446"/>
                </a:cubicBezTo>
                <a:cubicBezTo>
                  <a:pt x="42116" y="87058"/>
                  <a:pt x="86887" y="42196"/>
                  <a:pt x="140954" y="42196"/>
                </a:cubicBezTo>
                <a:cubicBezTo>
                  <a:pt x="195021" y="42196"/>
                  <a:pt x="239793" y="87058"/>
                  <a:pt x="239793" y="141446"/>
                </a:cubicBezTo>
                <a:cubicBezTo>
                  <a:pt x="239793" y="160306"/>
                  <a:pt x="233912" y="179261"/>
                  <a:pt x="224521" y="194596"/>
                </a:cubicBezTo>
                <a:cubicBezTo>
                  <a:pt x="223383" y="196977"/>
                  <a:pt x="221012" y="198120"/>
                  <a:pt x="218640" y="198120"/>
                </a:cubicBezTo>
                <a:close/>
                <a:moveTo>
                  <a:pt x="46953" y="238411"/>
                </a:moveTo>
                <a:cubicBezTo>
                  <a:pt x="49325" y="236029"/>
                  <a:pt x="50463" y="231362"/>
                  <a:pt x="46953" y="227743"/>
                </a:cubicBezTo>
                <a:cubicBezTo>
                  <a:pt x="25801" y="205264"/>
                  <a:pt x="14039" y="174593"/>
                  <a:pt x="14039" y="141542"/>
                </a:cubicBezTo>
                <a:cubicBezTo>
                  <a:pt x="14039" y="71914"/>
                  <a:pt x="70382" y="14002"/>
                  <a:pt x="140954" y="14002"/>
                </a:cubicBezTo>
                <a:cubicBezTo>
                  <a:pt x="211526" y="14002"/>
                  <a:pt x="267870" y="71819"/>
                  <a:pt x="267870" y="141542"/>
                </a:cubicBezTo>
                <a:cubicBezTo>
                  <a:pt x="267870" y="173450"/>
                  <a:pt x="256108" y="204121"/>
                  <a:pt x="234955" y="227743"/>
                </a:cubicBezTo>
                <a:cubicBezTo>
                  <a:pt x="231446" y="231267"/>
                  <a:pt x="232584" y="234791"/>
                  <a:pt x="234955" y="238411"/>
                </a:cubicBezTo>
                <a:cubicBezTo>
                  <a:pt x="238465" y="240792"/>
                  <a:pt x="241975" y="240792"/>
                  <a:pt x="245484" y="237268"/>
                </a:cubicBezTo>
                <a:cubicBezTo>
                  <a:pt x="269008" y="211265"/>
                  <a:pt x="281908" y="177070"/>
                  <a:pt x="281908" y="141637"/>
                </a:cubicBezTo>
                <a:cubicBezTo>
                  <a:pt x="281908" y="63722"/>
                  <a:pt x="218451" y="0"/>
                  <a:pt x="140954" y="0"/>
                </a:cubicBezTo>
                <a:cubicBezTo>
                  <a:pt x="63458" y="0"/>
                  <a:pt x="0" y="63722"/>
                  <a:pt x="0" y="141637"/>
                </a:cubicBezTo>
                <a:cubicBezTo>
                  <a:pt x="0" y="178213"/>
                  <a:pt x="12900" y="211265"/>
                  <a:pt x="36424" y="238411"/>
                </a:cubicBezTo>
                <a:cubicBezTo>
                  <a:pt x="38796" y="239554"/>
                  <a:pt x="39934" y="240792"/>
                  <a:pt x="42305" y="240792"/>
                </a:cubicBezTo>
                <a:cubicBezTo>
                  <a:pt x="43444" y="240792"/>
                  <a:pt x="45815" y="239649"/>
                  <a:pt x="47048" y="238411"/>
                </a:cubicBezTo>
                <a:close/>
                <a:moveTo>
                  <a:pt x="158692" y="198215"/>
                </a:moveTo>
                <a:cubicBezTo>
                  <a:pt x="164573" y="198215"/>
                  <a:pt x="170549" y="201740"/>
                  <a:pt x="174058" y="205264"/>
                </a:cubicBezTo>
                <a:cubicBezTo>
                  <a:pt x="178801" y="209931"/>
                  <a:pt x="179940" y="215836"/>
                  <a:pt x="179940" y="221742"/>
                </a:cubicBezTo>
                <a:lnTo>
                  <a:pt x="171687" y="292322"/>
                </a:lnTo>
                <a:cubicBezTo>
                  <a:pt x="170549" y="304133"/>
                  <a:pt x="162202" y="311182"/>
                  <a:pt x="150440" y="311182"/>
                </a:cubicBezTo>
                <a:lnTo>
                  <a:pt x="130331" y="311182"/>
                </a:lnTo>
                <a:cubicBezTo>
                  <a:pt x="119707" y="311182"/>
                  <a:pt x="110221" y="304133"/>
                  <a:pt x="109083" y="292322"/>
                </a:cubicBezTo>
                <a:lnTo>
                  <a:pt x="101969" y="221742"/>
                </a:lnTo>
                <a:cubicBezTo>
                  <a:pt x="100831" y="215836"/>
                  <a:pt x="103107" y="210026"/>
                  <a:pt x="106712" y="205264"/>
                </a:cubicBezTo>
                <a:cubicBezTo>
                  <a:pt x="111454" y="201740"/>
                  <a:pt x="117335" y="198215"/>
                  <a:pt x="123311" y="198215"/>
                </a:cubicBezTo>
                <a:lnTo>
                  <a:pt x="158787" y="198215"/>
                </a:lnTo>
                <a:close/>
                <a:moveTo>
                  <a:pt x="185821" y="294704"/>
                </a:moveTo>
                <a:lnTo>
                  <a:pt x="194073" y="224123"/>
                </a:lnTo>
                <a:cubicBezTo>
                  <a:pt x="195211" y="213550"/>
                  <a:pt x="191701" y="204121"/>
                  <a:pt x="184587" y="195929"/>
                </a:cubicBezTo>
                <a:cubicBezTo>
                  <a:pt x="178706" y="188881"/>
                  <a:pt x="169221" y="184213"/>
                  <a:pt x="158597" y="184213"/>
                </a:cubicBezTo>
                <a:lnTo>
                  <a:pt x="123122" y="184213"/>
                </a:lnTo>
                <a:cubicBezTo>
                  <a:pt x="112498" y="184213"/>
                  <a:pt x="103012" y="188881"/>
                  <a:pt x="95898" y="195929"/>
                </a:cubicBezTo>
                <a:cubicBezTo>
                  <a:pt x="90017" y="204121"/>
                  <a:pt x="86413" y="213550"/>
                  <a:pt x="87646" y="224123"/>
                </a:cubicBezTo>
                <a:lnTo>
                  <a:pt x="95898" y="294704"/>
                </a:lnTo>
                <a:cubicBezTo>
                  <a:pt x="97036" y="312325"/>
                  <a:pt x="112498" y="325279"/>
                  <a:pt x="130236" y="325279"/>
                </a:cubicBezTo>
                <a:lnTo>
                  <a:pt x="150345" y="325279"/>
                </a:lnTo>
                <a:cubicBezTo>
                  <a:pt x="169221" y="325279"/>
                  <a:pt x="184682" y="312325"/>
                  <a:pt x="185821" y="294704"/>
                </a:cubicBezTo>
                <a:close/>
                <a:moveTo>
                  <a:pt x="169221" y="128683"/>
                </a:moveTo>
                <a:cubicBezTo>
                  <a:pt x="169221" y="144113"/>
                  <a:pt x="156226" y="157163"/>
                  <a:pt x="140859" y="157163"/>
                </a:cubicBezTo>
                <a:cubicBezTo>
                  <a:pt x="125493" y="157163"/>
                  <a:pt x="112498" y="144113"/>
                  <a:pt x="112498" y="128683"/>
                </a:cubicBezTo>
                <a:cubicBezTo>
                  <a:pt x="112498" y="113252"/>
                  <a:pt x="125493" y="100203"/>
                  <a:pt x="140859" y="100203"/>
                </a:cubicBezTo>
                <a:cubicBezTo>
                  <a:pt x="156226" y="100203"/>
                  <a:pt x="169221" y="113252"/>
                  <a:pt x="169221" y="128683"/>
                </a:cubicBezTo>
                <a:close/>
                <a:moveTo>
                  <a:pt x="183449" y="128683"/>
                </a:moveTo>
                <a:cubicBezTo>
                  <a:pt x="183449" y="104965"/>
                  <a:pt x="164573" y="86011"/>
                  <a:pt x="140954" y="86011"/>
                </a:cubicBezTo>
                <a:cubicBezTo>
                  <a:pt x="117335" y="86011"/>
                  <a:pt x="98459" y="104965"/>
                  <a:pt x="98459" y="128683"/>
                </a:cubicBezTo>
                <a:cubicBezTo>
                  <a:pt x="98459" y="152400"/>
                  <a:pt x="117335" y="171355"/>
                  <a:pt x="140954" y="171355"/>
                </a:cubicBezTo>
                <a:cubicBezTo>
                  <a:pt x="164573" y="171355"/>
                  <a:pt x="183449" y="152400"/>
                  <a:pt x="183449" y="12868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4" name="Graphic 130">
            <a:extLst>
              <a:ext uri="{FF2B5EF4-FFF2-40B4-BE49-F238E27FC236}">
                <a16:creationId xmlns:a16="http://schemas.microsoft.com/office/drawing/2014/main" id="{8A190DD7-EC06-67D7-469F-15EAC0F15AB3}"/>
              </a:ext>
            </a:extLst>
          </p:cNvPr>
          <p:cNvSpPr/>
          <p:nvPr/>
        </p:nvSpPr>
        <p:spPr>
          <a:xfrm>
            <a:off x="10453452" y="1482628"/>
            <a:ext cx="377825" cy="435951"/>
          </a:xfrm>
          <a:custGeom>
            <a:avLst/>
            <a:gdLst>
              <a:gd name="connsiteX0" fmla="*/ 218640 w 281908"/>
              <a:gd name="connsiteY0" fmla="*/ 198120 h 325278"/>
              <a:gd name="connsiteX1" fmla="*/ 215131 w 281908"/>
              <a:gd name="connsiteY1" fmla="*/ 196977 h 325278"/>
              <a:gd name="connsiteX2" fmla="*/ 212759 w 281908"/>
              <a:gd name="connsiteY2" fmla="*/ 187547 h 325278"/>
              <a:gd name="connsiteX3" fmla="*/ 225754 w 281908"/>
              <a:gd name="connsiteY3" fmla="*/ 141446 h 325278"/>
              <a:gd name="connsiteX4" fmla="*/ 140954 w 281908"/>
              <a:gd name="connsiteY4" fmla="*/ 56388 h 325278"/>
              <a:gd name="connsiteX5" fmla="*/ 56154 w 281908"/>
              <a:gd name="connsiteY5" fmla="*/ 141446 h 325278"/>
              <a:gd name="connsiteX6" fmla="*/ 69149 w 281908"/>
              <a:gd name="connsiteY6" fmla="*/ 187547 h 325278"/>
              <a:gd name="connsiteX7" fmla="*/ 66778 w 281908"/>
              <a:gd name="connsiteY7" fmla="*/ 196977 h 325278"/>
              <a:gd name="connsiteX8" fmla="*/ 57387 w 281908"/>
              <a:gd name="connsiteY8" fmla="*/ 194596 h 325278"/>
              <a:gd name="connsiteX9" fmla="*/ 42116 w 281908"/>
              <a:gd name="connsiteY9" fmla="*/ 141446 h 325278"/>
              <a:gd name="connsiteX10" fmla="*/ 140954 w 281908"/>
              <a:gd name="connsiteY10" fmla="*/ 42196 h 325278"/>
              <a:gd name="connsiteX11" fmla="*/ 239793 w 281908"/>
              <a:gd name="connsiteY11" fmla="*/ 141446 h 325278"/>
              <a:gd name="connsiteX12" fmla="*/ 224521 w 281908"/>
              <a:gd name="connsiteY12" fmla="*/ 194596 h 325278"/>
              <a:gd name="connsiteX13" fmla="*/ 218640 w 281908"/>
              <a:gd name="connsiteY13" fmla="*/ 198120 h 325278"/>
              <a:gd name="connsiteX14" fmla="*/ 46953 w 281908"/>
              <a:gd name="connsiteY14" fmla="*/ 238411 h 325278"/>
              <a:gd name="connsiteX15" fmla="*/ 46953 w 281908"/>
              <a:gd name="connsiteY15" fmla="*/ 227743 h 325278"/>
              <a:gd name="connsiteX16" fmla="*/ 14039 w 281908"/>
              <a:gd name="connsiteY16" fmla="*/ 141542 h 325278"/>
              <a:gd name="connsiteX17" fmla="*/ 140954 w 281908"/>
              <a:gd name="connsiteY17" fmla="*/ 14002 h 325278"/>
              <a:gd name="connsiteX18" fmla="*/ 267870 w 281908"/>
              <a:gd name="connsiteY18" fmla="*/ 141542 h 325278"/>
              <a:gd name="connsiteX19" fmla="*/ 234955 w 281908"/>
              <a:gd name="connsiteY19" fmla="*/ 227743 h 325278"/>
              <a:gd name="connsiteX20" fmla="*/ 234955 w 281908"/>
              <a:gd name="connsiteY20" fmla="*/ 238411 h 325278"/>
              <a:gd name="connsiteX21" fmla="*/ 245484 w 281908"/>
              <a:gd name="connsiteY21" fmla="*/ 237268 h 325278"/>
              <a:gd name="connsiteX22" fmla="*/ 281908 w 281908"/>
              <a:gd name="connsiteY22" fmla="*/ 141637 h 325278"/>
              <a:gd name="connsiteX23" fmla="*/ 140954 w 281908"/>
              <a:gd name="connsiteY23" fmla="*/ 0 h 325278"/>
              <a:gd name="connsiteX24" fmla="*/ 0 w 281908"/>
              <a:gd name="connsiteY24" fmla="*/ 141637 h 325278"/>
              <a:gd name="connsiteX25" fmla="*/ 36424 w 281908"/>
              <a:gd name="connsiteY25" fmla="*/ 238411 h 325278"/>
              <a:gd name="connsiteX26" fmla="*/ 42305 w 281908"/>
              <a:gd name="connsiteY26" fmla="*/ 240792 h 325278"/>
              <a:gd name="connsiteX27" fmla="*/ 47048 w 281908"/>
              <a:gd name="connsiteY27" fmla="*/ 238411 h 325278"/>
              <a:gd name="connsiteX28" fmla="*/ 158692 w 281908"/>
              <a:gd name="connsiteY28" fmla="*/ 198215 h 325278"/>
              <a:gd name="connsiteX29" fmla="*/ 174058 w 281908"/>
              <a:gd name="connsiteY29" fmla="*/ 205264 h 325278"/>
              <a:gd name="connsiteX30" fmla="*/ 179940 w 281908"/>
              <a:gd name="connsiteY30" fmla="*/ 221742 h 325278"/>
              <a:gd name="connsiteX31" fmla="*/ 171687 w 281908"/>
              <a:gd name="connsiteY31" fmla="*/ 292322 h 325278"/>
              <a:gd name="connsiteX32" fmla="*/ 150440 w 281908"/>
              <a:gd name="connsiteY32" fmla="*/ 311182 h 325278"/>
              <a:gd name="connsiteX33" fmla="*/ 130331 w 281908"/>
              <a:gd name="connsiteY33" fmla="*/ 311182 h 325278"/>
              <a:gd name="connsiteX34" fmla="*/ 109083 w 281908"/>
              <a:gd name="connsiteY34" fmla="*/ 292322 h 325278"/>
              <a:gd name="connsiteX35" fmla="*/ 101969 w 281908"/>
              <a:gd name="connsiteY35" fmla="*/ 221742 h 325278"/>
              <a:gd name="connsiteX36" fmla="*/ 106712 w 281908"/>
              <a:gd name="connsiteY36" fmla="*/ 205264 h 325278"/>
              <a:gd name="connsiteX37" fmla="*/ 123311 w 281908"/>
              <a:gd name="connsiteY37" fmla="*/ 198215 h 325278"/>
              <a:gd name="connsiteX38" fmla="*/ 158787 w 281908"/>
              <a:gd name="connsiteY38" fmla="*/ 198215 h 325278"/>
              <a:gd name="connsiteX39" fmla="*/ 185821 w 281908"/>
              <a:gd name="connsiteY39" fmla="*/ 294704 h 325278"/>
              <a:gd name="connsiteX40" fmla="*/ 194073 w 281908"/>
              <a:gd name="connsiteY40" fmla="*/ 224123 h 325278"/>
              <a:gd name="connsiteX41" fmla="*/ 184587 w 281908"/>
              <a:gd name="connsiteY41" fmla="*/ 195929 h 325278"/>
              <a:gd name="connsiteX42" fmla="*/ 158597 w 281908"/>
              <a:gd name="connsiteY42" fmla="*/ 184213 h 325278"/>
              <a:gd name="connsiteX43" fmla="*/ 123122 w 281908"/>
              <a:gd name="connsiteY43" fmla="*/ 184213 h 325278"/>
              <a:gd name="connsiteX44" fmla="*/ 95898 w 281908"/>
              <a:gd name="connsiteY44" fmla="*/ 195929 h 325278"/>
              <a:gd name="connsiteX45" fmla="*/ 87646 w 281908"/>
              <a:gd name="connsiteY45" fmla="*/ 224123 h 325278"/>
              <a:gd name="connsiteX46" fmla="*/ 95898 w 281908"/>
              <a:gd name="connsiteY46" fmla="*/ 294704 h 325278"/>
              <a:gd name="connsiteX47" fmla="*/ 130236 w 281908"/>
              <a:gd name="connsiteY47" fmla="*/ 325279 h 325278"/>
              <a:gd name="connsiteX48" fmla="*/ 150345 w 281908"/>
              <a:gd name="connsiteY48" fmla="*/ 325279 h 325278"/>
              <a:gd name="connsiteX49" fmla="*/ 185821 w 281908"/>
              <a:gd name="connsiteY49" fmla="*/ 294704 h 325278"/>
              <a:gd name="connsiteX50" fmla="*/ 169221 w 281908"/>
              <a:gd name="connsiteY50" fmla="*/ 128683 h 325278"/>
              <a:gd name="connsiteX51" fmla="*/ 140859 w 281908"/>
              <a:gd name="connsiteY51" fmla="*/ 157163 h 325278"/>
              <a:gd name="connsiteX52" fmla="*/ 112498 w 281908"/>
              <a:gd name="connsiteY52" fmla="*/ 128683 h 325278"/>
              <a:gd name="connsiteX53" fmla="*/ 140859 w 281908"/>
              <a:gd name="connsiteY53" fmla="*/ 100203 h 325278"/>
              <a:gd name="connsiteX54" fmla="*/ 169221 w 281908"/>
              <a:gd name="connsiteY54" fmla="*/ 128683 h 325278"/>
              <a:gd name="connsiteX55" fmla="*/ 183449 w 281908"/>
              <a:gd name="connsiteY55" fmla="*/ 128683 h 325278"/>
              <a:gd name="connsiteX56" fmla="*/ 140954 w 281908"/>
              <a:gd name="connsiteY56" fmla="*/ 86011 h 325278"/>
              <a:gd name="connsiteX57" fmla="*/ 98459 w 281908"/>
              <a:gd name="connsiteY57" fmla="*/ 128683 h 325278"/>
              <a:gd name="connsiteX58" fmla="*/ 140954 w 281908"/>
              <a:gd name="connsiteY58" fmla="*/ 171355 h 325278"/>
              <a:gd name="connsiteX59" fmla="*/ 183449 w 281908"/>
              <a:gd name="connsiteY59" fmla="*/ 128683 h 325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81908" h="325278">
                <a:moveTo>
                  <a:pt x="218640" y="198120"/>
                </a:moveTo>
                <a:cubicBezTo>
                  <a:pt x="217502" y="198120"/>
                  <a:pt x="216269" y="198120"/>
                  <a:pt x="215131" y="196977"/>
                </a:cubicBezTo>
                <a:cubicBezTo>
                  <a:pt x="211621" y="194596"/>
                  <a:pt x="210388" y="191071"/>
                  <a:pt x="212759" y="187547"/>
                </a:cubicBezTo>
                <a:cubicBezTo>
                  <a:pt x="221012" y="173355"/>
                  <a:pt x="225754" y="158020"/>
                  <a:pt x="225754" y="141446"/>
                </a:cubicBezTo>
                <a:cubicBezTo>
                  <a:pt x="225754" y="95345"/>
                  <a:pt x="188097" y="56388"/>
                  <a:pt x="140954" y="56388"/>
                </a:cubicBezTo>
                <a:cubicBezTo>
                  <a:pt x="93811" y="56388"/>
                  <a:pt x="56154" y="95345"/>
                  <a:pt x="56154" y="141446"/>
                </a:cubicBezTo>
                <a:cubicBezTo>
                  <a:pt x="56154" y="158020"/>
                  <a:pt x="60897" y="173355"/>
                  <a:pt x="69149" y="187547"/>
                </a:cubicBezTo>
                <a:cubicBezTo>
                  <a:pt x="71521" y="189929"/>
                  <a:pt x="70287" y="194596"/>
                  <a:pt x="66778" y="196977"/>
                </a:cubicBezTo>
                <a:cubicBezTo>
                  <a:pt x="63268" y="199358"/>
                  <a:pt x="58525" y="198120"/>
                  <a:pt x="57387" y="194596"/>
                </a:cubicBezTo>
                <a:cubicBezTo>
                  <a:pt x="46763" y="179261"/>
                  <a:pt x="42116" y="160306"/>
                  <a:pt x="42116" y="141446"/>
                </a:cubicBezTo>
                <a:cubicBezTo>
                  <a:pt x="42116" y="87058"/>
                  <a:pt x="86887" y="42196"/>
                  <a:pt x="140954" y="42196"/>
                </a:cubicBezTo>
                <a:cubicBezTo>
                  <a:pt x="195021" y="42196"/>
                  <a:pt x="239793" y="87058"/>
                  <a:pt x="239793" y="141446"/>
                </a:cubicBezTo>
                <a:cubicBezTo>
                  <a:pt x="239793" y="160306"/>
                  <a:pt x="233912" y="179261"/>
                  <a:pt x="224521" y="194596"/>
                </a:cubicBezTo>
                <a:cubicBezTo>
                  <a:pt x="223383" y="196977"/>
                  <a:pt x="221012" y="198120"/>
                  <a:pt x="218640" y="198120"/>
                </a:cubicBezTo>
                <a:close/>
                <a:moveTo>
                  <a:pt x="46953" y="238411"/>
                </a:moveTo>
                <a:cubicBezTo>
                  <a:pt x="49325" y="236029"/>
                  <a:pt x="50463" y="231362"/>
                  <a:pt x="46953" y="227743"/>
                </a:cubicBezTo>
                <a:cubicBezTo>
                  <a:pt x="25801" y="205264"/>
                  <a:pt x="14039" y="174593"/>
                  <a:pt x="14039" y="141542"/>
                </a:cubicBezTo>
                <a:cubicBezTo>
                  <a:pt x="14039" y="71914"/>
                  <a:pt x="70382" y="14002"/>
                  <a:pt x="140954" y="14002"/>
                </a:cubicBezTo>
                <a:cubicBezTo>
                  <a:pt x="211526" y="14002"/>
                  <a:pt x="267870" y="71819"/>
                  <a:pt x="267870" y="141542"/>
                </a:cubicBezTo>
                <a:cubicBezTo>
                  <a:pt x="267870" y="173450"/>
                  <a:pt x="256108" y="204121"/>
                  <a:pt x="234955" y="227743"/>
                </a:cubicBezTo>
                <a:cubicBezTo>
                  <a:pt x="231446" y="231267"/>
                  <a:pt x="232584" y="234791"/>
                  <a:pt x="234955" y="238411"/>
                </a:cubicBezTo>
                <a:cubicBezTo>
                  <a:pt x="238465" y="240792"/>
                  <a:pt x="241975" y="240792"/>
                  <a:pt x="245484" y="237268"/>
                </a:cubicBezTo>
                <a:cubicBezTo>
                  <a:pt x="269008" y="211265"/>
                  <a:pt x="281908" y="177070"/>
                  <a:pt x="281908" y="141637"/>
                </a:cubicBezTo>
                <a:cubicBezTo>
                  <a:pt x="281908" y="63722"/>
                  <a:pt x="218451" y="0"/>
                  <a:pt x="140954" y="0"/>
                </a:cubicBezTo>
                <a:cubicBezTo>
                  <a:pt x="63458" y="0"/>
                  <a:pt x="0" y="63722"/>
                  <a:pt x="0" y="141637"/>
                </a:cubicBezTo>
                <a:cubicBezTo>
                  <a:pt x="0" y="178213"/>
                  <a:pt x="12900" y="211265"/>
                  <a:pt x="36424" y="238411"/>
                </a:cubicBezTo>
                <a:cubicBezTo>
                  <a:pt x="38796" y="239554"/>
                  <a:pt x="39934" y="240792"/>
                  <a:pt x="42305" y="240792"/>
                </a:cubicBezTo>
                <a:cubicBezTo>
                  <a:pt x="43444" y="240792"/>
                  <a:pt x="45815" y="239649"/>
                  <a:pt x="47048" y="238411"/>
                </a:cubicBezTo>
                <a:close/>
                <a:moveTo>
                  <a:pt x="158692" y="198215"/>
                </a:moveTo>
                <a:cubicBezTo>
                  <a:pt x="164573" y="198215"/>
                  <a:pt x="170549" y="201740"/>
                  <a:pt x="174058" y="205264"/>
                </a:cubicBezTo>
                <a:cubicBezTo>
                  <a:pt x="178801" y="209931"/>
                  <a:pt x="179940" y="215836"/>
                  <a:pt x="179940" y="221742"/>
                </a:cubicBezTo>
                <a:lnTo>
                  <a:pt x="171687" y="292322"/>
                </a:lnTo>
                <a:cubicBezTo>
                  <a:pt x="170549" y="304133"/>
                  <a:pt x="162202" y="311182"/>
                  <a:pt x="150440" y="311182"/>
                </a:cubicBezTo>
                <a:lnTo>
                  <a:pt x="130331" y="311182"/>
                </a:lnTo>
                <a:cubicBezTo>
                  <a:pt x="119707" y="311182"/>
                  <a:pt x="110221" y="304133"/>
                  <a:pt x="109083" y="292322"/>
                </a:cubicBezTo>
                <a:lnTo>
                  <a:pt x="101969" y="221742"/>
                </a:lnTo>
                <a:cubicBezTo>
                  <a:pt x="100831" y="215836"/>
                  <a:pt x="103107" y="210026"/>
                  <a:pt x="106712" y="205264"/>
                </a:cubicBezTo>
                <a:cubicBezTo>
                  <a:pt x="111454" y="201740"/>
                  <a:pt x="117335" y="198215"/>
                  <a:pt x="123311" y="198215"/>
                </a:cubicBezTo>
                <a:lnTo>
                  <a:pt x="158787" y="198215"/>
                </a:lnTo>
                <a:close/>
                <a:moveTo>
                  <a:pt x="185821" y="294704"/>
                </a:moveTo>
                <a:lnTo>
                  <a:pt x="194073" y="224123"/>
                </a:lnTo>
                <a:cubicBezTo>
                  <a:pt x="195211" y="213550"/>
                  <a:pt x="191701" y="204121"/>
                  <a:pt x="184587" y="195929"/>
                </a:cubicBezTo>
                <a:cubicBezTo>
                  <a:pt x="178706" y="188881"/>
                  <a:pt x="169221" y="184213"/>
                  <a:pt x="158597" y="184213"/>
                </a:cubicBezTo>
                <a:lnTo>
                  <a:pt x="123122" y="184213"/>
                </a:lnTo>
                <a:cubicBezTo>
                  <a:pt x="112498" y="184213"/>
                  <a:pt x="103012" y="188881"/>
                  <a:pt x="95898" y="195929"/>
                </a:cubicBezTo>
                <a:cubicBezTo>
                  <a:pt x="90017" y="204121"/>
                  <a:pt x="86413" y="213550"/>
                  <a:pt x="87646" y="224123"/>
                </a:cubicBezTo>
                <a:lnTo>
                  <a:pt x="95898" y="294704"/>
                </a:lnTo>
                <a:cubicBezTo>
                  <a:pt x="97036" y="312325"/>
                  <a:pt x="112498" y="325279"/>
                  <a:pt x="130236" y="325279"/>
                </a:cubicBezTo>
                <a:lnTo>
                  <a:pt x="150345" y="325279"/>
                </a:lnTo>
                <a:cubicBezTo>
                  <a:pt x="169221" y="325279"/>
                  <a:pt x="184682" y="312325"/>
                  <a:pt x="185821" y="294704"/>
                </a:cubicBezTo>
                <a:close/>
                <a:moveTo>
                  <a:pt x="169221" y="128683"/>
                </a:moveTo>
                <a:cubicBezTo>
                  <a:pt x="169221" y="144113"/>
                  <a:pt x="156226" y="157163"/>
                  <a:pt x="140859" y="157163"/>
                </a:cubicBezTo>
                <a:cubicBezTo>
                  <a:pt x="125493" y="157163"/>
                  <a:pt x="112498" y="144113"/>
                  <a:pt x="112498" y="128683"/>
                </a:cubicBezTo>
                <a:cubicBezTo>
                  <a:pt x="112498" y="113252"/>
                  <a:pt x="125493" y="100203"/>
                  <a:pt x="140859" y="100203"/>
                </a:cubicBezTo>
                <a:cubicBezTo>
                  <a:pt x="156226" y="100203"/>
                  <a:pt x="169221" y="113252"/>
                  <a:pt x="169221" y="128683"/>
                </a:cubicBezTo>
                <a:close/>
                <a:moveTo>
                  <a:pt x="183449" y="128683"/>
                </a:moveTo>
                <a:cubicBezTo>
                  <a:pt x="183449" y="104965"/>
                  <a:pt x="164573" y="86011"/>
                  <a:pt x="140954" y="86011"/>
                </a:cubicBezTo>
                <a:cubicBezTo>
                  <a:pt x="117335" y="86011"/>
                  <a:pt x="98459" y="104965"/>
                  <a:pt x="98459" y="128683"/>
                </a:cubicBezTo>
                <a:cubicBezTo>
                  <a:pt x="98459" y="152400"/>
                  <a:pt x="117335" y="171355"/>
                  <a:pt x="140954" y="171355"/>
                </a:cubicBezTo>
                <a:cubicBezTo>
                  <a:pt x="164573" y="171355"/>
                  <a:pt x="183449" y="152400"/>
                  <a:pt x="183449" y="12868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5" name="Graphic 130">
            <a:extLst>
              <a:ext uri="{FF2B5EF4-FFF2-40B4-BE49-F238E27FC236}">
                <a16:creationId xmlns:a16="http://schemas.microsoft.com/office/drawing/2014/main" id="{FD5F4D27-F4E5-2A57-FF80-0815AA7D5CFD}"/>
              </a:ext>
            </a:extLst>
          </p:cNvPr>
          <p:cNvSpPr/>
          <p:nvPr/>
        </p:nvSpPr>
        <p:spPr>
          <a:xfrm>
            <a:off x="11218627" y="1482628"/>
            <a:ext cx="377825" cy="435951"/>
          </a:xfrm>
          <a:custGeom>
            <a:avLst/>
            <a:gdLst>
              <a:gd name="connsiteX0" fmla="*/ 218640 w 281908"/>
              <a:gd name="connsiteY0" fmla="*/ 198120 h 325278"/>
              <a:gd name="connsiteX1" fmla="*/ 215131 w 281908"/>
              <a:gd name="connsiteY1" fmla="*/ 196977 h 325278"/>
              <a:gd name="connsiteX2" fmla="*/ 212759 w 281908"/>
              <a:gd name="connsiteY2" fmla="*/ 187547 h 325278"/>
              <a:gd name="connsiteX3" fmla="*/ 225754 w 281908"/>
              <a:gd name="connsiteY3" fmla="*/ 141446 h 325278"/>
              <a:gd name="connsiteX4" fmla="*/ 140954 w 281908"/>
              <a:gd name="connsiteY4" fmla="*/ 56388 h 325278"/>
              <a:gd name="connsiteX5" fmla="*/ 56154 w 281908"/>
              <a:gd name="connsiteY5" fmla="*/ 141446 h 325278"/>
              <a:gd name="connsiteX6" fmla="*/ 69149 w 281908"/>
              <a:gd name="connsiteY6" fmla="*/ 187547 h 325278"/>
              <a:gd name="connsiteX7" fmla="*/ 66778 w 281908"/>
              <a:gd name="connsiteY7" fmla="*/ 196977 h 325278"/>
              <a:gd name="connsiteX8" fmla="*/ 57387 w 281908"/>
              <a:gd name="connsiteY8" fmla="*/ 194596 h 325278"/>
              <a:gd name="connsiteX9" fmla="*/ 42116 w 281908"/>
              <a:gd name="connsiteY9" fmla="*/ 141446 h 325278"/>
              <a:gd name="connsiteX10" fmla="*/ 140954 w 281908"/>
              <a:gd name="connsiteY10" fmla="*/ 42196 h 325278"/>
              <a:gd name="connsiteX11" fmla="*/ 239793 w 281908"/>
              <a:gd name="connsiteY11" fmla="*/ 141446 h 325278"/>
              <a:gd name="connsiteX12" fmla="*/ 224521 w 281908"/>
              <a:gd name="connsiteY12" fmla="*/ 194596 h 325278"/>
              <a:gd name="connsiteX13" fmla="*/ 218640 w 281908"/>
              <a:gd name="connsiteY13" fmla="*/ 198120 h 325278"/>
              <a:gd name="connsiteX14" fmla="*/ 46953 w 281908"/>
              <a:gd name="connsiteY14" fmla="*/ 238411 h 325278"/>
              <a:gd name="connsiteX15" fmla="*/ 46953 w 281908"/>
              <a:gd name="connsiteY15" fmla="*/ 227743 h 325278"/>
              <a:gd name="connsiteX16" fmla="*/ 14039 w 281908"/>
              <a:gd name="connsiteY16" fmla="*/ 141542 h 325278"/>
              <a:gd name="connsiteX17" fmla="*/ 140954 w 281908"/>
              <a:gd name="connsiteY17" fmla="*/ 14002 h 325278"/>
              <a:gd name="connsiteX18" fmla="*/ 267870 w 281908"/>
              <a:gd name="connsiteY18" fmla="*/ 141542 h 325278"/>
              <a:gd name="connsiteX19" fmla="*/ 234955 w 281908"/>
              <a:gd name="connsiteY19" fmla="*/ 227743 h 325278"/>
              <a:gd name="connsiteX20" fmla="*/ 234955 w 281908"/>
              <a:gd name="connsiteY20" fmla="*/ 238411 h 325278"/>
              <a:gd name="connsiteX21" fmla="*/ 245484 w 281908"/>
              <a:gd name="connsiteY21" fmla="*/ 237268 h 325278"/>
              <a:gd name="connsiteX22" fmla="*/ 281908 w 281908"/>
              <a:gd name="connsiteY22" fmla="*/ 141637 h 325278"/>
              <a:gd name="connsiteX23" fmla="*/ 140954 w 281908"/>
              <a:gd name="connsiteY23" fmla="*/ 0 h 325278"/>
              <a:gd name="connsiteX24" fmla="*/ 0 w 281908"/>
              <a:gd name="connsiteY24" fmla="*/ 141637 h 325278"/>
              <a:gd name="connsiteX25" fmla="*/ 36424 w 281908"/>
              <a:gd name="connsiteY25" fmla="*/ 238411 h 325278"/>
              <a:gd name="connsiteX26" fmla="*/ 42305 w 281908"/>
              <a:gd name="connsiteY26" fmla="*/ 240792 h 325278"/>
              <a:gd name="connsiteX27" fmla="*/ 47048 w 281908"/>
              <a:gd name="connsiteY27" fmla="*/ 238411 h 325278"/>
              <a:gd name="connsiteX28" fmla="*/ 158692 w 281908"/>
              <a:gd name="connsiteY28" fmla="*/ 198215 h 325278"/>
              <a:gd name="connsiteX29" fmla="*/ 174058 w 281908"/>
              <a:gd name="connsiteY29" fmla="*/ 205264 h 325278"/>
              <a:gd name="connsiteX30" fmla="*/ 179940 w 281908"/>
              <a:gd name="connsiteY30" fmla="*/ 221742 h 325278"/>
              <a:gd name="connsiteX31" fmla="*/ 171687 w 281908"/>
              <a:gd name="connsiteY31" fmla="*/ 292322 h 325278"/>
              <a:gd name="connsiteX32" fmla="*/ 150440 w 281908"/>
              <a:gd name="connsiteY32" fmla="*/ 311182 h 325278"/>
              <a:gd name="connsiteX33" fmla="*/ 130331 w 281908"/>
              <a:gd name="connsiteY33" fmla="*/ 311182 h 325278"/>
              <a:gd name="connsiteX34" fmla="*/ 109083 w 281908"/>
              <a:gd name="connsiteY34" fmla="*/ 292322 h 325278"/>
              <a:gd name="connsiteX35" fmla="*/ 101969 w 281908"/>
              <a:gd name="connsiteY35" fmla="*/ 221742 h 325278"/>
              <a:gd name="connsiteX36" fmla="*/ 106712 w 281908"/>
              <a:gd name="connsiteY36" fmla="*/ 205264 h 325278"/>
              <a:gd name="connsiteX37" fmla="*/ 123311 w 281908"/>
              <a:gd name="connsiteY37" fmla="*/ 198215 h 325278"/>
              <a:gd name="connsiteX38" fmla="*/ 158787 w 281908"/>
              <a:gd name="connsiteY38" fmla="*/ 198215 h 325278"/>
              <a:gd name="connsiteX39" fmla="*/ 185821 w 281908"/>
              <a:gd name="connsiteY39" fmla="*/ 294704 h 325278"/>
              <a:gd name="connsiteX40" fmla="*/ 194073 w 281908"/>
              <a:gd name="connsiteY40" fmla="*/ 224123 h 325278"/>
              <a:gd name="connsiteX41" fmla="*/ 184587 w 281908"/>
              <a:gd name="connsiteY41" fmla="*/ 195929 h 325278"/>
              <a:gd name="connsiteX42" fmla="*/ 158597 w 281908"/>
              <a:gd name="connsiteY42" fmla="*/ 184213 h 325278"/>
              <a:gd name="connsiteX43" fmla="*/ 123122 w 281908"/>
              <a:gd name="connsiteY43" fmla="*/ 184213 h 325278"/>
              <a:gd name="connsiteX44" fmla="*/ 95898 w 281908"/>
              <a:gd name="connsiteY44" fmla="*/ 195929 h 325278"/>
              <a:gd name="connsiteX45" fmla="*/ 87646 w 281908"/>
              <a:gd name="connsiteY45" fmla="*/ 224123 h 325278"/>
              <a:gd name="connsiteX46" fmla="*/ 95898 w 281908"/>
              <a:gd name="connsiteY46" fmla="*/ 294704 h 325278"/>
              <a:gd name="connsiteX47" fmla="*/ 130236 w 281908"/>
              <a:gd name="connsiteY47" fmla="*/ 325279 h 325278"/>
              <a:gd name="connsiteX48" fmla="*/ 150345 w 281908"/>
              <a:gd name="connsiteY48" fmla="*/ 325279 h 325278"/>
              <a:gd name="connsiteX49" fmla="*/ 185821 w 281908"/>
              <a:gd name="connsiteY49" fmla="*/ 294704 h 325278"/>
              <a:gd name="connsiteX50" fmla="*/ 169221 w 281908"/>
              <a:gd name="connsiteY50" fmla="*/ 128683 h 325278"/>
              <a:gd name="connsiteX51" fmla="*/ 140859 w 281908"/>
              <a:gd name="connsiteY51" fmla="*/ 157163 h 325278"/>
              <a:gd name="connsiteX52" fmla="*/ 112498 w 281908"/>
              <a:gd name="connsiteY52" fmla="*/ 128683 h 325278"/>
              <a:gd name="connsiteX53" fmla="*/ 140859 w 281908"/>
              <a:gd name="connsiteY53" fmla="*/ 100203 h 325278"/>
              <a:gd name="connsiteX54" fmla="*/ 169221 w 281908"/>
              <a:gd name="connsiteY54" fmla="*/ 128683 h 325278"/>
              <a:gd name="connsiteX55" fmla="*/ 183449 w 281908"/>
              <a:gd name="connsiteY55" fmla="*/ 128683 h 325278"/>
              <a:gd name="connsiteX56" fmla="*/ 140954 w 281908"/>
              <a:gd name="connsiteY56" fmla="*/ 86011 h 325278"/>
              <a:gd name="connsiteX57" fmla="*/ 98459 w 281908"/>
              <a:gd name="connsiteY57" fmla="*/ 128683 h 325278"/>
              <a:gd name="connsiteX58" fmla="*/ 140954 w 281908"/>
              <a:gd name="connsiteY58" fmla="*/ 171355 h 325278"/>
              <a:gd name="connsiteX59" fmla="*/ 183449 w 281908"/>
              <a:gd name="connsiteY59" fmla="*/ 128683 h 325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81908" h="325278">
                <a:moveTo>
                  <a:pt x="218640" y="198120"/>
                </a:moveTo>
                <a:cubicBezTo>
                  <a:pt x="217502" y="198120"/>
                  <a:pt x="216269" y="198120"/>
                  <a:pt x="215131" y="196977"/>
                </a:cubicBezTo>
                <a:cubicBezTo>
                  <a:pt x="211621" y="194596"/>
                  <a:pt x="210388" y="191071"/>
                  <a:pt x="212759" y="187547"/>
                </a:cubicBezTo>
                <a:cubicBezTo>
                  <a:pt x="221012" y="173355"/>
                  <a:pt x="225754" y="158020"/>
                  <a:pt x="225754" y="141446"/>
                </a:cubicBezTo>
                <a:cubicBezTo>
                  <a:pt x="225754" y="95345"/>
                  <a:pt x="188097" y="56388"/>
                  <a:pt x="140954" y="56388"/>
                </a:cubicBezTo>
                <a:cubicBezTo>
                  <a:pt x="93811" y="56388"/>
                  <a:pt x="56154" y="95345"/>
                  <a:pt x="56154" y="141446"/>
                </a:cubicBezTo>
                <a:cubicBezTo>
                  <a:pt x="56154" y="158020"/>
                  <a:pt x="60897" y="173355"/>
                  <a:pt x="69149" y="187547"/>
                </a:cubicBezTo>
                <a:cubicBezTo>
                  <a:pt x="71521" y="189929"/>
                  <a:pt x="70287" y="194596"/>
                  <a:pt x="66778" y="196977"/>
                </a:cubicBezTo>
                <a:cubicBezTo>
                  <a:pt x="63268" y="199358"/>
                  <a:pt x="58525" y="198120"/>
                  <a:pt x="57387" y="194596"/>
                </a:cubicBezTo>
                <a:cubicBezTo>
                  <a:pt x="46763" y="179261"/>
                  <a:pt x="42116" y="160306"/>
                  <a:pt x="42116" y="141446"/>
                </a:cubicBezTo>
                <a:cubicBezTo>
                  <a:pt x="42116" y="87058"/>
                  <a:pt x="86887" y="42196"/>
                  <a:pt x="140954" y="42196"/>
                </a:cubicBezTo>
                <a:cubicBezTo>
                  <a:pt x="195021" y="42196"/>
                  <a:pt x="239793" y="87058"/>
                  <a:pt x="239793" y="141446"/>
                </a:cubicBezTo>
                <a:cubicBezTo>
                  <a:pt x="239793" y="160306"/>
                  <a:pt x="233912" y="179261"/>
                  <a:pt x="224521" y="194596"/>
                </a:cubicBezTo>
                <a:cubicBezTo>
                  <a:pt x="223383" y="196977"/>
                  <a:pt x="221012" y="198120"/>
                  <a:pt x="218640" y="198120"/>
                </a:cubicBezTo>
                <a:close/>
                <a:moveTo>
                  <a:pt x="46953" y="238411"/>
                </a:moveTo>
                <a:cubicBezTo>
                  <a:pt x="49325" y="236029"/>
                  <a:pt x="50463" y="231362"/>
                  <a:pt x="46953" y="227743"/>
                </a:cubicBezTo>
                <a:cubicBezTo>
                  <a:pt x="25801" y="205264"/>
                  <a:pt x="14039" y="174593"/>
                  <a:pt x="14039" y="141542"/>
                </a:cubicBezTo>
                <a:cubicBezTo>
                  <a:pt x="14039" y="71914"/>
                  <a:pt x="70382" y="14002"/>
                  <a:pt x="140954" y="14002"/>
                </a:cubicBezTo>
                <a:cubicBezTo>
                  <a:pt x="211526" y="14002"/>
                  <a:pt x="267870" y="71819"/>
                  <a:pt x="267870" y="141542"/>
                </a:cubicBezTo>
                <a:cubicBezTo>
                  <a:pt x="267870" y="173450"/>
                  <a:pt x="256108" y="204121"/>
                  <a:pt x="234955" y="227743"/>
                </a:cubicBezTo>
                <a:cubicBezTo>
                  <a:pt x="231446" y="231267"/>
                  <a:pt x="232584" y="234791"/>
                  <a:pt x="234955" y="238411"/>
                </a:cubicBezTo>
                <a:cubicBezTo>
                  <a:pt x="238465" y="240792"/>
                  <a:pt x="241975" y="240792"/>
                  <a:pt x="245484" y="237268"/>
                </a:cubicBezTo>
                <a:cubicBezTo>
                  <a:pt x="269008" y="211265"/>
                  <a:pt x="281908" y="177070"/>
                  <a:pt x="281908" y="141637"/>
                </a:cubicBezTo>
                <a:cubicBezTo>
                  <a:pt x="281908" y="63722"/>
                  <a:pt x="218451" y="0"/>
                  <a:pt x="140954" y="0"/>
                </a:cubicBezTo>
                <a:cubicBezTo>
                  <a:pt x="63458" y="0"/>
                  <a:pt x="0" y="63722"/>
                  <a:pt x="0" y="141637"/>
                </a:cubicBezTo>
                <a:cubicBezTo>
                  <a:pt x="0" y="178213"/>
                  <a:pt x="12900" y="211265"/>
                  <a:pt x="36424" y="238411"/>
                </a:cubicBezTo>
                <a:cubicBezTo>
                  <a:pt x="38796" y="239554"/>
                  <a:pt x="39934" y="240792"/>
                  <a:pt x="42305" y="240792"/>
                </a:cubicBezTo>
                <a:cubicBezTo>
                  <a:pt x="43444" y="240792"/>
                  <a:pt x="45815" y="239649"/>
                  <a:pt x="47048" y="238411"/>
                </a:cubicBezTo>
                <a:close/>
                <a:moveTo>
                  <a:pt x="158692" y="198215"/>
                </a:moveTo>
                <a:cubicBezTo>
                  <a:pt x="164573" y="198215"/>
                  <a:pt x="170549" y="201740"/>
                  <a:pt x="174058" y="205264"/>
                </a:cubicBezTo>
                <a:cubicBezTo>
                  <a:pt x="178801" y="209931"/>
                  <a:pt x="179940" y="215836"/>
                  <a:pt x="179940" y="221742"/>
                </a:cubicBezTo>
                <a:lnTo>
                  <a:pt x="171687" y="292322"/>
                </a:lnTo>
                <a:cubicBezTo>
                  <a:pt x="170549" y="304133"/>
                  <a:pt x="162202" y="311182"/>
                  <a:pt x="150440" y="311182"/>
                </a:cubicBezTo>
                <a:lnTo>
                  <a:pt x="130331" y="311182"/>
                </a:lnTo>
                <a:cubicBezTo>
                  <a:pt x="119707" y="311182"/>
                  <a:pt x="110221" y="304133"/>
                  <a:pt x="109083" y="292322"/>
                </a:cubicBezTo>
                <a:lnTo>
                  <a:pt x="101969" y="221742"/>
                </a:lnTo>
                <a:cubicBezTo>
                  <a:pt x="100831" y="215836"/>
                  <a:pt x="103107" y="210026"/>
                  <a:pt x="106712" y="205264"/>
                </a:cubicBezTo>
                <a:cubicBezTo>
                  <a:pt x="111454" y="201740"/>
                  <a:pt x="117335" y="198215"/>
                  <a:pt x="123311" y="198215"/>
                </a:cubicBezTo>
                <a:lnTo>
                  <a:pt x="158787" y="198215"/>
                </a:lnTo>
                <a:close/>
                <a:moveTo>
                  <a:pt x="185821" y="294704"/>
                </a:moveTo>
                <a:lnTo>
                  <a:pt x="194073" y="224123"/>
                </a:lnTo>
                <a:cubicBezTo>
                  <a:pt x="195211" y="213550"/>
                  <a:pt x="191701" y="204121"/>
                  <a:pt x="184587" y="195929"/>
                </a:cubicBezTo>
                <a:cubicBezTo>
                  <a:pt x="178706" y="188881"/>
                  <a:pt x="169221" y="184213"/>
                  <a:pt x="158597" y="184213"/>
                </a:cubicBezTo>
                <a:lnTo>
                  <a:pt x="123122" y="184213"/>
                </a:lnTo>
                <a:cubicBezTo>
                  <a:pt x="112498" y="184213"/>
                  <a:pt x="103012" y="188881"/>
                  <a:pt x="95898" y="195929"/>
                </a:cubicBezTo>
                <a:cubicBezTo>
                  <a:pt x="90017" y="204121"/>
                  <a:pt x="86413" y="213550"/>
                  <a:pt x="87646" y="224123"/>
                </a:cubicBezTo>
                <a:lnTo>
                  <a:pt x="95898" y="294704"/>
                </a:lnTo>
                <a:cubicBezTo>
                  <a:pt x="97036" y="312325"/>
                  <a:pt x="112498" y="325279"/>
                  <a:pt x="130236" y="325279"/>
                </a:cubicBezTo>
                <a:lnTo>
                  <a:pt x="150345" y="325279"/>
                </a:lnTo>
                <a:cubicBezTo>
                  <a:pt x="169221" y="325279"/>
                  <a:pt x="184682" y="312325"/>
                  <a:pt x="185821" y="294704"/>
                </a:cubicBezTo>
                <a:close/>
                <a:moveTo>
                  <a:pt x="169221" y="128683"/>
                </a:moveTo>
                <a:cubicBezTo>
                  <a:pt x="169221" y="144113"/>
                  <a:pt x="156226" y="157163"/>
                  <a:pt x="140859" y="157163"/>
                </a:cubicBezTo>
                <a:cubicBezTo>
                  <a:pt x="125493" y="157163"/>
                  <a:pt x="112498" y="144113"/>
                  <a:pt x="112498" y="128683"/>
                </a:cubicBezTo>
                <a:cubicBezTo>
                  <a:pt x="112498" y="113252"/>
                  <a:pt x="125493" y="100203"/>
                  <a:pt x="140859" y="100203"/>
                </a:cubicBezTo>
                <a:cubicBezTo>
                  <a:pt x="156226" y="100203"/>
                  <a:pt x="169221" y="113252"/>
                  <a:pt x="169221" y="128683"/>
                </a:cubicBezTo>
                <a:close/>
                <a:moveTo>
                  <a:pt x="183449" y="128683"/>
                </a:moveTo>
                <a:cubicBezTo>
                  <a:pt x="183449" y="104965"/>
                  <a:pt x="164573" y="86011"/>
                  <a:pt x="140954" y="86011"/>
                </a:cubicBezTo>
                <a:cubicBezTo>
                  <a:pt x="117335" y="86011"/>
                  <a:pt x="98459" y="104965"/>
                  <a:pt x="98459" y="128683"/>
                </a:cubicBezTo>
                <a:cubicBezTo>
                  <a:pt x="98459" y="152400"/>
                  <a:pt x="117335" y="171355"/>
                  <a:pt x="140954" y="171355"/>
                </a:cubicBezTo>
                <a:cubicBezTo>
                  <a:pt x="164573" y="171355"/>
                  <a:pt x="183449" y="152400"/>
                  <a:pt x="183449" y="12868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" name="Graphic 17">
            <a:extLst>
              <a:ext uri="{FF2B5EF4-FFF2-40B4-BE49-F238E27FC236}">
                <a16:creationId xmlns:a16="http://schemas.microsoft.com/office/drawing/2014/main" id="{7D5F2D50-12EF-76C1-550F-54170FB2383B}"/>
              </a:ext>
            </a:extLst>
          </p:cNvPr>
          <p:cNvSpPr/>
          <p:nvPr/>
        </p:nvSpPr>
        <p:spPr>
          <a:xfrm>
            <a:off x="508413" y="2855101"/>
            <a:ext cx="507031" cy="444637"/>
          </a:xfrm>
          <a:custGeom>
            <a:avLst/>
            <a:gdLst>
              <a:gd name="connsiteX0" fmla="*/ 16030 w 384066"/>
              <a:gd name="connsiteY0" fmla="*/ 256508 h 336804"/>
              <a:gd name="connsiteX1" fmla="*/ 120086 w 384066"/>
              <a:gd name="connsiteY1" fmla="*/ 256508 h 336804"/>
              <a:gd name="connsiteX2" fmla="*/ 128054 w 384066"/>
              <a:gd name="connsiteY2" fmla="*/ 264509 h 336804"/>
              <a:gd name="connsiteX3" fmla="*/ 128054 w 384066"/>
              <a:gd name="connsiteY3" fmla="*/ 309944 h 336804"/>
              <a:gd name="connsiteX4" fmla="*/ 178706 w 384066"/>
              <a:gd name="connsiteY4" fmla="*/ 259175 h 336804"/>
              <a:gd name="connsiteX5" fmla="*/ 184018 w 384066"/>
              <a:gd name="connsiteY5" fmla="*/ 256508 h 336804"/>
              <a:gd name="connsiteX6" fmla="*/ 368131 w 384066"/>
              <a:gd name="connsiteY6" fmla="*/ 256508 h 336804"/>
              <a:gd name="connsiteX7" fmla="*/ 368131 w 384066"/>
              <a:gd name="connsiteY7" fmla="*/ 15907 h 336804"/>
              <a:gd name="connsiteX8" fmla="*/ 16030 w 384066"/>
              <a:gd name="connsiteY8" fmla="*/ 15907 h 336804"/>
              <a:gd name="connsiteX9" fmla="*/ 16030 w 384066"/>
              <a:gd name="connsiteY9" fmla="*/ 256508 h 336804"/>
              <a:gd name="connsiteX10" fmla="*/ 119991 w 384066"/>
              <a:gd name="connsiteY10" fmla="*/ 336709 h 336804"/>
              <a:gd name="connsiteX11" fmla="*/ 117335 w 384066"/>
              <a:gd name="connsiteY11" fmla="*/ 336709 h 336804"/>
              <a:gd name="connsiteX12" fmla="*/ 112024 w 384066"/>
              <a:gd name="connsiteY12" fmla="*/ 328708 h 336804"/>
              <a:gd name="connsiteX13" fmla="*/ 112024 w 384066"/>
              <a:gd name="connsiteY13" fmla="*/ 272606 h 336804"/>
              <a:gd name="connsiteX14" fmla="*/ 7968 w 384066"/>
              <a:gd name="connsiteY14" fmla="*/ 272606 h 336804"/>
              <a:gd name="connsiteX15" fmla="*/ 0 w 384066"/>
              <a:gd name="connsiteY15" fmla="*/ 264605 h 336804"/>
              <a:gd name="connsiteX16" fmla="*/ 0 w 384066"/>
              <a:gd name="connsiteY16" fmla="*/ 8001 h 336804"/>
              <a:gd name="connsiteX17" fmla="*/ 7968 w 384066"/>
              <a:gd name="connsiteY17" fmla="*/ 0 h 336804"/>
              <a:gd name="connsiteX18" fmla="*/ 376099 w 384066"/>
              <a:gd name="connsiteY18" fmla="*/ 0 h 336804"/>
              <a:gd name="connsiteX19" fmla="*/ 384067 w 384066"/>
              <a:gd name="connsiteY19" fmla="*/ 8001 h 336804"/>
              <a:gd name="connsiteX20" fmla="*/ 384067 w 384066"/>
              <a:gd name="connsiteY20" fmla="*/ 264605 h 336804"/>
              <a:gd name="connsiteX21" fmla="*/ 376099 w 384066"/>
              <a:gd name="connsiteY21" fmla="*/ 272606 h 336804"/>
              <a:gd name="connsiteX22" fmla="*/ 188002 w 384066"/>
              <a:gd name="connsiteY22" fmla="*/ 272606 h 336804"/>
              <a:gd name="connsiteX23" fmla="*/ 125303 w 384066"/>
              <a:gd name="connsiteY23" fmla="*/ 334137 h 336804"/>
              <a:gd name="connsiteX24" fmla="*/ 119991 w 384066"/>
              <a:gd name="connsiteY24" fmla="*/ 336804 h 336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84066" h="336804">
                <a:moveTo>
                  <a:pt x="16030" y="256508"/>
                </a:moveTo>
                <a:lnTo>
                  <a:pt x="120086" y="256508"/>
                </a:lnTo>
                <a:cubicBezTo>
                  <a:pt x="125398" y="256508"/>
                  <a:pt x="128054" y="260509"/>
                  <a:pt x="128054" y="264509"/>
                </a:cubicBezTo>
                <a:lnTo>
                  <a:pt x="128054" y="309944"/>
                </a:lnTo>
                <a:lnTo>
                  <a:pt x="178706" y="259175"/>
                </a:lnTo>
                <a:cubicBezTo>
                  <a:pt x="180034" y="257842"/>
                  <a:pt x="182690" y="256508"/>
                  <a:pt x="184018" y="256508"/>
                </a:cubicBezTo>
                <a:lnTo>
                  <a:pt x="368131" y="256508"/>
                </a:lnTo>
                <a:lnTo>
                  <a:pt x="368131" y="15907"/>
                </a:lnTo>
                <a:lnTo>
                  <a:pt x="16030" y="15907"/>
                </a:lnTo>
                <a:lnTo>
                  <a:pt x="16030" y="256508"/>
                </a:lnTo>
                <a:close/>
                <a:moveTo>
                  <a:pt x="119991" y="336709"/>
                </a:moveTo>
                <a:lnTo>
                  <a:pt x="117335" y="336709"/>
                </a:lnTo>
                <a:cubicBezTo>
                  <a:pt x="114679" y="335375"/>
                  <a:pt x="112024" y="332708"/>
                  <a:pt x="112024" y="328708"/>
                </a:cubicBezTo>
                <a:lnTo>
                  <a:pt x="112024" y="272606"/>
                </a:lnTo>
                <a:lnTo>
                  <a:pt x="7968" y="272606"/>
                </a:lnTo>
                <a:cubicBezTo>
                  <a:pt x="3984" y="272606"/>
                  <a:pt x="0" y="269939"/>
                  <a:pt x="0" y="264605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6099" y="0"/>
                </a:lnTo>
                <a:cubicBezTo>
                  <a:pt x="381411" y="0"/>
                  <a:pt x="384067" y="4001"/>
                  <a:pt x="384067" y="8001"/>
                </a:cubicBezTo>
                <a:lnTo>
                  <a:pt x="384067" y="264605"/>
                </a:lnTo>
                <a:cubicBezTo>
                  <a:pt x="384067" y="269939"/>
                  <a:pt x="381411" y="272606"/>
                  <a:pt x="376099" y="272606"/>
                </a:cubicBezTo>
                <a:lnTo>
                  <a:pt x="188002" y="272606"/>
                </a:lnTo>
                <a:lnTo>
                  <a:pt x="125303" y="334137"/>
                </a:lnTo>
                <a:cubicBezTo>
                  <a:pt x="123975" y="336804"/>
                  <a:pt x="122647" y="336804"/>
                  <a:pt x="119991" y="33680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" name="Graphic 17">
            <a:extLst>
              <a:ext uri="{FF2B5EF4-FFF2-40B4-BE49-F238E27FC236}">
                <a16:creationId xmlns:a16="http://schemas.microsoft.com/office/drawing/2014/main" id="{FF9A1608-53FA-F0AD-58EB-E849312C4FC0}"/>
              </a:ext>
            </a:extLst>
          </p:cNvPr>
          <p:cNvSpPr/>
          <p:nvPr/>
        </p:nvSpPr>
        <p:spPr>
          <a:xfrm>
            <a:off x="1285281" y="2855101"/>
            <a:ext cx="507031" cy="444637"/>
          </a:xfrm>
          <a:custGeom>
            <a:avLst/>
            <a:gdLst>
              <a:gd name="connsiteX0" fmla="*/ 16030 w 384066"/>
              <a:gd name="connsiteY0" fmla="*/ 256508 h 336804"/>
              <a:gd name="connsiteX1" fmla="*/ 120086 w 384066"/>
              <a:gd name="connsiteY1" fmla="*/ 256508 h 336804"/>
              <a:gd name="connsiteX2" fmla="*/ 128054 w 384066"/>
              <a:gd name="connsiteY2" fmla="*/ 264509 h 336804"/>
              <a:gd name="connsiteX3" fmla="*/ 128054 w 384066"/>
              <a:gd name="connsiteY3" fmla="*/ 309944 h 336804"/>
              <a:gd name="connsiteX4" fmla="*/ 178706 w 384066"/>
              <a:gd name="connsiteY4" fmla="*/ 259175 h 336804"/>
              <a:gd name="connsiteX5" fmla="*/ 184018 w 384066"/>
              <a:gd name="connsiteY5" fmla="*/ 256508 h 336804"/>
              <a:gd name="connsiteX6" fmla="*/ 368131 w 384066"/>
              <a:gd name="connsiteY6" fmla="*/ 256508 h 336804"/>
              <a:gd name="connsiteX7" fmla="*/ 368131 w 384066"/>
              <a:gd name="connsiteY7" fmla="*/ 15907 h 336804"/>
              <a:gd name="connsiteX8" fmla="*/ 16030 w 384066"/>
              <a:gd name="connsiteY8" fmla="*/ 15907 h 336804"/>
              <a:gd name="connsiteX9" fmla="*/ 16030 w 384066"/>
              <a:gd name="connsiteY9" fmla="*/ 256508 h 336804"/>
              <a:gd name="connsiteX10" fmla="*/ 119991 w 384066"/>
              <a:gd name="connsiteY10" fmla="*/ 336709 h 336804"/>
              <a:gd name="connsiteX11" fmla="*/ 117335 w 384066"/>
              <a:gd name="connsiteY11" fmla="*/ 336709 h 336804"/>
              <a:gd name="connsiteX12" fmla="*/ 112024 w 384066"/>
              <a:gd name="connsiteY12" fmla="*/ 328708 h 336804"/>
              <a:gd name="connsiteX13" fmla="*/ 112024 w 384066"/>
              <a:gd name="connsiteY13" fmla="*/ 272606 h 336804"/>
              <a:gd name="connsiteX14" fmla="*/ 7968 w 384066"/>
              <a:gd name="connsiteY14" fmla="*/ 272606 h 336804"/>
              <a:gd name="connsiteX15" fmla="*/ 0 w 384066"/>
              <a:gd name="connsiteY15" fmla="*/ 264605 h 336804"/>
              <a:gd name="connsiteX16" fmla="*/ 0 w 384066"/>
              <a:gd name="connsiteY16" fmla="*/ 8001 h 336804"/>
              <a:gd name="connsiteX17" fmla="*/ 7968 w 384066"/>
              <a:gd name="connsiteY17" fmla="*/ 0 h 336804"/>
              <a:gd name="connsiteX18" fmla="*/ 376099 w 384066"/>
              <a:gd name="connsiteY18" fmla="*/ 0 h 336804"/>
              <a:gd name="connsiteX19" fmla="*/ 384067 w 384066"/>
              <a:gd name="connsiteY19" fmla="*/ 8001 h 336804"/>
              <a:gd name="connsiteX20" fmla="*/ 384067 w 384066"/>
              <a:gd name="connsiteY20" fmla="*/ 264605 h 336804"/>
              <a:gd name="connsiteX21" fmla="*/ 376099 w 384066"/>
              <a:gd name="connsiteY21" fmla="*/ 272606 h 336804"/>
              <a:gd name="connsiteX22" fmla="*/ 188002 w 384066"/>
              <a:gd name="connsiteY22" fmla="*/ 272606 h 336804"/>
              <a:gd name="connsiteX23" fmla="*/ 125303 w 384066"/>
              <a:gd name="connsiteY23" fmla="*/ 334137 h 336804"/>
              <a:gd name="connsiteX24" fmla="*/ 119991 w 384066"/>
              <a:gd name="connsiteY24" fmla="*/ 336804 h 336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84066" h="336804">
                <a:moveTo>
                  <a:pt x="16030" y="256508"/>
                </a:moveTo>
                <a:lnTo>
                  <a:pt x="120086" y="256508"/>
                </a:lnTo>
                <a:cubicBezTo>
                  <a:pt x="125398" y="256508"/>
                  <a:pt x="128054" y="260509"/>
                  <a:pt x="128054" y="264509"/>
                </a:cubicBezTo>
                <a:lnTo>
                  <a:pt x="128054" y="309944"/>
                </a:lnTo>
                <a:lnTo>
                  <a:pt x="178706" y="259175"/>
                </a:lnTo>
                <a:cubicBezTo>
                  <a:pt x="180034" y="257842"/>
                  <a:pt x="182690" y="256508"/>
                  <a:pt x="184018" y="256508"/>
                </a:cubicBezTo>
                <a:lnTo>
                  <a:pt x="368131" y="256508"/>
                </a:lnTo>
                <a:lnTo>
                  <a:pt x="368131" y="15907"/>
                </a:lnTo>
                <a:lnTo>
                  <a:pt x="16030" y="15907"/>
                </a:lnTo>
                <a:lnTo>
                  <a:pt x="16030" y="256508"/>
                </a:lnTo>
                <a:close/>
                <a:moveTo>
                  <a:pt x="119991" y="336709"/>
                </a:moveTo>
                <a:lnTo>
                  <a:pt x="117335" y="336709"/>
                </a:lnTo>
                <a:cubicBezTo>
                  <a:pt x="114679" y="335375"/>
                  <a:pt x="112024" y="332708"/>
                  <a:pt x="112024" y="328708"/>
                </a:cubicBezTo>
                <a:lnTo>
                  <a:pt x="112024" y="272606"/>
                </a:lnTo>
                <a:lnTo>
                  <a:pt x="7968" y="272606"/>
                </a:lnTo>
                <a:cubicBezTo>
                  <a:pt x="3984" y="272606"/>
                  <a:pt x="0" y="269939"/>
                  <a:pt x="0" y="264605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6099" y="0"/>
                </a:lnTo>
                <a:cubicBezTo>
                  <a:pt x="381411" y="0"/>
                  <a:pt x="384067" y="4001"/>
                  <a:pt x="384067" y="8001"/>
                </a:cubicBezTo>
                <a:lnTo>
                  <a:pt x="384067" y="264605"/>
                </a:lnTo>
                <a:cubicBezTo>
                  <a:pt x="384067" y="269939"/>
                  <a:pt x="381411" y="272606"/>
                  <a:pt x="376099" y="272606"/>
                </a:cubicBezTo>
                <a:lnTo>
                  <a:pt x="188002" y="272606"/>
                </a:lnTo>
                <a:lnTo>
                  <a:pt x="125303" y="334137"/>
                </a:lnTo>
                <a:cubicBezTo>
                  <a:pt x="123975" y="336804"/>
                  <a:pt x="122647" y="336804"/>
                  <a:pt x="119991" y="33680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9" name="Graphic 17">
            <a:extLst>
              <a:ext uri="{FF2B5EF4-FFF2-40B4-BE49-F238E27FC236}">
                <a16:creationId xmlns:a16="http://schemas.microsoft.com/office/drawing/2014/main" id="{2563B557-E102-B4FC-FB05-536D6877B56B}"/>
              </a:ext>
            </a:extLst>
          </p:cNvPr>
          <p:cNvSpPr/>
          <p:nvPr/>
        </p:nvSpPr>
        <p:spPr>
          <a:xfrm>
            <a:off x="508413" y="3501872"/>
            <a:ext cx="507031" cy="444637"/>
          </a:xfrm>
          <a:custGeom>
            <a:avLst/>
            <a:gdLst>
              <a:gd name="connsiteX0" fmla="*/ 16030 w 384066"/>
              <a:gd name="connsiteY0" fmla="*/ 256508 h 336804"/>
              <a:gd name="connsiteX1" fmla="*/ 120086 w 384066"/>
              <a:gd name="connsiteY1" fmla="*/ 256508 h 336804"/>
              <a:gd name="connsiteX2" fmla="*/ 128054 w 384066"/>
              <a:gd name="connsiteY2" fmla="*/ 264509 h 336804"/>
              <a:gd name="connsiteX3" fmla="*/ 128054 w 384066"/>
              <a:gd name="connsiteY3" fmla="*/ 309944 h 336804"/>
              <a:gd name="connsiteX4" fmla="*/ 178706 w 384066"/>
              <a:gd name="connsiteY4" fmla="*/ 259175 h 336804"/>
              <a:gd name="connsiteX5" fmla="*/ 184018 w 384066"/>
              <a:gd name="connsiteY5" fmla="*/ 256508 h 336804"/>
              <a:gd name="connsiteX6" fmla="*/ 368131 w 384066"/>
              <a:gd name="connsiteY6" fmla="*/ 256508 h 336804"/>
              <a:gd name="connsiteX7" fmla="*/ 368131 w 384066"/>
              <a:gd name="connsiteY7" fmla="*/ 15907 h 336804"/>
              <a:gd name="connsiteX8" fmla="*/ 16030 w 384066"/>
              <a:gd name="connsiteY8" fmla="*/ 15907 h 336804"/>
              <a:gd name="connsiteX9" fmla="*/ 16030 w 384066"/>
              <a:gd name="connsiteY9" fmla="*/ 256508 h 336804"/>
              <a:gd name="connsiteX10" fmla="*/ 119991 w 384066"/>
              <a:gd name="connsiteY10" fmla="*/ 336709 h 336804"/>
              <a:gd name="connsiteX11" fmla="*/ 117335 w 384066"/>
              <a:gd name="connsiteY11" fmla="*/ 336709 h 336804"/>
              <a:gd name="connsiteX12" fmla="*/ 112024 w 384066"/>
              <a:gd name="connsiteY12" fmla="*/ 328708 h 336804"/>
              <a:gd name="connsiteX13" fmla="*/ 112024 w 384066"/>
              <a:gd name="connsiteY13" fmla="*/ 272606 h 336804"/>
              <a:gd name="connsiteX14" fmla="*/ 7968 w 384066"/>
              <a:gd name="connsiteY14" fmla="*/ 272606 h 336804"/>
              <a:gd name="connsiteX15" fmla="*/ 0 w 384066"/>
              <a:gd name="connsiteY15" fmla="*/ 264605 h 336804"/>
              <a:gd name="connsiteX16" fmla="*/ 0 w 384066"/>
              <a:gd name="connsiteY16" fmla="*/ 8001 h 336804"/>
              <a:gd name="connsiteX17" fmla="*/ 7968 w 384066"/>
              <a:gd name="connsiteY17" fmla="*/ 0 h 336804"/>
              <a:gd name="connsiteX18" fmla="*/ 376099 w 384066"/>
              <a:gd name="connsiteY18" fmla="*/ 0 h 336804"/>
              <a:gd name="connsiteX19" fmla="*/ 384067 w 384066"/>
              <a:gd name="connsiteY19" fmla="*/ 8001 h 336804"/>
              <a:gd name="connsiteX20" fmla="*/ 384067 w 384066"/>
              <a:gd name="connsiteY20" fmla="*/ 264605 h 336804"/>
              <a:gd name="connsiteX21" fmla="*/ 376099 w 384066"/>
              <a:gd name="connsiteY21" fmla="*/ 272606 h 336804"/>
              <a:gd name="connsiteX22" fmla="*/ 188002 w 384066"/>
              <a:gd name="connsiteY22" fmla="*/ 272606 h 336804"/>
              <a:gd name="connsiteX23" fmla="*/ 125303 w 384066"/>
              <a:gd name="connsiteY23" fmla="*/ 334137 h 336804"/>
              <a:gd name="connsiteX24" fmla="*/ 119991 w 384066"/>
              <a:gd name="connsiteY24" fmla="*/ 336804 h 336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84066" h="336804">
                <a:moveTo>
                  <a:pt x="16030" y="256508"/>
                </a:moveTo>
                <a:lnTo>
                  <a:pt x="120086" y="256508"/>
                </a:lnTo>
                <a:cubicBezTo>
                  <a:pt x="125398" y="256508"/>
                  <a:pt x="128054" y="260509"/>
                  <a:pt x="128054" y="264509"/>
                </a:cubicBezTo>
                <a:lnTo>
                  <a:pt x="128054" y="309944"/>
                </a:lnTo>
                <a:lnTo>
                  <a:pt x="178706" y="259175"/>
                </a:lnTo>
                <a:cubicBezTo>
                  <a:pt x="180034" y="257842"/>
                  <a:pt x="182690" y="256508"/>
                  <a:pt x="184018" y="256508"/>
                </a:cubicBezTo>
                <a:lnTo>
                  <a:pt x="368131" y="256508"/>
                </a:lnTo>
                <a:lnTo>
                  <a:pt x="368131" y="15907"/>
                </a:lnTo>
                <a:lnTo>
                  <a:pt x="16030" y="15907"/>
                </a:lnTo>
                <a:lnTo>
                  <a:pt x="16030" y="256508"/>
                </a:lnTo>
                <a:close/>
                <a:moveTo>
                  <a:pt x="119991" y="336709"/>
                </a:moveTo>
                <a:lnTo>
                  <a:pt x="117335" y="336709"/>
                </a:lnTo>
                <a:cubicBezTo>
                  <a:pt x="114679" y="335375"/>
                  <a:pt x="112024" y="332708"/>
                  <a:pt x="112024" y="328708"/>
                </a:cubicBezTo>
                <a:lnTo>
                  <a:pt x="112024" y="272606"/>
                </a:lnTo>
                <a:lnTo>
                  <a:pt x="7968" y="272606"/>
                </a:lnTo>
                <a:cubicBezTo>
                  <a:pt x="3984" y="272606"/>
                  <a:pt x="0" y="269939"/>
                  <a:pt x="0" y="264605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6099" y="0"/>
                </a:lnTo>
                <a:cubicBezTo>
                  <a:pt x="381411" y="0"/>
                  <a:pt x="384067" y="4001"/>
                  <a:pt x="384067" y="8001"/>
                </a:cubicBezTo>
                <a:lnTo>
                  <a:pt x="384067" y="264605"/>
                </a:lnTo>
                <a:cubicBezTo>
                  <a:pt x="384067" y="269939"/>
                  <a:pt x="381411" y="272606"/>
                  <a:pt x="376099" y="272606"/>
                </a:cubicBezTo>
                <a:lnTo>
                  <a:pt x="188002" y="272606"/>
                </a:lnTo>
                <a:lnTo>
                  <a:pt x="125303" y="334137"/>
                </a:lnTo>
                <a:cubicBezTo>
                  <a:pt x="123975" y="336804"/>
                  <a:pt x="122647" y="336804"/>
                  <a:pt x="119991" y="33680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" name="Graphic 17">
            <a:extLst>
              <a:ext uri="{FF2B5EF4-FFF2-40B4-BE49-F238E27FC236}">
                <a16:creationId xmlns:a16="http://schemas.microsoft.com/office/drawing/2014/main" id="{B1E42BA6-5789-1659-B6B2-19298EDCF5AC}"/>
              </a:ext>
            </a:extLst>
          </p:cNvPr>
          <p:cNvSpPr/>
          <p:nvPr/>
        </p:nvSpPr>
        <p:spPr>
          <a:xfrm>
            <a:off x="1285281" y="3501872"/>
            <a:ext cx="507031" cy="444637"/>
          </a:xfrm>
          <a:custGeom>
            <a:avLst/>
            <a:gdLst>
              <a:gd name="connsiteX0" fmla="*/ 16030 w 384066"/>
              <a:gd name="connsiteY0" fmla="*/ 256508 h 336804"/>
              <a:gd name="connsiteX1" fmla="*/ 120086 w 384066"/>
              <a:gd name="connsiteY1" fmla="*/ 256508 h 336804"/>
              <a:gd name="connsiteX2" fmla="*/ 128054 w 384066"/>
              <a:gd name="connsiteY2" fmla="*/ 264509 h 336804"/>
              <a:gd name="connsiteX3" fmla="*/ 128054 w 384066"/>
              <a:gd name="connsiteY3" fmla="*/ 309944 h 336804"/>
              <a:gd name="connsiteX4" fmla="*/ 178706 w 384066"/>
              <a:gd name="connsiteY4" fmla="*/ 259175 h 336804"/>
              <a:gd name="connsiteX5" fmla="*/ 184018 w 384066"/>
              <a:gd name="connsiteY5" fmla="*/ 256508 h 336804"/>
              <a:gd name="connsiteX6" fmla="*/ 368131 w 384066"/>
              <a:gd name="connsiteY6" fmla="*/ 256508 h 336804"/>
              <a:gd name="connsiteX7" fmla="*/ 368131 w 384066"/>
              <a:gd name="connsiteY7" fmla="*/ 15907 h 336804"/>
              <a:gd name="connsiteX8" fmla="*/ 16030 w 384066"/>
              <a:gd name="connsiteY8" fmla="*/ 15907 h 336804"/>
              <a:gd name="connsiteX9" fmla="*/ 16030 w 384066"/>
              <a:gd name="connsiteY9" fmla="*/ 256508 h 336804"/>
              <a:gd name="connsiteX10" fmla="*/ 119991 w 384066"/>
              <a:gd name="connsiteY10" fmla="*/ 336709 h 336804"/>
              <a:gd name="connsiteX11" fmla="*/ 117335 w 384066"/>
              <a:gd name="connsiteY11" fmla="*/ 336709 h 336804"/>
              <a:gd name="connsiteX12" fmla="*/ 112024 w 384066"/>
              <a:gd name="connsiteY12" fmla="*/ 328708 h 336804"/>
              <a:gd name="connsiteX13" fmla="*/ 112024 w 384066"/>
              <a:gd name="connsiteY13" fmla="*/ 272606 h 336804"/>
              <a:gd name="connsiteX14" fmla="*/ 7968 w 384066"/>
              <a:gd name="connsiteY14" fmla="*/ 272606 h 336804"/>
              <a:gd name="connsiteX15" fmla="*/ 0 w 384066"/>
              <a:gd name="connsiteY15" fmla="*/ 264605 h 336804"/>
              <a:gd name="connsiteX16" fmla="*/ 0 w 384066"/>
              <a:gd name="connsiteY16" fmla="*/ 8001 h 336804"/>
              <a:gd name="connsiteX17" fmla="*/ 7968 w 384066"/>
              <a:gd name="connsiteY17" fmla="*/ 0 h 336804"/>
              <a:gd name="connsiteX18" fmla="*/ 376099 w 384066"/>
              <a:gd name="connsiteY18" fmla="*/ 0 h 336804"/>
              <a:gd name="connsiteX19" fmla="*/ 384067 w 384066"/>
              <a:gd name="connsiteY19" fmla="*/ 8001 h 336804"/>
              <a:gd name="connsiteX20" fmla="*/ 384067 w 384066"/>
              <a:gd name="connsiteY20" fmla="*/ 264605 h 336804"/>
              <a:gd name="connsiteX21" fmla="*/ 376099 w 384066"/>
              <a:gd name="connsiteY21" fmla="*/ 272606 h 336804"/>
              <a:gd name="connsiteX22" fmla="*/ 188002 w 384066"/>
              <a:gd name="connsiteY22" fmla="*/ 272606 h 336804"/>
              <a:gd name="connsiteX23" fmla="*/ 125303 w 384066"/>
              <a:gd name="connsiteY23" fmla="*/ 334137 h 336804"/>
              <a:gd name="connsiteX24" fmla="*/ 119991 w 384066"/>
              <a:gd name="connsiteY24" fmla="*/ 336804 h 336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84066" h="336804">
                <a:moveTo>
                  <a:pt x="16030" y="256508"/>
                </a:moveTo>
                <a:lnTo>
                  <a:pt x="120086" y="256508"/>
                </a:lnTo>
                <a:cubicBezTo>
                  <a:pt x="125398" y="256508"/>
                  <a:pt x="128054" y="260509"/>
                  <a:pt x="128054" y="264509"/>
                </a:cubicBezTo>
                <a:lnTo>
                  <a:pt x="128054" y="309944"/>
                </a:lnTo>
                <a:lnTo>
                  <a:pt x="178706" y="259175"/>
                </a:lnTo>
                <a:cubicBezTo>
                  <a:pt x="180034" y="257842"/>
                  <a:pt x="182690" y="256508"/>
                  <a:pt x="184018" y="256508"/>
                </a:cubicBezTo>
                <a:lnTo>
                  <a:pt x="368131" y="256508"/>
                </a:lnTo>
                <a:lnTo>
                  <a:pt x="368131" y="15907"/>
                </a:lnTo>
                <a:lnTo>
                  <a:pt x="16030" y="15907"/>
                </a:lnTo>
                <a:lnTo>
                  <a:pt x="16030" y="256508"/>
                </a:lnTo>
                <a:close/>
                <a:moveTo>
                  <a:pt x="119991" y="336709"/>
                </a:moveTo>
                <a:lnTo>
                  <a:pt x="117335" y="336709"/>
                </a:lnTo>
                <a:cubicBezTo>
                  <a:pt x="114679" y="335375"/>
                  <a:pt x="112024" y="332708"/>
                  <a:pt x="112024" y="328708"/>
                </a:cubicBezTo>
                <a:lnTo>
                  <a:pt x="112024" y="272606"/>
                </a:lnTo>
                <a:lnTo>
                  <a:pt x="7968" y="272606"/>
                </a:lnTo>
                <a:cubicBezTo>
                  <a:pt x="3984" y="272606"/>
                  <a:pt x="0" y="269939"/>
                  <a:pt x="0" y="264605"/>
                </a:cubicBezTo>
                <a:lnTo>
                  <a:pt x="0" y="8001"/>
                </a:lnTo>
                <a:cubicBezTo>
                  <a:pt x="0" y="4001"/>
                  <a:pt x="3984" y="0"/>
                  <a:pt x="7968" y="0"/>
                </a:cubicBezTo>
                <a:lnTo>
                  <a:pt x="376099" y="0"/>
                </a:lnTo>
                <a:cubicBezTo>
                  <a:pt x="381411" y="0"/>
                  <a:pt x="384067" y="4001"/>
                  <a:pt x="384067" y="8001"/>
                </a:cubicBezTo>
                <a:lnTo>
                  <a:pt x="384067" y="264605"/>
                </a:lnTo>
                <a:cubicBezTo>
                  <a:pt x="384067" y="269939"/>
                  <a:pt x="381411" y="272606"/>
                  <a:pt x="376099" y="272606"/>
                </a:cubicBezTo>
                <a:lnTo>
                  <a:pt x="188002" y="272606"/>
                </a:lnTo>
                <a:lnTo>
                  <a:pt x="125303" y="334137"/>
                </a:lnTo>
                <a:cubicBezTo>
                  <a:pt x="123975" y="336804"/>
                  <a:pt x="122647" y="336804"/>
                  <a:pt x="119991" y="33680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" name="Graphic 32">
            <a:extLst>
              <a:ext uri="{FF2B5EF4-FFF2-40B4-BE49-F238E27FC236}">
                <a16:creationId xmlns:a16="http://schemas.microsoft.com/office/drawing/2014/main" id="{C5177A57-32C8-2117-0FD0-06D150126FA1}"/>
              </a:ext>
            </a:extLst>
          </p:cNvPr>
          <p:cNvSpPr/>
          <p:nvPr/>
        </p:nvSpPr>
        <p:spPr>
          <a:xfrm>
            <a:off x="2193881" y="2865354"/>
            <a:ext cx="501437" cy="440190"/>
          </a:xfrm>
          <a:custGeom>
            <a:avLst/>
            <a:gdLst>
              <a:gd name="connsiteX0" fmla="*/ 369934 w 377806"/>
              <a:gd name="connsiteY0" fmla="*/ 2667 h 331660"/>
              <a:gd name="connsiteX1" fmla="*/ 9201 w 377806"/>
              <a:gd name="connsiteY1" fmla="*/ 0 h 331660"/>
              <a:gd name="connsiteX2" fmla="*/ 1328 w 377806"/>
              <a:gd name="connsiteY2" fmla="*/ 7906 h 331660"/>
              <a:gd name="connsiteX3" fmla="*/ 0 w 377806"/>
              <a:gd name="connsiteY3" fmla="*/ 259461 h 331660"/>
              <a:gd name="connsiteX4" fmla="*/ 7873 w 377806"/>
              <a:gd name="connsiteY4" fmla="*/ 267367 h 331660"/>
              <a:gd name="connsiteX5" fmla="*/ 109842 w 377806"/>
              <a:gd name="connsiteY5" fmla="*/ 268700 h 331660"/>
              <a:gd name="connsiteX6" fmla="*/ 109842 w 377806"/>
              <a:gd name="connsiteY6" fmla="*/ 323755 h 331660"/>
              <a:gd name="connsiteX7" fmla="*/ 113731 w 377806"/>
              <a:gd name="connsiteY7" fmla="*/ 330327 h 331660"/>
              <a:gd name="connsiteX8" fmla="*/ 117620 w 377806"/>
              <a:gd name="connsiteY8" fmla="*/ 331661 h 331660"/>
              <a:gd name="connsiteX9" fmla="*/ 122837 w 377806"/>
              <a:gd name="connsiteY9" fmla="*/ 328994 h 331660"/>
              <a:gd name="connsiteX10" fmla="*/ 182975 w 377806"/>
              <a:gd name="connsiteY10" fmla="*/ 268700 h 331660"/>
              <a:gd name="connsiteX11" fmla="*/ 368606 w 377806"/>
              <a:gd name="connsiteY11" fmla="*/ 270034 h 331660"/>
              <a:gd name="connsiteX12" fmla="*/ 376479 w 377806"/>
              <a:gd name="connsiteY12" fmla="*/ 262128 h 331660"/>
              <a:gd name="connsiteX13" fmla="*/ 377807 w 377806"/>
              <a:gd name="connsiteY13" fmla="*/ 10573 h 331660"/>
              <a:gd name="connsiteX14" fmla="*/ 369934 w 377806"/>
              <a:gd name="connsiteY14" fmla="*/ 2667 h 331660"/>
              <a:gd name="connsiteX15" fmla="*/ 360828 w 377806"/>
              <a:gd name="connsiteY15" fmla="*/ 254222 h 331660"/>
              <a:gd name="connsiteX16" fmla="*/ 180414 w 377806"/>
              <a:gd name="connsiteY16" fmla="*/ 252889 h 331660"/>
              <a:gd name="connsiteX17" fmla="*/ 175197 w 377806"/>
              <a:gd name="connsiteY17" fmla="*/ 255556 h 331660"/>
              <a:gd name="connsiteX18" fmla="*/ 125493 w 377806"/>
              <a:gd name="connsiteY18" fmla="*/ 304038 h 331660"/>
              <a:gd name="connsiteX19" fmla="*/ 125493 w 377806"/>
              <a:gd name="connsiteY19" fmla="*/ 260794 h 331660"/>
              <a:gd name="connsiteX20" fmla="*/ 117620 w 377806"/>
              <a:gd name="connsiteY20" fmla="*/ 252889 h 331660"/>
              <a:gd name="connsiteX21" fmla="*/ 15651 w 377806"/>
              <a:gd name="connsiteY21" fmla="*/ 251555 h 331660"/>
              <a:gd name="connsiteX22" fmla="*/ 16979 w 377806"/>
              <a:gd name="connsiteY22" fmla="*/ 15716 h 331660"/>
              <a:gd name="connsiteX23" fmla="*/ 362061 w 377806"/>
              <a:gd name="connsiteY23" fmla="*/ 18383 h 331660"/>
              <a:gd name="connsiteX24" fmla="*/ 360733 w 377806"/>
              <a:gd name="connsiteY24" fmla="*/ 254222 h 331660"/>
              <a:gd name="connsiteX25" fmla="*/ 173964 w 377806"/>
              <a:gd name="connsiteY25" fmla="*/ 150781 h 331660"/>
              <a:gd name="connsiteX26" fmla="*/ 173964 w 377806"/>
              <a:gd name="connsiteY26" fmla="*/ 56579 h 331660"/>
              <a:gd name="connsiteX27" fmla="*/ 181931 w 377806"/>
              <a:gd name="connsiteY27" fmla="*/ 48768 h 331660"/>
              <a:gd name="connsiteX28" fmla="*/ 189899 w 377806"/>
              <a:gd name="connsiteY28" fmla="*/ 56579 h 331660"/>
              <a:gd name="connsiteX29" fmla="*/ 189899 w 377806"/>
              <a:gd name="connsiteY29" fmla="*/ 150781 h 331660"/>
              <a:gd name="connsiteX30" fmla="*/ 181931 w 377806"/>
              <a:gd name="connsiteY30" fmla="*/ 158591 h 331660"/>
              <a:gd name="connsiteX31" fmla="*/ 173964 w 377806"/>
              <a:gd name="connsiteY31" fmla="*/ 150781 h 331660"/>
              <a:gd name="connsiteX32" fmla="*/ 165047 w 377806"/>
              <a:gd name="connsiteY32" fmla="*/ 190119 h 331660"/>
              <a:gd name="connsiteX33" fmla="*/ 180509 w 377806"/>
              <a:gd name="connsiteY33" fmla="*/ 174593 h 331660"/>
              <a:gd name="connsiteX34" fmla="*/ 195970 w 377806"/>
              <a:gd name="connsiteY34" fmla="*/ 190119 h 331660"/>
              <a:gd name="connsiteX35" fmla="*/ 180509 w 377806"/>
              <a:gd name="connsiteY35" fmla="*/ 205645 h 331660"/>
              <a:gd name="connsiteX36" fmla="*/ 165047 w 377806"/>
              <a:gd name="connsiteY36" fmla="*/ 190119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77806" h="331660">
                <a:moveTo>
                  <a:pt x="369934" y="2667"/>
                </a:moveTo>
                <a:lnTo>
                  <a:pt x="9201" y="0"/>
                </a:lnTo>
                <a:cubicBezTo>
                  <a:pt x="5312" y="0"/>
                  <a:pt x="1328" y="3905"/>
                  <a:pt x="1328" y="7906"/>
                </a:cubicBezTo>
                <a:lnTo>
                  <a:pt x="0" y="259461"/>
                </a:lnTo>
                <a:cubicBezTo>
                  <a:pt x="0" y="263366"/>
                  <a:pt x="3889" y="267367"/>
                  <a:pt x="7873" y="267367"/>
                </a:cubicBezTo>
                <a:lnTo>
                  <a:pt x="109842" y="268700"/>
                </a:lnTo>
                <a:lnTo>
                  <a:pt x="109842" y="323755"/>
                </a:lnTo>
                <a:cubicBezTo>
                  <a:pt x="109842" y="326422"/>
                  <a:pt x="111170" y="328994"/>
                  <a:pt x="113731" y="330327"/>
                </a:cubicBezTo>
                <a:cubicBezTo>
                  <a:pt x="115059" y="331661"/>
                  <a:pt x="116387" y="331661"/>
                  <a:pt x="117620" y="331661"/>
                </a:cubicBezTo>
                <a:cubicBezTo>
                  <a:pt x="118853" y="331661"/>
                  <a:pt x="121509" y="330327"/>
                  <a:pt x="122837" y="328994"/>
                </a:cubicBezTo>
                <a:lnTo>
                  <a:pt x="182975" y="268700"/>
                </a:lnTo>
                <a:lnTo>
                  <a:pt x="368606" y="270034"/>
                </a:lnTo>
                <a:cubicBezTo>
                  <a:pt x="372495" y="270034"/>
                  <a:pt x="376479" y="266129"/>
                  <a:pt x="376479" y="262128"/>
                </a:cubicBezTo>
                <a:lnTo>
                  <a:pt x="377807" y="10573"/>
                </a:lnTo>
                <a:cubicBezTo>
                  <a:pt x="377807" y="6668"/>
                  <a:pt x="375151" y="2667"/>
                  <a:pt x="369934" y="2667"/>
                </a:cubicBezTo>
                <a:close/>
                <a:moveTo>
                  <a:pt x="360828" y="254222"/>
                </a:moveTo>
                <a:lnTo>
                  <a:pt x="180414" y="252889"/>
                </a:lnTo>
                <a:cubicBezTo>
                  <a:pt x="177758" y="252889"/>
                  <a:pt x="176525" y="254222"/>
                  <a:pt x="175197" y="255556"/>
                </a:cubicBezTo>
                <a:lnTo>
                  <a:pt x="125493" y="304038"/>
                </a:lnTo>
                <a:lnTo>
                  <a:pt x="125493" y="260794"/>
                </a:lnTo>
                <a:cubicBezTo>
                  <a:pt x="125493" y="255556"/>
                  <a:pt x="121604" y="252889"/>
                  <a:pt x="117620" y="252889"/>
                </a:cubicBezTo>
                <a:lnTo>
                  <a:pt x="15651" y="251555"/>
                </a:lnTo>
                <a:lnTo>
                  <a:pt x="16979" y="15716"/>
                </a:lnTo>
                <a:lnTo>
                  <a:pt x="362061" y="18383"/>
                </a:lnTo>
                <a:lnTo>
                  <a:pt x="360733" y="254222"/>
                </a:lnTo>
                <a:close/>
                <a:moveTo>
                  <a:pt x="173964" y="150781"/>
                </a:moveTo>
                <a:lnTo>
                  <a:pt x="173964" y="56579"/>
                </a:lnTo>
                <a:cubicBezTo>
                  <a:pt x="173964" y="52673"/>
                  <a:pt x="177948" y="48768"/>
                  <a:pt x="181931" y="48768"/>
                </a:cubicBezTo>
                <a:cubicBezTo>
                  <a:pt x="185915" y="48768"/>
                  <a:pt x="189899" y="52673"/>
                  <a:pt x="189899" y="56579"/>
                </a:cubicBezTo>
                <a:lnTo>
                  <a:pt x="189899" y="150781"/>
                </a:lnTo>
                <a:cubicBezTo>
                  <a:pt x="189899" y="154686"/>
                  <a:pt x="185915" y="158591"/>
                  <a:pt x="181931" y="158591"/>
                </a:cubicBezTo>
                <a:cubicBezTo>
                  <a:pt x="176620" y="158591"/>
                  <a:pt x="173964" y="154686"/>
                  <a:pt x="173964" y="150781"/>
                </a:cubicBezTo>
                <a:close/>
                <a:moveTo>
                  <a:pt x="165047" y="190119"/>
                </a:moveTo>
                <a:cubicBezTo>
                  <a:pt x="165047" y="181070"/>
                  <a:pt x="172731" y="174593"/>
                  <a:pt x="180509" y="174593"/>
                </a:cubicBezTo>
                <a:cubicBezTo>
                  <a:pt x="189520" y="174593"/>
                  <a:pt x="195970" y="181070"/>
                  <a:pt x="195970" y="190119"/>
                </a:cubicBezTo>
                <a:cubicBezTo>
                  <a:pt x="195970" y="199168"/>
                  <a:pt x="189520" y="205645"/>
                  <a:pt x="180509" y="205645"/>
                </a:cubicBezTo>
                <a:cubicBezTo>
                  <a:pt x="172825" y="205645"/>
                  <a:pt x="165047" y="199168"/>
                  <a:pt x="165047" y="19011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5" name="Graphic 32">
            <a:extLst>
              <a:ext uri="{FF2B5EF4-FFF2-40B4-BE49-F238E27FC236}">
                <a16:creationId xmlns:a16="http://schemas.microsoft.com/office/drawing/2014/main" id="{1ECCE918-E705-CDAA-E7F8-A41C22C75F89}"/>
              </a:ext>
            </a:extLst>
          </p:cNvPr>
          <p:cNvSpPr/>
          <p:nvPr/>
        </p:nvSpPr>
        <p:spPr>
          <a:xfrm>
            <a:off x="2948447" y="2865354"/>
            <a:ext cx="501437" cy="440190"/>
          </a:xfrm>
          <a:custGeom>
            <a:avLst/>
            <a:gdLst>
              <a:gd name="connsiteX0" fmla="*/ 369934 w 377806"/>
              <a:gd name="connsiteY0" fmla="*/ 2667 h 331660"/>
              <a:gd name="connsiteX1" fmla="*/ 9201 w 377806"/>
              <a:gd name="connsiteY1" fmla="*/ 0 h 331660"/>
              <a:gd name="connsiteX2" fmla="*/ 1328 w 377806"/>
              <a:gd name="connsiteY2" fmla="*/ 7906 h 331660"/>
              <a:gd name="connsiteX3" fmla="*/ 0 w 377806"/>
              <a:gd name="connsiteY3" fmla="*/ 259461 h 331660"/>
              <a:gd name="connsiteX4" fmla="*/ 7873 w 377806"/>
              <a:gd name="connsiteY4" fmla="*/ 267367 h 331660"/>
              <a:gd name="connsiteX5" fmla="*/ 109842 w 377806"/>
              <a:gd name="connsiteY5" fmla="*/ 268700 h 331660"/>
              <a:gd name="connsiteX6" fmla="*/ 109842 w 377806"/>
              <a:gd name="connsiteY6" fmla="*/ 323755 h 331660"/>
              <a:gd name="connsiteX7" fmla="*/ 113731 w 377806"/>
              <a:gd name="connsiteY7" fmla="*/ 330327 h 331660"/>
              <a:gd name="connsiteX8" fmla="*/ 117620 w 377806"/>
              <a:gd name="connsiteY8" fmla="*/ 331661 h 331660"/>
              <a:gd name="connsiteX9" fmla="*/ 122837 w 377806"/>
              <a:gd name="connsiteY9" fmla="*/ 328994 h 331660"/>
              <a:gd name="connsiteX10" fmla="*/ 182975 w 377806"/>
              <a:gd name="connsiteY10" fmla="*/ 268700 h 331660"/>
              <a:gd name="connsiteX11" fmla="*/ 368606 w 377806"/>
              <a:gd name="connsiteY11" fmla="*/ 270034 h 331660"/>
              <a:gd name="connsiteX12" fmla="*/ 376479 w 377806"/>
              <a:gd name="connsiteY12" fmla="*/ 262128 h 331660"/>
              <a:gd name="connsiteX13" fmla="*/ 377807 w 377806"/>
              <a:gd name="connsiteY13" fmla="*/ 10573 h 331660"/>
              <a:gd name="connsiteX14" fmla="*/ 369934 w 377806"/>
              <a:gd name="connsiteY14" fmla="*/ 2667 h 331660"/>
              <a:gd name="connsiteX15" fmla="*/ 360828 w 377806"/>
              <a:gd name="connsiteY15" fmla="*/ 254222 h 331660"/>
              <a:gd name="connsiteX16" fmla="*/ 180414 w 377806"/>
              <a:gd name="connsiteY16" fmla="*/ 252889 h 331660"/>
              <a:gd name="connsiteX17" fmla="*/ 175197 w 377806"/>
              <a:gd name="connsiteY17" fmla="*/ 255556 h 331660"/>
              <a:gd name="connsiteX18" fmla="*/ 125493 w 377806"/>
              <a:gd name="connsiteY18" fmla="*/ 304038 h 331660"/>
              <a:gd name="connsiteX19" fmla="*/ 125493 w 377806"/>
              <a:gd name="connsiteY19" fmla="*/ 260794 h 331660"/>
              <a:gd name="connsiteX20" fmla="*/ 117620 w 377806"/>
              <a:gd name="connsiteY20" fmla="*/ 252889 h 331660"/>
              <a:gd name="connsiteX21" fmla="*/ 15651 w 377806"/>
              <a:gd name="connsiteY21" fmla="*/ 251555 h 331660"/>
              <a:gd name="connsiteX22" fmla="*/ 16979 w 377806"/>
              <a:gd name="connsiteY22" fmla="*/ 15716 h 331660"/>
              <a:gd name="connsiteX23" fmla="*/ 362061 w 377806"/>
              <a:gd name="connsiteY23" fmla="*/ 18383 h 331660"/>
              <a:gd name="connsiteX24" fmla="*/ 360733 w 377806"/>
              <a:gd name="connsiteY24" fmla="*/ 254222 h 331660"/>
              <a:gd name="connsiteX25" fmla="*/ 173964 w 377806"/>
              <a:gd name="connsiteY25" fmla="*/ 150781 h 331660"/>
              <a:gd name="connsiteX26" fmla="*/ 173964 w 377806"/>
              <a:gd name="connsiteY26" fmla="*/ 56579 h 331660"/>
              <a:gd name="connsiteX27" fmla="*/ 181931 w 377806"/>
              <a:gd name="connsiteY27" fmla="*/ 48768 h 331660"/>
              <a:gd name="connsiteX28" fmla="*/ 189899 w 377806"/>
              <a:gd name="connsiteY28" fmla="*/ 56579 h 331660"/>
              <a:gd name="connsiteX29" fmla="*/ 189899 w 377806"/>
              <a:gd name="connsiteY29" fmla="*/ 150781 h 331660"/>
              <a:gd name="connsiteX30" fmla="*/ 181931 w 377806"/>
              <a:gd name="connsiteY30" fmla="*/ 158591 h 331660"/>
              <a:gd name="connsiteX31" fmla="*/ 173964 w 377806"/>
              <a:gd name="connsiteY31" fmla="*/ 150781 h 331660"/>
              <a:gd name="connsiteX32" fmla="*/ 165047 w 377806"/>
              <a:gd name="connsiteY32" fmla="*/ 190119 h 331660"/>
              <a:gd name="connsiteX33" fmla="*/ 180509 w 377806"/>
              <a:gd name="connsiteY33" fmla="*/ 174593 h 331660"/>
              <a:gd name="connsiteX34" fmla="*/ 195970 w 377806"/>
              <a:gd name="connsiteY34" fmla="*/ 190119 h 331660"/>
              <a:gd name="connsiteX35" fmla="*/ 180509 w 377806"/>
              <a:gd name="connsiteY35" fmla="*/ 205645 h 331660"/>
              <a:gd name="connsiteX36" fmla="*/ 165047 w 377806"/>
              <a:gd name="connsiteY36" fmla="*/ 190119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77806" h="331660">
                <a:moveTo>
                  <a:pt x="369934" y="2667"/>
                </a:moveTo>
                <a:lnTo>
                  <a:pt x="9201" y="0"/>
                </a:lnTo>
                <a:cubicBezTo>
                  <a:pt x="5312" y="0"/>
                  <a:pt x="1328" y="3905"/>
                  <a:pt x="1328" y="7906"/>
                </a:cubicBezTo>
                <a:lnTo>
                  <a:pt x="0" y="259461"/>
                </a:lnTo>
                <a:cubicBezTo>
                  <a:pt x="0" y="263366"/>
                  <a:pt x="3889" y="267367"/>
                  <a:pt x="7873" y="267367"/>
                </a:cubicBezTo>
                <a:lnTo>
                  <a:pt x="109842" y="268700"/>
                </a:lnTo>
                <a:lnTo>
                  <a:pt x="109842" y="323755"/>
                </a:lnTo>
                <a:cubicBezTo>
                  <a:pt x="109842" y="326422"/>
                  <a:pt x="111170" y="328994"/>
                  <a:pt x="113731" y="330327"/>
                </a:cubicBezTo>
                <a:cubicBezTo>
                  <a:pt x="115059" y="331661"/>
                  <a:pt x="116387" y="331661"/>
                  <a:pt x="117620" y="331661"/>
                </a:cubicBezTo>
                <a:cubicBezTo>
                  <a:pt x="118853" y="331661"/>
                  <a:pt x="121509" y="330327"/>
                  <a:pt x="122837" y="328994"/>
                </a:cubicBezTo>
                <a:lnTo>
                  <a:pt x="182975" y="268700"/>
                </a:lnTo>
                <a:lnTo>
                  <a:pt x="368606" y="270034"/>
                </a:lnTo>
                <a:cubicBezTo>
                  <a:pt x="372495" y="270034"/>
                  <a:pt x="376479" y="266129"/>
                  <a:pt x="376479" y="262128"/>
                </a:cubicBezTo>
                <a:lnTo>
                  <a:pt x="377807" y="10573"/>
                </a:lnTo>
                <a:cubicBezTo>
                  <a:pt x="377807" y="6668"/>
                  <a:pt x="375151" y="2667"/>
                  <a:pt x="369934" y="2667"/>
                </a:cubicBezTo>
                <a:close/>
                <a:moveTo>
                  <a:pt x="360828" y="254222"/>
                </a:moveTo>
                <a:lnTo>
                  <a:pt x="180414" y="252889"/>
                </a:lnTo>
                <a:cubicBezTo>
                  <a:pt x="177758" y="252889"/>
                  <a:pt x="176525" y="254222"/>
                  <a:pt x="175197" y="255556"/>
                </a:cubicBezTo>
                <a:lnTo>
                  <a:pt x="125493" y="304038"/>
                </a:lnTo>
                <a:lnTo>
                  <a:pt x="125493" y="260794"/>
                </a:lnTo>
                <a:cubicBezTo>
                  <a:pt x="125493" y="255556"/>
                  <a:pt x="121604" y="252889"/>
                  <a:pt x="117620" y="252889"/>
                </a:cubicBezTo>
                <a:lnTo>
                  <a:pt x="15651" y="251555"/>
                </a:lnTo>
                <a:lnTo>
                  <a:pt x="16979" y="15716"/>
                </a:lnTo>
                <a:lnTo>
                  <a:pt x="362061" y="18383"/>
                </a:lnTo>
                <a:lnTo>
                  <a:pt x="360733" y="254222"/>
                </a:lnTo>
                <a:close/>
                <a:moveTo>
                  <a:pt x="173964" y="150781"/>
                </a:moveTo>
                <a:lnTo>
                  <a:pt x="173964" y="56579"/>
                </a:lnTo>
                <a:cubicBezTo>
                  <a:pt x="173964" y="52673"/>
                  <a:pt x="177948" y="48768"/>
                  <a:pt x="181931" y="48768"/>
                </a:cubicBezTo>
                <a:cubicBezTo>
                  <a:pt x="185915" y="48768"/>
                  <a:pt x="189899" y="52673"/>
                  <a:pt x="189899" y="56579"/>
                </a:cubicBezTo>
                <a:lnTo>
                  <a:pt x="189899" y="150781"/>
                </a:lnTo>
                <a:cubicBezTo>
                  <a:pt x="189899" y="154686"/>
                  <a:pt x="185915" y="158591"/>
                  <a:pt x="181931" y="158591"/>
                </a:cubicBezTo>
                <a:cubicBezTo>
                  <a:pt x="176620" y="158591"/>
                  <a:pt x="173964" y="154686"/>
                  <a:pt x="173964" y="150781"/>
                </a:cubicBezTo>
                <a:close/>
                <a:moveTo>
                  <a:pt x="165047" y="190119"/>
                </a:moveTo>
                <a:cubicBezTo>
                  <a:pt x="165047" y="181070"/>
                  <a:pt x="172731" y="174593"/>
                  <a:pt x="180509" y="174593"/>
                </a:cubicBezTo>
                <a:cubicBezTo>
                  <a:pt x="189520" y="174593"/>
                  <a:pt x="195970" y="181070"/>
                  <a:pt x="195970" y="190119"/>
                </a:cubicBezTo>
                <a:cubicBezTo>
                  <a:pt x="195970" y="199168"/>
                  <a:pt x="189520" y="205645"/>
                  <a:pt x="180509" y="205645"/>
                </a:cubicBezTo>
                <a:cubicBezTo>
                  <a:pt x="172825" y="205645"/>
                  <a:pt x="165047" y="199168"/>
                  <a:pt x="165047" y="19011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6" name="Graphic 32">
            <a:extLst>
              <a:ext uri="{FF2B5EF4-FFF2-40B4-BE49-F238E27FC236}">
                <a16:creationId xmlns:a16="http://schemas.microsoft.com/office/drawing/2014/main" id="{BC649A9C-0B07-6C11-420B-47736B3D7BB8}"/>
              </a:ext>
            </a:extLst>
          </p:cNvPr>
          <p:cNvSpPr/>
          <p:nvPr/>
        </p:nvSpPr>
        <p:spPr>
          <a:xfrm>
            <a:off x="2193881" y="3504691"/>
            <a:ext cx="501437" cy="440190"/>
          </a:xfrm>
          <a:custGeom>
            <a:avLst/>
            <a:gdLst>
              <a:gd name="connsiteX0" fmla="*/ 369934 w 377806"/>
              <a:gd name="connsiteY0" fmla="*/ 2667 h 331660"/>
              <a:gd name="connsiteX1" fmla="*/ 9201 w 377806"/>
              <a:gd name="connsiteY1" fmla="*/ 0 h 331660"/>
              <a:gd name="connsiteX2" fmla="*/ 1328 w 377806"/>
              <a:gd name="connsiteY2" fmla="*/ 7906 h 331660"/>
              <a:gd name="connsiteX3" fmla="*/ 0 w 377806"/>
              <a:gd name="connsiteY3" fmla="*/ 259461 h 331660"/>
              <a:gd name="connsiteX4" fmla="*/ 7873 w 377806"/>
              <a:gd name="connsiteY4" fmla="*/ 267367 h 331660"/>
              <a:gd name="connsiteX5" fmla="*/ 109842 w 377806"/>
              <a:gd name="connsiteY5" fmla="*/ 268700 h 331660"/>
              <a:gd name="connsiteX6" fmla="*/ 109842 w 377806"/>
              <a:gd name="connsiteY6" fmla="*/ 323755 h 331660"/>
              <a:gd name="connsiteX7" fmla="*/ 113731 w 377806"/>
              <a:gd name="connsiteY7" fmla="*/ 330327 h 331660"/>
              <a:gd name="connsiteX8" fmla="*/ 117620 w 377806"/>
              <a:gd name="connsiteY8" fmla="*/ 331661 h 331660"/>
              <a:gd name="connsiteX9" fmla="*/ 122837 w 377806"/>
              <a:gd name="connsiteY9" fmla="*/ 328994 h 331660"/>
              <a:gd name="connsiteX10" fmla="*/ 182975 w 377806"/>
              <a:gd name="connsiteY10" fmla="*/ 268700 h 331660"/>
              <a:gd name="connsiteX11" fmla="*/ 368606 w 377806"/>
              <a:gd name="connsiteY11" fmla="*/ 270034 h 331660"/>
              <a:gd name="connsiteX12" fmla="*/ 376479 w 377806"/>
              <a:gd name="connsiteY12" fmla="*/ 262128 h 331660"/>
              <a:gd name="connsiteX13" fmla="*/ 377807 w 377806"/>
              <a:gd name="connsiteY13" fmla="*/ 10573 h 331660"/>
              <a:gd name="connsiteX14" fmla="*/ 369934 w 377806"/>
              <a:gd name="connsiteY14" fmla="*/ 2667 h 331660"/>
              <a:gd name="connsiteX15" fmla="*/ 360828 w 377806"/>
              <a:gd name="connsiteY15" fmla="*/ 254222 h 331660"/>
              <a:gd name="connsiteX16" fmla="*/ 180414 w 377806"/>
              <a:gd name="connsiteY16" fmla="*/ 252889 h 331660"/>
              <a:gd name="connsiteX17" fmla="*/ 175197 w 377806"/>
              <a:gd name="connsiteY17" fmla="*/ 255556 h 331660"/>
              <a:gd name="connsiteX18" fmla="*/ 125493 w 377806"/>
              <a:gd name="connsiteY18" fmla="*/ 304038 h 331660"/>
              <a:gd name="connsiteX19" fmla="*/ 125493 w 377806"/>
              <a:gd name="connsiteY19" fmla="*/ 260794 h 331660"/>
              <a:gd name="connsiteX20" fmla="*/ 117620 w 377806"/>
              <a:gd name="connsiteY20" fmla="*/ 252889 h 331660"/>
              <a:gd name="connsiteX21" fmla="*/ 15651 w 377806"/>
              <a:gd name="connsiteY21" fmla="*/ 251555 h 331660"/>
              <a:gd name="connsiteX22" fmla="*/ 16979 w 377806"/>
              <a:gd name="connsiteY22" fmla="*/ 15716 h 331660"/>
              <a:gd name="connsiteX23" fmla="*/ 362061 w 377806"/>
              <a:gd name="connsiteY23" fmla="*/ 18383 h 331660"/>
              <a:gd name="connsiteX24" fmla="*/ 360733 w 377806"/>
              <a:gd name="connsiteY24" fmla="*/ 254222 h 331660"/>
              <a:gd name="connsiteX25" fmla="*/ 173964 w 377806"/>
              <a:gd name="connsiteY25" fmla="*/ 150781 h 331660"/>
              <a:gd name="connsiteX26" fmla="*/ 173964 w 377806"/>
              <a:gd name="connsiteY26" fmla="*/ 56579 h 331660"/>
              <a:gd name="connsiteX27" fmla="*/ 181931 w 377806"/>
              <a:gd name="connsiteY27" fmla="*/ 48768 h 331660"/>
              <a:gd name="connsiteX28" fmla="*/ 189899 w 377806"/>
              <a:gd name="connsiteY28" fmla="*/ 56579 h 331660"/>
              <a:gd name="connsiteX29" fmla="*/ 189899 w 377806"/>
              <a:gd name="connsiteY29" fmla="*/ 150781 h 331660"/>
              <a:gd name="connsiteX30" fmla="*/ 181931 w 377806"/>
              <a:gd name="connsiteY30" fmla="*/ 158591 h 331660"/>
              <a:gd name="connsiteX31" fmla="*/ 173964 w 377806"/>
              <a:gd name="connsiteY31" fmla="*/ 150781 h 331660"/>
              <a:gd name="connsiteX32" fmla="*/ 165047 w 377806"/>
              <a:gd name="connsiteY32" fmla="*/ 190119 h 331660"/>
              <a:gd name="connsiteX33" fmla="*/ 180509 w 377806"/>
              <a:gd name="connsiteY33" fmla="*/ 174593 h 331660"/>
              <a:gd name="connsiteX34" fmla="*/ 195970 w 377806"/>
              <a:gd name="connsiteY34" fmla="*/ 190119 h 331660"/>
              <a:gd name="connsiteX35" fmla="*/ 180509 w 377806"/>
              <a:gd name="connsiteY35" fmla="*/ 205645 h 331660"/>
              <a:gd name="connsiteX36" fmla="*/ 165047 w 377806"/>
              <a:gd name="connsiteY36" fmla="*/ 190119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77806" h="331660">
                <a:moveTo>
                  <a:pt x="369934" y="2667"/>
                </a:moveTo>
                <a:lnTo>
                  <a:pt x="9201" y="0"/>
                </a:lnTo>
                <a:cubicBezTo>
                  <a:pt x="5312" y="0"/>
                  <a:pt x="1328" y="3905"/>
                  <a:pt x="1328" y="7906"/>
                </a:cubicBezTo>
                <a:lnTo>
                  <a:pt x="0" y="259461"/>
                </a:lnTo>
                <a:cubicBezTo>
                  <a:pt x="0" y="263366"/>
                  <a:pt x="3889" y="267367"/>
                  <a:pt x="7873" y="267367"/>
                </a:cubicBezTo>
                <a:lnTo>
                  <a:pt x="109842" y="268700"/>
                </a:lnTo>
                <a:lnTo>
                  <a:pt x="109842" y="323755"/>
                </a:lnTo>
                <a:cubicBezTo>
                  <a:pt x="109842" y="326422"/>
                  <a:pt x="111170" y="328994"/>
                  <a:pt x="113731" y="330327"/>
                </a:cubicBezTo>
                <a:cubicBezTo>
                  <a:pt x="115059" y="331661"/>
                  <a:pt x="116387" y="331661"/>
                  <a:pt x="117620" y="331661"/>
                </a:cubicBezTo>
                <a:cubicBezTo>
                  <a:pt x="118853" y="331661"/>
                  <a:pt x="121509" y="330327"/>
                  <a:pt x="122837" y="328994"/>
                </a:cubicBezTo>
                <a:lnTo>
                  <a:pt x="182975" y="268700"/>
                </a:lnTo>
                <a:lnTo>
                  <a:pt x="368606" y="270034"/>
                </a:lnTo>
                <a:cubicBezTo>
                  <a:pt x="372495" y="270034"/>
                  <a:pt x="376479" y="266129"/>
                  <a:pt x="376479" y="262128"/>
                </a:cubicBezTo>
                <a:lnTo>
                  <a:pt x="377807" y="10573"/>
                </a:lnTo>
                <a:cubicBezTo>
                  <a:pt x="377807" y="6668"/>
                  <a:pt x="375151" y="2667"/>
                  <a:pt x="369934" y="2667"/>
                </a:cubicBezTo>
                <a:close/>
                <a:moveTo>
                  <a:pt x="360828" y="254222"/>
                </a:moveTo>
                <a:lnTo>
                  <a:pt x="180414" y="252889"/>
                </a:lnTo>
                <a:cubicBezTo>
                  <a:pt x="177758" y="252889"/>
                  <a:pt x="176525" y="254222"/>
                  <a:pt x="175197" y="255556"/>
                </a:cubicBezTo>
                <a:lnTo>
                  <a:pt x="125493" y="304038"/>
                </a:lnTo>
                <a:lnTo>
                  <a:pt x="125493" y="260794"/>
                </a:lnTo>
                <a:cubicBezTo>
                  <a:pt x="125493" y="255556"/>
                  <a:pt x="121604" y="252889"/>
                  <a:pt x="117620" y="252889"/>
                </a:cubicBezTo>
                <a:lnTo>
                  <a:pt x="15651" y="251555"/>
                </a:lnTo>
                <a:lnTo>
                  <a:pt x="16979" y="15716"/>
                </a:lnTo>
                <a:lnTo>
                  <a:pt x="362061" y="18383"/>
                </a:lnTo>
                <a:lnTo>
                  <a:pt x="360733" y="254222"/>
                </a:lnTo>
                <a:close/>
                <a:moveTo>
                  <a:pt x="173964" y="150781"/>
                </a:moveTo>
                <a:lnTo>
                  <a:pt x="173964" y="56579"/>
                </a:lnTo>
                <a:cubicBezTo>
                  <a:pt x="173964" y="52673"/>
                  <a:pt x="177948" y="48768"/>
                  <a:pt x="181931" y="48768"/>
                </a:cubicBezTo>
                <a:cubicBezTo>
                  <a:pt x="185915" y="48768"/>
                  <a:pt x="189899" y="52673"/>
                  <a:pt x="189899" y="56579"/>
                </a:cubicBezTo>
                <a:lnTo>
                  <a:pt x="189899" y="150781"/>
                </a:lnTo>
                <a:cubicBezTo>
                  <a:pt x="189899" y="154686"/>
                  <a:pt x="185915" y="158591"/>
                  <a:pt x="181931" y="158591"/>
                </a:cubicBezTo>
                <a:cubicBezTo>
                  <a:pt x="176620" y="158591"/>
                  <a:pt x="173964" y="154686"/>
                  <a:pt x="173964" y="150781"/>
                </a:cubicBezTo>
                <a:close/>
                <a:moveTo>
                  <a:pt x="165047" y="190119"/>
                </a:moveTo>
                <a:cubicBezTo>
                  <a:pt x="165047" y="181070"/>
                  <a:pt x="172731" y="174593"/>
                  <a:pt x="180509" y="174593"/>
                </a:cubicBezTo>
                <a:cubicBezTo>
                  <a:pt x="189520" y="174593"/>
                  <a:pt x="195970" y="181070"/>
                  <a:pt x="195970" y="190119"/>
                </a:cubicBezTo>
                <a:cubicBezTo>
                  <a:pt x="195970" y="199168"/>
                  <a:pt x="189520" y="205645"/>
                  <a:pt x="180509" y="205645"/>
                </a:cubicBezTo>
                <a:cubicBezTo>
                  <a:pt x="172825" y="205645"/>
                  <a:pt x="165047" y="199168"/>
                  <a:pt x="165047" y="19011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7" name="Graphic 32">
            <a:extLst>
              <a:ext uri="{FF2B5EF4-FFF2-40B4-BE49-F238E27FC236}">
                <a16:creationId xmlns:a16="http://schemas.microsoft.com/office/drawing/2014/main" id="{A9F870F5-C6F2-AA21-4882-0D5A32E7A172}"/>
              </a:ext>
            </a:extLst>
          </p:cNvPr>
          <p:cNvSpPr/>
          <p:nvPr/>
        </p:nvSpPr>
        <p:spPr>
          <a:xfrm>
            <a:off x="2948447" y="3504691"/>
            <a:ext cx="501437" cy="440190"/>
          </a:xfrm>
          <a:custGeom>
            <a:avLst/>
            <a:gdLst>
              <a:gd name="connsiteX0" fmla="*/ 369934 w 377806"/>
              <a:gd name="connsiteY0" fmla="*/ 2667 h 331660"/>
              <a:gd name="connsiteX1" fmla="*/ 9201 w 377806"/>
              <a:gd name="connsiteY1" fmla="*/ 0 h 331660"/>
              <a:gd name="connsiteX2" fmla="*/ 1328 w 377806"/>
              <a:gd name="connsiteY2" fmla="*/ 7906 h 331660"/>
              <a:gd name="connsiteX3" fmla="*/ 0 w 377806"/>
              <a:gd name="connsiteY3" fmla="*/ 259461 h 331660"/>
              <a:gd name="connsiteX4" fmla="*/ 7873 w 377806"/>
              <a:gd name="connsiteY4" fmla="*/ 267367 h 331660"/>
              <a:gd name="connsiteX5" fmla="*/ 109842 w 377806"/>
              <a:gd name="connsiteY5" fmla="*/ 268700 h 331660"/>
              <a:gd name="connsiteX6" fmla="*/ 109842 w 377806"/>
              <a:gd name="connsiteY6" fmla="*/ 323755 h 331660"/>
              <a:gd name="connsiteX7" fmla="*/ 113731 w 377806"/>
              <a:gd name="connsiteY7" fmla="*/ 330327 h 331660"/>
              <a:gd name="connsiteX8" fmla="*/ 117620 w 377806"/>
              <a:gd name="connsiteY8" fmla="*/ 331661 h 331660"/>
              <a:gd name="connsiteX9" fmla="*/ 122837 w 377806"/>
              <a:gd name="connsiteY9" fmla="*/ 328994 h 331660"/>
              <a:gd name="connsiteX10" fmla="*/ 182975 w 377806"/>
              <a:gd name="connsiteY10" fmla="*/ 268700 h 331660"/>
              <a:gd name="connsiteX11" fmla="*/ 368606 w 377806"/>
              <a:gd name="connsiteY11" fmla="*/ 270034 h 331660"/>
              <a:gd name="connsiteX12" fmla="*/ 376479 w 377806"/>
              <a:gd name="connsiteY12" fmla="*/ 262128 h 331660"/>
              <a:gd name="connsiteX13" fmla="*/ 377807 w 377806"/>
              <a:gd name="connsiteY13" fmla="*/ 10573 h 331660"/>
              <a:gd name="connsiteX14" fmla="*/ 369934 w 377806"/>
              <a:gd name="connsiteY14" fmla="*/ 2667 h 331660"/>
              <a:gd name="connsiteX15" fmla="*/ 360828 w 377806"/>
              <a:gd name="connsiteY15" fmla="*/ 254222 h 331660"/>
              <a:gd name="connsiteX16" fmla="*/ 180414 w 377806"/>
              <a:gd name="connsiteY16" fmla="*/ 252889 h 331660"/>
              <a:gd name="connsiteX17" fmla="*/ 175197 w 377806"/>
              <a:gd name="connsiteY17" fmla="*/ 255556 h 331660"/>
              <a:gd name="connsiteX18" fmla="*/ 125493 w 377806"/>
              <a:gd name="connsiteY18" fmla="*/ 304038 h 331660"/>
              <a:gd name="connsiteX19" fmla="*/ 125493 w 377806"/>
              <a:gd name="connsiteY19" fmla="*/ 260794 h 331660"/>
              <a:gd name="connsiteX20" fmla="*/ 117620 w 377806"/>
              <a:gd name="connsiteY20" fmla="*/ 252889 h 331660"/>
              <a:gd name="connsiteX21" fmla="*/ 15651 w 377806"/>
              <a:gd name="connsiteY21" fmla="*/ 251555 h 331660"/>
              <a:gd name="connsiteX22" fmla="*/ 16979 w 377806"/>
              <a:gd name="connsiteY22" fmla="*/ 15716 h 331660"/>
              <a:gd name="connsiteX23" fmla="*/ 362061 w 377806"/>
              <a:gd name="connsiteY23" fmla="*/ 18383 h 331660"/>
              <a:gd name="connsiteX24" fmla="*/ 360733 w 377806"/>
              <a:gd name="connsiteY24" fmla="*/ 254222 h 331660"/>
              <a:gd name="connsiteX25" fmla="*/ 173964 w 377806"/>
              <a:gd name="connsiteY25" fmla="*/ 150781 h 331660"/>
              <a:gd name="connsiteX26" fmla="*/ 173964 w 377806"/>
              <a:gd name="connsiteY26" fmla="*/ 56579 h 331660"/>
              <a:gd name="connsiteX27" fmla="*/ 181931 w 377806"/>
              <a:gd name="connsiteY27" fmla="*/ 48768 h 331660"/>
              <a:gd name="connsiteX28" fmla="*/ 189899 w 377806"/>
              <a:gd name="connsiteY28" fmla="*/ 56579 h 331660"/>
              <a:gd name="connsiteX29" fmla="*/ 189899 w 377806"/>
              <a:gd name="connsiteY29" fmla="*/ 150781 h 331660"/>
              <a:gd name="connsiteX30" fmla="*/ 181931 w 377806"/>
              <a:gd name="connsiteY30" fmla="*/ 158591 h 331660"/>
              <a:gd name="connsiteX31" fmla="*/ 173964 w 377806"/>
              <a:gd name="connsiteY31" fmla="*/ 150781 h 331660"/>
              <a:gd name="connsiteX32" fmla="*/ 165047 w 377806"/>
              <a:gd name="connsiteY32" fmla="*/ 190119 h 331660"/>
              <a:gd name="connsiteX33" fmla="*/ 180509 w 377806"/>
              <a:gd name="connsiteY33" fmla="*/ 174593 h 331660"/>
              <a:gd name="connsiteX34" fmla="*/ 195970 w 377806"/>
              <a:gd name="connsiteY34" fmla="*/ 190119 h 331660"/>
              <a:gd name="connsiteX35" fmla="*/ 180509 w 377806"/>
              <a:gd name="connsiteY35" fmla="*/ 205645 h 331660"/>
              <a:gd name="connsiteX36" fmla="*/ 165047 w 377806"/>
              <a:gd name="connsiteY36" fmla="*/ 190119 h 33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77806" h="331660">
                <a:moveTo>
                  <a:pt x="369934" y="2667"/>
                </a:moveTo>
                <a:lnTo>
                  <a:pt x="9201" y="0"/>
                </a:lnTo>
                <a:cubicBezTo>
                  <a:pt x="5312" y="0"/>
                  <a:pt x="1328" y="3905"/>
                  <a:pt x="1328" y="7906"/>
                </a:cubicBezTo>
                <a:lnTo>
                  <a:pt x="0" y="259461"/>
                </a:lnTo>
                <a:cubicBezTo>
                  <a:pt x="0" y="263366"/>
                  <a:pt x="3889" y="267367"/>
                  <a:pt x="7873" y="267367"/>
                </a:cubicBezTo>
                <a:lnTo>
                  <a:pt x="109842" y="268700"/>
                </a:lnTo>
                <a:lnTo>
                  <a:pt x="109842" y="323755"/>
                </a:lnTo>
                <a:cubicBezTo>
                  <a:pt x="109842" y="326422"/>
                  <a:pt x="111170" y="328994"/>
                  <a:pt x="113731" y="330327"/>
                </a:cubicBezTo>
                <a:cubicBezTo>
                  <a:pt x="115059" y="331661"/>
                  <a:pt x="116387" y="331661"/>
                  <a:pt x="117620" y="331661"/>
                </a:cubicBezTo>
                <a:cubicBezTo>
                  <a:pt x="118853" y="331661"/>
                  <a:pt x="121509" y="330327"/>
                  <a:pt x="122837" y="328994"/>
                </a:cubicBezTo>
                <a:lnTo>
                  <a:pt x="182975" y="268700"/>
                </a:lnTo>
                <a:lnTo>
                  <a:pt x="368606" y="270034"/>
                </a:lnTo>
                <a:cubicBezTo>
                  <a:pt x="372495" y="270034"/>
                  <a:pt x="376479" y="266129"/>
                  <a:pt x="376479" y="262128"/>
                </a:cubicBezTo>
                <a:lnTo>
                  <a:pt x="377807" y="10573"/>
                </a:lnTo>
                <a:cubicBezTo>
                  <a:pt x="377807" y="6668"/>
                  <a:pt x="375151" y="2667"/>
                  <a:pt x="369934" y="2667"/>
                </a:cubicBezTo>
                <a:close/>
                <a:moveTo>
                  <a:pt x="360828" y="254222"/>
                </a:moveTo>
                <a:lnTo>
                  <a:pt x="180414" y="252889"/>
                </a:lnTo>
                <a:cubicBezTo>
                  <a:pt x="177758" y="252889"/>
                  <a:pt x="176525" y="254222"/>
                  <a:pt x="175197" y="255556"/>
                </a:cubicBezTo>
                <a:lnTo>
                  <a:pt x="125493" y="304038"/>
                </a:lnTo>
                <a:lnTo>
                  <a:pt x="125493" y="260794"/>
                </a:lnTo>
                <a:cubicBezTo>
                  <a:pt x="125493" y="255556"/>
                  <a:pt x="121604" y="252889"/>
                  <a:pt x="117620" y="252889"/>
                </a:cubicBezTo>
                <a:lnTo>
                  <a:pt x="15651" y="251555"/>
                </a:lnTo>
                <a:lnTo>
                  <a:pt x="16979" y="15716"/>
                </a:lnTo>
                <a:lnTo>
                  <a:pt x="362061" y="18383"/>
                </a:lnTo>
                <a:lnTo>
                  <a:pt x="360733" y="254222"/>
                </a:lnTo>
                <a:close/>
                <a:moveTo>
                  <a:pt x="173964" y="150781"/>
                </a:moveTo>
                <a:lnTo>
                  <a:pt x="173964" y="56579"/>
                </a:lnTo>
                <a:cubicBezTo>
                  <a:pt x="173964" y="52673"/>
                  <a:pt x="177948" y="48768"/>
                  <a:pt x="181931" y="48768"/>
                </a:cubicBezTo>
                <a:cubicBezTo>
                  <a:pt x="185915" y="48768"/>
                  <a:pt x="189899" y="52673"/>
                  <a:pt x="189899" y="56579"/>
                </a:cubicBezTo>
                <a:lnTo>
                  <a:pt x="189899" y="150781"/>
                </a:lnTo>
                <a:cubicBezTo>
                  <a:pt x="189899" y="154686"/>
                  <a:pt x="185915" y="158591"/>
                  <a:pt x="181931" y="158591"/>
                </a:cubicBezTo>
                <a:cubicBezTo>
                  <a:pt x="176620" y="158591"/>
                  <a:pt x="173964" y="154686"/>
                  <a:pt x="173964" y="150781"/>
                </a:cubicBezTo>
                <a:close/>
                <a:moveTo>
                  <a:pt x="165047" y="190119"/>
                </a:moveTo>
                <a:cubicBezTo>
                  <a:pt x="165047" y="181070"/>
                  <a:pt x="172731" y="174593"/>
                  <a:pt x="180509" y="174593"/>
                </a:cubicBezTo>
                <a:cubicBezTo>
                  <a:pt x="189520" y="174593"/>
                  <a:pt x="195970" y="181070"/>
                  <a:pt x="195970" y="190119"/>
                </a:cubicBezTo>
                <a:cubicBezTo>
                  <a:pt x="195970" y="199168"/>
                  <a:pt x="189520" y="205645"/>
                  <a:pt x="180509" y="205645"/>
                </a:cubicBezTo>
                <a:cubicBezTo>
                  <a:pt x="172825" y="205645"/>
                  <a:pt x="165047" y="199168"/>
                  <a:pt x="165047" y="19011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0" name="Graphic 38">
            <a:extLst>
              <a:ext uri="{FF2B5EF4-FFF2-40B4-BE49-F238E27FC236}">
                <a16:creationId xmlns:a16="http://schemas.microsoft.com/office/drawing/2014/main" id="{09BCCF1E-7F83-F2CF-4993-EE44BC9B6244}"/>
              </a:ext>
            </a:extLst>
          </p:cNvPr>
          <p:cNvSpPr/>
          <p:nvPr/>
        </p:nvSpPr>
        <p:spPr>
          <a:xfrm>
            <a:off x="3831548" y="2857000"/>
            <a:ext cx="501897" cy="441324"/>
          </a:xfrm>
          <a:custGeom>
            <a:avLst/>
            <a:gdLst>
              <a:gd name="connsiteX0" fmla="*/ 368131 w 376099"/>
              <a:gd name="connsiteY0" fmla="*/ 95 h 330708"/>
              <a:gd name="connsiteX1" fmla="*/ 7873 w 376099"/>
              <a:gd name="connsiteY1" fmla="*/ 95 h 330708"/>
              <a:gd name="connsiteX2" fmla="*/ 0 w 376099"/>
              <a:gd name="connsiteY2" fmla="*/ 8001 h 330708"/>
              <a:gd name="connsiteX3" fmla="*/ 0 w 376099"/>
              <a:gd name="connsiteY3" fmla="*/ 259842 h 330708"/>
              <a:gd name="connsiteX4" fmla="*/ 7873 w 376099"/>
              <a:gd name="connsiteY4" fmla="*/ 267748 h 330708"/>
              <a:gd name="connsiteX5" fmla="*/ 109652 w 376099"/>
              <a:gd name="connsiteY5" fmla="*/ 267748 h 330708"/>
              <a:gd name="connsiteX6" fmla="*/ 109652 w 376099"/>
              <a:gd name="connsiteY6" fmla="*/ 322802 h 330708"/>
              <a:gd name="connsiteX7" fmla="*/ 114869 w 376099"/>
              <a:gd name="connsiteY7" fmla="*/ 329375 h 330708"/>
              <a:gd name="connsiteX8" fmla="*/ 117525 w 376099"/>
              <a:gd name="connsiteY8" fmla="*/ 330708 h 330708"/>
              <a:gd name="connsiteX9" fmla="*/ 124070 w 376099"/>
              <a:gd name="connsiteY9" fmla="*/ 328041 h 330708"/>
              <a:gd name="connsiteX10" fmla="*/ 184113 w 376099"/>
              <a:gd name="connsiteY10" fmla="*/ 267653 h 330708"/>
              <a:gd name="connsiteX11" fmla="*/ 368226 w 376099"/>
              <a:gd name="connsiteY11" fmla="*/ 267653 h 330708"/>
              <a:gd name="connsiteX12" fmla="*/ 376099 w 376099"/>
              <a:gd name="connsiteY12" fmla="*/ 259747 h 330708"/>
              <a:gd name="connsiteX13" fmla="*/ 376099 w 376099"/>
              <a:gd name="connsiteY13" fmla="*/ 7906 h 330708"/>
              <a:gd name="connsiteX14" fmla="*/ 368226 w 376099"/>
              <a:gd name="connsiteY14" fmla="*/ 0 h 330708"/>
              <a:gd name="connsiteX15" fmla="*/ 360258 w 376099"/>
              <a:gd name="connsiteY15" fmla="*/ 251936 h 330708"/>
              <a:gd name="connsiteX16" fmla="*/ 180129 w 376099"/>
              <a:gd name="connsiteY16" fmla="*/ 251936 h 330708"/>
              <a:gd name="connsiteX17" fmla="*/ 174912 w 376099"/>
              <a:gd name="connsiteY17" fmla="*/ 253270 h 330708"/>
              <a:gd name="connsiteX18" fmla="*/ 125303 w 376099"/>
              <a:gd name="connsiteY18" fmla="*/ 303086 h 330708"/>
              <a:gd name="connsiteX19" fmla="*/ 125303 w 376099"/>
              <a:gd name="connsiteY19" fmla="*/ 259842 h 330708"/>
              <a:gd name="connsiteX20" fmla="*/ 117430 w 376099"/>
              <a:gd name="connsiteY20" fmla="*/ 251936 h 330708"/>
              <a:gd name="connsiteX21" fmla="*/ 15651 w 376099"/>
              <a:gd name="connsiteY21" fmla="*/ 251936 h 330708"/>
              <a:gd name="connsiteX22" fmla="*/ 15651 w 376099"/>
              <a:gd name="connsiteY22" fmla="*/ 15811 h 330708"/>
              <a:gd name="connsiteX23" fmla="*/ 360258 w 376099"/>
              <a:gd name="connsiteY23" fmla="*/ 15811 h 330708"/>
              <a:gd name="connsiteX24" fmla="*/ 360258 w 376099"/>
              <a:gd name="connsiteY24" fmla="*/ 251936 h 330708"/>
              <a:gd name="connsiteX25" fmla="*/ 141239 w 376099"/>
              <a:gd name="connsiteY25" fmla="*/ 102584 h 330708"/>
              <a:gd name="connsiteX26" fmla="*/ 195970 w 376099"/>
              <a:gd name="connsiteY26" fmla="*/ 47911 h 330708"/>
              <a:gd name="connsiteX27" fmla="*/ 250701 w 376099"/>
              <a:gd name="connsiteY27" fmla="*/ 102584 h 330708"/>
              <a:gd name="connsiteX28" fmla="*/ 203843 w 376099"/>
              <a:gd name="connsiteY28" fmla="*/ 155924 h 330708"/>
              <a:gd name="connsiteX29" fmla="*/ 203843 w 376099"/>
              <a:gd name="connsiteY29" fmla="*/ 165068 h 330708"/>
              <a:gd name="connsiteX30" fmla="*/ 196065 w 376099"/>
              <a:gd name="connsiteY30" fmla="*/ 172879 h 330708"/>
              <a:gd name="connsiteX31" fmla="*/ 188287 w 376099"/>
              <a:gd name="connsiteY31" fmla="*/ 165068 h 330708"/>
              <a:gd name="connsiteX32" fmla="*/ 188287 w 376099"/>
              <a:gd name="connsiteY32" fmla="*/ 149447 h 330708"/>
              <a:gd name="connsiteX33" fmla="*/ 196065 w 376099"/>
              <a:gd name="connsiteY33" fmla="*/ 141637 h 330708"/>
              <a:gd name="connsiteX34" fmla="*/ 235145 w 376099"/>
              <a:gd name="connsiteY34" fmla="*/ 102584 h 330708"/>
              <a:gd name="connsiteX35" fmla="*/ 196065 w 376099"/>
              <a:gd name="connsiteY35" fmla="*/ 63532 h 330708"/>
              <a:gd name="connsiteX36" fmla="*/ 156985 w 376099"/>
              <a:gd name="connsiteY36" fmla="*/ 102584 h 330708"/>
              <a:gd name="connsiteX37" fmla="*/ 149207 w 376099"/>
              <a:gd name="connsiteY37" fmla="*/ 110395 h 330708"/>
              <a:gd name="connsiteX38" fmla="*/ 141429 w 376099"/>
              <a:gd name="connsiteY38" fmla="*/ 102584 h 330708"/>
              <a:gd name="connsiteX39" fmla="*/ 211811 w 376099"/>
              <a:gd name="connsiteY39" fmla="*/ 204788 h 330708"/>
              <a:gd name="connsiteX40" fmla="*/ 195970 w 376099"/>
              <a:gd name="connsiteY40" fmla="*/ 220694 h 330708"/>
              <a:gd name="connsiteX41" fmla="*/ 180129 w 376099"/>
              <a:gd name="connsiteY41" fmla="*/ 204788 h 330708"/>
              <a:gd name="connsiteX42" fmla="*/ 195970 w 376099"/>
              <a:gd name="connsiteY42" fmla="*/ 188881 h 330708"/>
              <a:gd name="connsiteX43" fmla="*/ 211811 w 376099"/>
              <a:gd name="connsiteY43" fmla="*/ 204788 h 33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76099" h="330708">
                <a:moveTo>
                  <a:pt x="368131" y="95"/>
                </a:moveTo>
                <a:lnTo>
                  <a:pt x="7873" y="95"/>
                </a:lnTo>
                <a:cubicBezTo>
                  <a:pt x="3984" y="95"/>
                  <a:pt x="0" y="2762"/>
                  <a:pt x="0" y="8001"/>
                </a:cubicBezTo>
                <a:lnTo>
                  <a:pt x="0" y="259842"/>
                </a:lnTo>
                <a:cubicBezTo>
                  <a:pt x="0" y="263747"/>
                  <a:pt x="3889" y="267748"/>
                  <a:pt x="7873" y="267748"/>
                </a:cubicBezTo>
                <a:lnTo>
                  <a:pt x="109652" y="267748"/>
                </a:lnTo>
                <a:lnTo>
                  <a:pt x="109652" y="322802"/>
                </a:lnTo>
                <a:cubicBezTo>
                  <a:pt x="109652" y="325469"/>
                  <a:pt x="112308" y="328041"/>
                  <a:pt x="114869" y="329375"/>
                </a:cubicBezTo>
                <a:cubicBezTo>
                  <a:pt x="116197" y="329375"/>
                  <a:pt x="117525" y="330708"/>
                  <a:pt x="117525" y="330708"/>
                </a:cubicBezTo>
                <a:cubicBezTo>
                  <a:pt x="120181" y="330708"/>
                  <a:pt x="122742" y="329375"/>
                  <a:pt x="124070" y="328041"/>
                </a:cubicBezTo>
                <a:lnTo>
                  <a:pt x="184113" y="267653"/>
                </a:lnTo>
                <a:lnTo>
                  <a:pt x="368226" y="267653"/>
                </a:lnTo>
                <a:cubicBezTo>
                  <a:pt x="373443" y="267653"/>
                  <a:pt x="376099" y="263747"/>
                  <a:pt x="376099" y="259747"/>
                </a:cubicBezTo>
                <a:lnTo>
                  <a:pt x="376099" y="7906"/>
                </a:lnTo>
                <a:cubicBezTo>
                  <a:pt x="376099" y="2667"/>
                  <a:pt x="373443" y="0"/>
                  <a:pt x="368226" y="0"/>
                </a:cubicBezTo>
                <a:close/>
                <a:moveTo>
                  <a:pt x="360258" y="251936"/>
                </a:moveTo>
                <a:lnTo>
                  <a:pt x="180129" y="251936"/>
                </a:lnTo>
                <a:cubicBezTo>
                  <a:pt x="178801" y="251936"/>
                  <a:pt x="176240" y="251936"/>
                  <a:pt x="174912" y="253270"/>
                </a:cubicBezTo>
                <a:lnTo>
                  <a:pt x="125303" y="303086"/>
                </a:lnTo>
                <a:lnTo>
                  <a:pt x="125303" y="259842"/>
                </a:lnTo>
                <a:cubicBezTo>
                  <a:pt x="125303" y="254603"/>
                  <a:pt x="122647" y="251936"/>
                  <a:pt x="117430" y="251936"/>
                </a:cubicBezTo>
                <a:lnTo>
                  <a:pt x="15651" y="251936"/>
                </a:lnTo>
                <a:lnTo>
                  <a:pt x="15651" y="15811"/>
                </a:lnTo>
                <a:lnTo>
                  <a:pt x="360258" y="15811"/>
                </a:lnTo>
                <a:lnTo>
                  <a:pt x="360258" y="251936"/>
                </a:lnTo>
                <a:close/>
                <a:moveTo>
                  <a:pt x="141239" y="102584"/>
                </a:moveTo>
                <a:cubicBezTo>
                  <a:pt x="141239" y="71342"/>
                  <a:pt x="165996" y="47911"/>
                  <a:pt x="195970" y="47911"/>
                </a:cubicBezTo>
                <a:cubicBezTo>
                  <a:pt x="225944" y="47911"/>
                  <a:pt x="250701" y="71342"/>
                  <a:pt x="250701" y="102584"/>
                </a:cubicBezTo>
                <a:cubicBezTo>
                  <a:pt x="250701" y="129921"/>
                  <a:pt x="231161" y="152019"/>
                  <a:pt x="203843" y="155924"/>
                </a:cubicBezTo>
                <a:lnTo>
                  <a:pt x="203843" y="165068"/>
                </a:lnTo>
                <a:cubicBezTo>
                  <a:pt x="203843" y="168973"/>
                  <a:pt x="201282" y="172879"/>
                  <a:pt x="196065" y="172879"/>
                </a:cubicBezTo>
                <a:cubicBezTo>
                  <a:pt x="192176" y="172879"/>
                  <a:pt x="188287" y="168973"/>
                  <a:pt x="188287" y="165068"/>
                </a:cubicBezTo>
                <a:lnTo>
                  <a:pt x="188287" y="149447"/>
                </a:lnTo>
                <a:cubicBezTo>
                  <a:pt x="188287" y="144209"/>
                  <a:pt x="192176" y="141637"/>
                  <a:pt x="196065" y="141637"/>
                </a:cubicBezTo>
                <a:cubicBezTo>
                  <a:pt x="218261" y="141637"/>
                  <a:pt x="235145" y="123444"/>
                  <a:pt x="235145" y="102584"/>
                </a:cubicBezTo>
                <a:cubicBezTo>
                  <a:pt x="235145" y="80486"/>
                  <a:pt x="218166" y="63532"/>
                  <a:pt x="196065" y="63532"/>
                </a:cubicBezTo>
                <a:cubicBezTo>
                  <a:pt x="175197" y="63532"/>
                  <a:pt x="156985" y="80486"/>
                  <a:pt x="156985" y="102584"/>
                </a:cubicBezTo>
                <a:cubicBezTo>
                  <a:pt x="156985" y="106490"/>
                  <a:pt x="154424" y="110395"/>
                  <a:pt x="149207" y="110395"/>
                </a:cubicBezTo>
                <a:cubicBezTo>
                  <a:pt x="145318" y="110395"/>
                  <a:pt x="141429" y="106490"/>
                  <a:pt x="141429" y="102584"/>
                </a:cubicBezTo>
                <a:close/>
                <a:moveTo>
                  <a:pt x="211811" y="204788"/>
                </a:moveTo>
                <a:cubicBezTo>
                  <a:pt x="211811" y="212788"/>
                  <a:pt x="205171" y="220694"/>
                  <a:pt x="195970" y="220694"/>
                </a:cubicBezTo>
                <a:cubicBezTo>
                  <a:pt x="188002" y="220694"/>
                  <a:pt x="180129" y="212693"/>
                  <a:pt x="180129" y="204788"/>
                </a:cubicBezTo>
                <a:cubicBezTo>
                  <a:pt x="180129" y="195453"/>
                  <a:pt x="188097" y="188881"/>
                  <a:pt x="195970" y="188881"/>
                </a:cubicBezTo>
                <a:cubicBezTo>
                  <a:pt x="205266" y="188881"/>
                  <a:pt x="211811" y="195548"/>
                  <a:pt x="211811" y="20478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1" name="Graphic 38">
            <a:extLst>
              <a:ext uri="{FF2B5EF4-FFF2-40B4-BE49-F238E27FC236}">
                <a16:creationId xmlns:a16="http://schemas.microsoft.com/office/drawing/2014/main" id="{5E7FC801-3EE1-01FA-214E-2FE00B38EEEA}"/>
              </a:ext>
            </a:extLst>
          </p:cNvPr>
          <p:cNvSpPr/>
          <p:nvPr/>
        </p:nvSpPr>
        <p:spPr>
          <a:xfrm>
            <a:off x="4589831" y="2857000"/>
            <a:ext cx="501897" cy="441324"/>
          </a:xfrm>
          <a:custGeom>
            <a:avLst/>
            <a:gdLst>
              <a:gd name="connsiteX0" fmla="*/ 368131 w 376099"/>
              <a:gd name="connsiteY0" fmla="*/ 95 h 330708"/>
              <a:gd name="connsiteX1" fmla="*/ 7873 w 376099"/>
              <a:gd name="connsiteY1" fmla="*/ 95 h 330708"/>
              <a:gd name="connsiteX2" fmla="*/ 0 w 376099"/>
              <a:gd name="connsiteY2" fmla="*/ 8001 h 330708"/>
              <a:gd name="connsiteX3" fmla="*/ 0 w 376099"/>
              <a:gd name="connsiteY3" fmla="*/ 259842 h 330708"/>
              <a:gd name="connsiteX4" fmla="*/ 7873 w 376099"/>
              <a:gd name="connsiteY4" fmla="*/ 267748 h 330708"/>
              <a:gd name="connsiteX5" fmla="*/ 109652 w 376099"/>
              <a:gd name="connsiteY5" fmla="*/ 267748 h 330708"/>
              <a:gd name="connsiteX6" fmla="*/ 109652 w 376099"/>
              <a:gd name="connsiteY6" fmla="*/ 322802 h 330708"/>
              <a:gd name="connsiteX7" fmla="*/ 114869 w 376099"/>
              <a:gd name="connsiteY7" fmla="*/ 329375 h 330708"/>
              <a:gd name="connsiteX8" fmla="*/ 117525 w 376099"/>
              <a:gd name="connsiteY8" fmla="*/ 330708 h 330708"/>
              <a:gd name="connsiteX9" fmla="*/ 124070 w 376099"/>
              <a:gd name="connsiteY9" fmla="*/ 328041 h 330708"/>
              <a:gd name="connsiteX10" fmla="*/ 184113 w 376099"/>
              <a:gd name="connsiteY10" fmla="*/ 267653 h 330708"/>
              <a:gd name="connsiteX11" fmla="*/ 368226 w 376099"/>
              <a:gd name="connsiteY11" fmla="*/ 267653 h 330708"/>
              <a:gd name="connsiteX12" fmla="*/ 376099 w 376099"/>
              <a:gd name="connsiteY12" fmla="*/ 259747 h 330708"/>
              <a:gd name="connsiteX13" fmla="*/ 376099 w 376099"/>
              <a:gd name="connsiteY13" fmla="*/ 7906 h 330708"/>
              <a:gd name="connsiteX14" fmla="*/ 368226 w 376099"/>
              <a:gd name="connsiteY14" fmla="*/ 0 h 330708"/>
              <a:gd name="connsiteX15" fmla="*/ 360258 w 376099"/>
              <a:gd name="connsiteY15" fmla="*/ 251936 h 330708"/>
              <a:gd name="connsiteX16" fmla="*/ 180129 w 376099"/>
              <a:gd name="connsiteY16" fmla="*/ 251936 h 330708"/>
              <a:gd name="connsiteX17" fmla="*/ 174912 w 376099"/>
              <a:gd name="connsiteY17" fmla="*/ 253270 h 330708"/>
              <a:gd name="connsiteX18" fmla="*/ 125303 w 376099"/>
              <a:gd name="connsiteY18" fmla="*/ 303086 h 330708"/>
              <a:gd name="connsiteX19" fmla="*/ 125303 w 376099"/>
              <a:gd name="connsiteY19" fmla="*/ 259842 h 330708"/>
              <a:gd name="connsiteX20" fmla="*/ 117430 w 376099"/>
              <a:gd name="connsiteY20" fmla="*/ 251936 h 330708"/>
              <a:gd name="connsiteX21" fmla="*/ 15651 w 376099"/>
              <a:gd name="connsiteY21" fmla="*/ 251936 h 330708"/>
              <a:gd name="connsiteX22" fmla="*/ 15651 w 376099"/>
              <a:gd name="connsiteY22" fmla="*/ 15811 h 330708"/>
              <a:gd name="connsiteX23" fmla="*/ 360258 w 376099"/>
              <a:gd name="connsiteY23" fmla="*/ 15811 h 330708"/>
              <a:gd name="connsiteX24" fmla="*/ 360258 w 376099"/>
              <a:gd name="connsiteY24" fmla="*/ 251936 h 330708"/>
              <a:gd name="connsiteX25" fmla="*/ 141239 w 376099"/>
              <a:gd name="connsiteY25" fmla="*/ 102584 h 330708"/>
              <a:gd name="connsiteX26" fmla="*/ 195970 w 376099"/>
              <a:gd name="connsiteY26" fmla="*/ 47911 h 330708"/>
              <a:gd name="connsiteX27" fmla="*/ 250701 w 376099"/>
              <a:gd name="connsiteY27" fmla="*/ 102584 h 330708"/>
              <a:gd name="connsiteX28" fmla="*/ 203843 w 376099"/>
              <a:gd name="connsiteY28" fmla="*/ 155924 h 330708"/>
              <a:gd name="connsiteX29" fmla="*/ 203843 w 376099"/>
              <a:gd name="connsiteY29" fmla="*/ 165068 h 330708"/>
              <a:gd name="connsiteX30" fmla="*/ 196065 w 376099"/>
              <a:gd name="connsiteY30" fmla="*/ 172879 h 330708"/>
              <a:gd name="connsiteX31" fmla="*/ 188287 w 376099"/>
              <a:gd name="connsiteY31" fmla="*/ 165068 h 330708"/>
              <a:gd name="connsiteX32" fmla="*/ 188287 w 376099"/>
              <a:gd name="connsiteY32" fmla="*/ 149447 h 330708"/>
              <a:gd name="connsiteX33" fmla="*/ 196065 w 376099"/>
              <a:gd name="connsiteY33" fmla="*/ 141637 h 330708"/>
              <a:gd name="connsiteX34" fmla="*/ 235145 w 376099"/>
              <a:gd name="connsiteY34" fmla="*/ 102584 h 330708"/>
              <a:gd name="connsiteX35" fmla="*/ 196065 w 376099"/>
              <a:gd name="connsiteY35" fmla="*/ 63532 h 330708"/>
              <a:gd name="connsiteX36" fmla="*/ 156985 w 376099"/>
              <a:gd name="connsiteY36" fmla="*/ 102584 h 330708"/>
              <a:gd name="connsiteX37" fmla="*/ 149207 w 376099"/>
              <a:gd name="connsiteY37" fmla="*/ 110395 h 330708"/>
              <a:gd name="connsiteX38" fmla="*/ 141429 w 376099"/>
              <a:gd name="connsiteY38" fmla="*/ 102584 h 330708"/>
              <a:gd name="connsiteX39" fmla="*/ 211811 w 376099"/>
              <a:gd name="connsiteY39" fmla="*/ 204788 h 330708"/>
              <a:gd name="connsiteX40" fmla="*/ 195970 w 376099"/>
              <a:gd name="connsiteY40" fmla="*/ 220694 h 330708"/>
              <a:gd name="connsiteX41" fmla="*/ 180129 w 376099"/>
              <a:gd name="connsiteY41" fmla="*/ 204788 h 330708"/>
              <a:gd name="connsiteX42" fmla="*/ 195970 w 376099"/>
              <a:gd name="connsiteY42" fmla="*/ 188881 h 330708"/>
              <a:gd name="connsiteX43" fmla="*/ 211811 w 376099"/>
              <a:gd name="connsiteY43" fmla="*/ 204788 h 33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76099" h="330708">
                <a:moveTo>
                  <a:pt x="368131" y="95"/>
                </a:moveTo>
                <a:lnTo>
                  <a:pt x="7873" y="95"/>
                </a:lnTo>
                <a:cubicBezTo>
                  <a:pt x="3984" y="95"/>
                  <a:pt x="0" y="2762"/>
                  <a:pt x="0" y="8001"/>
                </a:cubicBezTo>
                <a:lnTo>
                  <a:pt x="0" y="259842"/>
                </a:lnTo>
                <a:cubicBezTo>
                  <a:pt x="0" y="263747"/>
                  <a:pt x="3889" y="267748"/>
                  <a:pt x="7873" y="267748"/>
                </a:cubicBezTo>
                <a:lnTo>
                  <a:pt x="109652" y="267748"/>
                </a:lnTo>
                <a:lnTo>
                  <a:pt x="109652" y="322802"/>
                </a:lnTo>
                <a:cubicBezTo>
                  <a:pt x="109652" y="325469"/>
                  <a:pt x="112308" y="328041"/>
                  <a:pt x="114869" y="329375"/>
                </a:cubicBezTo>
                <a:cubicBezTo>
                  <a:pt x="116197" y="329375"/>
                  <a:pt x="117525" y="330708"/>
                  <a:pt x="117525" y="330708"/>
                </a:cubicBezTo>
                <a:cubicBezTo>
                  <a:pt x="120181" y="330708"/>
                  <a:pt x="122742" y="329375"/>
                  <a:pt x="124070" y="328041"/>
                </a:cubicBezTo>
                <a:lnTo>
                  <a:pt x="184113" y="267653"/>
                </a:lnTo>
                <a:lnTo>
                  <a:pt x="368226" y="267653"/>
                </a:lnTo>
                <a:cubicBezTo>
                  <a:pt x="373443" y="267653"/>
                  <a:pt x="376099" y="263747"/>
                  <a:pt x="376099" y="259747"/>
                </a:cubicBezTo>
                <a:lnTo>
                  <a:pt x="376099" y="7906"/>
                </a:lnTo>
                <a:cubicBezTo>
                  <a:pt x="376099" y="2667"/>
                  <a:pt x="373443" y="0"/>
                  <a:pt x="368226" y="0"/>
                </a:cubicBezTo>
                <a:close/>
                <a:moveTo>
                  <a:pt x="360258" y="251936"/>
                </a:moveTo>
                <a:lnTo>
                  <a:pt x="180129" y="251936"/>
                </a:lnTo>
                <a:cubicBezTo>
                  <a:pt x="178801" y="251936"/>
                  <a:pt x="176240" y="251936"/>
                  <a:pt x="174912" y="253270"/>
                </a:cubicBezTo>
                <a:lnTo>
                  <a:pt x="125303" y="303086"/>
                </a:lnTo>
                <a:lnTo>
                  <a:pt x="125303" y="259842"/>
                </a:lnTo>
                <a:cubicBezTo>
                  <a:pt x="125303" y="254603"/>
                  <a:pt x="122647" y="251936"/>
                  <a:pt x="117430" y="251936"/>
                </a:cubicBezTo>
                <a:lnTo>
                  <a:pt x="15651" y="251936"/>
                </a:lnTo>
                <a:lnTo>
                  <a:pt x="15651" y="15811"/>
                </a:lnTo>
                <a:lnTo>
                  <a:pt x="360258" y="15811"/>
                </a:lnTo>
                <a:lnTo>
                  <a:pt x="360258" y="251936"/>
                </a:lnTo>
                <a:close/>
                <a:moveTo>
                  <a:pt x="141239" y="102584"/>
                </a:moveTo>
                <a:cubicBezTo>
                  <a:pt x="141239" y="71342"/>
                  <a:pt x="165996" y="47911"/>
                  <a:pt x="195970" y="47911"/>
                </a:cubicBezTo>
                <a:cubicBezTo>
                  <a:pt x="225944" y="47911"/>
                  <a:pt x="250701" y="71342"/>
                  <a:pt x="250701" y="102584"/>
                </a:cubicBezTo>
                <a:cubicBezTo>
                  <a:pt x="250701" y="129921"/>
                  <a:pt x="231161" y="152019"/>
                  <a:pt x="203843" y="155924"/>
                </a:cubicBezTo>
                <a:lnTo>
                  <a:pt x="203843" y="165068"/>
                </a:lnTo>
                <a:cubicBezTo>
                  <a:pt x="203843" y="168973"/>
                  <a:pt x="201282" y="172879"/>
                  <a:pt x="196065" y="172879"/>
                </a:cubicBezTo>
                <a:cubicBezTo>
                  <a:pt x="192176" y="172879"/>
                  <a:pt x="188287" y="168973"/>
                  <a:pt x="188287" y="165068"/>
                </a:cubicBezTo>
                <a:lnTo>
                  <a:pt x="188287" y="149447"/>
                </a:lnTo>
                <a:cubicBezTo>
                  <a:pt x="188287" y="144209"/>
                  <a:pt x="192176" y="141637"/>
                  <a:pt x="196065" y="141637"/>
                </a:cubicBezTo>
                <a:cubicBezTo>
                  <a:pt x="218261" y="141637"/>
                  <a:pt x="235145" y="123444"/>
                  <a:pt x="235145" y="102584"/>
                </a:cubicBezTo>
                <a:cubicBezTo>
                  <a:pt x="235145" y="80486"/>
                  <a:pt x="218166" y="63532"/>
                  <a:pt x="196065" y="63532"/>
                </a:cubicBezTo>
                <a:cubicBezTo>
                  <a:pt x="175197" y="63532"/>
                  <a:pt x="156985" y="80486"/>
                  <a:pt x="156985" y="102584"/>
                </a:cubicBezTo>
                <a:cubicBezTo>
                  <a:pt x="156985" y="106490"/>
                  <a:pt x="154424" y="110395"/>
                  <a:pt x="149207" y="110395"/>
                </a:cubicBezTo>
                <a:cubicBezTo>
                  <a:pt x="145318" y="110395"/>
                  <a:pt x="141429" y="106490"/>
                  <a:pt x="141429" y="102584"/>
                </a:cubicBezTo>
                <a:close/>
                <a:moveTo>
                  <a:pt x="211811" y="204788"/>
                </a:moveTo>
                <a:cubicBezTo>
                  <a:pt x="211811" y="212788"/>
                  <a:pt x="205171" y="220694"/>
                  <a:pt x="195970" y="220694"/>
                </a:cubicBezTo>
                <a:cubicBezTo>
                  <a:pt x="188002" y="220694"/>
                  <a:pt x="180129" y="212693"/>
                  <a:pt x="180129" y="204788"/>
                </a:cubicBezTo>
                <a:cubicBezTo>
                  <a:pt x="180129" y="195453"/>
                  <a:pt x="188097" y="188881"/>
                  <a:pt x="195970" y="188881"/>
                </a:cubicBezTo>
                <a:cubicBezTo>
                  <a:pt x="205266" y="188881"/>
                  <a:pt x="211811" y="195548"/>
                  <a:pt x="211811" y="20478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2" name="Graphic 38">
            <a:extLst>
              <a:ext uri="{FF2B5EF4-FFF2-40B4-BE49-F238E27FC236}">
                <a16:creationId xmlns:a16="http://schemas.microsoft.com/office/drawing/2014/main" id="{10A41D62-D891-9B0D-AAD3-77A205747D3B}"/>
              </a:ext>
            </a:extLst>
          </p:cNvPr>
          <p:cNvSpPr/>
          <p:nvPr/>
        </p:nvSpPr>
        <p:spPr>
          <a:xfrm>
            <a:off x="3831548" y="3500054"/>
            <a:ext cx="501897" cy="441324"/>
          </a:xfrm>
          <a:custGeom>
            <a:avLst/>
            <a:gdLst>
              <a:gd name="connsiteX0" fmla="*/ 368131 w 376099"/>
              <a:gd name="connsiteY0" fmla="*/ 95 h 330708"/>
              <a:gd name="connsiteX1" fmla="*/ 7873 w 376099"/>
              <a:gd name="connsiteY1" fmla="*/ 95 h 330708"/>
              <a:gd name="connsiteX2" fmla="*/ 0 w 376099"/>
              <a:gd name="connsiteY2" fmla="*/ 8001 h 330708"/>
              <a:gd name="connsiteX3" fmla="*/ 0 w 376099"/>
              <a:gd name="connsiteY3" fmla="*/ 259842 h 330708"/>
              <a:gd name="connsiteX4" fmla="*/ 7873 w 376099"/>
              <a:gd name="connsiteY4" fmla="*/ 267748 h 330708"/>
              <a:gd name="connsiteX5" fmla="*/ 109652 w 376099"/>
              <a:gd name="connsiteY5" fmla="*/ 267748 h 330708"/>
              <a:gd name="connsiteX6" fmla="*/ 109652 w 376099"/>
              <a:gd name="connsiteY6" fmla="*/ 322802 h 330708"/>
              <a:gd name="connsiteX7" fmla="*/ 114869 w 376099"/>
              <a:gd name="connsiteY7" fmla="*/ 329375 h 330708"/>
              <a:gd name="connsiteX8" fmla="*/ 117525 w 376099"/>
              <a:gd name="connsiteY8" fmla="*/ 330708 h 330708"/>
              <a:gd name="connsiteX9" fmla="*/ 124070 w 376099"/>
              <a:gd name="connsiteY9" fmla="*/ 328041 h 330708"/>
              <a:gd name="connsiteX10" fmla="*/ 184113 w 376099"/>
              <a:gd name="connsiteY10" fmla="*/ 267653 h 330708"/>
              <a:gd name="connsiteX11" fmla="*/ 368226 w 376099"/>
              <a:gd name="connsiteY11" fmla="*/ 267653 h 330708"/>
              <a:gd name="connsiteX12" fmla="*/ 376099 w 376099"/>
              <a:gd name="connsiteY12" fmla="*/ 259747 h 330708"/>
              <a:gd name="connsiteX13" fmla="*/ 376099 w 376099"/>
              <a:gd name="connsiteY13" fmla="*/ 7906 h 330708"/>
              <a:gd name="connsiteX14" fmla="*/ 368226 w 376099"/>
              <a:gd name="connsiteY14" fmla="*/ 0 h 330708"/>
              <a:gd name="connsiteX15" fmla="*/ 360258 w 376099"/>
              <a:gd name="connsiteY15" fmla="*/ 251936 h 330708"/>
              <a:gd name="connsiteX16" fmla="*/ 180129 w 376099"/>
              <a:gd name="connsiteY16" fmla="*/ 251936 h 330708"/>
              <a:gd name="connsiteX17" fmla="*/ 174912 w 376099"/>
              <a:gd name="connsiteY17" fmla="*/ 253270 h 330708"/>
              <a:gd name="connsiteX18" fmla="*/ 125303 w 376099"/>
              <a:gd name="connsiteY18" fmla="*/ 303086 h 330708"/>
              <a:gd name="connsiteX19" fmla="*/ 125303 w 376099"/>
              <a:gd name="connsiteY19" fmla="*/ 259842 h 330708"/>
              <a:gd name="connsiteX20" fmla="*/ 117430 w 376099"/>
              <a:gd name="connsiteY20" fmla="*/ 251936 h 330708"/>
              <a:gd name="connsiteX21" fmla="*/ 15651 w 376099"/>
              <a:gd name="connsiteY21" fmla="*/ 251936 h 330708"/>
              <a:gd name="connsiteX22" fmla="*/ 15651 w 376099"/>
              <a:gd name="connsiteY22" fmla="*/ 15811 h 330708"/>
              <a:gd name="connsiteX23" fmla="*/ 360258 w 376099"/>
              <a:gd name="connsiteY23" fmla="*/ 15811 h 330708"/>
              <a:gd name="connsiteX24" fmla="*/ 360258 w 376099"/>
              <a:gd name="connsiteY24" fmla="*/ 251936 h 330708"/>
              <a:gd name="connsiteX25" fmla="*/ 141239 w 376099"/>
              <a:gd name="connsiteY25" fmla="*/ 102584 h 330708"/>
              <a:gd name="connsiteX26" fmla="*/ 195970 w 376099"/>
              <a:gd name="connsiteY26" fmla="*/ 47911 h 330708"/>
              <a:gd name="connsiteX27" fmla="*/ 250701 w 376099"/>
              <a:gd name="connsiteY27" fmla="*/ 102584 h 330708"/>
              <a:gd name="connsiteX28" fmla="*/ 203843 w 376099"/>
              <a:gd name="connsiteY28" fmla="*/ 155924 h 330708"/>
              <a:gd name="connsiteX29" fmla="*/ 203843 w 376099"/>
              <a:gd name="connsiteY29" fmla="*/ 165068 h 330708"/>
              <a:gd name="connsiteX30" fmla="*/ 196065 w 376099"/>
              <a:gd name="connsiteY30" fmla="*/ 172879 h 330708"/>
              <a:gd name="connsiteX31" fmla="*/ 188287 w 376099"/>
              <a:gd name="connsiteY31" fmla="*/ 165068 h 330708"/>
              <a:gd name="connsiteX32" fmla="*/ 188287 w 376099"/>
              <a:gd name="connsiteY32" fmla="*/ 149447 h 330708"/>
              <a:gd name="connsiteX33" fmla="*/ 196065 w 376099"/>
              <a:gd name="connsiteY33" fmla="*/ 141637 h 330708"/>
              <a:gd name="connsiteX34" fmla="*/ 235145 w 376099"/>
              <a:gd name="connsiteY34" fmla="*/ 102584 h 330708"/>
              <a:gd name="connsiteX35" fmla="*/ 196065 w 376099"/>
              <a:gd name="connsiteY35" fmla="*/ 63532 h 330708"/>
              <a:gd name="connsiteX36" fmla="*/ 156985 w 376099"/>
              <a:gd name="connsiteY36" fmla="*/ 102584 h 330708"/>
              <a:gd name="connsiteX37" fmla="*/ 149207 w 376099"/>
              <a:gd name="connsiteY37" fmla="*/ 110395 h 330708"/>
              <a:gd name="connsiteX38" fmla="*/ 141429 w 376099"/>
              <a:gd name="connsiteY38" fmla="*/ 102584 h 330708"/>
              <a:gd name="connsiteX39" fmla="*/ 211811 w 376099"/>
              <a:gd name="connsiteY39" fmla="*/ 204788 h 330708"/>
              <a:gd name="connsiteX40" fmla="*/ 195970 w 376099"/>
              <a:gd name="connsiteY40" fmla="*/ 220694 h 330708"/>
              <a:gd name="connsiteX41" fmla="*/ 180129 w 376099"/>
              <a:gd name="connsiteY41" fmla="*/ 204788 h 330708"/>
              <a:gd name="connsiteX42" fmla="*/ 195970 w 376099"/>
              <a:gd name="connsiteY42" fmla="*/ 188881 h 330708"/>
              <a:gd name="connsiteX43" fmla="*/ 211811 w 376099"/>
              <a:gd name="connsiteY43" fmla="*/ 204788 h 33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76099" h="330708">
                <a:moveTo>
                  <a:pt x="368131" y="95"/>
                </a:moveTo>
                <a:lnTo>
                  <a:pt x="7873" y="95"/>
                </a:lnTo>
                <a:cubicBezTo>
                  <a:pt x="3984" y="95"/>
                  <a:pt x="0" y="2762"/>
                  <a:pt x="0" y="8001"/>
                </a:cubicBezTo>
                <a:lnTo>
                  <a:pt x="0" y="259842"/>
                </a:lnTo>
                <a:cubicBezTo>
                  <a:pt x="0" y="263747"/>
                  <a:pt x="3889" y="267748"/>
                  <a:pt x="7873" y="267748"/>
                </a:cubicBezTo>
                <a:lnTo>
                  <a:pt x="109652" y="267748"/>
                </a:lnTo>
                <a:lnTo>
                  <a:pt x="109652" y="322802"/>
                </a:lnTo>
                <a:cubicBezTo>
                  <a:pt x="109652" y="325469"/>
                  <a:pt x="112308" y="328041"/>
                  <a:pt x="114869" y="329375"/>
                </a:cubicBezTo>
                <a:cubicBezTo>
                  <a:pt x="116197" y="329375"/>
                  <a:pt x="117525" y="330708"/>
                  <a:pt x="117525" y="330708"/>
                </a:cubicBezTo>
                <a:cubicBezTo>
                  <a:pt x="120181" y="330708"/>
                  <a:pt x="122742" y="329375"/>
                  <a:pt x="124070" y="328041"/>
                </a:cubicBezTo>
                <a:lnTo>
                  <a:pt x="184113" y="267653"/>
                </a:lnTo>
                <a:lnTo>
                  <a:pt x="368226" y="267653"/>
                </a:lnTo>
                <a:cubicBezTo>
                  <a:pt x="373443" y="267653"/>
                  <a:pt x="376099" y="263747"/>
                  <a:pt x="376099" y="259747"/>
                </a:cubicBezTo>
                <a:lnTo>
                  <a:pt x="376099" y="7906"/>
                </a:lnTo>
                <a:cubicBezTo>
                  <a:pt x="376099" y="2667"/>
                  <a:pt x="373443" y="0"/>
                  <a:pt x="368226" y="0"/>
                </a:cubicBezTo>
                <a:close/>
                <a:moveTo>
                  <a:pt x="360258" y="251936"/>
                </a:moveTo>
                <a:lnTo>
                  <a:pt x="180129" y="251936"/>
                </a:lnTo>
                <a:cubicBezTo>
                  <a:pt x="178801" y="251936"/>
                  <a:pt x="176240" y="251936"/>
                  <a:pt x="174912" y="253270"/>
                </a:cubicBezTo>
                <a:lnTo>
                  <a:pt x="125303" y="303086"/>
                </a:lnTo>
                <a:lnTo>
                  <a:pt x="125303" y="259842"/>
                </a:lnTo>
                <a:cubicBezTo>
                  <a:pt x="125303" y="254603"/>
                  <a:pt x="122647" y="251936"/>
                  <a:pt x="117430" y="251936"/>
                </a:cubicBezTo>
                <a:lnTo>
                  <a:pt x="15651" y="251936"/>
                </a:lnTo>
                <a:lnTo>
                  <a:pt x="15651" y="15811"/>
                </a:lnTo>
                <a:lnTo>
                  <a:pt x="360258" y="15811"/>
                </a:lnTo>
                <a:lnTo>
                  <a:pt x="360258" y="251936"/>
                </a:lnTo>
                <a:close/>
                <a:moveTo>
                  <a:pt x="141239" y="102584"/>
                </a:moveTo>
                <a:cubicBezTo>
                  <a:pt x="141239" y="71342"/>
                  <a:pt x="165996" y="47911"/>
                  <a:pt x="195970" y="47911"/>
                </a:cubicBezTo>
                <a:cubicBezTo>
                  <a:pt x="225944" y="47911"/>
                  <a:pt x="250701" y="71342"/>
                  <a:pt x="250701" y="102584"/>
                </a:cubicBezTo>
                <a:cubicBezTo>
                  <a:pt x="250701" y="129921"/>
                  <a:pt x="231161" y="152019"/>
                  <a:pt x="203843" y="155924"/>
                </a:cubicBezTo>
                <a:lnTo>
                  <a:pt x="203843" y="165068"/>
                </a:lnTo>
                <a:cubicBezTo>
                  <a:pt x="203843" y="168973"/>
                  <a:pt x="201282" y="172879"/>
                  <a:pt x="196065" y="172879"/>
                </a:cubicBezTo>
                <a:cubicBezTo>
                  <a:pt x="192176" y="172879"/>
                  <a:pt x="188287" y="168973"/>
                  <a:pt x="188287" y="165068"/>
                </a:cubicBezTo>
                <a:lnTo>
                  <a:pt x="188287" y="149447"/>
                </a:lnTo>
                <a:cubicBezTo>
                  <a:pt x="188287" y="144209"/>
                  <a:pt x="192176" y="141637"/>
                  <a:pt x="196065" y="141637"/>
                </a:cubicBezTo>
                <a:cubicBezTo>
                  <a:pt x="218261" y="141637"/>
                  <a:pt x="235145" y="123444"/>
                  <a:pt x="235145" y="102584"/>
                </a:cubicBezTo>
                <a:cubicBezTo>
                  <a:pt x="235145" y="80486"/>
                  <a:pt x="218166" y="63532"/>
                  <a:pt x="196065" y="63532"/>
                </a:cubicBezTo>
                <a:cubicBezTo>
                  <a:pt x="175197" y="63532"/>
                  <a:pt x="156985" y="80486"/>
                  <a:pt x="156985" y="102584"/>
                </a:cubicBezTo>
                <a:cubicBezTo>
                  <a:pt x="156985" y="106490"/>
                  <a:pt x="154424" y="110395"/>
                  <a:pt x="149207" y="110395"/>
                </a:cubicBezTo>
                <a:cubicBezTo>
                  <a:pt x="145318" y="110395"/>
                  <a:pt x="141429" y="106490"/>
                  <a:pt x="141429" y="102584"/>
                </a:cubicBezTo>
                <a:close/>
                <a:moveTo>
                  <a:pt x="211811" y="204788"/>
                </a:moveTo>
                <a:cubicBezTo>
                  <a:pt x="211811" y="212788"/>
                  <a:pt x="205171" y="220694"/>
                  <a:pt x="195970" y="220694"/>
                </a:cubicBezTo>
                <a:cubicBezTo>
                  <a:pt x="188002" y="220694"/>
                  <a:pt x="180129" y="212693"/>
                  <a:pt x="180129" y="204788"/>
                </a:cubicBezTo>
                <a:cubicBezTo>
                  <a:pt x="180129" y="195453"/>
                  <a:pt x="188097" y="188881"/>
                  <a:pt x="195970" y="188881"/>
                </a:cubicBezTo>
                <a:cubicBezTo>
                  <a:pt x="205266" y="188881"/>
                  <a:pt x="211811" y="195548"/>
                  <a:pt x="211811" y="20478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3" name="Graphic 38">
            <a:extLst>
              <a:ext uri="{FF2B5EF4-FFF2-40B4-BE49-F238E27FC236}">
                <a16:creationId xmlns:a16="http://schemas.microsoft.com/office/drawing/2014/main" id="{5D1913FD-67BE-EBA8-B1D0-F0FFE5EA7A4D}"/>
              </a:ext>
            </a:extLst>
          </p:cNvPr>
          <p:cNvSpPr/>
          <p:nvPr/>
        </p:nvSpPr>
        <p:spPr>
          <a:xfrm>
            <a:off x="4589831" y="3500054"/>
            <a:ext cx="501897" cy="441324"/>
          </a:xfrm>
          <a:custGeom>
            <a:avLst/>
            <a:gdLst>
              <a:gd name="connsiteX0" fmla="*/ 368131 w 376099"/>
              <a:gd name="connsiteY0" fmla="*/ 95 h 330708"/>
              <a:gd name="connsiteX1" fmla="*/ 7873 w 376099"/>
              <a:gd name="connsiteY1" fmla="*/ 95 h 330708"/>
              <a:gd name="connsiteX2" fmla="*/ 0 w 376099"/>
              <a:gd name="connsiteY2" fmla="*/ 8001 h 330708"/>
              <a:gd name="connsiteX3" fmla="*/ 0 w 376099"/>
              <a:gd name="connsiteY3" fmla="*/ 259842 h 330708"/>
              <a:gd name="connsiteX4" fmla="*/ 7873 w 376099"/>
              <a:gd name="connsiteY4" fmla="*/ 267748 h 330708"/>
              <a:gd name="connsiteX5" fmla="*/ 109652 w 376099"/>
              <a:gd name="connsiteY5" fmla="*/ 267748 h 330708"/>
              <a:gd name="connsiteX6" fmla="*/ 109652 w 376099"/>
              <a:gd name="connsiteY6" fmla="*/ 322802 h 330708"/>
              <a:gd name="connsiteX7" fmla="*/ 114869 w 376099"/>
              <a:gd name="connsiteY7" fmla="*/ 329375 h 330708"/>
              <a:gd name="connsiteX8" fmla="*/ 117525 w 376099"/>
              <a:gd name="connsiteY8" fmla="*/ 330708 h 330708"/>
              <a:gd name="connsiteX9" fmla="*/ 124070 w 376099"/>
              <a:gd name="connsiteY9" fmla="*/ 328041 h 330708"/>
              <a:gd name="connsiteX10" fmla="*/ 184113 w 376099"/>
              <a:gd name="connsiteY10" fmla="*/ 267653 h 330708"/>
              <a:gd name="connsiteX11" fmla="*/ 368226 w 376099"/>
              <a:gd name="connsiteY11" fmla="*/ 267653 h 330708"/>
              <a:gd name="connsiteX12" fmla="*/ 376099 w 376099"/>
              <a:gd name="connsiteY12" fmla="*/ 259747 h 330708"/>
              <a:gd name="connsiteX13" fmla="*/ 376099 w 376099"/>
              <a:gd name="connsiteY13" fmla="*/ 7906 h 330708"/>
              <a:gd name="connsiteX14" fmla="*/ 368226 w 376099"/>
              <a:gd name="connsiteY14" fmla="*/ 0 h 330708"/>
              <a:gd name="connsiteX15" fmla="*/ 360258 w 376099"/>
              <a:gd name="connsiteY15" fmla="*/ 251936 h 330708"/>
              <a:gd name="connsiteX16" fmla="*/ 180129 w 376099"/>
              <a:gd name="connsiteY16" fmla="*/ 251936 h 330708"/>
              <a:gd name="connsiteX17" fmla="*/ 174912 w 376099"/>
              <a:gd name="connsiteY17" fmla="*/ 253270 h 330708"/>
              <a:gd name="connsiteX18" fmla="*/ 125303 w 376099"/>
              <a:gd name="connsiteY18" fmla="*/ 303086 h 330708"/>
              <a:gd name="connsiteX19" fmla="*/ 125303 w 376099"/>
              <a:gd name="connsiteY19" fmla="*/ 259842 h 330708"/>
              <a:gd name="connsiteX20" fmla="*/ 117430 w 376099"/>
              <a:gd name="connsiteY20" fmla="*/ 251936 h 330708"/>
              <a:gd name="connsiteX21" fmla="*/ 15651 w 376099"/>
              <a:gd name="connsiteY21" fmla="*/ 251936 h 330708"/>
              <a:gd name="connsiteX22" fmla="*/ 15651 w 376099"/>
              <a:gd name="connsiteY22" fmla="*/ 15811 h 330708"/>
              <a:gd name="connsiteX23" fmla="*/ 360258 w 376099"/>
              <a:gd name="connsiteY23" fmla="*/ 15811 h 330708"/>
              <a:gd name="connsiteX24" fmla="*/ 360258 w 376099"/>
              <a:gd name="connsiteY24" fmla="*/ 251936 h 330708"/>
              <a:gd name="connsiteX25" fmla="*/ 141239 w 376099"/>
              <a:gd name="connsiteY25" fmla="*/ 102584 h 330708"/>
              <a:gd name="connsiteX26" fmla="*/ 195970 w 376099"/>
              <a:gd name="connsiteY26" fmla="*/ 47911 h 330708"/>
              <a:gd name="connsiteX27" fmla="*/ 250701 w 376099"/>
              <a:gd name="connsiteY27" fmla="*/ 102584 h 330708"/>
              <a:gd name="connsiteX28" fmla="*/ 203843 w 376099"/>
              <a:gd name="connsiteY28" fmla="*/ 155924 h 330708"/>
              <a:gd name="connsiteX29" fmla="*/ 203843 w 376099"/>
              <a:gd name="connsiteY29" fmla="*/ 165068 h 330708"/>
              <a:gd name="connsiteX30" fmla="*/ 196065 w 376099"/>
              <a:gd name="connsiteY30" fmla="*/ 172879 h 330708"/>
              <a:gd name="connsiteX31" fmla="*/ 188287 w 376099"/>
              <a:gd name="connsiteY31" fmla="*/ 165068 h 330708"/>
              <a:gd name="connsiteX32" fmla="*/ 188287 w 376099"/>
              <a:gd name="connsiteY32" fmla="*/ 149447 h 330708"/>
              <a:gd name="connsiteX33" fmla="*/ 196065 w 376099"/>
              <a:gd name="connsiteY33" fmla="*/ 141637 h 330708"/>
              <a:gd name="connsiteX34" fmla="*/ 235145 w 376099"/>
              <a:gd name="connsiteY34" fmla="*/ 102584 h 330708"/>
              <a:gd name="connsiteX35" fmla="*/ 196065 w 376099"/>
              <a:gd name="connsiteY35" fmla="*/ 63532 h 330708"/>
              <a:gd name="connsiteX36" fmla="*/ 156985 w 376099"/>
              <a:gd name="connsiteY36" fmla="*/ 102584 h 330708"/>
              <a:gd name="connsiteX37" fmla="*/ 149207 w 376099"/>
              <a:gd name="connsiteY37" fmla="*/ 110395 h 330708"/>
              <a:gd name="connsiteX38" fmla="*/ 141429 w 376099"/>
              <a:gd name="connsiteY38" fmla="*/ 102584 h 330708"/>
              <a:gd name="connsiteX39" fmla="*/ 211811 w 376099"/>
              <a:gd name="connsiteY39" fmla="*/ 204788 h 330708"/>
              <a:gd name="connsiteX40" fmla="*/ 195970 w 376099"/>
              <a:gd name="connsiteY40" fmla="*/ 220694 h 330708"/>
              <a:gd name="connsiteX41" fmla="*/ 180129 w 376099"/>
              <a:gd name="connsiteY41" fmla="*/ 204788 h 330708"/>
              <a:gd name="connsiteX42" fmla="*/ 195970 w 376099"/>
              <a:gd name="connsiteY42" fmla="*/ 188881 h 330708"/>
              <a:gd name="connsiteX43" fmla="*/ 211811 w 376099"/>
              <a:gd name="connsiteY43" fmla="*/ 204788 h 33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76099" h="330708">
                <a:moveTo>
                  <a:pt x="368131" y="95"/>
                </a:moveTo>
                <a:lnTo>
                  <a:pt x="7873" y="95"/>
                </a:lnTo>
                <a:cubicBezTo>
                  <a:pt x="3984" y="95"/>
                  <a:pt x="0" y="2762"/>
                  <a:pt x="0" y="8001"/>
                </a:cubicBezTo>
                <a:lnTo>
                  <a:pt x="0" y="259842"/>
                </a:lnTo>
                <a:cubicBezTo>
                  <a:pt x="0" y="263747"/>
                  <a:pt x="3889" y="267748"/>
                  <a:pt x="7873" y="267748"/>
                </a:cubicBezTo>
                <a:lnTo>
                  <a:pt x="109652" y="267748"/>
                </a:lnTo>
                <a:lnTo>
                  <a:pt x="109652" y="322802"/>
                </a:lnTo>
                <a:cubicBezTo>
                  <a:pt x="109652" y="325469"/>
                  <a:pt x="112308" y="328041"/>
                  <a:pt x="114869" y="329375"/>
                </a:cubicBezTo>
                <a:cubicBezTo>
                  <a:pt x="116197" y="329375"/>
                  <a:pt x="117525" y="330708"/>
                  <a:pt x="117525" y="330708"/>
                </a:cubicBezTo>
                <a:cubicBezTo>
                  <a:pt x="120181" y="330708"/>
                  <a:pt x="122742" y="329375"/>
                  <a:pt x="124070" y="328041"/>
                </a:cubicBezTo>
                <a:lnTo>
                  <a:pt x="184113" y="267653"/>
                </a:lnTo>
                <a:lnTo>
                  <a:pt x="368226" y="267653"/>
                </a:lnTo>
                <a:cubicBezTo>
                  <a:pt x="373443" y="267653"/>
                  <a:pt x="376099" y="263747"/>
                  <a:pt x="376099" y="259747"/>
                </a:cubicBezTo>
                <a:lnTo>
                  <a:pt x="376099" y="7906"/>
                </a:lnTo>
                <a:cubicBezTo>
                  <a:pt x="376099" y="2667"/>
                  <a:pt x="373443" y="0"/>
                  <a:pt x="368226" y="0"/>
                </a:cubicBezTo>
                <a:close/>
                <a:moveTo>
                  <a:pt x="360258" y="251936"/>
                </a:moveTo>
                <a:lnTo>
                  <a:pt x="180129" y="251936"/>
                </a:lnTo>
                <a:cubicBezTo>
                  <a:pt x="178801" y="251936"/>
                  <a:pt x="176240" y="251936"/>
                  <a:pt x="174912" y="253270"/>
                </a:cubicBezTo>
                <a:lnTo>
                  <a:pt x="125303" y="303086"/>
                </a:lnTo>
                <a:lnTo>
                  <a:pt x="125303" y="259842"/>
                </a:lnTo>
                <a:cubicBezTo>
                  <a:pt x="125303" y="254603"/>
                  <a:pt x="122647" y="251936"/>
                  <a:pt x="117430" y="251936"/>
                </a:cubicBezTo>
                <a:lnTo>
                  <a:pt x="15651" y="251936"/>
                </a:lnTo>
                <a:lnTo>
                  <a:pt x="15651" y="15811"/>
                </a:lnTo>
                <a:lnTo>
                  <a:pt x="360258" y="15811"/>
                </a:lnTo>
                <a:lnTo>
                  <a:pt x="360258" y="251936"/>
                </a:lnTo>
                <a:close/>
                <a:moveTo>
                  <a:pt x="141239" y="102584"/>
                </a:moveTo>
                <a:cubicBezTo>
                  <a:pt x="141239" y="71342"/>
                  <a:pt x="165996" y="47911"/>
                  <a:pt x="195970" y="47911"/>
                </a:cubicBezTo>
                <a:cubicBezTo>
                  <a:pt x="225944" y="47911"/>
                  <a:pt x="250701" y="71342"/>
                  <a:pt x="250701" y="102584"/>
                </a:cubicBezTo>
                <a:cubicBezTo>
                  <a:pt x="250701" y="129921"/>
                  <a:pt x="231161" y="152019"/>
                  <a:pt x="203843" y="155924"/>
                </a:cubicBezTo>
                <a:lnTo>
                  <a:pt x="203843" y="165068"/>
                </a:lnTo>
                <a:cubicBezTo>
                  <a:pt x="203843" y="168973"/>
                  <a:pt x="201282" y="172879"/>
                  <a:pt x="196065" y="172879"/>
                </a:cubicBezTo>
                <a:cubicBezTo>
                  <a:pt x="192176" y="172879"/>
                  <a:pt x="188287" y="168973"/>
                  <a:pt x="188287" y="165068"/>
                </a:cubicBezTo>
                <a:lnTo>
                  <a:pt x="188287" y="149447"/>
                </a:lnTo>
                <a:cubicBezTo>
                  <a:pt x="188287" y="144209"/>
                  <a:pt x="192176" y="141637"/>
                  <a:pt x="196065" y="141637"/>
                </a:cubicBezTo>
                <a:cubicBezTo>
                  <a:pt x="218261" y="141637"/>
                  <a:pt x="235145" y="123444"/>
                  <a:pt x="235145" y="102584"/>
                </a:cubicBezTo>
                <a:cubicBezTo>
                  <a:pt x="235145" y="80486"/>
                  <a:pt x="218166" y="63532"/>
                  <a:pt x="196065" y="63532"/>
                </a:cubicBezTo>
                <a:cubicBezTo>
                  <a:pt x="175197" y="63532"/>
                  <a:pt x="156985" y="80486"/>
                  <a:pt x="156985" y="102584"/>
                </a:cubicBezTo>
                <a:cubicBezTo>
                  <a:pt x="156985" y="106490"/>
                  <a:pt x="154424" y="110395"/>
                  <a:pt x="149207" y="110395"/>
                </a:cubicBezTo>
                <a:cubicBezTo>
                  <a:pt x="145318" y="110395"/>
                  <a:pt x="141429" y="106490"/>
                  <a:pt x="141429" y="102584"/>
                </a:cubicBezTo>
                <a:close/>
                <a:moveTo>
                  <a:pt x="211811" y="204788"/>
                </a:moveTo>
                <a:cubicBezTo>
                  <a:pt x="211811" y="212788"/>
                  <a:pt x="205171" y="220694"/>
                  <a:pt x="195970" y="220694"/>
                </a:cubicBezTo>
                <a:cubicBezTo>
                  <a:pt x="188002" y="220694"/>
                  <a:pt x="180129" y="212693"/>
                  <a:pt x="180129" y="204788"/>
                </a:cubicBezTo>
                <a:cubicBezTo>
                  <a:pt x="180129" y="195453"/>
                  <a:pt x="188097" y="188881"/>
                  <a:pt x="195970" y="188881"/>
                </a:cubicBezTo>
                <a:cubicBezTo>
                  <a:pt x="205266" y="188881"/>
                  <a:pt x="211811" y="195548"/>
                  <a:pt x="211811" y="20478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6" name="Graphic 44">
            <a:extLst>
              <a:ext uri="{FF2B5EF4-FFF2-40B4-BE49-F238E27FC236}">
                <a16:creationId xmlns:a16="http://schemas.microsoft.com/office/drawing/2014/main" id="{422C7B90-728F-70CB-9D7E-39ACCD9FD32E}"/>
              </a:ext>
            </a:extLst>
          </p:cNvPr>
          <p:cNvSpPr/>
          <p:nvPr/>
        </p:nvSpPr>
        <p:spPr>
          <a:xfrm>
            <a:off x="5463694" y="2865354"/>
            <a:ext cx="501089" cy="439382"/>
          </a:xfrm>
          <a:custGeom>
            <a:avLst/>
            <a:gdLst>
              <a:gd name="connsiteX0" fmla="*/ 15746 w 378565"/>
              <a:gd name="connsiteY0" fmla="*/ 252889 h 331946"/>
              <a:gd name="connsiteX1" fmla="*/ 118284 w 378565"/>
              <a:gd name="connsiteY1" fmla="*/ 252889 h 331946"/>
              <a:gd name="connsiteX2" fmla="*/ 126157 w 378565"/>
              <a:gd name="connsiteY2" fmla="*/ 260795 h 331946"/>
              <a:gd name="connsiteX3" fmla="*/ 126157 w 378565"/>
              <a:gd name="connsiteY3" fmla="*/ 305562 h 331946"/>
              <a:gd name="connsiteX4" fmla="*/ 176145 w 378565"/>
              <a:gd name="connsiteY4" fmla="*/ 255461 h 331946"/>
              <a:gd name="connsiteX5" fmla="*/ 181362 w 378565"/>
              <a:gd name="connsiteY5" fmla="*/ 252794 h 331946"/>
              <a:gd name="connsiteX6" fmla="*/ 362725 w 378565"/>
              <a:gd name="connsiteY6" fmla="*/ 252794 h 331946"/>
              <a:gd name="connsiteX7" fmla="*/ 362725 w 378565"/>
              <a:gd name="connsiteY7" fmla="*/ 15621 h 331946"/>
              <a:gd name="connsiteX8" fmla="*/ 15651 w 378565"/>
              <a:gd name="connsiteY8" fmla="*/ 15621 h 331946"/>
              <a:gd name="connsiteX9" fmla="*/ 15651 w 378565"/>
              <a:gd name="connsiteY9" fmla="*/ 252794 h 331946"/>
              <a:gd name="connsiteX10" fmla="*/ 118284 w 378565"/>
              <a:gd name="connsiteY10" fmla="*/ 331946 h 331946"/>
              <a:gd name="connsiteX11" fmla="*/ 115628 w 378565"/>
              <a:gd name="connsiteY11" fmla="*/ 331946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2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2 w 378565"/>
              <a:gd name="connsiteY21" fmla="*/ 268700 h 331946"/>
              <a:gd name="connsiteX22" fmla="*/ 185346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94665 w 378565"/>
              <a:gd name="connsiteY25" fmla="*/ 110395 h 331946"/>
              <a:gd name="connsiteX26" fmla="*/ 78919 w 378565"/>
              <a:gd name="connsiteY26" fmla="*/ 126206 h 331946"/>
              <a:gd name="connsiteX27" fmla="*/ 94665 w 378565"/>
              <a:gd name="connsiteY27" fmla="*/ 142018 h 331946"/>
              <a:gd name="connsiteX28" fmla="*/ 110411 w 378565"/>
              <a:gd name="connsiteY28" fmla="*/ 126206 h 331946"/>
              <a:gd name="connsiteX29" fmla="*/ 94665 w 378565"/>
              <a:gd name="connsiteY29" fmla="*/ 110395 h 331946"/>
              <a:gd name="connsiteX30" fmla="*/ 94665 w 378565"/>
              <a:gd name="connsiteY30" fmla="*/ 157924 h 331946"/>
              <a:gd name="connsiteX31" fmla="*/ 63078 w 378565"/>
              <a:gd name="connsiteY31" fmla="*/ 126206 h 331946"/>
              <a:gd name="connsiteX32" fmla="*/ 94665 w 378565"/>
              <a:gd name="connsiteY32" fmla="*/ 94488 h 331946"/>
              <a:gd name="connsiteX33" fmla="*/ 126252 w 378565"/>
              <a:gd name="connsiteY33" fmla="*/ 126206 h 331946"/>
              <a:gd name="connsiteX34" fmla="*/ 94665 w 378565"/>
              <a:gd name="connsiteY34" fmla="*/ 157924 h 331946"/>
              <a:gd name="connsiteX35" fmla="*/ 189330 w 378565"/>
              <a:gd name="connsiteY35" fmla="*/ 110395 h 331946"/>
              <a:gd name="connsiteX36" fmla="*/ 173300 w 378565"/>
              <a:gd name="connsiteY36" fmla="*/ 126206 h 331946"/>
              <a:gd name="connsiteX37" fmla="*/ 189330 w 378565"/>
              <a:gd name="connsiteY37" fmla="*/ 142018 h 331946"/>
              <a:gd name="connsiteX38" fmla="*/ 205361 w 378565"/>
              <a:gd name="connsiteY38" fmla="*/ 126206 h 331946"/>
              <a:gd name="connsiteX39" fmla="*/ 189330 w 378565"/>
              <a:gd name="connsiteY39" fmla="*/ 110395 h 331946"/>
              <a:gd name="connsiteX40" fmla="*/ 189330 w 378565"/>
              <a:gd name="connsiteY40" fmla="*/ 157924 h 331946"/>
              <a:gd name="connsiteX41" fmla="*/ 157364 w 378565"/>
              <a:gd name="connsiteY41" fmla="*/ 126206 h 331946"/>
              <a:gd name="connsiteX42" fmla="*/ 189330 w 378565"/>
              <a:gd name="connsiteY42" fmla="*/ 94488 h 331946"/>
              <a:gd name="connsiteX43" fmla="*/ 221296 w 378565"/>
              <a:gd name="connsiteY43" fmla="*/ 126206 h 331946"/>
              <a:gd name="connsiteX44" fmla="*/ 189330 w 378565"/>
              <a:gd name="connsiteY44" fmla="*/ 157924 h 331946"/>
              <a:gd name="connsiteX45" fmla="*/ 283995 w 378565"/>
              <a:gd name="connsiteY45" fmla="*/ 110395 h 331946"/>
              <a:gd name="connsiteX46" fmla="*/ 268249 w 378565"/>
              <a:gd name="connsiteY46" fmla="*/ 126206 h 331946"/>
              <a:gd name="connsiteX47" fmla="*/ 283995 w 378565"/>
              <a:gd name="connsiteY47" fmla="*/ 142018 h 331946"/>
              <a:gd name="connsiteX48" fmla="*/ 299741 w 378565"/>
              <a:gd name="connsiteY48" fmla="*/ 126206 h 331946"/>
              <a:gd name="connsiteX49" fmla="*/ 283995 w 378565"/>
              <a:gd name="connsiteY49" fmla="*/ 110395 h 331946"/>
              <a:gd name="connsiteX50" fmla="*/ 283995 w 378565"/>
              <a:gd name="connsiteY50" fmla="*/ 157924 h 331946"/>
              <a:gd name="connsiteX51" fmla="*/ 252409 w 378565"/>
              <a:gd name="connsiteY51" fmla="*/ 126206 h 331946"/>
              <a:gd name="connsiteX52" fmla="*/ 283995 w 378565"/>
              <a:gd name="connsiteY52" fmla="*/ 94488 h 331946"/>
              <a:gd name="connsiteX53" fmla="*/ 315582 w 378565"/>
              <a:gd name="connsiteY53" fmla="*/ 126206 h 331946"/>
              <a:gd name="connsiteX54" fmla="*/ 283995 w 378565"/>
              <a:gd name="connsiteY54" fmla="*/ 1579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78565" h="331946">
                <a:moveTo>
                  <a:pt x="15746" y="252889"/>
                </a:moveTo>
                <a:lnTo>
                  <a:pt x="118284" y="252889"/>
                </a:lnTo>
                <a:cubicBezTo>
                  <a:pt x="123501" y="252889"/>
                  <a:pt x="126157" y="256794"/>
                  <a:pt x="126157" y="260795"/>
                </a:cubicBezTo>
                <a:lnTo>
                  <a:pt x="126157" y="305562"/>
                </a:lnTo>
                <a:lnTo>
                  <a:pt x="176145" y="255461"/>
                </a:lnTo>
                <a:cubicBezTo>
                  <a:pt x="177473" y="254127"/>
                  <a:pt x="180129" y="252794"/>
                  <a:pt x="181362" y="252794"/>
                </a:cubicBezTo>
                <a:lnTo>
                  <a:pt x="362725" y="252794"/>
                </a:lnTo>
                <a:lnTo>
                  <a:pt x="362725" y="15621"/>
                </a:lnTo>
                <a:lnTo>
                  <a:pt x="15651" y="15621"/>
                </a:lnTo>
                <a:lnTo>
                  <a:pt x="15651" y="252794"/>
                </a:lnTo>
                <a:close/>
                <a:moveTo>
                  <a:pt x="118284" y="331946"/>
                </a:moveTo>
                <a:lnTo>
                  <a:pt x="115628" y="331946"/>
                </a:lnTo>
                <a:cubicBezTo>
                  <a:pt x="112972" y="330613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3889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3984" y="0"/>
                  <a:pt x="7873" y="0"/>
                </a:cubicBezTo>
                <a:lnTo>
                  <a:pt x="370692" y="0"/>
                </a:lnTo>
                <a:cubicBezTo>
                  <a:pt x="375910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5910" y="268700"/>
                  <a:pt x="370692" y="268700"/>
                </a:cubicBezTo>
                <a:lnTo>
                  <a:pt x="185346" y="268700"/>
                </a:lnTo>
                <a:lnTo>
                  <a:pt x="123596" y="329279"/>
                </a:lnTo>
                <a:cubicBezTo>
                  <a:pt x="122268" y="330613"/>
                  <a:pt x="120940" y="331946"/>
                  <a:pt x="118379" y="331946"/>
                </a:cubicBezTo>
                <a:close/>
                <a:moveTo>
                  <a:pt x="94665" y="110395"/>
                </a:moveTo>
                <a:cubicBezTo>
                  <a:pt x="86792" y="110395"/>
                  <a:pt x="78919" y="116967"/>
                  <a:pt x="78919" y="126206"/>
                </a:cubicBezTo>
                <a:cubicBezTo>
                  <a:pt x="78919" y="135445"/>
                  <a:pt x="86792" y="142018"/>
                  <a:pt x="94665" y="142018"/>
                </a:cubicBezTo>
                <a:cubicBezTo>
                  <a:pt x="103866" y="142018"/>
                  <a:pt x="110411" y="135445"/>
                  <a:pt x="110411" y="126206"/>
                </a:cubicBezTo>
                <a:cubicBezTo>
                  <a:pt x="110411" y="116967"/>
                  <a:pt x="103866" y="110395"/>
                  <a:pt x="94665" y="110395"/>
                </a:cubicBezTo>
                <a:close/>
                <a:moveTo>
                  <a:pt x="94665" y="157924"/>
                </a:moveTo>
                <a:cubicBezTo>
                  <a:pt x="77591" y="157924"/>
                  <a:pt x="63078" y="143447"/>
                  <a:pt x="63078" y="126206"/>
                </a:cubicBezTo>
                <a:cubicBezTo>
                  <a:pt x="63078" y="108966"/>
                  <a:pt x="77496" y="94488"/>
                  <a:pt x="94665" y="94488"/>
                </a:cubicBezTo>
                <a:cubicBezTo>
                  <a:pt x="111834" y="94488"/>
                  <a:pt x="126252" y="108966"/>
                  <a:pt x="126252" y="126206"/>
                </a:cubicBezTo>
                <a:cubicBezTo>
                  <a:pt x="126252" y="143447"/>
                  <a:pt x="111834" y="157924"/>
                  <a:pt x="94665" y="157924"/>
                </a:cubicBezTo>
                <a:close/>
                <a:moveTo>
                  <a:pt x="189330" y="110395"/>
                </a:moveTo>
                <a:cubicBezTo>
                  <a:pt x="181362" y="110395"/>
                  <a:pt x="173300" y="116967"/>
                  <a:pt x="173300" y="126206"/>
                </a:cubicBezTo>
                <a:cubicBezTo>
                  <a:pt x="173300" y="135445"/>
                  <a:pt x="181267" y="142018"/>
                  <a:pt x="189330" y="142018"/>
                </a:cubicBezTo>
                <a:cubicBezTo>
                  <a:pt x="198626" y="142018"/>
                  <a:pt x="205361" y="135445"/>
                  <a:pt x="205361" y="126206"/>
                </a:cubicBezTo>
                <a:cubicBezTo>
                  <a:pt x="205361" y="116967"/>
                  <a:pt x="198721" y="110395"/>
                  <a:pt x="189330" y="110395"/>
                </a:cubicBezTo>
                <a:close/>
                <a:moveTo>
                  <a:pt x="189330" y="157924"/>
                </a:moveTo>
                <a:cubicBezTo>
                  <a:pt x="171972" y="157924"/>
                  <a:pt x="157364" y="143447"/>
                  <a:pt x="157364" y="126206"/>
                </a:cubicBezTo>
                <a:cubicBezTo>
                  <a:pt x="157364" y="108966"/>
                  <a:pt x="172067" y="94488"/>
                  <a:pt x="189330" y="94488"/>
                </a:cubicBezTo>
                <a:cubicBezTo>
                  <a:pt x="206594" y="94488"/>
                  <a:pt x="221296" y="108966"/>
                  <a:pt x="221296" y="126206"/>
                </a:cubicBezTo>
                <a:cubicBezTo>
                  <a:pt x="221296" y="143447"/>
                  <a:pt x="206594" y="157924"/>
                  <a:pt x="189330" y="157924"/>
                </a:cubicBezTo>
                <a:close/>
                <a:moveTo>
                  <a:pt x="283995" y="110395"/>
                </a:moveTo>
                <a:cubicBezTo>
                  <a:pt x="276122" y="110395"/>
                  <a:pt x="268249" y="116967"/>
                  <a:pt x="268249" y="126206"/>
                </a:cubicBezTo>
                <a:cubicBezTo>
                  <a:pt x="268249" y="135445"/>
                  <a:pt x="276122" y="142018"/>
                  <a:pt x="283995" y="142018"/>
                </a:cubicBezTo>
                <a:cubicBezTo>
                  <a:pt x="293196" y="142018"/>
                  <a:pt x="299741" y="135445"/>
                  <a:pt x="299741" y="126206"/>
                </a:cubicBezTo>
                <a:cubicBezTo>
                  <a:pt x="299741" y="116967"/>
                  <a:pt x="293196" y="110395"/>
                  <a:pt x="283995" y="110395"/>
                </a:cubicBezTo>
                <a:close/>
                <a:moveTo>
                  <a:pt x="283995" y="157924"/>
                </a:moveTo>
                <a:cubicBezTo>
                  <a:pt x="266921" y="157924"/>
                  <a:pt x="252409" y="143447"/>
                  <a:pt x="252409" y="126206"/>
                </a:cubicBezTo>
                <a:cubicBezTo>
                  <a:pt x="252409" y="108966"/>
                  <a:pt x="266827" y="94488"/>
                  <a:pt x="283995" y="94488"/>
                </a:cubicBezTo>
                <a:cubicBezTo>
                  <a:pt x="301164" y="94488"/>
                  <a:pt x="315582" y="108966"/>
                  <a:pt x="315582" y="126206"/>
                </a:cubicBezTo>
                <a:cubicBezTo>
                  <a:pt x="315582" y="143447"/>
                  <a:pt x="301164" y="157924"/>
                  <a:pt x="283995" y="15792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7" name="Graphic 44">
            <a:extLst>
              <a:ext uri="{FF2B5EF4-FFF2-40B4-BE49-F238E27FC236}">
                <a16:creationId xmlns:a16="http://schemas.microsoft.com/office/drawing/2014/main" id="{7F5ED859-5FEE-5102-5B1E-8C19F26D95A0}"/>
              </a:ext>
            </a:extLst>
          </p:cNvPr>
          <p:cNvSpPr/>
          <p:nvPr/>
        </p:nvSpPr>
        <p:spPr>
          <a:xfrm>
            <a:off x="6221977" y="2865354"/>
            <a:ext cx="501089" cy="439382"/>
          </a:xfrm>
          <a:custGeom>
            <a:avLst/>
            <a:gdLst>
              <a:gd name="connsiteX0" fmla="*/ 15746 w 378565"/>
              <a:gd name="connsiteY0" fmla="*/ 252889 h 331946"/>
              <a:gd name="connsiteX1" fmla="*/ 118284 w 378565"/>
              <a:gd name="connsiteY1" fmla="*/ 252889 h 331946"/>
              <a:gd name="connsiteX2" fmla="*/ 126157 w 378565"/>
              <a:gd name="connsiteY2" fmla="*/ 260795 h 331946"/>
              <a:gd name="connsiteX3" fmla="*/ 126157 w 378565"/>
              <a:gd name="connsiteY3" fmla="*/ 305562 h 331946"/>
              <a:gd name="connsiteX4" fmla="*/ 176145 w 378565"/>
              <a:gd name="connsiteY4" fmla="*/ 255461 h 331946"/>
              <a:gd name="connsiteX5" fmla="*/ 181362 w 378565"/>
              <a:gd name="connsiteY5" fmla="*/ 252794 h 331946"/>
              <a:gd name="connsiteX6" fmla="*/ 362725 w 378565"/>
              <a:gd name="connsiteY6" fmla="*/ 252794 h 331946"/>
              <a:gd name="connsiteX7" fmla="*/ 362725 w 378565"/>
              <a:gd name="connsiteY7" fmla="*/ 15621 h 331946"/>
              <a:gd name="connsiteX8" fmla="*/ 15651 w 378565"/>
              <a:gd name="connsiteY8" fmla="*/ 15621 h 331946"/>
              <a:gd name="connsiteX9" fmla="*/ 15651 w 378565"/>
              <a:gd name="connsiteY9" fmla="*/ 252794 h 331946"/>
              <a:gd name="connsiteX10" fmla="*/ 118284 w 378565"/>
              <a:gd name="connsiteY10" fmla="*/ 331946 h 331946"/>
              <a:gd name="connsiteX11" fmla="*/ 115628 w 378565"/>
              <a:gd name="connsiteY11" fmla="*/ 331946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2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2 w 378565"/>
              <a:gd name="connsiteY21" fmla="*/ 268700 h 331946"/>
              <a:gd name="connsiteX22" fmla="*/ 185346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94665 w 378565"/>
              <a:gd name="connsiteY25" fmla="*/ 110395 h 331946"/>
              <a:gd name="connsiteX26" fmla="*/ 78919 w 378565"/>
              <a:gd name="connsiteY26" fmla="*/ 126206 h 331946"/>
              <a:gd name="connsiteX27" fmla="*/ 94665 w 378565"/>
              <a:gd name="connsiteY27" fmla="*/ 142018 h 331946"/>
              <a:gd name="connsiteX28" fmla="*/ 110411 w 378565"/>
              <a:gd name="connsiteY28" fmla="*/ 126206 h 331946"/>
              <a:gd name="connsiteX29" fmla="*/ 94665 w 378565"/>
              <a:gd name="connsiteY29" fmla="*/ 110395 h 331946"/>
              <a:gd name="connsiteX30" fmla="*/ 94665 w 378565"/>
              <a:gd name="connsiteY30" fmla="*/ 157924 h 331946"/>
              <a:gd name="connsiteX31" fmla="*/ 63078 w 378565"/>
              <a:gd name="connsiteY31" fmla="*/ 126206 h 331946"/>
              <a:gd name="connsiteX32" fmla="*/ 94665 w 378565"/>
              <a:gd name="connsiteY32" fmla="*/ 94488 h 331946"/>
              <a:gd name="connsiteX33" fmla="*/ 126252 w 378565"/>
              <a:gd name="connsiteY33" fmla="*/ 126206 h 331946"/>
              <a:gd name="connsiteX34" fmla="*/ 94665 w 378565"/>
              <a:gd name="connsiteY34" fmla="*/ 157924 h 331946"/>
              <a:gd name="connsiteX35" fmla="*/ 189330 w 378565"/>
              <a:gd name="connsiteY35" fmla="*/ 110395 h 331946"/>
              <a:gd name="connsiteX36" fmla="*/ 173300 w 378565"/>
              <a:gd name="connsiteY36" fmla="*/ 126206 h 331946"/>
              <a:gd name="connsiteX37" fmla="*/ 189330 w 378565"/>
              <a:gd name="connsiteY37" fmla="*/ 142018 h 331946"/>
              <a:gd name="connsiteX38" fmla="*/ 205361 w 378565"/>
              <a:gd name="connsiteY38" fmla="*/ 126206 h 331946"/>
              <a:gd name="connsiteX39" fmla="*/ 189330 w 378565"/>
              <a:gd name="connsiteY39" fmla="*/ 110395 h 331946"/>
              <a:gd name="connsiteX40" fmla="*/ 189330 w 378565"/>
              <a:gd name="connsiteY40" fmla="*/ 157924 h 331946"/>
              <a:gd name="connsiteX41" fmla="*/ 157364 w 378565"/>
              <a:gd name="connsiteY41" fmla="*/ 126206 h 331946"/>
              <a:gd name="connsiteX42" fmla="*/ 189330 w 378565"/>
              <a:gd name="connsiteY42" fmla="*/ 94488 h 331946"/>
              <a:gd name="connsiteX43" fmla="*/ 221296 w 378565"/>
              <a:gd name="connsiteY43" fmla="*/ 126206 h 331946"/>
              <a:gd name="connsiteX44" fmla="*/ 189330 w 378565"/>
              <a:gd name="connsiteY44" fmla="*/ 157924 h 331946"/>
              <a:gd name="connsiteX45" fmla="*/ 283995 w 378565"/>
              <a:gd name="connsiteY45" fmla="*/ 110395 h 331946"/>
              <a:gd name="connsiteX46" fmla="*/ 268249 w 378565"/>
              <a:gd name="connsiteY46" fmla="*/ 126206 h 331946"/>
              <a:gd name="connsiteX47" fmla="*/ 283995 w 378565"/>
              <a:gd name="connsiteY47" fmla="*/ 142018 h 331946"/>
              <a:gd name="connsiteX48" fmla="*/ 299741 w 378565"/>
              <a:gd name="connsiteY48" fmla="*/ 126206 h 331946"/>
              <a:gd name="connsiteX49" fmla="*/ 283995 w 378565"/>
              <a:gd name="connsiteY49" fmla="*/ 110395 h 331946"/>
              <a:gd name="connsiteX50" fmla="*/ 283995 w 378565"/>
              <a:gd name="connsiteY50" fmla="*/ 157924 h 331946"/>
              <a:gd name="connsiteX51" fmla="*/ 252409 w 378565"/>
              <a:gd name="connsiteY51" fmla="*/ 126206 h 331946"/>
              <a:gd name="connsiteX52" fmla="*/ 283995 w 378565"/>
              <a:gd name="connsiteY52" fmla="*/ 94488 h 331946"/>
              <a:gd name="connsiteX53" fmla="*/ 315582 w 378565"/>
              <a:gd name="connsiteY53" fmla="*/ 126206 h 331946"/>
              <a:gd name="connsiteX54" fmla="*/ 283995 w 378565"/>
              <a:gd name="connsiteY54" fmla="*/ 1579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78565" h="331946">
                <a:moveTo>
                  <a:pt x="15746" y="252889"/>
                </a:moveTo>
                <a:lnTo>
                  <a:pt x="118284" y="252889"/>
                </a:lnTo>
                <a:cubicBezTo>
                  <a:pt x="123501" y="252889"/>
                  <a:pt x="126157" y="256794"/>
                  <a:pt x="126157" y="260795"/>
                </a:cubicBezTo>
                <a:lnTo>
                  <a:pt x="126157" y="305562"/>
                </a:lnTo>
                <a:lnTo>
                  <a:pt x="176145" y="255461"/>
                </a:lnTo>
                <a:cubicBezTo>
                  <a:pt x="177473" y="254127"/>
                  <a:pt x="180129" y="252794"/>
                  <a:pt x="181362" y="252794"/>
                </a:cubicBezTo>
                <a:lnTo>
                  <a:pt x="362725" y="252794"/>
                </a:lnTo>
                <a:lnTo>
                  <a:pt x="362725" y="15621"/>
                </a:lnTo>
                <a:lnTo>
                  <a:pt x="15651" y="15621"/>
                </a:lnTo>
                <a:lnTo>
                  <a:pt x="15651" y="252794"/>
                </a:lnTo>
                <a:close/>
                <a:moveTo>
                  <a:pt x="118284" y="331946"/>
                </a:moveTo>
                <a:lnTo>
                  <a:pt x="115628" y="331946"/>
                </a:lnTo>
                <a:cubicBezTo>
                  <a:pt x="112972" y="330613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3889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3984" y="0"/>
                  <a:pt x="7873" y="0"/>
                </a:cubicBezTo>
                <a:lnTo>
                  <a:pt x="370692" y="0"/>
                </a:lnTo>
                <a:cubicBezTo>
                  <a:pt x="375910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5910" y="268700"/>
                  <a:pt x="370692" y="268700"/>
                </a:cubicBezTo>
                <a:lnTo>
                  <a:pt x="185346" y="268700"/>
                </a:lnTo>
                <a:lnTo>
                  <a:pt x="123596" y="329279"/>
                </a:lnTo>
                <a:cubicBezTo>
                  <a:pt x="122268" y="330613"/>
                  <a:pt x="120940" y="331946"/>
                  <a:pt x="118379" y="331946"/>
                </a:cubicBezTo>
                <a:close/>
                <a:moveTo>
                  <a:pt x="94665" y="110395"/>
                </a:moveTo>
                <a:cubicBezTo>
                  <a:pt x="86792" y="110395"/>
                  <a:pt x="78919" y="116967"/>
                  <a:pt x="78919" y="126206"/>
                </a:cubicBezTo>
                <a:cubicBezTo>
                  <a:pt x="78919" y="135445"/>
                  <a:pt x="86792" y="142018"/>
                  <a:pt x="94665" y="142018"/>
                </a:cubicBezTo>
                <a:cubicBezTo>
                  <a:pt x="103866" y="142018"/>
                  <a:pt x="110411" y="135445"/>
                  <a:pt x="110411" y="126206"/>
                </a:cubicBezTo>
                <a:cubicBezTo>
                  <a:pt x="110411" y="116967"/>
                  <a:pt x="103866" y="110395"/>
                  <a:pt x="94665" y="110395"/>
                </a:cubicBezTo>
                <a:close/>
                <a:moveTo>
                  <a:pt x="94665" y="157924"/>
                </a:moveTo>
                <a:cubicBezTo>
                  <a:pt x="77591" y="157924"/>
                  <a:pt x="63078" y="143447"/>
                  <a:pt x="63078" y="126206"/>
                </a:cubicBezTo>
                <a:cubicBezTo>
                  <a:pt x="63078" y="108966"/>
                  <a:pt x="77496" y="94488"/>
                  <a:pt x="94665" y="94488"/>
                </a:cubicBezTo>
                <a:cubicBezTo>
                  <a:pt x="111834" y="94488"/>
                  <a:pt x="126252" y="108966"/>
                  <a:pt x="126252" y="126206"/>
                </a:cubicBezTo>
                <a:cubicBezTo>
                  <a:pt x="126252" y="143447"/>
                  <a:pt x="111834" y="157924"/>
                  <a:pt x="94665" y="157924"/>
                </a:cubicBezTo>
                <a:close/>
                <a:moveTo>
                  <a:pt x="189330" y="110395"/>
                </a:moveTo>
                <a:cubicBezTo>
                  <a:pt x="181362" y="110395"/>
                  <a:pt x="173300" y="116967"/>
                  <a:pt x="173300" y="126206"/>
                </a:cubicBezTo>
                <a:cubicBezTo>
                  <a:pt x="173300" y="135445"/>
                  <a:pt x="181267" y="142018"/>
                  <a:pt x="189330" y="142018"/>
                </a:cubicBezTo>
                <a:cubicBezTo>
                  <a:pt x="198626" y="142018"/>
                  <a:pt x="205361" y="135445"/>
                  <a:pt x="205361" y="126206"/>
                </a:cubicBezTo>
                <a:cubicBezTo>
                  <a:pt x="205361" y="116967"/>
                  <a:pt x="198721" y="110395"/>
                  <a:pt x="189330" y="110395"/>
                </a:cubicBezTo>
                <a:close/>
                <a:moveTo>
                  <a:pt x="189330" y="157924"/>
                </a:moveTo>
                <a:cubicBezTo>
                  <a:pt x="171972" y="157924"/>
                  <a:pt x="157364" y="143447"/>
                  <a:pt x="157364" y="126206"/>
                </a:cubicBezTo>
                <a:cubicBezTo>
                  <a:pt x="157364" y="108966"/>
                  <a:pt x="172067" y="94488"/>
                  <a:pt x="189330" y="94488"/>
                </a:cubicBezTo>
                <a:cubicBezTo>
                  <a:pt x="206594" y="94488"/>
                  <a:pt x="221296" y="108966"/>
                  <a:pt x="221296" y="126206"/>
                </a:cubicBezTo>
                <a:cubicBezTo>
                  <a:pt x="221296" y="143447"/>
                  <a:pt x="206594" y="157924"/>
                  <a:pt x="189330" y="157924"/>
                </a:cubicBezTo>
                <a:close/>
                <a:moveTo>
                  <a:pt x="283995" y="110395"/>
                </a:moveTo>
                <a:cubicBezTo>
                  <a:pt x="276122" y="110395"/>
                  <a:pt x="268249" y="116967"/>
                  <a:pt x="268249" y="126206"/>
                </a:cubicBezTo>
                <a:cubicBezTo>
                  <a:pt x="268249" y="135445"/>
                  <a:pt x="276122" y="142018"/>
                  <a:pt x="283995" y="142018"/>
                </a:cubicBezTo>
                <a:cubicBezTo>
                  <a:pt x="293196" y="142018"/>
                  <a:pt x="299741" y="135445"/>
                  <a:pt x="299741" y="126206"/>
                </a:cubicBezTo>
                <a:cubicBezTo>
                  <a:pt x="299741" y="116967"/>
                  <a:pt x="293196" y="110395"/>
                  <a:pt x="283995" y="110395"/>
                </a:cubicBezTo>
                <a:close/>
                <a:moveTo>
                  <a:pt x="283995" y="157924"/>
                </a:moveTo>
                <a:cubicBezTo>
                  <a:pt x="266921" y="157924"/>
                  <a:pt x="252409" y="143447"/>
                  <a:pt x="252409" y="126206"/>
                </a:cubicBezTo>
                <a:cubicBezTo>
                  <a:pt x="252409" y="108966"/>
                  <a:pt x="266827" y="94488"/>
                  <a:pt x="283995" y="94488"/>
                </a:cubicBezTo>
                <a:cubicBezTo>
                  <a:pt x="301164" y="94488"/>
                  <a:pt x="315582" y="108966"/>
                  <a:pt x="315582" y="126206"/>
                </a:cubicBezTo>
                <a:cubicBezTo>
                  <a:pt x="315582" y="143447"/>
                  <a:pt x="301164" y="157924"/>
                  <a:pt x="283995" y="15792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8" name="Graphic 44">
            <a:extLst>
              <a:ext uri="{FF2B5EF4-FFF2-40B4-BE49-F238E27FC236}">
                <a16:creationId xmlns:a16="http://schemas.microsoft.com/office/drawing/2014/main" id="{2F72F518-651B-5075-A2C5-55A0FC92068D}"/>
              </a:ext>
            </a:extLst>
          </p:cNvPr>
          <p:cNvSpPr/>
          <p:nvPr/>
        </p:nvSpPr>
        <p:spPr>
          <a:xfrm>
            <a:off x="5463694" y="3500974"/>
            <a:ext cx="501089" cy="439382"/>
          </a:xfrm>
          <a:custGeom>
            <a:avLst/>
            <a:gdLst>
              <a:gd name="connsiteX0" fmla="*/ 15746 w 378565"/>
              <a:gd name="connsiteY0" fmla="*/ 252889 h 331946"/>
              <a:gd name="connsiteX1" fmla="*/ 118284 w 378565"/>
              <a:gd name="connsiteY1" fmla="*/ 252889 h 331946"/>
              <a:gd name="connsiteX2" fmla="*/ 126157 w 378565"/>
              <a:gd name="connsiteY2" fmla="*/ 260795 h 331946"/>
              <a:gd name="connsiteX3" fmla="*/ 126157 w 378565"/>
              <a:gd name="connsiteY3" fmla="*/ 305562 h 331946"/>
              <a:gd name="connsiteX4" fmla="*/ 176145 w 378565"/>
              <a:gd name="connsiteY4" fmla="*/ 255461 h 331946"/>
              <a:gd name="connsiteX5" fmla="*/ 181362 w 378565"/>
              <a:gd name="connsiteY5" fmla="*/ 252794 h 331946"/>
              <a:gd name="connsiteX6" fmla="*/ 362725 w 378565"/>
              <a:gd name="connsiteY6" fmla="*/ 252794 h 331946"/>
              <a:gd name="connsiteX7" fmla="*/ 362725 w 378565"/>
              <a:gd name="connsiteY7" fmla="*/ 15621 h 331946"/>
              <a:gd name="connsiteX8" fmla="*/ 15651 w 378565"/>
              <a:gd name="connsiteY8" fmla="*/ 15621 h 331946"/>
              <a:gd name="connsiteX9" fmla="*/ 15651 w 378565"/>
              <a:gd name="connsiteY9" fmla="*/ 252794 h 331946"/>
              <a:gd name="connsiteX10" fmla="*/ 118284 w 378565"/>
              <a:gd name="connsiteY10" fmla="*/ 331946 h 331946"/>
              <a:gd name="connsiteX11" fmla="*/ 115628 w 378565"/>
              <a:gd name="connsiteY11" fmla="*/ 331946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2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2 w 378565"/>
              <a:gd name="connsiteY21" fmla="*/ 268700 h 331946"/>
              <a:gd name="connsiteX22" fmla="*/ 185346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94665 w 378565"/>
              <a:gd name="connsiteY25" fmla="*/ 110395 h 331946"/>
              <a:gd name="connsiteX26" fmla="*/ 78919 w 378565"/>
              <a:gd name="connsiteY26" fmla="*/ 126206 h 331946"/>
              <a:gd name="connsiteX27" fmla="*/ 94665 w 378565"/>
              <a:gd name="connsiteY27" fmla="*/ 142018 h 331946"/>
              <a:gd name="connsiteX28" fmla="*/ 110411 w 378565"/>
              <a:gd name="connsiteY28" fmla="*/ 126206 h 331946"/>
              <a:gd name="connsiteX29" fmla="*/ 94665 w 378565"/>
              <a:gd name="connsiteY29" fmla="*/ 110395 h 331946"/>
              <a:gd name="connsiteX30" fmla="*/ 94665 w 378565"/>
              <a:gd name="connsiteY30" fmla="*/ 157924 h 331946"/>
              <a:gd name="connsiteX31" fmla="*/ 63078 w 378565"/>
              <a:gd name="connsiteY31" fmla="*/ 126206 h 331946"/>
              <a:gd name="connsiteX32" fmla="*/ 94665 w 378565"/>
              <a:gd name="connsiteY32" fmla="*/ 94488 h 331946"/>
              <a:gd name="connsiteX33" fmla="*/ 126252 w 378565"/>
              <a:gd name="connsiteY33" fmla="*/ 126206 h 331946"/>
              <a:gd name="connsiteX34" fmla="*/ 94665 w 378565"/>
              <a:gd name="connsiteY34" fmla="*/ 157924 h 331946"/>
              <a:gd name="connsiteX35" fmla="*/ 189330 w 378565"/>
              <a:gd name="connsiteY35" fmla="*/ 110395 h 331946"/>
              <a:gd name="connsiteX36" fmla="*/ 173300 w 378565"/>
              <a:gd name="connsiteY36" fmla="*/ 126206 h 331946"/>
              <a:gd name="connsiteX37" fmla="*/ 189330 w 378565"/>
              <a:gd name="connsiteY37" fmla="*/ 142018 h 331946"/>
              <a:gd name="connsiteX38" fmla="*/ 205361 w 378565"/>
              <a:gd name="connsiteY38" fmla="*/ 126206 h 331946"/>
              <a:gd name="connsiteX39" fmla="*/ 189330 w 378565"/>
              <a:gd name="connsiteY39" fmla="*/ 110395 h 331946"/>
              <a:gd name="connsiteX40" fmla="*/ 189330 w 378565"/>
              <a:gd name="connsiteY40" fmla="*/ 157924 h 331946"/>
              <a:gd name="connsiteX41" fmla="*/ 157364 w 378565"/>
              <a:gd name="connsiteY41" fmla="*/ 126206 h 331946"/>
              <a:gd name="connsiteX42" fmla="*/ 189330 w 378565"/>
              <a:gd name="connsiteY42" fmla="*/ 94488 h 331946"/>
              <a:gd name="connsiteX43" fmla="*/ 221296 w 378565"/>
              <a:gd name="connsiteY43" fmla="*/ 126206 h 331946"/>
              <a:gd name="connsiteX44" fmla="*/ 189330 w 378565"/>
              <a:gd name="connsiteY44" fmla="*/ 157924 h 331946"/>
              <a:gd name="connsiteX45" fmla="*/ 283995 w 378565"/>
              <a:gd name="connsiteY45" fmla="*/ 110395 h 331946"/>
              <a:gd name="connsiteX46" fmla="*/ 268249 w 378565"/>
              <a:gd name="connsiteY46" fmla="*/ 126206 h 331946"/>
              <a:gd name="connsiteX47" fmla="*/ 283995 w 378565"/>
              <a:gd name="connsiteY47" fmla="*/ 142018 h 331946"/>
              <a:gd name="connsiteX48" fmla="*/ 299741 w 378565"/>
              <a:gd name="connsiteY48" fmla="*/ 126206 h 331946"/>
              <a:gd name="connsiteX49" fmla="*/ 283995 w 378565"/>
              <a:gd name="connsiteY49" fmla="*/ 110395 h 331946"/>
              <a:gd name="connsiteX50" fmla="*/ 283995 w 378565"/>
              <a:gd name="connsiteY50" fmla="*/ 157924 h 331946"/>
              <a:gd name="connsiteX51" fmla="*/ 252409 w 378565"/>
              <a:gd name="connsiteY51" fmla="*/ 126206 h 331946"/>
              <a:gd name="connsiteX52" fmla="*/ 283995 w 378565"/>
              <a:gd name="connsiteY52" fmla="*/ 94488 h 331946"/>
              <a:gd name="connsiteX53" fmla="*/ 315582 w 378565"/>
              <a:gd name="connsiteY53" fmla="*/ 126206 h 331946"/>
              <a:gd name="connsiteX54" fmla="*/ 283995 w 378565"/>
              <a:gd name="connsiteY54" fmla="*/ 1579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78565" h="331946">
                <a:moveTo>
                  <a:pt x="15746" y="252889"/>
                </a:moveTo>
                <a:lnTo>
                  <a:pt x="118284" y="252889"/>
                </a:lnTo>
                <a:cubicBezTo>
                  <a:pt x="123501" y="252889"/>
                  <a:pt x="126157" y="256794"/>
                  <a:pt x="126157" y="260795"/>
                </a:cubicBezTo>
                <a:lnTo>
                  <a:pt x="126157" y="305562"/>
                </a:lnTo>
                <a:lnTo>
                  <a:pt x="176145" y="255461"/>
                </a:lnTo>
                <a:cubicBezTo>
                  <a:pt x="177473" y="254127"/>
                  <a:pt x="180129" y="252794"/>
                  <a:pt x="181362" y="252794"/>
                </a:cubicBezTo>
                <a:lnTo>
                  <a:pt x="362725" y="252794"/>
                </a:lnTo>
                <a:lnTo>
                  <a:pt x="362725" y="15621"/>
                </a:lnTo>
                <a:lnTo>
                  <a:pt x="15651" y="15621"/>
                </a:lnTo>
                <a:lnTo>
                  <a:pt x="15651" y="252794"/>
                </a:lnTo>
                <a:close/>
                <a:moveTo>
                  <a:pt x="118284" y="331946"/>
                </a:moveTo>
                <a:lnTo>
                  <a:pt x="115628" y="331946"/>
                </a:lnTo>
                <a:cubicBezTo>
                  <a:pt x="112972" y="330613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3889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3984" y="0"/>
                  <a:pt x="7873" y="0"/>
                </a:cubicBezTo>
                <a:lnTo>
                  <a:pt x="370692" y="0"/>
                </a:lnTo>
                <a:cubicBezTo>
                  <a:pt x="375910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5910" y="268700"/>
                  <a:pt x="370692" y="268700"/>
                </a:cubicBezTo>
                <a:lnTo>
                  <a:pt x="185346" y="268700"/>
                </a:lnTo>
                <a:lnTo>
                  <a:pt x="123596" y="329279"/>
                </a:lnTo>
                <a:cubicBezTo>
                  <a:pt x="122268" y="330613"/>
                  <a:pt x="120940" y="331946"/>
                  <a:pt x="118379" y="331946"/>
                </a:cubicBezTo>
                <a:close/>
                <a:moveTo>
                  <a:pt x="94665" y="110395"/>
                </a:moveTo>
                <a:cubicBezTo>
                  <a:pt x="86792" y="110395"/>
                  <a:pt x="78919" y="116967"/>
                  <a:pt x="78919" y="126206"/>
                </a:cubicBezTo>
                <a:cubicBezTo>
                  <a:pt x="78919" y="135445"/>
                  <a:pt x="86792" y="142018"/>
                  <a:pt x="94665" y="142018"/>
                </a:cubicBezTo>
                <a:cubicBezTo>
                  <a:pt x="103866" y="142018"/>
                  <a:pt x="110411" y="135445"/>
                  <a:pt x="110411" y="126206"/>
                </a:cubicBezTo>
                <a:cubicBezTo>
                  <a:pt x="110411" y="116967"/>
                  <a:pt x="103866" y="110395"/>
                  <a:pt x="94665" y="110395"/>
                </a:cubicBezTo>
                <a:close/>
                <a:moveTo>
                  <a:pt x="94665" y="157924"/>
                </a:moveTo>
                <a:cubicBezTo>
                  <a:pt x="77591" y="157924"/>
                  <a:pt x="63078" y="143447"/>
                  <a:pt x="63078" y="126206"/>
                </a:cubicBezTo>
                <a:cubicBezTo>
                  <a:pt x="63078" y="108966"/>
                  <a:pt x="77496" y="94488"/>
                  <a:pt x="94665" y="94488"/>
                </a:cubicBezTo>
                <a:cubicBezTo>
                  <a:pt x="111834" y="94488"/>
                  <a:pt x="126252" y="108966"/>
                  <a:pt x="126252" y="126206"/>
                </a:cubicBezTo>
                <a:cubicBezTo>
                  <a:pt x="126252" y="143447"/>
                  <a:pt x="111834" y="157924"/>
                  <a:pt x="94665" y="157924"/>
                </a:cubicBezTo>
                <a:close/>
                <a:moveTo>
                  <a:pt x="189330" y="110395"/>
                </a:moveTo>
                <a:cubicBezTo>
                  <a:pt x="181362" y="110395"/>
                  <a:pt x="173300" y="116967"/>
                  <a:pt x="173300" y="126206"/>
                </a:cubicBezTo>
                <a:cubicBezTo>
                  <a:pt x="173300" y="135445"/>
                  <a:pt x="181267" y="142018"/>
                  <a:pt x="189330" y="142018"/>
                </a:cubicBezTo>
                <a:cubicBezTo>
                  <a:pt x="198626" y="142018"/>
                  <a:pt x="205361" y="135445"/>
                  <a:pt x="205361" y="126206"/>
                </a:cubicBezTo>
                <a:cubicBezTo>
                  <a:pt x="205361" y="116967"/>
                  <a:pt x="198721" y="110395"/>
                  <a:pt x="189330" y="110395"/>
                </a:cubicBezTo>
                <a:close/>
                <a:moveTo>
                  <a:pt x="189330" y="157924"/>
                </a:moveTo>
                <a:cubicBezTo>
                  <a:pt x="171972" y="157924"/>
                  <a:pt x="157364" y="143447"/>
                  <a:pt x="157364" y="126206"/>
                </a:cubicBezTo>
                <a:cubicBezTo>
                  <a:pt x="157364" y="108966"/>
                  <a:pt x="172067" y="94488"/>
                  <a:pt x="189330" y="94488"/>
                </a:cubicBezTo>
                <a:cubicBezTo>
                  <a:pt x="206594" y="94488"/>
                  <a:pt x="221296" y="108966"/>
                  <a:pt x="221296" y="126206"/>
                </a:cubicBezTo>
                <a:cubicBezTo>
                  <a:pt x="221296" y="143447"/>
                  <a:pt x="206594" y="157924"/>
                  <a:pt x="189330" y="157924"/>
                </a:cubicBezTo>
                <a:close/>
                <a:moveTo>
                  <a:pt x="283995" y="110395"/>
                </a:moveTo>
                <a:cubicBezTo>
                  <a:pt x="276122" y="110395"/>
                  <a:pt x="268249" y="116967"/>
                  <a:pt x="268249" y="126206"/>
                </a:cubicBezTo>
                <a:cubicBezTo>
                  <a:pt x="268249" y="135445"/>
                  <a:pt x="276122" y="142018"/>
                  <a:pt x="283995" y="142018"/>
                </a:cubicBezTo>
                <a:cubicBezTo>
                  <a:pt x="293196" y="142018"/>
                  <a:pt x="299741" y="135445"/>
                  <a:pt x="299741" y="126206"/>
                </a:cubicBezTo>
                <a:cubicBezTo>
                  <a:pt x="299741" y="116967"/>
                  <a:pt x="293196" y="110395"/>
                  <a:pt x="283995" y="110395"/>
                </a:cubicBezTo>
                <a:close/>
                <a:moveTo>
                  <a:pt x="283995" y="157924"/>
                </a:moveTo>
                <a:cubicBezTo>
                  <a:pt x="266921" y="157924"/>
                  <a:pt x="252409" y="143447"/>
                  <a:pt x="252409" y="126206"/>
                </a:cubicBezTo>
                <a:cubicBezTo>
                  <a:pt x="252409" y="108966"/>
                  <a:pt x="266827" y="94488"/>
                  <a:pt x="283995" y="94488"/>
                </a:cubicBezTo>
                <a:cubicBezTo>
                  <a:pt x="301164" y="94488"/>
                  <a:pt x="315582" y="108966"/>
                  <a:pt x="315582" y="126206"/>
                </a:cubicBezTo>
                <a:cubicBezTo>
                  <a:pt x="315582" y="143447"/>
                  <a:pt x="301164" y="157924"/>
                  <a:pt x="283995" y="15792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9" name="Graphic 44">
            <a:extLst>
              <a:ext uri="{FF2B5EF4-FFF2-40B4-BE49-F238E27FC236}">
                <a16:creationId xmlns:a16="http://schemas.microsoft.com/office/drawing/2014/main" id="{7D67DFB8-57B3-373F-4A84-AFB850DB5ED6}"/>
              </a:ext>
            </a:extLst>
          </p:cNvPr>
          <p:cNvSpPr/>
          <p:nvPr/>
        </p:nvSpPr>
        <p:spPr>
          <a:xfrm>
            <a:off x="6221977" y="3500974"/>
            <a:ext cx="501089" cy="439382"/>
          </a:xfrm>
          <a:custGeom>
            <a:avLst/>
            <a:gdLst>
              <a:gd name="connsiteX0" fmla="*/ 15746 w 378565"/>
              <a:gd name="connsiteY0" fmla="*/ 252889 h 331946"/>
              <a:gd name="connsiteX1" fmla="*/ 118284 w 378565"/>
              <a:gd name="connsiteY1" fmla="*/ 252889 h 331946"/>
              <a:gd name="connsiteX2" fmla="*/ 126157 w 378565"/>
              <a:gd name="connsiteY2" fmla="*/ 260795 h 331946"/>
              <a:gd name="connsiteX3" fmla="*/ 126157 w 378565"/>
              <a:gd name="connsiteY3" fmla="*/ 305562 h 331946"/>
              <a:gd name="connsiteX4" fmla="*/ 176145 w 378565"/>
              <a:gd name="connsiteY4" fmla="*/ 255461 h 331946"/>
              <a:gd name="connsiteX5" fmla="*/ 181362 w 378565"/>
              <a:gd name="connsiteY5" fmla="*/ 252794 h 331946"/>
              <a:gd name="connsiteX6" fmla="*/ 362725 w 378565"/>
              <a:gd name="connsiteY6" fmla="*/ 252794 h 331946"/>
              <a:gd name="connsiteX7" fmla="*/ 362725 w 378565"/>
              <a:gd name="connsiteY7" fmla="*/ 15621 h 331946"/>
              <a:gd name="connsiteX8" fmla="*/ 15651 w 378565"/>
              <a:gd name="connsiteY8" fmla="*/ 15621 h 331946"/>
              <a:gd name="connsiteX9" fmla="*/ 15651 w 378565"/>
              <a:gd name="connsiteY9" fmla="*/ 252794 h 331946"/>
              <a:gd name="connsiteX10" fmla="*/ 118284 w 378565"/>
              <a:gd name="connsiteY10" fmla="*/ 331946 h 331946"/>
              <a:gd name="connsiteX11" fmla="*/ 115628 w 378565"/>
              <a:gd name="connsiteY11" fmla="*/ 331946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2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2 w 378565"/>
              <a:gd name="connsiteY21" fmla="*/ 268700 h 331946"/>
              <a:gd name="connsiteX22" fmla="*/ 185346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94665 w 378565"/>
              <a:gd name="connsiteY25" fmla="*/ 110395 h 331946"/>
              <a:gd name="connsiteX26" fmla="*/ 78919 w 378565"/>
              <a:gd name="connsiteY26" fmla="*/ 126206 h 331946"/>
              <a:gd name="connsiteX27" fmla="*/ 94665 w 378565"/>
              <a:gd name="connsiteY27" fmla="*/ 142018 h 331946"/>
              <a:gd name="connsiteX28" fmla="*/ 110411 w 378565"/>
              <a:gd name="connsiteY28" fmla="*/ 126206 h 331946"/>
              <a:gd name="connsiteX29" fmla="*/ 94665 w 378565"/>
              <a:gd name="connsiteY29" fmla="*/ 110395 h 331946"/>
              <a:gd name="connsiteX30" fmla="*/ 94665 w 378565"/>
              <a:gd name="connsiteY30" fmla="*/ 157924 h 331946"/>
              <a:gd name="connsiteX31" fmla="*/ 63078 w 378565"/>
              <a:gd name="connsiteY31" fmla="*/ 126206 h 331946"/>
              <a:gd name="connsiteX32" fmla="*/ 94665 w 378565"/>
              <a:gd name="connsiteY32" fmla="*/ 94488 h 331946"/>
              <a:gd name="connsiteX33" fmla="*/ 126252 w 378565"/>
              <a:gd name="connsiteY33" fmla="*/ 126206 h 331946"/>
              <a:gd name="connsiteX34" fmla="*/ 94665 w 378565"/>
              <a:gd name="connsiteY34" fmla="*/ 157924 h 331946"/>
              <a:gd name="connsiteX35" fmla="*/ 189330 w 378565"/>
              <a:gd name="connsiteY35" fmla="*/ 110395 h 331946"/>
              <a:gd name="connsiteX36" fmla="*/ 173300 w 378565"/>
              <a:gd name="connsiteY36" fmla="*/ 126206 h 331946"/>
              <a:gd name="connsiteX37" fmla="*/ 189330 w 378565"/>
              <a:gd name="connsiteY37" fmla="*/ 142018 h 331946"/>
              <a:gd name="connsiteX38" fmla="*/ 205361 w 378565"/>
              <a:gd name="connsiteY38" fmla="*/ 126206 h 331946"/>
              <a:gd name="connsiteX39" fmla="*/ 189330 w 378565"/>
              <a:gd name="connsiteY39" fmla="*/ 110395 h 331946"/>
              <a:gd name="connsiteX40" fmla="*/ 189330 w 378565"/>
              <a:gd name="connsiteY40" fmla="*/ 157924 h 331946"/>
              <a:gd name="connsiteX41" fmla="*/ 157364 w 378565"/>
              <a:gd name="connsiteY41" fmla="*/ 126206 h 331946"/>
              <a:gd name="connsiteX42" fmla="*/ 189330 w 378565"/>
              <a:gd name="connsiteY42" fmla="*/ 94488 h 331946"/>
              <a:gd name="connsiteX43" fmla="*/ 221296 w 378565"/>
              <a:gd name="connsiteY43" fmla="*/ 126206 h 331946"/>
              <a:gd name="connsiteX44" fmla="*/ 189330 w 378565"/>
              <a:gd name="connsiteY44" fmla="*/ 157924 h 331946"/>
              <a:gd name="connsiteX45" fmla="*/ 283995 w 378565"/>
              <a:gd name="connsiteY45" fmla="*/ 110395 h 331946"/>
              <a:gd name="connsiteX46" fmla="*/ 268249 w 378565"/>
              <a:gd name="connsiteY46" fmla="*/ 126206 h 331946"/>
              <a:gd name="connsiteX47" fmla="*/ 283995 w 378565"/>
              <a:gd name="connsiteY47" fmla="*/ 142018 h 331946"/>
              <a:gd name="connsiteX48" fmla="*/ 299741 w 378565"/>
              <a:gd name="connsiteY48" fmla="*/ 126206 h 331946"/>
              <a:gd name="connsiteX49" fmla="*/ 283995 w 378565"/>
              <a:gd name="connsiteY49" fmla="*/ 110395 h 331946"/>
              <a:gd name="connsiteX50" fmla="*/ 283995 w 378565"/>
              <a:gd name="connsiteY50" fmla="*/ 157924 h 331946"/>
              <a:gd name="connsiteX51" fmla="*/ 252409 w 378565"/>
              <a:gd name="connsiteY51" fmla="*/ 126206 h 331946"/>
              <a:gd name="connsiteX52" fmla="*/ 283995 w 378565"/>
              <a:gd name="connsiteY52" fmla="*/ 94488 h 331946"/>
              <a:gd name="connsiteX53" fmla="*/ 315582 w 378565"/>
              <a:gd name="connsiteY53" fmla="*/ 126206 h 331946"/>
              <a:gd name="connsiteX54" fmla="*/ 283995 w 378565"/>
              <a:gd name="connsiteY54" fmla="*/ 1579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78565" h="331946">
                <a:moveTo>
                  <a:pt x="15746" y="252889"/>
                </a:moveTo>
                <a:lnTo>
                  <a:pt x="118284" y="252889"/>
                </a:lnTo>
                <a:cubicBezTo>
                  <a:pt x="123501" y="252889"/>
                  <a:pt x="126157" y="256794"/>
                  <a:pt x="126157" y="260795"/>
                </a:cubicBezTo>
                <a:lnTo>
                  <a:pt x="126157" y="305562"/>
                </a:lnTo>
                <a:lnTo>
                  <a:pt x="176145" y="255461"/>
                </a:lnTo>
                <a:cubicBezTo>
                  <a:pt x="177473" y="254127"/>
                  <a:pt x="180129" y="252794"/>
                  <a:pt x="181362" y="252794"/>
                </a:cubicBezTo>
                <a:lnTo>
                  <a:pt x="362725" y="252794"/>
                </a:lnTo>
                <a:lnTo>
                  <a:pt x="362725" y="15621"/>
                </a:lnTo>
                <a:lnTo>
                  <a:pt x="15651" y="15621"/>
                </a:lnTo>
                <a:lnTo>
                  <a:pt x="15651" y="252794"/>
                </a:lnTo>
                <a:close/>
                <a:moveTo>
                  <a:pt x="118284" y="331946"/>
                </a:moveTo>
                <a:lnTo>
                  <a:pt x="115628" y="331946"/>
                </a:lnTo>
                <a:cubicBezTo>
                  <a:pt x="112972" y="330613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3889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3984" y="0"/>
                  <a:pt x="7873" y="0"/>
                </a:cubicBezTo>
                <a:lnTo>
                  <a:pt x="370692" y="0"/>
                </a:lnTo>
                <a:cubicBezTo>
                  <a:pt x="375910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5910" y="268700"/>
                  <a:pt x="370692" y="268700"/>
                </a:cubicBezTo>
                <a:lnTo>
                  <a:pt x="185346" y="268700"/>
                </a:lnTo>
                <a:lnTo>
                  <a:pt x="123596" y="329279"/>
                </a:lnTo>
                <a:cubicBezTo>
                  <a:pt x="122268" y="330613"/>
                  <a:pt x="120940" y="331946"/>
                  <a:pt x="118379" y="331946"/>
                </a:cubicBezTo>
                <a:close/>
                <a:moveTo>
                  <a:pt x="94665" y="110395"/>
                </a:moveTo>
                <a:cubicBezTo>
                  <a:pt x="86792" y="110395"/>
                  <a:pt x="78919" y="116967"/>
                  <a:pt x="78919" y="126206"/>
                </a:cubicBezTo>
                <a:cubicBezTo>
                  <a:pt x="78919" y="135445"/>
                  <a:pt x="86792" y="142018"/>
                  <a:pt x="94665" y="142018"/>
                </a:cubicBezTo>
                <a:cubicBezTo>
                  <a:pt x="103866" y="142018"/>
                  <a:pt x="110411" y="135445"/>
                  <a:pt x="110411" y="126206"/>
                </a:cubicBezTo>
                <a:cubicBezTo>
                  <a:pt x="110411" y="116967"/>
                  <a:pt x="103866" y="110395"/>
                  <a:pt x="94665" y="110395"/>
                </a:cubicBezTo>
                <a:close/>
                <a:moveTo>
                  <a:pt x="94665" y="157924"/>
                </a:moveTo>
                <a:cubicBezTo>
                  <a:pt x="77591" y="157924"/>
                  <a:pt x="63078" y="143447"/>
                  <a:pt x="63078" y="126206"/>
                </a:cubicBezTo>
                <a:cubicBezTo>
                  <a:pt x="63078" y="108966"/>
                  <a:pt x="77496" y="94488"/>
                  <a:pt x="94665" y="94488"/>
                </a:cubicBezTo>
                <a:cubicBezTo>
                  <a:pt x="111834" y="94488"/>
                  <a:pt x="126252" y="108966"/>
                  <a:pt x="126252" y="126206"/>
                </a:cubicBezTo>
                <a:cubicBezTo>
                  <a:pt x="126252" y="143447"/>
                  <a:pt x="111834" y="157924"/>
                  <a:pt x="94665" y="157924"/>
                </a:cubicBezTo>
                <a:close/>
                <a:moveTo>
                  <a:pt x="189330" y="110395"/>
                </a:moveTo>
                <a:cubicBezTo>
                  <a:pt x="181362" y="110395"/>
                  <a:pt x="173300" y="116967"/>
                  <a:pt x="173300" y="126206"/>
                </a:cubicBezTo>
                <a:cubicBezTo>
                  <a:pt x="173300" y="135445"/>
                  <a:pt x="181267" y="142018"/>
                  <a:pt x="189330" y="142018"/>
                </a:cubicBezTo>
                <a:cubicBezTo>
                  <a:pt x="198626" y="142018"/>
                  <a:pt x="205361" y="135445"/>
                  <a:pt x="205361" y="126206"/>
                </a:cubicBezTo>
                <a:cubicBezTo>
                  <a:pt x="205361" y="116967"/>
                  <a:pt x="198721" y="110395"/>
                  <a:pt x="189330" y="110395"/>
                </a:cubicBezTo>
                <a:close/>
                <a:moveTo>
                  <a:pt x="189330" y="157924"/>
                </a:moveTo>
                <a:cubicBezTo>
                  <a:pt x="171972" y="157924"/>
                  <a:pt x="157364" y="143447"/>
                  <a:pt x="157364" y="126206"/>
                </a:cubicBezTo>
                <a:cubicBezTo>
                  <a:pt x="157364" y="108966"/>
                  <a:pt x="172067" y="94488"/>
                  <a:pt x="189330" y="94488"/>
                </a:cubicBezTo>
                <a:cubicBezTo>
                  <a:pt x="206594" y="94488"/>
                  <a:pt x="221296" y="108966"/>
                  <a:pt x="221296" y="126206"/>
                </a:cubicBezTo>
                <a:cubicBezTo>
                  <a:pt x="221296" y="143447"/>
                  <a:pt x="206594" y="157924"/>
                  <a:pt x="189330" y="157924"/>
                </a:cubicBezTo>
                <a:close/>
                <a:moveTo>
                  <a:pt x="283995" y="110395"/>
                </a:moveTo>
                <a:cubicBezTo>
                  <a:pt x="276122" y="110395"/>
                  <a:pt x="268249" y="116967"/>
                  <a:pt x="268249" y="126206"/>
                </a:cubicBezTo>
                <a:cubicBezTo>
                  <a:pt x="268249" y="135445"/>
                  <a:pt x="276122" y="142018"/>
                  <a:pt x="283995" y="142018"/>
                </a:cubicBezTo>
                <a:cubicBezTo>
                  <a:pt x="293196" y="142018"/>
                  <a:pt x="299741" y="135445"/>
                  <a:pt x="299741" y="126206"/>
                </a:cubicBezTo>
                <a:cubicBezTo>
                  <a:pt x="299741" y="116967"/>
                  <a:pt x="293196" y="110395"/>
                  <a:pt x="283995" y="110395"/>
                </a:cubicBezTo>
                <a:close/>
                <a:moveTo>
                  <a:pt x="283995" y="157924"/>
                </a:moveTo>
                <a:cubicBezTo>
                  <a:pt x="266921" y="157924"/>
                  <a:pt x="252409" y="143447"/>
                  <a:pt x="252409" y="126206"/>
                </a:cubicBezTo>
                <a:cubicBezTo>
                  <a:pt x="252409" y="108966"/>
                  <a:pt x="266827" y="94488"/>
                  <a:pt x="283995" y="94488"/>
                </a:cubicBezTo>
                <a:cubicBezTo>
                  <a:pt x="301164" y="94488"/>
                  <a:pt x="315582" y="108966"/>
                  <a:pt x="315582" y="126206"/>
                </a:cubicBezTo>
                <a:cubicBezTo>
                  <a:pt x="315582" y="143447"/>
                  <a:pt x="301164" y="157924"/>
                  <a:pt x="283995" y="15792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2" name="Graphic 50">
            <a:extLst>
              <a:ext uri="{FF2B5EF4-FFF2-40B4-BE49-F238E27FC236}">
                <a16:creationId xmlns:a16="http://schemas.microsoft.com/office/drawing/2014/main" id="{08B33AE8-E15A-A4A1-6D35-84F5CD0CFBA5}"/>
              </a:ext>
            </a:extLst>
          </p:cNvPr>
          <p:cNvSpPr/>
          <p:nvPr/>
        </p:nvSpPr>
        <p:spPr>
          <a:xfrm>
            <a:off x="7104644" y="2865354"/>
            <a:ext cx="500339" cy="438724"/>
          </a:xfrm>
          <a:custGeom>
            <a:avLst/>
            <a:gdLst>
              <a:gd name="connsiteX0" fmla="*/ 15841 w 378565"/>
              <a:gd name="connsiteY0" fmla="*/ 252889 h 331946"/>
              <a:gd name="connsiteX1" fmla="*/ 118379 w 378565"/>
              <a:gd name="connsiteY1" fmla="*/ 252889 h 331946"/>
              <a:gd name="connsiteX2" fmla="*/ 126252 w 378565"/>
              <a:gd name="connsiteY2" fmla="*/ 260795 h 331946"/>
              <a:gd name="connsiteX3" fmla="*/ 126252 w 378565"/>
              <a:gd name="connsiteY3" fmla="*/ 304229 h 331946"/>
              <a:gd name="connsiteX4" fmla="*/ 174912 w 378565"/>
              <a:gd name="connsiteY4" fmla="*/ 255461 h 331946"/>
              <a:gd name="connsiteX5" fmla="*/ 181457 w 378565"/>
              <a:gd name="connsiteY5" fmla="*/ 252794 h 331946"/>
              <a:gd name="connsiteX6" fmla="*/ 362820 w 378565"/>
              <a:gd name="connsiteY6" fmla="*/ 252794 h 331946"/>
              <a:gd name="connsiteX7" fmla="*/ 362820 w 378565"/>
              <a:gd name="connsiteY7" fmla="*/ 15621 h 331946"/>
              <a:gd name="connsiteX8" fmla="*/ 15746 w 378565"/>
              <a:gd name="connsiteY8" fmla="*/ 15621 h 331946"/>
              <a:gd name="connsiteX9" fmla="*/ 15746 w 378565"/>
              <a:gd name="connsiteY9" fmla="*/ 252794 h 331946"/>
              <a:gd name="connsiteX10" fmla="*/ 118379 w 378565"/>
              <a:gd name="connsiteY10" fmla="*/ 331946 h 331946"/>
              <a:gd name="connsiteX11" fmla="*/ 114395 w 378565"/>
              <a:gd name="connsiteY11" fmla="*/ 330613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3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3 w 378565"/>
              <a:gd name="connsiteY21" fmla="*/ 268700 h 331946"/>
              <a:gd name="connsiteX22" fmla="*/ 184018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228600 w 378565"/>
              <a:gd name="connsiteY25" fmla="*/ 94583 h 331946"/>
              <a:gd name="connsiteX26" fmla="*/ 86982 w 378565"/>
              <a:gd name="connsiteY26" fmla="*/ 94583 h 331946"/>
              <a:gd name="connsiteX27" fmla="*/ 79109 w 378565"/>
              <a:gd name="connsiteY27" fmla="*/ 86963 h 331946"/>
              <a:gd name="connsiteX28" fmla="*/ 86982 w 378565"/>
              <a:gd name="connsiteY28" fmla="*/ 79343 h 331946"/>
              <a:gd name="connsiteX29" fmla="*/ 228600 w 378565"/>
              <a:gd name="connsiteY29" fmla="*/ 79343 h 331946"/>
              <a:gd name="connsiteX30" fmla="*/ 236473 w 378565"/>
              <a:gd name="connsiteY30" fmla="*/ 86963 h 331946"/>
              <a:gd name="connsiteX31" fmla="*/ 228600 w 378565"/>
              <a:gd name="connsiteY31" fmla="*/ 94583 h 331946"/>
              <a:gd name="connsiteX32" fmla="*/ 291679 w 378565"/>
              <a:gd name="connsiteY32" fmla="*/ 141827 h 331946"/>
              <a:gd name="connsiteX33" fmla="*/ 86982 w 378565"/>
              <a:gd name="connsiteY33" fmla="*/ 141827 h 331946"/>
              <a:gd name="connsiteX34" fmla="*/ 79109 w 378565"/>
              <a:gd name="connsiteY34" fmla="*/ 134207 h 331946"/>
              <a:gd name="connsiteX35" fmla="*/ 86982 w 378565"/>
              <a:gd name="connsiteY35" fmla="*/ 126587 h 331946"/>
              <a:gd name="connsiteX36" fmla="*/ 291679 w 378565"/>
              <a:gd name="connsiteY36" fmla="*/ 126587 h 331946"/>
              <a:gd name="connsiteX37" fmla="*/ 299551 w 378565"/>
              <a:gd name="connsiteY37" fmla="*/ 134207 h 331946"/>
              <a:gd name="connsiteX38" fmla="*/ 291679 w 378565"/>
              <a:gd name="connsiteY38" fmla="*/ 141827 h 331946"/>
              <a:gd name="connsiteX39" fmla="*/ 291679 w 378565"/>
              <a:gd name="connsiteY39" fmla="*/ 190024 h 331946"/>
              <a:gd name="connsiteX40" fmla="*/ 86982 w 378565"/>
              <a:gd name="connsiteY40" fmla="*/ 190024 h 331946"/>
              <a:gd name="connsiteX41" fmla="*/ 79109 w 378565"/>
              <a:gd name="connsiteY41" fmla="*/ 182023 h 331946"/>
              <a:gd name="connsiteX42" fmla="*/ 86982 w 378565"/>
              <a:gd name="connsiteY42" fmla="*/ 174022 h 331946"/>
              <a:gd name="connsiteX43" fmla="*/ 291679 w 378565"/>
              <a:gd name="connsiteY43" fmla="*/ 174022 h 331946"/>
              <a:gd name="connsiteX44" fmla="*/ 299551 w 378565"/>
              <a:gd name="connsiteY44" fmla="*/ 182023 h 331946"/>
              <a:gd name="connsiteX45" fmla="*/ 291679 w 378565"/>
              <a:gd name="connsiteY45" fmla="*/ 1900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78565" h="331946">
                <a:moveTo>
                  <a:pt x="15841" y="252889"/>
                </a:moveTo>
                <a:lnTo>
                  <a:pt x="118379" y="252889"/>
                </a:lnTo>
                <a:cubicBezTo>
                  <a:pt x="122363" y="252889"/>
                  <a:pt x="126252" y="256794"/>
                  <a:pt x="126252" y="260795"/>
                </a:cubicBezTo>
                <a:lnTo>
                  <a:pt x="126252" y="304229"/>
                </a:lnTo>
                <a:lnTo>
                  <a:pt x="174912" y="255461"/>
                </a:lnTo>
                <a:cubicBezTo>
                  <a:pt x="177568" y="252794"/>
                  <a:pt x="178896" y="252794"/>
                  <a:pt x="181457" y="252794"/>
                </a:cubicBezTo>
                <a:lnTo>
                  <a:pt x="362820" y="252794"/>
                </a:lnTo>
                <a:lnTo>
                  <a:pt x="362820" y="15621"/>
                </a:lnTo>
                <a:lnTo>
                  <a:pt x="15746" y="15621"/>
                </a:lnTo>
                <a:lnTo>
                  <a:pt x="15746" y="252794"/>
                </a:lnTo>
                <a:close/>
                <a:moveTo>
                  <a:pt x="118379" y="331946"/>
                </a:moveTo>
                <a:cubicBezTo>
                  <a:pt x="117051" y="331946"/>
                  <a:pt x="115723" y="331946"/>
                  <a:pt x="114395" y="330613"/>
                </a:cubicBezTo>
                <a:cubicBezTo>
                  <a:pt x="111739" y="329279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2656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2656" y="0"/>
                  <a:pt x="7873" y="0"/>
                </a:cubicBezTo>
                <a:lnTo>
                  <a:pt x="370693" y="0"/>
                </a:lnTo>
                <a:cubicBezTo>
                  <a:pt x="374676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4581" y="268700"/>
                  <a:pt x="370693" y="268700"/>
                </a:cubicBezTo>
                <a:lnTo>
                  <a:pt x="184018" y="268700"/>
                </a:lnTo>
                <a:lnTo>
                  <a:pt x="123596" y="329279"/>
                </a:lnTo>
                <a:cubicBezTo>
                  <a:pt x="122268" y="330613"/>
                  <a:pt x="119612" y="331946"/>
                  <a:pt x="118379" y="331946"/>
                </a:cubicBezTo>
                <a:close/>
                <a:moveTo>
                  <a:pt x="228600" y="94583"/>
                </a:moveTo>
                <a:lnTo>
                  <a:pt x="86982" y="94583"/>
                </a:lnTo>
                <a:cubicBezTo>
                  <a:pt x="81765" y="94583"/>
                  <a:pt x="79109" y="90773"/>
                  <a:pt x="79109" y="86963"/>
                </a:cubicBezTo>
                <a:cubicBezTo>
                  <a:pt x="79109" y="83153"/>
                  <a:pt x="81765" y="79343"/>
                  <a:pt x="86982" y="79343"/>
                </a:cubicBezTo>
                <a:lnTo>
                  <a:pt x="228600" y="79343"/>
                </a:lnTo>
                <a:cubicBezTo>
                  <a:pt x="232489" y="79343"/>
                  <a:pt x="236473" y="83153"/>
                  <a:pt x="236473" y="86963"/>
                </a:cubicBezTo>
                <a:cubicBezTo>
                  <a:pt x="236473" y="90773"/>
                  <a:pt x="232584" y="94583"/>
                  <a:pt x="228600" y="94583"/>
                </a:cubicBezTo>
                <a:close/>
                <a:moveTo>
                  <a:pt x="291679" y="141827"/>
                </a:moveTo>
                <a:lnTo>
                  <a:pt x="86982" y="141827"/>
                </a:lnTo>
                <a:cubicBezTo>
                  <a:pt x="81765" y="141827"/>
                  <a:pt x="79109" y="138017"/>
                  <a:pt x="79109" y="134207"/>
                </a:cubicBezTo>
                <a:cubicBezTo>
                  <a:pt x="79109" y="130397"/>
                  <a:pt x="81765" y="126587"/>
                  <a:pt x="86982" y="126587"/>
                </a:cubicBezTo>
                <a:lnTo>
                  <a:pt x="291679" y="126587"/>
                </a:lnTo>
                <a:cubicBezTo>
                  <a:pt x="295567" y="126587"/>
                  <a:pt x="299551" y="130397"/>
                  <a:pt x="299551" y="134207"/>
                </a:cubicBezTo>
                <a:cubicBezTo>
                  <a:pt x="299551" y="138017"/>
                  <a:pt x="295567" y="141827"/>
                  <a:pt x="291679" y="141827"/>
                </a:cubicBezTo>
                <a:close/>
                <a:moveTo>
                  <a:pt x="291679" y="190024"/>
                </a:moveTo>
                <a:lnTo>
                  <a:pt x="86982" y="190024"/>
                </a:lnTo>
                <a:cubicBezTo>
                  <a:pt x="81765" y="190024"/>
                  <a:pt x="79109" y="186023"/>
                  <a:pt x="79109" y="182023"/>
                </a:cubicBezTo>
                <a:cubicBezTo>
                  <a:pt x="79109" y="178022"/>
                  <a:pt x="81765" y="174022"/>
                  <a:pt x="86982" y="174022"/>
                </a:cubicBezTo>
                <a:lnTo>
                  <a:pt x="291679" y="174022"/>
                </a:lnTo>
                <a:cubicBezTo>
                  <a:pt x="295567" y="174022"/>
                  <a:pt x="299551" y="178022"/>
                  <a:pt x="299551" y="182023"/>
                </a:cubicBezTo>
                <a:cubicBezTo>
                  <a:pt x="299551" y="186023"/>
                  <a:pt x="295567" y="190024"/>
                  <a:pt x="291679" y="19002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3" name="Graphic 50">
            <a:extLst>
              <a:ext uri="{FF2B5EF4-FFF2-40B4-BE49-F238E27FC236}">
                <a16:creationId xmlns:a16="http://schemas.microsoft.com/office/drawing/2014/main" id="{51A98E75-49C7-9721-CE11-76A07609D396}"/>
              </a:ext>
            </a:extLst>
          </p:cNvPr>
          <p:cNvSpPr/>
          <p:nvPr/>
        </p:nvSpPr>
        <p:spPr>
          <a:xfrm>
            <a:off x="7862927" y="2865354"/>
            <a:ext cx="500339" cy="438724"/>
          </a:xfrm>
          <a:custGeom>
            <a:avLst/>
            <a:gdLst>
              <a:gd name="connsiteX0" fmla="*/ 15841 w 378565"/>
              <a:gd name="connsiteY0" fmla="*/ 252889 h 331946"/>
              <a:gd name="connsiteX1" fmla="*/ 118379 w 378565"/>
              <a:gd name="connsiteY1" fmla="*/ 252889 h 331946"/>
              <a:gd name="connsiteX2" fmla="*/ 126252 w 378565"/>
              <a:gd name="connsiteY2" fmla="*/ 260795 h 331946"/>
              <a:gd name="connsiteX3" fmla="*/ 126252 w 378565"/>
              <a:gd name="connsiteY3" fmla="*/ 304229 h 331946"/>
              <a:gd name="connsiteX4" fmla="*/ 174912 w 378565"/>
              <a:gd name="connsiteY4" fmla="*/ 255461 h 331946"/>
              <a:gd name="connsiteX5" fmla="*/ 181457 w 378565"/>
              <a:gd name="connsiteY5" fmla="*/ 252794 h 331946"/>
              <a:gd name="connsiteX6" fmla="*/ 362820 w 378565"/>
              <a:gd name="connsiteY6" fmla="*/ 252794 h 331946"/>
              <a:gd name="connsiteX7" fmla="*/ 362820 w 378565"/>
              <a:gd name="connsiteY7" fmla="*/ 15621 h 331946"/>
              <a:gd name="connsiteX8" fmla="*/ 15746 w 378565"/>
              <a:gd name="connsiteY8" fmla="*/ 15621 h 331946"/>
              <a:gd name="connsiteX9" fmla="*/ 15746 w 378565"/>
              <a:gd name="connsiteY9" fmla="*/ 252794 h 331946"/>
              <a:gd name="connsiteX10" fmla="*/ 118379 w 378565"/>
              <a:gd name="connsiteY10" fmla="*/ 331946 h 331946"/>
              <a:gd name="connsiteX11" fmla="*/ 114395 w 378565"/>
              <a:gd name="connsiteY11" fmla="*/ 330613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3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3 w 378565"/>
              <a:gd name="connsiteY21" fmla="*/ 268700 h 331946"/>
              <a:gd name="connsiteX22" fmla="*/ 184018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228600 w 378565"/>
              <a:gd name="connsiteY25" fmla="*/ 94583 h 331946"/>
              <a:gd name="connsiteX26" fmla="*/ 86982 w 378565"/>
              <a:gd name="connsiteY26" fmla="*/ 94583 h 331946"/>
              <a:gd name="connsiteX27" fmla="*/ 79109 w 378565"/>
              <a:gd name="connsiteY27" fmla="*/ 86963 h 331946"/>
              <a:gd name="connsiteX28" fmla="*/ 86982 w 378565"/>
              <a:gd name="connsiteY28" fmla="*/ 79343 h 331946"/>
              <a:gd name="connsiteX29" fmla="*/ 228600 w 378565"/>
              <a:gd name="connsiteY29" fmla="*/ 79343 h 331946"/>
              <a:gd name="connsiteX30" fmla="*/ 236473 w 378565"/>
              <a:gd name="connsiteY30" fmla="*/ 86963 h 331946"/>
              <a:gd name="connsiteX31" fmla="*/ 228600 w 378565"/>
              <a:gd name="connsiteY31" fmla="*/ 94583 h 331946"/>
              <a:gd name="connsiteX32" fmla="*/ 291679 w 378565"/>
              <a:gd name="connsiteY32" fmla="*/ 141827 h 331946"/>
              <a:gd name="connsiteX33" fmla="*/ 86982 w 378565"/>
              <a:gd name="connsiteY33" fmla="*/ 141827 h 331946"/>
              <a:gd name="connsiteX34" fmla="*/ 79109 w 378565"/>
              <a:gd name="connsiteY34" fmla="*/ 134207 h 331946"/>
              <a:gd name="connsiteX35" fmla="*/ 86982 w 378565"/>
              <a:gd name="connsiteY35" fmla="*/ 126587 h 331946"/>
              <a:gd name="connsiteX36" fmla="*/ 291679 w 378565"/>
              <a:gd name="connsiteY36" fmla="*/ 126587 h 331946"/>
              <a:gd name="connsiteX37" fmla="*/ 299551 w 378565"/>
              <a:gd name="connsiteY37" fmla="*/ 134207 h 331946"/>
              <a:gd name="connsiteX38" fmla="*/ 291679 w 378565"/>
              <a:gd name="connsiteY38" fmla="*/ 141827 h 331946"/>
              <a:gd name="connsiteX39" fmla="*/ 291679 w 378565"/>
              <a:gd name="connsiteY39" fmla="*/ 190024 h 331946"/>
              <a:gd name="connsiteX40" fmla="*/ 86982 w 378565"/>
              <a:gd name="connsiteY40" fmla="*/ 190024 h 331946"/>
              <a:gd name="connsiteX41" fmla="*/ 79109 w 378565"/>
              <a:gd name="connsiteY41" fmla="*/ 182023 h 331946"/>
              <a:gd name="connsiteX42" fmla="*/ 86982 w 378565"/>
              <a:gd name="connsiteY42" fmla="*/ 174022 h 331946"/>
              <a:gd name="connsiteX43" fmla="*/ 291679 w 378565"/>
              <a:gd name="connsiteY43" fmla="*/ 174022 h 331946"/>
              <a:gd name="connsiteX44" fmla="*/ 299551 w 378565"/>
              <a:gd name="connsiteY44" fmla="*/ 182023 h 331946"/>
              <a:gd name="connsiteX45" fmla="*/ 291679 w 378565"/>
              <a:gd name="connsiteY45" fmla="*/ 1900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78565" h="331946">
                <a:moveTo>
                  <a:pt x="15841" y="252889"/>
                </a:moveTo>
                <a:lnTo>
                  <a:pt x="118379" y="252889"/>
                </a:lnTo>
                <a:cubicBezTo>
                  <a:pt x="122363" y="252889"/>
                  <a:pt x="126252" y="256794"/>
                  <a:pt x="126252" y="260795"/>
                </a:cubicBezTo>
                <a:lnTo>
                  <a:pt x="126252" y="304229"/>
                </a:lnTo>
                <a:lnTo>
                  <a:pt x="174912" y="255461"/>
                </a:lnTo>
                <a:cubicBezTo>
                  <a:pt x="177568" y="252794"/>
                  <a:pt x="178896" y="252794"/>
                  <a:pt x="181457" y="252794"/>
                </a:cubicBezTo>
                <a:lnTo>
                  <a:pt x="362820" y="252794"/>
                </a:lnTo>
                <a:lnTo>
                  <a:pt x="362820" y="15621"/>
                </a:lnTo>
                <a:lnTo>
                  <a:pt x="15746" y="15621"/>
                </a:lnTo>
                <a:lnTo>
                  <a:pt x="15746" y="252794"/>
                </a:lnTo>
                <a:close/>
                <a:moveTo>
                  <a:pt x="118379" y="331946"/>
                </a:moveTo>
                <a:cubicBezTo>
                  <a:pt x="117051" y="331946"/>
                  <a:pt x="115723" y="331946"/>
                  <a:pt x="114395" y="330613"/>
                </a:cubicBezTo>
                <a:cubicBezTo>
                  <a:pt x="111739" y="329279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2656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2656" y="0"/>
                  <a:pt x="7873" y="0"/>
                </a:cubicBezTo>
                <a:lnTo>
                  <a:pt x="370693" y="0"/>
                </a:lnTo>
                <a:cubicBezTo>
                  <a:pt x="374676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4581" y="268700"/>
                  <a:pt x="370693" y="268700"/>
                </a:cubicBezTo>
                <a:lnTo>
                  <a:pt x="184018" y="268700"/>
                </a:lnTo>
                <a:lnTo>
                  <a:pt x="123596" y="329279"/>
                </a:lnTo>
                <a:cubicBezTo>
                  <a:pt x="122268" y="330613"/>
                  <a:pt x="119612" y="331946"/>
                  <a:pt x="118379" y="331946"/>
                </a:cubicBezTo>
                <a:close/>
                <a:moveTo>
                  <a:pt x="228600" y="94583"/>
                </a:moveTo>
                <a:lnTo>
                  <a:pt x="86982" y="94583"/>
                </a:lnTo>
                <a:cubicBezTo>
                  <a:pt x="81765" y="94583"/>
                  <a:pt x="79109" y="90773"/>
                  <a:pt x="79109" y="86963"/>
                </a:cubicBezTo>
                <a:cubicBezTo>
                  <a:pt x="79109" y="83153"/>
                  <a:pt x="81765" y="79343"/>
                  <a:pt x="86982" y="79343"/>
                </a:cubicBezTo>
                <a:lnTo>
                  <a:pt x="228600" y="79343"/>
                </a:lnTo>
                <a:cubicBezTo>
                  <a:pt x="232489" y="79343"/>
                  <a:pt x="236473" y="83153"/>
                  <a:pt x="236473" y="86963"/>
                </a:cubicBezTo>
                <a:cubicBezTo>
                  <a:pt x="236473" y="90773"/>
                  <a:pt x="232584" y="94583"/>
                  <a:pt x="228600" y="94583"/>
                </a:cubicBezTo>
                <a:close/>
                <a:moveTo>
                  <a:pt x="291679" y="141827"/>
                </a:moveTo>
                <a:lnTo>
                  <a:pt x="86982" y="141827"/>
                </a:lnTo>
                <a:cubicBezTo>
                  <a:pt x="81765" y="141827"/>
                  <a:pt x="79109" y="138017"/>
                  <a:pt x="79109" y="134207"/>
                </a:cubicBezTo>
                <a:cubicBezTo>
                  <a:pt x="79109" y="130397"/>
                  <a:pt x="81765" y="126587"/>
                  <a:pt x="86982" y="126587"/>
                </a:cubicBezTo>
                <a:lnTo>
                  <a:pt x="291679" y="126587"/>
                </a:lnTo>
                <a:cubicBezTo>
                  <a:pt x="295567" y="126587"/>
                  <a:pt x="299551" y="130397"/>
                  <a:pt x="299551" y="134207"/>
                </a:cubicBezTo>
                <a:cubicBezTo>
                  <a:pt x="299551" y="138017"/>
                  <a:pt x="295567" y="141827"/>
                  <a:pt x="291679" y="141827"/>
                </a:cubicBezTo>
                <a:close/>
                <a:moveTo>
                  <a:pt x="291679" y="190024"/>
                </a:moveTo>
                <a:lnTo>
                  <a:pt x="86982" y="190024"/>
                </a:lnTo>
                <a:cubicBezTo>
                  <a:pt x="81765" y="190024"/>
                  <a:pt x="79109" y="186023"/>
                  <a:pt x="79109" y="182023"/>
                </a:cubicBezTo>
                <a:cubicBezTo>
                  <a:pt x="79109" y="178022"/>
                  <a:pt x="81765" y="174022"/>
                  <a:pt x="86982" y="174022"/>
                </a:cubicBezTo>
                <a:lnTo>
                  <a:pt x="291679" y="174022"/>
                </a:lnTo>
                <a:cubicBezTo>
                  <a:pt x="295567" y="174022"/>
                  <a:pt x="299551" y="178022"/>
                  <a:pt x="299551" y="182023"/>
                </a:cubicBezTo>
                <a:cubicBezTo>
                  <a:pt x="299551" y="186023"/>
                  <a:pt x="295567" y="190024"/>
                  <a:pt x="291679" y="19002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4" name="Graphic 50">
            <a:extLst>
              <a:ext uri="{FF2B5EF4-FFF2-40B4-BE49-F238E27FC236}">
                <a16:creationId xmlns:a16="http://schemas.microsoft.com/office/drawing/2014/main" id="{05B3998C-55D0-4066-3B10-68564E4871DC}"/>
              </a:ext>
            </a:extLst>
          </p:cNvPr>
          <p:cNvSpPr/>
          <p:nvPr/>
        </p:nvSpPr>
        <p:spPr>
          <a:xfrm>
            <a:off x="7104644" y="3508407"/>
            <a:ext cx="500339" cy="438724"/>
          </a:xfrm>
          <a:custGeom>
            <a:avLst/>
            <a:gdLst>
              <a:gd name="connsiteX0" fmla="*/ 15841 w 378565"/>
              <a:gd name="connsiteY0" fmla="*/ 252889 h 331946"/>
              <a:gd name="connsiteX1" fmla="*/ 118379 w 378565"/>
              <a:gd name="connsiteY1" fmla="*/ 252889 h 331946"/>
              <a:gd name="connsiteX2" fmla="*/ 126252 w 378565"/>
              <a:gd name="connsiteY2" fmla="*/ 260795 h 331946"/>
              <a:gd name="connsiteX3" fmla="*/ 126252 w 378565"/>
              <a:gd name="connsiteY3" fmla="*/ 304229 h 331946"/>
              <a:gd name="connsiteX4" fmla="*/ 174912 w 378565"/>
              <a:gd name="connsiteY4" fmla="*/ 255461 h 331946"/>
              <a:gd name="connsiteX5" fmla="*/ 181457 w 378565"/>
              <a:gd name="connsiteY5" fmla="*/ 252794 h 331946"/>
              <a:gd name="connsiteX6" fmla="*/ 362820 w 378565"/>
              <a:gd name="connsiteY6" fmla="*/ 252794 h 331946"/>
              <a:gd name="connsiteX7" fmla="*/ 362820 w 378565"/>
              <a:gd name="connsiteY7" fmla="*/ 15621 h 331946"/>
              <a:gd name="connsiteX8" fmla="*/ 15746 w 378565"/>
              <a:gd name="connsiteY8" fmla="*/ 15621 h 331946"/>
              <a:gd name="connsiteX9" fmla="*/ 15746 w 378565"/>
              <a:gd name="connsiteY9" fmla="*/ 252794 h 331946"/>
              <a:gd name="connsiteX10" fmla="*/ 118379 w 378565"/>
              <a:gd name="connsiteY10" fmla="*/ 331946 h 331946"/>
              <a:gd name="connsiteX11" fmla="*/ 114395 w 378565"/>
              <a:gd name="connsiteY11" fmla="*/ 330613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3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3 w 378565"/>
              <a:gd name="connsiteY21" fmla="*/ 268700 h 331946"/>
              <a:gd name="connsiteX22" fmla="*/ 184018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228600 w 378565"/>
              <a:gd name="connsiteY25" fmla="*/ 94583 h 331946"/>
              <a:gd name="connsiteX26" fmla="*/ 86982 w 378565"/>
              <a:gd name="connsiteY26" fmla="*/ 94583 h 331946"/>
              <a:gd name="connsiteX27" fmla="*/ 79109 w 378565"/>
              <a:gd name="connsiteY27" fmla="*/ 86963 h 331946"/>
              <a:gd name="connsiteX28" fmla="*/ 86982 w 378565"/>
              <a:gd name="connsiteY28" fmla="*/ 79343 h 331946"/>
              <a:gd name="connsiteX29" fmla="*/ 228600 w 378565"/>
              <a:gd name="connsiteY29" fmla="*/ 79343 h 331946"/>
              <a:gd name="connsiteX30" fmla="*/ 236473 w 378565"/>
              <a:gd name="connsiteY30" fmla="*/ 86963 h 331946"/>
              <a:gd name="connsiteX31" fmla="*/ 228600 w 378565"/>
              <a:gd name="connsiteY31" fmla="*/ 94583 h 331946"/>
              <a:gd name="connsiteX32" fmla="*/ 291679 w 378565"/>
              <a:gd name="connsiteY32" fmla="*/ 141827 h 331946"/>
              <a:gd name="connsiteX33" fmla="*/ 86982 w 378565"/>
              <a:gd name="connsiteY33" fmla="*/ 141827 h 331946"/>
              <a:gd name="connsiteX34" fmla="*/ 79109 w 378565"/>
              <a:gd name="connsiteY34" fmla="*/ 134207 h 331946"/>
              <a:gd name="connsiteX35" fmla="*/ 86982 w 378565"/>
              <a:gd name="connsiteY35" fmla="*/ 126587 h 331946"/>
              <a:gd name="connsiteX36" fmla="*/ 291679 w 378565"/>
              <a:gd name="connsiteY36" fmla="*/ 126587 h 331946"/>
              <a:gd name="connsiteX37" fmla="*/ 299551 w 378565"/>
              <a:gd name="connsiteY37" fmla="*/ 134207 h 331946"/>
              <a:gd name="connsiteX38" fmla="*/ 291679 w 378565"/>
              <a:gd name="connsiteY38" fmla="*/ 141827 h 331946"/>
              <a:gd name="connsiteX39" fmla="*/ 291679 w 378565"/>
              <a:gd name="connsiteY39" fmla="*/ 190024 h 331946"/>
              <a:gd name="connsiteX40" fmla="*/ 86982 w 378565"/>
              <a:gd name="connsiteY40" fmla="*/ 190024 h 331946"/>
              <a:gd name="connsiteX41" fmla="*/ 79109 w 378565"/>
              <a:gd name="connsiteY41" fmla="*/ 182023 h 331946"/>
              <a:gd name="connsiteX42" fmla="*/ 86982 w 378565"/>
              <a:gd name="connsiteY42" fmla="*/ 174022 h 331946"/>
              <a:gd name="connsiteX43" fmla="*/ 291679 w 378565"/>
              <a:gd name="connsiteY43" fmla="*/ 174022 h 331946"/>
              <a:gd name="connsiteX44" fmla="*/ 299551 w 378565"/>
              <a:gd name="connsiteY44" fmla="*/ 182023 h 331946"/>
              <a:gd name="connsiteX45" fmla="*/ 291679 w 378565"/>
              <a:gd name="connsiteY45" fmla="*/ 1900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78565" h="331946">
                <a:moveTo>
                  <a:pt x="15841" y="252889"/>
                </a:moveTo>
                <a:lnTo>
                  <a:pt x="118379" y="252889"/>
                </a:lnTo>
                <a:cubicBezTo>
                  <a:pt x="122363" y="252889"/>
                  <a:pt x="126252" y="256794"/>
                  <a:pt x="126252" y="260795"/>
                </a:cubicBezTo>
                <a:lnTo>
                  <a:pt x="126252" y="304229"/>
                </a:lnTo>
                <a:lnTo>
                  <a:pt x="174912" y="255461"/>
                </a:lnTo>
                <a:cubicBezTo>
                  <a:pt x="177568" y="252794"/>
                  <a:pt x="178896" y="252794"/>
                  <a:pt x="181457" y="252794"/>
                </a:cubicBezTo>
                <a:lnTo>
                  <a:pt x="362820" y="252794"/>
                </a:lnTo>
                <a:lnTo>
                  <a:pt x="362820" y="15621"/>
                </a:lnTo>
                <a:lnTo>
                  <a:pt x="15746" y="15621"/>
                </a:lnTo>
                <a:lnTo>
                  <a:pt x="15746" y="252794"/>
                </a:lnTo>
                <a:close/>
                <a:moveTo>
                  <a:pt x="118379" y="331946"/>
                </a:moveTo>
                <a:cubicBezTo>
                  <a:pt x="117051" y="331946"/>
                  <a:pt x="115723" y="331946"/>
                  <a:pt x="114395" y="330613"/>
                </a:cubicBezTo>
                <a:cubicBezTo>
                  <a:pt x="111739" y="329279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2656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2656" y="0"/>
                  <a:pt x="7873" y="0"/>
                </a:cubicBezTo>
                <a:lnTo>
                  <a:pt x="370693" y="0"/>
                </a:lnTo>
                <a:cubicBezTo>
                  <a:pt x="374676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4581" y="268700"/>
                  <a:pt x="370693" y="268700"/>
                </a:cubicBezTo>
                <a:lnTo>
                  <a:pt x="184018" y="268700"/>
                </a:lnTo>
                <a:lnTo>
                  <a:pt x="123596" y="329279"/>
                </a:lnTo>
                <a:cubicBezTo>
                  <a:pt x="122268" y="330613"/>
                  <a:pt x="119612" y="331946"/>
                  <a:pt x="118379" y="331946"/>
                </a:cubicBezTo>
                <a:close/>
                <a:moveTo>
                  <a:pt x="228600" y="94583"/>
                </a:moveTo>
                <a:lnTo>
                  <a:pt x="86982" y="94583"/>
                </a:lnTo>
                <a:cubicBezTo>
                  <a:pt x="81765" y="94583"/>
                  <a:pt x="79109" y="90773"/>
                  <a:pt x="79109" y="86963"/>
                </a:cubicBezTo>
                <a:cubicBezTo>
                  <a:pt x="79109" y="83153"/>
                  <a:pt x="81765" y="79343"/>
                  <a:pt x="86982" y="79343"/>
                </a:cubicBezTo>
                <a:lnTo>
                  <a:pt x="228600" y="79343"/>
                </a:lnTo>
                <a:cubicBezTo>
                  <a:pt x="232489" y="79343"/>
                  <a:pt x="236473" y="83153"/>
                  <a:pt x="236473" y="86963"/>
                </a:cubicBezTo>
                <a:cubicBezTo>
                  <a:pt x="236473" y="90773"/>
                  <a:pt x="232584" y="94583"/>
                  <a:pt x="228600" y="94583"/>
                </a:cubicBezTo>
                <a:close/>
                <a:moveTo>
                  <a:pt x="291679" y="141827"/>
                </a:moveTo>
                <a:lnTo>
                  <a:pt x="86982" y="141827"/>
                </a:lnTo>
                <a:cubicBezTo>
                  <a:pt x="81765" y="141827"/>
                  <a:pt x="79109" y="138017"/>
                  <a:pt x="79109" y="134207"/>
                </a:cubicBezTo>
                <a:cubicBezTo>
                  <a:pt x="79109" y="130397"/>
                  <a:pt x="81765" y="126587"/>
                  <a:pt x="86982" y="126587"/>
                </a:cubicBezTo>
                <a:lnTo>
                  <a:pt x="291679" y="126587"/>
                </a:lnTo>
                <a:cubicBezTo>
                  <a:pt x="295567" y="126587"/>
                  <a:pt x="299551" y="130397"/>
                  <a:pt x="299551" y="134207"/>
                </a:cubicBezTo>
                <a:cubicBezTo>
                  <a:pt x="299551" y="138017"/>
                  <a:pt x="295567" y="141827"/>
                  <a:pt x="291679" y="141827"/>
                </a:cubicBezTo>
                <a:close/>
                <a:moveTo>
                  <a:pt x="291679" y="190024"/>
                </a:moveTo>
                <a:lnTo>
                  <a:pt x="86982" y="190024"/>
                </a:lnTo>
                <a:cubicBezTo>
                  <a:pt x="81765" y="190024"/>
                  <a:pt x="79109" y="186023"/>
                  <a:pt x="79109" y="182023"/>
                </a:cubicBezTo>
                <a:cubicBezTo>
                  <a:pt x="79109" y="178022"/>
                  <a:pt x="81765" y="174022"/>
                  <a:pt x="86982" y="174022"/>
                </a:cubicBezTo>
                <a:lnTo>
                  <a:pt x="291679" y="174022"/>
                </a:lnTo>
                <a:cubicBezTo>
                  <a:pt x="295567" y="174022"/>
                  <a:pt x="299551" y="178022"/>
                  <a:pt x="299551" y="182023"/>
                </a:cubicBezTo>
                <a:cubicBezTo>
                  <a:pt x="299551" y="186023"/>
                  <a:pt x="295567" y="190024"/>
                  <a:pt x="291679" y="19002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5" name="Graphic 50">
            <a:extLst>
              <a:ext uri="{FF2B5EF4-FFF2-40B4-BE49-F238E27FC236}">
                <a16:creationId xmlns:a16="http://schemas.microsoft.com/office/drawing/2014/main" id="{50058648-E244-454A-0B4A-D50C23C2B44E}"/>
              </a:ext>
            </a:extLst>
          </p:cNvPr>
          <p:cNvSpPr/>
          <p:nvPr/>
        </p:nvSpPr>
        <p:spPr>
          <a:xfrm>
            <a:off x="7862927" y="3508407"/>
            <a:ext cx="500339" cy="438724"/>
          </a:xfrm>
          <a:custGeom>
            <a:avLst/>
            <a:gdLst>
              <a:gd name="connsiteX0" fmla="*/ 15841 w 378565"/>
              <a:gd name="connsiteY0" fmla="*/ 252889 h 331946"/>
              <a:gd name="connsiteX1" fmla="*/ 118379 w 378565"/>
              <a:gd name="connsiteY1" fmla="*/ 252889 h 331946"/>
              <a:gd name="connsiteX2" fmla="*/ 126252 w 378565"/>
              <a:gd name="connsiteY2" fmla="*/ 260795 h 331946"/>
              <a:gd name="connsiteX3" fmla="*/ 126252 w 378565"/>
              <a:gd name="connsiteY3" fmla="*/ 304229 h 331946"/>
              <a:gd name="connsiteX4" fmla="*/ 174912 w 378565"/>
              <a:gd name="connsiteY4" fmla="*/ 255461 h 331946"/>
              <a:gd name="connsiteX5" fmla="*/ 181457 w 378565"/>
              <a:gd name="connsiteY5" fmla="*/ 252794 h 331946"/>
              <a:gd name="connsiteX6" fmla="*/ 362820 w 378565"/>
              <a:gd name="connsiteY6" fmla="*/ 252794 h 331946"/>
              <a:gd name="connsiteX7" fmla="*/ 362820 w 378565"/>
              <a:gd name="connsiteY7" fmla="*/ 15621 h 331946"/>
              <a:gd name="connsiteX8" fmla="*/ 15746 w 378565"/>
              <a:gd name="connsiteY8" fmla="*/ 15621 h 331946"/>
              <a:gd name="connsiteX9" fmla="*/ 15746 w 378565"/>
              <a:gd name="connsiteY9" fmla="*/ 252794 h 331946"/>
              <a:gd name="connsiteX10" fmla="*/ 118379 w 378565"/>
              <a:gd name="connsiteY10" fmla="*/ 331946 h 331946"/>
              <a:gd name="connsiteX11" fmla="*/ 114395 w 378565"/>
              <a:gd name="connsiteY11" fmla="*/ 330613 h 331946"/>
              <a:gd name="connsiteX12" fmla="*/ 110411 w 378565"/>
              <a:gd name="connsiteY12" fmla="*/ 324041 h 331946"/>
              <a:gd name="connsiteX13" fmla="*/ 110411 w 378565"/>
              <a:gd name="connsiteY13" fmla="*/ 268700 h 331946"/>
              <a:gd name="connsiteX14" fmla="*/ 7873 w 378565"/>
              <a:gd name="connsiteY14" fmla="*/ 268700 h 331946"/>
              <a:gd name="connsiteX15" fmla="*/ 0 w 378565"/>
              <a:gd name="connsiteY15" fmla="*/ 260795 h 331946"/>
              <a:gd name="connsiteX16" fmla="*/ 0 w 378565"/>
              <a:gd name="connsiteY16" fmla="*/ 7906 h 331946"/>
              <a:gd name="connsiteX17" fmla="*/ 7873 w 378565"/>
              <a:gd name="connsiteY17" fmla="*/ 0 h 331946"/>
              <a:gd name="connsiteX18" fmla="*/ 370693 w 378565"/>
              <a:gd name="connsiteY18" fmla="*/ 0 h 331946"/>
              <a:gd name="connsiteX19" fmla="*/ 378565 w 378565"/>
              <a:gd name="connsiteY19" fmla="*/ 7906 h 331946"/>
              <a:gd name="connsiteX20" fmla="*/ 378565 w 378565"/>
              <a:gd name="connsiteY20" fmla="*/ 260795 h 331946"/>
              <a:gd name="connsiteX21" fmla="*/ 370693 w 378565"/>
              <a:gd name="connsiteY21" fmla="*/ 268700 h 331946"/>
              <a:gd name="connsiteX22" fmla="*/ 184018 w 378565"/>
              <a:gd name="connsiteY22" fmla="*/ 268700 h 331946"/>
              <a:gd name="connsiteX23" fmla="*/ 123596 w 378565"/>
              <a:gd name="connsiteY23" fmla="*/ 329279 h 331946"/>
              <a:gd name="connsiteX24" fmla="*/ 118379 w 378565"/>
              <a:gd name="connsiteY24" fmla="*/ 331946 h 331946"/>
              <a:gd name="connsiteX25" fmla="*/ 228600 w 378565"/>
              <a:gd name="connsiteY25" fmla="*/ 94583 h 331946"/>
              <a:gd name="connsiteX26" fmla="*/ 86982 w 378565"/>
              <a:gd name="connsiteY26" fmla="*/ 94583 h 331946"/>
              <a:gd name="connsiteX27" fmla="*/ 79109 w 378565"/>
              <a:gd name="connsiteY27" fmla="*/ 86963 h 331946"/>
              <a:gd name="connsiteX28" fmla="*/ 86982 w 378565"/>
              <a:gd name="connsiteY28" fmla="*/ 79343 h 331946"/>
              <a:gd name="connsiteX29" fmla="*/ 228600 w 378565"/>
              <a:gd name="connsiteY29" fmla="*/ 79343 h 331946"/>
              <a:gd name="connsiteX30" fmla="*/ 236473 w 378565"/>
              <a:gd name="connsiteY30" fmla="*/ 86963 h 331946"/>
              <a:gd name="connsiteX31" fmla="*/ 228600 w 378565"/>
              <a:gd name="connsiteY31" fmla="*/ 94583 h 331946"/>
              <a:gd name="connsiteX32" fmla="*/ 291679 w 378565"/>
              <a:gd name="connsiteY32" fmla="*/ 141827 h 331946"/>
              <a:gd name="connsiteX33" fmla="*/ 86982 w 378565"/>
              <a:gd name="connsiteY33" fmla="*/ 141827 h 331946"/>
              <a:gd name="connsiteX34" fmla="*/ 79109 w 378565"/>
              <a:gd name="connsiteY34" fmla="*/ 134207 h 331946"/>
              <a:gd name="connsiteX35" fmla="*/ 86982 w 378565"/>
              <a:gd name="connsiteY35" fmla="*/ 126587 h 331946"/>
              <a:gd name="connsiteX36" fmla="*/ 291679 w 378565"/>
              <a:gd name="connsiteY36" fmla="*/ 126587 h 331946"/>
              <a:gd name="connsiteX37" fmla="*/ 299551 w 378565"/>
              <a:gd name="connsiteY37" fmla="*/ 134207 h 331946"/>
              <a:gd name="connsiteX38" fmla="*/ 291679 w 378565"/>
              <a:gd name="connsiteY38" fmla="*/ 141827 h 331946"/>
              <a:gd name="connsiteX39" fmla="*/ 291679 w 378565"/>
              <a:gd name="connsiteY39" fmla="*/ 190024 h 331946"/>
              <a:gd name="connsiteX40" fmla="*/ 86982 w 378565"/>
              <a:gd name="connsiteY40" fmla="*/ 190024 h 331946"/>
              <a:gd name="connsiteX41" fmla="*/ 79109 w 378565"/>
              <a:gd name="connsiteY41" fmla="*/ 182023 h 331946"/>
              <a:gd name="connsiteX42" fmla="*/ 86982 w 378565"/>
              <a:gd name="connsiteY42" fmla="*/ 174022 h 331946"/>
              <a:gd name="connsiteX43" fmla="*/ 291679 w 378565"/>
              <a:gd name="connsiteY43" fmla="*/ 174022 h 331946"/>
              <a:gd name="connsiteX44" fmla="*/ 299551 w 378565"/>
              <a:gd name="connsiteY44" fmla="*/ 182023 h 331946"/>
              <a:gd name="connsiteX45" fmla="*/ 291679 w 378565"/>
              <a:gd name="connsiteY45" fmla="*/ 190024 h 331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78565" h="331946">
                <a:moveTo>
                  <a:pt x="15841" y="252889"/>
                </a:moveTo>
                <a:lnTo>
                  <a:pt x="118379" y="252889"/>
                </a:lnTo>
                <a:cubicBezTo>
                  <a:pt x="122363" y="252889"/>
                  <a:pt x="126252" y="256794"/>
                  <a:pt x="126252" y="260795"/>
                </a:cubicBezTo>
                <a:lnTo>
                  <a:pt x="126252" y="304229"/>
                </a:lnTo>
                <a:lnTo>
                  <a:pt x="174912" y="255461"/>
                </a:lnTo>
                <a:cubicBezTo>
                  <a:pt x="177568" y="252794"/>
                  <a:pt x="178896" y="252794"/>
                  <a:pt x="181457" y="252794"/>
                </a:cubicBezTo>
                <a:lnTo>
                  <a:pt x="362820" y="252794"/>
                </a:lnTo>
                <a:lnTo>
                  <a:pt x="362820" y="15621"/>
                </a:lnTo>
                <a:lnTo>
                  <a:pt x="15746" y="15621"/>
                </a:lnTo>
                <a:lnTo>
                  <a:pt x="15746" y="252794"/>
                </a:lnTo>
                <a:close/>
                <a:moveTo>
                  <a:pt x="118379" y="331946"/>
                </a:moveTo>
                <a:cubicBezTo>
                  <a:pt x="117051" y="331946"/>
                  <a:pt x="115723" y="331946"/>
                  <a:pt x="114395" y="330613"/>
                </a:cubicBezTo>
                <a:cubicBezTo>
                  <a:pt x="111739" y="329279"/>
                  <a:pt x="110411" y="326708"/>
                  <a:pt x="110411" y="324041"/>
                </a:cubicBezTo>
                <a:lnTo>
                  <a:pt x="110411" y="268700"/>
                </a:lnTo>
                <a:lnTo>
                  <a:pt x="7873" y="268700"/>
                </a:lnTo>
                <a:cubicBezTo>
                  <a:pt x="2656" y="268700"/>
                  <a:pt x="0" y="264795"/>
                  <a:pt x="0" y="260795"/>
                </a:cubicBezTo>
                <a:lnTo>
                  <a:pt x="0" y="7906"/>
                </a:lnTo>
                <a:cubicBezTo>
                  <a:pt x="0" y="4001"/>
                  <a:pt x="2656" y="0"/>
                  <a:pt x="7873" y="0"/>
                </a:cubicBezTo>
                <a:lnTo>
                  <a:pt x="370693" y="0"/>
                </a:lnTo>
                <a:cubicBezTo>
                  <a:pt x="374676" y="0"/>
                  <a:pt x="378565" y="3905"/>
                  <a:pt x="378565" y="7906"/>
                </a:cubicBezTo>
                <a:lnTo>
                  <a:pt x="378565" y="260795"/>
                </a:lnTo>
                <a:cubicBezTo>
                  <a:pt x="378565" y="264700"/>
                  <a:pt x="374581" y="268700"/>
                  <a:pt x="370693" y="268700"/>
                </a:cubicBezTo>
                <a:lnTo>
                  <a:pt x="184018" y="268700"/>
                </a:lnTo>
                <a:lnTo>
                  <a:pt x="123596" y="329279"/>
                </a:lnTo>
                <a:cubicBezTo>
                  <a:pt x="122268" y="330613"/>
                  <a:pt x="119612" y="331946"/>
                  <a:pt x="118379" y="331946"/>
                </a:cubicBezTo>
                <a:close/>
                <a:moveTo>
                  <a:pt x="228600" y="94583"/>
                </a:moveTo>
                <a:lnTo>
                  <a:pt x="86982" y="94583"/>
                </a:lnTo>
                <a:cubicBezTo>
                  <a:pt x="81765" y="94583"/>
                  <a:pt x="79109" y="90773"/>
                  <a:pt x="79109" y="86963"/>
                </a:cubicBezTo>
                <a:cubicBezTo>
                  <a:pt x="79109" y="83153"/>
                  <a:pt x="81765" y="79343"/>
                  <a:pt x="86982" y="79343"/>
                </a:cubicBezTo>
                <a:lnTo>
                  <a:pt x="228600" y="79343"/>
                </a:lnTo>
                <a:cubicBezTo>
                  <a:pt x="232489" y="79343"/>
                  <a:pt x="236473" y="83153"/>
                  <a:pt x="236473" y="86963"/>
                </a:cubicBezTo>
                <a:cubicBezTo>
                  <a:pt x="236473" y="90773"/>
                  <a:pt x="232584" y="94583"/>
                  <a:pt x="228600" y="94583"/>
                </a:cubicBezTo>
                <a:close/>
                <a:moveTo>
                  <a:pt x="291679" y="141827"/>
                </a:moveTo>
                <a:lnTo>
                  <a:pt x="86982" y="141827"/>
                </a:lnTo>
                <a:cubicBezTo>
                  <a:pt x="81765" y="141827"/>
                  <a:pt x="79109" y="138017"/>
                  <a:pt x="79109" y="134207"/>
                </a:cubicBezTo>
                <a:cubicBezTo>
                  <a:pt x="79109" y="130397"/>
                  <a:pt x="81765" y="126587"/>
                  <a:pt x="86982" y="126587"/>
                </a:cubicBezTo>
                <a:lnTo>
                  <a:pt x="291679" y="126587"/>
                </a:lnTo>
                <a:cubicBezTo>
                  <a:pt x="295567" y="126587"/>
                  <a:pt x="299551" y="130397"/>
                  <a:pt x="299551" y="134207"/>
                </a:cubicBezTo>
                <a:cubicBezTo>
                  <a:pt x="299551" y="138017"/>
                  <a:pt x="295567" y="141827"/>
                  <a:pt x="291679" y="141827"/>
                </a:cubicBezTo>
                <a:close/>
                <a:moveTo>
                  <a:pt x="291679" y="190024"/>
                </a:moveTo>
                <a:lnTo>
                  <a:pt x="86982" y="190024"/>
                </a:lnTo>
                <a:cubicBezTo>
                  <a:pt x="81765" y="190024"/>
                  <a:pt x="79109" y="186023"/>
                  <a:pt x="79109" y="182023"/>
                </a:cubicBezTo>
                <a:cubicBezTo>
                  <a:pt x="79109" y="178022"/>
                  <a:pt x="81765" y="174022"/>
                  <a:pt x="86982" y="174022"/>
                </a:cubicBezTo>
                <a:lnTo>
                  <a:pt x="291679" y="174022"/>
                </a:lnTo>
                <a:cubicBezTo>
                  <a:pt x="295567" y="174022"/>
                  <a:pt x="299551" y="178022"/>
                  <a:pt x="299551" y="182023"/>
                </a:cubicBezTo>
                <a:cubicBezTo>
                  <a:pt x="299551" y="186023"/>
                  <a:pt x="295567" y="190024"/>
                  <a:pt x="291679" y="19002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8" name="Graphic 56">
            <a:extLst>
              <a:ext uri="{FF2B5EF4-FFF2-40B4-BE49-F238E27FC236}">
                <a16:creationId xmlns:a16="http://schemas.microsoft.com/office/drawing/2014/main" id="{5DCB6870-EFBE-D4C7-131A-6B2FBE47319A}"/>
              </a:ext>
            </a:extLst>
          </p:cNvPr>
          <p:cNvSpPr/>
          <p:nvPr/>
        </p:nvSpPr>
        <p:spPr>
          <a:xfrm>
            <a:off x="8730494" y="2856546"/>
            <a:ext cx="507364" cy="467489"/>
          </a:xfrm>
          <a:custGeom>
            <a:avLst/>
            <a:gdLst>
              <a:gd name="connsiteX0" fmla="*/ 55205 w 378660"/>
              <a:gd name="connsiteY0" fmla="*/ 269462 h 348900"/>
              <a:gd name="connsiteX1" fmla="*/ 52550 w 378660"/>
              <a:gd name="connsiteY1" fmla="*/ 269462 h 348900"/>
              <a:gd name="connsiteX2" fmla="*/ 47333 w 378660"/>
              <a:gd name="connsiteY2" fmla="*/ 261557 h 348900"/>
              <a:gd name="connsiteX3" fmla="*/ 47333 w 378660"/>
              <a:gd name="connsiteY3" fmla="*/ 206026 h 348900"/>
              <a:gd name="connsiteX4" fmla="*/ 7873 w 378660"/>
              <a:gd name="connsiteY4" fmla="*/ 206026 h 348900"/>
              <a:gd name="connsiteX5" fmla="*/ 0 w 378660"/>
              <a:gd name="connsiteY5" fmla="*/ 198120 h 348900"/>
              <a:gd name="connsiteX6" fmla="*/ 0 w 378660"/>
              <a:gd name="connsiteY6" fmla="*/ 7906 h 348900"/>
              <a:gd name="connsiteX7" fmla="*/ 7873 w 378660"/>
              <a:gd name="connsiteY7" fmla="*/ 0 h 348900"/>
              <a:gd name="connsiteX8" fmla="*/ 307614 w 378660"/>
              <a:gd name="connsiteY8" fmla="*/ 0 h 348900"/>
              <a:gd name="connsiteX9" fmla="*/ 315487 w 378660"/>
              <a:gd name="connsiteY9" fmla="*/ 7906 h 348900"/>
              <a:gd name="connsiteX10" fmla="*/ 315487 w 378660"/>
              <a:gd name="connsiteY10" fmla="*/ 110966 h 348900"/>
              <a:gd name="connsiteX11" fmla="*/ 307614 w 378660"/>
              <a:gd name="connsiteY11" fmla="*/ 118872 h 348900"/>
              <a:gd name="connsiteX12" fmla="*/ 299741 w 378660"/>
              <a:gd name="connsiteY12" fmla="*/ 110966 h 348900"/>
              <a:gd name="connsiteX13" fmla="*/ 299741 w 378660"/>
              <a:gd name="connsiteY13" fmla="*/ 15811 h 348900"/>
              <a:gd name="connsiteX14" fmla="*/ 15841 w 378660"/>
              <a:gd name="connsiteY14" fmla="*/ 15811 h 348900"/>
              <a:gd name="connsiteX15" fmla="*/ 15841 w 378660"/>
              <a:gd name="connsiteY15" fmla="*/ 190214 h 348900"/>
              <a:gd name="connsiteX16" fmla="*/ 55300 w 378660"/>
              <a:gd name="connsiteY16" fmla="*/ 190214 h 348900"/>
              <a:gd name="connsiteX17" fmla="*/ 63173 w 378660"/>
              <a:gd name="connsiteY17" fmla="*/ 198120 h 348900"/>
              <a:gd name="connsiteX18" fmla="*/ 63173 w 378660"/>
              <a:gd name="connsiteY18" fmla="*/ 243078 h 348900"/>
              <a:gd name="connsiteX19" fmla="*/ 113162 w 378660"/>
              <a:gd name="connsiteY19" fmla="*/ 192881 h 348900"/>
              <a:gd name="connsiteX20" fmla="*/ 118379 w 378660"/>
              <a:gd name="connsiteY20" fmla="*/ 190214 h 348900"/>
              <a:gd name="connsiteX21" fmla="*/ 134125 w 378660"/>
              <a:gd name="connsiteY21" fmla="*/ 190214 h 348900"/>
              <a:gd name="connsiteX22" fmla="*/ 141998 w 378660"/>
              <a:gd name="connsiteY22" fmla="*/ 198120 h 348900"/>
              <a:gd name="connsiteX23" fmla="*/ 134125 w 378660"/>
              <a:gd name="connsiteY23" fmla="*/ 206026 h 348900"/>
              <a:gd name="connsiteX24" fmla="*/ 122268 w 378660"/>
              <a:gd name="connsiteY24" fmla="*/ 206026 h 348900"/>
              <a:gd name="connsiteX25" fmla="*/ 60517 w 378660"/>
              <a:gd name="connsiteY25" fmla="*/ 266795 h 348900"/>
              <a:gd name="connsiteX26" fmla="*/ 55300 w 378660"/>
              <a:gd name="connsiteY26" fmla="*/ 269462 h 348900"/>
              <a:gd name="connsiteX27" fmla="*/ 189140 w 378660"/>
              <a:gd name="connsiteY27" fmla="*/ 158591 h 348900"/>
              <a:gd name="connsiteX28" fmla="*/ 362820 w 378660"/>
              <a:gd name="connsiteY28" fmla="*/ 158591 h 348900"/>
              <a:gd name="connsiteX29" fmla="*/ 362820 w 378660"/>
              <a:gd name="connsiteY29" fmla="*/ 269558 h 348900"/>
              <a:gd name="connsiteX30" fmla="*/ 339106 w 378660"/>
              <a:gd name="connsiteY30" fmla="*/ 269558 h 348900"/>
              <a:gd name="connsiteX31" fmla="*/ 331233 w 378660"/>
              <a:gd name="connsiteY31" fmla="*/ 277463 h 348900"/>
              <a:gd name="connsiteX32" fmla="*/ 331233 w 378660"/>
              <a:gd name="connsiteY32" fmla="*/ 323755 h 348900"/>
              <a:gd name="connsiteX33" fmla="*/ 273372 w 378660"/>
              <a:gd name="connsiteY33" fmla="*/ 272224 h 348900"/>
              <a:gd name="connsiteX34" fmla="*/ 268154 w 378660"/>
              <a:gd name="connsiteY34" fmla="*/ 269558 h 348900"/>
              <a:gd name="connsiteX35" fmla="*/ 189235 w 378660"/>
              <a:gd name="connsiteY35" fmla="*/ 269558 h 348900"/>
              <a:gd name="connsiteX36" fmla="*/ 189235 w 378660"/>
              <a:gd name="connsiteY36" fmla="*/ 158591 h 348900"/>
              <a:gd name="connsiteX37" fmla="*/ 343090 w 378660"/>
              <a:gd name="connsiteY37" fmla="*/ 348901 h 348900"/>
              <a:gd name="connsiteX38" fmla="*/ 347074 w 378660"/>
              <a:gd name="connsiteY38" fmla="*/ 340995 h 348900"/>
              <a:gd name="connsiteX39" fmla="*/ 347074 w 378660"/>
              <a:gd name="connsiteY39" fmla="*/ 285464 h 348900"/>
              <a:gd name="connsiteX40" fmla="*/ 370787 w 378660"/>
              <a:gd name="connsiteY40" fmla="*/ 285464 h 348900"/>
              <a:gd name="connsiteX41" fmla="*/ 378660 w 378660"/>
              <a:gd name="connsiteY41" fmla="*/ 277559 h 348900"/>
              <a:gd name="connsiteX42" fmla="*/ 378660 w 378660"/>
              <a:gd name="connsiteY42" fmla="*/ 150686 h 348900"/>
              <a:gd name="connsiteX43" fmla="*/ 370787 w 378660"/>
              <a:gd name="connsiteY43" fmla="*/ 142780 h 348900"/>
              <a:gd name="connsiteX44" fmla="*/ 181267 w 378660"/>
              <a:gd name="connsiteY44" fmla="*/ 142780 h 348900"/>
              <a:gd name="connsiteX45" fmla="*/ 173395 w 378660"/>
              <a:gd name="connsiteY45" fmla="*/ 150686 h 348900"/>
              <a:gd name="connsiteX46" fmla="*/ 173395 w 378660"/>
              <a:gd name="connsiteY46" fmla="*/ 277559 h 348900"/>
              <a:gd name="connsiteX47" fmla="*/ 181267 w 378660"/>
              <a:gd name="connsiteY47" fmla="*/ 285464 h 348900"/>
              <a:gd name="connsiteX48" fmla="*/ 265499 w 378660"/>
              <a:gd name="connsiteY48" fmla="*/ 285464 h 348900"/>
              <a:gd name="connsiteX49" fmla="*/ 333889 w 378660"/>
              <a:gd name="connsiteY49" fmla="*/ 347567 h 348900"/>
              <a:gd name="connsiteX50" fmla="*/ 339106 w 378660"/>
              <a:gd name="connsiteY50" fmla="*/ 348901 h 348900"/>
              <a:gd name="connsiteX51" fmla="*/ 343090 w 378660"/>
              <a:gd name="connsiteY51" fmla="*/ 348901 h 34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78660" h="348900">
                <a:moveTo>
                  <a:pt x="55205" y="269462"/>
                </a:moveTo>
                <a:lnTo>
                  <a:pt x="52550" y="269462"/>
                </a:lnTo>
                <a:cubicBezTo>
                  <a:pt x="49894" y="268129"/>
                  <a:pt x="47333" y="264224"/>
                  <a:pt x="47333" y="261557"/>
                </a:cubicBezTo>
                <a:lnTo>
                  <a:pt x="47333" y="206026"/>
                </a:lnTo>
                <a:lnTo>
                  <a:pt x="7873" y="206026"/>
                </a:lnTo>
                <a:cubicBezTo>
                  <a:pt x="3889" y="206026"/>
                  <a:pt x="0" y="202025"/>
                  <a:pt x="0" y="198120"/>
                </a:cubicBezTo>
                <a:lnTo>
                  <a:pt x="0" y="7906"/>
                </a:lnTo>
                <a:cubicBezTo>
                  <a:pt x="0" y="3905"/>
                  <a:pt x="3984" y="0"/>
                  <a:pt x="7873" y="0"/>
                </a:cubicBezTo>
                <a:lnTo>
                  <a:pt x="307614" y="0"/>
                </a:lnTo>
                <a:cubicBezTo>
                  <a:pt x="312831" y="0"/>
                  <a:pt x="315487" y="4001"/>
                  <a:pt x="315487" y="7906"/>
                </a:cubicBezTo>
                <a:lnTo>
                  <a:pt x="315487" y="110966"/>
                </a:lnTo>
                <a:cubicBezTo>
                  <a:pt x="315487" y="114967"/>
                  <a:pt x="312831" y="118872"/>
                  <a:pt x="307614" y="118872"/>
                </a:cubicBezTo>
                <a:cubicBezTo>
                  <a:pt x="303630" y="118872"/>
                  <a:pt x="299741" y="114872"/>
                  <a:pt x="299741" y="110966"/>
                </a:cubicBezTo>
                <a:lnTo>
                  <a:pt x="299741" y="15811"/>
                </a:lnTo>
                <a:lnTo>
                  <a:pt x="15841" y="15811"/>
                </a:lnTo>
                <a:lnTo>
                  <a:pt x="15841" y="190214"/>
                </a:lnTo>
                <a:lnTo>
                  <a:pt x="55300" y="190214"/>
                </a:lnTo>
                <a:cubicBezTo>
                  <a:pt x="60517" y="190214"/>
                  <a:pt x="63173" y="194215"/>
                  <a:pt x="63173" y="198120"/>
                </a:cubicBezTo>
                <a:lnTo>
                  <a:pt x="63173" y="243078"/>
                </a:lnTo>
                <a:lnTo>
                  <a:pt x="113162" y="192881"/>
                </a:lnTo>
                <a:cubicBezTo>
                  <a:pt x="114490" y="191548"/>
                  <a:pt x="117146" y="190214"/>
                  <a:pt x="118379" y="190214"/>
                </a:cubicBezTo>
                <a:lnTo>
                  <a:pt x="134125" y="190214"/>
                </a:lnTo>
                <a:cubicBezTo>
                  <a:pt x="139342" y="190214"/>
                  <a:pt x="141998" y="194215"/>
                  <a:pt x="141998" y="198120"/>
                </a:cubicBezTo>
                <a:cubicBezTo>
                  <a:pt x="141998" y="202025"/>
                  <a:pt x="139342" y="206026"/>
                  <a:pt x="134125" y="206026"/>
                </a:cubicBezTo>
                <a:lnTo>
                  <a:pt x="122268" y="206026"/>
                </a:lnTo>
                <a:lnTo>
                  <a:pt x="60517" y="266795"/>
                </a:lnTo>
                <a:cubicBezTo>
                  <a:pt x="59189" y="268129"/>
                  <a:pt x="57861" y="269462"/>
                  <a:pt x="55300" y="269462"/>
                </a:cubicBezTo>
                <a:close/>
                <a:moveTo>
                  <a:pt x="189140" y="158591"/>
                </a:moveTo>
                <a:lnTo>
                  <a:pt x="362820" y="158591"/>
                </a:lnTo>
                <a:lnTo>
                  <a:pt x="362820" y="269558"/>
                </a:lnTo>
                <a:lnTo>
                  <a:pt x="339106" y="269558"/>
                </a:lnTo>
                <a:cubicBezTo>
                  <a:pt x="335122" y="269558"/>
                  <a:pt x="331233" y="273558"/>
                  <a:pt x="331233" y="277463"/>
                </a:cubicBezTo>
                <a:lnTo>
                  <a:pt x="331233" y="323755"/>
                </a:lnTo>
                <a:lnTo>
                  <a:pt x="273372" y="272224"/>
                </a:lnTo>
                <a:cubicBezTo>
                  <a:pt x="272044" y="270891"/>
                  <a:pt x="270715" y="269558"/>
                  <a:pt x="268154" y="269558"/>
                </a:cubicBezTo>
                <a:lnTo>
                  <a:pt x="189235" y="269558"/>
                </a:lnTo>
                <a:lnTo>
                  <a:pt x="189235" y="158591"/>
                </a:lnTo>
                <a:close/>
                <a:moveTo>
                  <a:pt x="343090" y="348901"/>
                </a:moveTo>
                <a:cubicBezTo>
                  <a:pt x="345746" y="347567"/>
                  <a:pt x="347074" y="343662"/>
                  <a:pt x="347074" y="340995"/>
                </a:cubicBezTo>
                <a:lnTo>
                  <a:pt x="347074" y="285464"/>
                </a:lnTo>
                <a:lnTo>
                  <a:pt x="370787" y="285464"/>
                </a:lnTo>
                <a:cubicBezTo>
                  <a:pt x="376004" y="285464"/>
                  <a:pt x="378660" y="281464"/>
                  <a:pt x="378660" y="277559"/>
                </a:cubicBezTo>
                <a:lnTo>
                  <a:pt x="378660" y="150686"/>
                </a:lnTo>
                <a:cubicBezTo>
                  <a:pt x="378660" y="146685"/>
                  <a:pt x="376004" y="142780"/>
                  <a:pt x="370787" y="142780"/>
                </a:cubicBezTo>
                <a:lnTo>
                  <a:pt x="181267" y="142780"/>
                </a:lnTo>
                <a:cubicBezTo>
                  <a:pt x="177284" y="142780"/>
                  <a:pt x="173395" y="146780"/>
                  <a:pt x="173395" y="150686"/>
                </a:cubicBezTo>
                <a:lnTo>
                  <a:pt x="173395" y="277559"/>
                </a:lnTo>
                <a:cubicBezTo>
                  <a:pt x="173395" y="281559"/>
                  <a:pt x="177378" y="285464"/>
                  <a:pt x="181267" y="285464"/>
                </a:cubicBezTo>
                <a:lnTo>
                  <a:pt x="265499" y="285464"/>
                </a:lnTo>
                <a:lnTo>
                  <a:pt x="333889" y="347567"/>
                </a:lnTo>
                <a:cubicBezTo>
                  <a:pt x="335217" y="348901"/>
                  <a:pt x="337873" y="348901"/>
                  <a:pt x="339106" y="348901"/>
                </a:cubicBezTo>
                <a:lnTo>
                  <a:pt x="343090" y="34890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59" name="Graphic 56">
            <a:extLst>
              <a:ext uri="{FF2B5EF4-FFF2-40B4-BE49-F238E27FC236}">
                <a16:creationId xmlns:a16="http://schemas.microsoft.com/office/drawing/2014/main" id="{035E8F5F-97D5-9683-F21B-C673FA897B95}"/>
              </a:ext>
            </a:extLst>
          </p:cNvPr>
          <p:cNvSpPr/>
          <p:nvPr/>
        </p:nvSpPr>
        <p:spPr>
          <a:xfrm>
            <a:off x="9485060" y="2856546"/>
            <a:ext cx="507364" cy="467489"/>
          </a:xfrm>
          <a:custGeom>
            <a:avLst/>
            <a:gdLst>
              <a:gd name="connsiteX0" fmla="*/ 55205 w 378660"/>
              <a:gd name="connsiteY0" fmla="*/ 269462 h 348900"/>
              <a:gd name="connsiteX1" fmla="*/ 52550 w 378660"/>
              <a:gd name="connsiteY1" fmla="*/ 269462 h 348900"/>
              <a:gd name="connsiteX2" fmla="*/ 47333 w 378660"/>
              <a:gd name="connsiteY2" fmla="*/ 261557 h 348900"/>
              <a:gd name="connsiteX3" fmla="*/ 47333 w 378660"/>
              <a:gd name="connsiteY3" fmla="*/ 206026 h 348900"/>
              <a:gd name="connsiteX4" fmla="*/ 7873 w 378660"/>
              <a:gd name="connsiteY4" fmla="*/ 206026 h 348900"/>
              <a:gd name="connsiteX5" fmla="*/ 0 w 378660"/>
              <a:gd name="connsiteY5" fmla="*/ 198120 h 348900"/>
              <a:gd name="connsiteX6" fmla="*/ 0 w 378660"/>
              <a:gd name="connsiteY6" fmla="*/ 7906 h 348900"/>
              <a:gd name="connsiteX7" fmla="*/ 7873 w 378660"/>
              <a:gd name="connsiteY7" fmla="*/ 0 h 348900"/>
              <a:gd name="connsiteX8" fmla="*/ 307614 w 378660"/>
              <a:gd name="connsiteY8" fmla="*/ 0 h 348900"/>
              <a:gd name="connsiteX9" fmla="*/ 315487 w 378660"/>
              <a:gd name="connsiteY9" fmla="*/ 7906 h 348900"/>
              <a:gd name="connsiteX10" fmla="*/ 315487 w 378660"/>
              <a:gd name="connsiteY10" fmla="*/ 110966 h 348900"/>
              <a:gd name="connsiteX11" fmla="*/ 307614 w 378660"/>
              <a:gd name="connsiteY11" fmla="*/ 118872 h 348900"/>
              <a:gd name="connsiteX12" fmla="*/ 299741 w 378660"/>
              <a:gd name="connsiteY12" fmla="*/ 110966 h 348900"/>
              <a:gd name="connsiteX13" fmla="*/ 299741 w 378660"/>
              <a:gd name="connsiteY13" fmla="*/ 15811 h 348900"/>
              <a:gd name="connsiteX14" fmla="*/ 15841 w 378660"/>
              <a:gd name="connsiteY14" fmla="*/ 15811 h 348900"/>
              <a:gd name="connsiteX15" fmla="*/ 15841 w 378660"/>
              <a:gd name="connsiteY15" fmla="*/ 190214 h 348900"/>
              <a:gd name="connsiteX16" fmla="*/ 55300 w 378660"/>
              <a:gd name="connsiteY16" fmla="*/ 190214 h 348900"/>
              <a:gd name="connsiteX17" fmla="*/ 63173 w 378660"/>
              <a:gd name="connsiteY17" fmla="*/ 198120 h 348900"/>
              <a:gd name="connsiteX18" fmla="*/ 63173 w 378660"/>
              <a:gd name="connsiteY18" fmla="*/ 243078 h 348900"/>
              <a:gd name="connsiteX19" fmla="*/ 113162 w 378660"/>
              <a:gd name="connsiteY19" fmla="*/ 192881 h 348900"/>
              <a:gd name="connsiteX20" fmla="*/ 118379 w 378660"/>
              <a:gd name="connsiteY20" fmla="*/ 190214 h 348900"/>
              <a:gd name="connsiteX21" fmla="*/ 134125 w 378660"/>
              <a:gd name="connsiteY21" fmla="*/ 190214 h 348900"/>
              <a:gd name="connsiteX22" fmla="*/ 141998 w 378660"/>
              <a:gd name="connsiteY22" fmla="*/ 198120 h 348900"/>
              <a:gd name="connsiteX23" fmla="*/ 134125 w 378660"/>
              <a:gd name="connsiteY23" fmla="*/ 206026 h 348900"/>
              <a:gd name="connsiteX24" fmla="*/ 122268 w 378660"/>
              <a:gd name="connsiteY24" fmla="*/ 206026 h 348900"/>
              <a:gd name="connsiteX25" fmla="*/ 60517 w 378660"/>
              <a:gd name="connsiteY25" fmla="*/ 266795 h 348900"/>
              <a:gd name="connsiteX26" fmla="*/ 55300 w 378660"/>
              <a:gd name="connsiteY26" fmla="*/ 269462 h 348900"/>
              <a:gd name="connsiteX27" fmla="*/ 189140 w 378660"/>
              <a:gd name="connsiteY27" fmla="*/ 158591 h 348900"/>
              <a:gd name="connsiteX28" fmla="*/ 362820 w 378660"/>
              <a:gd name="connsiteY28" fmla="*/ 158591 h 348900"/>
              <a:gd name="connsiteX29" fmla="*/ 362820 w 378660"/>
              <a:gd name="connsiteY29" fmla="*/ 269558 h 348900"/>
              <a:gd name="connsiteX30" fmla="*/ 339106 w 378660"/>
              <a:gd name="connsiteY30" fmla="*/ 269558 h 348900"/>
              <a:gd name="connsiteX31" fmla="*/ 331233 w 378660"/>
              <a:gd name="connsiteY31" fmla="*/ 277463 h 348900"/>
              <a:gd name="connsiteX32" fmla="*/ 331233 w 378660"/>
              <a:gd name="connsiteY32" fmla="*/ 323755 h 348900"/>
              <a:gd name="connsiteX33" fmla="*/ 273372 w 378660"/>
              <a:gd name="connsiteY33" fmla="*/ 272224 h 348900"/>
              <a:gd name="connsiteX34" fmla="*/ 268154 w 378660"/>
              <a:gd name="connsiteY34" fmla="*/ 269558 h 348900"/>
              <a:gd name="connsiteX35" fmla="*/ 189235 w 378660"/>
              <a:gd name="connsiteY35" fmla="*/ 269558 h 348900"/>
              <a:gd name="connsiteX36" fmla="*/ 189235 w 378660"/>
              <a:gd name="connsiteY36" fmla="*/ 158591 h 348900"/>
              <a:gd name="connsiteX37" fmla="*/ 343090 w 378660"/>
              <a:gd name="connsiteY37" fmla="*/ 348901 h 348900"/>
              <a:gd name="connsiteX38" fmla="*/ 347074 w 378660"/>
              <a:gd name="connsiteY38" fmla="*/ 340995 h 348900"/>
              <a:gd name="connsiteX39" fmla="*/ 347074 w 378660"/>
              <a:gd name="connsiteY39" fmla="*/ 285464 h 348900"/>
              <a:gd name="connsiteX40" fmla="*/ 370787 w 378660"/>
              <a:gd name="connsiteY40" fmla="*/ 285464 h 348900"/>
              <a:gd name="connsiteX41" fmla="*/ 378660 w 378660"/>
              <a:gd name="connsiteY41" fmla="*/ 277559 h 348900"/>
              <a:gd name="connsiteX42" fmla="*/ 378660 w 378660"/>
              <a:gd name="connsiteY42" fmla="*/ 150686 h 348900"/>
              <a:gd name="connsiteX43" fmla="*/ 370787 w 378660"/>
              <a:gd name="connsiteY43" fmla="*/ 142780 h 348900"/>
              <a:gd name="connsiteX44" fmla="*/ 181267 w 378660"/>
              <a:gd name="connsiteY44" fmla="*/ 142780 h 348900"/>
              <a:gd name="connsiteX45" fmla="*/ 173395 w 378660"/>
              <a:gd name="connsiteY45" fmla="*/ 150686 h 348900"/>
              <a:gd name="connsiteX46" fmla="*/ 173395 w 378660"/>
              <a:gd name="connsiteY46" fmla="*/ 277559 h 348900"/>
              <a:gd name="connsiteX47" fmla="*/ 181267 w 378660"/>
              <a:gd name="connsiteY47" fmla="*/ 285464 h 348900"/>
              <a:gd name="connsiteX48" fmla="*/ 265499 w 378660"/>
              <a:gd name="connsiteY48" fmla="*/ 285464 h 348900"/>
              <a:gd name="connsiteX49" fmla="*/ 333889 w 378660"/>
              <a:gd name="connsiteY49" fmla="*/ 347567 h 348900"/>
              <a:gd name="connsiteX50" fmla="*/ 339106 w 378660"/>
              <a:gd name="connsiteY50" fmla="*/ 348901 h 348900"/>
              <a:gd name="connsiteX51" fmla="*/ 343090 w 378660"/>
              <a:gd name="connsiteY51" fmla="*/ 348901 h 34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78660" h="348900">
                <a:moveTo>
                  <a:pt x="55205" y="269462"/>
                </a:moveTo>
                <a:lnTo>
                  <a:pt x="52550" y="269462"/>
                </a:lnTo>
                <a:cubicBezTo>
                  <a:pt x="49894" y="268129"/>
                  <a:pt x="47333" y="264224"/>
                  <a:pt x="47333" y="261557"/>
                </a:cubicBezTo>
                <a:lnTo>
                  <a:pt x="47333" y="206026"/>
                </a:lnTo>
                <a:lnTo>
                  <a:pt x="7873" y="206026"/>
                </a:lnTo>
                <a:cubicBezTo>
                  <a:pt x="3889" y="206026"/>
                  <a:pt x="0" y="202025"/>
                  <a:pt x="0" y="198120"/>
                </a:cubicBezTo>
                <a:lnTo>
                  <a:pt x="0" y="7906"/>
                </a:lnTo>
                <a:cubicBezTo>
                  <a:pt x="0" y="3905"/>
                  <a:pt x="3984" y="0"/>
                  <a:pt x="7873" y="0"/>
                </a:cubicBezTo>
                <a:lnTo>
                  <a:pt x="307614" y="0"/>
                </a:lnTo>
                <a:cubicBezTo>
                  <a:pt x="312831" y="0"/>
                  <a:pt x="315487" y="4001"/>
                  <a:pt x="315487" y="7906"/>
                </a:cubicBezTo>
                <a:lnTo>
                  <a:pt x="315487" y="110966"/>
                </a:lnTo>
                <a:cubicBezTo>
                  <a:pt x="315487" y="114967"/>
                  <a:pt x="312831" y="118872"/>
                  <a:pt x="307614" y="118872"/>
                </a:cubicBezTo>
                <a:cubicBezTo>
                  <a:pt x="303630" y="118872"/>
                  <a:pt x="299741" y="114872"/>
                  <a:pt x="299741" y="110966"/>
                </a:cubicBezTo>
                <a:lnTo>
                  <a:pt x="299741" y="15811"/>
                </a:lnTo>
                <a:lnTo>
                  <a:pt x="15841" y="15811"/>
                </a:lnTo>
                <a:lnTo>
                  <a:pt x="15841" y="190214"/>
                </a:lnTo>
                <a:lnTo>
                  <a:pt x="55300" y="190214"/>
                </a:lnTo>
                <a:cubicBezTo>
                  <a:pt x="60517" y="190214"/>
                  <a:pt x="63173" y="194215"/>
                  <a:pt x="63173" y="198120"/>
                </a:cubicBezTo>
                <a:lnTo>
                  <a:pt x="63173" y="243078"/>
                </a:lnTo>
                <a:lnTo>
                  <a:pt x="113162" y="192881"/>
                </a:lnTo>
                <a:cubicBezTo>
                  <a:pt x="114490" y="191548"/>
                  <a:pt x="117146" y="190214"/>
                  <a:pt x="118379" y="190214"/>
                </a:cubicBezTo>
                <a:lnTo>
                  <a:pt x="134125" y="190214"/>
                </a:lnTo>
                <a:cubicBezTo>
                  <a:pt x="139342" y="190214"/>
                  <a:pt x="141998" y="194215"/>
                  <a:pt x="141998" y="198120"/>
                </a:cubicBezTo>
                <a:cubicBezTo>
                  <a:pt x="141998" y="202025"/>
                  <a:pt x="139342" y="206026"/>
                  <a:pt x="134125" y="206026"/>
                </a:cubicBezTo>
                <a:lnTo>
                  <a:pt x="122268" y="206026"/>
                </a:lnTo>
                <a:lnTo>
                  <a:pt x="60517" y="266795"/>
                </a:lnTo>
                <a:cubicBezTo>
                  <a:pt x="59189" y="268129"/>
                  <a:pt x="57861" y="269462"/>
                  <a:pt x="55300" y="269462"/>
                </a:cubicBezTo>
                <a:close/>
                <a:moveTo>
                  <a:pt x="189140" y="158591"/>
                </a:moveTo>
                <a:lnTo>
                  <a:pt x="362820" y="158591"/>
                </a:lnTo>
                <a:lnTo>
                  <a:pt x="362820" y="269558"/>
                </a:lnTo>
                <a:lnTo>
                  <a:pt x="339106" y="269558"/>
                </a:lnTo>
                <a:cubicBezTo>
                  <a:pt x="335122" y="269558"/>
                  <a:pt x="331233" y="273558"/>
                  <a:pt x="331233" y="277463"/>
                </a:cubicBezTo>
                <a:lnTo>
                  <a:pt x="331233" y="323755"/>
                </a:lnTo>
                <a:lnTo>
                  <a:pt x="273372" y="272224"/>
                </a:lnTo>
                <a:cubicBezTo>
                  <a:pt x="272044" y="270891"/>
                  <a:pt x="270715" y="269558"/>
                  <a:pt x="268154" y="269558"/>
                </a:cubicBezTo>
                <a:lnTo>
                  <a:pt x="189235" y="269558"/>
                </a:lnTo>
                <a:lnTo>
                  <a:pt x="189235" y="158591"/>
                </a:lnTo>
                <a:close/>
                <a:moveTo>
                  <a:pt x="343090" y="348901"/>
                </a:moveTo>
                <a:cubicBezTo>
                  <a:pt x="345746" y="347567"/>
                  <a:pt x="347074" y="343662"/>
                  <a:pt x="347074" y="340995"/>
                </a:cubicBezTo>
                <a:lnTo>
                  <a:pt x="347074" y="285464"/>
                </a:lnTo>
                <a:lnTo>
                  <a:pt x="370787" y="285464"/>
                </a:lnTo>
                <a:cubicBezTo>
                  <a:pt x="376004" y="285464"/>
                  <a:pt x="378660" y="281464"/>
                  <a:pt x="378660" y="277559"/>
                </a:cubicBezTo>
                <a:lnTo>
                  <a:pt x="378660" y="150686"/>
                </a:lnTo>
                <a:cubicBezTo>
                  <a:pt x="378660" y="146685"/>
                  <a:pt x="376004" y="142780"/>
                  <a:pt x="370787" y="142780"/>
                </a:cubicBezTo>
                <a:lnTo>
                  <a:pt x="181267" y="142780"/>
                </a:lnTo>
                <a:cubicBezTo>
                  <a:pt x="177284" y="142780"/>
                  <a:pt x="173395" y="146780"/>
                  <a:pt x="173395" y="150686"/>
                </a:cubicBezTo>
                <a:lnTo>
                  <a:pt x="173395" y="277559"/>
                </a:lnTo>
                <a:cubicBezTo>
                  <a:pt x="173395" y="281559"/>
                  <a:pt x="177378" y="285464"/>
                  <a:pt x="181267" y="285464"/>
                </a:cubicBezTo>
                <a:lnTo>
                  <a:pt x="265499" y="285464"/>
                </a:lnTo>
                <a:lnTo>
                  <a:pt x="333889" y="347567"/>
                </a:lnTo>
                <a:cubicBezTo>
                  <a:pt x="335217" y="348901"/>
                  <a:pt x="337873" y="348901"/>
                  <a:pt x="339106" y="348901"/>
                </a:cubicBezTo>
                <a:lnTo>
                  <a:pt x="343090" y="34890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0" name="Graphic 56">
            <a:extLst>
              <a:ext uri="{FF2B5EF4-FFF2-40B4-BE49-F238E27FC236}">
                <a16:creationId xmlns:a16="http://schemas.microsoft.com/office/drawing/2014/main" id="{595D9727-345C-9478-BFAA-46ECAF4163C6}"/>
              </a:ext>
            </a:extLst>
          </p:cNvPr>
          <p:cNvSpPr/>
          <p:nvPr/>
        </p:nvSpPr>
        <p:spPr>
          <a:xfrm>
            <a:off x="8730494" y="3499600"/>
            <a:ext cx="507364" cy="467489"/>
          </a:xfrm>
          <a:custGeom>
            <a:avLst/>
            <a:gdLst>
              <a:gd name="connsiteX0" fmla="*/ 55205 w 378660"/>
              <a:gd name="connsiteY0" fmla="*/ 269462 h 348900"/>
              <a:gd name="connsiteX1" fmla="*/ 52550 w 378660"/>
              <a:gd name="connsiteY1" fmla="*/ 269462 h 348900"/>
              <a:gd name="connsiteX2" fmla="*/ 47333 w 378660"/>
              <a:gd name="connsiteY2" fmla="*/ 261557 h 348900"/>
              <a:gd name="connsiteX3" fmla="*/ 47333 w 378660"/>
              <a:gd name="connsiteY3" fmla="*/ 206026 h 348900"/>
              <a:gd name="connsiteX4" fmla="*/ 7873 w 378660"/>
              <a:gd name="connsiteY4" fmla="*/ 206026 h 348900"/>
              <a:gd name="connsiteX5" fmla="*/ 0 w 378660"/>
              <a:gd name="connsiteY5" fmla="*/ 198120 h 348900"/>
              <a:gd name="connsiteX6" fmla="*/ 0 w 378660"/>
              <a:gd name="connsiteY6" fmla="*/ 7906 h 348900"/>
              <a:gd name="connsiteX7" fmla="*/ 7873 w 378660"/>
              <a:gd name="connsiteY7" fmla="*/ 0 h 348900"/>
              <a:gd name="connsiteX8" fmla="*/ 307614 w 378660"/>
              <a:gd name="connsiteY8" fmla="*/ 0 h 348900"/>
              <a:gd name="connsiteX9" fmla="*/ 315487 w 378660"/>
              <a:gd name="connsiteY9" fmla="*/ 7906 h 348900"/>
              <a:gd name="connsiteX10" fmla="*/ 315487 w 378660"/>
              <a:gd name="connsiteY10" fmla="*/ 110966 h 348900"/>
              <a:gd name="connsiteX11" fmla="*/ 307614 w 378660"/>
              <a:gd name="connsiteY11" fmla="*/ 118872 h 348900"/>
              <a:gd name="connsiteX12" fmla="*/ 299741 w 378660"/>
              <a:gd name="connsiteY12" fmla="*/ 110966 h 348900"/>
              <a:gd name="connsiteX13" fmla="*/ 299741 w 378660"/>
              <a:gd name="connsiteY13" fmla="*/ 15811 h 348900"/>
              <a:gd name="connsiteX14" fmla="*/ 15841 w 378660"/>
              <a:gd name="connsiteY14" fmla="*/ 15811 h 348900"/>
              <a:gd name="connsiteX15" fmla="*/ 15841 w 378660"/>
              <a:gd name="connsiteY15" fmla="*/ 190214 h 348900"/>
              <a:gd name="connsiteX16" fmla="*/ 55300 w 378660"/>
              <a:gd name="connsiteY16" fmla="*/ 190214 h 348900"/>
              <a:gd name="connsiteX17" fmla="*/ 63173 w 378660"/>
              <a:gd name="connsiteY17" fmla="*/ 198120 h 348900"/>
              <a:gd name="connsiteX18" fmla="*/ 63173 w 378660"/>
              <a:gd name="connsiteY18" fmla="*/ 243078 h 348900"/>
              <a:gd name="connsiteX19" fmla="*/ 113162 w 378660"/>
              <a:gd name="connsiteY19" fmla="*/ 192881 h 348900"/>
              <a:gd name="connsiteX20" fmla="*/ 118379 w 378660"/>
              <a:gd name="connsiteY20" fmla="*/ 190214 h 348900"/>
              <a:gd name="connsiteX21" fmla="*/ 134125 w 378660"/>
              <a:gd name="connsiteY21" fmla="*/ 190214 h 348900"/>
              <a:gd name="connsiteX22" fmla="*/ 141998 w 378660"/>
              <a:gd name="connsiteY22" fmla="*/ 198120 h 348900"/>
              <a:gd name="connsiteX23" fmla="*/ 134125 w 378660"/>
              <a:gd name="connsiteY23" fmla="*/ 206026 h 348900"/>
              <a:gd name="connsiteX24" fmla="*/ 122268 w 378660"/>
              <a:gd name="connsiteY24" fmla="*/ 206026 h 348900"/>
              <a:gd name="connsiteX25" fmla="*/ 60517 w 378660"/>
              <a:gd name="connsiteY25" fmla="*/ 266795 h 348900"/>
              <a:gd name="connsiteX26" fmla="*/ 55300 w 378660"/>
              <a:gd name="connsiteY26" fmla="*/ 269462 h 348900"/>
              <a:gd name="connsiteX27" fmla="*/ 189140 w 378660"/>
              <a:gd name="connsiteY27" fmla="*/ 158591 h 348900"/>
              <a:gd name="connsiteX28" fmla="*/ 362820 w 378660"/>
              <a:gd name="connsiteY28" fmla="*/ 158591 h 348900"/>
              <a:gd name="connsiteX29" fmla="*/ 362820 w 378660"/>
              <a:gd name="connsiteY29" fmla="*/ 269558 h 348900"/>
              <a:gd name="connsiteX30" fmla="*/ 339106 w 378660"/>
              <a:gd name="connsiteY30" fmla="*/ 269558 h 348900"/>
              <a:gd name="connsiteX31" fmla="*/ 331233 w 378660"/>
              <a:gd name="connsiteY31" fmla="*/ 277463 h 348900"/>
              <a:gd name="connsiteX32" fmla="*/ 331233 w 378660"/>
              <a:gd name="connsiteY32" fmla="*/ 323755 h 348900"/>
              <a:gd name="connsiteX33" fmla="*/ 273372 w 378660"/>
              <a:gd name="connsiteY33" fmla="*/ 272224 h 348900"/>
              <a:gd name="connsiteX34" fmla="*/ 268154 w 378660"/>
              <a:gd name="connsiteY34" fmla="*/ 269558 h 348900"/>
              <a:gd name="connsiteX35" fmla="*/ 189235 w 378660"/>
              <a:gd name="connsiteY35" fmla="*/ 269558 h 348900"/>
              <a:gd name="connsiteX36" fmla="*/ 189235 w 378660"/>
              <a:gd name="connsiteY36" fmla="*/ 158591 h 348900"/>
              <a:gd name="connsiteX37" fmla="*/ 343090 w 378660"/>
              <a:gd name="connsiteY37" fmla="*/ 348901 h 348900"/>
              <a:gd name="connsiteX38" fmla="*/ 347074 w 378660"/>
              <a:gd name="connsiteY38" fmla="*/ 340995 h 348900"/>
              <a:gd name="connsiteX39" fmla="*/ 347074 w 378660"/>
              <a:gd name="connsiteY39" fmla="*/ 285464 h 348900"/>
              <a:gd name="connsiteX40" fmla="*/ 370787 w 378660"/>
              <a:gd name="connsiteY40" fmla="*/ 285464 h 348900"/>
              <a:gd name="connsiteX41" fmla="*/ 378660 w 378660"/>
              <a:gd name="connsiteY41" fmla="*/ 277559 h 348900"/>
              <a:gd name="connsiteX42" fmla="*/ 378660 w 378660"/>
              <a:gd name="connsiteY42" fmla="*/ 150686 h 348900"/>
              <a:gd name="connsiteX43" fmla="*/ 370787 w 378660"/>
              <a:gd name="connsiteY43" fmla="*/ 142780 h 348900"/>
              <a:gd name="connsiteX44" fmla="*/ 181267 w 378660"/>
              <a:gd name="connsiteY44" fmla="*/ 142780 h 348900"/>
              <a:gd name="connsiteX45" fmla="*/ 173395 w 378660"/>
              <a:gd name="connsiteY45" fmla="*/ 150686 h 348900"/>
              <a:gd name="connsiteX46" fmla="*/ 173395 w 378660"/>
              <a:gd name="connsiteY46" fmla="*/ 277559 h 348900"/>
              <a:gd name="connsiteX47" fmla="*/ 181267 w 378660"/>
              <a:gd name="connsiteY47" fmla="*/ 285464 h 348900"/>
              <a:gd name="connsiteX48" fmla="*/ 265499 w 378660"/>
              <a:gd name="connsiteY48" fmla="*/ 285464 h 348900"/>
              <a:gd name="connsiteX49" fmla="*/ 333889 w 378660"/>
              <a:gd name="connsiteY49" fmla="*/ 347567 h 348900"/>
              <a:gd name="connsiteX50" fmla="*/ 339106 w 378660"/>
              <a:gd name="connsiteY50" fmla="*/ 348901 h 348900"/>
              <a:gd name="connsiteX51" fmla="*/ 343090 w 378660"/>
              <a:gd name="connsiteY51" fmla="*/ 348901 h 34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78660" h="348900">
                <a:moveTo>
                  <a:pt x="55205" y="269462"/>
                </a:moveTo>
                <a:lnTo>
                  <a:pt x="52550" y="269462"/>
                </a:lnTo>
                <a:cubicBezTo>
                  <a:pt x="49894" y="268129"/>
                  <a:pt x="47333" y="264224"/>
                  <a:pt x="47333" y="261557"/>
                </a:cubicBezTo>
                <a:lnTo>
                  <a:pt x="47333" y="206026"/>
                </a:lnTo>
                <a:lnTo>
                  <a:pt x="7873" y="206026"/>
                </a:lnTo>
                <a:cubicBezTo>
                  <a:pt x="3889" y="206026"/>
                  <a:pt x="0" y="202025"/>
                  <a:pt x="0" y="198120"/>
                </a:cubicBezTo>
                <a:lnTo>
                  <a:pt x="0" y="7906"/>
                </a:lnTo>
                <a:cubicBezTo>
                  <a:pt x="0" y="3905"/>
                  <a:pt x="3984" y="0"/>
                  <a:pt x="7873" y="0"/>
                </a:cubicBezTo>
                <a:lnTo>
                  <a:pt x="307614" y="0"/>
                </a:lnTo>
                <a:cubicBezTo>
                  <a:pt x="312831" y="0"/>
                  <a:pt x="315487" y="4001"/>
                  <a:pt x="315487" y="7906"/>
                </a:cubicBezTo>
                <a:lnTo>
                  <a:pt x="315487" y="110966"/>
                </a:lnTo>
                <a:cubicBezTo>
                  <a:pt x="315487" y="114967"/>
                  <a:pt x="312831" y="118872"/>
                  <a:pt x="307614" y="118872"/>
                </a:cubicBezTo>
                <a:cubicBezTo>
                  <a:pt x="303630" y="118872"/>
                  <a:pt x="299741" y="114872"/>
                  <a:pt x="299741" y="110966"/>
                </a:cubicBezTo>
                <a:lnTo>
                  <a:pt x="299741" y="15811"/>
                </a:lnTo>
                <a:lnTo>
                  <a:pt x="15841" y="15811"/>
                </a:lnTo>
                <a:lnTo>
                  <a:pt x="15841" y="190214"/>
                </a:lnTo>
                <a:lnTo>
                  <a:pt x="55300" y="190214"/>
                </a:lnTo>
                <a:cubicBezTo>
                  <a:pt x="60517" y="190214"/>
                  <a:pt x="63173" y="194215"/>
                  <a:pt x="63173" y="198120"/>
                </a:cubicBezTo>
                <a:lnTo>
                  <a:pt x="63173" y="243078"/>
                </a:lnTo>
                <a:lnTo>
                  <a:pt x="113162" y="192881"/>
                </a:lnTo>
                <a:cubicBezTo>
                  <a:pt x="114490" y="191548"/>
                  <a:pt x="117146" y="190214"/>
                  <a:pt x="118379" y="190214"/>
                </a:cubicBezTo>
                <a:lnTo>
                  <a:pt x="134125" y="190214"/>
                </a:lnTo>
                <a:cubicBezTo>
                  <a:pt x="139342" y="190214"/>
                  <a:pt x="141998" y="194215"/>
                  <a:pt x="141998" y="198120"/>
                </a:cubicBezTo>
                <a:cubicBezTo>
                  <a:pt x="141998" y="202025"/>
                  <a:pt x="139342" y="206026"/>
                  <a:pt x="134125" y="206026"/>
                </a:cubicBezTo>
                <a:lnTo>
                  <a:pt x="122268" y="206026"/>
                </a:lnTo>
                <a:lnTo>
                  <a:pt x="60517" y="266795"/>
                </a:lnTo>
                <a:cubicBezTo>
                  <a:pt x="59189" y="268129"/>
                  <a:pt x="57861" y="269462"/>
                  <a:pt x="55300" y="269462"/>
                </a:cubicBezTo>
                <a:close/>
                <a:moveTo>
                  <a:pt x="189140" y="158591"/>
                </a:moveTo>
                <a:lnTo>
                  <a:pt x="362820" y="158591"/>
                </a:lnTo>
                <a:lnTo>
                  <a:pt x="362820" y="269558"/>
                </a:lnTo>
                <a:lnTo>
                  <a:pt x="339106" y="269558"/>
                </a:lnTo>
                <a:cubicBezTo>
                  <a:pt x="335122" y="269558"/>
                  <a:pt x="331233" y="273558"/>
                  <a:pt x="331233" y="277463"/>
                </a:cubicBezTo>
                <a:lnTo>
                  <a:pt x="331233" y="323755"/>
                </a:lnTo>
                <a:lnTo>
                  <a:pt x="273372" y="272224"/>
                </a:lnTo>
                <a:cubicBezTo>
                  <a:pt x="272044" y="270891"/>
                  <a:pt x="270715" y="269558"/>
                  <a:pt x="268154" y="269558"/>
                </a:cubicBezTo>
                <a:lnTo>
                  <a:pt x="189235" y="269558"/>
                </a:lnTo>
                <a:lnTo>
                  <a:pt x="189235" y="158591"/>
                </a:lnTo>
                <a:close/>
                <a:moveTo>
                  <a:pt x="343090" y="348901"/>
                </a:moveTo>
                <a:cubicBezTo>
                  <a:pt x="345746" y="347567"/>
                  <a:pt x="347074" y="343662"/>
                  <a:pt x="347074" y="340995"/>
                </a:cubicBezTo>
                <a:lnTo>
                  <a:pt x="347074" y="285464"/>
                </a:lnTo>
                <a:lnTo>
                  <a:pt x="370787" y="285464"/>
                </a:lnTo>
                <a:cubicBezTo>
                  <a:pt x="376004" y="285464"/>
                  <a:pt x="378660" y="281464"/>
                  <a:pt x="378660" y="277559"/>
                </a:cubicBezTo>
                <a:lnTo>
                  <a:pt x="378660" y="150686"/>
                </a:lnTo>
                <a:cubicBezTo>
                  <a:pt x="378660" y="146685"/>
                  <a:pt x="376004" y="142780"/>
                  <a:pt x="370787" y="142780"/>
                </a:cubicBezTo>
                <a:lnTo>
                  <a:pt x="181267" y="142780"/>
                </a:lnTo>
                <a:cubicBezTo>
                  <a:pt x="177284" y="142780"/>
                  <a:pt x="173395" y="146780"/>
                  <a:pt x="173395" y="150686"/>
                </a:cubicBezTo>
                <a:lnTo>
                  <a:pt x="173395" y="277559"/>
                </a:lnTo>
                <a:cubicBezTo>
                  <a:pt x="173395" y="281559"/>
                  <a:pt x="177378" y="285464"/>
                  <a:pt x="181267" y="285464"/>
                </a:cubicBezTo>
                <a:lnTo>
                  <a:pt x="265499" y="285464"/>
                </a:lnTo>
                <a:lnTo>
                  <a:pt x="333889" y="347567"/>
                </a:lnTo>
                <a:cubicBezTo>
                  <a:pt x="335217" y="348901"/>
                  <a:pt x="337873" y="348901"/>
                  <a:pt x="339106" y="348901"/>
                </a:cubicBezTo>
                <a:lnTo>
                  <a:pt x="343090" y="34890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1" name="Graphic 56">
            <a:extLst>
              <a:ext uri="{FF2B5EF4-FFF2-40B4-BE49-F238E27FC236}">
                <a16:creationId xmlns:a16="http://schemas.microsoft.com/office/drawing/2014/main" id="{FEADEE73-2011-B7C7-46F9-EBF8E5CE693E}"/>
              </a:ext>
            </a:extLst>
          </p:cNvPr>
          <p:cNvSpPr/>
          <p:nvPr/>
        </p:nvSpPr>
        <p:spPr>
          <a:xfrm>
            <a:off x="9485060" y="3499600"/>
            <a:ext cx="507364" cy="467489"/>
          </a:xfrm>
          <a:custGeom>
            <a:avLst/>
            <a:gdLst>
              <a:gd name="connsiteX0" fmla="*/ 55205 w 378660"/>
              <a:gd name="connsiteY0" fmla="*/ 269462 h 348900"/>
              <a:gd name="connsiteX1" fmla="*/ 52550 w 378660"/>
              <a:gd name="connsiteY1" fmla="*/ 269462 h 348900"/>
              <a:gd name="connsiteX2" fmla="*/ 47333 w 378660"/>
              <a:gd name="connsiteY2" fmla="*/ 261557 h 348900"/>
              <a:gd name="connsiteX3" fmla="*/ 47333 w 378660"/>
              <a:gd name="connsiteY3" fmla="*/ 206026 h 348900"/>
              <a:gd name="connsiteX4" fmla="*/ 7873 w 378660"/>
              <a:gd name="connsiteY4" fmla="*/ 206026 h 348900"/>
              <a:gd name="connsiteX5" fmla="*/ 0 w 378660"/>
              <a:gd name="connsiteY5" fmla="*/ 198120 h 348900"/>
              <a:gd name="connsiteX6" fmla="*/ 0 w 378660"/>
              <a:gd name="connsiteY6" fmla="*/ 7906 h 348900"/>
              <a:gd name="connsiteX7" fmla="*/ 7873 w 378660"/>
              <a:gd name="connsiteY7" fmla="*/ 0 h 348900"/>
              <a:gd name="connsiteX8" fmla="*/ 307614 w 378660"/>
              <a:gd name="connsiteY8" fmla="*/ 0 h 348900"/>
              <a:gd name="connsiteX9" fmla="*/ 315487 w 378660"/>
              <a:gd name="connsiteY9" fmla="*/ 7906 h 348900"/>
              <a:gd name="connsiteX10" fmla="*/ 315487 w 378660"/>
              <a:gd name="connsiteY10" fmla="*/ 110966 h 348900"/>
              <a:gd name="connsiteX11" fmla="*/ 307614 w 378660"/>
              <a:gd name="connsiteY11" fmla="*/ 118872 h 348900"/>
              <a:gd name="connsiteX12" fmla="*/ 299741 w 378660"/>
              <a:gd name="connsiteY12" fmla="*/ 110966 h 348900"/>
              <a:gd name="connsiteX13" fmla="*/ 299741 w 378660"/>
              <a:gd name="connsiteY13" fmla="*/ 15811 h 348900"/>
              <a:gd name="connsiteX14" fmla="*/ 15841 w 378660"/>
              <a:gd name="connsiteY14" fmla="*/ 15811 h 348900"/>
              <a:gd name="connsiteX15" fmla="*/ 15841 w 378660"/>
              <a:gd name="connsiteY15" fmla="*/ 190214 h 348900"/>
              <a:gd name="connsiteX16" fmla="*/ 55300 w 378660"/>
              <a:gd name="connsiteY16" fmla="*/ 190214 h 348900"/>
              <a:gd name="connsiteX17" fmla="*/ 63173 w 378660"/>
              <a:gd name="connsiteY17" fmla="*/ 198120 h 348900"/>
              <a:gd name="connsiteX18" fmla="*/ 63173 w 378660"/>
              <a:gd name="connsiteY18" fmla="*/ 243078 h 348900"/>
              <a:gd name="connsiteX19" fmla="*/ 113162 w 378660"/>
              <a:gd name="connsiteY19" fmla="*/ 192881 h 348900"/>
              <a:gd name="connsiteX20" fmla="*/ 118379 w 378660"/>
              <a:gd name="connsiteY20" fmla="*/ 190214 h 348900"/>
              <a:gd name="connsiteX21" fmla="*/ 134125 w 378660"/>
              <a:gd name="connsiteY21" fmla="*/ 190214 h 348900"/>
              <a:gd name="connsiteX22" fmla="*/ 141998 w 378660"/>
              <a:gd name="connsiteY22" fmla="*/ 198120 h 348900"/>
              <a:gd name="connsiteX23" fmla="*/ 134125 w 378660"/>
              <a:gd name="connsiteY23" fmla="*/ 206026 h 348900"/>
              <a:gd name="connsiteX24" fmla="*/ 122268 w 378660"/>
              <a:gd name="connsiteY24" fmla="*/ 206026 h 348900"/>
              <a:gd name="connsiteX25" fmla="*/ 60517 w 378660"/>
              <a:gd name="connsiteY25" fmla="*/ 266795 h 348900"/>
              <a:gd name="connsiteX26" fmla="*/ 55300 w 378660"/>
              <a:gd name="connsiteY26" fmla="*/ 269462 h 348900"/>
              <a:gd name="connsiteX27" fmla="*/ 189140 w 378660"/>
              <a:gd name="connsiteY27" fmla="*/ 158591 h 348900"/>
              <a:gd name="connsiteX28" fmla="*/ 362820 w 378660"/>
              <a:gd name="connsiteY28" fmla="*/ 158591 h 348900"/>
              <a:gd name="connsiteX29" fmla="*/ 362820 w 378660"/>
              <a:gd name="connsiteY29" fmla="*/ 269558 h 348900"/>
              <a:gd name="connsiteX30" fmla="*/ 339106 w 378660"/>
              <a:gd name="connsiteY30" fmla="*/ 269558 h 348900"/>
              <a:gd name="connsiteX31" fmla="*/ 331233 w 378660"/>
              <a:gd name="connsiteY31" fmla="*/ 277463 h 348900"/>
              <a:gd name="connsiteX32" fmla="*/ 331233 w 378660"/>
              <a:gd name="connsiteY32" fmla="*/ 323755 h 348900"/>
              <a:gd name="connsiteX33" fmla="*/ 273372 w 378660"/>
              <a:gd name="connsiteY33" fmla="*/ 272224 h 348900"/>
              <a:gd name="connsiteX34" fmla="*/ 268154 w 378660"/>
              <a:gd name="connsiteY34" fmla="*/ 269558 h 348900"/>
              <a:gd name="connsiteX35" fmla="*/ 189235 w 378660"/>
              <a:gd name="connsiteY35" fmla="*/ 269558 h 348900"/>
              <a:gd name="connsiteX36" fmla="*/ 189235 w 378660"/>
              <a:gd name="connsiteY36" fmla="*/ 158591 h 348900"/>
              <a:gd name="connsiteX37" fmla="*/ 343090 w 378660"/>
              <a:gd name="connsiteY37" fmla="*/ 348901 h 348900"/>
              <a:gd name="connsiteX38" fmla="*/ 347074 w 378660"/>
              <a:gd name="connsiteY38" fmla="*/ 340995 h 348900"/>
              <a:gd name="connsiteX39" fmla="*/ 347074 w 378660"/>
              <a:gd name="connsiteY39" fmla="*/ 285464 h 348900"/>
              <a:gd name="connsiteX40" fmla="*/ 370787 w 378660"/>
              <a:gd name="connsiteY40" fmla="*/ 285464 h 348900"/>
              <a:gd name="connsiteX41" fmla="*/ 378660 w 378660"/>
              <a:gd name="connsiteY41" fmla="*/ 277559 h 348900"/>
              <a:gd name="connsiteX42" fmla="*/ 378660 w 378660"/>
              <a:gd name="connsiteY42" fmla="*/ 150686 h 348900"/>
              <a:gd name="connsiteX43" fmla="*/ 370787 w 378660"/>
              <a:gd name="connsiteY43" fmla="*/ 142780 h 348900"/>
              <a:gd name="connsiteX44" fmla="*/ 181267 w 378660"/>
              <a:gd name="connsiteY44" fmla="*/ 142780 h 348900"/>
              <a:gd name="connsiteX45" fmla="*/ 173395 w 378660"/>
              <a:gd name="connsiteY45" fmla="*/ 150686 h 348900"/>
              <a:gd name="connsiteX46" fmla="*/ 173395 w 378660"/>
              <a:gd name="connsiteY46" fmla="*/ 277559 h 348900"/>
              <a:gd name="connsiteX47" fmla="*/ 181267 w 378660"/>
              <a:gd name="connsiteY47" fmla="*/ 285464 h 348900"/>
              <a:gd name="connsiteX48" fmla="*/ 265499 w 378660"/>
              <a:gd name="connsiteY48" fmla="*/ 285464 h 348900"/>
              <a:gd name="connsiteX49" fmla="*/ 333889 w 378660"/>
              <a:gd name="connsiteY49" fmla="*/ 347567 h 348900"/>
              <a:gd name="connsiteX50" fmla="*/ 339106 w 378660"/>
              <a:gd name="connsiteY50" fmla="*/ 348901 h 348900"/>
              <a:gd name="connsiteX51" fmla="*/ 343090 w 378660"/>
              <a:gd name="connsiteY51" fmla="*/ 348901 h 34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78660" h="348900">
                <a:moveTo>
                  <a:pt x="55205" y="269462"/>
                </a:moveTo>
                <a:lnTo>
                  <a:pt x="52550" y="269462"/>
                </a:lnTo>
                <a:cubicBezTo>
                  <a:pt x="49894" y="268129"/>
                  <a:pt x="47333" y="264224"/>
                  <a:pt x="47333" y="261557"/>
                </a:cubicBezTo>
                <a:lnTo>
                  <a:pt x="47333" y="206026"/>
                </a:lnTo>
                <a:lnTo>
                  <a:pt x="7873" y="206026"/>
                </a:lnTo>
                <a:cubicBezTo>
                  <a:pt x="3889" y="206026"/>
                  <a:pt x="0" y="202025"/>
                  <a:pt x="0" y="198120"/>
                </a:cubicBezTo>
                <a:lnTo>
                  <a:pt x="0" y="7906"/>
                </a:lnTo>
                <a:cubicBezTo>
                  <a:pt x="0" y="3905"/>
                  <a:pt x="3984" y="0"/>
                  <a:pt x="7873" y="0"/>
                </a:cubicBezTo>
                <a:lnTo>
                  <a:pt x="307614" y="0"/>
                </a:lnTo>
                <a:cubicBezTo>
                  <a:pt x="312831" y="0"/>
                  <a:pt x="315487" y="4001"/>
                  <a:pt x="315487" y="7906"/>
                </a:cubicBezTo>
                <a:lnTo>
                  <a:pt x="315487" y="110966"/>
                </a:lnTo>
                <a:cubicBezTo>
                  <a:pt x="315487" y="114967"/>
                  <a:pt x="312831" y="118872"/>
                  <a:pt x="307614" y="118872"/>
                </a:cubicBezTo>
                <a:cubicBezTo>
                  <a:pt x="303630" y="118872"/>
                  <a:pt x="299741" y="114872"/>
                  <a:pt x="299741" y="110966"/>
                </a:cubicBezTo>
                <a:lnTo>
                  <a:pt x="299741" y="15811"/>
                </a:lnTo>
                <a:lnTo>
                  <a:pt x="15841" y="15811"/>
                </a:lnTo>
                <a:lnTo>
                  <a:pt x="15841" y="190214"/>
                </a:lnTo>
                <a:lnTo>
                  <a:pt x="55300" y="190214"/>
                </a:lnTo>
                <a:cubicBezTo>
                  <a:pt x="60517" y="190214"/>
                  <a:pt x="63173" y="194215"/>
                  <a:pt x="63173" y="198120"/>
                </a:cubicBezTo>
                <a:lnTo>
                  <a:pt x="63173" y="243078"/>
                </a:lnTo>
                <a:lnTo>
                  <a:pt x="113162" y="192881"/>
                </a:lnTo>
                <a:cubicBezTo>
                  <a:pt x="114490" y="191548"/>
                  <a:pt x="117146" y="190214"/>
                  <a:pt x="118379" y="190214"/>
                </a:cubicBezTo>
                <a:lnTo>
                  <a:pt x="134125" y="190214"/>
                </a:lnTo>
                <a:cubicBezTo>
                  <a:pt x="139342" y="190214"/>
                  <a:pt x="141998" y="194215"/>
                  <a:pt x="141998" y="198120"/>
                </a:cubicBezTo>
                <a:cubicBezTo>
                  <a:pt x="141998" y="202025"/>
                  <a:pt x="139342" y="206026"/>
                  <a:pt x="134125" y="206026"/>
                </a:cubicBezTo>
                <a:lnTo>
                  <a:pt x="122268" y="206026"/>
                </a:lnTo>
                <a:lnTo>
                  <a:pt x="60517" y="266795"/>
                </a:lnTo>
                <a:cubicBezTo>
                  <a:pt x="59189" y="268129"/>
                  <a:pt x="57861" y="269462"/>
                  <a:pt x="55300" y="269462"/>
                </a:cubicBezTo>
                <a:close/>
                <a:moveTo>
                  <a:pt x="189140" y="158591"/>
                </a:moveTo>
                <a:lnTo>
                  <a:pt x="362820" y="158591"/>
                </a:lnTo>
                <a:lnTo>
                  <a:pt x="362820" y="269558"/>
                </a:lnTo>
                <a:lnTo>
                  <a:pt x="339106" y="269558"/>
                </a:lnTo>
                <a:cubicBezTo>
                  <a:pt x="335122" y="269558"/>
                  <a:pt x="331233" y="273558"/>
                  <a:pt x="331233" y="277463"/>
                </a:cubicBezTo>
                <a:lnTo>
                  <a:pt x="331233" y="323755"/>
                </a:lnTo>
                <a:lnTo>
                  <a:pt x="273372" y="272224"/>
                </a:lnTo>
                <a:cubicBezTo>
                  <a:pt x="272044" y="270891"/>
                  <a:pt x="270715" y="269558"/>
                  <a:pt x="268154" y="269558"/>
                </a:cubicBezTo>
                <a:lnTo>
                  <a:pt x="189235" y="269558"/>
                </a:lnTo>
                <a:lnTo>
                  <a:pt x="189235" y="158591"/>
                </a:lnTo>
                <a:close/>
                <a:moveTo>
                  <a:pt x="343090" y="348901"/>
                </a:moveTo>
                <a:cubicBezTo>
                  <a:pt x="345746" y="347567"/>
                  <a:pt x="347074" y="343662"/>
                  <a:pt x="347074" y="340995"/>
                </a:cubicBezTo>
                <a:lnTo>
                  <a:pt x="347074" y="285464"/>
                </a:lnTo>
                <a:lnTo>
                  <a:pt x="370787" y="285464"/>
                </a:lnTo>
                <a:cubicBezTo>
                  <a:pt x="376004" y="285464"/>
                  <a:pt x="378660" y="281464"/>
                  <a:pt x="378660" y="277559"/>
                </a:cubicBezTo>
                <a:lnTo>
                  <a:pt x="378660" y="150686"/>
                </a:lnTo>
                <a:cubicBezTo>
                  <a:pt x="378660" y="146685"/>
                  <a:pt x="376004" y="142780"/>
                  <a:pt x="370787" y="142780"/>
                </a:cubicBezTo>
                <a:lnTo>
                  <a:pt x="181267" y="142780"/>
                </a:lnTo>
                <a:cubicBezTo>
                  <a:pt x="177284" y="142780"/>
                  <a:pt x="173395" y="146780"/>
                  <a:pt x="173395" y="150686"/>
                </a:cubicBezTo>
                <a:lnTo>
                  <a:pt x="173395" y="277559"/>
                </a:lnTo>
                <a:cubicBezTo>
                  <a:pt x="173395" y="281559"/>
                  <a:pt x="177378" y="285464"/>
                  <a:pt x="181267" y="285464"/>
                </a:cubicBezTo>
                <a:lnTo>
                  <a:pt x="265499" y="285464"/>
                </a:lnTo>
                <a:lnTo>
                  <a:pt x="333889" y="347567"/>
                </a:lnTo>
                <a:cubicBezTo>
                  <a:pt x="335217" y="348901"/>
                  <a:pt x="337873" y="348901"/>
                  <a:pt x="339106" y="348901"/>
                </a:cubicBezTo>
                <a:lnTo>
                  <a:pt x="343090" y="34890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4" name="Graphic 62">
            <a:extLst>
              <a:ext uri="{FF2B5EF4-FFF2-40B4-BE49-F238E27FC236}">
                <a16:creationId xmlns:a16="http://schemas.microsoft.com/office/drawing/2014/main" id="{4341F34D-A23E-AC15-3A77-02E006E761A5}"/>
              </a:ext>
            </a:extLst>
          </p:cNvPr>
          <p:cNvSpPr/>
          <p:nvPr/>
        </p:nvSpPr>
        <p:spPr>
          <a:xfrm>
            <a:off x="10410367" y="2948417"/>
            <a:ext cx="434735" cy="296922"/>
          </a:xfrm>
          <a:custGeom>
            <a:avLst/>
            <a:gdLst>
              <a:gd name="connsiteX0" fmla="*/ 296042 w 325636"/>
              <a:gd name="connsiteY0" fmla="*/ 0 h 222408"/>
              <a:gd name="connsiteX1" fmla="*/ 29595 w 325636"/>
              <a:gd name="connsiteY1" fmla="*/ 0 h 222408"/>
              <a:gd name="connsiteX2" fmla="*/ 0 w 325636"/>
              <a:gd name="connsiteY2" fmla="*/ 29623 h 222408"/>
              <a:gd name="connsiteX3" fmla="*/ 0 w 325636"/>
              <a:gd name="connsiteY3" fmla="*/ 192786 h 222408"/>
              <a:gd name="connsiteX4" fmla="*/ 29595 w 325636"/>
              <a:gd name="connsiteY4" fmla="*/ 222409 h 222408"/>
              <a:gd name="connsiteX5" fmla="*/ 296042 w 325636"/>
              <a:gd name="connsiteY5" fmla="*/ 222409 h 222408"/>
              <a:gd name="connsiteX6" fmla="*/ 325636 w 325636"/>
              <a:gd name="connsiteY6" fmla="*/ 192786 h 222408"/>
              <a:gd name="connsiteX7" fmla="*/ 325636 w 325636"/>
              <a:gd name="connsiteY7" fmla="*/ 29623 h 222408"/>
              <a:gd name="connsiteX8" fmla="*/ 296042 w 325636"/>
              <a:gd name="connsiteY8" fmla="*/ 0 h 222408"/>
              <a:gd name="connsiteX9" fmla="*/ 296042 w 325636"/>
              <a:gd name="connsiteY9" fmla="*/ 14859 h 222408"/>
              <a:gd name="connsiteX10" fmla="*/ 298508 w 325636"/>
              <a:gd name="connsiteY10" fmla="*/ 15145 h 222408"/>
              <a:gd name="connsiteX11" fmla="*/ 162391 w 325636"/>
              <a:gd name="connsiteY11" fmla="*/ 125158 h 222408"/>
              <a:gd name="connsiteX12" fmla="*/ 26370 w 325636"/>
              <a:gd name="connsiteY12" fmla="*/ 15145 h 222408"/>
              <a:gd name="connsiteX13" fmla="*/ 29595 w 325636"/>
              <a:gd name="connsiteY13" fmla="*/ 14764 h 222408"/>
              <a:gd name="connsiteX14" fmla="*/ 296042 w 325636"/>
              <a:gd name="connsiteY14" fmla="*/ 14764 h 222408"/>
              <a:gd name="connsiteX15" fmla="*/ 310839 w 325636"/>
              <a:gd name="connsiteY15" fmla="*/ 192881 h 222408"/>
              <a:gd name="connsiteX16" fmla="*/ 296042 w 325636"/>
              <a:gd name="connsiteY16" fmla="*/ 207740 h 222408"/>
              <a:gd name="connsiteX17" fmla="*/ 29595 w 325636"/>
              <a:gd name="connsiteY17" fmla="*/ 207740 h 222408"/>
              <a:gd name="connsiteX18" fmla="*/ 14797 w 325636"/>
              <a:gd name="connsiteY18" fmla="*/ 192881 h 222408"/>
              <a:gd name="connsiteX19" fmla="*/ 14797 w 325636"/>
              <a:gd name="connsiteY19" fmla="*/ 29718 h 222408"/>
              <a:gd name="connsiteX20" fmla="*/ 15461 w 325636"/>
              <a:gd name="connsiteY20" fmla="*/ 25622 h 222408"/>
              <a:gd name="connsiteX21" fmla="*/ 157459 w 325636"/>
              <a:gd name="connsiteY21" fmla="*/ 140113 h 222408"/>
              <a:gd name="connsiteX22" fmla="*/ 162391 w 325636"/>
              <a:gd name="connsiteY22" fmla="*/ 141351 h 222408"/>
              <a:gd name="connsiteX23" fmla="*/ 167324 w 325636"/>
              <a:gd name="connsiteY23" fmla="*/ 140113 h 222408"/>
              <a:gd name="connsiteX24" fmla="*/ 309891 w 325636"/>
              <a:gd name="connsiteY24" fmla="*/ 25146 h 222408"/>
              <a:gd name="connsiteX25" fmla="*/ 310839 w 325636"/>
              <a:gd name="connsiteY25" fmla="*/ 29718 h 222408"/>
              <a:gd name="connsiteX26" fmla="*/ 310839 w 325636"/>
              <a:gd name="connsiteY26" fmla="*/ 192881 h 222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5636" h="222408">
                <a:moveTo>
                  <a:pt x="296042" y="0"/>
                </a:moveTo>
                <a:lnTo>
                  <a:pt x="29595" y="0"/>
                </a:lnTo>
                <a:cubicBezTo>
                  <a:pt x="13564" y="0"/>
                  <a:pt x="0" y="13621"/>
                  <a:pt x="0" y="29623"/>
                </a:cubicBezTo>
                <a:lnTo>
                  <a:pt x="0" y="192786"/>
                </a:lnTo>
                <a:cubicBezTo>
                  <a:pt x="0" y="208883"/>
                  <a:pt x="13564" y="222409"/>
                  <a:pt x="29595" y="222409"/>
                </a:cubicBezTo>
                <a:lnTo>
                  <a:pt x="296042" y="222409"/>
                </a:lnTo>
                <a:cubicBezTo>
                  <a:pt x="312072" y="222409"/>
                  <a:pt x="325636" y="208788"/>
                  <a:pt x="325636" y="192786"/>
                </a:cubicBezTo>
                <a:lnTo>
                  <a:pt x="325636" y="29623"/>
                </a:lnTo>
                <a:cubicBezTo>
                  <a:pt x="325636" y="13525"/>
                  <a:pt x="312072" y="0"/>
                  <a:pt x="296042" y="0"/>
                </a:cubicBezTo>
                <a:close/>
                <a:moveTo>
                  <a:pt x="296042" y="14859"/>
                </a:moveTo>
                <a:cubicBezTo>
                  <a:pt x="296895" y="14859"/>
                  <a:pt x="297749" y="14954"/>
                  <a:pt x="298508" y="15145"/>
                </a:cubicBezTo>
                <a:cubicBezTo>
                  <a:pt x="286556" y="24860"/>
                  <a:pt x="253452" y="51530"/>
                  <a:pt x="162391" y="125158"/>
                </a:cubicBezTo>
                <a:cubicBezTo>
                  <a:pt x="162391" y="125158"/>
                  <a:pt x="117051" y="88487"/>
                  <a:pt x="26370" y="15145"/>
                </a:cubicBezTo>
                <a:cubicBezTo>
                  <a:pt x="27413" y="14954"/>
                  <a:pt x="28456" y="14764"/>
                  <a:pt x="29595" y="14764"/>
                </a:cubicBezTo>
                <a:lnTo>
                  <a:pt x="296042" y="14764"/>
                </a:lnTo>
                <a:close/>
                <a:moveTo>
                  <a:pt x="310839" y="192881"/>
                </a:moveTo>
                <a:cubicBezTo>
                  <a:pt x="310839" y="201549"/>
                  <a:pt x="303440" y="207740"/>
                  <a:pt x="296042" y="207740"/>
                </a:cubicBezTo>
                <a:lnTo>
                  <a:pt x="29595" y="207740"/>
                </a:lnTo>
                <a:cubicBezTo>
                  <a:pt x="20963" y="207740"/>
                  <a:pt x="14797" y="201549"/>
                  <a:pt x="14797" y="192881"/>
                </a:cubicBezTo>
                <a:lnTo>
                  <a:pt x="14797" y="29718"/>
                </a:lnTo>
                <a:cubicBezTo>
                  <a:pt x="14797" y="28289"/>
                  <a:pt x="15082" y="26956"/>
                  <a:pt x="15461" y="25622"/>
                </a:cubicBezTo>
                <a:cubicBezTo>
                  <a:pt x="26844" y="34861"/>
                  <a:pt x="60233" y="61722"/>
                  <a:pt x="157459" y="140113"/>
                </a:cubicBezTo>
                <a:cubicBezTo>
                  <a:pt x="158692" y="141351"/>
                  <a:pt x="161158" y="141351"/>
                  <a:pt x="162391" y="141351"/>
                </a:cubicBezTo>
                <a:cubicBezTo>
                  <a:pt x="163624" y="141351"/>
                  <a:pt x="164858" y="141351"/>
                  <a:pt x="167324" y="140113"/>
                </a:cubicBezTo>
                <a:cubicBezTo>
                  <a:pt x="167324" y="140113"/>
                  <a:pt x="214846" y="101791"/>
                  <a:pt x="309891" y="25146"/>
                </a:cubicBezTo>
                <a:cubicBezTo>
                  <a:pt x="310460" y="26575"/>
                  <a:pt x="310839" y="28099"/>
                  <a:pt x="310839" y="29718"/>
                </a:cubicBezTo>
                <a:lnTo>
                  <a:pt x="310839" y="19288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5" name="Graphic 62">
            <a:extLst>
              <a:ext uri="{FF2B5EF4-FFF2-40B4-BE49-F238E27FC236}">
                <a16:creationId xmlns:a16="http://schemas.microsoft.com/office/drawing/2014/main" id="{29EBF7A1-5D41-5750-B50B-0E6141B7CA6B}"/>
              </a:ext>
            </a:extLst>
          </p:cNvPr>
          <p:cNvSpPr/>
          <p:nvPr/>
        </p:nvSpPr>
        <p:spPr>
          <a:xfrm>
            <a:off x="11190953" y="2948417"/>
            <a:ext cx="434735" cy="296922"/>
          </a:xfrm>
          <a:custGeom>
            <a:avLst/>
            <a:gdLst>
              <a:gd name="connsiteX0" fmla="*/ 296042 w 325636"/>
              <a:gd name="connsiteY0" fmla="*/ 0 h 222408"/>
              <a:gd name="connsiteX1" fmla="*/ 29595 w 325636"/>
              <a:gd name="connsiteY1" fmla="*/ 0 h 222408"/>
              <a:gd name="connsiteX2" fmla="*/ 0 w 325636"/>
              <a:gd name="connsiteY2" fmla="*/ 29623 h 222408"/>
              <a:gd name="connsiteX3" fmla="*/ 0 w 325636"/>
              <a:gd name="connsiteY3" fmla="*/ 192786 h 222408"/>
              <a:gd name="connsiteX4" fmla="*/ 29595 w 325636"/>
              <a:gd name="connsiteY4" fmla="*/ 222409 h 222408"/>
              <a:gd name="connsiteX5" fmla="*/ 296042 w 325636"/>
              <a:gd name="connsiteY5" fmla="*/ 222409 h 222408"/>
              <a:gd name="connsiteX6" fmla="*/ 325636 w 325636"/>
              <a:gd name="connsiteY6" fmla="*/ 192786 h 222408"/>
              <a:gd name="connsiteX7" fmla="*/ 325636 w 325636"/>
              <a:gd name="connsiteY7" fmla="*/ 29623 h 222408"/>
              <a:gd name="connsiteX8" fmla="*/ 296042 w 325636"/>
              <a:gd name="connsiteY8" fmla="*/ 0 h 222408"/>
              <a:gd name="connsiteX9" fmla="*/ 296042 w 325636"/>
              <a:gd name="connsiteY9" fmla="*/ 14859 h 222408"/>
              <a:gd name="connsiteX10" fmla="*/ 298508 w 325636"/>
              <a:gd name="connsiteY10" fmla="*/ 15145 h 222408"/>
              <a:gd name="connsiteX11" fmla="*/ 162391 w 325636"/>
              <a:gd name="connsiteY11" fmla="*/ 125158 h 222408"/>
              <a:gd name="connsiteX12" fmla="*/ 26370 w 325636"/>
              <a:gd name="connsiteY12" fmla="*/ 15145 h 222408"/>
              <a:gd name="connsiteX13" fmla="*/ 29595 w 325636"/>
              <a:gd name="connsiteY13" fmla="*/ 14764 h 222408"/>
              <a:gd name="connsiteX14" fmla="*/ 296042 w 325636"/>
              <a:gd name="connsiteY14" fmla="*/ 14764 h 222408"/>
              <a:gd name="connsiteX15" fmla="*/ 310839 w 325636"/>
              <a:gd name="connsiteY15" fmla="*/ 192881 h 222408"/>
              <a:gd name="connsiteX16" fmla="*/ 296042 w 325636"/>
              <a:gd name="connsiteY16" fmla="*/ 207740 h 222408"/>
              <a:gd name="connsiteX17" fmla="*/ 29595 w 325636"/>
              <a:gd name="connsiteY17" fmla="*/ 207740 h 222408"/>
              <a:gd name="connsiteX18" fmla="*/ 14797 w 325636"/>
              <a:gd name="connsiteY18" fmla="*/ 192881 h 222408"/>
              <a:gd name="connsiteX19" fmla="*/ 14797 w 325636"/>
              <a:gd name="connsiteY19" fmla="*/ 29718 h 222408"/>
              <a:gd name="connsiteX20" fmla="*/ 15461 w 325636"/>
              <a:gd name="connsiteY20" fmla="*/ 25622 h 222408"/>
              <a:gd name="connsiteX21" fmla="*/ 157459 w 325636"/>
              <a:gd name="connsiteY21" fmla="*/ 140113 h 222408"/>
              <a:gd name="connsiteX22" fmla="*/ 162391 w 325636"/>
              <a:gd name="connsiteY22" fmla="*/ 141351 h 222408"/>
              <a:gd name="connsiteX23" fmla="*/ 167324 w 325636"/>
              <a:gd name="connsiteY23" fmla="*/ 140113 h 222408"/>
              <a:gd name="connsiteX24" fmla="*/ 309891 w 325636"/>
              <a:gd name="connsiteY24" fmla="*/ 25146 h 222408"/>
              <a:gd name="connsiteX25" fmla="*/ 310839 w 325636"/>
              <a:gd name="connsiteY25" fmla="*/ 29718 h 222408"/>
              <a:gd name="connsiteX26" fmla="*/ 310839 w 325636"/>
              <a:gd name="connsiteY26" fmla="*/ 192881 h 222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5636" h="222408">
                <a:moveTo>
                  <a:pt x="296042" y="0"/>
                </a:moveTo>
                <a:lnTo>
                  <a:pt x="29595" y="0"/>
                </a:lnTo>
                <a:cubicBezTo>
                  <a:pt x="13564" y="0"/>
                  <a:pt x="0" y="13621"/>
                  <a:pt x="0" y="29623"/>
                </a:cubicBezTo>
                <a:lnTo>
                  <a:pt x="0" y="192786"/>
                </a:lnTo>
                <a:cubicBezTo>
                  <a:pt x="0" y="208883"/>
                  <a:pt x="13564" y="222409"/>
                  <a:pt x="29595" y="222409"/>
                </a:cubicBezTo>
                <a:lnTo>
                  <a:pt x="296042" y="222409"/>
                </a:lnTo>
                <a:cubicBezTo>
                  <a:pt x="312072" y="222409"/>
                  <a:pt x="325636" y="208788"/>
                  <a:pt x="325636" y="192786"/>
                </a:cubicBezTo>
                <a:lnTo>
                  <a:pt x="325636" y="29623"/>
                </a:lnTo>
                <a:cubicBezTo>
                  <a:pt x="325636" y="13525"/>
                  <a:pt x="312072" y="0"/>
                  <a:pt x="296042" y="0"/>
                </a:cubicBezTo>
                <a:close/>
                <a:moveTo>
                  <a:pt x="296042" y="14859"/>
                </a:moveTo>
                <a:cubicBezTo>
                  <a:pt x="296895" y="14859"/>
                  <a:pt x="297749" y="14954"/>
                  <a:pt x="298508" y="15145"/>
                </a:cubicBezTo>
                <a:cubicBezTo>
                  <a:pt x="286556" y="24860"/>
                  <a:pt x="253452" y="51530"/>
                  <a:pt x="162391" y="125158"/>
                </a:cubicBezTo>
                <a:cubicBezTo>
                  <a:pt x="162391" y="125158"/>
                  <a:pt x="117051" y="88487"/>
                  <a:pt x="26370" y="15145"/>
                </a:cubicBezTo>
                <a:cubicBezTo>
                  <a:pt x="27413" y="14954"/>
                  <a:pt x="28456" y="14764"/>
                  <a:pt x="29595" y="14764"/>
                </a:cubicBezTo>
                <a:lnTo>
                  <a:pt x="296042" y="14764"/>
                </a:lnTo>
                <a:close/>
                <a:moveTo>
                  <a:pt x="310839" y="192881"/>
                </a:moveTo>
                <a:cubicBezTo>
                  <a:pt x="310839" y="201549"/>
                  <a:pt x="303440" y="207740"/>
                  <a:pt x="296042" y="207740"/>
                </a:cubicBezTo>
                <a:lnTo>
                  <a:pt x="29595" y="207740"/>
                </a:lnTo>
                <a:cubicBezTo>
                  <a:pt x="20963" y="207740"/>
                  <a:pt x="14797" y="201549"/>
                  <a:pt x="14797" y="192881"/>
                </a:cubicBezTo>
                <a:lnTo>
                  <a:pt x="14797" y="29718"/>
                </a:lnTo>
                <a:cubicBezTo>
                  <a:pt x="14797" y="28289"/>
                  <a:pt x="15082" y="26956"/>
                  <a:pt x="15461" y="25622"/>
                </a:cubicBezTo>
                <a:cubicBezTo>
                  <a:pt x="26844" y="34861"/>
                  <a:pt x="60233" y="61722"/>
                  <a:pt x="157459" y="140113"/>
                </a:cubicBezTo>
                <a:cubicBezTo>
                  <a:pt x="158692" y="141351"/>
                  <a:pt x="161158" y="141351"/>
                  <a:pt x="162391" y="141351"/>
                </a:cubicBezTo>
                <a:cubicBezTo>
                  <a:pt x="163624" y="141351"/>
                  <a:pt x="164858" y="141351"/>
                  <a:pt x="167324" y="140113"/>
                </a:cubicBezTo>
                <a:cubicBezTo>
                  <a:pt x="167324" y="140113"/>
                  <a:pt x="214846" y="101791"/>
                  <a:pt x="309891" y="25146"/>
                </a:cubicBezTo>
                <a:cubicBezTo>
                  <a:pt x="310460" y="26575"/>
                  <a:pt x="310839" y="28099"/>
                  <a:pt x="310839" y="29718"/>
                </a:cubicBezTo>
                <a:lnTo>
                  <a:pt x="310839" y="19288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6" name="Graphic 62">
            <a:extLst>
              <a:ext uri="{FF2B5EF4-FFF2-40B4-BE49-F238E27FC236}">
                <a16:creationId xmlns:a16="http://schemas.microsoft.com/office/drawing/2014/main" id="{A5822F06-3A3B-DC3A-20E0-CE08D6DCDD23}"/>
              </a:ext>
            </a:extLst>
          </p:cNvPr>
          <p:cNvSpPr/>
          <p:nvPr/>
        </p:nvSpPr>
        <p:spPr>
          <a:xfrm>
            <a:off x="10410367" y="3587754"/>
            <a:ext cx="434735" cy="296922"/>
          </a:xfrm>
          <a:custGeom>
            <a:avLst/>
            <a:gdLst>
              <a:gd name="connsiteX0" fmla="*/ 296042 w 325636"/>
              <a:gd name="connsiteY0" fmla="*/ 0 h 222408"/>
              <a:gd name="connsiteX1" fmla="*/ 29595 w 325636"/>
              <a:gd name="connsiteY1" fmla="*/ 0 h 222408"/>
              <a:gd name="connsiteX2" fmla="*/ 0 w 325636"/>
              <a:gd name="connsiteY2" fmla="*/ 29623 h 222408"/>
              <a:gd name="connsiteX3" fmla="*/ 0 w 325636"/>
              <a:gd name="connsiteY3" fmla="*/ 192786 h 222408"/>
              <a:gd name="connsiteX4" fmla="*/ 29595 w 325636"/>
              <a:gd name="connsiteY4" fmla="*/ 222409 h 222408"/>
              <a:gd name="connsiteX5" fmla="*/ 296042 w 325636"/>
              <a:gd name="connsiteY5" fmla="*/ 222409 h 222408"/>
              <a:gd name="connsiteX6" fmla="*/ 325636 w 325636"/>
              <a:gd name="connsiteY6" fmla="*/ 192786 h 222408"/>
              <a:gd name="connsiteX7" fmla="*/ 325636 w 325636"/>
              <a:gd name="connsiteY7" fmla="*/ 29623 h 222408"/>
              <a:gd name="connsiteX8" fmla="*/ 296042 w 325636"/>
              <a:gd name="connsiteY8" fmla="*/ 0 h 222408"/>
              <a:gd name="connsiteX9" fmla="*/ 296042 w 325636"/>
              <a:gd name="connsiteY9" fmla="*/ 14859 h 222408"/>
              <a:gd name="connsiteX10" fmla="*/ 298508 w 325636"/>
              <a:gd name="connsiteY10" fmla="*/ 15145 h 222408"/>
              <a:gd name="connsiteX11" fmla="*/ 162391 w 325636"/>
              <a:gd name="connsiteY11" fmla="*/ 125158 h 222408"/>
              <a:gd name="connsiteX12" fmla="*/ 26370 w 325636"/>
              <a:gd name="connsiteY12" fmla="*/ 15145 h 222408"/>
              <a:gd name="connsiteX13" fmla="*/ 29595 w 325636"/>
              <a:gd name="connsiteY13" fmla="*/ 14764 h 222408"/>
              <a:gd name="connsiteX14" fmla="*/ 296042 w 325636"/>
              <a:gd name="connsiteY14" fmla="*/ 14764 h 222408"/>
              <a:gd name="connsiteX15" fmla="*/ 310839 w 325636"/>
              <a:gd name="connsiteY15" fmla="*/ 192881 h 222408"/>
              <a:gd name="connsiteX16" fmla="*/ 296042 w 325636"/>
              <a:gd name="connsiteY16" fmla="*/ 207740 h 222408"/>
              <a:gd name="connsiteX17" fmla="*/ 29595 w 325636"/>
              <a:gd name="connsiteY17" fmla="*/ 207740 h 222408"/>
              <a:gd name="connsiteX18" fmla="*/ 14797 w 325636"/>
              <a:gd name="connsiteY18" fmla="*/ 192881 h 222408"/>
              <a:gd name="connsiteX19" fmla="*/ 14797 w 325636"/>
              <a:gd name="connsiteY19" fmla="*/ 29718 h 222408"/>
              <a:gd name="connsiteX20" fmla="*/ 15461 w 325636"/>
              <a:gd name="connsiteY20" fmla="*/ 25622 h 222408"/>
              <a:gd name="connsiteX21" fmla="*/ 157459 w 325636"/>
              <a:gd name="connsiteY21" fmla="*/ 140113 h 222408"/>
              <a:gd name="connsiteX22" fmla="*/ 162391 w 325636"/>
              <a:gd name="connsiteY22" fmla="*/ 141351 h 222408"/>
              <a:gd name="connsiteX23" fmla="*/ 167324 w 325636"/>
              <a:gd name="connsiteY23" fmla="*/ 140113 h 222408"/>
              <a:gd name="connsiteX24" fmla="*/ 309891 w 325636"/>
              <a:gd name="connsiteY24" fmla="*/ 25146 h 222408"/>
              <a:gd name="connsiteX25" fmla="*/ 310839 w 325636"/>
              <a:gd name="connsiteY25" fmla="*/ 29718 h 222408"/>
              <a:gd name="connsiteX26" fmla="*/ 310839 w 325636"/>
              <a:gd name="connsiteY26" fmla="*/ 192881 h 222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5636" h="222408">
                <a:moveTo>
                  <a:pt x="296042" y="0"/>
                </a:moveTo>
                <a:lnTo>
                  <a:pt x="29595" y="0"/>
                </a:lnTo>
                <a:cubicBezTo>
                  <a:pt x="13564" y="0"/>
                  <a:pt x="0" y="13621"/>
                  <a:pt x="0" y="29623"/>
                </a:cubicBezTo>
                <a:lnTo>
                  <a:pt x="0" y="192786"/>
                </a:lnTo>
                <a:cubicBezTo>
                  <a:pt x="0" y="208883"/>
                  <a:pt x="13564" y="222409"/>
                  <a:pt x="29595" y="222409"/>
                </a:cubicBezTo>
                <a:lnTo>
                  <a:pt x="296042" y="222409"/>
                </a:lnTo>
                <a:cubicBezTo>
                  <a:pt x="312072" y="222409"/>
                  <a:pt x="325636" y="208788"/>
                  <a:pt x="325636" y="192786"/>
                </a:cubicBezTo>
                <a:lnTo>
                  <a:pt x="325636" y="29623"/>
                </a:lnTo>
                <a:cubicBezTo>
                  <a:pt x="325636" y="13525"/>
                  <a:pt x="312072" y="0"/>
                  <a:pt x="296042" y="0"/>
                </a:cubicBezTo>
                <a:close/>
                <a:moveTo>
                  <a:pt x="296042" y="14859"/>
                </a:moveTo>
                <a:cubicBezTo>
                  <a:pt x="296895" y="14859"/>
                  <a:pt x="297749" y="14954"/>
                  <a:pt x="298508" y="15145"/>
                </a:cubicBezTo>
                <a:cubicBezTo>
                  <a:pt x="286556" y="24860"/>
                  <a:pt x="253452" y="51530"/>
                  <a:pt x="162391" y="125158"/>
                </a:cubicBezTo>
                <a:cubicBezTo>
                  <a:pt x="162391" y="125158"/>
                  <a:pt x="117051" y="88487"/>
                  <a:pt x="26370" y="15145"/>
                </a:cubicBezTo>
                <a:cubicBezTo>
                  <a:pt x="27413" y="14954"/>
                  <a:pt x="28456" y="14764"/>
                  <a:pt x="29595" y="14764"/>
                </a:cubicBezTo>
                <a:lnTo>
                  <a:pt x="296042" y="14764"/>
                </a:lnTo>
                <a:close/>
                <a:moveTo>
                  <a:pt x="310839" y="192881"/>
                </a:moveTo>
                <a:cubicBezTo>
                  <a:pt x="310839" y="201549"/>
                  <a:pt x="303440" y="207740"/>
                  <a:pt x="296042" y="207740"/>
                </a:cubicBezTo>
                <a:lnTo>
                  <a:pt x="29595" y="207740"/>
                </a:lnTo>
                <a:cubicBezTo>
                  <a:pt x="20963" y="207740"/>
                  <a:pt x="14797" y="201549"/>
                  <a:pt x="14797" y="192881"/>
                </a:cubicBezTo>
                <a:lnTo>
                  <a:pt x="14797" y="29718"/>
                </a:lnTo>
                <a:cubicBezTo>
                  <a:pt x="14797" y="28289"/>
                  <a:pt x="15082" y="26956"/>
                  <a:pt x="15461" y="25622"/>
                </a:cubicBezTo>
                <a:cubicBezTo>
                  <a:pt x="26844" y="34861"/>
                  <a:pt x="60233" y="61722"/>
                  <a:pt x="157459" y="140113"/>
                </a:cubicBezTo>
                <a:cubicBezTo>
                  <a:pt x="158692" y="141351"/>
                  <a:pt x="161158" y="141351"/>
                  <a:pt x="162391" y="141351"/>
                </a:cubicBezTo>
                <a:cubicBezTo>
                  <a:pt x="163624" y="141351"/>
                  <a:pt x="164858" y="141351"/>
                  <a:pt x="167324" y="140113"/>
                </a:cubicBezTo>
                <a:cubicBezTo>
                  <a:pt x="167324" y="140113"/>
                  <a:pt x="214846" y="101791"/>
                  <a:pt x="309891" y="25146"/>
                </a:cubicBezTo>
                <a:cubicBezTo>
                  <a:pt x="310460" y="26575"/>
                  <a:pt x="310839" y="28099"/>
                  <a:pt x="310839" y="29718"/>
                </a:cubicBezTo>
                <a:lnTo>
                  <a:pt x="310839" y="19288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67" name="Graphic 62">
            <a:extLst>
              <a:ext uri="{FF2B5EF4-FFF2-40B4-BE49-F238E27FC236}">
                <a16:creationId xmlns:a16="http://schemas.microsoft.com/office/drawing/2014/main" id="{DD6D98E6-FA7B-830B-2391-415B86A6355D}"/>
              </a:ext>
            </a:extLst>
          </p:cNvPr>
          <p:cNvSpPr/>
          <p:nvPr/>
        </p:nvSpPr>
        <p:spPr>
          <a:xfrm>
            <a:off x="11190953" y="3587754"/>
            <a:ext cx="434735" cy="296922"/>
          </a:xfrm>
          <a:custGeom>
            <a:avLst/>
            <a:gdLst>
              <a:gd name="connsiteX0" fmla="*/ 296042 w 325636"/>
              <a:gd name="connsiteY0" fmla="*/ 0 h 222408"/>
              <a:gd name="connsiteX1" fmla="*/ 29595 w 325636"/>
              <a:gd name="connsiteY1" fmla="*/ 0 h 222408"/>
              <a:gd name="connsiteX2" fmla="*/ 0 w 325636"/>
              <a:gd name="connsiteY2" fmla="*/ 29623 h 222408"/>
              <a:gd name="connsiteX3" fmla="*/ 0 w 325636"/>
              <a:gd name="connsiteY3" fmla="*/ 192786 h 222408"/>
              <a:gd name="connsiteX4" fmla="*/ 29595 w 325636"/>
              <a:gd name="connsiteY4" fmla="*/ 222409 h 222408"/>
              <a:gd name="connsiteX5" fmla="*/ 296042 w 325636"/>
              <a:gd name="connsiteY5" fmla="*/ 222409 h 222408"/>
              <a:gd name="connsiteX6" fmla="*/ 325636 w 325636"/>
              <a:gd name="connsiteY6" fmla="*/ 192786 h 222408"/>
              <a:gd name="connsiteX7" fmla="*/ 325636 w 325636"/>
              <a:gd name="connsiteY7" fmla="*/ 29623 h 222408"/>
              <a:gd name="connsiteX8" fmla="*/ 296042 w 325636"/>
              <a:gd name="connsiteY8" fmla="*/ 0 h 222408"/>
              <a:gd name="connsiteX9" fmla="*/ 296042 w 325636"/>
              <a:gd name="connsiteY9" fmla="*/ 14859 h 222408"/>
              <a:gd name="connsiteX10" fmla="*/ 298508 w 325636"/>
              <a:gd name="connsiteY10" fmla="*/ 15145 h 222408"/>
              <a:gd name="connsiteX11" fmla="*/ 162391 w 325636"/>
              <a:gd name="connsiteY11" fmla="*/ 125158 h 222408"/>
              <a:gd name="connsiteX12" fmla="*/ 26370 w 325636"/>
              <a:gd name="connsiteY12" fmla="*/ 15145 h 222408"/>
              <a:gd name="connsiteX13" fmla="*/ 29595 w 325636"/>
              <a:gd name="connsiteY13" fmla="*/ 14764 h 222408"/>
              <a:gd name="connsiteX14" fmla="*/ 296042 w 325636"/>
              <a:gd name="connsiteY14" fmla="*/ 14764 h 222408"/>
              <a:gd name="connsiteX15" fmla="*/ 310839 w 325636"/>
              <a:gd name="connsiteY15" fmla="*/ 192881 h 222408"/>
              <a:gd name="connsiteX16" fmla="*/ 296042 w 325636"/>
              <a:gd name="connsiteY16" fmla="*/ 207740 h 222408"/>
              <a:gd name="connsiteX17" fmla="*/ 29595 w 325636"/>
              <a:gd name="connsiteY17" fmla="*/ 207740 h 222408"/>
              <a:gd name="connsiteX18" fmla="*/ 14797 w 325636"/>
              <a:gd name="connsiteY18" fmla="*/ 192881 h 222408"/>
              <a:gd name="connsiteX19" fmla="*/ 14797 w 325636"/>
              <a:gd name="connsiteY19" fmla="*/ 29718 h 222408"/>
              <a:gd name="connsiteX20" fmla="*/ 15461 w 325636"/>
              <a:gd name="connsiteY20" fmla="*/ 25622 h 222408"/>
              <a:gd name="connsiteX21" fmla="*/ 157459 w 325636"/>
              <a:gd name="connsiteY21" fmla="*/ 140113 h 222408"/>
              <a:gd name="connsiteX22" fmla="*/ 162391 w 325636"/>
              <a:gd name="connsiteY22" fmla="*/ 141351 h 222408"/>
              <a:gd name="connsiteX23" fmla="*/ 167324 w 325636"/>
              <a:gd name="connsiteY23" fmla="*/ 140113 h 222408"/>
              <a:gd name="connsiteX24" fmla="*/ 309891 w 325636"/>
              <a:gd name="connsiteY24" fmla="*/ 25146 h 222408"/>
              <a:gd name="connsiteX25" fmla="*/ 310839 w 325636"/>
              <a:gd name="connsiteY25" fmla="*/ 29718 h 222408"/>
              <a:gd name="connsiteX26" fmla="*/ 310839 w 325636"/>
              <a:gd name="connsiteY26" fmla="*/ 192881 h 222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5636" h="222408">
                <a:moveTo>
                  <a:pt x="296042" y="0"/>
                </a:moveTo>
                <a:lnTo>
                  <a:pt x="29595" y="0"/>
                </a:lnTo>
                <a:cubicBezTo>
                  <a:pt x="13564" y="0"/>
                  <a:pt x="0" y="13621"/>
                  <a:pt x="0" y="29623"/>
                </a:cubicBezTo>
                <a:lnTo>
                  <a:pt x="0" y="192786"/>
                </a:lnTo>
                <a:cubicBezTo>
                  <a:pt x="0" y="208883"/>
                  <a:pt x="13564" y="222409"/>
                  <a:pt x="29595" y="222409"/>
                </a:cubicBezTo>
                <a:lnTo>
                  <a:pt x="296042" y="222409"/>
                </a:lnTo>
                <a:cubicBezTo>
                  <a:pt x="312072" y="222409"/>
                  <a:pt x="325636" y="208788"/>
                  <a:pt x="325636" y="192786"/>
                </a:cubicBezTo>
                <a:lnTo>
                  <a:pt x="325636" y="29623"/>
                </a:lnTo>
                <a:cubicBezTo>
                  <a:pt x="325636" y="13525"/>
                  <a:pt x="312072" y="0"/>
                  <a:pt x="296042" y="0"/>
                </a:cubicBezTo>
                <a:close/>
                <a:moveTo>
                  <a:pt x="296042" y="14859"/>
                </a:moveTo>
                <a:cubicBezTo>
                  <a:pt x="296895" y="14859"/>
                  <a:pt x="297749" y="14954"/>
                  <a:pt x="298508" y="15145"/>
                </a:cubicBezTo>
                <a:cubicBezTo>
                  <a:pt x="286556" y="24860"/>
                  <a:pt x="253452" y="51530"/>
                  <a:pt x="162391" y="125158"/>
                </a:cubicBezTo>
                <a:cubicBezTo>
                  <a:pt x="162391" y="125158"/>
                  <a:pt x="117051" y="88487"/>
                  <a:pt x="26370" y="15145"/>
                </a:cubicBezTo>
                <a:cubicBezTo>
                  <a:pt x="27413" y="14954"/>
                  <a:pt x="28456" y="14764"/>
                  <a:pt x="29595" y="14764"/>
                </a:cubicBezTo>
                <a:lnTo>
                  <a:pt x="296042" y="14764"/>
                </a:lnTo>
                <a:close/>
                <a:moveTo>
                  <a:pt x="310839" y="192881"/>
                </a:moveTo>
                <a:cubicBezTo>
                  <a:pt x="310839" y="201549"/>
                  <a:pt x="303440" y="207740"/>
                  <a:pt x="296042" y="207740"/>
                </a:cubicBezTo>
                <a:lnTo>
                  <a:pt x="29595" y="207740"/>
                </a:lnTo>
                <a:cubicBezTo>
                  <a:pt x="20963" y="207740"/>
                  <a:pt x="14797" y="201549"/>
                  <a:pt x="14797" y="192881"/>
                </a:cubicBezTo>
                <a:lnTo>
                  <a:pt x="14797" y="29718"/>
                </a:lnTo>
                <a:cubicBezTo>
                  <a:pt x="14797" y="28289"/>
                  <a:pt x="15082" y="26956"/>
                  <a:pt x="15461" y="25622"/>
                </a:cubicBezTo>
                <a:cubicBezTo>
                  <a:pt x="26844" y="34861"/>
                  <a:pt x="60233" y="61722"/>
                  <a:pt x="157459" y="140113"/>
                </a:cubicBezTo>
                <a:cubicBezTo>
                  <a:pt x="158692" y="141351"/>
                  <a:pt x="161158" y="141351"/>
                  <a:pt x="162391" y="141351"/>
                </a:cubicBezTo>
                <a:cubicBezTo>
                  <a:pt x="163624" y="141351"/>
                  <a:pt x="164858" y="141351"/>
                  <a:pt x="167324" y="140113"/>
                </a:cubicBezTo>
                <a:cubicBezTo>
                  <a:pt x="167324" y="140113"/>
                  <a:pt x="214846" y="101791"/>
                  <a:pt x="309891" y="25146"/>
                </a:cubicBezTo>
                <a:cubicBezTo>
                  <a:pt x="310460" y="26575"/>
                  <a:pt x="310839" y="28099"/>
                  <a:pt x="310839" y="29718"/>
                </a:cubicBezTo>
                <a:lnTo>
                  <a:pt x="310839" y="19288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4635" y="162557"/>
            <a:ext cx="6887437" cy="299720"/>
          </a:xfrm>
        </p:spPr>
        <p:txBody>
          <a:bodyPr vert="horz" wrap="square" lIns="0" tIns="12700" rIns="0" bIns="0" rtlCol="0">
            <a:spAutoFit/>
          </a:bodyPr>
          <a:lstStyle/>
          <a:p>
            <a:r>
              <a:rPr lang="en-US" dirty="0"/>
              <a:t>Travel</a:t>
            </a:r>
          </a:p>
        </p:txBody>
      </p:sp>
      <p:sp>
        <p:nvSpPr>
          <p:cNvPr id="143" name="Text Placeholder 142">
            <a:extLst>
              <a:ext uri="{FF2B5EF4-FFF2-40B4-BE49-F238E27FC236}">
                <a16:creationId xmlns:a16="http://schemas.microsoft.com/office/drawing/2014/main" id="{AA028EA3-2E05-C487-F93F-9C54D7E02286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compass; roadmap; directional guide; </a:t>
            </a:r>
          </a:p>
          <a:p>
            <a:r>
              <a:rPr lang="en-US" dirty="0"/>
              <a:t>guided</a:t>
            </a:r>
          </a:p>
        </p:txBody>
      </p:sp>
      <p:sp>
        <p:nvSpPr>
          <p:cNvPr id="144" name="Text Placeholder 143">
            <a:extLst>
              <a:ext uri="{FF2B5EF4-FFF2-40B4-BE49-F238E27FC236}">
                <a16:creationId xmlns:a16="http://schemas.microsoft.com/office/drawing/2014/main" id="{71FAD2B3-B5DE-5504-9B2F-DF1F9BFE27AB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location</a:t>
            </a:r>
            <a:endParaRPr lang="en-US"/>
          </a:p>
        </p:txBody>
      </p:sp>
      <p:sp>
        <p:nvSpPr>
          <p:cNvPr id="145" name="Text Placeholder 144">
            <a:extLst>
              <a:ext uri="{FF2B5EF4-FFF2-40B4-BE49-F238E27FC236}">
                <a16:creationId xmlns:a16="http://schemas.microsoft.com/office/drawing/2014/main" id="{73D3586A-936B-02D0-81BB-16D881A71598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predictive; predict; journey; touchpoint</a:t>
            </a:r>
            <a:endParaRPr lang="en-US"/>
          </a:p>
        </p:txBody>
      </p:sp>
      <p:sp>
        <p:nvSpPr>
          <p:cNvPr id="146" name="Text Placeholder 145">
            <a:extLst>
              <a:ext uri="{FF2B5EF4-FFF2-40B4-BE49-F238E27FC236}">
                <a16:creationId xmlns:a16="http://schemas.microsoft.com/office/drawing/2014/main" id="{8D4AC338-E84E-DAF0-9CB2-B5E473EDCED5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roadmap; plan; map</a:t>
            </a:r>
            <a:endParaRPr lang="en-US"/>
          </a:p>
        </p:txBody>
      </p:sp>
      <p:sp>
        <p:nvSpPr>
          <p:cNvPr id="147" name="Text Placeholder 146">
            <a:extLst>
              <a:ext uri="{FF2B5EF4-FFF2-40B4-BE49-F238E27FC236}">
                <a16:creationId xmlns:a16="http://schemas.microsoft.com/office/drawing/2014/main" id="{B2B4567F-F637-B7C7-C5F0-6DB179A54A6A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end-to-end</a:t>
            </a:r>
            <a:endParaRPr lang="en-US"/>
          </a:p>
        </p:txBody>
      </p:sp>
      <p:sp>
        <p:nvSpPr>
          <p:cNvPr id="148" name="Text Placeholder 147">
            <a:extLst>
              <a:ext uri="{FF2B5EF4-FFF2-40B4-BE49-F238E27FC236}">
                <a16:creationId xmlns:a16="http://schemas.microsoft.com/office/drawing/2014/main" id="{4B7AB970-8982-254B-70A6-7E70E2055B5B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building</a:t>
            </a:r>
            <a:endParaRPr lang="en-US"/>
          </a:p>
        </p:txBody>
      </p:sp>
      <p:sp>
        <p:nvSpPr>
          <p:cNvPr id="149" name="Text Placeholder 148">
            <a:extLst>
              <a:ext uri="{FF2B5EF4-FFF2-40B4-BE49-F238E27FC236}">
                <a16:creationId xmlns:a16="http://schemas.microsoft.com/office/drawing/2014/main" id="{93DCC980-FE91-39BD-C043-91062984A1B9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house</a:t>
            </a:r>
            <a:endParaRPr lang="en-US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31E8350-3C16-ACE0-0FE4-AB66CCE65C1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speed; gauge;</a:t>
            </a:r>
          </a:p>
          <a:p>
            <a:r>
              <a:rPr lang="en-US" dirty="0"/>
              <a:t>performance</a:t>
            </a:r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3F228FC0-303A-C7B1-C3E3-DFDE7FEB914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taxi; auto; car; cab</a:t>
            </a:r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A69878C-AF63-1942-62AB-76893BF2097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train; transportation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0AC88288-A236-6A34-169F-04E3FCF20D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travel; plane; air;</a:t>
            </a:r>
          </a:p>
          <a:p>
            <a:r>
              <a:rPr lang="en-US" dirty="0"/>
              <a:t>airplane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249B8A9-D24A-690D-6073-55F96219E25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boat; ship</a:t>
            </a:r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CFE01D2-E527-E80A-7963-2ABEB05B763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car; automotive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1BA6293-1D7F-F363-ABE6-7D4B13B1604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travel; bag; luggage;</a:t>
            </a:r>
          </a:p>
          <a:p>
            <a:r>
              <a:rPr lang="en-US" dirty="0"/>
              <a:t>suitcase</a:t>
            </a:r>
            <a:endParaRPr lang="en-US"/>
          </a:p>
        </p:txBody>
      </p:sp>
      <p:sp>
        <p:nvSpPr>
          <p:cNvPr id="136" name="Text Placeholder 135">
            <a:extLst>
              <a:ext uri="{FF2B5EF4-FFF2-40B4-BE49-F238E27FC236}">
                <a16:creationId xmlns:a16="http://schemas.microsoft.com/office/drawing/2014/main" id="{A907770C-0073-B191-05A5-514D660D5A1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</p:spPr>
        <p:txBody>
          <a:bodyPr/>
          <a:lstStyle/>
          <a:p>
            <a:r>
              <a:rPr lang="en-US" dirty="0"/>
              <a:t>globe; planet; world; global; earth</a:t>
            </a:r>
            <a:endParaRPr lang="en-US"/>
          </a:p>
        </p:txBody>
      </p:sp>
      <p:sp>
        <p:nvSpPr>
          <p:cNvPr id="137" name="Text Placeholder 136">
            <a:extLst>
              <a:ext uri="{FF2B5EF4-FFF2-40B4-BE49-F238E27FC236}">
                <a16:creationId xmlns:a16="http://schemas.microsoft.com/office/drawing/2014/main" id="{01C3D422-5A62-13AD-8055-BDC4B215504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</p:spPr>
        <p:txBody>
          <a:bodyPr/>
          <a:lstStyle/>
          <a:p>
            <a:r>
              <a:rPr lang="en-US" dirty="0"/>
              <a:t>global; locations; </a:t>
            </a:r>
          </a:p>
          <a:p>
            <a:r>
              <a:rPr lang="en-US" dirty="0"/>
              <a:t>markets</a:t>
            </a:r>
            <a:endParaRPr lang="en-US"/>
          </a:p>
          <a:p>
            <a:endParaRPr lang="en-US"/>
          </a:p>
        </p:txBody>
      </p:sp>
      <p:sp>
        <p:nvSpPr>
          <p:cNvPr id="12" name="Graphic 3">
            <a:extLst>
              <a:ext uri="{FF2B5EF4-FFF2-40B4-BE49-F238E27FC236}">
                <a16:creationId xmlns:a16="http://schemas.microsoft.com/office/drawing/2014/main" id="{07452674-1952-94DC-BE1B-F8E39C9587A8}"/>
              </a:ext>
            </a:extLst>
          </p:cNvPr>
          <p:cNvSpPr/>
          <p:nvPr/>
        </p:nvSpPr>
        <p:spPr>
          <a:xfrm>
            <a:off x="569176" y="795670"/>
            <a:ext cx="504825" cy="506928"/>
          </a:xfrm>
          <a:custGeom>
            <a:avLst/>
            <a:gdLst>
              <a:gd name="connsiteX0" fmla="*/ 191891 w 383782"/>
              <a:gd name="connsiteY0" fmla="*/ 0 h 385381"/>
              <a:gd name="connsiteX1" fmla="*/ 0 w 383782"/>
              <a:gd name="connsiteY1" fmla="*/ 192691 h 385381"/>
              <a:gd name="connsiteX2" fmla="*/ 191891 w 383782"/>
              <a:gd name="connsiteY2" fmla="*/ 385381 h 385381"/>
              <a:gd name="connsiteX3" fmla="*/ 383782 w 383782"/>
              <a:gd name="connsiteY3" fmla="*/ 192691 h 385381"/>
              <a:gd name="connsiteX4" fmla="*/ 191891 w 383782"/>
              <a:gd name="connsiteY4" fmla="*/ 0 h 385381"/>
              <a:gd name="connsiteX5" fmla="*/ 191891 w 383782"/>
              <a:gd name="connsiteY5" fmla="*/ 369284 h 385381"/>
              <a:gd name="connsiteX6" fmla="*/ 16030 w 383782"/>
              <a:gd name="connsiteY6" fmla="*/ 192691 h 385381"/>
              <a:gd name="connsiteX7" fmla="*/ 191891 w 383782"/>
              <a:gd name="connsiteY7" fmla="*/ 16097 h 385381"/>
              <a:gd name="connsiteX8" fmla="*/ 367752 w 383782"/>
              <a:gd name="connsiteY8" fmla="*/ 192691 h 385381"/>
              <a:gd name="connsiteX9" fmla="*/ 191891 w 383782"/>
              <a:gd name="connsiteY9" fmla="*/ 369284 h 385381"/>
              <a:gd name="connsiteX10" fmla="*/ 285228 w 383782"/>
              <a:gd name="connsiteY10" fmla="*/ 90011 h 385381"/>
              <a:gd name="connsiteX11" fmla="*/ 151862 w 383782"/>
              <a:gd name="connsiteY11" fmla="*/ 144970 h 385381"/>
              <a:gd name="connsiteX12" fmla="*/ 150819 w 383782"/>
              <a:gd name="connsiteY12" fmla="*/ 144780 h 385381"/>
              <a:gd name="connsiteX13" fmla="*/ 148732 w 383782"/>
              <a:gd name="connsiteY13" fmla="*/ 146209 h 385381"/>
              <a:gd name="connsiteX14" fmla="*/ 145602 w 383782"/>
              <a:gd name="connsiteY14" fmla="*/ 150019 h 385381"/>
              <a:gd name="connsiteX15" fmla="*/ 145507 w 383782"/>
              <a:gd name="connsiteY15" fmla="*/ 150114 h 385381"/>
              <a:gd name="connsiteX16" fmla="*/ 89543 w 383782"/>
              <a:gd name="connsiteY16" fmla="*/ 286036 h 385381"/>
              <a:gd name="connsiteX17" fmla="*/ 90871 w 383782"/>
              <a:gd name="connsiteY17" fmla="*/ 294037 h 385381"/>
              <a:gd name="connsiteX18" fmla="*/ 96183 w 383782"/>
              <a:gd name="connsiteY18" fmla="*/ 296704 h 385381"/>
              <a:gd name="connsiteX19" fmla="*/ 100167 w 383782"/>
              <a:gd name="connsiteY19" fmla="*/ 296704 h 385381"/>
              <a:gd name="connsiteX20" fmla="*/ 235999 w 383782"/>
              <a:gd name="connsiteY20" fmla="*/ 240697 h 385381"/>
              <a:gd name="connsiteX21" fmla="*/ 237421 w 383782"/>
              <a:gd name="connsiteY21" fmla="*/ 239363 h 385381"/>
              <a:gd name="connsiteX22" fmla="*/ 238085 w 383782"/>
              <a:gd name="connsiteY22" fmla="*/ 238792 h 385381"/>
              <a:gd name="connsiteX23" fmla="*/ 239129 w 383782"/>
              <a:gd name="connsiteY23" fmla="*/ 237649 h 385381"/>
              <a:gd name="connsiteX24" fmla="*/ 239983 w 383782"/>
              <a:gd name="connsiteY24" fmla="*/ 236696 h 385381"/>
              <a:gd name="connsiteX25" fmla="*/ 295947 w 383782"/>
              <a:gd name="connsiteY25" fmla="*/ 100774 h 385381"/>
              <a:gd name="connsiteX26" fmla="*/ 294619 w 383782"/>
              <a:gd name="connsiteY26" fmla="*/ 91440 h 385381"/>
              <a:gd name="connsiteX27" fmla="*/ 285323 w 383782"/>
              <a:gd name="connsiteY27" fmla="*/ 90106 h 385381"/>
              <a:gd name="connsiteX28" fmla="*/ 110885 w 383782"/>
              <a:gd name="connsiteY28" fmla="*/ 274034 h 385381"/>
              <a:gd name="connsiteX29" fmla="*/ 156131 w 383782"/>
              <a:gd name="connsiteY29" fmla="*/ 167354 h 385381"/>
              <a:gd name="connsiteX30" fmla="*/ 218735 w 383782"/>
              <a:gd name="connsiteY30" fmla="*/ 230029 h 385381"/>
              <a:gd name="connsiteX31" fmla="*/ 110885 w 383782"/>
              <a:gd name="connsiteY31" fmla="*/ 274034 h 385381"/>
              <a:gd name="connsiteX32" fmla="*/ 229738 w 383782"/>
              <a:gd name="connsiteY32" fmla="*/ 218408 h 385381"/>
              <a:gd name="connsiteX33" fmla="*/ 167513 w 383782"/>
              <a:gd name="connsiteY33" fmla="*/ 156115 h 385381"/>
              <a:gd name="connsiteX34" fmla="*/ 166755 w 383782"/>
              <a:gd name="connsiteY34" fmla="*/ 155353 h 385381"/>
              <a:gd name="connsiteX35" fmla="*/ 273277 w 383782"/>
              <a:gd name="connsiteY35" fmla="*/ 111347 h 385381"/>
              <a:gd name="connsiteX36" fmla="*/ 229738 w 383782"/>
              <a:gd name="connsiteY36" fmla="*/ 218408 h 385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83782" h="385381">
                <a:moveTo>
                  <a:pt x="191891" y="0"/>
                </a:moveTo>
                <a:cubicBezTo>
                  <a:pt x="86602" y="0"/>
                  <a:pt x="0" y="86963"/>
                  <a:pt x="0" y="192691"/>
                </a:cubicBezTo>
                <a:cubicBezTo>
                  <a:pt x="0" y="298418"/>
                  <a:pt x="86602" y="385381"/>
                  <a:pt x="191891" y="385381"/>
                </a:cubicBezTo>
                <a:cubicBezTo>
                  <a:pt x="297180" y="385381"/>
                  <a:pt x="383782" y="299752"/>
                  <a:pt x="383782" y="192691"/>
                </a:cubicBezTo>
                <a:cubicBezTo>
                  <a:pt x="383782" y="85630"/>
                  <a:pt x="298508" y="0"/>
                  <a:pt x="191891" y="0"/>
                </a:cubicBezTo>
                <a:close/>
                <a:moveTo>
                  <a:pt x="191891" y="369284"/>
                </a:moveTo>
                <a:cubicBezTo>
                  <a:pt x="95993" y="369284"/>
                  <a:pt x="16030" y="290322"/>
                  <a:pt x="16030" y="192691"/>
                </a:cubicBezTo>
                <a:cubicBezTo>
                  <a:pt x="16030" y="95059"/>
                  <a:pt x="95993" y="16097"/>
                  <a:pt x="191891" y="16097"/>
                </a:cubicBezTo>
                <a:cubicBezTo>
                  <a:pt x="287789" y="16097"/>
                  <a:pt x="367752" y="95059"/>
                  <a:pt x="367752" y="192691"/>
                </a:cubicBezTo>
                <a:cubicBezTo>
                  <a:pt x="367752" y="290322"/>
                  <a:pt x="289117" y="369284"/>
                  <a:pt x="191891" y="369284"/>
                </a:cubicBezTo>
                <a:close/>
                <a:moveTo>
                  <a:pt x="285228" y="90011"/>
                </a:moveTo>
                <a:cubicBezTo>
                  <a:pt x="285228" y="90011"/>
                  <a:pt x="285228" y="90011"/>
                  <a:pt x="151862" y="144970"/>
                </a:cubicBezTo>
                <a:cubicBezTo>
                  <a:pt x="151483" y="144970"/>
                  <a:pt x="151198" y="144780"/>
                  <a:pt x="150819" y="144780"/>
                </a:cubicBezTo>
                <a:cubicBezTo>
                  <a:pt x="149965" y="145256"/>
                  <a:pt x="149396" y="145733"/>
                  <a:pt x="148732" y="146209"/>
                </a:cubicBezTo>
                <a:cubicBezTo>
                  <a:pt x="146930" y="146590"/>
                  <a:pt x="145887" y="148114"/>
                  <a:pt x="145602" y="150019"/>
                </a:cubicBezTo>
                <a:cubicBezTo>
                  <a:pt x="145602" y="150019"/>
                  <a:pt x="145602" y="150019"/>
                  <a:pt x="145507" y="150114"/>
                </a:cubicBezTo>
                <a:lnTo>
                  <a:pt x="89543" y="286036"/>
                </a:lnTo>
                <a:cubicBezTo>
                  <a:pt x="88215" y="288703"/>
                  <a:pt x="88215" y="292703"/>
                  <a:pt x="90871" y="294037"/>
                </a:cubicBezTo>
                <a:cubicBezTo>
                  <a:pt x="92199" y="296704"/>
                  <a:pt x="94855" y="296704"/>
                  <a:pt x="96183" y="296704"/>
                </a:cubicBezTo>
                <a:lnTo>
                  <a:pt x="100167" y="296704"/>
                </a:lnTo>
                <a:lnTo>
                  <a:pt x="235999" y="240697"/>
                </a:lnTo>
                <a:cubicBezTo>
                  <a:pt x="236663" y="240411"/>
                  <a:pt x="236947" y="239839"/>
                  <a:pt x="237421" y="239363"/>
                </a:cubicBezTo>
                <a:cubicBezTo>
                  <a:pt x="237611" y="239173"/>
                  <a:pt x="237896" y="238982"/>
                  <a:pt x="238085" y="238792"/>
                </a:cubicBezTo>
                <a:cubicBezTo>
                  <a:pt x="238465" y="238411"/>
                  <a:pt x="238844" y="238125"/>
                  <a:pt x="239129" y="237649"/>
                </a:cubicBezTo>
                <a:cubicBezTo>
                  <a:pt x="239413" y="237268"/>
                  <a:pt x="239698" y="236982"/>
                  <a:pt x="239983" y="236696"/>
                </a:cubicBezTo>
                <a:lnTo>
                  <a:pt x="295947" y="100774"/>
                </a:lnTo>
                <a:cubicBezTo>
                  <a:pt x="297275" y="96774"/>
                  <a:pt x="295947" y="94107"/>
                  <a:pt x="294619" y="91440"/>
                </a:cubicBezTo>
                <a:cubicBezTo>
                  <a:pt x="291963" y="88773"/>
                  <a:pt x="287979" y="88773"/>
                  <a:pt x="285323" y="90106"/>
                </a:cubicBezTo>
                <a:close/>
                <a:moveTo>
                  <a:pt x="110885" y="274034"/>
                </a:moveTo>
                <a:lnTo>
                  <a:pt x="156131" y="167354"/>
                </a:lnTo>
                <a:lnTo>
                  <a:pt x="218735" y="230029"/>
                </a:lnTo>
                <a:lnTo>
                  <a:pt x="110885" y="274034"/>
                </a:lnTo>
                <a:close/>
                <a:moveTo>
                  <a:pt x="229738" y="218408"/>
                </a:moveTo>
                <a:cubicBezTo>
                  <a:pt x="220822" y="209550"/>
                  <a:pt x="202989" y="191643"/>
                  <a:pt x="167513" y="156115"/>
                </a:cubicBezTo>
                <a:cubicBezTo>
                  <a:pt x="167229" y="155829"/>
                  <a:pt x="167039" y="155639"/>
                  <a:pt x="166755" y="155353"/>
                </a:cubicBezTo>
                <a:lnTo>
                  <a:pt x="273277" y="111347"/>
                </a:lnTo>
                <a:cubicBezTo>
                  <a:pt x="273277" y="111347"/>
                  <a:pt x="273277" y="111347"/>
                  <a:pt x="229738" y="21840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" name="Graphic 3">
            <a:extLst>
              <a:ext uri="{FF2B5EF4-FFF2-40B4-BE49-F238E27FC236}">
                <a16:creationId xmlns:a16="http://schemas.microsoft.com/office/drawing/2014/main" id="{3EBD517A-1BEF-6016-065F-D24A8B1296AB}"/>
              </a:ext>
            </a:extLst>
          </p:cNvPr>
          <p:cNvSpPr/>
          <p:nvPr/>
        </p:nvSpPr>
        <p:spPr>
          <a:xfrm>
            <a:off x="1297722" y="795670"/>
            <a:ext cx="504825" cy="506928"/>
          </a:xfrm>
          <a:custGeom>
            <a:avLst/>
            <a:gdLst>
              <a:gd name="connsiteX0" fmla="*/ 191891 w 383782"/>
              <a:gd name="connsiteY0" fmla="*/ 0 h 385381"/>
              <a:gd name="connsiteX1" fmla="*/ 0 w 383782"/>
              <a:gd name="connsiteY1" fmla="*/ 192691 h 385381"/>
              <a:gd name="connsiteX2" fmla="*/ 191891 w 383782"/>
              <a:gd name="connsiteY2" fmla="*/ 385381 h 385381"/>
              <a:gd name="connsiteX3" fmla="*/ 383782 w 383782"/>
              <a:gd name="connsiteY3" fmla="*/ 192691 h 385381"/>
              <a:gd name="connsiteX4" fmla="*/ 191891 w 383782"/>
              <a:gd name="connsiteY4" fmla="*/ 0 h 385381"/>
              <a:gd name="connsiteX5" fmla="*/ 191891 w 383782"/>
              <a:gd name="connsiteY5" fmla="*/ 369284 h 385381"/>
              <a:gd name="connsiteX6" fmla="*/ 16030 w 383782"/>
              <a:gd name="connsiteY6" fmla="*/ 192691 h 385381"/>
              <a:gd name="connsiteX7" fmla="*/ 191891 w 383782"/>
              <a:gd name="connsiteY7" fmla="*/ 16097 h 385381"/>
              <a:gd name="connsiteX8" fmla="*/ 367752 w 383782"/>
              <a:gd name="connsiteY8" fmla="*/ 192691 h 385381"/>
              <a:gd name="connsiteX9" fmla="*/ 191891 w 383782"/>
              <a:gd name="connsiteY9" fmla="*/ 369284 h 385381"/>
              <a:gd name="connsiteX10" fmla="*/ 285228 w 383782"/>
              <a:gd name="connsiteY10" fmla="*/ 90011 h 385381"/>
              <a:gd name="connsiteX11" fmla="*/ 151862 w 383782"/>
              <a:gd name="connsiteY11" fmla="*/ 144970 h 385381"/>
              <a:gd name="connsiteX12" fmla="*/ 150819 w 383782"/>
              <a:gd name="connsiteY12" fmla="*/ 144780 h 385381"/>
              <a:gd name="connsiteX13" fmla="*/ 148732 w 383782"/>
              <a:gd name="connsiteY13" fmla="*/ 146209 h 385381"/>
              <a:gd name="connsiteX14" fmla="*/ 145602 w 383782"/>
              <a:gd name="connsiteY14" fmla="*/ 150019 h 385381"/>
              <a:gd name="connsiteX15" fmla="*/ 145507 w 383782"/>
              <a:gd name="connsiteY15" fmla="*/ 150114 h 385381"/>
              <a:gd name="connsiteX16" fmla="*/ 89543 w 383782"/>
              <a:gd name="connsiteY16" fmla="*/ 286036 h 385381"/>
              <a:gd name="connsiteX17" fmla="*/ 90871 w 383782"/>
              <a:gd name="connsiteY17" fmla="*/ 294037 h 385381"/>
              <a:gd name="connsiteX18" fmla="*/ 96183 w 383782"/>
              <a:gd name="connsiteY18" fmla="*/ 296704 h 385381"/>
              <a:gd name="connsiteX19" fmla="*/ 100167 w 383782"/>
              <a:gd name="connsiteY19" fmla="*/ 296704 h 385381"/>
              <a:gd name="connsiteX20" fmla="*/ 235999 w 383782"/>
              <a:gd name="connsiteY20" fmla="*/ 240697 h 385381"/>
              <a:gd name="connsiteX21" fmla="*/ 237421 w 383782"/>
              <a:gd name="connsiteY21" fmla="*/ 239363 h 385381"/>
              <a:gd name="connsiteX22" fmla="*/ 238085 w 383782"/>
              <a:gd name="connsiteY22" fmla="*/ 238792 h 385381"/>
              <a:gd name="connsiteX23" fmla="*/ 239129 w 383782"/>
              <a:gd name="connsiteY23" fmla="*/ 237649 h 385381"/>
              <a:gd name="connsiteX24" fmla="*/ 239983 w 383782"/>
              <a:gd name="connsiteY24" fmla="*/ 236696 h 385381"/>
              <a:gd name="connsiteX25" fmla="*/ 295947 w 383782"/>
              <a:gd name="connsiteY25" fmla="*/ 100774 h 385381"/>
              <a:gd name="connsiteX26" fmla="*/ 294619 w 383782"/>
              <a:gd name="connsiteY26" fmla="*/ 91440 h 385381"/>
              <a:gd name="connsiteX27" fmla="*/ 285323 w 383782"/>
              <a:gd name="connsiteY27" fmla="*/ 90106 h 385381"/>
              <a:gd name="connsiteX28" fmla="*/ 110885 w 383782"/>
              <a:gd name="connsiteY28" fmla="*/ 274034 h 385381"/>
              <a:gd name="connsiteX29" fmla="*/ 156131 w 383782"/>
              <a:gd name="connsiteY29" fmla="*/ 167354 h 385381"/>
              <a:gd name="connsiteX30" fmla="*/ 218735 w 383782"/>
              <a:gd name="connsiteY30" fmla="*/ 230029 h 385381"/>
              <a:gd name="connsiteX31" fmla="*/ 110885 w 383782"/>
              <a:gd name="connsiteY31" fmla="*/ 274034 h 385381"/>
              <a:gd name="connsiteX32" fmla="*/ 229738 w 383782"/>
              <a:gd name="connsiteY32" fmla="*/ 218408 h 385381"/>
              <a:gd name="connsiteX33" fmla="*/ 167513 w 383782"/>
              <a:gd name="connsiteY33" fmla="*/ 156115 h 385381"/>
              <a:gd name="connsiteX34" fmla="*/ 166755 w 383782"/>
              <a:gd name="connsiteY34" fmla="*/ 155353 h 385381"/>
              <a:gd name="connsiteX35" fmla="*/ 273277 w 383782"/>
              <a:gd name="connsiteY35" fmla="*/ 111347 h 385381"/>
              <a:gd name="connsiteX36" fmla="*/ 229738 w 383782"/>
              <a:gd name="connsiteY36" fmla="*/ 218408 h 385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83782" h="385381">
                <a:moveTo>
                  <a:pt x="191891" y="0"/>
                </a:moveTo>
                <a:cubicBezTo>
                  <a:pt x="86602" y="0"/>
                  <a:pt x="0" y="86963"/>
                  <a:pt x="0" y="192691"/>
                </a:cubicBezTo>
                <a:cubicBezTo>
                  <a:pt x="0" y="298418"/>
                  <a:pt x="86602" y="385381"/>
                  <a:pt x="191891" y="385381"/>
                </a:cubicBezTo>
                <a:cubicBezTo>
                  <a:pt x="297180" y="385381"/>
                  <a:pt x="383782" y="299752"/>
                  <a:pt x="383782" y="192691"/>
                </a:cubicBezTo>
                <a:cubicBezTo>
                  <a:pt x="383782" y="85630"/>
                  <a:pt x="298508" y="0"/>
                  <a:pt x="191891" y="0"/>
                </a:cubicBezTo>
                <a:close/>
                <a:moveTo>
                  <a:pt x="191891" y="369284"/>
                </a:moveTo>
                <a:cubicBezTo>
                  <a:pt x="95993" y="369284"/>
                  <a:pt x="16030" y="290322"/>
                  <a:pt x="16030" y="192691"/>
                </a:cubicBezTo>
                <a:cubicBezTo>
                  <a:pt x="16030" y="95059"/>
                  <a:pt x="95993" y="16097"/>
                  <a:pt x="191891" y="16097"/>
                </a:cubicBezTo>
                <a:cubicBezTo>
                  <a:pt x="287789" y="16097"/>
                  <a:pt x="367752" y="95059"/>
                  <a:pt x="367752" y="192691"/>
                </a:cubicBezTo>
                <a:cubicBezTo>
                  <a:pt x="367752" y="290322"/>
                  <a:pt x="289117" y="369284"/>
                  <a:pt x="191891" y="369284"/>
                </a:cubicBezTo>
                <a:close/>
                <a:moveTo>
                  <a:pt x="285228" y="90011"/>
                </a:moveTo>
                <a:cubicBezTo>
                  <a:pt x="285228" y="90011"/>
                  <a:pt x="285228" y="90011"/>
                  <a:pt x="151862" y="144970"/>
                </a:cubicBezTo>
                <a:cubicBezTo>
                  <a:pt x="151483" y="144970"/>
                  <a:pt x="151198" y="144780"/>
                  <a:pt x="150819" y="144780"/>
                </a:cubicBezTo>
                <a:cubicBezTo>
                  <a:pt x="149965" y="145256"/>
                  <a:pt x="149396" y="145733"/>
                  <a:pt x="148732" y="146209"/>
                </a:cubicBezTo>
                <a:cubicBezTo>
                  <a:pt x="146930" y="146590"/>
                  <a:pt x="145887" y="148114"/>
                  <a:pt x="145602" y="150019"/>
                </a:cubicBezTo>
                <a:cubicBezTo>
                  <a:pt x="145602" y="150019"/>
                  <a:pt x="145602" y="150019"/>
                  <a:pt x="145507" y="150114"/>
                </a:cubicBezTo>
                <a:lnTo>
                  <a:pt x="89543" y="286036"/>
                </a:lnTo>
                <a:cubicBezTo>
                  <a:pt x="88215" y="288703"/>
                  <a:pt x="88215" y="292703"/>
                  <a:pt x="90871" y="294037"/>
                </a:cubicBezTo>
                <a:cubicBezTo>
                  <a:pt x="92199" y="296704"/>
                  <a:pt x="94855" y="296704"/>
                  <a:pt x="96183" y="296704"/>
                </a:cubicBezTo>
                <a:lnTo>
                  <a:pt x="100167" y="296704"/>
                </a:lnTo>
                <a:lnTo>
                  <a:pt x="235999" y="240697"/>
                </a:lnTo>
                <a:cubicBezTo>
                  <a:pt x="236663" y="240411"/>
                  <a:pt x="236947" y="239839"/>
                  <a:pt x="237421" y="239363"/>
                </a:cubicBezTo>
                <a:cubicBezTo>
                  <a:pt x="237611" y="239173"/>
                  <a:pt x="237896" y="238982"/>
                  <a:pt x="238085" y="238792"/>
                </a:cubicBezTo>
                <a:cubicBezTo>
                  <a:pt x="238465" y="238411"/>
                  <a:pt x="238844" y="238125"/>
                  <a:pt x="239129" y="237649"/>
                </a:cubicBezTo>
                <a:cubicBezTo>
                  <a:pt x="239413" y="237268"/>
                  <a:pt x="239698" y="236982"/>
                  <a:pt x="239983" y="236696"/>
                </a:cubicBezTo>
                <a:lnTo>
                  <a:pt x="295947" y="100774"/>
                </a:lnTo>
                <a:cubicBezTo>
                  <a:pt x="297275" y="96774"/>
                  <a:pt x="295947" y="94107"/>
                  <a:pt x="294619" y="91440"/>
                </a:cubicBezTo>
                <a:cubicBezTo>
                  <a:pt x="291963" y="88773"/>
                  <a:pt x="287979" y="88773"/>
                  <a:pt x="285323" y="90106"/>
                </a:cubicBezTo>
                <a:close/>
                <a:moveTo>
                  <a:pt x="110885" y="274034"/>
                </a:moveTo>
                <a:lnTo>
                  <a:pt x="156131" y="167354"/>
                </a:lnTo>
                <a:lnTo>
                  <a:pt x="218735" y="230029"/>
                </a:lnTo>
                <a:lnTo>
                  <a:pt x="110885" y="274034"/>
                </a:lnTo>
                <a:close/>
                <a:moveTo>
                  <a:pt x="229738" y="218408"/>
                </a:moveTo>
                <a:cubicBezTo>
                  <a:pt x="220822" y="209550"/>
                  <a:pt x="202989" y="191643"/>
                  <a:pt x="167513" y="156115"/>
                </a:cubicBezTo>
                <a:cubicBezTo>
                  <a:pt x="167229" y="155829"/>
                  <a:pt x="167039" y="155639"/>
                  <a:pt x="166755" y="155353"/>
                </a:cubicBezTo>
                <a:lnTo>
                  <a:pt x="273277" y="111347"/>
                </a:lnTo>
                <a:cubicBezTo>
                  <a:pt x="273277" y="111347"/>
                  <a:pt x="273277" y="111347"/>
                  <a:pt x="229738" y="21840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" name="Graphic 3">
            <a:extLst>
              <a:ext uri="{FF2B5EF4-FFF2-40B4-BE49-F238E27FC236}">
                <a16:creationId xmlns:a16="http://schemas.microsoft.com/office/drawing/2014/main" id="{87A04374-D75E-A14E-952D-A550E41A4BCC}"/>
              </a:ext>
            </a:extLst>
          </p:cNvPr>
          <p:cNvSpPr/>
          <p:nvPr/>
        </p:nvSpPr>
        <p:spPr>
          <a:xfrm>
            <a:off x="569176" y="1420138"/>
            <a:ext cx="504825" cy="506928"/>
          </a:xfrm>
          <a:custGeom>
            <a:avLst/>
            <a:gdLst>
              <a:gd name="connsiteX0" fmla="*/ 191891 w 383782"/>
              <a:gd name="connsiteY0" fmla="*/ 0 h 385381"/>
              <a:gd name="connsiteX1" fmla="*/ 0 w 383782"/>
              <a:gd name="connsiteY1" fmla="*/ 192691 h 385381"/>
              <a:gd name="connsiteX2" fmla="*/ 191891 w 383782"/>
              <a:gd name="connsiteY2" fmla="*/ 385381 h 385381"/>
              <a:gd name="connsiteX3" fmla="*/ 383782 w 383782"/>
              <a:gd name="connsiteY3" fmla="*/ 192691 h 385381"/>
              <a:gd name="connsiteX4" fmla="*/ 191891 w 383782"/>
              <a:gd name="connsiteY4" fmla="*/ 0 h 385381"/>
              <a:gd name="connsiteX5" fmla="*/ 191891 w 383782"/>
              <a:gd name="connsiteY5" fmla="*/ 369284 h 385381"/>
              <a:gd name="connsiteX6" fmla="*/ 16030 w 383782"/>
              <a:gd name="connsiteY6" fmla="*/ 192691 h 385381"/>
              <a:gd name="connsiteX7" fmla="*/ 191891 w 383782"/>
              <a:gd name="connsiteY7" fmla="*/ 16097 h 385381"/>
              <a:gd name="connsiteX8" fmla="*/ 367752 w 383782"/>
              <a:gd name="connsiteY8" fmla="*/ 192691 h 385381"/>
              <a:gd name="connsiteX9" fmla="*/ 191891 w 383782"/>
              <a:gd name="connsiteY9" fmla="*/ 369284 h 385381"/>
              <a:gd name="connsiteX10" fmla="*/ 285228 w 383782"/>
              <a:gd name="connsiteY10" fmla="*/ 90011 h 385381"/>
              <a:gd name="connsiteX11" fmla="*/ 151862 w 383782"/>
              <a:gd name="connsiteY11" fmla="*/ 144970 h 385381"/>
              <a:gd name="connsiteX12" fmla="*/ 150819 w 383782"/>
              <a:gd name="connsiteY12" fmla="*/ 144780 h 385381"/>
              <a:gd name="connsiteX13" fmla="*/ 148732 w 383782"/>
              <a:gd name="connsiteY13" fmla="*/ 146209 h 385381"/>
              <a:gd name="connsiteX14" fmla="*/ 145602 w 383782"/>
              <a:gd name="connsiteY14" fmla="*/ 150019 h 385381"/>
              <a:gd name="connsiteX15" fmla="*/ 145507 w 383782"/>
              <a:gd name="connsiteY15" fmla="*/ 150114 h 385381"/>
              <a:gd name="connsiteX16" fmla="*/ 89543 w 383782"/>
              <a:gd name="connsiteY16" fmla="*/ 286036 h 385381"/>
              <a:gd name="connsiteX17" fmla="*/ 90871 w 383782"/>
              <a:gd name="connsiteY17" fmla="*/ 294037 h 385381"/>
              <a:gd name="connsiteX18" fmla="*/ 96183 w 383782"/>
              <a:gd name="connsiteY18" fmla="*/ 296704 h 385381"/>
              <a:gd name="connsiteX19" fmla="*/ 100167 w 383782"/>
              <a:gd name="connsiteY19" fmla="*/ 296704 h 385381"/>
              <a:gd name="connsiteX20" fmla="*/ 235999 w 383782"/>
              <a:gd name="connsiteY20" fmla="*/ 240697 h 385381"/>
              <a:gd name="connsiteX21" fmla="*/ 237421 w 383782"/>
              <a:gd name="connsiteY21" fmla="*/ 239363 h 385381"/>
              <a:gd name="connsiteX22" fmla="*/ 238085 w 383782"/>
              <a:gd name="connsiteY22" fmla="*/ 238792 h 385381"/>
              <a:gd name="connsiteX23" fmla="*/ 239129 w 383782"/>
              <a:gd name="connsiteY23" fmla="*/ 237649 h 385381"/>
              <a:gd name="connsiteX24" fmla="*/ 239983 w 383782"/>
              <a:gd name="connsiteY24" fmla="*/ 236696 h 385381"/>
              <a:gd name="connsiteX25" fmla="*/ 295947 w 383782"/>
              <a:gd name="connsiteY25" fmla="*/ 100774 h 385381"/>
              <a:gd name="connsiteX26" fmla="*/ 294619 w 383782"/>
              <a:gd name="connsiteY26" fmla="*/ 91440 h 385381"/>
              <a:gd name="connsiteX27" fmla="*/ 285323 w 383782"/>
              <a:gd name="connsiteY27" fmla="*/ 90106 h 385381"/>
              <a:gd name="connsiteX28" fmla="*/ 110885 w 383782"/>
              <a:gd name="connsiteY28" fmla="*/ 274034 h 385381"/>
              <a:gd name="connsiteX29" fmla="*/ 156131 w 383782"/>
              <a:gd name="connsiteY29" fmla="*/ 167354 h 385381"/>
              <a:gd name="connsiteX30" fmla="*/ 218735 w 383782"/>
              <a:gd name="connsiteY30" fmla="*/ 230029 h 385381"/>
              <a:gd name="connsiteX31" fmla="*/ 110885 w 383782"/>
              <a:gd name="connsiteY31" fmla="*/ 274034 h 385381"/>
              <a:gd name="connsiteX32" fmla="*/ 229738 w 383782"/>
              <a:gd name="connsiteY32" fmla="*/ 218408 h 385381"/>
              <a:gd name="connsiteX33" fmla="*/ 167513 w 383782"/>
              <a:gd name="connsiteY33" fmla="*/ 156115 h 385381"/>
              <a:gd name="connsiteX34" fmla="*/ 166755 w 383782"/>
              <a:gd name="connsiteY34" fmla="*/ 155353 h 385381"/>
              <a:gd name="connsiteX35" fmla="*/ 273277 w 383782"/>
              <a:gd name="connsiteY35" fmla="*/ 111347 h 385381"/>
              <a:gd name="connsiteX36" fmla="*/ 229738 w 383782"/>
              <a:gd name="connsiteY36" fmla="*/ 218408 h 385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83782" h="385381">
                <a:moveTo>
                  <a:pt x="191891" y="0"/>
                </a:moveTo>
                <a:cubicBezTo>
                  <a:pt x="86602" y="0"/>
                  <a:pt x="0" y="86963"/>
                  <a:pt x="0" y="192691"/>
                </a:cubicBezTo>
                <a:cubicBezTo>
                  <a:pt x="0" y="298418"/>
                  <a:pt x="86602" y="385381"/>
                  <a:pt x="191891" y="385381"/>
                </a:cubicBezTo>
                <a:cubicBezTo>
                  <a:pt x="297180" y="385381"/>
                  <a:pt x="383782" y="299752"/>
                  <a:pt x="383782" y="192691"/>
                </a:cubicBezTo>
                <a:cubicBezTo>
                  <a:pt x="383782" y="85630"/>
                  <a:pt x="298508" y="0"/>
                  <a:pt x="191891" y="0"/>
                </a:cubicBezTo>
                <a:close/>
                <a:moveTo>
                  <a:pt x="191891" y="369284"/>
                </a:moveTo>
                <a:cubicBezTo>
                  <a:pt x="95993" y="369284"/>
                  <a:pt x="16030" y="290322"/>
                  <a:pt x="16030" y="192691"/>
                </a:cubicBezTo>
                <a:cubicBezTo>
                  <a:pt x="16030" y="95059"/>
                  <a:pt x="95993" y="16097"/>
                  <a:pt x="191891" y="16097"/>
                </a:cubicBezTo>
                <a:cubicBezTo>
                  <a:pt x="287789" y="16097"/>
                  <a:pt x="367752" y="95059"/>
                  <a:pt x="367752" y="192691"/>
                </a:cubicBezTo>
                <a:cubicBezTo>
                  <a:pt x="367752" y="290322"/>
                  <a:pt x="289117" y="369284"/>
                  <a:pt x="191891" y="369284"/>
                </a:cubicBezTo>
                <a:close/>
                <a:moveTo>
                  <a:pt x="285228" y="90011"/>
                </a:moveTo>
                <a:cubicBezTo>
                  <a:pt x="285228" y="90011"/>
                  <a:pt x="285228" y="90011"/>
                  <a:pt x="151862" y="144970"/>
                </a:cubicBezTo>
                <a:cubicBezTo>
                  <a:pt x="151483" y="144970"/>
                  <a:pt x="151198" y="144780"/>
                  <a:pt x="150819" y="144780"/>
                </a:cubicBezTo>
                <a:cubicBezTo>
                  <a:pt x="149965" y="145256"/>
                  <a:pt x="149396" y="145733"/>
                  <a:pt x="148732" y="146209"/>
                </a:cubicBezTo>
                <a:cubicBezTo>
                  <a:pt x="146930" y="146590"/>
                  <a:pt x="145887" y="148114"/>
                  <a:pt x="145602" y="150019"/>
                </a:cubicBezTo>
                <a:cubicBezTo>
                  <a:pt x="145602" y="150019"/>
                  <a:pt x="145602" y="150019"/>
                  <a:pt x="145507" y="150114"/>
                </a:cubicBezTo>
                <a:lnTo>
                  <a:pt x="89543" y="286036"/>
                </a:lnTo>
                <a:cubicBezTo>
                  <a:pt x="88215" y="288703"/>
                  <a:pt x="88215" y="292703"/>
                  <a:pt x="90871" y="294037"/>
                </a:cubicBezTo>
                <a:cubicBezTo>
                  <a:pt x="92199" y="296704"/>
                  <a:pt x="94855" y="296704"/>
                  <a:pt x="96183" y="296704"/>
                </a:cubicBezTo>
                <a:lnTo>
                  <a:pt x="100167" y="296704"/>
                </a:lnTo>
                <a:lnTo>
                  <a:pt x="235999" y="240697"/>
                </a:lnTo>
                <a:cubicBezTo>
                  <a:pt x="236663" y="240411"/>
                  <a:pt x="236947" y="239839"/>
                  <a:pt x="237421" y="239363"/>
                </a:cubicBezTo>
                <a:cubicBezTo>
                  <a:pt x="237611" y="239173"/>
                  <a:pt x="237896" y="238982"/>
                  <a:pt x="238085" y="238792"/>
                </a:cubicBezTo>
                <a:cubicBezTo>
                  <a:pt x="238465" y="238411"/>
                  <a:pt x="238844" y="238125"/>
                  <a:pt x="239129" y="237649"/>
                </a:cubicBezTo>
                <a:cubicBezTo>
                  <a:pt x="239413" y="237268"/>
                  <a:pt x="239698" y="236982"/>
                  <a:pt x="239983" y="236696"/>
                </a:cubicBezTo>
                <a:lnTo>
                  <a:pt x="295947" y="100774"/>
                </a:lnTo>
                <a:cubicBezTo>
                  <a:pt x="297275" y="96774"/>
                  <a:pt x="295947" y="94107"/>
                  <a:pt x="294619" y="91440"/>
                </a:cubicBezTo>
                <a:cubicBezTo>
                  <a:pt x="291963" y="88773"/>
                  <a:pt x="287979" y="88773"/>
                  <a:pt x="285323" y="90106"/>
                </a:cubicBezTo>
                <a:close/>
                <a:moveTo>
                  <a:pt x="110885" y="274034"/>
                </a:moveTo>
                <a:lnTo>
                  <a:pt x="156131" y="167354"/>
                </a:lnTo>
                <a:lnTo>
                  <a:pt x="218735" y="230029"/>
                </a:lnTo>
                <a:lnTo>
                  <a:pt x="110885" y="274034"/>
                </a:lnTo>
                <a:close/>
                <a:moveTo>
                  <a:pt x="229738" y="218408"/>
                </a:moveTo>
                <a:cubicBezTo>
                  <a:pt x="220822" y="209550"/>
                  <a:pt x="202989" y="191643"/>
                  <a:pt x="167513" y="156115"/>
                </a:cubicBezTo>
                <a:cubicBezTo>
                  <a:pt x="167229" y="155829"/>
                  <a:pt x="167039" y="155639"/>
                  <a:pt x="166755" y="155353"/>
                </a:cubicBezTo>
                <a:lnTo>
                  <a:pt x="273277" y="111347"/>
                </a:lnTo>
                <a:cubicBezTo>
                  <a:pt x="273277" y="111347"/>
                  <a:pt x="273277" y="111347"/>
                  <a:pt x="229738" y="21840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" name="Graphic 3">
            <a:extLst>
              <a:ext uri="{FF2B5EF4-FFF2-40B4-BE49-F238E27FC236}">
                <a16:creationId xmlns:a16="http://schemas.microsoft.com/office/drawing/2014/main" id="{6B545CB1-632D-6DF0-72D6-0FABAF26C57D}"/>
              </a:ext>
            </a:extLst>
          </p:cNvPr>
          <p:cNvSpPr/>
          <p:nvPr/>
        </p:nvSpPr>
        <p:spPr>
          <a:xfrm>
            <a:off x="1297722" y="1420138"/>
            <a:ext cx="504825" cy="506928"/>
          </a:xfrm>
          <a:custGeom>
            <a:avLst/>
            <a:gdLst>
              <a:gd name="connsiteX0" fmla="*/ 191891 w 383782"/>
              <a:gd name="connsiteY0" fmla="*/ 0 h 385381"/>
              <a:gd name="connsiteX1" fmla="*/ 0 w 383782"/>
              <a:gd name="connsiteY1" fmla="*/ 192691 h 385381"/>
              <a:gd name="connsiteX2" fmla="*/ 191891 w 383782"/>
              <a:gd name="connsiteY2" fmla="*/ 385381 h 385381"/>
              <a:gd name="connsiteX3" fmla="*/ 383782 w 383782"/>
              <a:gd name="connsiteY3" fmla="*/ 192691 h 385381"/>
              <a:gd name="connsiteX4" fmla="*/ 191891 w 383782"/>
              <a:gd name="connsiteY4" fmla="*/ 0 h 385381"/>
              <a:gd name="connsiteX5" fmla="*/ 191891 w 383782"/>
              <a:gd name="connsiteY5" fmla="*/ 369284 h 385381"/>
              <a:gd name="connsiteX6" fmla="*/ 16030 w 383782"/>
              <a:gd name="connsiteY6" fmla="*/ 192691 h 385381"/>
              <a:gd name="connsiteX7" fmla="*/ 191891 w 383782"/>
              <a:gd name="connsiteY7" fmla="*/ 16097 h 385381"/>
              <a:gd name="connsiteX8" fmla="*/ 367752 w 383782"/>
              <a:gd name="connsiteY8" fmla="*/ 192691 h 385381"/>
              <a:gd name="connsiteX9" fmla="*/ 191891 w 383782"/>
              <a:gd name="connsiteY9" fmla="*/ 369284 h 385381"/>
              <a:gd name="connsiteX10" fmla="*/ 285228 w 383782"/>
              <a:gd name="connsiteY10" fmla="*/ 90011 h 385381"/>
              <a:gd name="connsiteX11" fmla="*/ 151862 w 383782"/>
              <a:gd name="connsiteY11" fmla="*/ 144970 h 385381"/>
              <a:gd name="connsiteX12" fmla="*/ 150819 w 383782"/>
              <a:gd name="connsiteY12" fmla="*/ 144780 h 385381"/>
              <a:gd name="connsiteX13" fmla="*/ 148732 w 383782"/>
              <a:gd name="connsiteY13" fmla="*/ 146209 h 385381"/>
              <a:gd name="connsiteX14" fmla="*/ 145602 w 383782"/>
              <a:gd name="connsiteY14" fmla="*/ 150019 h 385381"/>
              <a:gd name="connsiteX15" fmla="*/ 145507 w 383782"/>
              <a:gd name="connsiteY15" fmla="*/ 150114 h 385381"/>
              <a:gd name="connsiteX16" fmla="*/ 89543 w 383782"/>
              <a:gd name="connsiteY16" fmla="*/ 286036 h 385381"/>
              <a:gd name="connsiteX17" fmla="*/ 90871 w 383782"/>
              <a:gd name="connsiteY17" fmla="*/ 294037 h 385381"/>
              <a:gd name="connsiteX18" fmla="*/ 96183 w 383782"/>
              <a:gd name="connsiteY18" fmla="*/ 296704 h 385381"/>
              <a:gd name="connsiteX19" fmla="*/ 100167 w 383782"/>
              <a:gd name="connsiteY19" fmla="*/ 296704 h 385381"/>
              <a:gd name="connsiteX20" fmla="*/ 235999 w 383782"/>
              <a:gd name="connsiteY20" fmla="*/ 240697 h 385381"/>
              <a:gd name="connsiteX21" fmla="*/ 237421 w 383782"/>
              <a:gd name="connsiteY21" fmla="*/ 239363 h 385381"/>
              <a:gd name="connsiteX22" fmla="*/ 238085 w 383782"/>
              <a:gd name="connsiteY22" fmla="*/ 238792 h 385381"/>
              <a:gd name="connsiteX23" fmla="*/ 239129 w 383782"/>
              <a:gd name="connsiteY23" fmla="*/ 237649 h 385381"/>
              <a:gd name="connsiteX24" fmla="*/ 239983 w 383782"/>
              <a:gd name="connsiteY24" fmla="*/ 236696 h 385381"/>
              <a:gd name="connsiteX25" fmla="*/ 295947 w 383782"/>
              <a:gd name="connsiteY25" fmla="*/ 100774 h 385381"/>
              <a:gd name="connsiteX26" fmla="*/ 294619 w 383782"/>
              <a:gd name="connsiteY26" fmla="*/ 91440 h 385381"/>
              <a:gd name="connsiteX27" fmla="*/ 285323 w 383782"/>
              <a:gd name="connsiteY27" fmla="*/ 90106 h 385381"/>
              <a:gd name="connsiteX28" fmla="*/ 110885 w 383782"/>
              <a:gd name="connsiteY28" fmla="*/ 274034 h 385381"/>
              <a:gd name="connsiteX29" fmla="*/ 156131 w 383782"/>
              <a:gd name="connsiteY29" fmla="*/ 167354 h 385381"/>
              <a:gd name="connsiteX30" fmla="*/ 218735 w 383782"/>
              <a:gd name="connsiteY30" fmla="*/ 230029 h 385381"/>
              <a:gd name="connsiteX31" fmla="*/ 110885 w 383782"/>
              <a:gd name="connsiteY31" fmla="*/ 274034 h 385381"/>
              <a:gd name="connsiteX32" fmla="*/ 229738 w 383782"/>
              <a:gd name="connsiteY32" fmla="*/ 218408 h 385381"/>
              <a:gd name="connsiteX33" fmla="*/ 167513 w 383782"/>
              <a:gd name="connsiteY33" fmla="*/ 156115 h 385381"/>
              <a:gd name="connsiteX34" fmla="*/ 166755 w 383782"/>
              <a:gd name="connsiteY34" fmla="*/ 155353 h 385381"/>
              <a:gd name="connsiteX35" fmla="*/ 273277 w 383782"/>
              <a:gd name="connsiteY35" fmla="*/ 111347 h 385381"/>
              <a:gd name="connsiteX36" fmla="*/ 229738 w 383782"/>
              <a:gd name="connsiteY36" fmla="*/ 218408 h 385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83782" h="385381">
                <a:moveTo>
                  <a:pt x="191891" y="0"/>
                </a:moveTo>
                <a:cubicBezTo>
                  <a:pt x="86602" y="0"/>
                  <a:pt x="0" y="86963"/>
                  <a:pt x="0" y="192691"/>
                </a:cubicBezTo>
                <a:cubicBezTo>
                  <a:pt x="0" y="298418"/>
                  <a:pt x="86602" y="385381"/>
                  <a:pt x="191891" y="385381"/>
                </a:cubicBezTo>
                <a:cubicBezTo>
                  <a:pt x="297180" y="385381"/>
                  <a:pt x="383782" y="299752"/>
                  <a:pt x="383782" y="192691"/>
                </a:cubicBezTo>
                <a:cubicBezTo>
                  <a:pt x="383782" y="85630"/>
                  <a:pt x="298508" y="0"/>
                  <a:pt x="191891" y="0"/>
                </a:cubicBezTo>
                <a:close/>
                <a:moveTo>
                  <a:pt x="191891" y="369284"/>
                </a:moveTo>
                <a:cubicBezTo>
                  <a:pt x="95993" y="369284"/>
                  <a:pt x="16030" y="290322"/>
                  <a:pt x="16030" y="192691"/>
                </a:cubicBezTo>
                <a:cubicBezTo>
                  <a:pt x="16030" y="95059"/>
                  <a:pt x="95993" y="16097"/>
                  <a:pt x="191891" y="16097"/>
                </a:cubicBezTo>
                <a:cubicBezTo>
                  <a:pt x="287789" y="16097"/>
                  <a:pt x="367752" y="95059"/>
                  <a:pt x="367752" y="192691"/>
                </a:cubicBezTo>
                <a:cubicBezTo>
                  <a:pt x="367752" y="290322"/>
                  <a:pt x="289117" y="369284"/>
                  <a:pt x="191891" y="369284"/>
                </a:cubicBezTo>
                <a:close/>
                <a:moveTo>
                  <a:pt x="285228" y="90011"/>
                </a:moveTo>
                <a:cubicBezTo>
                  <a:pt x="285228" y="90011"/>
                  <a:pt x="285228" y="90011"/>
                  <a:pt x="151862" y="144970"/>
                </a:cubicBezTo>
                <a:cubicBezTo>
                  <a:pt x="151483" y="144970"/>
                  <a:pt x="151198" y="144780"/>
                  <a:pt x="150819" y="144780"/>
                </a:cubicBezTo>
                <a:cubicBezTo>
                  <a:pt x="149965" y="145256"/>
                  <a:pt x="149396" y="145733"/>
                  <a:pt x="148732" y="146209"/>
                </a:cubicBezTo>
                <a:cubicBezTo>
                  <a:pt x="146930" y="146590"/>
                  <a:pt x="145887" y="148114"/>
                  <a:pt x="145602" y="150019"/>
                </a:cubicBezTo>
                <a:cubicBezTo>
                  <a:pt x="145602" y="150019"/>
                  <a:pt x="145602" y="150019"/>
                  <a:pt x="145507" y="150114"/>
                </a:cubicBezTo>
                <a:lnTo>
                  <a:pt x="89543" y="286036"/>
                </a:lnTo>
                <a:cubicBezTo>
                  <a:pt x="88215" y="288703"/>
                  <a:pt x="88215" y="292703"/>
                  <a:pt x="90871" y="294037"/>
                </a:cubicBezTo>
                <a:cubicBezTo>
                  <a:pt x="92199" y="296704"/>
                  <a:pt x="94855" y="296704"/>
                  <a:pt x="96183" y="296704"/>
                </a:cubicBezTo>
                <a:lnTo>
                  <a:pt x="100167" y="296704"/>
                </a:lnTo>
                <a:lnTo>
                  <a:pt x="235999" y="240697"/>
                </a:lnTo>
                <a:cubicBezTo>
                  <a:pt x="236663" y="240411"/>
                  <a:pt x="236947" y="239839"/>
                  <a:pt x="237421" y="239363"/>
                </a:cubicBezTo>
                <a:cubicBezTo>
                  <a:pt x="237611" y="239173"/>
                  <a:pt x="237896" y="238982"/>
                  <a:pt x="238085" y="238792"/>
                </a:cubicBezTo>
                <a:cubicBezTo>
                  <a:pt x="238465" y="238411"/>
                  <a:pt x="238844" y="238125"/>
                  <a:pt x="239129" y="237649"/>
                </a:cubicBezTo>
                <a:cubicBezTo>
                  <a:pt x="239413" y="237268"/>
                  <a:pt x="239698" y="236982"/>
                  <a:pt x="239983" y="236696"/>
                </a:cubicBezTo>
                <a:lnTo>
                  <a:pt x="295947" y="100774"/>
                </a:lnTo>
                <a:cubicBezTo>
                  <a:pt x="297275" y="96774"/>
                  <a:pt x="295947" y="94107"/>
                  <a:pt x="294619" y="91440"/>
                </a:cubicBezTo>
                <a:cubicBezTo>
                  <a:pt x="291963" y="88773"/>
                  <a:pt x="287979" y="88773"/>
                  <a:pt x="285323" y="90106"/>
                </a:cubicBezTo>
                <a:close/>
                <a:moveTo>
                  <a:pt x="110885" y="274034"/>
                </a:moveTo>
                <a:lnTo>
                  <a:pt x="156131" y="167354"/>
                </a:lnTo>
                <a:lnTo>
                  <a:pt x="218735" y="230029"/>
                </a:lnTo>
                <a:lnTo>
                  <a:pt x="110885" y="274034"/>
                </a:lnTo>
                <a:close/>
                <a:moveTo>
                  <a:pt x="229738" y="218408"/>
                </a:moveTo>
                <a:cubicBezTo>
                  <a:pt x="220822" y="209550"/>
                  <a:pt x="202989" y="191643"/>
                  <a:pt x="167513" y="156115"/>
                </a:cubicBezTo>
                <a:cubicBezTo>
                  <a:pt x="167229" y="155829"/>
                  <a:pt x="167039" y="155639"/>
                  <a:pt x="166755" y="155353"/>
                </a:cubicBezTo>
                <a:lnTo>
                  <a:pt x="273277" y="111347"/>
                </a:lnTo>
                <a:cubicBezTo>
                  <a:pt x="273277" y="111347"/>
                  <a:pt x="273277" y="111347"/>
                  <a:pt x="229738" y="21840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" name="Graphic 16">
            <a:extLst>
              <a:ext uri="{FF2B5EF4-FFF2-40B4-BE49-F238E27FC236}">
                <a16:creationId xmlns:a16="http://schemas.microsoft.com/office/drawing/2014/main" id="{9E3B6BA0-AEC9-5FC6-3012-5EDE14AC89F7}"/>
              </a:ext>
            </a:extLst>
          </p:cNvPr>
          <p:cNvSpPr/>
          <p:nvPr/>
        </p:nvSpPr>
        <p:spPr>
          <a:xfrm>
            <a:off x="2266794" y="786815"/>
            <a:ext cx="338095" cy="509382"/>
          </a:xfrm>
          <a:custGeom>
            <a:avLst/>
            <a:gdLst>
              <a:gd name="connsiteX0" fmla="*/ 127864 w 255728"/>
              <a:gd name="connsiteY0" fmla="*/ 16002 h 385286"/>
              <a:gd name="connsiteX1" fmla="*/ 15936 w 255728"/>
              <a:gd name="connsiteY1" fmla="*/ 128397 h 385286"/>
              <a:gd name="connsiteX2" fmla="*/ 127864 w 255728"/>
              <a:gd name="connsiteY2" fmla="*/ 362521 h 385286"/>
              <a:gd name="connsiteX3" fmla="*/ 239793 w 255728"/>
              <a:gd name="connsiteY3" fmla="*/ 128397 h 385286"/>
              <a:gd name="connsiteX4" fmla="*/ 127864 w 255728"/>
              <a:gd name="connsiteY4" fmla="*/ 16002 h 385286"/>
              <a:gd name="connsiteX5" fmla="*/ 127864 w 255728"/>
              <a:gd name="connsiteY5" fmla="*/ 385286 h 385286"/>
              <a:gd name="connsiteX6" fmla="*/ 121224 w 255728"/>
              <a:gd name="connsiteY6" fmla="*/ 382619 h 385286"/>
              <a:gd name="connsiteX7" fmla="*/ 0 w 255728"/>
              <a:gd name="connsiteY7" fmla="*/ 128397 h 385286"/>
              <a:gd name="connsiteX8" fmla="*/ 127864 w 255728"/>
              <a:gd name="connsiteY8" fmla="*/ 0 h 385286"/>
              <a:gd name="connsiteX9" fmla="*/ 255728 w 255728"/>
              <a:gd name="connsiteY9" fmla="*/ 128397 h 385286"/>
              <a:gd name="connsiteX10" fmla="*/ 134504 w 255728"/>
              <a:gd name="connsiteY10" fmla="*/ 382619 h 385286"/>
              <a:gd name="connsiteX11" fmla="*/ 127864 w 255728"/>
              <a:gd name="connsiteY11" fmla="*/ 385286 h 385286"/>
              <a:gd name="connsiteX12" fmla="*/ 127864 w 255728"/>
              <a:gd name="connsiteY12" fmla="*/ 88297 h 385286"/>
              <a:gd name="connsiteX13" fmla="*/ 87930 w 255728"/>
              <a:gd name="connsiteY13" fmla="*/ 128397 h 385286"/>
              <a:gd name="connsiteX14" fmla="*/ 127864 w 255728"/>
              <a:gd name="connsiteY14" fmla="*/ 168497 h 385286"/>
              <a:gd name="connsiteX15" fmla="*/ 167798 w 255728"/>
              <a:gd name="connsiteY15" fmla="*/ 128397 h 385286"/>
              <a:gd name="connsiteX16" fmla="*/ 127864 w 255728"/>
              <a:gd name="connsiteY16" fmla="*/ 88297 h 385286"/>
              <a:gd name="connsiteX17" fmla="*/ 127864 w 255728"/>
              <a:gd name="connsiteY17" fmla="*/ 184499 h 385286"/>
              <a:gd name="connsiteX18" fmla="*/ 71995 w 255728"/>
              <a:gd name="connsiteY18" fmla="*/ 128397 h 385286"/>
              <a:gd name="connsiteX19" fmla="*/ 127864 w 255728"/>
              <a:gd name="connsiteY19" fmla="*/ 72295 h 385286"/>
              <a:gd name="connsiteX20" fmla="*/ 183734 w 255728"/>
              <a:gd name="connsiteY20" fmla="*/ 128397 h 385286"/>
              <a:gd name="connsiteX21" fmla="*/ 127864 w 255728"/>
              <a:gd name="connsiteY21" fmla="*/ 184499 h 385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55728" h="385286">
                <a:moveTo>
                  <a:pt x="127864" y="16002"/>
                </a:moveTo>
                <a:cubicBezTo>
                  <a:pt x="66588" y="16002"/>
                  <a:pt x="15936" y="66866"/>
                  <a:pt x="15936" y="128397"/>
                </a:cubicBezTo>
                <a:cubicBezTo>
                  <a:pt x="15936" y="183261"/>
                  <a:pt x="103866" y="323755"/>
                  <a:pt x="127864" y="362521"/>
                </a:cubicBezTo>
                <a:cubicBezTo>
                  <a:pt x="153190" y="323755"/>
                  <a:pt x="239793" y="183261"/>
                  <a:pt x="239793" y="128397"/>
                </a:cubicBezTo>
                <a:cubicBezTo>
                  <a:pt x="239793" y="66866"/>
                  <a:pt x="190468" y="16002"/>
                  <a:pt x="127864" y="16002"/>
                </a:cubicBezTo>
                <a:close/>
                <a:moveTo>
                  <a:pt x="127864" y="385286"/>
                </a:moveTo>
                <a:cubicBezTo>
                  <a:pt x="125208" y="385286"/>
                  <a:pt x="123880" y="383953"/>
                  <a:pt x="121224" y="382619"/>
                </a:cubicBezTo>
                <a:cubicBezTo>
                  <a:pt x="117241" y="374618"/>
                  <a:pt x="0" y="196691"/>
                  <a:pt x="0" y="128397"/>
                </a:cubicBezTo>
                <a:cubicBezTo>
                  <a:pt x="0" y="60103"/>
                  <a:pt x="58620" y="0"/>
                  <a:pt x="127864" y="0"/>
                </a:cubicBezTo>
                <a:cubicBezTo>
                  <a:pt x="197108" y="0"/>
                  <a:pt x="255728" y="58865"/>
                  <a:pt x="255728" y="128397"/>
                </a:cubicBezTo>
                <a:cubicBezTo>
                  <a:pt x="255728" y="197929"/>
                  <a:pt x="139816" y="374618"/>
                  <a:pt x="134504" y="382619"/>
                </a:cubicBezTo>
                <a:cubicBezTo>
                  <a:pt x="133176" y="383953"/>
                  <a:pt x="130520" y="385286"/>
                  <a:pt x="127864" y="385286"/>
                </a:cubicBezTo>
                <a:close/>
                <a:moveTo>
                  <a:pt x="127864" y="88297"/>
                </a:moveTo>
                <a:cubicBezTo>
                  <a:pt x="106617" y="88297"/>
                  <a:pt x="87930" y="106966"/>
                  <a:pt x="87930" y="128397"/>
                </a:cubicBezTo>
                <a:cubicBezTo>
                  <a:pt x="87930" y="151067"/>
                  <a:pt x="106522" y="168497"/>
                  <a:pt x="127864" y="168497"/>
                </a:cubicBezTo>
                <a:cubicBezTo>
                  <a:pt x="150440" y="168497"/>
                  <a:pt x="167798" y="151162"/>
                  <a:pt x="167798" y="128397"/>
                </a:cubicBezTo>
                <a:cubicBezTo>
                  <a:pt x="167798" y="107061"/>
                  <a:pt x="150534" y="88297"/>
                  <a:pt x="127864" y="88297"/>
                </a:cubicBezTo>
                <a:close/>
                <a:moveTo>
                  <a:pt x="127864" y="184499"/>
                </a:moveTo>
                <a:cubicBezTo>
                  <a:pt x="97321" y="184499"/>
                  <a:pt x="71995" y="160496"/>
                  <a:pt x="71995" y="128397"/>
                </a:cubicBezTo>
                <a:cubicBezTo>
                  <a:pt x="71995" y="96298"/>
                  <a:pt x="97226" y="72295"/>
                  <a:pt x="127864" y="72295"/>
                </a:cubicBezTo>
                <a:cubicBezTo>
                  <a:pt x="158502" y="72295"/>
                  <a:pt x="183734" y="97631"/>
                  <a:pt x="183734" y="128397"/>
                </a:cubicBezTo>
                <a:cubicBezTo>
                  <a:pt x="183734" y="159163"/>
                  <a:pt x="159830" y="184499"/>
                  <a:pt x="127864" y="18449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" name="Graphic 16">
            <a:extLst>
              <a:ext uri="{FF2B5EF4-FFF2-40B4-BE49-F238E27FC236}">
                <a16:creationId xmlns:a16="http://schemas.microsoft.com/office/drawing/2014/main" id="{0832DC5F-AFC9-B45A-0607-9FF18D8FF659}"/>
              </a:ext>
            </a:extLst>
          </p:cNvPr>
          <p:cNvSpPr/>
          <p:nvPr/>
        </p:nvSpPr>
        <p:spPr>
          <a:xfrm>
            <a:off x="3032512" y="786815"/>
            <a:ext cx="338095" cy="509382"/>
          </a:xfrm>
          <a:custGeom>
            <a:avLst/>
            <a:gdLst>
              <a:gd name="connsiteX0" fmla="*/ 127864 w 255728"/>
              <a:gd name="connsiteY0" fmla="*/ 16002 h 385286"/>
              <a:gd name="connsiteX1" fmla="*/ 15936 w 255728"/>
              <a:gd name="connsiteY1" fmla="*/ 128397 h 385286"/>
              <a:gd name="connsiteX2" fmla="*/ 127864 w 255728"/>
              <a:gd name="connsiteY2" fmla="*/ 362521 h 385286"/>
              <a:gd name="connsiteX3" fmla="*/ 239793 w 255728"/>
              <a:gd name="connsiteY3" fmla="*/ 128397 h 385286"/>
              <a:gd name="connsiteX4" fmla="*/ 127864 w 255728"/>
              <a:gd name="connsiteY4" fmla="*/ 16002 h 385286"/>
              <a:gd name="connsiteX5" fmla="*/ 127864 w 255728"/>
              <a:gd name="connsiteY5" fmla="*/ 385286 h 385286"/>
              <a:gd name="connsiteX6" fmla="*/ 121224 w 255728"/>
              <a:gd name="connsiteY6" fmla="*/ 382619 h 385286"/>
              <a:gd name="connsiteX7" fmla="*/ 0 w 255728"/>
              <a:gd name="connsiteY7" fmla="*/ 128397 h 385286"/>
              <a:gd name="connsiteX8" fmla="*/ 127864 w 255728"/>
              <a:gd name="connsiteY8" fmla="*/ 0 h 385286"/>
              <a:gd name="connsiteX9" fmla="*/ 255728 w 255728"/>
              <a:gd name="connsiteY9" fmla="*/ 128397 h 385286"/>
              <a:gd name="connsiteX10" fmla="*/ 134504 w 255728"/>
              <a:gd name="connsiteY10" fmla="*/ 382619 h 385286"/>
              <a:gd name="connsiteX11" fmla="*/ 127864 w 255728"/>
              <a:gd name="connsiteY11" fmla="*/ 385286 h 385286"/>
              <a:gd name="connsiteX12" fmla="*/ 127864 w 255728"/>
              <a:gd name="connsiteY12" fmla="*/ 88297 h 385286"/>
              <a:gd name="connsiteX13" fmla="*/ 87930 w 255728"/>
              <a:gd name="connsiteY13" fmla="*/ 128397 h 385286"/>
              <a:gd name="connsiteX14" fmla="*/ 127864 w 255728"/>
              <a:gd name="connsiteY14" fmla="*/ 168497 h 385286"/>
              <a:gd name="connsiteX15" fmla="*/ 167798 w 255728"/>
              <a:gd name="connsiteY15" fmla="*/ 128397 h 385286"/>
              <a:gd name="connsiteX16" fmla="*/ 127864 w 255728"/>
              <a:gd name="connsiteY16" fmla="*/ 88297 h 385286"/>
              <a:gd name="connsiteX17" fmla="*/ 127864 w 255728"/>
              <a:gd name="connsiteY17" fmla="*/ 184499 h 385286"/>
              <a:gd name="connsiteX18" fmla="*/ 71995 w 255728"/>
              <a:gd name="connsiteY18" fmla="*/ 128397 h 385286"/>
              <a:gd name="connsiteX19" fmla="*/ 127864 w 255728"/>
              <a:gd name="connsiteY19" fmla="*/ 72295 h 385286"/>
              <a:gd name="connsiteX20" fmla="*/ 183734 w 255728"/>
              <a:gd name="connsiteY20" fmla="*/ 128397 h 385286"/>
              <a:gd name="connsiteX21" fmla="*/ 127864 w 255728"/>
              <a:gd name="connsiteY21" fmla="*/ 184499 h 385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55728" h="385286">
                <a:moveTo>
                  <a:pt x="127864" y="16002"/>
                </a:moveTo>
                <a:cubicBezTo>
                  <a:pt x="66588" y="16002"/>
                  <a:pt x="15936" y="66866"/>
                  <a:pt x="15936" y="128397"/>
                </a:cubicBezTo>
                <a:cubicBezTo>
                  <a:pt x="15936" y="183261"/>
                  <a:pt x="103866" y="323755"/>
                  <a:pt x="127864" y="362521"/>
                </a:cubicBezTo>
                <a:cubicBezTo>
                  <a:pt x="153190" y="323755"/>
                  <a:pt x="239793" y="183261"/>
                  <a:pt x="239793" y="128397"/>
                </a:cubicBezTo>
                <a:cubicBezTo>
                  <a:pt x="239793" y="66866"/>
                  <a:pt x="190468" y="16002"/>
                  <a:pt x="127864" y="16002"/>
                </a:cubicBezTo>
                <a:close/>
                <a:moveTo>
                  <a:pt x="127864" y="385286"/>
                </a:moveTo>
                <a:cubicBezTo>
                  <a:pt x="125208" y="385286"/>
                  <a:pt x="123880" y="383953"/>
                  <a:pt x="121224" y="382619"/>
                </a:cubicBezTo>
                <a:cubicBezTo>
                  <a:pt x="117241" y="374618"/>
                  <a:pt x="0" y="196691"/>
                  <a:pt x="0" y="128397"/>
                </a:cubicBezTo>
                <a:cubicBezTo>
                  <a:pt x="0" y="60103"/>
                  <a:pt x="58620" y="0"/>
                  <a:pt x="127864" y="0"/>
                </a:cubicBezTo>
                <a:cubicBezTo>
                  <a:pt x="197108" y="0"/>
                  <a:pt x="255728" y="58865"/>
                  <a:pt x="255728" y="128397"/>
                </a:cubicBezTo>
                <a:cubicBezTo>
                  <a:pt x="255728" y="197929"/>
                  <a:pt x="139816" y="374618"/>
                  <a:pt x="134504" y="382619"/>
                </a:cubicBezTo>
                <a:cubicBezTo>
                  <a:pt x="133176" y="383953"/>
                  <a:pt x="130520" y="385286"/>
                  <a:pt x="127864" y="385286"/>
                </a:cubicBezTo>
                <a:close/>
                <a:moveTo>
                  <a:pt x="127864" y="88297"/>
                </a:moveTo>
                <a:cubicBezTo>
                  <a:pt x="106617" y="88297"/>
                  <a:pt x="87930" y="106966"/>
                  <a:pt x="87930" y="128397"/>
                </a:cubicBezTo>
                <a:cubicBezTo>
                  <a:pt x="87930" y="151067"/>
                  <a:pt x="106522" y="168497"/>
                  <a:pt x="127864" y="168497"/>
                </a:cubicBezTo>
                <a:cubicBezTo>
                  <a:pt x="150440" y="168497"/>
                  <a:pt x="167798" y="151162"/>
                  <a:pt x="167798" y="128397"/>
                </a:cubicBezTo>
                <a:cubicBezTo>
                  <a:pt x="167798" y="107061"/>
                  <a:pt x="150534" y="88297"/>
                  <a:pt x="127864" y="88297"/>
                </a:cubicBezTo>
                <a:close/>
                <a:moveTo>
                  <a:pt x="127864" y="184499"/>
                </a:moveTo>
                <a:cubicBezTo>
                  <a:pt x="97321" y="184499"/>
                  <a:pt x="71995" y="160496"/>
                  <a:pt x="71995" y="128397"/>
                </a:cubicBezTo>
                <a:cubicBezTo>
                  <a:pt x="71995" y="96298"/>
                  <a:pt x="97226" y="72295"/>
                  <a:pt x="127864" y="72295"/>
                </a:cubicBezTo>
                <a:cubicBezTo>
                  <a:pt x="158502" y="72295"/>
                  <a:pt x="183734" y="97631"/>
                  <a:pt x="183734" y="128397"/>
                </a:cubicBezTo>
                <a:cubicBezTo>
                  <a:pt x="183734" y="159163"/>
                  <a:pt x="159830" y="184499"/>
                  <a:pt x="127864" y="18449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16">
            <a:extLst>
              <a:ext uri="{FF2B5EF4-FFF2-40B4-BE49-F238E27FC236}">
                <a16:creationId xmlns:a16="http://schemas.microsoft.com/office/drawing/2014/main" id="{41D02A67-2709-CD06-C483-CA0A2C53DB9E}"/>
              </a:ext>
            </a:extLst>
          </p:cNvPr>
          <p:cNvSpPr/>
          <p:nvPr/>
        </p:nvSpPr>
        <p:spPr>
          <a:xfrm>
            <a:off x="2266794" y="1415000"/>
            <a:ext cx="338095" cy="509382"/>
          </a:xfrm>
          <a:custGeom>
            <a:avLst/>
            <a:gdLst>
              <a:gd name="connsiteX0" fmla="*/ 127864 w 255728"/>
              <a:gd name="connsiteY0" fmla="*/ 16002 h 385286"/>
              <a:gd name="connsiteX1" fmla="*/ 15936 w 255728"/>
              <a:gd name="connsiteY1" fmla="*/ 128397 h 385286"/>
              <a:gd name="connsiteX2" fmla="*/ 127864 w 255728"/>
              <a:gd name="connsiteY2" fmla="*/ 362521 h 385286"/>
              <a:gd name="connsiteX3" fmla="*/ 239793 w 255728"/>
              <a:gd name="connsiteY3" fmla="*/ 128397 h 385286"/>
              <a:gd name="connsiteX4" fmla="*/ 127864 w 255728"/>
              <a:gd name="connsiteY4" fmla="*/ 16002 h 385286"/>
              <a:gd name="connsiteX5" fmla="*/ 127864 w 255728"/>
              <a:gd name="connsiteY5" fmla="*/ 385286 h 385286"/>
              <a:gd name="connsiteX6" fmla="*/ 121224 w 255728"/>
              <a:gd name="connsiteY6" fmla="*/ 382619 h 385286"/>
              <a:gd name="connsiteX7" fmla="*/ 0 w 255728"/>
              <a:gd name="connsiteY7" fmla="*/ 128397 h 385286"/>
              <a:gd name="connsiteX8" fmla="*/ 127864 w 255728"/>
              <a:gd name="connsiteY8" fmla="*/ 0 h 385286"/>
              <a:gd name="connsiteX9" fmla="*/ 255728 w 255728"/>
              <a:gd name="connsiteY9" fmla="*/ 128397 h 385286"/>
              <a:gd name="connsiteX10" fmla="*/ 134504 w 255728"/>
              <a:gd name="connsiteY10" fmla="*/ 382619 h 385286"/>
              <a:gd name="connsiteX11" fmla="*/ 127864 w 255728"/>
              <a:gd name="connsiteY11" fmla="*/ 385286 h 385286"/>
              <a:gd name="connsiteX12" fmla="*/ 127864 w 255728"/>
              <a:gd name="connsiteY12" fmla="*/ 88297 h 385286"/>
              <a:gd name="connsiteX13" fmla="*/ 87930 w 255728"/>
              <a:gd name="connsiteY13" fmla="*/ 128397 h 385286"/>
              <a:gd name="connsiteX14" fmla="*/ 127864 w 255728"/>
              <a:gd name="connsiteY14" fmla="*/ 168497 h 385286"/>
              <a:gd name="connsiteX15" fmla="*/ 167798 w 255728"/>
              <a:gd name="connsiteY15" fmla="*/ 128397 h 385286"/>
              <a:gd name="connsiteX16" fmla="*/ 127864 w 255728"/>
              <a:gd name="connsiteY16" fmla="*/ 88297 h 385286"/>
              <a:gd name="connsiteX17" fmla="*/ 127864 w 255728"/>
              <a:gd name="connsiteY17" fmla="*/ 184499 h 385286"/>
              <a:gd name="connsiteX18" fmla="*/ 71995 w 255728"/>
              <a:gd name="connsiteY18" fmla="*/ 128397 h 385286"/>
              <a:gd name="connsiteX19" fmla="*/ 127864 w 255728"/>
              <a:gd name="connsiteY19" fmla="*/ 72295 h 385286"/>
              <a:gd name="connsiteX20" fmla="*/ 183734 w 255728"/>
              <a:gd name="connsiteY20" fmla="*/ 128397 h 385286"/>
              <a:gd name="connsiteX21" fmla="*/ 127864 w 255728"/>
              <a:gd name="connsiteY21" fmla="*/ 184499 h 385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55728" h="385286">
                <a:moveTo>
                  <a:pt x="127864" y="16002"/>
                </a:moveTo>
                <a:cubicBezTo>
                  <a:pt x="66588" y="16002"/>
                  <a:pt x="15936" y="66866"/>
                  <a:pt x="15936" y="128397"/>
                </a:cubicBezTo>
                <a:cubicBezTo>
                  <a:pt x="15936" y="183261"/>
                  <a:pt x="103866" y="323755"/>
                  <a:pt x="127864" y="362521"/>
                </a:cubicBezTo>
                <a:cubicBezTo>
                  <a:pt x="153190" y="323755"/>
                  <a:pt x="239793" y="183261"/>
                  <a:pt x="239793" y="128397"/>
                </a:cubicBezTo>
                <a:cubicBezTo>
                  <a:pt x="239793" y="66866"/>
                  <a:pt x="190468" y="16002"/>
                  <a:pt x="127864" y="16002"/>
                </a:cubicBezTo>
                <a:close/>
                <a:moveTo>
                  <a:pt x="127864" y="385286"/>
                </a:moveTo>
                <a:cubicBezTo>
                  <a:pt x="125208" y="385286"/>
                  <a:pt x="123880" y="383953"/>
                  <a:pt x="121224" y="382619"/>
                </a:cubicBezTo>
                <a:cubicBezTo>
                  <a:pt x="117241" y="374618"/>
                  <a:pt x="0" y="196691"/>
                  <a:pt x="0" y="128397"/>
                </a:cubicBezTo>
                <a:cubicBezTo>
                  <a:pt x="0" y="60103"/>
                  <a:pt x="58620" y="0"/>
                  <a:pt x="127864" y="0"/>
                </a:cubicBezTo>
                <a:cubicBezTo>
                  <a:pt x="197108" y="0"/>
                  <a:pt x="255728" y="58865"/>
                  <a:pt x="255728" y="128397"/>
                </a:cubicBezTo>
                <a:cubicBezTo>
                  <a:pt x="255728" y="197929"/>
                  <a:pt x="139816" y="374618"/>
                  <a:pt x="134504" y="382619"/>
                </a:cubicBezTo>
                <a:cubicBezTo>
                  <a:pt x="133176" y="383953"/>
                  <a:pt x="130520" y="385286"/>
                  <a:pt x="127864" y="385286"/>
                </a:cubicBezTo>
                <a:close/>
                <a:moveTo>
                  <a:pt x="127864" y="88297"/>
                </a:moveTo>
                <a:cubicBezTo>
                  <a:pt x="106617" y="88297"/>
                  <a:pt x="87930" y="106966"/>
                  <a:pt x="87930" y="128397"/>
                </a:cubicBezTo>
                <a:cubicBezTo>
                  <a:pt x="87930" y="151067"/>
                  <a:pt x="106522" y="168497"/>
                  <a:pt x="127864" y="168497"/>
                </a:cubicBezTo>
                <a:cubicBezTo>
                  <a:pt x="150440" y="168497"/>
                  <a:pt x="167798" y="151162"/>
                  <a:pt x="167798" y="128397"/>
                </a:cubicBezTo>
                <a:cubicBezTo>
                  <a:pt x="167798" y="107061"/>
                  <a:pt x="150534" y="88297"/>
                  <a:pt x="127864" y="88297"/>
                </a:cubicBezTo>
                <a:close/>
                <a:moveTo>
                  <a:pt x="127864" y="184499"/>
                </a:moveTo>
                <a:cubicBezTo>
                  <a:pt x="97321" y="184499"/>
                  <a:pt x="71995" y="160496"/>
                  <a:pt x="71995" y="128397"/>
                </a:cubicBezTo>
                <a:cubicBezTo>
                  <a:pt x="71995" y="96298"/>
                  <a:pt x="97226" y="72295"/>
                  <a:pt x="127864" y="72295"/>
                </a:cubicBezTo>
                <a:cubicBezTo>
                  <a:pt x="158502" y="72295"/>
                  <a:pt x="183734" y="97631"/>
                  <a:pt x="183734" y="128397"/>
                </a:cubicBezTo>
                <a:cubicBezTo>
                  <a:pt x="183734" y="159163"/>
                  <a:pt x="159830" y="184499"/>
                  <a:pt x="127864" y="18449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16">
            <a:extLst>
              <a:ext uri="{FF2B5EF4-FFF2-40B4-BE49-F238E27FC236}">
                <a16:creationId xmlns:a16="http://schemas.microsoft.com/office/drawing/2014/main" id="{3B2CB62F-6C57-B4D5-0D4C-542F7FC65EDE}"/>
              </a:ext>
            </a:extLst>
          </p:cNvPr>
          <p:cNvSpPr/>
          <p:nvPr/>
        </p:nvSpPr>
        <p:spPr>
          <a:xfrm>
            <a:off x="3032512" y="1415000"/>
            <a:ext cx="338095" cy="509382"/>
          </a:xfrm>
          <a:custGeom>
            <a:avLst/>
            <a:gdLst>
              <a:gd name="connsiteX0" fmla="*/ 127864 w 255728"/>
              <a:gd name="connsiteY0" fmla="*/ 16002 h 385286"/>
              <a:gd name="connsiteX1" fmla="*/ 15936 w 255728"/>
              <a:gd name="connsiteY1" fmla="*/ 128397 h 385286"/>
              <a:gd name="connsiteX2" fmla="*/ 127864 w 255728"/>
              <a:gd name="connsiteY2" fmla="*/ 362521 h 385286"/>
              <a:gd name="connsiteX3" fmla="*/ 239793 w 255728"/>
              <a:gd name="connsiteY3" fmla="*/ 128397 h 385286"/>
              <a:gd name="connsiteX4" fmla="*/ 127864 w 255728"/>
              <a:gd name="connsiteY4" fmla="*/ 16002 h 385286"/>
              <a:gd name="connsiteX5" fmla="*/ 127864 w 255728"/>
              <a:gd name="connsiteY5" fmla="*/ 385286 h 385286"/>
              <a:gd name="connsiteX6" fmla="*/ 121224 w 255728"/>
              <a:gd name="connsiteY6" fmla="*/ 382619 h 385286"/>
              <a:gd name="connsiteX7" fmla="*/ 0 w 255728"/>
              <a:gd name="connsiteY7" fmla="*/ 128397 h 385286"/>
              <a:gd name="connsiteX8" fmla="*/ 127864 w 255728"/>
              <a:gd name="connsiteY8" fmla="*/ 0 h 385286"/>
              <a:gd name="connsiteX9" fmla="*/ 255728 w 255728"/>
              <a:gd name="connsiteY9" fmla="*/ 128397 h 385286"/>
              <a:gd name="connsiteX10" fmla="*/ 134504 w 255728"/>
              <a:gd name="connsiteY10" fmla="*/ 382619 h 385286"/>
              <a:gd name="connsiteX11" fmla="*/ 127864 w 255728"/>
              <a:gd name="connsiteY11" fmla="*/ 385286 h 385286"/>
              <a:gd name="connsiteX12" fmla="*/ 127864 w 255728"/>
              <a:gd name="connsiteY12" fmla="*/ 88297 h 385286"/>
              <a:gd name="connsiteX13" fmla="*/ 87930 w 255728"/>
              <a:gd name="connsiteY13" fmla="*/ 128397 h 385286"/>
              <a:gd name="connsiteX14" fmla="*/ 127864 w 255728"/>
              <a:gd name="connsiteY14" fmla="*/ 168497 h 385286"/>
              <a:gd name="connsiteX15" fmla="*/ 167798 w 255728"/>
              <a:gd name="connsiteY15" fmla="*/ 128397 h 385286"/>
              <a:gd name="connsiteX16" fmla="*/ 127864 w 255728"/>
              <a:gd name="connsiteY16" fmla="*/ 88297 h 385286"/>
              <a:gd name="connsiteX17" fmla="*/ 127864 w 255728"/>
              <a:gd name="connsiteY17" fmla="*/ 184499 h 385286"/>
              <a:gd name="connsiteX18" fmla="*/ 71995 w 255728"/>
              <a:gd name="connsiteY18" fmla="*/ 128397 h 385286"/>
              <a:gd name="connsiteX19" fmla="*/ 127864 w 255728"/>
              <a:gd name="connsiteY19" fmla="*/ 72295 h 385286"/>
              <a:gd name="connsiteX20" fmla="*/ 183734 w 255728"/>
              <a:gd name="connsiteY20" fmla="*/ 128397 h 385286"/>
              <a:gd name="connsiteX21" fmla="*/ 127864 w 255728"/>
              <a:gd name="connsiteY21" fmla="*/ 184499 h 385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55728" h="385286">
                <a:moveTo>
                  <a:pt x="127864" y="16002"/>
                </a:moveTo>
                <a:cubicBezTo>
                  <a:pt x="66588" y="16002"/>
                  <a:pt x="15936" y="66866"/>
                  <a:pt x="15936" y="128397"/>
                </a:cubicBezTo>
                <a:cubicBezTo>
                  <a:pt x="15936" y="183261"/>
                  <a:pt x="103866" y="323755"/>
                  <a:pt x="127864" y="362521"/>
                </a:cubicBezTo>
                <a:cubicBezTo>
                  <a:pt x="153190" y="323755"/>
                  <a:pt x="239793" y="183261"/>
                  <a:pt x="239793" y="128397"/>
                </a:cubicBezTo>
                <a:cubicBezTo>
                  <a:pt x="239793" y="66866"/>
                  <a:pt x="190468" y="16002"/>
                  <a:pt x="127864" y="16002"/>
                </a:cubicBezTo>
                <a:close/>
                <a:moveTo>
                  <a:pt x="127864" y="385286"/>
                </a:moveTo>
                <a:cubicBezTo>
                  <a:pt x="125208" y="385286"/>
                  <a:pt x="123880" y="383953"/>
                  <a:pt x="121224" y="382619"/>
                </a:cubicBezTo>
                <a:cubicBezTo>
                  <a:pt x="117241" y="374618"/>
                  <a:pt x="0" y="196691"/>
                  <a:pt x="0" y="128397"/>
                </a:cubicBezTo>
                <a:cubicBezTo>
                  <a:pt x="0" y="60103"/>
                  <a:pt x="58620" y="0"/>
                  <a:pt x="127864" y="0"/>
                </a:cubicBezTo>
                <a:cubicBezTo>
                  <a:pt x="197108" y="0"/>
                  <a:pt x="255728" y="58865"/>
                  <a:pt x="255728" y="128397"/>
                </a:cubicBezTo>
                <a:cubicBezTo>
                  <a:pt x="255728" y="197929"/>
                  <a:pt x="139816" y="374618"/>
                  <a:pt x="134504" y="382619"/>
                </a:cubicBezTo>
                <a:cubicBezTo>
                  <a:pt x="133176" y="383953"/>
                  <a:pt x="130520" y="385286"/>
                  <a:pt x="127864" y="385286"/>
                </a:cubicBezTo>
                <a:close/>
                <a:moveTo>
                  <a:pt x="127864" y="88297"/>
                </a:moveTo>
                <a:cubicBezTo>
                  <a:pt x="106617" y="88297"/>
                  <a:pt x="87930" y="106966"/>
                  <a:pt x="87930" y="128397"/>
                </a:cubicBezTo>
                <a:cubicBezTo>
                  <a:pt x="87930" y="151067"/>
                  <a:pt x="106522" y="168497"/>
                  <a:pt x="127864" y="168497"/>
                </a:cubicBezTo>
                <a:cubicBezTo>
                  <a:pt x="150440" y="168497"/>
                  <a:pt x="167798" y="151162"/>
                  <a:pt x="167798" y="128397"/>
                </a:cubicBezTo>
                <a:cubicBezTo>
                  <a:pt x="167798" y="107061"/>
                  <a:pt x="150534" y="88297"/>
                  <a:pt x="127864" y="88297"/>
                </a:cubicBezTo>
                <a:close/>
                <a:moveTo>
                  <a:pt x="127864" y="184499"/>
                </a:moveTo>
                <a:cubicBezTo>
                  <a:pt x="97321" y="184499"/>
                  <a:pt x="71995" y="160496"/>
                  <a:pt x="71995" y="128397"/>
                </a:cubicBezTo>
                <a:cubicBezTo>
                  <a:pt x="71995" y="96298"/>
                  <a:pt x="97226" y="72295"/>
                  <a:pt x="127864" y="72295"/>
                </a:cubicBezTo>
                <a:cubicBezTo>
                  <a:pt x="158502" y="72295"/>
                  <a:pt x="183734" y="97631"/>
                  <a:pt x="183734" y="128397"/>
                </a:cubicBezTo>
                <a:cubicBezTo>
                  <a:pt x="183734" y="159163"/>
                  <a:pt x="159830" y="184499"/>
                  <a:pt x="127864" y="18449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" name="Graphic 22">
            <a:extLst>
              <a:ext uri="{FF2B5EF4-FFF2-40B4-BE49-F238E27FC236}">
                <a16:creationId xmlns:a16="http://schemas.microsoft.com/office/drawing/2014/main" id="{78F300E7-02E0-C2D5-0D13-EC81C0351B69}"/>
              </a:ext>
            </a:extLst>
          </p:cNvPr>
          <p:cNvSpPr/>
          <p:nvPr/>
        </p:nvSpPr>
        <p:spPr>
          <a:xfrm>
            <a:off x="3819217" y="767864"/>
            <a:ext cx="503840" cy="534734"/>
          </a:xfrm>
          <a:custGeom>
            <a:avLst/>
            <a:gdLst>
              <a:gd name="connsiteX0" fmla="*/ 81385 w 376668"/>
              <a:gd name="connsiteY0" fmla="*/ 16573 h 399764"/>
              <a:gd name="connsiteX1" fmla="*/ 16600 w 376668"/>
              <a:gd name="connsiteY1" fmla="*/ 80391 h 399764"/>
              <a:gd name="connsiteX2" fmla="*/ 81385 w 376668"/>
              <a:gd name="connsiteY2" fmla="*/ 195453 h 399764"/>
              <a:gd name="connsiteX3" fmla="*/ 144843 w 376668"/>
              <a:gd name="connsiteY3" fmla="*/ 80391 h 399764"/>
              <a:gd name="connsiteX4" fmla="*/ 81385 w 376668"/>
              <a:gd name="connsiteY4" fmla="*/ 16573 h 399764"/>
              <a:gd name="connsiteX5" fmla="*/ 81385 w 376668"/>
              <a:gd name="connsiteY5" fmla="*/ 216218 h 399764"/>
              <a:gd name="connsiteX6" fmla="*/ 74461 w 376668"/>
              <a:gd name="connsiteY6" fmla="*/ 213455 h 399764"/>
              <a:gd name="connsiteX7" fmla="*/ 0 w 376668"/>
              <a:gd name="connsiteY7" fmla="*/ 80391 h 399764"/>
              <a:gd name="connsiteX8" fmla="*/ 81385 w 376668"/>
              <a:gd name="connsiteY8" fmla="*/ 0 h 399764"/>
              <a:gd name="connsiteX9" fmla="*/ 161348 w 376668"/>
              <a:gd name="connsiteY9" fmla="*/ 80391 h 399764"/>
              <a:gd name="connsiteX10" fmla="*/ 86887 w 376668"/>
              <a:gd name="connsiteY10" fmla="*/ 213455 h 399764"/>
              <a:gd name="connsiteX11" fmla="*/ 81385 w 376668"/>
              <a:gd name="connsiteY11" fmla="*/ 216218 h 399764"/>
              <a:gd name="connsiteX12" fmla="*/ 81101 w 376668"/>
              <a:gd name="connsiteY12" fmla="*/ 61531 h 399764"/>
              <a:gd name="connsiteX13" fmla="*/ 62035 w 376668"/>
              <a:gd name="connsiteY13" fmla="*/ 80963 h 399764"/>
              <a:gd name="connsiteX14" fmla="*/ 81101 w 376668"/>
              <a:gd name="connsiteY14" fmla="*/ 100393 h 399764"/>
              <a:gd name="connsiteX15" fmla="*/ 100167 w 376668"/>
              <a:gd name="connsiteY15" fmla="*/ 80963 h 399764"/>
              <a:gd name="connsiteX16" fmla="*/ 81101 w 376668"/>
              <a:gd name="connsiteY16" fmla="*/ 61531 h 399764"/>
              <a:gd name="connsiteX17" fmla="*/ 81101 w 376668"/>
              <a:gd name="connsiteY17" fmla="*/ 116967 h 399764"/>
              <a:gd name="connsiteX18" fmla="*/ 45625 w 376668"/>
              <a:gd name="connsiteY18" fmla="*/ 80963 h 399764"/>
              <a:gd name="connsiteX19" fmla="*/ 81101 w 376668"/>
              <a:gd name="connsiteY19" fmla="*/ 44958 h 399764"/>
              <a:gd name="connsiteX20" fmla="*/ 116577 w 376668"/>
              <a:gd name="connsiteY20" fmla="*/ 80963 h 399764"/>
              <a:gd name="connsiteX21" fmla="*/ 81101 w 376668"/>
              <a:gd name="connsiteY21" fmla="*/ 116967 h 399764"/>
              <a:gd name="connsiteX22" fmla="*/ 296706 w 376668"/>
              <a:gd name="connsiteY22" fmla="*/ 200120 h 399764"/>
              <a:gd name="connsiteX23" fmla="*/ 231920 w 376668"/>
              <a:gd name="connsiteY23" fmla="*/ 263938 h 399764"/>
              <a:gd name="connsiteX24" fmla="*/ 296706 w 376668"/>
              <a:gd name="connsiteY24" fmla="*/ 379000 h 399764"/>
              <a:gd name="connsiteX25" fmla="*/ 360164 w 376668"/>
              <a:gd name="connsiteY25" fmla="*/ 263938 h 399764"/>
              <a:gd name="connsiteX26" fmla="*/ 296706 w 376668"/>
              <a:gd name="connsiteY26" fmla="*/ 200120 h 399764"/>
              <a:gd name="connsiteX27" fmla="*/ 296706 w 376668"/>
              <a:gd name="connsiteY27" fmla="*/ 399764 h 399764"/>
              <a:gd name="connsiteX28" fmla="*/ 289781 w 376668"/>
              <a:gd name="connsiteY28" fmla="*/ 397002 h 399764"/>
              <a:gd name="connsiteX29" fmla="*/ 215320 w 376668"/>
              <a:gd name="connsiteY29" fmla="*/ 263938 h 399764"/>
              <a:gd name="connsiteX30" fmla="*/ 296706 w 376668"/>
              <a:gd name="connsiteY30" fmla="*/ 183547 h 399764"/>
              <a:gd name="connsiteX31" fmla="*/ 376668 w 376668"/>
              <a:gd name="connsiteY31" fmla="*/ 263938 h 399764"/>
              <a:gd name="connsiteX32" fmla="*/ 302207 w 376668"/>
              <a:gd name="connsiteY32" fmla="*/ 397002 h 399764"/>
              <a:gd name="connsiteX33" fmla="*/ 296706 w 376668"/>
              <a:gd name="connsiteY33" fmla="*/ 399764 h 399764"/>
              <a:gd name="connsiteX34" fmla="*/ 296042 w 376668"/>
              <a:gd name="connsiteY34" fmla="*/ 244126 h 399764"/>
              <a:gd name="connsiteX35" fmla="*/ 276691 w 376668"/>
              <a:gd name="connsiteY35" fmla="*/ 263557 h 399764"/>
              <a:gd name="connsiteX36" fmla="*/ 296042 w 376668"/>
              <a:gd name="connsiteY36" fmla="*/ 282988 h 399764"/>
              <a:gd name="connsiteX37" fmla="*/ 315392 w 376668"/>
              <a:gd name="connsiteY37" fmla="*/ 263557 h 399764"/>
              <a:gd name="connsiteX38" fmla="*/ 296042 w 376668"/>
              <a:gd name="connsiteY38" fmla="*/ 244126 h 399764"/>
              <a:gd name="connsiteX39" fmla="*/ 296042 w 376668"/>
              <a:gd name="connsiteY39" fmla="*/ 299561 h 399764"/>
              <a:gd name="connsiteX40" fmla="*/ 260187 w 376668"/>
              <a:gd name="connsiteY40" fmla="*/ 263557 h 399764"/>
              <a:gd name="connsiteX41" fmla="*/ 296042 w 376668"/>
              <a:gd name="connsiteY41" fmla="*/ 227552 h 399764"/>
              <a:gd name="connsiteX42" fmla="*/ 331897 w 376668"/>
              <a:gd name="connsiteY42" fmla="*/ 263557 h 399764"/>
              <a:gd name="connsiteX43" fmla="*/ 296042 w 376668"/>
              <a:gd name="connsiteY43" fmla="*/ 299561 h 399764"/>
              <a:gd name="connsiteX44" fmla="*/ 97890 w 376668"/>
              <a:gd name="connsiteY44" fmla="*/ 399764 h 399764"/>
              <a:gd name="connsiteX45" fmla="*/ 81101 w 376668"/>
              <a:gd name="connsiteY45" fmla="*/ 399764 h 399764"/>
              <a:gd name="connsiteX46" fmla="*/ 72754 w 376668"/>
              <a:gd name="connsiteY46" fmla="*/ 391382 h 399764"/>
              <a:gd name="connsiteX47" fmla="*/ 72754 w 376668"/>
              <a:gd name="connsiteY47" fmla="*/ 374523 h 399764"/>
              <a:gd name="connsiteX48" fmla="*/ 81101 w 376668"/>
              <a:gd name="connsiteY48" fmla="*/ 366141 h 399764"/>
              <a:gd name="connsiteX49" fmla="*/ 89448 w 376668"/>
              <a:gd name="connsiteY49" fmla="*/ 374523 h 399764"/>
              <a:gd name="connsiteX50" fmla="*/ 89448 w 376668"/>
              <a:gd name="connsiteY50" fmla="*/ 382905 h 399764"/>
              <a:gd name="connsiteX51" fmla="*/ 97795 w 376668"/>
              <a:gd name="connsiteY51" fmla="*/ 382905 h 399764"/>
              <a:gd name="connsiteX52" fmla="*/ 106143 w 376668"/>
              <a:gd name="connsiteY52" fmla="*/ 391287 h 399764"/>
              <a:gd name="connsiteX53" fmla="*/ 97795 w 376668"/>
              <a:gd name="connsiteY53" fmla="*/ 399669 h 399764"/>
              <a:gd name="connsiteX54" fmla="*/ 246433 w 376668"/>
              <a:gd name="connsiteY54" fmla="*/ 399764 h 399764"/>
              <a:gd name="connsiteX55" fmla="*/ 230118 w 376668"/>
              <a:gd name="connsiteY55" fmla="*/ 399764 h 399764"/>
              <a:gd name="connsiteX56" fmla="*/ 221960 w 376668"/>
              <a:gd name="connsiteY56" fmla="*/ 391382 h 399764"/>
              <a:gd name="connsiteX57" fmla="*/ 230118 w 376668"/>
              <a:gd name="connsiteY57" fmla="*/ 383000 h 399764"/>
              <a:gd name="connsiteX58" fmla="*/ 246433 w 376668"/>
              <a:gd name="connsiteY58" fmla="*/ 383000 h 399764"/>
              <a:gd name="connsiteX59" fmla="*/ 254590 w 376668"/>
              <a:gd name="connsiteY59" fmla="*/ 391382 h 399764"/>
              <a:gd name="connsiteX60" fmla="*/ 246433 w 376668"/>
              <a:gd name="connsiteY60" fmla="*/ 399764 h 399764"/>
              <a:gd name="connsiteX61" fmla="*/ 197013 w 376668"/>
              <a:gd name="connsiteY61" fmla="*/ 399764 h 399764"/>
              <a:gd name="connsiteX62" fmla="*/ 180698 w 376668"/>
              <a:gd name="connsiteY62" fmla="*/ 399764 h 399764"/>
              <a:gd name="connsiteX63" fmla="*/ 172541 w 376668"/>
              <a:gd name="connsiteY63" fmla="*/ 391382 h 399764"/>
              <a:gd name="connsiteX64" fmla="*/ 180698 w 376668"/>
              <a:gd name="connsiteY64" fmla="*/ 383000 h 399764"/>
              <a:gd name="connsiteX65" fmla="*/ 197013 w 376668"/>
              <a:gd name="connsiteY65" fmla="*/ 383000 h 399764"/>
              <a:gd name="connsiteX66" fmla="*/ 205171 w 376668"/>
              <a:gd name="connsiteY66" fmla="*/ 391382 h 399764"/>
              <a:gd name="connsiteX67" fmla="*/ 197013 w 376668"/>
              <a:gd name="connsiteY67" fmla="*/ 399764 h 399764"/>
              <a:gd name="connsiteX68" fmla="*/ 147309 w 376668"/>
              <a:gd name="connsiteY68" fmla="*/ 399764 h 399764"/>
              <a:gd name="connsiteX69" fmla="*/ 130520 w 376668"/>
              <a:gd name="connsiteY69" fmla="*/ 399764 h 399764"/>
              <a:gd name="connsiteX70" fmla="*/ 122173 w 376668"/>
              <a:gd name="connsiteY70" fmla="*/ 391382 h 399764"/>
              <a:gd name="connsiteX71" fmla="*/ 130520 w 376668"/>
              <a:gd name="connsiteY71" fmla="*/ 383000 h 399764"/>
              <a:gd name="connsiteX72" fmla="*/ 147309 w 376668"/>
              <a:gd name="connsiteY72" fmla="*/ 383000 h 399764"/>
              <a:gd name="connsiteX73" fmla="*/ 155657 w 376668"/>
              <a:gd name="connsiteY73" fmla="*/ 391382 h 399764"/>
              <a:gd name="connsiteX74" fmla="*/ 147309 w 376668"/>
              <a:gd name="connsiteY74" fmla="*/ 399764 h 399764"/>
              <a:gd name="connsiteX75" fmla="*/ 81101 w 376668"/>
              <a:gd name="connsiteY75" fmla="*/ 249936 h 399764"/>
              <a:gd name="connsiteX76" fmla="*/ 72754 w 376668"/>
              <a:gd name="connsiteY76" fmla="*/ 241554 h 399764"/>
              <a:gd name="connsiteX77" fmla="*/ 72754 w 376668"/>
              <a:gd name="connsiteY77" fmla="*/ 224695 h 399764"/>
              <a:gd name="connsiteX78" fmla="*/ 81101 w 376668"/>
              <a:gd name="connsiteY78" fmla="*/ 216313 h 399764"/>
              <a:gd name="connsiteX79" fmla="*/ 89448 w 376668"/>
              <a:gd name="connsiteY79" fmla="*/ 224695 h 399764"/>
              <a:gd name="connsiteX80" fmla="*/ 89448 w 376668"/>
              <a:gd name="connsiteY80" fmla="*/ 241554 h 399764"/>
              <a:gd name="connsiteX81" fmla="*/ 81101 w 376668"/>
              <a:gd name="connsiteY81" fmla="*/ 249936 h 399764"/>
              <a:gd name="connsiteX82" fmla="*/ 81101 w 376668"/>
              <a:gd name="connsiteY82" fmla="*/ 299561 h 399764"/>
              <a:gd name="connsiteX83" fmla="*/ 72754 w 376668"/>
              <a:gd name="connsiteY83" fmla="*/ 291179 h 399764"/>
              <a:gd name="connsiteX84" fmla="*/ 72754 w 376668"/>
              <a:gd name="connsiteY84" fmla="*/ 274320 h 399764"/>
              <a:gd name="connsiteX85" fmla="*/ 81101 w 376668"/>
              <a:gd name="connsiteY85" fmla="*/ 265938 h 399764"/>
              <a:gd name="connsiteX86" fmla="*/ 89448 w 376668"/>
              <a:gd name="connsiteY86" fmla="*/ 274320 h 399764"/>
              <a:gd name="connsiteX87" fmla="*/ 89448 w 376668"/>
              <a:gd name="connsiteY87" fmla="*/ 291179 h 399764"/>
              <a:gd name="connsiteX88" fmla="*/ 81101 w 376668"/>
              <a:gd name="connsiteY88" fmla="*/ 299561 h 399764"/>
              <a:gd name="connsiteX89" fmla="*/ 81101 w 376668"/>
              <a:gd name="connsiteY89" fmla="*/ 349187 h 399764"/>
              <a:gd name="connsiteX90" fmla="*/ 72754 w 376668"/>
              <a:gd name="connsiteY90" fmla="*/ 340995 h 399764"/>
              <a:gd name="connsiteX91" fmla="*/ 72754 w 376668"/>
              <a:gd name="connsiteY91" fmla="*/ 324612 h 399764"/>
              <a:gd name="connsiteX92" fmla="*/ 81101 w 376668"/>
              <a:gd name="connsiteY92" fmla="*/ 316420 h 399764"/>
              <a:gd name="connsiteX93" fmla="*/ 89448 w 376668"/>
              <a:gd name="connsiteY93" fmla="*/ 324612 h 399764"/>
              <a:gd name="connsiteX94" fmla="*/ 89448 w 376668"/>
              <a:gd name="connsiteY94" fmla="*/ 340995 h 399764"/>
              <a:gd name="connsiteX95" fmla="*/ 81101 w 376668"/>
              <a:gd name="connsiteY95" fmla="*/ 349187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376668" h="399764">
                <a:moveTo>
                  <a:pt x="81385" y="16573"/>
                </a:moveTo>
                <a:cubicBezTo>
                  <a:pt x="45530" y="16573"/>
                  <a:pt x="16600" y="44291"/>
                  <a:pt x="16600" y="80391"/>
                </a:cubicBezTo>
                <a:cubicBezTo>
                  <a:pt x="16600" y="108109"/>
                  <a:pt x="59379" y="166402"/>
                  <a:pt x="81385" y="195453"/>
                </a:cubicBezTo>
                <a:cubicBezTo>
                  <a:pt x="103487" y="166306"/>
                  <a:pt x="144843" y="108109"/>
                  <a:pt x="144843" y="80391"/>
                </a:cubicBezTo>
                <a:cubicBezTo>
                  <a:pt x="144843" y="44387"/>
                  <a:pt x="117241" y="16573"/>
                  <a:pt x="81385" y="16573"/>
                </a:cubicBezTo>
                <a:close/>
                <a:moveTo>
                  <a:pt x="81385" y="216218"/>
                </a:moveTo>
                <a:cubicBezTo>
                  <a:pt x="78635" y="216218"/>
                  <a:pt x="75884" y="214789"/>
                  <a:pt x="74461" y="213455"/>
                </a:cubicBezTo>
                <a:cubicBezTo>
                  <a:pt x="67537" y="203740"/>
                  <a:pt x="0" y="121920"/>
                  <a:pt x="0" y="80391"/>
                </a:cubicBezTo>
                <a:cubicBezTo>
                  <a:pt x="0" y="36004"/>
                  <a:pt x="37183" y="0"/>
                  <a:pt x="81385" y="0"/>
                </a:cubicBezTo>
                <a:cubicBezTo>
                  <a:pt x="125588" y="0"/>
                  <a:pt x="161348" y="36004"/>
                  <a:pt x="161348" y="80391"/>
                </a:cubicBezTo>
                <a:cubicBezTo>
                  <a:pt x="161348" y="122015"/>
                  <a:pt x="95139" y="203835"/>
                  <a:pt x="86887" y="213455"/>
                </a:cubicBezTo>
                <a:cubicBezTo>
                  <a:pt x="85464" y="214884"/>
                  <a:pt x="84136" y="216218"/>
                  <a:pt x="81385" y="216218"/>
                </a:cubicBezTo>
                <a:close/>
                <a:moveTo>
                  <a:pt x="81101" y="61531"/>
                </a:moveTo>
                <a:cubicBezTo>
                  <a:pt x="70193" y="61531"/>
                  <a:pt x="62035" y="71247"/>
                  <a:pt x="62035" y="80963"/>
                </a:cubicBezTo>
                <a:cubicBezTo>
                  <a:pt x="62035" y="92012"/>
                  <a:pt x="70193" y="100393"/>
                  <a:pt x="81101" y="100393"/>
                </a:cubicBezTo>
                <a:cubicBezTo>
                  <a:pt x="90681" y="100393"/>
                  <a:pt x="100167" y="92107"/>
                  <a:pt x="100167" y="80963"/>
                </a:cubicBezTo>
                <a:cubicBezTo>
                  <a:pt x="100167" y="71247"/>
                  <a:pt x="90586" y="61531"/>
                  <a:pt x="81101" y="61531"/>
                </a:cubicBezTo>
                <a:close/>
                <a:moveTo>
                  <a:pt x="81101" y="116967"/>
                </a:moveTo>
                <a:cubicBezTo>
                  <a:pt x="62035" y="116967"/>
                  <a:pt x="45625" y="100298"/>
                  <a:pt x="45625" y="80963"/>
                </a:cubicBezTo>
                <a:cubicBezTo>
                  <a:pt x="45625" y="61627"/>
                  <a:pt x="61940" y="44958"/>
                  <a:pt x="81101" y="44958"/>
                </a:cubicBezTo>
                <a:cubicBezTo>
                  <a:pt x="100261" y="44958"/>
                  <a:pt x="116577" y="61627"/>
                  <a:pt x="116577" y="80963"/>
                </a:cubicBezTo>
                <a:cubicBezTo>
                  <a:pt x="116577" y="100298"/>
                  <a:pt x="100261" y="116967"/>
                  <a:pt x="81101" y="116967"/>
                </a:cubicBezTo>
                <a:close/>
                <a:moveTo>
                  <a:pt x="296706" y="200120"/>
                </a:moveTo>
                <a:cubicBezTo>
                  <a:pt x="260851" y="200120"/>
                  <a:pt x="231920" y="227838"/>
                  <a:pt x="231920" y="263938"/>
                </a:cubicBezTo>
                <a:cubicBezTo>
                  <a:pt x="231920" y="291656"/>
                  <a:pt x="274699" y="349853"/>
                  <a:pt x="296706" y="379000"/>
                </a:cubicBezTo>
                <a:cubicBezTo>
                  <a:pt x="318807" y="349853"/>
                  <a:pt x="360164" y="291656"/>
                  <a:pt x="360164" y="263938"/>
                </a:cubicBezTo>
                <a:cubicBezTo>
                  <a:pt x="360164" y="227933"/>
                  <a:pt x="332561" y="200120"/>
                  <a:pt x="296706" y="200120"/>
                </a:cubicBezTo>
                <a:close/>
                <a:moveTo>
                  <a:pt x="296706" y="399764"/>
                </a:moveTo>
                <a:cubicBezTo>
                  <a:pt x="293955" y="399764"/>
                  <a:pt x="291204" y="398335"/>
                  <a:pt x="289781" y="397002"/>
                </a:cubicBezTo>
                <a:cubicBezTo>
                  <a:pt x="282857" y="387287"/>
                  <a:pt x="215320" y="305467"/>
                  <a:pt x="215320" y="263938"/>
                </a:cubicBezTo>
                <a:cubicBezTo>
                  <a:pt x="215320" y="219551"/>
                  <a:pt x="252503" y="183547"/>
                  <a:pt x="296706" y="183547"/>
                </a:cubicBezTo>
                <a:cubicBezTo>
                  <a:pt x="340908" y="183547"/>
                  <a:pt x="376668" y="219551"/>
                  <a:pt x="376668" y="263938"/>
                </a:cubicBezTo>
                <a:cubicBezTo>
                  <a:pt x="376668" y="305562"/>
                  <a:pt x="310460" y="387382"/>
                  <a:pt x="302207" y="397002"/>
                </a:cubicBezTo>
                <a:cubicBezTo>
                  <a:pt x="300784" y="398431"/>
                  <a:pt x="299457" y="399764"/>
                  <a:pt x="296706" y="399764"/>
                </a:cubicBezTo>
                <a:close/>
                <a:moveTo>
                  <a:pt x="296042" y="244126"/>
                </a:moveTo>
                <a:cubicBezTo>
                  <a:pt x="285039" y="244126"/>
                  <a:pt x="276691" y="253841"/>
                  <a:pt x="276691" y="263557"/>
                </a:cubicBezTo>
                <a:cubicBezTo>
                  <a:pt x="276691" y="274606"/>
                  <a:pt x="284944" y="282988"/>
                  <a:pt x="296042" y="282988"/>
                </a:cubicBezTo>
                <a:cubicBezTo>
                  <a:pt x="305717" y="282988"/>
                  <a:pt x="315392" y="274701"/>
                  <a:pt x="315392" y="263557"/>
                </a:cubicBezTo>
                <a:cubicBezTo>
                  <a:pt x="315392" y="253841"/>
                  <a:pt x="305717" y="244126"/>
                  <a:pt x="296042" y="244126"/>
                </a:cubicBezTo>
                <a:close/>
                <a:moveTo>
                  <a:pt x="296042" y="299561"/>
                </a:moveTo>
                <a:cubicBezTo>
                  <a:pt x="276691" y="299561"/>
                  <a:pt x="260187" y="282893"/>
                  <a:pt x="260187" y="263557"/>
                </a:cubicBezTo>
                <a:cubicBezTo>
                  <a:pt x="260187" y="244221"/>
                  <a:pt x="276786" y="227552"/>
                  <a:pt x="296042" y="227552"/>
                </a:cubicBezTo>
                <a:cubicBezTo>
                  <a:pt x="315297" y="227552"/>
                  <a:pt x="331897" y="244221"/>
                  <a:pt x="331897" y="263557"/>
                </a:cubicBezTo>
                <a:cubicBezTo>
                  <a:pt x="331897" y="282893"/>
                  <a:pt x="315297" y="299561"/>
                  <a:pt x="296042" y="299561"/>
                </a:cubicBezTo>
                <a:close/>
                <a:moveTo>
                  <a:pt x="97890" y="399764"/>
                </a:moveTo>
                <a:lnTo>
                  <a:pt x="81101" y="399764"/>
                </a:lnTo>
                <a:cubicBezTo>
                  <a:pt x="76927" y="399764"/>
                  <a:pt x="72754" y="395573"/>
                  <a:pt x="72754" y="391382"/>
                </a:cubicBezTo>
                <a:lnTo>
                  <a:pt x="72754" y="374523"/>
                </a:lnTo>
                <a:cubicBezTo>
                  <a:pt x="72754" y="368903"/>
                  <a:pt x="76927" y="366141"/>
                  <a:pt x="81101" y="366141"/>
                </a:cubicBezTo>
                <a:cubicBezTo>
                  <a:pt x="85274" y="366141"/>
                  <a:pt x="89448" y="368903"/>
                  <a:pt x="89448" y="374523"/>
                </a:cubicBezTo>
                <a:lnTo>
                  <a:pt x="89448" y="382905"/>
                </a:lnTo>
                <a:lnTo>
                  <a:pt x="97795" y="382905"/>
                </a:lnTo>
                <a:cubicBezTo>
                  <a:pt x="101969" y="382905"/>
                  <a:pt x="106143" y="385667"/>
                  <a:pt x="106143" y="391287"/>
                </a:cubicBezTo>
                <a:cubicBezTo>
                  <a:pt x="106143" y="395478"/>
                  <a:pt x="101969" y="399669"/>
                  <a:pt x="97795" y="399669"/>
                </a:cubicBezTo>
                <a:close/>
                <a:moveTo>
                  <a:pt x="246433" y="399764"/>
                </a:moveTo>
                <a:lnTo>
                  <a:pt x="230118" y="399764"/>
                </a:lnTo>
                <a:cubicBezTo>
                  <a:pt x="226039" y="399764"/>
                  <a:pt x="221960" y="395573"/>
                  <a:pt x="221960" y="391382"/>
                </a:cubicBezTo>
                <a:cubicBezTo>
                  <a:pt x="221960" y="385762"/>
                  <a:pt x="226039" y="383000"/>
                  <a:pt x="230118" y="383000"/>
                </a:cubicBezTo>
                <a:lnTo>
                  <a:pt x="246433" y="383000"/>
                </a:lnTo>
                <a:cubicBezTo>
                  <a:pt x="250511" y="383000"/>
                  <a:pt x="254590" y="385762"/>
                  <a:pt x="254590" y="391382"/>
                </a:cubicBezTo>
                <a:cubicBezTo>
                  <a:pt x="254590" y="395573"/>
                  <a:pt x="250511" y="399764"/>
                  <a:pt x="246433" y="399764"/>
                </a:cubicBezTo>
                <a:close/>
                <a:moveTo>
                  <a:pt x="197013" y="399764"/>
                </a:moveTo>
                <a:lnTo>
                  <a:pt x="180698" y="399764"/>
                </a:lnTo>
                <a:cubicBezTo>
                  <a:pt x="176620" y="399764"/>
                  <a:pt x="172541" y="395573"/>
                  <a:pt x="172541" y="391382"/>
                </a:cubicBezTo>
                <a:cubicBezTo>
                  <a:pt x="172541" y="385762"/>
                  <a:pt x="176620" y="383000"/>
                  <a:pt x="180698" y="383000"/>
                </a:cubicBezTo>
                <a:lnTo>
                  <a:pt x="197013" y="383000"/>
                </a:lnTo>
                <a:cubicBezTo>
                  <a:pt x="201092" y="383000"/>
                  <a:pt x="205171" y="385762"/>
                  <a:pt x="205171" y="391382"/>
                </a:cubicBezTo>
                <a:cubicBezTo>
                  <a:pt x="205171" y="395573"/>
                  <a:pt x="201092" y="399764"/>
                  <a:pt x="197013" y="399764"/>
                </a:cubicBezTo>
                <a:close/>
                <a:moveTo>
                  <a:pt x="147309" y="399764"/>
                </a:moveTo>
                <a:lnTo>
                  <a:pt x="130520" y="399764"/>
                </a:lnTo>
                <a:cubicBezTo>
                  <a:pt x="126347" y="399764"/>
                  <a:pt x="122173" y="395573"/>
                  <a:pt x="122173" y="391382"/>
                </a:cubicBezTo>
                <a:cubicBezTo>
                  <a:pt x="122173" y="385762"/>
                  <a:pt x="126347" y="383000"/>
                  <a:pt x="130520" y="383000"/>
                </a:cubicBezTo>
                <a:lnTo>
                  <a:pt x="147309" y="383000"/>
                </a:lnTo>
                <a:cubicBezTo>
                  <a:pt x="151483" y="383000"/>
                  <a:pt x="155657" y="385762"/>
                  <a:pt x="155657" y="391382"/>
                </a:cubicBezTo>
                <a:cubicBezTo>
                  <a:pt x="155657" y="395573"/>
                  <a:pt x="151483" y="399764"/>
                  <a:pt x="147309" y="399764"/>
                </a:cubicBezTo>
                <a:close/>
                <a:moveTo>
                  <a:pt x="81101" y="249936"/>
                </a:moveTo>
                <a:cubicBezTo>
                  <a:pt x="76927" y="249936"/>
                  <a:pt x="72754" y="245745"/>
                  <a:pt x="72754" y="241554"/>
                </a:cubicBezTo>
                <a:lnTo>
                  <a:pt x="72754" y="224695"/>
                </a:lnTo>
                <a:cubicBezTo>
                  <a:pt x="72754" y="219075"/>
                  <a:pt x="76927" y="216313"/>
                  <a:pt x="81101" y="216313"/>
                </a:cubicBezTo>
                <a:cubicBezTo>
                  <a:pt x="85274" y="216313"/>
                  <a:pt x="89448" y="219075"/>
                  <a:pt x="89448" y="224695"/>
                </a:cubicBezTo>
                <a:lnTo>
                  <a:pt x="89448" y="241554"/>
                </a:lnTo>
                <a:cubicBezTo>
                  <a:pt x="89448" y="245745"/>
                  <a:pt x="85274" y="249936"/>
                  <a:pt x="81101" y="249936"/>
                </a:cubicBezTo>
                <a:close/>
                <a:moveTo>
                  <a:pt x="81101" y="299561"/>
                </a:moveTo>
                <a:cubicBezTo>
                  <a:pt x="76927" y="299561"/>
                  <a:pt x="72754" y="295370"/>
                  <a:pt x="72754" y="291179"/>
                </a:cubicBezTo>
                <a:lnTo>
                  <a:pt x="72754" y="274320"/>
                </a:lnTo>
                <a:cubicBezTo>
                  <a:pt x="72754" y="268700"/>
                  <a:pt x="76927" y="265938"/>
                  <a:pt x="81101" y="265938"/>
                </a:cubicBezTo>
                <a:cubicBezTo>
                  <a:pt x="85274" y="265938"/>
                  <a:pt x="89448" y="268700"/>
                  <a:pt x="89448" y="274320"/>
                </a:cubicBezTo>
                <a:lnTo>
                  <a:pt x="89448" y="291179"/>
                </a:lnTo>
                <a:cubicBezTo>
                  <a:pt x="89448" y="295370"/>
                  <a:pt x="85274" y="299561"/>
                  <a:pt x="81101" y="299561"/>
                </a:cubicBezTo>
                <a:close/>
                <a:moveTo>
                  <a:pt x="81101" y="349187"/>
                </a:moveTo>
                <a:cubicBezTo>
                  <a:pt x="76927" y="349187"/>
                  <a:pt x="72754" y="345091"/>
                  <a:pt x="72754" y="340995"/>
                </a:cubicBezTo>
                <a:lnTo>
                  <a:pt x="72754" y="324612"/>
                </a:lnTo>
                <a:cubicBezTo>
                  <a:pt x="72754" y="319183"/>
                  <a:pt x="76927" y="316420"/>
                  <a:pt x="81101" y="316420"/>
                </a:cubicBezTo>
                <a:cubicBezTo>
                  <a:pt x="85274" y="316420"/>
                  <a:pt x="89448" y="319183"/>
                  <a:pt x="89448" y="324612"/>
                </a:cubicBezTo>
                <a:lnTo>
                  <a:pt x="89448" y="340995"/>
                </a:lnTo>
                <a:cubicBezTo>
                  <a:pt x="89448" y="345091"/>
                  <a:pt x="85274" y="349187"/>
                  <a:pt x="81101" y="34918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2">
            <a:extLst>
              <a:ext uri="{FF2B5EF4-FFF2-40B4-BE49-F238E27FC236}">
                <a16:creationId xmlns:a16="http://schemas.microsoft.com/office/drawing/2014/main" id="{4A500532-3549-9080-44E3-0CD361E4AF70}"/>
              </a:ext>
            </a:extLst>
          </p:cNvPr>
          <p:cNvSpPr/>
          <p:nvPr/>
        </p:nvSpPr>
        <p:spPr>
          <a:xfrm>
            <a:off x="4592368" y="767864"/>
            <a:ext cx="503840" cy="534734"/>
          </a:xfrm>
          <a:custGeom>
            <a:avLst/>
            <a:gdLst>
              <a:gd name="connsiteX0" fmla="*/ 81385 w 376668"/>
              <a:gd name="connsiteY0" fmla="*/ 16573 h 399764"/>
              <a:gd name="connsiteX1" fmla="*/ 16600 w 376668"/>
              <a:gd name="connsiteY1" fmla="*/ 80391 h 399764"/>
              <a:gd name="connsiteX2" fmla="*/ 81385 w 376668"/>
              <a:gd name="connsiteY2" fmla="*/ 195453 h 399764"/>
              <a:gd name="connsiteX3" fmla="*/ 144843 w 376668"/>
              <a:gd name="connsiteY3" fmla="*/ 80391 h 399764"/>
              <a:gd name="connsiteX4" fmla="*/ 81385 w 376668"/>
              <a:gd name="connsiteY4" fmla="*/ 16573 h 399764"/>
              <a:gd name="connsiteX5" fmla="*/ 81385 w 376668"/>
              <a:gd name="connsiteY5" fmla="*/ 216218 h 399764"/>
              <a:gd name="connsiteX6" fmla="*/ 74461 w 376668"/>
              <a:gd name="connsiteY6" fmla="*/ 213455 h 399764"/>
              <a:gd name="connsiteX7" fmla="*/ 0 w 376668"/>
              <a:gd name="connsiteY7" fmla="*/ 80391 h 399764"/>
              <a:gd name="connsiteX8" fmla="*/ 81385 w 376668"/>
              <a:gd name="connsiteY8" fmla="*/ 0 h 399764"/>
              <a:gd name="connsiteX9" fmla="*/ 161348 w 376668"/>
              <a:gd name="connsiteY9" fmla="*/ 80391 h 399764"/>
              <a:gd name="connsiteX10" fmla="*/ 86887 w 376668"/>
              <a:gd name="connsiteY10" fmla="*/ 213455 h 399764"/>
              <a:gd name="connsiteX11" fmla="*/ 81385 w 376668"/>
              <a:gd name="connsiteY11" fmla="*/ 216218 h 399764"/>
              <a:gd name="connsiteX12" fmla="*/ 81101 w 376668"/>
              <a:gd name="connsiteY12" fmla="*/ 61531 h 399764"/>
              <a:gd name="connsiteX13" fmla="*/ 62035 w 376668"/>
              <a:gd name="connsiteY13" fmla="*/ 80963 h 399764"/>
              <a:gd name="connsiteX14" fmla="*/ 81101 w 376668"/>
              <a:gd name="connsiteY14" fmla="*/ 100393 h 399764"/>
              <a:gd name="connsiteX15" fmla="*/ 100167 w 376668"/>
              <a:gd name="connsiteY15" fmla="*/ 80963 h 399764"/>
              <a:gd name="connsiteX16" fmla="*/ 81101 w 376668"/>
              <a:gd name="connsiteY16" fmla="*/ 61531 h 399764"/>
              <a:gd name="connsiteX17" fmla="*/ 81101 w 376668"/>
              <a:gd name="connsiteY17" fmla="*/ 116967 h 399764"/>
              <a:gd name="connsiteX18" fmla="*/ 45625 w 376668"/>
              <a:gd name="connsiteY18" fmla="*/ 80963 h 399764"/>
              <a:gd name="connsiteX19" fmla="*/ 81101 w 376668"/>
              <a:gd name="connsiteY19" fmla="*/ 44958 h 399764"/>
              <a:gd name="connsiteX20" fmla="*/ 116577 w 376668"/>
              <a:gd name="connsiteY20" fmla="*/ 80963 h 399764"/>
              <a:gd name="connsiteX21" fmla="*/ 81101 w 376668"/>
              <a:gd name="connsiteY21" fmla="*/ 116967 h 399764"/>
              <a:gd name="connsiteX22" fmla="*/ 296706 w 376668"/>
              <a:gd name="connsiteY22" fmla="*/ 200120 h 399764"/>
              <a:gd name="connsiteX23" fmla="*/ 231920 w 376668"/>
              <a:gd name="connsiteY23" fmla="*/ 263938 h 399764"/>
              <a:gd name="connsiteX24" fmla="*/ 296706 w 376668"/>
              <a:gd name="connsiteY24" fmla="*/ 379000 h 399764"/>
              <a:gd name="connsiteX25" fmla="*/ 360164 w 376668"/>
              <a:gd name="connsiteY25" fmla="*/ 263938 h 399764"/>
              <a:gd name="connsiteX26" fmla="*/ 296706 w 376668"/>
              <a:gd name="connsiteY26" fmla="*/ 200120 h 399764"/>
              <a:gd name="connsiteX27" fmla="*/ 296706 w 376668"/>
              <a:gd name="connsiteY27" fmla="*/ 399764 h 399764"/>
              <a:gd name="connsiteX28" fmla="*/ 289781 w 376668"/>
              <a:gd name="connsiteY28" fmla="*/ 397002 h 399764"/>
              <a:gd name="connsiteX29" fmla="*/ 215320 w 376668"/>
              <a:gd name="connsiteY29" fmla="*/ 263938 h 399764"/>
              <a:gd name="connsiteX30" fmla="*/ 296706 w 376668"/>
              <a:gd name="connsiteY30" fmla="*/ 183547 h 399764"/>
              <a:gd name="connsiteX31" fmla="*/ 376668 w 376668"/>
              <a:gd name="connsiteY31" fmla="*/ 263938 h 399764"/>
              <a:gd name="connsiteX32" fmla="*/ 302207 w 376668"/>
              <a:gd name="connsiteY32" fmla="*/ 397002 h 399764"/>
              <a:gd name="connsiteX33" fmla="*/ 296706 w 376668"/>
              <a:gd name="connsiteY33" fmla="*/ 399764 h 399764"/>
              <a:gd name="connsiteX34" fmla="*/ 296042 w 376668"/>
              <a:gd name="connsiteY34" fmla="*/ 244126 h 399764"/>
              <a:gd name="connsiteX35" fmla="*/ 276691 w 376668"/>
              <a:gd name="connsiteY35" fmla="*/ 263557 h 399764"/>
              <a:gd name="connsiteX36" fmla="*/ 296042 w 376668"/>
              <a:gd name="connsiteY36" fmla="*/ 282988 h 399764"/>
              <a:gd name="connsiteX37" fmla="*/ 315392 w 376668"/>
              <a:gd name="connsiteY37" fmla="*/ 263557 h 399764"/>
              <a:gd name="connsiteX38" fmla="*/ 296042 w 376668"/>
              <a:gd name="connsiteY38" fmla="*/ 244126 h 399764"/>
              <a:gd name="connsiteX39" fmla="*/ 296042 w 376668"/>
              <a:gd name="connsiteY39" fmla="*/ 299561 h 399764"/>
              <a:gd name="connsiteX40" fmla="*/ 260187 w 376668"/>
              <a:gd name="connsiteY40" fmla="*/ 263557 h 399764"/>
              <a:gd name="connsiteX41" fmla="*/ 296042 w 376668"/>
              <a:gd name="connsiteY41" fmla="*/ 227552 h 399764"/>
              <a:gd name="connsiteX42" fmla="*/ 331897 w 376668"/>
              <a:gd name="connsiteY42" fmla="*/ 263557 h 399764"/>
              <a:gd name="connsiteX43" fmla="*/ 296042 w 376668"/>
              <a:gd name="connsiteY43" fmla="*/ 299561 h 399764"/>
              <a:gd name="connsiteX44" fmla="*/ 97890 w 376668"/>
              <a:gd name="connsiteY44" fmla="*/ 399764 h 399764"/>
              <a:gd name="connsiteX45" fmla="*/ 81101 w 376668"/>
              <a:gd name="connsiteY45" fmla="*/ 399764 h 399764"/>
              <a:gd name="connsiteX46" fmla="*/ 72754 w 376668"/>
              <a:gd name="connsiteY46" fmla="*/ 391382 h 399764"/>
              <a:gd name="connsiteX47" fmla="*/ 72754 w 376668"/>
              <a:gd name="connsiteY47" fmla="*/ 374523 h 399764"/>
              <a:gd name="connsiteX48" fmla="*/ 81101 w 376668"/>
              <a:gd name="connsiteY48" fmla="*/ 366141 h 399764"/>
              <a:gd name="connsiteX49" fmla="*/ 89448 w 376668"/>
              <a:gd name="connsiteY49" fmla="*/ 374523 h 399764"/>
              <a:gd name="connsiteX50" fmla="*/ 89448 w 376668"/>
              <a:gd name="connsiteY50" fmla="*/ 382905 h 399764"/>
              <a:gd name="connsiteX51" fmla="*/ 97795 w 376668"/>
              <a:gd name="connsiteY51" fmla="*/ 382905 h 399764"/>
              <a:gd name="connsiteX52" fmla="*/ 106143 w 376668"/>
              <a:gd name="connsiteY52" fmla="*/ 391287 h 399764"/>
              <a:gd name="connsiteX53" fmla="*/ 97795 w 376668"/>
              <a:gd name="connsiteY53" fmla="*/ 399669 h 399764"/>
              <a:gd name="connsiteX54" fmla="*/ 246433 w 376668"/>
              <a:gd name="connsiteY54" fmla="*/ 399764 h 399764"/>
              <a:gd name="connsiteX55" fmla="*/ 230118 w 376668"/>
              <a:gd name="connsiteY55" fmla="*/ 399764 h 399764"/>
              <a:gd name="connsiteX56" fmla="*/ 221960 w 376668"/>
              <a:gd name="connsiteY56" fmla="*/ 391382 h 399764"/>
              <a:gd name="connsiteX57" fmla="*/ 230118 w 376668"/>
              <a:gd name="connsiteY57" fmla="*/ 383000 h 399764"/>
              <a:gd name="connsiteX58" fmla="*/ 246433 w 376668"/>
              <a:gd name="connsiteY58" fmla="*/ 383000 h 399764"/>
              <a:gd name="connsiteX59" fmla="*/ 254590 w 376668"/>
              <a:gd name="connsiteY59" fmla="*/ 391382 h 399764"/>
              <a:gd name="connsiteX60" fmla="*/ 246433 w 376668"/>
              <a:gd name="connsiteY60" fmla="*/ 399764 h 399764"/>
              <a:gd name="connsiteX61" fmla="*/ 197013 w 376668"/>
              <a:gd name="connsiteY61" fmla="*/ 399764 h 399764"/>
              <a:gd name="connsiteX62" fmla="*/ 180698 w 376668"/>
              <a:gd name="connsiteY62" fmla="*/ 399764 h 399764"/>
              <a:gd name="connsiteX63" fmla="*/ 172541 w 376668"/>
              <a:gd name="connsiteY63" fmla="*/ 391382 h 399764"/>
              <a:gd name="connsiteX64" fmla="*/ 180698 w 376668"/>
              <a:gd name="connsiteY64" fmla="*/ 383000 h 399764"/>
              <a:gd name="connsiteX65" fmla="*/ 197013 w 376668"/>
              <a:gd name="connsiteY65" fmla="*/ 383000 h 399764"/>
              <a:gd name="connsiteX66" fmla="*/ 205171 w 376668"/>
              <a:gd name="connsiteY66" fmla="*/ 391382 h 399764"/>
              <a:gd name="connsiteX67" fmla="*/ 197013 w 376668"/>
              <a:gd name="connsiteY67" fmla="*/ 399764 h 399764"/>
              <a:gd name="connsiteX68" fmla="*/ 147309 w 376668"/>
              <a:gd name="connsiteY68" fmla="*/ 399764 h 399764"/>
              <a:gd name="connsiteX69" fmla="*/ 130520 w 376668"/>
              <a:gd name="connsiteY69" fmla="*/ 399764 h 399764"/>
              <a:gd name="connsiteX70" fmla="*/ 122173 w 376668"/>
              <a:gd name="connsiteY70" fmla="*/ 391382 h 399764"/>
              <a:gd name="connsiteX71" fmla="*/ 130520 w 376668"/>
              <a:gd name="connsiteY71" fmla="*/ 383000 h 399764"/>
              <a:gd name="connsiteX72" fmla="*/ 147309 w 376668"/>
              <a:gd name="connsiteY72" fmla="*/ 383000 h 399764"/>
              <a:gd name="connsiteX73" fmla="*/ 155657 w 376668"/>
              <a:gd name="connsiteY73" fmla="*/ 391382 h 399764"/>
              <a:gd name="connsiteX74" fmla="*/ 147309 w 376668"/>
              <a:gd name="connsiteY74" fmla="*/ 399764 h 399764"/>
              <a:gd name="connsiteX75" fmla="*/ 81101 w 376668"/>
              <a:gd name="connsiteY75" fmla="*/ 249936 h 399764"/>
              <a:gd name="connsiteX76" fmla="*/ 72754 w 376668"/>
              <a:gd name="connsiteY76" fmla="*/ 241554 h 399764"/>
              <a:gd name="connsiteX77" fmla="*/ 72754 w 376668"/>
              <a:gd name="connsiteY77" fmla="*/ 224695 h 399764"/>
              <a:gd name="connsiteX78" fmla="*/ 81101 w 376668"/>
              <a:gd name="connsiteY78" fmla="*/ 216313 h 399764"/>
              <a:gd name="connsiteX79" fmla="*/ 89448 w 376668"/>
              <a:gd name="connsiteY79" fmla="*/ 224695 h 399764"/>
              <a:gd name="connsiteX80" fmla="*/ 89448 w 376668"/>
              <a:gd name="connsiteY80" fmla="*/ 241554 h 399764"/>
              <a:gd name="connsiteX81" fmla="*/ 81101 w 376668"/>
              <a:gd name="connsiteY81" fmla="*/ 249936 h 399764"/>
              <a:gd name="connsiteX82" fmla="*/ 81101 w 376668"/>
              <a:gd name="connsiteY82" fmla="*/ 299561 h 399764"/>
              <a:gd name="connsiteX83" fmla="*/ 72754 w 376668"/>
              <a:gd name="connsiteY83" fmla="*/ 291179 h 399764"/>
              <a:gd name="connsiteX84" fmla="*/ 72754 w 376668"/>
              <a:gd name="connsiteY84" fmla="*/ 274320 h 399764"/>
              <a:gd name="connsiteX85" fmla="*/ 81101 w 376668"/>
              <a:gd name="connsiteY85" fmla="*/ 265938 h 399764"/>
              <a:gd name="connsiteX86" fmla="*/ 89448 w 376668"/>
              <a:gd name="connsiteY86" fmla="*/ 274320 h 399764"/>
              <a:gd name="connsiteX87" fmla="*/ 89448 w 376668"/>
              <a:gd name="connsiteY87" fmla="*/ 291179 h 399764"/>
              <a:gd name="connsiteX88" fmla="*/ 81101 w 376668"/>
              <a:gd name="connsiteY88" fmla="*/ 299561 h 399764"/>
              <a:gd name="connsiteX89" fmla="*/ 81101 w 376668"/>
              <a:gd name="connsiteY89" fmla="*/ 349187 h 399764"/>
              <a:gd name="connsiteX90" fmla="*/ 72754 w 376668"/>
              <a:gd name="connsiteY90" fmla="*/ 340995 h 399764"/>
              <a:gd name="connsiteX91" fmla="*/ 72754 w 376668"/>
              <a:gd name="connsiteY91" fmla="*/ 324612 h 399764"/>
              <a:gd name="connsiteX92" fmla="*/ 81101 w 376668"/>
              <a:gd name="connsiteY92" fmla="*/ 316420 h 399764"/>
              <a:gd name="connsiteX93" fmla="*/ 89448 w 376668"/>
              <a:gd name="connsiteY93" fmla="*/ 324612 h 399764"/>
              <a:gd name="connsiteX94" fmla="*/ 89448 w 376668"/>
              <a:gd name="connsiteY94" fmla="*/ 340995 h 399764"/>
              <a:gd name="connsiteX95" fmla="*/ 81101 w 376668"/>
              <a:gd name="connsiteY95" fmla="*/ 349187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376668" h="399764">
                <a:moveTo>
                  <a:pt x="81385" y="16573"/>
                </a:moveTo>
                <a:cubicBezTo>
                  <a:pt x="45530" y="16573"/>
                  <a:pt x="16600" y="44291"/>
                  <a:pt x="16600" y="80391"/>
                </a:cubicBezTo>
                <a:cubicBezTo>
                  <a:pt x="16600" y="108109"/>
                  <a:pt x="59379" y="166402"/>
                  <a:pt x="81385" y="195453"/>
                </a:cubicBezTo>
                <a:cubicBezTo>
                  <a:pt x="103487" y="166306"/>
                  <a:pt x="144843" y="108109"/>
                  <a:pt x="144843" y="80391"/>
                </a:cubicBezTo>
                <a:cubicBezTo>
                  <a:pt x="144843" y="44387"/>
                  <a:pt x="117241" y="16573"/>
                  <a:pt x="81385" y="16573"/>
                </a:cubicBezTo>
                <a:close/>
                <a:moveTo>
                  <a:pt x="81385" y="216218"/>
                </a:moveTo>
                <a:cubicBezTo>
                  <a:pt x="78635" y="216218"/>
                  <a:pt x="75884" y="214789"/>
                  <a:pt x="74461" y="213455"/>
                </a:cubicBezTo>
                <a:cubicBezTo>
                  <a:pt x="67537" y="203740"/>
                  <a:pt x="0" y="121920"/>
                  <a:pt x="0" y="80391"/>
                </a:cubicBezTo>
                <a:cubicBezTo>
                  <a:pt x="0" y="36004"/>
                  <a:pt x="37183" y="0"/>
                  <a:pt x="81385" y="0"/>
                </a:cubicBezTo>
                <a:cubicBezTo>
                  <a:pt x="125588" y="0"/>
                  <a:pt x="161348" y="36004"/>
                  <a:pt x="161348" y="80391"/>
                </a:cubicBezTo>
                <a:cubicBezTo>
                  <a:pt x="161348" y="122015"/>
                  <a:pt x="95139" y="203835"/>
                  <a:pt x="86887" y="213455"/>
                </a:cubicBezTo>
                <a:cubicBezTo>
                  <a:pt x="85464" y="214884"/>
                  <a:pt x="84136" y="216218"/>
                  <a:pt x="81385" y="216218"/>
                </a:cubicBezTo>
                <a:close/>
                <a:moveTo>
                  <a:pt x="81101" y="61531"/>
                </a:moveTo>
                <a:cubicBezTo>
                  <a:pt x="70193" y="61531"/>
                  <a:pt x="62035" y="71247"/>
                  <a:pt x="62035" y="80963"/>
                </a:cubicBezTo>
                <a:cubicBezTo>
                  <a:pt x="62035" y="92012"/>
                  <a:pt x="70193" y="100393"/>
                  <a:pt x="81101" y="100393"/>
                </a:cubicBezTo>
                <a:cubicBezTo>
                  <a:pt x="90681" y="100393"/>
                  <a:pt x="100167" y="92107"/>
                  <a:pt x="100167" y="80963"/>
                </a:cubicBezTo>
                <a:cubicBezTo>
                  <a:pt x="100167" y="71247"/>
                  <a:pt x="90586" y="61531"/>
                  <a:pt x="81101" y="61531"/>
                </a:cubicBezTo>
                <a:close/>
                <a:moveTo>
                  <a:pt x="81101" y="116967"/>
                </a:moveTo>
                <a:cubicBezTo>
                  <a:pt x="62035" y="116967"/>
                  <a:pt x="45625" y="100298"/>
                  <a:pt x="45625" y="80963"/>
                </a:cubicBezTo>
                <a:cubicBezTo>
                  <a:pt x="45625" y="61627"/>
                  <a:pt x="61940" y="44958"/>
                  <a:pt x="81101" y="44958"/>
                </a:cubicBezTo>
                <a:cubicBezTo>
                  <a:pt x="100261" y="44958"/>
                  <a:pt x="116577" y="61627"/>
                  <a:pt x="116577" y="80963"/>
                </a:cubicBezTo>
                <a:cubicBezTo>
                  <a:pt x="116577" y="100298"/>
                  <a:pt x="100261" y="116967"/>
                  <a:pt x="81101" y="116967"/>
                </a:cubicBezTo>
                <a:close/>
                <a:moveTo>
                  <a:pt x="296706" y="200120"/>
                </a:moveTo>
                <a:cubicBezTo>
                  <a:pt x="260851" y="200120"/>
                  <a:pt x="231920" y="227838"/>
                  <a:pt x="231920" y="263938"/>
                </a:cubicBezTo>
                <a:cubicBezTo>
                  <a:pt x="231920" y="291656"/>
                  <a:pt x="274699" y="349853"/>
                  <a:pt x="296706" y="379000"/>
                </a:cubicBezTo>
                <a:cubicBezTo>
                  <a:pt x="318807" y="349853"/>
                  <a:pt x="360164" y="291656"/>
                  <a:pt x="360164" y="263938"/>
                </a:cubicBezTo>
                <a:cubicBezTo>
                  <a:pt x="360164" y="227933"/>
                  <a:pt x="332561" y="200120"/>
                  <a:pt x="296706" y="200120"/>
                </a:cubicBezTo>
                <a:close/>
                <a:moveTo>
                  <a:pt x="296706" y="399764"/>
                </a:moveTo>
                <a:cubicBezTo>
                  <a:pt x="293955" y="399764"/>
                  <a:pt x="291204" y="398335"/>
                  <a:pt x="289781" y="397002"/>
                </a:cubicBezTo>
                <a:cubicBezTo>
                  <a:pt x="282857" y="387287"/>
                  <a:pt x="215320" y="305467"/>
                  <a:pt x="215320" y="263938"/>
                </a:cubicBezTo>
                <a:cubicBezTo>
                  <a:pt x="215320" y="219551"/>
                  <a:pt x="252503" y="183547"/>
                  <a:pt x="296706" y="183547"/>
                </a:cubicBezTo>
                <a:cubicBezTo>
                  <a:pt x="340908" y="183547"/>
                  <a:pt x="376668" y="219551"/>
                  <a:pt x="376668" y="263938"/>
                </a:cubicBezTo>
                <a:cubicBezTo>
                  <a:pt x="376668" y="305562"/>
                  <a:pt x="310460" y="387382"/>
                  <a:pt x="302207" y="397002"/>
                </a:cubicBezTo>
                <a:cubicBezTo>
                  <a:pt x="300784" y="398431"/>
                  <a:pt x="299457" y="399764"/>
                  <a:pt x="296706" y="399764"/>
                </a:cubicBezTo>
                <a:close/>
                <a:moveTo>
                  <a:pt x="296042" y="244126"/>
                </a:moveTo>
                <a:cubicBezTo>
                  <a:pt x="285039" y="244126"/>
                  <a:pt x="276691" y="253841"/>
                  <a:pt x="276691" y="263557"/>
                </a:cubicBezTo>
                <a:cubicBezTo>
                  <a:pt x="276691" y="274606"/>
                  <a:pt x="284944" y="282988"/>
                  <a:pt x="296042" y="282988"/>
                </a:cubicBezTo>
                <a:cubicBezTo>
                  <a:pt x="305717" y="282988"/>
                  <a:pt x="315392" y="274701"/>
                  <a:pt x="315392" y="263557"/>
                </a:cubicBezTo>
                <a:cubicBezTo>
                  <a:pt x="315392" y="253841"/>
                  <a:pt x="305717" y="244126"/>
                  <a:pt x="296042" y="244126"/>
                </a:cubicBezTo>
                <a:close/>
                <a:moveTo>
                  <a:pt x="296042" y="299561"/>
                </a:moveTo>
                <a:cubicBezTo>
                  <a:pt x="276691" y="299561"/>
                  <a:pt x="260187" y="282893"/>
                  <a:pt x="260187" y="263557"/>
                </a:cubicBezTo>
                <a:cubicBezTo>
                  <a:pt x="260187" y="244221"/>
                  <a:pt x="276786" y="227552"/>
                  <a:pt x="296042" y="227552"/>
                </a:cubicBezTo>
                <a:cubicBezTo>
                  <a:pt x="315297" y="227552"/>
                  <a:pt x="331897" y="244221"/>
                  <a:pt x="331897" y="263557"/>
                </a:cubicBezTo>
                <a:cubicBezTo>
                  <a:pt x="331897" y="282893"/>
                  <a:pt x="315297" y="299561"/>
                  <a:pt x="296042" y="299561"/>
                </a:cubicBezTo>
                <a:close/>
                <a:moveTo>
                  <a:pt x="97890" y="399764"/>
                </a:moveTo>
                <a:lnTo>
                  <a:pt x="81101" y="399764"/>
                </a:lnTo>
                <a:cubicBezTo>
                  <a:pt x="76927" y="399764"/>
                  <a:pt x="72754" y="395573"/>
                  <a:pt x="72754" y="391382"/>
                </a:cubicBezTo>
                <a:lnTo>
                  <a:pt x="72754" y="374523"/>
                </a:lnTo>
                <a:cubicBezTo>
                  <a:pt x="72754" y="368903"/>
                  <a:pt x="76927" y="366141"/>
                  <a:pt x="81101" y="366141"/>
                </a:cubicBezTo>
                <a:cubicBezTo>
                  <a:pt x="85274" y="366141"/>
                  <a:pt x="89448" y="368903"/>
                  <a:pt x="89448" y="374523"/>
                </a:cubicBezTo>
                <a:lnTo>
                  <a:pt x="89448" y="382905"/>
                </a:lnTo>
                <a:lnTo>
                  <a:pt x="97795" y="382905"/>
                </a:lnTo>
                <a:cubicBezTo>
                  <a:pt x="101969" y="382905"/>
                  <a:pt x="106143" y="385667"/>
                  <a:pt x="106143" y="391287"/>
                </a:cubicBezTo>
                <a:cubicBezTo>
                  <a:pt x="106143" y="395478"/>
                  <a:pt x="101969" y="399669"/>
                  <a:pt x="97795" y="399669"/>
                </a:cubicBezTo>
                <a:close/>
                <a:moveTo>
                  <a:pt x="246433" y="399764"/>
                </a:moveTo>
                <a:lnTo>
                  <a:pt x="230118" y="399764"/>
                </a:lnTo>
                <a:cubicBezTo>
                  <a:pt x="226039" y="399764"/>
                  <a:pt x="221960" y="395573"/>
                  <a:pt x="221960" y="391382"/>
                </a:cubicBezTo>
                <a:cubicBezTo>
                  <a:pt x="221960" y="385762"/>
                  <a:pt x="226039" y="383000"/>
                  <a:pt x="230118" y="383000"/>
                </a:cubicBezTo>
                <a:lnTo>
                  <a:pt x="246433" y="383000"/>
                </a:lnTo>
                <a:cubicBezTo>
                  <a:pt x="250511" y="383000"/>
                  <a:pt x="254590" y="385762"/>
                  <a:pt x="254590" y="391382"/>
                </a:cubicBezTo>
                <a:cubicBezTo>
                  <a:pt x="254590" y="395573"/>
                  <a:pt x="250511" y="399764"/>
                  <a:pt x="246433" y="399764"/>
                </a:cubicBezTo>
                <a:close/>
                <a:moveTo>
                  <a:pt x="197013" y="399764"/>
                </a:moveTo>
                <a:lnTo>
                  <a:pt x="180698" y="399764"/>
                </a:lnTo>
                <a:cubicBezTo>
                  <a:pt x="176620" y="399764"/>
                  <a:pt x="172541" y="395573"/>
                  <a:pt x="172541" y="391382"/>
                </a:cubicBezTo>
                <a:cubicBezTo>
                  <a:pt x="172541" y="385762"/>
                  <a:pt x="176620" y="383000"/>
                  <a:pt x="180698" y="383000"/>
                </a:cubicBezTo>
                <a:lnTo>
                  <a:pt x="197013" y="383000"/>
                </a:lnTo>
                <a:cubicBezTo>
                  <a:pt x="201092" y="383000"/>
                  <a:pt x="205171" y="385762"/>
                  <a:pt x="205171" y="391382"/>
                </a:cubicBezTo>
                <a:cubicBezTo>
                  <a:pt x="205171" y="395573"/>
                  <a:pt x="201092" y="399764"/>
                  <a:pt x="197013" y="399764"/>
                </a:cubicBezTo>
                <a:close/>
                <a:moveTo>
                  <a:pt x="147309" y="399764"/>
                </a:moveTo>
                <a:lnTo>
                  <a:pt x="130520" y="399764"/>
                </a:lnTo>
                <a:cubicBezTo>
                  <a:pt x="126347" y="399764"/>
                  <a:pt x="122173" y="395573"/>
                  <a:pt x="122173" y="391382"/>
                </a:cubicBezTo>
                <a:cubicBezTo>
                  <a:pt x="122173" y="385762"/>
                  <a:pt x="126347" y="383000"/>
                  <a:pt x="130520" y="383000"/>
                </a:cubicBezTo>
                <a:lnTo>
                  <a:pt x="147309" y="383000"/>
                </a:lnTo>
                <a:cubicBezTo>
                  <a:pt x="151483" y="383000"/>
                  <a:pt x="155657" y="385762"/>
                  <a:pt x="155657" y="391382"/>
                </a:cubicBezTo>
                <a:cubicBezTo>
                  <a:pt x="155657" y="395573"/>
                  <a:pt x="151483" y="399764"/>
                  <a:pt x="147309" y="399764"/>
                </a:cubicBezTo>
                <a:close/>
                <a:moveTo>
                  <a:pt x="81101" y="249936"/>
                </a:moveTo>
                <a:cubicBezTo>
                  <a:pt x="76927" y="249936"/>
                  <a:pt x="72754" y="245745"/>
                  <a:pt x="72754" y="241554"/>
                </a:cubicBezTo>
                <a:lnTo>
                  <a:pt x="72754" y="224695"/>
                </a:lnTo>
                <a:cubicBezTo>
                  <a:pt x="72754" y="219075"/>
                  <a:pt x="76927" y="216313"/>
                  <a:pt x="81101" y="216313"/>
                </a:cubicBezTo>
                <a:cubicBezTo>
                  <a:pt x="85274" y="216313"/>
                  <a:pt x="89448" y="219075"/>
                  <a:pt x="89448" y="224695"/>
                </a:cubicBezTo>
                <a:lnTo>
                  <a:pt x="89448" y="241554"/>
                </a:lnTo>
                <a:cubicBezTo>
                  <a:pt x="89448" y="245745"/>
                  <a:pt x="85274" y="249936"/>
                  <a:pt x="81101" y="249936"/>
                </a:cubicBezTo>
                <a:close/>
                <a:moveTo>
                  <a:pt x="81101" y="299561"/>
                </a:moveTo>
                <a:cubicBezTo>
                  <a:pt x="76927" y="299561"/>
                  <a:pt x="72754" y="295370"/>
                  <a:pt x="72754" y="291179"/>
                </a:cubicBezTo>
                <a:lnTo>
                  <a:pt x="72754" y="274320"/>
                </a:lnTo>
                <a:cubicBezTo>
                  <a:pt x="72754" y="268700"/>
                  <a:pt x="76927" y="265938"/>
                  <a:pt x="81101" y="265938"/>
                </a:cubicBezTo>
                <a:cubicBezTo>
                  <a:pt x="85274" y="265938"/>
                  <a:pt x="89448" y="268700"/>
                  <a:pt x="89448" y="274320"/>
                </a:cubicBezTo>
                <a:lnTo>
                  <a:pt x="89448" y="291179"/>
                </a:lnTo>
                <a:cubicBezTo>
                  <a:pt x="89448" y="295370"/>
                  <a:pt x="85274" y="299561"/>
                  <a:pt x="81101" y="299561"/>
                </a:cubicBezTo>
                <a:close/>
                <a:moveTo>
                  <a:pt x="81101" y="349187"/>
                </a:moveTo>
                <a:cubicBezTo>
                  <a:pt x="76927" y="349187"/>
                  <a:pt x="72754" y="345091"/>
                  <a:pt x="72754" y="340995"/>
                </a:cubicBezTo>
                <a:lnTo>
                  <a:pt x="72754" y="324612"/>
                </a:lnTo>
                <a:cubicBezTo>
                  <a:pt x="72754" y="319183"/>
                  <a:pt x="76927" y="316420"/>
                  <a:pt x="81101" y="316420"/>
                </a:cubicBezTo>
                <a:cubicBezTo>
                  <a:pt x="85274" y="316420"/>
                  <a:pt x="89448" y="319183"/>
                  <a:pt x="89448" y="324612"/>
                </a:cubicBezTo>
                <a:lnTo>
                  <a:pt x="89448" y="340995"/>
                </a:lnTo>
                <a:cubicBezTo>
                  <a:pt x="89448" y="345091"/>
                  <a:pt x="85274" y="349187"/>
                  <a:pt x="81101" y="34918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2">
            <a:extLst>
              <a:ext uri="{FF2B5EF4-FFF2-40B4-BE49-F238E27FC236}">
                <a16:creationId xmlns:a16="http://schemas.microsoft.com/office/drawing/2014/main" id="{47A92030-BF8C-8F0D-B80D-40B9D882A7BA}"/>
              </a:ext>
            </a:extLst>
          </p:cNvPr>
          <p:cNvSpPr/>
          <p:nvPr/>
        </p:nvSpPr>
        <p:spPr>
          <a:xfrm>
            <a:off x="3819217" y="1407201"/>
            <a:ext cx="503840" cy="534734"/>
          </a:xfrm>
          <a:custGeom>
            <a:avLst/>
            <a:gdLst>
              <a:gd name="connsiteX0" fmla="*/ 81385 w 376668"/>
              <a:gd name="connsiteY0" fmla="*/ 16573 h 399764"/>
              <a:gd name="connsiteX1" fmla="*/ 16600 w 376668"/>
              <a:gd name="connsiteY1" fmla="*/ 80391 h 399764"/>
              <a:gd name="connsiteX2" fmla="*/ 81385 w 376668"/>
              <a:gd name="connsiteY2" fmla="*/ 195453 h 399764"/>
              <a:gd name="connsiteX3" fmla="*/ 144843 w 376668"/>
              <a:gd name="connsiteY3" fmla="*/ 80391 h 399764"/>
              <a:gd name="connsiteX4" fmla="*/ 81385 w 376668"/>
              <a:gd name="connsiteY4" fmla="*/ 16573 h 399764"/>
              <a:gd name="connsiteX5" fmla="*/ 81385 w 376668"/>
              <a:gd name="connsiteY5" fmla="*/ 216218 h 399764"/>
              <a:gd name="connsiteX6" fmla="*/ 74461 w 376668"/>
              <a:gd name="connsiteY6" fmla="*/ 213455 h 399764"/>
              <a:gd name="connsiteX7" fmla="*/ 0 w 376668"/>
              <a:gd name="connsiteY7" fmla="*/ 80391 h 399764"/>
              <a:gd name="connsiteX8" fmla="*/ 81385 w 376668"/>
              <a:gd name="connsiteY8" fmla="*/ 0 h 399764"/>
              <a:gd name="connsiteX9" fmla="*/ 161348 w 376668"/>
              <a:gd name="connsiteY9" fmla="*/ 80391 h 399764"/>
              <a:gd name="connsiteX10" fmla="*/ 86887 w 376668"/>
              <a:gd name="connsiteY10" fmla="*/ 213455 h 399764"/>
              <a:gd name="connsiteX11" fmla="*/ 81385 w 376668"/>
              <a:gd name="connsiteY11" fmla="*/ 216218 h 399764"/>
              <a:gd name="connsiteX12" fmla="*/ 81101 w 376668"/>
              <a:gd name="connsiteY12" fmla="*/ 61531 h 399764"/>
              <a:gd name="connsiteX13" fmla="*/ 62035 w 376668"/>
              <a:gd name="connsiteY13" fmla="*/ 80963 h 399764"/>
              <a:gd name="connsiteX14" fmla="*/ 81101 w 376668"/>
              <a:gd name="connsiteY14" fmla="*/ 100393 h 399764"/>
              <a:gd name="connsiteX15" fmla="*/ 100167 w 376668"/>
              <a:gd name="connsiteY15" fmla="*/ 80963 h 399764"/>
              <a:gd name="connsiteX16" fmla="*/ 81101 w 376668"/>
              <a:gd name="connsiteY16" fmla="*/ 61531 h 399764"/>
              <a:gd name="connsiteX17" fmla="*/ 81101 w 376668"/>
              <a:gd name="connsiteY17" fmla="*/ 116967 h 399764"/>
              <a:gd name="connsiteX18" fmla="*/ 45625 w 376668"/>
              <a:gd name="connsiteY18" fmla="*/ 80963 h 399764"/>
              <a:gd name="connsiteX19" fmla="*/ 81101 w 376668"/>
              <a:gd name="connsiteY19" fmla="*/ 44958 h 399764"/>
              <a:gd name="connsiteX20" fmla="*/ 116577 w 376668"/>
              <a:gd name="connsiteY20" fmla="*/ 80963 h 399764"/>
              <a:gd name="connsiteX21" fmla="*/ 81101 w 376668"/>
              <a:gd name="connsiteY21" fmla="*/ 116967 h 399764"/>
              <a:gd name="connsiteX22" fmla="*/ 296706 w 376668"/>
              <a:gd name="connsiteY22" fmla="*/ 200120 h 399764"/>
              <a:gd name="connsiteX23" fmla="*/ 231920 w 376668"/>
              <a:gd name="connsiteY23" fmla="*/ 263938 h 399764"/>
              <a:gd name="connsiteX24" fmla="*/ 296706 w 376668"/>
              <a:gd name="connsiteY24" fmla="*/ 379000 h 399764"/>
              <a:gd name="connsiteX25" fmla="*/ 360164 w 376668"/>
              <a:gd name="connsiteY25" fmla="*/ 263938 h 399764"/>
              <a:gd name="connsiteX26" fmla="*/ 296706 w 376668"/>
              <a:gd name="connsiteY26" fmla="*/ 200120 h 399764"/>
              <a:gd name="connsiteX27" fmla="*/ 296706 w 376668"/>
              <a:gd name="connsiteY27" fmla="*/ 399764 h 399764"/>
              <a:gd name="connsiteX28" fmla="*/ 289781 w 376668"/>
              <a:gd name="connsiteY28" fmla="*/ 397002 h 399764"/>
              <a:gd name="connsiteX29" fmla="*/ 215320 w 376668"/>
              <a:gd name="connsiteY29" fmla="*/ 263938 h 399764"/>
              <a:gd name="connsiteX30" fmla="*/ 296706 w 376668"/>
              <a:gd name="connsiteY30" fmla="*/ 183547 h 399764"/>
              <a:gd name="connsiteX31" fmla="*/ 376668 w 376668"/>
              <a:gd name="connsiteY31" fmla="*/ 263938 h 399764"/>
              <a:gd name="connsiteX32" fmla="*/ 302207 w 376668"/>
              <a:gd name="connsiteY32" fmla="*/ 397002 h 399764"/>
              <a:gd name="connsiteX33" fmla="*/ 296706 w 376668"/>
              <a:gd name="connsiteY33" fmla="*/ 399764 h 399764"/>
              <a:gd name="connsiteX34" fmla="*/ 296042 w 376668"/>
              <a:gd name="connsiteY34" fmla="*/ 244126 h 399764"/>
              <a:gd name="connsiteX35" fmla="*/ 276691 w 376668"/>
              <a:gd name="connsiteY35" fmla="*/ 263557 h 399764"/>
              <a:gd name="connsiteX36" fmla="*/ 296042 w 376668"/>
              <a:gd name="connsiteY36" fmla="*/ 282988 h 399764"/>
              <a:gd name="connsiteX37" fmla="*/ 315392 w 376668"/>
              <a:gd name="connsiteY37" fmla="*/ 263557 h 399764"/>
              <a:gd name="connsiteX38" fmla="*/ 296042 w 376668"/>
              <a:gd name="connsiteY38" fmla="*/ 244126 h 399764"/>
              <a:gd name="connsiteX39" fmla="*/ 296042 w 376668"/>
              <a:gd name="connsiteY39" fmla="*/ 299561 h 399764"/>
              <a:gd name="connsiteX40" fmla="*/ 260187 w 376668"/>
              <a:gd name="connsiteY40" fmla="*/ 263557 h 399764"/>
              <a:gd name="connsiteX41" fmla="*/ 296042 w 376668"/>
              <a:gd name="connsiteY41" fmla="*/ 227552 h 399764"/>
              <a:gd name="connsiteX42" fmla="*/ 331897 w 376668"/>
              <a:gd name="connsiteY42" fmla="*/ 263557 h 399764"/>
              <a:gd name="connsiteX43" fmla="*/ 296042 w 376668"/>
              <a:gd name="connsiteY43" fmla="*/ 299561 h 399764"/>
              <a:gd name="connsiteX44" fmla="*/ 97890 w 376668"/>
              <a:gd name="connsiteY44" fmla="*/ 399764 h 399764"/>
              <a:gd name="connsiteX45" fmla="*/ 81101 w 376668"/>
              <a:gd name="connsiteY45" fmla="*/ 399764 h 399764"/>
              <a:gd name="connsiteX46" fmla="*/ 72754 w 376668"/>
              <a:gd name="connsiteY46" fmla="*/ 391382 h 399764"/>
              <a:gd name="connsiteX47" fmla="*/ 72754 w 376668"/>
              <a:gd name="connsiteY47" fmla="*/ 374523 h 399764"/>
              <a:gd name="connsiteX48" fmla="*/ 81101 w 376668"/>
              <a:gd name="connsiteY48" fmla="*/ 366141 h 399764"/>
              <a:gd name="connsiteX49" fmla="*/ 89448 w 376668"/>
              <a:gd name="connsiteY49" fmla="*/ 374523 h 399764"/>
              <a:gd name="connsiteX50" fmla="*/ 89448 w 376668"/>
              <a:gd name="connsiteY50" fmla="*/ 382905 h 399764"/>
              <a:gd name="connsiteX51" fmla="*/ 97795 w 376668"/>
              <a:gd name="connsiteY51" fmla="*/ 382905 h 399764"/>
              <a:gd name="connsiteX52" fmla="*/ 106143 w 376668"/>
              <a:gd name="connsiteY52" fmla="*/ 391287 h 399764"/>
              <a:gd name="connsiteX53" fmla="*/ 97795 w 376668"/>
              <a:gd name="connsiteY53" fmla="*/ 399669 h 399764"/>
              <a:gd name="connsiteX54" fmla="*/ 246433 w 376668"/>
              <a:gd name="connsiteY54" fmla="*/ 399764 h 399764"/>
              <a:gd name="connsiteX55" fmla="*/ 230118 w 376668"/>
              <a:gd name="connsiteY55" fmla="*/ 399764 h 399764"/>
              <a:gd name="connsiteX56" fmla="*/ 221960 w 376668"/>
              <a:gd name="connsiteY56" fmla="*/ 391382 h 399764"/>
              <a:gd name="connsiteX57" fmla="*/ 230118 w 376668"/>
              <a:gd name="connsiteY57" fmla="*/ 383000 h 399764"/>
              <a:gd name="connsiteX58" fmla="*/ 246433 w 376668"/>
              <a:gd name="connsiteY58" fmla="*/ 383000 h 399764"/>
              <a:gd name="connsiteX59" fmla="*/ 254590 w 376668"/>
              <a:gd name="connsiteY59" fmla="*/ 391382 h 399764"/>
              <a:gd name="connsiteX60" fmla="*/ 246433 w 376668"/>
              <a:gd name="connsiteY60" fmla="*/ 399764 h 399764"/>
              <a:gd name="connsiteX61" fmla="*/ 197013 w 376668"/>
              <a:gd name="connsiteY61" fmla="*/ 399764 h 399764"/>
              <a:gd name="connsiteX62" fmla="*/ 180698 w 376668"/>
              <a:gd name="connsiteY62" fmla="*/ 399764 h 399764"/>
              <a:gd name="connsiteX63" fmla="*/ 172541 w 376668"/>
              <a:gd name="connsiteY63" fmla="*/ 391382 h 399764"/>
              <a:gd name="connsiteX64" fmla="*/ 180698 w 376668"/>
              <a:gd name="connsiteY64" fmla="*/ 383000 h 399764"/>
              <a:gd name="connsiteX65" fmla="*/ 197013 w 376668"/>
              <a:gd name="connsiteY65" fmla="*/ 383000 h 399764"/>
              <a:gd name="connsiteX66" fmla="*/ 205171 w 376668"/>
              <a:gd name="connsiteY66" fmla="*/ 391382 h 399764"/>
              <a:gd name="connsiteX67" fmla="*/ 197013 w 376668"/>
              <a:gd name="connsiteY67" fmla="*/ 399764 h 399764"/>
              <a:gd name="connsiteX68" fmla="*/ 147309 w 376668"/>
              <a:gd name="connsiteY68" fmla="*/ 399764 h 399764"/>
              <a:gd name="connsiteX69" fmla="*/ 130520 w 376668"/>
              <a:gd name="connsiteY69" fmla="*/ 399764 h 399764"/>
              <a:gd name="connsiteX70" fmla="*/ 122173 w 376668"/>
              <a:gd name="connsiteY70" fmla="*/ 391382 h 399764"/>
              <a:gd name="connsiteX71" fmla="*/ 130520 w 376668"/>
              <a:gd name="connsiteY71" fmla="*/ 383000 h 399764"/>
              <a:gd name="connsiteX72" fmla="*/ 147309 w 376668"/>
              <a:gd name="connsiteY72" fmla="*/ 383000 h 399764"/>
              <a:gd name="connsiteX73" fmla="*/ 155657 w 376668"/>
              <a:gd name="connsiteY73" fmla="*/ 391382 h 399764"/>
              <a:gd name="connsiteX74" fmla="*/ 147309 w 376668"/>
              <a:gd name="connsiteY74" fmla="*/ 399764 h 399764"/>
              <a:gd name="connsiteX75" fmla="*/ 81101 w 376668"/>
              <a:gd name="connsiteY75" fmla="*/ 249936 h 399764"/>
              <a:gd name="connsiteX76" fmla="*/ 72754 w 376668"/>
              <a:gd name="connsiteY76" fmla="*/ 241554 h 399764"/>
              <a:gd name="connsiteX77" fmla="*/ 72754 w 376668"/>
              <a:gd name="connsiteY77" fmla="*/ 224695 h 399764"/>
              <a:gd name="connsiteX78" fmla="*/ 81101 w 376668"/>
              <a:gd name="connsiteY78" fmla="*/ 216313 h 399764"/>
              <a:gd name="connsiteX79" fmla="*/ 89448 w 376668"/>
              <a:gd name="connsiteY79" fmla="*/ 224695 h 399764"/>
              <a:gd name="connsiteX80" fmla="*/ 89448 w 376668"/>
              <a:gd name="connsiteY80" fmla="*/ 241554 h 399764"/>
              <a:gd name="connsiteX81" fmla="*/ 81101 w 376668"/>
              <a:gd name="connsiteY81" fmla="*/ 249936 h 399764"/>
              <a:gd name="connsiteX82" fmla="*/ 81101 w 376668"/>
              <a:gd name="connsiteY82" fmla="*/ 299561 h 399764"/>
              <a:gd name="connsiteX83" fmla="*/ 72754 w 376668"/>
              <a:gd name="connsiteY83" fmla="*/ 291179 h 399764"/>
              <a:gd name="connsiteX84" fmla="*/ 72754 w 376668"/>
              <a:gd name="connsiteY84" fmla="*/ 274320 h 399764"/>
              <a:gd name="connsiteX85" fmla="*/ 81101 w 376668"/>
              <a:gd name="connsiteY85" fmla="*/ 265938 h 399764"/>
              <a:gd name="connsiteX86" fmla="*/ 89448 w 376668"/>
              <a:gd name="connsiteY86" fmla="*/ 274320 h 399764"/>
              <a:gd name="connsiteX87" fmla="*/ 89448 w 376668"/>
              <a:gd name="connsiteY87" fmla="*/ 291179 h 399764"/>
              <a:gd name="connsiteX88" fmla="*/ 81101 w 376668"/>
              <a:gd name="connsiteY88" fmla="*/ 299561 h 399764"/>
              <a:gd name="connsiteX89" fmla="*/ 81101 w 376668"/>
              <a:gd name="connsiteY89" fmla="*/ 349187 h 399764"/>
              <a:gd name="connsiteX90" fmla="*/ 72754 w 376668"/>
              <a:gd name="connsiteY90" fmla="*/ 340995 h 399764"/>
              <a:gd name="connsiteX91" fmla="*/ 72754 w 376668"/>
              <a:gd name="connsiteY91" fmla="*/ 324612 h 399764"/>
              <a:gd name="connsiteX92" fmla="*/ 81101 w 376668"/>
              <a:gd name="connsiteY92" fmla="*/ 316420 h 399764"/>
              <a:gd name="connsiteX93" fmla="*/ 89448 w 376668"/>
              <a:gd name="connsiteY93" fmla="*/ 324612 h 399764"/>
              <a:gd name="connsiteX94" fmla="*/ 89448 w 376668"/>
              <a:gd name="connsiteY94" fmla="*/ 340995 h 399764"/>
              <a:gd name="connsiteX95" fmla="*/ 81101 w 376668"/>
              <a:gd name="connsiteY95" fmla="*/ 349187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376668" h="399764">
                <a:moveTo>
                  <a:pt x="81385" y="16573"/>
                </a:moveTo>
                <a:cubicBezTo>
                  <a:pt x="45530" y="16573"/>
                  <a:pt x="16600" y="44291"/>
                  <a:pt x="16600" y="80391"/>
                </a:cubicBezTo>
                <a:cubicBezTo>
                  <a:pt x="16600" y="108109"/>
                  <a:pt x="59379" y="166402"/>
                  <a:pt x="81385" y="195453"/>
                </a:cubicBezTo>
                <a:cubicBezTo>
                  <a:pt x="103487" y="166306"/>
                  <a:pt x="144843" y="108109"/>
                  <a:pt x="144843" y="80391"/>
                </a:cubicBezTo>
                <a:cubicBezTo>
                  <a:pt x="144843" y="44387"/>
                  <a:pt x="117241" y="16573"/>
                  <a:pt x="81385" y="16573"/>
                </a:cubicBezTo>
                <a:close/>
                <a:moveTo>
                  <a:pt x="81385" y="216218"/>
                </a:moveTo>
                <a:cubicBezTo>
                  <a:pt x="78635" y="216218"/>
                  <a:pt x="75884" y="214789"/>
                  <a:pt x="74461" y="213455"/>
                </a:cubicBezTo>
                <a:cubicBezTo>
                  <a:pt x="67537" y="203740"/>
                  <a:pt x="0" y="121920"/>
                  <a:pt x="0" y="80391"/>
                </a:cubicBezTo>
                <a:cubicBezTo>
                  <a:pt x="0" y="36004"/>
                  <a:pt x="37183" y="0"/>
                  <a:pt x="81385" y="0"/>
                </a:cubicBezTo>
                <a:cubicBezTo>
                  <a:pt x="125588" y="0"/>
                  <a:pt x="161348" y="36004"/>
                  <a:pt x="161348" y="80391"/>
                </a:cubicBezTo>
                <a:cubicBezTo>
                  <a:pt x="161348" y="122015"/>
                  <a:pt x="95139" y="203835"/>
                  <a:pt x="86887" y="213455"/>
                </a:cubicBezTo>
                <a:cubicBezTo>
                  <a:pt x="85464" y="214884"/>
                  <a:pt x="84136" y="216218"/>
                  <a:pt x="81385" y="216218"/>
                </a:cubicBezTo>
                <a:close/>
                <a:moveTo>
                  <a:pt x="81101" y="61531"/>
                </a:moveTo>
                <a:cubicBezTo>
                  <a:pt x="70193" y="61531"/>
                  <a:pt x="62035" y="71247"/>
                  <a:pt x="62035" y="80963"/>
                </a:cubicBezTo>
                <a:cubicBezTo>
                  <a:pt x="62035" y="92012"/>
                  <a:pt x="70193" y="100393"/>
                  <a:pt x="81101" y="100393"/>
                </a:cubicBezTo>
                <a:cubicBezTo>
                  <a:pt x="90681" y="100393"/>
                  <a:pt x="100167" y="92107"/>
                  <a:pt x="100167" y="80963"/>
                </a:cubicBezTo>
                <a:cubicBezTo>
                  <a:pt x="100167" y="71247"/>
                  <a:pt x="90586" y="61531"/>
                  <a:pt x="81101" y="61531"/>
                </a:cubicBezTo>
                <a:close/>
                <a:moveTo>
                  <a:pt x="81101" y="116967"/>
                </a:moveTo>
                <a:cubicBezTo>
                  <a:pt x="62035" y="116967"/>
                  <a:pt x="45625" y="100298"/>
                  <a:pt x="45625" y="80963"/>
                </a:cubicBezTo>
                <a:cubicBezTo>
                  <a:pt x="45625" y="61627"/>
                  <a:pt x="61940" y="44958"/>
                  <a:pt x="81101" y="44958"/>
                </a:cubicBezTo>
                <a:cubicBezTo>
                  <a:pt x="100261" y="44958"/>
                  <a:pt x="116577" y="61627"/>
                  <a:pt x="116577" y="80963"/>
                </a:cubicBezTo>
                <a:cubicBezTo>
                  <a:pt x="116577" y="100298"/>
                  <a:pt x="100261" y="116967"/>
                  <a:pt x="81101" y="116967"/>
                </a:cubicBezTo>
                <a:close/>
                <a:moveTo>
                  <a:pt x="296706" y="200120"/>
                </a:moveTo>
                <a:cubicBezTo>
                  <a:pt x="260851" y="200120"/>
                  <a:pt x="231920" y="227838"/>
                  <a:pt x="231920" y="263938"/>
                </a:cubicBezTo>
                <a:cubicBezTo>
                  <a:pt x="231920" y="291656"/>
                  <a:pt x="274699" y="349853"/>
                  <a:pt x="296706" y="379000"/>
                </a:cubicBezTo>
                <a:cubicBezTo>
                  <a:pt x="318807" y="349853"/>
                  <a:pt x="360164" y="291656"/>
                  <a:pt x="360164" y="263938"/>
                </a:cubicBezTo>
                <a:cubicBezTo>
                  <a:pt x="360164" y="227933"/>
                  <a:pt x="332561" y="200120"/>
                  <a:pt x="296706" y="200120"/>
                </a:cubicBezTo>
                <a:close/>
                <a:moveTo>
                  <a:pt x="296706" y="399764"/>
                </a:moveTo>
                <a:cubicBezTo>
                  <a:pt x="293955" y="399764"/>
                  <a:pt x="291204" y="398335"/>
                  <a:pt x="289781" y="397002"/>
                </a:cubicBezTo>
                <a:cubicBezTo>
                  <a:pt x="282857" y="387287"/>
                  <a:pt x="215320" y="305467"/>
                  <a:pt x="215320" y="263938"/>
                </a:cubicBezTo>
                <a:cubicBezTo>
                  <a:pt x="215320" y="219551"/>
                  <a:pt x="252503" y="183547"/>
                  <a:pt x="296706" y="183547"/>
                </a:cubicBezTo>
                <a:cubicBezTo>
                  <a:pt x="340908" y="183547"/>
                  <a:pt x="376668" y="219551"/>
                  <a:pt x="376668" y="263938"/>
                </a:cubicBezTo>
                <a:cubicBezTo>
                  <a:pt x="376668" y="305562"/>
                  <a:pt x="310460" y="387382"/>
                  <a:pt x="302207" y="397002"/>
                </a:cubicBezTo>
                <a:cubicBezTo>
                  <a:pt x="300784" y="398431"/>
                  <a:pt x="299457" y="399764"/>
                  <a:pt x="296706" y="399764"/>
                </a:cubicBezTo>
                <a:close/>
                <a:moveTo>
                  <a:pt x="296042" y="244126"/>
                </a:moveTo>
                <a:cubicBezTo>
                  <a:pt x="285039" y="244126"/>
                  <a:pt x="276691" y="253841"/>
                  <a:pt x="276691" y="263557"/>
                </a:cubicBezTo>
                <a:cubicBezTo>
                  <a:pt x="276691" y="274606"/>
                  <a:pt x="284944" y="282988"/>
                  <a:pt x="296042" y="282988"/>
                </a:cubicBezTo>
                <a:cubicBezTo>
                  <a:pt x="305717" y="282988"/>
                  <a:pt x="315392" y="274701"/>
                  <a:pt x="315392" y="263557"/>
                </a:cubicBezTo>
                <a:cubicBezTo>
                  <a:pt x="315392" y="253841"/>
                  <a:pt x="305717" y="244126"/>
                  <a:pt x="296042" y="244126"/>
                </a:cubicBezTo>
                <a:close/>
                <a:moveTo>
                  <a:pt x="296042" y="299561"/>
                </a:moveTo>
                <a:cubicBezTo>
                  <a:pt x="276691" y="299561"/>
                  <a:pt x="260187" y="282893"/>
                  <a:pt x="260187" y="263557"/>
                </a:cubicBezTo>
                <a:cubicBezTo>
                  <a:pt x="260187" y="244221"/>
                  <a:pt x="276786" y="227552"/>
                  <a:pt x="296042" y="227552"/>
                </a:cubicBezTo>
                <a:cubicBezTo>
                  <a:pt x="315297" y="227552"/>
                  <a:pt x="331897" y="244221"/>
                  <a:pt x="331897" y="263557"/>
                </a:cubicBezTo>
                <a:cubicBezTo>
                  <a:pt x="331897" y="282893"/>
                  <a:pt x="315297" y="299561"/>
                  <a:pt x="296042" y="299561"/>
                </a:cubicBezTo>
                <a:close/>
                <a:moveTo>
                  <a:pt x="97890" y="399764"/>
                </a:moveTo>
                <a:lnTo>
                  <a:pt x="81101" y="399764"/>
                </a:lnTo>
                <a:cubicBezTo>
                  <a:pt x="76927" y="399764"/>
                  <a:pt x="72754" y="395573"/>
                  <a:pt x="72754" y="391382"/>
                </a:cubicBezTo>
                <a:lnTo>
                  <a:pt x="72754" y="374523"/>
                </a:lnTo>
                <a:cubicBezTo>
                  <a:pt x="72754" y="368903"/>
                  <a:pt x="76927" y="366141"/>
                  <a:pt x="81101" y="366141"/>
                </a:cubicBezTo>
                <a:cubicBezTo>
                  <a:pt x="85274" y="366141"/>
                  <a:pt x="89448" y="368903"/>
                  <a:pt x="89448" y="374523"/>
                </a:cubicBezTo>
                <a:lnTo>
                  <a:pt x="89448" y="382905"/>
                </a:lnTo>
                <a:lnTo>
                  <a:pt x="97795" y="382905"/>
                </a:lnTo>
                <a:cubicBezTo>
                  <a:pt x="101969" y="382905"/>
                  <a:pt x="106143" y="385667"/>
                  <a:pt x="106143" y="391287"/>
                </a:cubicBezTo>
                <a:cubicBezTo>
                  <a:pt x="106143" y="395478"/>
                  <a:pt x="101969" y="399669"/>
                  <a:pt x="97795" y="399669"/>
                </a:cubicBezTo>
                <a:close/>
                <a:moveTo>
                  <a:pt x="246433" y="399764"/>
                </a:moveTo>
                <a:lnTo>
                  <a:pt x="230118" y="399764"/>
                </a:lnTo>
                <a:cubicBezTo>
                  <a:pt x="226039" y="399764"/>
                  <a:pt x="221960" y="395573"/>
                  <a:pt x="221960" y="391382"/>
                </a:cubicBezTo>
                <a:cubicBezTo>
                  <a:pt x="221960" y="385762"/>
                  <a:pt x="226039" y="383000"/>
                  <a:pt x="230118" y="383000"/>
                </a:cubicBezTo>
                <a:lnTo>
                  <a:pt x="246433" y="383000"/>
                </a:lnTo>
                <a:cubicBezTo>
                  <a:pt x="250511" y="383000"/>
                  <a:pt x="254590" y="385762"/>
                  <a:pt x="254590" y="391382"/>
                </a:cubicBezTo>
                <a:cubicBezTo>
                  <a:pt x="254590" y="395573"/>
                  <a:pt x="250511" y="399764"/>
                  <a:pt x="246433" y="399764"/>
                </a:cubicBezTo>
                <a:close/>
                <a:moveTo>
                  <a:pt x="197013" y="399764"/>
                </a:moveTo>
                <a:lnTo>
                  <a:pt x="180698" y="399764"/>
                </a:lnTo>
                <a:cubicBezTo>
                  <a:pt x="176620" y="399764"/>
                  <a:pt x="172541" y="395573"/>
                  <a:pt x="172541" y="391382"/>
                </a:cubicBezTo>
                <a:cubicBezTo>
                  <a:pt x="172541" y="385762"/>
                  <a:pt x="176620" y="383000"/>
                  <a:pt x="180698" y="383000"/>
                </a:cubicBezTo>
                <a:lnTo>
                  <a:pt x="197013" y="383000"/>
                </a:lnTo>
                <a:cubicBezTo>
                  <a:pt x="201092" y="383000"/>
                  <a:pt x="205171" y="385762"/>
                  <a:pt x="205171" y="391382"/>
                </a:cubicBezTo>
                <a:cubicBezTo>
                  <a:pt x="205171" y="395573"/>
                  <a:pt x="201092" y="399764"/>
                  <a:pt x="197013" y="399764"/>
                </a:cubicBezTo>
                <a:close/>
                <a:moveTo>
                  <a:pt x="147309" y="399764"/>
                </a:moveTo>
                <a:lnTo>
                  <a:pt x="130520" y="399764"/>
                </a:lnTo>
                <a:cubicBezTo>
                  <a:pt x="126347" y="399764"/>
                  <a:pt x="122173" y="395573"/>
                  <a:pt x="122173" y="391382"/>
                </a:cubicBezTo>
                <a:cubicBezTo>
                  <a:pt x="122173" y="385762"/>
                  <a:pt x="126347" y="383000"/>
                  <a:pt x="130520" y="383000"/>
                </a:cubicBezTo>
                <a:lnTo>
                  <a:pt x="147309" y="383000"/>
                </a:lnTo>
                <a:cubicBezTo>
                  <a:pt x="151483" y="383000"/>
                  <a:pt x="155657" y="385762"/>
                  <a:pt x="155657" y="391382"/>
                </a:cubicBezTo>
                <a:cubicBezTo>
                  <a:pt x="155657" y="395573"/>
                  <a:pt x="151483" y="399764"/>
                  <a:pt x="147309" y="399764"/>
                </a:cubicBezTo>
                <a:close/>
                <a:moveTo>
                  <a:pt x="81101" y="249936"/>
                </a:moveTo>
                <a:cubicBezTo>
                  <a:pt x="76927" y="249936"/>
                  <a:pt x="72754" y="245745"/>
                  <a:pt x="72754" y="241554"/>
                </a:cubicBezTo>
                <a:lnTo>
                  <a:pt x="72754" y="224695"/>
                </a:lnTo>
                <a:cubicBezTo>
                  <a:pt x="72754" y="219075"/>
                  <a:pt x="76927" y="216313"/>
                  <a:pt x="81101" y="216313"/>
                </a:cubicBezTo>
                <a:cubicBezTo>
                  <a:pt x="85274" y="216313"/>
                  <a:pt x="89448" y="219075"/>
                  <a:pt x="89448" y="224695"/>
                </a:cubicBezTo>
                <a:lnTo>
                  <a:pt x="89448" y="241554"/>
                </a:lnTo>
                <a:cubicBezTo>
                  <a:pt x="89448" y="245745"/>
                  <a:pt x="85274" y="249936"/>
                  <a:pt x="81101" y="249936"/>
                </a:cubicBezTo>
                <a:close/>
                <a:moveTo>
                  <a:pt x="81101" y="299561"/>
                </a:moveTo>
                <a:cubicBezTo>
                  <a:pt x="76927" y="299561"/>
                  <a:pt x="72754" y="295370"/>
                  <a:pt x="72754" y="291179"/>
                </a:cubicBezTo>
                <a:lnTo>
                  <a:pt x="72754" y="274320"/>
                </a:lnTo>
                <a:cubicBezTo>
                  <a:pt x="72754" y="268700"/>
                  <a:pt x="76927" y="265938"/>
                  <a:pt x="81101" y="265938"/>
                </a:cubicBezTo>
                <a:cubicBezTo>
                  <a:pt x="85274" y="265938"/>
                  <a:pt x="89448" y="268700"/>
                  <a:pt x="89448" y="274320"/>
                </a:cubicBezTo>
                <a:lnTo>
                  <a:pt x="89448" y="291179"/>
                </a:lnTo>
                <a:cubicBezTo>
                  <a:pt x="89448" y="295370"/>
                  <a:pt x="85274" y="299561"/>
                  <a:pt x="81101" y="299561"/>
                </a:cubicBezTo>
                <a:close/>
                <a:moveTo>
                  <a:pt x="81101" y="349187"/>
                </a:moveTo>
                <a:cubicBezTo>
                  <a:pt x="76927" y="349187"/>
                  <a:pt x="72754" y="345091"/>
                  <a:pt x="72754" y="340995"/>
                </a:cubicBezTo>
                <a:lnTo>
                  <a:pt x="72754" y="324612"/>
                </a:lnTo>
                <a:cubicBezTo>
                  <a:pt x="72754" y="319183"/>
                  <a:pt x="76927" y="316420"/>
                  <a:pt x="81101" y="316420"/>
                </a:cubicBezTo>
                <a:cubicBezTo>
                  <a:pt x="85274" y="316420"/>
                  <a:pt x="89448" y="319183"/>
                  <a:pt x="89448" y="324612"/>
                </a:cubicBezTo>
                <a:lnTo>
                  <a:pt x="89448" y="340995"/>
                </a:lnTo>
                <a:cubicBezTo>
                  <a:pt x="89448" y="345091"/>
                  <a:pt x="85274" y="349187"/>
                  <a:pt x="81101" y="34918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" name="Graphic 22">
            <a:extLst>
              <a:ext uri="{FF2B5EF4-FFF2-40B4-BE49-F238E27FC236}">
                <a16:creationId xmlns:a16="http://schemas.microsoft.com/office/drawing/2014/main" id="{0EFD011A-3CB5-E227-373C-517A1B10304B}"/>
              </a:ext>
            </a:extLst>
          </p:cNvPr>
          <p:cNvSpPr/>
          <p:nvPr/>
        </p:nvSpPr>
        <p:spPr>
          <a:xfrm>
            <a:off x="4592368" y="1407201"/>
            <a:ext cx="503840" cy="534734"/>
          </a:xfrm>
          <a:custGeom>
            <a:avLst/>
            <a:gdLst>
              <a:gd name="connsiteX0" fmla="*/ 81385 w 376668"/>
              <a:gd name="connsiteY0" fmla="*/ 16573 h 399764"/>
              <a:gd name="connsiteX1" fmla="*/ 16600 w 376668"/>
              <a:gd name="connsiteY1" fmla="*/ 80391 h 399764"/>
              <a:gd name="connsiteX2" fmla="*/ 81385 w 376668"/>
              <a:gd name="connsiteY2" fmla="*/ 195453 h 399764"/>
              <a:gd name="connsiteX3" fmla="*/ 144843 w 376668"/>
              <a:gd name="connsiteY3" fmla="*/ 80391 h 399764"/>
              <a:gd name="connsiteX4" fmla="*/ 81385 w 376668"/>
              <a:gd name="connsiteY4" fmla="*/ 16573 h 399764"/>
              <a:gd name="connsiteX5" fmla="*/ 81385 w 376668"/>
              <a:gd name="connsiteY5" fmla="*/ 216218 h 399764"/>
              <a:gd name="connsiteX6" fmla="*/ 74461 w 376668"/>
              <a:gd name="connsiteY6" fmla="*/ 213455 h 399764"/>
              <a:gd name="connsiteX7" fmla="*/ 0 w 376668"/>
              <a:gd name="connsiteY7" fmla="*/ 80391 h 399764"/>
              <a:gd name="connsiteX8" fmla="*/ 81385 w 376668"/>
              <a:gd name="connsiteY8" fmla="*/ 0 h 399764"/>
              <a:gd name="connsiteX9" fmla="*/ 161348 w 376668"/>
              <a:gd name="connsiteY9" fmla="*/ 80391 h 399764"/>
              <a:gd name="connsiteX10" fmla="*/ 86887 w 376668"/>
              <a:gd name="connsiteY10" fmla="*/ 213455 h 399764"/>
              <a:gd name="connsiteX11" fmla="*/ 81385 w 376668"/>
              <a:gd name="connsiteY11" fmla="*/ 216218 h 399764"/>
              <a:gd name="connsiteX12" fmla="*/ 81101 w 376668"/>
              <a:gd name="connsiteY12" fmla="*/ 61531 h 399764"/>
              <a:gd name="connsiteX13" fmla="*/ 62035 w 376668"/>
              <a:gd name="connsiteY13" fmla="*/ 80963 h 399764"/>
              <a:gd name="connsiteX14" fmla="*/ 81101 w 376668"/>
              <a:gd name="connsiteY14" fmla="*/ 100393 h 399764"/>
              <a:gd name="connsiteX15" fmla="*/ 100167 w 376668"/>
              <a:gd name="connsiteY15" fmla="*/ 80963 h 399764"/>
              <a:gd name="connsiteX16" fmla="*/ 81101 w 376668"/>
              <a:gd name="connsiteY16" fmla="*/ 61531 h 399764"/>
              <a:gd name="connsiteX17" fmla="*/ 81101 w 376668"/>
              <a:gd name="connsiteY17" fmla="*/ 116967 h 399764"/>
              <a:gd name="connsiteX18" fmla="*/ 45625 w 376668"/>
              <a:gd name="connsiteY18" fmla="*/ 80963 h 399764"/>
              <a:gd name="connsiteX19" fmla="*/ 81101 w 376668"/>
              <a:gd name="connsiteY19" fmla="*/ 44958 h 399764"/>
              <a:gd name="connsiteX20" fmla="*/ 116577 w 376668"/>
              <a:gd name="connsiteY20" fmla="*/ 80963 h 399764"/>
              <a:gd name="connsiteX21" fmla="*/ 81101 w 376668"/>
              <a:gd name="connsiteY21" fmla="*/ 116967 h 399764"/>
              <a:gd name="connsiteX22" fmla="*/ 296706 w 376668"/>
              <a:gd name="connsiteY22" fmla="*/ 200120 h 399764"/>
              <a:gd name="connsiteX23" fmla="*/ 231920 w 376668"/>
              <a:gd name="connsiteY23" fmla="*/ 263938 h 399764"/>
              <a:gd name="connsiteX24" fmla="*/ 296706 w 376668"/>
              <a:gd name="connsiteY24" fmla="*/ 379000 h 399764"/>
              <a:gd name="connsiteX25" fmla="*/ 360164 w 376668"/>
              <a:gd name="connsiteY25" fmla="*/ 263938 h 399764"/>
              <a:gd name="connsiteX26" fmla="*/ 296706 w 376668"/>
              <a:gd name="connsiteY26" fmla="*/ 200120 h 399764"/>
              <a:gd name="connsiteX27" fmla="*/ 296706 w 376668"/>
              <a:gd name="connsiteY27" fmla="*/ 399764 h 399764"/>
              <a:gd name="connsiteX28" fmla="*/ 289781 w 376668"/>
              <a:gd name="connsiteY28" fmla="*/ 397002 h 399764"/>
              <a:gd name="connsiteX29" fmla="*/ 215320 w 376668"/>
              <a:gd name="connsiteY29" fmla="*/ 263938 h 399764"/>
              <a:gd name="connsiteX30" fmla="*/ 296706 w 376668"/>
              <a:gd name="connsiteY30" fmla="*/ 183547 h 399764"/>
              <a:gd name="connsiteX31" fmla="*/ 376668 w 376668"/>
              <a:gd name="connsiteY31" fmla="*/ 263938 h 399764"/>
              <a:gd name="connsiteX32" fmla="*/ 302207 w 376668"/>
              <a:gd name="connsiteY32" fmla="*/ 397002 h 399764"/>
              <a:gd name="connsiteX33" fmla="*/ 296706 w 376668"/>
              <a:gd name="connsiteY33" fmla="*/ 399764 h 399764"/>
              <a:gd name="connsiteX34" fmla="*/ 296042 w 376668"/>
              <a:gd name="connsiteY34" fmla="*/ 244126 h 399764"/>
              <a:gd name="connsiteX35" fmla="*/ 276691 w 376668"/>
              <a:gd name="connsiteY35" fmla="*/ 263557 h 399764"/>
              <a:gd name="connsiteX36" fmla="*/ 296042 w 376668"/>
              <a:gd name="connsiteY36" fmla="*/ 282988 h 399764"/>
              <a:gd name="connsiteX37" fmla="*/ 315392 w 376668"/>
              <a:gd name="connsiteY37" fmla="*/ 263557 h 399764"/>
              <a:gd name="connsiteX38" fmla="*/ 296042 w 376668"/>
              <a:gd name="connsiteY38" fmla="*/ 244126 h 399764"/>
              <a:gd name="connsiteX39" fmla="*/ 296042 w 376668"/>
              <a:gd name="connsiteY39" fmla="*/ 299561 h 399764"/>
              <a:gd name="connsiteX40" fmla="*/ 260187 w 376668"/>
              <a:gd name="connsiteY40" fmla="*/ 263557 h 399764"/>
              <a:gd name="connsiteX41" fmla="*/ 296042 w 376668"/>
              <a:gd name="connsiteY41" fmla="*/ 227552 h 399764"/>
              <a:gd name="connsiteX42" fmla="*/ 331897 w 376668"/>
              <a:gd name="connsiteY42" fmla="*/ 263557 h 399764"/>
              <a:gd name="connsiteX43" fmla="*/ 296042 w 376668"/>
              <a:gd name="connsiteY43" fmla="*/ 299561 h 399764"/>
              <a:gd name="connsiteX44" fmla="*/ 97890 w 376668"/>
              <a:gd name="connsiteY44" fmla="*/ 399764 h 399764"/>
              <a:gd name="connsiteX45" fmla="*/ 81101 w 376668"/>
              <a:gd name="connsiteY45" fmla="*/ 399764 h 399764"/>
              <a:gd name="connsiteX46" fmla="*/ 72754 w 376668"/>
              <a:gd name="connsiteY46" fmla="*/ 391382 h 399764"/>
              <a:gd name="connsiteX47" fmla="*/ 72754 w 376668"/>
              <a:gd name="connsiteY47" fmla="*/ 374523 h 399764"/>
              <a:gd name="connsiteX48" fmla="*/ 81101 w 376668"/>
              <a:gd name="connsiteY48" fmla="*/ 366141 h 399764"/>
              <a:gd name="connsiteX49" fmla="*/ 89448 w 376668"/>
              <a:gd name="connsiteY49" fmla="*/ 374523 h 399764"/>
              <a:gd name="connsiteX50" fmla="*/ 89448 w 376668"/>
              <a:gd name="connsiteY50" fmla="*/ 382905 h 399764"/>
              <a:gd name="connsiteX51" fmla="*/ 97795 w 376668"/>
              <a:gd name="connsiteY51" fmla="*/ 382905 h 399764"/>
              <a:gd name="connsiteX52" fmla="*/ 106143 w 376668"/>
              <a:gd name="connsiteY52" fmla="*/ 391287 h 399764"/>
              <a:gd name="connsiteX53" fmla="*/ 97795 w 376668"/>
              <a:gd name="connsiteY53" fmla="*/ 399669 h 399764"/>
              <a:gd name="connsiteX54" fmla="*/ 246433 w 376668"/>
              <a:gd name="connsiteY54" fmla="*/ 399764 h 399764"/>
              <a:gd name="connsiteX55" fmla="*/ 230118 w 376668"/>
              <a:gd name="connsiteY55" fmla="*/ 399764 h 399764"/>
              <a:gd name="connsiteX56" fmla="*/ 221960 w 376668"/>
              <a:gd name="connsiteY56" fmla="*/ 391382 h 399764"/>
              <a:gd name="connsiteX57" fmla="*/ 230118 w 376668"/>
              <a:gd name="connsiteY57" fmla="*/ 383000 h 399764"/>
              <a:gd name="connsiteX58" fmla="*/ 246433 w 376668"/>
              <a:gd name="connsiteY58" fmla="*/ 383000 h 399764"/>
              <a:gd name="connsiteX59" fmla="*/ 254590 w 376668"/>
              <a:gd name="connsiteY59" fmla="*/ 391382 h 399764"/>
              <a:gd name="connsiteX60" fmla="*/ 246433 w 376668"/>
              <a:gd name="connsiteY60" fmla="*/ 399764 h 399764"/>
              <a:gd name="connsiteX61" fmla="*/ 197013 w 376668"/>
              <a:gd name="connsiteY61" fmla="*/ 399764 h 399764"/>
              <a:gd name="connsiteX62" fmla="*/ 180698 w 376668"/>
              <a:gd name="connsiteY62" fmla="*/ 399764 h 399764"/>
              <a:gd name="connsiteX63" fmla="*/ 172541 w 376668"/>
              <a:gd name="connsiteY63" fmla="*/ 391382 h 399764"/>
              <a:gd name="connsiteX64" fmla="*/ 180698 w 376668"/>
              <a:gd name="connsiteY64" fmla="*/ 383000 h 399764"/>
              <a:gd name="connsiteX65" fmla="*/ 197013 w 376668"/>
              <a:gd name="connsiteY65" fmla="*/ 383000 h 399764"/>
              <a:gd name="connsiteX66" fmla="*/ 205171 w 376668"/>
              <a:gd name="connsiteY66" fmla="*/ 391382 h 399764"/>
              <a:gd name="connsiteX67" fmla="*/ 197013 w 376668"/>
              <a:gd name="connsiteY67" fmla="*/ 399764 h 399764"/>
              <a:gd name="connsiteX68" fmla="*/ 147309 w 376668"/>
              <a:gd name="connsiteY68" fmla="*/ 399764 h 399764"/>
              <a:gd name="connsiteX69" fmla="*/ 130520 w 376668"/>
              <a:gd name="connsiteY69" fmla="*/ 399764 h 399764"/>
              <a:gd name="connsiteX70" fmla="*/ 122173 w 376668"/>
              <a:gd name="connsiteY70" fmla="*/ 391382 h 399764"/>
              <a:gd name="connsiteX71" fmla="*/ 130520 w 376668"/>
              <a:gd name="connsiteY71" fmla="*/ 383000 h 399764"/>
              <a:gd name="connsiteX72" fmla="*/ 147309 w 376668"/>
              <a:gd name="connsiteY72" fmla="*/ 383000 h 399764"/>
              <a:gd name="connsiteX73" fmla="*/ 155657 w 376668"/>
              <a:gd name="connsiteY73" fmla="*/ 391382 h 399764"/>
              <a:gd name="connsiteX74" fmla="*/ 147309 w 376668"/>
              <a:gd name="connsiteY74" fmla="*/ 399764 h 399764"/>
              <a:gd name="connsiteX75" fmla="*/ 81101 w 376668"/>
              <a:gd name="connsiteY75" fmla="*/ 249936 h 399764"/>
              <a:gd name="connsiteX76" fmla="*/ 72754 w 376668"/>
              <a:gd name="connsiteY76" fmla="*/ 241554 h 399764"/>
              <a:gd name="connsiteX77" fmla="*/ 72754 w 376668"/>
              <a:gd name="connsiteY77" fmla="*/ 224695 h 399764"/>
              <a:gd name="connsiteX78" fmla="*/ 81101 w 376668"/>
              <a:gd name="connsiteY78" fmla="*/ 216313 h 399764"/>
              <a:gd name="connsiteX79" fmla="*/ 89448 w 376668"/>
              <a:gd name="connsiteY79" fmla="*/ 224695 h 399764"/>
              <a:gd name="connsiteX80" fmla="*/ 89448 w 376668"/>
              <a:gd name="connsiteY80" fmla="*/ 241554 h 399764"/>
              <a:gd name="connsiteX81" fmla="*/ 81101 w 376668"/>
              <a:gd name="connsiteY81" fmla="*/ 249936 h 399764"/>
              <a:gd name="connsiteX82" fmla="*/ 81101 w 376668"/>
              <a:gd name="connsiteY82" fmla="*/ 299561 h 399764"/>
              <a:gd name="connsiteX83" fmla="*/ 72754 w 376668"/>
              <a:gd name="connsiteY83" fmla="*/ 291179 h 399764"/>
              <a:gd name="connsiteX84" fmla="*/ 72754 w 376668"/>
              <a:gd name="connsiteY84" fmla="*/ 274320 h 399764"/>
              <a:gd name="connsiteX85" fmla="*/ 81101 w 376668"/>
              <a:gd name="connsiteY85" fmla="*/ 265938 h 399764"/>
              <a:gd name="connsiteX86" fmla="*/ 89448 w 376668"/>
              <a:gd name="connsiteY86" fmla="*/ 274320 h 399764"/>
              <a:gd name="connsiteX87" fmla="*/ 89448 w 376668"/>
              <a:gd name="connsiteY87" fmla="*/ 291179 h 399764"/>
              <a:gd name="connsiteX88" fmla="*/ 81101 w 376668"/>
              <a:gd name="connsiteY88" fmla="*/ 299561 h 399764"/>
              <a:gd name="connsiteX89" fmla="*/ 81101 w 376668"/>
              <a:gd name="connsiteY89" fmla="*/ 349187 h 399764"/>
              <a:gd name="connsiteX90" fmla="*/ 72754 w 376668"/>
              <a:gd name="connsiteY90" fmla="*/ 340995 h 399764"/>
              <a:gd name="connsiteX91" fmla="*/ 72754 w 376668"/>
              <a:gd name="connsiteY91" fmla="*/ 324612 h 399764"/>
              <a:gd name="connsiteX92" fmla="*/ 81101 w 376668"/>
              <a:gd name="connsiteY92" fmla="*/ 316420 h 399764"/>
              <a:gd name="connsiteX93" fmla="*/ 89448 w 376668"/>
              <a:gd name="connsiteY93" fmla="*/ 324612 h 399764"/>
              <a:gd name="connsiteX94" fmla="*/ 89448 w 376668"/>
              <a:gd name="connsiteY94" fmla="*/ 340995 h 399764"/>
              <a:gd name="connsiteX95" fmla="*/ 81101 w 376668"/>
              <a:gd name="connsiteY95" fmla="*/ 349187 h 399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376668" h="399764">
                <a:moveTo>
                  <a:pt x="81385" y="16573"/>
                </a:moveTo>
                <a:cubicBezTo>
                  <a:pt x="45530" y="16573"/>
                  <a:pt x="16600" y="44291"/>
                  <a:pt x="16600" y="80391"/>
                </a:cubicBezTo>
                <a:cubicBezTo>
                  <a:pt x="16600" y="108109"/>
                  <a:pt x="59379" y="166402"/>
                  <a:pt x="81385" y="195453"/>
                </a:cubicBezTo>
                <a:cubicBezTo>
                  <a:pt x="103487" y="166306"/>
                  <a:pt x="144843" y="108109"/>
                  <a:pt x="144843" y="80391"/>
                </a:cubicBezTo>
                <a:cubicBezTo>
                  <a:pt x="144843" y="44387"/>
                  <a:pt x="117241" y="16573"/>
                  <a:pt x="81385" y="16573"/>
                </a:cubicBezTo>
                <a:close/>
                <a:moveTo>
                  <a:pt x="81385" y="216218"/>
                </a:moveTo>
                <a:cubicBezTo>
                  <a:pt x="78635" y="216218"/>
                  <a:pt x="75884" y="214789"/>
                  <a:pt x="74461" y="213455"/>
                </a:cubicBezTo>
                <a:cubicBezTo>
                  <a:pt x="67537" y="203740"/>
                  <a:pt x="0" y="121920"/>
                  <a:pt x="0" y="80391"/>
                </a:cubicBezTo>
                <a:cubicBezTo>
                  <a:pt x="0" y="36004"/>
                  <a:pt x="37183" y="0"/>
                  <a:pt x="81385" y="0"/>
                </a:cubicBezTo>
                <a:cubicBezTo>
                  <a:pt x="125588" y="0"/>
                  <a:pt x="161348" y="36004"/>
                  <a:pt x="161348" y="80391"/>
                </a:cubicBezTo>
                <a:cubicBezTo>
                  <a:pt x="161348" y="122015"/>
                  <a:pt x="95139" y="203835"/>
                  <a:pt x="86887" y="213455"/>
                </a:cubicBezTo>
                <a:cubicBezTo>
                  <a:pt x="85464" y="214884"/>
                  <a:pt x="84136" y="216218"/>
                  <a:pt x="81385" y="216218"/>
                </a:cubicBezTo>
                <a:close/>
                <a:moveTo>
                  <a:pt x="81101" y="61531"/>
                </a:moveTo>
                <a:cubicBezTo>
                  <a:pt x="70193" y="61531"/>
                  <a:pt x="62035" y="71247"/>
                  <a:pt x="62035" y="80963"/>
                </a:cubicBezTo>
                <a:cubicBezTo>
                  <a:pt x="62035" y="92012"/>
                  <a:pt x="70193" y="100393"/>
                  <a:pt x="81101" y="100393"/>
                </a:cubicBezTo>
                <a:cubicBezTo>
                  <a:pt x="90681" y="100393"/>
                  <a:pt x="100167" y="92107"/>
                  <a:pt x="100167" y="80963"/>
                </a:cubicBezTo>
                <a:cubicBezTo>
                  <a:pt x="100167" y="71247"/>
                  <a:pt x="90586" y="61531"/>
                  <a:pt x="81101" y="61531"/>
                </a:cubicBezTo>
                <a:close/>
                <a:moveTo>
                  <a:pt x="81101" y="116967"/>
                </a:moveTo>
                <a:cubicBezTo>
                  <a:pt x="62035" y="116967"/>
                  <a:pt x="45625" y="100298"/>
                  <a:pt x="45625" y="80963"/>
                </a:cubicBezTo>
                <a:cubicBezTo>
                  <a:pt x="45625" y="61627"/>
                  <a:pt x="61940" y="44958"/>
                  <a:pt x="81101" y="44958"/>
                </a:cubicBezTo>
                <a:cubicBezTo>
                  <a:pt x="100261" y="44958"/>
                  <a:pt x="116577" y="61627"/>
                  <a:pt x="116577" y="80963"/>
                </a:cubicBezTo>
                <a:cubicBezTo>
                  <a:pt x="116577" y="100298"/>
                  <a:pt x="100261" y="116967"/>
                  <a:pt x="81101" y="116967"/>
                </a:cubicBezTo>
                <a:close/>
                <a:moveTo>
                  <a:pt x="296706" y="200120"/>
                </a:moveTo>
                <a:cubicBezTo>
                  <a:pt x="260851" y="200120"/>
                  <a:pt x="231920" y="227838"/>
                  <a:pt x="231920" y="263938"/>
                </a:cubicBezTo>
                <a:cubicBezTo>
                  <a:pt x="231920" y="291656"/>
                  <a:pt x="274699" y="349853"/>
                  <a:pt x="296706" y="379000"/>
                </a:cubicBezTo>
                <a:cubicBezTo>
                  <a:pt x="318807" y="349853"/>
                  <a:pt x="360164" y="291656"/>
                  <a:pt x="360164" y="263938"/>
                </a:cubicBezTo>
                <a:cubicBezTo>
                  <a:pt x="360164" y="227933"/>
                  <a:pt x="332561" y="200120"/>
                  <a:pt x="296706" y="200120"/>
                </a:cubicBezTo>
                <a:close/>
                <a:moveTo>
                  <a:pt x="296706" y="399764"/>
                </a:moveTo>
                <a:cubicBezTo>
                  <a:pt x="293955" y="399764"/>
                  <a:pt x="291204" y="398335"/>
                  <a:pt x="289781" y="397002"/>
                </a:cubicBezTo>
                <a:cubicBezTo>
                  <a:pt x="282857" y="387287"/>
                  <a:pt x="215320" y="305467"/>
                  <a:pt x="215320" y="263938"/>
                </a:cubicBezTo>
                <a:cubicBezTo>
                  <a:pt x="215320" y="219551"/>
                  <a:pt x="252503" y="183547"/>
                  <a:pt x="296706" y="183547"/>
                </a:cubicBezTo>
                <a:cubicBezTo>
                  <a:pt x="340908" y="183547"/>
                  <a:pt x="376668" y="219551"/>
                  <a:pt x="376668" y="263938"/>
                </a:cubicBezTo>
                <a:cubicBezTo>
                  <a:pt x="376668" y="305562"/>
                  <a:pt x="310460" y="387382"/>
                  <a:pt x="302207" y="397002"/>
                </a:cubicBezTo>
                <a:cubicBezTo>
                  <a:pt x="300784" y="398431"/>
                  <a:pt x="299457" y="399764"/>
                  <a:pt x="296706" y="399764"/>
                </a:cubicBezTo>
                <a:close/>
                <a:moveTo>
                  <a:pt x="296042" y="244126"/>
                </a:moveTo>
                <a:cubicBezTo>
                  <a:pt x="285039" y="244126"/>
                  <a:pt x="276691" y="253841"/>
                  <a:pt x="276691" y="263557"/>
                </a:cubicBezTo>
                <a:cubicBezTo>
                  <a:pt x="276691" y="274606"/>
                  <a:pt x="284944" y="282988"/>
                  <a:pt x="296042" y="282988"/>
                </a:cubicBezTo>
                <a:cubicBezTo>
                  <a:pt x="305717" y="282988"/>
                  <a:pt x="315392" y="274701"/>
                  <a:pt x="315392" y="263557"/>
                </a:cubicBezTo>
                <a:cubicBezTo>
                  <a:pt x="315392" y="253841"/>
                  <a:pt x="305717" y="244126"/>
                  <a:pt x="296042" y="244126"/>
                </a:cubicBezTo>
                <a:close/>
                <a:moveTo>
                  <a:pt x="296042" y="299561"/>
                </a:moveTo>
                <a:cubicBezTo>
                  <a:pt x="276691" y="299561"/>
                  <a:pt x="260187" y="282893"/>
                  <a:pt x="260187" y="263557"/>
                </a:cubicBezTo>
                <a:cubicBezTo>
                  <a:pt x="260187" y="244221"/>
                  <a:pt x="276786" y="227552"/>
                  <a:pt x="296042" y="227552"/>
                </a:cubicBezTo>
                <a:cubicBezTo>
                  <a:pt x="315297" y="227552"/>
                  <a:pt x="331897" y="244221"/>
                  <a:pt x="331897" y="263557"/>
                </a:cubicBezTo>
                <a:cubicBezTo>
                  <a:pt x="331897" y="282893"/>
                  <a:pt x="315297" y="299561"/>
                  <a:pt x="296042" y="299561"/>
                </a:cubicBezTo>
                <a:close/>
                <a:moveTo>
                  <a:pt x="97890" y="399764"/>
                </a:moveTo>
                <a:lnTo>
                  <a:pt x="81101" y="399764"/>
                </a:lnTo>
                <a:cubicBezTo>
                  <a:pt x="76927" y="399764"/>
                  <a:pt x="72754" y="395573"/>
                  <a:pt x="72754" y="391382"/>
                </a:cubicBezTo>
                <a:lnTo>
                  <a:pt x="72754" y="374523"/>
                </a:lnTo>
                <a:cubicBezTo>
                  <a:pt x="72754" y="368903"/>
                  <a:pt x="76927" y="366141"/>
                  <a:pt x="81101" y="366141"/>
                </a:cubicBezTo>
                <a:cubicBezTo>
                  <a:pt x="85274" y="366141"/>
                  <a:pt x="89448" y="368903"/>
                  <a:pt x="89448" y="374523"/>
                </a:cubicBezTo>
                <a:lnTo>
                  <a:pt x="89448" y="382905"/>
                </a:lnTo>
                <a:lnTo>
                  <a:pt x="97795" y="382905"/>
                </a:lnTo>
                <a:cubicBezTo>
                  <a:pt x="101969" y="382905"/>
                  <a:pt x="106143" y="385667"/>
                  <a:pt x="106143" y="391287"/>
                </a:cubicBezTo>
                <a:cubicBezTo>
                  <a:pt x="106143" y="395478"/>
                  <a:pt x="101969" y="399669"/>
                  <a:pt x="97795" y="399669"/>
                </a:cubicBezTo>
                <a:close/>
                <a:moveTo>
                  <a:pt x="246433" y="399764"/>
                </a:moveTo>
                <a:lnTo>
                  <a:pt x="230118" y="399764"/>
                </a:lnTo>
                <a:cubicBezTo>
                  <a:pt x="226039" y="399764"/>
                  <a:pt x="221960" y="395573"/>
                  <a:pt x="221960" y="391382"/>
                </a:cubicBezTo>
                <a:cubicBezTo>
                  <a:pt x="221960" y="385762"/>
                  <a:pt x="226039" y="383000"/>
                  <a:pt x="230118" y="383000"/>
                </a:cubicBezTo>
                <a:lnTo>
                  <a:pt x="246433" y="383000"/>
                </a:lnTo>
                <a:cubicBezTo>
                  <a:pt x="250511" y="383000"/>
                  <a:pt x="254590" y="385762"/>
                  <a:pt x="254590" y="391382"/>
                </a:cubicBezTo>
                <a:cubicBezTo>
                  <a:pt x="254590" y="395573"/>
                  <a:pt x="250511" y="399764"/>
                  <a:pt x="246433" y="399764"/>
                </a:cubicBezTo>
                <a:close/>
                <a:moveTo>
                  <a:pt x="197013" y="399764"/>
                </a:moveTo>
                <a:lnTo>
                  <a:pt x="180698" y="399764"/>
                </a:lnTo>
                <a:cubicBezTo>
                  <a:pt x="176620" y="399764"/>
                  <a:pt x="172541" y="395573"/>
                  <a:pt x="172541" y="391382"/>
                </a:cubicBezTo>
                <a:cubicBezTo>
                  <a:pt x="172541" y="385762"/>
                  <a:pt x="176620" y="383000"/>
                  <a:pt x="180698" y="383000"/>
                </a:cubicBezTo>
                <a:lnTo>
                  <a:pt x="197013" y="383000"/>
                </a:lnTo>
                <a:cubicBezTo>
                  <a:pt x="201092" y="383000"/>
                  <a:pt x="205171" y="385762"/>
                  <a:pt x="205171" y="391382"/>
                </a:cubicBezTo>
                <a:cubicBezTo>
                  <a:pt x="205171" y="395573"/>
                  <a:pt x="201092" y="399764"/>
                  <a:pt x="197013" y="399764"/>
                </a:cubicBezTo>
                <a:close/>
                <a:moveTo>
                  <a:pt x="147309" y="399764"/>
                </a:moveTo>
                <a:lnTo>
                  <a:pt x="130520" y="399764"/>
                </a:lnTo>
                <a:cubicBezTo>
                  <a:pt x="126347" y="399764"/>
                  <a:pt x="122173" y="395573"/>
                  <a:pt x="122173" y="391382"/>
                </a:cubicBezTo>
                <a:cubicBezTo>
                  <a:pt x="122173" y="385762"/>
                  <a:pt x="126347" y="383000"/>
                  <a:pt x="130520" y="383000"/>
                </a:cubicBezTo>
                <a:lnTo>
                  <a:pt x="147309" y="383000"/>
                </a:lnTo>
                <a:cubicBezTo>
                  <a:pt x="151483" y="383000"/>
                  <a:pt x="155657" y="385762"/>
                  <a:pt x="155657" y="391382"/>
                </a:cubicBezTo>
                <a:cubicBezTo>
                  <a:pt x="155657" y="395573"/>
                  <a:pt x="151483" y="399764"/>
                  <a:pt x="147309" y="399764"/>
                </a:cubicBezTo>
                <a:close/>
                <a:moveTo>
                  <a:pt x="81101" y="249936"/>
                </a:moveTo>
                <a:cubicBezTo>
                  <a:pt x="76927" y="249936"/>
                  <a:pt x="72754" y="245745"/>
                  <a:pt x="72754" y="241554"/>
                </a:cubicBezTo>
                <a:lnTo>
                  <a:pt x="72754" y="224695"/>
                </a:lnTo>
                <a:cubicBezTo>
                  <a:pt x="72754" y="219075"/>
                  <a:pt x="76927" y="216313"/>
                  <a:pt x="81101" y="216313"/>
                </a:cubicBezTo>
                <a:cubicBezTo>
                  <a:pt x="85274" y="216313"/>
                  <a:pt x="89448" y="219075"/>
                  <a:pt x="89448" y="224695"/>
                </a:cubicBezTo>
                <a:lnTo>
                  <a:pt x="89448" y="241554"/>
                </a:lnTo>
                <a:cubicBezTo>
                  <a:pt x="89448" y="245745"/>
                  <a:pt x="85274" y="249936"/>
                  <a:pt x="81101" y="249936"/>
                </a:cubicBezTo>
                <a:close/>
                <a:moveTo>
                  <a:pt x="81101" y="299561"/>
                </a:moveTo>
                <a:cubicBezTo>
                  <a:pt x="76927" y="299561"/>
                  <a:pt x="72754" y="295370"/>
                  <a:pt x="72754" y="291179"/>
                </a:cubicBezTo>
                <a:lnTo>
                  <a:pt x="72754" y="274320"/>
                </a:lnTo>
                <a:cubicBezTo>
                  <a:pt x="72754" y="268700"/>
                  <a:pt x="76927" y="265938"/>
                  <a:pt x="81101" y="265938"/>
                </a:cubicBezTo>
                <a:cubicBezTo>
                  <a:pt x="85274" y="265938"/>
                  <a:pt x="89448" y="268700"/>
                  <a:pt x="89448" y="274320"/>
                </a:cubicBezTo>
                <a:lnTo>
                  <a:pt x="89448" y="291179"/>
                </a:lnTo>
                <a:cubicBezTo>
                  <a:pt x="89448" y="295370"/>
                  <a:pt x="85274" y="299561"/>
                  <a:pt x="81101" y="299561"/>
                </a:cubicBezTo>
                <a:close/>
                <a:moveTo>
                  <a:pt x="81101" y="349187"/>
                </a:moveTo>
                <a:cubicBezTo>
                  <a:pt x="76927" y="349187"/>
                  <a:pt x="72754" y="345091"/>
                  <a:pt x="72754" y="340995"/>
                </a:cubicBezTo>
                <a:lnTo>
                  <a:pt x="72754" y="324612"/>
                </a:lnTo>
                <a:cubicBezTo>
                  <a:pt x="72754" y="319183"/>
                  <a:pt x="76927" y="316420"/>
                  <a:pt x="81101" y="316420"/>
                </a:cubicBezTo>
                <a:cubicBezTo>
                  <a:pt x="85274" y="316420"/>
                  <a:pt x="89448" y="319183"/>
                  <a:pt x="89448" y="324612"/>
                </a:cubicBezTo>
                <a:lnTo>
                  <a:pt x="89448" y="340995"/>
                </a:lnTo>
                <a:cubicBezTo>
                  <a:pt x="89448" y="345091"/>
                  <a:pt x="85274" y="349187"/>
                  <a:pt x="81101" y="34918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" name="Graphic 28">
            <a:extLst>
              <a:ext uri="{FF2B5EF4-FFF2-40B4-BE49-F238E27FC236}">
                <a16:creationId xmlns:a16="http://schemas.microsoft.com/office/drawing/2014/main" id="{F01527D3-D13F-020B-8FD2-147D89BAC1AD}"/>
              </a:ext>
            </a:extLst>
          </p:cNvPr>
          <p:cNvSpPr/>
          <p:nvPr/>
        </p:nvSpPr>
        <p:spPr>
          <a:xfrm>
            <a:off x="5453297" y="795669"/>
            <a:ext cx="501014" cy="504507"/>
          </a:xfrm>
          <a:custGeom>
            <a:avLst/>
            <a:gdLst>
              <a:gd name="connsiteX0" fmla="*/ 233438 w 373822"/>
              <a:gd name="connsiteY0" fmla="*/ 22289 h 376428"/>
              <a:gd name="connsiteX1" fmla="*/ 327534 w 373822"/>
              <a:gd name="connsiteY1" fmla="*/ 90106 h 376428"/>
              <a:gd name="connsiteX2" fmla="*/ 327534 w 373822"/>
              <a:gd name="connsiteY2" fmla="*/ 164497 h 376428"/>
              <a:gd name="connsiteX3" fmla="*/ 335312 w 373822"/>
              <a:gd name="connsiteY3" fmla="*/ 172307 h 376428"/>
              <a:gd name="connsiteX4" fmla="*/ 343090 w 373822"/>
              <a:gd name="connsiteY4" fmla="*/ 164497 h 376428"/>
              <a:gd name="connsiteX5" fmla="*/ 343090 w 373822"/>
              <a:gd name="connsiteY5" fmla="*/ 86201 h 376428"/>
              <a:gd name="connsiteX6" fmla="*/ 339201 w 373822"/>
              <a:gd name="connsiteY6" fmla="*/ 79629 h 376428"/>
              <a:gd name="connsiteX7" fmla="*/ 230023 w 373822"/>
              <a:gd name="connsiteY7" fmla="*/ 1333 h 376428"/>
              <a:gd name="connsiteX8" fmla="*/ 229359 w 373822"/>
              <a:gd name="connsiteY8" fmla="*/ 1143 h 376428"/>
              <a:gd name="connsiteX9" fmla="*/ 225944 w 373822"/>
              <a:gd name="connsiteY9" fmla="*/ 0 h 376428"/>
              <a:gd name="connsiteX10" fmla="*/ 222245 w 373822"/>
              <a:gd name="connsiteY10" fmla="*/ 1048 h 376428"/>
              <a:gd name="connsiteX11" fmla="*/ 220917 w 373822"/>
              <a:gd name="connsiteY11" fmla="*/ 1333 h 376428"/>
              <a:gd name="connsiteX12" fmla="*/ 116956 w 373822"/>
              <a:gd name="connsiteY12" fmla="*/ 77057 h 376428"/>
              <a:gd name="connsiteX13" fmla="*/ 11667 w 373822"/>
              <a:gd name="connsiteY13" fmla="*/ 1333 h 376428"/>
              <a:gd name="connsiteX14" fmla="*/ 3889 w 373822"/>
              <a:gd name="connsiteY14" fmla="*/ 1333 h 376428"/>
              <a:gd name="connsiteX15" fmla="*/ 0 w 373822"/>
              <a:gd name="connsiteY15" fmla="*/ 7810 h 376428"/>
              <a:gd name="connsiteX16" fmla="*/ 0 w 373822"/>
              <a:gd name="connsiteY16" fmla="*/ 258318 h 376428"/>
              <a:gd name="connsiteX17" fmla="*/ 2561 w 373822"/>
              <a:gd name="connsiteY17" fmla="*/ 264890 h 376428"/>
              <a:gd name="connsiteX18" fmla="*/ 111739 w 373822"/>
              <a:gd name="connsiteY18" fmla="*/ 343186 h 376428"/>
              <a:gd name="connsiteX19" fmla="*/ 116577 w 373822"/>
              <a:gd name="connsiteY19" fmla="*/ 344424 h 376428"/>
              <a:gd name="connsiteX20" fmla="*/ 116671 w 373822"/>
              <a:gd name="connsiteY20" fmla="*/ 344424 h 376428"/>
              <a:gd name="connsiteX21" fmla="*/ 116671 w 373822"/>
              <a:gd name="connsiteY21" fmla="*/ 344424 h 376428"/>
              <a:gd name="connsiteX22" fmla="*/ 116861 w 373822"/>
              <a:gd name="connsiteY22" fmla="*/ 344424 h 376428"/>
              <a:gd name="connsiteX23" fmla="*/ 120750 w 373822"/>
              <a:gd name="connsiteY23" fmla="*/ 343091 h 376428"/>
              <a:gd name="connsiteX24" fmla="*/ 214277 w 373822"/>
              <a:gd name="connsiteY24" fmla="*/ 275273 h 376428"/>
              <a:gd name="connsiteX25" fmla="*/ 216838 w 373822"/>
              <a:gd name="connsiteY25" fmla="*/ 264795 h 376428"/>
              <a:gd name="connsiteX26" fmla="*/ 205171 w 373822"/>
              <a:gd name="connsiteY26" fmla="*/ 263462 h 376428"/>
              <a:gd name="connsiteX27" fmla="*/ 124449 w 373822"/>
              <a:gd name="connsiteY27" fmla="*/ 321850 h 376428"/>
              <a:gd name="connsiteX28" fmla="*/ 124449 w 373822"/>
              <a:gd name="connsiteY28" fmla="*/ 89821 h 376428"/>
              <a:gd name="connsiteX29" fmla="*/ 218356 w 373822"/>
              <a:gd name="connsiteY29" fmla="*/ 22289 h 376428"/>
              <a:gd name="connsiteX30" fmla="*/ 218356 w 373822"/>
              <a:gd name="connsiteY30" fmla="*/ 164687 h 376428"/>
              <a:gd name="connsiteX31" fmla="*/ 225849 w 373822"/>
              <a:gd name="connsiteY31" fmla="*/ 172498 h 376428"/>
              <a:gd name="connsiteX32" fmla="*/ 233343 w 373822"/>
              <a:gd name="connsiteY32" fmla="*/ 164687 h 376428"/>
              <a:gd name="connsiteX33" fmla="*/ 233343 w 373822"/>
              <a:gd name="connsiteY33" fmla="*/ 22098 h 376428"/>
              <a:gd name="connsiteX34" fmla="*/ 15651 w 373822"/>
              <a:gd name="connsiteY34" fmla="*/ 23622 h 376428"/>
              <a:gd name="connsiteX35" fmla="*/ 108893 w 373822"/>
              <a:gd name="connsiteY35" fmla="*/ 90678 h 376428"/>
              <a:gd name="connsiteX36" fmla="*/ 108893 w 373822"/>
              <a:gd name="connsiteY36" fmla="*/ 321850 h 376428"/>
              <a:gd name="connsiteX37" fmla="*/ 15651 w 373822"/>
              <a:gd name="connsiteY37" fmla="*/ 254698 h 376428"/>
              <a:gd name="connsiteX38" fmla="*/ 15651 w 373822"/>
              <a:gd name="connsiteY38" fmla="*/ 23717 h 376428"/>
              <a:gd name="connsiteX39" fmla="*/ 303630 w 373822"/>
              <a:gd name="connsiteY39" fmla="*/ 187833 h 376428"/>
              <a:gd name="connsiteX40" fmla="*/ 233438 w 373822"/>
              <a:gd name="connsiteY40" fmla="*/ 258509 h 376428"/>
              <a:gd name="connsiteX41" fmla="*/ 297085 w 373822"/>
              <a:gd name="connsiteY41" fmla="*/ 373761 h 376428"/>
              <a:gd name="connsiteX42" fmla="*/ 303630 w 373822"/>
              <a:gd name="connsiteY42" fmla="*/ 376428 h 376428"/>
              <a:gd name="connsiteX43" fmla="*/ 308847 w 373822"/>
              <a:gd name="connsiteY43" fmla="*/ 373761 h 376428"/>
              <a:gd name="connsiteX44" fmla="*/ 373823 w 373822"/>
              <a:gd name="connsiteY44" fmla="*/ 258509 h 376428"/>
              <a:gd name="connsiteX45" fmla="*/ 303630 w 373822"/>
              <a:gd name="connsiteY45" fmla="*/ 187833 h 376428"/>
              <a:gd name="connsiteX46" fmla="*/ 303630 w 373822"/>
              <a:gd name="connsiteY46" fmla="*/ 356711 h 376428"/>
              <a:gd name="connsiteX47" fmla="*/ 248994 w 373822"/>
              <a:gd name="connsiteY47" fmla="*/ 258509 h 376428"/>
              <a:gd name="connsiteX48" fmla="*/ 303630 w 373822"/>
              <a:gd name="connsiteY48" fmla="*/ 203549 h 376428"/>
              <a:gd name="connsiteX49" fmla="*/ 358267 w 373822"/>
              <a:gd name="connsiteY49" fmla="*/ 258509 h 376428"/>
              <a:gd name="connsiteX50" fmla="*/ 303630 w 373822"/>
              <a:gd name="connsiteY50" fmla="*/ 356711 h 376428"/>
              <a:gd name="connsiteX51" fmla="*/ 304104 w 373822"/>
              <a:gd name="connsiteY51" fmla="*/ 227457 h 376428"/>
              <a:gd name="connsiteX52" fmla="*/ 272992 w 373822"/>
              <a:gd name="connsiteY52" fmla="*/ 258699 h 376428"/>
              <a:gd name="connsiteX53" fmla="*/ 304104 w 373822"/>
              <a:gd name="connsiteY53" fmla="*/ 289941 h 376428"/>
              <a:gd name="connsiteX54" fmla="*/ 335217 w 373822"/>
              <a:gd name="connsiteY54" fmla="*/ 258699 h 376428"/>
              <a:gd name="connsiteX55" fmla="*/ 304104 w 373822"/>
              <a:gd name="connsiteY55" fmla="*/ 227457 h 376428"/>
              <a:gd name="connsiteX56" fmla="*/ 304104 w 373822"/>
              <a:gd name="connsiteY56" fmla="*/ 274320 h 376428"/>
              <a:gd name="connsiteX57" fmla="*/ 288548 w 373822"/>
              <a:gd name="connsiteY57" fmla="*/ 258699 h 376428"/>
              <a:gd name="connsiteX58" fmla="*/ 304104 w 373822"/>
              <a:gd name="connsiteY58" fmla="*/ 243078 h 376428"/>
              <a:gd name="connsiteX59" fmla="*/ 319661 w 373822"/>
              <a:gd name="connsiteY59" fmla="*/ 258699 h 376428"/>
              <a:gd name="connsiteX60" fmla="*/ 304104 w 373822"/>
              <a:gd name="connsiteY60" fmla="*/ 274320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73822" h="376428">
                <a:moveTo>
                  <a:pt x="233438" y="22289"/>
                </a:moveTo>
                <a:cubicBezTo>
                  <a:pt x="243682" y="29623"/>
                  <a:pt x="268249" y="47339"/>
                  <a:pt x="327534" y="90106"/>
                </a:cubicBezTo>
                <a:lnTo>
                  <a:pt x="327534" y="164497"/>
                </a:lnTo>
                <a:cubicBezTo>
                  <a:pt x="327534" y="168402"/>
                  <a:pt x="330095" y="172307"/>
                  <a:pt x="335312" y="172307"/>
                </a:cubicBezTo>
                <a:cubicBezTo>
                  <a:pt x="339201" y="172307"/>
                  <a:pt x="343090" y="168402"/>
                  <a:pt x="343090" y="164497"/>
                </a:cubicBezTo>
                <a:lnTo>
                  <a:pt x="343090" y="86201"/>
                </a:lnTo>
                <a:cubicBezTo>
                  <a:pt x="343090" y="83629"/>
                  <a:pt x="341762" y="80963"/>
                  <a:pt x="339201" y="79629"/>
                </a:cubicBezTo>
                <a:lnTo>
                  <a:pt x="230023" y="1333"/>
                </a:lnTo>
                <a:cubicBezTo>
                  <a:pt x="230023" y="1333"/>
                  <a:pt x="229549" y="1333"/>
                  <a:pt x="229359" y="1143"/>
                </a:cubicBezTo>
                <a:cubicBezTo>
                  <a:pt x="228315" y="476"/>
                  <a:pt x="227177" y="0"/>
                  <a:pt x="225944" y="0"/>
                </a:cubicBezTo>
                <a:cubicBezTo>
                  <a:pt x="224426" y="0"/>
                  <a:pt x="223288" y="381"/>
                  <a:pt x="222245" y="1048"/>
                </a:cubicBezTo>
                <a:cubicBezTo>
                  <a:pt x="221865" y="1143"/>
                  <a:pt x="221296" y="1048"/>
                  <a:pt x="220917" y="1333"/>
                </a:cubicBezTo>
                <a:lnTo>
                  <a:pt x="116956" y="77057"/>
                </a:lnTo>
                <a:lnTo>
                  <a:pt x="11667" y="1333"/>
                </a:lnTo>
                <a:cubicBezTo>
                  <a:pt x="9106" y="0"/>
                  <a:pt x="6450" y="0"/>
                  <a:pt x="3889" y="1333"/>
                </a:cubicBezTo>
                <a:cubicBezTo>
                  <a:pt x="1328" y="2667"/>
                  <a:pt x="0" y="5239"/>
                  <a:pt x="0" y="7810"/>
                </a:cubicBezTo>
                <a:lnTo>
                  <a:pt x="0" y="258318"/>
                </a:lnTo>
                <a:cubicBezTo>
                  <a:pt x="0" y="260890"/>
                  <a:pt x="1328" y="263557"/>
                  <a:pt x="2561" y="264890"/>
                </a:cubicBezTo>
                <a:lnTo>
                  <a:pt x="111739" y="343186"/>
                </a:lnTo>
                <a:cubicBezTo>
                  <a:pt x="112972" y="344424"/>
                  <a:pt x="114300" y="344424"/>
                  <a:pt x="116577" y="344424"/>
                </a:cubicBezTo>
                <a:cubicBezTo>
                  <a:pt x="116577" y="344424"/>
                  <a:pt x="116577" y="344424"/>
                  <a:pt x="116671" y="344424"/>
                </a:cubicBezTo>
                <a:cubicBezTo>
                  <a:pt x="116671" y="344424"/>
                  <a:pt x="116671" y="344424"/>
                  <a:pt x="116671" y="344424"/>
                </a:cubicBezTo>
                <a:cubicBezTo>
                  <a:pt x="116671" y="344424"/>
                  <a:pt x="116766" y="344424"/>
                  <a:pt x="116861" y="344424"/>
                </a:cubicBezTo>
                <a:cubicBezTo>
                  <a:pt x="118189" y="344424"/>
                  <a:pt x="119422" y="344424"/>
                  <a:pt x="120750" y="343091"/>
                </a:cubicBezTo>
                <a:lnTo>
                  <a:pt x="214277" y="275273"/>
                </a:lnTo>
                <a:cubicBezTo>
                  <a:pt x="218166" y="273939"/>
                  <a:pt x="218166" y="268700"/>
                  <a:pt x="216838" y="264795"/>
                </a:cubicBezTo>
                <a:cubicBezTo>
                  <a:pt x="214277" y="260890"/>
                  <a:pt x="209060" y="260890"/>
                  <a:pt x="205171" y="263462"/>
                </a:cubicBezTo>
                <a:cubicBezTo>
                  <a:pt x="205171" y="263462"/>
                  <a:pt x="204886" y="263652"/>
                  <a:pt x="124449" y="321850"/>
                </a:cubicBezTo>
                <a:lnTo>
                  <a:pt x="124449" y="89821"/>
                </a:lnTo>
                <a:cubicBezTo>
                  <a:pt x="131753" y="84582"/>
                  <a:pt x="153570" y="68866"/>
                  <a:pt x="218356" y="22289"/>
                </a:cubicBezTo>
                <a:lnTo>
                  <a:pt x="218356" y="164687"/>
                </a:lnTo>
                <a:cubicBezTo>
                  <a:pt x="218356" y="168593"/>
                  <a:pt x="220822" y="172498"/>
                  <a:pt x="225849" y="172498"/>
                </a:cubicBezTo>
                <a:cubicBezTo>
                  <a:pt x="229549" y="172498"/>
                  <a:pt x="233343" y="168593"/>
                  <a:pt x="233343" y="164687"/>
                </a:cubicBezTo>
                <a:lnTo>
                  <a:pt x="233343" y="22098"/>
                </a:lnTo>
                <a:close/>
                <a:moveTo>
                  <a:pt x="15651" y="23622"/>
                </a:moveTo>
                <a:cubicBezTo>
                  <a:pt x="15651" y="23622"/>
                  <a:pt x="15651" y="23622"/>
                  <a:pt x="108893" y="90678"/>
                </a:cubicBezTo>
                <a:lnTo>
                  <a:pt x="108893" y="321850"/>
                </a:lnTo>
                <a:cubicBezTo>
                  <a:pt x="98175" y="314135"/>
                  <a:pt x="73323" y="296228"/>
                  <a:pt x="15651" y="254698"/>
                </a:cubicBezTo>
                <a:lnTo>
                  <a:pt x="15651" y="23717"/>
                </a:lnTo>
                <a:close/>
                <a:moveTo>
                  <a:pt x="303630" y="187833"/>
                </a:moveTo>
                <a:cubicBezTo>
                  <a:pt x="264645" y="187833"/>
                  <a:pt x="233438" y="219266"/>
                  <a:pt x="233438" y="258509"/>
                </a:cubicBezTo>
                <a:cubicBezTo>
                  <a:pt x="233438" y="295180"/>
                  <a:pt x="290635" y="365855"/>
                  <a:pt x="297085" y="373761"/>
                </a:cubicBezTo>
                <a:cubicBezTo>
                  <a:pt x="298413" y="375095"/>
                  <a:pt x="300974" y="376428"/>
                  <a:pt x="303630" y="376428"/>
                </a:cubicBezTo>
                <a:cubicBezTo>
                  <a:pt x="304958" y="376428"/>
                  <a:pt x="307519" y="375095"/>
                  <a:pt x="308847" y="373761"/>
                </a:cubicBezTo>
                <a:cubicBezTo>
                  <a:pt x="315392" y="365950"/>
                  <a:pt x="373823" y="295180"/>
                  <a:pt x="373823" y="258509"/>
                </a:cubicBezTo>
                <a:cubicBezTo>
                  <a:pt x="373823" y="219266"/>
                  <a:pt x="341287" y="187833"/>
                  <a:pt x="303630" y="187833"/>
                </a:cubicBezTo>
                <a:close/>
                <a:moveTo>
                  <a:pt x="303630" y="356711"/>
                </a:moveTo>
                <a:cubicBezTo>
                  <a:pt x="284090" y="331851"/>
                  <a:pt x="248994" y="282035"/>
                  <a:pt x="248994" y="258509"/>
                </a:cubicBezTo>
                <a:cubicBezTo>
                  <a:pt x="248994" y="228410"/>
                  <a:pt x="272423" y="203549"/>
                  <a:pt x="303630" y="203549"/>
                </a:cubicBezTo>
                <a:cubicBezTo>
                  <a:pt x="334837" y="203549"/>
                  <a:pt x="358267" y="228410"/>
                  <a:pt x="358267" y="258509"/>
                </a:cubicBezTo>
                <a:cubicBezTo>
                  <a:pt x="358267" y="282035"/>
                  <a:pt x="323170" y="331851"/>
                  <a:pt x="303630" y="356711"/>
                </a:cubicBezTo>
                <a:close/>
                <a:moveTo>
                  <a:pt x="304104" y="227457"/>
                </a:moveTo>
                <a:cubicBezTo>
                  <a:pt x="285892" y="227457"/>
                  <a:pt x="272992" y="241840"/>
                  <a:pt x="272992" y="258699"/>
                </a:cubicBezTo>
                <a:cubicBezTo>
                  <a:pt x="272992" y="275558"/>
                  <a:pt x="285987" y="289941"/>
                  <a:pt x="304104" y="289941"/>
                </a:cubicBezTo>
                <a:cubicBezTo>
                  <a:pt x="320989" y="289941"/>
                  <a:pt x="335217" y="275558"/>
                  <a:pt x="335217" y="258699"/>
                </a:cubicBezTo>
                <a:cubicBezTo>
                  <a:pt x="335217" y="241840"/>
                  <a:pt x="320894" y="227457"/>
                  <a:pt x="304104" y="227457"/>
                </a:cubicBezTo>
                <a:close/>
                <a:moveTo>
                  <a:pt x="304104" y="274320"/>
                </a:moveTo>
                <a:cubicBezTo>
                  <a:pt x="294998" y="274320"/>
                  <a:pt x="288548" y="267843"/>
                  <a:pt x="288548" y="258699"/>
                </a:cubicBezTo>
                <a:cubicBezTo>
                  <a:pt x="288548" y="249555"/>
                  <a:pt x="294998" y="243078"/>
                  <a:pt x="304104" y="243078"/>
                </a:cubicBezTo>
                <a:cubicBezTo>
                  <a:pt x="311883" y="243078"/>
                  <a:pt x="319661" y="249555"/>
                  <a:pt x="319661" y="258699"/>
                </a:cubicBezTo>
                <a:cubicBezTo>
                  <a:pt x="319661" y="267843"/>
                  <a:pt x="311883" y="274320"/>
                  <a:pt x="304104" y="27432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8">
            <a:extLst>
              <a:ext uri="{FF2B5EF4-FFF2-40B4-BE49-F238E27FC236}">
                <a16:creationId xmlns:a16="http://schemas.microsoft.com/office/drawing/2014/main" id="{4FF7266D-A04C-B45C-89FE-ADEF46334D33}"/>
              </a:ext>
            </a:extLst>
          </p:cNvPr>
          <p:cNvSpPr/>
          <p:nvPr/>
        </p:nvSpPr>
        <p:spPr>
          <a:xfrm>
            <a:off x="6233882" y="795669"/>
            <a:ext cx="501014" cy="504507"/>
          </a:xfrm>
          <a:custGeom>
            <a:avLst/>
            <a:gdLst>
              <a:gd name="connsiteX0" fmla="*/ 233438 w 373822"/>
              <a:gd name="connsiteY0" fmla="*/ 22289 h 376428"/>
              <a:gd name="connsiteX1" fmla="*/ 327534 w 373822"/>
              <a:gd name="connsiteY1" fmla="*/ 90106 h 376428"/>
              <a:gd name="connsiteX2" fmla="*/ 327534 w 373822"/>
              <a:gd name="connsiteY2" fmla="*/ 164497 h 376428"/>
              <a:gd name="connsiteX3" fmla="*/ 335312 w 373822"/>
              <a:gd name="connsiteY3" fmla="*/ 172307 h 376428"/>
              <a:gd name="connsiteX4" fmla="*/ 343090 w 373822"/>
              <a:gd name="connsiteY4" fmla="*/ 164497 h 376428"/>
              <a:gd name="connsiteX5" fmla="*/ 343090 w 373822"/>
              <a:gd name="connsiteY5" fmla="*/ 86201 h 376428"/>
              <a:gd name="connsiteX6" fmla="*/ 339201 w 373822"/>
              <a:gd name="connsiteY6" fmla="*/ 79629 h 376428"/>
              <a:gd name="connsiteX7" fmla="*/ 230023 w 373822"/>
              <a:gd name="connsiteY7" fmla="*/ 1333 h 376428"/>
              <a:gd name="connsiteX8" fmla="*/ 229359 w 373822"/>
              <a:gd name="connsiteY8" fmla="*/ 1143 h 376428"/>
              <a:gd name="connsiteX9" fmla="*/ 225944 w 373822"/>
              <a:gd name="connsiteY9" fmla="*/ 0 h 376428"/>
              <a:gd name="connsiteX10" fmla="*/ 222245 w 373822"/>
              <a:gd name="connsiteY10" fmla="*/ 1048 h 376428"/>
              <a:gd name="connsiteX11" fmla="*/ 220917 w 373822"/>
              <a:gd name="connsiteY11" fmla="*/ 1333 h 376428"/>
              <a:gd name="connsiteX12" fmla="*/ 116956 w 373822"/>
              <a:gd name="connsiteY12" fmla="*/ 77057 h 376428"/>
              <a:gd name="connsiteX13" fmla="*/ 11667 w 373822"/>
              <a:gd name="connsiteY13" fmla="*/ 1333 h 376428"/>
              <a:gd name="connsiteX14" fmla="*/ 3889 w 373822"/>
              <a:gd name="connsiteY14" fmla="*/ 1333 h 376428"/>
              <a:gd name="connsiteX15" fmla="*/ 0 w 373822"/>
              <a:gd name="connsiteY15" fmla="*/ 7810 h 376428"/>
              <a:gd name="connsiteX16" fmla="*/ 0 w 373822"/>
              <a:gd name="connsiteY16" fmla="*/ 258318 h 376428"/>
              <a:gd name="connsiteX17" fmla="*/ 2561 w 373822"/>
              <a:gd name="connsiteY17" fmla="*/ 264890 h 376428"/>
              <a:gd name="connsiteX18" fmla="*/ 111739 w 373822"/>
              <a:gd name="connsiteY18" fmla="*/ 343186 h 376428"/>
              <a:gd name="connsiteX19" fmla="*/ 116577 w 373822"/>
              <a:gd name="connsiteY19" fmla="*/ 344424 h 376428"/>
              <a:gd name="connsiteX20" fmla="*/ 116671 w 373822"/>
              <a:gd name="connsiteY20" fmla="*/ 344424 h 376428"/>
              <a:gd name="connsiteX21" fmla="*/ 116671 w 373822"/>
              <a:gd name="connsiteY21" fmla="*/ 344424 h 376428"/>
              <a:gd name="connsiteX22" fmla="*/ 116861 w 373822"/>
              <a:gd name="connsiteY22" fmla="*/ 344424 h 376428"/>
              <a:gd name="connsiteX23" fmla="*/ 120750 w 373822"/>
              <a:gd name="connsiteY23" fmla="*/ 343091 h 376428"/>
              <a:gd name="connsiteX24" fmla="*/ 214277 w 373822"/>
              <a:gd name="connsiteY24" fmla="*/ 275273 h 376428"/>
              <a:gd name="connsiteX25" fmla="*/ 216838 w 373822"/>
              <a:gd name="connsiteY25" fmla="*/ 264795 h 376428"/>
              <a:gd name="connsiteX26" fmla="*/ 205171 w 373822"/>
              <a:gd name="connsiteY26" fmla="*/ 263462 h 376428"/>
              <a:gd name="connsiteX27" fmla="*/ 124449 w 373822"/>
              <a:gd name="connsiteY27" fmla="*/ 321850 h 376428"/>
              <a:gd name="connsiteX28" fmla="*/ 124449 w 373822"/>
              <a:gd name="connsiteY28" fmla="*/ 89821 h 376428"/>
              <a:gd name="connsiteX29" fmla="*/ 218356 w 373822"/>
              <a:gd name="connsiteY29" fmla="*/ 22289 h 376428"/>
              <a:gd name="connsiteX30" fmla="*/ 218356 w 373822"/>
              <a:gd name="connsiteY30" fmla="*/ 164687 h 376428"/>
              <a:gd name="connsiteX31" fmla="*/ 225849 w 373822"/>
              <a:gd name="connsiteY31" fmla="*/ 172498 h 376428"/>
              <a:gd name="connsiteX32" fmla="*/ 233343 w 373822"/>
              <a:gd name="connsiteY32" fmla="*/ 164687 h 376428"/>
              <a:gd name="connsiteX33" fmla="*/ 233343 w 373822"/>
              <a:gd name="connsiteY33" fmla="*/ 22098 h 376428"/>
              <a:gd name="connsiteX34" fmla="*/ 15651 w 373822"/>
              <a:gd name="connsiteY34" fmla="*/ 23622 h 376428"/>
              <a:gd name="connsiteX35" fmla="*/ 108893 w 373822"/>
              <a:gd name="connsiteY35" fmla="*/ 90678 h 376428"/>
              <a:gd name="connsiteX36" fmla="*/ 108893 w 373822"/>
              <a:gd name="connsiteY36" fmla="*/ 321850 h 376428"/>
              <a:gd name="connsiteX37" fmla="*/ 15651 w 373822"/>
              <a:gd name="connsiteY37" fmla="*/ 254698 h 376428"/>
              <a:gd name="connsiteX38" fmla="*/ 15651 w 373822"/>
              <a:gd name="connsiteY38" fmla="*/ 23717 h 376428"/>
              <a:gd name="connsiteX39" fmla="*/ 303630 w 373822"/>
              <a:gd name="connsiteY39" fmla="*/ 187833 h 376428"/>
              <a:gd name="connsiteX40" fmla="*/ 233438 w 373822"/>
              <a:gd name="connsiteY40" fmla="*/ 258509 h 376428"/>
              <a:gd name="connsiteX41" fmla="*/ 297085 w 373822"/>
              <a:gd name="connsiteY41" fmla="*/ 373761 h 376428"/>
              <a:gd name="connsiteX42" fmla="*/ 303630 w 373822"/>
              <a:gd name="connsiteY42" fmla="*/ 376428 h 376428"/>
              <a:gd name="connsiteX43" fmla="*/ 308847 w 373822"/>
              <a:gd name="connsiteY43" fmla="*/ 373761 h 376428"/>
              <a:gd name="connsiteX44" fmla="*/ 373823 w 373822"/>
              <a:gd name="connsiteY44" fmla="*/ 258509 h 376428"/>
              <a:gd name="connsiteX45" fmla="*/ 303630 w 373822"/>
              <a:gd name="connsiteY45" fmla="*/ 187833 h 376428"/>
              <a:gd name="connsiteX46" fmla="*/ 303630 w 373822"/>
              <a:gd name="connsiteY46" fmla="*/ 356711 h 376428"/>
              <a:gd name="connsiteX47" fmla="*/ 248994 w 373822"/>
              <a:gd name="connsiteY47" fmla="*/ 258509 h 376428"/>
              <a:gd name="connsiteX48" fmla="*/ 303630 w 373822"/>
              <a:gd name="connsiteY48" fmla="*/ 203549 h 376428"/>
              <a:gd name="connsiteX49" fmla="*/ 358267 w 373822"/>
              <a:gd name="connsiteY49" fmla="*/ 258509 h 376428"/>
              <a:gd name="connsiteX50" fmla="*/ 303630 w 373822"/>
              <a:gd name="connsiteY50" fmla="*/ 356711 h 376428"/>
              <a:gd name="connsiteX51" fmla="*/ 304104 w 373822"/>
              <a:gd name="connsiteY51" fmla="*/ 227457 h 376428"/>
              <a:gd name="connsiteX52" fmla="*/ 272992 w 373822"/>
              <a:gd name="connsiteY52" fmla="*/ 258699 h 376428"/>
              <a:gd name="connsiteX53" fmla="*/ 304104 w 373822"/>
              <a:gd name="connsiteY53" fmla="*/ 289941 h 376428"/>
              <a:gd name="connsiteX54" fmla="*/ 335217 w 373822"/>
              <a:gd name="connsiteY54" fmla="*/ 258699 h 376428"/>
              <a:gd name="connsiteX55" fmla="*/ 304104 w 373822"/>
              <a:gd name="connsiteY55" fmla="*/ 227457 h 376428"/>
              <a:gd name="connsiteX56" fmla="*/ 304104 w 373822"/>
              <a:gd name="connsiteY56" fmla="*/ 274320 h 376428"/>
              <a:gd name="connsiteX57" fmla="*/ 288548 w 373822"/>
              <a:gd name="connsiteY57" fmla="*/ 258699 h 376428"/>
              <a:gd name="connsiteX58" fmla="*/ 304104 w 373822"/>
              <a:gd name="connsiteY58" fmla="*/ 243078 h 376428"/>
              <a:gd name="connsiteX59" fmla="*/ 319661 w 373822"/>
              <a:gd name="connsiteY59" fmla="*/ 258699 h 376428"/>
              <a:gd name="connsiteX60" fmla="*/ 304104 w 373822"/>
              <a:gd name="connsiteY60" fmla="*/ 274320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73822" h="376428">
                <a:moveTo>
                  <a:pt x="233438" y="22289"/>
                </a:moveTo>
                <a:cubicBezTo>
                  <a:pt x="243682" y="29623"/>
                  <a:pt x="268249" y="47339"/>
                  <a:pt x="327534" y="90106"/>
                </a:cubicBezTo>
                <a:lnTo>
                  <a:pt x="327534" y="164497"/>
                </a:lnTo>
                <a:cubicBezTo>
                  <a:pt x="327534" y="168402"/>
                  <a:pt x="330095" y="172307"/>
                  <a:pt x="335312" y="172307"/>
                </a:cubicBezTo>
                <a:cubicBezTo>
                  <a:pt x="339201" y="172307"/>
                  <a:pt x="343090" y="168402"/>
                  <a:pt x="343090" y="164497"/>
                </a:cubicBezTo>
                <a:lnTo>
                  <a:pt x="343090" y="86201"/>
                </a:lnTo>
                <a:cubicBezTo>
                  <a:pt x="343090" y="83629"/>
                  <a:pt x="341762" y="80963"/>
                  <a:pt x="339201" y="79629"/>
                </a:cubicBezTo>
                <a:lnTo>
                  <a:pt x="230023" y="1333"/>
                </a:lnTo>
                <a:cubicBezTo>
                  <a:pt x="230023" y="1333"/>
                  <a:pt x="229549" y="1333"/>
                  <a:pt x="229359" y="1143"/>
                </a:cubicBezTo>
                <a:cubicBezTo>
                  <a:pt x="228315" y="476"/>
                  <a:pt x="227177" y="0"/>
                  <a:pt x="225944" y="0"/>
                </a:cubicBezTo>
                <a:cubicBezTo>
                  <a:pt x="224426" y="0"/>
                  <a:pt x="223288" y="381"/>
                  <a:pt x="222245" y="1048"/>
                </a:cubicBezTo>
                <a:cubicBezTo>
                  <a:pt x="221865" y="1143"/>
                  <a:pt x="221296" y="1048"/>
                  <a:pt x="220917" y="1333"/>
                </a:cubicBezTo>
                <a:lnTo>
                  <a:pt x="116956" y="77057"/>
                </a:lnTo>
                <a:lnTo>
                  <a:pt x="11667" y="1333"/>
                </a:lnTo>
                <a:cubicBezTo>
                  <a:pt x="9106" y="0"/>
                  <a:pt x="6450" y="0"/>
                  <a:pt x="3889" y="1333"/>
                </a:cubicBezTo>
                <a:cubicBezTo>
                  <a:pt x="1328" y="2667"/>
                  <a:pt x="0" y="5239"/>
                  <a:pt x="0" y="7810"/>
                </a:cubicBezTo>
                <a:lnTo>
                  <a:pt x="0" y="258318"/>
                </a:lnTo>
                <a:cubicBezTo>
                  <a:pt x="0" y="260890"/>
                  <a:pt x="1328" y="263557"/>
                  <a:pt x="2561" y="264890"/>
                </a:cubicBezTo>
                <a:lnTo>
                  <a:pt x="111739" y="343186"/>
                </a:lnTo>
                <a:cubicBezTo>
                  <a:pt x="112972" y="344424"/>
                  <a:pt x="114300" y="344424"/>
                  <a:pt x="116577" y="344424"/>
                </a:cubicBezTo>
                <a:cubicBezTo>
                  <a:pt x="116577" y="344424"/>
                  <a:pt x="116577" y="344424"/>
                  <a:pt x="116671" y="344424"/>
                </a:cubicBezTo>
                <a:cubicBezTo>
                  <a:pt x="116671" y="344424"/>
                  <a:pt x="116671" y="344424"/>
                  <a:pt x="116671" y="344424"/>
                </a:cubicBezTo>
                <a:cubicBezTo>
                  <a:pt x="116671" y="344424"/>
                  <a:pt x="116766" y="344424"/>
                  <a:pt x="116861" y="344424"/>
                </a:cubicBezTo>
                <a:cubicBezTo>
                  <a:pt x="118189" y="344424"/>
                  <a:pt x="119422" y="344424"/>
                  <a:pt x="120750" y="343091"/>
                </a:cubicBezTo>
                <a:lnTo>
                  <a:pt x="214277" y="275273"/>
                </a:lnTo>
                <a:cubicBezTo>
                  <a:pt x="218166" y="273939"/>
                  <a:pt x="218166" y="268700"/>
                  <a:pt x="216838" y="264795"/>
                </a:cubicBezTo>
                <a:cubicBezTo>
                  <a:pt x="214277" y="260890"/>
                  <a:pt x="209060" y="260890"/>
                  <a:pt x="205171" y="263462"/>
                </a:cubicBezTo>
                <a:cubicBezTo>
                  <a:pt x="205171" y="263462"/>
                  <a:pt x="204886" y="263652"/>
                  <a:pt x="124449" y="321850"/>
                </a:cubicBezTo>
                <a:lnTo>
                  <a:pt x="124449" y="89821"/>
                </a:lnTo>
                <a:cubicBezTo>
                  <a:pt x="131753" y="84582"/>
                  <a:pt x="153570" y="68866"/>
                  <a:pt x="218356" y="22289"/>
                </a:cubicBezTo>
                <a:lnTo>
                  <a:pt x="218356" y="164687"/>
                </a:lnTo>
                <a:cubicBezTo>
                  <a:pt x="218356" y="168593"/>
                  <a:pt x="220822" y="172498"/>
                  <a:pt x="225849" y="172498"/>
                </a:cubicBezTo>
                <a:cubicBezTo>
                  <a:pt x="229549" y="172498"/>
                  <a:pt x="233343" y="168593"/>
                  <a:pt x="233343" y="164687"/>
                </a:cubicBezTo>
                <a:lnTo>
                  <a:pt x="233343" y="22098"/>
                </a:lnTo>
                <a:close/>
                <a:moveTo>
                  <a:pt x="15651" y="23622"/>
                </a:moveTo>
                <a:cubicBezTo>
                  <a:pt x="15651" y="23622"/>
                  <a:pt x="15651" y="23622"/>
                  <a:pt x="108893" y="90678"/>
                </a:cubicBezTo>
                <a:lnTo>
                  <a:pt x="108893" y="321850"/>
                </a:lnTo>
                <a:cubicBezTo>
                  <a:pt x="98175" y="314135"/>
                  <a:pt x="73323" y="296228"/>
                  <a:pt x="15651" y="254698"/>
                </a:cubicBezTo>
                <a:lnTo>
                  <a:pt x="15651" y="23717"/>
                </a:lnTo>
                <a:close/>
                <a:moveTo>
                  <a:pt x="303630" y="187833"/>
                </a:moveTo>
                <a:cubicBezTo>
                  <a:pt x="264645" y="187833"/>
                  <a:pt x="233438" y="219266"/>
                  <a:pt x="233438" y="258509"/>
                </a:cubicBezTo>
                <a:cubicBezTo>
                  <a:pt x="233438" y="295180"/>
                  <a:pt x="290635" y="365855"/>
                  <a:pt x="297085" y="373761"/>
                </a:cubicBezTo>
                <a:cubicBezTo>
                  <a:pt x="298413" y="375095"/>
                  <a:pt x="300974" y="376428"/>
                  <a:pt x="303630" y="376428"/>
                </a:cubicBezTo>
                <a:cubicBezTo>
                  <a:pt x="304958" y="376428"/>
                  <a:pt x="307519" y="375095"/>
                  <a:pt x="308847" y="373761"/>
                </a:cubicBezTo>
                <a:cubicBezTo>
                  <a:pt x="315392" y="365950"/>
                  <a:pt x="373823" y="295180"/>
                  <a:pt x="373823" y="258509"/>
                </a:cubicBezTo>
                <a:cubicBezTo>
                  <a:pt x="373823" y="219266"/>
                  <a:pt x="341287" y="187833"/>
                  <a:pt x="303630" y="187833"/>
                </a:cubicBezTo>
                <a:close/>
                <a:moveTo>
                  <a:pt x="303630" y="356711"/>
                </a:moveTo>
                <a:cubicBezTo>
                  <a:pt x="284090" y="331851"/>
                  <a:pt x="248994" y="282035"/>
                  <a:pt x="248994" y="258509"/>
                </a:cubicBezTo>
                <a:cubicBezTo>
                  <a:pt x="248994" y="228410"/>
                  <a:pt x="272423" y="203549"/>
                  <a:pt x="303630" y="203549"/>
                </a:cubicBezTo>
                <a:cubicBezTo>
                  <a:pt x="334837" y="203549"/>
                  <a:pt x="358267" y="228410"/>
                  <a:pt x="358267" y="258509"/>
                </a:cubicBezTo>
                <a:cubicBezTo>
                  <a:pt x="358267" y="282035"/>
                  <a:pt x="323170" y="331851"/>
                  <a:pt x="303630" y="356711"/>
                </a:cubicBezTo>
                <a:close/>
                <a:moveTo>
                  <a:pt x="304104" y="227457"/>
                </a:moveTo>
                <a:cubicBezTo>
                  <a:pt x="285892" y="227457"/>
                  <a:pt x="272992" y="241840"/>
                  <a:pt x="272992" y="258699"/>
                </a:cubicBezTo>
                <a:cubicBezTo>
                  <a:pt x="272992" y="275558"/>
                  <a:pt x="285987" y="289941"/>
                  <a:pt x="304104" y="289941"/>
                </a:cubicBezTo>
                <a:cubicBezTo>
                  <a:pt x="320989" y="289941"/>
                  <a:pt x="335217" y="275558"/>
                  <a:pt x="335217" y="258699"/>
                </a:cubicBezTo>
                <a:cubicBezTo>
                  <a:pt x="335217" y="241840"/>
                  <a:pt x="320894" y="227457"/>
                  <a:pt x="304104" y="227457"/>
                </a:cubicBezTo>
                <a:close/>
                <a:moveTo>
                  <a:pt x="304104" y="274320"/>
                </a:moveTo>
                <a:cubicBezTo>
                  <a:pt x="294998" y="274320"/>
                  <a:pt x="288548" y="267843"/>
                  <a:pt x="288548" y="258699"/>
                </a:cubicBezTo>
                <a:cubicBezTo>
                  <a:pt x="288548" y="249555"/>
                  <a:pt x="294998" y="243078"/>
                  <a:pt x="304104" y="243078"/>
                </a:cubicBezTo>
                <a:cubicBezTo>
                  <a:pt x="311883" y="243078"/>
                  <a:pt x="319661" y="249555"/>
                  <a:pt x="319661" y="258699"/>
                </a:cubicBezTo>
                <a:cubicBezTo>
                  <a:pt x="319661" y="267843"/>
                  <a:pt x="311883" y="274320"/>
                  <a:pt x="304104" y="27432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" name="Graphic 28">
            <a:extLst>
              <a:ext uri="{FF2B5EF4-FFF2-40B4-BE49-F238E27FC236}">
                <a16:creationId xmlns:a16="http://schemas.microsoft.com/office/drawing/2014/main" id="{A7C21DAB-5687-6646-F58D-86A8DBE151B0}"/>
              </a:ext>
            </a:extLst>
          </p:cNvPr>
          <p:cNvSpPr/>
          <p:nvPr/>
        </p:nvSpPr>
        <p:spPr>
          <a:xfrm>
            <a:off x="5453297" y="1442439"/>
            <a:ext cx="501014" cy="504507"/>
          </a:xfrm>
          <a:custGeom>
            <a:avLst/>
            <a:gdLst>
              <a:gd name="connsiteX0" fmla="*/ 233438 w 373822"/>
              <a:gd name="connsiteY0" fmla="*/ 22289 h 376428"/>
              <a:gd name="connsiteX1" fmla="*/ 327534 w 373822"/>
              <a:gd name="connsiteY1" fmla="*/ 90106 h 376428"/>
              <a:gd name="connsiteX2" fmla="*/ 327534 w 373822"/>
              <a:gd name="connsiteY2" fmla="*/ 164497 h 376428"/>
              <a:gd name="connsiteX3" fmla="*/ 335312 w 373822"/>
              <a:gd name="connsiteY3" fmla="*/ 172307 h 376428"/>
              <a:gd name="connsiteX4" fmla="*/ 343090 w 373822"/>
              <a:gd name="connsiteY4" fmla="*/ 164497 h 376428"/>
              <a:gd name="connsiteX5" fmla="*/ 343090 w 373822"/>
              <a:gd name="connsiteY5" fmla="*/ 86201 h 376428"/>
              <a:gd name="connsiteX6" fmla="*/ 339201 w 373822"/>
              <a:gd name="connsiteY6" fmla="*/ 79629 h 376428"/>
              <a:gd name="connsiteX7" fmla="*/ 230023 w 373822"/>
              <a:gd name="connsiteY7" fmla="*/ 1333 h 376428"/>
              <a:gd name="connsiteX8" fmla="*/ 229359 w 373822"/>
              <a:gd name="connsiteY8" fmla="*/ 1143 h 376428"/>
              <a:gd name="connsiteX9" fmla="*/ 225944 w 373822"/>
              <a:gd name="connsiteY9" fmla="*/ 0 h 376428"/>
              <a:gd name="connsiteX10" fmla="*/ 222245 w 373822"/>
              <a:gd name="connsiteY10" fmla="*/ 1048 h 376428"/>
              <a:gd name="connsiteX11" fmla="*/ 220917 w 373822"/>
              <a:gd name="connsiteY11" fmla="*/ 1333 h 376428"/>
              <a:gd name="connsiteX12" fmla="*/ 116956 w 373822"/>
              <a:gd name="connsiteY12" fmla="*/ 77057 h 376428"/>
              <a:gd name="connsiteX13" fmla="*/ 11667 w 373822"/>
              <a:gd name="connsiteY13" fmla="*/ 1333 h 376428"/>
              <a:gd name="connsiteX14" fmla="*/ 3889 w 373822"/>
              <a:gd name="connsiteY14" fmla="*/ 1333 h 376428"/>
              <a:gd name="connsiteX15" fmla="*/ 0 w 373822"/>
              <a:gd name="connsiteY15" fmla="*/ 7810 h 376428"/>
              <a:gd name="connsiteX16" fmla="*/ 0 w 373822"/>
              <a:gd name="connsiteY16" fmla="*/ 258318 h 376428"/>
              <a:gd name="connsiteX17" fmla="*/ 2561 w 373822"/>
              <a:gd name="connsiteY17" fmla="*/ 264890 h 376428"/>
              <a:gd name="connsiteX18" fmla="*/ 111739 w 373822"/>
              <a:gd name="connsiteY18" fmla="*/ 343186 h 376428"/>
              <a:gd name="connsiteX19" fmla="*/ 116577 w 373822"/>
              <a:gd name="connsiteY19" fmla="*/ 344424 h 376428"/>
              <a:gd name="connsiteX20" fmla="*/ 116671 w 373822"/>
              <a:gd name="connsiteY20" fmla="*/ 344424 h 376428"/>
              <a:gd name="connsiteX21" fmla="*/ 116671 w 373822"/>
              <a:gd name="connsiteY21" fmla="*/ 344424 h 376428"/>
              <a:gd name="connsiteX22" fmla="*/ 116861 w 373822"/>
              <a:gd name="connsiteY22" fmla="*/ 344424 h 376428"/>
              <a:gd name="connsiteX23" fmla="*/ 120750 w 373822"/>
              <a:gd name="connsiteY23" fmla="*/ 343091 h 376428"/>
              <a:gd name="connsiteX24" fmla="*/ 214277 w 373822"/>
              <a:gd name="connsiteY24" fmla="*/ 275273 h 376428"/>
              <a:gd name="connsiteX25" fmla="*/ 216838 w 373822"/>
              <a:gd name="connsiteY25" fmla="*/ 264795 h 376428"/>
              <a:gd name="connsiteX26" fmla="*/ 205171 w 373822"/>
              <a:gd name="connsiteY26" fmla="*/ 263462 h 376428"/>
              <a:gd name="connsiteX27" fmla="*/ 124449 w 373822"/>
              <a:gd name="connsiteY27" fmla="*/ 321850 h 376428"/>
              <a:gd name="connsiteX28" fmla="*/ 124449 w 373822"/>
              <a:gd name="connsiteY28" fmla="*/ 89821 h 376428"/>
              <a:gd name="connsiteX29" fmla="*/ 218356 w 373822"/>
              <a:gd name="connsiteY29" fmla="*/ 22289 h 376428"/>
              <a:gd name="connsiteX30" fmla="*/ 218356 w 373822"/>
              <a:gd name="connsiteY30" fmla="*/ 164687 h 376428"/>
              <a:gd name="connsiteX31" fmla="*/ 225849 w 373822"/>
              <a:gd name="connsiteY31" fmla="*/ 172498 h 376428"/>
              <a:gd name="connsiteX32" fmla="*/ 233343 w 373822"/>
              <a:gd name="connsiteY32" fmla="*/ 164687 h 376428"/>
              <a:gd name="connsiteX33" fmla="*/ 233343 w 373822"/>
              <a:gd name="connsiteY33" fmla="*/ 22098 h 376428"/>
              <a:gd name="connsiteX34" fmla="*/ 15651 w 373822"/>
              <a:gd name="connsiteY34" fmla="*/ 23622 h 376428"/>
              <a:gd name="connsiteX35" fmla="*/ 108893 w 373822"/>
              <a:gd name="connsiteY35" fmla="*/ 90678 h 376428"/>
              <a:gd name="connsiteX36" fmla="*/ 108893 w 373822"/>
              <a:gd name="connsiteY36" fmla="*/ 321850 h 376428"/>
              <a:gd name="connsiteX37" fmla="*/ 15651 w 373822"/>
              <a:gd name="connsiteY37" fmla="*/ 254698 h 376428"/>
              <a:gd name="connsiteX38" fmla="*/ 15651 w 373822"/>
              <a:gd name="connsiteY38" fmla="*/ 23717 h 376428"/>
              <a:gd name="connsiteX39" fmla="*/ 303630 w 373822"/>
              <a:gd name="connsiteY39" fmla="*/ 187833 h 376428"/>
              <a:gd name="connsiteX40" fmla="*/ 233438 w 373822"/>
              <a:gd name="connsiteY40" fmla="*/ 258509 h 376428"/>
              <a:gd name="connsiteX41" fmla="*/ 297085 w 373822"/>
              <a:gd name="connsiteY41" fmla="*/ 373761 h 376428"/>
              <a:gd name="connsiteX42" fmla="*/ 303630 w 373822"/>
              <a:gd name="connsiteY42" fmla="*/ 376428 h 376428"/>
              <a:gd name="connsiteX43" fmla="*/ 308847 w 373822"/>
              <a:gd name="connsiteY43" fmla="*/ 373761 h 376428"/>
              <a:gd name="connsiteX44" fmla="*/ 373823 w 373822"/>
              <a:gd name="connsiteY44" fmla="*/ 258509 h 376428"/>
              <a:gd name="connsiteX45" fmla="*/ 303630 w 373822"/>
              <a:gd name="connsiteY45" fmla="*/ 187833 h 376428"/>
              <a:gd name="connsiteX46" fmla="*/ 303630 w 373822"/>
              <a:gd name="connsiteY46" fmla="*/ 356711 h 376428"/>
              <a:gd name="connsiteX47" fmla="*/ 248994 w 373822"/>
              <a:gd name="connsiteY47" fmla="*/ 258509 h 376428"/>
              <a:gd name="connsiteX48" fmla="*/ 303630 w 373822"/>
              <a:gd name="connsiteY48" fmla="*/ 203549 h 376428"/>
              <a:gd name="connsiteX49" fmla="*/ 358267 w 373822"/>
              <a:gd name="connsiteY49" fmla="*/ 258509 h 376428"/>
              <a:gd name="connsiteX50" fmla="*/ 303630 w 373822"/>
              <a:gd name="connsiteY50" fmla="*/ 356711 h 376428"/>
              <a:gd name="connsiteX51" fmla="*/ 304104 w 373822"/>
              <a:gd name="connsiteY51" fmla="*/ 227457 h 376428"/>
              <a:gd name="connsiteX52" fmla="*/ 272992 w 373822"/>
              <a:gd name="connsiteY52" fmla="*/ 258699 h 376428"/>
              <a:gd name="connsiteX53" fmla="*/ 304104 w 373822"/>
              <a:gd name="connsiteY53" fmla="*/ 289941 h 376428"/>
              <a:gd name="connsiteX54" fmla="*/ 335217 w 373822"/>
              <a:gd name="connsiteY54" fmla="*/ 258699 h 376428"/>
              <a:gd name="connsiteX55" fmla="*/ 304104 w 373822"/>
              <a:gd name="connsiteY55" fmla="*/ 227457 h 376428"/>
              <a:gd name="connsiteX56" fmla="*/ 304104 w 373822"/>
              <a:gd name="connsiteY56" fmla="*/ 274320 h 376428"/>
              <a:gd name="connsiteX57" fmla="*/ 288548 w 373822"/>
              <a:gd name="connsiteY57" fmla="*/ 258699 h 376428"/>
              <a:gd name="connsiteX58" fmla="*/ 304104 w 373822"/>
              <a:gd name="connsiteY58" fmla="*/ 243078 h 376428"/>
              <a:gd name="connsiteX59" fmla="*/ 319661 w 373822"/>
              <a:gd name="connsiteY59" fmla="*/ 258699 h 376428"/>
              <a:gd name="connsiteX60" fmla="*/ 304104 w 373822"/>
              <a:gd name="connsiteY60" fmla="*/ 274320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73822" h="376428">
                <a:moveTo>
                  <a:pt x="233438" y="22289"/>
                </a:moveTo>
                <a:cubicBezTo>
                  <a:pt x="243682" y="29623"/>
                  <a:pt x="268249" y="47339"/>
                  <a:pt x="327534" y="90106"/>
                </a:cubicBezTo>
                <a:lnTo>
                  <a:pt x="327534" y="164497"/>
                </a:lnTo>
                <a:cubicBezTo>
                  <a:pt x="327534" y="168402"/>
                  <a:pt x="330095" y="172307"/>
                  <a:pt x="335312" y="172307"/>
                </a:cubicBezTo>
                <a:cubicBezTo>
                  <a:pt x="339201" y="172307"/>
                  <a:pt x="343090" y="168402"/>
                  <a:pt x="343090" y="164497"/>
                </a:cubicBezTo>
                <a:lnTo>
                  <a:pt x="343090" y="86201"/>
                </a:lnTo>
                <a:cubicBezTo>
                  <a:pt x="343090" y="83629"/>
                  <a:pt x="341762" y="80963"/>
                  <a:pt x="339201" y="79629"/>
                </a:cubicBezTo>
                <a:lnTo>
                  <a:pt x="230023" y="1333"/>
                </a:lnTo>
                <a:cubicBezTo>
                  <a:pt x="230023" y="1333"/>
                  <a:pt x="229549" y="1333"/>
                  <a:pt x="229359" y="1143"/>
                </a:cubicBezTo>
                <a:cubicBezTo>
                  <a:pt x="228315" y="476"/>
                  <a:pt x="227177" y="0"/>
                  <a:pt x="225944" y="0"/>
                </a:cubicBezTo>
                <a:cubicBezTo>
                  <a:pt x="224426" y="0"/>
                  <a:pt x="223288" y="381"/>
                  <a:pt x="222245" y="1048"/>
                </a:cubicBezTo>
                <a:cubicBezTo>
                  <a:pt x="221865" y="1143"/>
                  <a:pt x="221296" y="1048"/>
                  <a:pt x="220917" y="1333"/>
                </a:cubicBezTo>
                <a:lnTo>
                  <a:pt x="116956" y="77057"/>
                </a:lnTo>
                <a:lnTo>
                  <a:pt x="11667" y="1333"/>
                </a:lnTo>
                <a:cubicBezTo>
                  <a:pt x="9106" y="0"/>
                  <a:pt x="6450" y="0"/>
                  <a:pt x="3889" y="1333"/>
                </a:cubicBezTo>
                <a:cubicBezTo>
                  <a:pt x="1328" y="2667"/>
                  <a:pt x="0" y="5239"/>
                  <a:pt x="0" y="7810"/>
                </a:cubicBezTo>
                <a:lnTo>
                  <a:pt x="0" y="258318"/>
                </a:lnTo>
                <a:cubicBezTo>
                  <a:pt x="0" y="260890"/>
                  <a:pt x="1328" y="263557"/>
                  <a:pt x="2561" y="264890"/>
                </a:cubicBezTo>
                <a:lnTo>
                  <a:pt x="111739" y="343186"/>
                </a:lnTo>
                <a:cubicBezTo>
                  <a:pt x="112972" y="344424"/>
                  <a:pt x="114300" y="344424"/>
                  <a:pt x="116577" y="344424"/>
                </a:cubicBezTo>
                <a:cubicBezTo>
                  <a:pt x="116577" y="344424"/>
                  <a:pt x="116577" y="344424"/>
                  <a:pt x="116671" y="344424"/>
                </a:cubicBezTo>
                <a:cubicBezTo>
                  <a:pt x="116671" y="344424"/>
                  <a:pt x="116671" y="344424"/>
                  <a:pt x="116671" y="344424"/>
                </a:cubicBezTo>
                <a:cubicBezTo>
                  <a:pt x="116671" y="344424"/>
                  <a:pt x="116766" y="344424"/>
                  <a:pt x="116861" y="344424"/>
                </a:cubicBezTo>
                <a:cubicBezTo>
                  <a:pt x="118189" y="344424"/>
                  <a:pt x="119422" y="344424"/>
                  <a:pt x="120750" y="343091"/>
                </a:cubicBezTo>
                <a:lnTo>
                  <a:pt x="214277" y="275273"/>
                </a:lnTo>
                <a:cubicBezTo>
                  <a:pt x="218166" y="273939"/>
                  <a:pt x="218166" y="268700"/>
                  <a:pt x="216838" y="264795"/>
                </a:cubicBezTo>
                <a:cubicBezTo>
                  <a:pt x="214277" y="260890"/>
                  <a:pt x="209060" y="260890"/>
                  <a:pt x="205171" y="263462"/>
                </a:cubicBezTo>
                <a:cubicBezTo>
                  <a:pt x="205171" y="263462"/>
                  <a:pt x="204886" y="263652"/>
                  <a:pt x="124449" y="321850"/>
                </a:cubicBezTo>
                <a:lnTo>
                  <a:pt x="124449" y="89821"/>
                </a:lnTo>
                <a:cubicBezTo>
                  <a:pt x="131753" y="84582"/>
                  <a:pt x="153570" y="68866"/>
                  <a:pt x="218356" y="22289"/>
                </a:cubicBezTo>
                <a:lnTo>
                  <a:pt x="218356" y="164687"/>
                </a:lnTo>
                <a:cubicBezTo>
                  <a:pt x="218356" y="168593"/>
                  <a:pt x="220822" y="172498"/>
                  <a:pt x="225849" y="172498"/>
                </a:cubicBezTo>
                <a:cubicBezTo>
                  <a:pt x="229549" y="172498"/>
                  <a:pt x="233343" y="168593"/>
                  <a:pt x="233343" y="164687"/>
                </a:cubicBezTo>
                <a:lnTo>
                  <a:pt x="233343" y="22098"/>
                </a:lnTo>
                <a:close/>
                <a:moveTo>
                  <a:pt x="15651" y="23622"/>
                </a:moveTo>
                <a:cubicBezTo>
                  <a:pt x="15651" y="23622"/>
                  <a:pt x="15651" y="23622"/>
                  <a:pt x="108893" y="90678"/>
                </a:cubicBezTo>
                <a:lnTo>
                  <a:pt x="108893" y="321850"/>
                </a:lnTo>
                <a:cubicBezTo>
                  <a:pt x="98175" y="314135"/>
                  <a:pt x="73323" y="296228"/>
                  <a:pt x="15651" y="254698"/>
                </a:cubicBezTo>
                <a:lnTo>
                  <a:pt x="15651" y="23717"/>
                </a:lnTo>
                <a:close/>
                <a:moveTo>
                  <a:pt x="303630" y="187833"/>
                </a:moveTo>
                <a:cubicBezTo>
                  <a:pt x="264645" y="187833"/>
                  <a:pt x="233438" y="219266"/>
                  <a:pt x="233438" y="258509"/>
                </a:cubicBezTo>
                <a:cubicBezTo>
                  <a:pt x="233438" y="295180"/>
                  <a:pt x="290635" y="365855"/>
                  <a:pt x="297085" y="373761"/>
                </a:cubicBezTo>
                <a:cubicBezTo>
                  <a:pt x="298413" y="375095"/>
                  <a:pt x="300974" y="376428"/>
                  <a:pt x="303630" y="376428"/>
                </a:cubicBezTo>
                <a:cubicBezTo>
                  <a:pt x="304958" y="376428"/>
                  <a:pt x="307519" y="375095"/>
                  <a:pt x="308847" y="373761"/>
                </a:cubicBezTo>
                <a:cubicBezTo>
                  <a:pt x="315392" y="365950"/>
                  <a:pt x="373823" y="295180"/>
                  <a:pt x="373823" y="258509"/>
                </a:cubicBezTo>
                <a:cubicBezTo>
                  <a:pt x="373823" y="219266"/>
                  <a:pt x="341287" y="187833"/>
                  <a:pt x="303630" y="187833"/>
                </a:cubicBezTo>
                <a:close/>
                <a:moveTo>
                  <a:pt x="303630" y="356711"/>
                </a:moveTo>
                <a:cubicBezTo>
                  <a:pt x="284090" y="331851"/>
                  <a:pt x="248994" y="282035"/>
                  <a:pt x="248994" y="258509"/>
                </a:cubicBezTo>
                <a:cubicBezTo>
                  <a:pt x="248994" y="228410"/>
                  <a:pt x="272423" y="203549"/>
                  <a:pt x="303630" y="203549"/>
                </a:cubicBezTo>
                <a:cubicBezTo>
                  <a:pt x="334837" y="203549"/>
                  <a:pt x="358267" y="228410"/>
                  <a:pt x="358267" y="258509"/>
                </a:cubicBezTo>
                <a:cubicBezTo>
                  <a:pt x="358267" y="282035"/>
                  <a:pt x="323170" y="331851"/>
                  <a:pt x="303630" y="356711"/>
                </a:cubicBezTo>
                <a:close/>
                <a:moveTo>
                  <a:pt x="304104" y="227457"/>
                </a:moveTo>
                <a:cubicBezTo>
                  <a:pt x="285892" y="227457"/>
                  <a:pt x="272992" y="241840"/>
                  <a:pt x="272992" y="258699"/>
                </a:cubicBezTo>
                <a:cubicBezTo>
                  <a:pt x="272992" y="275558"/>
                  <a:pt x="285987" y="289941"/>
                  <a:pt x="304104" y="289941"/>
                </a:cubicBezTo>
                <a:cubicBezTo>
                  <a:pt x="320989" y="289941"/>
                  <a:pt x="335217" y="275558"/>
                  <a:pt x="335217" y="258699"/>
                </a:cubicBezTo>
                <a:cubicBezTo>
                  <a:pt x="335217" y="241840"/>
                  <a:pt x="320894" y="227457"/>
                  <a:pt x="304104" y="227457"/>
                </a:cubicBezTo>
                <a:close/>
                <a:moveTo>
                  <a:pt x="304104" y="274320"/>
                </a:moveTo>
                <a:cubicBezTo>
                  <a:pt x="294998" y="274320"/>
                  <a:pt x="288548" y="267843"/>
                  <a:pt x="288548" y="258699"/>
                </a:cubicBezTo>
                <a:cubicBezTo>
                  <a:pt x="288548" y="249555"/>
                  <a:pt x="294998" y="243078"/>
                  <a:pt x="304104" y="243078"/>
                </a:cubicBezTo>
                <a:cubicBezTo>
                  <a:pt x="311883" y="243078"/>
                  <a:pt x="319661" y="249555"/>
                  <a:pt x="319661" y="258699"/>
                </a:cubicBezTo>
                <a:cubicBezTo>
                  <a:pt x="319661" y="267843"/>
                  <a:pt x="311883" y="274320"/>
                  <a:pt x="304104" y="27432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" name="Graphic 28">
            <a:extLst>
              <a:ext uri="{FF2B5EF4-FFF2-40B4-BE49-F238E27FC236}">
                <a16:creationId xmlns:a16="http://schemas.microsoft.com/office/drawing/2014/main" id="{23BAC919-7A9B-5B2D-40E8-403B494A7D7E}"/>
              </a:ext>
            </a:extLst>
          </p:cNvPr>
          <p:cNvSpPr/>
          <p:nvPr/>
        </p:nvSpPr>
        <p:spPr>
          <a:xfrm>
            <a:off x="6233882" y="1442439"/>
            <a:ext cx="501014" cy="504507"/>
          </a:xfrm>
          <a:custGeom>
            <a:avLst/>
            <a:gdLst>
              <a:gd name="connsiteX0" fmla="*/ 233438 w 373822"/>
              <a:gd name="connsiteY0" fmla="*/ 22289 h 376428"/>
              <a:gd name="connsiteX1" fmla="*/ 327534 w 373822"/>
              <a:gd name="connsiteY1" fmla="*/ 90106 h 376428"/>
              <a:gd name="connsiteX2" fmla="*/ 327534 w 373822"/>
              <a:gd name="connsiteY2" fmla="*/ 164497 h 376428"/>
              <a:gd name="connsiteX3" fmla="*/ 335312 w 373822"/>
              <a:gd name="connsiteY3" fmla="*/ 172307 h 376428"/>
              <a:gd name="connsiteX4" fmla="*/ 343090 w 373822"/>
              <a:gd name="connsiteY4" fmla="*/ 164497 h 376428"/>
              <a:gd name="connsiteX5" fmla="*/ 343090 w 373822"/>
              <a:gd name="connsiteY5" fmla="*/ 86201 h 376428"/>
              <a:gd name="connsiteX6" fmla="*/ 339201 w 373822"/>
              <a:gd name="connsiteY6" fmla="*/ 79629 h 376428"/>
              <a:gd name="connsiteX7" fmla="*/ 230023 w 373822"/>
              <a:gd name="connsiteY7" fmla="*/ 1333 h 376428"/>
              <a:gd name="connsiteX8" fmla="*/ 229359 w 373822"/>
              <a:gd name="connsiteY8" fmla="*/ 1143 h 376428"/>
              <a:gd name="connsiteX9" fmla="*/ 225944 w 373822"/>
              <a:gd name="connsiteY9" fmla="*/ 0 h 376428"/>
              <a:gd name="connsiteX10" fmla="*/ 222245 w 373822"/>
              <a:gd name="connsiteY10" fmla="*/ 1048 h 376428"/>
              <a:gd name="connsiteX11" fmla="*/ 220917 w 373822"/>
              <a:gd name="connsiteY11" fmla="*/ 1333 h 376428"/>
              <a:gd name="connsiteX12" fmla="*/ 116956 w 373822"/>
              <a:gd name="connsiteY12" fmla="*/ 77057 h 376428"/>
              <a:gd name="connsiteX13" fmla="*/ 11667 w 373822"/>
              <a:gd name="connsiteY13" fmla="*/ 1333 h 376428"/>
              <a:gd name="connsiteX14" fmla="*/ 3889 w 373822"/>
              <a:gd name="connsiteY14" fmla="*/ 1333 h 376428"/>
              <a:gd name="connsiteX15" fmla="*/ 0 w 373822"/>
              <a:gd name="connsiteY15" fmla="*/ 7810 h 376428"/>
              <a:gd name="connsiteX16" fmla="*/ 0 w 373822"/>
              <a:gd name="connsiteY16" fmla="*/ 258318 h 376428"/>
              <a:gd name="connsiteX17" fmla="*/ 2561 w 373822"/>
              <a:gd name="connsiteY17" fmla="*/ 264890 h 376428"/>
              <a:gd name="connsiteX18" fmla="*/ 111739 w 373822"/>
              <a:gd name="connsiteY18" fmla="*/ 343186 h 376428"/>
              <a:gd name="connsiteX19" fmla="*/ 116577 w 373822"/>
              <a:gd name="connsiteY19" fmla="*/ 344424 h 376428"/>
              <a:gd name="connsiteX20" fmla="*/ 116671 w 373822"/>
              <a:gd name="connsiteY20" fmla="*/ 344424 h 376428"/>
              <a:gd name="connsiteX21" fmla="*/ 116671 w 373822"/>
              <a:gd name="connsiteY21" fmla="*/ 344424 h 376428"/>
              <a:gd name="connsiteX22" fmla="*/ 116861 w 373822"/>
              <a:gd name="connsiteY22" fmla="*/ 344424 h 376428"/>
              <a:gd name="connsiteX23" fmla="*/ 120750 w 373822"/>
              <a:gd name="connsiteY23" fmla="*/ 343091 h 376428"/>
              <a:gd name="connsiteX24" fmla="*/ 214277 w 373822"/>
              <a:gd name="connsiteY24" fmla="*/ 275273 h 376428"/>
              <a:gd name="connsiteX25" fmla="*/ 216838 w 373822"/>
              <a:gd name="connsiteY25" fmla="*/ 264795 h 376428"/>
              <a:gd name="connsiteX26" fmla="*/ 205171 w 373822"/>
              <a:gd name="connsiteY26" fmla="*/ 263462 h 376428"/>
              <a:gd name="connsiteX27" fmla="*/ 124449 w 373822"/>
              <a:gd name="connsiteY27" fmla="*/ 321850 h 376428"/>
              <a:gd name="connsiteX28" fmla="*/ 124449 w 373822"/>
              <a:gd name="connsiteY28" fmla="*/ 89821 h 376428"/>
              <a:gd name="connsiteX29" fmla="*/ 218356 w 373822"/>
              <a:gd name="connsiteY29" fmla="*/ 22289 h 376428"/>
              <a:gd name="connsiteX30" fmla="*/ 218356 w 373822"/>
              <a:gd name="connsiteY30" fmla="*/ 164687 h 376428"/>
              <a:gd name="connsiteX31" fmla="*/ 225849 w 373822"/>
              <a:gd name="connsiteY31" fmla="*/ 172498 h 376428"/>
              <a:gd name="connsiteX32" fmla="*/ 233343 w 373822"/>
              <a:gd name="connsiteY32" fmla="*/ 164687 h 376428"/>
              <a:gd name="connsiteX33" fmla="*/ 233343 w 373822"/>
              <a:gd name="connsiteY33" fmla="*/ 22098 h 376428"/>
              <a:gd name="connsiteX34" fmla="*/ 15651 w 373822"/>
              <a:gd name="connsiteY34" fmla="*/ 23622 h 376428"/>
              <a:gd name="connsiteX35" fmla="*/ 108893 w 373822"/>
              <a:gd name="connsiteY35" fmla="*/ 90678 h 376428"/>
              <a:gd name="connsiteX36" fmla="*/ 108893 w 373822"/>
              <a:gd name="connsiteY36" fmla="*/ 321850 h 376428"/>
              <a:gd name="connsiteX37" fmla="*/ 15651 w 373822"/>
              <a:gd name="connsiteY37" fmla="*/ 254698 h 376428"/>
              <a:gd name="connsiteX38" fmla="*/ 15651 w 373822"/>
              <a:gd name="connsiteY38" fmla="*/ 23717 h 376428"/>
              <a:gd name="connsiteX39" fmla="*/ 303630 w 373822"/>
              <a:gd name="connsiteY39" fmla="*/ 187833 h 376428"/>
              <a:gd name="connsiteX40" fmla="*/ 233438 w 373822"/>
              <a:gd name="connsiteY40" fmla="*/ 258509 h 376428"/>
              <a:gd name="connsiteX41" fmla="*/ 297085 w 373822"/>
              <a:gd name="connsiteY41" fmla="*/ 373761 h 376428"/>
              <a:gd name="connsiteX42" fmla="*/ 303630 w 373822"/>
              <a:gd name="connsiteY42" fmla="*/ 376428 h 376428"/>
              <a:gd name="connsiteX43" fmla="*/ 308847 w 373822"/>
              <a:gd name="connsiteY43" fmla="*/ 373761 h 376428"/>
              <a:gd name="connsiteX44" fmla="*/ 373823 w 373822"/>
              <a:gd name="connsiteY44" fmla="*/ 258509 h 376428"/>
              <a:gd name="connsiteX45" fmla="*/ 303630 w 373822"/>
              <a:gd name="connsiteY45" fmla="*/ 187833 h 376428"/>
              <a:gd name="connsiteX46" fmla="*/ 303630 w 373822"/>
              <a:gd name="connsiteY46" fmla="*/ 356711 h 376428"/>
              <a:gd name="connsiteX47" fmla="*/ 248994 w 373822"/>
              <a:gd name="connsiteY47" fmla="*/ 258509 h 376428"/>
              <a:gd name="connsiteX48" fmla="*/ 303630 w 373822"/>
              <a:gd name="connsiteY48" fmla="*/ 203549 h 376428"/>
              <a:gd name="connsiteX49" fmla="*/ 358267 w 373822"/>
              <a:gd name="connsiteY49" fmla="*/ 258509 h 376428"/>
              <a:gd name="connsiteX50" fmla="*/ 303630 w 373822"/>
              <a:gd name="connsiteY50" fmla="*/ 356711 h 376428"/>
              <a:gd name="connsiteX51" fmla="*/ 304104 w 373822"/>
              <a:gd name="connsiteY51" fmla="*/ 227457 h 376428"/>
              <a:gd name="connsiteX52" fmla="*/ 272992 w 373822"/>
              <a:gd name="connsiteY52" fmla="*/ 258699 h 376428"/>
              <a:gd name="connsiteX53" fmla="*/ 304104 w 373822"/>
              <a:gd name="connsiteY53" fmla="*/ 289941 h 376428"/>
              <a:gd name="connsiteX54" fmla="*/ 335217 w 373822"/>
              <a:gd name="connsiteY54" fmla="*/ 258699 h 376428"/>
              <a:gd name="connsiteX55" fmla="*/ 304104 w 373822"/>
              <a:gd name="connsiteY55" fmla="*/ 227457 h 376428"/>
              <a:gd name="connsiteX56" fmla="*/ 304104 w 373822"/>
              <a:gd name="connsiteY56" fmla="*/ 274320 h 376428"/>
              <a:gd name="connsiteX57" fmla="*/ 288548 w 373822"/>
              <a:gd name="connsiteY57" fmla="*/ 258699 h 376428"/>
              <a:gd name="connsiteX58" fmla="*/ 304104 w 373822"/>
              <a:gd name="connsiteY58" fmla="*/ 243078 h 376428"/>
              <a:gd name="connsiteX59" fmla="*/ 319661 w 373822"/>
              <a:gd name="connsiteY59" fmla="*/ 258699 h 376428"/>
              <a:gd name="connsiteX60" fmla="*/ 304104 w 373822"/>
              <a:gd name="connsiteY60" fmla="*/ 274320 h 37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73822" h="376428">
                <a:moveTo>
                  <a:pt x="233438" y="22289"/>
                </a:moveTo>
                <a:cubicBezTo>
                  <a:pt x="243682" y="29623"/>
                  <a:pt x="268249" y="47339"/>
                  <a:pt x="327534" y="90106"/>
                </a:cubicBezTo>
                <a:lnTo>
                  <a:pt x="327534" y="164497"/>
                </a:lnTo>
                <a:cubicBezTo>
                  <a:pt x="327534" y="168402"/>
                  <a:pt x="330095" y="172307"/>
                  <a:pt x="335312" y="172307"/>
                </a:cubicBezTo>
                <a:cubicBezTo>
                  <a:pt x="339201" y="172307"/>
                  <a:pt x="343090" y="168402"/>
                  <a:pt x="343090" y="164497"/>
                </a:cubicBezTo>
                <a:lnTo>
                  <a:pt x="343090" y="86201"/>
                </a:lnTo>
                <a:cubicBezTo>
                  <a:pt x="343090" y="83629"/>
                  <a:pt x="341762" y="80963"/>
                  <a:pt x="339201" y="79629"/>
                </a:cubicBezTo>
                <a:lnTo>
                  <a:pt x="230023" y="1333"/>
                </a:lnTo>
                <a:cubicBezTo>
                  <a:pt x="230023" y="1333"/>
                  <a:pt x="229549" y="1333"/>
                  <a:pt x="229359" y="1143"/>
                </a:cubicBezTo>
                <a:cubicBezTo>
                  <a:pt x="228315" y="476"/>
                  <a:pt x="227177" y="0"/>
                  <a:pt x="225944" y="0"/>
                </a:cubicBezTo>
                <a:cubicBezTo>
                  <a:pt x="224426" y="0"/>
                  <a:pt x="223288" y="381"/>
                  <a:pt x="222245" y="1048"/>
                </a:cubicBezTo>
                <a:cubicBezTo>
                  <a:pt x="221865" y="1143"/>
                  <a:pt x="221296" y="1048"/>
                  <a:pt x="220917" y="1333"/>
                </a:cubicBezTo>
                <a:lnTo>
                  <a:pt x="116956" y="77057"/>
                </a:lnTo>
                <a:lnTo>
                  <a:pt x="11667" y="1333"/>
                </a:lnTo>
                <a:cubicBezTo>
                  <a:pt x="9106" y="0"/>
                  <a:pt x="6450" y="0"/>
                  <a:pt x="3889" y="1333"/>
                </a:cubicBezTo>
                <a:cubicBezTo>
                  <a:pt x="1328" y="2667"/>
                  <a:pt x="0" y="5239"/>
                  <a:pt x="0" y="7810"/>
                </a:cubicBezTo>
                <a:lnTo>
                  <a:pt x="0" y="258318"/>
                </a:lnTo>
                <a:cubicBezTo>
                  <a:pt x="0" y="260890"/>
                  <a:pt x="1328" y="263557"/>
                  <a:pt x="2561" y="264890"/>
                </a:cubicBezTo>
                <a:lnTo>
                  <a:pt x="111739" y="343186"/>
                </a:lnTo>
                <a:cubicBezTo>
                  <a:pt x="112972" y="344424"/>
                  <a:pt x="114300" y="344424"/>
                  <a:pt x="116577" y="344424"/>
                </a:cubicBezTo>
                <a:cubicBezTo>
                  <a:pt x="116577" y="344424"/>
                  <a:pt x="116577" y="344424"/>
                  <a:pt x="116671" y="344424"/>
                </a:cubicBezTo>
                <a:cubicBezTo>
                  <a:pt x="116671" y="344424"/>
                  <a:pt x="116671" y="344424"/>
                  <a:pt x="116671" y="344424"/>
                </a:cubicBezTo>
                <a:cubicBezTo>
                  <a:pt x="116671" y="344424"/>
                  <a:pt x="116766" y="344424"/>
                  <a:pt x="116861" y="344424"/>
                </a:cubicBezTo>
                <a:cubicBezTo>
                  <a:pt x="118189" y="344424"/>
                  <a:pt x="119422" y="344424"/>
                  <a:pt x="120750" y="343091"/>
                </a:cubicBezTo>
                <a:lnTo>
                  <a:pt x="214277" y="275273"/>
                </a:lnTo>
                <a:cubicBezTo>
                  <a:pt x="218166" y="273939"/>
                  <a:pt x="218166" y="268700"/>
                  <a:pt x="216838" y="264795"/>
                </a:cubicBezTo>
                <a:cubicBezTo>
                  <a:pt x="214277" y="260890"/>
                  <a:pt x="209060" y="260890"/>
                  <a:pt x="205171" y="263462"/>
                </a:cubicBezTo>
                <a:cubicBezTo>
                  <a:pt x="205171" y="263462"/>
                  <a:pt x="204886" y="263652"/>
                  <a:pt x="124449" y="321850"/>
                </a:cubicBezTo>
                <a:lnTo>
                  <a:pt x="124449" y="89821"/>
                </a:lnTo>
                <a:cubicBezTo>
                  <a:pt x="131753" y="84582"/>
                  <a:pt x="153570" y="68866"/>
                  <a:pt x="218356" y="22289"/>
                </a:cubicBezTo>
                <a:lnTo>
                  <a:pt x="218356" y="164687"/>
                </a:lnTo>
                <a:cubicBezTo>
                  <a:pt x="218356" y="168593"/>
                  <a:pt x="220822" y="172498"/>
                  <a:pt x="225849" y="172498"/>
                </a:cubicBezTo>
                <a:cubicBezTo>
                  <a:pt x="229549" y="172498"/>
                  <a:pt x="233343" y="168593"/>
                  <a:pt x="233343" y="164687"/>
                </a:cubicBezTo>
                <a:lnTo>
                  <a:pt x="233343" y="22098"/>
                </a:lnTo>
                <a:close/>
                <a:moveTo>
                  <a:pt x="15651" y="23622"/>
                </a:moveTo>
                <a:cubicBezTo>
                  <a:pt x="15651" y="23622"/>
                  <a:pt x="15651" y="23622"/>
                  <a:pt x="108893" y="90678"/>
                </a:cubicBezTo>
                <a:lnTo>
                  <a:pt x="108893" y="321850"/>
                </a:lnTo>
                <a:cubicBezTo>
                  <a:pt x="98175" y="314135"/>
                  <a:pt x="73323" y="296228"/>
                  <a:pt x="15651" y="254698"/>
                </a:cubicBezTo>
                <a:lnTo>
                  <a:pt x="15651" y="23717"/>
                </a:lnTo>
                <a:close/>
                <a:moveTo>
                  <a:pt x="303630" y="187833"/>
                </a:moveTo>
                <a:cubicBezTo>
                  <a:pt x="264645" y="187833"/>
                  <a:pt x="233438" y="219266"/>
                  <a:pt x="233438" y="258509"/>
                </a:cubicBezTo>
                <a:cubicBezTo>
                  <a:pt x="233438" y="295180"/>
                  <a:pt x="290635" y="365855"/>
                  <a:pt x="297085" y="373761"/>
                </a:cubicBezTo>
                <a:cubicBezTo>
                  <a:pt x="298413" y="375095"/>
                  <a:pt x="300974" y="376428"/>
                  <a:pt x="303630" y="376428"/>
                </a:cubicBezTo>
                <a:cubicBezTo>
                  <a:pt x="304958" y="376428"/>
                  <a:pt x="307519" y="375095"/>
                  <a:pt x="308847" y="373761"/>
                </a:cubicBezTo>
                <a:cubicBezTo>
                  <a:pt x="315392" y="365950"/>
                  <a:pt x="373823" y="295180"/>
                  <a:pt x="373823" y="258509"/>
                </a:cubicBezTo>
                <a:cubicBezTo>
                  <a:pt x="373823" y="219266"/>
                  <a:pt x="341287" y="187833"/>
                  <a:pt x="303630" y="187833"/>
                </a:cubicBezTo>
                <a:close/>
                <a:moveTo>
                  <a:pt x="303630" y="356711"/>
                </a:moveTo>
                <a:cubicBezTo>
                  <a:pt x="284090" y="331851"/>
                  <a:pt x="248994" y="282035"/>
                  <a:pt x="248994" y="258509"/>
                </a:cubicBezTo>
                <a:cubicBezTo>
                  <a:pt x="248994" y="228410"/>
                  <a:pt x="272423" y="203549"/>
                  <a:pt x="303630" y="203549"/>
                </a:cubicBezTo>
                <a:cubicBezTo>
                  <a:pt x="334837" y="203549"/>
                  <a:pt x="358267" y="228410"/>
                  <a:pt x="358267" y="258509"/>
                </a:cubicBezTo>
                <a:cubicBezTo>
                  <a:pt x="358267" y="282035"/>
                  <a:pt x="323170" y="331851"/>
                  <a:pt x="303630" y="356711"/>
                </a:cubicBezTo>
                <a:close/>
                <a:moveTo>
                  <a:pt x="304104" y="227457"/>
                </a:moveTo>
                <a:cubicBezTo>
                  <a:pt x="285892" y="227457"/>
                  <a:pt x="272992" y="241840"/>
                  <a:pt x="272992" y="258699"/>
                </a:cubicBezTo>
                <a:cubicBezTo>
                  <a:pt x="272992" y="275558"/>
                  <a:pt x="285987" y="289941"/>
                  <a:pt x="304104" y="289941"/>
                </a:cubicBezTo>
                <a:cubicBezTo>
                  <a:pt x="320989" y="289941"/>
                  <a:pt x="335217" y="275558"/>
                  <a:pt x="335217" y="258699"/>
                </a:cubicBezTo>
                <a:cubicBezTo>
                  <a:pt x="335217" y="241840"/>
                  <a:pt x="320894" y="227457"/>
                  <a:pt x="304104" y="227457"/>
                </a:cubicBezTo>
                <a:close/>
                <a:moveTo>
                  <a:pt x="304104" y="274320"/>
                </a:moveTo>
                <a:cubicBezTo>
                  <a:pt x="294998" y="274320"/>
                  <a:pt x="288548" y="267843"/>
                  <a:pt x="288548" y="258699"/>
                </a:cubicBezTo>
                <a:cubicBezTo>
                  <a:pt x="288548" y="249555"/>
                  <a:pt x="294998" y="243078"/>
                  <a:pt x="304104" y="243078"/>
                </a:cubicBezTo>
                <a:cubicBezTo>
                  <a:pt x="311883" y="243078"/>
                  <a:pt x="319661" y="249555"/>
                  <a:pt x="319661" y="258699"/>
                </a:cubicBezTo>
                <a:cubicBezTo>
                  <a:pt x="319661" y="267843"/>
                  <a:pt x="311883" y="274320"/>
                  <a:pt x="304104" y="27432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BF497BBD-1F1A-7A04-2800-6BE57320AB89}"/>
              </a:ext>
            </a:extLst>
          </p:cNvPr>
          <p:cNvGrpSpPr/>
          <p:nvPr/>
        </p:nvGrpSpPr>
        <p:grpSpPr>
          <a:xfrm>
            <a:off x="7108824" y="907527"/>
            <a:ext cx="499212" cy="311460"/>
            <a:chOff x="6267275" y="2116270"/>
            <a:chExt cx="376478" cy="234886"/>
          </a:xfrm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DA7844E-DFC3-8769-0064-0F05185FB3F9}"/>
                </a:ext>
              </a:extLst>
            </p:cNvPr>
            <p:cNvSpPr/>
            <p:nvPr/>
          </p:nvSpPr>
          <p:spPr>
            <a:xfrm>
              <a:off x="6311572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4493355F-CDDC-8352-E776-74AB1B9D3787}"/>
                </a:ext>
              </a:extLst>
            </p:cNvPr>
            <p:cNvSpPr/>
            <p:nvPr/>
          </p:nvSpPr>
          <p:spPr>
            <a:xfrm>
              <a:off x="637654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39EE900-3BCC-4C8C-7468-58A5F7666EB7}"/>
                </a:ext>
              </a:extLst>
            </p:cNvPr>
            <p:cNvSpPr/>
            <p:nvPr/>
          </p:nvSpPr>
          <p:spPr>
            <a:xfrm>
              <a:off x="644161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C7C594E6-4F8B-9EAF-BA6A-32DD629100A4}"/>
                </a:ext>
              </a:extLst>
            </p:cNvPr>
            <p:cNvSpPr/>
            <p:nvPr/>
          </p:nvSpPr>
          <p:spPr>
            <a:xfrm>
              <a:off x="6506594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grpSp>
          <p:nvGrpSpPr>
            <p:cNvPr id="133" name="Graphic 126">
              <a:extLst>
                <a:ext uri="{FF2B5EF4-FFF2-40B4-BE49-F238E27FC236}">
                  <a16:creationId xmlns:a16="http://schemas.microsoft.com/office/drawing/2014/main" id="{7A5E0BF5-EE01-C0F6-015A-9653CFDAAADA}"/>
                </a:ext>
              </a:extLst>
            </p:cNvPr>
            <p:cNvGrpSpPr/>
            <p:nvPr/>
          </p:nvGrpSpPr>
          <p:grpSpPr>
            <a:xfrm>
              <a:off x="6267275" y="2116937"/>
              <a:ext cx="117050" cy="177927"/>
              <a:chOff x="6267275" y="2116937"/>
              <a:chExt cx="117050" cy="177927"/>
            </a:xfrm>
            <a:solidFill>
              <a:srgbClr val="969696"/>
            </a:solidFill>
          </p:grpSpPr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13FABF40-C218-7F9F-4F51-7CD71C4483A4}"/>
                  </a:ext>
                </a:extLst>
              </p:cNvPr>
              <p:cNvSpPr/>
              <p:nvPr/>
            </p:nvSpPr>
            <p:spPr>
              <a:xfrm>
                <a:off x="6267275" y="2116937"/>
                <a:ext cx="117050" cy="177927"/>
              </a:xfrm>
              <a:custGeom>
                <a:avLst/>
                <a:gdLst>
                  <a:gd name="connsiteX0" fmla="*/ 59759 w 117050"/>
                  <a:gd name="connsiteY0" fmla="*/ 177927 h 177927"/>
                  <a:gd name="connsiteX1" fmla="*/ 49799 w 117050"/>
                  <a:gd name="connsiteY1" fmla="*/ 171736 h 177927"/>
                  <a:gd name="connsiteX2" fmla="*/ 7494 w 117050"/>
                  <a:gd name="connsiteY2" fmla="*/ 87440 h 177927"/>
                  <a:gd name="connsiteX3" fmla="*/ 4648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9 w 117050"/>
                  <a:gd name="connsiteY9" fmla="*/ 177927 h 177927"/>
                  <a:gd name="connsiteX10" fmla="*/ 59664 w 117050"/>
                  <a:gd name="connsiteY10" fmla="*/ 177927 h 177927"/>
                  <a:gd name="connsiteX11" fmla="*/ 19445 w 117050"/>
                  <a:gd name="connsiteY11" fmla="*/ 82677 h 177927"/>
                  <a:gd name="connsiteX12" fmla="*/ 59759 w 117050"/>
                  <a:gd name="connsiteY12" fmla="*/ 162973 h 177927"/>
                  <a:gd name="connsiteX13" fmla="*/ 99787 w 117050"/>
                  <a:gd name="connsiteY13" fmla="*/ 78772 h 177927"/>
                  <a:gd name="connsiteX14" fmla="*/ 104340 w 117050"/>
                  <a:gd name="connsiteY14" fmla="*/ 58865 h 177927"/>
                  <a:gd name="connsiteX15" fmla="*/ 58620 w 117050"/>
                  <a:gd name="connsiteY15" fmla="*/ 12954 h 177927"/>
                  <a:gd name="connsiteX16" fmla="*/ 12900 w 117050"/>
                  <a:gd name="connsiteY16" fmla="*/ 58865 h 177927"/>
                  <a:gd name="connsiteX17" fmla="*/ 16505 w 117050"/>
                  <a:gd name="connsiteY17" fmla="*/ 76771 h 177927"/>
                  <a:gd name="connsiteX18" fmla="*/ 19540 w 117050"/>
                  <a:gd name="connsiteY18" fmla="*/ 82677 h 177927"/>
                  <a:gd name="connsiteX19" fmla="*/ 19540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759" y="177927"/>
                    </a:moveTo>
                    <a:cubicBezTo>
                      <a:pt x="55490" y="177927"/>
                      <a:pt x="51696" y="175546"/>
                      <a:pt x="49799" y="171736"/>
                    </a:cubicBezTo>
                    <a:lnTo>
                      <a:pt x="7494" y="87440"/>
                    </a:lnTo>
                    <a:cubicBezTo>
                      <a:pt x="6450" y="85535"/>
                      <a:pt x="5502" y="83629"/>
                      <a:pt x="4648" y="81629"/>
                    </a:cubicBezTo>
                    <a:cubicBezTo>
                      <a:pt x="1613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122" y="177832"/>
                      <a:pt x="59759" y="177927"/>
                    </a:cubicBezTo>
                    <a:lnTo>
                      <a:pt x="59664" y="177927"/>
                    </a:lnTo>
                    <a:close/>
                    <a:moveTo>
                      <a:pt x="19445" y="82677"/>
                    </a:moveTo>
                    <a:lnTo>
                      <a:pt x="59759" y="162973"/>
                    </a:lnTo>
                    <a:lnTo>
                      <a:pt x="99787" y="78772"/>
                    </a:lnTo>
                    <a:cubicBezTo>
                      <a:pt x="102823" y="72485"/>
                      <a:pt x="104340" y="65818"/>
                      <a:pt x="104340" y="58865"/>
                    </a:cubicBezTo>
                    <a:cubicBezTo>
                      <a:pt x="104340" y="33528"/>
                      <a:pt x="83852" y="12954"/>
                      <a:pt x="58620" y="12954"/>
                    </a:cubicBezTo>
                    <a:cubicBezTo>
                      <a:pt x="33389" y="12954"/>
                      <a:pt x="12900" y="33528"/>
                      <a:pt x="12900" y="58865"/>
                    </a:cubicBezTo>
                    <a:cubicBezTo>
                      <a:pt x="12900" y="65056"/>
                      <a:pt x="14133" y="71056"/>
                      <a:pt x="16505" y="76771"/>
                    </a:cubicBezTo>
                    <a:cubicBezTo>
                      <a:pt x="17358" y="78867"/>
                      <a:pt x="18402" y="80772"/>
                      <a:pt x="19540" y="82677"/>
                    </a:cubicBezTo>
                    <a:lnTo>
                      <a:pt x="19540" y="82677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6A893371-62D4-EC98-D8E0-8799BA3FDE8C}"/>
                  </a:ext>
                </a:extLst>
              </p:cNvPr>
              <p:cNvSpPr/>
              <p:nvPr/>
            </p:nvSpPr>
            <p:spPr>
              <a:xfrm>
                <a:off x="6303320" y="2160466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5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49" y="45339"/>
                      <a:pt x="0" y="35147"/>
                      <a:pt x="0" y="22670"/>
                    </a:cubicBezTo>
                    <a:cubicBezTo>
                      <a:pt x="0" y="10192"/>
                      <a:pt x="10149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5" y="28099"/>
                      <a:pt x="32345" y="22670"/>
                    </a:cubicBezTo>
                    <a:cubicBezTo>
                      <a:pt x="32345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38" name="Graphic 126">
              <a:extLst>
                <a:ext uri="{FF2B5EF4-FFF2-40B4-BE49-F238E27FC236}">
                  <a16:creationId xmlns:a16="http://schemas.microsoft.com/office/drawing/2014/main" id="{B91BF24D-446F-60E4-5E20-9827D8443E59}"/>
                </a:ext>
              </a:extLst>
            </p:cNvPr>
            <p:cNvGrpSpPr/>
            <p:nvPr/>
          </p:nvGrpSpPr>
          <p:grpSpPr>
            <a:xfrm>
              <a:off x="6526703" y="2116270"/>
              <a:ext cx="117050" cy="177927"/>
              <a:chOff x="6526703" y="2116270"/>
              <a:chExt cx="117050" cy="177927"/>
            </a:xfrm>
            <a:solidFill>
              <a:srgbClr val="969696"/>
            </a:solidFill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6288382E-A92B-91A0-2641-55FC64AAB954}"/>
                  </a:ext>
                </a:extLst>
              </p:cNvPr>
              <p:cNvSpPr/>
              <p:nvPr/>
            </p:nvSpPr>
            <p:spPr>
              <a:xfrm>
                <a:off x="6526703" y="2116270"/>
                <a:ext cx="117050" cy="177927"/>
              </a:xfrm>
              <a:custGeom>
                <a:avLst/>
                <a:gdLst>
                  <a:gd name="connsiteX0" fmla="*/ 59664 w 117050"/>
                  <a:gd name="connsiteY0" fmla="*/ 177927 h 177927"/>
                  <a:gd name="connsiteX1" fmla="*/ 49704 w 117050"/>
                  <a:gd name="connsiteY1" fmla="*/ 171736 h 177927"/>
                  <a:gd name="connsiteX2" fmla="*/ 7399 w 117050"/>
                  <a:gd name="connsiteY2" fmla="*/ 87440 h 177927"/>
                  <a:gd name="connsiteX3" fmla="*/ 4553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8 w 117050"/>
                  <a:gd name="connsiteY9" fmla="*/ 177927 h 177927"/>
                  <a:gd name="connsiteX10" fmla="*/ 59664 w 117050"/>
                  <a:gd name="connsiteY10" fmla="*/ 177927 h 177927"/>
                  <a:gd name="connsiteX11" fmla="*/ 19350 w 117050"/>
                  <a:gd name="connsiteY11" fmla="*/ 82582 h 177927"/>
                  <a:gd name="connsiteX12" fmla="*/ 59664 w 117050"/>
                  <a:gd name="connsiteY12" fmla="*/ 162973 h 177927"/>
                  <a:gd name="connsiteX13" fmla="*/ 99692 w 117050"/>
                  <a:gd name="connsiteY13" fmla="*/ 78772 h 177927"/>
                  <a:gd name="connsiteX14" fmla="*/ 104245 w 117050"/>
                  <a:gd name="connsiteY14" fmla="*/ 58865 h 177927"/>
                  <a:gd name="connsiteX15" fmla="*/ 58525 w 117050"/>
                  <a:gd name="connsiteY15" fmla="*/ 12954 h 177927"/>
                  <a:gd name="connsiteX16" fmla="*/ 12805 w 117050"/>
                  <a:gd name="connsiteY16" fmla="*/ 58865 h 177927"/>
                  <a:gd name="connsiteX17" fmla="*/ 16410 w 117050"/>
                  <a:gd name="connsiteY17" fmla="*/ 76771 h 177927"/>
                  <a:gd name="connsiteX18" fmla="*/ 19445 w 117050"/>
                  <a:gd name="connsiteY18" fmla="*/ 82677 h 177927"/>
                  <a:gd name="connsiteX19" fmla="*/ 19445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664" y="177927"/>
                    </a:moveTo>
                    <a:cubicBezTo>
                      <a:pt x="55395" y="177927"/>
                      <a:pt x="51601" y="175546"/>
                      <a:pt x="49704" y="171736"/>
                    </a:cubicBezTo>
                    <a:lnTo>
                      <a:pt x="7399" y="87440"/>
                    </a:lnTo>
                    <a:cubicBezTo>
                      <a:pt x="6355" y="85535"/>
                      <a:pt x="5407" y="83629"/>
                      <a:pt x="4553" y="81629"/>
                    </a:cubicBezTo>
                    <a:cubicBezTo>
                      <a:pt x="1518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027" y="177927"/>
                      <a:pt x="59758" y="177927"/>
                    </a:cubicBezTo>
                    <a:lnTo>
                      <a:pt x="59664" y="177927"/>
                    </a:lnTo>
                    <a:close/>
                    <a:moveTo>
                      <a:pt x="19350" y="82582"/>
                    </a:moveTo>
                    <a:lnTo>
                      <a:pt x="59664" y="162973"/>
                    </a:lnTo>
                    <a:lnTo>
                      <a:pt x="99692" y="78772"/>
                    </a:lnTo>
                    <a:cubicBezTo>
                      <a:pt x="102728" y="72485"/>
                      <a:pt x="104245" y="65818"/>
                      <a:pt x="104245" y="58865"/>
                    </a:cubicBezTo>
                    <a:cubicBezTo>
                      <a:pt x="104245" y="33528"/>
                      <a:pt x="83757" y="12954"/>
                      <a:pt x="58525" y="12954"/>
                    </a:cubicBezTo>
                    <a:cubicBezTo>
                      <a:pt x="33294" y="12954"/>
                      <a:pt x="12805" y="33528"/>
                      <a:pt x="12805" y="58865"/>
                    </a:cubicBezTo>
                    <a:cubicBezTo>
                      <a:pt x="12805" y="65056"/>
                      <a:pt x="14039" y="71056"/>
                      <a:pt x="16410" y="76771"/>
                    </a:cubicBezTo>
                    <a:cubicBezTo>
                      <a:pt x="17264" y="78867"/>
                      <a:pt x="18307" y="80772"/>
                      <a:pt x="19445" y="82677"/>
                    </a:cubicBezTo>
                    <a:lnTo>
                      <a:pt x="19445" y="82677"/>
                    </a:ln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F7BF59B8-73F7-BFBE-6954-1AC30A6B68D1}"/>
                  </a:ext>
                </a:extLst>
              </p:cNvPr>
              <p:cNvSpPr/>
              <p:nvPr/>
            </p:nvSpPr>
            <p:spPr>
              <a:xfrm>
                <a:off x="6562653" y="2159800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6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50" y="45339"/>
                      <a:pt x="0" y="35147"/>
                      <a:pt x="0" y="22670"/>
                    </a:cubicBezTo>
                    <a:cubicBezTo>
                      <a:pt x="0" y="10192"/>
                      <a:pt x="10150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6" y="28099"/>
                      <a:pt x="32346" y="22670"/>
                    </a:cubicBezTo>
                    <a:cubicBezTo>
                      <a:pt x="32346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solidFill>
                <a:srgbClr val="969696"/>
              </a:solidFill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6C923F24-F077-69E4-905D-5FD835EF8082}"/>
                </a:ext>
              </a:extLst>
            </p:cNvPr>
            <p:cNvSpPr/>
            <p:nvPr/>
          </p:nvSpPr>
          <p:spPr>
            <a:xfrm>
              <a:off x="6571569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CB4594A9-88A0-0E47-EB1E-537682BA4792}"/>
              </a:ext>
            </a:extLst>
          </p:cNvPr>
          <p:cNvGrpSpPr/>
          <p:nvPr/>
        </p:nvGrpSpPr>
        <p:grpSpPr>
          <a:xfrm>
            <a:off x="7867107" y="907527"/>
            <a:ext cx="499212" cy="311460"/>
            <a:chOff x="6267275" y="2116270"/>
            <a:chExt cx="376478" cy="234886"/>
          </a:xfrm>
          <a:solidFill>
            <a:schemeClr val="accent4"/>
          </a:solidFill>
        </p:grpSpPr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1040E1BA-73CD-AADE-7A64-0567674D35A3}"/>
                </a:ext>
              </a:extLst>
            </p:cNvPr>
            <p:cNvSpPr/>
            <p:nvPr/>
          </p:nvSpPr>
          <p:spPr>
            <a:xfrm>
              <a:off x="6311572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AB5E671A-54B6-0979-E80F-EE0A29EDE9BB}"/>
                </a:ext>
              </a:extLst>
            </p:cNvPr>
            <p:cNvSpPr/>
            <p:nvPr/>
          </p:nvSpPr>
          <p:spPr>
            <a:xfrm>
              <a:off x="637654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DFE60A98-8E4F-2836-B13F-BE54C10E44A7}"/>
                </a:ext>
              </a:extLst>
            </p:cNvPr>
            <p:cNvSpPr/>
            <p:nvPr/>
          </p:nvSpPr>
          <p:spPr>
            <a:xfrm>
              <a:off x="644161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CC894260-3E26-4402-2A0C-A5E03471801C}"/>
                </a:ext>
              </a:extLst>
            </p:cNvPr>
            <p:cNvSpPr/>
            <p:nvPr/>
          </p:nvSpPr>
          <p:spPr>
            <a:xfrm>
              <a:off x="6506594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grpSp>
          <p:nvGrpSpPr>
            <p:cNvPr id="155" name="Graphic 126">
              <a:extLst>
                <a:ext uri="{FF2B5EF4-FFF2-40B4-BE49-F238E27FC236}">
                  <a16:creationId xmlns:a16="http://schemas.microsoft.com/office/drawing/2014/main" id="{CBC15F6A-BA95-C196-DBAB-09D14283AEC5}"/>
                </a:ext>
              </a:extLst>
            </p:cNvPr>
            <p:cNvGrpSpPr/>
            <p:nvPr/>
          </p:nvGrpSpPr>
          <p:grpSpPr>
            <a:xfrm>
              <a:off x="6267275" y="2116937"/>
              <a:ext cx="117050" cy="177927"/>
              <a:chOff x="6267275" y="2116937"/>
              <a:chExt cx="117050" cy="177927"/>
            </a:xfrm>
            <a:grpFill/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4E00AF02-D0E2-E867-7583-C66768922616}"/>
                  </a:ext>
                </a:extLst>
              </p:cNvPr>
              <p:cNvSpPr/>
              <p:nvPr/>
            </p:nvSpPr>
            <p:spPr>
              <a:xfrm>
                <a:off x="6267275" y="2116937"/>
                <a:ext cx="117050" cy="177927"/>
              </a:xfrm>
              <a:custGeom>
                <a:avLst/>
                <a:gdLst>
                  <a:gd name="connsiteX0" fmla="*/ 59759 w 117050"/>
                  <a:gd name="connsiteY0" fmla="*/ 177927 h 177927"/>
                  <a:gd name="connsiteX1" fmla="*/ 49799 w 117050"/>
                  <a:gd name="connsiteY1" fmla="*/ 171736 h 177927"/>
                  <a:gd name="connsiteX2" fmla="*/ 7494 w 117050"/>
                  <a:gd name="connsiteY2" fmla="*/ 87440 h 177927"/>
                  <a:gd name="connsiteX3" fmla="*/ 4648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9 w 117050"/>
                  <a:gd name="connsiteY9" fmla="*/ 177927 h 177927"/>
                  <a:gd name="connsiteX10" fmla="*/ 59664 w 117050"/>
                  <a:gd name="connsiteY10" fmla="*/ 177927 h 177927"/>
                  <a:gd name="connsiteX11" fmla="*/ 19445 w 117050"/>
                  <a:gd name="connsiteY11" fmla="*/ 82677 h 177927"/>
                  <a:gd name="connsiteX12" fmla="*/ 59759 w 117050"/>
                  <a:gd name="connsiteY12" fmla="*/ 162973 h 177927"/>
                  <a:gd name="connsiteX13" fmla="*/ 99787 w 117050"/>
                  <a:gd name="connsiteY13" fmla="*/ 78772 h 177927"/>
                  <a:gd name="connsiteX14" fmla="*/ 104340 w 117050"/>
                  <a:gd name="connsiteY14" fmla="*/ 58865 h 177927"/>
                  <a:gd name="connsiteX15" fmla="*/ 58620 w 117050"/>
                  <a:gd name="connsiteY15" fmla="*/ 12954 h 177927"/>
                  <a:gd name="connsiteX16" fmla="*/ 12900 w 117050"/>
                  <a:gd name="connsiteY16" fmla="*/ 58865 h 177927"/>
                  <a:gd name="connsiteX17" fmla="*/ 16505 w 117050"/>
                  <a:gd name="connsiteY17" fmla="*/ 76771 h 177927"/>
                  <a:gd name="connsiteX18" fmla="*/ 19540 w 117050"/>
                  <a:gd name="connsiteY18" fmla="*/ 82677 h 177927"/>
                  <a:gd name="connsiteX19" fmla="*/ 19540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759" y="177927"/>
                    </a:moveTo>
                    <a:cubicBezTo>
                      <a:pt x="55490" y="177927"/>
                      <a:pt x="51696" y="175546"/>
                      <a:pt x="49799" y="171736"/>
                    </a:cubicBezTo>
                    <a:lnTo>
                      <a:pt x="7494" y="87440"/>
                    </a:lnTo>
                    <a:cubicBezTo>
                      <a:pt x="6450" y="85535"/>
                      <a:pt x="5502" y="83629"/>
                      <a:pt x="4648" y="81629"/>
                    </a:cubicBezTo>
                    <a:cubicBezTo>
                      <a:pt x="1613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122" y="177832"/>
                      <a:pt x="59759" y="177927"/>
                    </a:cubicBezTo>
                    <a:lnTo>
                      <a:pt x="59664" y="177927"/>
                    </a:lnTo>
                    <a:close/>
                    <a:moveTo>
                      <a:pt x="19445" y="82677"/>
                    </a:moveTo>
                    <a:lnTo>
                      <a:pt x="59759" y="162973"/>
                    </a:lnTo>
                    <a:lnTo>
                      <a:pt x="99787" y="78772"/>
                    </a:lnTo>
                    <a:cubicBezTo>
                      <a:pt x="102823" y="72485"/>
                      <a:pt x="104340" y="65818"/>
                      <a:pt x="104340" y="58865"/>
                    </a:cubicBezTo>
                    <a:cubicBezTo>
                      <a:pt x="104340" y="33528"/>
                      <a:pt x="83852" y="12954"/>
                      <a:pt x="58620" y="12954"/>
                    </a:cubicBezTo>
                    <a:cubicBezTo>
                      <a:pt x="33389" y="12954"/>
                      <a:pt x="12900" y="33528"/>
                      <a:pt x="12900" y="58865"/>
                    </a:cubicBezTo>
                    <a:cubicBezTo>
                      <a:pt x="12900" y="65056"/>
                      <a:pt x="14133" y="71056"/>
                      <a:pt x="16505" y="76771"/>
                    </a:cubicBezTo>
                    <a:cubicBezTo>
                      <a:pt x="17358" y="78867"/>
                      <a:pt x="18402" y="80772"/>
                      <a:pt x="19540" y="82677"/>
                    </a:cubicBezTo>
                    <a:lnTo>
                      <a:pt x="19540" y="82677"/>
                    </a:ln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4DC36131-689A-869C-7F7A-377A6E730287}"/>
                  </a:ext>
                </a:extLst>
              </p:cNvPr>
              <p:cNvSpPr/>
              <p:nvPr/>
            </p:nvSpPr>
            <p:spPr>
              <a:xfrm>
                <a:off x="6303320" y="2160466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5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49" y="45339"/>
                      <a:pt x="0" y="35147"/>
                      <a:pt x="0" y="22670"/>
                    </a:cubicBezTo>
                    <a:cubicBezTo>
                      <a:pt x="0" y="10192"/>
                      <a:pt x="10149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5" y="28099"/>
                      <a:pt x="32345" y="22670"/>
                    </a:cubicBezTo>
                    <a:cubicBezTo>
                      <a:pt x="32345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56" name="Graphic 126">
              <a:extLst>
                <a:ext uri="{FF2B5EF4-FFF2-40B4-BE49-F238E27FC236}">
                  <a16:creationId xmlns:a16="http://schemas.microsoft.com/office/drawing/2014/main" id="{7D160284-56F0-64AB-16B6-31E8D49800B7}"/>
                </a:ext>
              </a:extLst>
            </p:cNvPr>
            <p:cNvGrpSpPr/>
            <p:nvPr/>
          </p:nvGrpSpPr>
          <p:grpSpPr>
            <a:xfrm>
              <a:off x="6526703" y="2116270"/>
              <a:ext cx="117050" cy="177927"/>
              <a:chOff x="6526703" y="2116270"/>
              <a:chExt cx="117050" cy="177927"/>
            </a:xfrm>
            <a:grpFill/>
          </p:grpSpPr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196AC2A6-7316-2D82-3690-40D3D720FADD}"/>
                  </a:ext>
                </a:extLst>
              </p:cNvPr>
              <p:cNvSpPr/>
              <p:nvPr/>
            </p:nvSpPr>
            <p:spPr>
              <a:xfrm>
                <a:off x="6526703" y="2116270"/>
                <a:ext cx="117050" cy="177927"/>
              </a:xfrm>
              <a:custGeom>
                <a:avLst/>
                <a:gdLst>
                  <a:gd name="connsiteX0" fmla="*/ 59664 w 117050"/>
                  <a:gd name="connsiteY0" fmla="*/ 177927 h 177927"/>
                  <a:gd name="connsiteX1" fmla="*/ 49704 w 117050"/>
                  <a:gd name="connsiteY1" fmla="*/ 171736 h 177927"/>
                  <a:gd name="connsiteX2" fmla="*/ 7399 w 117050"/>
                  <a:gd name="connsiteY2" fmla="*/ 87440 h 177927"/>
                  <a:gd name="connsiteX3" fmla="*/ 4553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8 w 117050"/>
                  <a:gd name="connsiteY9" fmla="*/ 177927 h 177927"/>
                  <a:gd name="connsiteX10" fmla="*/ 59664 w 117050"/>
                  <a:gd name="connsiteY10" fmla="*/ 177927 h 177927"/>
                  <a:gd name="connsiteX11" fmla="*/ 19350 w 117050"/>
                  <a:gd name="connsiteY11" fmla="*/ 82582 h 177927"/>
                  <a:gd name="connsiteX12" fmla="*/ 59664 w 117050"/>
                  <a:gd name="connsiteY12" fmla="*/ 162973 h 177927"/>
                  <a:gd name="connsiteX13" fmla="*/ 99692 w 117050"/>
                  <a:gd name="connsiteY13" fmla="*/ 78772 h 177927"/>
                  <a:gd name="connsiteX14" fmla="*/ 104245 w 117050"/>
                  <a:gd name="connsiteY14" fmla="*/ 58865 h 177927"/>
                  <a:gd name="connsiteX15" fmla="*/ 58525 w 117050"/>
                  <a:gd name="connsiteY15" fmla="*/ 12954 h 177927"/>
                  <a:gd name="connsiteX16" fmla="*/ 12805 w 117050"/>
                  <a:gd name="connsiteY16" fmla="*/ 58865 h 177927"/>
                  <a:gd name="connsiteX17" fmla="*/ 16410 w 117050"/>
                  <a:gd name="connsiteY17" fmla="*/ 76771 h 177927"/>
                  <a:gd name="connsiteX18" fmla="*/ 19445 w 117050"/>
                  <a:gd name="connsiteY18" fmla="*/ 82677 h 177927"/>
                  <a:gd name="connsiteX19" fmla="*/ 19445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664" y="177927"/>
                    </a:moveTo>
                    <a:cubicBezTo>
                      <a:pt x="55395" y="177927"/>
                      <a:pt x="51601" y="175546"/>
                      <a:pt x="49704" y="171736"/>
                    </a:cubicBezTo>
                    <a:lnTo>
                      <a:pt x="7399" y="87440"/>
                    </a:lnTo>
                    <a:cubicBezTo>
                      <a:pt x="6355" y="85535"/>
                      <a:pt x="5407" y="83629"/>
                      <a:pt x="4553" y="81629"/>
                    </a:cubicBezTo>
                    <a:cubicBezTo>
                      <a:pt x="1518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027" y="177927"/>
                      <a:pt x="59758" y="177927"/>
                    </a:cubicBezTo>
                    <a:lnTo>
                      <a:pt x="59664" y="177927"/>
                    </a:lnTo>
                    <a:close/>
                    <a:moveTo>
                      <a:pt x="19350" y="82582"/>
                    </a:moveTo>
                    <a:lnTo>
                      <a:pt x="59664" y="162973"/>
                    </a:lnTo>
                    <a:lnTo>
                      <a:pt x="99692" y="78772"/>
                    </a:lnTo>
                    <a:cubicBezTo>
                      <a:pt x="102728" y="72485"/>
                      <a:pt x="104245" y="65818"/>
                      <a:pt x="104245" y="58865"/>
                    </a:cubicBezTo>
                    <a:cubicBezTo>
                      <a:pt x="104245" y="33528"/>
                      <a:pt x="83757" y="12954"/>
                      <a:pt x="58525" y="12954"/>
                    </a:cubicBezTo>
                    <a:cubicBezTo>
                      <a:pt x="33294" y="12954"/>
                      <a:pt x="12805" y="33528"/>
                      <a:pt x="12805" y="58865"/>
                    </a:cubicBezTo>
                    <a:cubicBezTo>
                      <a:pt x="12805" y="65056"/>
                      <a:pt x="14039" y="71056"/>
                      <a:pt x="16410" y="76771"/>
                    </a:cubicBezTo>
                    <a:cubicBezTo>
                      <a:pt x="17264" y="78867"/>
                      <a:pt x="18307" y="80772"/>
                      <a:pt x="19445" y="82677"/>
                    </a:cubicBezTo>
                    <a:lnTo>
                      <a:pt x="19445" y="82677"/>
                    </a:ln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D36F76C7-F769-134D-3FE0-DDDFA29854A1}"/>
                  </a:ext>
                </a:extLst>
              </p:cNvPr>
              <p:cNvSpPr/>
              <p:nvPr/>
            </p:nvSpPr>
            <p:spPr>
              <a:xfrm>
                <a:off x="6562653" y="2159800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6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50" y="45339"/>
                      <a:pt x="0" y="35147"/>
                      <a:pt x="0" y="22670"/>
                    </a:cubicBezTo>
                    <a:cubicBezTo>
                      <a:pt x="0" y="10192"/>
                      <a:pt x="10150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6" y="28099"/>
                      <a:pt x="32346" y="22670"/>
                    </a:cubicBezTo>
                    <a:cubicBezTo>
                      <a:pt x="32346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0CDA88EC-8C33-BF73-3ED9-8F08E356B7E4}"/>
                </a:ext>
              </a:extLst>
            </p:cNvPr>
            <p:cNvSpPr/>
            <p:nvPr/>
          </p:nvSpPr>
          <p:spPr>
            <a:xfrm>
              <a:off x="6571569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61822CAA-12DA-6CAA-4D68-F4D64416CABE}"/>
              </a:ext>
            </a:extLst>
          </p:cNvPr>
          <p:cNvGrpSpPr/>
          <p:nvPr/>
        </p:nvGrpSpPr>
        <p:grpSpPr>
          <a:xfrm>
            <a:off x="7108824" y="1517127"/>
            <a:ext cx="499212" cy="311460"/>
            <a:chOff x="6267275" y="2116270"/>
            <a:chExt cx="376478" cy="234886"/>
          </a:xfrm>
          <a:solidFill>
            <a:schemeClr val="bg1"/>
          </a:solidFill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4FA0FFA6-7DBA-729A-596E-8DBE68D21847}"/>
                </a:ext>
              </a:extLst>
            </p:cNvPr>
            <p:cNvSpPr/>
            <p:nvPr/>
          </p:nvSpPr>
          <p:spPr>
            <a:xfrm>
              <a:off x="6311572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CAF14620-B859-3F1E-67A2-7B727C757E48}"/>
                </a:ext>
              </a:extLst>
            </p:cNvPr>
            <p:cNvSpPr/>
            <p:nvPr/>
          </p:nvSpPr>
          <p:spPr>
            <a:xfrm>
              <a:off x="637654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F2FA7892-7962-7790-1073-ACF3772A5E60}"/>
                </a:ext>
              </a:extLst>
            </p:cNvPr>
            <p:cNvSpPr/>
            <p:nvPr/>
          </p:nvSpPr>
          <p:spPr>
            <a:xfrm>
              <a:off x="644161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629C209F-E52D-C840-BB8B-C005376E3547}"/>
                </a:ext>
              </a:extLst>
            </p:cNvPr>
            <p:cNvSpPr/>
            <p:nvPr/>
          </p:nvSpPr>
          <p:spPr>
            <a:xfrm>
              <a:off x="6506594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grpSp>
          <p:nvGrpSpPr>
            <p:cNvPr id="167" name="Graphic 126">
              <a:extLst>
                <a:ext uri="{FF2B5EF4-FFF2-40B4-BE49-F238E27FC236}">
                  <a16:creationId xmlns:a16="http://schemas.microsoft.com/office/drawing/2014/main" id="{109D097A-83F2-BCBD-FF5C-71F1B3B475ED}"/>
                </a:ext>
              </a:extLst>
            </p:cNvPr>
            <p:cNvGrpSpPr/>
            <p:nvPr/>
          </p:nvGrpSpPr>
          <p:grpSpPr>
            <a:xfrm>
              <a:off x="6267275" y="2116937"/>
              <a:ext cx="117050" cy="177927"/>
              <a:chOff x="6267275" y="2116937"/>
              <a:chExt cx="117050" cy="177927"/>
            </a:xfrm>
            <a:grpFill/>
          </p:grpSpPr>
          <p:sp>
            <p:nvSpPr>
              <p:cNvPr id="172" name="Freeform 171">
                <a:extLst>
                  <a:ext uri="{FF2B5EF4-FFF2-40B4-BE49-F238E27FC236}">
                    <a16:creationId xmlns:a16="http://schemas.microsoft.com/office/drawing/2014/main" id="{1686F607-E00D-B493-82CC-1A8A55D9FB21}"/>
                  </a:ext>
                </a:extLst>
              </p:cNvPr>
              <p:cNvSpPr/>
              <p:nvPr/>
            </p:nvSpPr>
            <p:spPr>
              <a:xfrm>
                <a:off x="6267275" y="2116937"/>
                <a:ext cx="117050" cy="177927"/>
              </a:xfrm>
              <a:custGeom>
                <a:avLst/>
                <a:gdLst>
                  <a:gd name="connsiteX0" fmla="*/ 59759 w 117050"/>
                  <a:gd name="connsiteY0" fmla="*/ 177927 h 177927"/>
                  <a:gd name="connsiteX1" fmla="*/ 49799 w 117050"/>
                  <a:gd name="connsiteY1" fmla="*/ 171736 h 177927"/>
                  <a:gd name="connsiteX2" fmla="*/ 7494 w 117050"/>
                  <a:gd name="connsiteY2" fmla="*/ 87440 h 177927"/>
                  <a:gd name="connsiteX3" fmla="*/ 4648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9 w 117050"/>
                  <a:gd name="connsiteY9" fmla="*/ 177927 h 177927"/>
                  <a:gd name="connsiteX10" fmla="*/ 59664 w 117050"/>
                  <a:gd name="connsiteY10" fmla="*/ 177927 h 177927"/>
                  <a:gd name="connsiteX11" fmla="*/ 19445 w 117050"/>
                  <a:gd name="connsiteY11" fmla="*/ 82677 h 177927"/>
                  <a:gd name="connsiteX12" fmla="*/ 59759 w 117050"/>
                  <a:gd name="connsiteY12" fmla="*/ 162973 h 177927"/>
                  <a:gd name="connsiteX13" fmla="*/ 99787 w 117050"/>
                  <a:gd name="connsiteY13" fmla="*/ 78772 h 177927"/>
                  <a:gd name="connsiteX14" fmla="*/ 104340 w 117050"/>
                  <a:gd name="connsiteY14" fmla="*/ 58865 h 177927"/>
                  <a:gd name="connsiteX15" fmla="*/ 58620 w 117050"/>
                  <a:gd name="connsiteY15" fmla="*/ 12954 h 177927"/>
                  <a:gd name="connsiteX16" fmla="*/ 12900 w 117050"/>
                  <a:gd name="connsiteY16" fmla="*/ 58865 h 177927"/>
                  <a:gd name="connsiteX17" fmla="*/ 16505 w 117050"/>
                  <a:gd name="connsiteY17" fmla="*/ 76771 h 177927"/>
                  <a:gd name="connsiteX18" fmla="*/ 19540 w 117050"/>
                  <a:gd name="connsiteY18" fmla="*/ 82677 h 177927"/>
                  <a:gd name="connsiteX19" fmla="*/ 19540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759" y="177927"/>
                    </a:moveTo>
                    <a:cubicBezTo>
                      <a:pt x="55490" y="177927"/>
                      <a:pt x="51696" y="175546"/>
                      <a:pt x="49799" y="171736"/>
                    </a:cubicBezTo>
                    <a:lnTo>
                      <a:pt x="7494" y="87440"/>
                    </a:lnTo>
                    <a:cubicBezTo>
                      <a:pt x="6450" y="85535"/>
                      <a:pt x="5502" y="83629"/>
                      <a:pt x="4648" y="81629"/>
                    </a:cubicBezTo>
                    <a:cubicBezTo>
                      <a:pt x="1613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122" y="177832"/>
                      <a:pt x="59759" y="177927"/>
                    </a:cubicBezTo>
                    <a:lnTo>
                      <a:pt x="59664" y="177927"/>
                    </a:lnTo>
                    <a:close/>
                    <a:moveTo>
                      <a:pt x="19445" y="82677"/>
                    </a:moveTo>
                    <a:lnTo>
                      <a:pt x="59759" y="162973"/>
                    </a:lnTo>
                    <a:lnTo>
                      <a:pt x="99787" y="78772"/>
                    </a:lnTo>
                    <a:cubicBezTo>
                      <a:pt x="102823" y="72485"/>
                      <a:pt x="104340" y="65818"/>
                      <a:pt x="104340" y="58865"/>
                    </a:cubicBezTo>
                    <a:cubicBezTo>
                      <a:pt x="104340" y="33528"/>
                      <a:pt x="83852" y="12954"/>
                      <a:pt x="58620" y="12954"/>
                    </a:cubicBezTo>
                    <a:cubicBezTo>
                      <a:pt x="33389" y="12954"/>
                      <a:pt x="12900" y="33528"/>
                      <a:pt x="12900" y="58865"/>
                    </a:cubicBezTo>
                    <a:cubicBezTo>
                      <a:pt x="12900" y="65056"/>
                      <a:pt x="14133" y="71056"/>
                      <a:pt x="16505" y="76771"/>
                    </a:cubicBezTo>
                    <a:cubicBezTo>
                      <a:pt x="17358" y="78867"/>
                      <a:pt x="18402" y="80772"/>
                      <a:pt x="19540" y="82677"/>
                    </a:cubicBezTo>
                    <a:lnTo>
                      <a:pt x="19540" y="82677"/>
                    </a:ln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BB379E4B-F628-0D1B-F263-3173EFCCAC6E}"/>
                  </a:ext>
                </a:extLst>
              </p:cNvPr>
              <p:cNvSpPr/>
              <p:nvPr/>
            </p:nvSpPr>
            <p:spPr>
              <a:xfrm>
                <a:off x="6303320" y="2160466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5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49" y="45339"/>
                      <a:pt x="0" y="35147"/>
                      <a:pt x="0" y="22670"/>
                    </a:cubicBezTo>
                    <a:cubicBezTo>
                      <a:pt x="0" y="10192"/>
                      <a:pt x="10149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5" y="28099"/>
                      <a:pt x="32345" y="22670"/>
                    </a:cubicBezTo>
                    <a:cubicBezTo>
                      <a:pt x="32345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68" name="Graphic 126">
              <a:extLst>
                <a:ext uri="{FF2B5EF4-FFF2-40B4-BE49-F238E27FC236}">
                  <a16:creationId xmlns:a16="http://schemas.microsoft.com/office/drawing/2014/main" id="{3FD5AB63-CD18-AE2E-DA81-BDF880903E69}"/>
                </a:ext>
              </a:extLst>
            </p:cNvPr>
            <p:cNvGrpSpPr/>
            <p:nvPr/>
          </p:nvGrpSpPr>
          <p:grpSpPr>
            <a:xfrm>
              <a:off x="6526703" y="2116270"/>
              <a:ext cx="117050" cy="177927"/>
              <a:chOff x="6526703" y="2116270"/>
              <a:chExt cx="117050" cy="177927"/>
            </a:xfrm>
            <a:grpFill/>
          </p:grpSpPr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F26B5403-2071-E667-88CE-BED49E8E9AD5}"/>
                  </a:ext>
                </a:extLst>
              </p:cNvPr>
              <p:cNvSpPr/>
              <p:nvPr/>
            </p:nvSpPr>
            <p:spPr>
              <a:xfrm>
                <a:off x="6526703" y="2116270"/>
                <a:ext cx="117050" cy="177927"/>
              </a:xfrm>
              <a:custGeom>
                <a:avLst/>
                <a:gdLst>
                  <a:gd name="connsiteX0" fmla="*/ 59664 w 117050"/>
                  <a:gd name="connsiteY0" fmla="*/ 177927 h 177927"/>
                  <a:gd name="connsiteX1" fmla="*/ 49704 w 117050"/>
                  <a:gd name="connsiteY1" fmla="*/ 171736 h 177927"/>
                  <a:gd name="connsiteX2" fmla="*/ 7399 w 117050"/>
                  <a:gd name="connsiteY2" fmla="*/ 87440 h 177927"/>
                  <a:gd name="connsiteX3" fmla="*/ 4553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8 w 117050"/>
                  <a:gd name="connsiteY9" fmla="*/ 177927 h 177927"/>
                  <a:gd name="connsiteX10" fmla="*/ 59664 w 117050"/>
                  <a:gd name="connsiteY10" fmla="*/ 177927 h 177927"/>
                  <a:gd name="connsiteX11" fmla="*/ 19350 w 117050"/>
                  <a:gd name="connsiteY11" fmla="*/ 82582 h 177927"/>
                  <a:gd name="connsiteX12" fmla="*/ 59664 w 117050"/>
                  <a:gd name="connsiteY12" fmla="*/ 162973 h 177927"/>
                  <a:gd name="connsiteX13" fmla="*/ 99692 w 117050"/>
                  <a:gd name="connsiteY13" fmla="*/ 78772 h 177927"/>
                  <a:gd name="connsiteX14" fmla="*/ 104245 w 117050"/>
                  <a:gd name="connsiteY14" fmla="*/ 58865 h 177927"/>
                  <a:gd name="connsiteX15" fmla="*/ 58525 w 117050"/>
                  <a:gd name="connsiteY15" fmla="*/ 12954 h 177927"/>
                  <a:gd name="connsiteX16" fmla="*/ 12805 w 117050"/>
                  <a:gd name="connsiteY16" fmla="*/ 58865 h 177927"/>
                  <a:gd name="connsiteX17" fmla="*/ 16410 w 117050"/>
                  <a:gd name="connsiteY17" fmla="*/ 76771 h 177927"/>
                  <a:gd name="connsiteX18" fmla="*/ 19445 w 117050"/>
                  <a:gd name="connsiteY18" fmla="*/ 82677 h 177927"/>
                  <a:gd name="connsiteX19" fmla="*/ 19445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664" y="177927"/>
                    </a:moveTo>
                    <a:cubicBezTo>
                      <a:pt x="55395" y="177927"/>
                      <a:pt x="51601" y="175546"/>
                      <a:pt x="49704" y="171736"/>
                    </a:cubicBezTo>
                    <a:lnTo>
                      <a:pt x="7399" y="87440"/>
                    </a:lnTo>
                    <a:cubicBezTo>
                      <a:pt x="6355" y="85535"/>
                      <a:pt x="5407" y="83629"/>
                      <a:pt x="4553" y="81629"/>
                    </a:cubicBezTo>
                    <a:cubicBezTo>
                      <a:pt x="1518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027" y="177927"/>
                      <a:pt x="59758" y="177927"/>
                    </a:cubicBezTo>
                    <a:lnTo>
                      <a:pt x="59664" y="177927"/>
                    </a:lnTo>
                    <a:close/>
                    <a:moveTo>
                      <a:pt x="19350" y="82582"/>
                    </a:moveTo>
                    <a:lnTo>
                      <a:pt x="59664" y="162973"/>
                    </a:lnTo>
                    <a:lnTo>
                      <a:pt x="99692" y="78772"/>
                    </a:lnTo>
                    <a:cubicBezTo>
                      <a:pt x="102728" y="72485"/>
                      <a:pt x="104245" y="65818"/>
                      <a:pt x="104245" y="58865"/>
                    </a:cubicBezTo>
                    <a:cubicBezTo>
                      <a:pt x="104245" y="33528"/>
                      <a:pt x="83757" y="12954"/>
                      <a:pt x="58525" y="12954"/>
                    </a:cubicBezTo>
                    <a:cubicBezTo>
                      <a:pt x="33294" y="12954"/>
                      <a:pt x="12805" y="33528"/>
                      <a:pt x="12805" y="58865"/>
                    </a:cubicBezTo>
                    <a:cubicBezTo>
                      <a:pt x="12805" y="65056"/>
                      <a:pt x="14039" y="71056"/>
                      <a:pt x="16410" y="76771"/>
                    </a:cubicBezTo>
                    <a:cubicBezTo>
                      <a:pt x="17264" y="78867"/>
                      <a:pt x="18307" y="80772"/>
                      <a:pt x="19445" y="82677"/>
                    </a:cubicBezTo>
                    <a:lnTo>
                      <a:pt x="19445" y="82677"/>
                    </a:ln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8D8216CF-9E2F-1893-D943-E4827FA7CEEB}"/>
                  </a:ext>
                </a:extLst>
              </p:cNvPr>
              <p:cNvSpPr/>
              <p:nvPr/>
            </p:nvSpPr>
            <p:spPr>
              <a:xfrm>
                <a:off x="6562653" y="2159800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6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50" y="45339"/>
                      <a:pt x="0" y="35147"/>
                      <a:pt x="0" y="22670"/>
                    </a:cubicBezTo>
                    <a:cubicBezTo>
                      <a:pt x="0" y="10192"/>
                      <a:pt x="10150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6" y="28099"/>
                      <a:pt x="32346" y="22670"/>
                    </a:cubicBezTo>
                    <a:cubicBezTo>
                      <a:pt x="32346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9168616-7193-835C-92FA-FE8D95A4AC23}"/>
                </a:ext>
              </a:extLst>
            </p:cNvPr>
            <p:cNvSpPr/>
            <p:nvPr/>
          </p:nvSpPr>
          <p:spPr>
            <a:xfrm>
              <a:off x="6571569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EF084BD9-1C8F-18C2-D55B-F0BBA7C4E64B}"/>
              </a:ext>
            </a:extLst>
          </p:cNvPr>
          <p:cNvGrpSpPr/>
          <p:nvPr/>
        </p:nvGrpSpPr>
        <p:grpSpPr>
          <a:xfrm>
            <a:off x="7867107" y="1517127"/>
            <a:ext cx="499212" cy="311460"/>
            <a:chOff x="6267275" y="2116270"/>
            <a:chExt cx="376478" cy="234886"/>
          </a:xfrm>
          <a:solidFill>
            <a:schemeClr val="tx1"/>
          </a:solidFill>
        </p:grpSpPr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015A93B5-DFCF-4C17-1D52-C4313DABAB9C}"/>
                </a:ext>
              </a:extLst>
            </p:cNvPr>
            <p:cNvSpPr/>
            <p:nvPr/>
          </p:nvSpPr>
          <p:spPr>
            <a:xfrm>
              <a:off x="6311572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A3624272-2626-5331-CC30-E82DDCB66F1D}"/>
                </a:ext>
              </a:extLst>
            </p:cNvPr>
            <p:cNvSpPr/>
            <p:nvPr/>
          </p:nvSpPr>
          <p:spPr>
            <a:xfrm>
              <a:off x="637654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54D1994B-C650-406F-902A-9F2FB98419B7}"/>
                </a:ext>
              </a:extLst>
            </p:cNvPr>
            <p:cNvSpPr/>
            <p:nvPr/>
          </p:nvSpPr>
          <p:spPr>
            <a:xfrm>
              <a:off x="6441618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9BCEB9FA-6EAE-5875-9B6D-514C537AA211}"/>
                </a:ext>
              </a:extLst>
            </p:cNvPr>
            <p:cNvSpPr/>
            <p:nvPr/>
          </p:nvSpPr>
          <p:spPr>
            <a:xfrm>
              <a:off x="6506594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grpSp>
          <p:nvGrpSpPr>
            <p:cNvPr id="179" name="Graphic 126">
              <a:extLst>
                <a:ext uri="{FF2B5EF4-FFF2-40B4-BE49-F238E27FC236}">
                  <a16:creationId xmlns:a16="http://schemas.microsoft.com/office/drawing/2014/main" id="{9A94F779-90B1-0C52-D90F-4776C3EE21CD}"/>
                </a:ext>
              </a:extLst>
            </p:cNvPr>
            <p:cNvGrpSpPr/>
            <p:nvPr/>
          </p:nvGrpSpPr>
          <p:grpSpPr>
            <a:xfrm>
              <a:off x="6267275" y="2116937"/>
              <a:ext cx="117050" cy="177927"/>
              <a:chOff x="6267275" y="2116937"/>
              <a:chExt cx="117050" cy="177927"/>
            </a:xfrm>
            <a:grpFill/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D69344FD-7C43-4A09-FA96-873FBB80DF00}"/>
                  </a:ext>
                </a:extLst>
              </p:cNvPr>
              <p:cNvSpPr/>
              <p:nvPr/>
            </p:nvSpPr>
            <p:spPr>
              <a:xfrm>
                <a:off x="6267275" y="2116937"/>
                <a:ext cx="117050" cy="177927"/>
              </a:xfrm>
              <a:custGeom>
                <a:avLst/>
                <a:gdLst>
                  <a:gd name="connsiteX0" fmla="*/ 59759 w 117050"/>
                  <a:gd name="connsiteY0" fmla="*/ 177927 h 177927"/>
                  <a:gd name="connsiteX1" fmla="*/ 49799 w 117050"/>
                  <a:gd name="connsiteY1" fmla="*/ 171736 h 177927"/>
                  <a:gd name="connsiteX2" fmla="*/ 7494 w 117050"/>
                  <a:gd name="connsiteY2" fmla="*/ 87440 h 177927"/>
                  <a:gd name="connsiteX3" fmla="*/ 4648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9 w 117050"/>
                  <a:gd name="connsiteY9" fmla="*/ 177927 h 177927"/>
                  <a:gd name="connsiteX10" fmla="*/ 59664 w 117050"/>
                  <a:gd name="connsiteY10" fmla="*/ 177927 h 177927"/>
                  <a:gd name="connsiteX11" fmla="*/ 19445 w 117050"/>
                  <a:gd name="connsiteY11" fmla="*/ 82677 h 177927"/>
                  <a:gd name="connsiteX12" fmla="*/ 59759 w 117050"/>
                  <a:gd name="connsiteY12" fmla="*/ 162973 h 177927"/>
                  <a:gd name="connsiteX13" fmla="*/ 99787 w 117050"/>
                  <a:gd name="connsiteY13" fmla="*/ 78772 h 177927"/>
                  <a:gd name="connsiteX14" fmla="*/ 104340 w 117050"/>
                  <a:gd name="connsiteY14" fmla="*/ 58865 h 177927"/>
                  <a:gd name="connsiteX15" fmla="*/ 58620 w 117050"/>
                  <a:gd name="connsiteY15" fmla="*/ 12954 h 177927"/>
                  <a:gd name="connsiteX16" fmla="*/ 12900 w 117050"/>
                  <a:gd name="connsiteY16" fmla="*/ 58865 h 177927"/>
                  <a:gd name="connsiteX17" fmla="*/ 16505 w 117050"/>
                  <a:gd name="connsiteY17" fmla="*/ 76771 h 177927"/>
                  <a:gd name="connsiteX18" fmla="*/ 19540 w 117050"/>
                  <a:gd name="connsiteY18" fmla="*/ 82677 h 177927"/>
                  <a:gd name="connsiteX19" fmla="*/ 19540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759" y="177927"/>
                    </a:moveTo>
                    <a:cubicBezTo>
                      <a:pt x="55490" y="177927"/>
                      <a:pt x="51696" y="175546"/>
                      <a:pt x="49799" y="171736"/>
                    </a:cubicBezTo>
                    <a:lnTo>
                      <a:pt x="7494" y="87440"/>
                    </a:lnTo>
                    <a:cubicBezTo>
                      <a:pt x="6450" y="85535"/>
                      <a:pt x="5502" y="83629"/>
                      <a:pt x="4648" y="81629"/>
                    </a:cubicBezTo>
                    <a:cubicBezTo>
                      <a:pt x="1613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122" y="177832"/>
                      <a:pt x="59759" y="177927"/>
                    </a:cubicBezTo>
                    <a:lnTo>
                      <a:pt x="59664" y="177927"/>
                    </a:lnTo>
                    <a:close/>
                    <a:moveTo>
                      <a:pt x="19445" y="82677"/>
                    </a:moveTo>
                    <a:lnTo>
                      <a:pt x="59759" y="162973"/>
                    </a:lnTo>
                    <a:lnTo>
                      <a:pt x="99787" y="78772"/>
                    </a:lnTo>
                    <a:cubicBezTo>
                      <a:pt x="102823" y="72485"/>
                      <a:pt x="104340" y="65818"/>
                      <a:pt x="104340" y="58865"/>
                    </a:cubicBezTo>
                    <a:cubicBezTo>
                      <a:pt x="104340" y="33528"/>
                      <a:pt x="83852" y="12954"/>
                      <a:pt x="58620" y="12954"/>
                    </a:cubicBezTo>
                    <a:cubicBezTo>
                      <a:pt x="33389" y="12954"/>
                      <a:pt x="12900" y="33528"/>
                      <a:pt x="12900" y="58865"/>
                    </a:cubicBezTo>
                    <a:cubicBezTo>
                      <a:pt x="12900" y="65056"/>
                      <a:pt x="14133" y="71056"/>
                      <a:pt x="16505" y="76771"/>
                    </a:cubicBezTo>
                    <a:cubicBezTo>
                      <a:pt x="17358" y="78867"/>
                      <a:pt x="18402" y="80772"/>
                      <a:pt x="19540" y="82677"/>
                    </a:cubicBezTo>
                    <a:lnTo>
                      <a:pt x="19540" y="82677"/>
                    </a:ln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855A553F-F7F8-8412-8812-00EDC44184E1}"/>
                  </a:ext>
                </a:extLst>
              </p:cNvPr>
              <p:cNvSpPr/>
              <p:nvPr/>
            </p:nvSpPr>
            <p:spPr>
              <a:xfrm>
                <a:off x="6303320" y="2160466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5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49" y="45339"/>
                      <a:pt x="0" y="35147"/>
                      <a:pt x="0" y="22670"/>
                    </a:cubicBezTo>
                    <a:cubicBezTo>
                      <a:pt x="0" y="10192"/>
                      <a:pt x="10149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5" y="28099"/>
                      <a:pt x="32345" y="22670"/>
                    </a:cubicBezTo>
                    <a:cubicBezTo>
                      <a:pt x="32345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grpSp>
          <p:nvGrpSpPr>
            <p:cNvPr id="180" name="Graphic 126">
              <a:extLst>
                <a:ext uri="{FF2B5EF4-FFF2-40B4-BE49-F238E27FC236}">
                  <a16:creationId xmlns:a16="http://schemas.microsoft.com/office/drawing/2014/main" id="{4F33F6B4-3997-B3FE-4F52-0697F311A7E0}"/>
                </a:ext>
              </a:extLst>
            </p:cNvPr>
            <p:cNvGrpSpPr/>
            <p:nvPr/>
          </p:nvGrpSpPr>
          <p:grpSpPr>
            <a:xfrm>
              <a:off x="6526703" y="2116270"/>
              <a:ext cx="117050" cy="177927"/>
              <a:chOff x="6526703" y="2116270"/>
              <a:chExt cx="117050" cy="177927"/>
            </a:xfrm>
            <a:grpFill/>
          </p:grpSpPr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EDB3D405-19A2-19B7-D669-6C6997DC3C6F}"/>
                  </a:ext>
                </a:extLst>
              </p:cNvPr>
              <p:cNvSpPr/>
              <p:nvPr/>
            </p:nvSpPr>
            <p:spPr>
              <a:xfrm>
                <a:off x="6526703" y="2116270"/>
                <a:ext cx="117050" cy="177927"/>
              </a:xfrm>
              <a:custGeom>
                <a:avLst/>
                <a:gdLst>
                  <a:gd name="connsiteX0" fmla="*/ 59664 w 117050"/>
                  <a:gd name="connsiteY0" fmla="*/ 177927 h 177927"/>
                  <a:gd name="connsiteX1" fmla="*/ 49704 w 117050"/>
                  <a:gd name="connsiteY1" fmla="*/ 171736 h 177927"/>
                  <a:gd name="connsiteX2" fmla="*/ 7399 w 117050"/>
                  <a:gd name="connsiteY2" fmla="*/ 87440 h 177927"/>
                  <a:gd name="connsiteX3" fmla="*/ 4553 w 117050"/>
                  <a:gd name="connsiteY3" fmla="*/ 81629 h 177927"/>
                  <a:gd name="connsiteX4" fmla="*/ 0 w 117050"/>
                  <a:gd name="connsiteY4" fmla="*/ 58769 h 177927"/>
                  <a:gd name="connsiteX5" fmla="*/ 58525 w 117050"/>
                  <a:gd name="connsiteY5" fmla="*/ 0 h 177927"/>
                  <a:gd name="connsiteX6" fmla="*/ 117051 w 117050"/>
                  <a:gd name="connsiteY6" fmla="*/ 58769 h 177927"/>
                  <a:gd name="connsiteX7" fmla="*/ 111265 w 117050"/>
                  <a:gd name="connsiteY7" fmla="*/ 84296 h 177927"/>
                  <a:gd name="connsiteX8" fmla="*/ 69718 w 117050"/>
                  <a:gd name="connsiteY8" fmla="*/ 171545 h 177927"/>
                  <a:gd name="connsiteX9" fmla="*/ 59758 w 117050"/>
                  <a:gd name="connsiteY9" fmla="*/ 177927 h 177927"/>
                  <a:gd name="connsiteX10" fmla="*/ 59664 w 117050"/>
                  <a:gd name="connsiteY10" fmla="*/ 177927 h 177927"/>
                  <a:gd name="connsiteX11" fmla="*/ 19350 w 117050"/>
                  <a:gd name="connsiteY11" fmla="*/ 82582 h 177927"/>
                  <a:gd name="connsiteX12" fmla="*/ 59664 w 117050"/>
                  <a:gd name="connsiteY12" fmla="*/ 162973 h 177927"/>
                  <a:gd name="connsiteX13" fmla="*/ 99692 w 117050"/>
                  <a:gd name="connsiteY13" fmla="*/ 78772 h 177927"/>
                  <a:gd name="connsiteX14" fmla="*/ 104245 w 117050"/>
                  <a:gd name="connsiteY14" fmla="*/ 58865 h 177927"/>
                  <a:gd name="connsiteX15" fmla="*/ 58525 w 117050"/>
                  <a:gd name="connsiteY15" fmla="*/ 12954 h 177927"/>
                  <a:gd name="connsiteX16" fmla="*/ 12805 w 117050"/>
                  <a:gd name="connsiteY16" fmla="*/ 58865 h 177927"/>
                  <a:gd name="connsiteX17" fmla="*/ 16410 w 117050"/>
                  <a:gd name="connsiteY17" fmla="*/ 76771 h 177927"/>
                  <a:gd name="connsiteX18" fmla="*/ 19445 w 117050"/>
                  <a:gd name="connsiteY18" fmla="*/ 82677 h 177927"/>
                  <a:gd name="connsiteX19" fmla="*/ 19445 w 117050"/>
                  <a:gd name="connsiteY19" fmla="*/ 82677 h 177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050" h="177927">
                    <a:moveTo>
                      <a:pt x="59664" y="177927"/>
                    </a:moveTo>
                    <a:cubicBezTo>
                      <a:pt x="55395" y="177927"/>
                      <a:pt x="51601" y="175546"/>
                      <a:pt x="49704" y="171736"/>
                    </a:cubicBezTo>
                    <a:lnTo>
                      <a:pt x="7399" y="87440"/>
                    </a:lnTo>
                    <a:cubicBezTo>
                      <a:pt x="6355" y="85535"/>
                      <a:pt x="5407" y="83629"/>
                      <a:pt x="4553" y="81629"/>
                    </a:cubicBezTo>
                    <a:cubicBezTo>
                      <a:pt x="1518" y="74390"/>
                      <a:pt x="0" y="66675"/>
                      <a:pt x="0" y="58769"/>
                    </a:cubicBezTo>
                    <a:cubicBezTo>
                      <a:pt x="0" y="26384"/>
                      <a:pt x="26275" y="0"/>
                      <a:pt x="58525" y="0"/>
                    </a:cubicBezTo>
                    <a:cubicBezTo>
                      <a:pt x="90776" y="0"/>
                      <a:pt x="117051" y="26384"/>
                      <a:pt x="117051" y="58769"/>
                    </a:cubicBezTo>
                    <a:cubicBezTo>
                      <a:pt x="117051" y="67723"/>
                      <a:pt x="115059" y="76295"/>
                      <a:pt x="111265" y="84296"/>
                    </a:cubicBezTo>
                    <a:lnTo>
                      <a:pt x="69718" y="171545"/>
                    </a:lnTo>
                    <a:cubicBezTo>
                      <a:pt x="67916" y="175450"/>
                      <a:pt x="64027" y="177927"/>
                      <a:pt x="59758" y="177927"/>
                    </a:cubicBezTo>
                    <a:lnTo>
                      <a:pt x="59664" y="177927"/>
                    </a:lnTo>
                    <a:close/>
                    <a:moveTo>
                      <a:pt x="19350" y="82582"/>
                    </a:moveTo>
                    <a:lnTo>
                      <a:pt x="59664" y="162973"/>
                    </a:lnTo>
                    <a:lnTo>
                      <a:pt x="99692" y="78772"/>
                    </a:lnTo>
                    <a:cubicBezTo>
                      <a:pt x="102728" y="72485"/>
                      <a:pt x="104245" y="65818"/>
                      <a:pt x="104245" y="58865"/>
                    </a:cubicBezTo>
                    <a:cubicBezTo>
                      <a:pt x="104245" y="33528"/>
                      <a:pt x="83757" y="12954"/>
                      <a:pt x="58525" y="12954"/>
                    </a:cubicBezTo>
                    <a:cubicBezTo>
                      <a:pt x="33294" y="12954"/>
                      <a:pt x="12805" y="33528"/>
                      <a:pt x="12805" y="58865"/>
                    </a:cubicBezTo>
                    <a:cubicBezTo>
                      <a:pt x="12805" y="65056"/>
                      <a:pt x="14039" y="71056"/>
                      <a:pt x="16410" y="76771"/>
                    </a:cubicBezTo>
                    <a:cubicBezTo>
                      <a:pt x="17264" y="78867"/>
                      <a:pt x="18307" y="80772"/>
                      <a:pt x="19445" y="82677"/>
                    </a:cubicBezTo>
                    <a:lnTo>
                      <a:pt x="19445" y="82677"/>
                    </a:ln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5F1441D1-0EB3-6DBA-5554-8376D53DBCF4}"/>
                  </a:ext>
                </a:extLst>
              </p:cNvPr>
              <p:cNvSpPr/>
              <p:nvPr/>
            </p:nvSpPr>
            <p:spPr>
              <a:xfrm>
                <a:off x="6562653" y="2159800"/>
                <a:ext cx="45150" cy="45339"/>
              </a:xfrm>
              <a:custGeom>
                <a:avLst/>
                <a:gdLst>
                  <a:gd name="connsiteX0" fmla="*/ 22575 w 45150"/>
                  <a:gd name="connsiteY0" fmla="*/ 45339 h 45339"/>
                  <a:gd name="connsiteX1" fmla="*/ 0 w 45150"/>
                  <a:gd name="connsiteY1" fmla="*/ 22670 h 45339"/>
                  <a:gd name="connsiteX2" fmla="*/ 22575 w 45150"/>
                  <a:gd name="connsiteY2" fmla="*/ 0 h 45339"/>
                  <a:gd name="connsiteX3" fmla="*/ 45151 w 45150"/>
                  <a:gd name="connsiteY3" fmla="*/ 22670 h 45339"/>
                  <a:gd name="connsiteX4" fmla="*/ 22575 w 45150"/>
                  <a:gd name="connsiteY4" fmla="*/ 45339 h 45339"/>
                  <a:gd name="connsiteX5" fmla="*/ 22575 w 45150"/>
                  <a:gd name="connsiteY5" fmla="*/ 12859 h 45339"/>
                  <a:gd name="connsiteX6" fmla="*/ 12805 w 45150"/>
                  <a:gd name="connsiteY6" fmla="*/ 22670 h 45339"/>
                  <a:gd name="connsiteX7" fmla="*/ 22575 w 45150"/>
                  <a:gd name="connsiteY7" fmla="*/ 32480 h 45339"/>
                  <a:gd name="connsiteX8" fmla="*/ 32346 w 45150"/>
                  <a:gd name="connsiteY8" fmla="*/ 22670 h 45339"/>
                  <a:gd name="connsiteX9" fmla="*/ 22575 w 45150"/>
                  <a:gd name="connsiteY9" fmla="*/ 12859 h 4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150" h="45339">
                    <a:moveTo>
                      <a:pt x="22575" y="45339"/>
                    </a:moveTo>
                    <a:cubicBezTo>
                      <a:pt x="10150" y="45339"/>
                      <a:pt x="0" y="35147"/>
                      <a:pt x="0" y="22670"/>
                    </a:cubicBezTo>
                    <a:cubicBezTo>
                      <a:pt x="0" y="10192"/>
                      <a:pt x="10150" y="0"/>
                      <a:pt x="22575" y="0"/>
                    </a:cubicBezTo>
                    <a:cubicBezTo>
                      <a:pt x="35001" y="0"/>
                      <a:pt x="45151" y="10192"/>
                      <a:pt x="45151" y="22670"/>
                    </a:cubicBezTo>
                    <a:cubicBezTo>
                      <a:pt x="45151" y="35147"/>
                      <a:pt x="35001" y="45339"/>
                      <a:pt x="22575" y="45339"/>
                    </a:cubicBezTo>
                    <a:close/>
                    <a:moveTo>
                      <a:pt x="22575" y="12859"/>
                    </a:moveTo>
                    <a:cubicBezTo>
                      <a:pt x="17169" y="12859"/>
                      <a:pt x="12805" y="17240"/>
                      <a:pt x="12805" y="22670"/>
                    </a:cubicBezTo>
                    <a:cubicBezTo>
                      <a:pt x="12805" y="28099"/>
                      <a:pt x="17169" y="32480"/>
                      <a:pt x="22575" y="32480"/>
                    </a:cubicBezTo>
                    <a:cubicBezTo>
                      <a:pt x="27982" y="32480"/>
                      <a:pt x="32346" y="28099"/>
                      <a:pt x="32346" y="22670"/>
                    </a:cubicBezTo>
                    <a:cubicBezTo>
                      <a:pt x="32346" y="17240"/>
                      <a:pt x="27982" y="12859"/>
                      <a:pt x="22575" y="12859"/>
                    </a:cubicBezTo>
                    <a:close/>
                  </a:path>
                </a:pathLst>
              </a:custGeom>
              <a:grpFill/>
              <a:ln w="94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R"/>
              </a:p>
            </p:txBody>
          </p:sp>
        </p:grp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213D724A-887C-A69E-1CAD-A24D35459450}"/>
                </a:ext>
              </a:extLst>
            </p:cNvPr>
            <p:cNvSpPr/>
            <p:nvPr/>
          </p:nvSpPr>
          <p:spPr>
            <a:xfrm>
              <a:off x="6571569" y="2323725"/>
              <a:ext cx="27318" cy="27431"/>
            </a:xfrm>
            <a:custGeom>
              <a:avLst/>
              <a:gdLst>
                <a:gd name="connsiteX0" fmla="*/ 27318 w 27318"/>
                <a:gd name="connsiteY0" fmla="*/ 13716 h 27431"/>
                <a:gd name="connsiteX1" fmla="*/ 13659 w 27318"/>
                <a:gd name="connsiteY1" fmla="*/ 27432 h 27431"/>
                <a:gd name="connsiteX2" fmla="*/ 0 w 27318"/>
                <a:gd name="connsiteY2" fmla="*/ 13716 h 27431"/>
                <a:gd name="connsiteX3" fmla="*/ 13659 w 27318"/>
                <a:gd name="connsiteY3" fmla="*/ 0 h 27431"/>
                <a:gd name="connsiteX4" fmla="*/ 27318 w 27318"/>
                <a:gd name="connsiteY4" fmla="*/ 13716 h 2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18" h="27431">
                  <a:moveTo>
                    <a:pt x="27318" y="13716"/>
                  </a:moveTo>
                  <a:cubicBezTo>
                    <a:pt x="27318" y="21291"/>
                    <a:pt x="21203" y="27432"/>
                    <a:pt x="13659" y="27432"/>
                  </a:cubicBezTo>
                  <a:cubicBezTo>
                    <a:pt x="6115" y="27432"/>
                    <a:pt x="0" y="21291"/>
                    <a:pt x="0" y="13716"/>
                  </a:cubicBezTo>
                  <a:cubicBezTo>
                    <a:pt x="0" y="6141"/>
                    <a:pt x="6115" y="0"/>
                    <a:pt x="13659" y="0"/>
                  </a:cubicBezTo>
                  <a:cubicBezTo>
                    <a:pt x="21203" y="0"/>
                    <a:pt x="27318" y="6141"/>
                    <a:pt x="27318" y="13716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188" name="Graphic 186">
            <a:extLst>
              <a:ext uri="{FF2B5EF4-FFF2-40B4-BE49-F238E27FC236}">
                <a16:creationId xmlns:a16="http://schemas.microsoft.com/office/drawing/2014/main" id="{265CDB25-E3A5-419E-EE25-6FBBFBE89667}"/>
              </a:ext>
            </a:extLst>
          </p:cNvPr>
          <p:cNvSpPr/>
          <p:nvPr/>
        </p:nvSpPr>
        <p:spPr>
          <a:xfrm>
            <a:off x="8817747" y="823822"/>
            <a:ext cx="358139" cy="480013"/>
          </a:xfrm>
          <a:custGeom>
            <a:avLst/>
            <a:gdLst>
              <a:gd name="connsiteX0" fmla="*/ 155941 w 267280"/>
              <a:gd name="connsiteY0" fmla="*/ 209455 h 358235"/>
              <a:gd name="connsiteX1" fmla="*/ 111359 w 267280"/>
              <a:gd name="connsiteY1" fmla="*/ 209455 h 358235"/>
              <a:gd name="connsiteX2" fmla="*/ 103961 w 267280"/>
              <a:gd name="connsiteY2" fmla="*/ 216884 h 358235"/>
              <a:gd name="connsiteX3" fmla="*/ 103961 w 267280"/>
              <a:gd name="connsiteY3" fmla="*/ 261652 h 358235"/>
              <a:gd name="connsiteX4" fmla="*/ 111359 w 267280"/>
              <a:gd name="connsiteY4" fmla="*/ 269081 h 358235"/>
              <a:gd name="connsiteX5" fmla="*/ 155941 w 267280"/>
              <a:gd name="connsiteY5" fmla="*/ 269081 h 358235"/>
              <a:gd name="connsiteX6" fmla="*/ 163340 w 267280"/>
              <a:gd name="connsiteY6" fmla="*/ 261652 h 358235"/>
              <a:gd name="connsiteX7" fmla="*/ 163340 w 267280"/>
              <a:gd name="connsiteY7" fmla="*/ 216884 h 358235"/>
              <a:gd name="connsiteX8" fmla="*/ 155941 w 267280"/>
              <a:gd name="connsiteY8" fmla="*/ 209455 h 358235"/>
              <a:gd name="connsiteX9" fmla="*/ 148543 w 267280"/>
              <a:gd name="connsiteY9" fmla="*/ 254222 h 358235"/>
              <a:gd name="connsiteX10" fmla="*/ 118758 w 267280"/>
              <a:gd name="connsiteY10" fmla="*/ 254222 h 358235"/>
              <a:gd name="connsiteX11" fmla="*/ 118758 w 267280"/>
              <a:gd name="connsiteY11" fmla="*/ 224314 h 358235"/>
              <a:gd name="connsiteX12" fmla="*/ 148543 w 267280"/>
              <a:gd name="connsiteY12" fmla="*/ 224314 h 358235"/>
              <a:gd name="connsiteX13" fmla="*/ 148543 w 267280"/>
              <a:gd name="connsiteY13" fmla="*/ 254222 h 358235"/>
              <a:gd name="connsiteX14" fmla="*/ 229643 w 267280"/>
              <a:gd name="connsiteY14" fmla="*/ 209455 h 358235"/>
              <a:gd name="connsiteX15" fmla="*/ 185062 w 267280"/>
              <a:gd name="connsiteY15" fmla="*/ 209455 h 358235"/>
              <a:gd name="connsiteX16" fmla="*/ 177663 w 267280"/>
              <a:gd name="connsiteY16" fmla="*/ 216884 h 358235"/>
              <a:gd name="connsiteX17" fmla="*/ 177663 w 267280"/>
              <a:gd name="connsiteY17" fmla="*/ 261652 h 358235"/>
              <a:gd name="connsiteX18" fmla="*/ 185062 w 267280"/>
              <a:gd name="connsiteY18" fmla="*/ 269081 h 358235"/>
              <a:gd name="connsiteX19" fmla="*/ 229643 w 267280"/>
              <a:gd name="connsiteY19" fmla="*/ 269081 h 358235"/>
              <a:gd name="connsiteX20" fmla="*/ 237042 w 267280"/>
              <a:gd name="connsiteY20" fmla="*/ 261652 h 358235"/>
              <a:gd name="connsiteX21" fmla="*/ 237042 w 267280"/>
              <a:gd name="connsiteY21" fmla="*/ 216884 h 358235"/>
              <a:gd name="connsiteX22" fmla="*/ 229643 w 267280"/>
              <a:gd name="connsiteY22" fmla="*/ 209455 h 358235"/>
              <a:gd name="connsiteX23" fmla="*/ 222245 w 267280"/>
              <a:gd name="connsiteY23" fmla="*/ 254222 h 358235"/>
              <a:gd name="connsiteX24" fmla="*/ 192460 w 267280"/>
              <a:gd name="connsiteY24" fmla="*/ 254222 h 358235"/>
              <a:gd name="connsiteX25" fmla="*/ 192460 w 267280"/>
              <a:gd name="connsiteY25" fmla="*/ 224314 h 358235"/>
              <a:gd name="connsiteX26" fmla="*/ 222245 w 267280"/>
              <a:gd name="connsiteY26" fmla="*/ 224314 h 358235"/>
              <a:gd name="connsiteX27" fmla="*/ 222245 w 267280"/>
              <a:gd name="connsiteY27" fmla="*/ 254222 h 358235"/>
              <a:gd name="connsiteX28" fmla="*/ 81385 w 267280"/>
              <a:gd name="connsiteY28" fmla="*/ 209455 h 358235"/>
              <a:gd name="connsiteX29" fmla="*/ 36804 w 267280"/>
              <a:gd name="connsiteY29" fmla="*/ 209455 h 358235"/>
              <a:gd name="connsiteX30" fmla="*/ 29405 w 267280"/>
              <a:gd name="connsiteY30" fmla="*/ 216884 h 358235"/>
              <a:gd name="connsiteX31" fmla="*/ 29405 w 267280"/>
              <a:gd name="connsiteY31" fmla="*/ 261652 h 358235"/>
              <a:gd name="connsiteX32" fmla="*/ 36804 w 267280"/>
              <a:gd name="connsiteY32" fmla="*/ 269081 h 358235"/>
              <a:gd name="connsiteX33" fmla="*/ 81385 w 267280"/>
              <a:gd name="connsiteY33" fmla="*/ 269081 h 358235"/>
              <a:gd name="connsiteX34" fmla="*/ 88784 w 267280"/>
              <a:gd name="connsiteY34" fmla="*/ 261652 h 358235"/>
              <a:gd name="connsiteX35" fmla="*/ 88784 w 267280"/>
              <a:gd name="connsiteY35" fmla="*/ 216884 h 358235"/>
              <a:gd name="connsiteX36" fmla="*/ 81385 w 267280"/>
              <a:gd name="connsiteY36" fmla="*/ 209455 h 358235"/>
              <a:gd name="connsiteX37" fmla="*/ 73987 w 267280"/>
              <a:gd name="connsiteY37" fmla="*/ 254222 h 358235"/>
              <a:gd name="connsiteX38" fmla="*/ 44202 w 267280"/>
              <a:gd name="connsiteY38" fmla="*/ 254222 h 358235"/>
              <a:gd name="connsiteX39" fmla="*/ 44202 w 267280"/>
              <a:gd name="connsiteY39" fmla="*/ 224314 h 358235"/>
              <a:gd name="connsiteX40" fmla="*/ 73987 w 267280"/>
              <a:gd name="connsiteY40" fmla="*/ 224314 h 358235"/>
              <a:gd name="connsiteX41" fmla="*/ 73987 w 267280"/>
              <a:gd name="connsiteY41" fmla="*/ 254222 h 358235"/>
              <a:gd name="connsiteX42" fmla="*/ 155941 w 267280"/>
              <a:gd name="connsiteY42" fmla="*/ 134588 h 358235"/>
              <a:gd name="connsiteX43" fmla="*/ 111359 w 267280"/>
              <a:gd name="connsiteY43" fmla="*/ 134588 h 358235"/>
              <a:gd name="connsiteX44" fmla="*/ 103961 w 267280"/>
              <a:gd name="connsiteY44" fmla="*/ 142018 h 358235"/>
              <a:gd name="connsiteX45" fmla="*/ 103961 w 267280"/>
              <a:gd name="connsiteY45" fmla="*/ 186785 h 358235"/>
              <a:gd name="connsiteX46" fmla="*/ 111359 w 267280"/>
              <a:gd name="connsiteY46" fmla="*/ 194215 h 358235"/>
              <a:gd name="connsiteX47" fmla="*/ 155941 w 267280"/>
              <a:gd name="connsiteY47" fmla="*/ 194215 h 358235"/>
              <a:gd name="connsiteX48" fmla="*/ 163340 w 267280"/>
              <a:gd name="connsiteY48" fmla="*/ 186785 h 358235"/>
              <a:gd name="connsiteX49" fmla="*/ 163340 w 267280"/>
              <a:gd name="connsiteY49" fmla="*/ 142018 h 358235"/>
              <a:gd name="connsiteX50" fmla="*/ 155941 w 267280"/>
              <a:gd name="connsiteY50" fmla="*/ 134588 h 358235"/>
              <a:gd name="connsiteX51" fmla="*/ 148543 w 267280"/>
              <a:gd name="connsiteY51" fmla="*/ 179356 h 358235"/>
              <a:gd name="connsiteX52" fmla="*/ 118758 w 267280"/>
              <a:gd name="connsiteY52" fmla="*/ 179356 h 358235"/>
              <a:gd name="connsiteX53" fmla="*/ 118758 w 267280"/>
              <a:gd name="connsiteY53" fmla="*/ 149447 h 358235"/>
              <a:gd name="connsiteX54" fmla="*/ 148543 w 267280"/>
              <a:gd name="connsiteY54" fmla="*/ 149447 h 358235"/>
              <a:gd name="connsiteX55" fmla="*/ 148543 w 267280"/>
              <a:gd name="connsiteY55" fmla="*/ 179356 h 358235"/>
              <a:gd name="connsiteX56" fmla="*/ 229643 w 267280"/>
              <a:gd name="connsiteY56" fmla="*/ 134588 h 358235"/>
              <a:gd name="connsiteX57" fmla="*/ 185062 w 267280"/>
              <a:gd name="connsiteY57" fmla="*/ 134588 h 358235"/>
              <a:gd name="connsiteX58" fmla="*/ 177663 w 267280"/>
              <a:gd name="connsiteY58" fmla="*/ 142018 h 358235"/>
              <a:gd name="connsiteX59" fmla="*/ 177663 w 267280"/>
              <a:gd name="connsiteY59" fmla="*/ 186785 h 358235"/>
              <a:gd name="connsiteX60" fmla="*/ 185062 w 267280"/>
              <a:gd name="connsiteY60" fmla="*/ 194215 h 358235"/>
              <a:gd name="connsiteX61" fmla="*/ 229643 w 267280"/>
              <a:gd name="connsiteY61" fmla="*/ 194215 h 358235"/>
              <a:gd name="connsiteX62" fmla="*/ 237042 w 267280"/>
              <a:gd name="connsiteY62" fmla="*/ 186785 h 358235"/>
              <a:gd name="connsiteX63" fmla="*/ 237042 w 267280"/>
              <a:gd name="connsiteY63" fmla="*/ 142018 h 358235"/>
              <a:gd name="connsiteX64" fmla="*/ 229643 w 267280"/>
              <a:gd name="connsiteY64" fmla="*/ 134588 h 358235"/>
              <a:gd name="connsiteX65" fmla="*/ 222245 w 267280"/>
              <a:gd name="connsiteY65" fmla="*/ 179356 h 358235"/>
              <a:gd name="connsiteX66" fmla="*/ 192460 w 267280"/>
              <a:gd name="connsiteY66" fmla="*/ 179356 h 358235"/>
              <a:gd name="connsiteX67" fmla="*/ 192460 w 267280"/>
              <a:gd name="connsiteY67" fmla="*/ 149447 h 358235"/>
              <a:gd name="connsiteX68" fmla="*/ 222245 w 267280"/>
              <a:gd name="connsiteY68" fmla="*/ 149447 h 358235"/>
              <a:gd name="connsiteX69" fmla="*/ 222245 w 267280"/>
              <a:gd name="connsiteY69" fmla="*/ 179356 h 358235"/>
              <a:gd name="connsiteX70" fmla="*/ 81385 w 267280"/>
              <a:gd name="connsiteY70" fmla="*/ 134588 h 358235"/>
              <a:gd name="connsiteX71" fmla="*/ 36804 w 267280"/>
              <a:gd name="connsiteY71" fmla="*/ 134588 h 358235"/>
              <a:gd name="connsiteX72" fmla="*/ 29405 w 267280"/>
              <a:gd name="connsiteY72" fmla="*/ 142018 h 358235"/>
              <a:gd name="connsiteX73" fmla="*/ 29405 w 267280"/>
              <a:gd name="connsiteY73" fmla="*/ 186785 h 358235"/>
              <a:gd name="connsiteX74" fmla="*/ 36804 w 267280"/>
              <a:gd name="connsiteY74" fmla="*/ 194215 h 358235"/>
              <a:gd name="connsiteX75" fmla="*/ 81385 w 267280"/>
              <a:gd name="connsiteY75" fmla="*/ 194215 h 358235"/>
              <a:gd name="connsiteX76" fmla="*/ 88784 w 267280"/>
              <a:gd name="connsiteY76" fmla="*/ 186785 h 358235"/>
              <a:gd name="connsiteX77" fmla="*/ 88784 w 267280"/>
              <a:gd name="connsiteY77" fmla="*/ 142018 h 358235"/>
              <a:gd name="connsiteX78" fmla="*/ 81385 w 267280"/>
              <a:gd name="connsiteY78" fmla="*/ 134588 h 358235"/>
              <a:gd name="connsiteX79" fmla="*/ 73987 w 267280"/>
              <a:gd name="connsiteY79" fmla="*/ 179356 h 358235"/>
              <a:gd name="connsiteX80" fmla="*/ 44202 w 267280"/>
              <a:gd name="connsiteY80" fmla="*/ 179356 h 358235"/>
              <a:gd name="connsiteX81" fmla="*/ 44202 w 267280"/>
              <a:gd name="connsiteY81" fmla="*/ 149447 h 358235"/>
              <a:gd name="connsiteX82" fmla="*/ 73987 w 267280"/>
              <a:gd name="connsiteY82" fmla="*/ 149447 h 358235"/>
              <a:gd name="connsiteX83" fmla="*/ 73987 w 267280"/>
              <a:gd name="connsiteY83" fmla="*/ 179356 h 358235"/>
              <a:gd name="connsiteX84" fmla="*/ 155941 w 267280"/>
              <a:gd name="connsiteY84" fmla="*/ 59722 h 358235"/>
              <a:gd name="connsiteX85" fmla="*/ 111359 w 267280"/>
              <a:gd name="connsiteY85" fmla="*/ 59722 h 358235"/>
              <a:gd name="connsiteX86" fmla="*/ 103961 w 267280"/>
              <a:gd name="connsiteY86" fmla="*/ 67151 h 358235"/>
              <a:gd name="connsiteX87" fmla="*/ 103961 w 267280"/>
              <a:gd name="connsiteY87" fmla="*/ 111919 h 358235"/>
              <a:gd name="connsiteX88" fmla="*/ 111359 w 267280"/>
              <a:gd name="connsiteY88" fmla="*/ 119348 h 358235"/>
              <a:gd name="connsiteX89" fmla="*/ 155941 w 267280"/>
              <a:gd name="connsiteY89" fmla="*/ 119348 h 358235"/>
              <a:gd name="connsiteX90" fmla="*/ 163340 w 267280"/>
              <a:gd name="connsiteY90" fmla="*/ 111919 h 358235"/>
              <a:gd name="connsiteX91" fmla="*/ 163340 w 267280"/>
              <a:gd name="connsiteY91" fmla="*/ 67151 h 358235"/>
              <a:gd name="connsiteX92" fmla="*/ 155941 w 267280"/>
              <a:gd name="connsiteY92" fmla="*/ 59722 h 358235"/>
              <a:gd name="connsiteX93" fmla="*/ 148543 w 267280"/>
              <a:gd name="connsiteY93" fmla="*/ 104489 h 358235"/>
              <a:gd name="connsiteX94" fmla="*/ 118758 w 267280"/>
              <a:gd name="connsiteY94" fmla="*/ 104489 h 358235"/>
              <a:gd name="connsiteX95" fmla="*/ 118758 w 267280"/>
              <a:gd name="connsiteY95" fmla="*/ 74581 h 358235"/>
              <a:gd name="connsiteX96" fmla="*/ 148543 w 267280"/>
              <a:gd name="connsiteY96" fmla="*/ 74581 h 358235"/>
              <a:gd name="connsiteX97" fmla="*/ 148543 w 267280"/>
              <a:gd name="connsiteY97" fmla="*/ 104489 h 358235"/>
              <a:gd name="connsiteX98" fmla="*/ 229643 w 267280"/>
              <a:gd name="connsiteY98" fmla="*/ 59722 h 358235"/>
              <a:gd name="connsiteX99" fmla="*/ 185062 w 267280"/>
              <a:gd name="connsiteY99" fmla="*/ 59722 h 358235"/>
              <a:gd name="connsiteX100" fmla="*/ 177663 w 267280"/>
              <a:gd name="connsiteY100" fmla="*/ 67151 h 358235"/>
              <a:gd name="connsiteX101" fmla="*/ 177663 w 267280"/>
              <a:gd name="connsiteY101" fmla="*/ 111919 h 358235"/>
              <a:gd name="connsiteX102" fmla="*/ 185062 w 267280"/>
              <a:gd name="connsiteY102" fmla="*/ 119348 h 358235"/>
              <a:gd name="connsiteX103" fmla="*/ 229643 w 267280"/>
              <a:gd name="connsiteY103" fmla="*/ 119348 h 358235"/>
              <a:gd name="connsiteX104" fmla="*/ 237042 w 267280"/>
              <a:gd name="connsiteY104" fmla="*/ 111919 h 358235"/>
              <a:gd name="connsiteX105" fmla="*/ 237042 w 267280"/>
              <a:gd name="connsiteY105" fmla="*/ 67151 h 358235"/>
              <a:gd name="connsiteX106" fmla="*/ 229643 w 267280"/>
              <a:gd name="connsiteY106" fmla="*/ 59722 h 358235"/>
              <a:gd name="connsiteX107" fmla="*/ 222245 w 267280"/>
              <a:gd name="connsiteY107" fmla="*/ 104489 h 358235"/>
              <a:gd name="connsiteX108" fmla="*/ 192460 w 267280"/>
              <a:gd name="connsiteY108" fmla="*/ 104489 h 358235"/>
              <a:gd name="connsiteX109" fmla="*/ 192460 w 267280"/>
              <a:gd name="connsiteY109" fmla="*/ 74581 h 358235"/>
              <a:gd name="connsiteX110" fmla="*/ 222245 w 267280"/>
              <a:gd name="connsiteY110" fmla="*/ 74581 h 358235"/>
              <a:gd name="connsiteX111" fmla="*/ 222245 w 267280"/>
              <a:gd name="connsiteY111" fmla="*/ 104489 h 358235"/>
              <a:gd name="connsiteX112" fmla="*/ 81385 w 267280"/>
              <a:gd name="connsiteY112" fmla="*/ 59722 h 358235"/>
              <a:gd name="connsiteX113" fmla="*/ 36804 w 267280"/>
              <a:gd name="connsiteY113" fmla="*/ 59722 h 358235"/>
              <a:gd name="connsiteX114" fmla="*/ 29405 w 267280"/>
              <a:gd name="connsiteY114" fmla="*/ 67151 h 358235"/>
              <a:gd name="connsiteX115" fmla="*/ 29405 w 267280"/>
              <a:gd name="connsiteY115" fmla="*/ 111919 h 358235"/>
              <a:gd name="connsiteX116" fmla="*/ 36804 w 267280"/>
              <a:gd name="connsiteY116" fmla="*/ 119348 h 358235"/>
              <a:gd name="connsiteX117" fmla="*/ 81385 w 267280"/>
              <a:gd name="connsiteY117" fmla="*/ 119348 h 358235"/>
              <a:gd name="connsiteX118" fmla="*/ 88784 w 267280"/>
              <a:gd name="connsiteY118" fmla="*/ 111919 h 358235"/>
              <a:gd name="connsiteX119" fmla="*/ 88784 w 267280"/>
              <a:gd name="connsiteY119" fmla="*/ 67151 h 358235"/>
              <a:gd name="connsiteX120" fmla="*/ 81385 w 267280"/>
              <a:gd name="connsiteY120" fmla="*/ 59722 h 358235"/>
              <a:gd name="connsiteX121" fmla="*/ 73987 w 267280"/>
              <a:gd name="connsiteY121" fmla="*/ 104489 h 358235"/>
              <a:gd name="connsiteX122" fmla="*/ 44202 w 267280"/>
              <a:gd name="connsiteY122" fmla="*/ 104489 h 358235"/>
              <a:gd name="connsiteX123" fmla="*/ 44202 w 267280"/>
              <a:gd name="connsiteY123" fmla="*/ 74581 h 358235"/>
              <a:gd name="connsiteX124" fmla="*/ 73987 w 267280"/>
              <a:gd name="connsiteY124" fmla="*/ 74581 h 358235"/>
              <a:gd name="connsiteX125" fmla="*/ 73987 w 267280"/>
              <a:gd name="connsiteY125" fmla="*/ 104489 h 358235"/>
              <a:gd name="connsiteX126" fmla="*/ 266921 w 267280"/>
              <a:gd name="connsiteY126" fmla="*/ 34290 h 358235"/>
              <a:gd name="connsiteX127" fmla="*/ 266637 w 267280"/>
              <a:gd name="connsiteY127" fmla="*/ 33338 h 358235"/>
              <a:gd name="connsiteX128" fmla="*/ 265688 w 267280"/>
              <a:gd name="connsiteY128" fmla="*/ 30956 h 358235"/>
              <a:gd name="connsiteX129" fmla="*/ 235999 w 267280"/>
              <a:gd name="connsiteY129" fmla="*/ 1238 h 358235"/>
              <a:gd name="connsiteX130" fmla="*/ 229833 w 267280"/>
              <a:gd name="connsiteY130" fmla="*/ 0 h 358235"/>
              <a:gd name="connsiteX131" fmla="*/ 37088 w 267280"/>
              <a:gd name="connsiteY131" fmla="*/ 0 h 358235"/>
              <a:gd name="connsiteX132" fmla="*/ 32156 w 267280"/>
              <a:gd name="connsiteY132" fmla="*/ 1238 h 358235"/>
              <a:gd name="connsiteX133" fmla="*/ 2466 w 267280"/>
              <a:gd name="connsiteY133" fmla="*/ 30956 h 358235"/>
              <a:gd name="connsiteX134" fmla="*/ 1043 w 267280"/>
              <a:gd name="connsiteY134" fmla="*/ 33052 h 358235"/>
              <a:gd name="connsiteX135" fmla="*/ 0 w 267280"/>
              <a:gd name="connsiteY135" fmla="*/ 36862 h 358235"/>
              <a:gd name="connsiteX136" fmla="*/ 0 w 267280"/>
              <a:gd name="connsiteY136" fmla="*/ 350806 h 358235"/>
              <a:gd name="connsiteX137" fmla="*/ 7399 w 267280"/>
              <a:gd name="connsiteY137" fmla="*/ 358235 h 358235"/>
              <a:gd name="connsiteX138" fmla="*/ 259807 w 267280"/>
              <a:gd name="connsiteY138" fmla="*/ 358235 h 358235"/>
              <a:gd name="connsiteX139" fmla="*/ 267206 w 267280"/>
              <a:gd name="connsiteY139" fmla="*/ 350806 h 358235"/>
              <a:gd name="connsiteX140" fmla="*/ 267206 w 267280"/>
              <a:gd name="connsiteY140" fmla="*/ 37909 h 358235"/>
              <a:gd name="connsiteX141" fmla="*/ 266827 w 267280"/>
              <a:gd name="connsiteY141" fmla="*/ 34195 h 358235"/>
              <a:gd name="connsiteX142" fmla="*/ 40788 w 267280"/>
              <a:gd name="connsiteY142" fmla="*/ 14859 h 358235"/>
              <a:gd name="connsiteX143" fmla="*/ 227367 w 267280"/>
              <a:gd name="connsiteY143" fmla="*/ 14859 h 358235"/>
              <a:gd name="connsiteX144" fmla="*/ 241880 w 267280"/>
              <a:gd name="connsiteY144" fmla="*/ 29432 h 358235"/>
              <a:gd name="connsiteX145" fmla="*/ 26275 w 267280"/>
              <a:gd name="connsiteY145" fmla="*/ 29432 h 358235"/>
              <a:gd name="connsiteX146" fmla="*/ 40788 w 267280"/>
              <a:gd name="connsiteY146" fmla="*/ 14859 h 358235"/>
              <a:gd name="connsiteX147" fmla="*/ 118758 w 267280"/>
              <a:gd name="connsiteY147" fmla="*/ 343376 h 358235"/>
              <a:gd name="connsiteX148" fmla="*/ 118758 w 267280"/>
              <a:gd name="connsiteY148" fmla="*/ 298418 h 358235"/>
              <a:gd name="connsiteX149" fmla="*/ 148543 w 267280"/>
              <a:gd name="connsiteY149" fmla="*/ 298418 h 358235"/>
              <a:gd name="connsiteX150" fmla="*/ 148543 w 267280"/>
              <a:gd name="connsiteY150" fmla="*/ 343376 h 358235"/>
              <a:gd name="connsiteX151" fmla="*/ 118758 w 267280"/>
              <a:gd name="connsiteY151" fmla="*/ 343376 h 358235"/>
              <a:gd name="connsiteX152" fmla="*/ 163340 w 267280"/>
              <a:gd name="connsiteY152" fmla="*/ 343376 h 358235"/>
              <a:gd name="connsiteX153" fmla="*/ 163340 w 267280"/>
              <a:gd name="connsiteY153" fmla="*/ 290989 h 358235"/>
              <a:gd name="connsiteX154" fmla="*/ 155941 w 267280"/>
              <a:gd name="connsiteY154" fmla="*/ 283464 h 358235"/>
              <a:gd name="connsiteX155" fmla="*/ 111359 w 267280"/>
              <a:gd name="connsiteY155" fmla="*/ 283464 h 358235"/>
              <a:gd name="connsiteX156" fmla="*/ 103961 w 267280"/>
              <a:gd name="connsiteY156" fmla="*/ 290989 h 358235"/>
              <a:gd name="connsiteX157" fmla="*/ 103961 w 267280"/>
              <a:gd name="connsiteY157" fmla="*/ 343376 h 358235"/>
              <a:gd name="connsiteX158" fmla="*/ 14892 w 267280"/>
              <a:gd name="connsiteY158" fmla="*/ 343376 h 358235"/>
              <a:gd name="connsiteX159" fmla="*/ 14892 w 267280"/>
              <a:gd name="connsiteY159" fmla="*/ 44577 h 358235"/>
              <a:gd name="connsiteX160" fmla="*/ 252409 w 267280"/>
              <a:gd name="connsiteY160" fmla="*/ 44577 h 358235"/>
              <a:gd name="connsiteX161" fmla="*/ 252409 w 267280"/>
              <a:gd name="connsiteY161" fmla="*/ 343376 h 358235"/>
              <a:gd name="connsiteX162" fmla="*/ 163340 w 267280"/>
              <a:gd name="connsiteY162" fmla="*/ 343376 h 358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267280" h="358235">
                <a:moveTo>
                  <a:pt x="155941" y="209455"/>
                </a:moveTo>
                <a:lnTo>
                  <a:pt x="111359" y="209455"/>
                </a:lnTo>
                <a:cubicBezTo>
                  <a:pt x="107660" y="209455"/>
                  <a:pt x="103961" y="211931"/>
                  <a:pt x="103961" y="216884"/>
                </a:cubicBezTo>
                <a:lnTo>
                  <a:pt x="103961" y="261652"/>
                </a:lnTo>
                <a:cubicBezTo>
                  <a:pt x="103961" y="265366"/>
                  <a:pt x="107660" y="269081"/>
                  <a:pt x="111359" y="269081"/>
                </a:cubicBezTo>
                <a:lnTo>
                  <a:pt x="155941" y="269081"/>
                </a:lnTo>
                <a:cubicBezTo>
                  <a:pt x="160874" y="269081"/>
                  <a:pt x="163340" y="265366"/>
                  <a:pt x="163340" y="261652"/>
                </a:cubicBezTo>
                <a:lnTo>
                  <a:pt x="163340" y="216884"/>
                </a:lnTo>
                <a:cubicBezTo>
                  <a:pt x="163340" y="211931"/>
                  <a:pt x="160874" y="209455"/>
                  <a:pt x="155941" y="209455"/>
                </a:cubicBezTo>
                <a:close/>
                <a:moveTo>
                  <a:pt x="148543" y="254222"/>
                </a:moveTo>
                <a:lnTo>
                  <a:pt x="118758" y="254222"/>
                </a:lnTo>
                <a:lnTo>
                  <a:pt x="118758" y="224314"/>
                </a:lnTo>
                <a:lnTo>
                  <a:pt x="148543" y="224314"/>
                </a:lnTo>
                <a:lnTo>
                  <a:pt x="148543" y="254222"/>
                </a:lnTo>
                <a:close/>
                <a:moveTo>
                  <a:pt x="229643" y="209455"/>
                </a:moveTo>
                <a:lnTo>
                  <a:pt x="185062" y="209455"/>
                </a:lnTo>
                <a:cubicBezTo>
                  <a:pt x="181362" y="209455"/>
                  <a:pt x="177663" y="211931"/>
                  <a:pt x="177663" y="216884"/>
                </a:cubicBezTo>
                <a:lnTo>
                  <a:pt x="177663" y="261652"/>
                </a:lnTo>
                <a:cubicBezTo>
                  <a:pt x="177663" y="265366"/>
                  <a:pt x="181362" y="269081"/>
                  <a:pt x="185062" y="269081"/>
                </a:cubicBezTo>
                <a:lnTo>
                  <a:pt x="229643" y="269081"/>
                </a:lnTo>
                <a:cubicBezTo>
                  <a:pt x="234576" y="269081"/>
                  <a:pt x="237042" y="265366"/>
                  <a:pt x="237042" y="261652"/>
                </a:cubicBezTo>
                <a:lnTo>
                  <a:pt x="237042" y="216884"/>
                </a:lnTo>
                <a:cubicBezTo>
                  <a:pt x="237042" y="211931"/>
                  <a:pt x="234576" y="209455"/>
                  <a:pt x="229643" y="209455"/>
                </a:cubicBezTo>
                <a:close/>
                <a:moveTo>
                  <a:pt x="222245" y="254222"/>
                </a:moveTo>
                <a:lnTo>
                  <a:pt x="192460" y="254222"/>
                </a:lnTo>
                <a:lnTo>
                  <a:pt x="192460" y="224314"/>
                </a:lnTo>
                <a:lnTo>
                  <a:pt x="222245" y="224314"/>
                </a:lnTo>
                <a:lnTo>
                  <a:pt x="222245" y="254222"/>
                </a:lnTo>
                <a:close/>
                <a:moveTo>
                  <a:pt x="81385" y="209455"/>
                </a:moveTo>
                <a:lnTo>
                  <a:pt x="36804" y="209455"/>
                </a:lnTo>
                <a:cubicBezTo>
                  <a:pt x="33104" y="209455"/>
                  <a:pt x="29405" y="211931"/>
                  <a:pt x="29405" y="216884"/>
                </a:cubicBezTo>
                <a:lnTo>
                  <a:pt x="29405" y="261652"/>
                </a:lnTo>
                <a:cubicBezTo>
                  <a:pt x="29405" y="265366"/>
                  <a:pt x="33104" y="269081"/>
                  <a:pt x="36804" y="269081"/>
                </a:cubicBezTo>
                <a:lnTo>
                  <a:pt x="81385" y="269081"/>
                </a:lnTo>
                <a:cubicBezTo>
                  <a:pt x="86318" y="269081"/>
                  <a:pt x="88784" y="265366"/>
                  <a:pt x="88784" y="261652"/>
                </a:cubicBezTo>
                <a:lnTo>
                  <a:pt x="88784" y="216884"/>
                </a:lnTo>
                <a:cubicBezTo>
                  <a:pt x="88784" y="211931"/>
                  <a:pt x="86318" y="209455"/>
                  <a:pt x="81385" y="209455"/>
                </a:cubicBezTo>
                <a:close/>
                <a:moveTo>
                  <a:pt x="73987" y="254222"/>
                </a:moveTo>
                <a:lnTo>
                  <a:pt x="44202" y="254222"/>
                </a:lnTo>
                <a:lnTo>
                  <a:pt x="44202" y="224314"/>
                </a:lnTo>
                <a:lnTo>
                  <a:pt x="73987" y="224314"/>
                </a:lnTo>
                <a:lnTo>
                  <a:pt x="73987" y="254222"/>
                </a:lnTo>
                <a:close/>
                <a:moveTo>
                  <a:pt x="155941" y="134588"/>
                </a:moveTo>
                <a:lnTo>
                  <a:pt x="111359" y="134588"/>
                </a:lnTo>
                <a:cubicBezTo>
                  <a:pt x="107660" y="134588"/>
                  <a:pt x="103961" y="137065"/>
                  <a:pt x="103961" y="142018"/>
                </a:cubicBezTo>
                <a:lnTo>
                  <a:pt x="103961" y="186785"/>
                </a:lnTo>
                <a:cubicBezTo>
                  <a:pt x="103961" y="190500"/>
                  <a:pt x="107660" y="194215"/>
                  <a:pt x="111359" y="194215"/>
                </a:cubicBezTo>
                <a:lnTo>
                  <a:pt x="155941" y="194215"/>
                </a:lnTo>
                <a:cubicBezTo>
                  <a:pt x="160874" y="194215"/>
                  <a:pt x="163340" y="190500"/>
                  <a:pt x="163340" y="186785"/>
                </a:cubicBezTo>
                <a:lnTo>
                  <a:pt x="163340" y="142018"/>
                </a:lnTo>
                <a:cubicBezTo>
                  <a:pt x="163340" y="137065"/>
                  <a:pt x="160874" y="134588"/>
                  <a:pt x="155941" y="134588"/>
                </a:cubicBezTo>
                <a:close/>
                <a:moveTo>
                  <a:pt x="148543" y="179356"/>
                </a:moveTo>
                <a:lnTo>
                  <a:pt x="118758" y="179356"/>
                </a:lnTo>
                <a:lnTo>
                  <a:pt x="118758" y="149447"/>
                </a:lnTo>
                <a:lnTo>
                  <a:pt x="148543" y="149447"/>
                </a:lnTo>
                <a:lnTo>
                  <a:pt x="148543" y="179356"/>
                </a:lnTo>
                <a:close/>
                <a:moveTo>
                  <a:pt x="229643" y="134588"/>
                </a:moveTo>
                <a:lnTo>
                  <a:pt x="185062" y="134588"/>
                </a:lnTo>
                <a:cubicBezTo>
                  <a:pt x="181362" y="134588"/>
                  <a:pt x="177663" y="137065"/>
                  <a:pt x="177663" y="142018"/>
                </a:cubicBezTo>
                <a:lnTo>
                  <a:pt x="177663" y="186785"/>
                </a:lnTo>
                <a:cubicBezTo>
                  <a:pt x="177663" y="190500"/>
                  <a:pt x="181362" y="194215"/>
                  <a:pt x="185062" y="194215"/>
                </a:cubicBezTo>
                <a:lnTo>
                  <a:pt x="229643" y="194215"/>
                </a:lnTo>
                <a:cubicBezTo>
                  <a:pt x="234576" y="194215"/>
                  <a:pt x="237042" y="190500"/>
                  <a:pt x="237042" y="186785"/>
                </a:cubicBezTo>
                <a:lnTo>
                  <a:pt x="237042" y="142018"/>
                </a:lnTo>
                <a:cubicBezTo>
                  <a:pt x="237042" y="137065"/>
                  <a:pt x="234576" y="134588"/>
                  <a:pt x="229643" y="134588"/>
                </a:cubicBezTo>
                <a:close/>
                <a:moveTo>
                  <a:pt x="222245" y="179356"/>
                </a:moveTo>
                <a:lnTo>
                  <a:pt x="192460" y="179356"/>
                </a:lnTo>
                <a:lnTo>
                  <a:pt x="192460" y="149447"/>
                </a:lnTo>
                <a:lnTo>
                  <a:pt x="222245" y="149447"/>
                </a:lnTo>
                <a:lnTo>
                  <a:pt x="222245" y="179356"/>
                </a:lnTo>
                <a:close/>
                <a:moveTo>
                  <a:pt x="81385" y="134588"/>
                </a:moveTo>
                <a:lnTo>
                  <a:pt x="36804" y="134588"/>
                </a:lnTo>
                <a:cubicBezTo>
                  <a:pt x="33104" y="134588"/>
                  <a:pt x="29405" y="137065"/>
                  <a:pt x="29405" y="142018"/>
                </a:cubicBezTo>
                <a:lnTo>
                  <a:pt x="29405" y="186785"/>
                </a:lnTo>
                <a:cubicBezTo>
                  <a:pt x="29405" y="190500"/>
                  <a:pt x="33104" y="194215"/>
                  <a:pt x="36804" y="194215"/>
                </a:cubicBezTo>
                <a:lnTo>
                  <a:pt x="81385" y="194215"/>
                </a:lnTo>
                <a:cubicBezTo>
                  <a:pt x="86318" y="194215"/>
                  <a:pt x="88784" y="190500"/>
                  <a:pt x="88784" y="186785"/>
                </a:cubicBezTo>
                <a:lnTo>
                  <a:pt x="88784" y="142018"/>
                </a:lnTo>
                <a:cubicBezTo>
                  <a:pt x="88784" y="137065"/>
                  <a:pt x="86318" y="134588"/>
                  <a:pt x="81385" y="134588"/>
                </a:cubicBezTo>
                <a:close/>
                <a:moveTo>
                  <a:pt x="73987" y="179356"/>
                </a:moveTo>
                <a:lnTo>
                  <a:pt x="44202" y="179356"/>
                </a:lnTo>
                <a:lnTo>
                  <a:pt x="44202" y="149447"/>
                </a:lnTo>
                <a:lnTo>
                  <a:pt x="73987" y="149447"/>
                </a:lnTo>
                <a:lnTo>
                  <a:pt x="73987" y="179356"/>
                </a:lnTo>
                <a:close/>
                <a:moveTo>
                  <a:pt x="155941" y="59722"/>
                </a:moveTo>
                <a:lnTo>
                  <a:pt x="111359" y="59722"/>
                </a:lnTo>
                <a:cubicBezTo>
                  <a:pt x="107660" y="59722"/>
                  <a:pt x="103961" y="62198"/>
                  <a:pt x="103961" y="67151"/>
                </a:cubicBezTo>
                <a:lnTo>
                  <a:pt x="103961" y="111919"/>
                </a:lnTo>
                <a:cubicBezTo>
                  <a:pt x="103961" y="115634"/>
                  <a:pt x="107660" y="119348"/>
                  <a:pt x="111359" y="119348"/>
                </a:cubicBezTo>
                <a:lnTo>
                  <a:pt x="155941" y="119348"/>
                </a:lnTo>
                <a:cubicBezTo>
                  <a:pt x="160874" y="119348"/>
                  <a:pt x="163340" y="115634"/>
                  <a:pt x="163340" y="111919"/>
                </a:cubicBezTo>
                <a:lnTo>
                  <a:pt x="163340" y="67151"/>
                </a:lnTo>
                <a:cubicBezTo>
                  <a:pt x="163340" y="62198"/>
                  <a:pt x="160874" y="59722"/>
                  <a:pt x="155941" y="59722"/>
                </a:cubicBezTo>
                <a:close/>
                <a:moveTo>
                  <a:pt x="148543" y="104489"/>
                </a:moveTo>
                <a:lnTo>
                  <a:pt x="118758" y="104489"/>
                </a:lnTo>
                <a:lnTo>
                  <a:pt x="118758" y="74581"/>
                </a:lnTo>
                <a:lnTo>
                  <a:pt x="148543" y="74581"/>
                </a:lnTo>
                <a:lnTo>
                  <a:pt x="148543" y="104489"/>
                </a:lnTo>
                <a:close/>
                <a:moveTo>
                  <a:pt x="229643" y="59722"/>
                </a:moveTo>
                <a:lnTo>
                  <a:pt x="185062" y="59722"/>
                </a:lnTo>
                <a:cubicBezTo>
                  <a:pt x="181362" y="59722"/>
                  <a:pt x="177663" y="62198"/>
                  <a:pt x="177663" y="67151"/>
                </a:cubicBezTo>
                <a:lnTo>
                  <a:pt x="177663" y="111919"/>
                </a:lnTo>
                <a:cubicBezTo>
                  <a:pt x="177663" y="115634"/>
                  <a:pt x="181362" y="119348"/>
                  <a:pt x="185062" y="119348"/>
                </a:cubicBezTo>
                <a:lnTo>
                  <a:pt x="229643" y="119348"/>
                </a:lnTo>
                <a:cubicBezTo>
                  <a:pt x="234576" y="119348"/>
                  <a:pt x="237042" y="115634"/>
                  <a:pt x="237042" y="111919"/>
                </a:cubicBezTo>
                <a:lnTo>
                  <a:pt x="237042" y="67151"/>
                </a:lnTo>
                <a:cubicBezTo>
                  <a:pt x="237042" y="62198"/>
                  <a:pt x="234576" y="59722"/>
                  <a:pt x="229643" y="59722"/>
                </a:cubicBezTo>
                <a:close/>
                <a:moveTo>
                  <a:pt x="222245" y="104489"/>
                </a:moveTo>
                <a:lnTo>
                  <a:pt x="192460" y="104489"/>
                </a:lnTo>
                <a:lnTo>
                  <a:pt x="192460" y="74581"/>
                </a:lnTo>
                <a:lnTo>
                  <a:pt x="222245" y="74581"/>
                </a:lnTo>
                <a:lnTo>
                  <a:pt x="222245" y="104489"/>
                </a:lnTo>
                <a:close/>
                <a:moveTo>
                  <a:pt x="81385" y="59722"/>
                </a:moveTo>
                <a:lnTo>
                  <a:pt x="36804" y="59722"/>
                </a:lnTo>
                <a:cubicBezTo>
                  <a:pt x="33104" y="59722"/>
                  <a:pt x="29405" y="62198"/>
                  <a:pt x="29405" y="67151"/>
                </a:cubicBezTo>
                <a:lnTo>
                  <a:pt x="29405" y="111919"/>
                </a:lnTo>
                <a:cubicBezTo>
                  <a:pt x="29405" y="115634"/>
                  <a:pt x="33104" y="119348"/>
                  <a:pt x="36804" y="119348"/>
                </a:cubicBezTo>
                <a:lnTo>
                  <a:pt x="81385" y="119348"/>
                </a:lnTo>
                <a:cubicBezTo>
                  <a:pt x="86318" y="119348"/>
                  <a:pt x="88784" y="115634"/>
                  <a:pt x="88784" y="111919"/>
                </a:cubicBezTo>
                <a:lnTo>
                  <a:pt x="88784" y="67151"/>
                </a:lnTo>
                <a:cubicBezTo>
                  <a:pt x="88784" y="62198"/>
                  <a:pt x="86318" y="59722"/>
                  <a:pt x="81385" y="59722"/>
                </a:cubicBezTo>
                <a:close/>
                <a:moveTo>
                  <a:pt x="73987" y="104489"/>
                </a:moveTo>
                <a:lnTo>
                  <a:pt x="44202" y="104489"/>
                </a:lnTo>
                <a:lnTo>
                  <a:pt x="44202" y="74581"/>
                </a:lnTo>
                <a:lnTo>
                  <a:pt x="73987" y="74581"/>
                </a:lnTo>
                <a:lnTo>
                  <a:pt x="73987" y="104489"/>
                </a:lnTo>
                <a:close/>
                <a:moveTo>
                  <a:pt x="266921" y="34290"/>
                </a:moveTo>
                <a:cubicBezTo>
                  <a:pt x="266921" y="34290"/>
                  <a:pt x="266732" y="33623"/>
                  <a:pt x="266637" y="33338"/>
                </a:cubicBezTo>
                <a:cubicBezTo>
                  <a:pt x="266352" y="32480"/>
                  <a:pt x="265973" y="31718"/>
                  <a:pt x="265688" y="30956"/>
                </a:cubicBezTo>
                <a:lnTo>
                  <a:pt x="235999" y="1238"/>
                </a:lnTo>
                <a:cubicBezTo>
                  <a:pt x="234766" y="0"/>
                  <a:pt x="232299" y="0"/>
                  <a:pt x="229833" y="0"/>
                </a:cubicBezTo>
                <a:lnTo>
                  <a:pt x="37088" y="0"/>
                </a:lnTo>
                <a:cubicBezTo>
                  <a:pt x="35855" y="0"/>
                  <a:pt x="33389" y="0"/>
                  <a:pt x="32156" y="1238"/>
                </a:cubicBezTo>
                <a:lnTo>
                  <a:pt x="2466" y="30956"/>
                </a:lnTo>
                <a:cubicBezTo>
                  <a:pt x="1802" y="31623"/>
                  <a:pt x="1328" y="32290"/>
                  <a:pt x="1043" y="33052"/>
                </a:cubicBezTo>
                <a:cubicBezTo>
                  <a:pt x="474" y="34100"/>
                  <a:pt x="0" y="35338"/>
                  <a:pt x="0" y="36862"/>
                </a:cubicBezTo>
                <a:lnTo>
                  <a:pt x="0" y="350806"/>
                </a:lnTo>
                <a:cubicBezTo>
                  <a:pt x="0" y="354520"/>
                  <a:pt x="3699" y="358235"/>
                  <a:pt x="7399" y="358235"/>
                </a:cubicBezTo>
                <a:lnTo>
                  <a:pt x="259807" y="358235"/>
                </a:lnTo>
                <a:cubicBezTo>
                  <a:pt x="264740" y="358235"/>
                  <a:pt x="267206" y="354520"/>
                  <a:pt x="267206" y="350806"/>
                </a:cubicBezTo>
                <a:lnTo>
                  <a:pt x="267206" y="37909"/>
                </a:lnTo>
                <a:cubicBezTo>
                  <a:pt x="267396" y="36767"/>
                  <a:pt x="267206" y="35433"/>
                  <a:pt x="266827" y="34195"/>
                </a:cubicBezTo>
                <a:close/>
                <a:moveTo>
                  <a:pt x="40788" y="14859"/>
                </a:moveTo>
                <a:lnTo>
                  <a:pt x="227367" y="14859"/>
                </a:lnTo>
                <a:cubicBezTo>
                  <a:pt x="227367" y="14859"/>
                  <a:pt x="227367" y="14859"/>
                  <a:pt x="241880" y="29432"/>
                </a:cubicBezTo>
                <a:lnTo>
                  <a:pt x="26275" y="29432"/>
                </a:lnTo>
                <a:lnTo>
                  <a:pt x="40788" y="14859"/>
                </a:lnTo>
                <a:close/>
                <a:moveTo>
                  <a:pt x="118758" y="343376"/>
                </a:moveTo>
                <a:lnTo>
                  <a:pt x="118758" y="298418"/>
                </a:lnTo>
                <a:lnTo>
                  <a:pt x="148543" y="298418"/>
                </a:lnTo>
                <a:lnTo>
                  <a:pt x="148543" y="343376"/>
                </a:lnTo>
                <a:lnTo>
                  <a:pt x="118758" y="343376"/>
                </a:lnTo>
                <a:close/>
                <a:moveTo>
                  <a:pt x="163340" y="343376"/>
                </a:moveTo>
                <a:lnTo>
                  <a:pt x="163340" y="290989"/>
                </a:lnTo>
                <a:cubicBezTo>
                  <a:pt x="163340" y="286036"/>
                  <a:pt x="160874" y="283464"/>
                  <a:pt x="155941" y="283464"/>
                </a:cubicBezTo>
                <a:lnTo>
                  <a:pt x="111359" y="283464"/>
                </a:lnTo>
                <a:cubicBezTo>
                  <a:pt x="107660" y="283464"/>
                  <a:pt x="103961" y="285941"/>
                  <a:pt x="103961" y="290989"/>
                </a:cubicBezTo>
                <a:lnTo>
                  <a:pt x="103961" y="343376"/>
                </a:lnTo>
                <a:lnTo>
                  <a:pt x="14892" y="343376"/>
                </a:lnTo>
                <a:lnTo>
                  <a:pt x="14892" y="44577"/>
                </a:lnTo>
                <a:lnTo>
                  <a:pt x="252409" y="44577"/>
                </a:lnTo>
                <a:lnTo>
                  <a:pt x="252409" y="343376"/>
                </a:lnTo>
                <a:lnTo>
                  <a:pt x="163340" y="343376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9" name="Graphic 186">
            <a:extLst>
              <a:ext uri="{FF2B5EF4-FFF2-40B4-BE49-F238E27FC236}">
                <a16:creationId xmlns:a16="http://schemas.microsoft.com/office/drawing/2014/main" id="{BA1B023C-2BBB-DB1F-7D64-1D47721F37B5}"/>
              </a:ext>
            </a:extLst>
          </p:cNvPr>
          <p:cNvSpPr/>
          <p:nvPr/>
        </p:nvSpPr>
        <p:spPr>
          <a:xfrm>
            <a:off x="9583464" y="823822"/>
            <a:ext cx="358139" cy="480013"/>
          </a:xfrm>
          <a:custGeom>
            <a:avLst/>
            <a:gdLst>
              <a:gd name="connsiteX0" fmla="*/ 155941 w 267280"/>
              <a:gd name="connsiteY0" fmla="*/ 209455 h 358235"/>
              <a:gd name="connsiteX1" fmla="*/ 111359 w 267280"/>
              <a:gd name="connsiteY1" fmla="*/ 209455 h 358235"/>
              <a:gd name="connsiteX2" fmla="*/ 103961 w 267280"/>
              <a:gd name="connsiteY2" fmla="*/ 216884 h 358235"/>
              <a:gd name="connsiteX3" fmla="*/ 103961 w 267280"/>
              <a:gd name="connsiteY3" fmla="*/ 261652 h 358235"/>
              <a:gd name="connsiteX4" fmla="*/ 111359 w 267280"/>
              <a:gd name="connsiteY4" fmla="*/ 269081 h 358235"/>
              <a:gd name="connsiteX5" fmla="*/ 155941 w 267280"/>
              <a:gd name="connsiteY5" fmla="*/ 269081 h 358235"/>
              <a:gd name="connsiteX6" fmla="*/ 163340 w 267280"/>
              <a:gd name="connsiteY6" fmla="*/ 261652 h 358235"/>
              <a:gd name="connsiteX7" fmla="*/ 163340 w 267280"/>
              <a:gd name="connsiteY7" fmla="*/ 216884 h 358235"/>
              <a:gd name="connsiteX8" fmla="*/ 155941 w 267280"/>
              <a:gd name="connsiteY8" fmla="*/ 209455 h 358235"/>
              <a:gd name="connsiteX9" fmla="*/ 148543 w 267280"/>
              <a:gd name="connsiteY9" fmla="*/ 254222 h 358235"/>
              <a:gd name="connsiteX10" fmla="*/ 118758 w 267280"/>
              <a:gd name="connsiteY10" fmla="*/ 254222 h 358235"/>
              <a:gd name="connsiteX11" fmla="*/ 118758 w 267280"/>
              <a:gd name="connsiteY11" fmla="*/ 224314 h 358235"/>
              <a:gd name="connsiteX12" fmla="*/ 148543 w 267280"/>
              <a:gd name="connsiteY12" fmla="*/ 224314 h 358235"/>
              <a:gd name="connsiteX13" fmla="*/ 148543 w 267280"/>
              <a:gd name="connsiteY13" fmla="*/ 254222 h 358235"/>
              <a:gd name="connsiteX14" fmla="*/ 229643 w 267280"/>
              <a:gd name="connsiteY14" fmla="*/ 209455 h 358235"/>
              <a:gd name="connsiteX15" fmla="*/ 185062 w 267280"/>
              <a:gd name="connsiteY15" fmla="*/ 209455 h 358235"/>
              <a:gd name="connsiteX16" fmla="*/ 177663 w 267280"/>
              <a:gd name="connsiteY16" fmla="*/ 216884 h 358235"/>
              <a:gd name="connsiteX17" fmla="*/ 177663 w 267280"/>
              <a:gd name="connsiteY17" fmla="*/ 261652 h 358235"/>
              <a:gd name="connsiteX18" fmla="*/ 185062 w 267280"/>
              <a:gd name="connsiteY18" fmla="*/ 269081 h 358235"/>
              <a:gd name="connsiteX19" fmla="*/ 229643 w 267280"/>
              <a:gd name="connsiteY19" fmla="*/ 269081 h 358235"/>
              <a:gd name="connsiteX20" fmla="*/ 237042 w 267280"/>
              <a:gd name="connsiteY20" fmla="*/ 261652 h 358235"/>
              <a:gd name="connsiteX21" fmla="*/ 237042 w 267280"/>
              <a:gd name="connsiteY21" fmla="*/ 216884 h 358235"/>
              <a:gd name="connsiteX22" fmla="*/ 229643 w 267280"/>
              <a:gd name="connsiteY22" fmla="*/ 209455 h 358235"/>
              <a:gd name="connsiteX23" fmla="*/ 222245 w 267280"/>
              <a:gd name="connsiteY23" fmla="*/ 254222 h 358235"/>
              <a:gd name="connsiteX24" fmla="*/ 192460 w 267280"/>
              <a:gd name="connsiteY24" fmla="*/ 254222 h 358235"/>
              <a:gd name="connsiteX25" fmla="*/ 192460 w 267280"/>
              <a:gd name="connsiteY25" fmla="*/ 224314 h 358235"/>
              <a:gd name="connsiteX26" fmla="*/ 222245 w 267280"/>
              <a:gd name="connsiteY26" fmla="*/ 224314 h 358235"/>
              <a:gd name="connsiteX27" fmla="*/ 222245 w 267280"/>
              <a:gd name="connsiteY27" fmla="*/ 254222 h 358235"/>
              <a:gd name="connsiteX28" fmla="*/ 81385 w 267280"/>
              <a:gd name="connsiteY28" fmla="*/ 209455 h 358235"/>
              <a:gd name="connsiteX29" fmla="*/ 36804 w 267280"/>
              <a:gd name="connsiteY29" fmla="*/ 209455 h 358235"/>
              <a:gd name="connsiteX30" fmla="*/ 29405 w 267280"/>
              <a:gd name="connsiteY30" fmla="*/ 216884 h 358235"/>
              <a:gd name="connsiteX31" fmla="*/ 29405 w 267280"/>
              <a:gd name="connsiteY31" fmla="*/ 261652 h 358235"/>
              <a:gd name="connsiteX32" fmla="*/ 36804 w 267280"/>
              <a:gd name="connsiteY32" fmla="*/ 269081 h 358235"/>
              <a:gd name="connsiteX33" fmla="*/ 81385 w 267280"/>
              <a:gd name="connsiteY33" fmla="*/ 269081 h 358235"/>
              <a:gd name="connsiteX34" fmla="*/ 88784 w 267280"/>
              <a:gd name="connsiteY34" fmla="*/ 261652 h 358235"/>
              <a:gd name="connsiteX35" fmla="*/ 88784 w 267280"/>
              <a:gd name="connsiteY35" fmla="*/ 216884 h 358235"/>
              <a:gd name="connsiteX36" fmla="*/ 81385 w 267280"/>
              <a:gd name="connsiteY36" fmla="*/ 209455 h 358235"/>
              <a:gd name="connsiteX37" fmla="*/ 73987 w 267280"/>
              <a:gd name="connsiteY37" fmla="*/ 254222 h 358235"/>
              <a:gd name="connsiteX38" fmla="*/ 44202 w 267280"/>
              <a:gd name="connsiteY38" fmla="*/ 254222 h 358235"/>
              <a:gd name="connsiteX39" fmla="*/ 44202 w 267280"/>
              <a:gd name="connsiteY39" fmla="*/ 224314 h 358235"/>
              <a:gd name="connsiteX40" fmla="*/ 73987 w 267280"/>
              <a:gd name="connsiteY40" fmla="*/ 224314 h 358235"/>
              <a:gd name="connsiteX41" fmla="*/ 73987 w 267280"/>
              <a:gd name="connsiteY41" fmla="*/ 254222 h 358235"/>
              <a:gd name="connsiteX42" fmla="*/ 155941 w 267280"/>
              <a:gd name="connsiteY42" fmla="*/ 134588 h 358235"/>
              <a:gd name="connsiteX43" fmla="*/ 111359 w 267280"/>
              <a:gd name="connsiteY43" fmla="*/ 134588 h 358235"/>
              <a:gd name="connsiteX44" fmla="*/ 103961 w 267280"/>
              <a:gd name="connsiteY44" fmla="*/ 142018 h 358235"/>
              <a:gd name="connsiteX45" fmla="*/ 103961 w 267280"/>
              <a:gd name="connsiteY45" fmla="*/ 186785 h 358235"/>
              <a:gd name="connsiteX46" fmla="*/ 111359 w 267280"/>
              <a:gd name="connsiteY46" fmla="*/ 194215 h 358235"/>
              <a:gd name="connsiteX47" fmla="*/ 155941 w 267280"/>
              <a:gd name="connsiteY47" fmla="*/ 194215 h 358235"/>
              <a:gd name="connsiteX48" fmla="*/ 163340 w 267280"/>
              <a:gd name="connsiteY48" fmla="*/ 186785 h 358235"/>
              <a:gd name="connsiteX49" fmla="*/ 163340 w 267280"/>
              <a:gd name="connsiteY49" fmla="*/ 142018 h 358235"/>
              <a:gd name="connsiteX50" fmla="*/ 155941 w 267280"/>
              <a:gd name="connsiteY50" fmla="*/ 134588 h 358235"/>
              <a:gd name="connsiteX51" fmla="*/ 148543 w 267280"/>
              <a:gd name="connsiteY51" fmla="*/ 179356 h 358235"/>
              <a:gd name="connsiteX52" fmla="*/ 118758 w 267280"/>
              <a:gd name="connsiteY52" fmla="*/ 179356 h 358235"/>
              <a:gd name="connsiteX53" fmla="*/ 118758 w 267280"/>
              <a:gd name="connsiteY53" fmla="*/ 149447 h 358235"/>
              <a:gd name="connsiteX54" fmla="*/ 148543 w 267280"/>
              <a:gd name="connsiteY54" fmla="*/ 149447 h 358235"/>
              <a:gd name="connsiteX55" fmla="*/ 148543 w 267280"/>
              <a:gd name="connsiteY55" fmla="*/ 179356 h 358235"/>
              <a:gd name="connsiteX56" fmla="*/ 229643 w 267280"/>
              <a:gd name="connsiteY56" fmla="*/ 134588 h 358235"/>
              <a:gd name="connsiteX57" fmla="*/ 185062 w 267280"/>
              <a:gd name="connsiteY57" fmla="*/ 134588 h 358235"/>
              <a:gd name="connsiteX58" fmla="*/ 177663 w 267280"/>
              <a:gd name="connsiteY58" fmla="*/ 142018 h 358235"/>
              <a:gd name="connsiteX59" fmla="*/ 177663 w 267280"/>
              <a:gd name="connsiteY59" fmla="*/ 186785 h 358235"/>
              <a:gd name="connsiteX60" fmla="*/ 185062 w 267280"/>
              <a:gd name="connsiteY60" fmla="*/ 194215 h 358235"/>
              <a:gd name="connsiteX61" fmla="*/ 229643 w 267280"/>
              <a:gd name="connsiteY61" fmla="*/ 194215 h 358235"/>
              <a:gd name="connsiteX62" fmla="*/ 237042 w 267280"/>
              <a:gd name="connsiteY62" fmla="*/ 186785 h 358235"/>
              <a:gd name="connsiteX63" fmla="*/ 237042 w 267280"/>
              <a:gd name="connsiteY63" fmla="*/ 142018 h 358235"/>
              <a:gd name="connsiteX64" fmla="*/ 229643 w 267280"/>
              <a:gd name="connsiteY64" fmla="*/ 134588 h 358235"/>
              <a:gd name="connsiteX65" fmla="*/ 222245 w 267280"/>
              <a:gd name="connsiteY65" fmla="*/ 179356 h 358235"/>
              <a:gd name="connsiteX66" fmla="*/ 192460 w 267280"/>
              <a:gd name="connsiteY66" fmla="*/ 179356 h 358235"/>
              <a:gd name="connsiteX67" fmla="*/ 192460 w 267280"/>
              <a:gd name="connsiteY67" fmla="*/ 149447 h 358235"/>
              <a:gd name="connsiteX68" fmla="*/ 222245 w 267280"/>
              <a:gd name="connsiteY68" fmla="*/ 149447 h 358235"/>
              <a:gd name="connsiteX69" fmla="*/ 222245 w 267280"/>
              <a:gd name="connsiteY69" fmla="*/ 179356 h 358235"/>
              <a:gd name="connsiteX70" fmla="*/ 81385 w 267280"/>
              <a:gd name="connsiteY70" fmla="*/ 134588 h 358235"/>
              <a:gd name="connsiteX71" fmla="*/ 36804 w 267280"/>
              <a:gd name="connsiteY71" fmla="*/ 134588 h 358235"/>
              <a:gd name="connsiteX72" fmla="*/ 29405 w 267280"/>
              <a:gd name="connsiteY72" fmla="*/ 142018 h 358235"/>
              <a:gd name="connsiteX73" fmla="*/ 29405 w 267280"/>
              <a:gd name="connsiteY73" fmla="*/ 186785 h 358235"/>
              <a:gd name="connsiteX74" fmla="*/ 36804 w 267280"/>
              <a:gd name="connsiteY74" fmla="*/ 194215 h 358235"/>
              <a:gd name="connsiteX75" fmla="*/ 81385 w 267280"/>
              <a:gd name="connsiteY75" fmla="*/ 194215 h 358235"/>
              <a:gd name="connsiteX76" fmla="*/ 88784 w 267280"/>
              <a:gd name="connsiteY76" fmla="*/ 186785 h 358235"/>
              <a:gd name="connsiteX77" fmla="*/ 88784 w 267280"/>
              <a:gd name="connsiteY77" fmla="*/ 142018 h 358235"/>
              <a:gd name="connsiteX78" fmla="*/ 81385 w 267280"/>
              <a:gd name="connsiteY78" fmla="*/ 134588 h 358235"/>
              <a:gd name="connsiteX79" fmla="*/ 73987 w 267280"/>
              <a:gd name="connsiteY79" fmla="*/ 179356 h 358235"/>
              <a:gd name="connsiteX80" fmla="*/ 44202 w 267280"/>
              <a:gd name="connsiteY80" fmla="*/ 179356 h 358235"/>
              <a:gd name="connsiteX81" fmla="*/ 44202 w 267280"/>
              <a:gd name="connsiteY81" fmla="*/ 149447 h 358235"/>
              <a:gd name="connsiteX82" fmla="*/ 73987 w 267280"/>
              <a:gd name="connsiteY82" fmla="*/ 149447 h 358235"/>
              <a:gd name="connsiteX83" fmla="*/ 73987 w 267280"/>
              <a:gd name="connsiteY83" fmla="*/ 179356 h 358235"/>
              <a:gd name="connsiteX84" fmla="*/ 155941 w 267280"/>
              <a:gd name="connsiteY84" fmla="*/ 59722 h 358235"/>
              <a:gd name="connsiteX85" fmla="*/ 111359 w 267280"/>
              <a:gd name="connsiteY85" fmla="*/ 59722 h 358235"/>
              <a:gd name="connsiteX86" fmla="*/ 103961 w 267280"/>
              <a:gd name="connsiteY86" fmla="*/ 67151 h 358235"/>
              <a:gd name="connsiteX87" fmla="*/ 103961 w 267280"/>
              <a:gd name="connsiteY87" fmla="*/ 111919 h 358235"/>
              <a:gd name="connsiteX88" fmla="*/ 111359 w 267280"/>
              <a:gd name="connsiteY88" fmla="*/ 119348 h 358235"/>
              <a:gd name="connsiteX89" fmla="*/ 155941 w 267280"/>
              <a:gd name="connsiteY89" fmla="*/ 119348 h 358235"/>
              <a:gd name="connsiteX90" fmla="*/ 163340 w 267280"/>
              <a:gd name="connsiteY90" fmla="*/ 111919 h 358235"/>
              <a:gd name="connsiteX91" fmla="*/ 163340 w 267280"/>
              <a:gd name="connsiteY91" fmla="*/ 67151 h 358235"/>
              <a:gd name="connsiteX92" fmla="*/ 155941 w 267280"/>
              <a:gd name="connsiteY92" fmla="*/ 59722 h 358235"/>
              <a:gd name="connsiteX93" fmla="*/ 148543 w 267280"/>
              <a:gd name="connsiteY93" fmla="*/ 104489 h 358235"/>
              <a:gd name="connsiteX94" fmla="*/ 118758 w 267280"/>
              <a:gd name="connsiteY94" fmla="*/ 104489 h 358235"/>
              <a:gd name="connsiteX95" fmla="*/ 118758 w 267280"/>
              <a:gd name="connsiteY95" fmla="*/ 74581 h 358235"/>
              <a:gd name="connsiteX96" fmla="*/ 148543 w 267280"/>
              <a:gd name="connsiteY96" fmla="*/ 74581 h 358235"/>
              <a:gd name="connsiteX97" fmla="*/ 148543 w 267280"/>
              <a:gd name="connsiteY97" fmla="*/ 104489 h 358235"/>
              <a:gd name="connsiteX98" fmla="*/ 229643 w 267280"/>
              <a:gd name="connsiteY98" fmla="*/ 59722 h 358235"/>
              <a:gd name="connsiteX99" fmla="*/ 185062 w 267280"/>
              <a:gd name="connsiteY99" fmla="*/ 59722 h 358235"/>
              <a:gd name="connsiteX100" fmla="*/ 177663 w 267280"/>
              <a:gd name="connsiteY100" fmla="*/ 67151 h 358235"/>
              <a:gd name="connsiteX101" fmla="*/ 177663 w 267280"/>
              <a:gd name="connsiteY101" fmla="*/ 111919 h 358235"/>
              <a:gd name="connsiteX102" fmla="*/ 185062 w 267280"/>
              <a:gd name="connsiteY102" fmla="*/ 119348 h 358235"/>
              <a:gd name="connsiteX103" fmla="*/ 229643 w 267280"/>
              <a:gd name="connsiteY103" fmla="*/ 119348 h 358235"/>
              <a:gd name="connsiteX104" fmla="*/ 237042 w 267280"/>
              <a:gd name="connsiteY104" fmla="*/ 111919 h 358235"/>
              <a:gd name="connsiteX105" fmla="*/ 237042 w 267280"/>
              <a:gd name="connsiteY105" fmla="*/ 67151 h 358235"/>
              <a:gd name="connsiteX106" fmla="*/ 229643 w 267280"/>
              <a:gd name="connsiteY106" fmla="*/ 59722 h 358235"/>
              <a:gd name="connsiteX107" fmla="*/ 222245 w 267280"/>
              <a:gd name="connsiteY107" fmla="*/ 104489 h 358235"/>
              <a:gd name="connsiteX108" fmla="*/ 192460 w 267280"/>
              <a:gd name="connsiteY108" fmla="*/ 104489 h 358235"/>
              <a:gd name="connsiteX109" fmla="*/ 192460 w 267280"/>
              <a:gd name="connsiteY109" fmla="*/ 74581 h 358235"/>
              <a:gd name="connsiteX110" fmla="*/ 222245 w 267280"/>
              <a:gd name="connsiteY110" fmla="*/ 74581 h 358235"/>
              <a:gd name="connsiteX111" fmla="*/ 222245 w 267280"/>
              <a:gd name="connsiteY111" fmla="*/ 104489 h 358235"/>
              <a:gd name="connsiteX112" fmla="*/ 81385 w 267280"/>
              <a:gd name="connsiteY112" fmla="*/ 59722 h 358235"/>
              <a:gd name="connsiteX113" fmla="*/ 36804 w 267280"/>
              <a:gd name="connsiteY113" fmla="*/ 59722 h 358235"/>
              <a:gd name="connsiteX114" fmla="*/ 29405 w 267280"/>
              <a:gd name="connsiteY114" fmla="*/ 67151 h 358235"/>
              <a:gd name="connsiteX115" fmla="*/ 29405 w 267280"/>
              <a:gd name="connsiteY115" fmla="*/ 111919 h 358235"/>
              <a:gd name="connsiteX116" fmla="*/ 36804 w 267280"/>
              <a:gd name="connsiteY116" fmla="*/ 119348 h 358235"/>
              <a:gd name="connsiteX117" fmla="*/ 81385 w 267280"/>
              <a:gd name="connsiteY117" fmla="*/ 119348 h 358235"/>
              <a:gd name="connsiteX118" fmla="*/ 88784 w 267280"/>
              <a:gd name="connsiteY118" fmla="*/ 111919 h 358235"/>
              <a:gd name="connsiteX119" fmla="*/ 88784 w 267280"/>
              <a:gd name="connsiteY119" fmla="*/ 67151 h 358235"/>
              <a:gd name="connsiteX120" fmla="*/ 81385 w 267280"/>
              <a:gd name="connsiteY120" fmla="*/ 59722 h 358235"/>
              <a:gd name="connsiteX121" fmla="*/ 73987 w 267280"/>
              <a:gd name="connsiteY121" fmla="*/ 104489 h 358235"/>
              <a:gd name="connsiteX122" fmla="*/ 44202 w 267280"/>
              <a:gd name="connsiteY122" fmla="*/ 104489 h 358235"/>
              <a:gd name="connsiteX123" fmla="*/ 44202 w 267280"/>
              <a:gd name="connsiteY123" fmla="*/ 74581 h 358235"/>
              <a:gd name="connsiteX124" fmla="*/ 73987 w 267280"/>
              <a:gd name="connsiteY124" fmla="*/ 74581 h 358235"/>
              <a:gd name="connsiteX125" fmla="*/ 73987 w 267280"/>
              <a:gd name="connsiteY125" fmla="*/ 104489 h 358235"/>
              <a:gd name="connsiteX126" fmla="*/ 266921 w 267280"/>
              <a:gd name="connsiteY126" fmla="*/ 34290 h 358235"/>
              <a:gd name="connsiteX127" fmla="*/ 266637 w 267280"/>
              <a:gd name="connsiteY127" fmla="*/ 33338 h 358235"/>
              <a:gd name="connsiteX128" fmla="*/ 265688 w 267280"/>
              <a:gd name="connsiteY128" fmla="*/ 30956 h 358235"/>
              <a:gd name="connsiteX129" fmla="*/ 235999 w 267280"/>
              <a:gd name="connsiteY129" fmla="*/ 1238 h 358235"/>
              <a:gd name="connsiteX130" fmla="*/ 229833 w 267280"/>
              <a:gd name="connsiteY130" fmla="*/ 0 h 358235"/>
              <a:gd name="connsiteX131" fmla="*/ 37088 w 267280"/>
              <a:gd name="connsiteY131" fmla="*/ 0 h 358235"/>
              <a:gd name="connsiteX132" fmla="*/ 32156 w 267280"/>
              <a:gd name="connsiteY132" fmla="*/ 1238 h 358235"/>
              <a:gd name="connsiteX133" fmla="*/ 2466 w 267280"/>
              <a:gd name="connsiteY133" fmla="*/ 30956 h 358235"/>
              <a:gd name="connsiteX134" fmla="*/ 1043 w 267280"/>
              <a:gd name="connsiteY134" fmla="*/ 33052 h 358235"/>
              <a:gd name="connsiteX135" fmla="*/ 0 w 267280"/>
              <a:gd name="connsiteY135" fmla="*/ 36862 h 358235"/>
              <a:gd name="connsiteX136" fmla="*/ 0 w 267280"/>
              <a:gd name="connsiteY136" fmla="*/ 350806 h 358235"/>
              <a:gd name="connsiteX137" fmla="*/ 7399 w 267280"/>
              <a:gd name="connsiteY137" fmla="*/ 358235 h 358235"/>
              <a:gd name="connsiteX138" fmla="*/ 259807 w 267280"/>
              <a:gd name="connsiteY138" fmla="*/ 358235 h 358235"/>
              <a:gd name="connsiteX139" fmla="*/ 267206 w 267280"/>
              <a:gd name="connsiteY139" fmla="*/ 350806 h 358235"/>
              <a:gd name="connsiteX140" fmla="*/ 267206 w 267280"/>
              <a:gd name="connsiteY140" fmla="*/ 37909 h 358235"/>
              <a:gd name="connsiteX141" fmla="*/ 266827 w 267280"/>
              <a:gd name="connsiteY141" fmla="*/ 34195 h 358235"/>
              <a:gd name="connsiteX142" fmla="*/ 40788 w 267280"/>
              <a:gd name="connsiteY142" fmla="*/ 14859 h 358235"/>
              <a:gd name="connsiteX143" fmla="*/ 227367 w 267280"/>
              <a:gd name="connsiteY143" fmla="*/ 14859 h 358235"/>
              <a:gd name="connsiteX144" fmla="*/ 241880 w 267280"/>
              <a:gd name="connsiteY144" fmla="*/ 29432 h 358235"/>
              <a:gd name="connsiteX145" fmla="*/ 26275 w 267280"/>
              <a:gd name="connsiteY145" fmla="*/ 29432 h 358235"/>
              <a:gd name="connsiteX146" fmla="*/ 40788 w 267280"/>
              <a:gd name="connsiteY146" fmla="*/ 14859 h 358235"/>
              <a:gd name="connsiteX147" fmla="*/ 118758 w 267280"/>
              <a:gd name="connsiteY147" fmla="*/ 343376 h 358235"/>
              <a:gd name="connsiteX148" fmla="*/ 118758 w 267280"/>
              <a:gd name="connsiteY148" fmla="*/ 298418 h 358235"/>
              <a:gd name="connsiteX149" fmla="*/ 148543 w 267280"/>
              <a:gd name="connsiteY149" fmla="*/ 298418 h 358235"/>
              <a:gd name="connsiteX150" fmla="*/ 148543 w 267280"/>
              <a:gd name="connsiteY150" fmla="*/ 343376 h 358235"/>
              <a:gd name="connsiteX151" fmla="*/ 118758 w 267280"/>
              <a:gd name="connsiteY151" fmla="*/ 343376 h 358235"/>
              <a:gd name="connsiteX152" fmla="*/ 163340 w 267280"/>
              <a:gd name="connsiteY152" fmla="*/ 343376 h 358235"/>
              <a:gd name="connsiteX153" fmla="*/ 163340 w 267280"/>
              <a:gd name="connsiteY153" fmla="*/ 290989 h 358235"/>
              <a:gd name="connsiteX154" fmla="*/ 155941 w 267280"/>
              <a:gd name="connsiteY154" fmla="*/ 283464 h 358235"/>
              <a:gd name="connsiteX155" fmla="*/ 111359 w 267280"/>
              <a:gd name="connsiteY155" fmla="*/ 283464 h 358235"/>
              <a:gd name="connsiteX156" fmla="*/ 103961 w 267280"/>
              <a:gd name="connsiteY156" fmla="*/ 290989 h 358235"/>
              <a:gd name="connsiteX157" fmla="*/ 103961 w 267280"/>
              <a:gd name="connsiteY157" fmla="*/ 343376 h 358235"/>
              <a:gd name="connsiteX158" fmla="*/ 14892 w 267280"/>
              <a:gd name="connsiteY158" fmla="*/ 343376 h 358235"/>
              <a:gd name="connsiteX159" fmla="*/ 14892 w 267280"/>
              <a:gd name="connsiteY159" fmla="*/ 44577 h 358235"/>
              <a:gd name="connsiteX160" fmla="*/ 252409 w 267280"/>
              <a:gd name="connsiteY160" fmla="*/ 44577 h 358235"/>
              <a:gd name="connsiteX161" fmla="*/ 252409 w 267280"/>
              <a:gd name="connsiteY161" fmla="*/ 343376 h 358235"/>
              <a:gd name="connsiteX162" fmla="*/ 163340 w 267280"/>
              <a:gd name="connsiteY162" fmla="*/ 343376 h 358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267280" h="358235">
                <a:moveTo>
                  <a:pt x="155941" y="209455"/>
                </a:moveTo>
                <a:lnTo>
                  <a:pt x="111359" y="209455"/>
                </a:lnTo>
                <a:cubicBezTo>
                  <a:pt x="107660" y="209455"/>
                  <a:pt x="103961" y="211931"/>
                  <a:pt x="103961" y="216884"/>
                </a:cubicBezTo>
                <a:lnTo>
                  <a:pt x="103961" y="261652"/>
                </a:lnTo>
                <a:cubicBezTo>
                  <a:pt x="103961" y="265366"/>
                  <a:pt x="107660" y="269081"/>
                  <a:pt x="111359" y="269081"/>
                </a:cubicBezTo>
                <a:lnTo>
                  <a:pt x="155941" y="269081"/>
                </a:lnTo>
                <a:cubicBezTo>
                  <a:pt x="160874" y="269081"/>
                  <a:pt x="163340" y="265366"/>
                  <a:pt x="163340" y="261652"/>
                </a:cubicBezTo>
                <a:lnTo>
                  <a:pt x="163340" y="216884"/>
                </a:lnTo>
                <a:cubicBezTo>
                  <a:pt x="163340" y="211931"/>
                  <a:pt x="160874" y="209455"/>
                  <a:pt x="155941" y="209455"/>
                </a:cubicBezTo>
                <a:close/>
                <a:moveTo>
                  <a:pt x="148543" y="254222"/>
                </a:moveTo>
                <a:lnTo>
                  <a:pt x="118758" y="254222"/>
                </a:lnTo>
                <a:lnTo>
                  <a:pt x="118758" y="224314"/>
                </a:lnTo>
                <a:lnTo>
                  <a:pt x="148543" y="224314"/>
                </a:lnTo>
                <a:lnTo>
                  <a:pt x="148543" y="254222"/>
                </a:lnTo>
                <a:close/>
                <a:moveTo>
                  <a:pt x="229643" y="209455"/>
                </a:moveTo>
                <a:lnTo>
                  <a:pt x="185062" y="209455"/>
                </a:lnTo>
                <a:cubicBezTo>
                  <a:pt x="181362" y="209455"/>
                  <a:pt x="177663" y="211931"/>
                  <a:pt x="177663" y="216884"/>
                </a:cubicBezTo>
                <a:lnTo>
                  <a:pt x="177663" y="261652"/>
                </a:lnTo>
                <a:cubicBezTo>
                  <a:pt x="177663" y="265366"/>
                  <a:pt x="181362" y="269081"/>
                  <a:pt x="185062" y="269081"/>
                </a:cubicBezTo>
                <a:lnTo>
                  <a:pt x="229643" y="269081"/>
                </a:lnTo>
                <a:cubicBezTo>
                  <a:pt x="234576" y="269081"/>
                  <a:pt x="237042" y="265366"/>
                  <a:pt x="237042" y="261652"/>
                </a:cubicBezTo>
                <a:lnTo>
                  <a:pt x="237042" y="216884"/>
                </a:lnTo>
                <a:cubicBezTo>
                  <a:pt x="237042" y="211931"/>
                  <a:pt x="234576" y="209455"/>
                  <a:pt x="229643" y="209455"/>
                </a:cubicBezTo>
                <a:close/>
                <a:moveTo>
                  <a:pt x="222245" y="254222"/>
                </a:moveTo>
                <a:lnTo>
                  <a:pt x="192460" y="254222"/>
                </a:lnTo>
                <a:lnTo>
                  <a:pt x="192460" y="224314"/>
                </a:lnTo>
                <a:lnTo>
                  <a:pt x="222245" y="224314"/>
                </a:lnTo>
                <a:lnTo>
                  <a:pt x="222245" y="254222"/>
                </a:lnTo>
                <a:close/>
                <a:moveTo>
                  <a:pt x="81385" y="209455"/>
                </a:moveTo>
                <a:lnTo>
                  <a:pt x="36804" y="209455"/>
                </a:lnTo>
                <a:cubicBezTo>
                  <a:pt x="33104" y="209455"/>
                  <a:pt x="29405" y="211931"/>
                  <a:pt x="29405" y="216884"/>
                </a:cubicBezTo>
                <a:lnTo>
                  <a:pt x="29405" y="261652"/>
                </a:lnTo>
                <a:cubicBezTo>
                  <a:pt x="29405" y="265366"/>
                  <a:pt x="33104" y="269081"/>
                  <a:pt x="36804" y="269081"/>
                </a:cubicBezTo>
                <a:lnTo>
                  <a:pt x="81385" y="269081"/>
                </a:lnTo>
                <a:cubicBezTo>
                  <a:pt x="86318" y="269081"/>
                  <a:pt x="88784" y="265366"/>
                  <a:pt x="88784" y="261652"/>
                </a:cubicBezTo>
                <a:lnTo>
                  <a:pt x="88784" y="216884"/>
                </a:lnTo>
                <a:cubicBezTo>
                  <a:pt x="88784" y="211931"/>
                  <a:pt x="86318" y="209455"/>
                  <a:pt x="81385" y="209455"/>
                </a:cubicBezTo>
                <a:close/>
                <a:moveTo>
                  <a:pt x="73987" y="254222"/>
                </a:moveTo>
                <a:lnTo>
                  <a:pt x="44202" y="254222"/>
                </a:lnTo>
                <a:lnTo>
                  <a:pt x="44202" y="224314"/>
                </a:lnTo>
                <a:lnTo>
                  <a:pt x="73987" y="224314"/>
                </a:lnTo>
                <a:lnTo>
                  <a:pt x="73987" y="254222"/>
                </a:lnTo>
                <a:close/>
                <a:moveTo>
                  <a:pt x="155941" y="134588"/>
                </a:moveTo>
                <a:lnTo>
                  <a:pt x="111359" y="134588"/>
                </a:lnTo>
                <a:cubicBezTo>
                  <a:pt x="107660" y="134588"/>
                  <a:pt x="103961" y="137065"/>
                  <a:pt x="103961" y="142018"/>
                </a:cubicBezTo>
                <a:lnTo>
                  <a:pt x="103961" y="186785"/>
                </a:lnTo>
                <a:cubicBezTo>
                  <a:pt x="103961" y="190500"/>
                  <a:pt x="107660" y="194215"/>
                  <a:pt x="111359" y="194215"/>
                </a:cubicBezTo>
                <a:lnTo>
                  <a:pt x="155941" y="194215"/>
                </a:lnTo>
                <a:cubicBezTo>
                  <a:pt x="160874" y="194215"/>
                  <a:pt x="163340" y="190500"/>
                  <a:pt x="163340" y="186785"/>
                </a:cubicBezTo>
                <a:lnTo>
                  <a:pt x="163340" y="142018"/>
                </a:lnTo>
                <a:cubicBezTo>
                  <a:pt x="163340" y="137065"/>
                  <a:pt x="160874" y="134588"/>
                  <a:pt x="155941" y="134588"/>
                </a:cubicBezTo>
                <a:close/>
                <a:moveTo>
                  <a:pt x="148543" y="179356"/>
                </a:moveTo>
                <a:lnTo>
                  <a:pt x="118758" y="179356"/>
                </a:lnTo>
                <a:lnTo>
                  <a:pt x="118758" y="149447"/>
                </a:lnTo>
                <a:lnTo>
                  <a:pt x="148543" y="149447"/>
                </a:lnTo>
                <a:lnTo>
                  <a:pt x="148543" y="179356"/>
                </a:lnTo>
                <a:close/>
                <a:moveTo>
                  <a:pt x="229643" y="134588"/>
                </a:moveTo>
                <a:lnTo>
                  <a:pt x="185062" y="134588"/>
                </a:lnTo>
                <a:cubicBezTo>
                  <a:pt x="181362" y="134588"/>
                  <a:pt x="177663" y="137065"/>
                  <a:pt x="177663" y="142018"/>
                </a:cubicBezTo>
                <a:lnTo>
                  <a:pt x="177663" y="186785"/>
                </a:lnTo>
                <a:cubicBezTo>
                  <a:pt x="177663" y="190500"/>
                  <a:pt x="181362" y="194215"/>
                  <a:pt x="185062" y="194215"/>
                </a:cubicBezTo>
                <a:lnTo>
                  <a:pt x="229643" y="194215"/>
                </a:lnTo>
                <a:cubicBezTo>
                  <a:pt x="234576" y="194215"/>
                  <a:pt x="237042" y="190500"/>
                  <a:pt x="237042" y="186785"/>
                </a:cubicBezTo>
                <a:lnTo>
                  <a:pt x="237042" y="142018"/>
                </a:lnTo>
                <a:cubicBezTo>
                  <a:pt x="237042" y="137065"/>
                  <a:pt x="234576" y="134588"/>
                  <a:pt x="229643" y="134588"/>
                </a:cubicBezTo>
                <a:close/>
                <a:moveTo>
                  <a:pt x="222245" y="179356"/>
                </a:moveTo>
                <a:lnTo>
                  <a:pt x="192460" y="179356"/>
                </a:lnTo>
                <a:lnTo>
                  <a:pt x="192460" y="149447"/>
                </a:lnTo>
                <a:lnTo>
                  <a:pt x="222245" y="149447"/>
                </a:lnTo>
                <a:lnTo>
                  <a:pt x="222245" y="179356"/>
                </a:lnTo>
                <a:close/>
                <a:moveTo>
                  <a:pt x="81385" y="134588"/>
                </a:moveTo>
                <a:lnTo>
                  <a:pt x="36804" y="134588"/>
                </a:lnTo>
                <a:cubicBezTo>
                  <a:pt x="33104" y="134588"/>
                  <a:pt x="29405" y="137065"/>
                  <a:pt x="29405" y="142018"/>
                </a:cubicBezTo>
                <a:lnTo>
                  <a:pt x="29405" y="186785"/>
                </a:lnTo>
                <a:cubicBezTo>
                  <a:pt x="29405" y="190500"/>
                  <a:pt x="33104" y="194215"/>
                  <a:pt x="36804" y="194215"/>
                </a:cubicBezTo>
                <a:lnTo>
                  <a:pt x="81385" y="194215"/>
                </a:lnTo>
                <a:cubicBezTo>
                  <a:pt x="86318" y="194215"/>
                  <a:pt x="88784" y="190500"/>
                  <a:pt x="88784" y="186785"/>
                </a:cubicBezTo>
                <a:lnTo>
                  <a:pt x="88784" y="142018"/>
                </a:lnTo>
                <a:cubicBezTo>
                  <a:pt x="88784" y="137065"/>
                  <a:pt x="86318" y="134588"/>
                  <a:pt x="81385" y="134588"/>
                </a:cubicBezTo>
                <a:close/>
                <a:moveTo>
                  <a:pt x="73987" y="179356"/>
                </a:moveTo>
                <a:lnTo>
                  <a:pt x="44202" y="179356"/>
                </a:lnTo>
                <a:lnTo>
                  <a:pt x="44202" y="149447"/>
                </a:lnTo>
                <a:lnTo>
                  <a:pt x="73987" y="149447"/>
                </a:lnTo>
                <a:lnTo>
                  <a:pt x="73987" y="179356"/>
                </a:lnTo>
                <a:close/>
                <a:moveTo>
                  <a:pt x="155941" y="59722"/>
                </a:moveTo>
                <a:lnTo>
                  <a:pt x="111359" y="59722"/>
                </a:lnTo>
                <a:cubicBezTo>
                  <a:pt x="107660" y="59722"/>
                  <a:pt x="103961" y="62198"/>
                  <a:pt x="103961" y="67151"/>
                </a:cubicBezTo>
                <a:lnTo>
                  <a:pt x="103961" y="111919"/>
                </a:lnTo>
                <a:cubicBezTo>
                  <a:pt x="103961" y="115634"/>
                  <a:pt x="107660" y="119348"/>
                  <a:pt x="111359" y="119348"/>
                </a:cubicBezTo>
                <a:lnTo>
                  <a:pt x="155941" y="119348"/>
                </a:lnTo>
                <a:cubicBezTo>
                  <a:pt x="160874" y="119348"/>
                  <a:pt x="163340" y="115634"/>
                  <a:pt x="163340" y="111919"/>
                </a:cubicBezTo>
                <a:lnTo>
                  <a:pt x="163340" y="67151"/>
                </a:lnTo>
                <a:cubicBezTo>
                  <a:pt x="163340" y="62198"/>
                  <a:pt x="160874" y="59722"/>
                  <a:pt x="155941" y="59722"/>
                </a:cubicBezTo>
                <a:close/>
                <a:moveTo>
                  <a:pt x="148543" y="104489"/>
                </a:moveTo>
                <a:lnTo>
                  <a:pt x="118758" y="104489"/>
                </a:lnTo>
                <a:lnTo>
                  <a:pt x="118758" y="74581"/>
                </a:lnTo>
                <a:lnTo>
                  <a:pt x="148543" y="74581"/>
                </a:lnTo>
                <a:lnTo>
                  <a:pt x="148543" y="104489"/>
                </a:lnTo>
                <a:close/>
                <a:moveTo>
                  <a:pt x="229643" y="59722"/>
                </a:moveTo>
                <a:lnTo>
                  <a:pt x="185062" y="59722"/>
                </a:lnTo>
                <a:cubicBezTo>
                  <a:pt x="181362" y="59722"/>
                  <a:pt x="177663" y="62198"/>
                  <a:pt x="177663" y="67151"/>
                </a:cubicBezTo>
                <a:lnTo>
                  <a:pt x="177663" y="111919"/>
                </a:lnTo>
                <a:cubicBezTo>
                  <a:pt x="177663" y="115634"/>
                  <a:pt x="181362" y="119348"/>
                  <a:pt x="185062" y="119348"/>
                </a:cubicBezTo>
                <a:lnTo>
                  <a:pt x="229643" y="119348"/>
                </a:lnTo>
                <a:cubicBezTo>
                  <a:pt x="234576" y="119348"/>
                  <a:pt x="237042" y="115634"/>
                  <a:pt x="237042" y="111919"/>
                </a:cubicBezTo>
                <a:lnTo>
                  <a:pt x="237042" y="67151"/>
                </a:lnTo>
                <a:cubicBezTo>
                  <a:pt x="237042" y="62198"/>
                  <a:pt x="234576" y="59722"/>
                  <a:pt x="229643" y="59722"/>
                </a:cubicBezTo>
                <a:close/>
                <a:moveTo>
                  <a:pt x="222245" y="104489"/>
                </a:moveTo>
                <a:lnTo>
                  <a:pt x="192460" y="104489"/>
                </a:lnTo>
                <a:lnTo>
                  <a:pt x="192460" y="74581"/>
                </a:lnTo>
                <a:lnTo>
                  <a:pt x="222245" y="74581"/>
                </a:lnTo>
                <a:lnTo>
                  <a:pt x="222245" y="104489"/>
                </a:lnTo>
                <a:close/>
                <a:moveTo>
                  <a:pt x="81385" y="59722"/>
                </a:moveTo>
                <a:lnTo>
                  <a:pt x="36804" y="59722"/>
                </a:lnTo>
                <a:cubicBezTo>
                  <a:pt x="33104" y="59722"/>
                  <a:pt x="29405" y="62198"/>
                  <a:pt x="29405" y="67151"/>
                </a:cubicBezTo>
                <a:lnTo>
                  <a:pt x="29405" y="111919"/>
                </a:lnTo>
                <a:cubicBezTo>
                  <a:pt x="29405" y="115634"/>
                  <a:pt x="33104" y="119348"/>
                  <a:pt x="36804" y="119348"/>
                </a:cubicBezTo>
                <a:lnTo>
                  <a:pt x="81385" y="119348"/>
                </a:lnTo>
                <a:cubicBezTo>
                  <a:pt x="86318" y="119348"/>
                  <a:pt x="88784" y="115634"/>
                  <a:pt x="88784" y="111919"/>
                </a:cubicBezTo>
                <a:lnTo>
                  <a:pt x="88784" y="67151"/>
                </a:lnTo>
                <a:cubicBezTo>
                  <a:pt x="88784" y="62198"/>
                  <a:pt x="86318" y="59722"/>
                  <a:pt x="81385" y="59722"/>
                </a:cubicBezTo>
                <a:close/>
                <a:moveTo>
                  <a:pt x="73987" y="104489"/>
                </a:moveTo>
                <a:lnTo>
                  <a:pt x="44202" y="104489"/>
                </a:lnTo>
                <a:lnTo>
                  <a:pt x="44202" y="74581"/>
                </a:lnTo>
                <a:lnTo>
                  <a:pt x="73987" y="74581"/>
                </a:lnTo>
                <a:lnTo>
                  <a:pt x="73987" y="104489"/>
                </a:lnTo>
                <a:close/>
                <a:moveTo>
                  <a:pt x="266921" y="34290"/>
                </a:moveTo>
                <a:cubicBezTo>
                  <a:pt x="266921" y="34290"/>
                  <a:pt x="266732" y="33623"/>
                  <a:pt x="266637" y="33338"/>
                </a:cubicBezTo>
                <a:cubicBezTo>
                  <a:pt x="266352" y="32480"/>
                  <a:pt x="265973" y="31718"/>
                  <a:pt x="265688" y="30956"/>
                </a:cubicBezTo>
                <a:lnTo>
                  <a:pt x="235999" y="1238"/>
                </a:lnTo>
                <a:cubicBezTo>
                  <a:pt x="234766" y="0"/>
                  <a:pt x="232299" y="0"/>
                  <a:pt x="229833" y="0"/>
                </a:cubicBezTo>
                <a:lnTo>
                  <a:pt x="37088" y="0"/>
                </a:lnTo>
                <a:cubicBezTo>
                  <a:pt x="35855" y="0"/>
                  <a:pt x="33389" y="0"/>
                  <a:pt x="32156" y="1238"/>
                </a:cubicBezTo>
                <a:lnTo>
                  <a:pt x="2466" y="30956"/>
                </a:lnTo>
                <a:cubicBezTo>
                  <a:pt x="1802" y="31623"/>
                  <a:pt x="1328" y="32290"/>
                  <a:pt x="1043" y="33052"/>
                </a:cubicBezTo>
                <a:cubicBezTo>
                  <a:pt x="474" y="34100"/>
                  <a:pt x="0" y="35338"/>
                  <a:pt x="0" y="36862"/>
                </a:cubicBezTo>
                <a:lnTo>
                  <a:pt x="0" y="350806"/>
                </a:lnTo>
                <a:cubicBezTo>
                  <a:pt x="0" y="354520"/>
                  <a:pt x="3699" y="358235"/>
                  <a:pt x="7399" y="358235"/>
                </a:cubicBezTo>
                <a:lnTo>
                  <a:pt x="259807" y="358235"/>
                </a:lnTo>
                <a:cubicBezTo>
                  <a:pt x="264740" y="358235"/>
                  <a:pt x="267206" y="354520"/>
                  <a:pt x="267206" y="350806"/>
                </a:cubicBezTo>
                <a:lnTo>
                  <a:pt x="267206" y="37909"/>
                </a:lnTo>
                <a:cubicBezTo>
                  <a:pt x="267396" y="36767"/>
                  <a:pt x="267206" y="35433"/>
                  <a:pt x="266827" y="34195"/>
                </a:cubicBezTo>
                <a:close/>
                <a:moveTo>
                  <a:pt x="40788" y="14859"/>
                </a:moveTo>
                <a:lnTo>
                  <a:pt x="227367" y="14859"/>
                </a:lnTo>
                <a:cubicBezTo>
                  <a:pt x="227367" y="14859"/>
                  <a:pt x="227367" y="14859"/>
                  <a:pt x="241880" y="29432"/>
                </a:cubicBezTo>
                <a:lnTo>
                  <a:pt x="26275" y="29432"/>
                </a:lnTo>
                <a:lnTo>
                  <a:pt x="40788" y="14859"/>
                </a:lnTo>
                <a:close/>
                <a:moveTo>
                  <a:pt x="118758" y="343376"/>
                </a:moveTo>
                <a:lnTo>
                  <a:pt x="118758" y="298418"/>
                </a:lnTo>
                <a:lnTo>
                  <a:pt x="148543" y="298418"/>
                </a:lnTo>
                <a:lnTo>
                  <a:pt x="148543" y="343376"/>
                </a:lnTo>
                <a:lnTo>
                  <a:pt x="118758" y="343376"/>
                </a:lnTo>
                <a:close/>
                <a:moveTo>
                  <a:pt x="163340" y="343376"/>
                </a:moveTo>
                <a:lnTo>
                  <a:pt x="163340" y="290989"/>
                </a:lnTo>
                <a:cubicBezTo>
                  <a:pt x="163340" y="286036"/>
                  <a:pt x="160874" y="283464"/>
                  <a:pt x="155941" y="283464"/>
                </a:cubicBezTo>
                <a:lnTo>
                  <a:pt x="111359" y="283464"/>
                </a:lnTo>
                <a:cubicBezTo>
                  <a:pt x="107660" y="283464"/>
                  <a:pt x="103961" y="285941"/>
                  <a:pt x="103961" y="290989"/>
                </a:cubicBezTo>
                <a:lnTo>
                  <a:pt x="103961" y="343376"/>
                </a:lnTo>
                <a:lnTo>
                  <a:pt x="14892" y="343376"/>
                </a:lnTo>
                <a:lnTo>
                  <a:pt x="14892" y="44577"/>
                </a:lnTo>
                <a:lnTo>
                  <a:pt x="252409" y="44577"/>
                </a:lnTo>
                <a:lnTo>
                  <a:pt x="252409" y="343376"/>
                </a:lnTo>
                <a:lnTo>
                  <a:pt x="163340" y="343376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0" name="Graphic 186">
            <a:extLst>
              <a:ext uri="{FF2B5EF4-FFF2-40B4-BE49-F238E27FC236}">
                <a16:creationId xmlns:a16="http://schemas.microsoft.com/office/drawing/2014/main" id="{52C5F163-1239-6746-3FA8-944648520768}"/>
              </a:ext>
            </a:extLst>
          </p:cNvPr>
          <p:cNvSpPr/>
          <p:nvPr/>
        </p:nvSpPr>
        <p:spPr>
          <a:xfrm>
            <a:off x="8817747" y="1452007"/>
            <a:ext cx="358139" cy="480013"/>
          </a:xfrm>
          <a:custGeom>
            <a:avLst/>
            <a:gdLst>
              <a:gd name="connsiteX0" fmla="*/ 155941 w 267280"/>
              <a:gd name="connsiteY0" fmla="*/ 209455 h 358235"/>
              <a:gd name="connsiteX1" fmla="*/ 111359 w 267280"/>
              <a:gd name="connsiteY1" fmla="*/ 209455 h 358235"/>
              <a:gd name="connsiteX2" fmla="*/ 103961 w 267280"/>
              <a:gd name="connsiteY2" fmla="*/ 216884 h 358235"/>
              <a:gd name="connsiteX3" fmla="*/ 103961 w 267280"/>
              <a:gd name="connsiteY3" fmla="*/ 261652 h 358235"/>
              <a:gd name="connsiteX4" fmla="*/ 111359 w 267280"/>
              <a:gd name="connsiteY4" fmla="*/ 269081 h 358235"/>
              <a:gd name="connsiteX5" fmla="*/ 155941 w 267280"/>
              <a:gd name="connsiteY5" fmla="*/ 269081 h 358235"/>
              <a:gd name="connsiteX6" fmla="*/ 163340 w 267280"/>
              <a:gd name="connsiteY6" fmla="*/ 261652 h 358235"/>
              <a:gd name="connsiteX7" fmla="*/ 163340 w 267280"/>
              <a:gd name="connsiteY7" fmla="*/ 216884 h 358235"/>
              <a:gd name="connsiteX8" fmla="*/ 155941 w 267280"/>
              <a:gd name="connsiteY8" fmla="*/ 209455 h 358235"/>
              <a:gd name="connsiteX9" fmla="*/ 148543 w 267280"/>
              <a:gd name="connsiteY9" fmla="*/ 254222 h 358235"/>
              <a:gd name="connsiteX10" fmla="*/ 118758 w 267280"/>
              <a:gd name="connsiteY10" fmla="*/ 254222 h 358235"/>
              <a:gd name="connsiteX11" fmla="*/ 118758 w 267280"/>
              <a:gd name="connsiteY11" fmla="*/ 224314 h 358235"/>
              <a:gd name="connsiteX12" fmla="*/ 148543 w 267280"/>
              <a:gd name="connsiteY12" fmla="*/ 224314 h 358235"/>
              <a:gd name="connsiteX13" fmla="*/ 148543 w 267280"/>
              <a:gd name="connsiteY13" fmla="*/ 254222 h 358235"/>
              <a:gd name="connsiteX14" fmla="*/ 229643 w 267280"/>
              <a:gd name="connsiteY14" fmla="*/ 209455 h 358235"/>
              <a:gd name="connsiteX15" fmla="*/ 185062 w 267280"/>
              <a:gd name="connsiteY15" fmla="*/ 209455 h 358235"/>
              <a:gd name="connsiteX16" fmla="*/ 177663 w 267280"/>
              <a:gd name="connsiteY16" fmla="*/ 216884 h 358235"/>
              <a:gd name="connsiteX17" fmla="*/ 177663 w 267280"/>
              <a:gd name="connsiteY17" fmla="*/ 261652 h 358235"/>
              <a:gd name="connsiteX18" fmla="*/ 185062 w 267280"/>
              <a:gd name="connsiteY18" fmla="*/ 269081 h 358235"/>
              <a:gd name="connsiteX19" fmla="*/ 229643 w 267280"/>
              <a:gd name="connsiteY19" fmla="*/ 269081 h 358235"/>
              <a:gd name="connsiteX20" fmla="*/ 237042 w 267280"/>
              <a:gd name="connsiteY20" fmla="*/ 261652 h 358235"/>
              <a:gd name="connsiteX21" fmla="*/ 237042 w 267280"/>
              <a:gd name="connsiteY21" fmla="*/ 216884 h 358235"/>
              <a:gd name="connsiteX22" fmla="*/ 229643 w 267280"/>
              <a:gd name="connsiteY22" fmla="*/ 209455 h 358235"/>
              <a:gd name="connsiteX23" fmla="*/ 222245 w 267280"/>
              <a:gd name="connsiteY23" fmla="*/ 254222 h 358235"/>
              <a:gd name="connsiteX24" fmla="*/ 192460 w 267280"/>
              <a:gd name="connsiteY24" fmla="*/ 254222 h 358235"/>
              <a:gd name="connsiteX25" fmla="*/ 192460 w 267280"/>
              <a:gd name="connsiteY25" fmla="*/ 224314 h 358235"/>
              <a:gd name="connsiteX26" fmla="*/ 222245 w 267280"/>
              <a:gd name="connsiteY26" fmla="*/ 224314 h 358235"/>
              <a:gd name="connsiteX27" fmla="*/ 222245 w 267280"/>
              <a:gd name="connsiteY27" fmla="*/ 254222 h 358235"/>
              <a:gd name="connsiteX28" fmla="*/ 81385 w 267280"/>
              <a:gd name="connsiteY28" fmla="*/ 209455 h 358235"/>
              <a:gd name="connsiteX29" fmla="*/ 36804 w 267280"/>
              <a:gd name="connsiteY29" fmla="*/ 209455 h 358235"/>
              <a:gd name="connsiteX30" fmla="*/ 29405 w 267280"/>
              <a:gd name="connsiteY30" fmla="*/ 216884 h 358235"/>
              <a:gd name="connsiteX31" fmla="*/ 29405 w 267280"/>
              <a:gd name="connsiteY31" fmla="*/ 261652 h 358235"/>
              <a:gd name="connsiteX32" fmla="*/ 36804 w 267280"/>
              <a:gd name="connsiteY32" fmla="*/ 269081 h 358235"/>
              <a:gd name="connsiteX33" fmla="*/ 81385 w 267280"/>
              <a:gd name="connsiteY33" fmla="*/ 269081 h 358235"/>
              <a:gd name="connsiteX34" fmla="*/ 88784 w 267280"/>
              <a:gd name="connsiteY34" fmla="*/ 261652 h 358235"/>
              <a:gd name="connsiteX35" fmla="*/ 88784 w 267280"/>
              <a:gd name="connsiteY35" fmla="*/ 216884 h 358235"/>
              <a:gd name="connsiteX36" fmla="*/ 81385 w 267280"/>
              <a:gd name="connsiteY36" fmla="*/ 209455 h 358235"/>
              <a:gd name="connsiteX37" fmla="*/ 73987 w 267280"/>
              <a:gd name="connsiteY37" fmla="*/ 254222 h 358235"/>
              <a:gd name="connsiteX38" fmla="*/ 44202 w 267280"/>
              <a:gd name="connsiteY38" fmla="*/ 254222 h 358235"/>
              <a:gd name="connsiteX39" fmla="*/ 44202 w 267280"/>
              <a:gd name="connsiteY39" fmla="*/ 224314 h 358235"/>
              <a:gd name="connsiteX40" fmla="*/ 73987 w 267280"/>
              <a:gd name="connsiteY40" fmla="*/ 224314 h 358235"/>
              <a:gd name="connsiteX41" fmla="*/ 73987 w 267280"/>
              <a:gd name="connsiteY41" fmla="*/ 254222 h 358235"/>
              <a:gd name="connsiteX42" fmla="*/ 155941 w 267280"/>
              <a:gd name="connsiteY42" fmla="*/ 134588 h 358235"/>
              <a:gd name="connsiteX43" fmla="*/ 111359 w 267280"/>
              <a:gd name="connsiteY43" fmla="*/ 134588 h 358235"/>
              <a:gd name="connsiteX44" fmla="*/ 103961 w 267280"/>
              <a:gd name="connsiteY44" fmla="*/ 142018 h 358235"/>
              <a:gd name="connsiteX45" fmla="*/ 103961 w 267280"/>
              <a:gd name="connsiteY45" fmla="*/ 186785 h 358235"/>
              <a:gd name="connsiteX46" fmla="*/ 111359 w 267280"/>
              <a:gd name="connsiteY46" fmla="*/ 194215 h 358235"/>
              <a:gd name="connsiteX47" fmla="*/ 155941 w 267280"/>
              <a:gd name="connsiteY47" fmla="*/ 194215 h 358235"/>
              <a:gd name="connsiteX48" fmla="*/ 163340 w 267280"/>
              <a:gd name="connsiteY48" fmla="*/ 186785 h 358235"/>
              <a:gd name="connsiteX49" fmla="*/ 163340 w 267280"/>
              <a:gd name="connsiteY49" fmla="*/ 142018 h 358235"/>
              <a:gd name="connsiteX50" fmla="*/ 155941 w 267280"/>
              <a:gd name="connsiteY50" fmla="*/ 134588 h 358235"/>
              <a:gd name="connsiteX51" fmla="*/ 148543 w 267280"/>
              <a:gd name="connsiteY51" fmla="*/ 179356 h 358235"/>
              <a:gd name="connsiteX52" fmla="*/ 118758 w 267280"/>
              <a:gd name="connsiteY52" fmla="*/ 179356 h 358235"/>
              <a:gd name="connsiteX53" fmla="*/ 118758 w 267280"/>
              <a:gd name="connsiteY53" fmla="*/ 149447 h 358235"/>
              <a:gd name="connsiteX54" fmla="*/ 148543 w 267280"/>
              <a:gd name="connsiteY54" fmla="*/ 149447 h 358235"/>
              <a:gd name="connsiteX55" fmla="*/ 148543 w 267280"/>
              <a:gd name="connsiteY55" fmla="*/ 179356 h 358235"/>
              <a:gd name="connsiteX56" fmla="*/ 229643 w 267280"/>
              <a:gd name="connsiteY56" fmla="*/ 134588 h 358235"/>
              <a:gd name="connsiteX57" fmla="*/ 185062 w 267280"/>
              <a:gd name="connsiteY57" fmla="*/ 134588 h 358235"/>
              <a:gd name="connsiteX58" fmla="*/ 177663 w 267280"/>
              <a:gd name="connsiteY58" fmla="*/ 142018 h 358235"/>
              <a:gd name="connsiteX59" fmla="*/ 177663 w 267280"/>
              <a:gd name="connsiteY59" fmla="*/ 186785 h 358235"/>
              <a:gd name="connsiteX60" fmla="*/ 185062 w 267280"/>
              <a:gd name="connsiteY60" fmla="*/ 194215 h 358235"/>
              <a:gd name="connsiteX61" fmla="*/ 229643 w 267280"/>
              <a:gd name="connsiteY61" fmla="*/ 194215 h 358235"/>
              <a:gd name="connsiteX62" fmla="*/ 237042 w 267280"/>
              <a:gd name="connsiteY62" fmla="*/ 186785 h 358235"/>
              <a:gd name="connsiteX63" fmla="*/ 237042 w 267280"/>
              <a:gd name="connsiteY63" fmla="*/ 142018 h 358235"/>
              <a:gd name="connsiteX64" fmla="*/ 229643 w 267280"/>
              <a:gd name="connsiteY64" fmla="*/ 134588 h 358235"/>
              <a:gd name="connsiteX65" fmla="*/ 222245 w 267280"/>
              <a:gd name="connsiteY65" fmla="*/ 179356 h 358235"/>
              <a:gd name="connsiteX66" fmla="*/ 192460 w 267280"/>
              <a:gd name="connsiteY66" fmla="*/ 179356 h 358235"/>
              <a:gd name="connsiteX67" fmla="*/ 192460 w 267280"/>
              <a:gd name="connsiteY67" fmla="*/ 149447 h 358235"/>
              <a:gd name="connsiteX68" fmla="*/ 222245 w 267280"/>
              <a:gd name="connsiteY68" fmla="*/ 149447 h 358235"/>
              <a:gd name="connsiteX69" fmla="*/ 222245 w 267280"/>
              <a:gd name="connsiteY69" fmla="*/ 179356 h 358235"/>
              <a:gd name="connsiteX70" fmla="*/ 81385 w 267280"/>
              <a:gd name="connsiteY70" fmla="*/ 134588 h 358235"/>
              <a:gd name="connsiteX71" fmla="*/ 36804 w 267280"/>
              <a:gd name="connsiteY71" fmla="*/ 134588 h 358235"/>
              <a:gd name="connsiteX72" fmla="*/ 29405 w 267280"/>
              <a:gd name="connsiteY72" fmla="*/ 142018 h 358235"/>
              <a:gd name="connsiteX73" fmla="*/ 29405 w 267280"/>
              <a:gd name="connsiteY73" fmla="*/ 186785 h 358235"/>
              <a:gd name="connsiteX74" fmla="*/ 36804 w 267280"/>
              <a:gd name="connsiteY74" fmla="*/ 194215 h 358235"/>
              <a:gd name="connsiteX75" fmla="*/ 81385 w 267280"/>
              <a:gd name="connsiteY75" fmla="*/ 194215 h 358235"/>
              <a:gd name="connsiteX76" fmla="*/ 88784 w 267280"/>
              <a:gd name="connsiteY76" fmla="*/ 186785 h 358235"/>
              <a:gd name="connsiteX77" fmla="*/ 88784 w 267280"/>
              <a:gd name="connsiteY77" fmla="*/ 142018 h 358235"/>
              <a:gd name="connsiteX78" fmla="*/ 81385 w 267280"/>
              <a:gd name="connsiteY78" fmla="*/ 134588 h 358235"/>
              <a:gd name="connsiteX79" fmla="*/ 73987 w 267280"/>
              <a:gd name="connsiteY79" fmla="*/ 179356 h 358235"/>
              <a:gd name="connsiteX80" fmla="*/ 44202 w 267280"/>
              <a:gd name="connsiteY80" fmla="*/ 179356 h 358235"/>
              <a:gd name="connsiteX81" fmla="*/ 44202 w 267280"/>
              <a:gd name="connsiteY81" fmla="*/ 149447 h 358235"/>
              <a:gd name="connsiteX82" fmla="*/ 73987 w 267280"/>
              <a:gd name="connsiteY82" fmla="*/ 149447 h 358235"/>
              <a:gd name="connsiteX83" fmla="*/ 73987 w 267280"/>
              <a:gd name="connsiteY83" fmla="*/ 179356 h 358235"/>
              <a:gd name="connsiteX84" fmla="*/ 155941 w 267280"/>
              <a:gd name="connsiteY84" fmla="*/ 59722 h 358235"/>
              <a:gd name="connsiteX85" fmla="*/ 111359 w 267280"/>
              <a:gd name="connsiteY85" fmla="*/ 59722 h 358235"/>
              <a:gd name="connsiteX86" fmla="*/ 103961 w 267280"/>
              <a:gd name="connsiteY86" fmla="*/ 67151 h 358235"/>
              <a:gd name="connsiteX87" fmla="*/ 103961 w 267280"/>
              <a:gd name="connsiteY87" fmla="*/ 111919 h 358235"/>
              <a:gd name="connsiteX88" fmla="*/ 111359 w 267280"/>
              <a:gd name="connsiteY88" fmla="*/ 119348 h 358235"/>
              <a:gd name="connsiteX89" fmla="*/ 155941 w 267280"/>
              <a:gd name="connsiteY89" fmla="*/ 119348 h 358235"/>
              <a:gd name="connsiteX90" fmla="*/ 163340 w 267280"/>
              <a:gd name="connsiteY90" fmla="*/ 111919 h 358235"/>
              <a:gd name="connsiteX91" fmla="*/ 163340 w 267280"/>
              <a:gd name="connsiteY91" fmla="*/ 67151 h 358235"/>
              <a:gd name="connsiteX92" fmla="*/ 155941 w 267280"/>
              <a:gd name="connsiteY92" fmla="*/ 59722 h 358235"/>
              <a:gd name="connsiteX93" fmla="*/ 148543 w 267280"/>
              <a:gd name="connsiteY93" fmla="*/ 104489 h 358235"/>
              <a:gd name="connsiteX94" fmla="*/ 118758 w 267280"/>
              <a:gd name="connsiteY94" fmla="*/ 104489 h 358235"/>
              <a:gd name="connsiteX95" fmla="*/ 118758 w 267280"/>
              <a:gd name="connsiteY95" fmla="*/ 74581 h 358235"/>
              <a:gd name="connsiteX96" fmla="*/ 148543 w 267280"/>
              <a:gd name="connsiteY96" fmla="*/ 74581 h 358235"/>
              <a:gd name="connsiteX97" fmla="*/ 148543 w 267280"/>
              <a:gd name="connsiteY97" fmla="*/ 104489 h 358235"/>
              <a:gd name="connsiteX98" fmla="*/ 229643 w 267280"/>
              <a:gd name="connsiteY98" fmla="*/ 59722 h 358235"/>
              <a:gd name="connsiteX99" fmla="*/ 185062 w 267280"/>
              <a:gd name="connsiteY99" fmla="*/ 59722 h 358235"/>
              <a:gd name="connsiteX100" fmla="*/ 177663 w 267280"/>
              <a:gd name="connsiteY100" fmla="*/ 67151 h 358235"/>
              <a:gd name="connsiteX101" fmla="*/ 177663 w 267280"/>
              <a:gd name="connsiteY101" fmla="*/ 111919 h 358235"/>
              <a:gd name="connsiteX102" fmla="*/ 185062 w 267280"/>
              <a:gd name="connsiteY102" fmla="*/ 119348 h 358235"/>
              <a:gd name="connsiteX103" fmla="*/ 229643 w 267280"/>
              <a:gd name="connsiteY103" fmla="*/ 119348 h 358235"/>
              <a:gd name="connsiteX104" fmla="*/ 237042 w 267280"/>
              <a:gd name="connsiteY104" fmla="*/ 111919 h 358235"/>
              <a:gd name="connsiteX105" fmla="*/ 237042 w 267280"/>
              <a:gd name="connsiteY105" fmla="*/ 67151 h 358235"/>
              <a:gd name="connsiteX106" fmla="*/ 229643 w 267280"/>
              <a:gd name="connsiteY106" fmla="*/ 59722 h 358235"/>
              <a:gd name="connsiteX107" fmla="*/ 222245 w 267280"/>
              <a:gd name="connsiteY107" fmla="*/ 104489 h 358235"/>
              <a:gd name="connsiteX108" fmla="*/ 192460 w 267280"/>
              <a:gd name="connsiteY108" fmla="*/ 104489 h 358235"/>
              <a:gd name="connsiteX109" fmla="*/ 192460 w 267280"/>
              <a:gd name="connsiteY109" fmla="*/ 74581 h 358235"/>
              <a:gd name="connsiteX110" fmla="*/ 222245 w 267280"/>
              <a:gd name="connsiteY110" fmla="*/ 74581 h 358235"/>
              <a:gd name="connsiteX111" fmla="*/ 222245 w 267280"/>
              <a:gd name="connsiteY111" fmla="*/ 104489 h 358235"/>
              <a:gd name="connsiteX112" fmla="*/ 81385 w 267280"/>
              <a:gd name="connsiteY112" fmla="*/ 59722 h 358235"/>
              <a:gd name="connsiteX113" fmla="*/ 36804 w 267280"/>
              <a:gd name="connsiteY113" fmla="*/ 59722 h 358235"/>
              <a:gd name="connsiteX114" fmla="*/ 29405 w 267280"/>
              <a:gd name="connsiteY114" fmla="*/ 67151 h 358235"/>
              <a:gd name="connsiteX115" fmla="*/ 29405 w 267280"/>
              <a:gd name="connsiteY115" fmla="*/ 111919 h 358235"/>
              <a:gd name="connsiteX116" fmla="*/ 36804 w 267280"/>
              <a:gd name="connsiteY116" fmla="*/ 119348 h 358235"/>
              <a:gd name="connsiteX117" fmla="*/ 81385 w 267280"/>
              <a:gd name="connsiteY117" fmla="*/ 119348 h 358235"/>
              <a:gd name="connsiteX118" fmla="*/ 88784 w 267280"/>
              <a:gd name="connsiteY118" fmla="*/ 111919 h 358235"/>
              <a:gd name="connsiteX119" fmla="*/ 88784 w 267280"/>
              <a:gd name="connsiteY119" fmla="*/ 67151 h 358235"/>
              <a:gd name="connsiteX120" fmla="*/ 81385 w 267280"/>
              <a:gd name="connsiteY120" fmla="*/ 59722 h 358235"/>
              <a:gd name="connsiteX121" fmla="*/ 73987 w 267280"/>
              <a:gd name="connsiteY121" fmla="*/ 104489 h 358235"/>
              <a:gd name="connsiteX122" fmla="*/ 44202 w 267280"/>
              <a:gd name="connsiteY122" fmla="*/ 104489 h 358235"/>
              <a:gd name="connsiteX123" fmla="*/ 44202 w 267280"/>
              <a:gd name="connsiteY123" fmla="*/ 74581 h 358235"/>
              <a:gd name="connsiteX124" fmla="*/ 73987 w 267280"/>
              <a:gd name="connsiteY124" fmla="*/ 74581 h 358235"/>
              <a:gd name="connsiteX125" fmla="*/ 73987 w 267280"/>
              <a:gd name="connsiteY125" fmla="*/ 104489 h 358235"/>
              <a:gd name="connsiteX126" fmla="*/ 266921 w 267280"/>
              <a:gd name="connsiteY126" fmla="*/ 34290 h 358235"/>
              <a:gd name="connsiteX127" fmla="*/ 266637 w 267280"/>
              <a:gd name="connsiteY127" fmla="*/ 33338 h 358235"/>
              <a:gd name="connsiteX128" fmla="*/ 265688 w 267280"/>
              <a:gd name="connsiteY128" fmla="*/ 30956 h 358235"/>
              <a:gd name="connsiteX129" fmla="*/ 235999 w 267280"/>
              <a:gd name="connsiteY129" fmla="*/ 1238 h 358235"/>
              <a:gd name="connsiteX130" fmla="*/ 229833 w 267280"/>
              <a:gd name="connsiteY130" fmla="*/ 0 h 358235"/>
              <a:gd name="connsiteX131" fmla="*/ 37088 w 267280"/>
              <a:gd name="connsiteY131" fmla="*/ 0 h 358235"/>
              <a:gd name="connsiteX132" fmla="*/ 32156 w 267280"/>
              <a:gd name="connsiteY132" fmla="*/ 1238 h 358235"/>
              <a:gd name="connsiteX133" fmla="*/ 2466 w 267280"/>
              <a:gd name="connsiteY133" fmla="*/ 30956 h 358235"/>
              <a:gd name="connsiteX134" fmla="*/ 1043 w 267280"/>
              <a:gd name="connsiteY134" fmla="*/ 33052 h 358235"/>
              <a:gd name="connsiteX135" fmla="*/ 0 w 267280"/>
              <a:gd name="connsiteY135" fmla="*/ 36862 h 358235"/>
              <a:gd name="connsiteX136" fmla="*/ 0 w 267280"/>
              <a:gd name="connsiteY136" fmla="*/ 350806 h 358235"/>
              <a:gd name="connsiteX137" fmla="*/ 7399 w 267280"/>
              <a:gd name="connsiteY137" fmla="*/ 358235 h 358235"/>
              <a:gd name="connsiteX138" fmla="*/ 259807 w 267280"/>
              <a:gd name="connsiteY138" fmla="*/ 358235 h 358235"/>
              <a:gd name="connsiteX139" fmla="*/ 267206 w 267280"/>
              <a:gd name="connsiteY139" fmla="*/ 350806 h 358235"/>
              <a:gd name="connsiteX140" fmla="*/ 267206 w 267280"/>
              <a:gd name="connsiteY140" fmla="*/ 37909 h 358235"/>
              <a:gd name="connsiteX141" fmla="*/ 266827 w 267280"/>
              <a:gd name="connsiteY141" fmla="*/ 34195 h 358235"/>
              <a:gd name="connsiteX142" fmla="*/ 40788 w 267280"/>
              <a:gd name="connsiteY142" fmla="*/ 14859 h 358235"/>
              <a:gd name="connsiteX143" fmla="*/ 227367 w 267280"/>
              <a:gd name="connsiteY143" fmla="*/ 14859 h 358235"/>
              <a:gd name="connsiteX144" fmla="*/ 241880 w 267280"/>
              <a:gd name="connsiteY144" fmla="*/ 29432 h 358235"/>
              <a:gd name="connsiteX145" fmla="*/ 26275 w 267280"/>
              <a:gd name="connsiteY145" fmla="*/ 29432 h 358235"/>
              <a:gd name="connsiteX146" fmla="*/ 40788 w 267280"/>
              <a:gd name="connsiteY146" fmla="*/ 14859 h 358235"/>
              <a:gd name="connsiteX147" fmla="*/ 118758 w 267280"/>
              <a:gd name="connsiteY147" fmla="*/ 343376 h 358235"/>
              <a:gd name="connsiteX148" fmla="*/ 118758 w 267280"/>
              <a:gd name="connsiteY148" fmla="*/ 298418 h 358235"/>
              <a:gd name="connsiteX149" fmla="*/ 148543 w 267280"/>
              <a:gd name="connsiteY149" fmla="*/ 298418 h 358235"/>
              <a:gd name="connsiteX150" fmla="*/ 148543 w 267280"/>
              <a:gd name="connsiteY150" fmla="*/ 343376 h 358235"/>
              <a:gd name="connsiteX151" fmla="*/ 118758 w 267280"/>
              <a:gd name="connsiteY151" fmla="*/ 343376 h 358235"/>
              <a:gd name="connsiteX152" fmla="*/ 163340 w 267280"/>
              <a:gd name="connsiteY152" fmla="*/ 343376 h 358235"/>
              <a:gd name="connsiteX153" fmla="*/ 163340 w 267280"/>
              <a:gd name="connsiteY153" fmla="*/ 290989 h 358235"/>
              <a:gd name="connsiteX154" fmla="*/ 155941 w 267280"/>
              <a:gd name="connsiteY154" fmla="*/ 283464 h 358235"/>
              <a:gd name="connsiteX155" fmla="*/ 111359 w 267280"/>
              <a:gd name="connsiteY155" fmla="*/ 283464 h 358235"/>
              <a:gd name="connsiteX156" fmla="*/ 103961 w 267280"/>
              <a:gd name="connsiteY156" fmla="*/ 290989 h 358235"/>
              <a:gd name="connsiteX157" fmla="*/ 103961 w 267280"/>
              <a:gd name="connsiteY157" fmla="*/ 343376 h 358235"/>
              <a:gd name="connsiteX158" fmla="*/ 14892 w 267280"/>
              <a:gd name="connsiteY158" fmla="*/ 343376 h 358235"/>
              <a:gd name="connsiteX159" fmla="*/ 14892 w 267280"/>
              <a:gd name="connsiteY159" fmla="*/ 44577 h 358235"/>
              <a:gd name="connsiteX160" fmla="*/ 252409 w 267280"/>
              <a:gd name="connsiteY160" fmla="*/ 44577 h 358235"/>
              <a:gd name="connsiteX161" fmla="*/ 252409 w 267280"/>
              <a:gd name="connsiteY161" fmla="*/ 343376 h 358235"/>
              <a:gd name="connsiteX162" fmla="*/ 163340 w 267280"/>
              <a:gd name="connsiteY162" fmla="*/ 343376 h 358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267280" h="358235">
                <a:moveTo>
                  <a:pt x="155941" y="209455"/>
                </a:moveTo>
                <a:lnTo>
                  <a:pt x="111359" y="209455"/>
                </a:lnTo>
                <a:cubicBezTo>
                  <a:pt x="107660" y="209455"/>
                  <a:pt x="103961" y="211931"/>
                  <a:pt x="103961" y="216884"/>
                </a:cubicBezTo>
                <a:lnTo>
                  <a:pt x="103961" y="261652"/>
                </a:lnTo>
                <a:cubicBezTo>
                  <a:pt x="103961" y="265366"/>
                  <a:pt x="107660" y="269081"/>
                  <a:pt x="111359" y="269081"/>
                </a:cubicBezTo>
                <a:lnTo>
                  <a:pt x="155941" y="269081"/>
                </a:lnTo>
                <a:cubicBezTo>
                  <a:pt x="160874" y="269081"/>
                  <a:pt x="163340" y="265366"/>
                  <a:pt x="163340" y="261652"/>
                </a:cubicBezTo>
                <a:lnTo>
                  <a:pt x="163340" y="216884"/>
                </a:lnTo>
                <a:cubicBezTo>
                  <a:pt x="163340" y="211931"/>
                  <a:pt x="160874" y="209455"/>
                  <a:pt x="155941" y="209455"/>
                </a:cubicBezTo>
                <a:close/>
                <a:moveTo>
                  <a:pt x="148543" y="254222"/>
                </a:moveTo>
                <a:lnTo>
                  <a:pt x="118758" y="254222"/>
                </a:lnTo>
                <a:lnTo>
                  <a:pt x="118758" y="224314"/>
                </a:lnTo>
                <a:lnTo>
                  <a:pt x="148543" y="224314"/>
                </a:lnTo>
                <a:lnTo>
                  <a:pt x="148543" y="254222"/>
                </a:lnTo>
                <a:close/>
                <a:moveTo>
                  <a:pt x="229643" y="209455"/>
                </a:moveTo>
                <a:lnTo>
                  <a:pt x="185062" y="209455"/>
                </a:lnTo>
                <a:cubicBezTo>
                  <a:pt x="181362" y="209455"/>
                  <a:pt x="177663" y="211931"/>
                  <a:pt x="177663" y="216884"/>
                </a:cubicBezTo>
                <a:lnTo>
                  <a:pt x="177663" y="261652"/>
                </a:lnTo>
                <a:cubicBezTo>
                  <a:pt x="177663" y="265366"/>
                  <a:pt x="181362" y="269081"/>
                  <a:pt x="185062" y="269081"/>
                </a:cubicBezTo>
                <a:lnTo>
                  <a:pt x="229643" y="269081"/>
                </a:lnTo>
                <a:cubicBezTo>
                  <a:pt x="234576" y="269081"/>
                  <a:pt x="237042" y="265366"/>
                  <a:pt x="237042" y="261652"/>
                </a:cubicBezTo>
                <a:lnTo>
                  <a:pt x="237042" y="216884"/>
                </a:lnTo>
                <a:cubicBezTo>
                  <a:pt x="237042" y="211931"/>
                  <a:pt x="234576" y="209455"/>
                  <a:pt x="229643" y="209455"/>
                </a:cubicBezTo>
                <a:close/>
                <a:moveTo>
                  <a:pt x="222245" y="254222"/>
                </a:moveTo>
                <a:lnTo>
                  <a:pt x="192460" y="254222"/>
                </a:lnTo>
                <a:lnTo>
                  <a:pt x="192460" y="224314"/>
                </a:lnTo>
                <a:lnTo>
                  <a:pt x="222245" y="224314"/>
                </a:lnTo>
                <a:lnTo>
                  <a:pt x="222245" y="254222"/>
                </a:lnTo>
                <a:close/>
                <a:moveTo>
                  <a:pt x="81385" y="209455"/>
                </a:moveTo>
                <a:lnTo>
                  <a:pt x="36804" y="209455"/>
                </a:lnTo>
                <a:cubicBezTo>
                  <a:pt x="33104" y="209455"/>
                  <a:pt x="29405" y="211931"/>
                  <a:pt x="29405" y="216884"/>
                </a:cubicBezTo>
                <a:lnTo>
                  <a:pt x="29405" y="261652"/>
                </a:lnTo>
                <a:cubicBezTo>
                  <a:pt x="29405" y="265366"/>
                  <a:pt x="33104" y="269081"/>
                  <a:pt x="36804" y="269081"/>
                </a:cubicBezTo>
                <a:lnTo>
                  <a:pt x="81385" y="269081"/>
                </a:lnTo>
                <a:cubicBezTo>
                  <a:pt x="86318" y="269081"/>
                  <a:pt x="88784" y="265366"/>
                  <a:pt x="88784" y="261652"/>
                </a:cubicBezTo>
                <a:lnTo>
                  <a:pt x="88784" y="216884"/>
                </a:lnTo>
                <a:cubicBezTo>
                  <a:pt x="88784" y="211931"/>
                  <a:pt x="86318" y="209455"/>
                  <a:pt x="81385" y="209455"/>
                </a:cubicBezTo>
                <a:close/>
                <a:moveTo>
                  <a:pt x="73987" y="254222"/>
                </a:moveTo>
                <a:lnTo>
                  <a:pt x="44202" y="254222"/>
                </a:lnTo>
                <a:lnTo>
                  <a:pt x="44202" y="224314"/>
                </a:lnTo>
                <a:lnTo>
                  <a:pt x="73987" y="224314"/>
                </a:lnTo>
                <a:lnTo>
                  <a:pt x="73987" y="254222"/>
                </a:lnTo>
                <a:close/>
                <a:moveTo>
                  <a:pt x="155941" y="134588"/>
                </a:moveTo>
                <a:lnTo>
                  <a:pt x="111359" y="134588"/>
                </a:lnTo>
                <a:cubicBezTo>
                  <a:pt x="107660" y="134588"/>
                  <a:pt x="103961" y="137065"/>
                  <a:pt x="103961" y="142018"/>
                </a:cubicBezTo>
                <a:lnTo>
                  <a:pt x="103961" y="186785"/>
                </a:lnTo>
                <a:cubicBezTo>
                  <a:pt x="103961" y="190500"/>
                  <a:pt x="107660" y="194215"/>
                  <a:pt x="111359" y="194215"/>
                </a:cubicBezTo>
                <a:lnTo>
                  <a:pt x="155941" y="194215"/>
                </a:lnTo>
                <a:cubicBezTo>
                  <a:pt x="160874" y="194215"/>
                  <a:pt x="163340" y="190500"/>
                  <a:pt x="163340" y="186785"/>
                </a:cubicBezTo>
                <a:lnTo>
                  <a:pt x="163340" y="142018"/>
                </a:lnTo>
                <a:cubicBezTo>
                  <a:pt x="163340" y="137065"/>
                  <a:pt x="160874" y="134588"/>
                  <a:pt x="155941" y="134588"/>
                </a:cubicBezTo>
                <a:close/>
                <a:moveTo>
                  <a:pt x="148543" y="179356"/>
                </a:moveTo>
                <a:lnTo>
                  <a:pt x="118758" y="179356"/>
                </a:lnTo>
                <a:lnTo>
                  <a:pt x="118758" y="149447"/>
                </a:lnTo>
                <a:lnTo>
                  <a:pt x="148543" y="149447"/>
                </a:lnTo>
                <a:lnTo>
                  <a:pt x="148543" y="179356"/>
                </a:lnTo>
                <a:close/>
                <a:moveTo>
                  <a:pt x="229643" y="134588"/>
                </a:moveTo>
                <a:lnTo>
                  <a:pt x="185062" y="134588"/>
                </a:lnTo>
                <a:cubicBezTo>
                  <a:pt x="181362" y="134588"/>
                  <a:pt x="177663" y="137065"/>
                  <a:pt x="177663" y="142018"/>
                </a:cubicBezTo>
                <a:lnTo>
                  <a:pt x="177663" y="186785"/>
                </a:lnTo>
                <a:cubicBezTo>
                  <a:pt x="177663" y="190500"/>
                  <a:pt x="181362" y="194215"/>
                  <a:pt x="185062" y="194215"/>
                </a:cubicBezTo>
                <a:lnTo>
                  <a:pt x="229643" y="194215"/>
                </a:lnTo>
                <a:cubicBezTo>
                  <a:pt x="234576" y="194215"/>
                  <a:pt x="237042" y="190500"/>
                  <a:pt x="237042" y="186785"/>
                </a:cubicBezTo>
                <a:lnTo>
                  <a:pt x="237042" y="142018"/>
                </a:lnTo>
                <a:cubicBezTo>
                  <a:pt x="237042" y="137065"/>
                  <a:pt x="234576" y="134588"/>
                  <a:pt x="229643" y="134588"/>
                </a:cubicBezTo>
                <a:close/>
                <a:moveTo>
                  <a:pt x="222245" y="179356"/>
                </a:moveTo>
                <a:lnTo>
                  <a:pt x="192460" y="179356"/>
                </a:lnTo>
                <a:lnTo>
                  <a:pt x="192460" y="149447"/>
                </a:lnTo>
                <a:lnTo>
                  <a:pt x="222245" y="149447"/>
                </a:lnTo>
                <a:lnTo>
                  <a:pt x="222245" y="179356"/>
                </a:lnTo>
                <a:close/>
                <a:moveTo>
                  <a:pt x="81385" y="134588"/>
                </a:moveTo>
                <a:lnTo>
                  <a:pt x="36804" y="134588"/>
                </a:lnTo>
                <a:cubicBezTo>
                  <a:pt x="33104" y="134588"/>
                  <a:pt x="29405" y="137065"/>
                  <a:pt x="29405" y="142018"/>
                </a:cubicBezTo>
                <a:lnTo>
                  <a:pt x="29405" y="186785"/>
                </a:lnTo>
                <a:cubicBezTo>
                  <a:pt x="29405" y="190500"/>
                  <a:pt x="33104" y="194215"/>
                  <a:pt x="36804" y="194215"/>
                </a:cubicBezTo>
                <a:lnTo>
                  <a:pt x="81385" y="194215"/>
                </a:lnTo>
                <a:cubicBezTo>
                  <a:pt x="86318" y="194215"/>
                  <a:pt x="88784" y="190500"/>
                  <a:pt x="88784" y="186785"/>
                </a:cubicBezTo>
                <a:lnTo>
                  <a:pt x="88784" y="142018"/>
                </a:lnTo>
                <a:cubicBezTo>
                  <a:pt x="88784" y="137065"/>
                  <a:pt x="86318" y="134588"/>
                  <a:pt x="81385" y="134588"/>
                </a:cubicBezTo>
                <a:close/>
                <a:moveTo>
                  <a:pt x="73987" y="179356"/>
                </a:moveTo>
                <a:lnTo>
                  <a:pt x="44202" y="179356"/>
                </a:lnTo>
                <a:lnTo>
                  <a:pt x="44202" y="149447"/>
                </a:lnTo>
                <a:lnTo>
                  <a:pt x="73987" y="149447"/>
                </a:lnTo>
                <a:lnTo>
                  <a:pt x="73987" y="179356"/>
                </a:lnTo>
                <a:close/>
                <a:moveTo>
                  <a:pt x="155941" y="59722"/>
                </a:moveTo>
                <a:lnTo>
                  <a:pt x="111359" y="59722"/>
                </a:lnTo>
                <a:cubicBezTo>
                  <a:pt x="107660" y="59722"/>
                  <a:pt x="103961" y="62198"/>
                  <a:pt x="103961" y="67151"/>
                </a:cubicBezTo>
                <a:lnTo>
                  <a:pt x="103961" y="111919"/>
                </a:lnTo>
                <a:cubicBezTo>
                  <a:pt x="103961" y="115634"/>
                  <a:pt x="107660" y="119348"/>
                  <a:pt x="111359" y="119348"/>
                </a:cubicBezTo>
                <a:lnTo>
                  <a:pt x="155941" y="119348"/>
                </a:lnTo>
                <a:cubicBezTo>
                  <a:pt x="160874" y="119348"/>
                  <a:pt x="163340" y="115634"/>
                  <a:pt x="163340" y="111919"/>
                </a:cubicBezTo>
                <a:lnTo>
                  <a:pt x="163340" y="67151"/>
                </a:lnTo>
                <a:cubicBezTo>
                  <a:pt x="163340" y="62198"/>
                  <a:pt x="160874" y="59722"/>
                  <a:pt x="155941" y="59722"/>
                </a:cubicBezTo>
                <a:close/>
                <a:moveTo>
                  <a:pt x="148543" y="104489"/>
                </a:moveTo>
                <a:lnTo>
                  <a:pt x="118758" y="104489"/>
                </a:lnTo>
                <a:lnTo>
                  <a:pt x="118758" y="74581"/>
                </a:lnTo>
                <a:lnTo>
                  <a:pt x="148543" y="74581"/>
                </a:lnTo>
                <a:lnTo>
                  <a:pt x="148543" y="104489"/>
                </a:lnTo>
                <a:close/>
                <a:moveTo>
                  <a:pt x="229643" y="59722"/>
                </a:moveTo>
                <a:lnTo>
                  <a:pt x="185062" y="59722"/>
                </a:lnTo>
                <a:cubicBezTo>
                  <a:pt x="181362" y="59722"/>
                  <a:pt x="177663" y="62198"/>
                  <a:pt x="177663" y="67151"/>
                </a:cubicBezTo>
                <a:lnTo>
                  <a:pt x="177663" y="111919"/>
                </a:lnTo>
                <a:cubicBezTo>
                  <a:pt x="177663" y="115634"/>
                  <a:pt x="181362" y="119348"/>
                  <a:pt x="185062" y="119348"/>
                </a:cubicBezTo>
                <a:lnTo>
                  <a:pt x="229643" y="119348"/>
                </a:lnTo>
                <a:cubicBezTo>
                  <a:pt x="234576" y="119348"/>
                  <a:pt x="237042" y="115634"/>
                  <a:pt x="237042" y="111919"/>
                </a:cubicBezTo>
                <a:lnTo>
                  <a:pt x="237042" y="67151"/>
                </a:lnTo>
                <a:cubicBezTo>
                  <a:pt x="237042" y="62198"/>
                  <a:pt x="234576" y="59722"/>
                  <a:pt x="229643" y="59722"/>
                </a:cubicBezTo>
                <a:close/>
                <a:moveTo>
                  <a:pt x="222245" y="104489"/>
                </a:moveTo>
                <a:lnTo>
                  <a:pt x="192460" y="104489"/>
                </a:lnTo>
                <a:lnTo>
                  <a:pt x="192460" y="74581"/>
                </a:lnTo>
                <a:lnTo>
                  <a:pt x="222245" y="74581"/>
                </a:lnTo>
                <a:lnTo>
                  <a:pt x="222245" y="104489"/>
                </a:lnTo>
                <a:close/>
                <a:moveTo>
                  <a:pt x="81385" y="59722"/>
                </a:moveTo>
                <a:lnTo>
                  <a:pt x="36804" y="59722"/>
                </a:lnTo>
                <a:cubicBezTo>
                  <a:pt x="33104" y="59722"/>
                  <a:pt x="29405" y="62198"/>
                  <a:pt x="29405" y="67151"/>
                </a:cubicBezTo>
                <a:lnTo>
                  <a:pt x="29405" y="111919"/>
                </a:lnTo>
                <a:cubicBezTo>
                  <a:pt x="29405" y="115634"/>
                  <a:pt x="33104" y="119348"/>
                  <a:pt x="36804" y="119348"/>
                </a:cubicBezTo>
                <a:lnTo>
                  <a:pt x="81385" y="119348"/>
                </a:lnTo>
                <a:cubicBezTo>
                  <a:pt x="86318" y="119348"/>
                  <a:pt x="88784" y="115634"/>
                  <a:pt x="88784" y="111919"/>
                </a:cubicBezTo>
                <a:lnTo>
                  <a:pt x="88784" y="67151"/>
                </a:lnTo>
                <a:cubicBezTo>
                  <a:pt x="88784" y="62198"/>
                  <a:pt x="86318" y="59722"/>
                  <a:pt x="81385" y="59722"/>
                </a:cubicBezTo>
                <a:close/>
                <a:moveTo>
                  <a:pt x="73987" y="104489"/>
                </a:moveTo>
                <a:lnTo>
                  <a:pt x="44202" y="104489"/>
                </a:lnTo>
                <a:lnTo>
                  <a:pt x="44202" y="74581"/>
                </a:lnTo>
                <a:lnTo>
                  <a:pt x="73987" y="74581"/>
                </a:lnTo>
                <a:lnTo>
                  <a:pt x="73987" y="104489"/>
                </a:lnTo>
                <a:close/>
                <a:moveTo>
                  <a:pt x="266921" y="34290"/>
                </a:moveTo>
                <a:cubicBezTo>
                  <a:pt x="266921" y="34290"/>
                  <a:pt x="266732" y="33623"/>
                  <a:pt x="266637" y="33338"/>
                </a:cubicBezTo>
                <a:cubicBezTo>
                  <a:pt x="266352" y="32480"/>
                  <a:pt x="265973" y="31718"/>
                  <a:pt x="265688" y="30956"/>
                </a:cubicBezTo>
                <a:lnTo>
                  <a:pt x="235999" y="1238"/>
                </a:lnTo>
                <a:cubicBezTo>
                  <a:pt x="234766" y="0"/>
                  <a:pt x="232299" y="0"/>
                  <a:pt x="229833" y="0"/>
                </a:cubicBezTo>
                <a:lnTo>
                  <a:pt x="37088" y="0"/>
                </a:lnTo>
                <a:cubicBezTo>
                  <a:pt x="35855" y="0"/>
                  <a:pt x="33389" y="0"/>
                  <a:pt x="32156" y="1238"/>
                </a:cubicBezTo>
                <a:lnTo>
                  <a:pt x="2466" y="30956"/>
                </a:lnTo>
                <a:cubicBezTo>
                  <a:pt x="1802" y="31623"/>
                  <a:pt x="1328" y="32290"/>
                  <a:pt x="1043" y="33052"/>
                </a:cubicBezTo>
                <a:cubicBezTo>
                  <a:pt x="474" y="34100"/>
                  <a:pt x="0" y="35338"/>
                  <a:pt x="0" y="36862"/>
                </a:cubicBezTo>
                <a:lnTo>
                  <a:pt x="0" y="350806"/>
                </a:lnTo>
                <a:cubicBezTo>
                  <a:pt x="0" y="354520"/>
                  <a:pt x="3699" y="358235"/>
                  <a:pt x="7399" y="358235"/>
                </a:cubicBezTo>
                <a:lnTo>
                  <a:pt x="259807" y="358235"/>
                </a:lnTo>
                <a:cubicBezTo>
                  <a:pt x="264740" y="358235"/>
                  <a:pt x="267206" y="354520"/>
                  <a:pt x="267206" y="350806"/>
                </a:cubicBezTo>
                <a:lnTo>
                  <a:pt x="267206" y="37909"/>
                </a:lnTo>
                <a:cubicBezTo>
                  <a:pt x="267396" y="36767"/>
                  <a:pt x="267206" y="35433"/>
                  <a:pt x="266827" y="34195"/>
                </a:cubicBezTo>
                <a:close/>
                <a:moveTo>
                  <a:pt x="40788" y="14859"/>
                </a:moveTo>
                <a:lnTo>
                  <a:pt x="227367" y="14859"/>
                </a:lnTo>
                <a:cubicBezTo>
                  <a:pt x="227367" y="14859"/>
                  <a:pt x="227367" y="14859"/>
                  <a:pt x="241880" y="29432"/>
                </a:cubicBezTo>
                <a:lnTo>
                  <a:pt x="26275" y="29432"/>
                </a:lnTo>
                <a:lnTo>
                  <a:pt x="40788" y="14859"/>
                </a:lnTo>
                <a:close/>
                <a:moveTo>
                  <a:pt x="118758" y="343376"/>
                </a:moveTo>
                <a:lnTo>
                  <a:pt x="118758" y="298418"/>
                </a:lnTo>
                <a:lnTo>
                  <a:pt x="148543" y="298418"/>
                </a:lnTo>
                <a:lnTo>
                  <a:pt x="148543" y="343376"/>
                </a:lnTo>
                <a:lnTo>
                  <a:pt x="118758" y="343376"/>
                </a:lnTo>
                <a:close/>
                <a:moveTo>
                  <a:pt x="163340" y="343376"/>
                </a:moveTo>
                <a:lnTo>
                  <a:pt x="163340" y="290989"/>
                </a:lnTo>
                <a:cubicBezTo>
                  <a:pt x="163340" y="286036"/>
                  <a:pt x="160874" y="283464"/>
                  <a:pt x="155941" y="283464"/>
                </a:cubicBezTo>
                <a:lnTo>
                  <a:pt x="111359" y="283464"/>
                </a:lnTo>
                <a:cubicBezTo>
                  <a:pt x="107660" y="283464"/>
                  <a:pt x="103961" y="285941"/>
                  <a:pt x="103961" y="290989"/>
                </a:cubicBezTo>
                <a:lnTo>
                  <a:pt x="103961" y="343376"/>
                </a:lnTo>
                <a:lnTo>
                  <a:pt x="14892" y="343376"/>
                </a:lnTo>
                <a:lnTo>
                  <a:pt x="14892" y="44577"/>
                </a:lnTo>
                <a:lnTo>
                  <a:pt x="252409" y="44577"/>
                </a:lnTo>
                <a:lnTo>
                  <a:pt x="252409" y="343376"/>
                </a:lnTo>
                <a:lnTo>
                  <a:pt x="163340" y="343376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1" name="Graphic 186">
            <a:extLst>
              <a:ext uri="{FF2B5EF4-FFF2-40B4-BE49-F238E27FC236}">
                <a16:creationId xmlns:a16="http://schemas.microsoft.com/office/drawing/2014/main" id="{9AAD914C-F3DD-EB42-C576-078DFF8EB737}"/>
              </a:ext>
            </a:extLst>
          </p:cNvPr>
          <p:cNvSpPr/>
          <p:nvPr/>
        </p:nvSpPr>
        <p:spPr>
          <a:xfrm>
            <a:off x="9583464" y="1452007"/>
            <a:ext cx="358139" cy="480013"/>
          </a:xfrm>
          <a:custGeom>
            <a:avLst/>
            <a:gdLst>
              <a:gd name="connsiteX0" fmla="*/ 155941 w 267280"/>
              <a:gd name="connsiteY0" fmla="*/ 209455 h 358235"/>
              <a:gd name="connsiteX1" fmla="*/ 111359 w 267280"/>
              <a:gd name="connsiteY1" fmla="*/ 209455 h 358235"/>
              <a:gd name="connsiteX2" fmla="*/ 103961 w 267280"/>
              <a:gd name="connsiteY2" fmla="*/ 216884 h 358235"/>
              <a:gd name="connsiteX3" fmla="*/ 103961 w 267280"/>
              <a:gd name="connsiteY3" fmla="*/ 261652 h 358235"/>
              <a:gd name="connsiteX4" fmla="*/ 111359 w 267280"/>
              <a:gd name="connsiteY4" fmla="*/ 269081 h 358235"/>
              <a:gd name="connsiteX5" fmla="*/ 155941 w 267280"/>
              <a:gd name="connsiteY5" fmla="*/ 269081 h 358235"/>
              <a:gd name="connsiteX6" fmla="*/ 163340 w 267280"/>
              <a:gd name="connsiteY6" fmla="*/ 261652 h 358235"/>
              <a:gd name="connsiteX7" fmla="*/ 163340 w 267280"/>
              <a:gd name="connsiteY7" fmla="*/ 216884 h 358235"/>
              <a:gd name="connsiteX8" fmla="*/ 155941 w 267280"/>
              <a:gd name="connsiteY8" fmla="*/ 209455 h 358235"/>
              <a:gd name="connsiteX9" fmla="*/ 148543 w 267280"/>
              <a:gd name="connsiteY9" fmla="*/ 254222 h 358235"/>
              <a:gd name="connsiteX10" fmla="*/ 118758 w 267280"/>
              <a:gd name="connsiteY10" fmla="*/ 254222 h 358235"/>
              <a:gd name="connsiteX11" fmla="*/ 118758 w 267280"/>
              <a:gd name="connsiteY11" fmla="*/ 224314 h 358235"/>
              <a:gd name="connsiteX12" fmla="*/ 148543 w 267280"/>
              <a:gd name="connsiteY12" fmla="*/ 224314 h 358235"/>
              <a:gd name="connsiteX13" fmla="*/ 148543 w 267280"/>
              <a:gd name="connsiteY13" fmla="*/ 254222 h 358235"/>
              <a:gd name="connsiteX14" fmla="*/ 229643 w 267280"/>
              <a:gd name="connsiteY14" fmla="*/ 209455 h 358235"/>
              <a:gd name="connsiteX15" fmla="*/ 185062 w 267280"/>
              <a:gd name="connsiteY15" fmla="*/ 209455 h 358235"/>
              <a:gd name="connsiteX16" fmla="*/ 177663 w 267280"/>
              <a:gd name="connsiteY16" fmla="*/ 216884 h 358235"/>
              <a:gd name="connsiteX17" fmla="*/ 177663 w 267280"/>
              <a:gd name="connsiteY17" fmla="*/ 261652 h 358235"/>
              <a:gd name="connsiteX18" fmla="*/ 185062 w 267280"/>
              <a:gd name="connsiteY18" fmla="*/ 269081 h 358235"/>
              <a:gd name="connsiteX19" fmla="*/ 229643 w 267280"/>
              <a:gd name="connsiteY19" fmla="*/ 269081 h 358235"/>
              <a:gd name="connsiteX20" fmla="*/ 237042 w 267280"/>
              <a:gd name="connsiteY20" fmla="*/ 261652 h 358235"/>
              <a:gd name="connsiteX21" fmla="*/ 237042 w 267280"/>
              <a:gd name="connsiteY21" fmla="*/ 216884 h 358235"/>
              <a:gd name="connsiteX22" fmla="*/ 229643 w 267280"/>
              <a:gd name="connsiteY22" fmla="*/ 209455 h 358235"/>
              <a:gd name="connsiteX23" fmla="*/ 222245 w 267280"/>
              <a:gd name="connsiteY23" fmla="*/ 254222 h 358235"/>
              <a:gd name="connsiteX24" fmla="*/ 192460 w 267280"/>
              <a:gd name="connsiteY24" fmla="*/ 254222 h 358235"/>
              <a:gd name="connsiteX25" fmla="*/ 192460 w 267280"/>
              <a:gd name="connsiteY25" fmla="*/ 224314 h 358235"/>
              <a:gd name="connsiteX26" fmla="*/ 222245 w 267280"/>
              <a:gd name="connsiteY26" fmla="*/ 224314 h 358235"/>
              <a:gd name="connsiteX27" fmla="*/ 222245 w 267280"/>
              <a:gd name="connsiteY27" fmla="*/ 254222 h 358235"/>
              <a:gd name="connsiteX28" fmla="*/ 81385 w 267280"/>
              <a:gd name="connsiteY28" fmla="*/ 209455 h 358235"/>
              <a:gd name="connsiteX29" fmla="*/ 36804 w 267280"/>
              <a:gd name="connsiteY29" fmla="*/ 209455 h 358235"/>
              <a:gd name="connsiteX30" fmla="*/ 29405 w 267280"/>
              <a:gd name="connsiteY30" fmla="*/ 216884 h 358235"/>
              <a:gd name="connsiteX31" fmla="*/ 29405 w 267280"/>
              <a:gd name="connsiteY31" fmla="*/ 261652 h 358235"/>
              <a:gd name="connsiteX32" fmla="*/ 36804 w 267280"/>
              <a:gd name="connsiteY32" fmla="*/ 269081 h 358235"/>
              <a:gd name="connsiteX33" fmla="*/ 81385 w 267280"/>
              <a:gd name="connsiteY33" fmla="*/ 269081 h 358235"/>
              <a:gd name="connsiteX34" fmla="*/ 88784 w 267280"/>
              <a:gd name="connsiteY34" fmla="*/ 261652 h 358235"/>
              <a:gd name="connsiteX35" fmla="*/ 88784 w 267280"/>
              <a:gd name="connsiteY35" fmla="*/ 216884 h 358235"/>
              <a:gd name="connsiteX36" fmla="*/ 81385 w 267280"/>
              <a:gd name="connsiteY36" fmla="*/ 209455 h 358235"/>
              <a:gd name="connsiteX37" fmla="*/ 73987 w 267280"/>
              <a:gd name="connsiteY37" fmla="*/ 254222 h 358235"/>
              <a:gd name="connsiteX38" fmla="*/ 44202 w 267280"/>
              <a:gd name="connsiteY38" fmla="*/ 254222 h 358235"/>
              <a:gd name="connsiteX39" fmla="*/ 44202 w 267280"/>
              <a:gd name="connsiteY39" fmla="*/ 224314 h 358235"/>
              <a:gd name="connsiteX40" fmla="*/ 73987 w 267280"/>
              <a:gd name="connsiteY40" fmla="*/ 224314 h 358235"/>
              <a:gd name="connsiteX41" fmla="*/ 73987 w 267280"/>
              <a:gd name="connsiteY41" fmla="*/ 254222 h 358235"/>
              <a:gd name="connsiteX42" fmla="*/ 155941 w 267280"/>
              <a:gd name="connsiteY42" fmla="*/ 134588 h 358235"/>
              <a:gd name="connsiteX43" fmla="*/ 111359 w 267280"/>
              <a:gd name="connsiteY43" fmla="*/ 134588 h 358235"/>
              <a:gd name="connsiteX44" fmla="*/ 103961 w 267280"/>
              <a:gd name="connsiteY44" fmla="*/ 142018 h 358235"/>
              <a:gd name="connsiteX45" fmla="*/ 103961 w 267280"/>
              <a:gd name="connsiteY45" fmla="*/ 186785 h 358235"/>
              <a:gd name="connsiteX46" fmla="*/ 111359 w 267280"/>
              <a:gd name="connsiteY46" fmla="*/ 194215 h 358235"/>
              <a:gd name="connsiteX47" fmla="*/ 155941 w 267280"/>
              <a:gd name="connsiteY47" fmla="*/ 194215 h 358235"/>
              <a:gd name="connsiteX48" fmla="*/ 163340 w 267280"/>
              <a:gd name="connsiteY48" fmla="*/ 186785 h 358235"/>
              <a:gd name="connsiteX49" fmla="*/ 163340 w 267280"/>
              <a:gd name="connsiteY49" fmla="*/ 142018 h 358235"/>
              <a:gd name="connsiteX50" fmla="*/ 155941 w 267280"/>
              <a:gd name="connsiteY50" fmla="*/ 134588 h 358235"/>
              <a:gd name="connsiteX51" fmla="*/ 148543 w 267280"/>
              <a:gd name="connsiteY51" fmla="*/ 179356 h 358235"/>
              <a:gd name="connsiteX52" fmla="*/ 118758 w 267280"/>
              <a:gd name="connsiteY52" fmla="*/ 179356 h 358235"/>
              <a:gd name="connsiteX53" fmla="*/ 118758 w 267280"/>
              <a:gd name="connsiteY53" fmla="*/ 149447 h 358235"/>
              <a:gd name="connsiteX54" fmla="*/ 148543 w 267280"/>
              <a:gd name="connsiteY54" fmla="*/ 149447 h 358235"/>
              <a:gd name="connsiteX55" fmla="*/ 148543 w 267280"/>
              <a:gd name="connsiteY55" fmla="*/ 179356 h 358235"/>
              <a:gd name="connsiteX56" fmla="*/ 229643 w 267280"/>
              <a:gd name="connsiteY56" fmla="*/ 134588 h 358235"/>
              <a:gd name="connsiteX57" fmla="*/ 185062 w 267280"/>
              <a:gd name="connsiteY57" fmla="*/ 134588 h 358235"/>
              <a:gd name="connsiteX58" fmla="*/ 177663 w 267280"/>
              <a:gd name="connsiteY58" fmla="*/ 142018 h 358235"/>
              <a:gd name="connsiteX59" fmla="*/ 177663 w 267280"/>
              <a:gd name="connsiteY59" fmla="*/ 186785 h 358235"/>
              <a:gd name="connsiteX60" fmla="*/ 185062 w 267280"/>
              <a:gd name="connsiteY60" fmla="*/ 194215 h 358235"/>
              <a:gd name="connsiteX61" fmla="*/ 229643 w 267280"/>
              <a:gd name="connsiteY61" fmla="*/ 194215 h 358235"/>
              <a:gd name="connsiteX62" fmla="*/ 237042 w 267280"/>
              <a:gd name="connsiteY62" fmla="*/ 186785 h 358235"/>
              <a:gd name="connsiteX63" fmla="*/ 237042 w 267280"/>
              <a:gd name="connsiteY63" fmla="*/ 142018 h 358235"/>
              <a:gd name="connsiteX64" fmla="*/ 229643 w 267280"/>
              <a:gd name="connsiteY64" fmla="*/ 134588 h 358235"/>
              <a:gd name="connsiteX65" fmla="*/ 222245 w 267280"/>
              <a:gd name="connsiteY65" fmla="*/ 179356 h 358235"/>
              <a:gd name="connsiteX66" fmla="*/ 192460 w 267280"/>
              <a:gd name="connsiteY66" fmla="*/ 179356 h 358235"/>
              <a:gd name="connsiteX67" fmla="*/ 192460 w 267280"/>
              <a:gd name="connsiteY67" fmla="*/ 149447 h 358235"/>
              <a:gd name="connsiteX68" fmla="*/ 222245 w 267280"/>
              <a:gd name="connsiteY68" fmla="*/ 149447 h 358235"/>
              <a:gd name="connsiteX69" fmla="*/ 222245 w 267280"/>
              <a:gd name="connsiteY69" fmla="*/ 179356 h 358235"/>
              <a:gd name="connsiteX70" fmla="*/ 81385 w 267280"/>
              <a:gd name="connsiteY70" fmla="*/ 134588 h 358235"/>
              <a:gd name="connsiteX71" fmla="*/ 36804 w 267280"/>
              <a:gd name="connsiteY71" fmla="*/ 134588 h 358235"/>
              <a:gd name="connsiteX72" fmla="*/ 29405 w 267280"/>
              <a:gd name="connsiteY72" fmla="*/ 142018 h 358235"/>
              <a:gd name="connsiteX73" fmla="*/ 29405 w 267280"/>
              <a:gd name="connsiteY73" fmla="*/ 186785 h 358235"/>
              <a:gd name="connsiteX74" fmla="*/ 36804 w 267280"/>
              <a:gd name="connsiteY74" fmla="*/ 194215 h 358235"/>
              <a:gd name="connsiteX75" fmla="*/ 81385 w 267280"/>
              <a:gd name="connsiteY75" fmla="*/ 194215 h 358235"/>
              <a:gd name="connsiteX76" fmla="*/ 88784 w 267280"/>
              <a:gd name="connsiteY76" fmla="*/ 186785 h 358235"/>
              <a:gd name="connsiteX77" fmla="*/ 88784 w 267280"/>
              <a:gd name="connsiteY77" fmla="*/ 142018 h 358235"/>
              <a:gd name="connsiteX78" fmla="*/ 81385 w 267280"/>
              <a:gd name="connsiteY78" fmla="*/ 134588 h 358235"/>
              <a:gd name="connsiteX79" fmla="*/ 73987 w 267280"/>
              <a:gd name="connsiteY79" fmla="*/ 179356 h 358235"/>
              <a:gd name="connsiteX80" fmla="*/ 44202 w 267280"/>
              <a:gd name="connsiteY80" fmla="*/ 179356 h 358235"/>
              <a:gd name="connsiteX81" fmla="*/ 44202 w 267280"/>
              <a:gd name="connsiteY81" fmla="*/ 149447 h 358235"/>
              <a:gd name="connsiteX82" fmla="*/ 73987 w 267280"/>
              <a:gd name="connsiteY82" fmla="*/ 149447 h 358235"/>
              <a:gd name="connsiteX83" fmla="*/ 73987 w 267280"/>
              <a:gd name="connsiteY83" fmla="*/ 179356 h 358235"/>
              <a:gd name="connsiteX84" fmla="*/ 155941 w 267280"/>
              <a:gd name="connsiteY84" fmla="*/ 59722 h 358235"/>
              <a:gd name="connsiteX85" fmla="*/ 111359 w 267280"/>
              <a:gd name="connsiteY85" fmla="*/ 59722 h 358235"/>
              <a:gd name="connsiteX86" fmla="*/ 103961 w 267280"/>
              <a:gd name="connsiteY86" fmla="*/ 67151 h 358235"/>
              <a:gd name="connsiteX87" fmla="*/ 103961 w 267280"/>
              <a:gd name="connsiteY87" fmla="*/ 111919 h 358235"/>
              <a:gd name="connsiteX88" fmla="*/ 111359 w 267280"/>
              <a:gd name="connsiteY88" fmla="*/ 119348 h 358235"/>
              <a:gd name="connsiteX89" fmla="*/ 155941 w 267280"/>
              <a:gd name="connsiteY89" fmla="*/ 119348 h 358235"/>
              <a:gd name="connsiteX90" fmla="*/ 163340 w 267280"/>
              <a:gd name="connsiteY90" fmla="*/ 111919 h 358235"/>
              <a:gd name="connsiteX91" fmla="*/ 163340 w 267280"/>
              <a:gd name="connsiteY91" fmla="*/ 67151 h 358235"/>
              <a:gd name="connsiteX92" fmla="*/ 155941 w 267280"/>
              <a:gd name="connsiteY92" fmla="*/ 59722 h 358235"/>
              <a:gd name="connsiteX93" fmla="*/ 148543 w 267280"/>
              <a:gd name="connsiteY93" fmla="*/ 104489 h 358235"/>
              <a:gd name="connsiteX94" fmla="*/ 118758 w 267280"/>
              <a:gd name="connsiteY94" fmla="*/ 104489 h 358235"/>
              <a:gd name="connsiteX95" fmla="*/ 118758 w 267280"/>
              <a:gd name="connsiteY95" fmla="*/ 74581 h 358235"/>
              <a:gd name="connsiteX96" fmla="*/ 148543 w 267280"/>
              <a:gd name="connsiteY96" fmla="*/ 74581 h 358235"/>
              <a:gd name="connsiteX97" fmla="*/ 148543 w 267280"/>
              <a:gd name="connsiteY97" fmla="*/ 104489 h 358235"/>
              <a:gd name="connsiteX98" fmla="*/ 229643 w 267280"/>
              <a:gd name="connsiteY98" fmla="*/ 59722 h 358235"/>
              <a:gd name="connsiteX99" fmla="*/ 185062 w 267280"/>
              <a:gd name="connsiteY99" fmla="*/ 59722 h 358235"/>
              <a:gd name="connsiteX100" fmla="*/ 177663 w 267280"/>
              <a:gd name="connsiteY100" fmla="*/ 67151 h 358235"/>
              <a:gd name="connsiteX101" fmla="*/ 177663 w 267280"/>
              <a:gd name="connsiteY101" fmla="*/ 111919 h 358235"/>
              <a:gd name="connsiteX102" fmla="*/ 185062 w 267280"/>
              <a:gd name="connsiteY102" fmla="*/ 119348 h 358235"/>
              <a:gd name="connsiteX103" fmla="*/ 229643 w 267280"/>
              <a:gd name="connsiteY103" fmla="*/ 119348 h 358235"/>
              <a:gd name="connsiteX104" fmla="*/ 237042 w 267280"/>
              <a:gd name="connsiteY104" fmla="*/ 111919 h 358235"/>
              <a:gd name="connsiteX105" fmla="*/ 237042 w 267280"/>
              <a:gd name="connsiteY105" fmla="*/ 67151 h 358235"/>
              <a:gd name="connsiteX106" fmla="*/ 229643 w 267280"/>
              <a:gd name="connsiteY106" fmla="*/ 59722 h 358235"/>
              <a:gd name="connsiteX107" fmla="*/ 222245 w 267280"/>
              <a:gd name="connsiteY107" fmla="*/ 104489 h 358235"/>
              <a:gd name="connsiteX108" fmla="*/ 192460 w 267280"/>
              <a:gd name="connsiteY108" fmla="*/ 104489 h 358235"/>
              <a:gd name="connsiteX109" fmla="*/ 192460 w 267280"/>
              <a:gd name="connsiteY109" fmla="*/ 74581 h 358235"/>
              <a:gd name="connsiteX110" fmla="*/ 222245 w 267280"/>
              <a:gd name="connsiteY110" fmla="*/ 74581 h 358235"/>
              <a:gd name="connsiteX111" fmla="*/ 222245 w 267280"/>
              <a:gd name="connsiteY111" fmla="*/ 104489 h 358235"/>
              <a:gd name="connsiteX112" fmla="*/ 81385 w 267280"/>
              <a:gd name="connsiteY112" fmla="*/ 59722 h 358235"/>
              <a:gd name="connsiteX113" fmla="*/ 36804 w 267280"/>
              <a:gd name="connsiteY113" fmla="*/ 59722 h 358235"/>
              <a:gd name="connsiteX114" fmla="*/ 29405 w 267280"/>
              <a:gd name="connsiteY114" fmla="*/ 67151 h 358235"/>
              <a:gd name="connsiteX115" fmla="*/ 29405 w 267280"/>
              <a:gd name="connsiteY115" fmla="*/ 111919 h 358235"/>
              <a:gd name="connsiteX116" fmla="*/ 36804 w 267280"/>
              <a:gd name="connsiteY116" fmla="*/ 119348 h 358235"/>
              <a:gd name="connsiteX117" fmla="*/ 81385 w 267280"/>
              <a:gd name="connsiteY117" fmla="*/ 119348 h 358235"/>
              <a:gd name="connsiteX118" fmla="*/ 88784 w 267280"/>
              <a:gd name="connsiteY118" fmla="*/ 111919 h 358235"/>
              <a:gd name="connsiteX119" fmla="*/ 88784 w 267280"/>
              <a:gd name="connsiteY119" fmla="*/ 67151 h 358235"/>
              <a:gd name="connsiteX120" fmla="*/ 81385 w 267280"/>
              <a:gd name="connsiteY120" fmla="*/ 59722 h 358235"/>
              <a:gd name="connsiteX121" fmla="*/ 73987 w 267280"/>
              <a:gd name="connsiteY121" fmla="*/ 104489 h 358235"/>
              <a:gd name="connsiteX122" fmla="*/ 44202 w 267280"/>
              <a:gd name="connsiteY122" fmla="*/ 104489 h 358235"/>
              <a:gd name="connsiteX123" fmla="*/ 44202 w 267280"/>
              <a:gd name="connsiteY123" fmla="*/ 74581 h 358235"/>
              <a:gd name="connsiteX124" fmla="*/ 73987 w 267280"/>
              <a:gd name="connsiteY124" fmla="*/ 74581 h 358235"/>
              <a:gd name="connsiteX125" fmla="*/ 73987 w 267280"/>
              <a:gd name="connsiteY125" fmla="*/ 104489 h 358235"/>
              <a:gd name="connsiteX126" fmla="*/ 266921 w 267280"/>
              <a:gd name="connsiteY126" fmla="*/ 34290 h 358235"/>
              <a:gd name="connsiteX127" fmla="*/ 266637 w 267280"/>
              <a:gd name="connsiteY127" fmla="*/ 33338 h 358235"/>
              <a:gd name="connsiteX128" fmla="*/ 265688 w 267280"/>
              <a:gd name="connsiteY128" fmla="*/ 30956 h 358235"/>
              <a:gd name="connsiteX129" fmla="*/ 235999 w 267280"/>
              <a:gd name="connsiteY129" fmla="*/ 1238 h 358235"/>
              <a:gd name="connsiteX130" fmla="*/ 229833 w 267280"/>
              <a:gd name="connsiteY130" fmla="*/ 0 h 358235"/>
              <a:gd name="connsiteX131" fmla="*/ 37088 w 267280"/>
              <a:gd name="connsiteY131" fmla="*/ 0 h 358235"/>
              <a:gd name="connsiteX132" fmla="*/ 32156 w 267280"/>
              <a:gd name="connsiteY132" fmla="*/ 1238 h 358235"/>
              <a:gd name="connsiteX133" fmla="*/ 2466 w 267280"/>
              <a:gd name="connsiteY133" fmla="*/ 30956 h 358235"/>
              <a:gd name="connsiteX134" fmla="*/ 1043 w 267280"/>
              <a:gd name="connsiteY134" fmla="*/ 33052 h 358235"/>
              <a:gd name="connsiteX135" fmla="*/ 0 w 267280"/>
              <a:gd name="connsiteY135" fmla="*/ 36862 h 358235"/>
              <a:gd name="connsiteX136" fmla="*/ 0 w 267280"/>
              <a:gd name="connsiteY136" fmla="*/ 350806 h 358235"/>
              <a:gd name="connsiteX137" fmla="*/ 7399 w 267280"/>
              <a:gd name="connsiteY137" fmla="*/ 358235 h 358235"/>
              <a:gd name="connsiteX138" fmla="*/ 259807 w 267280"/>
              <a:gd name="connsiteY138" fmla="*/ 358235 h 358235"/>
              <a:gd name="connsiteX139" fmla="*/ 267206 w 267280"/>
              <a:gd name="connsiteY139" fmla="*/ 350806 h 358235"/>
              <a:gd name="connsiteX140" fmla="*/ 267206 w 267280"/>
              <a:gd name="connsiteY140" fmla="*/ 37909 h 358235"/>
              <a:gd name="connsiteX141" fmla="*/ 266827 w 267280"/>
              <a:gd name="connsiteY141" fmla="*/ 34195 h 358235"/>
              <a:gd name="connsiteX142" fmla="*/ 40788 w 267280"/>
              <a:gd name="connsiteY142" fmla="*/ 14859 h 358235"/>
              <a:gd name="connsiteX143" fmla="*/ 227367 w 267280"/>
              <a:gd name="connsiteY143" fmla="*/ 14859 h 358235"/>
              <a:gd name="connsiteX144" fmla="*/ 241880 w 267280"/>
              <a:gd name="connsiteY144" fmla="*/ 29432 h 358235"/>
              <a:gd name="connsiteX145" fmla="*/ 26275 w 267280"/>
              <a:gd name="connsiteY145" fmla="*/ 29432 h 358235"/>
              <a:gd name="connsiteX146" fmla="*/ 40788 w 267280"/>
              <a:gd name="connsiteY146" fmla="*/ 14859 h 358235"/>
              <a:gd name="connsiteX147" fmla="*/ 118758 w 267280"/>
              <a:gd name="connsiteY147" fmla="*/ 343376 h 358235"/>
              <a:gd name="connsiteX148" fmla="*/ 118758 w 267280"/>
              <a:gd name="connsiteY148" fmla="*/ 298418 h 358235"/>
              <a:gd name="connsiteX149" fmla="*/ 148543 w 267280"/>
              <a:gd name="connsiteY149" fmla="*/ 298418 h 358235"/>
              <a:gd name="connsiteX150" fmla="*/ 148543 w 267280"/>
              <a:gd name="connsiteY150" fmla="*/ 343376 h 358235"/>
              <a:gd name="connsiteX151" fmla="*/ 118758 w 267280"/>
              <a:gd name="connsiteY151" fmla="*/ 343376 h 358235"/>
              <a:gd name="connsiteX152" fmla="*/ 163340 w 267280"/>
              <a:gd name="connsiteY152" fmla="*/ 343376 h 358235"/>
              <a:gd name="connsiteX153" fmla="*/ 163340 w 267280"/>
              <a:gd name="connsiteY153" fmla="*/ 290989 h 358235"/>
              <a:gd name="connsiteX154" fmla="*/ 155941 w 267280"/>
              <a:gd name="connsiteY154" fmla="*/ 283464 h 358235"/>
              <a:gd name="connsiteX155" fmla="*/ 111359 w 267280"/>
              <a:gd name="connsiteY155" fmla="*/ 283464 h 358235"/>
              <a:gd name="connsiteX156" fmla="*/ 103961 w 267280"/>
              <a:gd name="connsiteY156" fmla="*/ 290989 h 358235"/>
              <a:gd name="connsiteX157" fmla="*/ 103961 w 267280"/>
              <a:gd name="connsiteY157" fmla="*/ 343376 h 358235"/>
              <a:gd name="connsiteX158" fmla="*/ 14892 w 267280"/>
              <a:gd name="connsiteY158" fmla="*/ 343376 h 358235"/>
              <a:gd name="connsiteX159" fmla="*/ 14892 w 267280"/>
              <a:gd name="connsiteY159" fmla="*/ 44577 h 358235"/>
              <a:gd name="connsiteX160" fmla="*/ 252409 w 267280"/>
              <a:gd name="connsiteY160" fmla="*/ 44577 h 358235"/>
              <a:gd name="connsiteX161" fmla="*/ 252409 w 267280"/>
              <a:gd name="connsiteY161" fmla="*/ 343376 h 358235"/>
              <a:gd name="connsiteX162" fmla="*/ 163340 w 267280"/>
              <a:gd name="connsiteY162" fmla="*/ 343376 h 358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267280" h="358235">
                <a:moveTo>
                  <a:pt x="155941" y="209455"/>
                </a:moveTo>
                <a:lnTo>
                  <a:pt x="111359" y="209455"/>
                </a:lnTo>
                <a:cubicBezTo>
                  <a:pt x="107660" y="209455"/>
                  <a:pt x="103961" y="211931"/>
                  <a:pt x="103961" y="216884"/>
                </a:cubicBezTo>
                <a:lnTo>
                  <a:pt x="103961" y="261652"/>
                </a:lnTo>
                <a:cubicBezTo>
                  <a:pt x="103961" y="265366"/>
                  <a:pt x="107660" y="269081"/>
                  <a:pt x="111359" y="269081"/>
                </a:cubicBezTo>
                <a:lnTo>
                  <a:pt x="155941" y="269081"/>
                </a:lnTo>
                <a:cubicBezTo>
                  <a:pt x="160874" y="269081"/>
                  <a:pt x="163340" y="265366"/>
                  <a:pt x="163340" y="261652"/>
                </a:cubicBezTo>
                <a:lnTo>
                  <a:pt x="163340" y="216884"/>
                </a:lnTo>
                <a:cubicBezTo>
                  <a:pt x="163340" y="211931"/>
                  <a:pt x="160874" y="209455"/>
                  <a:pt x="155941" y="209455"/>
                </a:cubicBezTo>
                <a:close/>
                <a:moveTo>
                  <a:pt x="148543" y="254222"/>
                </a:moveTo>
                <a:lnTo>
                  <a:pt x="118758" y="254222"/>
                </a:lnTo>
                <a:lnTo>
                  <a:pt x="118758" y="224314"/>
                </a:lnTo>
                <a:lnTo>
                  <a:pt x="148543" y="224314"/>
                </a:lnTo>
                <a:lnTo>
                  <a:pt x="148543" y="254222"/>
                </a:lnTo>
                <a:close/>
                <a:moveTo>
                  <a:pt x="229643" y="209455"/>
                </a:moveTo>
                <a:lnTo>
                  <a:pt x="185062" y="209455"/>
                </a:lnTo>
                <a:cubicBezTo>
                  <a:pt x="181362" y="209455"/>
                  <a:pt x="177663" y="211931"/>
                  <a:pt x="177663" y="216884"/>
                </a:cubicBezTo>
                <a:lnTo>
                  <a:pt x="177663" y="261652"/>
                </a:lnTo>
                <a:cubicBezTo>
                  <a:pt x="177663" y="265366"/>
                  <a:pt x="181362" y="269081"/>
                  <a:pt x="185062" y="269081"/>
                </a:cubicBezTo>
                <a:lnTo>
                  <a:pt x="229643" y="269081"/>
                </a:lnTo>
                <a:cubicBezTo>
                  <a:pt x="234576" y="269081"/>
                  <a:pt x="237042" y="265366"/>
                  <a:pt x="237042" y="261652"/>
                </a:cubicBezTo>
                <a:lnTo>
                  <a:pt x="237042" y="216884"/>
                </a:lnTo>
                <a:cubicBezTo>
                  <a:pt x="237042" y="211931"/>
                  <a:pt x="234576" y="209455"/>
                  <a:pt x="229643" y="209455"/>
                </a:cubicBezTo>
                <a:close/>
                <a:moveTo>
                  <a:pt x="222245" y="254222"/>
                </a:moveTo>
                <a:lnTo>
                  <a:pt x="192460" y="254222"/>
                </a:lnTo>
                <a:lnTo>
                  <a:pt x="192460" y="224314"/>
                </a:lnTo>
                <a:lnTo>
                  <a:pt x="222245" y="224314"/>
                </a:lnTo>
                <a:lnTo>
                  <a:pt x="222245" y="254222"/>
                </a:lnTo>
                <a:close/>
                <a:moveTo>
                  <a:pt x="81385" y="209455"/>
                </a:moveTo>
                <a:lnTo>
                  <a:pt x="36804" y="209455"/>
                </a:lnTo>
                <a:cubicBezTo>
                  <a:pt x="33104" y="209455"/>
                  <a:pt x="29405" y="211931"/>
                  <a:pt x="29405" y="216884"/>
                </a:cubicBezTo>
                <a:lnTo>
                  <a:pt x="29405" y="261652"/>
                </a:lnTo>
                <a:cubicBezTo>
                  <a:pt x="29405" y="265366"/>
                  <a:pt x="33104" y="269081"/>
                  <a:pt x="36804" y="269081"/>
                </a:cubicBezTo>
                <a:lnTo>
                  <a:pt x="81385" y="269081"/>
                </a:lnTo>
                <a:cubicBezTo>
                  <a:pt x="86318" y="269081"/>
                  <a:pt x="88784" y="265366"/>
                  <a:pt x="88784" y="261652"/>
                </a:cubicBezTo>
                <a:lnTo>
                  <a:pt x="88784" y="216884"/>
                </a:lnTo>
                <a:cubicBezTo>
                  <a:pt x="88784" y="211931"/>
                  <a:pt x="86318" y="209455"/>
                  <a:pt x="81385" y="209455"/>
                </a:cubicBezTo>
                <a:close/>
                <a:moveTo>
                  <a:pt x="73987" y="254222"/>
                </a:moveTo>
                <a:lnTo>
                  <a:pt x="44202" y="254222"/>
                </a:lnTo>
                <a:lnTo>
                  <a:pt x="44202" y="224314"/>
                </a:lnTo>
                <a:lnTo>
                  <a:pt x="73987" y="224314"/>
                </a:lnTo>
                <a:lnTo>
                  <a:pt x="73987" y="254222"/>
                </a:lnTo>
                <a:close/>
                <a:moveTo>
                  <a:pt x="155941" y="134588"/>
                </a:moveTo>
                <a:lnTo>
                  <a:pt x="111359" y="134588"/>
                </a:lnTo>
                <a:cubicBezTo>
                  <a:pt x="107660" y="134588"/>
                  <a:pt x="103961" y="137065"/>
                  <a:pt x="103961" y="142018"/>
                </a:cubicBezTo>
                <a:lnTo>
                  <a:pt x="103961" y="186785"/>
                </a:lnTo>
                <a:cubicBezTo>
                  <a:pt x="103961" y="190500"/>
                  <a:pt x="107660" y="194215"/>
                  <a:pt x="111359" y="194215"/>
                </a:cubicBezTo>
                <a:lnTo>
                  <a:pt x="155941" y="194215"/>
                </a:lnTo>
                <a:cubicBezTo>
                  <a:pt x="160874" y="194215"/>
                  <a:pt x="163340" y="190500"/>
                  <a:pt x="163340" y="186785"/>
                </a:cubicBezTo>
                <a:lnTo>
                  <a:pt x="163340" y="142018"/>
                </a:lnTo>
                <a:cubicBezTo>
                  <a:pt x="163340" y="137065"/>
                  <a:pt x="160874" y="134588"/>
                  <a:pt x="155941" y="134588"/>
                </a:cubicBezTo>
                <a:close/>
                <a:moveTo>
                  <a:pt x="148543" y="179356"/>
                </a:moveTo>
                <a:lnTo>
                  <a:pt x="118758" y="179356"/>
                </a:lnTo>
                <a:lnTo>
                  <a:pt x="118758" y="149447"/>
                </a:lnTo>
                <a:lnTo>
                  <a:pt x="148543" y="149447"/>
                </a:lnTo>
                <a:lnTo>
                  <a:pt x="148543" y="179356"/>
                </a:lnTo>
                <a:close/>
                <a:moveTo>
                  <a:pt x="229643" y="134588"/>
                </a:moveTo>
                <a:lnTo>
                  <a:pt x="185062" y="134588"/>
                </a:lnTo>
                <a:cubicBezTo>
                  <a:pt x="181362" y="134588"/>
                  <a:pt x="177663" y="137065"/>
                  <a:pt x="177663" y="142018"/>
                </a:cubicBezTo>
                <a:lnTo>
                  <a:pt x="177663" y="186785"/>
                </a:lnTo>
                <a:cubicBezTo>
                  <a:pt x="177663" y="190500"/>
                  <a:pt x="181362" y="194215"/>
                  <a:pt x="185062" y="194215"/>
                </a:cubicBezTo>
                <a:lnTo>
                  <a:pt x="229643" y="194215"/>
                </a:lnTo>
                <a:cubicBezTo>
                  <a:pt x="234576" y="194215"/>
                  <a:pt x="237042" y="190500"/>
                  <a:pt x="237042" y="186785"/>
                </a:cubicBezTo>
                <a:lnTo>
                  <a:pt x="237042" y="142018"/>
                </a:lnTo>
                <a:cubicBezTo>
                  <a:pt x="237042" y="137065"/>
                  <a:pt x="234576" y="134588"/>
                  <a:pt x="229643" y="134588"/>
                </a:cubicBezTo>
                <a:close/>
                <a:moveTo>
                  <a:pt x="222245" y="179356"/>
                </a:moveTo>
                <a:lnTo>
                  <a:pt x="192460" y="179356"/>
                </a:lnTo>
                <a:lnTo>
                  <a:pt x="192460" y="149447"/>
                </a:lnTo>
                <a:lnTo>
                  <a:pt x="222245" y="149447"/>
                </a:lnTo>
                <a:lnTo>
                  <a:pt x="222245" y="179356"/>
                </a:lnTo>
                <a:close/>
                <a:moveTo>
                  <a:pt x="81385" y="134588"/>
                </a:moveTo>
                <a:lnTo>
                  <a:pt x="36804" y="134588"/>
                </a:lnTo>
                <a:cubicBezTo>
                  <a:pt x="33104" y="134588"/>
                  <a:pt x="29405" y="137065"/>
                  <a:pt x="29405" y="142018"/>
                </a:cubicBezTo>
                <a:lnTo>
                  <a:pt x="29405" y="186785"/>
                </a:lnTo>
                <a:cubicBezTo>
                  <a:pt x="29405" y="190500"/>
                  <a:pt x="33104" y="194215"/>
                  <a:pt x="36804" y="194215"/>
                </a:cubicBezTo>
                <a:lnTo>
                  <a:pt x="81385" y="194215"/>
                </a:lnTo>
                <a:cubicBezTo>
                  <a:pt x="86318" y="194215"/>
                  <a:pt x="88784" y="190500"/>
                  <a:pt x="88784" y="186785"/>
                </a:cubicBezTo>
                <a:lnTo>
                  <a:pt x="88784" y="142018"/>
                </a:lnTo>
                <a:cubicBezTo>
                  <a:pt x="88784" y="137065"/>
                  <a:pt x="86318" y="134588"/>
                  <a:pt x="81385" y="134588"/>
                </a:cubicBezTo>
                <a:close/>
                <a:moveTo>
                  <a:pt x="73987" y="179356"/>
                </a:moveTo>
                <a:lnTo>
                  <a:pt x="44202" y="179356"/>
                </a:lnTo>
                <a:lnTo>
                  <a:pt x="44202" y="149447"/>
                </a:lnTo>
                <a:lnTo>
                  <a:pt x="73987" y="149447"/>
                </a:lnTo>
                <a:lnTo>
                  <a:pt x="73987" y="179356"/>
                </a:lnTo>
                <a:close/>
                <a:moveTo>
                  <a:pt x="155941" y="59722"/>
                </a:moveTo>
                <a:lnTo>
                  <a:pt x="111359" y="59722"/>
                </a:lnTo>
                <a:cubicBezTo>
                  <a:pt x="107660" y="59722"/>
                  <a:pt x="103961" y="62198"/>
                  <a:pt x="103961" y="67151"/>
                </a:cubicBezTo>
                <a:lnTo>
                  <a:pt x="103961" y="111919"/>
                </a:lnTo>
                <a:cubicBezTo>
                  <a:pt x="103961" y="115634"/>
                  <a:pt x="107660" y="119348"/>
                  <a:pt x="111359" y="119348"/>
                </a:cubicBezTo>
                <a:lnTo>
                  <a:pt x="155941" y="119348"/>
                </a:lnTo>
                <a:cubicBezTo>
                  <a:pt x="160874" y="119348"/>
                  <a:pt x="163340" y="115634"/>
                  <a:pt x="163340" y="111919"/>
                </a:cubicBezTo>
                <a:lnTo>
                  <a:pt x="163340" y="67151"/>
                </a:lnTo>
                <a:cubicBezTo>
                  <a:pt x="163340" y="62198"/>
                  <a:pt x="160874" y="59722"/>
                  <a:pt x="155941" y="59722"/>
                </a:cubicBezTo>
                <a:close/>
                <a:moveTo>
                  <a:pt x="148543" y="104489"/>
                </a:moveTo>
                <a:lnTo>
                  <a:pt x="118758" y="104489"/>
                </a:lnTo>
                <a:lnTo>
                  <a:pt x="118758" y="74581"/>
                </a:lnTo>
                <a:lnTo>
                  <a:pt x="148543" y="74581"/>
                </a:lnTo>
                <a:lnTo>
                  <a:pt x="148543" y="104489"/>
                </a:lnTo>
                <a:close/>
                <a:moveTo>
                  <a:pt x="229643" y="59722"/>
                </a:moveTo>
                <a:lnTo>
                  <a:pt x="185062" y="59722"/>
                </a:lnTo>
                <a:cubicBezTo>
                  <a:pt x="181362" y="59722"/>
                  <a:pt x="177663" y="62198"/>
                  <a:pt x="177663" y="67151"/>
                </a:cubicBezTo>
                <a:lnTo>
                  <a:pt x="177663" y="111919"/>
                </a:lnTo>
                <a:cubicBezTo>
                  <a:pt x="177663" y="115634"/>
                  <a:pt x="181362" y="119348"/>
                  <a:pt x="185062" y="119348"/>
                </a:cubicBezTo>
                <a:lnTo>
                  <a:pt x="229643" y="119348"/>
                </a:lnTo>
                <a:cubicBezTo>
                  <a:pt x="234576" y="119348"/>
                  <a:pt x="237042" y="115634"/>
                  <a:pt x="237042" y="111919"/>
                </a:cubicBezTo>
                <a:lnTo>
                  <a:pt x="237042" y="67151"/>
                </a:lnTo>
                <a:cubicBezTo>
                  <a:pt x="237042" y="62198"/>
                  <a:pt x="234576" y="59722"/>
                  <a:pt x="229643" y="59722"/>
                </a:cubicBezTo>
                <a:close/>
                <a:moveTo>
                  <a:pt x="222245" y="104489"/>
                </a:moveTo>
                <a:lnTo>
                  <a:pt x="192460" y="104489"/>
                </a:lnTo>
                <a:lnTo>
                  <a:pt x="192460" y="74581"/>
                </a:lnTo>
                <a:lnTo>
                  <a:pt x="222245" y="74581"/>
                </a:lnTo>
                <a:lnTo>
                  <a:pt x="222245" y="104489"/>
                </a:lnTo>
                <a:close/>
                <a:moveTo>
                  <a:pt x="81385" y="59722"/>
                </a:moveTo>
                <a:lnTo>
                  <a:pt x="36804" y="59722"/>
                </a:lnTo>
                <a:cubicBezTo>
                  <a:pt x="33104" y="59722"/>
                  <a:pt x="29405" y="62198"/>
                  <a:pt x="29405" y="67151"/>
                </a:cubicBezTo>
                <a:lnTo>
                  <a:pt x="29405" y="111919"/>
                </a:lnTo>
                <a:cubicBezTo>
                  <a:pt x="29405" y="115634"/>
                  <a:pt x="33104" y="119348"/>
                  <a:pt x="36804" y="119348"/>
                </a:cubicBezTo>
                <a:lnTo>
                  <a:pt x="81385" y="119348"/>
                </a:lnTo>
                <a:cubicBezTo>
                  <a:pt x="86318" y="119348"/>
                  <a:pt x="88784" y="115634"/>
                  <a:pt x="88784" y="111919"/>
                </a:cubicBezTo>
                <a:lnTo>
                  <a:pt x="88784" y="67151"/>
                </a:lnTo>
                <a:cubicBezTo>
                  <a:pt x="88784" y="62198"/>
                  <a:pt x="86318" y="59722"/>
                  <a:pt x="81385" y="59722"/>
                </a:cubicBezTo>
                <a:close/>
                <a:moveTo>
                  <a:pt x="73987" y="104489"/>
                </a:moveTo>
                <a:lnTo>
                  <a:pt x="44202" y="104489"/>
                </a:lnTo>
                <a:lnTo>
                  <a:pt x="44202" y="74581"/>
                </a:lnTo>
                <a:lnTo>
                  <a:pt x="73987" y="74581"/>
                </a:lnTo>
                <a:lnTo>
                  <a:pt x="73987" y="104489"/>
                </a:lnTo>
                <a:close/>
                <a:moveTo>
                  <a:pt x="266921" y="34290"/>
                </a:moveTo>
                <a:cubicBezTo>
                  <a:pt x="266921" y="34290"/>
                  <a:pt x="266732" y="33623"/>
                  <a:pt x="266637" y="33338"/>
                </a:cubicBezTo>
                <a:cubicBezTo>
                  <a:pt x="266352" y="32480"/>
                  <a:pt x="265973" y="31718"/>
                  <a:pt x="265688" y="30956"/>
                </a:cubicBezTo>
                <a:lnTo>
                  <a:pt x="235999" y="1238"/>
                </a:lnTo>
                <a:cubicBezTo>
                  <a:pt x="234766" y="0"/>
                  <a:pt x="232299" y="0"/>
                  <a:pt x="229833" y="0"/>
                </a:cubicBezTo>
                <a:lnTo>
                  <a:pt x="37088" y="0"/>
                </a:lnTo>
                <a:cubicBezTo>
                  <a:pt x="35855" y="0"/>
                  <a:pt x="33389" y="0"/>
                  <a:pt x="32156" y="1238"/>
                </a:cubicBezTo>
                <a:lnTo>
                  <a:pt x="2466" y="30956"/>
                </a:lnTo>
                <a:cubicBezTo>
                  <a:pt x="1802" y="31623"/>
                  <a:pt x="1328" y="32290"/>
                  <a:pt x="1043" y="33052"/>
                </a:cubicBezTo>
                <a:cubicBezTo>
                  <a:pt x="474" y="34100"/>
                  <a:pt x="0" y="35338"/>
                  <a:pt x="0" y="36862"/>
                </a:cubicBezTo>
                <a:lnTo>
                  <a:pt x="0" y="350806"/>
                </a:lnTo>
                <a:cubicBezTo>
                  <a:pt x="0" y="354520"/>
                  <a:pt x="3699" y="358235"/>
                  <a:pt x="7399" y="358235"/>
                </a:cubicBezTo>
                <a:lnTo>
                  <a:pt x="259807" y="358235"/>
                </a:lnTo>
                <a:cubicBezTo>
                  <a:pt x="264740" y="358235"/>
                  <a:pt x="267206" y="354520"/>
                  <a:pt x="267206" y="350806"/>
                </a:cubicBezTo>
                <a:lnTo>
                  <a:pt x="267206" y="37909"/>
                </a:lnTo>
                <a:cubicBezTo>
                  <a:pt x="267396" y="36767"/>
                  <a:pt x="267206" y="35433"/>
                  <a:pt x="266827" y="34195"/>
                </a:cubicBezTo>
                <a:close/>
                <a:moveTo>
                  <a:pt x="40788" y="14859"/>
                </a:moveTo>
                <a:lnTo>
                  <a:pt x="227367" y="14859"/>
                </a:lnTo>
                <a:cubicBezTo>
                  <a:pt x="227367" y="14859"/>
                  <a:pt x="227367" y="14859"/>
                  <a:pt x="241880" y="29432"/>
                </a:cubicBezTo>
                <a:lnTo>
                  <a:pt x="26275" y="29432"/>
                </a:lnTo>
                <a:lnTo>
                  <a:pt x="40788" y="14859"/>
                </a:lnTo>
                <a:close/>
                <a:moveTo>
                  <a:pt x="118758" y="343376"/>
                </a:moveTo>
                <a:lnTo>
                  <a:pt x="118758" y="298418"/>
                </a:lnTo>
                <a:lnTo>
                  <a:pt x="148543" y="298418"/>
                </a:lnTo>
                <a:lnTo>
                  <a:pt x="148543" y="343376"/>
                </a:lnTo>
                <a:lnTo>
                  <a:pt x="118758" y="343376"/>
                </a:lnTo>
                <a:close/>
                <a:moveTo>
                  <a:pt x="163340" y="343376"/>
                </a:moveTo>
                <a:lnTo>
                  <a:pt x="163340" y="290989"/>
                </a:lnTo>
                <a:cubicBezTo>
                  <a:pt x="163340" y="286036"/>
                  <a:pt x="160874" y="283464"/>
                  <a:pt x="155941" y="283464"/>
                </a:cubicBezTo>
                <a:lnTo>
                  <a:pt x="111359" y="283464"/>
                </a:lnTo>
                <a:cubicBezTo>
                  <a:pt x="107660" y="283464"/>
                  <a:pt x="103961" y="285941"/>
                  <a:pt x="103961" y="290989"/>
                </a:cubicBezTo>
                <a:lnTo>
                  <a:pt x="103961" y="343376"/>
                </a:lnTo>
                <a:lnTo>
                  <a:pt x="14892" y="343376"/>
                </a:lnTo>
                <a:lnTo>
                  <a:pt x="14892" y="44577"/>
                </a:lnTo>
                <a:lnTo>
                  <a:pt x="252409" y="44577"/>
                </a:lnTo>
                <a:lnTo>
                  <a:pt x="252409" y="343376"/>
                </a:lnTo>
                <a:lnTo>
                  <a:pt x="163340" y="343376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4" name="Graphic 192">
            <a:extLst>
              <a:ext uri="{FF2B5EF4-FFF2-40B4-BE49-F238E27FC236}">
                <a16:creationId xmlns:a16="http://schemas.microsoft.com/office/drawing/2014/main" id="{420B39BC-8A49-CEF0-FBF8-4368BD92CFA3}"/>
              </a:ext>
            </a:extLst>
          </p:cNvPr>
          <p:cNvSpPr/>
          <p:nvPr/>
        </p:nvSpPr>
        <p:spPr>
          <a:xfrm>
            <a:off x="10402485" y="813380"/>
            <a:ext cx="477895" cy="460442"/>
          </a:xfrm>
          <a:custGeom>
            <a:avLst/>
            <a:gdLst>
              <a:gd name="connsiteX0" fmla="*/ 304982 w 357009"/>
              <a:gd name="connsiteY0" fmla="*/ 343972 h 343971"/>
              <a:gd name="connsiteX1" fmla="*/ 215913 w 357009"/>
              <a:gd name="connsiteY1" fmla="*/ 343972 h 343971"/>
              <a:gd name="connsiteX2" fmla="*/ 208515 w 357009"/>
              <a:gd name="connsiteY2" fmla="*/ 336447 h 343971"/>
              <a:gd name="connsiteX3" fmla="*/ 208515 w 357009"/>
              <a:gd name="connsiteY3" fmla="*/ 239006 h 343971"/>
              <a:gd name="connsiteX4" fmla="*/ 149135 w 357009"/>
              <a:gd name="connsiteY4" fmla="*/ 239006 h 343971"/>
              <a:gd name="connsiteX5" fmla="*/ 149135 w 357009"/>
              <a:gd name="connsiteY5" fmla="*/ 336447 h 343971"/>
              <a:gd name="connsiteX6" fmla="*/ 141737 w 357009"/>
              <a:gd name="connsiteY6" fmla="*/ 343972 h 343971"/>
              <a:gd name="connsiteX7" fmla="*/ 52668 w 357009"/>
              <a:gd name="connsiteY7" fmla="*/ 343972 h 343971"/>
              <a:gd name="connsiteX8" fmla="*/ 45269 w 357009"/>
              <a:gd name="connsiteY8" fmla="*/ 336447 h 343971"/>
              <a:gd name="connsiteX9" fmla="*/ 45269 w 357009"/>
              <a:gd name="connsiteY9" fmla="*/ 186523 h 343971"/>
              <a:gd name="connsiteX10" fmla="*/ 52668 w 357009"/>
              <a:gd name="connsiteY10" fmla="*/ 178999 h 343971"/>
              <a:gd name="connsiteX11" fmla="*/ 60067 w 357009"/>
              <a:gd name="connsiteY11" fmla="*/ 186523 h 343971"/>
              <a:gd name="connsiteX12" fmla="*/ 60067 w 357009"/>
              <a:gd name="connsiteY12" fmla="*/ 328922 h 343971"/>
              <a:gd name="connsiteX13" fmla="*/ 134338 w 357009"/>
              <a:gd name="connsiteY13" fmla="*/ 328922 h 343971"/>
              <a:gd name="connsiteX14" fmla="*/ 134338 w 357009"/>
              <a:gd name="connsiteY14" fmla="*/ 231481 h 343971"/>
              <a:gd name="connsiteX15" fmla="*/ 141737 w 357009"/>
              <a:gd name="connsiteY15" fmla="*/ 223957 h 343971"/>
              <a:gd name="connsiteX16" fmla="*/ 216008 w 357009"/>
              <a:gd name="connsiteY16" fmla="*/ 223957 h 343971"/>
              <a:gd name="connsiteX17" fmla="*/ 223407 w 357009"/>
              <a:gd name="connsiteY17" fmla="*/ 231481 h 343971"/>
              <a:gd name="connsiteX18" fmla="*/ 223407 w 357009"/>
              <a:gd name="connsiteY18" fmla="*/ 328922 h 343971"/>
              <a:gd name="connsiteX19" fmla="*/ 297678 w 357009"/>
              <a:gd name="connsiteY19" fmla="*/ 328922 h 343971"/>
              <a:gd name="connsiteX20" fmla="*/ 297678 w 357009"/>
              <a:gd name="connsiteY20" fmla="*/ 194048 h 343971"/>
              <a:gd name="connsiteX21" fmla="*/ 305077 w 357009"/>
              <a:gd name="connsiteY21" fmla="*/ 186523 h 343971"/>
              <a:gd name="connsiteX22" fmla="*/ 312475 w 357009"/>
              <a:gd name="connsiteY22" fmla="*/ 194048 h 343971"/>
              <a:gd name="connsiteX23" fmla="*/ 312475 w 357009"/>
              <a:gd name="connsiteY23" fmla="*/ 336447 h 343971"/>
              <a:gd name="connsiteX24" fmla="*/ 305077 w 357009"/>
              <a:gd name="connsiteY24" fmla="*/ 343972 h 343971"/>
              <a:gd name="connsiteX25" fmla="*/ 355160 w 357009"/>
              <a:gd name="connsiteY25" fmla="*/ 184142 h 343971"/>
              <a:gd name="connsiteX26" fmla="*/ 355160 w 357009"/>
              <a:gd name="connsiteY26" fmla="*/ 174236 h 343971"/>
              <a:gd name="connsiteX27" fmla="*/ 183947 w 357009"/>
              <a:gd name="connsiteY27" fmla="*/ 2786 h 343971"/>
              <a:gd name="connsiteX28" fmla="*/ 173987 w 357009"/>
              <a:gd name="connsiteY28" fmla="*/ 2786 h 343971"/>
              <a:gd name="connsiteX29" fmla="*/ 2774 w 357009"/>
              <a:gd name="connsiteY29" fmla="*/ 174236 h 343971"/>
              <a:gd name="connsiteX30" fmla="*/ 2774 w 357009"/>
              <a:gd name="connsiteY30" fmla="*/ 184142 h 343971"/>
              <a:gd name="connsiteX31" fmla="*/ 12734 w 357009"/>
              <a:gd name="connsiteY31" fmla="*/ 184142 h 343971"/>
              <a:gd name="connsiteX32" fmla="*/ 179015 w 357009"/>
              <a:gd name="connsiteY32" fmla="*/ 17645 h 343971"/>
              <a:gd name="connsiteX33" fmla="*/ 345295 w 357009"/>
              <a:gd name="connsiteY33" fmla="*/ 184142 h 343971"/>
              <a:gd name="connsiteX34" fmla="*/ 350228 w 357009"/>
              <a:gd name="connsiteY34" fmla="*/ 186619 h 343971"/>
              <a:gd name="connsiteX35" fmla="*/ 355160 w 357009"/>
              <a:gd name="connsiteY35" fmla="*/ 184142 h 343971"/>
              <a:gd name="connsiteX36" fmla="*/ 298152 w 357009"/>
              <a:gd name="connsiteY36" fmla="*/ 74795 h 343971"/>
              <a:gd name="connsiteX37" fmla="*/ 298152 w 357009"/>
              <a:gd name="connsiteY37" fmla="*/ 22408 h 343971"/>
              <a:gd name="connsiteX38" fmla="*/ 290659 w 357009"/>
              <a:gd name="connsiteY38" fmla="*/ 14883 h 343971"/>
              <a:gd name="connsiteX39" fmla="*/ 238489 w 357009"/>
              <a:gd name="connsiteY39" fmla="*/ 14883 h 343971"/>
              <a:gd name="connsiteX40" fmla="*/ 230995 w 357009"/>
              <a:gd name="connsiteY40" fmla="*/ 22408 h 343971"/>
              <a:gd name="connsiteX41" fmla="*/ 238489 w 357009"/>
              <a:gd name="connsiteY41" fmla="*/ 29932 h 343971"/>
              <a:gd name="connsiteX42" fmla="*/ 283165 w 357009"/>
              <a:gd name="connsiteY42" fmla="*/ 29932 h 343971"/>
              <a:gd name="connsiteX43" fmla="*/ 283165 w 357009"/>
              <a:gd name="connsiteY43" fmla="*/ 74795 h 343971"/>
              <a:gd name="connsiteX44" fmla="*/ 290659 w 357009"/>
              <a:gd name="connsiteY44" fmla="*/ 82320 h 343971"/>
              <a:gd name="connsiteX45" fmla="*/ 298152 w 357009"/>
              <a:gd name="connsiteY45" fmla="*/ 74795 h 343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57009" h="343971">
                <a:moveTo>
                  <a:pt x="304982" y="343972"/>
                </a:moveTo>
                <a:lnTo>
                  <a:pt x="215913" y="343972"/>
                </a:lnTo>
                <a:cubicBezTo>
                  <a:pt x="212214" y="343972"/>
                  <a:pt x="208515" y="340257"/>
                  <a:pt x="208515" y="336447"/>
                </a:cubicBezTo>
                <a:lnTo>
                  <a:pt x="208515" y="239006"/>
                </a:lnTo>
                <a:lnTo>
                  <a:pt x="149135" y="239006"/>
                </a:lnTo>
                <a:lnTo>
                  <a:pt x="149135" y="336447"/>
                </a:lnTo>
                <a:cubicBezTo>
                  <a:pt x="149135" y="340162"/>
                  <a:pt x="145436" y="343972"/>
                  <a:pt x="141737" y="343972"/>
                </a:cubicBezTo>
                <a:lnTo>
                  <a:pt x="52668" y="343972"/>
                </a:lnTo>
                <a:cubicBezTo>
                  <a:pt x="48969" y="343972"/>
                  <a:pt x="45269" y="340257"/>
                  <a:pt x="45269" y="336447"/>
                </a:cubicBezTo>
                <a:lnTo>
                  <a:pt x="45269" y="186523"/>
                </a:lnTo>
                <a:cubicBezTo>
                  <a:pt x="45269" y="182809"/>
                  <a:pt x="48969" y="178999"/>
                  <a:pt x="52668" y="178999"/>
                </a:cubicBezTo>
                <a:cubicBezTo>
                  <a:pt x="56367" y="178999"/>
                  <a:pt x="60067" y="182713"/>
                  <a:pt x="60067" y="186523"/>
                </a:cubicBezTo>
                <a:lnTo>
                  <a:pt x="60067" y="328922"/>
                </a:lnTo>
                <a:lnTo>
                  <a:pt x="134338" y="328922"/>
                </a:lnTo>
                <a:lnTo>
                  <a:pt x="134338" y="231481"/>
                </a:lnTo>
                <a:cubicBezTo>
                  <a:pt x="134338" y="227767"/>
                  <a:pt x="138037" y="223957"/>
                  <a:pt x="141737" y="223957"/>
                </a:cubicBezTo>
                <a:lnTo>
                  <a:pt x="216008" y="223957"/>
                </a:lnTo>
                <a:cubicBezTo>
                  <a:pt x="219707" y="223957"/>
                  <a:pt x="223407" y="227671"/>
                  <a:pt x="223407" y="231481"/>
                </a:cubicBezTo>
                <a:lnTo>
                  <a:pt x="223407" y="328922"/>
                </a:lnTo>
                <a:lnTo>
                  <a:pt x="297678" y="328922"/>
                </a:lnTo>
                <a:lnTo>
                  <a:pt x="297678" y="194048"/>
                </a:lnTo>
                <a:cubicBezTo>
                  <a:pt x="297678" y="190333"/>
                  <a:pt x="301377" y="186523"/>
                  <a:pt x="305077" y="186523"/>
                </a:cubicBezTo>
                <a:cubicBezTo>
                  <a:pt x="308776" y="186523"/>
                  <a:pt x="312475" y="190238"/>
                  <a:pt x="312475" y="194048"/>
                </a:cubicBezTo>
                <a:lnTo>
                  <a:pt x="312475" y="336447"/>
                </a:lnTo>
                <a:cubicBezTo>
                  <a:pt x="312475" y="340162"/>
                  <a:pt x="308776" y="343972"/>
                  <a:pt x="305077" y="343972"/>
                </a:cubicBezTo>
                <a:close/>
                <a:moveTo>
                  <a:pt x="355160" y="184142"/>
                </a:moveTo>
                <a:cubicBezTo>
                  <a:pt x="357626" y="181666"/>
                  <a:pt x="357626" y="176713"/>
                  <a:pt x="355160" y="174236"/>
                </a:cubicBezTo>
                <a:lnTo>
                  <a:pt x="183947" y="2786"/>
                </a:lnTo>
                <a:cubicBezTo>
                  <a:pt x="181481" y="-929"/>
                  <a:pt x="176549" y="-929"/>
                  <a:pt x="173987" y="2786"/>
                </a:cubicBezTo>
                <a:lnTo>
                  <a:pt x="2774" y="174236"/>
                </a:lnTo>
                <a:cubicBezTo>
                  <a:pt x="-925" y="176713"/>
                  <a:pt x="-925" y="181666"/>
                  <a:pt x="2774" y="184142"/>
                </a:cubicBezTo>
                <a:cubicBezTo>
                  <a:pt x="5241" y="186619"/>
                  <a:pt x="10173" y="186619"/>
                  <a:pt x="12734" y="184142"/>
                </a:cubicBezTo>
                <a:lnTo>
                  <a:pt x="179015" y="17645"/>
                </a:lnTo>
                <a:lnTo>
                  <a:pt x="345295" y="184142"/>
                </a:lnTo>
                <a:cubicBezTo>
                  <a:pt x="346528" y="185380"/>
                  <a:pt x="347761" y="186619"/>
                  <a:pt x="350228" y="186619"/>
                </a:cubicBezTo>
                <a:cubicBezTo>
                  <a:pt x="351461" y="186619"/>
                  <a:pt x="353927" y="185380"/>
                  <a:pt x="355160" y="184142"/>
                </a:cubicBezTo>
                <a:close/>
                <a:moveTo>
                  <a:pt x="298152" y="74795"/>
                </a:moveTo>
                <a:lnTo>
                  <a:pt x="298152" y="22408"/>
                </a:lnTo>
                <a:cubicBezTo>
                  <a:pt x="298152" y="18693"/>
                  <a:pt x="294453" y="14883"/>
                  <a:pt x="290659" y="14883"/>
                </a:cubicBezTo>
                <a:lnTo>
                  <a:pt x="238489" y="14883"/>
                </a:lnTo>
                <a:cubicBezTo>
                  <a:pt x="234789" y="14883"/>
                  <a:pt x="230995" y="18598"/>
                  <a:pt x="230995" y="22408"/>
                </a:cubicBezTo>
                <a:cubicBezTo>
                  <a:pt x="230995" y="26218"/>
                  <a:pt x="234694" y="29932"/>
                  <a:pt x="238489" y="29932"/>
                </a:cubicBezTo>
                <a:lnTo>
                  <a:pt x="283165" y="29932"/>
                </a:lnTo>
                <a:lnTo>
                  <a:pt x="283165" y="74795"/>
                </a:lnTo>
                <a:cubicBezTo>
                  <a:pt x="283165" y="78510"/>
                  <a:pt x="286865" y="82320"/>
                  <a:pt x="290659" y="82320"/>
                </a:cubicBezTo>
                <a:cubicBezTo>
                  <a:pt x="294453" y="82320"/>
                  <a:pt x="298152" y="78605"/>
                  <a:pt x="298152" y="7479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5" name="Graphic 192">
            <a:extLst>
              <a:ext uri="{FF2B5EF4-FFF2-40B4-BE49-F238E27FC236}">
                <a16:creationId xmlns:a16="http://schemas.microsoft.com/office/drawing/2014/main" id="{5F6A0CA1-D622-3B9D-8A7F-30658716325E}"/>
              </a:ext>
            </a:extLst>
          </p:cNvPr>
          <p:cNvSpPr/>
          <p:nvPr/>
        </p:nvSpPr>
        <p:spPr>
          <a:xfrm>
            <a:off x="11179354" y="813380"/>
            <a:ext cx="477895" cy="460442"/>
          </a:xfrm>
          <a:custGeom>
            <a:avLst/>
            <a:gdLst>
              <a:gd name="connsiteX0" fmla="*/ 304982 w 357009"/>
              <a:gd name="connsiteY0" fmla="*/ 343972 h 343971"/>
              <a:gd name="connsiteX1" fmla="*/ 215913 w 357009"/>
              <a:gd name="connsiteY1" fmla="*/ 343972 h 343971"/>
              <a:gd name="connsiteX2" fmla="*/ 208515 w 357009"/>
              <a:gd name="connsiteY2" fmla="*/ 336447 h 343971"/>
              <a:gd name="connsiteX3" fmla="*/ 208515 w 357009"/>
              <a:gd name="connsiteY3" fmla="*/ 239006 h 343971"/>
              <a:gd name="connsiteX4" fmla="*/ 149135 w 357009"/>
              <a:gd name="connsiteY4" fmla="*/ 239006 h 343971"/>
              <a:gd name="connsiteX5" fmla="*/ 149135 w 357009"/>
              <a:gd name="connsiteY5" fmla="*/ 336447 h 343971"/>
              <a:gd name="connsiteX6" fmla="*/ 141737 w 357009"/>
              <a:gd name="connsiteY6" fmla="*/ 343972 h 343971"/>
              <a:gd name="connsiteX7" fmla="*/ 52668 w 357009"/>
              <a:gd name="connsiteY7" fmla="*/ 343972 h 343971"/>
              <a:gd name="connsiteX8" fmla="*/ 45269 w 357009"/>
              <a:gd name="connsiteY8" fmla="*/ 336447 h 343971"/>
              <a:gd name="connsiteX9" fmla="*/ 45269 w 357009"/>
              <a:gd name="connsiteY9" fmla="*/ 186523 h 343971"/>
              <a:gd name="connsiteX10" fmla="*/ 52668 w 357009"/>
              <a:gd name="connsiteY10" fmla="*/ 178999 h 343971"/>
              <a:gd name="connsiteX11" fmla="*/ 60067 w 357009"/>
              <a:gd name="connsiteY11" fmla="*/ 186523 h 343971"/>
              <a:gd name="connsiteX12" fmla="*/ 60067 w 357009"/>
              <a:gd name="connsiteY12" fmla="*/ 328922 h 343971"/>
              <a:gd name="connsiteX13" fmla="*/ 134338 w 357009"/>
              <a:gd name="connsiteY13" fmla="*/ 328922 h 343971"/>
              <a:gd name="connsiteX14" fmla="*/ 134338 w 357009"/>
              <a:gd name="connsiteY14" fmla="*/ 231481 h 343971"/>
              <a:gd name="connsiteX15" fmla="*/ 141737 w 357009"/>
              <a:gd name="connsiteY15" fmla="*/ 223957 h 343971"/>
              <a:gd name="connsiteX16" fmla="*/ 216008 w 357009"/>
              <a:gd name="connsiteY16" fmla="*/ 223957 h 343971"/>
              <a:gd name="connsiteX17" fmla="*/ 223407 w 357009"/>
              <a:gd name="connsiteY17" fmla="*/ 231481 h 343971"/>
              <a:gd name="connsiteX18" fmla="*/ 223407 w 357009"/>
              <a:gd name="connsiteY18" fmla="*/ 328922 h 343971"/>
              <a:gd name="connsiteX19" fmla="*/ 297678 w 357009"/>
              <a:gd name="connsiteY19" fmla="*/ 328922 h 343971"/>
              <a:gd name="connsiteX20" fmla="*/ 297678 w 357009"/>
              <a:gd name="connsiteY20" fmla="*/ 194048 h 343971"/>
              <a:gd name="connsiteX21" fmla="*/ 305077 w 357009"/>
              <a:gd name="connsiteY21" fmla="*/ 186523 h 343971"/>
              <a:gd name="connsiteX22" fmla="*/ 312475 w 357009"/>
              <a:gd name="connsiteY22" fmla="*/ 194048 h 343971"/>
              <a:gd name="connsiteX23" fmla="*/ 312475 w 357009"/>
              <a:gd name="connsiteY23" fmla="*/ 336447 h 343971"/>
              <a:gd name="connsiteX24" fmla="*/ 305077 w 357009"/>
              <a:gd name="connsiteY24" fmla="*/ 343972 h 343971"/>
              <a:gd name="connsiteX25" fmla="*/ 355160 w 357009"/>
              <a:gd name="connsiteY25" fmla="*/ 184142 h 343971"/>
              <a:gd name="connsiteX26" fmla="*/ 355160 w 357009"/>
              <a:gd name="connsiteY26" fmla="*/ 174236 h 343971"/>
              <a:gd name="connsiteX27" fmla="*/ 183947 w 357009"/>
              <a:gd name="connsiteY27" fmla="*/ 2786 h 343971"/>
              <a:gd name="connsiteX28" fmla="*/ 173987 w 357009"/>
              <a:gd name="connsiteY28" fmla="*/ 2786 h 343971"/>
              <a:gd name="connsiteX29" fmla="*/ 2774 w 357009"/>
              <a:gd name="connsiteY29" fmla="*/ 174236 h 343971"/>
              <a:gd name="connsiteX30" fmla="*/ 2774 w 357009"/>
              <a:gd name="connsiteY30" fmla="*/ 184142 h 343971"/>
              <a:gd name="connsiteX31" fmla="*/ 12734 w 357009"/>
              <a:gd name="connsiteY31" fmla="*/ 184142 h 343971"/>
              <a:gd name="connsiteX32" fmla="*/ 179015 w 357009"/>
              <a:gd name="connsiteY32" fmla="*/ 17645 h 343971"/>
              <a:gd name="connsiteX33" fmla="*/ 345295 w 357009"/>
              <a:gd name="connsiteY33" fmla="*/ 184142 h 343971"/>
              <a:gd name="connsiteX34" fmla="*/ 350228 w 357009"/>
              <a:gd name="connsiteY34" fmla="*/ 186619 h 343971"/>
              <a:gd name="connsiteX35" fmla="*/ 355160 w 357009"/>
              <a:gd name="connsiteY35" fmla="*/ 184142 h 343971"/>
              <a:gd name="connsiteX36" fmla="*/ 298152 w 357009"/>
              <a:gd name="connsiteY36" fmla="*/ 74795 h 343971"/>
              <a:gd name="connsiteX37" fmla="*/ 298152 w 357009"/>
              <a:gd name="connsiteY37" fmla="*/ 22408 h 343971"/>
              <a:gd name="connsiteX38" fmla="*/ 290659 w 357009"/>
              <a:gd name="connsiteY38" fmla="*/ 14883 h 343971"/>
              <a:gd name="connsiteX39" fmla="*/ 238489 w 357009"/>
              <a:gd name="connsiteY39" fmla="*/ 14883 h 343971"/>
              <a:gd name="connsiteX40" fmla="*/ 230995 w 357009"/>
              <a:gd name="connsiteY40" fmla="*/ 22408 h 343971"/>
              <a:gd name="connsiteX41" fmla="*/ 238489 w 357009"/>
              <a:gd name="connsiteY41" fmla="*/ 29932 h 343971"/>
              <a:gd name="connsiteX42" fmla="*/ 283165 w 357009"/>
              <a:gd name="connsiteY42" fmla="*/ 29932 h 343971"/>
              <a:gd name="connsiteX43" fmla="*/ 283165 w 357009"/>
              <a:gd name="connsiteY43" fmla="*/ 74795 h 343971"/>
              <a:gd name="connsiteX44" fmla="*/ 290659 w 357009"/>
              <a:gd name="connsiteY44" fmla="*/ 82320 h 343971"/>
              <a:gd name="connsiteX45" fmla="*/ 298152 w 357009"/>
              <a:gd name="connsiteY45" fmla="*/ 74795 h 343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57009" h="343971">
                <a:moveTo>
                  <a:pt x="304982" y="343972"/>
                </a:moveTo>
                <a:lnTo>
                  <a:pt x="215913" y="343972"/>
                </a:lnTo>
                <a:cubicBezTo>
                  <a:pt x="212214" y="343972"/>
                  <a:pt x="208515" y="340257"/>
                  <a:pt x="208515" y="336447"/>
                </a:cubicBezTo>
                <a:lnTo>
                  <a:pt x="208515" y="239006"/>
                </a:lnTo>
                <a:lnTo>
                  <a:pt x="149135" y="239006"/>
                </a:lnTo>
                <a:lnTo>
                  <a:pt x="149135" y="336447"/>
                </a:lnTo>
                <a:cubicBezTo>
                  <a:pt x="149135" y="340162"/>
                  <a:pt x="145436" y="343972"/>
                  <a:pt x="141737" y="343972"/>
                </a:cubicBezTo>
                <a:lnTo>
                  <a:pt x="52668" y="343972"/>
                </a:lnTo>
                <a:cubicBezTo>
                  <a:pt x="48969" y="343972"/>
                  <a:pt x="45269" y="340257"/>
                  <a:pt x="45269" y="336447"/>
                </a:cubicBezTo>
                <a:lnTo>
                  <a:pt x="45269" y="186523"/>
                </a:lnTo>
                <a:cubicBezTo>
                  <a:pt x="45269" y="182809"/>
                  <a:pt x="48969" y="178999"/>
                  <a:pt x="52668" y="178999"/>
                </a:cubicBezTo>
                <a:cubicBezTo>
                  <a:pt x="56367" y="178999"/>
                  <a:pt x="60067" y="182713"/>
                  <a:pt x="60067" y="186523"/>
                </a:cubicBezTo>
                <a:lnTo>
                  <a:pt x="60067" y="328922"/>
                </a:lnTo>
                <a:lnTo>
                  <a:pt x="134338" y="328922"/>
                </a:lnTo>
                <a:lnTo>
                  <a:pt x="134338" y="231481"/>
                </a:lnTo>
                <a:cubicBezTo>
                  <a:pt x="134338" y="227767"/>
                  <a:pt x="138037" y="223957"/>
                  <a:pt x="141737" y="223957"/>
                </a:cubicBezTo>
                <a:lnTo>
                  <a:pt x="216008" y="223957"/>
                </a:lnTo>
                <a:cubicBezTo>
                  <a:pt x="219707" y="223957"/>
                  <a:pt x="223407" y="227671"/>
                  <a:pt x="223407" y="231481"/>
                </a:cubicBezTo>
                <a:lnTo>
                  <a:pt x="223407" y="328922"/>
                </a:lnTo>
                <a:lnTo>
                  <a:pt x="297678" y="328922"/>
                </a:lnTo>
                <a:lnTo>
                  <a:pt x="297678" y="194048"/>
                </a:lnTo>
                <a:cubicBezTo>
                  <a:pt x="297678" y="190333"/>
                  <a:pt x="301377" y="186523"/>
                  <a:pt x="305077" y="186523"/>
                </a:cubicBezTo>
                <a:cubicBezTo>
                  <a:pt x="308776" y="186523"/>
                  <a:pt x="312475" y="190238"/>
                  <a:pt x="312475" y="194048"/>
                </a:cubicBezTo>
                <a:lnTo>
                  <a:pt x="312475" y="336447"/>
                </a:lnTo>
                <a:cubicBezTo>
                  <a:pt x="312475" y="340162"/>
                  <a:pt x="308776" y="343972"/>
                  <a:pt x="305077" y="343972"/>
                </a:cubicBezTo>
                <a:close/>
                <a:moveTo>
                  <a:pt x="355160" y="184142"/>
                </a:moveTo>
                <a:cubicBezTo>
                  <a:pt x="357626" y="181666"/>
                  <a:pt x="357626" y="176713"/>
                  <a:pt x="355160" y="174236"/>
                </a:cubicBezTo>
                <a:lnTo>
                  <a:pt x="183947" y="2786"/>
                </a:lnTo>
                <a:cubicBezTo>
                  <a:pt x="181481" y="-929"/>
                  <a:pt x="176549" y="-929"/>
                  <a:pt x="173987" y="2786"/>
                </a:cubicBezTo>
                <a:lnTo>
                  <a:pt x="2774" y="174236"/>
                </a:lnTo>
                <a:cubicBezTo>
                  <a:pt x="-925" y="176713"/>
                  <a:pt x="-925" y="181666"/>
                  <a:pt x="2774" y="184142"/>
                </a:cubicBezTo>
                <a:cubicBezTo>
                  <a:pt x="5241" y="186619"/>
                  <a:pt x="10173" y="186619"/>
                  <a:pt x="12734" y="184142"/>
                </a:cubicBezTo>
                <a:lnTo>
                  <a:pt x="179015" y="17645"/>
                </a:lnTo>
                <a:lnTo>
                  <a:pt x="345295" y="184142"/>
                </a:lnTo>
                <a:cubicBezTo>
                  <a:pt x="346528" y="185380"/>
                  <a:pt x="347761" y="186619"/>
                  <a:pt x="350228" y="186619"/>
                </a:cubicBezTo>
                <a:cubicBezTo>
                  <a:pt x="351461" y="186619"/>
                  <a:pt x="353927" y="185380"/>
                  <a:pt x="355160" y="184142"/>
                </a:cubicBezTo>
                <a:close/>
                <a:moveTo>
                  <a:pt x="298152" y="74795"/>
                </a:moveTo>
                <a:lnTo>
                  <a:pt x="298152" y="22408"/>
                </a:lnTo>
                <a:cubicBezTo>
                  <a:pt x="298152" y="18693"/>
                  <a:pt x="294453" y="14883"/>
                  <a:pt x="290659" y="14883"/>
                </a:cubicBezTo>
                <a:lnTo>
                  <a:pt x="238489" y="14883"/>
                </a:lnTo>
                <a:cubicBezTo>
                  <a:pt x="234789" y="14883"/>
                  <a:pt x="230995" y="18598"/>
                  <a:pt x="230995" y="22408"/>
                </a:cubicBezTo>
                <a:cubicBezTo>
                  <a:pt x="230995" y="26218"/>
                  <a:pt x="234694" y="29932"/>
                  <a:pt x="238489" y="29932"/>
                </a:cubicBezTo>
                <a:lnTo>
                  <a:pt x="283165" y="29932"/>
                </a:lnTo>
                <a:lnTo>
                  <a:pt x="283165" y="74795"/>
                </a:lnTo>
                <a:cubicBezTo>
                  <a:pt x="283165" y="78510"/>
                  <a:pt x="286865" y="82320"/>
                  <a:pt x="290659" y="82320"/>
                </a:cubicBezTo>
                <a:cubicBezTo>
                  <a:pt x="294453" y="82320"/>
                  <a:pt x="298152" y="78605"/>
                  <a:pt x="298152" y="7479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6" name="Graphic 192">
            <a:extLst>
              <a:ext uri="{FF2B5EF4-FFF2-40B4-BE49-F238E27FC236}">
                <a16:creationId xmlns:a16="http://schemas.microsoft.com/office/drawing/2014/main" id="{CDB85833-336D-A854-734C-7B5E8BD880C6}"/>
              </a:ext>
            </a:extLst>
          </p:cNvPr>
          <p:cNvSpPr/>
          <p:nvPr/>
        </p:nvSpPr>
        <p:spPr>
          <a:xfrm>
            <a:off x="10402485" y="1449000"/>
            <a:ext cx="477895" cy="460442"/>
          </a:xfrm>
          <a:custGeom>
            <a:avLst/>
            <a:gdLst>
              <a:gd name="connsiteX0" fmla="*/ 304982 w 357009"/>
              <a:gd name="connsiteY0" fmla="*/ 343972 h 343971"/>
              <a:gd name="connsiteX1" fmla="*/ 215913 w 357009"/>
              <a:gd name="connsiteY1" fmla="*/ 343972 h 343971"/>
              <a:gd name="connsiteX2" fmla="*/ 208515 w 357009"/>
              <a:gd name="connsiteY2" fmla="*/ 336447 h 343971"/>
              <a:gd name="connsiteX3" fmla="*/ 208515 w 357009"/>
              <a:gd name="connsiteY3" fmla="*/ 239006 h 343971"/>
              <a:gd name="connsiteX4" fmla="*/ 149135 w 357009"/>
              <a:gd name="connsiteY4" fmla="*/ 239006 h 343971"/>
              <a:gd name="connsiteX5" fmla="*/ 149135 w 357009"/>
              <a:gd name="connsiteY5" fmla="*/ 336447 h 343971"/>
              <a:gd name="connsiteX6" fmla="*/ 141737 w 357009"/>
              <a:gd name="connsiteY6" fmla="*/ 343972 h 343971"/>
              <a:gd name="connsiteX7" fmla="*/ 52668 w 357009"/>
              <a:gd name="connsiteY7" fmla="*/ 343972 h 343971"/>
              <a:gd name="connsiteX8" fmla="*/ 45269 w 357009"/>
              <a:gd name="connsiteY8" fmla="*/ 336447 h 343971"/>
              <a:gd name="connsiteX9" fmla="*/ 45269 w 357009"/>
              <a:gd name="connsiteY9" fmla="*/ 186523 h 343971"/>
              <a:gd name="connsiteX10" fmla="*/ 52668 w 357009"/>
              <a:gd name="connsiteY10" fmla="*/ 178999 h 343971"/>
              <a:gd name="connsiteX11" fmla="*/ 60067 w 357009"/>
              <a:gd name="connsiteY11" fmla="*/ 186523 h 343971"/>
              <a:gd name="connsiteX12" fmla="*/ 60067 w 357009"/>
              <a:gd name="connsiteY12" fmla="*/ 328922 h 343971"/>
              <a:gd name="connsiteX13" fmla="*/ 134338 w 357009"/>
              <a:gd name="connsiteY13" fmla="*/ 328922 h 343971"/>
              <a:gd name="connsiteX14" fmla="*/ 134338 w 357009"/>
              <a:gd name="connsiteY14" fmla="*/ 231481 h 343971"/>
              <a:gd name="connsiteX15" fmla="*/ 141737 w 357009"/>
              <a:gd name="connsiteY15" fmla="*/ 223957 h 343971"/>
              <a:gd name="connsiteX16" fmla="*/ 216008 w 357009"/>
              <a:gd name="connsiteY16" fmla="*/ 223957 h 343971"/>
              <a:gd name="connsiteX17" fmla="*/ 223407 w 357009"/>
              <a:gd name="connsiteY17" fmla="*/ 231481 h 343971"/>
              <a:gd name="connsiteX18" fmla="*/ 223407 w 357009"/>
              <a:gd name="connsiteY18" fmla="*/ 328922 h 343971"/>
              <a:gd name="connsiteX19" fmla="*/ 297678 w 357009"/>
              <a:gd name="connsiteY19" fmla="*/ 328922 h 343971"/>
              <a:gd name="connsiteX20" fmla="*/ 297678 w 357009"/>
              <a:gd name="connsiteY20" fmla="*/ 194048 h 343971"/>
              <a:gd name="connsiteX21" fmla="*/ 305077 w 357009"/>
              <a:gd name="connsiteY21" fmla="*/ 186523 h 343971"/>
              <a:gd name="connsiteX22" fmla="*/ 312475 w 357009"/>
              <a:gd name="connsiteY22" fmla="*/ 194048 h 343971"/>
              <a:gd name="connsiteX23" fmla="*/ 312475 w 357009"/>
              <a:gd name="connsiteY23" fmla="*/ 336447 h 343971"/>
              <a:gd name="connsiteX24" fmla="*/ 305077 w 357009"/>
              <a:gd name="connsiteY24" fmla="*/ 343972 h 343971"/>
              <a:gd name="connsiteX25" fmla="*/ 355160 w 357009"/>
              <a:gd name="connsiteY25" fmla="*/ 184142 h 343971"/>
              <a:gd name="connsiteX26" fmla="*/ 355160 w 357009"/>
              <a:gd name="connsiteY26" fmla="*/ 174236 h 343971"/>
              <a:gd name="connsiteX27" fmla="*/ 183947 w 357009"/>
              <a:gd name="connsiteY27" fmla="*/ 2786 h 343971"/>
              <a:gd name="connsiteX28" fmla="*/ 173987 w 357009"/>
              <a:gd name="connsiteY28" fmla="*/ 2786 h 343971"/>
              <a:gd name="connsiteX29" fmla="*/ 2774 w 357009"/>
              <a:gd name="connsiteY29" fmla="*/ 174236 h 343971"/>
              <a:gd name="connsiteX30" fmla="*/ 2774 w 357009"/>
              <a:gd name="connsiteY30" fmla="*/ 184142 h 343971"/>
              <a:gd name="connsiteX31" fmla="*/ 12734 w 357009"/>
              <a:gd name="connsiteY31" fmla="*/ 184142 h 343971"/>
              <a:gd name="connsiteX32" fmla="*/ 179015 w 357009"/>
              <a:gd name="connsiteY32" fmla="*/ 17645 h 343971"/>
              <a:gd name="connsiteX33" fmla="*/ 345295 w 357009"/>
              <a:gd name="connsiteY33" fmla="*/ 184142 h 343971"/>
              <a:gd name="connsiteX34" fmla="*/ 350228 w 357009"/>
              <a:gd name="connsiteY34" fmla="*/ 186619 h 343971"/>
              <a:gd name="connsiteX35" fmla="*/ 355160 w 357009"/>
              <a:gd name="connsiteY35" fmla="*/ 184142 h 343971"/>
              <a:gd name="connsiteX36" fmla="*/ 298152 w 357009"/>
              <a:gd name="connsiteY36" fmla="*/ 74795 h 343971"/>
              <a:gd name="connsiteX37" fmla="*/ 298152 w 357009"/>
              <a:gd name="connsiteY37" fmla="*/ 22408 h 343971"/>
              <a:gd name="connsiteX38" fmla="*/ 290659 w 357009"/>
              <a:gd name="connsiteY38" fmla="*/ 14883 h 343971"/>
              <a:gd name="connsiteX39" fmla="*/ 238489 w 357009"/>
              <a:gd name="connsiteY39" fmla="*/ 14883 h 343971"/>
              <a:gd name="connsiteX40" fmla="*/ 230995 w 357009"/>
              <a:gd name="connsiteY40" fmla="*/ 22408 h 343971"/>
              <a:gd name="connsiteX41" fmla="*/ 238489 w 357009"/>
              <a:gd name="connsiteY41" fmla="*/ 29932 h 343971"/>
              <a:gd name="connsiteX42" fmla="*/ 283165 w 357009"/>
              <a:gd name="connsiteY42" fmla="*/ 29932 h 343971"/>
              <a:gd name="connsiteX43" fmla="*/ 283165 w 357009"/>
              <a:gd name="connsiteY43" fmla="*/ 74795 h 343971"/>
              <a:gd name="connsiteX44" fmla="*/ 290659 w 357009"/>
              <a:gd name="connsiteY44" fmla="*/ 82320 h 343971"/>
              <a:gd name="connsiteX45" fmla="*/ 298152 w 357009"/>
              <a:gd name="connsiteY45" fmla="*/ 74795 h 343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57009" h="343971">
                <a:moveTo>
                  <a:pt x="304982" y="343972"/>
                </a:moveTo>
                <a:lnTo>
                  <a:pt x="215913" y="343972"/>
                </a:lnTo>
                <a:cubicBezTo>
                  <a:pt x="212214" y="343972"/>
                  <a:pt x="208515" y="340257"/>
                  <a:pt x="208515" y="336447"/>
                </a:cubicBezTo>
                <a:lnTo>
                  <a:pt x="208515" y="239006"/>
                </a:lnTo>
                <a:lnTo>
                  <a:pt x="149135" y="239006"/>
                </a:lnTo>
                <a:lnTo>
                  <a:pt x="149135" y="336447"/>
                </a:lnTo>
                <a:cubicBezTo>
                  <a:pt x="149135" y="340162"/>
                  <a:pt x="145436" y="343972"/>
                  <a:pt x="141737" y="343972"/>
                </a:cubicBezTo>
                <a:lnTo>
                  <a:pt x="52668" y="343972"/>
                </a:lnTo>
                <a:cubicBezTo>
                  <a:pt x="48969" y="343972"/>
                  <a:pt x="45269" y="340257"/>
                  <a:pt x="45269" y="336447"/>
                </a:cubicBezTo>
                <a:lnTo>
                  <a:pt x="45269" y="186523"/>
                </a:lnTo>
                <a:cubicBezTo>
                  <a:pt x="45269" y="182809"/>
                  <a:pt x="48969" y="178999"/>
                  <a:pt x="52668" y="178999"/>
                </a:cubicBezTo>
                <a:cubicBezTo>
                  <a:pt x="56367" y="178999"/>
                  <a:pt x="60067" y="182713"/>
                  <a:pt x="60067" y="186523"/>
                </a:cubicBezTo>
                <a:lnTo>
                  <a:pt x="60067" y="328922"/>
                </a:lnTo>
                <a:lnTo>
                  <a:pt x="134338" y="328922"/>
                </a:lnTo>
                <a:lnTo>
                  <a:pt x="134338" y="231481"/>
                </a:lnTo>
                <a:cubicBezTo>
                  <a:pt x="134338" y="227767"/>
                  <a:pt x="138037" y="223957"/>
                  <a:pt x="141737" y="223957"/>
                </a:cubicBezTo>
                <a:lnTo>
                  <a:pt x="216008" y="223957"/>
                </a:lnTo>
                <a:cubicBezTo>
                  <a:pt x="219707" y="223957"/>
                  <a:pt x="223407" y="227671"/>
                  <a:pt x="223407" y="231481"/>
                </a:cubicBezTo>
                <a:lnTo>
                  <a:pt x="223407" y="328922"/>
                </a:lnTo>
                <a:lnTo>
                  <a:pt x="297678" y="328922"/>
                </a:lnTo>
                <a:lnTo>
                  <a:pt x="297678" y="194048"/>
                </a:lnTo>
                <a:cubicBezTo>
                  <a:pt x="297678" y="190333"/>
                  <a:pt x="301377" y="186523"/>
                  <a:pt x="305077" y="186523"/>
                </a:cubicBezTo>
                <a:cubicBezTo>
                  <a:pt x="308776" y="186523"/>
                  <a:pt x="312475" y="190238"/>
                  <a:pt x="312475" y="194048"/>
                </a:cubicBezTo>
                <a:lnTo>
                  <a:pt x="312475" y="336447"/>
                </a:lnTo>
                <a:cubicBezTo>
                  <a:pt x="312475" y="340162"/>
                  <a:pt x="308776" y="343972"/>
                  <a:pt x="305077" y="343972"/>
                </a:cubicBezTo>
                <a:close/>
                <a:moveTo>
                  <a:pt x="355160" y="184142"/>
                </a:moveTo>
                <a:cubicBezTo>
                  <a:pt x="357626" y="181666"/>
                  <a:pt x="357626" y="176713"/>
                  <a:pt x="355160" y="174236"/>
                </a:cubicBezTo>
                <a:lnTo>
                  <a:pt x="183947" y="2786"/>
                </a:lnTo>
                <a:cubicBezTo>
                  <a:pt x="181481" y="-929"/>
                  <a:pt x="176549" y="-929"/>
                  <a:pt x="173987" y="2786"/>
                </a:cubicBezTo>
                <a:lnTo>
                  <a:pt x="2774" y="174236"/>
                </a:lnTo>
                <a:cubicBezTo>
                  <a:pt x="-925" y="176713"/>
                  <a:pt x="-925" y="181666"/>
                  <a:pt x="2774" y="184142"/>
                </a:cubicBezTo>
                <a:cubicBezTo>
                  <a:pt x="5241" y="186619"/>
                  <a:pt x="10173" y="186619"/>
                  <a:pt x="12734" y="184142"/>
                </a:cubicBezTo>
                <a:lnTo>
                  <a:pt x="179015" y="17645"/>
                </a:lnTo>
                <a:lnTo>
                  <a:pt x="345295" y="184142"/>
                </a:lnTo>
                <a:cubicBezTo>
                  <a:pt x="346528" y="185380"/>
                  <a:pt x="347761" y="186619"/>
                  <a:pt x="350228" y="186619"/>
                </a:cubicBezTo>
                <a:cubicBezTo>
                  <a:pt x="351461" y="186619"/>
                  <a:pt x="353927" y="185380"/>
                  <a:pt x="355160" y="184142"/>
                </a:cubicBezTo>
                <a:close/>
                <a:moveTo>
                  <a:pt x="298152" y="74795"/>
                </a:moveTo>
                <a:lnTo>
                  <a:pt x="298152" y="22408"/>
                </a:lnTo>
                <a:cubicBezTo>
                  <a:pt x="298152" y="18693"/>
                  <a:pt x="294453" y="14883"/>
                  <a:pt x="290659" y="14883"/>
                </a:cubicBezTo>
                <a:lnTo>
                  <a:pt x="238489" y="14883"/>
                </a:lnTo>
                <a:cubicBezTo>
                  <a:pt x="234789" y="14883"/>
                  <a:pt x="230995" y="18598"/>
                  <a:pt x="230995" y="22408"/>
                </a:cubicBezTo>
                <a:cubicBezTo>
                  <a:pt x="230995" y="26218"/>
                  <a:pt x="234694" y="29932"/>
                  <a:pt x="238489" y="29932"/>
                </a:cubicBezTo>
                <a:lnTo>
                  <a:pt x="283165" y="29932"/>
                </a:lnTo>
                <a:lnTo>
                  <a:pt x="283165" y="74795"/>
                </a:lnTo>
                <a:cubicBezTo>
                  <a:pt x="283165" y="78510"/>
                  <a:pt x="286865" y="82320"/>
                  <a:pt x="290659" y="82320"/>
                </a:cubicBezTo>
                <a:cubicBezTo>
                  <a:pt x="294453" y="82320"/>
                  <a:pt x="298152" y="78605"/>
                  <a:pt x="298152" y="7479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7" name="Graphic 192">
            <a:extLst>
              <a:ext uri="{FF2B5EF4-FFF2-40B4-BE49-F238E27FC236}">
                <a16:creationId xmlns:a16="http://schemas.microsoft.com/office/drawing/2014/main" id="{15F0D22A-753F-B154-829C-4340940F5D36}"/>
              </a:ext>
            </a:extLst>
          </p:cNvPr>
          <p:cNvSpPr/>
          <p:nvPr/>
        </p:nvSpPr>
        <p:spPr>
          <a:xfrm>
            <a:off x="11179354" y="1449000"/>
            <a:ext cx="477895" cy="460442"/>
          </a:xfrm>
          <a:custGeom>
            <a:avLst/>
            <a:gdLst>
              <a:gd name="connsiteX0" fmla="*/ 304982 w 357009"/>
              <a:gd name="connsiteY0" fmla="*/ 343972 h 343971"/>
              <a:gd name="connsiteX1" fmla="*/ 215913 w 357009"/>
              <a:gd name="connsiteY1" fmla="*/ 343972 h 343971"/>
              <a:gd name="connsiteX2" fmla="*/ 208515 w 357009"/>
              <a:gd name="connsiteY2" fmla="*/ 336447 h 343971"/>
              <a:gd name="connsiteX3" fmla="*/ 208515 w 357009"/>
              <a:gd name="connsiteY3" fmla="*/ 239006 h 343971"/>
              <a:gd name="connsiteX4" fmla="*/ 149135 w 357009"/>
              <a:gd name="connsiteY4" fmla="*/ 239006 h 343971"/>
              <a:gd name="connsiteX5" fmla="*/ 149135 w 357009"/>
              <a:gd name="connsiteY5" fmla="*/ 336447 h 343971"/>
              <a:gd name="connsiteX6" fmla="*/ 141737 w 357009"/>
              <a:gd name="connsiteY6" fmla="*/ 343972 h 343971"/>
              <a:gd name="connsiteX7" fmla="*/ 52668 w 357009"/>
              <a:gd name="connsiteY7" fmla="*/ 343972 h 343971"/>
              <a:gd name="connsiteX8" fmla="*/ 45269 w 357009"/>
              <a:gd name="connsiteY8" fmla="*/ 336447 h 343971"/>
              <a:gd name="connsiteX9" fmla="*/ 45269 w 357009"/>
              <a:gd name="connsiteY9" fmla="*/ 186523 h 343971"/>
              <a:gd name="connsiteX10" fmla="*/ 52668 w 357009"/>
              <a:gd name="connsiteY10" fmla="*/ 178999 h 343971"/>
              <a:gd name="connsiteX11" fmla="*/ 60067 w 357009"/>
              <a:gd name="connsiteY11" fmla="*/ 186523 h 343971"/>
              <a:gd name="connsiteX12" fmla="*/ 60067 w 357009"/>
              <a:gd name="connsiteY12" fmla="*/ 328922 h 343971"/>
              <a:gd name="connsiteX13" fmla="*/ 134338 w 357009"/>
              <a:gd name="connsiteY13" fmla="*/ 328922 h 343971"/>
              <a:gd name="connsiteX14" fmla="*/ 134338 w 357009"/>
              <a:gd name="connsiteY14" fmla="*/ 231481 h 343971"/>
              <a:gd name="connsiteX15" fmla="*/ 141737 w 357009"/>
              <a:gd name="connsiteY15" fmla="*/ 223957 h 343971"/>
              <a:gd name="connsiteX16" fmla="*/ 216008 w 357009"/>
              <a:gd name="connsiteY16" fmla="*/ 223957 h 343971"/>
              <a:gd name="connsiteX17" fmla="*/ 223407 w 357009"/>
              <a:gd name="connsiteY17" fmla="*/ 231481 h 343971"/>
              <a:gd name="connsiteX18" fmla="*/ 223407 w 357009"/>
              <a:gd name="connsiteY18" fmla="*/ 328922 h 343971"/>
              <a:gd name="connsiteX19" fmla="*/ 297678 w 357009"/>
              <a:gd name="connsiteY19" fmla="*/ 328922 h 343971"/>
              <a:gd name="connsiteX20" fmla="*/ 297678 w 357009"/>
              <a:gd name="connsiteY20" fmla="*/ 194048 h 343971"/>
              <a:gd name="connsiteX21" fmla="*/ 305077 w 357009"/>
              <a:gd name="connsiteY21" fmla="*/ 186523 h 343971"/>
              <a:gd name="connsiteX22" fmla="*/ 312475 w 357009"/>
              <a:gd name="connsiteY22" fmla="*/ 194048 h 343971"/>
              <a:gd name="connsiteX23" fmla="*/ 312475 w 357009"/>
              <a:gd name="connsiteY23" fmla="*/ 336447 h 343971"/>
              <a:gd name="connsiteX24" fmla="*/ 305077 w 357009"/>
              <a:gd name="connsiteY24" fmla="*/ 343972 h 343971"/>
              <a:gd name="connsiteX25" fmla="*/ 355160 w 357009"/>
              <a:gd name="connsiteY25" fmla="*/ 184142 h 343971"/>
              <a:gd name="connsiteX26" fmla="*/ 355160 w 357009"/>
              <a:gd name="connsiteY26" fmla="*/ 174236 h 343971"/>
              <a:gd name="connsiteX27" fmla="*/ 183947 w 357009"/>
              <a:gd name="connsiteY27" fmla="*/ 2786 h 343971"/>
              <a:gd name="connsiteX28" fmla="*/ 173987 w 357009"/>
              <a:gd name="connsiteY28" fmla="*/ 2786 h 343971"/>
              <a:gd name="connsiteX29" fmla="*/ 2774 w 357009"/>
              <a:gd name="connsiteY29" fmla="*/ 174236 h 343971"/>
              <a:gd name="connsiteX30" fmla="*/ 2774 w 357009"/>
              <a:gd name="connsiteY30" fmla="*/ 184142 h 343971"/>
              <a:gd name="connsiteX31" fmla="*/ 12734 w 357009"/>
              <a:gd name="connsiteY31" fmla="*/ 184142 h 343971"/>
              <a:gd name="connsiteX32" fmla="*/ 179015 w 357009"/>
              <a:gd name="connsiteY32" fmla="*/ 17645 h 343971"/>
              <a:gd name="connsiteX33" fmla="*/ 345295 w 357009"/>
              <a:gd name="connsiteY33" fmla="*/ 184142 h 343971"/>
              <a:gd name="connsiteX34" fmla="*/ 350228 w 357009"/>
              <a:gd name="connsiteY34" fmla="*/ 186619 h 343971"/>
              <a:gd name="connsiteX35" fmla="*/ 355160 w 357009"/>
              <a:gd name="connsiteY35" fmla="*/ 184142 h 343971"/>
              <a:gd name="connsiteX36" fmla="*/ 298152 w 357009"/>
              <a:gd name="connsiteY36" fmla="*/ 74795 h 343971"/>
              <a:gd name="connsiteX37" fmla="*/ 298152 w 357009"/>
              <a:gd name="connsiteY37" fmla="*/ 22408 h 343971"/>
              <a:gd name="connsiteX38" fmla="*/ 290659 w 357009"/>
              <a:gd name="connsiteY38" fmla="*/ 14883 h 343971"/>
              <a:gd name="connsiteX39" fmla="*/ 238489 w 357009"/>
              <a:gd name="connsiteY39" fmla="*/ 14883 h 343971"/>
              <a:gd name="connsiteX40" fmla="*/ 230995 w 357009"/>
              <a:gd name="connsiteY40" fmla="*/ 22408 h 343971"/>
              <a:gd name="connsiteX41" fmla="*/ 238489 w 357009"/>
              <a:gd name="connsiteY41" fmla="*/ 29932 h 343971"/>
              <a:gd name="connsiteX42" fmla="*/ 283165 w 357009"/>
              <a:gd name="connsiteY42" fmla="*/ 29932 h 343971"/>
              <a:gd name="connsiteX43" fmla="*/ 283165 w 357009"/>
              <a:gd name="connsiteY43" fmla="*/ 74795 h 343971"/>
              <a:gd name="connsiteX44" fmla="*/ 290659 w 357009"/>
              <a:gd name="connsiteY44" fmla="*/ 82320 h 343971"/>
              <a:gd name="connsiteX45" fmla="*/ 298152 w 357009"/>
              <a:gd name="connsiteY45" fmla="*/ 74795 h 343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57009" h="343971">
                <a:moveTo>
                  <a:pt x="304982" y="343972"/>
                </a:moveTo>
                <a:lnTo>
                  <a:pt x="215913" y="343972"/>
                </a:lnTo>
                <a:cubicBezTo>
                  <a:pt x="212214" y="343972"/>
                  <a:pt x="208515" y="340257"/>
                  <a:pt x="208515" y="336447"/>
                </a:cubicBezTo>
                <a:lnTo>
                  <a:pt x="208515" y="239006"/>
                </a:lnTo>
                <a:lnTo>
                  <a:pt x="149135" y="239006"/>
                </a:lnTo>
                <a:lnTo>
                  <a:pt x="149135" y="336447"/>
                </a:lnTo>
                <a:cubicBezTo>
                  <a:pt x="149135" y="340162"/>
                  <a:pt x="145436" y="343972"/>
                  <a:pt x="141737" y="343972"/>
                </a:cubicBezTo>
                <a:lnTo>
                  <a:pt x="52668" y="343972"/>
                </a:lnTo>
                <a:cubicBezTo>
                  <a:pt x="48969" y="343972"/>
                  <a:pt x="45269" y="340257"/>
                  <a:pt x="45269" y="336447"/>
                </a:cubicBezTo>
                <a:lnTo>
                  <a:pt x="45269" y="186523"/>
                </a:lnTo>
                <a:cubicBezTo>
                  <a:pt x="45269" y="182809"/>
                  <a:pt x="48969" y="178999"/>
                  <a:pt x="52668" y="178999"/>
                </a:cubicBezTo>
                <a:cubicBezTo>
                  <a:pt x="56367" y="178999"/>
                  <a:pt x="60067" y="182713"/>
                  <a:pt x="60067" y="186523"/>
                </a:cubicBezTo>
                <a:lnTo>
                  <a:pt x="60067" y="328922"/>
                </a:lnTo>
                <a:lnTo>
                  <a:pt x="134338" y="328922"/>
                </a:lnTo>
                <a:lnTo>
                  <a:pt x="134338" y="231481"/>
                </a:lnTo>
                <a:cubicBezTo>
                  <a:pt x="134338" y="227767"/>
                  <a:pt x="138037" y="223957"/>
                  <a:pt x="141737" y="223957"/>
                </a:cubicBezTo>
                <a:lnTo>
                  <a:pt x="216008" y="223957"/>
                </a:lnTo>
                <a:cubicBezTo>
                  <a:pt x="219707" y="223957"/>
                  <a:pt x="223407" y="227671"/>
                  <a:pt x="223407" y="231481"/>
                </a:cubicBezTo>
                <a:lnTo>
                  <a:pt x="223407" y="328922"/>
                </a:lnTo>
                <a:lnTo>
                  <a:pt x="297678" y="328922"/>
                </a:lnTo>
                <a:lnTo>
                  <a:pt x="297678" y="194048"/>
                </a:lnTo>
                <a:cubicBezTo>
                  <a:pt x="297678" y="190333"/>
                  <a:pt x="301377" y="186523"/>
                  <a:pt x="305077" y="186523"/>
                </a:cubicBezTo>
                <a:cubicBezTo>
                  <a:pt x="308776" y="186523"/>
                  <a:pt x="312475" y="190238"/>
                  <a:pt x="312475" y="194048"/>
                </a:cubicBezTo>
                <a:lnTo>
                  <a:pt x="312475" y="336447"/>
                </a:lnTo>
                <a:cubicBezTo>
                  <a:pt x="312475" y="340162"/>
                  <a:pt x="308776" y="343972"/>
                  <a:pt x="305077" y="343972"/>
                </a:cubicBezTo>
                <a:close/>
                <a:moveTo>
                  <a:pt x="355160" y="184142"/>
                </a:moveTo>
                <a:cubicBezTo>
                  <a:pt x="357626" y="181666"/>
                  <a:pt x="357626" y="176713"/>
                  <a:pt x="355160" y="174236"/>
                </a:cubicBezTo>
                <a:lnTo>
                  <a:pt x="183947" y="2786"/>
                </a:lnTo>
                <a:cubicBezTo>
                  <a:pt x="181481" y="-929"/>
                  <a:pt x="176549" y="-929"/>
                  <a:pt x="173987" y="2786"/>
                </a:cubicBezTo>
                <a:lnTo>
                  <a:pt x="2774" y="174236"/>
                </a:lnTo>
                <a:cubicBezTo>
                  <a:pt x="-925" y="176713"/>
                  <a:pt x="-925" y="181666"/>
                  <a:pt x="2774" y="184142"/>
                </a:cubicBezTo>
                <a:cubicBezTo>
                  <a:pt x="5241" y="186619"/>
                  <a:pt x="10173" y="186619"/>
                  <a:pt x="12734" y="184142"/>
                </a:cubicBezTo>
                <a:lnTo>
                  <a:pt x="179015" y="17645"/>
                </a:lnTo>
                <a:lnTo>
                  <a:pt x="345295" y="184142"/>
                </a:lnTo>
                <a:cubicBezTo>
                  <a:pt x="346528" y="185380"/>
                  <a:pt x="347761" y="186619"/>
                  <a:pt x="350228" y="186619"/>
                </a:cubicBezTo>
                <a:cubicBezTo>
                  <a:pt x="351461" y="186619"/>
                  <a:pt x="353927" y="185380"/>
                  <a:pt x="355160" y="184142"/>
                </a:cubicBezTo>
                <a:close/>
                <a:moveTo>
                  <a:pt x="298152" y="74795"/>
                </a:moveTo>
                <a:lnTo>
                  <a:pt x="298152" y="22408"/>
                </a:lnTo>
                <a:cubicBezTo>
                  <a:pt x="298152" y="18693"/>
                  <a:pt x="294453" y="14883"/>
                  <a:pt x="290659" y="14883"/>
                </a:cubicBezTo>
                <a:lnTo>
                  <a:pt x="238489" y="14883"/>
                </a:lnTo>
                <a:cubicBezTo>
                  <a:pt x="234789" y="14883"/>
                  <a:pt x="230995" y="18598"/>
                  <a:pt x="230995" y="22408"/>
                </a:cubicBezTo>
                <a:cubicBezTo>
                  <a:pt x="230995" y="26218"/>
                  <a:pt x="234694" y="29932"/>
                  <a:pt x="238489" y="29932"/>
                </a:cubicBezTo>
                <a:lnTo>
                  <a:pt x="283165" y="29932"/>
                </a:lnTo>
                <a:lnTo>
                  <a:pt x="283165" y="74795"/>
                </a:lnTo>
                <a:cubicBezTo>
                  <a:pt x="283165" y="78510"/>
                  <a:pt x="286865" y="82320"/>
                  <a:pt x="290659" y="82320"/>
                </a:cubicBezTo>
                <a:cubicBezTo>
                  <a:pt x="294453" y="82320"/>
                  <a:pt x="298152" y="78605"/>
                  <a:pt x="298152" y="7479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0" name="Graphic 198">
            <a:extLst>
              <a:ext uri="{FF2B5EF4-FFF2-40B4-BE49-F238E27FC236}">
                <a16:creationId xmlns:a16="http://schemas.microsoft.com/office/drawing/2014/main" id="{362CD0E9-D8F6-EA53-DD64-3A4B1CD18E19}"/>
              </a:ext>
            </a:extLst>
          </p:cNvPr>
          <p:cNvSpPr/>
          <p:nvPr/>
        </p:nvSpPr>
        <p:spPr>
          <a:xfrm>
            <a:off x="539724" y="2850452"/>
            <a:ext cx="474980" cy="476960"/>
          </a:xfrm>
          <a:custGeom>
            <a:avLst/>
            <a:gdLst>
              <a:gd name="connsiteX0" fmla="*/ 179086 w 358171"/>
              <a:gd name="connsiteY0" fmla="*/ 0 h 359664"/>
              <a:gd name="connsiteX1" fmla="*/ 0 w 358171"/>
              <a:gd name="connsiteY1" fmla="*/ 179832 h 359664"/>
              <a:gd name="connsiteX2" fmla="*/ 179086 w 358171"/>
              <a:gd name="connsiteY2" fmla="*/ 359664 h 359664"/>
              <a:gd name="connsiteX3" fmla="*/ 358172 w 358171"/>
              <a:gd name="connsiteY3" fmla="*/ 179832 h 359664"/>
              <a:gd name="connsiteX4" fmla="*/ 179086 w 358171"/>
              <a:gd name="connsiteY4" fmla="*/ 0 h 359664"/>
              <a:gd name="connsiteX5" fmla="*/ 179086 w 358171"/>
              <a:gd name="connsiteY5" fmla="*/ 344519 h 359664"/>
              <a:gd name="connsiteX6" fmla="*/ 14987 w 358171"/>
              <a:gd name="connsiteY6" fmla="*/ 179737 h 359664"/>
              <a:gd name="connsiteX7" fmla="*/ 179086 w 358171"/>
              <a:gd name="connsiteY7" fmla="*/ 14954 h 359664"/>
              <a:gd name="connsiteX8" fmla="*/ 343185 w 358171"/>
              <a:gd name="connsiteY8" fmla="*/ 179737 h 359664"/>
              <a:gd name="connsiteX9" fmla="*/ 179086 w 358171"/>
              <a:gd name="connsiteY9" fmla="*/ 344519 h 359664"/>
              <a:gd name="connsiteX10" fmla="*/ 274889 w 358171"/>
              <a:gd name="connsiteY10" fmla="*/ 85154 h 359664"/>
              <a:gd name="connsiteX11" fmla="*/ 263791 w 358171"/>
              <a:gd name="connsiteY11" fmla="*/ 85154 h 359664"/>
              <a:gd name="connsiteX12" fmla="*/ 195306 w 358171"/>
              <a:gd name="connsiteY12" fmla="*/ 153924 h 359664"/>
              <a:gd name="connsiteX13" fmla="*/ 179465 w 358171"/>
              <a:gd name="connsiteY13" fmla="*/ 149352 h 359664"/>
              <a:gd name="connsiteX14" fmla="*/ 149586 w 358171"/>
              <a:gd name="connsiteY14" fmla="*/ 179737 h 359664"/>
              <a:gd name="connsiteX15" fmla="*/ 179465 w 358171"/>
              <a:gd name="connsiteY15" fmla="*/ 210122 h 359664"/>
              <a:gd name="connsiteX16" fmla="*/ 209344 w 358171"/>
              <a:gd name="connsiteY16" fmla="*/ 179737 h 359664"/>
              <a:gd name="connsiteX17" fmla="*/ 205455 w 358171"/>
              <a:gd name="connsiteY17" fmla="*/ 164878 h 359664"/>
              <a:gd name="connsiteX18" fmla="*/ 274889 w 358171"/>
              <a:gd name="connsiteY18" fmla="*/ 95155 h 359664"/>
              <a:gd name="connsiteX19" fmla="*/ 274889 w 358171"/>
              <a:gd name="connsiteY19" fmla="*/ 85249 h 359664"/>
              <a:gd name="connsiteX20" fmla="*/ 179465 w 358171"/>
              <a:gd name="connsiteY20" fmla="*/ 194977 h 359664"/>
              <a:gd name="connsiteX21" fmla="*/ 164573 w 358171"/>
              <a:gd name="connsiteY21" fmla="*/ 179737 h 359664"/>
              <a:gd name="connsiteX22" fmla="*/ 179465 w 358171"/>
              <a:gd name="connsiteY22" fmla="*/ 164497 h 359664"/>
              <a:gd name="connsiteX23" fmla="*/ 194357 w 358171"/>
              <a:gd name="connsiteY23" fmla="*/ 179737 h 359664"/>
              <a:gd name="connsiteX24" fmla="*/ 179465 w 358171"/>
              <a:gd name="connsiteY24" fmla="*/ 194977 h 359664"/>
              <a:gd name="connsiteX25" fmla="*/ 67442 w 358171"/>
              <a:gd name="connsiteY25" fmla="*/ 179737 h 359664"/>
              <a:gd name="connsiteX26" fmla="*/ 37752 w 358171"/>
              <a:gd name="connsiteY26" fmla="*/ 179737 h 359664"/>
              <a:gd name="connsiteX27" fmla="*/ 30353 w 358171"/>
              <a:gd name="connsiteY27" fmla="*/ 172117 h 359664"/>
              <a:gd name="connsiteX28" fmla="*/ 37752 w 358171"/>
              <a:gd name="connsiteY28" fmla="*/ 164497 h 359664"/>
              <a:gd name="connsiteX29" fmla="*/ 67442 w 358171"/>
              <a:gd name="connsiteY29" fmla="*/ 164497 h 359664"/>
              <a:gd name="connsiteX30" fmla="*/ 74840 w 358171"/>
              <a:gd name="connsiteY30" fmla="*/ 172117 h 359664"/>
              <a:gd name="connsiteX31" fmla="*/ 67442 w 358171"/>
              <a:gd name="connsiteY31" fmla="*/ 179737 h 359664"/>
              <a:gd name="connsiteX32" fmla="*/ 83662 w 358171"/>
              <a:gd name="connsiteY32" fmla="*/ 219456 h 359664"/>
              <a:gd name="connsiteX33" fmla="*/ 79963 w 358171"/>
              <a:gd name="connsiteY33" fmla="*/ 229552 h 359664"/>
              <a:gd name="connsiteX34" fmla="*/ 51506 w 358171"/>
              <a:gd name="connsiteY34" fmla="*/ 240983 h 359664"/>
              <a:gd name="connsiteX35" fmla="*/ 49040 w 358171"/>
              <a:gd name="connsiteY35" fmla="*/ 242221 h 359664"/>
              <a:gd name="connsiteX36" fmla="*/ 42874 w 358171"/>
              <a:gd name="connsiteY36" fmla="*/ 237173 h 359664"/>
              <a:gd name="connsiteX37" fmla="*/ 46574 w 358171"/>
              <a:gd name="connsiteY37" fmla="*/ 227076 h 359664"/>
              <a:gd name="connsiteX38" fmla="*/ 73797 w 358171"/>
              <a:gd name="connsiteY38" fmla="*/ 215646 h 359664"/>
              <a:gd name="connsiteX39" fmla="*/ 83662 w 358171"/>
              <a:gd name="connsiteY39" fmla="*/ 219456 h 359664"/>
              <a:gd name="connsiteX40" fmla="*/ 316910 w 358171"/>
              <a:gd name="connsiteY40" fmla="*/ 237173 h 359664"/>
              <a:gd name="connsiteX41" fmla="*/ 310744 w 358171"/>
              <a:gd name="connsiteY41" fmla="*/ 242221 h 359664"/>
              <a:gd name="connsiteX42" fmla="*/ 307045 w 358171"/>
              <a:gd name="connsiteY42" fmla="*/ 240983 h 359664"/>
              <a:gd name="connsiteX43" fmla="*/ 279822 w 358171"/>
              <a:gd name="connsiteY43" fmla="*/ 229552 h 359664"/>
              <a:gd name="connsiteX44" fmla="*/ 276122 w 358171"/>
              <a:gd name="connsiteY44" fmla="*/ 219456 h 359664"/>
              <a:gd name="connsiteX45" fmla="*/ 285987 w 358171"/>
              <a:gd name="connsiteY45" fmla="*/ 215646 h 359664"/>
              <a:gd name="connsiteX46" fmla="*/ 313211 w 358171"/>
              <a:gd name="connsiteY46" fmla="*/ 227076 h 359664"/>
              <a:gd name="connsiteX47" fmla="*/ 316910 w 358171"/>
              <a:gd name="connsiteY47" fmla="*/ 237173 h 359664"/>
              <a:gd name="connsiteX48" fmla="*/ 328672 w 358171"/>
              <a:gd name="connsiteY48" fmla="*/ 172117 h 359664"/>
              <a:gd name="connsiteX49" fmla="*/ 321083 w 358171"/>
              <a:gd name="connsiteY49" fmla="*/ 179737 h 359664"/>
              <a:gd name="connsiteX50" fmla="*/ 290825 w 358171"/>
              <a:gd name="connsiteY50" fmla="*/ 179737 h 359664"/>
              <a:gd name="connsiteX51" fmla="*/ 283236 w 358171"/>
              <a:gd name="connsiteY51" fmla="*/ 172117 h 359664"/>
              <a:gd name="connsiteX52" fmla="*/ 290825 w 358171"/>
              <a:gd name="connsiteY52" fmla="*/ 164497 h 359664"/>
              <a:gd name="connsiteX53" fmla="*/ 321083 w 358171"/>
              <a:gd name="connsiteY53" fmla="*/ 164497 h 359664"/>
              <a:gd name="connsiteX54" fmla="*/ 328672 w 358171"/>
              <a:gd name="connsiteY54" fmla="*/ 172117 h 359664"/>
              <a:gd name="connsiteX55" fmla="*/ 279822 w 358171"/>
              <a:gd name="connsiteY55" fmla="*/ 129921 h 359664"/>
              <a:gd name="connsiteX56" fmla="*/ 307045 w 358171"/>
              <a:gd name="connsiteY56" fmla="*/ 118491 h 359664"/>
              <a:gd name="connsiteX57" fmla="*/ 316910 w 358171"/>
              <a:gd name="connsiteY57" fmla="*/ 122301 h 359664"/>
              <a:gd name="connsiteX58" fmla="*/ 313211 w 358171"/>
              <a:gd name="connsiteY58" fmla="*/ 132398 h 359664"/>
              <a:gd name="connsiteX59" fmla="*/ 285987 w 358171"/>
              <a:gd name="connsiteY59" fmla="*/ 143827 h 359664"/>
              <a:gd name="connsiteX60" fmla="*/ 283521 w 358171"/>
              <a:gd name="connsiteY60" fmla="*/ 145066 h 359664"/>
              <a:gd name="connsiteX61" fmla="*/ 276122 w 358171"/>
              <a:gd name="connsiteY61" fmla="*/ 140018 h 359664"/>
              <a:gd name="connsiteX62" fmla="*/ 279822 w 358171"/>
              <a:gd name="connsiteY62" fmla="*/ 129921 h 359664"/>
              <a:gd name="connsiteX63" fmla="*/ 224901 w 358171"/>
              <a:gd name="connsiteY63" fmla="*/ 73533 h 359664"/>
              <a:gd name="connsiteX64" fmla="*/ 236283 w 358171"/>
              <a:gd name="connsiteY64" fmla="*/ 45911 h 359664"/>
              <a:gd name="connsiteX65" fmla="*/ 246338 w 358171"/>
              <a:gd name="connsiteY65" fmla="*/ 40862 h 359664"/>
              <a:gd name="connsiteX66" fmla="*/ 250132 w 358171"/>
              <a:gd name="connsiteY66" fmla="*/ 50864 h 359664"/>
              <a:gd name="connsiteX67" fmla="*/ 238749 w 358171"/>
              <a:gd name="connsiteY67" fmla="*/ 78486 h 359664"/>
              <a:gd name="connsiteX68" fmla="*/ 231161 w 358171"/>
              <a:gd name="connsiteY68" fmla="*/ 83534 h 359664"/>
              <a:gd name="connsiteX69" fmla="*/ 228600 w 358171"/>
              <a:gd name="connsiteY69" fmla="*/ 83534 h 359664"/>
              <a:gd name="connsiteX70" fmla="*/ 224806 w 358171"/>
              <a:gd name="connsiteY70" fmla="*/ 73533 h 359664"/>
              <a:gd name="connsiteX71" fmla="*/ 179086 w 358171"/>
              <a:gd name="connsiteY71" fmla="*/ 70009 h 359664"/>
              <a:gd name="connsiteX72" fmla="*/ 179086 w 358171"/>
              <a:gd name="connsiteY72" fmla="*/ 39624 h 359664"/>
              <a:gd name="connsiteX73" fmla="*/ 186674 w 358171"/>
              <a:gd name="connsiteY73" fmla="*/ 32004 h 359664"/>
              <a:gd name="connsiteX74" fmla="*/ 194263 w 358171"/>
              <a:gd name="connsiteY74" fmla="*/ 39624 h 359664"/>
              <a:gd name="connsiteX75" fmla="*/ 194263 w 358171"/>
              <a:gd name="connsiteY75" fmla="*/ 70009 h 359664"/>
              <a:gd name="connsiteX76" fmla="*/ 186674 w 358171"/>
              <a:gd name="connsiteY76" fmla="*/ 77629 h 359664"/>
              <a:gd name="connsiteX77" fmla="*/ 179086 w 358171"/>
              <a:gd name="connsiteY77" fmla="*/ 70009 h 359664"/>
              <a:gd name="connsiteX78" fmla="*/ 118094 w 358171"/>
              <a:gd name="connsiteY78" fmla="*/ 50959 h 359664"/>
              <a:gd name="connsiteX79" fmla="*/ 123027 w 358171"/>
              <a:gd name="connsiteY79" fmla="*/ 40958 h 359664"/>
              <a:gd name="connsiteX80" fmla="*/ 131753 w 358171"/>
              <a:gd name="connsiteY80" fmla="*/ 46006 h 359664"/>
              <a:gd name="connsiteX81" fmla="*/ 144179 w 358171"/>
              <a:gd name="connsiteY81" fmla="*/ 73628 h 359664"/>
              <a:gd name="connsiteX82" fmla="*/ 139247 w 358171"/>
              <a:gd name="connsiteY82" fmla="*/ 83629 h 359664"/>
              <a:gd name="connsiteX83" fmla="*/ 136781 w 358171"/>
              <a:gd name="connsiteY83" fmla="*/ 83629 h 359664"/>
              <a:gd name="connsiteX84" fmla="*/ 129287 w 358171"/>
              <a:gd name="connsiteY84" fmla="*/ 78581 h 359664"/>
              <a:gd name="connsiteX85" fmla="*/ 118094 w 358171"/>
              <a:gd name="connsiteY85" fmla="*/ 50959 h 359664"/>
              <a:gd name="connsiteX86" fmla="*/ 105953 w 358171"/>
              <a:gd name="connsiteY86" fmla="*/ 106299 h 359664"/>
              <a:gd name="connsiteX87" fmla="*/ 101020 w 358171"/>
              <a:gd name="connsiteY87" fmla="*/ 108871 h 359664"/>
              <a:gd name="connsiteX88" fmla="*/ 96088 w 358171"/>
              <a:gd name="connsiteY88" fmla="*/ 106299 h 359664"/>
              <a:gd name="connsiteX89" fmla="*/ 75125 w 358171"/>
              <a:gd name="connsiteY89" fmla="*/ 84773 h 359664"/>
              <a:gd name="connsiteX90" fmla="*/ 75125 w 358171"/>
              <a:gd name="connsiteY90" fmla="*/ 73343 h 359664"/>
              <a:gd name="connsiteX91" fmla="*/ 84990 w 358171"/>
              <a:gd name="connsiteY91" fmla="*/ 73343 h 359664"/>
              <a:gd name="connsiteX92" fmla="*/ 105953 w 358171"/>
              <a:gd name="connsiteY92" fmla="*/ 94869 h 359664"/>
              <a:gd name="connsiteX93" fmla="*/ 105953 w 358171"/>
              <a:gd name="connsiteY93" fmla="*/ 106299 h 359664"/>
              <a:gd name="connsiteX94" fmla="*/ 83662 w 358171"/>
              <a:gd name="connsiteY94" fmla="*/ 140113 h 359664"/>
              <a:gd name="connsiteX95" fmla="*/ 76263 w 358171"/>
              <a:gd name="connsiteY95" fmla="*/ 145161 h 359664"/>
              <a:gd name="connsiteX96" fmla="*/ 73797 w 358171"/>
              <a:gd name="connsiteY96" fmla="*/ 143923 h 359664"/>
              <a:gd name="connsiteX97" fmla="*/ 46574 w 358171"/>
              <a:gd name="connsiteY97" fmla="*/ 132493 h 359664"/>
              <a:gd name="connsiteX98" fmla="*/ 42874 w 358171"/>
              <a:gd name="connsiteY98" fmla="*/ 122396 h 359664"/>
              <a:gd name="connsiteX99" fmla="*/ 51506 w 358171"/>
              <a:gd name="connsiteY99" fmla="*/ 118586 h 359664"/>
              <a:gd name="connsiteX100" fmla="*/ 79963 w 358171"/>
              <a:gd name="connsiteY100" fmla="*/ 130016 h 359664"/>
              <a:gd name="connsiteX101" fmla="*/ 83662 w 358171"/>
              <a:gd name="connsiteY101" fmla="*/ 140113 h 359664"/>
              <a:gd name="connsiteX102" fmla="*/ 246338 w 358171"/>
              <a:gd name="connsiteY102" fmla="*/ 239649 h 359664"/>
              <a:gd name="connsiteX103" fmla="*/ 111644 w 358171"/>
              <a:gd name="connsiteY103" fmla="*/ 239649 h 359664"/>
              <a:gd name="connsiteX104" fmla="*/ 104151 w 358171"/>
              <a:gd name="connsiteY104" fmla="*/ 247174 h 359664"/>
              <a:gd name="connsiteX105" fmla="*/ 104151 w 358171"/>
              <a:gd name="connsiteY105" fmla="*/ 292132 h 359664"/>
              <a:gd name="connsiteX106" fmla="*/ 111644 w 358171"/>
              <a:gd name="connsiteY106" fmla="*/ 299657 h 359664"/>
              <a:gd name="connsiteX107" fmla="*/ 246338 w 358171"/>
              <a:gd name="connsiteY107" fmla="*/ 299657 h 359664"/>
              <a:gd name="connsiteX108" fmla="*/ 253831 w 358171"/>
              <a:gd name="connsiteY108" fmla="*/ 292132 h 359664"/>
              <a:gd name="connsiteX109" fmla="*/ 253831 w 358171"/>
              <a:gd name="connsiteY109" fmla="*/ 247174 h 359664"/>
              <a:gd name="connsiteX110" fmla="*/ 246338 w 358171"/>
              <a:gd name="connsiteY110" fmla="*/ 239649 h 359664"/>
              <a:gd name="connsiteX111" fmla="*/ 238939 w 358171"/>
              <a:gd name="connsiteY111" fmla="*/ 284607 h 359664"/>
              <a:gd name="connsiteX112" fmla="*/ 119232 w 358171"/>
              <a:gd name="connsiteY112" fmla="*/ 284607 h 359664"/>
              <a:gd name="connsiteX113" fmla="*/ 119232 w 358171"/>
              <a:gd name="connsiteY113" fmla="*/ 254603 h 359664"/>
              <a:gd name="connsiteX114" fmla="*/ 238939 w 358171"/>
              <a:gd name="connsiteY114" fmla="*/ 254603 h 359664"/>
              <a:gd name="connsiteX115" fmla="*/ 238939 w 358171"/>
              <a:gd name="connsiteY115" fmla="*/ 284607 h 359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58171" h="359664">
                <a:moveTo>
                  <a:pt x="179086" y="0"/>
                </a:moveTo>
                <a:cubicBezTo>
                  <a:pt x="80816" y="0"/>
                  <a:pt x="0" y="81153"/>
                  <a:pt x="0" y="179832"/>
                </a:cubicBezTo>
                <a:cubicBezTo>
                  <a:pt x="0" y="278511"/>
                  <a:pt x="80816" y="359664"/>
                  <a:pt x="179086" y="359664"/>
                </a:cubicBezTo>
                <a:cubicBezTo>
                  <a:pt x="277355" y="359664"/>
                  <a:pt x="358172" y="279749"/>
                  <a:pt x="358172" y="179832"/>
                </a:cubicBezTo>
                <a:cubicBezTo>
                  <a:pt x="358172" y="79915"/>
                  <a:pt x="278588" y="0"/>
                  <a:pt x="179086" y="0"/>
                </a:cubicBezTo>
                <a:close/>
                <a:moveTo>
                  <a:pt x="179086" y="344519"/>
                </a:moveTo>
                <a:cubicBezTo>
                  <a:pt x="89543" y="344519"/>
                  <a:pt x="14987" y="270891"/>
                  <a:pt x="14987" y="179737"/>
                </a:cubicBezTo>
                <a:cubicBezTo>
                  <a:pt x="14987" y="88583"/>
                  <a:pt x="89543" y="14954"/>
                  <a:pt x="179086" y="14954"/>
                </a:cubicBezTo>
                <a:cubicBezTo>
                  <a:pt x="268629" y="14954"/>
                  <a:pt x="343185" y="88583"/>
                  <a:pt x="343185" y="179737"/>
                </a:cubicBezTo>
                <a:cubicBezTo>
                  <a:pt x="343185" y="270891"/>
                  <a:pt x="269862" y="344519"/>
                  <a:pt x="179086" y="344519"/>
                </a:cubicBezTo>
                <a:close/>
                <a:moveTo>
                  <a:pt x="274889" y="85154"/>
                </a:moveTo>
                <a:cubicBezTo>
                  <a:pt x="271190" y="82677"/>
                  <a:pt x="267490" y="82677"/>
                  <a:pt x="263791" y="85154"/>
                </a:cubicBezTo>
                <a:cubicBezTo>
                  <a:pt x="263791" y="85154"/>
                  <a:pt x="263601" y="85344"/>
                  <a:pt x="195306" y="153924"/>
                </a:cubicBezTo>
                <a:cubicBezTo>
                  <a:pt x="190753" y="151067"/>
                  <a:pt x="185441" y="149352"/>
                  <a:pt x="179465" y="149352"/>
                </a:cubicBezTo>
                <a:cubicBezTo>
                  <a:pt x="163340" y="149352"/>
                  <a:pt x="149586" y="163259"/>
                  <a:pt x="149586" y="179737"/>
                </a:cubicBezTo>
                <a:cubicBezTo>
                  <a:pt x="149586" y="196215"/>
                  <a:pt x="163245" y="210122"/>
                  <a:pt x="179465" y="210122"/>
                </a:cubicBezTo>
                <a:cubicBezTo>
                  <a:pt x="196919" y="210122"/>
                  <a:pt x="209344" y="196215"/>
                  <a:pt x="209344" y="179737"/>
                </a:cubicBezTo>
                <a:cubicBezTo>
                  <a:pt x="209344" y="174308"/>
                  <a:pt x="207922" y="169259"/>
                  <a:pt x="205455" y="164878"/>
                </a:cubicBezTo>
                <a:cubicBezTo>
                  <a:pt x="212570" y="157734"/>
                  <a:pt x="230307" y="139922"/>
                  <a:pt x="274889" y="95155"/>
                </a:cubicBezTo>
                <a:cubicBezTo>
                  <a:pt x="277355" y="92678"/>
                  <a:pt x="277355" y="87725"/>
                  <a:pt x="274889" y="85249"/>
                </a:cubicBezTo>
                <a:close/>
                <a:moveTo>
                  <a:pt x="179465" y="194977"/>
                </a:moveTo>
                <a:cubicBezTo>
                  <a:pt x="171972" y="194977"/>
                  <a:pt x="164573" y="188690"/>
                  <a:pt x="164573" y="179737"/>
                </a:cubicBezTo>
                <a:cubicBezTo>
                  <a:pt x="164573" y="172117"/>
                  <a:pt x="172067" y="164497"/>
                  <a:pt x="179465" y="164497"/>
                </a:cubicBezTo>
                <a:cubicBezTo>
                  <a:pt x="188192" y="164497"/>
                  <a:pt x="194357" y="172117"/>
                  <a:pt x="194357" y="179737"/>
                </a:cubicBezTo>
                <a:cubicBezTo>
                  <a:pt x="194357" y="188595"/>
                  <a:pt x="188097" y="194977"/>
                  <a:pt x="179465" y="194977"/>
                </a:cubicBezTo>
                <a:close/>
                <a:moveTo>
                  <a:pt x="67442" y="179737"/>
                </a:moveTo>
                <a:lnTo>
                  <a:pt x="37752" y="179737"/>
                </a:lnTo>
                <a:cubicBezTo>
                  <a:pt x="32820" y="179737"/>
                  <a:pt x="30353" y="177165"/>
                  <a:pt x="30353" y="172117"/>
                </a:cubicBezTo>
                <a:cubicBezTo>
                  <a:pt x="30353" y="168307"/>
                  <a:pt x="32820" y="164497"/>
                  <a:pt x="37752" y="164497"/>
                </a:cubicBezTo>
                <a:lnTo>
                  <a:pt x="67442" y="164497"/>
                </a:lnTo>
                <a:cubicBezTo>
                  <a:pt x="71141" y="164497"/>
                  <a:pt x="74840" y="168307"/>
                  <a:pt x="74840" y="172117"/>
                </a:cubicBezTo>
                <a:cubicBezTo>
                  <a:pt x="74840" y="177165"/>
                  <a:pt x="71141" y="179737"/>
                  <a:pt x="67442" y="179737"/>
                </a:cubicBezTo>
                <a:close/>
                <a:moveTo>
                  <a:pt x="83662" y="219456"/>
                </a:moveTo>
                <a:cubicBezTo>
                  <a:pt x="84895" y="223266"/>
                  <a:pt x="83662" y="228314"/>
                  <a:pt x="79963" y="229552"/>
                </a:cubicBezTo>
                <a:lnTo>
                  <a:pt x="51506" y="240983"/>
                </a:lnTo>
                <a:cubicBezTo>
                  <a:pt x="51506" y="242221"/>
                  <a:pt x="50273" y="242221"/>
                  <a:pt x="49040" y="242221"/>
                </a:cubicBezTo>
                <a:cubicBezTo>
                  <a:pt x="46574" y="242221"/>
                  <a:pt x="44107" y="239649"/>
                  <a:pt x="42874" y="237173"/>
                </a:cubicBezTo>
                <a:cubicBezTo>
                  <a:pt x="40408" y="233363"/>
                  <a:pt x="42874" y="229552"/>
                  <a:pt x="46574" y="227076"/>
                </a:cubicBezTo>
                <a:lnTo>
                  <a:pt x="73797" y="215646"/>
                </a:lnTo>
                <a:cubicBezTo>
                  <a:pt x="77496" y="214408"/>
                  <a:pt x="82429" y="215646"/>
                  <a:pt x="83662" y="219456"/>
                </a:cubicBezTo>
                <a:close/>
                <a:moveTo>
                  <a:pt x="316910" y="237173"/>
                </a:moveTo>
                <a:cubicBezTo>
                  <a:pt x="315677" y="239744"/>
                  <a:pt x="313211" y="242221"/>
                  <a:pt x="310744" y="242221"/>
                </a:cubicBezTo>
                <a:cubicBezTo>
                  <a:pt x="309511" y="242221"/>
                  <a:pt x="308278" y="242221"/>
                  <a:pt x="307045" y="240983"/>
                </a:cubicBezTo>
                <a:lnTo>
                  <a:pt x="279822" y="229552"/>
                </a:lnTo>
                <a:cubicBezTo>
                  <a:pt x="276122" y="228314"/>
                  <a:pt x="274889" y="223266"/>
                  <a:pt x="276122" y="219456"/>
                </a:cubicBezTo>
                <a:cubicBezTo>
                  <a:pt x="277355" y="215646"/>
                  <a:pt x="282288" y="214408"/>
                  <a:pt x="285987" y="215646"/>
                </a:cubicBezTo>
                <a:lnTo>
                  <a:pt x="313211" y="227076"/>
                </a:lnTo>
                <a:cubicBezTo>
                  <a:pt x="316910" y="229648"/>
                  <a:pt x="319376" y="233363"/>
                  <a:pt x="316910" y="237173"/>
                </a:cubicBezTo>
                <a:close/>
                <a:moveTo>
                  <a:pt x="328672" y="172117"/>
                </a:moveTo>
                <a:cubicBezTo>
                  <a:pt x="328672" y="177165"/>
                  <a:pt x="326111" y="179737"/>
                  <a:pt x="321083" y="179737"/>
                </a:cubicBezTo>
                <a:lnTo>
                  <a:pt x="290825" y="179737"/>
                </a:lnTo>
                <a:cubicBezTo>
                  <a:pt x="287031" y="179737"/>
                  <a:pt x="283236" y="177165"/>
                  <a:pt x="283236" y="172117"/>
                </a:cubicBezTo>
                <a:cubicBezTo>
                  <a:pt x="283236" y="168307"/>
                  <a:pt x="287031" y="164497"/>
                  <a:pt x="290825" y="164497"/>
                </a:cubicBezTo>
                <a:lnTo>
                  <a:pt x="321083" y="164497"/>
                </a:lnTo>
                <a:cubicBezTo>
                  <a:pt x="326111" y="164497"/>
                  <a:pt x="328672" y="168307"/>
                  <a:pt x="328672" y="172117"/>
                </a:cubicBezTo>
                <a:close/>
                <a:moveTo>
                  <a:pt x="279822" y="129921"/>
                </a:moveTo>
                <a:lnTo>
                  <a:pt x="307045" y="118491"/>
                </a:lnTo>
                <a:cubicBezTo>
                  <a:pt x="311977" y="117253"/>
                  <a:pt x="315677" y="118491"/>
                  <a:pt x="316910" y="122301"/>
                </a:cubicBezTo>
                <a:cubicBezTo>
                  <a:pt x="319376" y="126111"/>
                  <a:pt x="316910" y="131159"/>
                  <a:pt x="313211" y="132398"/>
                </a:cubicBezTo>
                <a:lnTo>
                  <a:pt x="285987" y="143827"/>
                </a:lnTo>
                <a:cubicBezTo>
                  <a:pt x="284754" y="145066"/>
                  <a:pt x="283521" y="145066"/>
                  <a:pt x="283521" y="145066"/>
                </a:cubicBezTo>
                <a:cubicBezTo>
                  <a:pt x="279822" y="145066"/>
                  <a:pt x="277355" y="142494"/>
                  <a:pt x="276122" y="140018"/>
                </a:cubicBezTo>
                <a:cubicBezTo>
                  <a:pt x="274889" y="136208"/>
                  <a:pt x="276122" y="132398"/>
                  <a:pt x="279822" y="129921"/>
                </a:cubicBezTo>
                <a:close/>
                <a:moveTo>
                  <a:pt x="224901" y="73533"/>
                </a:moveTo>
                <a:lnTo>
                  <a:pt x="236283" y="45911"/>
                </a:lnTo>
                <a:cubicBezTo>
                  <a:pt x="237516" y="42101"/>
                  <a:pt x="242544" y="39624"/>
                  <a:pt x="246338" y="40862"/>
                </a:cubicBezTo>
                <a:cubicBezTo>
                  <a:pt x="250132" y="43339"/>
                  <a:pt x="251365" y="47149"/>
                  <a:pt x="250132" y="50864"/>
                </a:cubicBezTo>
                <a:lnTo>
                  <a:pt x="238749" y="78486"/>
                </a:lnTo>
                <a:cubicBezTo>
                  <a:pt x="237516" y="82296"/>
                  <a:pt x="234955" y="83534"/>
                  <a:pt x="231161" y="83534"/>
                </a:cubicBezTo>
                <a:lnTo>
                  <a:pt x="228600" y="83534"/>
                </a:lnTo>
                <a:cubicBezTo>
                  <a:pt x="224806" y="81058"/>
                  <a:pt x="223573" y="77248"/>
                  <a:pt x="224806" y="73533"/>
                </a:cubicBezTo>
                <a:close/>
                <a:moveTo>
                  <a:pt x="179086" y="70009"/>
                </a:moveTo>
                <a:lnTo>
                  <a:pt x="179086" y="39624"/>
                </a:lnTo>
                <a:cubicBezTo>
                  <a:pt x="179086" y="35814"/>
                  <a:pt x="182880" y="32004"/>
                  <a:pt x="186674" y="32004"/>
                </a:cubicBezTo>
                <a:cubicBezTo>
                  <a:pt x="191701" y="32004"/>
                  <a:pt x="194263" y="35814"/>
                  <a:pt x="194263" y="39624"/>
                </a:cubicBezTo>
                <a:lnTo>
                  <a:pt x="194263" y="70009"/>
                </a:lnTo>
                <a:cubicBezTo>
                  <a:pt x="194263" y="75057"/>
                  <a:pt x="191701" y="77629"/>
                  <a:pt x="186674" y="77629"/>
                </a:cubicBezTo>
                <a:cubicBezTo>
                  <a:pt x="182880" y="77629"/>
                  <a:pt x="179086" y="75057"/>
                  <a:pt x="179086" y="70009"/>
                </a:cubicBezTo>
                <a:close/>
                <a:moveTo>
                  <a:pt x="118094" y="50959"/>
                </a:moveTo>
                <a:cubicBezTo>
                  <a:pt x="116861" y="47149"/>
                  <a:pt x="118094" y="43434"/>
                  <a:pt x="123027" y="40958"/>
                </a:cubicBezTo>
                <a:cubicBezTo>
                  <a:pt x="126726" y="39719"/>
                  <a:pt x="130520" y="42196"/>
                  <a:pt x="131753" y="46006"/>
                </a:cubicBezTo>
                <a:lnTo>
                  <a:pt x="144179" y="73628"/>
                </a:lnTo>
                <a:cubicBezTo>
                  <a:pt x="145412" y="77438"/>
                  <a:pt x="142946" y="81153"/>
                  <a:pt x="139247" y="83629"/>
                </a:cubicBezTo>
                <a:lnTo>
                  <a:pt x="136781" y="83629"/>
                </a:lnTo>
                <a:cubicBezTo>
                  <a:pt x="134314" y="83629"/>
                  <a:pt x="130520" y="82391"/>
                  <a:pt x="129287" y="78581"/>
                </a:cubicBezTo>
                <a:lnTo>
                  <a:pt x="118094" y="50959"/>
                </a:lnTo>
                <a:close/>
                <a:moveTo>
                  <a:pt x="105953" y="106299"/>
                </a:moveTo>
                <a:cubicBezTo>
                  <a:pt x="104720" y="107537"/>
                  <a:pt x="102253" y="108871"/>
                  <a:pt x="101020" y="108871"/>
                </a:cubicBezTo>
                <a:cubicBezTo>
                  <a:pt x="98554" y="108871"/>
                  <a:pt x="97321" y="107633"/>
                  <a:pt x="96088" y="106299"/>
                </a:cubicBezTo>
                <a:lnTo>
                  <a:pt x="75125" y="84773"/>
                </a:lnTo>
                <a:cubicBezTo>
                  <a:pt x="71426" y="82201"/>
                  <a:pt x="71426" y="77152"/>
                  <a:pt x="75125" y="73343"/>
                </a:cubicBezTo>
                <a:cubicBezTo>
                  <a:pt x="77591" y="70771"/>
                  <a:pt x="82524" y="70771"/>
                  <a:pt x="84990" y="73343"/>
                </a:cubicBezTo>
                <a:lnTo>
                  <a:pt x="105953" y="94869"/>
                </a:lnTo>
                <a:cubicBezTo>
                  <a:pt x="108419" y="98679"/>
                  <a:pt x="108419" y="102489"/>
                  <a:pt x="105953" y="106299"/>
                </a:cubicBezTo>
                <a:close/>
                <a:moveTo>
                  <a:pt x="83662" y="140113"/>
                </a:moveTo>
                <a:cubicBezTo>
                  <a:pt x="82429" y="142685"/>
                  <a:pt x="79963" y="145161"/>
                  <a:pt x="76263" y="145161"/>
                </a:cubicBezTo>
                <a:cubicBezTo>
                  <a:pt x="76263" y="145161"/>
                  <a:pt x="75030" y="145161"/>
                  <a:pt x="73797" y="143923"/>
                </a:cubicBezTo>
                <a:lnTo>
                  <a:pt x="46574" y="132493"/>
                </a:lnTo>
                <a:cubicBezTo>
                  <a:pt x="42874" y="131254"/>
                  <a:pt x="40408" y="126206"/>
                  <a:pt x="42874" y="122396"/>
                </a:cubicBezTo>
                <a:cubicBezTo>
                  <a:pt x="44107" y="118586"/>
                  <a:pt x="47807" y="117348"/>
                  <a:pt x="51506" y="118586"/>
                </a:cubicBezTo>
                <a:lnTo>
                  <a:pt x="79963" y="130016"/>
                </a:lnTo>
                <a:cubicBezTo>
                  <a:pt x="83662" y="132588"/>
                  <a:pt x="84895" y="136303"/>
                  <a:pt x="83662" y="140113"/>
                </a:cubicBezTo>
                <a:close/>
                <a:moveTo>
                  <a:pt x="246338" y="239649"/>
                </a:moveTo>
                <a:lnTo>
                  <a:pt x="111644" y="239649"/>
                </a:lnTo>
                <a:cubicBezTo>
                  <a:pt x="107945" y="239649"/>
                  <a:pt x="104151" y="243364"/>
                  <a:pt x="104151" y="247174"/>
                </a:cubicBezTo>
                <a:lnTo>
                  <a:pt x="104151" y="292132"/>
                </a:lnTo>
                <a:cubicBezTo>
                  <a:pt x="104151" y="297085"/>
                  <a:pt x="107850" y="299657"/>
                  <a:pt x="111644" y="299657"/>
                </a:cubicBezTo>
                <a:lnTo>
                  <a:pt x="246338" y="299657"/>
                </a:lnTo>
                <a:cubicBezTo>
                  <a:pt x="251365" y="299657"/>
                  <a:pt x="253831" y="297180"/>
                  <a:pt x="253831" y="292132"/>
                </a:cubicBezTo>
                <a:lnTo>
                  <a:pt x="253831" y="247174"/>
                </a:lnTo>
                <a:cubicBezTo>
                  <a:pt x="253831" y="243459"/>
                  <a:pt x="251365" y="239649"/>
                  <a:pt x="246338" y="239649"/>
                </a:cubicBezTo>
                <a:close/>
                <a:moveTo>
                  <a:pt x="238939" y="284607"/>
                </a:moveTo>
                <a:lnTo>
                  <a:pt x="119232" y="284607"/>
                </a:lnTo>
                <a:lnTo>
                  <a:pt x="119232" y="254603"/>
                </a:lnTo>
                <a:lnTo>
                  <a:pt x="238939" y="254603"/>
                </a:lnTo>
                <a:lnTo>
                  <a:pt x="238939" y="28460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1" name="Graphic 198">
            <a:extLst>
              <a:ext uri="{FF2B5EF4-FFF2-40B4-BE49-F238E27FC236}">
                <a16:creationId xmlns:a16="http://schemas.microsoft.com/office/drawing/2014/main" id="{B5BFDF5B-970F-7015-C2CB-EB43B0D0E3CE}"/>
              </a:ext>
            </a:extLst>
          </p:cNvPr>
          <p:cNvSpPr/>
          <p:nvPr/>
        </p:nvSpPr>
        <p:spPr>
          <a:xfrm>
            <a:off x="1316592" y="2850452"/>
            <a:ext cx="474980" cy="476960"/>
          </a:xfrm>
          <a:custGeom>
            <a:avLst/>
            <a:gdLst>
              <a:gd name="connsiteX0" fmla="*/ 179086 w 358171"/>
              <a:gd name="connsiteY0" fmla="*/ 0 h 359664"/>
              <a:gd name="connsiteX1" fmla="*/ 0 w 358171"/>
              <a:gd name="connsiteY1" fmla="*/ 179832 h 359664"/>
              <a:gd name="connsiteX2" fmla="*/ 179086 w 358171"/>
              <a:gd name="connsiteY2" fmla="*/ 359664 h 359664"/>
              <a:gd name="connsiteX3" fmla="*/ 358172 w 358171"/>
              <a:gd name="connsiteY3" fmla="*/ 179832 h 359664"/>
              <a:gd name="connsiteX4" fmla="*/ 179086 w 358171"/>
              <a:gd name="connsiteY4" fmla="*/ 0 h 359664"/>
              <a:gd name="connsiteX5" fmla="*/ 179086 w 358171"/>
              <a:gd name="connsiteY5" fmla="*/ 344519 h 359664"/>
              <a:gd name="connsiteX6" fmla="*/ 14987 w 358171"/>
              <a:gd name="connsiteY6" fmla="*/ 179737 h 359664"/>
              <a:gd name="connsiteX7" fmla="*/ 179086 w 358171"/>
              <a:gd name="connsiteY7" fmla="*/ 14954 h 359664"/>
              <a:gd name="connsiteX8" fmla="*/ 343185 w 358171"/>
              <a:gd name="connsiteY8" fmla="*/ 179737 h 359664"/>
              <a:gd name="connsiteX9" fmla="*/ 179086 w 358171"/>
              <a:gd name="connsiteY9" fmla="*/ 344519 h 359664"/>
              <a:gd name="connsiteX10" fmla="*/ 274889 w 358171"/>
              <a:gd name="connsiteY10" fmla="*/ 85154 h 359664"/>
              <a:gd name="connsiteX11" fmla="*/ 263791 w 358171"/>
              <a:gd name="connsiteY11" fmla="*/ 85154 h 359664"/>
              <a:gd name="connsiteX12" fmla="*/ 195306 w 358171"/>
              <a:gd name="connsiteY12" fmla="*/ 153924 h 359664"/>
              <a:gd name="connsiteX13" fmla="*/ 179465 w 358171"/>
              <a:gd name="connsiteY13" fmla="*/ 149352 h 359664"/>
              <a:gd name="connsiteX14" fmla="*/ 149586 w 358171"/>
              <a:gd name="connsiteY14" fmla="*/ 179737 h 359664"/>
              <a:gd name="connsiteX15" fmla="*/ 179465 w 358171"/>
              <a:gd name="connsiteY15" fmla="*/ 210122 h 359664"/>
              <a:gd name="connsiteX16" fmla="*/ 209344 w 358171"/>
              <a:gd name="connsiteY16" fmla="*/ 179737 h 359664"/>
              <a:gd name="connsiteX17" fmla="*/ 205455 w 358171"/>
              <a:gd name="connsiteY17" fmla="*/ 164878 h 359664"/>
              <a:gd name="connsiteX18" fmla="*/ 274889 w 358171"/>
              <a:gd name="connsiteY18" fmla="*/ 95155 h 359664"/>
              <a:gd name="connsiteX19" fmla="*/ 274889 w 358171"/>
              <a:gd name="connsiteY19" fmla="*/ 85249 h 359664"/>
              <a:gd name="connsiteX20" fmla="*/ 179465 w 358171"/>
              <a:gd name="connsiteY20" fmla="*/ 194977 h 359664"/>
              <a:gd name="connsiteX21" fmla="*/ 164573 w 358171"/>
              <a:gd name="connsiteY21" fmla="*/ 179737 h 359664"/>
              <a:gd name="connsiteX22" fmla="*/ 179465 w 358171"/>
              <a:gd name="connsiteY22" fmla="*/ 164497 h 359664"/>
              <a:gd name="connsiteX23" fmla="*/ 194357 w 358171"/>
              <a:gd name="connsiteY23" fmla="*/ 179737 h 359664"/>
              <a:gd name="connsiteX24" fmla="*/ 179465 w 358171"/>
              <a:gd name="connsiteY24" fmla="*/ 194977 h 359664"/>
              <a:gd name="connsiteX25" fmla="*/ 67442 w 358171"/>
              <a:gd name="connsiteY25" fmla="*/ 179737 h 359664"/>
              <a:gd name="connsiteX26" fmla="*/ 37752 w 358171"/>
              <a:gd name="connsiteY26" fmla="*/ 179737 h 359664"/>
              <a:gd name="connsiteX27" fmla="*/ 30353 w 358171"/>
              <a:gd name="connsiteY27" fmla="*/ 172117 h 359664"/>
              <a:gd name="connsiteX28" fmla="*/ 37752 w 358171"/>
              <a:gd name="connsiteY28" fmla="*/ 164497 h 359664"/>
              <a:gd name="connsiteX29" fmla="*/ 67442 w 358171"/>
              <a:gd name="connsiteY29" fmla="*/ 164497 h 359664"/>
              <a:gd name="connsiteX30" fmla="*/ 74840 w 358171"/>
              <a:gd name="connsiteY30" fmla="*/ 172117 h 359664"/>
              <a:gd name="connsiteX31" fmla="*/ 67442 w 358171"/>
              <a:gd name="connsiteY31" fmla="*/ 179737 h 359664"/>
              <a:gd name="connsiteX32" fmla="*/ 83662 w 358171"/>
              <a:gd name="connsiteY32" fmla="*/ 219456 h 359664"/>
              <a:gd name="connsiteX33" fmla="*/ 79963 w 358171"/>
              <a:gd name="connsiteY33" fmla="*/ 229552 h 359664"/>
              <a:gd name="connsiteX34" fmla="*/ 51506 w 358171"/>
              <a:gd name="connsiteY34" fmla="*/ 240983 h 359664"/>
              <a:gd name="connsiteX35" fmla="*/ 49040 w 358171"/>
              <a:gd name="connsiteY35" fmla="*/ 242221 h 359664"/>
              <a:gd name="connsiteX36" fmla="*/ 42874 w 358171"/>
              <a:gd name="connsiteY36" fmla="*/ 237173 h 359664"/>
              <a:gd name="connsiteX37" fmla="*/ 46574 w 358171"/>
              <a:gd name="connsiteY37" fmla="*/ 227076 h 359664"/>
              <a:gd name="connsiteX38" fmla="*/ 73797 w 358171"/>
              <a:gd name="connsiteY38" fmla="*/ 215646 h 359664"/>
              <a:gd name="connsiteX39" fmla="*/ 83662 w 358171"/>
              <a:gd name="connsiteY39" fmla="*/ 219456 h 359664"/>
              <a:gd name="connsiteX40" fmla="*/ 316910 w 358171"/>
              <a:gd name="connsiteY40" fmla="*/ 237173 h 359664"/>
              <a:gd name="connsiteX41" fmla="*/ 310744 w 358171"/>
              <a:gd name="connsiteY41" fmla="*/ 242221 h 359664"/>
              <a:gd name="connsiteX42" fmla="*/ 307045 w 358171"/>
              <a:gd name="connsiteY42" fmla="*/ 240983 h 359664"/>
              <a:gd name="connsiteX43" fmla="*/ 279822 w 358171"/>
              <a:gd name="connsiteY43" fmla="*/ 229552 h 359664"/>
              <a:gd name="connsiteX44" fmla="*/ 276122 w 358171"/>
              <a:gd name="connsiteY44" fmla="*/ 219456 h 359664"/>
              <a:gd name="connsiteX45" fmla="*/ 285987 w 358171"/>
              <a:gd name="connsiteY45" fmla="*/ 215646 h 359664"/>
              <a:gd name="connsiteX46" fmla="*/ 313211 w 358171"/>
              <a:gd name="connsiteY46" fmla="*/ 227076 h 359664"/>
              <a:gd name="connsiteX47" fmla="*/ 316910 w 358171"/>
              <a:gd name="connsiteY47" fmla="*/ 237173 h 359664"/>
              <a:gd name="connsiteX48" fmla="*/ 328672 w 358171"/>
              <a:gd name="connsiteY48" fmla="*/ 172117 h 359664"/>
              <a:gd name="connsiteX49" fmla="*/ 321083 w 358171"/>
              <a:gd name="connsiteY49" fmla="*/ 179737 h 359664"/>
              <a:gd name="connsiteX50" fmla="*/ 290825 w 358171"/>
              <a:gd name="connsiteY50" fmla="*/ 179737 h 359664"/>
              <a:gd name="connsiteX51" fmla="*/ 283236 w 358171"/>
              <a:gd name="connsiteY51" fmla="*/ 172117 h 359664"/>
              <a:gd name="connsiteX52" fmla="*/ 290825 w 358171"/>
              <a:gd name="connsiteY52" fmla="*/ 164497 h 359664"/>
              <a:gd name="connsiteX53" fmla="*/ 321083 w 358171"/>
              <a:gd name="connsiteY53" fmla="*/ 164497 h 359664"/>
              <a:gd name="connsiteX54" fmla="*/ 328672 w 358171"/>
              <a:gd name="connsiteY54" fmla="*/ 172117 h 359664"/>
              <a:gd name="connsiteX55" fmla="*/ 279822 w 358171"/>
              <a:gd name="connsiteY55" fmla="*/ 129921 h 359664"/>
              <a:gd name="connsiteX56" fmla="*/ 307045 w 358171"/>
              <a:gd name="connsiteY56" fmla="*/ 118491 h 359664"/>
              <a:gd name="connsiteX57" fmla="*/ 316910 w 358171"/>
              <a:gd name="connsiteY57" fmla="*/ 122301 h 359664"/>
              <a:gd name="connsiteX58" fmla="*/ 313211 w 358171"/>
              <a:gd name="connsiteY58" fmla="*/ 132398 h 359664"/>
              <a:gd name="connsiteX59" fmla="*/ 285987 w 358171"/>
              <a:gd name="connsiteY59" fmla="*/ 143827 h 359664"/>
              <a:gd name="connsiteX60" fmla="*/ 283521 w 358171"/>
              <a:gd name="connsiteY60" fmla="*/ 145066 h 359664"/>
              <a:gd name="connsiteX61" fmla="*/ 276122 w 358171"/>
              <a:gd name="connsiteY61" fmla="*/ 140018 h 359664"/>
              <a:gd name="connsiteX62" fmla="*/ 279822 w 358171"/>
              <a:gd name="connsiteY62" fmla="*/ 129921 h 359664"/>
              <a:gd name="connsiteX63" fmla="*/ 224901 w 358171"/>
              <a:gd name="connsiteY63" fmla="*/ 73533 h 359664"/>
              <a:gd name="connsiteX64" fmla="*/ 236283 w 358171"/>
              <a:gd name="connsiteY64" fmla="*/ 45911 h 359664"/>
              <a:gd name="connsiteX65" fmla="*/ 246338 w 358171"/>
              <a:gd name="connsiteY65" fmla="*/ 40862 h 359664"/>
              <a:gd name="connsiteX66" fmla="*/ 250132 w 358171"/>
              <a:gd name="connsiteY66" fmla="*/ 50864 h 359664"/>
              <a:gd name="connsiteX67" fmla="*/ 238749 w 358171"/>
              <a:gd name="connsiteY67" fmla="*/ 78486 h 359664"/>
              <a:gd name="connsiteX68" fmla="*/ 231161 w 358171"/>
              <a:gd name="connsiteY68" fmla="*/ 83534 h 359664"/>
              <a:gd name="connsiteX69" fmla="*/ 228600 w 358171"/>
              <a:gd name="connsiteY69" fmla="*/ 83534 h 359664"/>
              <a:gd name="connsiteX70" fmla="*/ 224806 w 358171"/>
              <a:gd name="connsiteY70" fmla="*/ 73533 h 359664"/>
              <a:gd name="connsiteX71" fmla="*/ 179086 w 358171"/>
              <a:gd name="connsiteY71" fmla="*/ 70009 h 359664"/>
              <a:gd name="connsiteX72" fmla="*/ 179086 w 358171"/>
              <a:gd name="connsiteY72" fmla="*/ 39624 h 359664"/>
              <a:gd name="connsiteX73" fmla="*/ 186674 w 358171"/>
              <a:gd name="connsiteY73" fmla="*/ 32004 h 359664"/>
              <a:gd name="connsiteX74" fmla="*/ 194263 w 358171"/>
              <a:gd name="connsiteY74" fmla="*/ 39624 h 359664"/>
              <a:gd name="connsiteX75" fmla="*/ 194263 w 358171"/>
              <a:gd name="connsiteY75" fmla="*/ 70009 h 359664"/>
              <a:gd name="connsiteX76" fmla="*/ 186674 w 358171"/>
              <a:gd name="connsiteY76" fmla="*/ 77629 h 359664"/>
              <a:gd name="connsiteX77" fmla="*/ 179086 w 358171"/>
              <a:gd name="connsiteY77" fmla="*/ 70009 h 359664"/>
              <a:gd name="connsiteX78" fmla="*/ 118094 w 358171"/>
              <a:gd name="connsiteY78" fmla="*/ 50959 h 359664"/>
              <a:gd name="connsiteX79" fmla="*/ 123027 w 358171"/>
              <a:gd name="connsiteY79" fmla="*/ 40958 h 359664"/>
              <a:gd name="connsiteX80" fmla="*/ 131753 w 358171"/>
              <a:gd name="connsiteY80" fmla="*/ 46006 h 359664"/>
              <a:gd name="connsiteX81" fmla="*/ 144179 w 358171"/>
              <a:gd name="connsiteY81" fmla="*/ 73628 h 359664"/>
              <a:gd name="connsiteX82" fmla="*/ 139247 w 358171"/>
              <a:gd name="connsiteY82" fmla="*/ 83629 h 359664"/>
              <a:gd name="connsiteX83" fmla="*/ 136781 w 358171"/>
              <a:gd name="connsiteY83" fmla="*/ 83629 h 359664"/>
              <a:gd name="connsiteX84" fmla="*/ 129287 w 358171"/>
              <a:gd name="connsiteY84" fmla="*/ 78581 h 359664"/>
              <a:gd name="connsiteX85" fmla="*/ 118094 w 358171"/>
              <a:gd name="connsiteY85" fmla="*/ 50959 h 359664"/>
              <a:gd name="connsiteX86" fmla="*/ 105953 w 358171"/>
              <a:gd name="connsiteY86" fmla="*/ 106299 h 359664"/>
              <a:gd name="connsiteX87" fmla="*/ 101020 w 358171"/>
              <a:gd name="connsiteY87" fmla="*/ 108871 h 359664"/>
              <a:gd name="connsiteX88" fmla="*/ 96088 w 358171"/>
              <a:gd name="connsiteY88" fmla="*/ 106299 h 359664"/>
              <a:gd name="connsiteX89" fmla="*/ 75125 w 358171"/>
              <a:gd name="connsiteY89" fmla="*/ 84773 h 359664"/>
              <a:gd name="connsiteX90" fmla="*/ 75125 w 358171"/>
              <a:gd name="connsiteY90" fmla="*/ 73343 h 359664"/>
              <a:gd name="connsiteX91" fmla="*/ 84990 w 358171"/>
              <a:gd name="connsiteY91" fmla="*/ 73343 h 359664"/>
              <a:gd name="connsiteX92" fmla="*/ 105953 w 358171"/>
              <a:gd name="connsiteY92" fmla="*/ 94869 h 359664"/>
              <a:gd name="connsiteX93" fmla="*/ 105953 w 358171"/>
              <a:gd name="connsiteY93" fmla="*/ 106299 h 359664"/>
              <a:gd name="connsiteX94" fmla="*/ 83662 w 358171"/>
              <a:gd name="connsiteY94" fmla="*/ 140113 h 359664"/>
              <a:gd name="connsiteX95" fmla="*/ 76263 w 358171"/>
              <a:gd name="connsiteY95" fmla="*/ 145161 h 359664"/>
              <a:gd name="connsiteX96" fmla="*/ 73797 w 358171"/>
              <a:gd name="connsiteY96" fmla="*/ 143923 h 359664"/>
              <a:gd name="connsiteX97" fmla="*/ 46574 w 358171"/>
              <a:gd name="connsiteY97" fmla="*/ 132493 h 359664"/>
              <a:gd name="connsiteX98" fmla="*/ 42874 w 358171"/>
              <a:gd name="connsiteY98" fmla="*/ 122396 h 359664"/>
              <a:gd name="connsiteX99" fmla="*/ 51506 w 358171"/>
              <a:gd name="connsiteY99" fmla="*/ 118586 h 359664"/>
              <a:gd name="connsiteX100" fmla="*/ 79963 w 358171"/>
              <a:gd name="connsiteY100" fmla="*/ 130016 h 359664"/>
              <a:gd name="connsiteX101" fmla="*/ 83662 w 358171"/>
              <a:gd name="connsiteY101" fmla="*/ 140113 h 359664"/>
              <a:gd name="connsiteX102" fmla="*/ 246338 w 358171"/>
              <a:gd name="connsiteY102" fmla="*/ 239649 h 359664"/>
              <a:gd name="connsiteX103" fmla="*/ 111644 w 358171"/>
              <a:gd name="connsiteY103" fmla="*/ 239649 h 359664"/>
              <a:gd name="connsiteX104" fmla="*/ 104151 w 358171"/>
              <a:gd name="connsiteY104" fmla="*/ 247174 h 359664"/>
              <a:gd name="connsiteX105" fmla="*/ 104151 w 358171"/>
              <a:gd name="connsiteY105" fmla="*/ 292132 h 359664"/>
              <a:gd name="connsiteX106" fmla="*/ 111644 w 358171"/>
              <a:gd name="connsiteY106" fmla="*/ 299657 h 359664"/>
              <a:gd name="connsiteX107" fmla="*/ 246338 w 358171"/>
              <a:gd name="connsiteY107" fmla="*/ 299657 h 359664"/>
              <a:gd name="connsiteX108" fmla="*/ 253831 w 358171"/>
              <a:gd name="connsiteY108" fmla="*/ 292132 h 359664"/>
              <a:gd name="connsiteX109" fmla="*/ 253831 w 358171"/>
              <a:gd name="connsiteY109" fmla="*/ 247174 h 359664"/>
              <a:gd name="connsiteX110" fmla="*/ 246338 w 358171"/>
              <a:gd name="connsiteY110" fmla="*/ 239649 h 359664"/>
              <a:gd name="connsiteX111" fmla="*/ 238939 w 358171"/>
              <a:gd name="connsiteY111" fmla="*/ 284607 h 359664"/>
              <a:gd name="connsiteX112" fmla="*/ 119232 w 358171"/>
              <a:gd name="connsiteY112" fmla="*/ 284607 h 359664"/>
              <a:gd name="connsiteX113" fmla="*/ 119232 w 358171"/>
              <a:gd name="connsiteY113" fmla="*/ 254603 h 359664"/>
              <a:gd name="connsiteX114" fmla="*/ 238939 w 358171"/>
              <a:gd name="connsiteY114" fmla="*/ 254603 h 359664"/>
              <a:gd name="connsiteX115" fmla="*/ 238939 w 358171"/>
              <a:gd name="connsiteY115" fmla="*/ 284607 h 359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58171" h="359664">
                <a:moveTo>
                  <a:pt x="179086" y="0"/>
                </a:moveTo>
                <a:cubicBezTo>
                  <a:pt x="80816" y="0"/>
                  <a:pt x="0" y="81153"/>
                  <a:pt x="0" y="179832"/>
                </a:cubicBezTo>
                <a:cubicBezTo>
                  <a:pt x="0" y="278511"/>
                  <a:pt x="80816" y="359664"/>
                  <a:pt x="179086" y="359664"/>
                </a:cubicBezTo>
                <a:cubicBezTo>
                  <a:pt x="277355" y="359664"/>
                  <a:pt x="358172" y="279749"/>
                  <a:pt x="358172" y="179832"/>
                </a:cubicBezTo>
                <a:cubicBezTo>
                  <a:pt x="358172" y="79915"/>
                  <a:pt x="278588" y="0"/>
                  <a:pt x="179086" y="0"/>
                </a:cubicBezTo>
                <a:close/>
                <a:moveTo>
                  <a:pt x="179086" y="344519"/>
                </a:moveTo>
                <a:cubicBezTo>
                  <a:pt x="89543" y="344519"/>
                  <a:pt x="14987" y="270891"/>
                  <a:pt x="14987" y="179737"/>
                </a:cubicBezTo>
                <a:cubicBezTo>
                  <a:pt x="14987" y="88583"/>
                  <a:pt x="89543" y="14954"/>
                  <a:pt x="179086" y="14954"/>
                </a:cubicBezTo>
                <a:cubicBezTo>
                  <a:pt x="268629" y="14954"/>
                  <a:pt x="343185" y="88583"/>
                  <a:pt x="343185" y="179737"/>
                </a:cubicBezTo>
                <a:cubicBezTo>
                  <a:pt x="343185" y="270891"/>
                  <a:pt x="269862" y="344519"/>
                  <a:pt x="179086" y="344519"/>
                </a:cubicBezTo>
                <a:close/>
                <a:moveTo>
                  <a:pt x="274889" y="85154"/>
                </a:moveTo>
                <a:cubicBezTo>
                  <a:pt x="271190" y="82677"/>
                  <a:pt x="267490" y="82677"/>
                  <a:pt x="263791" y="85154"/>
                </a:cubicBezTo>
                <a:cubicBezTo>
                  <a:pt x="263791" y="85154"/>
                  <a:pt x="263601" y="85344"/>
                  <a:pt x="195306" y="153924"/>
                </a:cubicBezTo>
                <a:cubicBezTo>
                  <a:pt x="190753" y="151067"/>
                  <a:pt x="185441" y="149352"/>
                  <a:pt x="179465" y="149352"/>
                </a:cubicBezTo>
                <a:cubicBezTo>
                  <a:pt x="163340" y="149352"/>
                  <a:pt x="149586" y="163259"/>
                  <a:pt x="149586" y="179737"/>
                </a:cubicBezTo>
                <a:cubicBezTo>
                  <a:pt x="149586" y="196215"/>
                  <a:pt x="163245" y="210122"/>
                  <a:pt x="179465" y="210122"/>
                </a:cubicBezTo>
                <a:cubicBezTo>
                  <a:pt x="196919" y="210122"/>
                  <a:pt x="209344" y="196215"/>
                  <a:pt x="209344" y="179737"/>
                </a:cubicBezTo>
                <a:cubicBezTo>
                  <a:pt x="209344" y="174308"/>
                  <a:pt x="207922" y="169259"/>
                  <a:pt x="205455" y="164878"/>
                </a:cubicBezTo>
                <a:cubicBezTo>
                  <a:pt x="212570" y="157734"/>
                  <a:pt x="230307" y="139922"/>
                  <a:pt x="274889" y="95155"/>
                </a:cubicBezTo>
                <a:cubicBezTo>
                  <a:pt x="277355" y="92678"/>
                  <a:pt x="277355" y="87725"/>
                  <a:pt x="274889" y="85249"/>
                </a:cubicBezTo>
                <a:close/>
                <a:moveTo>
                  <a:pt x="179465" y="194977"/>
                </a:moveTo>
                <a:cubicBezTo>
                  <a:pt x="171972" y="194977"/>
                  <a:pt x="164573" y="188690"/>
                  <a:pt x="164573" y="179737"/>
                </a:cubicBezTo>
                <a:cubicBezTo>
                  <a:pt x="164573" y="172117"/>
                  <a:pt x="172067" y="164497"/>
                  <a:pt x="179465" y="164497"/>
                </a:cubicBezTo>
                <a:cubicBezTo>
                  <a:pt x="188192" y="164497"/>
                  <a:pt x="194357" y="172117"/>
                  <a:pt x="194357" y="179737"/>
                </a:cubicBezTo>
                <a:cubicBezTo>
                  <a:pt x="194357" y="188595"/>
                  <a:pt x="188097" y="194977"/>
                  <a:pt x="179465" y="194977"/>
                </a:cubicBezTo>
                <a:close/>
                <a:moveTo>
                  <a:pt x="67442" y="179737"/>
                </a:moveTo>
                <a:lnTo>
                  <a:pt x="37752" y="179737"/>
                </a:lnTo>
                <a:cubicBezTo>
                  <a:pt x="32820" y="179737"/>
                  <a:pt x="30353" y="177165"/>
                  <a:pt x="30353" y="172117"/>
                </a:cubicBezTo>
                <a:cubicBezTo>
                  <a:pt x="30353" y="168307"/>
                  <a:pt x="32820" y="164497"/>
                  <a:pt x="37752" y="164497"/>
                </a:cubicBezTo>
                <a:lnTo>
                  <a:pt x="67442" y="164497"/>
                </a:lnTo>
                <a:cubicBezTo>
                  <a:pt x="71141" y="164497"/>
                  <a:pt x="74840" y="168307"/>
                  <a:pt x="74840" y="172117"/>
                </a:cubicBezTo>
                <a:cubicBezTo>
                  <a:pt x="74840" y="177165"/>
                  <a:pt x="71141" y="179737"/>
                  <a:pt x="67442" y="179737"/>
                </a:cubicBezTo>
                <a:close/>
                <a:moveTo>
                  <a:pt x="83662" y="219456"/>
                </a:moveTo>
                <a:cubicBezTo>
                  <a:pt x="84895" y="223266"/>
                  <a:pt x="83662" y="228314"/>
                  <a:pt x="79963" y="229552"/>
                </a:cubicBezTo>
                <a:lnTo>
                  <a:pt x="51506" y="240983"/>
                </a:lnTo>
                <a:cubicBezTo>
                  <a:pt x="51506" y="242221"/>
                  <a:pt x="50273" y="242221"/>
                  <a:pt x="49040" y="242221"/>
                </a:cubicBezTo>
                <a:cubicBezTo>
                  <a:pt x="46574" y="242221"/>
                  <a:pt x="44107" y="239649"/>
                  <a:pt x="42874" y="237173"/>
                </a:cubicBezTo>
                <a:cubicBezTo>
                  <a:pt x="40408" y="233363"/>
                  <a:pt x="42874" y="229552"/>
                  <a:pt x="46574" y="227076"/>
                </a:cubicBezTo>
                <a:lnTo>
                  <a:pt x="73797" y="215646"/>
                </a:lnTo>
                <a:cubicBezTo>
                  <a:pt x="77496" y="214408"/>
                  <a:pt x="82429" y="215646"/>
                  <a:pt x="83662" y="219456"/>
                </a:cubicBezTo>
                <a:close/>
                <a:moveTo>
                  <a:pt x="316910" y="237173"/>
                </a:moveTo>
                <a:cubicBezTo>
                  <a:pt x="315677" y="239744"/>
                  <a:pt x="313211" y="242221"/>
                  <a:pt x="310744" y="242221"/>
                </a:cubicBezTo>
                <a:cubicBezTo>
                  <a:pt x="309511" y="242221"/>
                  <a:pt x="308278" y="242221"/>
                  <a:pt x="307045" y="240983"/>
                </a:cubicBezTo>
                <a:lnTo>
                  <a:pt x="279822" y="229552"/>
                </a:lnTo>
                <a:cubicBezTo>
                  <a:pt x="276122" y="228314"/>
                  <a:pt x="274889" y="223266"/>
                  <a:pt x="276122" y="219456"/>
                </a:cubicBezTo>
                <a:cubicBezTo>
                  <a:pt x="277355" y="215646"/>
                  <a:pt x="282288" y="214408"/>
                  <a:pt x="285987" y="215646"/>
                </a:cubicBezTo>
                <a:lnTo>
                  <a:pt x="313211" y="227076"/>
                </a:lnTo>
                <a:cubicBezTo>
                  <a:pt x="316910" y="229648"/>
                  <a:pt x="319376" y="233363"/>
                  <a:pt x="316910" y="237173"/>
                </a:cubicBezTo>
                <a:close/>
                <a:moveTo>
                  <a:pt x="328672" y="172117"/>
                </a:moveTo>
                <a:cubicBezTo>
                  <a:pt x="328672" y="177165"/>
                  <a:pt x="326111" y="179737"/>
                  <a:pt x="321083" y="179737"/>
                </a:cubicBezTo>
                <a:lnTo>
                  <a:pt x="290825" y="179737"/>
                </a:lnTo>
                <a:cubicBezTo>
                  <a:pt x="287031" y="179737"/>
                  <a:pt x="283236" y="177165"/>
                  <a:pt x="283236" y="172117"/>
                </a:cubicBezTo>
                <a:cubicBezTo>
                  <a:pt x="283236" y="168307"/>
                  <a:pt x="287031" y="164497"/>
                  <a:pt x="290825" y="164497"/>
                </a:cubicBezTo>
                <a:lnTo>
                  <a:pt x="321083" y="164497"/>
                </a:lnTo>
                <a:cubicBezTo>
                  <a:pt x="326111" y="164497"/>
                  <a:pt x="328672" y="168307"/>
                  <a:pt x="328672" y="172117"/>
                </a:cubicBezTo>
                <a:close/>
                <a:moveTo>
                  <a:pt x="279822" y="129921"/>
                </a:moveTo>
                <a:lnTo>
                  <a:pt x="307045" y="118491"/>
                </a:lnTo>
                <a:cubicBezTo>
                  <a:pt x="311977" y="117253"/>
                  <a:pt x="315677" y="118491"/>
                  <a:pt x="316910" y="122301"/>
                </a:cubicBezTo>
                <a:cubicBezTo>
                  <a:pt x="319376" y="126111"/>
                  <a:pt x="316910" y="131159"/>
                  <a:pt x="313211" y="132398"/>
                </a:cubicBezTo>
                <a:lnTo>
                  <a:pt x="285987" y="143827"/>
                </a:lnTo>
                <a:cubicBezTo>
                  <a:pt x="284754" y="145066"/>
                  <a:pt x="283521" y="145066"/>
                  <a:pt x="283521" y="145066"/>
                </a:cubicBezTo>
                <a:cubicBezTo>
                  <a:pt x="279822" y="145066"/>
                  <a:pt x="277355" y="142494"/>
                  <a:pt x="276122" y="140018"/>
                </a:cubicBezTo>
                <a:cubicBezTo>
                  <a:pt x="274889" y="136208"/>
                  <a:pt x="276122" y="132398"/>
                  <a:pt x="279822" y="129921"/>
                </a:cubicBezTo>
                <a:close/>
                <a:moveTo>
                  <a:pt x="224901" y="73533"/>
                </a:moveTo>
                <a:lnTo>
                  <a:pt x="236283" y="45911"/>
                </a:lnTo>
                <a:cubicBezTo>
                  <a:pt x="237516" y="42101"/>
                  <a:pt x="242544" y="39624"/>
                  <a:pt x="246338" y="40862"/>
                </a:cubicBezTo>
                <a:cubicBezTo>
                  <a:pt x="250132" y="43339"/>
                  <a:pt x="251365" y="47149"/>
                  <a:pt x="250132" y="50864"/>
                </a:cubicBezTo>
                <a:lnTo>
                  <a:pt x="238749" y="78486"/>
                </a:lnTo>
                <a:cubicBezTo>
                  <a:pt x="237516" y="82296"/>
                  <a:pt x="234955" y="83534"/>
                  <a:pt x="231161" y="83534"/>
                </a:cubicBezTo>
                <a:lnTo>
                  <a:pt x="228600" y="83534"/>
                </a:lnTo>
                <a:cubicBezTo>
                  <a:pt x="224806" y="81058"/>
                  <a:pt x="223573" y="77248"/>
                  <a:pt x="224806" y="73533"/>
                </a:cubicBezTo>
                <a:close/>
                <a:moveTo>
                  <a:pt x="179086" y="70009"/>
                </a:moveTo>
                <a:lnTo>
                  <a:pt x="179086" y="39624"/>
                </a:lnTo>
                <a:cubicBezTo>
                  <a:pt x="179086" y="35814"/>
                  <a:pt x="182880" y="32004"/>
                  <a:pt x="186674" y="32004"/>
                </a:cubicBezTo>
                <a:cubicBezTo>
                  <a:pt x="191701" y="32004"/>
                  <a:pt x="194263" y="35814"/>
                  <a:pt x="194263" y="39624"/>
                </a:cubicBezTo>
                <a:lnTo>
                  <a:pt x="194263" y="70009"/>
                </a:lnTo>
                <a:cubicBezTo>
                  <a:pt x="194263" y="75057"/>
                  <a:pt x="191701" y="77629"/>
                  <a:pt x="186674" y="77629"/>
                </a:cubicBezTo>
                <a:cubicBezTo>
                  <a:pt x="182880" y="77629"/>
                  <a:pt x="179086" y="75057"/>
                  <a:pt x="179086" y="70009"/>
                </a:cubicBezTo>
                <a:close/>
                <a:moveTo>
                  <a:pt x="118094" y="50959"/>
                </a:moveTo>
                <a:cubicBezTo>
                  <a:pt x="116861" y="47149"/>
                  <a:pt x="118094" y="43434"/>
                  <a:pt x="123027" y="40958"/>
                </a:cubicBezTo>
                <a:cubicBezTo>
                  <a:pt x="126726" y="39719"/>
                  <a:pt x="130520" y="42196"/>
                  <a:pt x="131753" y="46006"/>
                </a:cubicBezTo>
                <a:lnTo>
                  <a:pt x="144179" y="73628"/>
                </a:lnTo>
                <a:cubicBezTo>
                  <a:pt x="145412" y="77438"/>
                  <a:pt x="142946" y="81153"/>
                  <a:pt x="139247" y="83629"/>
                </a:cubicBezTo>
                <a:lnTo>
                  <a:pt x="136781" y="83629"/>
                </a:lnTo>
                <a:cubicBezTo>
                  <a:pt x="134314" y="83629"/>
                  <a:pt x="130520" y="82391"/>
                  <a:pt x="129287" y="78581"/>
                </a:cubicBezTo>
                <a:lnTo>
                  <a:pt x="118094" y="50959"/>
                </a:lnTo>
                <a:close/>
                <a:moveTo>
                  <a:pt x="105953" y="106299"/>
                </a:moveTo>
                <a:cubicBezTo>
                  <a:pt x="104720" y="107537"/>
                  <a:pt x="102253" y="108871"/>
                  <a:pt x="101020" y="108871"/>
                </a:cubicBezTo>
                <a:cubicBezTo>
                  <a:pt x="98554" y="108871"/>
                  <a:pt x="97321" y="107633"/>
                  <a:pt x="96088" y="106299"/>
                </a:cubicBezTo>
                <a:lnTo>
                  <a:pt x="75125" y="84773"/>
                </a:lnTo>
                <a:cubicBezTo>
                  <a:pt x="71426" y="82201"/>
                  <a:pt x="71426" y="77152"/>
                  <a:pt x="75125" y="73343"/>
                </a:cubicBezTo>
                <a:cubicBezTo>
                  <a:pt x="77591" y="70771"/>
                  <a:pt x="82524" y="70771"/>
                  <a:pt x="84990" y="73343"/>
                </a:cubicBezTo>
                <a:lnTo>
                  <a:pt x="105953" y="94869"/>
                </a:lnTo>
                <a:cubicBezTo>
                  <a:pt x="108419" y="98679"/>
                  <a:pt x="108419" y="102489"/>
                  <a:pt x="105953" y="106299"/>
                </a:cubicBezTo>
                <a:close/>
                <a:moveTo>
                  <a:pt x="83662" y="140113"/>
                </a:moveTo>
                <a:cubicBezTo>
                  <a:pt x="82429" y="142685"/>
                  <a:pt x="79963" y="145161"/>
                  <a:pt x="76263" y="145161"/>
                </a:cubicBezTo>
                <a:cubicBezTo>
                  <a:pt x="76263" y="145161"/>
                  <a:pt x="75030" y="145161"/>
                  <a:pt x="73797" y="143923"/>
                </a:cubicBezTo>
                <a:lnTo>
                  <a:pt x="46574" y="132493"/>
                </a:lnTo>
                <a:cubicBezTo>
                  <a:pt x="42874" y="131254"/>
                  <a:pt x="40408" y="126206"/>
                  <a:pt x="42874" y="122396"/>
                </a:cubicBezTo>
                <a:cubicBezTo>
                  <a:pt x="44107" y="118586"/>
                  <a:pt x="47807" y="117348"/>
                  <a:pt x="51506" y="118586"/>
                </a:cubicBezTo>
                <a:lnTo>
                  <a:pt x="79963" y="130016"/>
                </a:lnTo>
                <a:cubicBezTo>
                  <a:pt x="83662" y="132588"/>
                  <a:pt x="84895" y="136303"/>
                  <a:pt x="83662" y="140113"/>
                </a:cubicBezTo>
                <a:close/>
                <a:moveTo>
                  <a:pt x="246338" y="239649"/>
                </a:moveTo>
                <a:lnTo>
                  <a:pt x="111644" y="239649"/>
                </a:lnTo>
                <a:cubicBezTo>
                  <a:pt x="107945" y="239649"/>
                  <a:pt x="104151" y="243364"/>
                  <a:pt x="104151" y="247174"/>
                </a:cubicBezTo>
                <a:lnTo>
                  <a:pt x="104151" y="292132"/>
                </a:lnTo>
                <a:cubicBezTo>
                  <a:pt x="104151" y="297085"/>
                  <a:pt x="107850" y="299657"/>
                  <a:pt x="111644" y="299657"/>
                </a:cubicBezTo>
                <a:lnTo>
                  <a:pt x="246338" y="299657"/>
                </a:lnTo>
                <a:cubicBezTo>
                  <a:pt x="251365" y="299657"/>
                  <a:pt x="253831" y="297180"/>
                  <a:pt x="253831" y="292132"/>
                </a:cubicBezTo>
                <a:lnTo>
                  <a:pt x="253831" y="247174"/>
                </a:lnTo>
                <a:cubicBezTo>
                  <a:pt x="253831" y="243459"/>
                  <a:pt x="251365" y="239649"/>
                  <a:pt x="246338" y="239649"/>
                </a:cubicBezTo>
                <a:close/>
                <a:moveTo>
                  <a:pt x="238939" y="284607"/>
                </a:moveTo>
                <a:lnTo>
                  <a:pt x="119232" y="284607"/>
                </a:lnTo>
                <a:lnTo>
                  <a:pt x="119232" y="254603"/>
                </a:lnTo>
                <a:lnTo>
                  <a:pt x="238939" y="254603"/>
                </a:lnTo>
                <a:lnTo>
                  <a:pt x="238939" y="28460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2" name="Graphic 198">
            <a:extLst>
              <a:ext uri="{FF2B5EF4-FFF2-40B4-BE49-F238E27FC236}">
                <a16:creationId xmlns:a16="http://schemas.microsoft.com/office/drawing/2014/main" id="{96B57242-0527-CDA8-3A5D-C410495DBFC3}"/>
              </a:ext>
            </a:extLst>
          </p:cNvPr>
          <p:cNvSpPr/>
          <p:nvPr/>
        </p:nvSpPr>
        <p:spPr>
          <a:xfrm>
            <a:off x="539724" y="3474920"/>
            <a:ext cx="474980" cy="476960"/>
          </a:xfrm>
          <a:custGeom>
            <a:avLst/>
            <a:gdLst>
              <a:gd name="connsiteX0" fmla="*/ 179086 w 358171"/>
              <a:gd name="connsiteY0" fmla="*/ 0 h 359664"/>
              <a:gd name="connsiteX1" fmla="*/ 0 w 358171"/>
              <a:gd name="connsiteY1" fmla="*/ 179832 h 359664"/>
              <a:gd name="connsiteX2" fmla="*/ 179086 w 358171"/>
              <a:gd name="connsiteY2" fmla="*/ 359664 h 359664"/>
              <a:gd name="connsiteX3" fmla="*/ 358172 w 358171"/>
              <a:gd name="connsiteY3" fmla="*/ 179832 h 359664"/>
              <a:gd name="connsiteX4" fmla="*/ 179086 w 358171"/>
              <a:gd name="connsiteY4" fmla="*/ 0 h 359664"/>
              <a:gd name="connsiteX5" fmla="*/ 179086 w 358171"/>
              <a:gd name="connsiteY5" fmla="*/ 344519 h 359664"/>
              <a:gd name="connsiteX6" fmla="*/ 14987 w 358171"/>
              <a:gd name="connsiteY6" fmla="*/ 179737 h 359664"/>
              <a:gd name="connsiteX7" fmla="*/ 179086 w 358171"/>
              <a:gd name="connsiteY7" fmla="*/ 14954 h 359664"/>
              <a:gd name="connsiteX8" fmla="*/ 343185 w 358171"/>
              <a:gd name="connsiteY8" fmla="*/ 179737 h 359664"/>
              <a:gd name="connsiteX9" fmla="*/ 179086 w 358171"/>
              <a:gd name="connsiteY9" fmla="*/ 344519 h 359664"/>
              <a:gd name="connsiteX10" fmla="*/ 274889 w 358171"/>
              <a:gd name="connsiteY10" fmla="*/ 85154 h 359664"/>
              <a:gd name="connsiteX11" fmla="*/ 263791 w 358171"/>
              <a:gd name="connsiteY11" fmla="*/ 85154 h 359664"/>
              <a:gd name="connsiteX12" fmla="*/ 195306 w 358171"/>
              <a:gd name="connsiteY12" fmla="*/ 153924 h 359664"/>
              <a:gd name="connsiteX13" fmla="*/ 179465 w 358171"/>
              <a:gd name="connsiteY13" fmla="*/ 149352 h 359664"/>
              <a:gd name="connsiteX14" fmla="*/ 149586 w 358171"/>
              <a:gd name="connsiteY14" fmla="*/ 179737 h 359664"/>
              <a:gd name="connsiteX15" fmla="*/ 179465 w 358171"/>
              <a:gd name="connsiteY15" fmla="*/ 210122 h 359664"/>
              <a:gd name="connsiteX16" fmla="*/ 209344 w 358171"/>
              <a:gd name="connsiteY16" fmla="*/ 179737 h 359664"/>
              <a:gd name="connsiteX17" fmla="*/ 205455 w 358171"/>
              <a:gd name="connsiteY17" fmla="*/ 164878 h 359664"/>
              <a:gd name="connsiteX18" fmla="*/ 274889 w 358171"/>
              <a:gd name="connsiteY18" fmla="*/ 95155 h 359664"/>
              <a:gd name="connsiteX19" fmla="*/ 274889 w 358171"/>
              <a:gd name="connsiteY19" fmla="*/ 85249 h 359664"/>
              <a:gd name="connsiteX20" fmla="*/ 179465 w 358171"/>
              <a:gd name="connsiteY20" fmla="*/ 194977 h 359664"/>
              <a:gd name="connsiteX21" fmla="*/ 164573 w 358171"/>
              <a:gd name="connsiteY21" fmla="*/ 179737 h 359664"/>
              <a:gd name="connsiteX22" fmla="*/ 179465 w 358171"/>
              <a:gd name="connsiteY22" fmla="*/ 164497 h 359664"/>
              <a:gd name="connsiteX23" fmla="*/ 194357 w 358171"/>
              <a:gd name="connsiteY23" fmla="*/ 179737 h 359664"/>
              <a:gd name="connsiteX24" fmla="*/ 179465 w 358171"/>
              <a:gd name="connsiteY24" fmla="*/ 194977 h 359664"/>
              <a:gd name="connsiteX25" fmla="*/ 67442 w 358171"/>
              <a:gd name="connsiteY25" fmla="*/ 179737 h 359664"/>
              <a:gd name="connsiteX26" fmla="*/ 37752 w 358171"/>
              <a:gd name="connsiteY26" fmla="*/ 179737 h 359664"/>
              <a:gd name="connsiteX27" fmla="*/ 30353 w 358171"/>
              <a:gd name="connsiteY27" fmla="*/ 172117 h 359664"/>
              <a:gd name="connsiteX28" fmla="*/ 37752 w 358171"/>
              <a:gd name="connsiteY28" fmla="*/ 164497 h 359664"/>
              <a:gd name="connsiteX29" fmla="*/ 67442 w 358171"/>
              <a:gd name="connsiteY29" fmla="*/ 164497 h 359664"/>
              <a:gd name="connsiteX30" fmla="*/ 74840 w 358171"/>
              <a:gd name="connsiteY30" fmla="*/ 172117 h 359664"/>
              <a:gd name="connsiteX31" fmla="*/ 67442 w 358171"/>
              <a:gd name="connsiteY31" fmla="*/ 179737 h 359664"/>
              <a:gd name="connsiteX32" fmla="*/ 83662 w 358171"/>
              <a:gd name="connsiteY32" fmla="*/ 219456 h 359664"/>
              <a:gd name="connsiteX33" fmla="*/ 79963 w 358171"/>
              <a:gd name="connsiteY33" fmla="*/ 229552 h 359664"/>
              <a:gd name="connsiteX34" fmla="*/ 51506 w 358171"/>
              <a:gd name="connsiteY34" fmla="*/ 240983 h 359664"/>
              <a:gd name="connsiteX35" fmla="*/ 49040 w 358171"/>
              <a:gd name="connsiteY35" fmla="*/ 242221 h 359664"/>
              <a:gd name="connsiteX36" fmla="*/ 42874 w 358171"/>
              <a:gd name="connsiteY36" fmla="*/ 237173 h 359664"/>
              <a:gd name="connsiteX37" fmla="*/ 46574 w 358171"/>
              <a:gd name="connsiteY37" fmla="*/ 227076 h 359664"/>
              <a:gd name="connsiteX38" fmla="*/ 73797 w 358171"/>
              <a:gd name="connsiteY38" fmla="*/ 215646 h 359664"/>
              <a:gd name="connsiteX39" fmla="*/ 83662 w 358171"/>
              <a:gd name="connsiteY39" fmla="*/ 219456 h 359664"/>
              <a:gd name="connsiteX40" fmla="*/ 316910 w 358171"/>
              <a:gd name="connsiteY40" fmla="*/ 237173 h 359664"/>
              <a:gd name="connsiteX41" fmla="*/ 310744 w 358171"/>
              <a:gd name="connsiteY41" fmla="*/ 242221 h 359664"/>
              <a:gd name="connsiteX42" fmla="*/ 307045 w 358171"/>
              <a:gd name="connsiteY42" fmla="*/ 240983 h 359664"/>
              <a:gd name="connsiteX43" fmla="*/ 279822 w 358171"/>
              <a:gd name="connsiteY43" fmla="*/ 229552 h 359664"/>
              <a:gd name="connsiteX44" fmla="*/ 276122 w 358171"/>
              <a:gd name="connsiteY44" fmla="*/ 219456 h 359664"/>
              <a:gd name="connsiteX45" fmla="*/ 285987 w 358171"/>
              <a:gd name="connsiteY45" fmla="*/ 215646 h 359664"/>
              <a:gd name="connsiteX46" fmla="*/ 313211 w 358171"/>
              <a:gd name="connsiteY46" fmla="*/ 227076 h 359664"/>
              <a:gd name="connsiteX47" fmla="*/ 316910 w 358171"/>
              <a:gd name="connsiteY47" fmla="*/ 237173 h 359664"/>
              <a:gd name="connsiteX48" fmla="*/ 328672 w 358171"/>
              <a:gd name="connsiteY48" fmla="*/ 172117 h 359664"/>
              <a:gd name="connsiteX49" fmla="*/ 321083 w 358171"/>
              <a:gd name="connsiteY49" fmla="*/ 179737 h 359664"/>
              <a:gd name="connsiteX50" fmla="*/ 290825 w 358171"/>
              <a:gd name="connsiteY50" fmla="*/ 179737 h 359664"/>
              <a:gd name="connsiteX51" fmla="*/ 283236 w 358171"/>
              <a:gd name="connsiteY51" fmla="*/ 172117 h 359664"/>
              <a:gd name="connsiteX52" fmla="*/ 290825 w 358171"/>
              <a:gd name="connsiteY52" fmla="*/ 164497 h 359664"/>
              <a:gd name="connsiteX53" fmla="*/ 321083 w 358171"/>
              <a:gd name="connsiteY53" fmla="*/ 164497 h 359664"/>
              <a:gd name="connsiteX54" fmla="*/ 328672 w 358171"/>
              <a:gd name="connsiteY54" fmla="*/ 172117 h 359664"/>
              <a:gd name="connsiteX55" fmla="*/ 279822 w 358171"/>
              <a:gd name="connsiteY55" fmla="*/ 129921 h 359664"/>
              <a:gd name="connsiteX56" fmla="*/ 307045 w 358171"/>
              <a:gd name="connsiteY56" fmla="*/ 118491 h 359664"/>
              <a:gd name="connsiteX57" fmla="*/ 316910 w 358171"/>
              <a:gd name="connsiteY57" fmla="*/ 122301 h 359664"/>
              <a:gd name="connsiteX58" fmla="*/ 313211 w 358171"/>
              <a:gd name="connsiteY58" fmla="*/ 132398 h 359664"/>
              <a:gd name="connsiteX59" fmla="*/ 285987 w 358171"/>
              <a:gd name="connsiteY59" fmla="*/ 143827 h 359664"/>
              <a:gd name="connsiteX60" fmla="*/ 283521 w 358171"/>
              <a:gd name="connsiteY60" fmla="*/ 145066 h 359664"/>
              <a:gd name="connsiteX61" fmla="*/ 276122 w 358171"/>
              <a:gd name="connsiteY61" fmla="*/ 140018 h 359664"/>
              <a:gd name="connsiteX62" fmla="*/ 279822 w 358171"/>
              <a:gd name="connsiteY62" fmla="*/ 129921 h 359664"/>
              <a:gd name="connsiteX63" fmla="*/ 224901 w 358171"/>
              <a:gd name="connsiteY63" fmla="*/ 73533 h 359664"/>
              <a:gd name="connsiteX64" fmla="*/ 236283 w 358171"/>
              <a:gd name="connsiteY64" fmla="*/ 45911 h 359664"/>
              <a:gd name="connsiteX65" fmla="*/ 246338 w 358171"/>
              <a:gd name="connsiteY65" fmla="*/ 40862 h 359664"/>
              <a:gd name="connsiteX66" fmla="*/ 250132 w 358171"/>
              <a:gd name="connsiteY66" fmla="*/ 50864 h 359664"/>
              <a:gd name="connsiteX67" fmla="*/ 238749 w 358171"/>
              <a:gd name="connsiteY67" fmla="*/ 78486 h 359664"/>
              <a:gd name="connsiteX68" fmla="*/ 231161 w 358171"/>
              <a:gd name="connsiteY68" fmla="*/ 83534 h 359664"/>
              <a:gd name="connsiteX69" fmla="*/ 228600 w 358171"/>
              <a:gd name="connsiteY69" fmla="*/ 83534 h 359664"/>
              <a:gd name="connsiteX70" fmla="*/ 224806 w 358171"/>
              <a:gd name="connsiteY70" fmla="*/ 73533 h 359664"/>
              <a:gd name="connsiteX71" fmla="*/ 179086 w 358171"/>
              <a:gd name="connsiteY71" fmla="*/ 70009 h 359664"/>
              <a:gd name="connsiteX72" fmla="*/ 179086 w 358171"/>
              <a:gd name="connsiteY72" fmla="*/ 39624 h 359664"/>
              <a:gd name="connsiteX73" fmla="*/ 186674 w 358171"/>
              <a:gd name="connsiteY73" fmla="*/ 32004 h 359664"/>
              <a:gd name="connsiteX74" fmla="*/ 194263 w 358171"/>
              <a:gd name="connsiteY74" fmla="*/ 39624 h 359664"/>
              <a:gd name="connsiteX75" fmla="*/ 194263 w 358171"/>
              <a:gd name="connsiteY75" fmla="*/ 70009 h 359664"/>
              <a:gd name="connsiteX76" fmla="*/ 186674 w 358171"/>
              <a:gd name="connsiteY76" fmla="*/ 77629 h 359664"/>
              <a:gd name="connsiteX77" fmla="*/ 179086 w 358171"/>
              <a:gd name="connsiteY77" fmla="*/ 70009 h 359664"/>
              <a:gd name="connsiteX78" fmla="*/ 118094 w 358171"/>
              <a:gd name="connsiteY78" fmla="*/ 50959 h 359664"/>
              <a:gd name="connsiteX79" fmla="*/ 123027 w 358171"/>
              <a:gd name="connsiteY79" fmla="*/ 40958 h 359664"/>
              <a:gd name="connsiteX80" fmla="*/ 131753 w 358171"/>
              <a:gd name="connsiteY80" fmla="*/ 46006 h 359664"/>
              <a:gd name="connsiteX81" fmla="*/ 144179 w 358171"/>
              <a:gd name="connsiteY81" fmla="*/ 73628 h 359664"/>
              <a:gd name="connsiteX82" fmla="*/ 139247 w 358171"/>
              <a:gd name="connsiteY82" fmla="*/ 83629 h 359664"/>
              <a:gd name="connsiteX83" fmla="*/ 136781 w 358171"/>
              <a:gd name="connsiteY83" fmla="*/ 83629 h 359664"/>
              <a:gd name="connsiteX84" fmla="*/ 129287 w 358171"/>
              <a:gd name="connsiteY84" fmla="*/ 78581 h 359664"/>
              <a:gd name="connsiteX85" fmla="*/ 118094 w 358171"/>
              <a:gd name="connsiteY85" fmla="*/ 50959 h 359664"/>
              <a:gd name="connsiteX86" fmla="*/ 105953 w 358171"/>
              <a:gd name="connsiteY86" fmla="*/ 106299 h 359664"/>
              <a:gd name="connsiteX87" fmla="*/ 101020 w 358171"/>
              <a:gd name="connsiteY87" fmla="*/ 108871 h 359664"/>
              <a:gd name="connsiteX88" fmla="*/ 96088 w 358171"/>
              <a:gd name="connsiteY88" fmla="*/ 106299 h 359664"/>
              <a:gd name="connsiteX89" fmla="*/ 75125 w 358171"/>
              <a:gd name="connsiteY89" fmla="*/ 84773 h 359664"/>
              <a:gd name="connsiteX90" fmla="*/ 75125 w 358171"/>
              <a:gd name="connsiteY90" fmla="*/ 73343 h 359664"/>
              <a:gd name="connsiteX91" fmla="*/ 84990 w 358171"/>
              <a:gd name="connsiteY91" fmla="*/ 73343 h 359664"/>
              <a:gd name="connsiteX92" fmla="*/ 105953 w 358171"/>
              <a:gd name="connsiteY92" fmla="*/ 94869 h 359664"/>
              <a:gd name="connsiteX93" fmla="*/ 105953 w 358171"/>
              <a:gd name="connsiteY93" fmla="*/ 106299 h 359664"/>
              <a:gd name="connsiteX94" fmla="*/ 83662 w 358171"/>
              <a:gd name="connsiteY94" fmla="*/ 140113 h 359664"/>
              <a:gd name="connsiteX95" fmla="*/ 76263 w 358171"/>
              <a:gd name="connsiteY95" fmla="*/ 145161 h 359664"/>
              <a:gd name="connsiteX96" fmla="*/ 73797 w 358171"/>
              <a:gd name="connsiteY96" fmla="*/ 143923 h 359664"/>
              <a:gd name="connsiteX97" fmla="*/ 46574 w 358171"/>
              <a:gd name="connsiteY97" fmla="*/ 132493 h 359664"/>
              <a:gd name="connsiteX98" fmla="*/ 42874 w 358171"/>
              <a:gd name="connsiteY98" fmla="*/ 122396 h 359664"/>
              <a:gd name="connsiteX99" fmla="*/ 51506 w 358171"/>
              <a:gd name="connsiteY99" fmla="*/ 118586 h 359664"/>
              <a:gd name="connsiteX100" fmla="*/ 79963 w 358171"/>
              <a:gd name="connsiteY100" fmla="*/ 130016 h 359664"/>
              <a:gd name="connsiteX101" fmla="*/ 83662 w 358171"/>
              <a:gd name="connsiteY101" fmla="*/ 140113 h 359664"/>
              <a:gd name="connsiteX102" fmla="*/ 246338 w 358171"/>
              <a:gd name="connsiteY102" fmla="*/ 239649 h 359664"/>
              <a:gd name="connsiteX103" fmla="*/ 111644 w 358171"/>
              <a:gd name="connsiteY103" fmla="*/ 239649 h 359664"/>
              <a:gd name="connsiteX104" fmla="*/ 104151 w 358171"/>
              <a:gd name="connsiteY104" fmla="*/ 247174 h 359664"/>
              <a:gd name="connsiteX105" fmla="*/ 104151 w 358171"/>
              <a:gd name="connsiteY105" fmla="*/ 292132 h 359664"/>
              <a:gd name="connsiteX106" fmla="*/ 111644 w 358171"/>
              <a:gd name="connsiteY106" fmla="*/ 299657 h 359664"/>
              <a:gd name="connsiteX107" fmla="*/ 246338 w 358171"/>
              <a:gd name="connsiteY107" fmla="*/ 299657 h 359664"/>
              <a:gd name="connsiteX108" fmla="*/ 253831 w 358171"/>
              <a:gd name="connsiteY108" fmla="*/ 292132 h 359664"/>
              <a:gd name="connsiteX109" fmla="*/ 253831 w 358171"/>
              <a:gd name="connsiteY109" fmla="*/ 247174 h 359664"/>
              <a:gd name="connsiteX110" fmla="*/ 246338 w 358171"/>
              <a:gd name="connsiteY110" fmla="*/ 239649 h 359664"/>
              <a:gd name="connsiteX111" fmla="*/ 238939 w 358171"/>
              <a:gd name="connsiteY111" fmla="*/ 284607 h 359664"/>
              <a:gd name="connsiteX112" fmla="*/ 119232 w 358171"/>
              <a:gd name="connsiteY112" fmla="*/ 284607 h 359664"/>
              <a:gd name="connsiteX113" fmla="*/ 119232 w 358171"/>
              <a:gd name="connsiteY113" fmla="*/ 254603 h 359664"/>
              <a:gd name="connsiteX114" fmla="*/ 238939 w 358171"/>
              <a:gd name="connsiteY114" fmla="*/ 254603 h 359664"/>
              <a:gd name="connsiteX115" fmla="*/ 238939 w 358171"/>
              <a:gd name="connsiteY115" fmla="*/ 284607 h 359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58171" h="359664">
                <a:moveTo>
                  <a:pt x="179086" y="0"/>
                </a:moveTo>
                <a:cubicBezTo>
                  <a:pt x="80816" y="0"/>
                  <a:pt x="0" y="81153"/>
                  <a:pt x="0" y="179832"/>
                </a:cubicBezTo>
                <a:cubicBezTo>
                  <a:pt x="0" y="278511"/>
                  <a:pt x="80816" y="359664"/>
                  <a:pt x="179086" y="359664"/>
                </a:cubicBezTo>
                <a:cubicBezTo>
                  <a:pt x="277355" y="359664"/>
                  <a:pt x="358172" y="279749"/>
                  <a:pt x="358172" y="179832"/>
                </a:cubicBezTo>
                <a:cubicBezTo>
                  <a:pt x="358172" y="79915"/>
                  <a:pt x="278588" y="0"/>
                  <a:pt x="179086" y="0"/>
                </a:cubicBezTo>
                <a:close/>
                <a:moveTo>
                  <a:pt x="179086" y="344519"/>
                </a:moveTo>
                <a:cubicBezTo>
                  <a:pt x="89543" y="344519"/>
                  <a:pt x="14987" y="270891"/>
                  <a:pt x="14987" y="179737"/>
                </a:cubicBezTo>
                <a:cubicBezTo>
                  <a:pt x="14987" y="88583"/>
                  <a:pt x="89543" y="14954"/>
                  <a:pt x="179086" y="14954"/>
                </a:cubicBezTo>
                <a:cubicBezTo>
                  <a:pt x="268629" y="14954"/>
                  <a:pt x="343185" y="88583"/>
                  <a:pt x="343185" y="179737"/>
                </a:cubicBezTo>
                <a:cubicBezTo>
                  <a:pt x="343185" y="270891"/>
                  <a:pt x="269862" y="344519"/>
                  <a:pt x="179086" y="344519"/>
                </a:cubicBezTo>
                <a:close/>
                <a:moveTo>
                  <a:pt x="274889" y="85154"/>
                </a:moveTo>
                <a:cubicBezTo>
                  <a:pt x="271190" y="82677"/>
                  <a:pt x="267490" y="82677"/>
                  <a:pt x="263791" y="85154"/>
                </a:cubicBezTo>
                <a:cubicBezTo>
                  <a:pt x="263791" y="85154"/>
                  <a:pt x="263601" y="85344"/>
                  <a:pt x="195306" y="153924"/>
                </a:cubicBezTo>
                <a:cubicBezTo>
                  <a:pt x="190753" y="151067"/>
                  <a:pt x="185441" y="149352"/>
                  <a:pt x="179465" y="149352"/>
                </a:cubicBezTo>
                <a:cubicBezTo>
                  <a:pt x="163340" y="149352"/>
                  <a:pt x="149586" y="163259"/>
                  <a:pt x="149586" y="179737"/>
                </a:cubicBezTo>
                <a:cubicBezTo>
                  <a:pt x="149586" y="196215"/>
                  <a:pt x="163245" y="210122"/>
                  <a:pt x="179465" y="210122"/>
                </a:cubicBezTo>
                <a:cubicBezTo>
                  <a:pt x="196919" y="210122"/>
                  <a:pt x="209344" y="196215"/>
                  <a:pt x="209344" y="179737"/>
                </a:cubicBezTo>
                <a:cubicBezTo>
                  <a:pt x="209344" y="174308"/>
                  <a:pt x="207922" y="169259"/>
                  <a:pt x="205455" y="164878"/>
                </a:cubicBezTo>
                <a:cubicBezTo>
                  <a:pt x="212570" y="157734"/>
                  <a:pt x="230307" y="139922"/>
                  <a:pt x="274889" y="95155"/>
                </a:cubicBezTo>
                <a:cubicBezTo>
                  <a:pt x="277355" y="92678"/>
                  <a:pt x="277355" y="87725"/>
                  <a:pt x="274889" y="85249"/>
                </a:cubicBezTo>
                <a:close/>
                <a:moveTo>
                  <a:pt x="179465" y="194977"/>
                </a:moveTo>
                <a:cubicBezTo>
                  <a:pt x="171972" y="194977"/>
                  <a:pt x="164573" y="188690"/>
                  <a:pt x="164573" y="179737"/>
                </a:cubicBezTo>
                <a:cubicBezTo>
                  <a:pt x="164573" y="172117"/>
                  <a:pt x="172067" y="164497"/>
                  <a:pt x="179465" y="164497"/>
                </a:cubicBezTo>
                <a:cubicBezTo>
                  <a:pt x="188192" y="164497"/>
                  <a:pt x="194357" y="172117"/>
                  <a:pt x="194357" y="179737"/>
                </a:cubicBezTo>
                <a:cubicBezTo>
                  <a:pt x="194357" y="188595"/>
                  <a:pt x="188097" y="194977"/>
                  <a:pt x="179465" y="194977"/>
                </a:cubicBezTo>
                <a:close/>
                <a:moveTo>
                  <a:pt x="67442" y="179737"/>
                </a:moveTo>
                <a:lnTo>
                  <a:pt x="37752" y="179737"/>
                </a:lnTo>
                <a:cubicBezTo>
                  <a:pt x="32820" y="179737"/>
                  <a:pt x="30353" y="177165"/>
                  <a:pt x="30353" y="172117"/>
                </a:cubicBezTo>
                <a:cubicBezTo>
                  <a:pt x="30353" y="168307"/>
                  <a:pt x="32820" y="164497"/>
                  <a:pt x="37752" y="164497"/>
                </a:cubicBezTo>
                <a:lnTo>
                  <a:pt x="67442" y="164497"/>
                </a:lnTo>
                <a:cubicBezTo>
                  <a:pt x="71141" y="164497"/>
                  <a:pt x="74840" y="168307"/>
                  <a:pt x="74840" y="172117"/>
                </a:cubicBezTo>
                <a:cubicBezTo>
                  <a:pt x="74840" y="177165"/>
                  <a:pt x="71141" y="179737"/>
                  <a:pt x="67442" y="179737"/>
                </a:cubicBezTo>
                <a:close/>
                <a:moveTo>
                  <a:pt x="83662" y="219456"/>
                </a:moveTo>
                <a:cubicBezTo>
                  <a:pt x="84895" y="223266"/>
                  <a:pt x="83662" y="228314"/>
                  <a:pt x="79963" y="229552"/>
                </a:cubicBezTo>
                <a:lnTo>
                  <a:pt x="51506" y="240983"/>
                </a:lnTo>
                <a:cubicBezTo>
                  <a:pt x="51506" y="242221"/>
                  <a:pt x="50273" y="242221"/>
                  <a:pt x="49040" y="242221"/>
                </a:cubicBezTo>
                <a:cubicBezTo>
                  <a:pt x="46574" y="242221"/>
                  <a:pt x="44107" y="239649"/>
                  <a:pt x="42874" y="237173"/>
                </a:cubicBezTo>
                <a:cubicBezTo>
                  <a:pt x="40408" y="233363"/>
                  <a:pt x="42874" y="229552"/>
                  <a:pt x="46574" y="227076"/>
                </a:cubicBezTo>
                <a:lnTo>
                  <a:pt x="73797" y="215646"/>
                </a:lnTo>
                <a:cubicBezTo>
                  <a:pt x="77496" y="214408"/>
                  <a:pt x="82429" y="215646"/>
                  <a:pt x="83662" y="219456"/>
                </a:cubicBezTo>
                <a:close/>
                <a:moveTo>
                  <a:pt x="316910" y="237173"/>
                </a:moveTo>
                <a:cubicBezTo>
                  <a:pt x="315677" y="239744"/>
                  <a:pt x="313211" y="242221"/>
                  <a:pt x="310744" y="242221"/>
                </a:cubicBezTo>
                <a:cubicBezTo>
                  <a:pt x="309511" y="242221"/>
                  <a:pt x="308278" y="242221"/>
                  <a:pt x="307045" y="240983"/>
                </a:cubicBezTo>
                <a:lnTo>
                  <a:pt x="279822" y="229552"/>
                </a:lnTo>
                <a:cubicBezTo>
                  <a:pt x="276122" y="228314"/>
                  <a:pt x="274889" y="223266"/>
                  <a:pt x="276122" y="219456"/>
                </a:cubicBezTo>
                <a:cubicBezTo>
                  <a:pt x="277355" y="215646"/>
                  <a:pt x="282288" y="214408"/>
                  <a:pt x="285987" y="215646"/>
                </a:cubicBezTo>
                <a:lnTo>
                  <a:pt x="313211" y="227076"/>
                </a:lnTo>
                <a:cubicBezTo>
                  <a:pt x="316910" y="229648"/>
                  <a:pt x="319376" y="233363"/>
                  <a:pt x="316910" y="237173"/>
                </a:cubicBezTo>
                <a:close/>
                <a:moveTo>
                  <a:pt x="328672" y="172117"/>
                </a:moveTo>
                <a:cubicBezTo>
                  <a:pt x="328672" y="177165"/>
                  <a:pt x="326111" y="179737"/>
                  <a:pt x="321083" y="179737"/>
                </a:cubicBezTo>
                <a:lnTo>
                  <a:pt x="290825" y="179737"/>
                </a:lnTo>
                <a:cubicBezTo>
                  <a:pt x="287031" y="179737"/>
                  <a:pt x="283236" y="177165"/>
                  <a:pt x="283236" y="172117"/>
                </a:cubicBezTo>
                <a:cubicBezTo>
                  <a:pt x="283236" y="168307"/>
                  <a:pt x="287031" y="164497"/>
                  <a:pt x="290825" y="164497"/>
                </a:cubicBezTo>
                <a:lnTo>
                  <a:pt x="321083" y="164497"/>
                </a:lnTo>
                <a:cubicBezTo>
                  <a:pt x="326111" y="164497"/>
                  <a:pt x="328672" y="168307"/>
                  <a:pt x="328672" y="172117"/>
                </a:cubicBezTo>
                <a:close/>
                <a:moveTo>
                  <a:pt x="279822" y="129921"/>
                </a:moveTo>
                <a:lnTo>
                  <a:pt x="307045" y="118491"/>
                </a:lnTo>
                <a:cubicBezTo>
                  <a:pt x="311977" y="117253"/>
                  <a:pt x="315677" y="118491"/>
                  <a:pt x="316910" y="122301"/>
                </a:cubicBezTo>
                <a:cubicBezTo>
                  <a:pt x="319376" y="126111"/>
                  <a:pt x="316910" y="131159"/>
                  <a:pt x="313211" y="132398"/>
                </a:cubicBezTo>
                <a:lnTo>
                  <a:pt x="285987" y="143827"/>
                </a:lnTo>
                <a:cubicBezTo>
                  <a:pt x="284754" y="145066"/>
                  <a:pt x="283521" y="145066"/>
                  <a:pt x="283521" y="145066"/>
                </a:cubicBezTo>
                <a:cubicBezTo>
                  <a:pt x="279822" y="145066"/>
                  <a:pt x="277355" y="142494"/>
                  <a:pt x="276122" y="140018"/>
                </a:cubicBezTo>
                <a:cubicBezTo>
                  <a:pt x="274889" y="136208"/>
                  <a:pt x="276122" y="132398"/>
                  <a:pt x="279822" y="129921"/>
                </a:cubicBezTo>
                <a:close/>
                <a:moveTo>
                  <a:pt x="224901" y="73533"/>
                </a:moveTo>
                <a:lnTo>
                  <a:pt x="236283" y="45911"/>
                </a:lnTo>
                <a:cubicBezTo>
                  <a:pt x="237516" y="42101"/>
                  <a:pt x="242544" y="39624"/>
                  <a:pt x="246338" y="40862"/>
                </a:cubicBezTo>
                <a:cubicBezTo>
                  <a:pt x="250132" y="43339"/>
                  <a:pt x="251365" y="47149"/>
                  <a:pt x="250132" y="50864"/>
                </a:cubicBezTo>
                <a:lnTo>
                  <a:pt x="238749" y="78486"/>
                </a:lnTo>
                <a:cubicBezTo>
                  <a:pt x="237516" y="82296"/>
                  <a:pt x="234955" y="83534"/>
                  <a:pt x="231161" y="83534"/>
                </a:cubicBezTo>
                <a:lnTo>
                  <a:pt x="228600" y="83534"/>
                </a:lnTo>
                <a:cubicBezTo>
                  <a:pt x="224806" y="81058"/>
                  <a:pt x="223573" y="77248"/>
                  <a:pt x="224806" y="73533"/>
                </a:cubicBezTo>
                <a:close/>
                <a:moveTo>
                  <a:pt x="179086" y="70009"/>
                </a:moveTo>
                <a:lnTo>
                  <a:pt x="179086" y="39624"/>
                </a:lnTo>
                <a:cubicBezTo>
                  <a:pt x="179086" y="35814"/>
                  <a:pt x="182880" y="32004"/>
                  <a:pt x="186674" y="32004"/>
                </a:cubicBezTo>
                <a:cubicBezTo>
                  <a:pt x="191701" y="32004"/>
                  <a:pt x="194263" y="35814"/>
                  <a:pt x="194263" y="39624"/>
                </a:cubicBezTo>
                <a:lnTo>
                  <a:pt x="194263" y="70009"/>
                </a:lnTo>
                <a:cubicBezTo>
                  <a:pt x="194263" y="75057"/>
                  <a:pt x="191701" y="77629"/>
                  <a:pt x="186674" y="77629"/>
                </a:cubicBezTo>
                <a:cubicBezTo>
                  <a:pt x="182880" y="77629"/>
                  <a:pt x="179086" y="75057"/>
                  <a:pt x="179086" y="70009"/>
                </a:cubicBezTo>
                <a:close/>
                <a:moveTo>
                  <a:pt x="118094" y="50959"/>
                </a:moveTo>
                <a:cubicBezTo>
                  <a:pt x="116861" y="47149"/>
                  <a:pt x="118094" y="43434"/>
                  <a:pt x="123027" y="40958"/>
                </a:cubicBezTo>
                <a:cubicBezTo>
                  <a:pt x="126726" y="39719"/>
                  <a:pt x="130520" y="42196"/>
                  <a:pt x="131753" y="46006"/>
                </a:cubicBezTo>
                <a:lnTo>
                  <a:pt x="144179" y="73628"/>
                </a:lnTo>
                <a:cubicBezTo>
                  <a:pt x="145412" y="77438"/>
                  <a:pt x="142946" y="81153"/>
                  <a:pt x="139247" y="83629"/>
                </a:cubicBezTo>
                <a:lnTo>
                  <a:pt x="136781" y="83629"/>
                </a:lnTo>
                <a:cubicBezTo>
                  <a:pt x="134314" y="83629"/>
                  <a:pt x="130520" y="82391"/>
                  <a:pt x="129287" y="78581"/>
                </a:cubicBezTo>
                <a:lnTo>
                  <a:pt x="118094" y="50959"/>
                </a:lnTo>
                <a:close/>
                <a:moveTo>
                  <a:pt x="105953" y="106299"/>
                </a:moveTo>
                <a:cubicBezTo>
                  <a:pt x="104720" y="107537"/>
                  <a:pt x="102253" y="108871"/>
                  <a:pt x="101020" y="108871"/>
                </a:cubicBezTo>
                <a:cubicBezTo>
                  <a:pt x="98554" y="108871"/>
                  <a:pt x="97321" y="107633"/>
                  <a:pt x="96088" y="106299"/>
                </a:cubicBezTo>
                <a:lnTo>
                  <a:pt x="75125" y="84773"/>
                </a:lnTo>
                <a:cubicBezTo>
                  <a:pt x="71426" y="82201"/>
                  <a:pt x="71426" y="77152"/>
                  <a:pt x="75125" y="73343"/>
                </a:cubicBezTo>
                <a:cubicBezTo>
                  <a:pt x="77591" y="70771"/>
                  <a:pt x="82524" y="70771"/>
                  <a:pt x="84990" y="73343"/>
                </a:cubicBezTo>
                <a:lnTo>
                  <a:pt x="105953" y="94869"/>
                </a:lnTo>
                <a:cubicBezTo>
                  <a:pt x="108419" y="98679"/>
                  <a:pt x="108419" y="102489"/>
                  <a:pt x="105953" y="106299"/>
                </a:cubicBezTo>
                <a:close/>
                <a:moveTo>
                  <a:pt x="83662" y="140113"/>
                </a:moveTo>
                <a:cubicBezTo>
                  <a:pt x="82429" y="142685"/>
                  <a:pt x="79963" y="145161"/>
                  <a:pt x="76263" y="145161"/>
                </a:cubicBezTo>
                <a:cubicBezTo>
                  <a:pt x="76263" y="145161"/>
                  <a:pt x="75030" y="145161"/>
                  <a:pt x="73797" y="143923"/>
                </a:cubicBezTo>
                <a:lnTo>
                  <a:pt x="46574" y="132493"/>
                </a:lnTo>
                <a:cubicBezTo>
                  <a:pt x="42874" y="131254"/>
                  <a:pt x="40408" y="126206"/>
                  <a:pt x="42874" y="122396"/>
                </a:cubicBezTo>
                <a:cubicBezTo>
                  <a:pt x="44107" y="118586"/>
                  <a:pt x="47807" y="117348"/>
                  <a:pt x="51506" y="118586"/>
                </a:cubicBezTo>
                <a:lnTo>
                  <a:pt x="79963" y="130016"/>
                </a:lnTo>
                <a:cubicBezTo>
                  <a:pt x="83662" y="132588"/>
                  <a:pt x="84895" y="136303"/>
                  <a:pt x="83662" y="140113"/>
                </a:cubicBezTo>
                <a:close/>
                <a:moveTo>
                  <a:pt x="246338" y="239649"/>
                </a:moveTo>
                <a:lnTo>
                  <a:pt x="111644" y="239649"/>
                </a:lnTo>
                <a:cubicBezTo>
                  <a:pt x="107945" y="239649"/>
                  <a:pt x="104151" y="243364"/>
                  <a:pt x="104151" y="247174"/>
                </a:cubicBezTo>
                <a:lnTo>
                  <a:pt x="104151" y="292132"/>
                </a:lnTo>
                <a:cubicBezTo>
                  <a:pt x="104151" y="297085"/>
                  <a:pt x="107850" y="299657"/>
                  <a:pt x="111644" y="299657"/>
                </a:cubicBezTo>
                <a:lnTo>
                  <a:pt x="246338" y="299657"/>
                </a:lnTo>
                <a:cubicBezTo>
                  <a:pt x="251365" y="299657"/>
                  <a:pt x="253831" y="297180"/>
                  <a:pt x="253831" y="292132"/>
                </a:cubicBezTo>
                <a:lnTo>
                  <a:pt x="253831" y="247174"/>
                </a:lnTo>
                <a:cubicBezTo>
                  <a:pt x="253831" y="243459"/>
                  <a:pt x="251365" y="239649"/>
                  <a:pt x="246338" y="239649"/>
                </a:cubicBezTo>
                <a:close/>
                <a:moveTo>
                  <a:pt x="238939" y="284607"/>
                </a:moveTo>
                <a:lnTo>
                  <a:pt x="119232" y="284607"/>
                </a:lnTo>
                <a:lnTo>
                  <a:pt x="119232" y="254603"/>
                </a:lnTo>
                <a:lnTo>
                  <a:pt x="238939" y="254603"/>
                </a:lnTo>
                <a:lnTo>
                  <a:pt x="238939" y="28460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3" name="Graphic 198">
            <a:extLst>
              <a:ext uri="{FF2B5EF4-FFF2-40B4-BE49-F238E27FC236}">
                <a16:creationId xmlns:a16="http://schemas.microsoft.com/office/drawing/2014/main" id="{6BE800AE-C713-0C64-2B75-FC558D876494}"/>
              </a:ext>
            </a:extLst>
          </p:cNvPr>
          <p:cNvSpPr/>
          <p:nvPr/>
        </p:nvSpPr>
        <p:spPr>
          <a:xfrm>
            <a:off x="1316592" y="3474920"/>
            <a:ext cx="474980" cy="476960"/>
          </a:xfrm>
          <a:custGeom>
            <a:avLst/>
            <a:gdLst>
              <a:gd name="connsiteX0" fmla="*/ 179086 w 358171"/>
              <a:gd name="connsiteY0" fmla="*/ 0 h 359664"/>
              <a:gd name="connsiteX1" fmla="*/ 0 w 358171"/>
              <a:gd name="connsiteY1" fmla="*/ 179832 h 359664"/>
              <a:gd name="connsiteX2" fmla="*/ 179086 w 358171"/>
              <a:gd name="connsiteY2" fmla="*/ 359664 h 359664"/>
              <a:gd name="connsiteX3" fmla="*/ 358172 w 358171"/>
              <a:gd name="connsiteY3" fmla="*/ 179832 h 359664"/>
              <a:gd name="connsiteX4" fmla="*/ 179086 w 358171"/>
              <a:gd name="connsiteY4" fmla="*/ 0 h 359664"/>
              <a:gd name="connsiteX5" fmla="*/ 179086 w 358171"/>
              <a:gd name="connsiteY5" fmla="*/ 344519 h 359664"/>
              <a:gd name="connsiteX6" fmla="*/ 14987 w 358171"/>
              <a:gd name="connsiteY6" fmla="*/ 179737 h 359664"/>
              <a:gd name="connsiteX7" fmla="*/ 179086 w 358171"/>
              <a:gd name="connsiteY7" fmla="*/ 14954 h 359664"/>
              <a:gd name="connsiteX8" fmla="*/ 343185 w 358171"/>
              <a:gd name="connsiteY8" fmla="*/ 179737 h 359664"/>
              <a:gd name="connsiteX9" fmla="*/ 179086 w 358171"/>
              <a:gd name="connsiteY9" fmla="*/ 344519 h 359664"/>
              <a:gd name="connsiteX10" fmla="*/ 274889 w 358171"/>
              <a:gd name="connsiteY10" fmla="*/ 85154 h 359664"/>
              <a:gd name="connsiteX11" fmla="*/ 263791 w 358171"/>
              <a:gd name="connsiteY11" fmla="*/ 85154 h 359664"/>
              <a:gd name="connsiteX12" fmla="*/ 195306 w 358171"/>
              <a:gd name="connsiteY12" fmla="*/ 153924 h 359664"/>
              <a:gd name="connsiteX13" fmla="*/ 179465 w 358171"/>
              <a:gd name="connsiteY13" fmla="*/ 149352 h 359664"/>
              <a:gd name="connsiteX14" fmla="*/ 149586 w 358171"/>
              <a:gd name="connsiteY14" fmla="*/ 179737 h 359664"/>
              <a:gd name="connsiteX15" fmla="*/ 179465 w 358171"/>
              <a:gd name="connsiteY15" fmla="*/ 210122 h 359664"/>
              <a:gd name="connsiteX16" fmla="*/ 209344 w 358171"/>
              <a:gd name="connsiteY16" fmla="*/ 179737 h 359664"/>
              <a:gd name="connsiteX17" fmla="*/ 205455 w 358171"/>
              <a:gd name="connsiteY17" fmla="*/ 164878 h 359664"/>
              <a:gd name="connsiteX18" fmla="*/ 274889 w 358171"/>
              <a:gd name="connsiteY18" fmla="*/ 95155 h 359664"/>
              <a:gd name="connsiteX19" fmla="*/ 274889 w 358171"/>
              <a:gd name="connsiteY19" fmla="*/ 85249 h 359664"/>
              <a:gd name="connsiteX20" fmla="*/ 179465 w 358171"/>
              <a:gd name="connsiteY20" fmla="*/ 194977 h 359664"/>
              <a:gd name="connsiteX21" fmla="*/ 164573 w 358171"/>
              <a:gd name="connsiteY21" fmla="*/ 179737 h 359664"/>
              <a:gd name="connsiteX22" fmla="*/ 179465 w 358171"/>
              <a:gd name="connsiteY22" fmla="*/ 164497 h 359664"/>
              <a:gd name="connsiteX23" fmla="*/ 194357 w 358171"/>
              <a:gd name="connsiteY23" fmla="*/ 179737 h 359664"/>
              <a:gd name="connsiteX24" fmla="*/ 179465 w 358171"/>
              <a:gd name="connsiteY24" fmla="*/ 194977 h 359664"/>
              <a:gd name="connsiteX25" fmla="*/ 67442 w 358171"/>
              <a:gd name="connsiteY25" fmla="*/ 179737 h 359664"/>
              <a:gd name="connsiteX26" fmla="*/ 37752 w 358171"/>
              <a:gd name="connsiteY26" fmla="*/ 179737 h 359664"/>
              <a:gd name="connsiteX27" fmla="*/ 30353 w 358171"/>
              <a:gd name="connsiteY27" fmla="*/ 172117 h 359664"/>
              <a:gd name="connsiteX28" fmla="*/ 37752 w 358171"/>
              <a:gd name="connsiteY28" fmla="*/ 164497 h 359664"/>
              <a:gd name="connsiteX29" fmla="*/ 67442 w 358171"/>
              <a:gd name="connsiteY29" fmla="*/ 164497 h 359664"/>
              <a:gd name="connsiteX30" fmla="*/ 74840 w 358171"/>
              <a:gd name="connsiteY30" fmla="*/ 172117 h 359664"/>
              <a:gd name="connsiteX31" fmla="*/ 67442 w 358171"/>
              <a:gd name="connsiteY31" fmla="*/ 179737 h 359664"/>
              <a:gd name="connsiteX32" fmla="*/ 83662 w 358171"/>
              <a:gd name="connsiteY32" fmla="*/ 219456 h 359664"/>
              <a:gd name="connsiteX33" fmla="*/ 79963 w 358171"/>
              <a:gd name="connsiteY33" fmla="*/ 229552 h 359664"/>
              <a:gd name="connsiteX34" fmla="*/ 51506 w 358171"/>
              <a:gd name="connsiteY34" fmla="*/ 240983 h 359664"/>
              <a:gd name="connsiteX35" fmla="*/ 49040 w 358171"/>
              <a:gd name="connsiteY35" fmla="*/ 242221 h 359664"/>
              <a:gd name="connsiteX36" fmla="*/ 42874 w 358171"/>
              <a:gd name="connsiteY36" fmla="*/ 237173 h 359664"/>
              <a:gd name="connsiteX37" fmla="*/ 46574 w 358171"/>
              <a:gd name="connsiteY37" fmla="*/ 227076 h 359664"/>
              <a:gd name="connsiteX38" fmla="*/ 73797 w 358171"/>
              <a:gd name="connsiteY38" fmla="*/ 215646 h 359664"/>
              <a:gd name="connsiteX39" fmla="*/ 83662 w 358171"/>
              <a:gd name="connsiteY39" fmla="*/ 219456 h 359664"/>
              <a:gd name="connsiteX40" fmla="*/ 316910 w 358171"/>
              <a:gd name="connsiteY40" fmla="*/ 237173 h 359664"/>
              <a:gd name="connsiteX41" fmla="*/ 310744 w 358171"/>
              <a:gd name="connsiteY41" fmla="*/ 242221 h 359664"/>
              <a:gd name="connsiteX42" fmla="*/ 307045 w 358171"/>
              <a:gd name="connsiteY42" fmla="*/ 240983 h 359664"/>
              <a:gd name="connsiteX43" fmla="*/ 279822 w 358171"/>
              <a:gd name="connsiteY43" fmla="*/ 229552 h 359664"/>
              <a:gd name="connsiteX44" fmla="*/ 276122 w 358171"/>
              <a:gd name="connsiteY44" fmla="*/ 219456 h 359664"/>
              <a:gd name="connsiteX45" fmla="*/ 285987 w 358171"/>
              <a:gd name="connsiteY45" fmla="*/ 215646 h 359664"/>
              <a:gd name="connsiteX46" fmla="*/ 313211 w 358171"/>
              <a:gd name="connsiteY46" fmla="*/ 227076 h 359664"/>
              <a:gd name="connsiteX47" fmla="*/ 316910 w 358171"/>
              <a:gd name="connsiteY47" fmla="*/ 237173 h 359664"/>
              <a:gd name="connsiteX48" fmla="*/ 328672 w 358171"/>
              <a:gd name="connsiteY48" fmla="*/ 172117 h 359664"/>
              <a:gd name="connsiteX49" fmla="*/ 321083 w 358171"/>
              <a:gd name="connsiteY49" fmla="*/ 179737 h 359664"/>
              <a:gd name="connsiteX50" fmla="*/ 290825 w 358171"/>
              <a:gd name="connsiteY50" fmla="*/ 179737 h 359664"/>
              <a:gd name="connsiteX51" fmla="*/ 283236 w 358171"/>
              <a:gd name="connsiteY51" fmla="*/ 172117 h 359664"/>
              <a:gd name="connsiteX52" fmla="*/ 290825 w 358171"/>
              <a:gd name="connsiteY52" fmla="*/ 164497 h 359664"/>
              <a:gd name="connsiteX53" fmla="*/ 321083 w 358171"/>
              <a:gd name="connsiteY53" fmla="*/ 164497 h 359664"/>
              <a:gd name="connsiteX54" fmla="*/ 328672 w 358171"/>
              <a:gd name="connsiteY54" fmla="*/ 172117 h 359664"/>
              <a:gd name="connsiteX55" fmla="*/ 279822 w 358171"/>
              <a:gd name="connsiteY55" fmla="*/ 129921 h 359664"/>
              <a:gd name="connsiteX56" fmla="*/ 307045 w 358171"/>
              <a:gd name="connsiteY56" fmla="*/ 118491 h 359664"/>
              <a:gd name="connsiteX57" fmla="*/ 316910 w 358171"/>
              <a:gd name="connsiteY57" fmla="*/ 122301 h 359664"/>
              <a:gd name="connsiteX58" fmla="*/ 313211 w 358171"/>
              <a:gd name="connsiteY58" fmla="*/ 132398 h 359664"/>
              <a:gd name="connsiteX59" fmla="*/ 285987 w 358171"/>
              <a:gd name="connsiteY59" fmla="*/ 143827 h 359664"/>
              <a:gd name="connsiteX60" fmla="*/ 283521 w 358171"/>
              <a:gd name="connsiteY60" fmla="*/ 145066 h 359664"/>
              <a:gd name="connsiteX61" fmla="*/ 276122 w 358171"/>
              <a:gd name="connsiteY61" fmla="*/ 140018 h 359664"/>
              <a:gd name="connsiteX62" fmla="*/ 279822 w 358171"/>
              <a:gd name="connsiteY62" fmla="*/ 129921 h 359664"/>
              <a:gd name="connsiteX63" fmla="*/ 224901 w 358171"/>
              <a:gd name="connsiteY63" fmla="*/ 73533 h 359664"/>
              <a:gd name="connsiteX64" fmla="*/ 236283 w 358171"/>
              <a:gd name="connsiteY64" fmla="*/ 45911 h 359664"/>
              <a:gd name="connsiteX65" fmla="*/ 246338 w 358171"/>
              <a:gd name="connsiteY65" fmla="*/ 40862 h 359664"/>
              <a:gd name="connsiteX66" fmla="*/ 250132 w 358171"/>
              <a:gd name="connsiteY66" fmla="*/ 50864 h 359664"/>
              <a:gd name="connsiteX67" fmla="*/ 238749 w 358171"/>
              <a:gd name="connsiteY67" fmla="*/ 78486 h 359664"/>
              <a:gd name="connsiteX68" fmla="*/ 231161 w 358171"/>
              <a:gd name="connsiteY68" fmla="*/ 83534 h 359664"/>
              <a:gd name="connsiteX69" fmla="*/ 228600 w 358171"/>
              <a:gd name="connsiteY69" fmla="*/ 83534 h 359664"/>
              <a:gd name="connsiteX70" fmla="*/ 224806 w 358171"/>
              <a:gd name="connsiteY70" fmla="*/ 73533 h 359664"/>
              <a:gd name="connsiteX71" fmla="*/ 179086 w 358171"/>
              <a:gd name="connsiteY71" fmla="*/ 70009 h 359664"/>
              <a:gd name="connsiteX72" fmla="*/ 179086 w 358171"/>
              <a:gd name="connsiteY72" fmla="*/ 39624 h 359664"/>
              <a:gd name="connsiteX73" fmla="*/ 186674 w 358171"/>
              <a:gd name="connsiteY73" fmla="*/ 32004 h 359664"/>
              <a:gd name="connsiteX74" fmla="*/ 194263 w 358171"/>
              <a:gd name="connsiteY74" fmla="*/ 39624 h 359664"/>
              <a:gd name="connsiteX75" fmla="*/ 194263 w 358171"/>
              <a:gd name="connsiteY75" fmla="*/ 70009 h 359664"/>
              <a:gd name="connsiteX76" fmla="*/ 186674 w 358171"/>
              <a:gd name="connsiteY76" fmla="*/ 77629 h 359664"/>
              <a:gd name="connsiteX77" fmla="*/ 179086 w 358171"/>
              <a:gd name="connsiteY77" fmla="*/ 70009 h 359664"/>
              <a:gd name="connsiteX78" fmla="*/ 118094 w 358171"/>
              <a:gd name="connsiteY78" fmla="*/ 50959 h 359664"/>
              <a:gd name="connsiteX79" fmla="*/ 123027 w 358171"/>
              <a:gd name="connsiteY79" fmla="*/ 40958 h 359664"/>
              <a:gd name="connsiteX80" fmla="*/ 131753 w 358171"/>
              <a:gd name="connsiteY80" fmla="*/ 46006 h 359664"/>
              <a:gd name="connsiteX81" fmla="*/ 144179 w 358171"/>
              <a:gd name="connsiteY81" fmla="*/ 73628 h 359664"/>
              <a:gd name="connsiteX82" fmla="*/ 139247 w 358171"/>
              <a:gd name="connsiteY82" fmla="*/ 83629 h 359664"/>
              <a:gd name="connsiteX83" fmla="*/ 136781 w 358171"/>
              <a:gd name="connsiteY83" fmla="*/ 83629 h 359664"/>
              <a:gd name="connsiteX84" fmla="*/ 129287 w 358171"/>
              <a:gd name="connsiteY84" fmla="*/ 78581 h 359664"/>
              <a:gd name="connsiteX85" fmla="*/ 118094 w 358171"/>
              <a:gd name="connsiteY85" fmla="*/ 50959 h 359664"/>
              <a:gd name="connsiteX86" fmla="*/ 105953 w 358171"/>
              <a:gd name="connsiteY86" fmla="*/ 106299 h 359664"/>
              <a:gd name="connsiteX87" fmla="*/ 101020 w 358171"/>
              <a:gd name="connsiteY87" fmla="*/ 108871 h 359664"/>
              <a:gd name="connsiteX88" fmla="*/ 96088 w 358171"/>
              <a:gd name="connsiteY88" fmla="*/ 106299 h 359664"/>
              <a:gd name="connsiteX89" fmla="*/ 75125 w 358171"/>
              <a:gd name="connsiteY89" fmla="*/ 84773 h 359664"/>
              <a:gd name="connsiteX90" fmla="*/ 75125 w 358171"/>
              <a:gd name="connsiteY90" fmla="*/ 73343 h 359664"/>
              <a:gd name="connsiteX91" fmla="*/ 84990 w 358171"/>
              <a:gd name="connsiteY91" fmla="*/ 73343 h 359664"/>
              <a:gd name="connsiteX92" fmla="*/ 105953 w 358171"/>
              <a:gd name="connsiteY92" fmla="*/ 94869 h 359664"/>
              <a:gd name="connsiteX93" fmla="*/ 105953 w 358171"/>
              <a:gd name="connsiteY93" fmla="*/ 106299 h 359664"/>
              <a:gd name="connsiteX94" fmla="*/ 83662 w 358171"/>
              <a:gd name="connsiteY94" fmla="*/ 140113 h 359664"/>
              <a:gd name="connsiteX95" fmla="*/ 76263 w 358171"/>
              <a:gd name="connsiteY95" fmla="*/ 145161 h 359664"/>
              <a:gd name="connsiteX96" fmla="*/ 73797 w 358171"/>
              <a:gd name="connsiteY96" fmla="*/ 143923 h 359664"/>
              <a:gd name="connsiteX97" fmla="*/ 46574 w 358171"/>
              <a:gd name="connsiteY97" fmla="*/ 132493 h 359664"/>
              <a:gd name="connsiteX98" fmla="*/ 42874 w 358171"/>
              <a:gd name="connsiteY98" fmla="*/ 122396 h 359664"/>
              <a:gd name="connsiteX99" fmla="*/ 51506 w 358171"/>
              <a:gd name="connsiteY99" fmla="*/ 118586 h 359664"/>
              <a:gd name="connsiteX100" fmla="*/ 79963 w 358171"/>
              <a:gd name="connsiteY100" fmla="*/ 130016 h 359664"/>
              <a:gd name="connsiteX101" fmla="*/ 83662 w 358171"/>
              <a:gd name="connsiteY101" fmla="*/ 140113 h 359664"/>
              <a:gd name="connsiteX102" fmla="*/ 246338 w 358171"/>
              <a:gd name="connsiteY102" fmla="*/ 239649 h 359664"/>
              <a:gd name="connsiteX103" fmla="*/ 111644 w 358171"/>
              <a:gd name="connsiteY103" fmla="*/ 239649 h 359664"/>
              <a:gd name="connsiteX104" fmla="*/ 104151 w 358171"/>
              <a:gd name="connsiteY104" fmla="*/ 247174 h 359664"/>
              <a:gd name="connsiteX105" fmla="*/ 104151 w 358171"/>
              <a:gd name="connsiteY105" fmla="*/ 292132 h 359664"/>
              <a:gd name="connsiteX106" fmla="*/ 111644 w 358171"/>
              <a:gd name="connsiteY106" fmla="*/ 299657 h 359664"/>
              <a:gd name="connsiteX107" fmla="*/ 246338 w 358171"/>
              <a:gd name="connsiteY107" fmla="*/ 299657 h 359664"/>
              <a:gd name="connsiteX108" fmla="*/ 253831 w 358171"/>
              <a:gd name="connsiteY108" fmla="*/ 292132 h 359664"/>
              <a:gd name="connsiteX109" fmla="*/ 253831 w 358171"/>
              <a:gd name="connsiteY109" fmla="*/ 247174 h 359664"/>
              <a:gd name="connsiteX110" fmla="*/ 246338 w 358171"/>
              <a:gd name="connsiteY110" fmla="*/ 239649 h 359664"/>
              <a:gd name="connsiteX111" fmla="*/ 238939 w 358171"/>
              <a:gd name="connsiteY111" fmla="*/ 284607 h 359664"/>
              <a:gd name="connsiteX112" fmla="*/ 119232 w 358171"/>
              <a:gd name="connsiteY112" fmla="*/ 284607 h 359664"/>
              <a:gd name="connsiteX113" fmla="*/ 119232 w 358171"/>
              <a:gd name="connsiteY113" fmla="*/ 254603 h 359664"/>
              <a:gd name="connsiteX114" fmla="*/ 238939 w 358171"/>
              <a:gd name="connsiteY114" fmla="*/ 254603 h 359664"/>
              <a:gd name="connsiteX115" fmla="*/ 238939 w 358171"/>
              <a:gd name="connsiteY115" fmla="*/ 284607 h 359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58171" h="359664">
                <a:moveTo>
                  <a:pt x="179086" y="0"/>
                </a:moveTo>
                <a:cubicBezTo>
                  <a:pt x="80816" y="0"/>
                  <a:pt x="0" y="81153"/>
                  <a:pt x="0" y="179832"/>
                </a:cubicBezTo>
                <a:cubicBezTo>
                  <a:pt x="0" y="278511"/>
                  <a:pt x="80816" y="359664"/>
                  <a:pt x="179086" y="359664"/>
                </a:cubicBezTo>
                <a:cubicBezTo>
                  <a:pt x="277355" y="359664"/>
                  <a:pt x="358172" y="279749"/>
                  <a:pt x="358172" y="179832"/>
                </a:cubicBezTo>
                <a:cubicBezTo>
                  <a:pt x="358172" y="79915"/>
                  <a:pt x="278588" y="0"/>
                  <a:pt x="179086" y="0"/>
                </a:cubicBezTo>
                <a:close/>
                <a:moveTo>
                  <a:pt x="179086" y="344519"/>
                </a:moveTo>
                <a:cubicBezTo>
                  <a:pt x="89543" y="344519"/>
                  <a:pt x="14987" y="270891"/>
                  <a:pt x="14987" y="179737"/>
                </a:cubicBezTo>
                <a:cubicBezTo>
                  <a:pt x="14987" y="88583"/>
                  <a:pt x="89543" y="14954"/>
                  <a:pt x="179086" y="14954"/>
                </a:cubicBezTo>
                <a:cubicBezTo>
                  <a:pt x="268629" y="14954"/>
                  <a:pt x="343185" y="88583"/>
                  <a:pt x="343185" y="179737"/>
                </a:cubicBezTo>
                <a:cubicBezTo>
                  <a:pt x="343185" y="270891"/>
                  <a:pt x="269862" y="344519"/>
                  <a:pt x="179086" y="344519"/>
                </a:cubicBezTo>
                <a:close/>
                <a:moveTo>
                  <a:pt x="274889" y="85154"/>
                </a:moveTo>
                <a:cubicBezTo>
                  <a:pt x="271190" y="82677"/>
                  <a:pt x="267490" y="82677"/>
                  <a:pt x="263791" y="85154"/>
                </a:cubicBezTo>
                <a:cubicBezTo>
                  <a:pt x="263791" y="85154"/>
                  <a:pt x="263601" y="85344"/>
                  <a:pt x="195306" y="153924"/>
                </a:cubicBezTo>
                <a:cubicBezTo>
                  <a:pt x="190753" y="151067"/>
                  <a:pt x="185441" y="149352"/>
                  <a:pt x="179465" y="149352"/>
                </a:cubicBezTo>
                <a:cubicBezTo>
                  <a:pt x="163340" y="149352"/>
                  <a:pt x="149586" y="163259"/>
                  <a:pt x="149586" y="179737"/>
                </a:cubicBezTo>
                <a:cubicBezTo>
                  <a:pt x="149586" y="196215"/>
                  <a:pt x="163245" y="210122"/>
                  <a:pt x="179465" y="210122"/>
                </a:cubicBezTo>
                <a:cubicBezTo>
                  <a:pt x="196919" y="210122"/>
                  <a:pt x="209344" y="196215"/>
                  <a:pt x="209344" y="179737"/>
                </a:cubicBezTo>
                <a:cubicBezTo>
                  <a:pt x="209344" y="174308"/>
                  <a:pt x="207922" y="169259"/>
                  <a:pt x="205455" y="164878"/>
                </a:cubicBezTo>
                <a:cubicBezTo>
                  <a:pt x="212570" y="157734"/>
                  <a:pt x="230307" y="139922"/>
                  <a:pt x="274889" y="95155"/>
                </a:cubicBezTo>
                <a:cubicBezTo>
                  <a:pt x="277355" y="92678"/>
                  <a:pt x="277355" y="87725"/>
                  <a:pt x="274889" y="85249"/>
                </a:cubicBezTo>
                <a:close/>
                <a:moveTo>
                  <a:pt x="179465" y="194977"/>
                </a:moveTo>
                <a:cubicBezTo>
                  <a:pt x="171972" y="194977"/>
                  <a:pt x="164573" y="188690"/>
                  <a:pt x="164573" y="179737"/>
                </a:cubicBezTo>
                <a:cubicBezTo>
                  <a:pt x="164573" y="172117"/>
                  <a:pt x="172067" y="164497"/>
                  <a:pt x="179465" y="164497"/>
                </a:cubicBezTo>
                <a:cubicBezTo>
                  <a:pt x="188192" y="164497"/>
                  <a:pt x="194357" y="172117"/>
                  <a:pt x="194357" y="179737"/>
                </a:cubicBezTo>
                <a:cubicBezTo>
                  <a:pt x="194357" y="188595"/>
                  <a:pt x="188097" y="194977"/>
                  <a:pt x="179465" y="194977"/>
                </a:cubicBezTo>
                <a:close/>
                <a:moveTo>
                  <a:pt x="67442" y="179737"/>
                </a:moveTo>
                <a:lnTo>
                  <a:pt x="37752" y="179737"/>
                </a:lnTo>
                <a:cubicBezTo>
                  <a:pt x="32820" y="179737"/>
                  <a:pt x="30353" y="177165"/>
                  <a:pt x="30353" y="172117"/>
                </a:cubicBezTo>
                <a:cubicBezTo>
                  <a:pt x="30353" y="168307"/>
                  <a:pt x="32820" y="164497"/>
                  <a:pt x="37752" y="164497"/>
                </a:cubicBezTo>
                <a:lnTo>
                  <a:pt x="67442" y="164497"/>
                </a:lnTo>
                <a:cubicBezTo>
                  <a:pt x="71141" y="164497"/>
                  <a:pt x="74840" y="168307"/>
                  <a:pt x="74840" y="172117"/>
                </a:cubicBezTo>
                <a:cubicBezTo>
                  <a:pt x="74840" y="177165"/>
                  <a:pt x="71141" y="179737"/>
                  <a:pt x="67442" y="179737"/>
                </a:cubicBezTo>
                <a:close/>
                <a:moveTo>
                  <a:pt x="83662" y="219456"/>
                </a:moveTo>
                <a:cubicBezTo>
                  <a:pt x="84895" y="223266"/>
                  <a:pt x="83662" y="228314"/>
                  <a:pt x="79963" y="229552"/>
                </a:cubicBezTo>
                <a:lnTo>
                  <a:pt x="51506" y="240983"/>
                </a:lnTo>
                <a:cubicBezTo>
                  <a:pt x="51506" y="242221"/>
                  <a:pt x="50273" y="242221"/>
                  <a:pt x="49040" y="242221"/>
                </a:cubicBezTo>
                <a:cubicBezTo>
                  <a:pt x="46574" y="242221"/>
                  <a:pt x="44107" y="239649"/>
                  <a:pt x="42874" y="237173"/>
                </a:cubicBezTo>
                <a:cubicBezTo>
                  <a:pt x="40408" y="233363"/>
                  <a:pt x="42874" y="229552"/>
                  <a:pt x="46574" y="227076"/>
                </a:cubicBezTo>
                <a:lnTo>
                  <a:pt x="73797" y="215646"/>
                </a:lnTo>
                <a:cubicBezTo>
                  <a:pt x="77496" y="214408"/>
                  <a:pt x="82429" y="215646"/>
                  <a:pt x="83662" y="219456"/>
                </a:cubicBezTo>
                <a:close/>
                <a:moveTo>
                  <a:pt x="316910" y="237173"/>
                </a:moveTo>
                <a:cubicBezTo>
                  <a:pt x="315677" y="239744"/>
                  <a:pt x="313211" y="242221"/>
                  <a:pt x="310744" y="242221"/>
                </a:cubicBezTo>
                <a:cubicBezTo>
                  <a:pt x="309511" y="242221"/>
                  <a:pt x="308278" y="242221"/>
                  <a:pt x="307045" y="240983"/>
                </a:cubicBezTo>
                <a:lnTo>
                  <a:pt x="279822" y="229552"/>
                </a:lnTo>
                <a:cubicBezTo>
                  <a:pt x="276122" y="228314"/>
                  <a:pt x="274889" y="223266"/>
                  <a:pt x="276122" y="219456"/>
                </a:cubicBezTo>
                <a:cubicBezTo>
                  <a:pt x="277355" y="215646"/>
                  <a:pt x="282288" y="214408"/>
                  <a:pt x="285987" y="215646"/>
                </a:cubicBezTo>
                <a:lnTo>
                  <a:pt x="313211" y="227076"/>
                </a:lnTo>
                <a:cubicBezTo>
                  <a:pt x="316910" y="229648"/>
                  <a:pt x="319376" y="233363"/>
                  <a:pt x="316910" y="237173"/>
                </a:cubicBezTo>
                <a:close/>
                <a:moveTo>
                  <a:pt x="328672" y="172117"/>
                </a:moveTo>
                <a:cubicBezTo>
                  <a:pt x="328672" y="177165"/>
                  <a:pt x="326111" y="179737"/>
                  <a:pt x="321083" y="179737"/>
                </a:cubicBezTo>
                <a:lnTo>
                  <a:pt x="290825" y="179737"/>
                </a:lnTo>
                <a:cubicBezTo>
                  <a:pt x="287031" y="179737"/>
                  <a:pt x="283236" y="177165"/>
                  <a:pt x="283236" y="172117"/>
                </a:cubicBezTo>
                <a:cubicBezTo>
                  <a:pt x="283236" y="168307"/>
                  <a:pt x="287031" y="164497"/>
                  <a:pt x="290825" y="164497"/>
                </a:cubicBezTo>
                <a:lnTo>
                  <a:pt x="321083" y="164497"/>
                </a:lnTo>
                <a:cubicBezTo>
                  <a:pt x="326111" y="164497"/>
                  <a:pt x="328672" y="168307"/>
                  <a:pt x="328672" y="172117"/>
                </a:cubicBezTo>
                <a:close/>
                <a:moveTo>
                  <a:pt x="279822" y="129921"/>
                </a:moveTo>
                <a:lnTo>
                  <a:pt x="307045" y="118491"/>
                </a:lnTo>
                <a:cubicBezTo>
                  <a:pt x="311977" y="117253"/>
                  <a:pt x="315677" y="118491"/>
                  <a:pt x="316910" y="122301"/>
                </a:cubicBezTo>
                <a:cubicBezTo>
                  <a:pt x="319376" y="126111"/>
                  <a:pt x="316910" y="131159"/>
                  <a:pt x="313211" y="132398"/>
                </a:cubicBezTo>
                <a:lnTo>
                  <a:pt x="285987" y="143827"/>
                </a:lnTo>
                <a:cubicBezTo>
                  <a:pt x="284754" y="145066"/>
                  <a:pt x="283521" y="145066"/>
                  <a:pt x="283521" y="145066"/>
                </a:cubicBezTo>
                <a:cubicBezTo>
                  <a:pt x="279822" y="145066"/>
                  <a:pt x="277355" y="142494"/>
                  <a:pt x="276122" y="140018"/>
                </a:cubicBezTo>
                <a:cubicBezTo>
                  <a:pt x="274889" y="136208"/>
                  <a:pt x="276122" y="132398"/>
                  <a:pt x="279822" y="129921"/>
                </a:cubicBezTo>
                <a:close/>
                <a:moveTo>
                  <a:pt x="224901" y="73533"/>
                </a:moveTo>
                <a:lnTo>
                  <a:pt x="236283" y="45911"/>
                </a:lnTo>
                <a:cubicBezTo>
                  <a:pt x="237516" y="42101"/>
                  <a:pt x="242544" y="39624"/>
                  <a:pt x="246338" y="40862"/>
                </a:cubicBezTo>
                <a:cubicBezTo>
                  <a:pt x="250132" y="43339"/>
                  <a:pt x="251365" y="47149"/>
                  <a:pt x="250132" y="50864"/>
                </a:cubicBezTo>
                <a:lnTo>
                  <a:pt x="238749" y="78486"/>
                </a:lnTo>
                <a:cubicBezTo>
                  <a:pt x="237516" y="82296"/>
                  <a:pt x="234955" y="83534"/>
                  <a:pt x="231161" y="83534"/>
                </a:cubicBezTo>
                <a:lnTo>
                  <a:pt x="228600" y="83534"/>
                </a:lnTo>
                <a:cubicBezTo>
                  <a:pt x="224806" y="81058"/>
                  <a:pt x="223573" y="77248"/>
                  <a:pt x="224806" y="73533"/>
                </a:cubicBezTo>
                <a:close/>
                <a:moveTo>
                  <a:pt x="179086" y="70009"/>
                </a:moveTo>
                <a:lnTo>
                  <a:pt x="179086" y="39624"/>
                </a:lnTo>
                <a:cubicBezTo>
                  <a:pt x="179086" y="35814"/>
                  <a:pt x="182880" y="32004"/>
                  <a:pt x="186674" y="32004"/>
                </a:cubicBezTo>
                <a:cubicBezTo>
                  <a:pt x="191701" y="32004"/>
                  <a:pt x="194263" y="35814"/>
                  <a:pt x="194263" y="39624"/>
                </a:cubicBezTo>
                <a:lnTo>
                  <a:pt x="194263" y="70009"/>
                </a:lnTo>
                <a:cubicBezTo>
                  <a:pt x="194263" y="75057"/>
                  <a:pt x="191701" y="77629"/>
                  <a:pt x="186674" y="77629"/>
                </a:cubicBezTo>
                <a:cubicBezTo>
                  <a:pt x="182880" y="77629"/>
                  <a:pt x="179086" y="75057"/>
                  <a:pt x="179086" y="70009"/>
                </a:cubicBezTo>
                <a:close/>
                <a:moveTo>
                  <a:pt x="118094" y="50959"/>
                </a:moveTo>
                <a:cubicBezTo>
                  <a:pt x="116861" y="47149"/>
                  <a:pt x="118094" y="43434"/>
                  <a:pt x="123027" y="40958"/>
                </a:cubicBezTo>
                <a:cubicBezTo>
                  <a:pt x="126726" y="39719"/>
                  <a:pt x="130520" y="42196"/>
                  <a:pt x="131753" y="46006"/>
                </a:cubicBezTo>
                <a:lnTo>
                  <a:pt x="144179" y="73628"/>
                </a:lnTo>
                <a:cubicBezTo>
                  <a:pt x="145412" y="77438"/>
                  <a:pt x="142946" y="81153"/>
                  <a:pt x="139247" y="83629"/>
                </a:cubicBezTo>
                <a:lnTo>
                  <a:pt x="136781" y="83629"/>
                </a:lnTo>
                <a:cubicBezTo>
                  <a:pt x="134314" y="83629"/>
                  <a:pt x="130520" y="82391"/>
                  <a:pt x="129287" y="78581"/>
                </a:cubicBezTo>
                <a:lnTo>
                  <a:pt x="118094" y="50959"/>
                </a:lnTo>
                <a:close/>
                <a:moveTo>
                  <a:pt x="105953" y="106299"/>
                </a:moveTo>
                <a:cubicBezTo>
                  <a:pt x="104720" y="107537"/>
                  <a:pt x="102253" y="108871"/>
                  <a:pt x="101020" y="108871"/>
                </a:cubicBezTo>
                <a:cubicBezTo>
                  <a:pt x="98554" y="108871"/>
                  <a:pt x="97321" y="107633"/>
                  <a:pt x="96088" y="106299"/>
                </a:cubicBezTo>
                <a:lnTo>
                  <a:pt x="75125" y="84773"/>
                </a:lnTo>
                <a:cubicBezTo>
                  <a:pt x="71426" y="82201"/>
                  <a:pt x="71426" y="77152"/>
                  <a:pt x="75125" y="73343"/>
                </a:cubicBezTo>
                <a:cubicBezTo>
                  <a:pt x="77591" y="70771"/>
                  <a:pt x="82524" y="70771"/>
                  <a:pt x="84990" y="73343"/>
                </a:cubicBezTo>
                <a:lnTo>
                  <a:pt x="105953" y="94869"/>
                </a:lnTo>
                <a:cubicBezTo>
                  <a:pt x="108419" y="98679"/>
                  <a:pt x="108419" y="102489"/>
                  <a:pt x="105953" y="106299"/>
                </a:cubicBezTo>
                <a:close/>
                <a:moveTo>
                  <a:pt x="83662" y="140113"/>
                </a:moveTo>
                <a:cubicBezTo>
                  <a:pt x="82429" y="142685"/>
                  <a:pt x="79963" y="145161"/>
                  <a:pt x="76263" y="145161"/>
                </a:cubicBezTo>
                <a:cubicBezTo>
                  <a:pt x="76263" y="145161"/>
                  <a:pt x="75030" y="145161"/>
                  <a:pt x="73797" y="143923"/>
                </a:cubicBezTo>
                <a:lnTo>
                  <a:pt x="46574" y="132493"/>
                </a:lnTo>
                <a:cubicBezTo>
                  <a:pt x="42874" y="131254"/>
                  <a:pt x="40408" y="126206"/>
                  <a:pt x="42874" y="122396"/>
                </a:cubicBezTo>
                <a:cubicBezTo>
                  <a:pt x="44107" y="118586"/>
                  <a:pt x="47807" y="117348"/>
                  <a:pt x="51506" y="118586"/>
                </a:cubicBezTo>
                <a:lnTo>
                  <a:pt x="79963" y="130016"/>
                </a:lnTo>
                <a:cubicBezTo>
                  <a:pt x="83662" y="132588"/>
                  <a:pt x="84895" y="136303"/>
                  <a:pt x="83662" y="140113"/>
                </a:cubicBezTo>
                <a:close/>
                <a:moveTo>
                  <a:pt x="246338" y="239649"/>
                </a:moveTo>
                <a:lnTo>
                  <a:pt x="111644" y="239649"/>
                </a:lnTo>
                <a:cubicBezTo>
                  <a:pt x="107945" y="239649"/>
                  <a:pt x="104151" y="243364"/>
                  <a:pt x="104151" y="247174"/>
                </a:cubicBezTo>
                <a:lnTo>
                  <a:pt x="104151" y="292132"/>
                </a:lnTo>
                <a:cubicBezTo>
                  <a:pt x="104151" y="297085"/>
                  <a:pt x="107850" y="299657"/>
                  <a:pt x="111644" y="299657"/>
                </a:cubicBezTo>
                <a:lnTo>
                  <a:pt x="246338" y="299657"/>
                </a:lnTo>
                <a:cubicBezTo>
                  <a:pt x="251365" y="299657"/>
                  <a:pt x="253831" y="297180"/>
                  <a:pt x="253831" y="292132"/>
                </a:cubicBezTo>
                <a:lnTo>
                  <a:pt x="253831" y="247174"/>
                </a:lnTo>
                <a:cubicBezTo>
                  <a:pt x="253831" y="243459"/>
                  <a:pt x="251365" y="239649"/>
                  <a:pt x="246338" y="239649"/>
                </a:cubicBezTo>
                <a:close/>
                <a:moveTo>
                  <a:pt x="238939" y="284607"/>
                </a:moveTo>
                <a:lnTo>
                  <a:pt x="119232" y="284607"/>
                </a:lnTo>
                <a:lnTo>
                  <a:pt x="119232" y="254603"/>
                </a:lnTo>
                <a:lnTo>
                  <a:pt x="238939" y="254603"/>
                </a:lnTo>
                <a:lnTo>
                  <a:pt x="238939" y="28460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6" name="Graphic 204">
            <a:extLst>
              <a:ext uri="{FF2B5EF4-FFF2-40B4-BE49-F238E27FC236}">
                <a16:creationId xmlns:a16="http://schemas.microsoft.com/office/drawing/2014/main" id="{3FBC8A5C-DC1D-79FD-D102-8F05B6850A18}"/>
              </a:ext>
            </a:extLst>
          </p:cNvPr>
          <p:cNvSpPr/>
          <p:nvPr/>
        </p:nvSpPr>
        <p:spPr>
          <a:xfrm>
            <a:off x="2157598" y="2978270"/>
            <a:ext cx="556486" cy="349141"/>
          </a:xfrm>
          <a:custGeom>
            <a:avLst/>
            <a:gdLst>
              <a:gd name="connsiteX0" fmla="*/ 406737 w 415369"/>
              <a:gd name="connsiteY0" fmla="*/ 208693 h 260604"/>
              <a:gd name="connsiteX1" fmla="*/ 397821 w 415369"/>
              <a:gd name="connsiteY1" fmla="*/ 208693 h 260604"/>
              <a:gd name="connsiteX2" fmla="*/ 397821 w 415369"/>
              <a:gd name="connsiteY2" fmla="*/ 112871 h 260604"/>
              <a:gd name="connsiteX3" fmla="*/ 389189 w 415369"/>
              <a:gd name="connsiteY3" fmla="*/ 104108 h 260604"/>
              <a:gd name="connsiteX4" fmla="*/ 361776 w 415369"/>
              <a:gd name="connsiteY4" fmla="*/ 104108 h 260604"/>
              <a:gd name="connsiteX5" fmla="*/ 266732 w 415369"/>
              <a:gd name="connsiteY5" fmla="*/ 34290 h 260604"/>
              <a:gd name="connsiteX6" fmla="*/ 229549 w 415369"/>
              <a:gd name="connsiteY6" fmla="*/ 34290 h 260604"/>
              <a:gd name="connsiteX7" fmla="*/ 216553 w 415369"/>
              <a:gd name="connsiteY7" fmla="*/ 5810 h 260604"/>
              <a:gd name="connsiteX8" fmla="*/ 207827 w 415369"/>
              <a:gd name="connsiteY8" fmla="*/ 0 h 260604"/>
              <a:gd name="connsiteX9" fmla="*/ 172920 w 415369"/>
              <a:gd name="connsiteY9" fmla="*/ 0 h 260604"/>
              <a:gd name="connsiteX10" fmla="*/ 164194 w 415369"/>
              <a:gd name="connsiteY10" fmla="*/ 7239 h 260604"/>
              <a:gd name="connsiteX11" fmla="*/ 157269 w 415369"/>
              <a:gd name="connsiteY11" fmla="*/ 34195 h 260604"/>
              <a:gd name="connsiteX12" fmla="*/ 138583 w 415369"/>
              <a:gd name="connsiteY12" fmla="*/ 34195 h 260604"/>
              <a:gd name="connsiteX13" fmla="*/ 131374 w 415369"/>
              <a:gd name="connsiteY13" fmla="*/ 40005 h 260604"/>
              <a:gd name="connsiteX14" fmla="*/ 99692 w 415369"/>
              <a:gd name="connsiteY14" fmla="*/ 104013 h 260604"/>
              <a:gd name="connsiteX15" fmla="*/ 26180 w 415369"/>
              <a:gd name="connsiteY15" fmla="*/ 104013 h 260604"/>
              <a:gd name="connsiteX16" fmla="*/ 17548 w 415369"/>
              <a:gd name="connsiteY16" fmla="*/ 112776 h 260604"/>
              <a:gd name="connsiteX17" fmla="*/ 17548 w 415369"/>
              <a:gd name="connsiteY17" fmla="*/ 208598 h 260604"/>
              <a:gd name="connsiteX18" fmla="*/ 8632 w 415369"/>
              <a:gd name="connsiteY18" fmla="*/ 208598 h 260604"/>
              <a:gd name="connsiteX19" fmla="*/ 0 w 415369"/>
              <a:gd name="connsiteY19" fmla="*/ 217456 h 260604"/>
              <a:gd name="connsiteX20" fmla="*/ 8632 w 415369"/>
              <a:gd name="connsiteY20" fmla="*/ 226314 h 260604"/>
              <a:gd name="connsiteX21" fmla="*/ 52644 w 415369"/>
              <a:gd name="connsiteY21" fmla="*/ 226314 h 260604"/>
              <a:gd name="connsiteX22" fmla="*/ 95045 w 415369"/>
              <a:gd name="connsiteY22" fmla="*/ 260604 h 260604"/>
              <a:gd name="connsiteX23" fmla="*/ 137445 w 415369"/>
              <a:gd name="connsiteY23" fmla="*/ 226314 h 260604"/>
              <a:gd name="connsiteX24" fmla="*/ 243777 w 415369"/>
              <a:gd name="connsiteY24" fmla="*/ 226314 h 260604"/>
              <a:gd name="connsiteX25" fmla="*/ 285703 w 415369"/>
              <a:gd name="connsiteY25" fmla="*/ 260604 h 260604"/>
              <a:gd name="connsiteX26" fmla="*/ 327628 w 415369"/>
              <a:gd name="connsiteY26" fmla="*/ 226314 h 260604"/>
              <a:gd name="connsiteX27" fmla="*/ 406737 w 415369"/>
              <a:gd name="connsiteY27" fmla="*/ 226314 h 260604"/>
              <a:gd name="connsiteX28" fmla="*/ 415369 w 415369"/>
              <a:gd name="connsiteY28" fmla="*/ 217456 h 260604"/>
              <a:gd name="connsiteX29" fmla="*/ 406737 w 415369"/>
              <a:gd name="connsiteY29" fmla="*/ 208598 h 260604"/>
              <a:gd name="connsiteX30" fmla="*/ 177284 w 415369"/>
              <a:gd name="connsiteY30" fmla="*/ 29242 h 260604"/>
              <a:gd name="connsiteX31" fmla="*/ 180224 w 415369"/>
              <a:gd name="connsiteY31" fmla="*/ 17621 h 260604"/>
              <a:gd name="connsiteX32" fmla="*/ 202041 w 415369"/>
              <a:gd name="connsiteY32" fmla="*/ 17621 h 260604"/>
              <a:gd name="connsiteX33" fmla="*/ 210008 w 415369"/>
              <a:gd name="connsiteY33" fmla="*/ 34385 h 260604"/>
              <a:gd name="connsiteX34" fmla="*/ 175576 w 415369"/>
              <a:gd name="connsiteY34" fmla="*/ 34385 h 260604"/>
              <a:gd name="connsiteX35" fmla="*/ 177378 w 415369"/>
              <a:gd name="connsiteY35" fmla="*/ 29242 h 260604"/>
              <a:gd name="connsiteX36" fmla="*/ 34717 w 415369"/>
              <a:gd name="connsiteY36" fmla="*/ 121634 h 260604"/>
              <a:gd name="connsiteX37" fmla="*/ 103866 w 415369"/>
              <a:gd name="connsiteY37" fmla="*/ 121634 h 260604"/>
              <a:gd name="connsiteX38" fmla="*/ 112498 w 415369"/>
              <a:gd name="connsiteY38" fmla="*/ 117253 h 260604"/>
              <a:gd name="connsiteX39" fmla="*/ 144179 w 415369"/>
              <a:gd name="connsiteY39" fmla="*/ 51816 h 260604"/>
              <a:gd name="connsiteX40" fmla="*/ 161063 w 415369"/>
              <a:gd name="connsiteY40" fmla="*/ 51816 h 260604"/>
              <a:gd name="connsiteX41" fmla="*/ 162676 w 415369"/>
              <a:gd name="connsiteY41" fmla="*/ 52483 h 260604"/>
              <a:gd name="connsiteX42" fmla="*/ 167514 w 415369"/>
              <a:gd name="connsiteY42" fmla="*/ 51816 h 260604"/>
              <a:gd name="connsiteX43" fmla="*/ 220537 w 415369"/>
              <a:gd name="connsiteY43" fmla="*/ 51816 h 260604"/>
              <a:gd name="connsiteX44" fmla="*/ 223668 w 415369"/>
              <a:gd name="connsiteY44" fmla="*/ 52483 h 260604"/>
              <a:gd name="connsiteX45" fmla="*/ 228031 w 415369"/>
              <a:gd name="connsiteY45" fmla="*/ 52483 h 260604"/>
              <a:gd name="connsiteX46" fmla="*/ 228790 w 415369"/>
              <a:gd name="connsiteY46" fmla="*/ 51816 h 260604"/>
              <a:gd name="connsiteX47" fmla="*/ 266542 w 415369"/>
              <a:gd name="connsiteY47" fmla="*/ 51816 h 260604"/>
              <a:gd name="connsiteX48" fmla="*/ 345746 w 415369"/>
              <a:gd name="connsiteY48" fmla="*/ 115824 h 260604"/>
              <a:gd name="connsiteX49" fmla="*/ 354378 w 415369"/>
              <a:gd name="connsiteY49" fmla="*/ 121634 h 260604"/>
              <a:gd name="connsiteX50" fmla="*/ 380273 w 415369"/>
              <a:gd name="connsiteY50" fmla="*/ 121634 h 260604"/>
              <a:gd name="connsiteX51" fmla="*/ 380273 w 415369"/>
              <a:gd name="connsiteY51" fmla="*/ 208693 h 260604"/>
              <a:gd name="connsiteX52" fmla="*/ 327534 w 415369"/>
              <a:gd name="connsiteY52" fmla="*/ 208693 h 260604"/>
              <a:gd name="connsiteX53" fmla="*/ 285418 w 415369"/>
              <a:gd name="connsiteY53" fmla="*/ 173450 h 260604"/>
              <a:gd name="connsiteX54" fmla="*/ 243397 w 415369"/>
              <a:gd name="connsiteY54" fmla="*/ 208693 h 260604"/>
              <a:gd name="connsiteX55" fmla="*/ 137350 w 415369"/>
              <a:gd name="connsiteY55" fmla="*/ 208693 h 260604"/>
              <a:gd name="connsiteX56" fmla="*/ 94760 w 415369"/>
              <a:gd name="connsiteY56" fmla="*/ 173450 h 260604"/>
              <a:gd name="connsiteX57" fmla="*/ 52265 w 415369"/>
              <a:gd name="connsiteY57" fmla="*/ 208693 h 260604"/>
              <a:gd name="connsiteX58" fmla="*/ 34527 w 415369"/>
              <a:gd name="connsiteY58" fmla="*/ 208693 h 260604"/>
              <a:gd name="connsiteX59" fmla="*/ 34527 w 415369"/>
              <a:gd name="connsiteY59" fmla="*/ 121634 h 260604"/>
              <a:gd name="connsiteX60" fmla="*/ 94950 w 415369"/>
              <a:gd name="connsiteY60" fmla="*/ 243078 h 260604"/>
              <a:gd name="connsiteX61" fmla="*/ 69054 w 415369"/>
              <a:gd name="connsiteY61" fmla="*/ 218027 h 260604"/>
              <a:gd name="connsiteX62" fmla="*/ 69054 w 415369"/>
              <a:gd name="connsiteY62" fmla="*/ 217456 h 260604"/>
              <a:gd name="connsiteX63" fmla="*/ 68865 w 415369"/>
              <a:gd name="connsiteY63" fmla="*/ 216503 h 260604"/>
              <a:gd name="connsiteX64" fmla="*/ 94855 w 415369"/>
              <a:gd name="connsiteY64" fmla="*/ 190786 h 260604"/>
              <a:gd name="connsiteX65" fmla="*/ 120845 w 415369"/>
              <a:gd name="connsiteY65" fmla="*/ 216694 h 260604"/>
              <a:gd name="connsiteX66" fmla="*/ 120655 w 415369"/>
              <a:gd name="connsiteY66" fmla="*/ 217456 h 260604"/>
              <a:gd name="connsiteX67" fmla="*/ 120750 w 415369"/>
              <a:gd name="connsiteY67" fmla="*/ 217932 h 260604"/>
              <a:gd name="connsiteX68" fmla="*/ 94855 w 415369"/>
              <a:gd name="connsiteY68" fmla="*/ 243078 h 260604"/>
              <a:gd name="connsiteX69" fmla="*/ 285608 w 415369"/>
              <a:gd name="connsiteY69" fmla="*/ 243078 h 260604"/>
              <a:gd name="connsiteX70" fmla="*/ 259902 w 415369"/>
              <a:gd name="connsiteY70" fmla="*/ 216979 h 260604"/>
              <a:gd name="connsiteX71" fmla="*/ 285608 w 415369"/>
              <a:gd name="connsiteY71" fmla="*/ 190881 h 260604"/>
              <a:gd name="connsiteX72" fmla="*/ 311313 w 415369"/>
              <a:gd name="connsiteY72" fmla="*/ 216979 h 260604"/>
              <a:gd name="connsiteX73" fmla="*/ 285608 w 415369"/>
              <a:gd name="connsiteY73" fmla="*/ 243078 h 260604"/>
              <a:gd name="connsiteX74" fmla="*/ 139342 w 415369"/>
              <a:gd name="connsiteY74" fmla="*/ 110014 h 260604"/>
              <a:gd name="connsiteX75" fmla="*/ 156700 w 415369"/>
              <a:gd name="connsiteY75" fmla="*/ 75438 h 260604"/>
              <a:gd name="connsiteX76" fmla="*/ 163909 w 415369"/>
              <a:gd name="connsiteY76" fmla="*/ 69628 h 260604"/>
              <a:gd name="connsiteX77" fmla="*/ 181267 w 415369"/>
              <a:gd name="connsiteY77" fmla="*/ 69628 h 260604"/>
              <a:gd name="connsiteX78" fmla="*/ 189994 w 415369"/>
              <a:gd name="connsiteY78" fmla="*/ 78296 h 260604"/>
              <a:gd name="connsiteX79" fmla="*/ 181267 w 415369"/>
              <a:gd name="connsiteY79" fmla="*/ 86963 h 260604"/>
              <a:gd name="connsiteX80" fmla="*/ 169695 w 415369"/>
              <a:gd name="connsiteY80" fmla="*/ 86963 h 260604"/>
              <a:gd name="connsiteX81" fmla="*/ 155182 w 415369"/>
              <a:gd name="connsiteY81" fmla="*/ 117253 h 260604"/>
              <a:gd name="connsiteX82" fmla="*/ 146456 w 415369"/>
              <a:gd name="connsiteY82" fmla="*/ 121539 h 260604"/>
              <a:gd name="connsiteX83" fmla="*/ 143515 w 415369"/>
              <a:gd name="connsiteY83" fmla="*/ 121539 h 260604"/>
              <a:gd name="connsiteX84" fmla="*/ 139152 w 415369"/>
              <a:gd name="connsiteY84" fmla="*/ 110014 h 260604"/>
              <a:gd name="connsiteX85" fmla="*/ 138393 w 415369"/>
              <a:gd name="connsiteY85" fmla="*/ 139160 h 260604"/>
              <a:gd name="connsiteX86" fmla="*/ 155941 w 415369"/>
              <a:gd name="connsiteY86" fmla="*/ 139160 h 260604"/>
              <a:gd name="connsiteX87" fmla="*/ 155941 w 415369"/>
              <a:gd name="connsiteY87" fmla="*/ 156781 h 260604"/>
              <a:gd name="connsiteX88" fmla="*/ 138393 w 415369"/>
              <a:gd name="connsiteY88" fmla="*/ 156781 h 260604"/>
              <a:gd name="connsiteX89" fmla="*/ 138393 w 415369"/>
              <a:gd name="connsiteY89" fmla="*/ 139160 h 260604"/>
              <a:gd name="connsiteX90" fmla="*/ 120845 w 415369"/>
              <a:gd name="connsiteY90" fmla="*/ 156781 h 260604"/>
              <a:gd name="connsiteX91" fmla="*/ 103297 w 415369"/>
              <a:gd name="connsiteY91" fmla="*/ 156781 h 260604"/>
              <a:gd name="connsiteX92" fmla="*/ 103297 w 415369"/>
              <a:gd name="connsiteY92" fmla="*/ 139160 h 260604"/>
              <a:gd name="connsiteX93" fmla="*/ 120845 w 415369"/>
              <a:gd name="connsiteY93" fmla="*/ 139160 h 260604"/>
              <a:gd name="connsiteX94" fmla="*/ 120845 w 415369"/>
              <a:gd name="connsiteY94" fmla="*/ 156781 h 260604"/>
              <a:gd name="connsiteX95" fmla="*/ 86697 w 415369"/>
              <a:gd name="connsiteY95" fmla="*/ 156781 h 260604"/>
              <a:gd name="connsiteX96" fmla="*/ 69149 w 415369"/>
              <a:gd name="connsiteY96" fmla="*/ 156781 h 260604"/>
              <a:gd name="connsiteX97" fmla="*/ 69149 w 415369"/>
              <a:gd name="connsiteY97" fmla="*/ 139160 h 260604"/>
              <a:gd name="connsiteX98" fmla="*/ 86697 w 415369"/>
              <a:gd name="connsiteY98" fmla="*/ 139160 h 260604"/>
              <a:gd name="connsiteX99" fmla="*/ 86697 w 415369"/>
              <a:gd name="connsiteY99" fmla="*/ 156781 h 260604"/>
              <a:gd name="connsiteX100" fmla="*/ 172541 w 415369"/>
              <a:gd name="connsiteY100" fmla="*/ 139160 h 260604"/>
              <a:gd name="connsiteX101" fmla="*/ 190089 w 415369"/>
              <a:gd name="connsiteY101" fmla="*/ 139160 h 260604"/>
              <a:gd name="connsiteX102" fmla="*/ 190089 w 415369"/>
              <a:gd name="connsiteY102" fmla="*/ 156781 h 260604"/>
              <a:gd name="connsiteX103" fmla="*/ 172541 w 415369"/>
              <a:gd name="connsiteY103" fmla="*/ 156781 h 260604"/>
              <a:gd name="connsiteX104" fmla="*/ 172541 w 415369"/>
              <a:gd name="connsiteY104" fmla="*/ 139160 h 260604"/>
              <a:gd name="connsiteX105" fmla="*/ 225185 w 415369"/>
              <a:gd name="connsiteY105" fmla="*/ 156781 h 260604"/>
              <a:gd name="connsiteX106" fmla="*/ 207637 w 415369"/>
              <a:gd name="connsiteY106" fmla="*/ 156781 h 260604"/>
              <a:gd name="connsiteX107" fmla="*/ 207637 w 415369"/>
              <a:gd name="connsiteY107" fmla="*/ 139160 h 260604"/>
              <a:gd name="connsiteX108" fmla="*/ 225185 w 415369"/>
              <a:gd name="connsiteY108" fmla="*/ 139160 h 260604"/>
              <a:gd name="connsiteX109" fmla="*/ 225185 w 415369"/>
              <a:gd name="connsiteY109" fmla="*/ 156781 h 260604"/>
              <a:gd name="connsiteX110" fmla="*/ 259333 w 415369"/>
              <a:gd name="connsiteY110" fmla="*/ 156781 h 260604"/>
              <a:gd name="connsiteX111" fmla="*/ 242733 w 415369"/>
              <a:gd name="connsiteY111" fmla="*/ 156781 h 260604"/>
              <a:gd name="connsiteX112" fmla="*/ 242733 w 415369"/>
              <a:gd name="connsiteY112" fmla="*/ 139160 h 260604"/>
              <a:gd name="connsiteX113" fmla="*/ 259333 w 415369"/>
              <a:gd name="connsiteY113" fmla="*/ 139160 h 260604"/>
              <a:gd name="connsiteX114" fmla="*/ 259333 w 415369"/>
              <a:gd name="connsiteY114" fmla="*/ 156781 h 260604"/>
              <a:gd name="connsiteX115" fmla="*/ 294429 w 415369"/>
              <a:gd name="connsiteY115" fmla="*/ 156781 h 260604"/>
              <a:gd name="connsiteX116" fmla="*/ 276881 w 415369"/>
              <a:gd name="connsiteY116" fmla="*/ 156781 h 260604"/>
              <a:gd name="connsiteX117" fmla="*/ 276881 w 415369"/>
              <a:gd name="connsiteY117" fmla="*/ 139160 h 260604"/>
              <a:gd name="connsiteX118" fmla="*/ 294429 w 415369"/>
              <a:gd name="connsiteY118" fmla="*/ 139160 h 260604"/>
              <a:gd name="connsiteX119" fmla="*/ 294429 w 415369"/>
              <a:gd name="connsiteY119" fmla="*/ 156781 h 260604"/>
              <a:gd name="connsiteX120" fmla="*/ 328482 w 415369"/>
              <a:gd name="connsiteY120" fmla="*/ 156781 h 260604"/>
              <a:gd name="connsiteX121" fmla="*/ 311882 w 415369"/>
              <a:gd name="connsiteY121" fmla="*/ 156781 h 260604"/>
              <a:gd name="connsiteX122" fmla="*/ 311882 w 415369"/>
              <a:gd name="connsiteY122" fmla="*/ 139160 h 260604"/>
              <a:gd name="connsiteX123" fmla="*/ 328482 w 415369"/>
              <a:gd name="connsiteY123" fmla="*/ 139160 h 260604"/>
              <a:gd name="connsiteX124" fmla="*/ 328482 w 415369"/>
              <a:gd name="connsiteY124" fmla="*/ 156781 h 260604"/>
              <a:gd name="connsiteX125" fmla="*/ 363673 w 415369"/>
              <a:gd name="connsiteY125" fmla="*/ 156781 h 260604"/>
              <a:gd name="connsiteX126" fmla="*/ 346125 w 415369"/>
              <a:gd name="connsiteY126" fmla="*/ 156781 h 260604"/>
              <a:gd name="connsiteX127" fmla="*/ 346125 w 415369"/>
              <a:gd name="connsiteY127" fmla="*/ 139160 h 260604"/>
              <a:gd name="connsiteX128" fmla="*/ 363673 w 415369"/>
              <a:gd name="connsiteY128" fmla="*/ 139160 h 260604"/>
              <a:gd name="connsiteX129" fmla="*/ 363673 w 415369"/>
              <a:gd name="connsiteY129" fmla="*/ 156781 h 260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15369" h="260604">
                <a:moveTo>
                  <a:pt x="406737" y="208693"/>
                </a:moveTo>
                <a:lnTo>
                  <a:pt x="397821" y="208693"/>
                </a:lnTo>
                <a:lnTo>
                  <a:pt x="397821" y="112871"/>
                </a:lnTo>
                <a:cubicBezTo>
                  <a:pt x="397821" y="108490"/>
                  <a:pt x="394975" y="104108"/>
                  <a:pt x="389189" y="104108"/>
                </a:cubicBezTo>
                <a:lnTo>
                  <a:pt x="361776" y="104108"/>
                </a:lnTo>
                <a:cubicBezTo>
                  <a:pt x="348781" y="63436"/>
                  <a:pt x="309891" y="34290"/>
                  <a:pt x="266732" y="34290"/>
                </a:cubicBezTo>
                <a:lnTo>
                  <a:pt x="229549" y="34290"/>
                </a:lnTo>
                <a:cubicBezTo>
                  <a:pt x="227272" y="29432"/>
                  <a:pt x="223383" y="20860"/>
                  <a:pt x="216553" y="5810"/>
                </a:cubicBezTo>
                <a:cubicBezTo>
                  <a:pt x="215131" y="2857"/>
                  <a:pt x="212190" y="0"/>
                  <a:pt x="207827" y="0"/>
                </a:cubicBezTo>
                <a:lnTo>
                  <a:pt x="172920" y="0"/>
                </a:lnTo>
                <a:cubicBezTo>
                  <a:pt x="169980" y="0"/>
                  <a:pt x="165616" y="2953"/>
                  <a:pt x="164194" y="7239"/>
                </a:cubicBezTo>
                <a:cubicBezTo>
                  <a:pt x="162107" y="16764"/>
                  <a:pt x="159166" y="27813"/>
                  <a:pt x="157269" y="34195"/>
                </a:cubicBezTo>
                <a:lnTo>
                  <a:pt x="138583" y="34195"/>
                </a:lnTo>
                <a:cubicBezTo>
                  <a:pt x="135737" y="34195"/>
                  <a:pt x="132797" y="37148"/>
                  <a:pt x="131374" y="40005"/>
                </a:cubicBezTo>
                <a:lnTo>
                  <a:pt x="99692" y="104013"/>
                </a:lnTo>
                <a:lnTo>
                  <a:pt x="26180" y="104013"/>
                </a:lnTo>
                <a:cubicBezTo>
                  <a:pt x="21817" y="104013"/>
                  <a:pt x="17548" y="108394"/>
                  <a:pt x="17548" y="112776"/>
                </a:cubicBezTo>
                <a:lnTo>
                  <a:pt x="17548" y="208598"/>
                </a:lnTo>
                <a:lnTo>
                  <a:pt x="8632" y="208598"/>
                </a:lnTo>
                <a:cubicBezTo>
                  <a:pt x="4269" y="208598"/>
                  <a:pt x="0" y="212979"/>
                  <a:pt x="0" y="217456"/>
                </a:cubicBezTo>
                <a:cubicBezTo>
                  <a:pt x="0" y="223361"/>
                  <a:pt x="4363" y="226314"/>
                  <a:pt x="8632" y="226314"/>
                </a:cubicBezTo>
                <a:lnTo>
                  <a:pt x="52644" y="226314"/>
                </a:lnTo>
                <a:cubicBezTo>
                  <a:pt x="57008" y="246317"/>
                  <a:pt x="74840" y="260604"/>
                  <a:pt x="95045" y="260604"/>
                </a:cubicBezTo>
                <a:cubicBezTo>
                  <a:pt x="116387" y="260604"/>
                  <a:pt x="133461" y="246317"/>
                  <a:pt x="137445" y="226314"/>
                </a:cubicBezTo>
                <a:lnTo>
                  <a:pt x="243777" y="226314"/>
                </a:lnTo>
                <a:cubicBezTo>
                  <a:pt x="248045" y="246317"/>
                  <a:pt x="265783" y="260604"/>
                  <a:pt x="285703" y="260604"/>
                </a:cubicBezTo>
                <a:cubicBezTo>
                  <a:pt x="306855" y="260604"/>
                  <a:pt x="323645" y="246317"/>
                  <a:pt x="327628" y="226314"/>
                </a:cubicBezTo>
                <a:lnTo>
                  <a:pt x="406737" y="226314"/>
                </a:lnTo>
                <a:cubicBezTo>
                  <a:pt x="412523" y="226314"/>
                  <a:pt x="415369" y="223361"/>
                  <a:pt x="415369" y="217456"/>
                </a:cubicBezTo>
                <a:cubicBezTo>
                  <a:pt x="415369" y="213074"/>
                  <a:pt x="412523" y="208598"/>
                  <a:pt x="406737" y="208598"/>
                </a:cubicBezTo>
                <a:close/>
                <a:moveTo>
                  <a:pt x="177284" y="29242"/>
                </a:moveTo>
                <a:cubicBezTo>
                  <a:pt x="177284" y="24860"/>
                  <a:pt x="178706" y="20479"/>
                  <a:pt x="180224" y="17621"/>
                </a:cubicBezTo>
                <a:lnTo>
                  <a:pt x="202041" y="17621"/>
                </a:lnTo>
                <a:cubicBezTo>
                  <a:pt x="202041" y="17621"/>
                  <a:pt x="202041" y="17621"/>
                  <a:pt x="210008" y="34385"/>
                </a:cubicBezTo>
                <a:lnTo>
                  <a:pt x="175576" y="34385"/>
                </a:lnTo>
                <a:cubicBezTo>
                  <a:pt x="176145" y="32766"/>
                  <a:pt x="176714" y="30956"/>
                  <a:pt x="177378" y="29242"/>
                </a:cubicBezTo>
                <a:close/>
                <a:moveTo>
                  <a:pt x="34717" y="121634"/>
                </a:moveTo>
                <a:lnTo>
                  <a:pt x="103866" y="121634"/>
                </a:lnTo>
                <a:cubicBezTo>
                  <a:pt x="108229" y="121634"/>
                  <a:pt x="111075" y="120206"/>
                  <a:pt x="112498" y="117253"/>
                </a:cubicBezTo>
                <a:lnTo>
                  <a:pt x="144179" y="51816"/>
                </a:lnTo>
                <a:lnTo>
                  <a:pt x="161063" y="51816"/>
                </a:lnTo>
                <a:cubicBezTo>
                  <a:pt x="161633" y="52006"/>
                  <a:pt x="162107" y="52292"/>
                  <a:pt x="162676" y="52483"/>
                </a:cubicBezTo>
                <a:cubicBezTo>
                  <a:pt x="164763" y="52864"/>
                  <a:pt x="166280" y="52483"/>
                  <a:pt x="167514" y="51816"/>
                </a:cubicBezTo>
                <a:lnTo>
                  <a:pt x="220537" y="51816"/>
                </a:lnTo>
                <a:cubicBezTo>
                  <a:pt x="221581" y="52197"/>
                  <a:pt x="222624" y="52483"/>
                  <a:pt x="223668" y="52483"/>
                </a:cubicBezTo>
                <a:lnTo>
                  <a:pt x="228031" y="52483"/>
                </a:lnTo>
                <a:cubicBezTo>
                  <a:pt x="228031" y="52483"/>
                  <a:pt x="228505" y="52006"/>
                  <a:pt x="228790" y="51816"/>
                </a:cubicBezTo>
                <a:lnTo>
                  <a:pt x="266542" y="51816"/>
                </a:lnTo>
                <a:cubicBezTo>
                  <a:pt x="304010" y="51816"/>
                  <a:pt x="337114" y="78010"/>
                  <a:pt x="345746" y="115824"/>
                </a:cubicBezTo>
                <a:cubicBezTo>
                  <a:pt x="347168" y="118777"/>
                  <a:pt x="350109" y="121634"/>
                  <a:pt x="354378" y="121634"/>
                </a:cubicBezTo>
                <a:lnTo>
                  <a:pt x="380273" y="121634"/>
                </a:lnTo>
                <a:lnTo>
                  <a:pt x="380273" y="208693"/>
                </a:lnTo>
                <a:lnTo>
                  <a:pt x="327534" y="208693"/>
                </a:lnTo>
                <a:cubicBezTo>
                  <a:pt x="323739" y="189167"/>
                  <a:pt x="306760" y="173450"/>
                  <a:pt x="285418" y="173450"/>
                </a:cubicBezTo>
                <a:cubicBezTo>
                  <a:pt x="265309" y="173450"/>
                  <a:pt x="247476" y="189167"/>
                  <a:pt x="243397" y="208693"/>
                </a:cubicBezTo>
                <a:lnTo>
                  <a:pt x="137350" y="208693"/>
                </a:lnTo>
                <a:cubicBezTo>
                  <a:pt x="133461" y="189167"/>
                  <a:pt x="116387" y="173450"/>
                  <a:pt x="94760" y="173450"/>
                </a:cubicBezTo>
                <a:cubicBezTo>
                  <a:pt x="74461" y="173450"/>
                  <a:pt x="56344" y="189167"/>
                  <a:pt x="52265" y="208693"/>
                </a:cubicBezTo>
                <a:lnTo>
                  <a:pt x="34527" y="208693"/>
                </a:lnTo>
                <a:lnTo>
                  <a:pt x="34527" y="121634"/>
                </a:lnTo>
                <a:close/>
                <a:moveTo>
                  <a:pt x="94950" y="243078"/>
                </a:moveTo>
                <a:cubicBezTo>
                  <a:pt x="80816" y="243078"/>
                  <a:pt x="69623" y="232029"/>
                  <a:pt x="69054" y="218027"/>
                </a:cubicBezTo>
                <a:cubicBezTo>
                  <a:pt x="69054" y="217837"/>
                  <a:pt x="69054" y="217646"/>
                  <a:pt x="69054" y="217456"/>
                </a:cubicBezTo>
                <a:cubicBezTo>
                  <a:pt x="69054" y="217170"/>
                  <a:pt x="68959" y="216884"/>
                  <a:pt x="68865" y="216503"/>
                </a:cubicBezTo>
                <a:cubicBezTo>
                  <a:pt x="69054" y="202216"/>
                  <a:pt x="80532" y="190786"/>
                  <a:pt x="94855" y="190786"/>
                </a:cubicBezTo>
                <a:cubicBezTo>
                  <a:pt x="109178" y="190786"/>
                  <a:pt x="120750" y="202311"/>
                  <a:pt x="120845" y="216694"/>
                </a:cubicBezTo>
                <a:cubicBezTo>
                  <a:pt x="120845" y="216979"/>
                  <a:pt x="120655" y="217170"/>
                  <a:pt x="120655" y="217456"/>
                </a:cubicBezTo>
                <a:cubicBezTo>
                  <a:pt x="120655" y="217646"/>
                  <a:pt x="120655" y="217742"/>
                  <a:pt x="120750" y="217932"/>
                </a:cubicBezTo>
                <a:cubicBezTo>
                  <a:pt x="120181" y="231934"/>
                  <a:pt x="108893" y="243078"/>
                  <a:pt x="94855" y="243078"/>
                </a:cubicBezTo>
                <a:close/>
                <a:moveTo>
                  <a:pt x="285608" y="243078"/>
                </a:moveTo>
                <a:cubicBezTo>
                  <a:pt x="271285" y="243078"/>
                  <a:pt x="259902" y="231458"/>
                  <a:pt x="259902" y="216979"/>
                </a:cubicBezTo>
                <a:cubicBezTo>
                  <a:pt x="259902" y="202502"/>
                  <a:pt x="271380" y="190881"/>
                  <a:pt x="285608" y="190881"/>
                </a:cubicBezTo>
                <a:cubicBezTo>
                  <a:pt x="299836" y="190881"/>
                  <a:pt x="311313" y="202502"/>
                  <a:pt x="311313" y="216979"/>
                </a:cubicBezTo>
                <a:cubicBezTo>
                  <a:pt x="311313" y="231458"/>
                  <a:pt x="299836" y="243078"/>
                  <a:pt x="285608" y="243078"/>
                </a:cubicBezTo>
                <a:close/>
                <a:moveTo>
                  <a:pt x="139342" y="110014"/>
                </a:moveTo>
                <a:lnTo>
                  <a:pt x="156700" y="75438"/>
                </a:lnTo>
                <a:cubicBezTo>
                  <a:pt x="158123" y="72581"/>
                  <a:pt x="161063" y="69628"/>
                  <a:pt x="163909" y="69628"/>
                </a:cubicBezTo>
                <a:lnTo>
                  <a:pt x="181267" y="69628"/>
                </a:lnTo>
                <a:cubicBezTo>
                  <a:pt x="187054" y="69628"/>
                  <a:pt x="189994" y="73914"/>
                  <a:pt x="189994" y="78296"/>
                </a:cubicBezTo>
                <a:cubicBezTo>
                  <a:pt x="189994" y="84106"/>
                  <a:pt x="187054" y="86963"/>
                  <a:pt x="181267" y="86963"/>
                </a:cubicBezTo>
                <a:lnTo>
                  <a:pt x="169695" y="86963"/>
                </a:lnTo>
                <a:lnTo>
                  <a:pt x="155182" y="117253"/>
                </a:lnTo>
                <a:cubicBezTo>
                  <a:pt x="153760" y="120110"/>
                  <a:pt x="149396" y="121539"/>
                  <a:pt x="146456" y="121539"/>
                </a:cubicBezTo>
                <a:lnTo>
                  <a:pt x="143515" y="121539"/>
                </a:lnTo>
                <a:cubicBezTo>
                  <a:pt x="139152" y="118681"/>
                  <a:pt x="136306" y="114300"/>
                  <a:pt x="139152" y="110014"/>
                </a:cubicBezTo>
                <a:close/>
                <a:moveTo>
                  <a:pt x="138393" y="139160"/>
                </a:moveTo>
                <a:lnTo>
                  <a:pt x="155941" y="139160"/>
                </a:lnTo>
                <a:lnTo>
                  <a:pt x="155941" y="156781"/>
                </a:lnTo>
                <a:lnTo>
                  <a:pt x="138393" y="156781"/>
                </a:lnTo>
                <a:lnTo>
                  <a:pt x="138393" y="139160"/>
                </a:lnTo>
                <a:close/>
                <a:moveTo>
                  <a:pt x="120845" y="156781"/>
                </a:moveTo>
                <a:lnTo>
                  <a:pt x="103297" y="156781"/>
                </a:lnTo>
                <a:lnTo>
                  <a:pt x="103297" y="139160"/>
                </a:lnTo>
                <a:lnTo>
                  <a:pt x="120845" y="139160"/>
                </a:lnTo>
                <a:lnTo>
                  <a:pt x="120845" y="156781"/>
                </a:lnTo>
                <a:close/>
                <a:moveTo>
                  <a:pt x="86697" y="156781"/>
                </a:moveTo>
                <a:lnTo>
                  <a:pt x="69149" y="156781"/>
                </a:lnTo>
                <a:lnTo>
                  <a:pt x="69149" y="139160"/>
                </a:lnTo>
                <a:lnTo>
                  <a:pt x="86697" y="139160"/>
                </a:lnTo>
                <a:lnTo>
                  <a:pt x="86697" y="156781"/>
                </a:lnTo>
                <a:close/>
                <a:moveTo>
                  <a:pt x="172541" y="139160"/>
                </a:moveTo>
                <a:lnTo>
                  <a:pt x="190089" y="139160"/>
                </a:lnTo>
                <a:lnTo>
                  <a:pt x="190089" y="156781"/>
                </a:lnTo>
                <a:lnTo>
                  <a:pt x="172541" y="156781"/>
                </a:lnTo>
                <a:lnTo>
                  <a:pt x="172541" y="139160"/>
                </a:lnTo>
                <a:close/>
                <a:moveTo>
                  <a:pt x="225185" y="156781"/>
                </a:moveTo>
                <a:lnTo>
                  <a:pt x="207637" y="156781"/>
                </a:lnTo>
                <a:lnTo>
                  <a:pt x="207637" y="139160"/>
                </a:lnTo>
                <a:lnTo>
                  <a:pt x="225185" y="139160"/>
                </a:lnTo>
                <a:lnTo>
                  <a:pt x="225185" y="156781"/>
                </a:lnTo>
                <a:close/>
                <a:moveTo>
                  <a:pt x="259333" y="156781"/>
                </a:moveTo>
                <a:lnTo>
                  <a:pt x="242733" y="156781"/>
                </a:lnTo>
                <a:lnTo>
                  <a:pt x="242733" y="139160"/>
                </a:lnTo>
                <a:lnTo>
                  <a:pt x="259333" y="139160"/>
                </a:lnTo>
                <a:lnTo>
                  <a:pt x="259333" y="156781"/>
                </a:lnTo>
                <a:close/>
                <a:moveTo>
                  <a:pt x="294429" y="156781"/>
                </a:moveTo>
                <a:lnTo>
                  <a:pt x="276881" y="156781"/>
                </a:lnTo>
                <a:lnTo>
                  <a:pt x="276881" y="139160"/>
                </a:lnTo>
                <a:lnTo>
                  <a:pt x="294429" y="139160"/>
                </a:lnTo>
                <a:lnTo>
                  <a:pt x="294429" y="156781"/>
                </a:lnTo>
                <a:close/>
                <a:moveTo>
                  <a:pt x="328482" y="156781"/>
                </a:moveTo>
                <a:lnTo>
                  <a:pt x="311882" y="156781"/>
                </a:lnTo>
                <a:lnTo>
                  <a:pt x="311882" y="139160"/>
                </a:lnTo>
                <a:lnTo>
                  <a:pt x="328482" y="139160"/>
                </a:lnTo>
                <a:lnTo>
                  <a:pt x="328482" y="156781"/>
                </a:lnTo>
                <a:close/>
                <a:moveTo>
                  <a:pt x="363673" y="156781"/>
                </a:moveTo>
                <a:lnTo>
                  <a:pt x="346125" y="156781"/>
                </a:lnTo>
                <a:lnTo>
                  <a:pt x="346125" y="139160"/>
                </a:lnTo>
                <a:lnTo>
                  <a:pt x="363673" y="139160"/>
                </a:lnTo>
                <a:lnTo>
                  <a:pt x="363673" y="15678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7" name="Graphic 204">
            <a:extLst>
              <a:ext uri="{FF2B5EF4-FFF2-40B4-BE49-F238E27FC236}">
                <a16:creationId xmlns:a16="http://schemas.microsoft.com/office/drawing/2014/main" id="{1A1BC3B4-121F-5834-E54A-502DB4D7DF5C}"/>
              </a:ext>
            </a:extLst>
          </p:cNvPr>
          <p:cNvSpPr/>
          <p:nvPr/>
        </p:nvSpPr>
        <p:spPr>
          <a:xfrm>
            <a:off x="2919598" y="2978270"/>
            <a:ext cx="556486" cy="349141"/>
          </a:xfrm>
          <a:custGeom>
            <a:avLst/>
            <a:gdLst>
              <a:gd name="connsiteX0" fmla="*/ 406737 w 415369"/>
              <a:gd name="connsiteY0" fmla="*/ 208693 h 260604"/>
              <a:gd name="connsiteX1" fmla="*/ 397821 w 415369"/>
              <a:gd name="connsiteY1" fmla="*/ 208693 h 260604"/>
              <a:gd name="connsiteX2" fmla="*/ 397821 w 415369"/>
              <a:gd name="connsiteY2" fmla="*/ 112871 h 260604"/>
              <a:gd name="connsiteX3" fmla="*/ 389189 w 415369"/>
              <a:gd name="connsiteY3" fmla="*/ 104108 h 260604"/>
              <a:gd name="connsiteX4" fmla="*/ 361776 w 415369"/>
              <a:gd name="connsiteY4" fmla="*/ 104108 h 260604"/>
              <a:gd name="connsiteX5" fmla="*/ 266732 w 415369"/>
              <a:gd name="connsiteY5" fmla="*/ 34290 h 260604"/>
              <a:gd name="connsiteX6" fmla="*/ 229549 w 415369"/>
              <a:gd name="connsiteY6" fmla="*/ 34290 h 260604"/>
              <a:gd name="connsiteX7" fmla="*/ 216553 w 415369"/>
              <a:gd name="connsiteY7" fmla="*/ 5810 h 260604"/>
              <a:gd name="connsiteX8" fmla="*/ 207827 w 415369"/>
              <a:gd name="connsiteY8" fmla="*/ 0 h 260604"/>
              <a:gd name="connsiteX9" fmla="*/ 172920 w 415369"/>
              <a:gd name="connsiteY9" fmla="*/ 0 h 260604"/>
              <a:gd name="connsiteX10" fmla="*/ 164194 w 415369"/>
              <a:gd name="connsiteY10" fmla="*/ 7239 h 260604"/>
              <a:gd name="connsiteX11" fmla="*/ 157269 w 415369"/>
              <a:gd name="connsiteY11" fmla="*/ 34195 h 260604"/>
              <a:gd name="connsiteX12" fmla="*/ 138583 w 415369"/>
              <a:gd name="connsiteY12" fmla="*/ 34195 h 260604"/>
              <a:gd name="connsiteX13" fmla="*/ 131374 w 415369"/>
              <a:gd name="connsiteY13" fmla="*/ 40005 h 260604"/>
              <a:gd name="connsiteX14" fmla="*/ 99692 w 415369"/>
              <a:gd name="connsiteY14" fmla="*/ 104013 h 260604"/>
              <a:gd name="connsiteX15" fmla="*/ 26180 w 415369"/>
              <a:gd name="connsiteY15" fmla="*/ 104013 h 260604"/>
              <a:gd name="connsiteX16" fmla="*/ 17548 w 415369"/>
              <a:gd name="connsiteY16" fmla="*/ 112776 h 260604"/>
              <a:gd name="connsiteX17" fmla="*/ 17548 w 415369"/>
              <a:gd name="connsiteY17" fmla="*/ 208598 h 260604"/>
              <a:gd name="connsiteX18" fmla="*/ 8632 w 415369"/>
              <a:gd name="connsiteY18" fmla="*/ 208598 h 260604"/>
              <a:gd name="connsiteX19" fmla="*/ 0 w 415369"/>
              <a:gd name="connsiteY19" fmla="*/ 217456 h 260604"/>
              <a:gd name="connsiteX20" fmla="*/ 8632 w 415369"/>
              <a:gd name="connsiteY20" fmla="*/ 226314 h 260604"/>
              <a:gd name="connsiteX21" fmla="*/ 52644 w 415369"/>
              <a:gd name="connsiteY21" fmla="*/ 226314 h 260604"/>
              <a:gd name="connsiteX22" fmla="*/ 95045 w 415369"/>
              <a:gd name="connsiteY22" fmla="*/ 260604 h 260604"/>
              <a:gd name="connsiteX23" fmla="*/ 137445 w 415369"/>
              <a:gd name="connsiteY23" fmla="*/ 226314 h 260604"/>
              <a:gd name="connsiteX24" fmla="*/ 243777 w 415369"/>
              <a:gd name="connsiteY24" fmla="*/ 226314 h 260604"/>
              <a:gd name="connsiteX25" fmla="*/ 285703 w 415369"/>
              <a:gd name="connsiteY25" fmla="*/ 260604 h 260604"/>
              <a:gd name="connsiteX26" fmla="*/ 327628 w 415369"/>
              <a:gd name="connsiteY26" fmla="*/ 226314 h 260604"/>
              <a:gd name="connsiteX27" fmla="*/ 406737 w 415369"/>
              <a:gd name="connsiteY27" fmla="*/ 226314 h 260604"/>
              <a:gd name="connsiteX28" fmla="*/ 415369 w 415369"/>
              <a:gd name="connsiteY28" fmla="*/ 217456 h 260604"/>
              <a:gd name="connsiteX29" fmla="*/ 406737 w 415369"/>
              <a:gd name="connsiteY29" fmla="*/ 208598 h 260604"/>
              <a:gd name="connsiteX30" fmla="*/ 177284 w 415369"/>
              <a:gd name="connsiteY30" fmla="*/ 29242 h 260604"/>
              <a:gd name="connsiteX31" fmla="*/ 180224 w 415369"/>
              <a:gd name="connsiteY31" fmla="*/ 17621 h 260604"/>
              <a:gd name="connsiteX32" fmla="*/ 202041 w 415369"/>
              <a:gd name="connsiteY32" fmla="*/ 17621 h 260604"/>
              <a:gd name="connsiteX33" fmla="*/ 210008 w 415369"/>
              <a:gd name="connsiteY33" fmla="*/ 34385 h 260604"/>
              <a:gd name="connsiteX34" fmla="*/ 175576 w 415369"/>
              <a:gd name="connsiteY34" fmla="*/ 34385 h 260604"/>
              <a:gd name="connsiteX35" fmla="*/ 177378 w 415369"/>
              <a:gd name="connsiteY35" fmla="*/ 29242 h 260604"/>
              <a:gd name="connsiteX36" fmla="*/ 34717 w 415369"/>
              <a:gd name="connsiteY36" fmla="*/ 121634 h 260604"/>
              <a:gd name="connsiteX37" fmla="*/ 103866 w 415369"/>
              <a:gd name="connsiteY37" fmla="*/ 121634 h 260604"/>
              <a:gd name="connsiteX38" fmla="*/ 112498 w 415369"/>
              <a:gd name="connsiteY38" fmla="*/ 117253 h 260604"/>
              <a:gd name="connsiteX39" fmla="*/ 144179 w 415369"/>
              <a:gd name="connsiteY39" fmla="*/ 51816 h 260604"/>
              <a:gd name="connsiteX40" fmla="*/ 161063 w 415369"/>
              <a:gd name="connsiteY40" fmla="*/ 51816 h 260604"/>
              <a:gd name="connsiteX41" fmla="*/ 162676 w 415369"/>
              <a:gd name="connsiteY41" fmla="*/ 52483 h 260604"/>
              <a:gd name="connsiteX42" fmla="*/ 167514 w 415369"/>
              <a:gd name="connsiteY42" fmla="*/ 51816 h 260604"/>
              <a:gd name="connsiteX43" fmla="*/ 220537 w 415369"/>
              <a:gd name="connsiteY43" fmla="*/ 51816 h 260604"/>
              <a:gd name="connsiteX44" fmla="*/ 223668 w 415369"/>
              <a:gd name="connsiteY44" fmla="*/ 52483 h 260604"/>
              <a:gd name="connsiteX45" fmla="*/ 228031 w 415369"/>
              <a:gd name="connsiteY45" fmla="*/ 52483 h 260604"/>
              <a:gd name="connsiteX46" fmla="*/ 228790 w 415369"/>
              <a:gd name="connsiteY46" fmla="*/ 51816 h 260604"/>
              <a:gd name="connsiteX47" fmla="*/ 266542 w 415369"/>
              <a:gd name="connsiteY47" fmla="*/ 51816 h 260604"/>
              <a:gd name="connsiteX48" fmla="*/ 345746 w 415369"/>
              <a:gd name="connsiteY48" fmla="*/ 115824 h 260604"/>
              <a:gd name="connsiteX49" fmla="*/ 354378 w 415369"/>
              <a:gd name="connsiteY49" fmla="*/ 121634 h 260604"/>
              <a:gd name="connsiteX50" fmla="*/ 380273 w 415369"/>
              <a:gd name="connsiteY50" fmla="*/ 121634 h 260604"/>
              <a:gd name="connsiteX51" fmla="*/ 380273 w 415369"/>
              <a:gd name="connsiteY51" fmla="*/ 208693 h 260604"/>
              <a:gd name="connsiteX52" fmla="*/ 327534 w 415369"/>
              <a:gd name="connsiteY52" fmla="*/ 208693 h 260604"/>
              <a:gd name="connsiteX53" fmla="*/ 285418 w 415369"/>
              <a:gd name="connsiteY53" fmla="*/ 173450 h 260604"/>
              <a:gd name="connsiteX54" fmla="*/ 243397 w 415369"/>
              <a:gd name="connsiteY54" fmla="*/ 208693 h 260604"/>
              <a:gd name="connsiteX55" fmla="*/ 137350 w 415369"/>
              <a:gd name="connsiteY55" fmla="*/ 208693 h 260604"/>
              <a:gd name="connsiteX56" fmla="*/ 94760 w 415369"/>
              <a:gd name="connsiteY56" fmla="*/ 173450 h 260604"/>
              <a:gd name="connsiteX57" fmla="*/ 52265 w 415369"/>
              <a:gd name="connsiteY57" fmla="*/ 208693 h 260604"/>
              <a:gd name="connsiteX58" fmla="*/ 34527 w 415369"/>
              <a:gd name="connsiteY58" fmla="*/ 208693 h 260604"/>
              <a:gd name="connsiteX59" fmla="*/ 34527 w 415369"/>
              <a:gd name="connsiteY59" fmla="*/ 121634 h 260604"/>
              <a:gd name="connsiteX60" fmla="*/ 94950 w 415369"/>
              <a:gd name="connsiteY60" fmla="*/ 243078 h 260604"/>
              <a:gd name="connsiteX61" fmla="*/ 69054 w 415369"/>
              <a:gd name="connsiteY61" fmla="*/ 218027 h 260604"/>
              <a:gd name="connsiteX62" fmla="*/ 69054 w 415369"/>
              <a:gd name="connsiteY62" fmla="*/ 217456 h 260604"/>
              <a:gd name="connsiteX63" fmla="*/ 68865 w 415369"/>
              <a:gd name="connsiteY63" fmla="*/ 216503 h 260604"/>
              <a:gd name="connsiteX64" fmla="*/ 94855 w 415369"/>
              <a:gd name="connsiteY64" fmla="*/ 190786 h 260604"/>
              <a:gd name="connsiteX65" fmla="*/ 120845 w 415369"/>
              <a:gd name="connsiteY65" fmla="*/ 216694 h 260604"/>
              <a:gd name="connsiteX66" fmla="*/ 120655 w 415369"/>
              <a:gd name="connsiteY66" fmla="*/ 217456 h 260604"/>
              <a:gd name="connsiteX67" fmla="*/ 120750 w 415369"/>
              <a:gd name="connsiteY67" fmla="*/ 217932 h 260604"/>
              <a:gd name="connsiteX68" fmla="*/ 94855 w 415369"/>
              <a:gd name="connsiteY68" fmla="*/ 243078 h 260604"/>
              <a:gd name="connsiteX69" fmla="*/ 285608 w 415369"/>
              <a:gd name="connsiteY69" fmla="*/ 243078 h 260604"/>
              <a:gd name="connsiteX70" fmla="*/ 259902 w 415369"/>
              <a:gd name="connsiteY70" fmla="*/ 216979 h 260604"/>
              <a:gd name="connsiteX71" fmla="*/ 285608 w 415369"/>
              <a:gd name="connsiteY71" fmla="*/ 190881 h 260604"/>
              <a:gd name="connsiteX72" fmla="*/ 311313 w 415369"/>
              <a:gd name="connsiteY72" fmla="*/ 216979 h 260604"/>
              <a:gd name="connsiteX73" fmla="*/ 285608 w 415369"/>
              <a:gd name="connsiteY73" fmla="*/ 243078 h 260604"/>
              <a:gd name="connsiteX74" fmla="*/ 139342 w 415369"/>
              <a:gd name="connsiteY74" fmla="*/ 110014 h 260604"/>
              <a:gd name="connsiteX75" fmla="*/ 156700 w 415369"/>
              <a:gd name="connsiteY75" fmla="*/ 75438 h 260604"/>
              <a:gd name="connsiteX76" fmla="*/ 163909 w 415369"/>
              <a:gd name="connsiteY76" fmla="*/ 69628 h 260604"/>
              <a:gd name="connsiteX77" fmla="*/ 181267 w 415369"/>
              <a:gd name="connsiteY77" fmla="*/ 69628 h 260604"/>
              <a:gd name="connsiteX78" fmla="*/ 189994 w 415369"/>
              <a:gd name="connsiteY78" fmla="*/ 78296 h 260604"/>
              <a:gd name="connsiteX79" fmla="*/ 181267 w 415369"/>
              <a:gd name="connsiteY79" fmla="*/ 86963 h 260604"/>
              <a:gd name="connsiteX80" fmla="*/ 169695 w 415369"/>
              <a:gd name="connsiteY80" fmla="*/ 86963 h 260604"/>
              <a:gd name="connsiteX81" fmla="*/ 155182 w 415369"/>
              <a:gd name="connsiteY81" fmla="*/ 117253 h 260604"/>
              <a:gd name="connsiteX82" fmla="*/ 146456 w 415369"/>
              <a:gd name="connsiteY82" fmla="*/ 121539 h 260604"/>
              <a:gd name="connsiteX83" fmla="*/ 143515 w 415369"/>
              <a:gd name="connsiteY83" fmla="*/ 121539 h 260604"/>
              <a:gd name="connsiteX84" fmla="*/ 139152 w 415369"/>
              <a:gd name="connsiteY84" fmla="*/ 110014 h 260604"/>
              <a:gd name="connsiteX85" fmla="*/ 138393 w 415369"/>
              <a:gd name="connsiteY85" fmla="*/ 139160 h 260604"/>
              <a:gd name="connsiteX86" fmla="*/ 155941 w 415369"/>
              <a:gd name="connsiteY86" fmla="*/ 139160 h 260604"/>
              <a:gd name="connsiteX87" fmla="*/ 155941 w 415369"/>
              <a:gd name="connsiteY87" fmla="*/ 156781 h 260604"/>
              <a:gd name="connsiteX88" fmla="*/ 138393 w 415369"/>
              <a:gd name="connsiteY88" fmla="*/ 156781 h 260604"/>
              <a:gd name="connsiteX89" fmla="*/ 138393 w 415369"/>
              <a:gd name="connsiteY89" fmla="*/ 139160 h 260604"/>
              <a:gd name="connsiteX90" fmla="*/ 120845 w 415369"/>
              <a:gd name="connsiteY90" fmla="*/ 156781 h 260604"/>
              <a:gd name="connsiteX91" fmla="*/ 103297 w 415369"/>
              <a:gd name="connsiteY91" fmla="*/ 156781 h 260604"/>
              <a:gd name="connsiteX92" fmla="*/ 103297 w 415369"/>
              <a:gd name="connsiteY92" fmla="*/ 139160 h 260604"/>
              <a:gd name="connsiteX93" fmla="*/ 120845 w 415369"/>
              <a:gd name="connsiteY93" fmla="*/ 139160 h 260604"/>
              <a:gd name="connsiteX94" fmla="*/ 120845 w 415369"/>
              <a:gd name="connsiteY94" fmla="*/ 156781 h 260604"/>
              <a:gd name="connsiteX95" fmla="*/ 86697 w 415369"/>
              <a:gd name="connsiteY95" fmla="*/ 156781 h 260604"/>
              <a:gd name="connsiteX96" fmla="*/ 69149 w 415369"/>
              <a:gd name="connsiteY96" fmla="*/ 156781 h 260604"/>
              <a:gd name="connsiteX97" fmla="*/ 69149 w 415369"/>
              <a:gd name="connsiteY97" fmla="*/ 139160 h 260604"/>
              <a:gd name="connsiteX98" fmla="*/ 86697 w 415369"/>
              <a:gd name="connsiteY98" fmla="*/ 139160 h 260604"/>
              <a:gd name="connsiteX99" fmla="*/ 86697 w 415369"/>
              <a:gd name="connsiteY99" fmla="*/ 156781 h 260604"/>
              <a:gd name="connsiteX100" fmla="*/ 172541 w 415369"/>
              <a:gd name="connsiteY100" fmla="*/ 139160 h 260604"/>
              <a:gd name="connsiteX101" fmla="*/ 190089 w 415369"/>
              <a:gd name="connsiteY101" fmla="*/ 139160 h 260604"/>
              <a:gd name="connsiteX102" fmla="*/ 190089 w 415369"/>
              <a:gd name="connsiteY102" fmla="*/ 156781 h 260604"/>
              <a:gd name="connsiteX103" fmla="*/ 172541 w 415369"/>
              <a:gd name="connsiteY103" fmla="*/ 156781 h 260604"/>
              <a:gd name="connsiteX104" fmla="*/ 172541 w 415369"/>
              <a:gd name="connsiteY104" fmla="*/ 139160 h 260604"/>
              <a:gd name="connsiteX105" fmla="*/ 225185 w 415369"/>
              <a:gd name="connsiteY105" fmla="*/ 156781 h 260604"/>
              <a:gd name="connsiteX106" fmla="*/ 207637 w 415369"/>
              <a:gd name="connsiteY106" fmla="*/ 156781 h 260604"/>
              <a:gd name="connsiteX107" fmla="*/ 207637 w 415369"/>
              <a:gd name="connsiteY107" fmla="*/ 139160 h 260604"/>
              <a:gd name="connsiteX108" fmla="*/ 225185 w 415369"/>
              <a:gd name="connsiteY108" fmla="*/ 139160 h 260604"/>
              <a:gd name="connsiteX109" fmla="*/ 225185 w 415369"/>
              <a:gd name="connsiteY109" fmla="*/ 156781 h 260604"/>
              <a:gd name="connsiteX110" fmla="*/ 259333 w 415369"/>
              <a:gd name="connsiteY110" fmla="*/ 156781 h 260604"/>
              <a:gd name="connsiteX111" fmla="*/ 242733 w 415369"/>
              <a:gd name="connsiteY111" fmla="*/ 156781 h 260604"/>
              <a:gd name="connsiteX112" fmla="*/ 242733 w 415369"/>
              <a:gd name="connsiteY112" fmla="*/ 139160 h 260604"/>
              <a:gd name="connsiteX113" fmla="*/ 259333 w 415369"/>
              <a:gd name="connsiteY113" fmla="*/ 139160 h 260604"/>
              <a:gd name="connsiteX114" fmla="*/ 259333 w 415369"/>
              <a:gd name="connsiteY114" fmla="*/ 156781 h 260604"/>
              <a:gd name="connsiteX115" fmla="*/ 294429 w 415369"/>
              <a:gd name="connsiteY115" fmla="*/ 156781 h 260604"/>
              <a:gd name="connsiteX116" fmla="*/ 276881 w 415369"/>
              <a:gd name="connsiteY116" fmla="*/ 156781 h 260604"/>
              <a:gd name="connsiteX117" fmla="*/ 276881 w 415369"/>
              <a:gd name="connsiteY117" fmla="*/ 139160 h 260604"/>
              <a:gd name="connsiteX118" fmla="*/ 294429 w 415369"/>
              <a:gd name="connsiteY118" fmla="*/ 139160 h 260604"/>
              <a:gd name="connsiteX119" fmla="*/ 294429 w 415369"/>
              <a:gd name="connsiteY119" fmla="*/ 156781 h 260604"/>
              <a:gd name="connsiteX120" fmla="*/ 328482 w 415369"/>
              <a:gd name="connsiteY120" fmla="*/ 156781 h 260604"/>
              <a:gd name="connsiteX121" fmla="*/ 311882 w 415369"/>
              <a:gd name="connsiteY121" fmla="*/ 156781 h 260604"/>
              <a:gd name="connsiteX122" fmla="*/ 311882 w 415369"/>
              <a:gd name="connsiteY122" fmla="*/ 139160 h 260604"/>
              <a:gd name="connsiteX123" fmla="*/ 328482 w 415369"/>
              <a:gd name="connsiteY123" fmla="*/ 139160 h 260604"/>
              <a:gd name="connsiteX124" fmla="*/ 328482 w 415369"/>
              <a:gd name="connsiteY124" fmla="*/ 156781 h 260604"/>
              <a:gd name="connsiteX125" fmla="*/ 363673 w 415369"/>
              <a:gd name="connsiteY125" fmla="*/ 156781 h 260604"/>
              <a:gd name="connsiteX126" fmla="*/ 346125 w 415369"/>
              <a:gd name="connsiteY126" fmla="*/ 156781 h 260604"/>
              <a:gd name="connsiteX127" fmla="*/ 346125 w 415369"/>
              <a:gd name="connsiteY127" fmla="*/ 139160 h 260604"/>
              <a:gd name="connsiteX128" fmla="*/ 363673 w 415369"/>
              <a:gd name="connsiteY128" fmla="*/ 139160 h 260604"/>
              <a:gd name="connsiteX129" fmla="*/ 363673 w 415369"/>
              <a:gd name="connsiteY129" fmla="*/ 156781 h 260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15369" h="260604">
                <a:moveTo>
                  <a:pt x="406737" y="208693"/>
                </a:moveTo>
                <a:lnTo>
                  <a:pt x="397821" y="208693"/>
                </a:lnTo>
                <a:lnTo>
                  <a:pt x="397821" y="112871"/>
                </a:lnTo>
                <a:cubicBezTo>
                  <a:pt x="397821" y="108490"/>
                  <a:pt x="394975" y="104108"/>
                  <a:pt x="389189" y="104108"/>
                </a:cubicBezTo>
                <a:lnTo>
                  <a:pt x="361776" y="104108"/>
                </a:lnTo>
                <a:cubicBezTo>
                  <a:pt x="348781" y="63436"/>
                  <a:pt x="309891" y="34290"/>
                  <a:pt x="266732" y="34290"/>
                </a:cubicBezTo>
                <a:lnTo>
                  <a:pt x="229549" y="34290"/>
                </a:lnTo>
                <a:cubicBezTo>
                  <a:pt x="227272" y="29432"/>
                  <a:pt x="223383" y="20860"/>
                  <a:pt x="216553" y="5810"/>
                </a:cubicBezTo>
                <a:cubicBezTo>
                  <a:pt x="215131" y="2857"/>
                  <a:pt x="212190" y="0"/>
                  <a:pt x="207827" y="0"/>
                </a:cubicBezTo>
                <a:lnTo>
                  <a:pt x="172920" y="0"/>
                </a:lnTo>
                <a:cubicBezTo>
                  <a:pt x="169980" y="0"/>
                  <a:pt x="165616" y="2953"/>
                  <a:pt x="164194" y="7239"/>
                </a:cubicBezTo>
                <a:cubicBezTo>
                  <a:pt x="162107" y="16764"/>
                  <a:pt x="159166" y="27813"/>
                  <a:pt x="157269" y="34195"/>
                </a:cubicBezTo>
                <a:lnTo>
                  <a:pt x="138583" y="34195"/>
                </a:lnTo>
                <a:cubicBezTo>
                  <a:pt x="135737" y="34195"/>
                  <a:pt x="132797" y="37148"/>
                  <a:pt x="131374" y="40005"/>
                </a:cubicBezTo>
                <a:lnTo>
                  <a:pt x="99692" y="104013"/>
                </a:lnTo>
                <a:lnTo>
                  <a:pt x="26180" y="104013"/>
                </a:lnTo>
                <a:cubicBezTo>
                  <a:pt x="21817" y="104013"/>
                  <a:pt x="17548" y="108394"/>
                  <a:pt x="17548" y="112776"/>
                </a:cubicBezTo>
                <a:lnTo>
                  <a:pt x="17548" y="208598"/>
                </a:lnTo>
                <a:lnTo>
                  <a:pt x="8632" y="208598"/>
                </a:lnTo>
                <a:cubicBezTo>
                  <a:pt x="4269" y="208598"/>
                  <a:pt x="0" y="212979"/>
                  <a:pt x="0" y="217456"/>
                </a:cubicBezTo>
                <a:cubicBezTo>
                  <a:pt x="0" y="223361"/>
                  <a:pt x="4363" y="226314"/>
                  <a:pt x="8632" y="226314"/>
                </a:cubicBezTo>
                <a:lnTo>
                  <a:pt x="52644" y="226314"/>
                </a:lnTo>
                <a:cubicBezTo>
                  <a:pt x="57008" y="246317"/>
                  <a:pt x="74840" y="260604"/>
                  <a:pt x="95045" y="260604"/>
                </a:cubicBezTo>
                <a:cubicBezTo>
                  <a:pt x="116387" y="260604"/>
                  <a:pt x="133461" y="246317"/>
                  <a:pt x="137445" y="226314"/>
                </a:cubicBezTo>
                <a:lnTo>
                  <a:pt x="243777" y="226314"/>
                </a:lnTo>
                <a:cubicBezTo>
                  <a:pt x="248045" y="246317"/>
                  <a:pt x="265783" y="260604"/>
                  <a:pt x="285703" y="260604"/>
                </a:cubicBezTo>
                <a:cubicBezTo>
                  <a:pt x="306855" y="260604"/>
                  <a:pt x="323645" y="246317"/>
                  <a:pt x="327628" y="226314"/>
                </a:cubicBezTo>
                <a:lnTo>
                  <a:pt x="406737" y="226314"/>
                </a:lnTo>
                <a:cubicBezTo>
                  <a:pt x="412523" y="226314"/>
                  <a:pt x="415369" y="223361"/>
                  <a:pt x="415369" y="217456"/>
                </a:cubicBezTo>
                <a:cubicBezTo>
                  <a:pt x="415369" y="213074"/>
                  <a:pt x="412523" y="208598"/>
                  <a:pt x="406737" y="208598"/>
                </a:cubicBezTo>
                <a:close/>
                <a:moveTo>
                  <a:pt x="177284" y="29242"/>
                </a:moveTo>
                <a:cubicBezTo>
                  <a:pt x="177284" y="24860"/>
                  <a:pt x="178706" y="20479"/>
                  <a:pt x="180224" y="17621"/>
                </a:cubicBezTo>
                <a:lnTo>
                  <a:pt x="202041" y="17621"/>
                </a:lnTo>
                <a:cubicBezTo>
                  <a:pt x="202041" y="17621"/>
                  <a:pt x="202041" y="17621"/>
                  <a:pt x="210008" y="34385"/>
                </a:cubicBezTo>
                <a:lnTo>
                  <a:pt x="175576" y="34385"/>
                </a:lnTo>
                <a:cubicBezTo>
                  <a:pt x="176145" y="32766"/>
                  <a:pt x="176714" y="30956"/>
                  <a:pt x="177378" y="29242"/>
                </a:cubicBezTo>
                <a:close/>
                <a:moveTo>
                  <a:pt x="34717" y="121634"/>
                </a:moveTo>
                <a:lnTo>
                  <a:pt x="103866" y="121634"/>
                </a:lnTo>
                <a:cubicBezTo>
                  <a:pt x="108229" y="121634"/>
                  <a:pt x="111075" y="120206"/>
                  <a:pt x="112498" y="117253"/>
                </a:cubicBezTo>
                <a:lnTo>
                  <a:pt x="144179" y="51816"/>
                </a:lnTo>
                <a:lnTo>
                  <a:pt x="161063" y="51816"/>
                </a:lnTo>
                <a:cubicBezTo>
                  <a:pt x="161633" y="52006"/>
                  <a:pt x="162107" y="52292"/>
                  <a:pt x="162676" y="52483"/>
                </a:cubicBezTo>
                <a:cubicBezTo>
                  <a:pt x="164763" y="52864"/>
                  <a:pt x="166280" y="52483"/>
                  <a:pt x="167514" y="51816"/>
                </a:cubicBezTo>
                <a:lnTo>
                  <a:pt x="220537" y="51816"/>
                </a:lnTo>
                <a:cubicBezTo>
                  <a:pt x="221581" y="52197"/>
                  <a:pt x="222624" y="52483"/>
                  <a:pt x="223668" y="52483"/>
                </a:cubicBezTo>
                <a:lnTo>
                  <a:pt x="228031" y="52483"/>
                </a:lnTo>
                <a:cubicBezTo>
                  <a:pt x="228031" y="52483"/>
                  <a:pt x="228505" y="52006"/>
                  <a:pt x="228790" y="51816"/>
                </a:cubicBezTo>
                <a:lnTo>
                  <a:pt x="266542" y="51816"/>
                </a:lnTo>
                <a:cubicBezTo>
                  <a:pt x="304010" y="51816"/>
                  <a:pt x="337114" y="78010"/>
                  <a:pt x="345746" y="115824"/>
                </a:cubicBezTo>
                <a:cubicBezTo>
                  <a:pt x="347168" y="118777"/>
                  <a:pt x="350109" y="121634"/>
                  <a:pt x="354378" y="121634"/>
                </a:cubicBezTo>
                <a:lnTo>
                  <a:pt x="380273" y="121634"/>
                </a:lnTo>
                <a:lnTo>
                  <a:pt x="380273" y="208693"/>
                </a:lnTo>
                <a:lnTo>
                  <a:pt x="327534" y="208693"/>
                </a:lnTo>
                <a:cubicBezTo>
                  <a:pt x="323739" y="189167"/>
                  <a:pt x="306760" y="173450"/>
                  <a:pt x="285418" y="173450"/>
                </a:cubicBezTo>
                <a:cubicBezTo>
                  <a:pt x="265309" y="173450"/>
                  <a:pt x="247476" y="189167"/>
                  <a:pt x="243397" y="208693"/>
                </a:cubicBezTo>
                <a:lnTo>
                  <a:pt x="137350" y="208693"/>
                </a:lnTo>
                <a:cubicBezTo>
                  <a:pt x="133461" y="189167"/>
                  <a:pt x="116387" y="173450"/>
                  <a:pt x="94760" y="173450"/>
                </a:cubicBezTo>
                <a:cubicBezTo>
                  <a:pt x="74461" y="173450"/>
                  <a:pt x="56344" y="189167"/>
                  <a:pt x="52265" y="208693"/>
                </a:cubicBezTo>
                <a:lnTo>
                  <a:pt x="34527" y="208693"/>
                </a:lnTo>
                <a:lnTo>
                  <a:pt x="34527" y="121634"/>
                </a:lnTo>
                <a:close/>
                <a:moveTo>
                  <a:pt x="94950" y="243078"/>
                </a:moveTo>
                <a:cubicBezTo>
                  <a:pt x="80816" y="243078"/>
                  <a:pt x="69623" y="232029"/>
                  <a:pt x="69054" y="218027"/>
                </a:cubicBezTo>
                <a:cubicBezTo>
                  <a:pt x="69054" y="217837"/>
                  <a:pt x="69054" y="217646"/>
                  <a:pt x="69054" y="217456"/>
                </a:cubicBezTo>
                <a:cubicBezTo>
                  <a:pt x="69054" y="217170"/>
                  <a:pt x="68959" y="216884"/>
                  <a:pt x="68865" y="216503"/>
                </a:cubicBezTo>
                <a:cubicBezTo>
                  <a:pt x="69054" y="202216"/>
                  <a:pt x="80532" y="190786"/>
                  <a:pt x="94855" y="190786"/>
                </a:cubicBezTo>
                <a:cubicBezTo>
                  <a:pt x="109178" y="190786"/>
                  <a:pt x="120750" y="202311"/>
                  <a:pt x="120845" y="216694"/>
                </a:cubicBezTo>
                <a:cubicBezTo>
                  <a:pt x="120845" y="216979"/>
                  <a:pt x="120655" y="217170"/>
                  <a:pt x="120655" y="217456"/>
                </a:cubicBezTo>
                <a:cubicBezTo>
                  <a:pt x="120655" y="217646"/>
                  <a:pt x="120655" y="217742"/>
                  <a:pt x="120750" y="217932"/>
                </a:cubicBezTo>
                <a:cubicBezTo>
                  <a:pt x="120181" y="231934"/>
                  <a:pt x="108893" y="243078"/>
                  <a:pt x="94855" y="243078"/>
                </a:cubicBezTo>
                <a:close/>
                <a:moveTo>
                  <a:pt x="285608" y="243078"/>
                </a:moveTo>
                <a:cubicBezTo>
                  <a:pt x="271285" y="243078"/>
                  <a:pt x="259902" y="231458"/>
                  <a:pt x="259902" y="216979"/>
                </a:cubicBezTo>
                <a:cubicBezTo>
                  <a:pt x="259902" y="202502"/>
                  <a:pt x="271380" y="190881"/>
                  <a:pt x="285608" y="190881"/>
                </a:cubicBezTo>
                <a:cubicBezTo>
                  <a:pt x="299836" y="190881"/>
                  <a:pt x="311313" y="202502"/>
                  <a:pt x="311313" y="216979"/>
                </a:cubicBezTo>
                <a:cubicBezTo>
                  <a:pt x="311313" y="231458"/>
                  <a:pt x="299836" y="243078"/>
                  <a:pt x="285608" y="243078"/>
                </a:cubicBezTo>
                <a:close/>
                <a:moveTo>
                  <a:pt x="139342" y="110014"/>
                </a:moveTo>
                <a:lnTo>
                  <a:pt x="156700" y="75438"/>
                </a:lnTo>
                <a:cubicBezTo>
                  <a:pt x="158123" y="72581"/>
                  <a:pt x="161063" y="69628"/>
                  <a:pt x="163909" y="69628"/>
                </a:cubicBezTo>
                <a:lnTo>
                  <a:pt x="181267" y="69628"/>
                </a:lnTo>
                <a:cubicBezTo>
                  <a:pt x="187054" y="69628"/>
                  <a:pt x="189994" y="73914"/>
                  <a:pt x="189994" y="78296"/>
                </a:cubicBezTo>
                <a:cubicBezTo>
                  <a:pt x="189994" y="84106"/>
                  <a:pt x="187054" y="86963"/>
                  <a:pt x="181267" y="86963"/>
                </a:cubicBezTo>
                <a:lnTo>
                  <a:pt x="169695" y="86963"/>
                </a:lnTo>
                <a:lnTo>
                  <a:pt x="155182" y="117253"/>
                </a:lnTo>
                <a:cubicBezTo>
                  <a:pt x="153760" y="120110"/>
                  <a:pt x="149396" y="121539"/>
                  <a:pt x="146456" y="121539"/>
                </a:cubicBezTo>
                <a:lnTo>
                  <a:pt x="143515" y="121539"/>
                </a:lnTo>
                <a:cubicBezTo>
                  <a:pt x="139152" y="118681"/>
                  <a:pt x="136306" y="114300"/>
                  <a:pt x="139152" y="110014"/>
                </a:cubicBezTo>
                <a:close/>
                <a:moveTo>
                  <a:pt x="138393" y="139160"/>
                </a:moveTo>
                <a:lnTo>
                  <a:pt x="155941" y="139160"/>
                </a:lnTo>
                <a:lnTo>
                  <a:pt x="155941" y="156781"/>
                </a:lnTo>
                <a:lnTo>
                  <a:pt x="138393" y="156781"/>
                </a:lnTo>
                <a:lnTo>
                  <a:pt x="138393" y="139160"/>
                </a:lnTo>
                <a:close/>
                <a:moveTo>
                  <a:pt x="120845" y="156781"/>
                </a:moveTo>
                <a:lnTo>
                  <a:pt x="103297" y="156781"/>
                </a:lnTo>
                <a:lnTo>
                  <a:pt x="103297" y="139160"/>
                </a:lnTo>
                <a:lnTo>
                  <a:pt x="120845" y="139160"/>
                </a:lnTo>
                <a:lnTo>
                  <a:pt x="120845" y="156781"/>
                </a:lnTo>
                <a:close/>
                <a:moveTo>
                  <a:pt x="86697" y="156781"/>
                </a:moveTo>
                <a:lnTo>
                  <a:pt x="69149" y="156781"/>
                </a:lnTo>
                <a:lnTo>
                  <a:pt x="69149" y="139160"/>
                </a:lnTo>
                <a:lnTo>
                  <a:pt x="86697" y="139160"/>
                </a:lnTo>
                <a:lnTo>
                  <a:pt x="86697" y="156781"/>
                </a:lnTo>
                <a:close/>
                <a:moveTo>
                  <a:pt x="172541" y="139160"/>
                </a:moveTo>
                <a:lnTo>
                  <a:pt x="190089" y="139160"/>
                </a:lnTo>
                <a:lnTo>
                  <a:pt x="190089" y="156781"/>
                </a:lnTo>
                <a:lnTo>
                  <a:pt x="172541" y="156781"/>
                </a:lnTo>
                <a:lnTo>
                  <a:pt x="172541" y="139160"/>
                </a:lnTo>
                <a:close/>
                <a:moveTo>
                  <a:pt x="225185" y="156781"/>
                </a:moveTo>
                <a:lnTo>
                  <a:pt x="207637" y="156781"/>
                </a:lnTo>
                <a:lnTo>
                  <a:pt x="207637" y="139160"/>
                </a:lnTo>
                <a:lnTo>
                  <a:pt x="225185" y="139160"/>
                </a:lnTo>
                <a:lnTo>
                  <a:pt x="225185" y="156781"/>
                </a:lnTo>
                <a:close/>
                <a:moveTo>
                  <a:pt x="259333" y="156781"/>
                </a:moveTo>
                <a:lnTo>
                  <a:pt x="242733" y="156781"/>
                </a:lnTo>
                <a:lnTo>
                  <a:pt x="242733" y="139160"/>
                </a:lnTo>
                <a:lnTo>
                  <a:pt x="259333" y="139160"/>
                </a:lnTo>
                <a:lnTo>
                  <a:pt x="259333" y="156781"/>
                </a:lnTo>
                <a:close/>
                <a:moveTo>
                  <a:pt x="294429" y="156781"/>
                </a:moveTo>
                <a:lnTo>
                  <a:pt x="276881" y="156781"/>
                </a:lnTo>
                <a:lnTo>
                  <a:pt x="276881" y="139160"/>
                </a:lnTo>
                <a:lnTo>
                  <a:pt x="294429" y="139160"/>
                </a:lnTo>
                <a:lnTo>
                  <a:pt x="294429" y="156781"/>
                </a:lnTo>
                <a:close/>
                <a:moveTo>
                  <a:pt x="328482" y="156781"/>
                </a:moveTo>
                <a:lnTo>
                  <a:pt x="311882" y="156781"/>
                </a:lnTo>
                <a:lnTo>
                  <a:pt x="311882" y="139160"/>
                </a:lnTo>
                <a:lnTo>
                  <a:pt x="328482" y="139160"/>
                </a:lnTo>
                <a:lnTo>
                  <a:pt x="328482" y="156781"/>
                </a:lnTo>
                <a:close/>
                <a:moveTo>
                  <a:pt x="363673" y="156781"/>
                </a:moveTo>
                <a:lnTo>
                  <a:pt x="346125" y="156781"/>
                </a:lnTo>
                <a:lnTo>
                  <a:pt x="346125" y="139160"/>
                </a:lnTo>
                <a:lnTo>
                  <a:pt x="363673" y="139160"/>
                </a:lnTo>
                <a:lnTo>
                  <a:pt x="363673" y="15678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8" name="Graphic 204">
            <a:extLst>
              <a:ext uri="{FF2B5EF4-FFF2-40B4-BE49-F238E27FC236}">
                <a16:creationId xmlns:a16="http://schemas.microsoft.com/office/drawing/2014/main" id="{2F20D5D9-3D41-3B0F-DAA9-05F0B9FA1862}"/>
              </a:ext>
            </a:extLst>
          </p:cNvPr>
          <p:cNvSpPr/>
          <p:nvPr/>
        </p:nvSpPr>
        <p:spPr>
          <a:xfrm>
            <a:off x="2157598" y="3610172"/>
            <a:ext cx="556486" cy="349141"/>
          </a:xfrm>
          <a:custGeom>
            <a:avLst/>
            <a:gdLst>
              <a:gd name="connsiteX0" fmla="*/ 406737 w 415369"/>
              <a:gd name="connsiteY0" fmla="*/ 208693 h 260604"/>
              <a:gd name="connsiteX1" fmla="*/ 397821 w 415369"/>
              <a:gd name="connsiteY1" fmla="*/ 208693 h 260604"/>
              <a:gd name="connsiteX2" fmla="*/ 397821 w 415369"/>
              <a:gd name="connsiteY2" fmla="*/ 112871 h 260604"/>
              <a:gd name="connsiteX3" fmla="*/ 389189 w 415369"/>
              <a:gd name="connsiteY3" fmla="*/ 104108 h 260604"/>
              <a:gd name="connsiteX4" fmla="*/ 361776 w 415369"/>
              <a:gd name="connsiteY4" fmla="*/ 104108 h 260604"/>
              <a:gd name="connsiteX5" fmla="*/ 266732 w 415369"/>
              <a:gd name="connsiteY5" fmla="*/ 34290 h 260604"/>
              <a:gd name="connsiteX6" fmla="*/ 229549 w 415369"/>
              <a:gd name="connsiteY6" fmla="*/ 34290 h 260604"/>
              <a:gd name="connsiteX7" fmla="*/ 216553 w 415369"/>
              <a:gd name="connsiteY7" fmla="*/ 5810 h 260604"/>
              <a:gd name="connsiteX8" fmla="*/ 207827 w 415369"/>
              <a:gd name="connsiteY8" fmla="*/ 0 h 260604"/>
              <a:gd name="connsiteX9" fmla="*/ 172920 w 415369"/>
              <a:gd name="connsiteY9" fmla="*/ 0 h 260604"/>
              <a:gd name="connsiteX10" fmla="*/ 164194 w 415369"/>
              <a:gd name="connsiteY10" fmla="*/ 7239 h 260604"/>
              <a:gd name="connsiteX11" fmla="*/ 157269 w 415369"/>
              <a:gd name="connsiteY11" fmla="*/ 34195 h 260604"/>
              <a:gd name="connsiteX12" fmla="*/ 138583 w 415369"/>
              <a:gd name="connsiteY12" fmla="*/ 34195 h 260604"/>
              <a:gd name="connsiteX13" fmla="*/ 131374 w 415369"/>
              <a:gd name="connsiteY13" fmla="*/ 40005 h 260604"/>
              <a:gd name="connsiteX14" fmla="*/ 99692 w 415369"/>
              <a:gd name="connsiteY14" fmla="*/ 104013 h 260604"/>
              <a:gd name="connsiteX15" fmla="*/ 26180 w 415369"/>
              <a:gd name="connsiteY15" fmla="*/ 104013 h 260604"/>
              <a:gd name="connsiteX16" fmla="*/ 17548 w 415369"/>
              <a:gd name="connsiteY16" fmla="*/ 112776 h 260604"/>
              <a:gd name="connsiteX17" fmla="*/ 17548 w 415369"/>
              <a:gd name="connsiteY17" fmla="*/ 208598 h 260604"/>
              <a:gd name="connsiteX18" fmla="*/ 8632 w 415369"/>
              <a:gd name="connsiteY18" fmla="*/ 208598 h 260604"/>
              <a:gd name="connsiteX19" fmla="*/ 0 w 415369"/>
              <a:gd name="connsiteY19" fmla="*/ 217456 h 260604"/>
              <a:gd name="connsiteX20" fmla="*/ 8632 w 415369"/>
              <a:gd name="connsiteY20" fmla="*/ 226314 h 260604"/>
              <a:gd name="connsiteX21" fmla="*/ 52644 w 415369"/>
              <a:gd name="connsiteY21" fmla="*/ 226314 h 260604"/>
              <a:gd name="connsiteX22" fmla="*/ 95045 w 415369"/>
              <a:gd name="connsiteY22" fmla="*/ 260604 h 260604"/>
              <a:gd name="connsiteX23" fmla="*/ 137445 w 415369"/>
              <a:gd name="connsiteY23" fmla="*/ 226314 h 260604"/>
              <a:gd name="connsiteX24" fmla="*/ 243777 w 415369"/>
              <a:gd name="connsiteY24" fmla="*/ 226314 h 260604"/>
              <a:gd name="connsiteX25" fmla="*/ 285703 w 415369"/>
              <a:gd name="connsiteY25" fmla="*/ 260604 h 260604"/>
              <a:gd name="connsiteX26" fmla="*/ 327628 w 415369"/>
              <a:gd name="connsiteY26" fmla="*/ 226314 h 260604"/>
              <a:gd name="connsiteX27" fmla="*/ 406737 w 415369"/>
              <a:gd name="connsiteY27" fmla="*/ 226314 h 260604"/>
              <a:gd name="connsiteX28" fmla="*/ 415369 w 415369"/>
              <a:gd name="connsiteY28" fmla="*/ 217456 h 260604"/>
              <a:gd name="connsiteX29" fmla="*/ 406737 w 415369"/>
              <a:gd name="connsiteY29" fmla="*/ 208598 h 260604"/>
              <a:gd name="connsiteX30" fmla="*/ 177284 w 415369"/>
              <a:gd name="connsiteY30" fmla="*/ 29242 h 260604"/>
              <a:gd name="connsiteX31" fmla="*/ 180224 w 415369"/>
              <a:gd name="connsiteY31" fmla="*/ 17621 h 260604"/>
              <a:gd name="connsiteX32" fmla="*/ 202041 w 415369"/>
              <a:gd name="connsiteY32" fmla="*/ 17621 h 260604"/>
              <a:gd name="connsiteX33" fmla="*/ 210008 w 415369"/>
              <a:gd name="connsiteY33" fmla="*/ 34385 h 260604"/>
              <a:gd name="connsiteX34" fmla="*/ 175576 w 415369"/>
              <a:gd name="connsiteY34" fmla="*/ 34385 h 260604"/>
              <a:gd name="connsiteX35" fmla="*/ 177378 w 415369"/>
              <a:gd name="connsiteY35" fmla="*/ 29242 h 260604"/>
              <a:gd name="connsiteX36" fmla="*/ 34717 w 415369"/>
              <a:gd name="connsiteY36" fmla="*/ 121634 h 260604"/>
              <a:gd name="connsiteX37" fmla="*/ 103866 w 415369"/>
              <a:gd name="connsiteY37" fmla="*/ 121634 h 260604"/>
              <a:gd name="connsiteX38" fmla="*/ 112498 w 415369"/>
              <a:gd name="connsiteY38" fmla="*/ 117253 h 260604"/>
              <a:gd name="connsiteX39" fmla="*/ 144179 w 415369"/>
              <a:gd name="connsiteY39" fmla="*/ 51816 h 260604"/>
              <a:gd name="connsiteX40" fmla="*/ 161063 w 415369"/>
              <a:gd name="connsiteY40" fmla="*/ 51816 h 260604"/>
              <a:gd name="connsiteX41" fmla="*/ 162676 w 415369"/>
              <a:gd name="connsiteY41" fmla="*/ 52483 h 260604"/>
              <a:gd name="connsiteX42" fmla="*/ 167514 w 415369"/>
              <a:gd name="connsiteY42" fmla="*/ 51816 h 260604"/>
              <a:gd name="connsiteX43" fmla="*/ 220537 w 415369"/>
              <a:gd name="connsiteY43" fmla="*/ 51816 h 260604"/>
              <a:gd name="connsiteX44" fmla="*/ 223668 w 415369"/>
              <a:gd name="connsiteY44" fmla="*/ 52483 h 260604"/>
              <a:gd name="connsiteX45" fmla="*/ 228031 w 415369"/>
              <a:gd name="connsiteY45" fmla="*/ 52483 h 260604"/>
              <a:gd name="connsiteX46" fmla="*/ 228790 w 415369"/>
              <a:gd name="connsiteY46" fmla="*/ 51816 h 260604"/>
              <a:gd name="connsiteX47" fmla="*/ 266542 w 415369"/>
              <a:gd name="connsiteY47" fmla="*/ 51816 h 260604"/>
              <a:gd name="connsiteX48" fmla="*/ 345746 w 415369"/>
              <a:gd name="connsiteY48" fmla="*/ 115824 h 260604"/>
              <a:gd name="connsiteX49" fmla="*/ 354378 w 415369"/>
              <a:gd name="connsiteY49" fmla="*/ 121634 h 260604"/>
              <a:gd name="connsiteX50" fmla="*/ 380273 w 415369"/>
              <a:gd name="connsiteY50" fmla="*/ 121634 h 260604"/>
              <a:gd name="connsiteX51" fmla="*/ 380273 w 415369"/>
              <a:gd name="connsiteY51" fmla="*/ 208693 h 260604"/>
              <a:gd name="connsiteX52" fmla="*/ 327534 w 415369"/>
              <a:gd name="connsiteY52" fmla="*/ 208693 h 260604"/>
              <a:gd name="connsiteX53" fmla="*/ 285418 w 415369"/>
              <a:gd name="connsiteY53" fmla="*/ 173450 h 260604"/>
              <a:gd name="connsiteX54" fmla="*/ 243397 w 415369"/>
              <a:gd name="connsiteY54" fmla="*/ 208693 h 260604"/>
              <a:gd name="connsiteX55" fmla="*/ 137350 w 415369"/>
              <a:gd name="connsiteY55" fmla="*/ 208693 h 260604"/>
              <a:gd name="connsiteX56" fmla="*/ 94760 w 415369"/>
              <a:gd name="connsiteY56" fmla="*/ 173450 h 260604"/>
              <a:gd name="connsiteX57" fmla="*/ 52265 w 415369"/>
              <a:gd name="connsiteY57" fmla="*/ 208693 h 260604"/>
              <a:gd name="connsiteX58" fmla="*/ 34527 w 415369"/>
              <a:gd name="connsiteY58" fmla="*/ 208693 h 260604"/>
              <a:gd name="connsiteX59" fmla="*/ 34527 w 415369"/>
              <a:gd name="connsiteY59" fmla="*/ 121634 h 260604"/>
              <a:gd name="connsiteX60" fmla="*/ 94950 w 415369"/>
              <a:gd name="connsiteY60" fmla="*/ 243078 h 260604"/>
              <a:gd name="connsiteX61" fmla="*/ 69054 w 415369"/>
              <a:gd name="connsiteY61" fmla="*/ 218027 h 260604"/>
              <a:gd name="connsiteX62" fmla="*/ 69054 w 415369"/>
              <a:gd name="connsiteY62" fmla="*/ 217456 h 260604"/>
              <a:gd name="connsiteX63" fmla="*/ 68865 w 415369"/>
              <a:gd name="connsiteY63" fmla="*/ 216503 h 260604"/>
              <a:gd name="connsiteX64" fmla="*/ 94855 w 415369"/>
              <a:gd name="connsiteY64" fmla="*/ 190786 h 260604"/>
              <a:gd name="connsiteX65" fmla="*/ 120845 w 415369"/>
              <a:gd name="connsiteY65" fmla="*/ 216694 h 260604"/>
              <a:gd name="connsiteX66" fmla="*/ 120655 w 415369"/>
              <a:gd name="connsiteY66" fmla="*/ 217456 h 260604"/>
              <a:gd name="connsiteX67" fmla="*/ 120750 w 415369"/>
              <a:gd name="connsiteY67" fmla="*/ 217932 h 260604"/>
              <a:gd name="connsiteX68" fmla="*/ 94855 w 415369"/>
              <a:gd name="connsiteY68" fmla="*/ 243078 h 260604"/>
              <a:gd name="connsiteX69" fmla="*/ 285608 w 415369"/>
              <a:gd name="connsiteY69" fmla="*/ 243078 h 260604"/>
              <a:gd name="connsiteX70" fmla="*/ 259902 w 415369"/>
              <a:gd name="connsiteY70" fmla="*/ 216979 h 260604"/>
              <a:gd name="connsiteX71" fmla="*/ 285608 w 415369"/>
              <a:gd name="connsiteY71" fmla="*/ 190881 h 260604"/>
              <a:gd name="connsiteX72" fmla="*/ 311313 w 415369"/>
              <a:gd name="connsiteY72" fmla="*/ 216979 h 260604"/>
              <a:gd name="connsiteX73" fmla="*/ 285608 w 415369"/>
              <a:gd name="connsiteY73" fmla="*/ 243078 h 260604"/>
              <a:gd name="connsiteX74" fmla="*/ 139342 w 415369"/>
              <a:gd name="connsiteY74" fmla="*/ 110014 h 260604"/>
              <a:gd name="connsiteX75" fmla="*/ 156700 w 415369"/>
              <a:gd name="connsiteY75" fmla="*/ 75438 h 260604"/>
              <a:gd name="connsiteX76" fmla="*/ 163909 w 415369"/>
              <a:gd name="connsiteY76" fmla="*/ 69628 h 260604"/>
              <a:gd name="connsiteX77" fmla="*/ 181267 w 415369"/>
              <a:gd name="connsiteY77" fmla="*/ 69628 h 260604"/>
              <a:gd name="connsiteX78" fmla="*/ 189994 w 415369"/>
              <a:gd name="connsiteY78" fmla="*/ 78296 h 260604"/>
              <a:gd name="connsiteX79" fmla="*/ 181267 w 415369"/>
              <a:gd name="connsiteY79" fmla="*/ 86963 h 260604"/>
              <a:gd name="connsiteX80" fmla="*/ 169695 w 415369"/>
              <a:gd name="connsiteY80" fmla="*/ 86963 h 260604"/>
              <a:gd name="connsiteX81" fmla="*/ 155182 w 415369"/>
              <a:gd name="connsiteY81" fmla="*/ 117253 h 260604"/>
              <a:gd name="connsiteX82" fmla="*/ 146456 w 415369"/>
              <a:gd name="connsiteY82" fmla="*/ 121539 h 260604"/>
              <a:gd name="connsiteX83" fmla="*/ 143515 w 415369"/>
              <a:gd name="connsiteY83" fmla="*/ 121539 h 260604"/>
              <a:gd name="connsiteX84" fmla="*/ 139152 w 415369"/>
              <a:gd name="connsiteY84" fmla="*/ 110014 h 260604"/>
              <a:gd name="connsiteX85" fmla="*/ 138393 w 415369"/>
              <a:gd name="connsiteY85" fmla="*/ 139160 h 260604"/>
              <a:gd name="connsiteX86" fmla="*/ 155941 w 415369"/>
              <a:gd name="connsiteY86" fmla="*/ 139160 h 260604"/>
              <a:gd name="connsiteX87" fmla="*/ 155941 w 415369"/>
              <a:gd name="connsiteY87" fmla="*/ 156781 h 260604"/>
              <a:gd name="connsiteX88" fmla="*/ 138393 w 415369"/>
              <a:gd name="connsiteY88" fmla="*/ 156781 h 260604"/>
              <a:gd name="connsiteX89" fmla="*/ 138393 w 415369"/>
              <a:gd name="connsiteY89" fmla="*/ 139160 h 260604"/>
              <a:gd name="connsiteX90" fmla="*/ 120845 w 415369"/>
              <a:gd name="connsiteY90" fmla="*/ 156781 h 260604"/>
              <a:gd name="connsiteX91" fmla="*/ 103297 w 415369"/>
              <a:gd name="connsiteY91" fmla="*/ 156781 h 260604"/>
              <a:gd name="connsiteX92" fmla="*/ 103297 w 415369"/>
              <a:gd name="connsiteY92" fmla="*/ 139160 h 260604"/>
              <a:gd name="connsiteX93" fmla="*/ 120845 w 415369"/>
              <a:gd name="connsiteY93" fmla="*/ 139160 h 260604"/>
              <a:gd name="connsiteX94" fmla="*/ 120845 w 415369"/>
              <a:gd name="connsiteY94" fmla="*/ 156781 h 260604"/>
              <a:gd name="connsiteX95" fmla="*/ 86697 w 415369"/>
              <a:gd name="connsiteY95" fmla="*/ 156781 h 260604"/>
              <a:gd name="connsiteX96" fmla="*/ 69149 w 415369"/>
              <a:gd name="connsiteY96" fmla="*/ 156781 h 260604"/>
              <a:gd name="connsiteX97" fmla="*/ 69149 w 415369"/>
              <a:gd name="connsiteY97" fmla="*/ 139160 h 260604"/>
              <a:gd name="connsiteX98" fmla="*/ 86697 w 415369"/>
              <a:gd name="connsiteY98" fmla="*/ 139160 h 260604"/>
              <a:gd name="connsiteX99" fmla="*/ 86697 w 415369"/>
              <a:gd name="connsiteY99" fmla="*/ 156781 h 260604"/>
              <a:gd name="connsiteX100" fmla="*/ 172541 w 415369"/>
              <a:gd name="connsiteY100" fmla="*/ 139160 h 260604"/>
              <a:gd name="connsiteX101" fmla="*/ 190089 w 415369"/>
              <a:gd name="connsiteY101" fmla="*/ 139160 h 260604"/>
              <a:gd name="connsiteX102" fmla="*/ 190089 w 415369"/>
              <a:gd name="connsiteY102" fmla="*/ 156781 h 260604"/>
              <a:gd name="connsiteX103" fmla="*/ 172541 w 415369"/>
              <a:gd name="connsiteY103" fmla="*/ 156781 h 260604"/>
              <a:gd name="connsiteX104" fmla="*/ 172541 w 415369"/>
              <a:gd name="connsiteY104" fmla="*/ 139160 h 260604"/>
              <a:gd name="connsiteX105" fmla="*/ 225185 w 415369"/>
              <a:gd name="connsiteY105" fmla="*/ 156781 h 260604"/>
              <a:gd name="connsiteX106" fmla="*/ 207637 w 415369"/>
              <a:gd name="connsiteY106" fmla="*/ 156781 h 260604"/>
              <a:gd name="connsiteX107" fmla="*/ 207637 w 415369"/>
              <a:gd name="connsiteY107" fmla="*/ 139160 h 260604"/>
              <a:gd name="connsiteX108" fmla="*/ 225185 w 415369"/>
              <a:gd name="connsiteY108" fmla="*/ 139160 h 260604"/>
              <a:gd name="connsiteX109" fmla="*/ 225185 w 415369"/>
              <a:gd name="connsiteY109" fmla="*/ 156781 h 260604"/>
              <a:gd name="connsiteX110" fmla="*/ 259333 w 415369"/>
              <a:gd name="connsiteY110" fmla="*/ 156781 h 260604"/>
              <a:gd name="connsiteX111" fmla="*/ 242733 w 415369"/>
              <a:gd name="connsiteY111" fmla="*/ 156781 h 260604"/>
              <a:gd name="connsiteX112" fmla="*/ 242733 w 415369"/>
              <a:gd name="connsiteY112" fmla="*/ 139160 h 260604"/>
              <a:gd name="connsiteX113" fmla="*/ 259333 w 415369"/>
              <a:gd name="connsiteY113" fmla="*/ 139160 h 260604"/>
              <a:gd name="connsiteX114" fmla="*/ 259333 w 415369"/>
              <a:gd name="connsiteY114" fmla="*/ 156781 h 260604"/>
              <a:gd name="connsiteX115" fmla="*/ 294429 w 415369"/>
              <a:gd name="connsiteY115" fmla="*/ 156781 h 260604"/>
              <a:gd name="connsiteX116" fmla="*/ 276881 w 415369"/>
              <a:gd name="connsiteY116" fmla="*/ 156781 h 260604"/>
              <a:gd name="connsiteX117" fmla="*/ 276881 w 415369"/>
              <a:gd name="connsiteY117" fmla="*/ 139160 h 260604"/>
              <a:gd name="connsiteX118" fmla="*/ 294429 w 415369"/>
              <a:gd name="connsiteY118" fmla="*/ 139160 h 260604"/>
              <a:gd name="connsiteX119" fmla="*/ 294429 w 415369"/>
              <a:gd name="connsiteY119" fmla="*/ 156781 h 260604"/>
              <a:gd name="connsiteX120" fmla="*/ 328482 w 415369"/>
              <a:gd name="connsiteY120" fmla="*/ 156781 h 260604"/>
              <a:gd name="connsiteX121" fmla="*/ 311882 w 415369"/>
              <a:gd name="connsiteY121" fmla="*/ 156781 h 260604"/>
              <a:gd name="connsiteX122" fmla="*/ 311882 w 415369"/>
              <a:gd name="connsiteY122" fmla="*/ 139160 h 260604"/>
              <a:gd name="connsiteX123" fmla="*/ 328482 w 415369"/>
              <a:gd name="connsiteY123" fmla="*/ 139160 h 260604"/>
              <a:gd name="connsiteX124" fmla="*/ 328482 w 415369"/>
              <a:gd name="connsiteY124" fmla="*/ 156781 h 260604"/>
              <a:gd name="connsiteX125" fmla="*/ 363673 w 415369"/>
              <a:gd name="connsiteY125" fmla="*/ 156781 h 260604"/>
              <a:gd name="connsiteX126" fmla="*/ 346125 w 415369"/>
              <a:gd name="connsiteY126" fmla="*/ 156781 h 260604"/>
              <a:gd name="connsiteX127" fmla="*/ 346125 w 415369"/>
              <a:gd name="connsiteY127" fmla="*/ 139160 h 260604"/>
              <a:gd name="connsiteX128" fmla="*/ 363673 w 415369"/>
              <a:gd name="connsiteY128" fmla="*/ 139160 h 260604"/>
              <a:gd name="connsiteX129" fmla="*/ 363673 w 415369"/>
              <a:gd name="connsiteY129" fmla="*/ 156781 h 260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15369" h="260604">
                <a:moveTo>
                  <a:pt x="406737" y="208693"/>
                </a:moveTo>
                <a:lnTo>
                  <a:pt x="397821" y="208693"/>
                </a:lnTo>
                <a:lnTo>
                  <a:pt x="397821" y="112871"/>
                </a:lnTo>
                <a:cubicBezTo>
                  <a:pt x="397821" y="108490"/>
                  <a:pt x="394975" y="104108"/>
                  <a:pt x="389189" y="104108"/>
                </a:cubicBezTo>
                <a:lnTo>
                  <a:pt x="361776" y="104108"/>
                </a:lnTo>
                <a:cubicBezTo>
                  <a:pt x="348781" y="63436"/>
                  <a:pt x="309891" y="34290"/>
                  <a:pt x="266732" y="34290"/>
                </a:cubicBezTo>
                <a:lnTo>
                  <a:pt x="229549" y="34290"/>
                </a:lnTo>
                <a:cubicBezTo>
                  <a:pt x="227272" y="29432"/>
                  <a:pt x="223383" y="20860"/>
                  <a:pt x="216553" y="5810"/>
                </a:cubicBezTo>
                <a:cubicBezTo>
                  <a:pt x="215131" y="2857"/>
                  <a:pt x="212190" y="0"/>
                  <a:pt x="207827" y="0"/>
                </a:cubicBezTo>
                <a:lnTo>
                  <a:pt x="172920" y="0"/>
                </a:lnTo>
                <a:cubicBezTo>
                  <a:pt x="169980" y="0"/>
                  <a:pt x="165616" y="2953"/>
                  <a:pt x="164194" y="7239"/>
                </a:cubicBezTo>
                <a:cubicBezTo>
                  <a:pt x="162107" y="16764"/>
                  <a:pt x="159166" y="27813"/>
                  <a:pt x="157269" y="34195"/>
                </a:cubicBezTo>
                <a:lnTo>
                  <a:pt x="138583" y="34195"/>
                </a:lnTo>
                <a:cubicBezTo>
                  <a:pt x="135737" y="34195"/>
                  <a:pt x="132797" y="37148"/>
                  <a:pt x="131374" y="40005"/>
                </a:cubicBezTo>
                <a:lnTo>
                  <a:pt x="99692" y="104013"/>
                </a:lnTo>
                <a:lnTo>
                  <a:pt x="26180" y="104013"/>
                </a:lnTo>
                <a:cubicBezTo>
                  <a:pt x="21817" y="104013"/>
                  <a:pt x="17548" y="108394"/>
                  <a:pt x="17548" y="112776"/>
                </a:cubicBezTo>
                <a:lnTo>
                  <a:pt x="17548" y="208598"/>
                </a:lnTo>
                <a:lnTo>
                  <a:pt x="8632" y="208598"/>
                </a:lnTo>
                <a:cubicBezTo>
                  <a:pt x="4269" y="208598"/>
                  <a:pt x="0" y="212979"/>
                  <a:pt x="0" y="217456"/>
                </a:cubicBezTo>
                <a:cubicBezTo>
                  <a:pt x="0" y="223361"/>
                  <a:pt x="4363" y="226314"/>
                  <a:pt x="8632" y="226314"/>
                </a:cubicBezTo>
                <a:lnTo>
                  <a:pt x="52644" y="226314"/>
                </a:lnTo>
                <a:cubicBezTo>
                  <a:pt x="57008" y="246317"/>
                  <a:pt x="74840" y="260604"/>
                  <a:pt x="95045" y="260604"/>
                </a:cubicBezTo>
                <a:cubicBezTo>
                  <a:pt x="116387" y="260604"/>
                  <a:pt x="133461" y="246317"/>
                  <a:pt x="137445" y="226314"/>
                </a:cubicBezTo>
                <a:lnTo>
                  <a:pt x="243777" y="226314"/>
                </a:lnTo>
                <a:cubicBezTo>
                  <a:pt x="248045" y="246317"/>
                  <a:pt x="265783" y="260604"/>
                  <a:pt x="285703" y="260604"/>
                </a:cubicBezTo>
                <a:cubicBezTo>
                  <a:pt x="306855" y="260604"/>
                  <a:pt x="323645" y="246317"/>
                  <a:pt x="327628" y="226314"/>
                </a:cubicBezTo>
                <a:lnTo>
                  <a:pt x="406737" y="226314"/>
                </a:lnTo>
                <a:cubicBezTo>
                  <a:pt x="412523" y="226314"/>
                  <a:pt x="415369" y="223361"/>
                  <a:pt x="415369" y="217456"/>
                </a:cubicBezTo>
                <a:cubicBezTo>
                  <a:pt x="415369" y="213074"/>
                  <a:pt x="412523" y="208598"/>
                  <a:pt x="406737" y="208598"/>
                </a:cubicBezTo>
                <a:close/>
                <a:moveTo>
                  <a:pt x="177284" y="29242"/>
                </a:moveTo>
                <a:cubicBezTo>
                  <a:pt x="177284" y="24860"/>
                  <a:pt x="178706" y="20479"/>
                  <a:pt x="180224" y="17621"/>
                </a:cubicBezTo>
                <a:lnTo>
                  <a:pt x="202041" y="17621"/>
                </a:lnTo>
                <a:cubicBezTo>
                  <a:pt x="202041" y="17621"/>
                  <a:pt x="202041" y="17621"/>
                  <a:pt x="210008" y="34385"/>
                </a:cubicBezTo>
                <a:lnTo>
                  <a:pt x="175576" y="34385"/>
                </a:lnTo>
                <a:cubicBezTo>
                  <a:pt x="176145" y="32766"/>
                  <a:pt x="176714" y="30956"/>
                  <a:pt x="177378" y="29242"/>
                </a:cubicBezTo>
                <a:close/>
                <a:moveTo>
                  <a:pt x="34717" y="121634"/>
                </a:moveTo>
                <a:lnTo>
                  <a:pt x="103866" y="121634"/>
                </a:lnTo>
                <a:cubicBezTo>
                  <a:pt x="108229" y="121634"/>
                  <a:pt x="111075" y="120206"/>
                  <a:pt x="112498" y="117253"/>
                </a:cubicBezTo>
                <a:lnTo>
                  <a:pt x="144179" y="51816"/>
                </a:lnTo>
                <a:lnTo>
                  <a:pt x="161063" y="51816"/>
                </a:lnTo>
                <a:cubicBezTo>
                  <a:pt x="161633" y="52006"/>
                  <a:pt x="162107" y="52292"/>
                  <a:pt x="162676" y="52483"/>
                </a:cubicBezTo>
                <a:cubicBezTo>
                  <a:pt x="164763" y="52864"/>
                  <a:pt x="166280" y="52483"/>
                  <a:pt x="167514" y="51816"/>
                </a:cubicBezTo>
                <a:lnTo>
                  <a:pt x="220537" y="51816"/>
                </a:lnTo>
                <a:cubicBezTo>
                  <a:pt x="221581" y="52197"/>
                  <a:pt x="222624" y="52483"/>
                  <a:pt x="223668" y="52483"/>
                </a:cubicBezTo>
                <a:lnTo>
                  <a:pt x="228031" y="52483"/>
                </a:lnTo>
                <a:cubicBezTo>
                  <a:pt x="228031" y="52483"/>
                  <a:pt x="228505" y="52006"/>
                  <a:pt x="228790" y="51816"/>
                </a:cubicBezTo>
                <a:lnTo>
                  <a:pt x="266542" y="51816"/>
                </a:lnTo>
                <a:cubicBezTo>
                  <a:pt x="304010" y="51816"/>
                  <a:pt x="337114" y="78010"/>
                  <a:pt x="345746" y="115824"/>
                </a:cubicBezTo>
                <a:cubicBezTo>
                  <a:pt x="347168" y="118777"/>
                  <a:pt x="350109" y="121634"/>
                  <a:pt x="354378" y="121634"/>
                </a:cubicBezTo>
                <a:lnTo>
                  <a:pt x="380273" y="121634"/>
                </a:lnTo>
                <a:lnTo>
                  <a:pt x="380273" y="208693"/>
                </a:lnTo>
                <a:lnTo>
                  <a:pt x="327534" y="208693"/>
                </a:lnTo>
                <a:cubicBezTo>
                  <a:pt x="323739" y="189167"/>
                  <a:pt x="306760" y="173450"/>
                  <a:pt x="285418" y="173450"/>
                </a:cubicBezTo>
                <a:cubicBezTo>
                  <a:pt x="265309" y="173450"/>
                  <a:pt x="247476" y="189167"/>
                  <a:pt x="243397" y="208693"/>
                </a:cubicBezTo>
                <a:lnTo>
                  <a:pt x="137350" y="208693"/>
                </a:lnTo>
                <a:cubicBezTo>
                  <a:pt x="133461" y="189167"/>
                  <a:pt x="116387" y="173450"/>
                  <a:pt x="94760" y="173450"/>
                </a:cubicBezTo>
                <a:cubicBezTo>
                  <a:pt x="74461" y="173450"/>
                  <a:pt x="56344" y="189167"/>
                  <a:pt x="52265" y="208693"/>
                </a:cubicBezTo>
                <a:lnTo>
                  <a:pt x="34527" y="208693"/>
                </a:lnTo>
                <a:lnTo>
                  <a:pt x="34527" y="121634"/>
                </a:lnTo>
                <a:close/>
                <a:moveTo>
                  <a:pt x="94950" y="243078"/>
                </a:moveTo>
                <a:cubicBezTo>
                  <a:pt x="80816" y="243078"/>
                  <a:pt x="69623" y="232029"/>
                  <a:pt x="69054" y="218027"/>
                </a:cubicBezTo>
                <a:cubicBezTo>
                  <a:pt x="69054" y="217837"/>
                  <a:pt x="69054" y="217646"/>
                  <a:pt x="69054" y="217456"/>
                </a:cubicBezTo>
                <a:cubicBezTo>
                  <a:pt x="69054" y="217170"/>
                  <a:pt x="68959" y="216884"/>
                  <a:pt x="68865" y="216503"/>
                </a:cubicBezTo>
                <a:cubicBezTo>
                  <a:pt x="69054" y="202216"/>
                  <a:pt x="80532" y="190786"/>
                  <a:pt x="94855" y="190786"/>
                </a:cubicBezTo>
                <a:cubicBezTo>
                  <a:pt x="109178" y="190786"/>
                  <a:pt x="120750" y="202311"/>
                  <a:pt x="120845" y="216694"/>
                </a:cubicBezTo>
                <a:cubicBezTo>
                  <a:pt x="120845" y="216979"/>
                  <a:pt x="120655" y="217170"/>
                  <a:pt x="120655" y="217456"/>
                </a:cubicBezTo>
                <a:cubicBezTo>
                  <a:pt x="120655" y="217646"/>
                  <a:pt x="120655" y="217742"/>
                  <a:pt x="120750" y="217932"/>
                </a:cubicBezTo>
                <a:cubicBezTo>
                  <a:pt x="120181" y="231934"/>
                  <a:pt x="108893" y="243078"/>
                  <a:pt x="94855" y="243078"/>
                </a:cubicBezTo>
                <a:close/>
                <a:moveTo>
                  <a:pt x="285608" y="243078"/>
                </a:moveTo>
                <a:cubicBezTo>
                  <a:pt x="271285" y="243078"/>
                  <a:pt x="259902" y="231458"/>
                  <a:pt x="259902" y="216979"/>
                </a:cubicBezTo>
                <a:cubicBezTo>
                  <a:pt x="259902" y="202502"/>
                  <a:pt x="271380" y="190881"/>
                  <a:pt x="285608" y="190881"/>
                </a:cubicBezTo>
                <a:cubicBezTo>
                  <a:pt x="299836" y="190881"/>
                  <a:pt x="311313" y="202502"/>
                  <a:pt x="311313" y="216979"/>
                </a:cubicBezTo>
                <a:cubicBezTo>
                  <a:pt x="311313" y="231458"/>
                  <a:pt x="299836" y="243078"/>
                  <a:pt x="285608" y="243078"/>
                </a:cubicBezTo>
                <a:close/>
                <a:moveTo>
                  <a:pt x="139342" y="110014"/>
                </a:moveTo>
                <a:lnTo>
                  <a:pt x="156700" y="75438"/>
                </a:lnTo>
                <a:cubicBezTo>
                  <a:pt x="158123" y="72581"/>
                  <a:pt x="161063" y="69628"/>
                  <a:pt x="163909" y="69628"/>
                </a:cubicBezTo>
                <a:lnTo>
                  <a:pt x="181267" y="69628"/>
                </a:lnTo>
                <a:cubicBezTo>
                  <a:pt x="187054" y="69628"/>
                  <a:pt x="189994" y="73914"/>
                  <a:pt x="189994" y="78296"/>
                </a:cubicBezTo>
                <a:cubicBezTo>
                  <a:pt x="189994" y="84106"/>
                  <a:pt x="187054" y="86963"/>
                  <a:pt x="181267" y="86963"/>
                </a:cubicBezTo>
                <a:lnTo>
                  <a:pt x="169695" y="86963"/>
                </a:lnTo>
                <a:lnTo>
                  <a:pt x="155182" y="117253"/>
                </a:lnTo>
                <a:cubicBezTo>
                  <a:pt x="153760" y="120110"/>
                  <a:pt x="149396" y="121539"/>
                  <a:pt x="146456" y="121539"/>
                </a:cubicBezTo>
                <a:lnTo>
                  <a:pt x="143515" y="121539"/>
                </a:lnTo>
                <a:cubicBezTo>
                  <a:pt x="139152" y="118681"/>
                  <a:pt x="136306" y="114300"/>
                  <a:pt x="139152" y="110014"/>
                </a:cubicBezTo>
                <a:close/>
                <a:moveTo>
                  <a:pt x="138393" y="139160"/>
                </a:moveTo>
                <a:lnTo>
                  <a:pt x="155941" y="139160"/>
                </a:lnTo>
                <a:lnTo>
                  <a:pt x="155941" y="156781"/>
                </a:lnTo>
                <a:lnTo>
                  <a:pt x="138393" y="156781"/>
                </a:lnTo>
                <a:lnTo>
                  <a:pt x="138393" y="139160"/>
                </a:lnTo>
                <a:close/>
                <a:moveTo>
                  <a:pt x="120845" y="156781"/>
                </a:moveTo>
                <a:lnTo>
                  <a:pt x="103297" y="156781"/>
                </a:lnTo>
                <a:lnTo>
                  <a:pt x="103297" y="139160"/>
                </a:lnTo>
                <a:lnTo>
                  <a:pt x="120845" y="139160"/>
                </a:lnTo>
                <a:lnTo>
                  <a:pt x="120845" y="156781"/>
                </a:lnTo>
                <a:close/>
                <a:moveTo>
                  <a:pt x="86697" y="156781"/>
                </a:moveTo>
                <a:lnTo>
                  <a:pt x="69149" y="156781"/>
                </a:lnTo>
                <a:lnTo>
                  <a:pt x="69149" y="139160"/>
                </a:lnTo>
                <a:lnTo>
                  <a:pt x="86697" y="139160"/>
                </a:lnTo>
                <a:lnTo>
                  <a:pt x="86697" y="156781"/>
                </a:lnTo>
                <a:close/>
                <a:moveTo>
                  <a:pt x="172541" y="139160"/>
                </a:moveTo>
                <a:lnTo>
                  <a:pt x="190089" y="139160"/>
                </a:lnTo>
                <a:lnTo>
                  <a:pt x="190089" y="156781"/>
                </a:lnTo>
                <a:lnTo>
                  <a:pt x="172541" y="156781"/>
                </a:lnTo>
                <a:lnTo>
                  <a:pt x="172541" y="139160"/>
                </a:lnTo>
                <a:close/>
                <a:moveTo>
                  <a:pt x="225185" y="156781"/>
                </a:moveTo>
                <a:lnTo>
                  <a:pt x="207637" y="156781"/>
                </a:lnTo>
                <a:lnTo>
                  <a:pt x="207637" y="139160"/>
                </a:lnTo>
                <a:lnTo>
                  <a:pt x="225185" y="139160"/>
                </a:lnTo>
                <a:lnTo>
                  <a:pt x="225185" y="156781"/>
                </a:lnTo>
                <a:close/>
                <a:moveTo>
                  <a:pt x="259333" y="156781"/>
                </a:moveTo>
                <a:lnTo>
                  <a:pt x="242733" y="156781"/>
                </a:lnTo>
                <a:lnTo>
                  <a:pt x="242733" y="139160"/>
                </a:lnTo>
                <a:lnTo>
                  <a:pt x="259333" y="139160"/>
                </a:lnTo>
                <a:lnTo>
                  <a:pt x="259333" y="156781"/>
                </a:lnTo>
                <a:close/>
                <a:moveTo>
                  <a:pt x="294429" y="156781"/>
                </a:moveTo>
                <a:lnTo>
                  <a:pt x="276881" y="156781"/>
                </a:lnTo>
                <a:lnTo>
                  <a:pt x="276881" y="139160"/>
                </a:lnTo>
                <a:lnTo>
                  <a:pt x="294429" y="139160"/>
                </a:lnTo>
                <a:lnTo>
                  <a:pt x="294429" y="156781"/>
                </a:lnTo>
                <a:close/>
                <a:moveTo>
                  <a:pt x="328482" y="156781"/>
                </a:moveTo>
                <a:lnTo>
                  <a:pt x="311882" y="156781"/>
                </a:lnTo>
                <a:lnTo>
                  <a:pt x="311882" y="139160"/>
                </a:lnTo>
                <a:lnTo>
                  <a:pt x="328482" y="139160"/>
                </a:lnTo>
                <a:lnTo>
                  <a:pt x="328482" y="156781"/>
                </a:lnTo>
                <a:close/>
                <a:moveTo>
                  <a:pt x="363673" y="156781"/>
                </a:moveTo>
                <a:lnTo>
                  <a:pt x="346125" y="156781"/>
                </a:lnTo>
                <a:lnTo>
                  <a:pt x="346125" y="139160"/>
                </a:lnTo>
                <a:lnTo>
                  <a:pt x="363673" y="139160"/>
                </a:lnTo>
                <a:lnTo>
                  <a:pt x="363673" y="15678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9" name="Graphic 204">
            <a:extLst>
              <a:ext uri="{FF2B5EF4-FFF2-40B4-BE49-F238E27FC236}">
                <a16:creationId xmlns:a16="http://schemas.microsoft.com/office/drawing/2014/main" id="{2658F8C7-C496-E8D0-1879-7C200A1CFB2F}"/>
              </a:ext>
            </a:extLst>
          </p:cNvPr>
          <p:cNvSpPr/>
          <p:nvPr/>
        </p:nvSpPr>
        <p:spPr>
          <a:xfrm>
            <a:off x="2919598" y="3610172"/>
            <a:ext cx="556486" cy="349141"/>
          </a:xfrm>
          <a:custGeom>
            <a:avLst/>
            <a:gdLst>
              <a:gd name="connsiteX0" fmla="*/ 406737 w 415369"/>
              <a:gd name="connsiteY0" fmla="*/ 208693 h 260604"/>
              <a:gd name="connsiteX1" fmla="*/ 397821 w 415369"/>
              <a:gd name="connsiteY1" fmla="*/ 208693 h 260604"/>
              <a:gd name="connsiteX2" fmla="*/ 397821 w 415369"/>
              <a:gd name="connsiteY2" fmla="*/ 112871 h 260604"/>
              <a:gd name="connsiteX3" fmla="*/ 389189 w 415369"/>
              <a:gd name="connsiteY3" fmla="*/ 104108 h 260604"/>
              <a:gd name="connsiteX4" fmla="*/ 361776 w 415369"/>
              <a:gd name="connsiteY4" fmla="*/ 104108 h 260604"/>
              <a:gd name="connsiteX5" fmla="*/ 266732 w 415369"/>
              <a:gd name="connsiteY5" fmla="*/ 34290 h 260604"/>
              <a:gd name="connsiteX6" fmla="*/ 229549 w 415369"/>
              <a:gd name="connsiteY6" fmla="*/ 34290 h 260604"/>
              <a:gd name="connsiteX7" fmla="*/ 216553 w 415369"/>
              <a:gd name="connsiteY7" fmla="*/ 5810 h 260604"/>
              <a:gd name="connsiteX8" fmla="*/ 207827 w 415369"/>
              <a:gd name="connsiteY8" fmla="*/ 0 h 260604"/>
              <a:gd name="connsiteX9" fmla="*/ 172920 w 415369"/>
              <a:gd name="connsiteY9" fmla="*/ 0 h 260604"/>
              <a:gd name="connsiteX10" fmla="*/ 164194 w 415369"/>
              <a:gd name="connsiteY10" fmla="*/ 7239 h 260604"/>
              <a:gd name="connsiteX11" fmla="*/ 157269 w 415369"/>
              <a:gd name="connsiteY11" fmla="*/ 34195 h 260604"/>
              <a:gd name="connsiteX12" fmla="*/ 138583 w 415369"/>
              <a:gd name="connsiteY12" fmla="*/ 34195 h 260604"/>
              <a:gd name="connsiteX13" fmla="*/ 131374 w 415369"/>
              <a:gd name="connsiteY13" fmla="*/ 40005 h 260604"/>
              <a:gd name="connsiteX14" fmla="*/ 99692 w 415369"/>
              <a:gd name="connsiteY14" fmla="*/ 104013 h 260604"/>
              <a:gd name="connsiteX15" fmla="*/ 26180 w 415369"/>
              <a:gd name="connsiteY15" fmla="*/ 104013 h 260604"/>
              <a:gd name="connsiteX16" fmla="*/ 17548 w 415369"/>
              <a:gd name="connsiteY16" fmla="*/ 112776 h 260604"/>
              <a:gd name="connsiteX17" fmla="*/ 17548 w 415369"/>
              <a:gd name="connsiteY17" fmla="*/ 208598 h 260604"/>
              <a:gd name="connsiteX18" fmla="*/ 8632 w 415369"/>
              <a:gd name="connsiteY18" fmla="*/ 208598 h 260604"/>
              <a:gd name="connsiteX19" fmla="*/ 0 w 415369"/>
              <a:gd name="connsiteY19" fmla="*/ 217456 h 260604"/>
              <a:gd name="connsiteX20" fmla="*/ 8632 w 415369"/>
              <a:gd name="connsiteY20" fmla="*/ 226314 h 260604"/>
              <a:gd name="connsiteX21" fmla="*/ 52644 w 415369"/>
              <a:gd name="connsiteY21" fmla="*/ 226314 h 260604"/>
              <a:gd name="connsiteX22" fmla="*/ 95045 w 415369"/>
              <a:gd name="connsiteY22" fmla="*/ 260604 h 260604"/>
              <a:gd name="connsiteX23" fmla="*/ 137445 w 415369"/>
              <a:gd name="connsiteY23" fmla="*/ 226314 h 260604"/>
              <a:gd name="connsiteX24" fmla="*/ 243777 w 415369"/>
              <a:gd name="connsiteY24" fmla="*/ 226314 h 260604"/>
              <a:gd name="connsiteX25" fmla="*/ 285703 w 415369"/>
              <a:gd name="connsiteY25" fmla="*/ 260604 h 260604"/>
              <a:gd name="connsiteX26" fmla="*/ 327628 w 415369"/>
              <a:gd name="connsiteY26" fmla="*/ 226314 h 260604"/>
              <a:gd name="connsiteX27" fmla="*/ 406737 w 415369"/>
              <a:gd name="connsiteY27" fmla="*/ 226314 h 260604"/>
              <a:gd name="connsiteX28" fmla="*/ 415369 w 415369"/>
              <a:gd name="connsiteY28" fmla="*/ 217456 h 260604"/>
              <a:gd name="connsiteX29" fmla="*/ 406737 w 415369"/>
              <a:gd name="connsiteY29" fmla="*/ 208598 h 260604"/>
              <a:gd name="connsiteX30" fmla="*/ 177284 w 415369"/>
              <a:gd name="connsiteY30" fmla="*/ 29242 h 260604"/>
              <a:gd name="connsiteX31" fmla="*/ 180224 w 415369"/>
              <a:gd name="connsiteY31" fmla="*/ 17621 h 260604"/>
              <a:gd name="connsiteX32" fmla="*/ 202041 w 415369"/>
              <a:gd name="connsiteY32" fmla="*/ 17621 h 260604"/>
              <a:gd name="connsiteX33" fmla="*/ 210008 w 415369"/>
              <a:gd name="connsiteY33" fmla="*/ 34385 h 260604"/>
              <a:gd name="connsiteX34" fmla="*/ 175576 w 415369"/>
              <a:gd name="connsiteY34" fmla="*/ 34385 h 260604"/>
              <a:gd name="connsiteX35" fmla="*/ 177378 w 415369"/>
              <a:gd name="connsiteY35" fmla="*/ 29242 h 260604"/>
              <a:gd name="connsiteX36" fmla="*/ 34717 w 415369"/>
              <a:gd name="connsiteY36" fmla="*/ 121634 h 260604"/>
              <a:gd name="connsiteX37" fmla="*/ 103866 w 415369"/>
              <a:gd name="connsiteY37" fmla="*/ 121634 h 260604"/>
              <a:gd name="connsiteX38" fmla="*/ 112498 w 415369"/>
              <a:gd name="connsiteY38" fmla="*/ 117253 h 260604"/>
              <a:gd name="connsiteX39" fmla="*/ 144179 w 415369"/>
              <a:gd name="connsiteY39" fmla="*/ 51816 h 260604"/>
              <a:gd name="connsiteX40" fmla="*/ 161063 w 415369"/>
              <a:gd name="connsiteY40" fmla="*/ 51816 h 260604"/>
              <a:gd name="connsiteX41" fmla="*/ 162676 w 415369"/>
              <a:gd name="connsiteY41" fmla="*/ 52483 h 260604"/>
              <a:gd name="connsiteX42" fmla="*/ 167514 w 415369"/>
              <a:gd name="connsiteY42" fmla="*/ 51816 h 260604"/>
              <a:gd name="connsiteX43" fmla="*/ 220537 w 415369"/>
              <a:gd name="connsiteY43" fmla="*/ 51816 h 260604"/>
              <a:gd name="connsiteX44" fmla="*/ 223668 w 415369"/>
              <a:gd name="connsiteY44" fmla="*/ 52483 h 260604"/>
              <a:gd name="connsiteX45" fmla="*/ 228031 w 415369"/>
              <a:gd name="connsiteY45" fmla="*/ 52483 h 260604"/>
              <a:gd name="connsiteX46" fmla="*/ 228790 w 415369"/>
              <a:gd name="connsiteY46" fmla="*/ 51816 h 260604"/>
              <a:gd name="connsiteX47" fmla="*/ 266542 w 415369"/>
              <a:gd name="connsiteY47" fmla="*/ 51816 h 260604"/>
              <a:gd name="connsiteX48" fmla="*/ 345746 w 415369"/>
              <a:gd name="connsiteY48" fmla="*/ 115824 h 260604"/>
              <a:gd name="connsiteX49" fmla="*/ 354378 w 415369"/>
              <a:gd name="connsiteY49" fmla="*/ 121634 h 260604"/>
              <a:gd name="connsiteX50" fmla="*/ 380273 w 415369"/>
              <a:gd name="connsiteY50" fmla="*/ 121634 h 260604"/>
              <a:gd name="connsiteX51" fmla="*/ 380273 w 415369"/>
              <a:gd name="connsiteY51" fmla="*/ 208693 h 260604"/>
              <a:gd name="connsiteX52" fmla="*/ 327534 w 415369"/>
              <a:gd name="connsiteY52" fmla="*/ 208693 h 260604"/>
              <a:gd name="connsiteX53" fmla="*/ 285418 w 415369"/>
              <a:gd name="connsiteY53" fmla="*/ 173450 h 260604"/>
              <a:gd name="connsiteX54" fmla="*/ 243397 w 415369"/>
              <a:gd name="connsiteY54" fmla="*/ 208693 h 260604"/>
              <a:gd name="connsiteX55" fmla="*/ 137350 w 415369"/>
              <a:gd name="connsiteY55" fmla="*/ 208693 h 260604"/>
              <a:gd name="connsiteX56" fmla="*/ 94760 w 415369"/>
              <a:gd name="connsiteY56" fmla="*/ 173450 h 260604"/>
              <a:gd name="connsiteX57" fmla="*/ 52265 w 415369"/>
              <a:gd name="connsiteY57" fmla="*/ 208693 h 260604"/>
              <a:gd name="connsiteX58" fmla="*/ 34527 w 415369"/>
              <a:gd name="connsiteY58" fmla="*/ 208693 h 260604"/>
              <a:gd name="connsiteX59" fmla="*/ 34527 w 415369"/>
              <a:gd name="connsiteY59" fmla="*/ 121634 h 260604"/>
              <a:gd name="connsiteX60" fmla="*/ 94950 w 415369"/>
              <a:gd name="connsiteY60" fmla="*/ 243078 h 260604"/>
              <a:gd name="connsiteX61" fmla="*/ 69054 w 415369"/>
              <a:gd name="connsiteY61" fmla="*/ 218027 h 260604"/>
              <a:gd name="connsiteX62" fmla="*/ 69054 w 415369"/>
              <a:gd name="connsiteY62" fmla="*/ 217456 h 260604"/>
              <a:gd name="connsiteX63" fmla="*/ 68865 w 415369"/>
              <a:gd name="connsiteY63" fmla="*/ 216503 h 260604"/>
              <a:gd name="connsiteX64" fmla="*/ 94855 w 415369"/>
              <a:gd name="connsiteY64" fmla="*/ 190786 h 260604"/>
              <a:gd name="connsiteX65" fmla="*/ 120845 w 415369"/>
              <a:gd name="connsiteY65" fmla="*/ 216694 h 260604"/>
              <a:gd name="connsiteX66" fmla="*/ 120655 w 415369"/>
              <a:gd name="connsiteY66" fmla="*/ 217456 h 260604"/>
              <a:gd name="connsiteX67" fmla="*/ 120750 w 415369"/>
              <a:gd name="connsiteY67" fmla="*/ 217932 h 260604"/>
              <a:gd name="connsiteX68" fmla="*/ 94855 w 415369"/>
              <a:gd name="connsiteY68" fmla="*/ 243078 h 260604"/>
              <a:gd name="connsiteX69" fmla="*/ 285608 w 415369"/>
              <a:gd name="connsiteY69" fmla="*/ 243078 h 260604"/>
              <a:gd name="connsiteX70" fmla="*/ 259902 w 415369"/>
              <a:gd name="connsiteY70" fmla="*/ 216979 h 260604"/>
              <a:gd name="connsiteX71" fmla="*/ 285608 w 415369"/>
              <a:gd name="connsiteY71" fmla="*/ 190881 h 260604"/>
              <a:gd name="connsiteX72" fmla="*/ 311313 w 415369"/>
              <a:gd name="connsiteY72" fmla="*/ 216979 h 260604"/>
              <a:gd name="connsiteX73" fmla="*/ 285608 w 415369"/>
              <a:gd name="connsiteY73" fmla="*/ 243078 h 260604"/>
              <a:gd name="connsiteX74" fmla="*/ 139342 w 415369"/>
              <a:gd name="connsiteY74" fmla="*/ 110014 h 260604"/>
              <a:gd name="connsiteX75" fmla="*/ 156700 w 415369"/>
              <a:gd name="connsiteY75" fmla="*/ 75438 h 260604"/>
              <a:gd name="connsiteX76" fmla="*/ 163909 w 415369"/>
              <a:gd name="connsiteY76" fmla="*/ 69628 h 260604"/>
              <a:gd name="connsiteX77" fmla="*/ 181267 w 415369"/>
              <a:gd name="connsiteY77" fmla="*/ 69628 h 260604"/>
              <a:gd name="connsiteX78" fmla="*/ 189994 w 415369"/>
              <a:gd name="connsiteY78" fmla="*/ 78296 h 260604"/>
              <a:gd name="connsiteX79" fmla="*/ 181267 w 415369"/>
              <a:gd name="connsiteY79" fmla="*/ 86963 h 260604"/>
              <a:gd name="connsiteX80" fmla="*/ 169695 w 415369"/>
              <a:gd name="connsiteY80" fmla="*/ 86963 h 260604"/>
              <a:gd name="connsiteX81" fmla="*/ 155182 w 415369"/>
              <a:gd name="connsiteY81" fmla="*/ 117253 h 260604"/>
              <a:gd name="connsiteX82" fmla="*/ 146456 w 415369"/>
              <a:gd name="connsiteY82" fmla="*/ 121539 h 260604"/>
              <a:gd name="connsiteX83" fmla="*/ 143515 w 415369"/>
              <a:gd name="connsiteY83" fmla="*/ 121539 h 260604"/>
              <a:gd name="connsiteX84" fmla="*/ 139152 w 415369"/>
              <a:gd name="connsiteY84" fmla="*/ 110014 h 260604"/>
              <a:gd name="connsiteX85" fmla="*/ 138393 w 415369"/>
              <a:gd name="connsiteY85" fmla="*/ 139160 h 260604"/>
              <a:gd name="connsiteX86" fmla="*/ 155941 w 415369"/>
              <a:gd name="connsiteY86" fmla="*/ 139160 h 260604"/>
              <a:gd name="connsiteX87" fmla="*/ 155941 w 415369"/>
              <a:gd name="connsiteY87" fmla="*/ 156781 h 260604"/>
              <a:gd name="connsiteX88" fmla="*/ 138393 w 415369"/>
              <a:gd name="connsiteY88" fmla="*/ 156781 h 260604"/>
              <a:gd name="connsiteX89" fmla="*/ 138393 w 415369"/>
              <a:gd name="connsiteY89" fmla="*/ 139160 h 260604"/>
              <a:gd name="connsiteX90" fmla="*/ 120845 w 415369"/>
              <a:gd name="connsiteY90" fmla="*/ 156781 h 260604"/>
              <a:gd name="connsiteX91" fmla="*/ 103297 w 415369"/>
              <a:gd name="connsiteY91" fmla="*/ 156781 h 260604"/>
              <a:gd name="connsiteX92" fmla="*/ 103297 w 415369"/>
              <a:gd name="connsiteY92" fmla="*/ 139160 h 260604"/>
              <a:gd name="connsiteX93" fmla="*/ 120845 w 415369"/>
              <a:gd name="connsiteY93" fmla="*/ 139160 h 260604"/>
              <a:gd name="connsiteX94" fmla="*/ 120845 w 415369"/>
              <a:gd name="connsiteY94" fmla="*/ 156781 h 260604"/>
              <a:gd name="connsiteX95" fmla="*/ 86697 w 415369"/>
              <a:gd name="connsiteY95" fmla="*/ 156781 h 260604"/>
              <a:gd name="connsiteX96" fmla="*/ 69149 w 415369"/>
              <a:gd name="connsiteY96" fmla="*/ 156781 h 260604"/>
              <a:gd name="connsiteX97" fmla="*/ 69149 w 415369"/>
              <a:gd name="connsiteY97" fmla="*/ 139160 h 260604"/>
              <a:gd name="connsiteX98" fmla="*/ 86697 w 415369"/>
              <a:gd name="connsiteY98" fmla="*/ 139160 h 260604"/>
              <a:gd name="connsiteX99" fmla="*/ 86697 w 415369"/>
              <a:gd name="connsiteY99" fmla="*/ 156781 h 260604"/>
              <a:gd name="connsiteX100" fmla="*/ 172541 w 415369"/>
              <a:gd name="connsiteY100" fmla="*/ 139160 h 260604"/>
              <a:gd name="connsiteX101" fmla="*/ 190089 w 415369"/>
              <a:gd name="connsiteY101" fmla="*/ 139160 h 260604"/>
              <a:gd name="connsiteX102" fmla="*/ 190089 w 415369"/>
              <a:gd name="connsiteY102" fmla="*/ 156781 h 260604"/>
              <a:gd name="connsiteX103" fmla="*/ 172541 w 415369"/>
              <a:gd name="connsiteY103" fmla="*/ 156781 h 260604"/>
              <a:gd name="connsiteX104" fmla="*/ 172541 w 415369"/>
              <a:gd name="connsiteY104" fmla="*/ 139160 h 260604"/>
              <a:gd name="connsiteX105" fmla="*/ 225185 w 415369"/>
              <a:gd name="connsiteY105" fmla="*/ 156781 h 260604"/>
              <a:gd name="connsiteX106" fmla="*/ 207637 w 415369"/>
              <a:gd name="connsiteY106" fmla="*/ 156781 h 260604"/>
              <a:gd name="connsiteX107" fmla="*/ 207637 w 415369"/>
              <a:gd name="connsiteY107" fmla="*/ 139160 h 260604"/>
              <a:gd name="connsiteX108" fmla="*/ 225185 w 415369"/>
              <a:gd name="connsiteY108" fmla="*/ 139160 h 260604"/>
              <a:gd name="connsiteX109" fmla="*/ 225185 w 415369"/>
              <a:gd name="connsiteY109" fmla="*/ 156781 h 260604"/>
              <a:gd name="connsiteX110" fmla="*/ 259333 w 415369"/>
              <a:gd name="connsiteY110" fmla="*/ 156781 h 260604"/>
              <a:gd name="connsiteX111" fmla="*/ 242733 w 415369"/>
              <a:gd name="connsiteY111" fmla="*/ 156781 h 260604"/>
              <a:gd name="connsiteX112" fmla="*/ 242733 w 415369"/>
              <a:gd name="connsiteY112" fmla="*/ 139160 h 260604"/>
              <a:gd name="connsiteX113" fmla="*/ 259333 w 415369"/>
              <a:gd name="connsiteY113" fmla="*/ 139160 h 260604"/>
              <a:gd name="connsiteX114" fmla="*/ 259333 w 415369"/>
              <a:gd name="connsiteY114" fmla="*/ 156781 h 260604"/>
              <a:gd name="connsiteX115" fmla="*/ 294429 w 415369"/>
              <a:gd name="connsiteY115" fmla="*/ 156781 h 260604"/>
              <a:gd name="connsiteX116" fmla="*/ 276881 w 415369"/>
              <a:gd name="connsiteY116" fmla="*/ 156781 h 260604"/>
              <a:gd name="connsiteX117" fmla="*/ 276881 w 415369"/>
              <a:gd name="connsiteY117" fmla="*/ 139160 h 260604"/>
              <a:gd name="connsiteX118" fmla="*/ 294429 w 415369"/>
              <a:gd name="connsiteY118" fmla="*/ 139160 h 260604"/>
              <a:gd name="connsiteX119" fmla="*/ 294429 w 415369"/>
              <a:gd name="connsiteY119" fmla="*/ 156781 h 260604"/>
              <a:gd name="connsiteX120" fmla="*/ 328482 w 415369"/>
              <a:gd name="connsiteY120" fmla="*/ 156781 h 260604"/>
              <a:gd name="connsiteX121" fmla="*/ 311882 w 415369"/>
              <a:gd name="connsiteY121" fmla="*/ 156781 h 260604"/>
              <a:gd name="connsiteX122" fmla="*/ 311882 w 415369"/>
              <a:gd name="connsiteY122" fmla="*/ 139160 h 260604"/>
              <a:gd name="connsiteX123" fmla="*/ 328482 w 415369"/>
              <a:gd name="connsiteY123" fmla="*/ 139160 h 260604"/>
              <a:gd name="connsiteX124" fmla="*/ 328482 w 415369"/>
              <a:gd name="connsiteY124" fmla="*/ 156781 h 260604"/>
              <a:gd name="connsiteX125" fmla="*/ 363673 w 415369"/>
              <a:gd name="connsiteY125" fmla="*/ 156781 h 260604"/>
              <a:gd name="connsiteX126" fmla="*/ 346125 w 415369"/>
              <a:gd name="connsiteY126" fmla="*/ 156781 h 260604"/>
              <a:gd name="connsiteX127" fmla="*/ 346125 w 415369"/>
              <a:gd name="connsiteY127" fmla="*/ 139160 h 260604"/>
              <a:gd name="connsiteX128" fmla="*/ 363673 w 415369"/>
              <a:gd name="connsiteY128" fmla="*/ 139160 h 260604"/>
              <a:gd name="connsiteX129" fmla="*/ 363673 w 415369"/>
              <a:gd name="connsiteY129" fmla="*/ 156781 h 260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15369" h="260604">
                <a:moveTo>
                  <a:pt x="406737" y="208693"/>
                </a:moveTo>
                <a:lnTo>
                  <a:pt x="397821" y="208693"/>
                </a:lnTo>
                <a:lnTo>
                  <a:pt x="397821" y="112871"/>
                </a:lnTo>
                <a:cubicBezTo>
                  <a:pt x="397821" y="108490"/>
                  <a:pt x="394975" y="104108"/>
                  <a:pt x="389189" y="104108"/>
                </a:cubicBezTo>
                <a:lnTo>
                  <a:pt x="361776" y="104108"/>
                </a:lnTo>
                <a:cubicBezTo>
                  <a:pt x="348781" y="63436"/>
                  <a:pt x="309891" y="34290"/>
                  <a:pt x="266732" y="34290"/>
                </a:cubicBezTo>
                <a:lnTo>
                  <a:pt x="229549" y="34290"/>
                </a:lnTo>
                <a:cubicBezTo>
                  <a:pt x="227272" y="29432"/>
                  <a:pt x="223383" y="20860"/>
                  <a:pt x="216553" y="5810"/>
                </a:cubicBezTo>
                <a:cubicBezTo>
                  <a:pt x="215131" y="2857"/>
                  <a:pt x="212190" y="0"/>
                  <a:pt x="207827" y="0"/>
                </a:cubicBezTo>
                <a:lnTo>
                  <a:pt x="172920" y="0"/>
                </a:lnTo>
                <a:cubicBezTo>
                  <a:pt x="169980" y="0"/>
                  <a:pt x="165616" y="2953"/>
                  <a:pt x="164194" y="7239"/>
                </a:cubicBezTo>
                <a:cubicBezTo>
                  <a:pt x="162107" y="16764"/>
                  <a:pt x="159166" y="27813"/>
                  <a:pt x="157269" y="34195"/>
                </a:cubicBezTo>
                <a:lnTo>
                  <a:pt x="138583" y="34195"/>
                </a:lnTo>
                <a:cubicBezTo>
                  <a:pt x="135737" y="34195"/>
                  <a:pt x="132797" y="37148"/>
                  <a:pt x="131374" y="40005"/>
                </a:cubicBezTo>
                <a:lnTo>
                  <a:pt x="99692" y="104013"/>
                </a:lnTo>
                <a:lnTo>
                  <a:pt x="26180" y="104013"/>
                </a:lnTo>
                <a:cubicBezTo>
                  <a:pt x="21817" y="104013"/>
                  <a:pt x="17548" y="108394"/>
                  <a:pt x="17548" y="112776"/>
                </a:cubicBezTo>
                <a:lnTo>
                  <a:pt x="17548" y="208598"/>
                </a:lnTo>
                <a:lnTo>
                  <a:pt x="8632" y="208598"/>
                </a:lnTo>
                <a:cubicBezTo>
                  <a:pt x="4269" y="208598"/>
                  <a:pt x="0" y="212979"/>
                  <a:pt x="0" y="217456"/>
                </a:cubicBezTo>
                <a:cubicBezTo>
                  <a:pt x="0" y="223361"/>
                  <a:pt x="4363" y="226314"/>
                  <a:pt x="8632" y="226314"/>
                </a:cubicBezTo>
                <a:lnTo>
                  <a:pt x="52644" y="226314"/>
                </a:lnTo>
                <a:cubicBezTo>
                  <a:pt x="57008" y="246317"/>
                  <a:pt x="74840" y="260604"/>
                  <a:pt x="95045" y="260604"/>
                </a:cubicBezTo>
                <a:cubicBezTo>
                  <a:pt x="116387" y="260604"/>
                  <a:pt x="133461" y="246317"/>
                  <a:pt x="137445" y="226314"/>
                </a:cubicBezTo>
                <a:lnTo>
                  <a:pt x="243777" y="226314"/>
                </a:lnTo>
                <a:cubicBezTo>
                  <a:pt x="248045" y="246317"/>
                  <a:pt x="265783" y="260604"/>
                  <a:pt x="285703" y="260604"/>
                </a:cubicBezTo>
                <a:cubicBezTo>
                  <a:pt x="306855" y="260604"/>
                  <a:pt x="323645" y="246317"/>
                  <a:pt x="327628" y="226314"/>
                </a:cubicBezTo>
                <a:lnTo>
                  <a:pt x="406737" y="226314"/>
                </a:lnTo>
                <a:cubicBezTo>
                  <a:pt x="412523" y="226314"/>
                  <a:pt x="415369" y="223361"/>
                  <a:pt x="415369" y="217456"/>
                </a:cubicBezTo>
                <a:cubicBezTo>
                  <a:pt x="415369" y="213074"/>
                  <a:pt x="412523" y="208598"/>
                  <a:pt x="406737" y="208598"/>
                </a:cubicBezTo>
                <a:close/>
                <a:moveTo>
                  <a:pt x="177284" y="29242"/>
                </a:moveTo>
                <a:cubicBezTo>
                  <a:pt x="177284" y="24860"/>
                  <a:pt x="178706" y="20479"/>
                  <a:pt x="180224" y="17621"/>
                </a:cubicBezTo>
                <a:lnTo>
                  <a:pt x="202041" y="17621"/>
                </a:lnTo>
                <a:cubicBezTo>
                  <a:pt x="202041" y="17621"/>
                  <a:pt x="202041" y="17621"/>
                  <a:pt x="210008" y="34385"/>
                </a:cubicBezTo>
                <a:lnTo>
                  <a:pt x="175576" y="34385"/>
                </a:lnTo>
                <a:cubicBezTo>
                  <a:pt x="176145" y="32766"/>
                  <a:pt x="176714" y="30956"/>
                  <a:pt x="177378" y="29242"/>
                </a:cubicBezTo>
                <a:close/>
                <a:moveTo>
                  <a:pt x="34717" y="121634"/>
                </a:moveTo>
                <a:lnTo>
                  <a:pt x="103866" y="121634"/>
                </a:lnTo>
                <a:cubicBezTo>
                  <a:pt x="108229" y="121634"/>
                  <a:pt x="111075" y="120206"/>
                  <a:pt x="112498" y="117253"/>
                </a:cubicBezTo>
                <a:lnTo>
                  <a:pt x="144179" y="51816"/>
                </a:lnTo>
                <a:lnTo>
                  <a:pt x="161063" y="51816"/>
                </a:lnTo>
                <a:cubicBezTo>
                  <a:pt x="161633" y="52006"/>
                  <a:pt x="162107" y="52292"/>
                  <a:pt x="162676" y="52483"/>
                </a:cubicBezTo>
                <a:cubicBezTo>
                  <a:pt x="164763" y="52864"/>
                  <a:pt x="166280" y="52483"/>
                  <a:pt x="167514" y="51816"/>
                </a:cubicBezTo>
                <a:lnTo>
                  <a:pt x="220537" y="51816"/>
                </a:lnTo>
                <a:cubicBezTo>
                  <a:pt x="221581" y="52197"/>
                  <a:pt x="222624" y="52483"/>
                  <a:pt x="223668" y="52483"/>
                </a:cubicBezTo>
                <a:lnTo>
                  <a:pt x="228031" y="52483"/>
                </a:lnTo>
                <a:cubicBezTo>
                  <a:pt x="228031" y="52483"/>
                  <a:pt x="228505" y="52006"/>
                  <a:pt x="228790" y="51816"/>
                </a:cubicBezTo>
                <a:lnTo>
                  <a:pt x="266542" y="51816"/>
                </a:lnTo>
                <a:cubicBezTo>
                  <a:pt x="304010" y="51816"/>
                  <a:pt x="337114" y="78010"/>
                  <a:pt x="345746" y="115824"/>
                </a:cubicBezTo>
                <a:cubicBezTo>
                  <a:pt x="347168" y="118777"/>
                  <a:pt x="350109" y="121634"/>
                  <a:pt x="354378" y="121634"/>
                </a:cubicBezTo>
                <a:lnTo>
                  <a:pt x="380273" y="121634"/>
                </a:lnTo>
                <a:lnTo>
                  <a:pt x="380273" y="208693"/>
                </a:lnTo>
                <a:lnTo>
                  <a:pt x="327534" y="208693"/>
                </a:lnTo>
                <a:cubicBezTo>
                  <a:pt x="323739" y="189167"/>
                  <a:pt x="306760" y="173450"/>
                  <a:pt x="285418" y="173450"/>
                </a:cubicBezTo>
                <a:cubicBezTo>
                  <a:pt x="265309" y="173450"/>
                  <a:pt x="247476" y="189167"/>
                  <a:pt x="243397" y="208693"/>
                </a:cubicBezTo>
                <a:lnTo>
                  <a:pt x="137350" y="208693"/>
                </a:lnTo>
                <a:cubicBezTo>
                  <a:pt x="133461" y="189167"/>
                  <a:pt x="116387" y="173450"/>
                  <a:pt x="94760" y="173450"/>
                </a:cubicBezTo>
                <a:cubicBezTo>
                  <a:pt x="74461" y="173450"/>
                  <a:pt x="56344" y="189167"/>
                  <a:pt x="52265" y="208693"/>
                </a:cubicBezTo>
                <a:lnTo>
                  <a:pt x="34527" y="208693"/>
                </a:lnTo>
                <a:lnTo>
                  <a:pt x="34527" y="121634"/>
                </a:lnTo>
                <a:close/>
                <a:moveTo>
                  <a:pt x="94950" y="243078"/>
                </a:moveTo>
                <a:cubicBezTo>
                  <a:pt x="80816" y="243078"/>
                  <a:pt x="69623" y="232029"/>
                  <a:pt x="69054" y="218027"/>
                </a:cubicBezTo>
                <a:cubicBezTo>
                  <a:pt x="69054" y="217837"/>
                  <a:pt x="69054" y="217646"/>
                  <a:pt x="69054" y="217456"/>
                </a:cubicBezTo>
                <a:cubicBezTo>
                  <a:pt x="69054" y="217170"/>
                  <a:pt x="68959" y="216884"/>
                  <a:pt x="68865" y="216503"/>
                </a:cubicBezTo>
                <a:cubicBezTo>
                  <a:pt x="69054" y="202216"/>
                  <a:pt x="80532" y="190786"/>
                  <a:pt x="94855" y="190786"/>
                </a:cubicBezTo>
                <a:cubicBezTo>
                  <a:pt x="109178" y="190786"/>
                  <a:pt x="120750" y="202311"/>
                  <a:pt x="120845" y="216694"/>
                </a:cubicBezTo>
                <a:cubicBezTo>
                  <a:pt x="120845" y="216979"/>
                  <a:pt x="120655" y="217170"/>
                  <a:pt x="120655" y="217456"/>
                </a:cubicBezTo>
                <a:cubicBezTo>
                  <a:pt x="120655" y="217646"/>
                  <a:pt x="120655" y="217742"/>
                  <a:pt x="120750" y="217932"/>
                </a:cubicBezTo>
                <a:cubicBezTo>
                  <a:pt x="120181" y="231934"/>
                  <a:pt x="108893" y="243078"/>
                  <a:pt x="94855" y="243078"/>
                </a:cubicBezTo>
                <a:close/>
                <a:moveTo>
                  <a:pt x="285608" y="243078"/>
                </a:moveTo>
                <a:cubicBezTo>
                  <a:pt x="271285" y="243078"/>
                  <a:pt x="259902" y="231458"/>
                  <a:pt x="259902" y="216979"/>
                </a:cubicBezTo>
                <a:cubicBezTo>
                  <a:pt x="259902" y="202502"/>
                  <a:pt x="271380" y="190881"/>
                  <a:pt x="285608" y="190881"/>
                </a:cubicBezTo>
                <a:cubicBezTo>
                  <a:pt x="299836" y="190881"/>
                  <a:pt x="311313" y="202502"/>
                  <a:pt x="311313" y="216979"/>
                </a:cubicBezTo>
                <a:cubicBezTo>
                  <a:pt x="311313" y="231458"/>
                  <a:pt x="299836" y="243078"/>
                  <a:pt x="285608" y="243078"/>
                </a:cubicBezTo>
                <a:close/>
                <a:moveTo>
                  <a:pt x="139342" y="110014"/>
                </a:moveTo>
                <a:lnTo>
                  <a:pt x="156700" y="75438"/>
                </a:lnTo>
                <a:cubicBezTo>
                  <a:pt x="158123" y="72581"/>
                  <a:pt x="161063" y="69628"/>
                  <a:pt x="163909" y="69628"/>
                </a:cubicBezTo>
                <a:lnTo>
                  <a:pt x="181267" y="69628"/>
                </a:lnTo>
                <a:cubicBezTo>
                  <a:pt x="187054" y="69628"/>
                  <a:pt x="189994" y="73914"/>
                  <a:pt x="189994" y="78296"/>
                </a:cubicBezTo>
                <a:cubicBezTo>
                  <a:pt x="189994" y="84106"/>
                  <a:pt x="187054" y="86963"/>
                  <a:pt x="181267" y="86963"/>
                </a:cubicBezTo>
                <a:lnTo>
                  <a:pt x="169695" y="86963"/>
                </a:lnTo>
                <a:lnTo>
                  <a:pt x="155182" y="117253"/>
                </a:lnTo>
                <a:cubicBezTo>
                  <a:pt x="153760" y="120110"/>
                  <a:pt x="149396" y="121539"/>
                  <a:pt x="146456" y="121539"/>
                </a:cubicBezTo>
                <a:lnTo>
                  <a:pt x="143515" y="121539"/>
                </a:lnTo>
                <a:cubicBezTo>
                  <a:pt x="139152" y="118681"/>
                  <a:pt x="136306" y="114300"/>
                  <a:pt x="139152" y="110014"/>
                </a:cubicBezTo>
                <a:close/>
                <a:moveTo>
                  <a:pt x="138393" y="139160"/>
                </a:moveTo>
                <a:lnTo>
                  <a:pt x="155941" y="139160"/>
                </a:lnTo>
                <a:lnTo>
                  <a:pt x="155941" y="156781"/>
                </a:lnTo>
                <a:lnTo>
                  <a:pt x="138393" y="156781"/>
                </a:lnTo>
                <a:lnTo>
                  <a:pt x="138393" y="139160"/>
                </a:lnTo>
                <a:close/>
                <a:moveTo>
                  <a:pt x="120845" y="156781"/>
                </a:moveTo>
                <a:lnTo>
                  <a:pt x="103297" y="156781"/>
                </a:lnTo>
                <a:lnTo>
                  <a:pt x="103297" y="139160"/>
                </a:lnTo>
                <a:lnTo>
                  <a:pt x="120845" y="139160"/>
                </a:lnTo>
                <a:lnTo>
                  <a:pt x="120845" y="156781"/>
                </a:lnTo>
                <a:close/>
                <a:moveTo>
                  <a:pt x="86697" y="156781"/>
                </a:moveTo>
                <a:lnTo>
                  <a:pt x="69149" y="156781"/>
                </a:lnTo>
                <a:lnTo>
                  <a:pt x="69149" y="139160"/>
                </a:lnTo>
                <a:lnTo>
                  <a:pt x="86697" y="139160"/>
                </a:lnTo>
                <a:lnTo>
                  <a:pt x="86697" y="156781"/>
                </a:lnTo>
                <a:close/>
                <a:moveTo>
                  <a:pt x="172541" y="139160"/>
                </a:moveTo>
                <a:lnTo>
                  <a:pt x="190089" y="139160"/>
                </a:lnTo>
                <a:lnTo>
                  <a:pt x="190089" y="156781"/>
                </a:lnTo>
                <a:lnTo>
                  <a:pt x="172541" y="156781"/>
                </a:lnTo>
                <a:lnTo>
                  <a:pt x="172541" y="139160"/>
                </a:lnTo>
                <a:close/>
                <a:moveTo>
                  <a:pt x="225185" y="156781"/>
                </a:moveTo>
                <a:lnTo>
                  <a:pt x="207637" y="156781"/>
                </a:lnTo>
                <a:lnTo>
                  <a:pt x="207637" y="139160"/>
                </a:lnTo>
                <a:lnTo>
                  <a:pt x="225185" y="139160"/>
                </a:lnTo>
                <a:lnTo>
                  <a:pt x="225185" y="156781"/>
                </a:lnTo>
                <a:close/>
                <a:moveTo>
                  <a:pt x="259333" y="156781"/>
                </a:moveTo>
                <a:lnTo>
                  <a:pt x="242733" y="156781"/>
                </a:lnTo>
                <a:lnTo>
                  <a:pt x="242733" y="139160"/>
                </a:lnTo>
                <a:lnTo>
                  <a:pt x="259333" y="139160"/>
                </a:lnTo>
                <a:lnTo>
                  <a:pt x="259333" y="156781"/>
                </a:lnTo>
                <a:close/>
                <a:moveTo>
                  <a:pt x="294429" y="156781"/>
                </a:moveTo>
                <a:lnTo>
                  <a:pt x="276881" y="156781"/>
                </a:lnTo>
                <a:lnTo>
                  <a:pt x="276881" y="139160"/>
                </a:lnTo>
                <a:lnTo>
                  <a:pt x="294429" y="139160"/>
                </a:lnTo>
                <a:lnTo>
                  <a:pt x="294429" y="156781"/>
                </a:lnTo>
                <a:close/>
                <a:moveTo>
                  <a:pt x="328482" y="156781"/>
                </a:moveTo>
                <a:lnTo>
                  <a:pt x="311882" y="156781"/>
                </a:lnTo>
                <a:lnTo>
                  <a:pt x="311882" y="139160"/>
                </a:lnTo>
                <a:lnTo>
                  <a:pt x="328482" y="139160"/>
                </a:lnTo>
                <a:lnTo>
                  <a:pt x="328482" y="156781"/>
                </a:lnTo>
                <a:close/>
                <a:moveTo>
                  <a:pt x="363673" y="156781"/>
                </a:moveTo>
                <a:lnTo>
                  <a:pt x="346125" y="156781"/>
                </a:lnTo>
                <a:lnTo>
                  <a:pt x="346125" y="139160"/>
                </a:lnTo>
                <a:lnTo>
                  <a:pt x="363673" y="139160"/>
                </a:lnTo>
                <a:lnTo>
                  <a:pt x="363673" y="15678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2" name="Graphic 210">
            <a:extLst>
              <a:ext uri="{FF2B5EF4-FFF2-40B4-BE49-F238E27FC236}">
                <a16:creationId xmlns:a16="http://schemas.microsoft.com/office/drawing/2014/main" id="{5132E4DB-FE06-FBCA-4D48-CCF2F6A18ED5}"/>
              </a:ext>
            </a:extLst>
          </p:cNvPr>
          <p:cNvSpPr/>
          <p:nvPr/>
        </p:nvSpPr>
        <p:spPr>
          <a:xfrm>
            <a:off x="3828561" y="2842465"/>
            <a:ext cx="488346" cy="490474"/>
          </a:xfrm>
          <a:custGeom>
            <a:avLst/>
            <a:gdLst>
              <a:gd name="connsiteX0" fmla="*/ 252919 w 358008"/>
              <a:gd name="connsiteY0" fmla="*/ 145542 h 359568"/>
              <a:gd name="connsiteX1" fmla="*/ 282798 w 358008"/>
              <a:gd name="connsiteY1" fmla="*/ 86106 h 359568"/>
              <a:gd name="connsiteX2" fmla="*/ 282798 w 358008"/>
              <a:gd name="connsiteY2" fmla="*/ 78677 h 359568"/>
              <a:gd name="connsiteX3" fmla="*/ 276538 w 358008"/>
              <a:gd name="connsiteY3" fmla="*/ 74962 h 359568"/>
              <a:gd name="connsiteX4" fmla="*/ 82180 w 358008"/>
              <a:gd name="connsiteY4" fmla="*/ 74962 h 359568"/>
              <a:gd name="connsiteX5" fmla="*/ 75920 w 358008"/>
              <a:gd name="connsiteY5" fmla="*/ 78677 h 359568"/>
              <a:gd name="connsiteX6" fmla="*/ 74687 w 358008"/>
              <a:gd name="connsiteY6" fmla="*/ 86106 h 359568"/>
              <a:gd name="connsiteX7" fmla="*/ 104566 w 358008"/>
              <a:gd name="connsiteY7" fmla="*/ 145542 h 359568"/>
              <a:gd name="connsiteX8" fmla="*/ 112060 w 358008"/>
              <a:gd name="connsiteY8" fmla="*/ 149257 h 359568"/>
              <a:gd name="connsiteX9" fmla="*/ 246564 w 358008"/>
              <a:gd name="connsiteY9" fmla="*/ 149257 h 359568"/>
              <a:gd name="connsiteX10" fmla="*/ 252824 w 358008"/>
              <a:gd name="connsiteY10" fmla="*/ 145542 h 359568"/>
              <a:gd name="connsiteX11" fmla="*/ 117087 w 358008"/>
              <a:gd name="connsiteY11" fmla="*/ 134398 h 359568"/>
              <a:gd name="connsiteX12" fmla="*/ 94701 w 358008"/>
              <a:gd name="connsiteY12" fmla="*/ 89821 h 359568"/>
              <a:gd name="connsiteX13" fmla="*/ 264112 w 358008"/>
              <a:gd name="connsiteY13" fmla="*/ 89821 h 359568"/>
              <a:gd name="connsiteX14" fmla="*/ 241726 w 358008"/>
              <a:gd name="connsiteY14" fmla="*/ 134398 h 359568"/>
              <a:gd name="connsiteX15" fmla="*/ 117182 w 358008"/>
              <a:gd name="connsiteY15" fmla="*/ 134398 h 359568"/>
              <a:gd name="connsiteX16" fmla="*/ 357164 w 358008"/>
              <a:gd name="connsiteY16" fmla="*/ 349472 h 359568"/>
              <a:gd name="connsiteX17" fmla="*/ 297216 w 358008"/>
              <a:gd name="connsiteY17" fmla="*/ 197453 h 359568"/>
              <a:gd name="connsiteX18" fmla="*/ 312583 w 358008"/>
              <a:gd name="connsiteY18" fmla="*/ 122301 h 359568"/>
              <a:gd name="connsiteX19" fmla="*/ 281470 w 358008"/>
              <a:gd name="connsiteY19" fmla="*/ 37433 h 359568"/>
              <a:gd name="connsiteX20" fmla="*/ 179407 w 358008"/>
              <a:gd name="connsiteY20" fmla="*/ 0 h 359568"/>
              <a:gd name="connsiteX21" fmla="*/ 77343 w 358008"/>
              <a:gd name="connsiteY21" fmla="*/ 37433 h 359568"/>
              <a:gd name="connsiteX22" fmla="*/ 46230 w 358008"/>
              <a:gd name="connsiteY22" fmla="*/ 122301 h 359568"/>
              <a:gd name="connsiteX23" fmla="*/ 61123 w 358008"/>
              <a:gd name="connsiteY23" fmla="*/ 196406 h 359568"/>
              <a:gd name="connsiteX24" fmla="*/ 321 w 358008"/>
              <a:gd name="connsiteY24" fmla="*/ 349567 h 359568"/>
              <a:gd name="connsiteX25" fmla="*/ 5253 w 358008"/>
              <a:gd name="connsiteY25" fmla="*/ 359569 h 359568"/>
              <a:gd name="connsiteX26" fmla="*/ 7719 w 358008"/>
              <a:gd name="connsiteY26" fmla="*/ 359569 h 359568"/>
              <a:gd name="connsiteX27" fmla="*/ 13885 w 358008"/>
              <a:gd name="connsiteY27" fmla="*/ 354521 h 359568"/>
              <a:gd name="connsiteX28" fmla="*/ 23655 w 358008"/>
              <a:gd name="connsiteY28" fmla="*/ 329946 h 359568"/>
              <a:gd name="connsiteX29" fmla="*/ 333451 w 358008"/>
              <a:gd name="connsiteY29" fmla="*/ 329946 h 359568"/>
              <a:gd name="connsiteX30" fmla="*/ 343316 w 358008"/>
              <a:gd name="connsiteY30" fmla="*/ 354521 h 359568"/>
              <a:gd name="connsiteX31" fmla="*/ 350809 w 358008"/>
              <a:gd name="connsiteY31" fmla="*/ 359569 h 359568"/>
              <a:gd name="connsiteX32" fmla="*/ 353275 w 358008"/>
              <a:gd name="connsiteY32" fmla="*/ 359569 h 359568"/>
              <a:gd name="connsiteX33" fmla="*/ 356975 w 358008"/>
              <a:gd name="connsiteY33" fmla="*/ 349567 h 359568"/>
              <a:gd name="connsiteX34" fmla="*/ 303382 w 358008"/>
              <a:gd name="connsiteY34" fmla="*/ 254794 h 359568"/>
              <a:gd name="connsiteX35" fmla="*/ 263068 w 358008"/>
              <a:gd name="connsiteY35" fmla="*/ 254794 h 359568"/>
              <a:gd name="connsiteX36" fmla="*/ 288205 w 358008"/>
              <a:gd name="connsiteY36" fmla="*/ 217075 h 359568"/>
              <a:gd name="connsiteX37" fmla="*/ 303382 w 358008"/>
              <a:gd name="connsiteY37" fmla="*/ 254794 h 359568"/>
              <a:gd name="connsiteX38" fmla="*/ 179407 w 358008"/>
              <a:gd name="connsiteY38" fmla="*/ 284512 h 359568"/>
              <a:gd name="connsiteX39" fmla="*/ 168024 w 358008"/>
              <a:gd name="connsiteY39" fmla="*/ 283559 h 359568"/>
              <a:gd name="connsiteX40" fmla="*/ 134825 w 358008"/>
              <a:gd name="connsiteY40" fmla="*/ 269558 h 359568"/>
              <a:gd name="connsiteX41" fmla="*/ 127426 w 358008"/>
              <a:gd name="connsiteY41" fmla="*/ 247079 h 359568"/>
              <a:gd name="connsiteX42" fmla="*/ 179407 w 358008"/>
              <a:gd name="connsiteY42" fmla="*/ 202216 h 359568"/>
              <a:gd name="connsiteX43" fmla="*/ 231387 w 358008"/>
              <a:gd name="connsiteY43" fmla="*/ 247079 h 359568"/>
              <a:gd name="connsiteX44" fmla="*/ 223988 w 358008"/>
              <a:gd name="connsiteY44" fmla="*/ 269558 h 359568"/>
              <a:gd name="connsiteX45" fmla="*/ 190789 w 358008"/>
              <a:gd name="connsiteY45" fmla="*/ 283559 h 359568"/>
              <a:gd name="connsiteX46" fmla="*/ 179407 w 358008"/>
              <a:gd name="connsiteY46" fmla="*/ 284512 h 359568"/>
              <a:gd name="connsiteX47" fmla="*/ 87208 w 358008"/>
              <a:gd name="connsiteY47" fmla="*/ 47339 h 359568"/>
              <a:gd name="connsiteX48" fmla="*/ 179312 w 358008"/>
              <a:gd name="connsiteY48" fmla="*/ 14859 h 359568"/>
              <a:gd name="connsiteX49" fmla="*/ 270183 w 358008"/>
              <a:gd name="connsiteY49" fmla="*/ 47339 h 359568"/>
              <a:gd name="connsiteX50" fmla="*/ 297596 w 358008"/>
              <a:gd name="connsiteY50" fmla="*/ 122206 h 359568"/>
              <a:gd name="connsiteX51" fmla="*/ 282893 w 358008"/>
              <a:gd name="connsiteY51" fmla="*/ 192596 h 359568"/>
              <a:gd name="connsiteX52" fmla="*/ 280806 w 358008"/>
              <a:gd name="connsiteY52" fmla="*/ 197358 h 359568"/>
              <a:gd name="connsiteX53" fmla="*/ 245805 w 358008"/>
              <a:gd name="connsiteY53" fmla="*/ 251365 h 359568"/>
              <a:gd name="connsiteX54" fmla="*/ 246184 w 358008"/>
              <a:gd name="connsiteY54" fmla="*/ 247174 h 359568"/>
              <a:gd name="connsiteX55" fmla="*/ 179407 w 358008"/>
              <a:gd name="connsiteY55" fmla="*/ 187261 h 359568"/>
              <a:gd name="connsiteX56" fmla="*/ 112534 w 358008"/>
              <a:gd name="connsiteY56" fmla="*/ 247174 h 359568"/>
              <a:gd name="connsiteX57" fmla="*/ 112913 w 358008"/>
              <a:gd name="connsiteY57" fmla="*/ 251365 h 359568"/>
              <a:gd name="connsiteX58" fmla="*/ 61123 w 358008"/>
              <a:gd name="connsiteY58" fmla="*/ 122301 h 359568"/>
              <a:gd name="connsiteX59" fmla="*/ 87303 w 358008"/>
              <a:gd name="connsiteY59" fmla="*/ 47434 h 359568"/>
              <a:gd name="connsiteX60" fmla="*/ 95745 w 358008"/>
              <a:gd name="connsiteY60" fmla="*/ 254794 h 359568"/>
              <a:gd name="connsiteX61" fmla="*/ 53914 w 358008"/>
              <a:gd name="connsiteY61" fmla="*/ 254794 h 359568"/>
              <a:gd name="connsiteX62" fmla="*/ 69660 w 358008"/>
              <a:gd name="connsiteY62" fmla="*/ 215360 h 359568"/>
              <a:gd name="connsiteX63" fmla="*/ 95745 w 358008"/>
              <a:gd name="connsiteY63" fmla="*/ 254794 h 359568"/>
              <a:gd name="connsiteX64" fmla="*/ 29821 w 358008"/>
              <a:gd name="connsiteY64" fmla="*/ 314706 h 359568"/>
              <a:gd name="connsiteX65" fmla="*/ 47748 w 358008"/>
              <a:gd name="connsiteY65" fmla="*/ 269938 h 359568"/>
              <a:gd name="connsiteX66" fmla="*/ 110352 w 358008"/>
              <a:gd name="connsiteY66" fmla="*/ 269938 h 359568"/>
              <a:gd name="connsiteX67" fmla="*/ 124391 w 358008"/>
              <a:gd name="connsiteY67" fmla="*/ 281083 h 359568"/>
              <a:gd name="connsiteX68" fmla="*/ 124865 w 358008"/>
              <a:gd name="connsiteY68" fmla="*/ 282035 h 359568"/>
              <a:gd name="connsiteX69" fmla="*/ 138714 w 358008"/>
              <a:gd name="connsiteY69" fmla="*/ 289560 h 359568"/>
              <a:gd name="connsiteX70" fmla="*/ 179312 w 358008"/>
              <a:gd name="connsiteY70" fmla="*/ 299561 h 359568"/>
              <a:gd name="connsiteX71" fmla="*/ 179312 w 358008"/>
              <a:gd name="connsiteY71" fmla="*/ 299561 h 359568"/>
              <a:gd name="connsiteX72" fmla="*/ 179312 w 358008"/>
              <a:gd name="connsiteY72" fmla="*/ 299561 h 359568"/>
              <a:gd name="connsiteX73" fmla="*/ 248271 w 358008"/>
              <a:gd name="connsiteY73" fmla="*/ 270034 h 359568"/>
              <a:gd name="connsiteX74" fmla="*/ 309358 w 358008"/>
              <a:gd name="connsiteY74" fmla="*/ 270034 h 359568"/>
              <a:gd name="connsiteX75" fmla="*/ 327380 w 358008"/>
              <a:gd name="connsiteY75" fmla="*/ 314801 h 359568"/>
              <a:gd name="connsiteX76" fmla="*/ 29726 w 358008"/>
              <a:gd name="connsiteY76" fmla="*/ 314801 h 35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58008" h="359568">
                <a:moveTo>
                  <a:pt x="252919" y="145542"/>
                </a:moveTo>
                <a:lnTo>
                  <a:pt x="282798" y="86106"/>
                </a:lnTo>
                <a:cubicBezTo>
                  <a:pt x="284031" y="83629"/>
                  <a:pt x="284031" y="81153"/>
                  <a:pt x="282798" y="78677"/>
                </a:cubicBezTo>
                <a:cubicBezTo>
                  <a:pt x="281565" y="76200"/>
                  <a:pt x="279099" y="74962"/>
                  <a:pt x="276538" y="74962"/>
                </a:cubicBezTo>
                <a:lnTo>
                  <a:pt x="82180" y="74962"/>
                </a:lnTo>
                <a:cubicBezTo>
                  <a:pt x="79714" y="74962"/>
                  <a:pt x="77153" y="76200"/>
                  <a:pt x="75920" y="78677"/>
                </a:cubicBezTo>
                <a:cubicBezTo>
                  <a:pt x="74687" y="81153"/>
                  <a:pt x="74687" y="83629"/>
                  <a:pt x="74687" y="86106"/>
                </a:cubicBezTo>
                <a:lnTo>
                  <a:pt x="104566" y="145542"/>
                </a:lnTo>
                <a:cubicBezTo>
                  <a:pt x="105799" y="148019"/>
                  <a:pt x="109593" y="149257"/>
                  <a:pt x="112060" y="149257"/>
                </a:cubicBezTo>
                <a:lnTo>
                  <a:pt x="246564" y="149257"/>
                </a:lnTo>
                <a:cubicBezTo>
                  <a:pt x="249030" y="149257"/>
                  <a:pt x="251591" y="148019"/>
                  <a:pt x="252824" y="145542"/>
                </a:cubicBezTo>
                <a:close/>
                <a:moveTo>
                  <a:pt x="117087" y="134398"/>
                </a:moveTo>
                <a:lnTo>
                  <a:pt x="94701" y="89821"/>
                </a:lnTo>
                <a:lnTo>
                  <a:pt x="264112" y="89821"/>
                </a:lnTo>
                <a:lnTo>
                  <a:pt x="241726" y="134398"/>
                </a:lnTo>
                <a:lnTo>
                  <a:pt x="117182" y="134398"/>
                </a:lnTo>
                <a:close/>
                <a:moveTo>
                  <a:pt x="357164" y="349472"/>
                </a:moveTo>
                <a:cubicBezTo>
                  <a:pt x="357164" y="349472"/>
                  <a:pt x="357164" y="349472"/>
                  <a:pt x="297216" y="197453"/>
                </a:cubicBezTo>
                <a:cubicBezTo>
                  <a:pt x="306986" y="173069"/>
                  <a:pt x="312583" y="146971"/>
                  <a:pt x="312583" y="122301"/>
                </a:cubicBezTo>
                <a:cubicBezTo>
                  <a:pt x="312583" y="87344"/>
                  <a:pt x="301390" y="58674"/>
                  <a:pt x="281470" y="37433"/>
                </a:cubicBezTo>
                <a:cubicBezTo>
                  <a:pt x="257851" y="12478"/>
                  <a:pt x="224178" y="0"/>
                  <a:pt x="179407" y="0"/>
                </a:cubicBezTo>
                <a:cubicBezTo>
                  <a:pt x="134635" y="0"/>
                  <a:pt x="99729" y="12478"/>
                  <a:pt x="77343" y="37433"/>
                </a:cubicBezTo>
                <a:cubicBezTo>
                  <a:pt x="57423" y="58674"/>
                  <a:pt x="46230" y="87344"/>
                  <a:pt x="46230" y="122301"/>
                </a:cubicBezTo>
                <a:cubicBezTo>
                  <a:pt x="46230" y="146685"/>
                  <a:pt x="51637" y="172307"/>
                  <a:pt x="61123" y="196406"/>
                </a:cubicBezTo>
                <a:cubicBezTo>
                  <a:pt x="57708" y="204883"/>
                  <a:pt x="45472" y="235934"/>
                  <a:pt x="321" y="349567"/>
                </a:cubicBezTo>
                <a:cubicBezTo>
                  <a:pt x="-912" y="353282"/>
                  <a:pt x="1554" y="358331"/>
                  <a:pt x="5253" y="359569"/>
                </a:cubicBezTo>
                <a:lnTo>
                  <a:pt x="7719" y="359569"/>
                </a:lnTo>
                <a:cubicBezTo>
                  <a:pt x="10186" y="359569"/>
                  <a:pt x="12652" y="358331"/>
                  <a:pt x="13885" y="354521"/>
                </a:cubicBezTo>
                <a:cubicBezTo>
                  <a:pt x="13885" y="354521"/>
                  <a:pt x="13885" y="354521"/>
                  <a:pt x="23655" y="329946"/>
                </a:cubicBezTo>
                <a:lnTo>
                  <a:pt x="333451" y="329946"/>
                </a:lnTo>
                <a:cubicBezTo>
                  <a:pt x="336581" y="337661"/>
                  <a:pt x="339806" y="345758"/>
                  <a:pt x="343316" y="354521"/>
                </a:cubicBezTo>
                <a:cubicBezTo>
                  <a:pt x="344549" y="358235"/>
                  <a:pt x="347015" y="359569"/>
                  <a:pt x="350809" y="359569"/>
                </a:cubicBezTo>
                <a:lnTo>
                  <a:pt x="353275" y="359569"/>
                </a:lnTo>
                <a:cubicBezTo>
                  <a:pt x="356975" y="358331"/>
                  <a:pt x="359536" y="353282"/>
                  <a:pt x="356975" y="349567"/>
                </a:cubicBezTo>
                <a:close/>
                <a:moveTo>
                  <a:pt x="303382" y="254794"/>
                </a:moveTo>
                <a:lnTo>
                  <a:pt x="263068" y="254794"/>
                </a:lnTo>
                <a:cubicBezTo>
                  <a:pt x="272649" y="243554"/>
                  <a:pt x="281091" y="230791"/>
                  <a:pt x="288205" y="217075"/>
                </a:cubicBezTo>
                <a:cubicBezTo>
                  <a:pt x="291525" y="225266"/>
                  <a:pt x="296362" y="237268"/>
                  <a:pt x="303382" y="254794"/>
                </a:cubicBezTo>
                <a:close/>
                <a:moveTo>
                  <a:pt x="179407" y="284512"/>
                </a:moveTo>
                <a:cubicBezTo>
                  <a:pt x="175612" y="284512"/>
                  <a:pt x="171818" y="284131"/>
                  <a:pt x="168024" y="283559"/>
                </a:cubicBezTo>
                <a:cubicBezTo>
                  <a:pt x="156926" y="281654"/>
                  <a:pt x="145923" y="276987"/>
                  <a:pt x="134825" y="269558"/>
                </a:cubicBezTo>
                <a:cubicBezTo>
                  <a:pt x="129892" y="263366"/>
                  <a:pt x="127426" y="255842"/>
                  <a:pt x="127426" y="247079"/>
                </a:cubicBezTo>
                <a:cubicBezTo>
                  <a:pt x="127426" y="222123"/>
                  <a:pt x="150950" y="202216"/>
                  <a:pt x="179407" y="202216"/>
                </a:cubicBezTo>
                <a:cubicBezTo>
                  <a:pt x="207863" y="202216"/>
                  <a:pt x="231387" y="222218"/>
                  <a:pt x="231387" y="247079"/>
                </a:cubicBezTo>
                <a:cubicBezTo>
                  <a:pt x="231387" y="255842"/>
                  <a:pt x="228921" y="263271"/>
                  <a:pt x="223988" y="269558"/>
                </a:cubicBezTo>
                <a:cubicBezTo>
                  <a:pt x="212890" y="276987"/>
                  <a:pt x="201887" y="281654"/>
                  <a:pt x="190789" y="283559"/>
                </a:cubicBezTo>
                <a:cubicBezTo>
                  <a:pt x="186995" y="284226"/>
                  <a:pt x="183296" y="284512"/>
                  <a:pt x="179407" y="284512"/>
                </a:cubicBezTo>
                <a:close/>
                <a:moveTo>
                  <a:pt x="87208" y="47339"/>
                </a:moveTo>
                <a:cubicBezTo>
                  <a:pt x="108360" y="26098"/>
                  <a:pt x="138240" y="14859"/>
                  <a:pt x="179312" y="14859"/>
                </a:cubicBezTo>
                <a:cubicBezTo>
                  <a:pt x="220384" y="14859"/>
                  <a:pt x="250263" y="26098"/>
                  <a:pt x="270183" y="47339"/>
                </a:cubicBezTo>
                <a:cubicBezTo>
                  <a:pt x="287636" y="66104"/>
                  <a:pt x="297596" y="92297"/>
                  <a:pt x="297596" y="122206"/>
                </a:cubicBezTo>
                <a:cubicBezTo>
                  <a:pt x="297596" y="145256"/>
                  <a:pt x="292189" y="169736"/>
                  <a:pt x="282893" y="192596"/>
                </a:cubicBezTo>
                <a:cubicBezTo>
                  <a:pt x="281565" y="193834"/>
                  <a:pt x="280806" y="195548"/>
                  <a:pt x="280806" y="197358"/>
                </a:cubicBezTo>
                <a:cubicBezTo>
                  <a:pt x="271890" y="217742"/>
                  <a:pt x="259938" y="236506"/>
                  <a:pt x="245805" y="251365"/>
                </a:cubicBezTo>
                <a:cubicBezTo>
                  <a:pt x="245900" y="249936"/>
                  <a:pt x="246184" y="248602"/>
                  <a:pt x="246184" y="247174"/>
                </a:cubicBezTo>
                <a:cubicBezTo>
                  <a:pt x="246184" y="214789"/>
                  <a:pt x="216495" y="187261"/>
                  <a:pt x="179407" y="187261"/>
                </a:cubicBezTo>
                <a:cubicBezTo>
                  <a:pt x="142318" y="187261"/>
                  <a:pt x="112534" y="214694"/>
                  <a:pt x="112534" y="247174"/>
                </a:cubicBezTo>
                <a:cubicBezTo>
                  <a:pt x="112534" y="248602"/>
                  <a:pt x="112724" y="249936"/>
                  <a:pt x="112913" y="251365"/>
                </a:cubicBezTo>
                <a:cubicBezTo>
                  <a:pt x="81991" y="218885"/>
                  <a:pt x="61123" y="167735"/>
                  <a:pt x="61123" y="122301"/>
                </a:cubicBezTo>
                <a:cubicBezTo>
                  <a:pt x="61123" y="92297"/>
                  <a:pt x="69849" y="66104"/>
                  <a:pt x="87303" y="47434"/>
                </a:cubicBezTo>
                <a:close/>
                <a:moveTo>
                  <a:pt x="95745" y="254794"/>
                </a:moveTo>
                <a:lnTo>
                  <a:pt x="53914" y="254794"/>
                </a:lnTo>
                <a:cubicBezTo>
                  <a:pt x="58562" y="243078"/>
                  <a:pt x="63873" y="230029"/>
                  <a:pt x="69660" y="215360"/>
                </a:cubicBezTo>
                <a:cubicBezTo>
                  <a:pt x="76963" y="229743"/>
                  <a:pt x="85785" y="243173"/>
                  <a:pt x="95745" y="254794"/>
                </a:cubicBezTo>
                <a:close/>
                <a:moveTo>
                  <a:pt x="29821" y="314706"/>
                </a:moveTo>
                <a:cubicBezTo>
                  <a:pt x="34374" y="303371"/>
                  <a:pt x="40160" y="288798"/>
                  <a:pt x="47748" y="269938"/>
                </a:cubicBezTo>
                <a:lnTo>
                  <a:pt x="110352" y="269938"/>
                </a:lnTo>
                <a:cubicBezTo>
                  <a:pt x="114905" y="274034"/>
                  <a:pt x="119553" y="277749"/>
                  <a:pt x="124391" y="281083"/>
                </a:cubicBezTo>
                <a:cubicBezTo>
                  <a:pt x="124581" y="281369"/>
                  <a:pt x="124865" y="281559"/>
                  <a:pt x="124865" y="282035"/>
                </a:cubicBezTo>
                <a:cubicBezTo>
                  <a:pt x="129513" y="284893"/>
                  <a:pt x="134161" y="287369"/>
                  <a:pt x="138714" y="289560"/>
                </a:cubicBezTo>
                <a:cubicBezTo>
                  <a:pt x="151519" y="295942"/>
                  <a:pt x="165178" y="299561"/>
                  <a:pt x="179312" y="299561"/>
                </a:cubicBezTo>
                <a:lnTo>
                  <a:pt x="179312" y="299561"/>
                </a:lnTo>
                <a:cubicBezTo>
                  <a:pt x="179312" y="299561"/>
                  <a:pt x="179312" y="299561"/>
                  <a:pt x="179312" y="299561"/>
                </a:cubicBezTo>
                <a:cubicBezTo>
                  <a:pt x="204543" y="299561"/>
                  <a:pt x="228162" y="288227"/>
                  <a:pt x="248271" y="270034"/>
                </a:cubicBezTo>
                <a:lnTo>
                  <a:pt x="309358" y="270034"/>
                </a:lnTo>
                <a:cubicBezTo>
                  <a:pt x="314385" y="282607"/>
                  <a:pt x="320361" y="297371"/>
                  <a:pt x="327380" y="314801"/>
                </a:cubicBezTo>
                <a:lnTo>
                  <a:pt x="29726" y="31480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3" name="Graphic 210">
            <a:extLst>
              <a:ext uri="{FF2B5EF4-FFF2-40B4-BE49-F238E27FC236}">
                <a16:creationId xmlns:a16="http://schemas.microsoft.com/office/drawing/2014/main" id="{588524BD-C94D-8D87-B2AB-1B27CA0186BB}"/>
              </a:ext>
            </a:extLst>
          </p:cNvPr>
          <p:cNvSpPr/>
          <p:nvPr/>
        </p:nvSpPr>
        <p:spPr>
          <a:xfrm>
            <a:off x="4601712" y="2842465"/>
            <a:ext cx="488346" cy="490474"/>
          </a:xfrm>
          <a:custGeom>
            <a:avLst/>
            <a:gdLst>
              <a:gd name="connsiteX0" fmla="*/ 252919 w 358008"/>
              <a:gd name="connsiteY0" fmla="*/ 145542 h 359568"/>
              <a:gd name="connsiteX1" fmla="*/ 282798 w 358008"/>
              <a:gd name="connsiteY1" fmla="*/ 86106 h 359568"/>
              <a:gd name="connsiteX2" fmla="*/ 282798 w 358008"/>
              <a:gd name="connsiteY2" fmla="*/ 78677 h 359568"/>
              <a:gd name="connsiteX3" fmla="*/ 276538 w 358008"/>
              <a:gd name="connsiteY3" fmla="*/ 74962 h 359568"/>
              <a:gd name="connsiteX4" fmla="*/ 82180 w 358008"/>
              <a:gd name="connsiteY4" fmla="*/ 74962 h 359568"/>
              <a:gd name="connsiteX5" fmla="*/ 75920 w 358008"/>
              <a:gd name="connsiteY5" fmla="*/ 78677 h 359568"/>
              <a:gd name="connsiteX6" fmla="*/ 74687 w 358008"/>
              <a:gd name="connsiteY6" fmla="*/ 86106 h 359568"/>
              <a:gd name="connsiteX7" fmla="*/ 104566 w 358008"/>
              <a:gd name="connsiteY7" fmla="*/ 145542 h 359568"/>
              <a:gd name="connsiteX8" fmla="*/ 112060 w 358008"/>
              <a:gd name="connsiteY8" fmla="*/ 149257 h 359568"/>
              <a:gd name="connsiteX9" fmla="*/ 246564 w 358008"/>
              <a:gd name="connsiteY9" fmla="*/ 149257 h 359568"/>
              <a:gd name="connsiteX10" fmla="*/ 252824 w 358008"/>
              <a:gd name="connsiteY10" fmla="*/ 145542 h 359568"/>
              <a:gd name="connsiteX11" fmla="*/ 117087 w 358008"/>
              <a:gd name="connsiteY11" fmla="*/ 134398 h 359568"/>
              <a:gd name="connsiteX12" fmla="*/ 94701 w 358008"/>
              <a:gd name="connsiteY12" fmla="*/ 89821 h 359568"/>
              <a:gd name="connsiteX13" fmla="*/ 264112 w 358008"/>
              <a:gd name="connsiteY13" fmla="*/ 89821 h 359568"/>
              <a:gd name="connsiteX14" fmla="*/ 241726 w 358008"/>
              <a:gd name="connsiteY14" fmla="*/ 134398 h 359568"/>
              <a:gd name="connsiteX15" fmla="*/ 117182 w 358008"/>
              <a:gd name="connsiteY15" fmla="*/ 134398 h 359568"/>
              <a:gd name="connsiteX16" fmla="*/ 357164 w 358008"/>
              <a:gd name="connsiteY16" fmla="*/ 349472 h 359568"/>
              <a:gd name="connsiteX17" fmla="*/ 297216 w 358008"/>
              <a:gd name="connsiteY17" fmla="*/ 197453 h 359568"/>
              <a:gd name="connsiteX18" fmla="*/ 312583 w 358008"/>
              <a:gd name="connsiteY18" fmla="*/ 122301 h 359568"/>
              <a:gd name="connsiteX19" fmla="*/ 281470 w 358008"/>
              <a:gd name="connsiteY19" fmla="*/ 37433 h 359568"/>
              <a:gd name="connsiteX20" fmla="*/ 179407 w 358008"/>
              <a:gd name="connsiteY20" fmla="*/ 0 h 359568"/>
              <a:gd name="connsiteX21" fmla="*/ 77343 w 358008"/>
              <a:gd name="connsiteY21" fmla="*/ 37433 h 359568"/>
              <a:gd name="connsiteX22" fmla="*/ 46230 w 358008"/>
              <a:gd name="connsiteY22" fmla="*/ 122301 h 359568"/>
              <a:gd name="connsiteX23" fmla="*/ 61123 w 358008"/>
              <a:gd name="connsiteY23" fmla="*/ 196406 h 359568"/>
              <a:gd name="connsiteX24" fmla="*/ 321 w 358008"/>
              <a:gd name="connsiteY24" fmla="*/ 349567 h 359568"/>
              <a:gd name="connsiteX25" fmla="*/ 5253 w 358008"/>
              <a:gd name="connsiteY25" fmla="*/ 359569 h 359568"/>
              <a:gd name="connsiteX26" fmla="*/ 7719 w 358008"/>
              <a:gd name="connsiteY26" fmla="*/ 359569 h 359568"/>
              <a:gd name="connsiteX27" fmla="*/ 13885 w 358008"/>
              <a:gd name="connsiteY27" fmla="*/ 354521 h 359568"/>
              <a:gd name="connsiteX28" fmla="*/ 23655 w 358008"/>
              <a:gd name="connsiteY28" fmla="*/ 329946 h 359568"/>
              <a:gd name="connsiteX29" fmla="*/ 333451 w 358008"/>
              <a:gd name="connsiteY29" fmla="*/ 329946 h 359568"/>
              <a:gd name="connsiteX30" fmla="*/ 343316 w 358008"/>
              <a:gd name="connsiteY30" fmla="*/ 354521 h 359568"/>
              <a:gd name="connsiteX31" fmla="*/ 350809 w 358008"/>
              <a:gd name="connsiteY31" fmla="*/ 359569 h 359568"/>
              <a:gd name="connsiteX32" fmla="*/ 353275 w 358008"/>
              <a:gd name="connsiteY32" fmla="*/ 359569 h 359568"/>
              <a:gd name="connsiteX33" fmla="*/ 356975 w 358008"/>
              <a:gd name="connsiteY33" fmla="*/ 349567 h 359568"/>
              <a:gd name="connsiteX34" fmla="*/ 303382 w 358008"/>
              <a:gd name="connsiteY34" fmla="*/ 254794 h 359568"/>
              <a:gd name="connsiteX35" fmla="*/ 263068 w 358008"/>
              <a:gd name="connsiteY35" fmla="*/ 254794 h 359568"/>
              <a:gd name="connsiteX36" fmla="*/ 288205 w 358008"/>
              <a:gd name="connsiteY36" fmla="*/ 217075 h 359568"/>
              <a:gd name="connsiteX37" fmla="*/ 303382 w 358008"/>
              <a:gd name="connsiteY37" fmla="*/ 254794 h 359568"/>
              <a:gd name="connsiteX38" fmla="*/ 179407 w 358008"/>
              <a:gd name="connsiteY38" fmla="*/ 284512 h 359568"/>
              <a:gd name="connsiteX39" fmla="*/ 168024 w 358008"/>
              <a:gd name="connsiteY39" fmla="*/ 283559 h 359568"/>
              <a:gd name="connsiteX40" fmla="*/ 134825 w 358008"/>
              <a:gd name="connsiteY40" fmla="*/ 269558 h 359568"/>
              <a:gd name="connsiteX41" fmla="*/ 127426 w 358008"/>
              <a:gd name="connsiteY41" fmla="*/ 247079 h 359568"/>
              <a:gd name="connsiteX42" fmla="*/ 179407 w 358008"/>
              <a:gd name="connsiteY42" fmla="*/ 202216 h 359568"/>
              <a:gd name="connsiteX43" fmla="*/ 231387 w 358008"/>
              <a:gd name="connsiteY43" fmla="*/ 247079 h 359568"/>
              <a:gd name="connsiteX44" fmla="*/ 223988 w 358008"/>
              <a:gd name="connsiteY44" fmla="*/ 269558 h 359568"/>
              <a:gd name="connsiteX45" fmla="*/ 190789 w 358008"/>
              <a:gd name="connsiteY45" fmla="*/ 283559 h 359568"/>
              <a:gd name="connsiteX46" fmla="*/ 179407 w 358008"/>
              <a:gd name="connsiteY46" fmla="*/ 284512 h 359568"/>
              <a:gd name="connsiteX47" fmla="*/ 87208 w 358008"/>
              <a:gd name="connsiteY47" fmla="*/ 47339 h 359568"/>
              <a:gd name="connsiteX48" fmla="*/ 179312 w 358008"/>
              <a:gd name="connsiteY48" fmla="*/ 14859 h 359568"/>
              <a:gd name="connsiteX49" fmla="*/ 270183 w 358008"/>
              <a:gd name="connsiteY49" fmla="*/ 47339 h 359568"/>
              <a:gd name="connsiteX50" fmla="*/ 297596 w 358008"/>
              <a:gd name="connsiteY50" fmla="*/ 122206 h 359568"/>
              <a:gd name="connsiteX51" fmla="*/ 282893 w 358008"/>
              <a:gd name="connsiteY51" fmla="*/ 192596 h 359568"/>
              <a:gd name="connsiteX52" fmla="*/ 280806 w 358008"/>
              <a:gd name="connsiteY52" fmla="*/ 197358 h 359568"/>
              <a:gd name="connsiteX53" fmla="*/ 245805 w 358008"/>
              <a:gd name="connsiteY53" fmla="*/ 251365 h 359568"/>
              <a:gd name="connsiteX54" fmla="*/ 246184 w 358008"/>
              <a:gd name="connsiteY54" fmla="*/ 247174 h 359568"/>
              <a:gd name="connsiteX55" fmla="*/ 179407 w 358008"/>
              <a:gd name="connsiteY55" fmla="*/ 187261 h 359568"/>
              <a:gd name="connsiteX56" fmla="*/ 112534 w 358008"/>
              <a:gd name="connsiteY56" fmla="*/ 247174 h 359568"/>
              <a:gd name="connsiteX57" fmla="*/ 112913 w 358008"/>
              <a:gd name="connsiteY57" fmla="*/ 251365 h 359568"/>
              <a:gd name="connsiteX58" fmla="*/ 61123 w 358008"/>
              <a:gd name="connsiteY58" fmla="*/ 122301 h 359568"/>
              <a:gd name="connsiteX59" fmla="*/ 87303 w 358008"/>
              <a:gd name="connsiteY59" fmla="*/ 47434 h 359568"/>
              <a:gd name="connsiteX60" fmla="*/ 95745 w 358008"/>
              <a:gd name="connsiteY60" fmla="*/ 254794 h 359568"/>
              <a:gd name="connsiteX61" fmla="*/ 53914 w 358008"/>
              <a:gd name="connsiteY61" fmla="*/ 254794 h 359568"/>
              <a:gd name="connsiteX62" fmla="*/ 69660 w 358008"/>
              <a:gd name="connsiteY62" fmla="*/ 215360 h 359568"/>
              <a:gd name="connsiteX63" fmla="*/ 95745 w 358008"/>
              <a:gd name="connsiteY63" fmla="*/ 254794 h 359568"/>
              <a:gd name="connsiteX64" fmla="*/ 29821 w 358008"/>
              <a:gd name="connsiteY64" fmla="*/ 314706 h 359568"/>
              <a:gd name="connsiteX65" fmla="*/ 47748 w 358008"/>
              <a:gd name="connsiteY65" fmla="*/ 269938 h 359568"/>
              <a:gd name="connsiteX66" fmla="*/ 110352 w 358008"/>
              <a:gd name="connsiteY66" fmla="*/ 269938 h 359568"/>
              <a:gd name="connsiteX67" fmla="*/ 124391 w 358008"/>
              <a:gd name="connsiteY67" fmla="*/ 281083 h 359568"/>
              <a:gd name="connsiteX68" fmla="*/ 124865 w 358008"/>
              <a:gd name="connsiteY68" fmla="*/ 282035 h 359568"/>
              <a:gd name="connsiteX69" fmla="*/ 138714 w 358008"/>
              <a:gd name="connsiteY69" fmla="*/ 289560 h 359568"/>
              <a:gd name="connsiteX70" fmla="*/ 179312 w 358008"/>
              <a:gd name="connsiteY70" fmla="*/ 299561 h 359568"/>
              <a:gd name="connsiteX71" fmla="*/ 179312 w 358008"/>
              <a:gd name="connsiteY71" fmla="*/ 299561 h 359568"/>
              <a:gd name="connsiteX72" fmla="*/ 179312 w 358008"/>
              <a:gd name="connsiteY72" fmla="*/ 299561 h 359568"/>
              <a:gd name="connsiteX73" fmla="*/ 248271 w 358008"/>
              <a:gd name="connsiteY73" fmla="*/ 270034 h 359568"/>
              <a:gd name="connsiteX74" fmla="*/ 309358 w 358008"/>
              <a:gd name="connsiteY74" fmla="*/ 270034 h 359568"/>
              <a:gd name="connsiteX75" fmla="*/ 327380 w 358008"/>
              <a:gd name="connsiteY75" fmla="*/ 314801 h 359568"/>
              <a:gd name="connsiteX76" fmla="*/ 29726 w 358008"/>
              <a:gd name="connsiteY76" fmla="*/ 314801 h 35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58008" h="359568">
                <a:moveTo>
                  <a:pt x="252919" y="145542"/>
                </a:moveTo>
                <a:lnTo>
                  <a:pt x="282798" y="86106"/>
                </a:lnTo>
                <a:cubicBezTo>
                  <a:pt x="284031" y="83629"/>
                  <a:pt x="284031" y="81153"/>
                  <a:pt x="282798" y="78677"/>
                </a:cubicBezTo>
                <a:cubicBezTo>
                  <a:pt x="281565" y="76200"/>
                  <a:pt x="279099" y="74962"/>
                  <a:pt x="276538" y="74962"/>
                </a:cubicBezTo>
                <a:lnTo>
                  <a:pt x="82180" y="74962"/>
                </a:lnTo>
                <a:cubicBezTo>
                  <a:pt x="79714" y="74962"/>
                  <a:pt x="77153" y="76200"/>
                  <a:pt x="75920" y="78677"/>
                </a:cubicBezTo>
                <a:cubicBezTo>
                  <a:pt x="74687" y="81153"/>
                  <a:pt x="74687" y="83629"/>
                  <a:pt x="74687" y="86106"/>
                </a:cubicBezTo>
                <a:lnTo>
                  <a:pt x="104566" y="145542"/>
                </a:lnTo>
                <a:cubicBezTo>
                  <a:pt x="105799" y="148019"/>
                  <a:pt x="109593" y="149257"/>
                  <a:pt x="112060" y="149257"/>
                </a:cubicBezTo>
                <a:lnTo>
                  <a:pt x="246564" y="149257"/>
                </a:lnTo>
                <a:cubicBezTo>
                  <a:pt x="249030" y="149257"/>
                  <a:pt x="251591" y="148019"/>
                  <a:pt x="252824" y="145542"/>
                </a:cubicBezTo>
                <a:close/>
                <a:moveTo>
                  <a:pt x="117087" y="134398"/>
                </a:moveTo>
                <a:lnTo>
                  <a:pt x="94701" y="89821"/>
                </a:lnTo>
                <a:lnTo>
                  <a:pt x="264112" y="89821"/>
                </a:lnTo>
                <a:lnTo>
                  <a:pt x="241726" y="134398"/>
                </a:lnTo>
                <a:lnTo>
                  <a:pt x="117182" y="134398"/>
                </a:lnTo>
                <a:close/>
                <a:moveTo>
                  <a:pt x="357164" y="349472"/>
                </a:moveTo>
                <a:cubicBezTo>
                  <a:pt x="357164" y="349472"/>
                  <a:pt x="357164" y="349472"/>
                  <a:pt x="297216" y="197453"/>
                </a:cubicBezTo>
                <a:cubicBezTo>
                  <a:pt x="306986" y="173069"/>
                  <a:pt x="312583" y="146971"/>
                  <a:pt x="312583" y="122301"/>
                </a:cubicBezTo>
                <a:cubicBezTo>
                  <a:pt x="312583" y="87344"/>
                  <a:pt x="301390" y="58674"/>
                  <a:pt x="281470" y="37433"/>
                </a:cubicBezTo>
                <a:cubicBezTo>
                  <a:pt x="257851" y="12478"/>
                  <a:pt x="224178" y="0"/>
                  <a:pt x="179407" y="0"/>
                </a:cubicBezTo>
                <a:cubicBezTo>
                  <a:pt x="134635" y="0"/>
                  <a:pt x="99729" y="12478"/>
                  <a:pt x="77343" y="37433"/>
                </a:cubicBezTo>
                <a:cubicBezTo>
                  <a:pt x="57423" y="58674"/>
                  <a:pt x="46230" y="87344"/>
                  <a:pt x="46230" y="122301"/>
                </a:cubicBezTo>
                <a:cubicBezTo>
                  <a:pt x="46230" y="146685"/>
                  <a:pt x="51637" y="172307"/>
                  <a:pt x="61123" y="196406"/>
                </a:cubicBezTo>
                <a:cubicBezTo>
                  <a:pt x="57708" y="204883"/>
                  <a:pt x="45472" y="235934"/>
                  <a:pt x="321" y="349567"/>
                </a:cubicBezTo>
                <a:cubicBezTo>
                  <a:pt x="-912" y="353282"/>
                  <a:pt x="1554" y="358331"/>
                  <a:pt x="5253" y="359569"/>
                </a:cubicBezTo>
                <a:lnTo>
                  <a:pt x="7719" y="359569"/>
                </a:lnTo>
                <a:cubicBezTo>
                  <a:pt x="10186" y="359569"/>
                  <a:pt x="12652" y="358331"/>
                  <a:pt x="13885" y="354521"/>
                </a:cubicBezTo>
                <a:cubicBezTo>
                  <a:pt x="13885" y="354521"/>
                  <a:pt x="13885" y="354521"/>
                  <a:pt x="23655" y="329946"/>
                </a:cubicBezTo>
                <a:lnTo>
                  <a:pt x="333451" y="329946"/>
                </a:lnTo>
                <a:cubicBezTo>
                  <a:pt x="336581" y="337661"/>
                  <a:pt x="339806" y="345758"/>
                  <a:pt x="343316" y="354521"/>
                </a:cubicBezTo>
                <a:cubicBezTo>
                  <a:pt x="344549" y="358235"/>
                  <a:pt x="347015" y="359569"/>
                  <a:pt x="350809" y="359569"/>
                </a:cubicBezTo>
                <a:lnTo>
                  <a:pt x="353275" y="359569"/>
                </a:lnTo>
                <a:cubicBezTo>
                  <a:pt x="356975" y="358331"/>
                  <a:pt x="359536" y="353282"/>
                  <a:pt x="356975" y="349567"/>
                </a:cubicBezTo>
                <a:close/>
                <a:moveTo>
                  <a:pt x="303382" y="254794"/>
                </a:moveTo>
                <a:lnTo>
                  <a:pt x="263068" y="254794"/>
                </a:lnTo>
                <a:cubicBezTo>
                  <a:pt x="272649" y="243554"/>
                  <a:pt x="281091" y="230791"/>
                  <a:pt x="288205" y="217075"/>
                </a:cubicBezTo>
                <a:cubicBezTo>
                  <a:pt x="291525" y="225266"/>
                  <a:pt x="296362" y="237268"/>
                  <a:pt x="303382" y="254794"/>
                </a:cubicBezTo>
                <a:close/>
                <a:moveTo>
                  <a:pt x="179407" y="284512"/>
                </a:moveTo>
                <a:cubicBezTo>
                  <a:pt x="175612" y="284512"/>
                  <a:pt x="171818" y="284131"/>
                  <a:pt x="168024" y="283559"/>
                </a:cubicBezTo>
                <a:cubicBezTo>
                  <a:pt x="156926" y="281654"/>
                  <a:pt x="145923" y="276987"/>
                  <a:pt x="134825" y="269558"/>
                </a:cubicBezTo>
                <a:cubicBezTo>
                  <a:pt x="129892" y="263366"/>
                  <a:pt x="127426" y="255842"/>
                  <a:pt x="127426" y="247079"/>
                </a:cubicBezTo>
                <a:cubicBezTo>
                  <a:pt x="127426" y="222123"/>
                  <a:pt x="150950" y="202216"/>
                  <a:pt x="179407" y="202216"/>
                </a:cubicBezTo>
                <a:cubicBezTo>
                  <a:pt x="207863" y="202216"/>
                  <a:pt x="231387" y="222218"/>
                  <a:pt x="231387" y="247079"/>
                </a:cubicBezTo>
                <a:cubicBezTo>
                  <a:pt x="231387" y="255842"/>
                  <a:pt x="228921" y="263271"/>
                  <a:pt x="223988" y="269558"/>
                </a:cubicBezTo>
                <a:cubicBezTo>
                  <a:pt x="212890" y="276987"/>
                  <a:pt x="201887" y="281654"/>
                  <a:pt x="190789" y="283559"/>
                </a:cubicBezTo>
                <a:cubicBezTo>
                  <a:pt x="186995" y="284226"/>
                  <a:pt x="183296" y="284512"/>
                  <a:pt x="179407" y="284512"/>
                </a:cubicBezTo>
                <a:close/>
                <a:moveTo>
                  <a:pt x="87208" y="47339"/>
                </a:moveTo>
                <a:cubicBezTo>
                  <a:pt x="108360" y="26098"/>
                  <a:pt x="138240" y="14859"/>
                  <a:pt x="179312" y="14859"/>
                </a:cubicBezTo>
                <a:cubicBezTo>
                  <a:pt x="220384" y="14859"/>
                  <a:pt x="250263" y="26098"/>
                  <a:pt x="270183" y="47339"/>
                </a:cubicBezTo>
                <a:cubicBezTo>
                  <a:pt x="287636" y="66104"/>
                  <a:pt x="297596" y="92297"/>
                  <a:pt x="297596" y="122206"/>
                </a:cubicBezTo>
                <a:cubicBezTo>
                  <a:pt x="297596" y="145256"/>
                  <a:pt x="292189" y="169736"/>
                  <a:pt x="282893" y="192596"/>
                </a:cubicBezTo>
                <a:cubicBezTo>
                  <a:pt x="281565" y="193834"/>
                  <a:pt x="280806" y="195548"/>
                  <a:pt x="280806" y="197358"/>
                </a:cubicBezTo>
                <a:cubicBezTo>
                  <a:pt x="271890" y="217742"/>
                  <a:pt x="259938" y="236506"/>
                  <a:pt x="245805" y="251365"/>
                </a:cubicBezTo>
                <a:cubicBezTo>
                  <a:pt x="245900" y="249936"/>
                  <a:pt x="246184" y="248602"/>
                  <a:pt x="246184" y="247174"/>
                </a:cubicBezTo>
                <a:cubicBezTo>
                  <a:pt x="246184" y="214789"/>
                  <a:pt x="216495" y="187261"/>
                  <a:pt x="179407" y="187261"/>
                </a:cubicBezTo>
                <a:cubicBezTo>
                  <a:pt x="142318" y="187261"/>
                  <a:pt x="112534" y="214694"/>
                  <a:pt x="112534" y="247174"/>
                </a:cubicBezTo>
                <a:cubicBezTo>
                  <a:pt x="112534" y="248602"/>
                  <a:pt x="112724" y="249936"/>
                  <a:pt x="112913" y="251365"/>
                </a:cubicBezTo>
                <a:cubicBezTo>
                  <a:pt x="81991" y="218885"/>
                  <a:pt x="61123" y="167735"/>
                  <a:pt x="61123" y="122301"/>
                </a:cubicBezTo>
                <a:cubicBezTo>
                  <a:pt x="61123" y="92297"/>
                  <a:pt x="69849" y="66104"/>
                  <a:pt x="87303" y="47434"/>
                </a:cubicBezTo>
                <a:close/>
                <a:moveTo>
                  <a:pt x="95745" y="254794"/>
                </a:moveTo>
                <a:lnTo>
                  <a:pt x="53914" y="254794"/>
                </a:lnTo>
                <a:cubicBezTo>
                  <a:pt x="58562" y="243078"/>
                  <a:pt x="63873" y="230029"/>
                  <a:pt x="69660" y="215360"/>
                </a:cubicBezTo>
                <a:cubicBezTo>
                  <a:pt x="76963" y="229743"/>
                  <a:pt x="85785" y="243173"/>
                  <a:pt x="95745" y="254794"/>
                </a:cubicBezTo>
                <a:close/>
                <a:moveTo>
                  <a:pt x="29821" y="314706"/>
                </a:moveTo>
                <a:cubicBezTo>
                  <a:pt x="34374" y="303371"/>
                  <a:pt x="40160" y="288798"/>
                  <a:pt x="47748" y="269938"/>
                </a:cubicBezTo>
                <a:lnTo>
                  <a:pt x="110352" y="269938"/>
                </a:lnTo>
                <a:cubicBezTo>
                  <a:pt x="114905" y="274034"/>
                  <a:pt x="119553" y="277749"/>
                  <a:pt x="124391" y="281083"/>
                </a:cubicBezTo>
                <a:cubicBezTo>
                  <a:pt x="124581" y="281369"/>
                  <a:pt x="124865" y="281559"/>
                  <a:pt x="124865" y="282035"/>
                </a:cubicBezTo>
                <a:cubicBezTo>
                  <a:pt x="129513" y="284893"/>
                  <a:pt x="134161" y="287369"/>
                  <a:pt x="138714" y="289560"/>
                </a:cubicBezTo>
                <a:cubicBezTo>
                  <a:pt x="151519" y="295942"/>
                  <a:pt x="165178" y="299561"/>
                  <a:pt x="179312" y="299561"/>
                </a:cubicBezTo>
                <a:lnTo>
                  <a:pt x="179312" y="299561"/>
                </a:lnTo>
                <a:cubicBezTo>
                  <a:pt x="179312" y="299561"/>
                  <a:pt x="179312" y="299561"/>
                  <a:pt x="179312" y="299561"/>
                </a:cubicBezTo>
                <a:cubicBezTo>
                  <a:pt x="204543" y="299561"/>
                  <a:pt x="228162" y="288227"/>
                  <a:pt x="248271" y="270034"/>
                </a:cubicBezTo>
                <a:lnTo>
                  <a:pt x="309358" y="270034"/>
                </a:lnTo>
                <a:cubicBezTo>
                  <a:pt x="314385" y="282607"/>
                  <a:pt x="320361" y="297371"/>
                  <a:pt x="327380" y="314801"/>
                </a:cubicBezTo>
                <a:lnTo>
                  <a:pt x="29726" y="31480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4" name="Graphic 210">
            <a:extLst>
              <a:ext uri="{FF2B5EF4-FFF2-40B4-BE49-F238E27FC236}">
                <a16:creationId xmlns:a16="http://schemas.microsoft.com/office/drawing/2014/main" id="{37A02231-0AA4-E0D2-81BB-FD7AF89C3808}"/>
              </a:ext>
            </a:extLst>
          </p:cNvPr>
          <p:cNvSpPr/>
          <p:nvPr/>
        </p:nvSpPr>
        <p:spPr>
          <a:xfrm>
            <a:off x="3828561" y="3470650"/>
            <a:ext cx="488346" cy="490474"/>
          </a:xfrm>
          <a:custGeom>
            <a:avLst/>
            <a:gdLst>
              <a:gd name="connsiteX0" fmla="*/ 252919 w 358008"/>
              <a:gd name="connsiteY0" fmla="*/ 145542 h 359568"/>
              <a:gd name="connsiteX1" fmla="*/ 282798 w 358008"/>
              <a:gd name="connsiteY1" fmla="*/ 86106 h 359568"/>
              <a:gd name="connsiteX2" fmla="*/ 282798 w 358008"/>
              <a:gd name="connsiteY2" fmla="*/ 78677 h 359568"/>
              <a:gd name="connsiteX3" fmla="*/ 276538 w 358008"/>
              <a:gd name="connsiteY3" fmla="*/ 74962 h 359568"/>
              <a:gd name="connsiteX4" fmla="*/ 82180 w 358008"/>
              <a:gd name="connsiteY4" fmla="*/ 74962 h 359568"/>
              <a:gd name="connsiteX5" fmla="*/ 75920 w 358008"/>
              <a:gd name="connsiteY5" fmla="*/ 78677 h 359568"/>
              <a:gd name="connsiteX6" fmla="*/ 74687 w 358008"/>
              <a:gd name="connsiteY6" fmla="*/ 86106 h 359568"/>
              <a:gd name="connsiteX7" fmla="*/ 104566 w 358008"/>
              <a:gd name="connsiteY7" fmla="*/ 145542 h 359568"/>
              <a:gd name="connsiteX8" fmla="*/ 112060 w 358008"/>
              <a:gd name="connsiteY8" fmla="*/ 149257 h 359568"/>
              <a:gd name="connsiteX9" fmla="*/ 246564 w 358008"/>
              <a:gd name="connsiteY9" fmla="*/ 149257 h 359568"/>
              <a:gd name="connsiteX10" fmla="*/ 252824 w 358008"/>
              <a:gd name="connsiteY10" fmla="*/ 145542 h 359568"/>
              <a:gd name="connsiteX11" fmla="*/ 117087 w 358008"/>
              <a:gd name="connsiteY11" fmla="*/ 134398 h 359568"/>
              <a:gd name="connsiteX12" fmla="*/ 94701 w 358008"/>
              <a:gd name="connsiteY12" fmla="*/ 89821 h 359568"/>
              <a:gd name="connsiteX13" fmla="*/ 264112 w 358008"/>
              <a:gd name="connsiteY13" fmla="*/ 89821 h 359568"/>
              <a:gd name="connsiteX14" fmla="*/ 241726 w 358008"/>
              <a:gd name="connsiteY14" fmla="*/ 134398 h 359568"/>
              <a:gd name="connsiteX15" fmla="*/ 117182 w 358008"/>
              <a:gd name="connsiteY15" fmla="*/ 134398 h 359568"/>
              <a:gd name="connsiteX16" fmla="*/ 357164 w 358008"/>
              <a:gd name="connsiteY16" fmla="*/ 349472 h 359568"/>
              <a:gd name="connsiteX17" fmla="*/ 297216 w 358008"/>
              <a:gd name="connsiteY17" fmla="*/ 197453 h 359568"/>
              <a:gd name="connsiteX18" fmla="*/ 312583 w 358008"/>
              <a:gd name="connsiteY18" fmla="*/ 122301 h 359568"/>
              <a:gd name="connsiteX19" fmla="*/ 281470 w 358008"/>
              <a:gd name="connsiteY19" fmla="*/ 37433 h 359568"/>
              <a:gd name="connsiteX20" fmla="*/ 179407 w 358008"/>
              <a:gd name="connsiteY20" fmla="*/ 0 h 359568"/>
              <a:gd name="connsiteX21" fmla="*/ 77343 w 358008"/>
              <a:gd name="connsiteY21" fmla="*/ 37433 h 359568"/>
              <a:gd name="connsiteX22" fmla="*/ 46230 w 358008"/>
              <a:gd name="connsiteY22" fmla="*/ 122301 h 359568"/>
              <a:gd name="connsiteX23" fmla="*/ 61123 w 358008"/>
              <a:gd name="connsiteY23" fmla="*/ 196406 h 359568"/>
              <a:gd name="connsiteX24" fmla="*/ 321 w 358008"/>
              <a:gd name="connsiteY24" fmla="*/ 349567 h 359568"/>
              <a:gd name="connsiteX25" fmla="*/ 5253 w 358008"/>
              <a:gd name="connsiteY25" fmla="*/ 359569 h 359568"/>
              <a:gd name="connsiteX26" fmla="*/ 7719 w 358008"/>
              <a:gd name="connsiteY26" fmla="*/ 359569 h 359568"/>
              <a:gd name="connsiteX27" fmla="*/ 13885 w 358008"/>
              <a:gd name="connsiteY27" fmla="*/ 354521 h 359568"/>
              <a:gd name="connsiteX28" fmla="*/ 23655 w 358008"/>
              <a:gd name="connsiteY28" fmla="*/ 329946 h 359568"/>
              <a:gd name="connsiteX29" fmla="*/ 333451 w 358008"/>
              <a:gd name="connsiteY29" fmla="*/ 329946 h 359568"/>
              <a:gd name="connsiteX30" fmla="*/ 343316 w 358008"/>
              <a:gd name="connsiteY30" fmla="*/ 354521 h 359568"/>
              <a:gd name="connsiteX31" fmla="*/ 350809 w 358008"/>
              <a:gd name="connsiteY31" fmla="*/ 359569 h 359568"/>
              <a:gd name="connsiteX32" fmla="*/ 353275 w 358008"/>
              <a:gd name="connsiteY32" fmla="*/ 359569 h 359568"/>
              <a:gd name="connsiteX33" fmla="*/ 356975 w 358008"/>
              <a:gd name="connsiteY33" fmla="*/ 349567 h 359568"/>
              <a:gd name="connsiteX34" fmla="*/ 303382 w 358008"/>
              <a:gd name="connsiteY34" fmla="*/ 254794 h 359568"/>
              <a:gd name="connsiteX35" fmla="*/ 263068 w 358008"/>
              <a:gd name="connsiteY35" fmla="*/ 254794 h 359568"/>
              <a:gd name="connsiteX36" fmla="*/ 288205 w 358008"/>
              <a:gd name="connsiteY36" fmla="*/ 217075 h 359568"/>
              <a:gd name="connsiteX37" fmla="*/ 303382 w 358008"/>
              <a:gd name="connsiteY37" fmla="*/ 254794 h 359568"/>
              <a:gd name="connsiteX38" fmla="*/ 179407 w 358008"/>
              <a:gd name="connsiteY38" fmla="*/ 284512 h 359568"/>
              <a:gd name="connsiteX39" fmla="*/ 168024 w 358008"/>
              <a:gd name="connsiteY39" fmla="*/ 283559 h 359568"/>
              <a:gd name="connsiteX40" fmla="*/ 134825 w 358008"/>
              <a:gd name="connsiteY40" fmla="*/ 269558 h 359568"/>
              <a:gd name="connsiteX41" fmla="*/ 127426 w 358008"/>
              <a:gd name="connsiteY41" fmla="*/ 247079 h 359568"/>
              <a:gd name="connsiteX42" fmla="*/ 179407 w 358008"/>
              <a:gd name="connsiteY42" fmla="*/ 202216 h 359568"/>
              <a:gd name="connsiteX43" fmla="*/ 231387 w 358008"/>
              <a:gd name="connsiteY43" fmla="*/ 247079 h 359568"/>
              <a:gd name="connsiteX44" fmla="*/ 223988 w 358008"/>
              <a:gd name="connsiteY44" fmla="*/ 269558 h 359568"/>
              <a:gd name="connsiteX45" fmla="*/ 190789 w 358008"/>
              <a:gd name="connsiteY45" fmla="*/ 283559 h 359568"/>
              <a:gd name="connsiteX46" fmla="*/ 179407 w 358008"/>
              <a:gd name="connsiteY46" fmla="*/ 284512 h 359568"/>
              <a:gd name="connsiteX47" fmla="*/ 87208 w 358008"/>
              <a:gd name="connsiteY47" fmla="*/ 47339 h 359568"/>
              <a:gd name="connsiteX48" fmla="*/ 179312 w 358008"/>
              <a:gd name="connsiteY48" fmla="*/ 14859 h 359568"/>
              <a:gd name="connsiteX49" fmla="*/ 270183 w 358008"/>
              <a:gd name="connsiteY49" fmla="*/ 47339 h 359568"/>
              <a:gd name="connsiteX50" fmla="*/ 297596 w 358008"/>
              <a:gd name="connsiteY50" fmla="*/ 122206 h 359568"/>
              <a:gd name="connsiteX51" fmla="*/ 282893 w 358008"/>
              <a:gd name="connsiteY51" fmla="*/ 192596 h 359568"/>
              <a:gd name="connsiteX52" fmla="*/ 280806 w 358008"/>
              <a:gd name="connsiteY52" fmla="*/ 197358 h 359568"/>
              <a:gd name="connsiteX53" fmla="*/ 245805 w 358008"/>
              <a:gd name="connsiteY53" fmla="*/ 251365 h 359568"/>
              <a:gd name="connsiteX54" fmla="*/ 246184 w 358008"/>
              <a:gd name="connsiteY54" fmla="*/ 247174 h 359568"/>
              <a:gd name="connsiteX55" fmla="*/ 179407 w 358008"/>
              <a:gd name="connsiteY55" fmla="*/ 187261 h 359568"/>
              <a:gd name="connsiteX56" fmla="*/ 112534 w 358008"/>
              <a:gd name="connsiteY56" fmla="*/ 247174 h 359568"/>
              <a:gd name="connsiteX57" fmla="*/ 112913 w 358008"/>
              <a:gd name="connsiteY57" fmla="*/ 251365 h 359568"/>
              <a:gd name="connsiteX58" fmla="*/ 61123 w 358008"/>
              <a:gd name="connsiteY58" fmla="*/ 122301 h 359568"/>
              <a:gd name="connsiteX59" fmla="*/ 87303 w 358008"/>
              <a:gd name="connsiteY59" fmla="*/ 47434 h 359568"/>
              <a:gd name="connsiteX60" fmla="*/ 95745 w 358008"/>
              <a:gd name="connsiteY60" fmla="*/ 254794 h 359568"/>
              <a:gd name="connsiteX61" fmla="*/ 53914 w 358008"/>
              <a:gd name="connsiteY61" fmla="*/ 254794 h 359568"/>
              <a:gd name="connsiteX62" fmla="*/ 69660 w 358008"/>
              <a:gd name="connsiteY62" fmla="*/ 215360 h 359568"/>
              <a:gd name="connsiteX63" fmla="*/ 95745 w 358008"/>
              <a:gd name="connsiteY63" fmla="*/ 254794 h 359568"/>
              <a:gd name="connsiteX64" fmla="*/ 29821 w 358008"/>
              <a:gd name="connsiteY64" fmla="*/ 314706 h 359568"/>
              <a:gd name="connsiteX65" fmla="*/ 47748 w 358008"/>
              <a:gd name="connsiteY65" fmla="*/ 269938 h 359568"/>
              <a:gd name="connsiteX66" fmla="*/ 110352 w 358008"/>
              <a:gd name="connsiteY66" fmla="*/ 269938 h 359568"/>
              <a:gd name="connsiteX67" fmla="*/ 124391 w 358008"/>
              <a:gd name="connsiteY67" fmla="*/ 281083 h 359568"/>
              <a:gd name="connsiteX68" fmla="*/ 124865 w 358008"/>
              <a:gd name="connsiteY68" fmla="*/ 282035 h 359568"/>
              <a:gd name="connsiteX69" fmla="*/ 138714 w 358008"/>
              <a:gd name="connsiteY69" fmla="*/ 289560 h 359568"/>
              <a:gd name="connsiteX70" fmla="*/ 179312 w 358008"/>
              <a:gd name="connsiteY70" fmla="*/ 299561 h 359568"/>
              <a:gd name="connsiteX71" fmla="*/ 179312 w 358008"/>
              <a:gd name="connsiteY71" fmla="*/ 299561 h 359568"/>
              <a:gd name="connsiteX72" fmla="*/ 179312 w 358008"/>
              <a:gd name="connsiteY72" fmla="*/ 299561 h 359568"/>
              <a:gd name="connsiteX73" fmla="*/ 248271 w 358008"/>
              <a:gd name="connsiteY73" fmla="*/ 270034 h 359568"/>
              <a:gd name="connsiteX74" fmla="*/ 309358 w 358008"/>
              <a:gd name="connsiteY74" fmla="*/ 270034 h 359568"/>
              <a:gd name="connsiteX75" fmla="*/ 327380 w 358008"/>
              <a:gd name="connsiteY75" fmla="*/ 314801 h 359568"/>
              <a:gd name="connsiteX76" fmla="*/ 29726 w 358008"/>
              <a:gd name="connsiteY76" fmla="*/ 314801 h 35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58008" h="359568">
                <a:moveTo>
                  <a:pt x="252919" y="145542"/>
                </a:moveTo>
                <a:lnTo>
                  <a:pt x="282798" y="86106"/>
                </a:lnTo>
                <a:cubicBezTo>
                  <a:pt x="284031" y="83629"/>
                  <a:pt x="284031" y="81153"/>
                  <a:pt x="282798" y="78677"/>
                </a:cubicBezTo>
                <a:cubicBezTo>
                  <a:pt x="281565" y="76200"/>
                  <a:pt x="279099" y="74962"/>
                  <a:pt x="276538" y="74962"/>
                </a:cubicBezTo>
                <a:lnTo>
                  <a:pt x="82180" y="74962"/>
                </a:lnTo>
                <a:cubicBezTo>
                  <a:pt x="79714" y="74962"/>
                  <a:pt x="77153" y="76200"/>
                  <a:pt x="75920" y="78677"/>
                </a:cubicBezTo>
                <a:cubicBezTo>
                  <a:pt x="74687" y="81153"/>
                  <a:pt x="74687" y="83629"/>
                  <a:pt x="74687" y="86106"/>
                </a:cubicBezTo>
                <a:lnTo>
                  <a:pt x="104566" y="145542"/>
                </a:lnTo>
                <a:cubicBezTo>
                  <a:pt x="105799" y="148019"/>
                  <a:pt x="109593" y="149257"/>
                  <a:pt x="112060" y="149257"/>
                </a:cubicBezTo>
                <a:lnTo>
                  <a:pt x="246564" y="149257"/>
                </a:lnTo>
                <a:cubicBezTo>
                  <a:pt x="249030" y="149257"/>
                  <a:pt x="251591" y="148019"/>
                  <a:pt x="252824" y="145542"/>
                </a:cubicBezTo>
                <a:close/>
                <a:moveTo>
                  <a:pt x="117087" y="134398"/>
                </a:moveTo>
                <a:lnTo>
                  <a:pt x="94701" y="89821"/>
                </a:lnTo>
                <a:lnTo>
                  <a:pt x="264112" y="89821"/>
                </a:lnTo>
                <a:lnTo>
                  <a:pt x="241726" y="134398"/>
                </a:lnTo>
                <a:lnTo>
                  <a:pt x="117182" y="134398"/>
                </a:lnTo>
                <a:close/>
                <a:moveTo>
                  <a:pt x="357164" y="349472"/>
                </a:moveTo>
                <a:cubicBezTo>
                  <a:pt x="357164" y="349472"/>
                  <a:pt x="357164" y="349472"/>
                  <a:pt x="297216" y="197453"/>
                </a:cubicBezTo>
                <a:cubicBezTo>
                  <a:pt x="306986" y="173069"/>
                  <a:pt x="312583" y="146971"/>
                  <a:pt x="312583" y="122301"/>
                </a:cubicBezTo>
                <a:cubicBezTo>
                  <a:pt x="312583" y="87344"/>
                  <a:pt x="301390" y="58674"/>
                  <a:pt x="281470" y="37433"/>
                </a:cubicBezTo>
                <a:cubicBezTo>
                  <a:pt x="257851" y="12478"/>
                  <a:pt x="224178" y="0"/>
                  <a:pt x="179407" y="0"/>
                </a:cubicBezTo>
                <a:cubicBezTo>
                  <a:pt x="134635" y="0"/>
                  <a:pt x="99729" y="12478"/>
                  <a:pt x="77343" y="37433"/>
                </a:cubicBezTo>
                <a:cubicBezTo>
                  <a:pt x="57423" y="58674"/>
                  <a:pt x="46230" y="87344"/>
                  <a:pt x="46230" y="122301"/>
                </a:cubicBezTo>
                <a:cubicBezTo>
                  <a:pt x="46230" y="146685"/>
                  <a:pt x="51637" y="172307"/>
                  <a:pt x="61123" y="196406"/>
                </a:cubicBezTo>
                <a:cubicBezTo>
                  <a:pt x="57708" y="204883"/>
                  <a:pt x="45472" y="235934"/>
                  <a:pt x="321" y="349567"/>
                </a:cubicBezTo>
                <a:cubicBezTo>
                  <a:pt x="-912" y="353282"/>
                  <a:pt x="1554" y="358331"/>
                  <a:pt x="5253" y="359569"/>
                </a:cubicBezTo>
                <a:lnTo>
                  <a:pt x="7719" y="359569"/>
                </a:lnTo>
                <a:cubicBezTo>
                  <a:pt x="10186" y="359569"/>
                  <a:pt x="12652" y="358331"/>
                  <a:pt x="13885" y="354521"/>
                </a:cubicBezTo>
                <a:cubicBezTo>
                  <a:pt x="13885" y="354521"/>
                  <a:pt x="13885" y="354521"/>
                  <a:pt x="23655" y="329946"/>
                </a:cubicBezTo>
                <a:lnTo>
                  <a:pt x="333451" y="329946"/>
                </a:lnTo>
                <a:cubicBezTo>
                  <a:pt x="336581" y="337661"/>
                  <a:pt x="339806" y="345758"/>
                  <a:pt x="343316" y="354521"/>
                </a:cubicBezTo>
                <a:cubicBezTo>
                  <a:pt x="344549" y="358235"/>
                  <a:pt x="347015" y="359569"/>
                  <a:pt x="350809" y="359569"/>
                </a:cubicBezTo>
                <a:lnTo>
                  <a:pt x="353275" y="359569"/>
                </a:lnTo>
                <a:cubicBezTo>
                  <a:pt x="356975" y="358331"/>
                  <a:pt x="359536" y="353282"/>
                  <a:pt x="356975" y="349567"/>
                </a:cubicBezTo>
                <a:close/>
                <a:moveTo>
                  <a:pt x="303382" y="254794"/>
                </a:moveTo>
                <a:lnTo>
                  <a:pt x="263068" y="254794"/>
                </a:lnTo>
                <a:cubicBezTo>
                  <a:pt x="272649" y="243554"/>
                  <a:pt x="281091" y="230791"/>
                  <a:pt x="288205" y="217075"/>
                </a:cubicBezTo>
                <a:cubicBezTo>
                  <a:pt x="291525" y="225266"/>
                  <a:pt x="296362" y="237268"/>
                  <a:pt x="303382" y="254794"/>
                </a:cubicBezTo>
                <a:close/>
                <a:moveTo>
                  <a:pt x="179407" y="284512"/>
                </a:moveTo>
                <a:cubicBezTo>
                  <a:pt x="175612" y="284512"/>
                  <a:pt x="171818" y="284131"/>
                  <a:pt x="168024" y="283559"/>
                </a:cubicBezTo>
                <a:cubicBezTo>
                  <a:pt x="156926" y="281654"/>
                  <a:pt x="145923" y="276987"/>
                  <a:pt x="134825" y="269558"/>
                </a:cubicBezTo>
                <a:cubicBezTo>
                  <a:pt x="129892" y="263366"/>
                  <a:pt x="127426" y="255842"/>
                  <a:pt x="127426" y="247079"/>
                </a:cubicBezTo>
                <a:cubicBezTo>
                  <a:pt x="127426" y="222123"/>
                  <a:pt x="150950" y="202216"/>
                  <a:pt x="179407" y="202216"/>
                </a:cubicBezTo>
                <a:cubicBezTo>
                  <a:pt x="207863" y="202216"/>
                  <a:pt x="231387" y="222218"/>
                  <a:pt x="231387" y="247079"/>
                </a:cubicBezTo>
                <a:cubicBezTo>
                  <a:pt x="231387" y="255842"/>
                  <a:pt x="228921" y="263271"/>
                  <a:pt x="223988" y="269558"/>
                </a:cubicBezTo>
                <a:cubicBezTo>
                  <a:pt x="212890" y="276987"/>
                  <a:pt x="201887" y="281654"/>
                  <a:pt x="190789" y="283559"/>
                </a:cubicBezTo>
                <a:cubicBezTo>
                  <a:pt x="186995" y="284226"/>
                  <a:pt x="183296" y="284512"/>
                  <a:pt x="179407" y="284512"/>
                </a:cubicBezTo>
                <a:close/>
                <a:moveTo>
                  <a:pt x="87208" y="47339"/>
                </a:moveTo>
                <a:cubicBezTo>
                  <a:pt x="108360" y="26098"/>
                  <a:pt x="138240" y="14859"/>
                  <a:pt x="179312" y="14859"/>
                </a:cubicBezTo>
                <a:cubicBezTo>
                  <a:pt x="220384" y="14859"/>
                  <a:pt x="250263" y="26098"/>
                  <a:pt x="270183" y="47339"/>
                </a:cubicBezTo>
                <a:cubicBezTo>
                  <a:pt x="287636" y="66104"/>
                  <a:pt x="297596" y="92297"/>
                  <a:pt x="297596" y="122206"/>
                </a:cubicBezTo>
                <a:cubicBezTo>
                  <a:pt x="297596" y="145256"/>
                  <a:pt x="292189" y="169736"/>
                  <a:pt x="282893" y="192596"/>
                </a:cubicBezTo>
                <a:cubicBezTo>
                  <a:pt x="281565" y="193834"/>
                  <a:pt x="280806" y="195548"/>
                  <a:pt x="280806" y="197358"/>
                </a:cubicBezTo>
                <a:cubicBezTo>
                  <a:pt x="271890" y="217742"/>
                  <a:pt x="259938" y="236506"/>
                  <a:pt x="245805" y="251365"/>
                </a:cubicBezTo>
                <a:cubicBezTo>
                  <a:pt x="245900" y="249936"/>
                  <a:pt x="246184" y="248602"/>
                  <a:pt x="246184" y="247174"/>
                </a:cubicBezTo>
                <a:cubicBezTo>
                  <a:pt x="246184" y="214789"/>
                  <a:pt x="216495" y="187261"/>
                  <a:pt x="179407" y="187261"/>
                </a:cubicBezTo>
                <a:cubicBezTo>
                  <a:pt x="142318" y="187261"/>
                  <a:pt x="112534" y="214694"/>
                  <a:pt x="112534" y="247174"/>
                </a:cubicBezTo>
                <a:cubicBezTo>
                  <a:pt x="112534" y="248602"/>
                  <a:pt x="112724" y="249936"/>
                  <a:pt x="112913" y="251365"/>
                </a:cubicBezTo>
                <a:cubicBezTo>
                  <a:pt x="81991" y="218885"/>
                  <a:pt x="61123" y="167735"/>
                  <a:pt x="61123" y="122301"/>
                </a:cubicBezTo>
                <a:cubicBezTo>
                  <a:pt x="61123" y="92297"/>
                  <a:pt x="69849" y="66104"/>
                  <a:pt x="87303" y="47434"/>
                </a:cubicBezTo>
                <a:close/>
                <a:moveTo>
                  <a:pt x="95745" y="254794"/>
                </a:moveTo>
                <a:lnTo>
                  <a:pt x="53914" y="254794"/>
                </a:lnTo>
                <a:cubicBezTo>
                  <a:pt x="58562" y="243078"/>
                  <a:pt x="63873" y="230029"/>
                  <a:pt x="69660" y="215360"/>
                </a:cubicBezTo>
                <a:cubicBezTo>
                  <a:pt x="76963" y="229743"/>
                  <a:pt x="85785" y="243173"/>
                  <a:pt x="95745" y="254794"/>
                </a:cubicBezTo>
                <a:close/>
                <a:moveTo>
                  <a:pt x="29821" y="314706"/>
                </a:moveTo>
                <a:cubicBezTo>
                  <a:pt x="34374" y="303371"/>
                  <a:pt x="40160" y="288798"/>
                  <a:pt x="47748" y="269938"/>
                </a:cubicBezTo>
                <a:lnTo>
                  <a:pt x="110352" y="269938"/>
                </a:lnTo>
                <a:cubicBezTo>
                  <a:pt x="114905" y="274034"/>
                  <a:pt x="119553" y="277749"/>
                  <a:pt x="124391" y="281083"/>
                </a:cubicBezTo>
                <a:cubicBezTo>
                  <a:pt x="124581" y="281369"/>
                  <a:pt x="124865" y="281559"/>
                  <a:pt x="124865" y="282035"/>
                </a:cubicBezTo>
                <a:cubicBezTo>
                  <a:pt x="129513" y="284893"/>
                  <a:pt x="134161" y="287369"/>
                  <a:pt x="138714" y="289560"/>
                </a:cubicBezTo>
                <a:cubicBezTo>
                  <a:pt x="151519" y="295942"/>
                  <a:pt x="165178" y="299561"/>
                  <a:pt x="179312" y="299561"/>
                </a:cubicBezTo>
                <a:lnTo>
                  <a:pt x="179312" y="299561"/>
                </a:lnTo>
                <a:cubicBezTo>
                  <a:pt x="179312" y="299561"/>
                  <a:pt x="179312" y="299561"/>
                  <a:pt x="179312" y="299561"/>
                </a:cubicBezTo>
                <a:cubicBezTo>
                  <a:pt x="204543" y="299561"/>
                  <a:pt x="228162" y="288227"/>
                  <a:pt x="248271" y="270034"/>
                </a:cubicBezTo>
                <a:lnTo>
                  <a:pt x="309358" y="270034"/>
                </a:lnTo>
                <a:cubicBezTo>
                  <a:pt x="314385" y="282607"/>
                  <a:pt x="320361" y="297371"/>
                  <a:pt x="327380" y="314801"/>
                </a:cubicBezTo>
                <a:lnTo>
                  <a:pt x="29726" y="31480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5" name="Graphic 210">
            <a:extLst>
              <a:ext uri="{FF2B5EF4-FFF2-40B4-BE49-F238E27FC236}">
                <a16:creationId xmlns:a16="http://schemas.microsoft.com/office/drawing/2014/main" id="{E535BCF2-FD29-FA8A-6519-F7B3599BE39B}"/>
              </a:ext>
            </a:extLst>
          </p:cNvPr>
          <p:cNvSpPr/>
          <p:nvPr/>
        </p:nvSpPr>
        <p:spPr>
          <a:xfrm>
            <a:off x="4601712" y="3470650"/>
            <a:ext cx="488346" cy="490474"/>
          </a:xfrm>
          <a:custGeom>
            <a:avLst/>
            <a:gdLst>
              <a:gd name="connsiteX0" fmla="*/ 252919 w 358008"/>
              <a:gd name="connsiteY0" fmla="*/ 145542 h 359568"/>
              <a:gd name="connsiteX1" fmla="*/ 282798 w 358008"/>
              <a:gd name="connsiteY1" fmla="*/ 86106 h 359568"/>
              <a:gd name="connsiteX2" fmla="*/ 282798 w 358008"/>
              <a:gd name="connsiteY2" fmla="*/ 78677 h 359568"/>
              <a:gd name="connsiteX3" fmla="*/ 276538 w 358008"/>
              <a:gd name="connsiteY3" fmla="*/ 74962 h 359568"/>
              <a:gd name="connsiteX4" fmla="*/ 82180 w 358008"/>
              <a:gd name="connsiteY4" fmla="*/ 74962 h 359568"/>
              <a:gd name="connsiteX5" fmla="*/ 75920 w 358008"/>
              <a:gd name="connsiteY5" fmla="*/ 78677 h 359568"/>
              <a:gd name="connsiteX6" fmla="*/ 74687 w 358008"/>
              <a:gd name="connsiteY6" fmla="*/ 86106 h 359568"/>
              <a:gd name="connsiteX7" fmla="*/ 104566 w 358008"/>
              <a:gd name="connsiteY7" fmla="*/ 145542 h 359568"/>
              <a:gd name="connsiteX8" fmla="*/ 112060 w 358008"/>
              <a:gd name="connsiteY8" fmla="*/ 149257 h 359568"/>
              <a:gd name="connsiteX9" fmla="*/ 246564 w 358008"/>
              <a:gd name="connsiteY9" fmla="*/ 149257 h 359568"/>
              <a:gd name="connsiteX10" fmla="*/ 252824 w 358008"/>
              <a:gd name="connsiteY10" fmla="*/ 145542 h 359568"/>
              <a:gd name="connsiteX11" fmla="*/ 117087 w 358008"/>
              <a:gd name="connsiteY11" fmla="*/ 134398 h 359568"/>
              <a:gd name="connsiteX12" fmla="*/ 94701 w 358008"/>
              <a:gd name="connsiteY12" fmla="*/ 89821 h 359568"/>
              <a:gd name="connsiteX13" fmla="*/ 264112 w 358008"/>
              <a:gd name="connsiteY13" fmla="*/ 89821 h 359568"/>
              <a:gd name="connsiteX14" fmla="*/ 241726 w 358008"/>
              <a:gd name="connsiteY14" fmla="*/ 134398 h 359568"/>
              <a:gd name="connsiteX15" fmla="*/ 117182 w 358008"/>
              <a:gd name="connsiteY15" fmla="*/ 134398 h 359568"/>
              <a:gd name="connsiteX16" fmla="*/ 357164 w 358008"/>
              <a:gd name="connsiteY16" fmla="*/ 349472 h 359568"/>
              <a:gd name="connsiteX17" fmla="*/ 297216 w 358008"/>
              <a:gd name="connsiteY17" fmla="*/ 197453 h 359568"/>
              <a:gd name="connsiteX18" fmla="*/ 312583 w 358008"/>
              <a:gd name="connsiteY18" fmla="*/ 122301 h 359568"/>
              <a:gd name="connsiteX19" fmla="*/ 281470 w 358008"/>
              <a:gd name="connsiteY19" fmla="*/ 37433 h 359568"/>
              <a:gd name="connsiteX20" fmla="*/ 179407 w 358008"/>
              <a:gd name="connsiteY20" fmla="*/ 0 h 359568"/>
              <a:gd name="connsiteX21" fmla="*/ 77343 w 358008"/>
              <a:gd name="connsiteY21" fmla="*/ 37433 h 359568"/>
              <a:gd name="connsiteX22" fmla="*/ 46230 w 358008"/>
              <a:gd name="connsiteY22" fmla="*/ 122301 h 359568"/>
              <a:gd name="connsiteX23" fmla="*/ 61123 w 358008"/>
              <a:gd name="connsiteY23" fmla="*/ 196406 h 359568"/>
              <a:gd name="connsiteX24" fmla="*/ 321 w 358008"/>
              <a:gd name="connsiteY24" fmla="*/ 349567 h 359568"/>
              <a:gd name="connsiteX25" fmla="*/ 5253 w 358008"/>
              <a:gd name="connsiteY25" fmla="*/ 359569 h 359568"/>
              <a:gd name="connsiteX26" fmla="*/ 7719 w 358008"/>
              <a:gd name="connsiteY26" fmla="*/ 359569 h 359568"/>
              <a:gd name="connsiteX27" fmla="*/ 13885 w 358008"/>
              <a:gd name="connsiteY27" fmla="*/ 354521 h 359568"/>
              <a:gd name="connsiteX28" fmla="*/ 23655 w 358008"/>
              <a:gd name="connsiteY28" fmla="*/ 329946 h 359568"/>
              <a:gd name="connsiteX29" fmla="*/ 333451 w 358008"/>
              <a:gd name="connsiteY29" fmla="*/ 329946 h 359568"/>
              <a:gd name="connsiteX30" fmla="*/ 343316 w 358008"/>
              <a:gd name="connsiteY30" fmla="*/ 354521 h 359568"/>
              <a:gd name="connsiteX31" fmla="*/ 350809 w 358008"/>
              <a:gd name="connsiteY31" fmla="*/ 359569 h 359568"/>
              <a:gd name="connsiteX32" fmla="*/ 353275 w 358008"/>
              <a:gd name="connsiteY32" fmla="*/ 359569 h 359568"/>
              <a:gd name="connsiteX33" fmla="*/ 356975 w 358008"/>
              <a:gd name="connsiteY33" fmla="*/ 349567 h 359568"/>
              <a:gd name="connsiteX34" fmla="*/ 303382 w 358008"/>
              <a:gd name="connsiteY34" fmla="*/ 254794 h 359568"/>
              <a:gd name="connsiteX35" fmla="*/ 263068 w 358008"/>
              <a:gd name="connsiteY35" fmla="*/ 254794 h 359568"/>
              <a:gd name="connsiteX36" fmla="*/ 288205 w 358008"/>
              <a:gd name="connsiteY36" fmla="*/ 217075 h 359568"/>
              <a:gd name="connsiteX37" fmla="*/ 303382 w 358008"/>
              <a:gd name="connsiteY37" fmla="*/ 254794 h 359568"/>
              <a:gd name="connsiteX38" fmla="*/ 179407 w 358008"/>
              <a:gd name="connsiteY38" fmla="*/ 284512 h 359568"/>
              <a:gd name="connsiteX39" fmla="*/ 168024 w 358008"/>
              <a:gd name="connsiteY39" fmla="*/ 283559 h 359568"/>
              <a:gd name="connsiteX40" fmla="*/ 134825 w 358008"/>
              <a:gd name="connsiteY40" fmla="*/ 269558 h 359568"/>
              <a:gd name="connsiteX41" fmla="*/ 127426 w 358008"/>
              <a:gd name="connsiteY41" fmla="*/ 247079 h 359568"/>
              <a:gd name="connsiteX42" fmla="*/ 179407 w 358008"/>
              <a:gd name="connsiteY42" fmla="*/ 202216 h 359568"/>
              <a:gd name="connsiteX43" fmla="*/ 231387 w 358008"/>
              <a:gd name="connsiteY43" fmla="*/ 247079 h 359568"/>
              <a:gd name="connsiteX44" fmla="*/ 223988 w 358008"/>
              <a:gd name="connsiteY44" fmla="*/ 269558 h 359568"/>
              <a:gd name="connsiteX45" fmla="*/ 190789 w 358008"/>
              <a:gd name="connsiteY45" fmla="*/ 283559 h 359568"/>
              <a:gd name="connsiteX46" fmla="*/ 179407 w 358008"/>
              <a:gd name="connsiteY46" fmla="*/ 284512 h 359568"/>
              <a:gd name="connsiteX47" fmla="*/ 87208 w 358008"/>
              <a:gd name="connsiteY47" fmla="*/ 47339 h 359568"/>
              <a:gd name="connsiteX48" fmla="*/ 179312 w 358008"/>
              <a:gd name="connsiteY48" fmla="*/ 14859 h 359568"/>
              <a:gd name="connsiteX49" fmla="*/ 270183 w 358008"/>
              <a:gd name="connsiteY49" fmla="*/ 47339 h 359568"/>
              <a:gd name="connsiteX50" fmla="*/ 297596 w 358008"/>
              <a:gd name="connsiteY50" fmla="*/ 122206 h 359568"/>
              <a:gd name="connsiteX51" fmla="*/ 282893 w 358008"/>
              <a:gd name="connsiteY51" fmla="*/ 192596 h 359568"/>
              <a:gd name="connsiteX52" fmla="*/ 280806 w 358008"/>
              <a:gd name="connsiteY52" fmla="*/ 197358 h 359568"/>
              <a:gd name="connsiteX53" fmla="*/ 245805 w 358008"/>
              <a:gd name="connsiteY53" fmla="*/ 251365 h 359568"/>
              <a:gd name="connsiteX54" fmla="*/ 246184 w 358008"/>
              <a:gd name="connsiteY54" fmla="*/ 247174 h 359568"/>
              <a:gd name="connsiteX55" fmla="*/ 179407 w 358008"/>
              <a:gd name="connsiteY55" fmla="*/ 187261 h 359568"/>
              <a:gd name="connsiteX56" fmla="*/ 112534 w 358008"/>
              <a:gd name="connsiteY56" fmla="*/ 247174 h 359568"/>
              <a:gd name="connsiteX57" fmla="*/ 112913 w 358008"/>
              <a:gd name="connsiteY57" fmla="*/ 251365 h 359568"/>
              <a:gd name="connsiteX58" fmla="*/ 61123 w 358008"/>
              <a:gd name="connsiteY58" fmla="*/ 122301 h 359568"/>
              <a:gd name="connsiteX59" fmla="*/ 87303 w 358008"/>
              <a:gd name="connsiteY59" fmla="*/ 47434 h 359568"/>
              <a:gd name="connsiteX60" fmla="*/ 95745 w 358008"/>
              <a:gd name="connsiteY60" fmla="*/ 254794 h 359568"/>
              <a:gd name="connsiteX61" fmla="*/ 53914 w 358008"/>
              <a:gd name="connsiteY61" fmla="*/ 254794 h 359568"/>
              <a:gd name="connsiteX62" fmla="*/ 69660 w 358008"/>
              <a:gd name="connsiteY62" fmla="*/ 215360 h 359568"/>
              <a:gd name="connsiteX63" fmla="*/ 95745 w 358008"/>
              <a:gd name="connsiteY63" fmla="*/ 254794 h 359568"/>
              <a:gd name="connsiteX64" fmla="*/ 29821 w 358008"/>
              <a:gd name="connsiteY64" fmla="*/ 314706 h 359568"/>
              <a:gd name="connsiteX65" fmla="*/ 47748 w 358008"/>
              <a:gd name="connsiteY65" fmla="*/ 269938 h 359568"/>
              <a:gd name="connsiteX66" fmla="*/ 110352 w 358008"/>
              <a:gd name="connsiteY66" fmla="*/ 269938 h 359568"/>
              <a:gd name="connsiteX67" fmla="*/ 124391 w 358008"/>
              <a:gd name="connsiteY67" fmla="*/ 281083 h 359568"/>
              <a:gd name="connsiteX68" fmla="*/ 124865 w 358008"/>
              <a:gd name="connsiteY68" fmla="*/ 282035 h 359568"/>
              <a:gd name="connsiteX69" fmla="*/ 138714 w 358008"/>
              <a:gd name="connsiteY69" fmla="*/ 289560 h 359568"/>
              <a:gd name="connsiteX70" fmla="*/ 179312 w 358008"/>
              <a:gd name="connsiteY70" fmla="*/ 299561 h 359568"/>
              <a:gd name="connsiteX71" fmla="*/ 179312 w 358008"/>
              <a:gd name="connsiteY71" fmla="*/ 299561 h 359568"/>
              <a:gd name="connsiteX72" fmla="*/ 179312 w 358008"/>
              <a:gd name="connsiteY72" fmla="*/ 299561 h 359568"/>
              <a:gd name="connsiteX73" fmla="*/ 248271 w 358008"/>
              <a:gd name="connsiteY73" fmla="*/ 270034 h 359568"/>
              <a:gd name="connsiteX74" fmla="*/ 309358 w 358008"/>
              <a:gd name="connsiteY74" fmla="*/ 270034 h 359568"/>
              <a:gd name="connsiteX75" fmla="*/ 327380 w 358008"/>
              <a:gd name="connsiteY75" fmla="*/ 314801 h 359568"/>
              <a:gd name="connsiteX76" fmla="*/ 29726 w 358008"/>
              <a:gd name="connsiteY76" fmla="*/ 314801 h 359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58008" h="359568">
                <a:moveTo>
                  <a:pt x="252919" y="145542"/>
                </a:moveTo>
                <a:lnTo>
                  <a:pt x="282798" y="86106"/>
                </a:lnTo>
                <a:cubicBezTo>
                  <a:pt x="284031" y="83629"/>
                  <a:pt x="284031" y="81153"/>
                  <a:pt x="282798" y="78677"/>
                </a:cubicBezTo>
                <a:cubicBezTo>
                  <a:pt x="281565" y="76200"/>
                  <a:pt x="279099" y="74962"/>
                  <a:pt x="276538" y="74962"/>
                </a:cubicBezTo>
                <a:lnTo>
                  <a:pt x="82180" y="74962"/>
                </a:lnTo>
                <a:cubicBezTo>
                  <a:pt x="79714" y="74962"/>
                  <a:pt x="77153" y="76200"/>
                  <a:pt x="75920" y="78677"/>
                </a:cubicBezTo>
                <a:cubicBezTo>
                  <a:pt x="74687" y="81153"/>
                  <a:pt x="74687" y="83629"/>
                  <a:pt x="74687" y="86106"/>
                </a:cubicBezTo>
                <a:lnTo>
                  <a:pt x="104566" y="145542"/>
                </a:lnTo>
                <a:cubicBezTo>
                  <a:pt x="105799" y="148019"/>
                  <a:pt x="109593" y="149257"/>
                  <a:pt x="112060" y="149257"/>
                </a:cubicBezTo>
                <a:lnTo>
                  <a:pt x="246564" y="149257"/>
                </a:lnTo>
                <a:cubicBezTo>
                  <a:pt x="249030" y="149257"/>
                  <a:pt x="251591" y="148019"/>
                  <a:pt x="252824" y="145542"/>
                </a:cubicBezTo>
                <a:close/>
                <a:moveTo>
                  <a:pt x="117087" y="134398"/>
                </a:moveTo>
                <a:lnTo>
                  <a:pt x="94701" y="89821"/>
                </a:lnTo>
                <a:lnTo>
                  <a:pt x="264112" y="89821"/>
                </a:lnTo>
                <a:lnTo>
                  <a:pt x="241726" y="134398"/>
                </a:lnTo>
                <a:lnTo>
                  <a:pt x="117182" y="134398"/>
                </a:lnTo>
                <a:close/>
                <a:moveTo>
                  <a:pt x="357164" y="349472"/>
                </a:moveTo>
                <a:cubicBezTo>
                  <a:pt x="357164" y="349472"/>
                  <a:pt x="357164" y="349472"/>
                  <a:pt x="297216" y="197453"/>
                </a:cubicBezTo>
                <a:cubicBezTo>
                  <a:pt x="306986" y="173069"/>
                  <a:pt x="312583" y="146971"/>
                  <a:pt x="312583" y="122301"/>
                </a:cubicBezTo>
                <a:cubicBezTo>
                  <a:pt x="312583" y="87344"/>
                  <a:pt x="301390" y="58674"/>
                  <a:pt x="281470" y="37433"/>
                </a:cubicBezTo>
                <a:cubicBezTo>
                  <a:pt x="257851" y="12478"/>
                  <a:pt x="224178" y="0"/>
                  <a:pt x="179407" y="0"/>
                </a:cubicBezTo>
                <a:cubicBezTo>
                  <a:pt x="134635" y="0"/>
                  <a:pt x="99729" y="12478"/>
                  <a:pt x="77343" y="37433"/>
                </a:cubicBezTo>
                <a:cubicBezTo>
                  <a:pt x="57423" y="58674"/>
                  <a:pt x="46230" y="87344"/>
                  <a:pt x="46230" y="122301"/>
                </a:cubicBezTo>
                <a:cubicBezTo>
                  <a:pt x="46230" y="146685"/>
                  <a:pt x="51637" y="172307"/>
                  <a:pt x="61123" y="196406"/>
                </a:cubicBezTo>
                <a:cubicBezTo>
                  <a:pt x="57708" y="204883"/>
                  <a:pt x="45472" y="235934"/>
                  <a:pt x="321" y="349567"/>
                </a:cubicBezTo>
                <a:cubicBezTo>
                  <a:pt x="-912" y="353282"/>
                  <a:pt x="1554" y="358331"/>
                  <a:pt x="5253" y="359569"/>
                </a:cubicBezTo>
                <a:lnTo>
                  <a:pt x="7719" y="359569"/>
                </a:lnTo>
                <a:cubicBezTo>
                  <a:pt x="10186" y="359569"/>
                  <a:pt x="12652" y="358331"/>
                  <a:pt x="13885" y="354521"/>
                </a:cubicBezTo>
                <a:cubicBezTo>
                  <a:pt x="13885" y="354521"/>
                  <a:pt x="13885" y="354521"/>
                  <a:pt x="23655" y="329946"/>
                </a:cubicBezTo>
                <a:lnTo>
                  <a:pt x="333451" y="329946"/>
                </a:lnTo>
                <a:cubicBezTo>
                  <a:pt x="336581" y="337661"/>
                  <a:pt x="339806" y="345758"/>
                  <a:pt x="343316" y="354521"/>
                </a:cubicBezTo>
                <a:cubicBezTo>
                  <a:pt x="344549" y="358235"/>
                  <a:pt x="347015" y="359569"/>
                  <a:pt x="350809" y="359569"/>
                </a:cubicBezTo>
                <a:lnTo>
                  <a:pt x="353275" y="359569"/>
                </a:lnTo>
                <a:cubicBezTo>
                  <a:pt x="356975" y="358331"/>
                  <a:pt x="359536" y="353282"/>
                  <a:pt x="356975" y="349567"/>
                </a:cubicBezTo>
                <a:close/>
                <a:moveTo>
                  <a:pt x="303382" y="254794"/>
                </a:moveTo>
                <a:lnTo>
                  <a:pt x="263068" y="254794"/>
                </a:lnTo>
                <a:cubicBezTo>
                  <a:pt x="272649" y="243554"/>
                  <a:pt x="281091" y="230791"/>
                  <a:pt x="288205" y="217075"/>
                </a:cubicBezTo>
                <a:cubicBezTo>
                  <a:pt x="291525" y="225266"/>
                  <a:pt x="296362" y="237268"/>
                  <a:pt x="303382" y="254794"/>
                </a:cubicBezTo>
                <a:close/>
                <a:moveTo>
                  <a:pt x="179407" y="284512"/>
                </a:moveTo>
                <a:cubicBezTo>
                  <a:pt x="175612" y="284512"/>
                  <a:pt x="171818" y="284131"/>
                  <a:pt x="168024" y="283559"/>
                </a:cubicBezTo>
                <a:cubicBezTo>
                  <a:pt x="156926" y="281654"/>
                  <a:pt x="145923" y="276987"/>
                  <a:pt x="134825" y="269558"/>
                </a:cubicBezTo>
                <a:cubicBezTo>
                  <a:pt x="129892" y="263366"/>
                  <a:pt x="127426" y="255842"/>
                  <a:pt x="127426" y="247079"/>
                </a:cubicBezTo>
                <a:cubicBezTo>
                  <a:pt x="127426" y="222123"/>
                  <a:pt x="150950" y="202216"/>
                  <a:pt x="179407" y="202216"/>
                </a:cubicBezTo>
                <a:cubicBezTo>
                  <a:pt x="207863" y="202216"/>
                  <a:pt x="231387" y="222218"/>
                  <a:pt x="231387" y="247079"/>
                </a:cubicBezTo>
                <a:cubicBezTo>
                  <a:pt x="231387" y="255842"/>
                  <a:pt x="228921" y="263271"/>
                  <a:pt x="223988" y="269558"/>
                </a:cubicBezTo>
                <a:cubicBezTo>
                  <a:pt x="212890" y="276987"/>
                  <a:pt x="201887" y="281654"/>
                  <a:pt x="190789" y="283559"/>
                </a:cubicBezTo>
                <a:cubicBezTo>
                  <a:pt x="186995" y="284226"/>
                  <a:pt x="183296" y="284512"/>
                  <a:pt x="179407" y="284512"/>
                </a:cubicBezTo>
                <a:close/>
                <a:moveTo>
                  <a:pt x="87208" y="47339"/>
                </a:moveTo>
                <a:cubicBezTo>
                  <a:pt x="108360" y="26098"/>
                  <a:pt x="138240" y="14859"/>
                  <a:pt x="179312" y="14859"/>
                </a:cubicBezTo>
                <a:cubicBezTo>
                  <a:pt x="220384" y="14859"/>
                  <a:pt x="250263" y="26098"/>
                  <a:pt x="270183" y="47339"/>
                </a:cubicBezTo>
                <a:cubicBezTo>
                  <a:pt x="287636" y="66104"/>
                  <a:pt x="297596" y="92297"/>
                  <a:pt x="297596" y="122206"/>
                </a:cubicBezTo>
                <a:cubicBezTo>
                  <a:pt x="297596" y="145256"/>
                  <a:pt x="292189" y="169736"/>
                  <a:pt x="282893" y="192596"/>
                </a:cubicBezTo>
                <a:cubicBezTo>
                  <a:pt x="281565" y="193834"/>
                  <a:pt x="280806" y="195548"/>
                  <a:pt x="280806" y="197358"/>
                </a:cubicBezTo>
                <a:cubicBezTo>
                  <a:pt x="271890" y="217742"/>
                  <a:pt x="259938" y="236506"/>
                  <a:pt x="245805" y="251365"/>
                </a:cubicBezTo>
                <a:cubicBezTo>
                  <a:pt x="245900" y="249936"/>
                  <a:pt x="246184" y="248602"/>
                  <a:pt x="246184" y="247174"/>
                </a:cubicBezTo>
                <a:cubicBezTo>
                  <a:pt x="246184" y="214789"/>
                  <a:pt x="216495" y="187261"/>
                  <a:pt x="179407" y="187261"/>
                </a:cubicBezTo>
                <a:cubicBezTo>
                  <a:pt x="142318" y="187261"/>
                  <a:pt x="112534" y="214694"/>
                  <a:pt x="112534" y="247174"/>
                </a:cubicBezTo>
                <a:cubicBezTo>
                  <a:pt x="112534" y="248602"/>
                  <a:pt x="112724" y="249936"/>
                  <a:pt x="112913" y="251365"/>
                </a:cubicBezTo>
                <a:cubicBezTo>
                  <a:pt x="81991" y="218885"/>
                  <a:pt x="61123" y="167735"/>
                  <a:pt x="61123" y="122301"/>
                </a:cubicBezTo>
                <a:cubicBezTo>
                  <a:pt x="61123" y="92297"/>
                  <a:pt x="69849" y="66104"/>
                  <a:pt x="87303" y="47434"/>
                </a:cubicBezTo>
                <a:close/>
                <a:moveTo>
                  <a:pt x="95745" y="254794"/>
                </a:moveTo>
                <a:lnTo>
                  <a:pt x="53914" y="254794"/>
                </a:lnTo>
                <a:cubicBezTo>
                  <a:pt x="58562" y="243078"/>
                  <a:pt x="63873" y="230029"/>
                  <a:pt x="69660" y="215360"/>
                </a:cubicBezTo>
                <a:cubicBezTo>
                  <a:pt x="76963" y="229743"/>
                  <a:pt x="85785" y="243173"/>
                  <a:pt x="95745" y="254794"/>
                </a:cubicBezTo>
                <a:close/>
                <a:moveTo>
                  <a:pt x="29821" y="314706"/>
                </a:moveTo>
                <a:cubicBezTo>
                  <a:pt x="34374" y="303371"/>
                  <a:pt x="40160" y="288798"/>
                  <a:pt x="47748" y="269938"/>
                </a:cubicBezTo>
                <a:lnTo>
                  <a:pt x="110352" y="269938"/>
                </a:lnTo>
                <a:cubicBezTo>
                  <a:pt x="114905" y="274034"/>
                  <a:pt x="119553" y="277749"/>
                  <a:pt x="124391" y="281083"/>
                </a:cubicBezTo>
                <a:cubicBezTo>
                  <a:pt x="124581" y="281369"/>
                  <a:pt x="124865" y="281559"/>
                  <a:pt x="124865" y="282035"/>
                </a:cubicBezTo>
                <a:cubicBezTo>
                  <a:pt x="129513" y="284893"/>
                  <a:pt x="134161" y="287369"/>
                  <a:pt x="138714" y="289560"/>
                </a:cubicBezTo>
                <a:cubicBezTo>
                  <a:pt x="151519" y="295942"/>
                  <a:pt x="165178" y="299561"/>
                  <a:pt x="179312" y="299561"/>
                </a:cubicBezTo>
                <a:lnTo>
                  <a:pt x="179312" y="299561"/>
                </a:lnTo>
                <a:cubicBezTo>
                  <a:pt x="179312" y="299561"/>
                  <a:pt x="179312" y="299561"/>
                  <a:pt x="179312" y="299561"/>
                </a:cubicBezTo>
                <a:cubicBezTo>
                  <a:pt x="204543" y="299561"/>
                  <a:pt x="228162" y="288227"/>
                  <a:pt x="248271" y="270034"/>
                </a:cubicBezTo>
                <a:lnTo>
                  <a:pt x="309358" y="270034"/>
                </a:lnTo>
                <a:cubicBezTo>
                  <a:pt x="314385" y="282607"/>
                  <a:pt x="320361" y="297371"/>
                  <a:pt x="327380" y="314801"/>
                </a:cubicBezTo>
                <a:lnTo>
                  <a:pt x="29726" y="31480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8" name="Graphic 216">
            <a:extLst>
              <a:ext uri="{FF2B5EF4-FFF2-40B4-BE49-F238E27FC236}">
                <a16:creationId xmlns:a16="http://schemas.microsoft.com/office/drawing/2014/main" id="{1859E36A-2DDE-B9C0-C1BB-3BCCE84A81E9}"/>
              </a:ext>
            </a:extLst>
          </p:cNvPr>
          <p:cNvSpPr/>
          <p:nvPr/>
        </p:nvSpPr>
        <p:spPr>
          <a:xfrm>
            <a:off x="5439187" y="2947743"/>
            <a:ext cx="525547" cy="379668"/>
          </a:xfrm>
          <a:custGeom>
            <a:avLst/>
            <a:gdLst>
              <a:gd name="connsiteX0" fmla="*/ 394901 w 397915"/>
              <a:gd name="connsiteY0" fmla="*/ 36576 h 287464"/>
              <a:gd name="connsiteX1" fmla="*/ 339600 w 397915"/>
              <a:gd name="connsiteY1" fmla="*/ 14383 h 287464"/>
              <a:gd name="connsiteX2" fmla="*/ 269408 w 397915"/>
              <a:gd name="connsiteY2" fmla="*/ 44958 h 287464"/>
              <a:gd name="connsiteX3" fmla="*/ 161368 w 397915"/>
              <a:gd name="connsiteY3" fmla="*/ 0 h 287464"/>
              <a:gd name="connsiteX4" fmla="*/ 155867 w 397915"/>
              <a:gd name="connsiteY4" fmla="*/ 0 h 287464"/>
              <a:gd name="connsiteX5" fmla="*/ 93642 w 397915"/>
              <a:gd name="connsiteY5" fmla="*/ 26480 h 287464"/>
              <a:gd name="connsiteX6" fmla="*/ 88140 w 397915"/>
              <a:gd name="connsiteY6" fmla="*/ 33433 h 287464"/>
              <a:gd name="connsiteX7" fmla="*/ 93642 w 397915"/>
              <a:gd name="connsiteY7" fmla="*/ 41815 h 287464"/>
              <a:gd name="connsiteX8" fmla="*/ 187833 w 397915"/>
              <a:gd name="connsiteY8" fmla="*/ 80486 h 287464"/>
              <a:gd name="connsiteX9" fmla="*/ 116881 w 397915"/>
              <a:gd name="connsiteY9" fmla="*/ 111347 h 287464"/>
              <a:gd name="connsiteX10" fmla="*/ 69833 w 397915"/>
              <a:gd name="connsiteY10" fmla="*/ 87821 h 287464"/>
              <a:gd name="connsiteX11" fmla="*/ 62909 w 397915"/>
              <a:gd name="connsiteY11" fmla="*/ 87821 h 287464"/>
              <a:gd name="connsiteX12" fmla="*/ 4763 w 397915"/>
              <a:gd name="connsiteY12" fmla="*/ 112776 h 287464"/>
              <a:gd name="connsiteX13" fmla="*/ 589 w 397915"/>
              <a:gd name="connsiteY13" fmla="*/ 119729 h 287464"/>
              <a:gd name="connsiteX14" fmla="*/ 2012 w 397915"/>
              <a:gd name="connsiteY14" fmla="*/ 126683 h 287464"/>
              <a:gd name="connsiteX15" fmla="*/ 76758 w 397915"/>
              <a:gd name="connsiteY15" fmla="*/ 201549 h 287464"/>
              <a:gd name="connsiteX16" fmla="*/ 86433 w 397915"/>
              <a:gd name="connsiteY16" fmla="*/ 202978 h 287464"/>
              <a:gd name="connsiteX17" fmla="*/ 192955 w 397915"/>
              <a:gd name="connsiteY17" fmla="*/ 160020 h 287464"/>
              <a:gd name="connsiteX18" fmla="*/ 150080 w 397915"/>
              <a:gd name="connsiteY18" fmla="*/ 276416 h 287464"/>
              <a:gd name="connsiteX19" fmla="*/ 152831 w 397915"/>
              <a:gd name="connsiteY19" fmla="*/ 284702 h 287464"/>
              <a:gd name="connsiteX20" fmla="*/ 158333 w 397915"/>
              <a:gd name="connsiteY20" fmla="*/ 287465 h 287464"/>
              <a:gd name="connsiteX21" fmla="*/ 161084 w 397915"/>
              <a:gd name="connsiteY21" fmla="*/ 286036 h 287464"/>
              <a:gd name="connsiteX22" fmla="*/ 227482 w 397915"/>
              <a:gd name="connsiteY22" fmla="*/ 252794 h 287464"/>
              <a:gd name="connsiteX23" fmla="*/ 231656 w 397915"/>
              <a:gd name="connsiteY23" fmla="*/ 248602 h 287464"/>
              <a:gd name="connsiteX24" fmla="*/ 296726 w 397915"/>
              <a:gd name="connsiteY24" fmla="*/ 118396 h 287464"/>
              <a:gd name="connsiteX25" fmla="*/ 371472 w 397915"/>
              <a:gd name="connsiteY25" fmla="*/ 90678 h 287464"/>
              <a:gd name="connsiteX26" fmla="*/ 394996 w 397915"/>
              <a:gd name="connsiteY26" fmla="*/ 36671 h 287464"/>
              <a:gd name="connsiteX27" fmla="*/ 118399 w 397915"/>
              <a:gd name="connsiteY27" fmla="*/ 33433 h 287464"/>
              <a:gd name="connsiteX28" fmla="*/ 158523 w 397915"/>
              <a:gd name="connsiteY28" fmla="*/ 16669 h 287464"/>
              <a:gd name="connsiteX29" fmla="*/ 248065 w 397915"/>
              <a:gd name="connsiteY29" fmla="*/ 54197 h 287464"/>
              <a:gd name="connsiteX30" fmla="*/ 209270 w 397915"/>
              <a:gd name="connsiteY30" fmla="*/ 71152 h 287464"/>
              <a:gd name="connsiteX31" fmla="*/ 118494 w 397915"/>
              <a:gd name="connsiteY31" fmla="*/ 33433 h 287464"/>
              <a:gd name="connsiteX32" fmla="*/ 365780 w 397915"/>
              <a:gd name="connsiteY32" fmla="*/ 75343 h 287464"/>
              <a:gd name="connsiteX33" fmla="*/ 288284 w 397915"/>
              <a:gd name="connsiteY33" fmla="*/ 104394 h 287464"/>
              <a:gd name="connsiteX34" fmla="*/ 282782 w 397915"/>
              <a:gd name="connsiteY34" fmla="*/ 108585 h 287464"/>
              <a:gd name="connsiteX35" fmla="*/ 217712 w 397915"/>
              <a:gd name="connsiteY35" fmla="*/ 238792 h 287464"/>
              <a:gd name="connsiteX36" fmla="*/ 173415 w 397915"/>
              <a:gd name="connsiteY36" fmla="*/ 260985 h 287464"/>
              <a:gd name="connsiteX37" fmla="*/ 214961 w 397915"/>
              <a:gd name="connsiteY37" fmla="*/ 148781 h 287464"/>
              <a:gd name="connsiteX38" fmla="*/ 213538 w 397915"/>
              <a:gd name="connsiteY38" fmla="*/ 139065 h 287464"/>
              <a:gd name="connsiteX39" fmla="*/ 208037 w 397915"/>
              <a:gd name="connsiteY39" fmla="*/ 137636 h 287464"/>
              <a:gd name="connsiteX40" fmla="*/ 203863 w 397915"/>
              <a:gd name="connsiteY40" fmla="*/ 137636 h 287464"/>
              <a:gd name="connsiteX41" fmla="*/ 84915 w 397915"/>
              <a:gd name="connsiteY41" fmla="*/ 186119 h 287464"/>
              <a:gd name="connsiteX42" fmla="*/ 22691 w 397915"/>
              <a:gd name="connsiteY42" fmla="*/ 123730 h 287464"/>
              <a:gd name="connsiteX43" fmla="*/ 65565 w 397915"/>
              <a:gd name="connsiteY43" fmla="*/ 104299 h 287464"/>
              <a:gd name="connsiteX44" fmla="*/ 112613 w 397915"/>
              <a:gd name="connsiteY44" fmla="*/ 127825 h 287464"/>
              <a:gd name="connsiteX45" fmla="*/ 119537 w 397915"/>
              <a:gd name="connsiteY45" fmla="*/ 127825 h 287464"/>
              <a:gd name="connsiteX46" fmla="*/ 209460 w 397915"/>
              <a:gd name="connsiteY46" fmla="*/ 88868 h 287464"/>
              <a:gd name="connsiteX47" fmla="*/ 213728 w 397915"/>
              <a:gd name="connsiteY47" fmla="*/ 86963 h 287464"/>
              <a:gd name="connsiteX48" fmla="*/ 346335 w 397915"/>
              <a:gd name="connsiteY48" fmla="*/ 29432 h 287464"/>
              <a:gd name="connsiteX49" fmla="*/ 378111 w 397915"/>
              <a:gd name="connsiteY49" fmla="*/ 43244 h 287464"/>
              <a:gd name="connsiteX50" fmla="*/ 365685 w 397915"/>
              <a:gd name="connsiteY50" fmla="*/ 75152 h 28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97915" h="287464">
                <a:moveTo>
                  <a:pt x="394901" y="36576"/>
                </a:moveTo>
                <a:cubicBezTo>
                  <a:pt x="385225" y="15811"/>
                  <a:pt x="361702" y="4667"/>
                  <a:pt x="339600" y="14383"/>
                </a:cubicBezTo>
                <a:cubicBezTo>
                  <a:pt x="339600" y="14383"/>
                  <a:pt x="316200" y="24575"/>
                  <a:pt x="269408" y="44958"/>
                </a:cubicBezTo>
                <a:cubicBezTo>
                  <a:pt x="263053" y="42291"/>
                  <a:pt x="240572" y="32956"/>
                  <a:pt x="161368" y="0"/>
                </a:cubicBezTo>
                <a:lnTo>
                  <a:pt x="155867" y="0"/>
                </a:lnTo>
                <a:lnTo>
                  <a:pt x="93642" y="26480"/>
                </a:lnTo>
                <a:cubicBezTo>
                  <a:pt x="90891" y="27908"/>
                  <a:pt x="88140" y="30671"/>
                  <a:pt x="88140" y="33433"/>
                </a:cubicBezTo>
                <a:cubicBezTo>
                  <a:pt x="88140" y="37624"/>
                  <a:pt x="90891" y="40386"/>
                  <a:pt x="93642" y="41815"/>
                </a:cubicBezTo>
                <a:cubicBezTo>
                  <a:pt x="93642" y="41815"/>
                  <a:pt x="125039" y="54705"/>
                  <a:pt x="187833" y="80486"/>
                </a:cubicBezTo>
                <a:cubicBezTo>
                  <a:pt x="167154" y="89535"/>
                  <a:pt x="143630" y="99727"/>
                  <a:pt x="116881" y="111347"/>
                </a:cubicBezTo>
                <a:lnTo>
                  <a:pt x="69833" y="87821"/>
                </a:lnTo>
                <a:cubicBezTo>
                  <a:pt x="68411" y="87821"/>
                  <a:pt x="65660" y="86392"/>
                  <a:pt x="62909" y="87821"/>
                </a:cubicBezTo>
                <a:lnTo>
                  <a:pt x="4763" y="112776"/>
                </a:lnTo>
                <a:cubicBezTo>
                  <a:pt x="2012" y="114205"/>
                  <a:pt x="589" y="116967"/>
                  <a:pt x="589" y="119729"/>
                </a:cubicBezTo>
                <a:cubicBezTo>
                  <a:pt x="-833" y="121158"/>
                  <a:pt x="589" y="125254"/>
                  <a:pt x="2012" y="126683"/>
                </a:cubicBezTo>
                <a:lnTo>
                  <a:pt x="76758" y="201549"/>
                </a:lnTo>
                <a:cubicBezTo>
                  <a:pt x="79508" y="204311"/>
                  <a:pt x="83682" y="204311"/>
                  <a:pt x="86433" y="202978"/>
                </a:cubicBezTo>
                <a:lnTo>
                  <a:pt x="192955" y="160020"/>
                </a:lnTo>
                <a:lnTo>
                  <a:pt x="150080" y="276416"/>
                </a:lnTo>
                <a:cubicBezTo>
                  <a:pt x="148658" y="279178"/>
                  <a:pt x="150080" y="281940"/>
                  <a:pt x="152831" y="284702"/>
                </a:cubicBezTo>
                <a:cubicBezTo>
                  <a:pt x="154254" y="286131"/>
                  <a:pt x="155582" y="287465"/>
                  <a:pt x="158333" y="287465"/>
                </a:cubicBezTo>
                <a:cubicBezTo>
                  <a:pt x="159756" y="287465"/>
                  <a:pt x="159756" y="286036"/>
                  <a:pt x="161084" y="286036"/>
                </a:cubicBezTo>
                <a:lnTo>
                  <a:pt x="227482" y="252794"/>
                </a:lnTo>
                <a:cubicBezTo>
                  <a:pt x="228905" y="251365"/>
                  <a:pt x="230233" y="251365"/>
                  <a:pt x="231656" y="248602"/>
                </a:cubicBezTo>
                <a:lnTo>
                  <a:pt x="296726" y="118396"/>
                </a:lnTo>
                <a:lnTo>
                  <a:pt x="371472" y="90678"/>
                </a:lnTo>
                <a:cubicBezTo>
                  <a:pt x="393573" y="82391"/>
                  <a:pt x="403248" y="57436"/>
                  <a:pt x="394996" y="36671"/>
                </a:cubicBezTo>
                <a:close/>
                <a:moveTo>
                  <a:pt x="118399" y="33433"/>
                </a:moveTo>
                <a:lnTo>
                  <a:pt x="158523" y="16669"/>
                </a:lnTo>
                <a:cubicBezTo>
                  <a:pt x="158523" y="16669"/>
                  <a:pt x="158523" y="16669"/>
                  <a:pt x="248065" y="54197"/>
                </a:cubicBezTo>
                <a:cubicBezTo>
                  <a:pt x="236588" y="59150"/>
                  <a:pt x="223688" y="64770"/>
                  <a:pt x="209270" y="71152"/>
                </a:cubicBezTo>
                <a:cubicBezTo>
                  <a:pt x="202630" y="68390"/>
                  <a:pt x="181952" y="59817"/>
                  <a:pt x="118494" y="33433"/>
                </a:cubicBezTo>
                <a:close/>
                <a:moveTo>
                  <a:pt x="365780" y="75343"/>
                </a:moveTo>
                <a:lnTo>
                  <a:pt x="288284" y="104394"/>
                </a:lnTo>
                <a:cubicBezTo>
                  <a:pt x="285533" y="105823"/>
                  <a:pt x="284110" y="107156"/>
                  <a:pt x="282782" y="108585"/>
                </a:cubicBezTo>
                <a:lnTo>
                  <a:pt x="217712" y="238792"/>
                </a:lnTo>
                <a:lnTo>
                  <a:pt x="173415" y="260985"/>
                </a:lnTo>
                <a:lnTo>
                  <a:pt x="214961" y="148781"/>
                </a:lnTo>
                <a:cubicBezTo>
                  <a:pt x="216384" y="146018"/>
                  <a:pt x="216384" y="141827"/>
                  <a:pt x="213538" y="139065"/>
                </a:cubicBezTo>
                <a:cubicBezTo>
                  <a:pt x="212116" y="137636"/>
                  <a:pt x="209365" y="137636"/>
                  <a:pt x="208037" y="137636"/>
                </a:cubicBezTo>
                <a:lnTo>
                  <a:pt x="203863" y="137636"/>
                </a:lnTo>
                <a:lnTo>
                  <a:pt x="84915" y="186119"/>
                </a:lnTo>
                <a:lnTo>
                  <a:pt x="22691" y="123730"/>
                </a:lnTo>
                <a:lnTo>
                  <a:pt x="65565" y="104299"/>
                </a:lnTo>
                <a:lnTo>
                  <a:pt x="112613" y="127825"/>
                </a:lnTo>
                <a:cubicBezTo>
                  <a:pt x="115364" y="129254"/>
                  <a:pt x="116786" y="129254"/>
                  <a:pt x="119537" y="127825"/>
                </a:cubicBezTo>
                <a:cubicBezTo>
                  <a:pt x="119537" y="127825"/>
                  <a:pt x="149511" y="114840"/>
                  <a:pt x="209460" y="88868"/>
                </a:cubicBezTo>
                <a:cubicBezTo>
                  <a:pt x="211167" y="88583"/>
                  <a:pt x="212590" y="88011"/>
                  <a:pt x="213728" y="86963"/>
                </a:cubicBezTo>
                <a:cubicBezTo>
                  <a:pt x="245789" y="73057"/>
                  <a:pt x="288758" y="54483"/>
                  <a:pt x="346335" y="29432"/>
                </a:cubicBezTo>
                <a:cubicBezTo>
                  <a:pt x="358761" y="23908"/>
                  <a:pt x="374033" y="29432"/>
                  <a:pt x="378111" y="43244"/>
                </a:cubicBezTo>
                <a:cubicBezTo>
                  <a:pt x="383613" y="55721"/>
                  <a:pt x="378111" y="69533"/>
                  <a:pt x="365685" y="7515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9" name="Graphic 216">
            <a:extLst>
              <a:ext uri="{FF2B5EF4-FFF2-40B4-BE49-F238E27FC236}">
                <a16:creationId xmlns:a16="http://schemas.microsoft.com/office/drawing/2014/main" id="{76407229-B7CA-665A-3D25-316D01D51D92}"/>
              </a:ext>
            </a:extLst>
          </p:cNvPr>
          <p:cNvSpPr/>
          <p:nvPr/>
        </p:nvSpPr>
        <p:spPr>
          <a:xfrm>
            <a:off x="6223489" y="2947743"/>
            <a:ext cx="525547" cy="379668"/>
          </a:xfrm>
          <a:custGeom>
            <a:avLst/>
            <a:gdLst>
              <a:gd name="connsiteX0" fmla="*/ 394901 w 397915"/>
              <a:gd name="connsiteY0" fmla="*/ 36576 h 287464"/>
              <a:gd name="connsiteX1" fmla="*/ 339600 w 397915"/>
              <a:gd name="connsiteY1" fmla="*/ 14383 h 287464"/>
              <a:gd name="connsiteX2" fmla="*/ 269408 w 397915"/>
              <a:gd name="connsiteY2" fmla="*/ 44958 h 287464"/>
              <a:gd name="connsiteX3" fmla="*/ 161368 w 397915"/>
              <a:gd name="connsiteY3" fmla="*/ 0 h 287464"/>
              <a:gd name="connsiteX4" fmla="*/ 155867 w 397915"/>
              <a:gd name="connsiteY4" fmla="*/ 0 h 287464"/>
              <a:gd name="connsiteX5" fmla="*/ 93642 w 397915"/>
              <a:gd name="connsiteY5" fmla="*/ 26480 h 287464"/>
              <a:gd name="connsiteX6" fmla="*/ 88140 w 397915"/>
              <a:gd name="connsiteY6" fmla="*/ 33433 h 287464"/>
              <a:gd name="connsiteX7" fmla="*/ 93642 w 397915"/>
              <a:gd name="connsiteY7" fmla="*/ 41815 h 287464"/>
              <a:gd name="connsiteX8" fmla="*/ 187833 w 397915"/>
              <a:gd name="connsiteY8" fmla="*/ 80486 h 287464"/>
              <a:gd name="connsiteX9" fmla="*/ 116881 w 397915"/>
              <a:gd name="connsiteY9" fmla="*/ 111347 h 287464"/>
              <a:gd name="connsiteX10" fmla="*/ 69833 w 397915"/>
              <a:gd name="connsiteY10" fmla="*/ 87821 h 287464"/>
              <a:gd name="connsiteX11" fmla="*/ 62909 w 397915"/>
              <a:gd name="connsiteY11" fmla="*/ 87821 h 287464"/>
              <a:gd name="connsiteX12" fmla="*/ 4763 w 397915"/>
              <a:gd name="connsiteY12" fmla="*/ 112776 h 287464"/>
              <a:gd name="connsiteX13" fmla="*/ 589 w 397915"/>
              <a:gd name="connsiteY13" fmla="*/ 119729 h 287464"/>
              <a:gd name="connsiteX14" fmla="*/ 2012 w 397915"/>
              <a:gd name="connsiteY14" fmla="*/ 126683 h 287464"/>
              <a:gd name="connsiteX15" fmla="*/ 76758 w 397915"/>
              <a:gd name="connsiteY15" fmla="*/ 201549 h 287464"/>
              <a:gd name="connsiteX16" fmla="*/ 86433 w 397915"/>
              <a:gd name="connsiteY16" fmla="*/ 202978 h 287464"/>
              <a:gd name="connsiteX17" fmla="*/ 192955 w 397915"/>
              <a:gd name="connsiteY17" fmla="*/ 160020 h 287464"/>
              <a:gd name="connsiteX18" fmla="*/ 150080 w 397915"/>
              <a:gd name="connsiteY18" fmla="*/ 276416 h 287464"/>
              <a:gd name="connsiteX19" fmla="*/ 152831 w 397915"/>
              <a:gd name="connsiteY19" fmla="*/ 284702 h 287464"/>
              <a:gd name="connsiteX20" fmla="*/ 158333 w 397915"/>
              <a:gd name="connsiteY20" fmla="*/ 287465 h 287464"/>
              <a:gd name="connsiteX21" fmla="*/ 161084 w 397915"/>
              <a:gd name="connsiteY21" fmla="*/ 286036 h 287464"/>
              <a:gd name="connsiteX22" fmla="*/ 227482 w 397915"/>
              <a:gd name="connsiteY22" fmla="*/ 252794 h 287464"/>
              <a:gd name="connsiteX23" fmla="*/ 231656 w 397915"/>
              <a:gd name="connsiteY23" fmla="*/ 248602 h 287464"/>
              <a:gd name="connsiteX24" fmla="*/ 296726 w 397915"/>
              <a:gd name="connsiteY24" fmla="*/ 118396 h 287464"/>
              <a:gd name="connsiteX25" fmla="*/ 371472 w 397915"/>
              <a:gd name="connsiteY25" fmla="*/ 90678 h 287464"/>
              <a:gd name="connsiteX26" fmla="*/ 394996 w 397915"/>
              <a:gd name="connsiteY26" fmla="*/ 36671 h 287464"/>
              <a:gd name="connsiteX27" fmla="*/ 118399 w 397915"/>
              <a:gd name="connsiteY27" fmla="*/ 33433 h 287464"/>
              <a:gd name="connsiteX28" fmla="*/ 158523 w 397915"/>
              <a:gd name="connsiteY28" fmla="*/ 16669 h 287464"/>
              <a:gd name="connsiteX29" fmla="*/ 248065 w 397915"/>
              <a:gd name="connsiteY29" fmla="*/ 54197 h 287464"/>
              <a:gd name="connsiteX30" fmla="*/ 209270 w 397915"/>
              <a:gd name="connsiteY30" fmla="*/ 71152 h 287464"/>
              <a:gd name="connsiteX31" fmla="*/ 118494 w 397915"/>
              <a:gd name="connsiteY31" fmla="*/ 33433 h 287464"/>
              <a:gd name="connsiteX32" fmla="*/ 365780 w 397915"/>
              <a:gd name="connsiteY32" fmla="*/ 75343 h 287464"/>
              <a:gd name="connsiteX33" fmla="*/ 288284 w 397915"/>
              <a:gd name="connsiteY33" fmla="*/ 104394 h 287464"/>
              <a:gd name="connsiteX34" fmla="*/ 282782 w 397915"/>
              <a:gd name="connsiteY34" fmla="*/ 108585 h 287464"/>
              <a:gd name="connsiteX35" fmla="*/ 217712 w 397915"/>
              <a:gd name="connsiteY35" fmla="*/ 238792 h 287464"/>
              <a:gd name="connsiteX36" fmla="*/ 173415 w 397915"/>
              <a:gd name="connsiteY36" fmla="*/ 260985 h 287464"/>
              <a:gd name="connsiteX37" fmla="*/ 214961 w 397915"/>
              <a:gd name="connsiteY37" fmla="*/ 148781 h 287464"/>
              <a:gd name="connsiteX38" fmla="*/ 213538 w 397915"/>
              <a:gd name="connsiteY38" fmla="*/ 139065 h 287464"/>
              <a:gd name="connsiteX39" fmla="*/ 208037 w 397915"/>
              <a:gd name="connsiteY39" fmla="*/ 137636 h 287464"/>
              <a:gd name="connsiteX40" fmla="*/ 203863 w 397915"/>
              <a:gd name="connsiteY40" fmla="*/ 137636 h 287464"/>
              <a:gd name="connsiteX41" fmla="*/ 84915 w 397915"/>
              <a:gd name="connsiteY41" fmla="*/ 186119 h 287464"/>
              <a:gd name="connsiteX42" fmla="*/ 22691 w 397915"/>
              <a:gd name="connsiteY42" fmla="*/ 123730 h 287464"/>
              <a:gd name="connsiteX43" fmla="*/ 65565 w 397915"/>
              <a:gd name="connsiteY43" fmla="*/ 104299 h 287464"/>
              <a:gd name="connsiteX44" fmla="*/ 112613 w 397915"/>
              <a:gd name="connsiteY44" fmla="*/ 127825 h 287464"/>
              <a:gd name="connsiteX45" fmla="*/ 119537 w 397915"/>
              <a:gd name="connsiteY45" fmla="*/ 127825 h 287464"/>
              <a:gd name="connsiteX46" fmla="*/ 209460 w 397915"/>
              <a:gd name="connsiteY46" fmla="*/ 88868 h 287464"/>
              <a:gd name="connsiteX47" fmla="*/ 213728 w 397915"/>
              <a:gd name="connsiteY47" fmla="*/ 86963 h 287464"/>
              <a:gd name="connsiteX48" fmla="*/ 346335 w 397915"/>
              <a:gd name="connsiteY48" fmla="*/ 29432 h 287464"/>
              <a:gd name="connsiteX49" fmla="*/ 378111 w 397915"/>
              <a:gd name="connsiteY49" fmla="*/ 43244 h 287464"/>
              <a:gd name="connsiteX50" fmla="*/ 365685 w 397915"/>
              <a:gd name="connsiteY50" fmla="*/ 75152 h 28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97915" h="287464">
                <a:moveTo>
                  <a:pt x="394901" y="36576"/>
                </a:moveTo>
                <a:cubicBezTo>
                  <a:pt x="385225" y="15811"/>
                  <a:pt x="361702" y="4667"/>
                  <a:pt x="339600" y="14383"/>
                </a:cubicBezTo>
                <a:cubicBezTo>
                  <a:pt x="339600" y="14383"/>
                  <a:pt x="316200" y="24575"/>
                  <a:pt x="269408" y="44958"/>
                </a:cubicBezTo>
                <a:cubicBezTo>
                  <a:pt x="263053" y="42291"/>
                  <a:pt x="240572" y="32956"/>
                  <a:pt x="161368" y="0"/>
                </a:cubicBezTo>
                <a:lnTo>
                  <a:pt x="155867" y="0"/>
                </a:lnTo>
                <a:lnTo>
                  <a:pt x="93642" y="26480"/>
                </a:lnTo>
                <a:cubicBezTo>
                  <a:pt x="90891" y="27908"/>
                  <a:pt x="88140" y="30671"/>
                  <a:pt x="88140" y="33433"/>
                </a:cubicBezTo>
                <a:cubicBezTo>
                  <a:pt x="88140" y="37624"/>
                  <a:pt x="90891" y="40386"/>
                  <a:pt x="93642" y="41815"/>
                </a:cubicBezTo>
                <a:cubicBezTo>
                  <a:pt x="93642" y="41815"/>
                  <a:pt x="125039" y="54705"/>
                  <a:pt x="187833" y="80486"/>
                </a:cubicBezTo>
                <a:cubicBezTo>
                  <a:pt x="167154" y="89535"/>
                  <a:pt x="143630" y="99727"/>
                  <a:pt x="116881" y="111347"/>
                </a:cubicBezTo>
                <a:lnTo>
                  <a:pt x="69833" y="87821"/>
                </a:lnTo>
                <a:cubicBezTo>
                  <a:pt x="68411" y="87821"/>
                  <a:pt x="65660" y="86392"/>
                  <a:pt x="62909" y="87821"/>
                </a:cubicBezTo>
                <a:lnTo>
                  <a:pt x="4763" y="112776"/>
                </a:lnTo>
                <a:cubicBezTo>
                  <a:pt x="2012" y="114205"/>
                  <a:pt x="589" y="116967"/>
                  <a:pt x="589" y="119729"/>
                </a:cubicBezTo>
                <a:cubicBezTo>
                  <a:pt x="-833" y="121158"/>
                  <a:pt x="589" y="125254"/>
                  <a:pt x="2012" y="126683"/>
                </a:cubicBezTo>
                <a:lnTo>
                  <a:pt x="76758" y="201549"/>
                </a:lnTo>
                <a:cubicBezTo>
                  <a:pt x="79508" y="204311"/>
                  <a:pt x="83682" y="204311"/>
                  <a:pt x="86433" y="202978"/>
                </a:cubicBezTo>
                <a:lnTo>
                  <a:pt x="192955" y="160020"/>
                </a:lnTo>
                <a:lnTo>
                  <a:pt x="150080" y="276416"/>
                </a:lnTo>
                <a:cubicBezTo>
                  <a:pt x="148658" y="279178"/>
                  <a:pt x="150080" y="281940"/>
                  <a:pt x="152831" y="284702"/>
                </a:cubicBezTo>
                <a:cubicBezTo>
                  <a:pt x="154254" y="286131"/>
                  <a:pt x="155582" y="287465"/>
                  <a:pt x="158333" y="287465"/>
                </a:cubicBezTo>
                <a:cubicBezTo>
                  <a:pt x="159756" y="287465"/>
                  <a:pt x="159756" y="286036"/>
                  <a:pt x="161084" y="286036"/>
                </a:cubicBezTo>
                <a:lnTo>
                  <a:pt x="227482" y="252794"/>
                </a:lnTo>
                <a:cubicBezTo>
                  <a:pt x="228905" y="251365"/>
                  <a:pt x="230233" y="251365"/>
                  <a:pt x="231656" y="248602"/>
                </a:cubicBezTo>
                <a:lnTo>
                  <a:pt x="296726" y="118396"/>
                </a:lnTo>
                <a:lnTo>
                  <a:pt x="371472" y="90678"/>
                </a:lnTo>
                <a:cubicBezTo>
                  <a:pt x="393573" y="82391"/>
                  <a:pt x="403248" y="57436"/>
                  <a:pt x="394996" y="36671"/>
                </a:cubicBezTo>
                <a:close/>
                <a:moveTo>
                  <a:pt x="118399" y="33433"/>
                </a:moveTo>
                <a:lnTo>
                  <a:pt x="158523" y="16669"/>
                </a:lnTo>
                <a:cubicBezTo>
                  <a:pt x="158523" y="16669"/>
                  <a:pt x="158523" y="16669"/>
                  <a:pt x="248065" y="54197"/>
                </a:cubicBezTo>
                <a:cubicBezTo>
                  <a:pt x="236588" y="59150"/>
                  <a:pt x="223688" y="64770"/>
                  <a:pt x="209270" y="71152"/>
                </a:cubicBezTo>
                <a:cubicBezTo>
                  <a:pt x="202630" y="68390"/>
                  <a:pt x="181952" y="59817"/>
                  <a:pt x="118494" y="33433"/>
                </a:cubicBezTo>
                <a:close/>
                <a:moveTo>
                  <a:pt x="365780" y="75343"/>
                </a:moveTo>
                <a:lnTo>
                  <a:pt x="288284" y="104394"/>
                </a:lnTo>
                <a:cubicBezTo>
                  <a:pt x="285533" y="105823"/>
                  <a:pt x="284110" y="107156"/>
                  <a:pt x="282782" y="108585"/>
                </a:cubicBezTo>
                <a:lnTo>
                  <a:pt x="217712" y="238792"/>
                </a:lnTo>
                <a:lnTo>
                  <a:pt x="173415" y="260985"/>
                </a:lnTo>
                <a:lnTo>
                  <a:pt x="214961" y="148781"/>
                </a:lnTo>
                <a:cubicBezTo>
                  <a:pt x="216384" y="146018"/>
                  <a:pt x="216384" y="141827"/>
                  <a:pt x="213538" y="139065"/>
                </a:cubicBezTo>
                <a:cubicBezTo>
                  <a:pt x="212116" y="137636"/>
                  <a:pt x="209365" y="137636"/>
                  <a:pt x="208037" y="137636"/>
                </a:cubicBezTo>
                <a:lnTo>
                  <a:pt x="203863" y="137636"/>
                </a:lnTo>
                <a:lnTo>
                  <a:pt x="84915" y="186119"/>
                </a:lnTo>
                <a:lnTo>
                  <a:pt x="22691" y="123730"/>
                </a:lnTo>
                <a:lnTo>
                  <a:pt x="65565" y="104299"/>
                </a:lnTo>
                <a:lnTo>
                  <a:pt x="112613" y="127825"/>
                </a:lnTo>
                <a:cubicBezTo>
                  <a:pt x="115364" y="129254"/>
                  <a:pt x="116786" y="129254"/>
                  <a:pt x="119537" y="127825"/>
                </a:cubicBezTo>
                <a:cubicBezTo>
                  <a:pt x="119537" y="127825"/>
                  <a:pt x="149511" y="114840"/>
                  <a:pt x="209460" y="88868"/>
                </a:cubicBezTo>
                <a:cubicBezTo>
                  <a:pt x="211167" y="88583"/>
                  <a:pt x="212590" y="88011"/>
                  <a:pt x="213728" y="86963"/>
                </a:cubicBezTo>
                <a:cubicBezTo>
                  <a:pt x="245789" y="73057"/>
                  <a:pt x="288758" y="54483"/>
                  <a:pt x="346335" y="29432"/>
                </a:cubicBezTo>
                <a:cubicBezTo>
                  <a:pt x="358761" y="23908"/>
                  <a:pt x="374033" y="29432"/>
                  <a:pt x="378111" y="43244"/>
                </a:cubicBezTo>
                <a:cubicBezTo>
                  <a:pt x="383613" y="55721"/>
                  <a:pt x="378111" y="69533"/>
                  <a:pt x="365685" y="7515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0" name="Graphic 216">
            <a:extLst>
              <a:ext uri="{FF2B5EF4-FFF2-40B4-BE49-F238E27FC236}">
                <a16:creationId xmlns:a16="http://schemas.microsoft.com/office/drawing/2014/main" id="{DC260FF5-B550-1423-DC28-5ECCFC3A142D}"/>
              </a:ext>
            </a:extLst>
          </p:cNvPr>
          <p:cNvSpPr/>
          <p:nvPr/>
        </p:nvSpPr>
        <p:spPr>
          <a:xfrm>
            <a:off x="5439187" y="3575928"/>
            <a:ext cx="525547" cy="379668"/>
          </a:xfrm>
          <a:custGeom>
            <a:avLst/>
            <a:gdLst>
              <a:gd name="connsiteX0" fmla="*/ 394901 w 397915"/>
              <a:gd name="connsiteY0" fmla="*/ 36576 h 287464"/>
              <a:gd name="connsiteX1" fmla="*/ 339600 w 397915"/>
              <a:gd name="connsiteY1" fmla="*/ 14383 h 287464"/>
              <a:gd name="connsiteX2" fmla="*/ 269408 w 397915"/>
              <a:gd name="connsiteY2" fmla="*/ 44958 h 287464"/>
              <a:gd name="connsiteX3" fmla="*/ 161368 w 397915"/>
              <a:gd name="connsiteY3" fmla="*/ 0 h 287464"/>
              <a:gd name="connsiteX4" fmla="*/ 155867 w 397915"/>
              <a:gd name="connsiteY4" fmla="*/ 0 h 287464"/>
              <a:gd name="connsiteX5" fmla="*/ 93642 w 397915"/>
              <a:gd name="connsiteY5" fmla="*/ 26480 h 287464"/>
              <a:gd name="connsiteX6" fmla="*/ 88140 w 397915"/>
              <a:gd name="connsiteY6" fmla="*/ 33433 h 287464"/>
              <a:gd name="connsiteX7" fmla="*/ 93642 w 397915"/>
              <a:gd name="connsiteY7" fmla="*/ 41815 h 287464"/>
              <a:gd name="connsiteX8" fmla="*/ 187833 w 397915"/>
              <a:gd name="connsiteY8" fmla="*/ 80486 h 287464"/>
              <a:gd name="connsiteX9" fmla="*/ 116881 w 397915"/>
              <a:gd name="connsiteY9" fmla="*/ 111347 h 287464"/>
              <a:gd name="connsiteX10" fmla="*/ 69833 w 397915"/>
              <a:gd name="connsiteY10" fmla="*/ 87821 h 287464"/>
              <a:gd name="connsiteX11" fmla="*/ 62909 w 397915"/>
              <a:gd name="connsiteY11" fmla="*/ 87821 h 287464"/>
              <a:gd name="connsiteX12" fmla="*/ 4763 w 397915"/>
              <a:gd name="connsiteY12" fmla="*/ 112776 h 287464"/>
              <a:gd name="connsiteX13" fmla="*/ 589 w 397915"/>
              <a:gd name="connsiteY13" fmla="*/ 119729 h 287464"/>
              <a:gd name="connsiteX14" fmla="*/ 2012 w 397915"/>
              <a:gd name="connsiteY14" fmla="*/ 126683 h 287464"/>
              <a:gd name="connsiteX15" fmla="*/ 76758 w 397915"/>
              <a:gd name="connsiteY15" fmla="*/ 201549 h 287464"/>
              <a:gd name="connsiteX16" fmla="*/ 86433 w 397915"/>
              <a:gd name="connsiteY16" fmla="*/ 202978 h 287464"/>
              <a:gd name="connsiteX17" fmla="*/ 192955 w 397915"/>
              <a:gd name="connsiteY17" fmla="*/ 160020 h 287464"/>
              <a:gd name="connsiteX18" fmla="*/ 150080 w 397915"/>
              <a:gd name="connsiteY18" fmla="*/ 276416 h 287464"/>
              <a:gd name="connsiteX19" fmla="*/ 152831 w 397915"/>
              <a:gd name="connsiteY19" fmla="*/ 284702 h 287464"/>
              <a:gd name="connsiteX20" fmla="*/ 158333 w 397915"/>
              <a:gd name="connsiteY20" fmla="*/ 287465 h 287464"/>
              <a:gd name="connsiteX21" fmla="*/ 161084 w 397915"/>
              <a:gd name="connsiteY21" fmla="*/ 286036 h 287464"/>
              <a:gd name="connsiteX22" fmla="*/ 227482 w 397915"/>
              <a:gd name="connsiteY22" fmla="*/ 252794 h 287464"/>
              <a:gd name="connsiteX23" fmla="*/ 231656 w 397915"/>
              <a:gd name="connsiteY23" fmla="*/ 248602 h 287464"/>
              <a:gd name="connsiteX24" fmla="*/ 296726 w 397915"/>
              <a:gd name="connsiteY24" fmla="*/ 118396 h 287464"/>
              <a:gd name="connsiteX25" fmla="*/ 371472 w 397915"/>
              <a:gd name="connsiteY25" fmla="*/ 90678 h 287464"/>
              <a:gd name="connsiteX26" fmla="*/ 394996 w 397915"/>
              <a:gd name="connsiteY26" fmla="*/ 36671 h 287464"/>
              <a:gd name="connsiteX27" fmla="*/ 118399 w 397915"/>
              <a:gd name="connsiteY27" fmla="*/ 33433 h 287464"/>
              <a:gd name="connsiteX28" fmla="*/ 158523 w 397915"/>
              <a:gd name="connsiteY28" fmla="*/ 16669 h 287464"/>
              <a:gd name="connsiteX29" fmla="*/ 248065 w 397915"/>
              <a:gd name="connsiteY29" fmla="*/ 54197 h 287464"/>
              <a:gd name="connsiteX30" fmla="*/ 209270 w 397915"/>
              <a:gd name="connsiteY30" fmla="*/ 71152 h 287464"/>
              <a:gd name="connsiteX31" fmla="*/ 118494 w 397915"/>
              <a:gd name="connsiteY31" fmla="*/ 33433 h 287464"/>
              <a:gd name="connsiteX32" fmla="*/ 365780 w 397915"/>
              <a:gd name="connsiteY32" fmla="*/ 75343 h 287464"/>
              <a:gd name="connsiteX33" fmla="*/ 288284 w 397915"/>
              <a:gd name="connsiteY33" fmla="*/ 104394 h 287464"/>
              <a:gd name="connsiteX34" fmla="*/ 282782 w 397915"/>
              <a:gd name="connsiteY34" fmla="*/ 108585 h 287464"/>
              <a:gd name="connsiteX35" fmla="*/ 217712 w 397915"/>
              <a:gd name="connsiteY35" fmla="*/ 238792 h 287464"/>
              <a:gd name="connsiteX36" fmla="*/ 173415 w 397915"/>
              <a:gd name="connsiteY36" fmla="*/ 260985 h 287464"/>
              <a:gd name="connsiteX37" fmla="*/ 214961 w 397915"/>
              <a:gd name="connsiteY37" fmla="*/ 148781 h 287464"/>
              <a:gd name="connsiteX38" fmla="*/ 213538 w 397915"/>
              <a:gd name="connsiteY38" fmla="*/ 139065 h 287464"/>
              <a:gd name="connsiteX39" fmla="*/ 208037 w 397915"/>
              <a:gd name="connsiteY39" fmla="*/ 137636 h 287464"/>
              <a:gd name="connsiteX40" fmla="*/ 203863 w 397915"/>
              <a:gd name="connsiteY40" fmla="*/ 137636 h 287464"/>
              <a:gd name="connsiteX41" fmla="*/ 84915 w 397915"/>
              <a:gd name="connsiteY41" fmla="*/ 186119 h 287464"/>
              <a:gd name="connsiteX42" fmla="*/ 22691 w 397915"/>
              <a:gd name="connsiteY42" fmla="*/ 123730 h 287464"/>
              <a:gd name="connsiteX43" fmla="*/ 65565 w 397915"/>
              <a:gd name="connsiteY43" fmla="*/ 104299 h 287464"/>
              <a:gd name="connsiteX44" fmla="*/ 112613 w 397915"/>
              <a:gd name="connsiteY44" fmla="*/ 127825 h 287464"/>
              <a:gd name="connsiteX45" fmla="*/ 119537 w 397915"/>
              <a:gd name="connsiteY45" fmla="*/ 127825 h 287464"/>
              <a:gd name="connsiteX46" fmla="*/ 209460 w 397915"/>
              <a:gd name="connsiteY46" fmla="*/ 88868 h 287464"/>
              <a:gd name="connsiteX47" fmla="*/ 213728 w 397915"/>
              <a:gd name="connsiteY47" fmla="*/ 86963 h 287464"/>
              <a:gd name="connsiteX48" fmla="*/ 346335 w 397915"/>
              <a:gd name="connsiteY48" fmla="*/ 29432 h 287464"/>
              <a:gd name="connsiteX49" fmla="*/ 378111 w 397915"/>
              <a:gd name="connsiteY49" fmla="*/ 43244 h 287464"/>
              <a:gd name="connsiteX50" fmla="*/ 365685 w 397915"/>
              <a:gd name="connsiteY50" fmla="*/ 75152 h 28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97915" h="287464">
                <a:moveTo>
                  <a:pt x="394901" y="36576"/>
                </a:moveTo>
                <a:cubicBezTo>
                  <a:pt x="385225" y="15811"/>
                  <a:pt x="361702" y="4667"/>
                  <a:pt x="339600" y="14383"/>
                </a:cubicBezTo>
                <a:cubicBezTo>
                  <a:pt x="339600" y="14383"/>
                  <a:pt x="316200" y="24575"/>
                  <a:pt x="269408" y="44958"/>
                </a:cubicBezTo>
                <a:cubicBezTo>
                  <a:pt x="263053" y="42291"/>
                  <a:pt x="240572" y="32956"/>
                  <a:pt x="161368" y="0"/>
                </a:cubicBezTo>
                <a:lnTo>
                  <a:pt x="155867" y="0"/>
                </a:lnTo>
                <a:lnTo>
                  <a:pt x="93642" y="26480"/>
                </a:lnTo>
                <a:cubicBezTo>
                  <a:pt x="90891" y="27908"/>
                  <a:pt x="88140" y="30671"/>
                  <a:pt x="88140" y="33433"/>
                </a:cubicBezTo>
                <a:cubicBezTo>
                  <a:pt x="88140" y="37624"/>
                  <a:pt x="90891" y="40386"/>
                  <a:pt x="93642" y="41815"/>
                </a:cubicBezTo>
                <a:cubicBezTo>
                  <a:pt x="93642" y="41815"/>
                  <a:pt x="125039" y="54705"/>
                  <a:pt x="187833" y="80486"/>
                </a:cubicBezTo>
                <a:cubicBezTo>
                  <a:pt x="167154" y="89535"/>
                  <a:pt x="143630" y="99727"/>
                  <a:pt x="116881" y="111347"/>
                </a:cubicBezTo>
                <a:lnTo>
                  <a:pt x="69833" y="87821"/>
                </a:lnTo>
                <a:cubicBezTo>
                  <a:pt x="68411" y="87821"/>
                  <a:pt x="65660" y="86392"/>
                  <a:pt x="62909" y="87821"/>
                </a:cubicBezTo>
                <a:lnTo>
                  <a:pt x="4763" y="112776"/>
                </a:lnTo>
                <a:cubicBezTo>
                  <a:pt x="2012" y="114205"/>
                  <a:pt x="589" y="116967"/>
                  <a:pt x="589" y="119729"/>
                </a:cubicBezTo>
                <a:cubicBezTo>
                  <a:pt x="-833" y="121158"/>
                  <a:pt x="589" y="125254"/>
                  <a:pt x="2012" y="126683"/>
                </a:cubicBezTo>
                <a:lnTo>
                  <a:pt x="76758" y="201549"/>
                </a:lnTo>
                <a:cubicBezTo>
                  <a:pt x="79508" y="204311"/>
                  <a:pt x="83682" y="204311"/>
                  <a:pt x="86433" y="202978"/>
                </a:cubicBezTo>
                <a:lnTo>
                  <a:pt x="192955" y="160020"/>
                </a:lnTo>
                <a:lnTo>
                  <a:pt x="150080" y="276416"/>
                </a:lnTo>
                <a:cubicBezTo>
                  <a:pt x="148658" y="279178"/>
                  <a:pt x="150080" y="281940"/>
                  <a:pt x="152831" y="284702"/>
                </a:cubicBezTo>
                <a:cubicBezTo>
                  <a:pt x="154254" y="286131"/>
                  <a:pt x="155582" y="287465"/>
                  <a:pt x="158333" y="287465"/>
                </a:cubicBezTo>
                <a:cubicBezTo>
                  <a:pt x="159756" y="287465"/>
                  <a:pt x="159756" y="286036"/>
                  <a:pt x="161084" y="286036"/>
                </a:cubicBezTo>
                <a:lnTo>
                  <a:pt x="227482" y="252794"/>
                </a:lnTo>
                <a:cubicBezTo>
                  <a:pt x="228905" y="251365"/>
                  <a:pt x="230233" y="251365"/>
                  <a:pt x="231656" y="248602"/>
                </a:cubicBezTo>
                <a:lnTo>
                  <a:pt x="296726" y="118396"/>
                </a:lnTo>
                <a:lnTo>
                  <a:pt x="371472" y="90678"/>
                </a:lnTo>
                <a:cubicBezTo>
                  <a:pt x="393573" y="82391"/>
                  <a:pt x="403248" y="57436"/>
                  <a:pt x="394996" y="36671"/>
                </a:cubicBezTo>
                <a:close/>
                <a:moveTo>
                  <a:pt x="118399" y="33433"/>
                </a:moveTo>
                <a:lnTo>
                  <a:pt x="158523" y="16669"/>
                </a:lnTo>
                <a:cubicBezTo>
                  <a:pt x="158523" y="16669"/>
                  <a:pt x="158523" y="16669"/>
                  <a:pt x="248065" y="54197"/>
                </a:cubicBezTo>
                <a:cubicBezTo>
                  <a:pt x="236588" y="59150"/>
                  <a:pt x="223688" y="64770"/>
                  <a:pt x="209270" y="71152"/>
                </a:cubicBezTo>
                <a:cubicBezTo>
                  <a:pt x="202630" y="68390"/>
                  <a:pt x="181952" y="59817"/>
                  <a:pt x="118494" y="33433"/>
                </a:cubicBezTo>
                <a:close/>
                <a:moveTo>
                  <a:pt x="365780" y="75343"/>
                </a:moveTo>
                <a:lnTo>
                  <a:pt x="288284" y="104394"/>
                </a:lnTo>
                <a:cubicBezTo>
                  <a:pt x="285533" y="105823"/>
                  <a:pt x="284110" y="107156"/>
                  <a:pt x="282782" y="108585"/>
                </a:cubicBezTo>
                <a:lnTo>
                  <a:pt x="217712" y="238792"/>
                </a:lnTo>
                <a:lnTo>
                  <a:pt x="173415" y="260985"/>
                </a:lnTo>
                <a:lnTo>
                  <a:pt x="214961" y="148781"/>
                </a:lnTo>
                <a:cubicBezTo>
                  <a:pt x="216384" y="146018"/>
                  <a:pt x="216384" y="141827"/>
                  <a:pt x="213538" y="139065"/>
                </a:cubicBezTo>
                <a:cubicBezTo>
                  <a:pt x="212116" y="137636"/>
                  <a:pt x="209365" y="137636"/>
                  <a:pt x="208037" y="137636"/>
                </a:cubicBezTo>
                <a:lnTo>
                  <a:pt x="203863" y="137636"/>
                </a:lnTo>
                <a:lnTo>
                  <a:pt x="84915" y="186119"/>
                </a:lnTo>
                <a:lnTo>
                  <a:pt x="22691" y="123730"/>
                </a:lnTo>
                <a:lnTo>
                  <a:pt x="65565" y="104299"/>
                </a:lnTo>
                <a:lnTo>
                  <a:pt x="112613" y="127825"/>
                </a:lnTo>
                <a:cubicBezTo>
                  <a:pt x="115364" y="129254"/>
                  <a:pt x="116786" y="129254"/>
                  <a:pt x="119537" y="127825"/>
                </a:cubicBezTo>
                <a:cubicBezTo>
                  <a:pt x="119537" y="127825"/>
                  <a:pt x="149511" y="114840"/>
                  <a:pt x="209460" y="88868"/>
                </a:cubicBezTo>
                <a:cubicBezTo>
                  <a:pt x="211167" y="88583"/>
                  <a:pt x="212590" y="88011"/>
                  <a:pt x="213728" y="86963"/>
                </a:cubicBezTo>
                <a:cubicBezTo>
                  <a:pt x="245789" y="73057"/>
                  <a:pt x="288758" y="54483"/>
                  <a:pt x="346335" y="29432"/>
                </a:cubicBezTo>
                <a:cubicBezTo>
                  <a:pt x="358761" y="23908"/>
                  <a:pt x="374033" y="29432"/>
                  <a:pt x="378111" y="43244"/>
                </a:cubicBezTo>
                <a:cubicBezTo>
                  <a:pt x="383613" y="55721"/>
                  <a:pt x="378111" y="69533"/>
                  <a:pt x="365685" y="7515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1" name="Graphic 216">
            <a:extLst>
              <a:ext uri="{FF2B5EF4-FFF2-40B4-BE49-F238E27FC236}">
                <a16:creationId xmlns:a16="http://schemas.microsoft.com/office/drawing/2014/main" id="{CCDE17EB-2A60-3387-A15C-1BFE71CD7087}"/>
              </a:ext>
            </a:extLst>
          </p:cNvPr>
          <p:cNvSpPr/>
          <p:nvPr/>
        </p:nvSpPr>
        <p:spPr>
          <a:xfrm>
            <a:off x="6223489" y="3575928"/>
            <a:ext cx="525547" cy="379668"/>
          </a:xfrm>
          <a:custGeom>
            <a:avLst/>
            <a:gdLst>
              <a:gd name="connsiteX0" fmla="*/ 394901 w 397915"/>
              <a:gd name="connsiteY0" fmla="*/ 36576 h 287464"/>
              <a:gd name="connsiteX1" fmla="*/ 339600 w 397915"/>
              <a:gd name="connsiteY1" fmla="*/ 14383 h 287464"/>
              <a:gd name="connsiteX2" fmla="*/ 269408 w 397915"/>
              <a:gd name="connsiteY2" fmla="*/ 44958 h 287464"/>
              <a:gd name="connsiteX3" fmla="*/ 161368 w 397915"/>
              <a:gd name="connsiteY3" fmla="*/ 0 h 287464"/>
              <a:gd name="connsiteX4" fmla="*/ 155867 w 397915"/>
              <a:gd name="connsiteY4" fmla="*/ 0 h 287464"/>
              <a:gd name="connsiteX5" fmla="*/ 93642 w 397915"/>
              <a:gd name="connsiteY5" fmla="*/ 26480 h 287464"/>
              <a:gd name="connsiteX6" fmla="*/ 88140 w 397915"/>
              <a:gd name="connsiteY6" fmla="*/ 33433 h 287464"/>
              <a:gd name="connsiteX7" fmla="*/ 93642 w 397915"/>
              <a:gd name="connsiteY7" fmla="*/ 41815 h 287464"/>
              <a:gd name="connsiteX8" fmla="*/ 187833 w 397915"/>
              <a:gd name="connsiteY8" fmla="*/ 80486 h 287464"/>
              <a:gd name="connsiteX9" fmla="*/ 116881 w 397915"/>
              <a:gd name="connsiteY9" fmla="*/ 111347 h 287464"/>
              <a:gd name="connsiteX10" fmla="*/ 69833 w 397915"/>
              <a:gd name="connsiteY10" fmla="*/ 87821 h 287464"/>
              <a:gd name="connsiteX11" fmla="*/ 62909 w 397915"/>
              <a:gd name="connsiteY11" fmla="*/ 87821 h 287464"/>
              <a:gd name="connsiteX12" fmla="*/ 4763 w 397915"/>
              <a:gd name="connsiteY12" fmla="*/ 112776 h 287464"/>
              <a:gd name="connsiteX13" fmla="*/ 589 w 397915"/>
              <a:gd name="connsiteY13" fmla="*/ 119729 h 287464"/>
              <a:gd name="connsiteX14" fmla="*/ 2012 w 397915"/>
              <a:gd name="connsiteY14" fmla="*/ 126683 h 287464"/>
              <a:gd name="connsiteX15" fmla="*/ 76758 w 397915"/>
              <a:gd name="connsiteY15" fmla="*/ 201549 h 287464"/>
              <a:gd name="connsiteX16" fmla="*/ 86433 w 397915"/>
              <a:gd name="connsiteY16" fmla="*/ 202978 h 287464"/>
              <a:gd name="connsiteX17" fmla="*/ 192955 w 397915"/>
              <a:gd name="connsiteY17" fmla="*/ 160020 h 287464"/>
              <a:gd name="connsiteX18" fmla="*/ 150080 w 397915"/>
              <a:gd name="connsiteY18" fmla="*/ 276416 h 287464"/>
              <a:gd name="connsiteX19" fmla="*/ 152831 w 397915"/>
              <a:gd name="connsiteY19" fmla="*/ 284702 h 287464"/>
              <a:gd name="connsiteX20" fmla="*/ 158333 w 397915"/>
              <a:gd name="connsiteY20" fmla="*/ 287465 h 287464"/>
              <a:gd name="connsiteX21" fmla="*/ 161084 w 397915"/>
              <a:gd name="connsiteY21" fmla="*/ 286036 h 287464"/>
              <a:gd name="connsiteX22" fmla="*/ 227482 w 397915"/>
              <a:gd name="connsiteY22" fmla="*/ 252794 h 287464"/>
              <a:gd name="connsiteX23" fmla="*/ 231656 w 397915"/>
              <a:gd name="connsiteY23" fmla="*/ 248602 h 287464"/>
              <a:gd name="connsiteX24" fmla="*/ 296726 w 397915"/>
              <a:gd name="connsiteY24" fmla="*/ 118396 h 287464"/>
              <a:gd name="connsiteX25" fmla="*/ 371472 w 397915"/>
              <a:gd name="connsiteY25" fmla="*/ 90678 h 287464"/>
              <a:gd name="connsiteX26" fmla="*/ 394996 w 397915"/>
              <a:gd name="connsiteY26" fmla="*/ 36671 h 287464"/>
              <a:gd name="connsiteX27" fmla="*/ 118399 w 397915"/>
              <a:gd name="connsiteY27" fmla="*/ 33433 h 287464"/>
              <a:gd name="connsiteX28" fmla="*/ 158523 w 397915"/>
              <a:gd name="connsiteY28" fmla="*/ 16669 h 287464"/>
              <a:gd name="connsiteX29" fmla="*/ 248065 w 397915"/>
              <a:gd name="connsiteY29" fmla="*/ 54197 h 287464"/>
              <a:gd name="connsiteX30" fmla="*/ 209270 w 397915"/>
              <a:gd name="connsiteY30" fmla="*/ 71152 h 287464"/>
              <a:gd name="connsiteX31" fmla="*/ 118494 w 397915"/>
              <a:gd name="connsiteY31" fmla="*/ 33433 h 287464"/>
              <a:gd name="connsiteX32" fmla="*/ 365780 w 397915"/>
              <a:gd name="connsiteY32" fmla="*/ 75343 h 287464"/>
              <a:gd name="connsiteX33" fmla="*/ 288284 w 397915"/>
              <a:gd name="connsiteY33" fmla="*/ 104394 h 287464"/>
              <a:gd name="connsiteX34" fmla="*/ 282782 w 397915"/>
              <a:gd name="connsiteY34" fmla="*/ 108585 h 287464"/>
              <a:gd name="connsiteX35" fmla="*/ 217712 w 397915"/>
              <a:gd name="connsiteY35" fmla="*/ 238792 h 287464"/>
              <a:gd name="connsiteX36" fmla="*/ 173415 w 397915"/>
              <a:gd name="connsiteY36" fmla="*/ 260985 h 287464"/>
              <a:gd name="connsiteX37" fmla="*/ 214961 w 397915"/>
              <a:gd name="connsiteY37" fmla="*/ 148781 h 287464"/>
              <a:gd name="connsiteX38" fmla="*/ 213538 w 397915"/>
              <a:gd name="connsiteY38" fmla="*/ 139065 h 287464"/>
              <a:gd name="connsiteX39" fmla="*/ 208037 w 397915"/>
              <a:gd name="connsiteY39" fmla="*/ 137636 h 287464"/>
              <a:gd name="connsiteX40" fmla="*/ 203863 w 397915"/>
              <a:gd name="connsiteY40" fmla="*/ 137636 h 287464"/>
              <a:gd name="connsiteX41" fmla="*/ 84915 w 397915"/>
              <a:gd name="connsiteY41" fmla="*/ 186119 h 287464"/>
              <a:gd name="connsiteX42" fmla="*/ 22691 w 397915"/>
              <a:gd name="connsiteY42" fmla="*/ 123730 h 287464"/>
              <a:gd name="connsiteX43" fmla="*/ 65565 w 397915"/>
              <a:gd name="connsiteY43" fmla="*/ 104299 h 287464"/>
              <a:gd name="connsiteX44" fmla="*/ 112613 w 397915"/>
              <a:gd name="connsiteY44" fmla="*/ 127825 h 287464"/>
              <a:gd name="connsiteX45" fmla="*/ 119537 w 397915"/>
              <a:gd name="connsiteY45" fmla="*/ 127825 h 287464"/>
              <a:gd name="connsiteX46" fmla="*/ 209460 w 397915"/>
              <a:gd name="connsiteY46" fmla="*/ 88868 h 287464"/>
              <a:gd name="connsiteX47" fmla="*/ 213728 w 397915"/>
              <a:gd name="connsiteY47" fmla="*/ 86963 h 287464"/>
              <a:gd name="connsiteX48" fmla="*/ 346335 w 397915"/>
              <a:gd name="connsiteY48" fmla="*/ 29432 h 287464"/>
              <a:gd name="connsiteX49" fmla="*/ 378111 w 397915"/>
              <a:gd name="connsiteY49" fmla="*/ 43244 h 287464"/>
              <a:gd name="connsiteX50" fmla="*/ 365685 w 397915"/>
              <a:gd name="connsiteY50" fmla="*/ 75152 h 28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97915" h="287464">
                <a:moveTo>
                  <a:pt x="394901" y="36576"/>
                </a:moveTo>
                <a:cubicBezTo>
                  <a:pt x="385225" y="15811"/>
                  <a:pt x="361702" y="4667"/>
                  <a:pt x="339600" y="14383"/>
                </a:cubicBezTo>
                <a:cubicBezTo>
                  <a:pt x="339600" y="14383"/>
                  <a:pt x="316200" y="24575"/>
                  <a:pt x="269408" y="44958"/>
                </a:cubicBezTo>
                <a:cubicBezTo>
                  <a:pt x="263053" y="42291"/>
                  <a:pt x="240572" y="32956"/>
                  <a:pt x="161368" y="0"/>
                </a:cubicBezTo>
                <a:lnTo>
                  <a:pt x="155867" y="0"/>
                </a:lnTo>
                <a:lnTo>
                  <a:pt x="93642" y="26480"/>
                </a:lnTo>
                <a:cubicBezTo>
                  <a:pt x="90891" y="27908"/>
                  <a:pt x="88140" y="30671"/>
                  <a:pt x="88140" y="33433"/>
                </a:cubicBezTo>
                <a:cubicBezTo>
                  <a:pt x="88140" y="37624"/>
                  <a:pt x="90891" y="40386"/>
                  <a:pt x="93642" y="41815"/>
                </a:cubicBezTo>
                <a:cubicBezTo>
                  <a:pt x="93642" y="41815"/>
                  <a:pt x="125039" y="54705"/>
                  <a:pt x="187833" y="80486"/>
                </a:cubicBezTo>
                <a:cubicBezTo>
                  <a:pt x="167154" y="89535"/>
                  <a:pt x="143630" y="99727"/>
                  <a:pt x="116881" y="111347"/>
                </a:cubicBezTo>
                <a:lnTo>
                  <a:pt x="69833" y="87821"/>
                </a:lnTo>
                <a:cubicBezTo>
                  <a:pt x="68411" y="87821"/>
                  <a:pt x="65660" y="86392"/>
                  <a:pt x="62909" y="87821"/>
                </a:cubicBezTo>
                <a:lnTo>
                  <a:pt x="4763" y="112776"/>
                </a:lnTo>
                <a:cubicBezTo>
                  <a:pt x="2012" y="114205"/>
                  <a:pt x="589" y="116967"/>
                  <a:pt x="589" y="119729"/>
                </a:cubicBezTo>
                <a:cubicBezTo>
                  <a:pt x="-833" y="121158"/>
                  <a:pt x="589" y="125254"/>
                  <a:pt x="2012" y="126683"/>
                </a:cubicBezTo>
                <a:lnTo>
                  <a:pt x="76758" y="201549"/>
                </a:lnTo>
                <a:cubicBezTo>
                  <a:pt x="79508" y="204311"/>
                  <a:pt x="83682" y="204311"/>
                  <a:pt x="86433" y="202978"/>
                </a:cubicBezTo>
                <a:lnTo>
                  <a:pt x="192955" y="160020"/>
                </a:lnTo>
                <a:lnTo>
                  <a:pt x="150080" y="276416"/>
                </a:lnTo>
                <a:cubicBezTo>
                  <a:pt x="148658" y="279178"/>
                  <a:pt x="150080" y="281940"/>
                  <a:pt x="152831" y="284702"/>
                </a:cubicBezTo>
                <a:cubicBezTo>
                  <a:pt x="154254" y="286131"/>
                  <a:pt x="155582" y="287465"/>
                  <a:pt x="158333" y="287465"/>
                </a:cubicBezTo>
                <a:cubicBezTo>
                  <a:pt x="159756" y="287465"/>
                  <a:pt x="159756" y="286036"/>
                  <a:pt x="161084" y="286036"/>
                </a:cubicBezTo>
                <a:lnTo>
                  <a:pt x="227482" y="252794"/>
                </a:lnTo>
                <a:cubicBezTo>
                  <a:pt x="228905" y="251365"/>
                  <a:pt x="230233" y="251365"/>
                  <a:pt x="231656" y="248602"/>
                </a:cubicBezTo>
                <a:lnTo>
                  <a:pt x="296726" y="118396"/>
                </a:lnTo>
                <a:lnTo>
                  <a:pt x="371472" y="90678"/>
                </a:lnTo>
                <a:cubicBezTo>
                  <a:pt x="393573" y="82391"/>
                  <a:pt x="403248" y="57436"/>
                  <a:pt x="394996" y="36671"/>
                </a:cubicBezTo>
                <a:close/>
                <a:moveTo>
                  <a:pt x="118399" y="33433"/>
                </a:moveTo>
                <a:lnTo>
                  <a:pt x="158523" y="16669"/>
                </a:lnTo>
                <a:cubicBezTo>
                  <a:pt x="158523" y="16669"/>
                  <a:pt x="158523" y="16669"/>
                  <a:pt x="248065" y="54197"/>
                </a:cubicBezTo>
                <a:cubicBezTo>
                  <a:pt x="236588" y="59150"/>
                  <a:pt x="223688" y="64770"/>
                  <a:pt x="209270" y="71152"/>
                </a:cubicBezTo>
                <a:cubicBezTo>
                  <a:pt x="202630" y="68390"/>
                  <a:pt x="181952" y="59817"/>
                  <a:pt x="118494" y="33433"/>
                </a:cubicBezTo>
                <a:close/>
                <a:moveTo>
                  <a:pt x="365780" y="75343"/>
                </a:moveTo>
                <a:lnTo>
                  <a:pt x="288284" y="104394"/>
                </a:lnTo>
                <a:cubicBezTo>
                  <a:pt x="285533" y="105823"/>
                  <a:pt x="284110" y="107156"/>
                  <a:pt x="282782" y="108585"/>
                </a:cubicBezTo>
                <a:lnTo>
                  <a:pt x="217712" y="238792"/>
                </a:lnTo>
                <a:lnTo>
                  <a:pt x="173415" y="260985"/>
                </a:lnTo>
                <a:lnTo>
                  <a:pt x="214961" y="148781"/>
                </a:lnTo>
                <a:cubicBezTo>
                  <a:pt x="216384" y="146018"/>
                  <a:pt x="216384" y="141827"/>
                  <a:pt x="213538" y="139065"/>
                </a:cubicBezTo>
                <a:cubicBezTo>
                  <a:pt x="212116" y="137636"/>
                  <a:pt x="209365" y="137636"/>
                  <a:pt x="208037" y="137636"/>
                </a:cubicBezTo>
                <a:lnTo>
                  <a:pt x="203863" y="137636"/>
                </a:lnTo>
                <a:lnTo>
                  <a:pt x="84915" y="186119"/>
                </a:lnTo>
                <a:lnTo>
                  <a:pt x="22691" y="123730"/>
                </a:lnTo>
                <a:lnTo>
                  <a:pt x="65565" y="104299"/>
                </a:lnTo>
                <a:lnTo>
                  <a:pt x="112613" y="127825"/>
                </a:lnTo>
                <a:cubicBezTo>
                  <a:pt x="115364" y="129254"/>
                  <a:pt x="116786" y="129254"/>
                  <a:pt x="119537" y="127825"/>
                </a:cubicBezTo>
                <a:cubicBezTo>
                  <a:pt x="119537" y="127825"/>
                  <a:pt x="149511" y="114840"/>
                  <a:pt x="209460" y="88868"/>
                </a:cubicBezTo>
                <a:cubicBezTo>
                  <a:pt x="211167" y="88583"/>
                  <a:pt x="212590" y="88011"/>
                  <a:pt x="213728" y="86963"/>
                </a:cubicBezTo>
                <a:cubicBezTo>
                  <a:pt x="245789" y="73057"/>
                  <a:pt x="288758" y="54483"/>
                  <a:pt x="346335" y="29432"/>
                </a:cubicBezTo>
                <a:cubicBezTo>
                  <a:pt x="358761" y="23908"/>
                  <a:pt x="374033" y="29432"/>
                  <a:pt x="378111" y="43244"/>
                </a:cubicBezTo>
                <a:cubicBezTo>
                  <a:pt x="383613" y="55721"/>
                  <a:pt x="378111" y="69533"/>
                  <a:pt x="365685" y="7515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4" name="Graphic 222">
            <a:extLst>
              <a:ext uri="{FF2B5EF4-FFF2-40B4-BE49-F238E27FC236}">
                <a16:creationId xmlns:a16="http://schemas.microsoft.com/office/drawing/2014/main" id="{EF4CBFB8-0880-FD5D-7150-8B68D5B43CEE}"/>
              </a:ext>
            </a:extLst>
          </p:cNvPr>
          <p:cNvSpPr/>
          <p:nvPr/>
        </p:nvSpPr>
        <p:spPr>
          <a:xfrm>
            <a:off x="7190477" y="2859524"/>
            <a:ext cx="349442" cy="466090"/>
          </a:xfrm>
          <a:custGeom>
            <a:avLst/>
            <a:gdLst>
              <a:gd name="connsiteX0" fmla="*/ 260698 w 262010"/>
              <a:gd name="connsiteY0" fmla="*/ 333661 h 349472"/>
              <a:gd name="connsiteX1" fmla="*/ 251022 w 262010"/>
              <a:gd name="connsiteY1" fmla="*/ 331184 h 349472"/>
              <a:gd name="connsiteX2" fmla="*/ 236510 w 262010"/>
              <a:gd name="connsiteY2" fmla="*/ 332422 h 349472"/>
              <a:gd name="connsiteX3" fmla="*/ 232905 w 262010"/>
              <a:gd name="connsiteY3" fmla="*/ 325088 h 349472"/>
              <a:gd name="connsiteX4" fmla="*/ 212417 w 262010"/>
              <a:gd name="connsiteY4" fmla="*/ 302324 h 349472"/>
              <a:gd name="connsiteX5" fmla="*/ 245805 w 262010"/>
              <a:gd name="connsiteY5" fmla="*/ 171260 h 349472"/>
              <a:gd name="connsiteX6" fmla="*/ 251876 w 262010"/>
              <a:gd name="connsiteY6" fmla="*/ 172688 h 349472"/>
              <a:gd name="connsiteX7" fmla="*/ 254248 w 262010"/>
              <a:gd name="connsiteY7" fmla="*/ 172688 h 349472"/>
              <a:gd name="connsiteX8" fmla="*/ 261457 w 262010"/>
              <a:gd name="connsiteY8" fmla="*/ 167830 h 349472"/>
              <a:gd name="connsiteX9" fmla="*/ 255386 w 262010"/>
              <a:gd name="connsiteY9" fmla="*/ 158115 h 349472"/>
              <a:gd name="connsiteX10" fmla="*/ 225506 w 262010"/>
              <a:gd name="connsiteY10" fmla="*/ 150971 h 349472"/>
              <a:gd name="connsiteX11" fmla="*/ 225506 w 262010"/>
              <a:gd name="connsiteY11" fmla="*/ 109252 h 349472"/>
              <a:gd name="connsiteX12" fmla="*/ 189177 w 262010"/>
              <a:gd name="connsiteY12" fmla="*/ 72962 h 349472"/>
              <a:gd name="connsiteX13" fmla="*/ 167455 w 262010"/>
              <a:gd name="connsiteY13" fmla="*/ 72962 h 349472"/>
              <a:gd name="connsiteX14" fmla="*/ 167455 w 262010"/>
              <a:gd name="connsiteY14" fmla="*/ 7239 h 349472"/>
              <a:gd name="connsiteX15" fmla="*/ 160152 w 262010"/>
              <a:gd name="connsiteY15" fmla="*/ 0 h 349472"/>
              <a:gd name="connsiteX16" fmla="*/ 102006 w 262010"/>
              <a:gd name="connsiteY16" fmla="*/ 0 h 349472"/>
              <a:gd name="connsiteX17" fmla="*/ 94702 w 262010"/>
              <a:gd name="connsiteY17" fmla="*/ 7239 h 349472"/>
              <a:gd name="connsiteX18" fmla="*/ 94702 w 262010"/>
              <a:gd name="connsiteY18" fmla="*/ 72962 h 349472"/>
              <a:gd name="connsiteX19" fmla="*/ 72980 w 262010"/>
              <a:gd name="connsiteY19" fmla="*/ 72962 h 349472"/>
              <a:gd name="connsiteX20" fmla="*/ 36651 w 262010"/>
              <a:gd name="connsiteY20" fmla="*/ 109252 h 349472"/>
              <a:gd name="connsiteX21" fmla="*/ 36651 w 262010"/>
              <a:gd name="connsiteY21" fmla="*/ 150590 h 349472"/>
              <a:gd name="connsiteX22" fmla="*/ 5159 w 262010"/>
              <a:gd name="connsiteY22" fmla="*/ 158115 h 349472"/>
              <a:gd name="connsiteX23" fmla="*/ 321 w 262010"/>
              <a:gd name="connsiteY23" fmla="*/ 167830 h 349472"/>
              <a:gd name="connsiteX24" fmla="*/ 8763 w 262010"/>
              <a:gd name="connsiteY24" fmla="*/ 172688 h 349472"/>
              <a:gd name="connsiteX25" fmla="*/ 16352 w 262010"/>
              <a:gd name="connsiteY25" fmla="*/ 170878 h 349472"/>
              <a:gd name="connsiteX26" fmla="*/ 49741 w 262010"/>
              <a:gd name="connsiteY26" fmla="*/ 304419 h 349472"/>
              <a:gd name="connsiteX27" fmla="*/ 36651 w 262010"/>
              <a:gd name="connsiteY27" fmla="*/ 325088 h 349472"/>
              <a:gd name="connsiteX28" fmla="*/ 31813 w 262010"/>
              <a:gd name="connsiteY28" fmla="*/ 332422 h 349472"/>
              <a:gd name="connsiteX29" fmla="*/ 18533 w 262010"/>
              <a:gd name="connsiteY29" fmla="*/ 332422 h 349472"/>
              <a:gd name="connsiteX30" fmla="*/ 8858 w 262010"/>
              <a:gd name="connsiteY30" fmla="*/ 334899 h 349472"/>
              <a:gd name="connsiteX31" fmla="*/ 11324 w 262010"/>
              <a:gd name="connsiteY31" fmla="*/ 344615 h 349472"/>
              <a:gd name="connsiteX32" fmla="*/ 39117 w 262010"/>
              <a:gd name="connsiteY32" fmla="*/ 344615 h 349472"/>
              <a:gd name="connsiteX33" fmla="*/ 51258 w 262010"/>
              <a:gd name="connsiteY33" fmla="*/ 325088 h 349472"/>
              <a:gd name="connsiteX34" fmla="*/ 62167 w 262010"/>
              <a:gd name="connsiteY34" fmla="*/ 316516 h 349472"/>
              <a:gd name="connsiteX35" fmla="*/ 73075 w 262010"/>
              <a:gd name="connsiteY35" fmla="*/ 325088 h 349472"/>
              <a:gd name="connsiteX36" fmla="*/ 98496 w 262010"/>
              <a:gd name="connsiteY36" fmla="*/ 349472 h 349472"/>
              <a:gd name="connsiteX37" fmla="*/ 123917 w 262010"/>
              <a:gd name="connsiteY37" fmla="*/ 325088 h 349472"/>
              <a:gd name="connsiteX38" fmla="*/ 134825 w 262010"/>
              <a:gd name="connsiteY38" fmla="*/ 316516 h 349472"/>
              <a:gd name="connsiteX39" fmla="*/ 145734 w 262010"/>
              <a:gd name="connsiteY39" fmla="*/ 325088 h 349472"/>
              <a:gd name="connsiteX40" fmla="*/ 171155 w 262010"/>
              <a:gd name="connsiteY40" fmla="*/ 349472 h 349472"/>
              <a:gd name="connsiteX41" fmla="*/ 196576 w 262010"/>
              <a:gd name="connsiteY41" fmla="*/ 325088 h 349472"/>
              <a:gd name="connsiteX42" fmla="*/ 207484 w 262010"/>
              <a:gd name="connsiteY42" fmla="*/ 316516 h 349472"/>
              <a:gd name="connsiteX43" fmla="*/ 218392 w 262010"/>
              <a:gd name="connsiteY43" fmla="*/ 325088 h 349472"/>
              <a:gd name="connsiteX44" fmla="*/ 229301 w 262010"/>
              <a:gd name="connsiteY44" fmla="*/ 344615 h 349472"/>
              <a:gd name="connsiteX45" fmla="*/ 258326 w 262010"/>
              <a:gd name="connsiteY45" fmla="*/ 344615 h 349472"/>
              <a:gd name="connsiteX46" fmla="*/ 260792 w 262010"/>
              <a:gd name="connsiteY46" fmla="*/ 333661 h 349472"/>
              <a:gd name="connsiteX47" fmla="*/ 222851 w 262010"/>
              <a:gd name="connsiteY47" fmla="*/ 200597 h 349472"/>
              <a:gd name="connsiteX48" fmla="*/ 138145 w 262010"/>
              <a:gd name="connsiteY48" fmla="*/ 174879 h 349472"/>
              <a:gd name="connsiteX49" fmla="*/ 138145 w 262010"/>
              <a:gd name="connsiteY49" fmla="*/ 145256 h 349472"/>
              <a:gd name="connsiteX50" fmla="*/ 231008 w 262010"/>
              <a:gd name="connsiteY50" fmla="*/ 167735 h 349472"/>
              <a:gd name="connsiteX51" fmla="*/ 222851 w 262010"/>
              <a:gd name="connsiteY51" fmla="*/ 200597 h 349472"/>
              <a:gd name="connsiteX52" fmla="*/ 153037 w 262010"/>
              <a:gd name="connsiteY52" fmla="*/ 14573 h 349472"/>
              <a:gd name="connsiteX53" fmla="*/ 153037 w 262010"/>
              <a:gd name="connsiteY53" fmla="*/ 43529 h 349472"/>
              <a:gd name="connsiteX54" fmla="*/ 109404 w 262010"/>
              <a:gd name="connsiteY54" fmla="*/ 43529 h 349472"/>
              <a:gd name="connsiteX55" fmla="*/ 109404 w 262010"/>
              <a:gd name="connsiteY55" fmla="*/ 14573 h 349472"/>
              <a:gd name="connsiteX56" fmla="*/ 153037 w 262010"/>
              <a:gd name="connsiteY56" fmla="*/ 14573 h 349472"/>
              <a:gd name="connsiteX57" fmla="*/ 109404 w 262010"/>
              <a:gd name="connsiteY57" fmla="*/ 58293 h 349472"/>
              <a:gd name="connsiteX58" fmla="*/ 153037 w 262010"/>
              <a:gd name="connsiteY58" fmla="*/ 58293 h 349472"/>
              <a:gd name="connsiteX59" fmla="*/ 153037 w 262010"/>
              <a:gd name="connsiteY59" fmla="*/ 73057 h 349472"/>
              <a:gd name="connsiteX60" fmla="*/ 109404 w 262010"/>
              <a:gd name="connsiteY60" fmla="*/ 73057 h 349472"/>
              <a:gd name="connsiteX61" fmla="*/ 109404 w 262010"/>
              <a:gd name="connsiteY61" fmla="*/ 58293 h 349472"/>
              <a:gd name="connsiteX62" fmla="*/ 51353 w 262010"/>
              <a:gd name="connsiteY62" fmla="*/ 109347 h 349472"/>
              <a:gd name="connsiteX63" fmla="*/ 73170 w 262010"/>
              <a:gd name="connsiteY63" fmla="*/ 87630 h 349472"/>
              <a:gd name="connsiteX64" fmla="*/ 189272 w 262010"/>
              <a:gd name="connsiteY64" fmla="*/ 87630 h 349472"/>
              <a:gd name="connsiteX65" fmla="*/ 211089 w 262010"/>
              <a:gd name="connsiteY65" fmla="*/ 109347 h 349472"/>
              <a:gd name="connsiteX66" fmla="*/ 211089 w 262010"/>
              <a:gd name="connsiteY66" fmla="*/ 147638 h 349472"/>
              <a:gd name="connsiteX67" fmla="*/ 132264 w 262010"/>
              <a:gd name="connsiteY67" fmla="*/ 128873 h 349472"/>
              <a:gd name="connsiteX68" fmla="*/ 128660 w 262010"/>
              <a:gd name="connsiteY68" fmla="*/ 128873 h 349472"/>
              <a:gd name="connsiteX69" fmla="*/ 51448 w 262010"/>
              <a:gd name="connsiteY69" fmla="*/ 147161 h 349472"/>
              <a:gd name="connsiteX70" fmla="*/ 51448 w 262010"/>
              <a:gd name="connsiteY70" fmla="*/ 109252 h 349472"/>
              <a:gd name="connsiteX71" fmla="*/ 124202 w 262010"/>
              <a:gd name="connsiteY71" fmla="*/ 145066 h 349472"/>
              <a:gd name="connsiteX72" fmla="*/ 124202 w 262010"/>
              <a:gd name="connsiteY72" fmla="*/ 174879 h 349472"/>
              <a:gd name="connsiteX73" fmla="*/ 39496 w 262010"/>
              <a:gd name="connsiteY73" fmla="*/ 200311 h 349472"/>
              <a:gd name="connsiteX74" fmla="*/ 31244 w 262010"/>
              <a:gd name="connsiteY74" fmla="*/ 167354 h 349472"/>
              <a:gd name="connsiteX75" fmla="*/ 124202 w 262010"/>
              <a:gd name="connsiteY75" fmla="*/ 145066 h 349472"/>
              <a:gd name="connsiteX76" fmla="*/ 109499 w 262010"/>
              <a:gd name="connsiteY76" fmla="*/ 325088 h 349472"/>
              <a:gd name="connsiteX77" fmla="*/ 98591 w 262010"/>
              <a:gd name="connsiteY77" fmla="*/ 334804 h 349472"/>
              <a:gd name="connsiteX78" fmla="*/ 87683 w 262010"/>
              <a:gd name="connsiteY78" fmla="*/ 325088 h 349472"/>
              <a:gd name="connsiteX79" fmla="*/ 65107 w 262010"/>
              <a:gd name="connsiteY79" fmla="*/ 302133 h 349472"/>
              <a:gd name="connsiteX80" fmla="*/ 43291 w 262010"/>
              <a:gd name="connsiteY80" fmla="*/ 214789 h 349472"/>
              <a:gd name="connsiteX81" fmla="*/ 124297 w 262010"/>
              <a:gd name="connsiteY81" fmla="*/ 190214 h 349472"/>
              <a:gd name="connsiteX82" fmla="*/ 124297 w 262010"/>
              <a:gd name="connsiteY82" fmla="*/ 303752 h 349472"/>
              <a:gd name="connsiteX83" fmla="*/ 109499 w 262010"/>
              <a:gd name="connsiteY83" fmla="*/ 325088 h 349472"/>
              <a:gd name="connsiteX84" fmla="*/ 182063 w 262010"/>
              <a:gd name="connsiteY84" fmla="*/ 325088 h 349472"/>
              <a:gd name="connsiteX85" fmla="*/ 171155 w 262010"/>
              <a:gd name="connsiteY85" fmla="*/ 334804 h 349472"/>
              <a:gd name="connsiteX86" fmla="*/ 160246 w 262010"/>
              <a:gd name="connsiteY86" fmla="*/ 325088 h 349472"/>
              <a:gd name="connsiteX87" fmla="*/ 138145 w 262010"/>
              <a:gd name="connsiteY87" fmla="*/ 302133 h 349472"/>
              <a:gd name="connsiteX88" fmla="*/ 138145 w 262010"/>
              <a:gd name="connsiteY88" fmla="*/ 190119 h 349472"/>
              <a:gd name="connsiteX89" fmla="*/ 219246 w 262010"/>
              <a:gd name="connsiteY89" fmla="*/ 215074 h 349472"/>
              <a:gd name="connsiteX90" fmla="*/ 197335 w 262010"/>
              <a:gd name="connsiteY90" fmla="*/ 303562 h 349472"/>
              <a:gd name="connsiteX91" fmla="*/ 182063 w 262010"/>
              <a:gd name="connsiteY91" fmla="*/ 325088 h 349472"/>
              <a:gd name="connsiteX92" fmla="*/ 167645 w 262010"/>
              <a:gd name="connsiteY92" fmla="*/ 116586 h 349472"/>
              <a:gd name="connsiteX93" fmla="*/ 94797 w 262010"/>
              <a:gd name="connsiteY93" fmla="*/ 116586 h 349472"/>
              <a:gd name="connsiteX94" fmla="*/ 87493 w 262010"/>
              <a:gd name="connsiteY94" fmla="*/ 109157 h 349472"/>
              <a:gd name="connsiteX95" fmla="*/ 94797 w 262010"/>
              <a:gd name="connsiteY95" fmla="*/ 101727 h 349472"/>
              <a:gd name="connsiteX96" fmla="*/ 167645 w 262010"/>
              <a:gd name="connsiteY96" fmla="*/ 101727 h 349472"/>
              <a:gd name="connsiteX97" fmla="*/ 174949 w 262010"/>
              <a:gd name="connsiteY97" fmla="*/ 109157 h 349472"/>
              <a:gd name="connsiteX98" fmla="*/ 167645 w 262010"/>
              <a:gd name="connsiteY98" fmla="*/ 116586 h 349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262010" h="349472">
                <a:moveTo>
                  <a:pt x="260698" y="333661"/>
                </a:moveTo>
                <a:cubicBezTo>
                  <a:pt x="258231" y="330041"/>
                  <a:pt x="253394" y="330041"/>
                  <a:pt x="251022" y="331184"/>
                </a:cubicBezTo>
                <a:cubicBezTo>
                  <a:pt x="247418" y="333661"/>
                  <a:pt x="241347" y="334804"/>
                  <a:pt x="236510" y="332422"/>
                </a:cubicBezTo>
                <a:cubicBezTo>
                  <a:pt x="232905" y="329946"/>
                  <a:pt x="232905" y="326326"/>
                  <a:pt x="232905" y="325088"/>
                </a:cubicBezTo>
                <a:cubicBezTo>
                  <a:pt x="232905" y="311372"/>
                  <a:pt x="222945" y="304038"/>
                  <a:pt x="212417" y="302324"/>
                </a:cubicBezTo>
                <a:lnTo>
                  <a:pt x="245805" y="171260"/>
                </a:lnTo>
                <a:cubicBezTo>
                  <a:pt x="247797" y="171736"/>
                  <a:pt x="249789" y="172212"/>
                  <a:pt x="251876" y="172688"/>
                </a:cubicBezTo>
                <a:lnTo>
                  <a:pt x="254248" y="172688"/>
                </a:lnTo>
                <a:cubicBezTo>
                  <a:pt x="257852" y="172688"/>
                  <a:pt x="260318" y="170212"/>
                  <a:pt x="261457" y="167830"/>
                </a:cubicBezTo>
                <a:cubicBezTo>
                  <a:pt x="261457" y="162973"/>
                  <a:pt x="259085" y="159258"/>
                  <a:pt x="255386" y="158115"/>
                </a:cubicBezTo>
                <a:cubicBezTo>
                  <a:pt x="255386" y="158115"/>
                  <a:pt x="245426" y="155734"/>
                  <a:pt x="225506" y="150971"/>
                </a:cubicBezTo>
                <a:lnTo>
                  <a:pt x="225506" y="109252"/>
                </a:lnTo>
                <a:cubicBezTo>
                  <a:pt x="225506" y="88678"/>
                  <a:pt x="208528" y="72962"/>
                  <a:pt x="189177" y="72962"/>
                </a:cubicBezTo>
                <a:lnTo>
                  <a:pt x="167455" y="72962"/>
                </a:lnTo>
                <a:lnTo>
                  <a:pt x="167455" y="7239"/>
                </a:lnTo>
                <a:cubicBezTo>
                  <a:pt x="167455" y="2381"/>
                  <a:pt x="163851" y="0"/>
                  <a:pt x="160152" y="0"/>
                </a:cubicBezTo>
                <a:lnTo>
                  <a:pt x="102006" y="0"/>
                </a:lnTo>
                <a:cubicBezTo>
                  <a:pt x="97168" y="0"/>
                  <a:pt x="94702" y="2381"/>
                  <a:pt x="94702" y="7239"/>
                </a:cubicBezTo>
                <a:lnTo>
                  <a:pt x="94702" y="72962"/>
                </a:lnTo>
                <a:lnTo>
                  <a:pt x="72980" y="72962"/>
                </a:lnTo>
                <a:cubicBezTo>
                  <a:pt x="52397" y="72962"/>
                  <a:pt x="36651" y="88678"/>
                  <a:pt x="36651" y="109252"/>
                </a:cubicBezTo>
                <a:lnTo>
                  <a:pt x="36651" y="150590"/>
                </a:lnTo>
                <a:cubicBezTo>
                  <a:pt x="27165" y="152876"/>
                  <a:pt x="16636" y="155353"/>
                  <a:pt x="5159" y="158115"/>
                </a:cubicBezTo>
                <a:cubicBezTo>
                  <a:pt x="1554" y="159353"/>
                  <a:pt x="-912" y="162973"/>
                  <a:pt x="321" y="167830"/>
                </a:cubicBezTo>
                <a:cubicBezTo>
                  <a:pt x="1554" y="171450"/>
                  <a:pt x="5159" y="173926"/>
                  <a:pt x="8763" y="172688"/>
                </a:cubicBezTo>
                <a:cubicBezTo>
                  <a:pt x="8763" y="172688"/>
                  <a:pt x="8763" y="172688"/>
                  <a:pt x="16352" y="170878"/>
                </a:cubicBezTo>
                <a:lnTo>
                  <a:pt x="49741" y="304419"/>
                </a:lnTo>
                <a:cubicBezTo>
                  <a:pt x="42152" y="307753"/>
                  <a:pt x="36651" y="314420"/>
                  <a:pt x="36651" y="325088"/>
                </a:cubicBezTo>
                <a:cubicBezTo>
                  <a:pt x="36651" y="328708"/>
                  <a:pt x="35418" y="331184"/>
                  <a:pt x="31813" y="332422"/>
                </a:cubicBezTo>
                <a:cubicBezTo>
                  <a:pt x="28209" y="334899"/>
                  <a:pt x="22138" y="334899"/>
                  <a:pt x="18533" y="332422"/>
                </a:cubicBezTo>
                <a:cubicBezTo>
                  <a:pt x="14929" y="329946"/>
                  <a:pt x="10091" y="331184"/>
                  <a:pt x="8858" y="334899"/>
                </a:cubicBezTo>
                <a:cubicBezTo>
                  <a:pt x="6392" y="337376"/>
                  <a:pt x="7625" y="342233"/>
                  <a:pt x="11324" y="344615"/>
                </a:cubicBezTo>
                <a:cubicBezTo>
                  <a:pt x="18628" y="349472"/>
                  <a:pt x="30675" y="349472"/>
                  <a:pt x="39117" y="344615"/>
                </a:cubicBezTo>
                <a:cubicBezTo>
                  <a:pt x="46421" y="340995"/>
                  <a:pt x="51258" y="333661"/>
                  <a:pt x="51258" y="325088"/>
                </a:cubicBezTo>
                <a:cubicBezTo>
                  <a:pt x="51258" y="316516"/>
                  <a:pt x="60934" y="316516"/>
                  <a:pt x="62167" y="316516"/>
                </a:cubicBezTo>
                <a:cubicBezTo>
                  <a:pt x="63400" y="316516"/>
                  <a:pt x="73075" y="316516"/>
                  <a:pt x="73075" y="325088"/>
                </a:cubicBezTo>
                <a:cubicBezTo>
                  <a:pt x="73075" y="340995"/>
                  <a:pt x="85216" y="349472"/>
                  <a:pt x="98496" y="349472"/>
                </a:cubicBezTo>
                <a:cubicBezTo>
                  <a:pt x="110637" y="349472"/>
                  <a:pt x="123917" y="340900"/>
                  <a:pt x="123917" y="325088"/>
                </a:cubicBezTo>
                <a:cubicBezTo>
                  <a:pt x="123917" y="316516"/>
                  <a:pt x="133592" y="316516"/>
                  <a:pt x="134825" y="316516"/>
                </a:cubicBezTo>
                <a:cubicBezTo>
                  <a:pt x="136058" y="316516"/>
                  <a:pt x="145734" y="316516"/>
                  <a:pt x="145734" y="325088"/>
                </a:cubicBezTo>
                <a:cubicBezTo>
                  <a:pt x="145734" y="340995"/>
                  <a:pt x="157875" y="349472"/>
                  <a:pt x="171155" y="349472"/>
                </a:cubicBezTo>
                <a:cubicBezTo>
                  <a:pt x="183296" y="349472"/>
                  <a:pt x="196576" y="340900"/>
                  <a:pt x="196576" y="325088"/>
                </a:cubicBezTo>
                <a:cubicBezTo>
                  <a:pt x="196576" y="316516"/>
                  <a:pt x="206251" y="316516"/>
                  <a:pt x="207484" y="316516"/>
                </a:cubicBezTo>
                <a:cubicBezTo>
                  <a:pt x="208717" y="316516"/>
                  <a:pt x="218392" y="316516"/>
                  <a:pt x="218392" y="325088"/>
                </a:cubicBezTo>
                <a:cubicBezTo>
                  <a:pt x="218392" y="333661"/>
                  <a:pt x="221997" y="340995"/>
                  <a:pt x="229301" y="344615"/>
                </a:cubicBezTo>
                <a:cubicBezTo>
                  <a:pt x="238976" y="349472"/>
                  <a:pt x="249884" y="349472"/>
                  <a:pt x="258326" y="344615"/>
                </a:cubicBezTo>
                <a:cubicBezTo>
                  <a:pt x="261931" y="342138"/>
                  <a:pt x="263164" y="337280"/>
                  <a:pt x="260792" y="333661"/>
                </a:cubicBezTo>
                <a:close/>
                <a:moveTo>
                  <a:pt x="222851" y="200597"/>
                </a:moveTo>
                <a:cubicBezTo>
                  <a:pt x="213745" y="197834"/>
                  <a:pt x="191549" y="191072"/>
                  <a:pt x="138145" y="174879"/>
                </a:cubicBezTo>
                <a:lnTo>
                  <a:pt x="138145" y="145256"/>
                </a:lnTo>
                <a:cubicBezTo>
                  <a:pt x="148200" y="147733"/>
                  <a:pt x="172483" y="153543"/>
                  <a:pt x="231008" y="167735"/>
                </a:cubicBezTo>
                <a:lnTo>
                  <a:pt x="222851" y="200597"/>
                </a:lnTo>
                <a:close/>
                <a:moveTo>
                  <a:pt x="153037" y="14573"/>
                </a:moveTo>
                <a:lnTo>
                  <a:pt x="153037" y="43529"/>
                </a:lnTo>
                <a:lnTo>
                  <a:pt x="109404" y="43529"/>
                </a:lnTo>
                <a:lnTo>
                  <a:pt x="109404" y="14573"/>
                </a:lnTo>
                <a:lnTo>
                  <a:pt x="153037" y="14573"/>
                </a:lnTo>
                <a:close/>
                <a:moveTo>
                  <a:pt x="109404" y="58293"/>
                </a:moveTo>
                <a:lnTo>
                  <a:pt x="153037" y="58293"/>
                </a:lnTo>
                <a:lnTo>
                  <a:pt x="153037" y="73057"/>
                </a:lnTo>
                <a:lnTo>
                  <a:pt x="109404" y="73057"/>
                </a:lnTo>
                <a:lnTo>
                  <a:pt x="109404" y="58293"/>
                </a:lnTo>
                <a:close/>
                <a:moveTo>
                  <a:pt x="51353" y="109347"/>
                </a:moveTo>
                <a:cubicBezTo>
                  <a:pt x="51353" y="97250"/>
                  <a:pt x="61028" y="87630"/>
                  <a:pt x="73170" y="87630"/>
                </a:cubicBezTo>
                <a:lnTo>
                  <a:pt x="189272" y="87630"/>
                </a:lnTo>
                <a:cubicBezTo>
                  <a:pt x="201413" y="87630"/>
                  <a:pt x="211089" y="97250"/>
                  <a:pt x="211089" y="109347"/>
                </a:cubicBezTo>
                <a:lnTo>
                  <a:pt x="211089" y="147638"/>
                </a:lnTo>
                <a:cubicBezTo>
                  <a:pt x="193066" y="143351"/>
                  <a:pt x="167835" y="137351"/>
                  <a:pt x="132264" y="128873"/>
                </a:cubicBezTo>
                <a:lnTo>
                  <a:pt x="128660" y="128873"/>
                </a:lnTo>
                <a:cubicBezTo>
                  <a:pt x="128660" y="128873"/>
                  <a:pt x="128660" y="128873"/>
                  <a:pt x="51448" y="147161"/>
                </a:cubicBezTo>
                <a:lnTo>
                  <a:pt x="51448" y="109252"/>
                </a:lnTo>
                <a:close/>
                <a:moveTo>
                  <a:pt x="124202" y="145066"/>
                </a:moveTo>
                <a:lnTo>
                  <a:pt x="124202" y="174879"/>
                </a:lnTo>
                <a:cubicBezTo>
                  <a:pt x="116329" y="177260"/>
                  <a:pt x="95366" y="183547"/>
                  <a:pt x="39496" y="200311"/>
                </a:cubicBezTo>
                <a:lnTo>
                  <a:pt x="31244" y="167354"/>
                </a:lnTo>
                <a:cubicBezTo>
                  <a:pt x="47464" y="163449"/>
                  <a:pt x="75636" y="156686"/>
                  <a:pt x="124202" y="145066"/>
                </a:cubicBezTo>
                <a:close/>
                <a:moveTo>
                  <a:pt x="109499" y="325088"/>
                </a:moveTo>
                <a:cubicBezTo>
                  <a:pt x="109499" y="334804"/>
                  <a:pt x="99824" y="334804"/>
                  <a:pt x="98591" y="334804"/>
                </a:cubicBezTo>
                <a:cubicBezTo>
                  <a:pt x="97358" y="334804"/>
                  <a:pt x="87683" y="334804"/>
                  <a:pt x="87683" y="325088"/>
                </a:cubicBezTo>
                <a:cubicBezTo>
                  <a:pt x="87683" y="310420"/>
                  <a:pt x="76300" y="303181"/>
                  <a:pt x="65107" y="302133"/>
                </a:cubicBezTo>
                <a:lnTo>
                  <a:pt x="43291" y="214789"/>
                </a:lnTo>
                <a:cubicBezTo>
                  <a:pt x="52776" y="211931"/>
                  <a:pt x="74498" y="205359"/>
                  <a:pt x="124297" y="190214"/>
                </a:cubicBezTo>
                <a:lnTo>
                  <a:pt x="124297" y="303752"/>
                </a:lnTo>
                <a:cubicBezTo>
                  <a:pt x="115854" y="306800"/>
                  <a:pt x="109499" y="313658"/>
                  <a:pt x="109499" y="325088"/>
                </a:cubicBezTo>
                <a:close/>
                <a:moveTo>
                  <a:pt x="182063" y="325088"/>
                </a:moveTo>
                <a:cubicBezTo>
                  <a:pt x="182063" y="334804"/>
                  <a:pt x="172388" y="334804"/>
                  <a:pt x="171155" y="334804"/>
                </a:cubicBezTo>
                <a:cubicBezTo>
                  <a:pt x="169922" y="334804"/>
                  <a:pt x="160246" y="334804"/>
                  <a:pt x="160246" y="325088"/>
                </a:cubicBezTo>
                <a:cubicBezTo>
                  <a:pt x="160246" y="310610"/>
                  <a:pt x="149243" y="303371"/>
                  <a:pt x="138145" y="302133"/>
                </a:cubicBezTo>
                <a:lnTo>
                  <a:pt x="138145" y="190119"/>
                </a:lnTo>
                <a:cubicBezTo>
                  <a:pt x="147251" y="192881"/>
                  <a:pt x="168783" y="199549"/>
                  <a:pt x="219246" y="215074"/>
                </a:cubicBezTo>
                <a:lnTo>
                  <a:pt x="197335" y="303562"/>
                </a:lnTo>
                <a:cubicBezTo>
                  <a:pt x="188608" y="306515"/>
                  <a:pt x="182063" y="313468"/>
                  <a:pt x="182063" y="325088"/>
                </a:cubicBezTo>
                <a:close/>
                <a:moveTo>
                  <a:pt x="167645" y="116586"/>
                </a:moveTo>
                <a:lnTo>
                  <a:pt x="94797" y="116586"/>
                </a:lnTo>
                <a:cubicBezTo>
                  <a:pt x="89959" y="116586"/>
                  <a:pt x="87493" y="112871"/>
                  <a:pt x="87493" y="109157"/>
                </a:cubicBezTo>
                <a:cubicBezTo>
                  <a:pt x="87493" y="104203"/>
                  <a:pt x="89959" y="101727"/>
                  <a:pt x="94797" y="101727"/>
                </a:cubicBezTo>
                <a:lnTo>
                  <a:pt x="167645" y="101727"/>
                </a:lnTo>
                <a:cubicBezTo>
                  <a:pt x="171250" y="101727"/>
                  <a:pt x="174949" y="104203"/>
                  <a:pt x="174949" y="109157"/>
                </a:cubicBezTo>
                <a:cubicBezTo>
                  <a:pt x="174949" y="112871"/>
                  <a:pt x="171344" y="116586"/>
                  <a:pt x="167645" y="11658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5" name="Graphic 222">
            <a:extLst>
              <a:ext uri="{FF2B5EF4-FFF2-40B4-BE49-F238E27FC236}">
                <a16:creationId xmlns:a16="http://schemas.microsoft.com/office/drawing/2014/main" id="{965EC112-E47C-84FF-A083-CDB3F4AD4FC8}"/>
              </a:ext>
            </a:extLst>
          </p:cNvPr>
          <p:cNvSpPr/>
          <p:nvPr/>
        </p:nvSpPr>
        <p:spPr>
          <a:xfrm>
            <a:off x="7948760" y="2859524"/>
            <a:ext cx="349442" cy="466090"/>
          </a:xfrm>
          <a:custGeom>
            <a:avLst/>
            <a:gdLst>
              <a:gd name="connsiteX0" fmla="*/ 260698 w 262010"/>
              <a:gd name="connsiteY0" fmla="*/ 333661 h 349472"/>
              <a:gd name="connsiteX1" fmla="*/ 251022 w 262010"/>
              <a:gd name="connsiteY1" fmla="*/ 331184 h 349472"/>
              <a:gd name="connsiteX2" fmla="*/ 236510 w 262010"/>
              <a:gd name="connsiteY2" fmla="*/ 332422 h 349472"/>
              <a:gd name="connsiteX3" fmla="*/ 232905 w 262010"/>
              <a:gd name="connsiteY3" fmla="*/ 325088 h 349472"/>
              <a:gd name="connsiteX4" fmla="*/ 212417 w 262010"/>
              <a:gd name="connsiteY4" fmla="*/ 302324 h 349472"/>
              <a:gd name="connsiteX5" fmla="*/ 245805 w 262010"/>
              <a:gd name="connsiteY5" fmla="*/ 171260 h 349472"/>
              <a:gd name="connsiteX6" fmla="*/ 251876 w 262010"/>
              <a:gd name="connsiteY6" fmla="*/ 172688 h 349472"/>
              <a:gd name="connsiteX7" fmla="*/ 254248 w 262010"/>
              <a:gd name="connsiteY7" fmla="*/ 172688 h 349472"/>
              <a:gd name="connsiteX8" fmla="*/ 261457 w 262010"/>
              <a:gd name="connsiteY8" fmla="*/ 167830 h 349472"/>
              <a:gd name="connsiteX9" fmla="*/ 255386 w 262010"/>
              <a:gd name="connsiteY9" fmla="*/ 158115 h 349472"/>
              <a:gd name="connsiteX10" fmla="*/ 225506 w 262010"/>
              <a:gd name="connsiteY10" fmla="*/ 150971 h 349472"/>
              <a:gd name="connsiteX11" fmla="*/ 225506 w 262010"/>
              <a:gd name="connsiteY11" fmla="*/ 109252 h 349472"/>
              <a:gd name="connsiteX12" fmla="*/ 189177 w 262010"/>
              <a:gd name="connsiteY12" fmla="*/ 72962 h 349472"/>
              <a:gd name="connsiteX13" fmla="*/ 167455 w 262010"/>
              <a:gd name="connsiteY13" fmla="*/ 72962 h 349472"/>
              <a:gd name="connsiteX14" fmla="*/ 167455 w 262010"/>
              <a:gd name="connsiteY14" fmla="*/ 7239 h 349472"/>
              <a:gd name="connsiteX15" fmla="*/ 160152 w 262010"/>
              <a:gd name="connsiteY15" fmla="*/ 0 h 349472"/>
              <a:gd name="connsiteX16" fmla="*/ 102006 w 262010"/>
              <a:gd name="connsiteY16" fmla="*/ 0 h 349472"/>
              <a:gd name="connsiteX17" fmla="*/ 94702 w 262010"/>
              <a:gd name="connsiteY17" fmla="*/ 7239 h 349472"/>
              <a:gd name="connsiteX18" fmla="*/ 94702 w 262010"/>
              <a:gd name="connsiteY18" fmla="*/ 72962 h 349472"/>
              <a:gd name="connsiteX19" fmla="*/ 72980 w 262010"/>
              <a:gd name="connsiteY19" fmla="*/ 72962 h 349472"/>
              <a:gd name="connsiteX20" fmla="*/ 36651 w 262010"/>
              <a:gd name="connsiteY20" fmla="*/ 109252 h 349472"/>
              <a:gd name="connsiteX21" fmla="*/ 36651 w 262010"/>
              <a:gd name="connsiteY21" fmla="*/ 150590 h 349472"/>
              <a:gd name="connsiteX22" fmla="*/ 5159 w 262010"/>
              <a:gd name="connsiteY22" fmla="*/ 158115 h 349472"/>
              <a:gd name="connsiteX23" fmla="*/ 321 w 262010"/>
              <a:gd name="connsiteY23" fmla="*/ 167830 h 349472"/>
              <a:gd name="connsiteX24" fmla="*/ 8763 w 262010"/>
              <a:gd name="connsiteY24" fmla="*/ 172688 h 349472"/>
              <a:gd name="connsiteX25" fmla="*/ 16352 w 262010"/>
              <a:gd name="connsiteY25" fmla="*/ 170878 h 349472"/>
              <a:gd name="connsiteX26" fmla="*/ 49741 w 262010"/>
              <a:gd name="connsiteY26" fmla="*/ 304419 h 349472"/>
              <a:gd name="connsiteX27" fmla="*/ 36651 w 262010"/>
              <a:gd name="connsiteY27" fmla="*/ 325088 h 349472"/>
              <a:gd name="connsiteX28" fmla="*/ 31813 w 262010"/>
              <a:gd name="connsiteY28" fmla="*/ 332422 h 349472"/>
              <a:gd name="connsiteX29" fmla="*/ 18533 w 262010"/>
              <a:gd name="connsiteY29" fmla="*/ 332422 h 349472"/>
              <a:gd name="connsiteX30" fmla="*/ 8858 w 262010"/>
              <a:gd name="connsiteY30" fmla="*/ 334899 h 349472"/>
              <a:gd name="connsiteX31" fmla="*/ 11324 w 262010"/>
              <a:gd name="connsiteY31" fmla="*/ 344615 h 349472"/>
              <a:gd name="connsiteX32" fmla="*/ 39117 w 262010"/>
              <a:gd name="connsiteY32" fmla="*/ 344615 h 349472"/>
              <a:gd name="connsiteX33" fmla="*/ 51258 w 262010"/>
              <a:gd name="connsiteY33" fmla="*/ 325088 h 349472"/>
              <a:gd name="connsiteX34" fmla="*/ 62167 w 262010"/>
              <a:gd name="connsiteY34" fmla="*/ 316516 h 349472"/>
              <a:gd name="connsiteX35" fmla="*/ 73075 w 262010"/>
              <a:gd name="connsiteY35" fmla="*/ 325088 h 349472"/>
              <a:gd name="connsiteX36" fmla="*/ 98496 w 262010"/>
              <a:gd name="connsiteY36" fmla="*/ 349472 h 349472"/>
              <a:gd name="connsiteX37" fmla="*/ 123917 w 262010"/>
              <a:gd name="connsiteY37" fmla="*/ 325088 h 349472"/>
              <a:gd name="connsiteX38" fmla="*/ 134825 w 262010"/>
              <a:gd name="connsiteY38" fmla="*/ 316516 h 349472"/>
              <a:gd name="connsiteX39" fmla="*/ 145734 w 262010"/>
              <a:gd name="connsiteY39" fmla="*/ 325088 h 349472"/>
              <a:gd name="connsiteX40" fmla="*/ 171155 w 262010"/>
              <a:gd name="connsiteY40" fmla="*/ 349472 h 349472"/>
              <a:gd name="connsiteX41" fmla="*/ 196576 w 262010"/>
              <a:gd name="connsiteY41" fmla="*/ 325088 h 349472"/>
              <a:gd name="connsiteX42" fmla="*/ 207484 w 262010"/>
              <a:gd name="connsiteY42" fmla="*/ 316516 h 349472"/>
              <a:gd name="connsiteX43" fmla="*/ 218392 w 262010"/>
              <a:gd name="connsiteY43" fmla="*/ 325088 h 349472"/>
              <a:gd name="connsiteX44" fmla="*/ 229301 w 262010"/>
              <a:gd name="connsiteY44" fmla="*/ 344615 h 349472"/>
              <a:gd name="connsiteX45" fmla="*/ 258326 w 262010"/>
              <a:gd name="connsiteY45" fmla="*/ 344615 h 349472"/>
              <a:gd name="connsiteX46" fmla="*/ 260792 w 262010"/>
              <a:gd name="connsiteY46" fmla="*/ 333661 h 349472"/>
              <a:gd name="connsiteX47" fmla="*/ 222851 w 262010"/>
              <a:gd name="connsiteY47" fmla="*/ 200597 h 349472"/>
              <a:gd name="connsiteX48" fmla="*/ 138145 w 262010"/>
              <a:gd name="connsiteY48" fmla="*/ 174879 h 349472"/>
              <a:gd name="connsiteX49" fmla="*/ 138145 w 262010"/>
              <a:gd name="connsiteY49" fmla="*/ 145256 h 349472"/>
              <a:gd name="connsiteX50" fmla="*/ 231008 w 262010"/>
              <a:gd name="connsiteY50" fmla="*/ 167735 h 349472"/>
              <a:gd name="connsiteX51" fmla="*/ 222851 w 262010"/>
              <a:gd name="connsiteY51" fmla="*/ 200597 h 349472"/>
              <a:gd name="connsiteX52" fmla="*/ 153037 w 262010"/>
              <a:gd name="connsiteY52" fmla="*/ 14573 h 349472"/>
              <a:gd name="connsiteX53" fmla="*/ 153037 w 262010"/>
              <a:gd name="connsiteY53" fmla="*/ 43529 h 349472"/>
              <a:gd name="connsiteX54" fmla="*/ 109404 w 262010"/>
              <a:gd name="connsiteY54" fmla="*/ 43529 h 349472"/>
              <a:gd name="connsiteX55" fmla="*/ 109404 w 262010"/>
              <a:gd name="connsiteY55" fmla="*/ 14573 h 349472"/>
              <a:gd name="connsiteX56" fmla="*/ 153037 w 262010"/>
              <a:gd name="connsiteY56" fmla="*/ 14573 h 349472"/>
              <a:gd name="connsiteX57" fmla="*/ 109404 w 262010"/>
              <a:gd name="connsiteY57" fmla="*/ 58293 h 349472"/>
              <a:gd name="connsiteX58" fmla="*/ 153037 w 262010"/>
              <a:gd name="connsiteY58" fmla="*/ 58293 h 349472"/>
              <a:gd name="connsiteX59" fmla="*/ 153037 w 262010"/>
              <a:gd name="connsiteY59" fmla="*/ 73057 h 349472"/>
              <a:gd name="connsiteX60" fmla="*/ 109404 w 262010"/>
              <a:gd name="connsiteY60" fmla="*/ 73057 h 349472"/>
              <a:gd name="connsiteX61" fmla="*/ 109404 w 262010"/>
              <a:gd name="connsiteY61" fmla="*/ 58293 h 349472"/>
              <a:gd name="connsiteX62" fmla="*/ 51353 w 262010"/>
              <a:gd name="connsiteY62" fmla="*/ 109347 h 349472"/>
              <a:gd name="connsiteX63" fmla="*/ 73170 w 262010"/>
              <a:gd name="connsiteY63" fmla="*/ 87630 h 349472"/>
              <a:gd name="connsiteX64" fmla="*/ 189272 w 262010"/>
              <a:gd name="connsiteY64" fmla="*/ 87630 h 349472"/>
              <a:gd name="connsiteX65" fmla="*/ 211089 w 262010"/>
              <a:gd name="connsiteY65" fmla="*/ 109347 h 349472"/>
              <a:gd name="connsiteX66" fmla="*/ 211089 w 262010"/>
              <a:gd name="connsiteY66" fmla="*/ 147638 h 349472"/>
              <a:gd name="connsiteX67" fmla="*/ 132264 w 262010"/>
              <a:gd name="connsiteY67" fmla="*/ 128873 h 349472"/>
              <a:gd name="connsiteX68" fmla="*/ 128660 w 262010"/>
              <a:gd name="connsiteY68" fmla="*/ 128873 h 349472"/>
              <a:gd name="connsiteX69" fmla="*/ 51448 w 262010"/>
              <a:gd name="connsiteY69" fmla="*/ 147161 h 349472"/>
              <a:gd name="connsiteX70" fmla="*/ 51448 w 262010"/>
              <a:gd name="connsiteY70" fmla="*/ 109252 h 349472"/>
              <a:gd name="connsiteX71" fmla="*/ 124202 w 262010"/>
              <a:gd name="connsiteY71" fmla="*/ 145066 h 349472"/>
              <a:gd name="connsiteX72" fmla="*/ 124202 w 262010"/>
              <a:gd name="connsiteY72" fmla="*/ 174879 h 349472"/>
              <a:gd name="connsiteX73" fmla="*/ 39496 w 262010"/>
              <a:gd name="connsiteY73" fmla="*/ 200311 h 349472"/>
              <a:gd name="connsiteX74" fmla="*/ 31244 w 262010"/>
              <a:gd name="connsiteY74" fmla="*/ 167354 h 349472"/>
              <a:gd name="connsiteX75" fmla="*/ 124202 w 262010"/>
              <a:gd name="connsiteY75" fmla="*/ 145066 h 349472"/>
              <a:gd name="connsiteX76" fmla="*/ 109499 w 262010"/>
              <a:gd name="connsiteY76" fmla="*/ 325088 h 349472"/>
              <a:gd name="connsiteX77" fmla="*/ 98591 w 262010"/>
              <a:gd name="connsiteY77" fmla="*/ 334804 h 349472"/>
              <a:gd name="connsiteX78" fmla="*/ 87683 w 262010"/>
              <a:gd name="connsiteY78" fmla="*/ 325088 h 349472"/>
              <a:gd name="connsiteX79" fmla="*/ 65107 w 262010"/>
              <a:gd name="connsiteY79" fmla="*/ 302133 h 349472"/>
              <a:gd name="connsiteX80" fmla="*/ 43291 w 262010"/>
              <a:gd name="connsiteY80" fmla="*/ 214789 h 349472"/>
              <a:gd name="connsiteX81" fmla="*/ 124297 w 262010"/>
              <a:gd name="connsiteY81" fmla="*/ 190214 h 349472"/>
              <a:gd name="connsiteX82" fmla="*/ 124297 w 262010"/>
              <a:gd name="connsiteY82" fmla="*/ 303752 h 349472"/>
              <a:gd name="connsiteX83" fmla="*/ 109499 w 262010"/>
              <a:gd name="connsiteY83" fmla="*/ 325088 h 349472"/>
              <a:gd name="connsiteX84" fmla="*/ 182063 w 262010"/>
              <a:gd name="connsiteY84" fmla="*/ 325088 h 349472"/>
              <a:gd name="connsiteX85" fmla="*/ 171155 w 262010"/>
              <a:gd name="connsiteY85" fmla="*/ 334804 h 349472"/>
              <a:gd name="connsiteX86" fmla="*/ 160246 w 262010"/>
              <a:gd name="connsiteY86" fmla="*/ 325088 h 349472"/>
              <a:gd name="connsiteX87" fmla="*/ 138145 w 262010"/>
              <a:gd name="connsiteY87" fmla="*/ 302133 h 349472"/>
              <a:gd name="connsiteX88" fmla="*/ 138145 w 262010"/>
              <a:gd name="connsiteY88" fmla="*/ 190119 h 349472"/>
              <a:gd name="connsiteX89" fmla="*/ 219246 w 262010"/>
              <a:gd name="connsiteY89" fmla="*/ 215074 h 349472"/>
              <a:gd name="connsiteX90" fmla="*/ 197335 w 262010"/>
              <a:gd name="connsiteY90" fmla="*/ 303562 h 349472"/>
              <a:gd name="connsiteX91" fmla="*/ 182063 w 262010"/>
              <a:gd name="connsiteY91" fmla="*/ 325088 h 349472"/>
              <a:gd name="connsiteX92" fmla="*/ 167645 w 262010"/>
              <a:gd name="connsiteY92" fmla="*/ 116586 h 349472"/>
              <a:gd name="connsiteX93" fmla="*/ 94797 w 262010"/>
              <a:gd name="connsiteY93" fmla="*/ 116586 h 349472"/>
              <a:gd name="connsiteX94" fmla="*/ 87493 w 262010"/>
              <a:gd name="connsiteY94" fmla="*/ 109157 h 349472"/>
              <a:gd name="connsiteX95" fmla="*/ 94797 w 262010"/>
              <a:gd name="connsiteY95" fmla="*/ 101727 h 349472"/>
              <a:gd name="connsiteX96" fmla="*/ 167645 w 262010"/>
              <a:gd name="connsiteY96" fmla="*/ 101727 h 349472"/>
              <a:gd name="connsiteX97" fmla="*/ 174949 w 262010"/>
              <a:gd name="connsiteY97" fmla="*/ 109157 h 349472"/>
              <a:gd name="connsiteX98" fmla="*/ 167645 w 262010"/>
              <a:gd name="connsiteY98" fmla="*/ 116586 h 349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262010" h="349472">
                <a:moveTo>
                  <a:pt x="260698" y="333661"/>
                </a:moveTo>
                <a:cubicBezTo>
                  <a:pt x="258231" y="330041"/>
                  <a:pt x="253394" y="330041"/>
                  <a:pt x="251022" y="331184"/>
                </a:cubicBezTo>
                <a:cubicBezTo>
                  <a:pt x="247418" y="333661"/>
                  <a:pt x="241347" y="334804"/>
                  <a:pt x="236510" y="332422"/>
                </a:cubicBezTo>
                <a:cubicBezTo>
                  <a:pt x="232905" y="329946"/>
                  <a:pt x="232905" y="326326"/>
                  <a:pt x="232905" y="325088"/>
                </a:cubicBezTo>
                <a:cubicBezTo>
                  <a:pt x="232905" y="311372"/>
                  <a:pt x="222945" y="304038"/>
                  <a:pt x="212417" y="302324"/>
                </a:cubicBezTo>
                <a:lnTo>
                  <a:pt x="245805" y="171260"/>
                </a:lnTo>
                <a:cubicBezTo>
                  <a:pt x="247797" y="171736"/>
                  <a:pt x="249789" y="172212"/>
                  <a:pt x="251876" y="172688"/>
                </a:cubicBezTo>
                <a:lnTo>
                  <a:pt x="254248" y="172688"/>
                </a:lnTo>
                <a:cubicBezTo>
                  <a:pt x="257852" y="172688"/>
                  <a:pt x="260318" y="170212"/>
                  <a:pt x="261457" y="167830"/>
                </a:cubicBezTo>
                <a:cubicBezTo>
                  <a:pt x="261457" y="162973"/>
                  <a:pt x="259085" y="159258"/>
                  <a:pt x="255386" y="158115"/>
                </a:cubicBezTo>
                <a:cubicBezTo>
                  <a:pt x="255386" y="158115"/>
                  <a:pt x="245426" y="155734"/>
                  <a:pt x="225506" y="150971"/>
                </a:cubicBezTo>
                <a:lnTo>
                  <a:pt x="225506" y="109252"/>
                </a:lnTo>
                <a:cubicBezTo>
                  <a:pt x="225506" y="88678"/>
                  <a:pt x="208528" y="72962"/>
                  <a:pt x="189177" y="72962"/>
                </a:cubicBezTo>
                <a:lnTo>
                  <a:pt x="167455" y="72962"/>
                </a:lnTo>
                <a:lnTo>
                  <a:pt x="167455" y="7239"/>
                </a:lnTo>
                <a:cubicBezTo>
                  <a:pt x="167455" y="2381"/>
                  <a:pt x="163851" y="0"/>
                  <a:pt x="160152" y="0"/>
                </a:cubicBezTo>
                <a:lnTo>
                  <a:pt x="102006" y="0"/>
                </a:lnTo>
                <a:cubicBezTo>
                  <a:pt x="97168" y="0"/>
                  <a:pt x="94702" y="2381"/>
                  <a:pt x="94702" y="7239"/>
                </a:cubicBezTo>
                <a:lnTo>
                  <a:pt x="94702" y="72962"/>
                </a:lnTo>
                <a:lnTo>
                  <a:pt x="72980" y="72962"/>
                </a:lnTo>
                <a:cubicBezTo>
                  <a:pt x="52397" y="72962"/>
                  <a:pt x="36651" y="88678"/>
                  <a:pt x="36651" y="109252"/>
                </a:cubicBezTo>
                <a:lnTo>
                  <a:pt x="36651" y="150590"/>
                </a:lnTo>
                <a:cubicBezTo>
                  <a:pt x="27165" y="152876"/>
                  <a:pt x="16636" y="155353"/>
                  <a:pt x="5159" y="158115"/>
                </a:cubicBezTo>
                <a:cubicBezTo>
                  <a:pt x="1554" y="159353"/>
                  <a:pt x="-912" y="162973"/>
                  <a:pt x="321" y="167830"/>
                </a:cubicBezTo>
                <a:cubicBezTo>
                  <a:pt x="1554" y="171450"/>
                  <a:pt x="5159" y="173926"/>
                  <a:pt x="8763" y="172688"/>
                </a:cubicBezTo>
                <a:cubicBezTo>
                  <a:pt x="8763" y="172688"/>
                  <a:pt x="8763" y="172688"/>
                  <a:pt x="16352" y="170878"/>
                </a:cubicBezTo>
                <a:lnTo>
                  <a:pt x="49741" y="304419"/>
                </a:lnTo>
                <a:cubicBezTo>
                  <a:pt x="42152" y="307753"/>
                  <a:pt x="36651" y="314420"/>
                  <a:pt x="36651" y="325088"/>
                </a:cubicBezTo>
                <a:cubicBezTo>
                  <a:pt x="36651" y="328708"/>
                  <a:pt x="35418" y="331184"/>
                  <a:pt x="31813" y="332422"/>
                </a:cubicBezTo>
                <a:cubicBezTo>
                  <a:pt x="28209" y="334899"/>
                  <a:pt x="22138" y="334899"/>
                  <a:pt x="18533" y="332422"/>
                </a:cubicBezTo>
                <a:cubicBezTo>
                  <a:pt x="14929" y="329946"/>
                  <a:pt x="10091" y="331184"/>
                  <a:pt x="8858" y="334899"/>
                </a:cubicBezTo>
                <a:cubicBezTo>
                  <a:pt x="6392" y="337376"/>
                  <a:pt x="7625" y="342233"/>
                  <a:pt x="11324" y="344615"/>
                </a:cubicBezTo>
                <a:cubicBezTo>
                  <a:pt x="18628" y="349472"/>
                  <a:pt x="30675" y="349472"/>
                  <a:pt x="39117" y="344615"/>
                </a:cubicBezTo>
                <a:cubicBezTo>
                  <a:pt x="46421" y="340995"/>
                  <a:pt x="51258" y="333661"/>
                  <a:pt x="51258" y="325088"/>
                </a:cubicBezTo>
                <a:cubicBezTo>
                  <a:pt x="51258" y="316516"/>
                  <a:pt x="60934" y="316516"/>
                  <a:pt x="62167" y="316516"/>
                </a:cubicBezTo>
                <a:cubicBezTo>
                  <a:pt x="63400" y="316516"/>
                  <a:pt x="73075" y="316516"/>
                  <a:pt x="73075" y="325088"/>
                </a:cubicBezTo>
                <a:cubicBezTo>
                  <a:pt x="73075" y="340995"/>
                  <a:pt x="85216" y="349472"/>
                  <a:pt x="98496" y="349472"/>
                </a:cubicBezTo>
                <a:cubicBezTo>
                  <a:pt x="110637" y="349472"/>
                  <a:pt x="123917" y="340900"/>
                  <a:pt x="123917" y="325088"/>
                </a:cubicBezTo>
                <a:cubicBezTo>
                  <a:pt x="123917" y="316516"/>
                  <a:pt x="133592" y="316516"/>
                  <a:pt x="134825" y="316516"/>
                </a:cubicBezTo>
                <a:cubicBezTo>
                  <a:pt x="136058" y="316516"/>
                  <a:pt x="145734" y="316516"/>
                  <a:pt x="145734" y="325088"/>
                </a:cubicBezTo>
                <a:cubicBezTo>
                  <a:pt x="145734" y="340995"/>
                  <a:pt x="157875" y="349472"/>
                  <a:pt x="171155" y="349472"/>
                </a:cubicBezTo>
                <a:cubicBezTo>
                  <a:pt x="183296" y="349472"/>
                  <a:pt x="196576" y="340900"/>
                  <a:pt x="196576" y="325088"/>
                </a:cubicBezTo>
                <a:cubicBezTo>
                  <a:pt x="196576" y="316516"/>
                  <a:pt x="206251" y="316516"/>
                  <a:pt x="207484" y="316516"/>
                </a:cubicBezTo>
                <a:cubicBezTo>
                  <a:pt x="208717" y="316516"/>
                  <a:pt x="218392" y="316516"/>
                  <a:pt x="218392" y="325088"/>
                </a:cubicBezTo>
                <a:cubicBezTo>
                  <a:pt x="218392" y="333661"/>
                  <a:pt x="221997" y="340995"/>
                  <a:pt x="229301" y="344615"/>
                </a:cubicBezTo>
                <a:cubicBezTo>
                  <a:pt x="238976" y="349472"/>
                  <a:pt x="249884" y="349472"/>
                  <a:pt x="258326" y="344615"/>
                </a:cubicBezTo>
                <a:cubicBezTo>
                  <a:pt x="261931" y="342138"/>
                  <a:pt x="263164" y="337280"/>
                  <a:pt x="260792" y="333661"/>
                </a:cubicBezTo>
                <a:close/>
                <a:moveTo>
                  <a:pt x="222851" y="200597"/>
                </a:moveTo>
                <a:cubicBezTo>
                  <a:pt x="213745" y="197834"/>
                  <a:pt x="191549" y="191072"/>
                  <a:pt x="138145" y="174879"/>
                </a:cubicBezTo>
                <a:lnTo>
                  <a:pt x="138145" y="145256"/>
                </a:lnTo>
                <a:cubicBezTo>
                  <a:pt x="148200" y="147733"/>
                  <a:pt x="172483" y="153543"/>
                  <a:pt x="231008" y="167735"/>
                </a:cubicBezTo>
                <a:lnTo>
                  <a:pt x="222851" y="200597"/>
                </a:lnTo>
                <a:close/>
                <a:moveTo>
                  <a:pt x="153037" y="14573"/>
                </a:moveTo>
                <a:lnTo>
                  <a:pt x="153037" y="43529"/>
                </a:lnTo>
                <a:lnTo>
                  <a:pt x="109404" y="43529"/>
                </a:lnTo>
                <a:lnTo>
                  <a:pt x="109404" y="14573"/>
                </a:lnTo>
                <a:lnTo>
                  <a:pt x="153037" y="14573"/>
                </a:lnTo>
                <a:close/>
                <a:moveTo>
                  <a:pt x="109404" y="58293"/>
                </a:moveTo>
                <a:lnTo>
                  <a:pt x="153037" y="58293"/>
                </a:lnTo>
                <a:lnTo>
                  <a:pt x="153037" y="73057"/>
                </a:lnTo>
                <a:lnTo>
                  <a:pt x="109404" y="73057"/>
                </a:lnTo>
                <a:lnTo>
                  <a:pt x="109404" y="58293"/>
                </a:lnTo>
                <a:close/>
                <a:moveTo>
                  <a:pt x="51353" y="109347"/>
                </a:moveTo>
                <a:cubicBezTo>
                  <a:pt x="51353" y="97250"/>
                  <a:pt x="61028" y="87630"/>
                  <a:pt x="73170" y="87630"/>
                </a:cubicBezTo>
                <a:lnTo>
                  <a:pt x="189272" y="87630"/>
                </a:lnTo>
                <a:cubicBezTo>
                  <a:pt x="201413" y="87630"/>
                  <a:pt x="211089" y="97250"/>
                  <a:pt x="211089" y="109347"/>
                </a:cubicBezTo>
                <a:lnTo>
                  <a:pt x="211089" y="147638"/>
                </a:lnTo>
                <a:cubicBezTo>
                  <a:pt x="193066" y="143351"/>
                  <a:pt x="167835" y="137351"/>
                  <a:pt x="132264" y="128873"/>
                </a:cubicBezTo>
                <a:lnTo>
                  <a:pt x="128660" y="128873"/>
                </a:lnTo>
                <a:cubicBezTo>
                  <a:pt x="128660" y="128873"/>
                  <a:pt x="128660" y="128873"/>
                  <a:pt x="51448" y="147161"/>
                </a:cubicBezTo>
                <a:lnTo>
                  <a:pt x="51448" y="109252"/>
                </a:lnTo>
                <a:close/>
                <a:moveTo>
                  <a:pt x="124202" y="145066"/>
                </a:moveTo>
                <a:lnTo>
                  <a:pt x="124202" y="174879"/>
                </a:lnTo>
                <a:cubicBezTo>
                  <a:pt x="116329" y="177260"/>
                  <a:pt x="95366" y="183547"/>
                  <a:pt x="39496" y="200311"/>
                </a:cubicBezTo>
                <a:lnTo>
                  <a:pt x="31244" y="167354"/>
                </a:lnTo>
                <a:cubicBezTo>
                  <a:pt x="47464" y="163449"/>
                  <a:pt x="75636" y="156686"/>
                  <a:pt x="124202" y="145066"/>
                </a:cubicBezTo>
                <a:close/>
                <a:moveTo>
                  <a:pt x="109499" y="325088"/>
                </a:moveTo>
                <a:cubicBezTo>
                  <a:pt x="109499" y="334804"/>
                  <a:pt x="99824" y="334804"/>
                  <a:pt x="98591" y="334804"/>
                </a:cubicBezTo>
                <a:cubicBezTo>
                  <a:pt x="97358" y="334804"/>
                  <a:pt x="87683" y="334804"/>
                  <a:pt x="87683" y="325088"/>
                </a:cubicBezTo>
                <a:cubicBezTo>
                  <a:pt x="87683" y="310420"/>
                  <a:pt x="76300" y="303181"/>
                  <a:pt x="65107" y="302133"/>
                </a:cubicBezTo>
                <a:lnTo>
                  <a:pt x="43291" y="214789"/>
                </a:lnTo>
                <a:cubicBezTo>
                  <a:pt x="52776" y="211931"/>
                  <a:pt x="74498" y="205359"/>
                  <a:pt x="124297" y="190214"/>
                </a:cubicBezTo>
                <a:lnTo>
                  <a:pt x="124297" y="303752"/>
                </a:lnTo>
                <a:cubicBezTo>
                  <a:pt x="115854" y="306800"/>
                  <a:pt x="109499" y="313658"/>
                  <a:pt x="109499" y="325088"/>
                </a:cubicBezTo>
                <a:close/>
                <a:moveTo>
                  <a:pt x="182063" y="325088"/>
                </a:moveTo>
                <a:cubicBezTo>
                  <a:pt x="182063" y="334804"/>
                  <a:pt x="172388" y="334804"/>
                  <a:pt x="171155" y="334804"/>
                </a:cubicBezTo>
                <a:cubicBezTo>
                  <a:pt x="169922" y="334804"/>
                  <a:pt x="160246" y="334804"/>
                  <a:pt x="160246" y="325088"/>
                </a:cubicBezTo>
                <a:cubicBezTo>
                  <a:pt x="160246" y="310610"/>
                  <a:pt x="149243" y="303371"/>
                  <a:pt x="138145" y="302133"/>
                </a:cubicBezTo>
                <a:lnTo>
                  <a:pt x="138145" y="190119"/>
                </a:lnTo>
                <a:cubicBezTo>
                  <a:pt x="147251" y="192881"/>
                  <a:pt x="168783" y="199549"/>
                  <a:pt x="219246" y="215074"/>
                </a:cubicBezTo>
                <a:lnTo>
                  <a:pt x="197335" y="303562"/>
                </a:lnTo>
                <a:cubicBezTo>
                  <a:pt x="188608" y="306515"/>
                  <a:pt x="182063" y="313468"/>
                  <a:pt x="182063" y="325088"/>
                </a:cubicBezTo>
                <a:close/>
                <a:moveTo>
                  <a:pt x="167645" y="116586"/>
                </a:moveTo>
                <a:lnTo>
                  <a:pt x="94797" y="116586"/>
                </a:lnTo>
                <a:cubicBezTo>
                  <a:pt x="89959" y="116586"/>
                  <a:pt x="87493" y="112871"/>
                  <a:pt x="87493" y="109157"/>
                </a:cubicBezTo>
                <a:cubicBezTo>
                  <a:pt x="87493" y="104203"/>
                  <a:pt x="89959" y="101727"/>
                  <a:pt x="94797" y="101727"/>
                </a:cubicBezTo>
                <a:lnTo>
                  <a:pt x="167645" y="101727"/>
                </a:lnTo>
                <a:cubicBezTo>
                  <a:pt x="171250" y="101727"/>
                  <a:pt x="174949" y="104203"/>
                  <a:pt x="174949" y="109157"/>
                </a:cubicBezTo>
                <a:cubicBezTo>
                  <a:pt x="174949" y="112871"/>
                  <a:pt x="171344" y="116586"/>
                  <a:pt x="167645" y="11658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6" name="object 74">
            <a:extLst>
              <a:ext uri="{FF2B5EF4-FFF2-40B4-BE49-F238E27FC236}">
                <a16:creationId xmlns:a16="http://schemas.microsoft.com/office/drawing/2014/main" id="{87BB99F8-D6B1-40F4-ED5E-5C2BFBCC59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186224" y="3489678"/>
            <a:ext cx="353695" cy="466090"/>
          </a:xfrm>
          <a:custGeom>
            <a:avLst/>
            <a:gdLst/>
            <a:ahLst/>
            <a:cxnLst/>
            <a:rect l="l" t="t" r="r" b="b"/>
            <a:pathLst>
              <a:path w="353695" h="466089">
                <a:moveTo>
                  <a:pt x="116061" y="422008"/>
                </a:moveTo>
                <a:lnTo>
                  <a:pt x="98945" y="422008"/>
                </a:lnTo>
                <a:lnTo>
                  <a:pt x="98945" y="433387"/>
                </a:lnTo>
                <a:lnTo>
                  <a:pt x="101754" y="447392"/>
                </a:lnTo>
                <a:lnTo>
                  <a:pt x="109269" y="457585"/>
                </a:lnTo>
                <a:lnTo>
                  <a:pt x="120125" y="463814"/>
                </a:lnTo>
                <a:lnTo>
                  <a:pt x="132956" y="465924"/>
                </a:lnTo>
                <a:lnTo>
                  <a:pt x="145109" y="463814"/>
                </a:lnTo>
                <a:lnTo>
                  <a:pt x="156044" y="457585"/>
                </a:lnTo>
                <a:lnTo>
                  <a:pt x="163942" y="447392"/>
                </a:lnTo>
                <a:lnTo>
                  <a:pt x="164156" y="446404"/>
                </a:lnTo>
                <a:lnTo>
                  <a:pt x="118376" y="446404"/>
                </a:lnTo>
                <a:lnTo>
                  <a:pt x="118376" y="433387"/>
                </a:lnTo>
                <a:lnTo>
                  <a:pt x="116061" y="422008"/>
                </a:lnTo>
                <a:close/>
              </a:path>
              <a:path w="353695" h="466089">
                <a:moveTo>
                  <a:pt x="213299" y="422008"/>
                </a:moveTo>
                <a:lnTo>
                  <a:pt x="196138" y="422008"/>
                </a:lnTo>
                <a:lnTo>
                  <a:pt x="196138" y="433387"/>
                </a:lnTo>
                <a:lnTo>
                  <a:pt x="198947" y="447392"/>
                </a:lnTo>
                <a:lnTo>
                  <a:pt x="206463" y="457585"/>
                </a:lnTo>
                <a:lnTo>
                  <a:pt x="217323" y="463814"/>
                </a:lnTo>
                <a:lnTo>
                  <a:pt x="230162" y="465924"/>
                </a:lnTo>
                <a:lnTo>
                  <a:pt x="242307" y="463814"/>
                </a:lnTo>
                <a:lnTo>
                  <a:pt x="253239" y="457585"/>
                </a:lnTo>
                <a:lnTo>
                  <a:pt x="261135" y="447392"/>
                </a:lnTo>
                <a:lnTo>
                  <a:pt x="261349" y="446404"/>
                </a:lnTo>
                <a:lnTo>
                  <a:pt x="215582" y="446404"/>
                </a:lnTo>
                <a:lnTo>
                  <a:pt x="215582" y="433387"/>
                </a:lnTo>
                <a:lnTo>
                  <a:pt x="213299" y="422008"/>
                </a:lnTo>
                <a:close/>
              </a:path>
              <a:path w="353695" h="466089">
                <a:moveTo>
                  <a:pt x="21183" y="439889"/>
                </a:moveTo>
                <a:lnTo>
                  <a:pt x="14526" y="441573"/>
                </a:lnTo>
                <a:lnTo>
                  <a:pt x="14691" y="441573"/>
                </a:lnTo>
                <a:lnTo>
                  <a:pt x="13081" y="446404"/>
                </a:lnTo>
                <a:lnTo>
                  <a:pt x="9842" y="449656"/>
                </a:lnTo>
                <a:lnTo>
                  <a:pt x="11468" y="456158"/>
                </a:lnTo>
                <a:lnTo>
                  <a:pt x="16332" y="459409"/>
                </a:lnTo>
                <a:lnTo>
                  <a:pt x="24656" y="463074"/>
                </a:lnTo>
                <a:lnTo>
                  <a:pt x="34347" y="464296"/>
                </a:lnTo>
                <a:lnTo>
                  <a:pt x="44342" y="463074"/>
                </a:lnTo>
                <a:lnTo>
                  <a:pt x="53581" y="459409"/>
                </a:lnTo>
                <a:lnTo>
                  <a:pt x="60217" y="454888"/>
                </a:lnTo>
                <a:lnTo>
                  <a:pt x="65331" y="448841"/>
                </a:lnTo>
                <a:lnTo>
                  <a:pt x="66435" y="446404"/>
                </a:lnTo>
                <a:lnTo>
                  <a:pt x="30911" y="446404"/>
                </a:lnTo>
                <a:lnTo>
                  <a:pt x="21183" y="439889"/>
                </a:lnTo>
                <a:close/>
              </a:path>
              <a:path w="353695" h="466089">
                <a:moveTo>
                  <a:pt x="310615" y="422008"/>
                </a:moveTo>
                <a:lnTo>
                  <a:pt x="293331" y="422008"/>
                </a:lnTo>
                <a:lnTo>
                  <a:pt x="293331" y="433387"/>
                </a:lnTo>
                <a:lnTo>
                  <a:pt x="317862" y="463074"/>
                </a:lnTo>
                <a:lnTo>
                  <a:pt x="327963" y="464296"/>
                </a:lnTo>
                <a:lnTo>
                  <a:pt x="337756" y="463074"/>
                </a:lnTo>
                <a:lnTo>
                  <a:pt x="346786" y="459409"/>
                </a:lnTo>
                <a:lnTo>
                  <a:pt x="351650" y="456158"/>
                </a:lnTo>
                <a:lnTo>
                  <a:pt x="353275" y="449656"/>
                </a:lnTo>
                <a:lnTo>
                  <a:pt x="351116" y="446404"/>
                </a:lnTo>
                <a:lnTo>
                  <a:pt x="324116" y="446404"/>
                </a:lnTo>
                <a:lnTo>
                  <a:pt x="317639" y="443153"/>
                </a:lnTo>
                <a:lnTo>
                  <a:pt x="312775" y="439889"/>
                </a:lnTo>
                <a:lnTo>
                  <a:pt x="312775" y="433387"/>
                </a:lnTo>
                <a:lnTo>
                  <a:pt x="310615" y="422008"/>
                </a:lnTo>
                <a:close/>
              </a:path>
              <a:path w="353695" h="466089">
                <a:moveTo>
                  <a:pt x="44132" y="227825"/>
                </a:moveTo>
                <a:lnTo>
                  <a:pt x="23063" y="227825"/>
                </a:lnTo>
                <a:lnTo>
                  <a:pt x="67508" y="404621"/>
                </a:lnTo>
                <a:lnTo>
                  <a:pt x="67578" y="404901"/>
                </a:lnTo>
                <a:lnTo>
                  <a:pt x="67701" y="405391"/>
                </a:lnTo>
                <a:lnTo>
                  <a:pt x="67818" y="405853"/>
                </a:lnTo>
                <a:lnTo>
                  <a:pt x="60806" y="410034"/>
                </a:lnTo>
                <a:lnTo>
                  <a:pt x="55275" y="415972"/>
                </a:lnTo>
                <a:lnTo>
                  <a:pt x="51646" y="423734"/>
                </a:lnTo>
                <a:lnTo>
                  <a:pt x="50342" y="433387"/>
                </a:lnTo>
                <a:lnTo>
                  <a:pt x="50342" y="438264"/>
                </a:lnTo>
                <a:lnTo>
                  <a:pt x="49539" y="439889"/>
                </a:lnTo>
                <a:lnTo>
                  <a:pt x="48593" y="441573"/>
                </a:lnTo>
                <a:lnTo>
                  <a:pt x="43865" y="443153"/>
                </a:lnTo>
                <a:lnTo>
                  <a:pt x="39001" y="446404"/>
                </a:lnTo>
                <a:lnTo>
                  <a:pt x="66435" y="446404"/>
                </a:lnTo>
                <a:lnTo>
                  <a:pt x="68622" y="441573"/>
                </a:lnTo>
                <a:lnTo>
                  <a:pt x="69786" y="433387"/>
                </a:lnTo>
                <a:lnTo>
                  <a:pt x="69786" y="422008"/>
                </a:lnTo>
                <a:lnTo>
                  <a:pt x="116061" y="422008"/>
                </a:lnTo>
                <a:lnTo>
                  <a:pt x="115910" y="421265"/>
                </a:lnTo>
                <a:lnTo>
                  <a:pt x="115798" y="420713"/>
                </a:lnTo>
                <a:lnTo>
                  <a:pt x="115767" y="420562"/>
                </a:lnTo>
                <a:lnTo>
                  <a:pt x="108897" y="411276"/>
                </a:lnTo>
                <a:lnTo>
                  <a:pt x="99201" y="405391"/>
                </a:lnTo>
                <a:lnTo>
                  <a:pt x="88327" y="402818"/>
                </a:lnTo>
                <a:lnTo>
                  <a:pt x="88125" y="402818"/>
                </a:lnTo>
                <a:lnTo>
                  <a:pt x="58925" y="286689"/>
                </a:lnTo>
                <a:lnTo>
                  <a:pt x="58839" y="286346"/>
                </a:lnTo>
                <a:lnTo>
                  <a:pt x="122660" y="267042"/>
                </a:lnTo>
                <a:lnTo>
                  <a:pt x="53987" y="267042"/>
                </a:lnTo>
                <a:lnTo>
                  <a:pt x="44330" y="228612"/>
                </a:lnTo>
                <a:lnTo>
                  <a:pt x="44250" y="228295"/>
                </a:lnTo>
                <a:lnTo>
                  <a:pt x="44132" y="227825"/>
                </a:lnTo>
                <a:close/>
              </a:path>
              <a:path w="353695" h="466089">
                <a:moveTo>
                  <a:pt x="185928" y="253530"/>
                </a:moveTo>
                <a:lnTo>
                  <a:pt x="167335" y="253530"/>
                </a:lnTo>
                <a:lnTo>
                  <a:pt x="167335" y="404901"/>
                </a:lnTo>
                <a:lnTo>
                  <a:pt x="159457" y="408911"/>
                </a:lnTo>
                <a:lnTo>
                  <a:pt x="153182" y="414948"/>
                </a:lnTo>
                <a:lnTo>
                  <a:pt x="149137" y="422881"/>
                </a:lnTo>
                <a:lnTo>
                  <a:pt x="149034" y="423084"/>
                </a:lnTo>
                <a:lnTo>
                  <a:pt x="147535" y="433387"/>
                </a:lnTo>
                <a:lnTo>
                  <a:pt x="147535" y="446404"/>
                </a:lnTo>
                <a:lnTo>
                  <a:pt x="164156" y="446404"/>
                </a:lnTo>
                <a:lnTo>
                  <a:pt x="166979" y="433387"/>
                </a:lnTo>
                <a:lnTo>
                  <a:pt x="166979" y="422008"/>
                </a:lnTo>
                <a:lnTo>
                  <a:pt x="213299" y="422008"/>
                </a:lnTo>
                <a:lnTo>
                  <a:pt x="213151" y="421265"/>
                </a:lnTo>
                <a:lnTo>
                  <a:pt x="213040" y="420713"/>
                </a:lnTo>
                <a:lnTo>
                  <a:pt x="206332" y="411483"/>
                </a:lnTo>
                <a:lnTo>
                  <a:pt x="196835" y="405562"/>
                </a:lnTo>
                <a:lnTo>
                  <a:pt x="185928" y="402818"/>
                </a:lnTo>
                <a:lnTo>
                  <a:pt x="185928" y="253530"/>
                </a:lnTo>
                <a:close/>
              </a:path>
              <a:path w="353695" h="466089">
                <a:moveTo>
                  <a:pt x="253638" y="253530"/>
                </a:moveTo>
                <a:lnTo>
                  <a:pt x="186342" y="253530"/>
                </a:lnTo>
                <a:lnTo>
                  <a:pt x="294551" y="286689"/>
                </a:lnTo>
                <a:lnTo>
                  <a:pt x="265226" y="404621"/>
                </a:lnTo>
                <a:lnTo>
                  <a:pt x="257086" y="408570"/>
                </a:lnTo>
                <a:lnTo>
                  <a:pt x="250593" y="414632"/>
                </a:lnTo>
                <a:lnTo>
                  <a:pt x="246295" y="422881"/>
                </a:lnTo>
                <a:lnTo>
                  <a:pt x="244741" y="433387"/>
                </a:lnTo>
                <a:lnTo>
                  <a:pt x="244741" y="446404"/>
                </a:lnTo>
                <a:lnTo>
                  <a:pt x="261349" y="446404"/>
                </a:lnTo>
                <a:lnTo>
                  <a:pt x="264172" y="433387"/>
                </a:lnTo>
                <a:lnTo>
                  <a:pt x="264172" y="422008"/>
                </a:lnTo>
                <a:lnTo>
                  <a:pt x="310615" y="422008"/>
                </a:lnTo>
                <a:lnTo>
                  <a:pt x="310474" y="421265"/>
                </a:lnTo>
                <a:lnTo>
                  <a:pt x="304355" y="412243"/>
                </a:lnTo>
                <a:lnTo>
                  <a:pt x="295598" y="406214"/>
                </a:lnTo>
                <a:lnTo>
                  <a:pt x="285381" y="403072"/>
                </a:lnTo>
                <a:lnTo>
                  <a:pt x="320064" y="267360"/>
                </a:lnTo>
                <a:lnTo>
                  <a:pt x="299351" y="267360"/>
                </a:lnTo>
                <a:lnTo>
                  <a:pt x="253638" y="253530"/>
                </a:lnTo>
                <a:close/>
              </a:path>
              <a:path w="353695" h="466089">
                <a:moveTo>
                  <a:pt x="346786" y="439889"/>
                </a:moveTo>
                <a:lnTo>
                  <a:pt x="340309" y="439889"/>
                </a:lnTo>
                <a:lnTo>
                  <a:pt x="337002" y="441573"/>
                </a:lnTo>
                <a:lnTo>
                  <a:pt x="332206" y="444779"/>
                </a:lnTo>
                <a:lnTo>
                  <a:pt x="324116" y="446404"/>
                </a:lnTo>
                <a:lnTo>
                  <a:pt x="351116" y="446404"/>
                </a:lnTo>
                <a:lnTo>
                  <a:pt x="346786" y="439889"/>
                </a:lnTo>
                <a:close/>
              </a:path>
              <a:path w="353695" h="466089">
                <a:moveTo>
                  <a:pt x="270258" y="193535"/>
                </a:moveTo>
                <a:lnTo>
                  <a:pt x="185928" y="193535"/>
                </a:lnTo>
                <a:lnTo>
                  <a:pt x="310261" y="223519"/>
                </a:lnTo>
                <a:lnTo>
                  <a:pt x="299430" y="267042"/>
                </a:lnTo>
                <a:lnTo>
                  <a:pt x="299351" y="267360"/>
                </a:lnTo>
                <a:lnTo>
                  <a:pt x="320064" y="267360"/>
                </a:lnTo>
                <a:lnTo>
                  <a:pt x="329966" y="228612"/>
                </a:lnTo>
                <a:lnTo>
                  <a:pt x="330047" y="228295"/>
                </a:lnTo>
                <a:lnTo>
                  <a:pt x="348162" y="228295"/>
                </a:lnTo>
                <a:lnTo>
                  <a:pt x="349465" y="226987"/>
                </a:lnTo>
                <a:lnTo>
                  <a:pt x="351078" y="223735"/>
                </a:lnTo>
                <a:lnTo>
                  <a:pt x="351078" y="217233"/>
                </a:lnTo>
                <a:lnTo>
                  <a:pt x="347853" y="212356"/>
                </a:lnTo>
                <a:lnTo>
                  <a:pt x="343001" y="210731"/>
                </a:lnTo>
                <a:lnTo>
                  <a:pt x="302958" y="201269"/>
                </a:lnTo>
                <a:lnTo>
                  <a:pt x="302958" y="196672"/>
                </a:lnTo>
                <a:lnTo>
                  <a:pt x="283527" y="196672"/>
                </a:lnTo>
                <a:lnTo>
                  <a:pt x="270258" y="193535"/>
                </a:lnTo>
                <a:close/>
              </a:path>
              <a:path w="353695" h="466089">
                <a:moveTo>
                  <a:pt x="269559" y="193370"/>
                </a:moveTo>
                <a:lnTo>
                  <a:pt x="167335" y="193370"/>
                </a:lnTo>
                <a:lnTo>
                  <a:pt x="167335" y="233184"/>
                </a:lnTo>
                <a:lnTo>
                  <a:pt x="53987" y="267042"/>
                </a:lnTo>
                <a:lnTo>
                  <a:pt x="122660" y="267042"/>
                </a:lnTo>
                <a:lnTo>
                  <a:pt x="167335" y="253530"/>
                </a:lnTo>
                <a:lnTo>
                  <a:pt x="253638" y="253530"/>
                </a:lnTo>
                <a:lnTo>
                  <a:pt x="185928" y="233044"/>
                </a:lnTo>
                <a:lnTo>
                  <a:pt x="185928" y="193535"/>
                </a:lnTo>
                <a:lnTo>
                  <a:pt x="270258" y="193535"/>
                </a:lnTo>
                <a:lnTo>
                  <a:pt x="269559" y="193370"/>
                </a:lnTo>
                <a:close/>
              </a:path>
              <a:path w="353695" h="466089">
                <a:moveTo>
                  <a:pt x="254381" y="97345"/>
                </a:moveTo>
                <a:lnTo>
                  <a:pt x="98894" y="97345"/>
                </a:lnTo>
                <a:lnTo>
                  <a:pt x="79694" y="101045"/>
                </a:lnTo>
                <a:lnTo>
                  <a:pt x="64285" y="111239"/>
                </a:lnTo>
                <a:lnTo>
                  <a:pt x="54037" y="126567"/>
                </a:lnTo>
                <a:lnTo>
                  <a:pt x="50317" y="145668"/>
                </a:lnTo>
                <a:lnTo>
                  <a:pt x="50317" y="200748"/>
                </a:lnTo>
                <a:lnTo>
                  <a:pt x="8089" y="210731"/>
                </a:lnTo>
                <a:lnTo>
                  <a:pt x="3238" y="212356"/>
                </a:lnTo>
                <a:lnTo>
                  <a:pt x="0" y="217233"/>
                </a:lnTo>
                <a:lnTo>
                  <a:pt x="1460" y="223075"/>
                </a:lnTo>
                <a:lnTo>
                  <a:pt x="1571" y="223519"/>
                </a:lnTo>
                <a:lnTo>
                  <a:pt x="1625" y="223735"/>
                </a:lnTo>
                <a:lnTo>
                  <a:pt x="3133" y="228295"/>
                </a:lnTo>
                <a:lnTo>
                  <a:pt x="3238" y="228612"/>
                </a:lnTo>
                <a:lnTo>
                  <a:pt x="8089" y="231863"/>
                </a:lnTo>
                <a:lnTo>
                  <a:pt x="12941" y="230238"/>
                </a:lnTo>
                <a:lnTo>
                  <a:pt x="23063" y="227825"/>
                </a:lnTo>
                <a:lnTo>
                  <a:pt x="44132" y="227825"/>
                </a:lnTo>
                <a:lnTo>
                  <a:pt x="43104" y="223735"/>
                </a:lnTo>
                <a:lnTo>
                  <a:pt x="43050" y="223519"/>
                </a:lnTo>
                <a:lnTo>
                  <a:pt x="42938" y="223075"/>
                </a:lnTo>
                <a:lnTo>
                  <a:pt x="155687" y="196151"/>
                </a:lnTo>
                <a:lnTo>
                  <a:pt x="69748" y="196151"/>
                </a:lnTo>
                <a:lnTo>
                  <a:pt x="69748" y="145668"/>
                </a:lnTo>
                <a:lnTo>
                  <a:pt x="72025" y="134344"/>
                </a:lnTo>
                <a:lnTo>
                  <a:pt x="78249" y="125133"/>
                </a:lnTo>
                <a:lnTo>
                  <a:pt x="87509" y="118940"/>
                </a:lnTo>
                <a:lnTo>
                  <a:pt x="98894" y="116674"/>
                </a:lnTo>
                <a:lnTo>
                  <a:pt x="292153" y="116674"/>
                </a:lnTo>
                <a:lnTo>
                  <a:pt x="288385" y="111239"/>
                </a:lnTo>
                <a:lnTo>
                  <a:pt x="272901" y="101045"/>
                </a:lnTo>
                <a:lnTo>
                  <a:pt x="254381" y="97345"/>
                </a:lnTo>
                <a:close/>
              </a:path>
              <a:path w="353695" h="466089">
                <a:moveTo>
                  <a:pt x="348162" y="228295"/>
                </a:moveTo>
                <a:lnTo>
                  <a:pt x="330047" y="228295"/>
                </a:lnTo>
                <a:lnTo>
                  <a:pt x="338137" y="230238"/>
                </a:lnTo>
                <a:lnTo>
                  <a:pt x="346227" y="230238"/>
                </a:lnTo>
                <a:lnTo>
                  <a:pt x="348162" y="228295"/>
                </a:lnTo>
                <a:close/>
              </a:path>
              <a:path w="353695" h="466089">
                <a:moveTo>
                  <a:pt x="292153" y="116674"/>
                </a:moveTo>
                <a:lnTo>
                  <a:pt x="254381" y="116674"/>
                </a:lnTo>
                <a:lnTo>
                  <a:pt x="265766" y="118940"/>
                </a:lnTo>
                <a:lnTo>
                  <a:pt x="275026" y="125133"/>
                </a:lnTo>
                <a:lnTo>
                  <a:pt x="281250" y="134344"/>
                </a:lnTo>
                <a:lnTo>
                  <a:pt x="283527" y="145668"/>
                </a:lnTo>
                <a:lnTo>
                  <a:pt x="283527" y="196672"/>
                </a:lnTo>
                <a:lnTo>
                  <a:pt x="302958" y="196672"/>
                </a:lnTo>
                <a:lnTo>
                  <a:pt x="302958" y="145668"/>
                </a:lnTo>
                <a:lnTo>
                  <a:pt x="299011" y="126567"/>
                </a:lnTo>
                <a:lnTo>
                  <a:pt x="292153" y="116674"/>
                </a:lnTo>
                <a:close/>
              </a:path>
              <a:path w="353695" h="466089">
                <a:moveTo>
                  <a:pt x="177965" y="171716"/>
                </a:moveTo>
                <a:lnTo>
                  <a:pt x="173113" y="171716"/>
                </a:lnTo>
                <a:lnTo>
                  <a:pt x="69748" y="196151"/>
                </a:lnTo>
                <a:lnTo>
                  <a:pt x="155687" y="196151"/>
                </a:lnTo>
                <a:lnTo>
                  <a:pt x="167335" y="193370"/>
                </a:lnTo>
                <a:lnTo>
                  <a:pt x="269559" y="193370"/>
                </a:lnTo>
                <a:lnTo>
                  <a:pt x="177965" y="171716"/>
                </a:lnTo>
                <a:close/>
              </a:path>
              <a:path w="353695" h="466089">
                <a:moveTo>
                  <a:pt x="230276" y="135623"/>
                </a:moveTo>
                <a:lnTo>
                  <a:pt x="121373" y="135623"/>
                </a:lnTo>
                <a:lnTo>
                  <a:pt x="118122" y="138899"/>
                </a:lnTo>
                <a:lnTo>
                  <a:pt x="118122" y="150380"/>
                </a:lnTo>
                <a:lnTo>
                  <a:pt x="121373" y="155308"/>
                </a:lnTo>
                <a:lnTo>
                  <a:pt x="230276" y="155308"/>
                </a:lnTo>
                <a:lnTo>
                  <a:pt x="235153" y="150380"/>
                </a:lnTo>
                <a:lnTo>
                  <a:pt x="235153" y="138899"/>
                </a:lnTo>
                <a:lnTo>
                  <a:pt x="230276" y="135623"/>
                </a:lnTo>
                <a:close/>
              </a:path>
              <a:path w="353695" h="466089">
                <a:moveTo>
                  <a:pt x="220446" y="0"/>
                </a:moveTo>
                <a:lnTo>
                  <a:pt x="131216" y="0"/>
                </a:lnTo>
                <a:lnTo>
                  <a:pt x="127965" y="3225"/>
                </a:lnTo>
                <a:lnTo>
                  <a:pt x="127965" y="97345"/>
                </a:lnTo>
                <a:lnTo>
                  <a:pt x="147434" y="97345"/>
                </a:lnTo>
                <a:lnTo>
                  <a:pt x="147434" y="77647"/>
                </a:lnTo>
                <a:lnTo>
                  <a:pt x="225310" y="77647"/>
                </a:lnTo>
                <a:lnTo>
                  <a:pt x="225310" y="57962"/>
                </a:lnTo>
                <a:lnTo>
                  <a:pt x="147434" y="57962"/>
                </a:lnTo>
                <a:lnTo>
                  <a:pt x="147434" y="19316"/>
                </a:lnTo>
                <a:lnTo>
                  <a:pt x="225310" y="19316"/>
                </a:lnTo>
                <a:lnTo>
                  <a:pt x="225310" y="3225"/>
                </a:lnTo>
                <a:lnTo>
                  <a:pt x="220446" y="0"/>
                </a:lnTo>
                <a:close/>
              </a:path>
              <a:path w="353695" h="466089">
                <a:moveTo>
                  <a:pt x="225310" y="77647"/>
                </a:moveTo>
                <a:lnTo>
                  <a:pt x="205841" y="77647"/>
                </a:lnTo>
                <a:lnTo>
                  <a:pt x="205841" y="97345"/>
                </a:lnTo>
                <a:lnTo>
                  <a:pt x="225310" y="97345"/>
                </a:lnTo>
                <a:lnTo>
                  <a:pt x="225310" y="77647"/>
                </a:lnTo>
                <a:close/>
              </a:path>
              <a:path w="353695" h="466089">
                <a:moveTo>
                  <a:pt x="225310" y="19316"/>
                </a:moveTo>
                <a:lnTo>
                  <a:pt x="205841" y="19316"/>
                </a:lnTo>
                <a:lnTo>
                  <a:pt x="205841" y="57962"/>
                </a:lnTo>
                <a:lnTo>
                  <a:pt x="225310" y="57962"/>
                </a:lnTo>
                <a:lnTo>
                  <a:pt x="225310" y="19316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Graphic 222">
            <a:extLst>
              <a:ext uri="{FF2B5EF4-FFF2-40B4-BE49-F238E27FC236}">
                <a16:creationId xmlns:a16="http://schemas.microsoft.com/office/drawing/2014/main" id="{1B6FB0AC-C49A-364A-64C8-1E179D923C19}"/>
              </a:ext>
            </a:extLst>
          </p:cNvPr>
          <p:cNvSpPr/>
          <p:nvPr/>
        </p:nvSpPr>
        <p:spPr>
          <a:xfrm>
            <a:off x="7948760" y="3487710"/>
            <a:ext cx="349442" cy="466090"/>
          </a:xfrm>
          <a:custGeom>
            <a:avLst/>
            <a:gdLst>
              <a:gd name="connsiteX0" fmla="*/ 260698 w 262010"/>
              <a:gd name="connsiteY0" fmla="*/ 333661 h 349472"/>
              <a:gd name="connsiteX1" fmla="*/ 251022 w 262010"/>
              <a:gd name="connsiteY1" fmla="*/ 331184 h 349472"/>
              <a:gd name="connsiteX2" fmla="*/ 236510 w 262010"/>
              <a:gd name="connsiteY2" fmla="*/ 332422 h 349472"/>
              <a:gd name="connsiteX3" fmla="*/ 232905 w 262010"/>
              <a:gd name="connsiteY3" fmla="*/ 325088 h 349472"/>
              <a:gd name="connsiteX4" fmla="*/ 212417 w 262010"/>
              <a:gd name="connsiteY4" fmla="*/ 302324 h 349472"/>
              <a:gd name="connsiteX5" fmla="*/ 245805 w 262010"/>
              <a:gd name="connsiteY5" fmla="*/ 171260 h 349472"/>
              <a:gd name="connsiteX6" fmla="*/ 251876 w 262010"/>
              <a:gd name="connsiteY6" fmla="*/ 172688 h 349472"/>
              <a:gd name="connsiteX7" fmla="*/ 254248 w 262010"/>
              <a:gd name="connsiteY7" fmla="*/ 172688 h 349472"/>
              <a:gd name="connsiteX8" fmla="*/ 261457 w 262010"/>
              <a:gd name="connsiteY8" fmla="*/ 167830 h 349472"/>
              <a:gd name="connsiteX9" fmla="*/ 255386 w 262010"/>
              <a:gd name="connsiteY9" fmla="*/ 158115 h 349472"/>
              <a:gd name="connsiteX10" fmla="*/ 225506 w 262010"/>
              <a:gd name="connsiteY10" fmla="*/ 150971 h 349472"/>
              <a:gd name="connsiteX11" fmla="*/ 225506 w 262010"/>
              <a:gd name="connsiteY11" fmla="*/ 109252 h 349472"/>
              <a:gd name="connsiteX12" fmla="*/ 189177 w 262010"/>
              <a:gd name="connsiteY12" fmla="*/ 72962 h 349472"/>
              <a:gd name="connsiteX13" fmla="*/ 167455 w 262010"/>
              <a:gd name="connsiteY13" fmla="*/ 72962 h 349472"/>
              <a:gd name="connsiteX14" fmla="*/ 167455 w 262010"/>
              <a:gd name="connsiteY14" fmla="*/ 7239 h 349472"/>
              <a:gd name="connsiteX15" fmla="*/ 160152 w 262010"/>
              <a:gd name="connsiteY15" fmla="*/ 0 h 349472"/>
              <a:gd name="connsiteX16" fmla="*/ 102006 w 262010"/>
              <a:gd name="connsiteY16" fmla="*/ 0 h 349472"/>
              <a:gd name="connsiteX17" fmla="*/ 94702 w 262010"/>
              <a:gd name="connsiteY17" fmla="*/ 7239 h 349472"/>
              <a:gd name="connsiteX18" fmla="*/ 94702 w 262010"/>
              <a:gd name="connsiteY18" fmla="*/ 72962 h 349472"/>
              <a:gd name="connsiteX19" fmla="*/ 72980 w 262010"/>
              <a:gd name="connsiteY19" fmla="*/ 72962 h 349472"/>
              <a:gd name="connsiteX20" fmla="*/ 36651 w 262010"/>
              <a:gd name="connsiteY20" fmla="*/ 109252 h 349472"/>
              <a:gd name="connsiteX21" fmla="*/ 36651 w 262010"/>
              <a:gd name="connsiteY21" fmla="*/ 150590 h 349472"/>
              <a:gd name="connsiteX22" fmla="*/ 5159 w 262010"/>
              <a:gd name="connsiteY22" fmla="*/ 158115 h 349472"/>
              <a:gd name="connsiteX23" fmla="*/ 321 w 262010"/>
              <a:gd name="connsiteY23" fmla="*/ 167830 h 349472"/>
              <a:gd name="connsiteX24" fmla="*/ 8763 w 262010"/>
              <a:gd name="connsiteY24" fmla="*/ 172688 h 349472"/>
              <a:gd name="connsiteX25" fmla="*/ 16352 w 262010"/>
              <a:gd name="connsiteY25" fmla="*/ 170878 h 349472"/>
              <a:gd name="connsiteX26" fmla="*/ 49741 w 262010"/>
              <a:gd name="connsiteY26" fmla="*/ 304419 h 349472"/>
              <a:gd name="connsiteX27" fmla="*/ 36651 w 262010"/>
              <a:gd name="connsiteY27" fmla="*/ 325088 h 349472"/>
              <a:gd name="connsiteX28" fmla="*/ 31813 w 262010"/>
              <a:gd name="connsiteY28" fmla="*/ 332422 h 349472"/>
              <a:gd name="connsiteX29" fmla="*/ 18533 w 262010"/>
              <a:gd name="connsiteY29" fmla="*/ 332422 h 349472"/>
              <a:gd name="connsiteX30" fmla="*/ 8858 w 262010"/>
              <a:gd name="connsiteY30" fmla="*/ 334899 h 349472"/>
              <a:gd name="connsiteX31" fmla="*/ 11324 w 262010"/>
              <a:gd name="connsiteY31" fmla="*/ 344615 h 349472"/>
              <a:gd name="connsiteX32" fmla="*/ 39117 w 262010"/>
              <a:gd name="connsiteY32" fmla="*/ 344615 h 349472"/>
              <a:gd name="connsiteX33" fmla="*/ 51258 w 262010"/>
              <a:gd name="connsiteY33" fmla="*/ 325088 h 349472"/>
              <a:gd name="connsiteX34" fmla="*/ 62167 w 262010"/>
              <a:gd name="connsiteY34" fmla="*/ 316516 h 349472"/>
              <a:gd name="connsiteX35" fmla="*/ 73075 w 262010"/>
              <a:gd name="connsiteY35" fmla="*/ 325088 h 349472"/>
              <a:gd name="connsiteX36" fmla="*/ 98496 w 262010"/>
              <a:gd name="connsiteY36" fmla="*/ 349472 h 349472"/>
              <a:gd name="connsiteX37" fmla="*/ 123917 w 262010"/>
              <a:gd name="connsiteY37" fmla="*/ 325088 h 349472"/>
              <a:gd name="connsiteX38" fmla="*/ 134825 w 262010"/>
              <a:gd name="connsiteY38" fmla="*/ 316516 h 349472"/>
              <a:gd name="connsiteX39" fmla="*/ 145734 w 262010"/>
              <a:gd name="connsiteY39" fmla="*/ 325088 h 349472"/>
              <a:gd name="connsiteX40" fmla="*/ 171155 w 262010"/>
              <a:gd name="connsiteY40" fmla="*/ 349472 h 349472"/>
              <a:gd name="connsiteX41" fmla="*/ 196576 w 262010"/>
              <a:gd name="connsiteY41" fmla="*/ 325088 h 349472"/>
              <a:gd name="connsiteX42" fmla="*/ 207484 w 262010"/>
              <a:gd name="connsiteY42" fmla="*/ 316516 h 349472"/>
              <a:gd name="connsiteX43" fmla="*/ 218392 w 262010"/>
              <a:gd name="connsiteY43" fmla="*/ 325088 h 349472"/>
              <a:gd name="connsiteX44" fmla="*/ 229301 w 262010"/>
              <a:gd name="connsiteY44" fmla="*/ 344615 h 349472"/>
              <a:gd name="connsiteX45" fmla="*/ 258326 w 262010"/>
              <a:gd name="connsiteY45" fmla="*/ 344615 h 349472"/>
              <a:gd name="connsiteX46" fmla="*/ 260792 w 262010"/>
              <a:gd name="connsiteY46" fmla="*/ 333661 h 349472"/>
              <a:gd name="connsiteX47" fmla="*/ 222851 w 262010"/>
              <a:gd name="connsiteY47" fmla="*/ 200597 h 349472"/>
              <a:gd name="connsiteX48" fmla="*/ 138145 w 262010"/>
              <a:gd name="connsiteY48" fmla="*/ 174879 h 349472"/>
              <a:gd name="connsiteX49" fmla="*/ 138145 w 262010"/>
              <a:gd name="connsiteY49" fmla="*/ 145256 h 349472"/>
              <a:gd name="connsiteX50" fmla="*/ 231008 w 262010"/>
              <a:gd name="connsiteY50" fmla="*/ 167735 h 349472"/>
              <a:gd name="connsiteX51" fmla="*/ 222851 w 262010"/>
              <a:gd name="connsiteY51" fmla="*/ 200597 h 349472"/>
              <a:gd name="connsiteX52" fmla="*/ 153037 w 262010"/>
              <a:gd name="connsiteY52" fmla="*/ 14573 h 349472"/>
              <a:gd name="connsiteX53" fmla="*/ 153037 w 262010"/>
              <a:gd name="connsiteY53" fmla="*/ 43529 h 349472"/>
              <a:gd name="connsiteX54" fmla="*/ 109404 w 262010"/>
              <a:gd name="connsiteY54" fmla="*/ 43529 h 349472"/>
              <a:gd name="connsiteX55" fmla="*/ 109404 w 262010"/>
              <a:gd name="connsiteY55" fmla="*/ 14573 h 349472"/>
              <a:gd name="connsiteX56" fmla="*/ 153037 w 262010"/>
              <a:gd name="connsiteY56" fmla="*/ 14573 h 349472"/>
              <a:gd name="connsiteX57" fmla="*/ 109404 w 262010"/>
              <a:gd name="connsiteY57" fmla="*/ 58293 h 349472"/>
              <a:gd name="connsiteX58" fmla="*/ 153037 w 262010"/>
              <a:gd name="connsiteY58" fmla="*/ 58293 h 349472"/>
              <a:gd name="connsiteX59" fmla="*/ 153037 w 262010"/>
              <a:gd name="connsiteY59" fmla="*/ 73057 h 349472"/>
              <a:gd name="connsiteX60" fmla="*/ 109404 w 262010"/>
              <a:gd name="connsiteY60" fmla="*/ 73057 h 349472"/>
              <a:gd name="connsiteX61" fmla="*/ 109404 w 262010"/>
              <a:gd name="connsiteY61" fmla="*/ 58293 h 349472"/>
              <a:gd name="connsiteX62" fmla="*/ 51353 w 262010"/>
              <a:gd name="connsiteY62" fmla="*/ 109347 h 349472"/>
              <a:gd name="connsiteX63" fmla="*/ 73170 w 262010"/>
              <a:gd name="connsiteY63" fmla="*/ 87630 h 349472"/>
              <a:gd name="connsiteX64" fmla="*/ 189272 w 262010"/>
              <a:gd name="connsiteY64" fmla="*/ 87630 h 349472"/>
              <a:gd name="connsiteX65" fmla="*/ 211089 w 262010"/>
              <a:gd name="connsiteY65" fmla="*/ 109347 h 349472"/>
              <a:gd name="connsiteX66" fmla="*/ 211089 w 262010"/>
              <a:gd name="connsiteY66" fmla="*/ 147638 h 349472"/>
              <a:gd name="connsiteX67" fmla="*/ 132264 w 262010"/>
              <a:gd name="connsiteY67" fmla="*/ 128873 h 349472"/>
              <a:gd name="connsiteX68" fmla="*/ 128660 w 262010"/>
              <a:gd name="connsiteY68" fmla="*/ 128873 h 349472"/>
              <a:gd name="connsiteX69" fmla="*/ 51448 w 262010"/>
              <a:gd name="connsiteY69" fmla="*/ 147161 h 349472"/>
              <a:gd name="connsiteX70" fmla="*/ 51448 w 262010"/>
              <a:gd name="connsiteY70" fmla="*/ 109252 h 349472"/>
              <a:gd name="connsiteX71" fmla="*/ 124202 w 262010"/>
              <a:gd name="connsiteY71" fmla="*/ 145066 h 349472"/>
              <a:gd name="connsiteX72" fmla="*/ 124202 w 262010"/>
              <a:gd name="connsiteY72" fmla="*/ 174879 h 349472"/>
              <a:gd name="connsiteX73" fmla="*/ 39496 w 262010"/>
              <a:gd name="connsiteY73" fmla="*/ 200311 h 349472"/>
              <a:gd name="connsiteX74" fmla="*/ 31244 w 262010"/>
              <a:gd name="connsiteY74" fmla="*/ 167354 h 349472"/>
              <a:gd name="connsiteX75" fmla="*/ 124202 w 262010"/>
              <a:gd name="connsiteY75" fmla="*/ 145066 h 349472"/>
              <a:gd name="connsiteX76" fmla="*/ 109499 w 262010"/>
              <a:gd name="connsiteY76" fmla="*/ 325088 h 349472"/>
              <a:gd name="connsiteX77" fmla="*/ 98591 w 262010"/>
              <a:gd name="connsiteY77" fmla="*/ 334804 h 349472"/>
              <a:gd name="connsiteX78" fmla="*/ 87683 w 262010"/>
              <a:gd name="connsiteY78" fmla="*/ 325088 h 349472"/>
              <a:gd name="connsiteX79" fmla="*/ 65107 w 262010"/>
              <a:gd name="connsiteY79" fmla="*/ 302133 h 349472"/>
              <a:gd name="connsiteX80" fmla="*/ 43291 w 262010"/>
              <a:gd name="connsiteY80" fmla="*/ 214789 h 349472"/>
              <a:gd name="connsiteX81" fmla="*/ 124297 w 262010"/>
              <a:gd name="connsiteY81" fmla="*/ 190214 h 349472"/>
              <a:gd name="connsiteX82" fmla="*/ 124297 w 262010"/>
              <a:gd name="connsiteY82" fmla="*/ 303752 h 349472"/>
              <a:gd name="connsiteX83" fmla="*/ 109499 w 262010"/>
              <a:gd name="connsiteY83" fmla="*/ 325088 h 349472"/>
              <a:gd name="connsiteX84" fmla="*/ 182063 w 262010"/>
              <a:gd name="connsiteY84" fmla="*/ 325088 h 349472"/>
              <a:gd name="connsiteX85" fmla="*/ 171155 w 262010"/>
              <a:gd name="connsiteY85" fmla="*/ 334804 h 349472"/>
              <a:gd name="connsiteX86" fmla="*/ 160246 w 262010"/>
              <a:gd name="connsiteY86" fmla="*/ 325088 h 349472"/>
              <a:gd name="connsiteX87" fmla="*/ 138145 w 262010"/>
              <a:gd name="connsiteY87" fmla="*/ 302133 h 349472"/>
              <a:gd name="connsiteX88" fmla="*/ 138145 w 262010"/>
              <a:gd name="connsiteY88" fmla="*/ 190119 h 349472"/>
              <a:gd name="connsiteX89" fmla="*/ 219246 w 262010"/>
              <a:gd name="connsiteY89" fmla="*/ 215074 h 349472"/>
              <a:gd name="connsiteX90" fmla="*/ 197335 w 262010"/>
              <a:gd name="connsiteY90" fmla="*/ 303562 h 349472"/>
              <a:gd name="connsiteX91" fmla="*/ 182063 w 262010"/>
              <a:gd name="connsiteY91" fmla="*/ 325088 h 349472"/>
              <a:gd name="connsiteX92" fmla="*/ 167645 w 262010"/>
              <a:gd name="connsiteY92" fmla="*/ 116586 h 349472"/>
              <a:gd name="connsiteX93" fmla="*/ 94797 w 262010"/>
              <a:gd name="connsiteY93" fmla="*/ 116586 h 349472"/>
              <a:gd name="connsiteX94" fmla="*/ 87493 w 262010"/>
              <a:gd name="connsiteY94" fmla="*/ 109157 h 349472"/>
              <a:gd name="connsiteX95" fmla="*/ 94797 w 262010"/>
              <a:gd name="connsiteY95" fmla="*/ 101727 h 349472"/>
              <a:gd name="connsiteX96" fmla="*/ 167645 w 262010"/>
              <a:gd name="connsiteY96" fmla="*/ 101727 h 349472"/>
              <a:gd name="connsiteX97" fmla="*/ 174949 w 262010"/>
              <a:gd name="connsiteY97" fmla="*/ 109157 h 349472"/>
              <a:gd name="connsiteX98" fmla="*/ 167645 w 262010"/>
              <a:gd name="connsiteY98" fmla="*/ 116586 h 349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262010" h="349472">
                <a:moveTo>
                  <a:pt x="260698" y="333661"/>
                </a:moveTo>
                <a:cubicBezTo>
                  <a:pt x="258231" y="330041"/>
                  <a:pt x="253394" y="330041"/>
                  <a:pt x="251022" y="331184"/>
                </a:cubicBezTo>
                <a:cubicBezTo>
                  <a:pt x="247418" y="333661"/>
                  <a:pt x="241347" y="334804"/>
                  <a:pt x="236510" y="332422"/>
                </a:cubicBezTo>
                <a:cubicBezTo>
                  <a:pt x="232905" y="329946"/>
                  <a:pt x="232905" y="326326"/>
                  <a:pt x="232905" y="325088"/>
                </a:cubicBezTo>
                <a:cubicBezTo>
                  <a:pt x="232905" y="311372"/>
                  <a:pt x="222945" y="304038"/>
                  <a:pt x="212417" y="302324"/>
                </a:cubicBezTo>
                <a:lnTo>
                  <a:pt x="245805" y="171260"/>
                </a:lnTo>
                <a:cubicBezTo>
                  <a:pt x="247797" y="171736"/>
                  <a:pt x="249789" y="172212"/>
                  <a:pt x="251876" y="172688"/>
                </a:cubicBezTo>
                <a:lnTo>
                  <a:pt x="254248" y="172688"/>
                </a:lnTo>
                <a:cubicBezTo>
                  <a:pt x="257852" y="172688"/>
                  <a:pt x="260318" y="170212"/>
                  <a:pt x="261457" y="167830"/>
                </a:cubicBezTo>
                <a:cubicBezTo>
                  <a:pt x="261457" y="162973"/>
                  <a:pt x="259085" y="159258"/>
                  <a:pt x="255386" y="158115"/>
                </a:cubicBezTo>
                <a:cubicBezTo>
                  <a:pt x="255386" y="158115"/>
                  <a:pt x="245426" y="155734"/>
                  <a:pt x="225506" y="150971"/>
                </a:cubicBezTo>
                <a:lnTo>
                  <a:pt x="225506" y="109252"/>
                </a:lnTo>
                <a:cubicBezTo>
                  <a:pt x="225506" y="88678"/>
                  <a:pt x="208528" y="72962"/>
                  <a:pt x="189177" y="72962"/>
                </a:cubicBezTo>
                <a:lnTo>
                  <a:pt x="167455" y="72962"/>
                </a:lnTo>
                <a:lnTo>
                  <a:pt x="167455" y="7239"/>
                </a:lnTo>
                <a:cubicBezTo>
                  <a:pt x="167455" y="2381"/>
                  <a:pt x="163851" y="0"/>
                  <a:pt x="160152" y="0"/>
                </a:cubicBezTo>
                <a:lnTo>
                  <a:pt x="102006" y="0"/>
                </a:lnTo>
                <a:cubicBezTo>
                  <a:pt x="97168" y="0"/>
                  <a:pt x="94702" y="2381"/>
                  <a:pt x="94702" y="7239"/>
                </a:cubicBezTo>
                <a:lnTo>
                  <a:pt x="94702" y="72962"/>
                </a:lnTo>
                <a:lnTo>
                  <a:pt x="72980" y="72962"/>
                </a:lnTo>
                <a:cubicBezTo>
                  <a:pt x="52397" y="72962"/>
                  <a:pt x="36651" y="88678"/>
                  <a:pt x="36651" y="109252"/>
                </a:cubicBezTo>
                <a:lnTo>
                  <a:pt x="36651" y="150590"/>
                </a:lnTo>
                <a:cubicBezTo>
                  <a:pt x="27165" y="152876"/>
                  <a:pt x="16636" y="155353"/>
                  <a:pt x="5159" y="158115"/>
                </a:cubicBezTo>
                <a:cubicBezTo>
                  <a:pt x="1554" y="159353"/>
                  <a:pt x="-912" y="162973"/>
                  <a:pt x="321" y="167830"/>
                </a:cubicBezTo>
                <a:cubicBezTo>
                  <a:pt x="1554" y="171450"/>
                  <a:pt x="5159" y="173926"/>
                  <a:pt x="8763" y="172688"/>
                </a:cubicBezTo>
                <a:cubicBezTo>
                  <a:pt x="8763" y="172688"/>
                  <a:pt x="8763" y="172688"/>
                  <a:pt x="16352" y="170878"/>
                </a:cubicBezTo>
                <a:lnTo>
                  <a:pt x="49741" y="304419"/>
                </a:lnTo>
                <a:cubicBezTo>
                  <a:pt x="42152" y="307753"/>
                  <a:pt x="36651" y="314420"/>
                  <a:pt x="36651" y="325088"/>
                </a:cubicBezTo>
                <a:cubicBezTo>
                  <a:pt x="36651" y="328708"/>
                  <a:pt x="35418" y="331184"/>
                  <a:pt x="31813" y="332422"/>
                </a:cubicBezTo>
                <a:cubicBezTo>
                  <a:pt x="28209" y="334899"/>
                  <a:pt x="22138" y="334899"/>
                  <a:pt x="18533" y="332422"/>
                </a:cubicBezTo>
                <a:cubicBezTo>
                  <a:pt x="14929" y="329946"/>
                  <a:pt x="10091" y="331184"/>
                  <a:pt x="8858" y="334899"/>
                </a:cubicBezTo>
                <a:cubicBezTo>
                  <a:pt x="6392" y="337376"/>
                  <a:pt x="7625" y="342233"/>
                  <a:pt x="11324" y="344615"/>
                </a:cubicBezTo>
                <a:cubicBezTo>
                  <a:pt x="18628" y="349472"/>
                  <a:pt x="30675" y="349472"/>
                  <a:pt x="39117" y="344615"/>
                </a:cubicBezTo>
                <a:cubicBezTo>
                  <a:pt x="46421" y="340995"/>
                  <a:pt x="51258" y="333661"/>
                  <a:pt x="51258" y="325088"/>
                </a:cubicBezTo>
                <a:cubicBezTo>
                  <a:pt x="51258" y="316516"/>
                  <a:pt x="60934" y="316516"/>
                  <a:pt x="62167" y="316516"/>
                </a:cubicBezTo>
                <a:cubicBezTo>
                  <a:pt x="63400" y="316516"/>
                  <a:pt x="73075" y="316516"/>
                  <a:pt x="73075" y="325088"/>
                </a:cubicBezTo>
                <a:cubicBezTo>
                  <a:pt x="73075" y="340995"/>
                  <a:pt x="85216" y="349472"/>
                  <a:pt x="98496" y="349472"/>
                </a:cubicBezTo>
                <a:cubicBezTo>
                  <a:pt x="110637" y="349472"/>
                  <a:pt x="123917" y="340900"/>
                  <a:pt x="123917" y="325088"/>
                </a:cubicBezTo>
                <a:cubicBezTo>
                  <a:pt x="123917" y="316516"/>
                  <a:pt x="133592" y="316516"/>
                  <a:pt x="134825" y="316516"/>
                </a:cubicBezTo>
                <a:cubicBezTo>
                  <a:pt x="136058" y="316516"/>
                  <a:pt x="145734" y="316516"/>
                  <a:pt x="145734" y="325088"/>
                </a:cubicBezTo>
                <a:cubicBezTo>
                  <a:pt x="145734" y="340995"/>
                  <a:pt x="157875" y="349472"/>
                  <a:pt x="171155" y="349472"/>
                </a:cubicBezTo>
                <a:cubicBezTo>
                  <a:pt x="183296" y="349472"/>
                  <a:pt x="196576" y="340900"/>
                  <a:pt x="196576" y="325088"/>
                </a:cubicBezTo>
                <a:cubicBezTo>
                  <a:pt x="196576" y="316516"/>
                  <a:pt x="206251" y="316516"/>
                  <a:pt x="207484" y="316516"/>
                </a:cubicBezTo>
                <a:cubicBezTo>
                  <a:pt x="208717" y="316516"/>
                  <a:pt x="218392" y="316516"/>
                  <a:pt x="218392" y="325088"/>
                </a:cubicBezTo>
                <a:cubicBezTo>
                  <a:pt x="218392" y="333661"/>
                  <a:pt x="221997" y="340995"/>
                  <a:pt x="229301" y="344615"/>
                </a:cubicBezTo>
                <a:cubicBezTo>
                  <a:pt x="238976" y="349472"/>
                  <a:pt x="249884" y="349472"/>
                  <a:pt x="258326" y="344615"/>
                </a:cubicBezTo>
                <a:cubicBezTo>
                  <a:pt x="261931" y="342138"/>
                  <a:pt x="263164" y="337280"/>
                  <a:pt x="260792" y="333661"/>
                </a:cubicBezTo>
                <a:close/>
                <a:moveTo>
                  <a:pt x="222851" y="200597"/>
                </a:moveTo>
                <a:cubicBezTo>
                  <a:pt x="213745" y="197834"/>
                  <a:pt x="191549" y="191072"/>
                  <a:pt x="138145" y="174879"/>
                </a:cubicBezTo>
                <a:lnTo>
                  <a:pt x="138145" y="145256"/>
                </a:lnTo>
                <a:cubicBezTo>
                  <a:pt x="148200" y="147733"/>
                  <a:pt x="172483" y="153543"/>
                  <a:pt x="231008" y="167735"/>
                </a:cubicBezTo>
                <a:lnTo>
                  <a:pt x="222851" y="200597"/>
                </a:lnTo>
                <a:close/>
                <a:moveTo>
                  <a:pt x="153037" y="14573"/>
                </a:moveTo>
                <a:lnTo>
                  <a:pt x="153037" y="43529"/>
                </a:lnTo>
                <a:lnTo>
                  <a:pt x="109404" y="43529"/>
                </a:lnTo>
                <a:lnTo>
                  <a:pt x="109404" y="14573"/>
                </a:lnTo>
                <a:lnTo>
                  <a:pt x="153037" y="14573"/>
                </a:lnTo>
                <a:close/>
                <a:moveTo>
                  <a:pt x="109404" y="58293"/>
                </a:moveTo>
                <a:lnTo>
                  <a:pt x="153037" y="58293"/>
                </a:lnTo>
                <a:lnTo>
                  <a:pt x="153037" y="73057"/>
                </a:lnTo>
                <a:lnTo>
                  <a:pt x="109404" y="73057"/>
                </a:lnTo>
                <a:lnTo>
                  <a:pt x="109404" y="58293"/>
                </a:lnTo>
                <a:close/>
                <a:moveTo>
                  <a:pt x="51353" y="109347"/>
                </a:moveTo>
                <a:cubicBezTo>
                  <a:pt x="51353" y="97250"/>
                  <a:pt x="61028" y="87630"/>
                  <a:pt x="73170" y="87630"/>
                </a:cubicBezTo>
                <a:lnTo>
                  <a:pt x="189272" y="87630"/>
                </a:lnTo>
                <a:cubicBezTo>
                  <a:pt x="201413" y="87630"/>
                  <a:pt x="211089" y="97250"/>
                  <a:pt x="211089" y="109347"/>
                </a:cubicBezTo>
                <a:lnTo>
                  <a:pt x="211089" y="147638"/>
                </a:lnTo>
                <a:cubicBezTo>
                  <a:pt x="193066" y="143351"/>
                  <a:pt x="167835" y="137351"/>
                  <a:pt x="132264" y="128873"/>
                </a:cubicBezTo>
                <a:lnTo>
                  <a:pt x="128660" y="128873"/>
                </a:lnTo>
                <a:cubicBezTo>
                  <a:pt x="128660" y="128873"/>
                  <a:pt x="128660" y="128873"/>
                  <a:pt x="51448" y="147161"/>
                </a:cubicBezTo>
                <a:lnTo>
                  <a:pt x="51448" y="109252"/>
                </a:lnTo>
                <a:close/>
                <a:moveTo>
                  <a:pt x="124202" y="145066"/>
                </a:moveTo>
                <a:lnTo>
                  <a:pt x="124202" y="174879"/>
                </a:lnTo>
                <a:cubicBezTo>
                  <a:pt x="116329" y="177260"/>
                  <a:pt x="95366" y="183547"/>
                  <a:pt x="39496" y="200311"/>
                </a:cubicBezTo>
                <a:lnTo>
                  <a:pt x="31244" y="167354"/>
                </a:lnTo>
                <a:cubicBezTo>
                  <a:pt x="47464" y="163449"/>
                  <a:pt x="75636" y="156686"/>
                  <a:pt x="124202" y="145066"/>
                </a:cubicBezTo>
                <a:close/>
                <a:moveTo>
                  <a:pt x="109499" y="325088"/>
                </a:moveTo>
                <a:cubicBezTo>
                  <a:pt x="109499" y="334804"/>
                  <a:pt x="99824" y="334804"/>
                  <a:pt x="98591" y="334804"/>
                </a:cubicBezTo>
                <a:cubicBezTo>
                  <a:pt x="97358" y="334804"/>
                  <a:pt x="87683" y="334804"/>
                  <a:pt x="87683" y="325088"/>
                </a:cubicBezTo>
                <a:cubicBezTo>
                  <a:pt x="87683" y="310420"/>
                  <a:pt x="76300" y="303181"/>
                  <a:pt x="65107" y="302133"/>
                </a:cubicBezTo>
                <a:lnTo>
                  <a:pt x="43291" y="214789"/>
                </a:lnTo>
                <a:cubicBezTo>
                  <a:pt x="52776" y="211931"/>
                  <a:pt x="74498" y="205359"/>
                  <a:pt x="124297" y="190214"/>
                </a:cubicBezTo>
                <a:lnTo>
                  <a:pt x="124297" y="303752"/>
                </a:lnTo>
                <a:cubicBezTo>
                  <a:pt x="115854" y="306800"/>
                  <a:pt x="109499" y="313658"/>
                  <a:pt x="109499" y="325088"/>
                </a:cubicBezTo>
                <a:close/>
                <a:moveTo>
                  <a:pt x="182063" y="325088"/>
                </a:moveTo>
                <a:cubicBezTo>
                  <a:pt x="182063" y="334804"/>
                  <a:pt x="172388" y="334804"/>
                  <a:pt x="171155" y="334804"/>
                </a:cubicBezTo>
                <a:cubicBezTo>
                  <a:pt x="169922" y="334804"/>
                  <a:pt x="160246" y="334804"/>
                  <a:pt x="160246" y="325088"/>
                </a:cubicBezTo>
                <a:cubicBezTo>
                  <a:pt x="160246" y="310610"/>
                  <a:pt x="149243" y="303371"/>
                  <a:pt x="138145" y="302133"/>
                </a:cubicBezTo>
                <a:lnTo>
                  <a:pt x="138145" y="190119"/>
                </a:lnTo>
                <a:cubicBezTo>
                  <a:pt x="147251" y="192881"/>
                  <a:pt x="168783" y="199549"/>
                  <a:pt x="219246" y="215074"/>
                </a:cubicBezTo>
                <a:lnTo>
                  <a:pt x="197335" y="303562"/>
                </a:lnTo>
                <a:cubicBezTo>
                  <a:pt x="188608" y="306515"/>
                  <a:pt x="182063" y="313468"/>
                  <a:pt x="182063" y="325088"/>
                </a:cubicBezTo>
                <a:close/>
                <a:moveTo>
                  <a:pt x="167645" y="116586"/>
                </a:moveTo>
                <a:lnTo>
                  <a:pt x="94797" y="116586"/>
                </a:lnTo>
                <a:cubicBezTo>
                  <a:pt x="89959" y="116586"/>
                  <a:pt x="87493" y="112871"/>
                  <a:pt x="87493" y="109157"/>
                </a:cubicBezTo>
                <a:cubicBezTo>
                  <a:pt x="87493" y="104203"/>
                  <a:pt x="89959" y="101727"/>
                  <a:pt x="94797" y="101727"/>
                </a:cubicBezTo>
                <a:lnTo>
                  <a:pt x="167645" y="101727"/>
                </a:lnTo>
                <a:cubicBezTo>
                  <a:pt x="171250" y="101727"/>
                  <a:pt x="174949" y="104203"/>
                  <a:pt x="174949" y="109157"/>
                </a:cubicBezTo>
                <a:cubicBezTo>
                  <a:pt x="174949" y="112871"/>
                  <a:pt x="171344" y="116586"/>
                  <a:pt x="167645" y="11658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0" name="Graphic 228">
            <a:extLst>
              <a:ext uri="{FF2B5EF4-FFF2-40B4-BE49-F238E27FC236}">
                <a16:creationId xmlns:a16="http://schemas.microsoft.com/office/drawing/2014/main" id="{2B4EC788-4B31-A593-C437-931B0256E382}"/>
              </a:ext>
            </a:extLst>
          </p:cNvPr>
          <p:cNvSpPr/>
          <p:nvPr/>
        </p:nvSpPr>
        <p:spPr>
          <a:xfrm>
            <a:off x="8765993" y="3013831"/>
            <a:ext cx="463839" cy="311783"/>
          </a:xfrm>
          <a:custGeom>
            <a:avLst/>
            <a:gdLst>
              <a:gd name="connsiteX0" fmla="*/ 348022 w 348022"/>
              <a:gd name="connsiteY0" fmla="*/ 95250 h 233933"/>
              <a:gd name="connsiteX1" fmla="*/ 348022 w 348022"/>
              <a:gd name="connsiteY1" fmla="*/ 65723 h 233933"/>
              <a:gd name="connsiteX2" fmla="*/ 340813 w 348022"/>
              <a:gd name="connsiteY2" fmla="*/ 58293 h 233933"/>
              <a:gd name="connsiteX3" fmla="*/ 297275 w 348022"/>
              <a:gd name="connsiteY3" fmla="*/ 58293 h 233933"/>
              <a:gd name="connsiteX4" fmla="*/ 293481 w 348022"/>
              <a:gd name="connsiteY4" fmla="*/ 59722 h 233933"/>
              <a:gd name="connsiteX5" fmla="*/ 275458 w 348022"/>
              <a:gd name="connsiteY5" fmla="*/ 4858 h 233933"/>
              <a:gd name="connsiteX6" fmla="*/ 268249 w 348022"/>
              <a:gd name="connsiteY6" fmla="*/ 0 h 233933"/>
              <a:gd name="connsiteX7" fmla="*/ 80342 w 348022"/>
              <a:gd name="connsiteY7" fmla="*/ 0 h 233933"/>
              <a:gd name="connsiteX8" fmla="*/ 74271 w 348022"/>
              <a:gd name="connsiteY8" fmla="*/ 4858 h 233933"/>
              <a:gd name="connsiteX9" fmla="*/ 56059 w 348022"/>
              <a:gd name="connsiteY9" fmla="*/ 60388 h 233933"/>
              <a:gd name="connsiteX10" fmla="*/ 50842 w 348022"/>
              <a:gd name="connsiteY10" fmla="*/ 58198 h 233933"/>
              <a:gd name="connsiteX11" fmla="*/ 7304 w 348022"/>
              <a:gd name="connsiteY11" fmla="*/ 58198 h 233933"/>
              <a:gd name="connsiteX12" fmla="*/ 95 w 348022"/>
              <a:gd name="connsiteY12" fmla="*/ 65627 h 233933"/>
              <a:gd name="connsiteX13" fmla="*/ 95 w 348022"/>
              <a:gd name="connsiteY13" fmla="*/ 95155 h 233933"/>
              <a:gd name="connsiteX14" fmla="*/ 7304 w 348022"/>
              <a:gd name="connsiteY14" fmla="*/ 102584 h 233933"/>
              <a:gd name="connsiteX15" fmla="*/ 33673 w 348022"/>
              <a:gd name="connsiteY15" fmla="*/ 102584 h 233933"/>
              <a:gd name="connsiteX16" fmla="*/ 3984 w 348022"/>
              <a:gd name="connsiteY16" fmla="*/ 132398 h 233933"/>
              <a:gd name="connsiteX17" fmla="*/ 0 w 348022"/>
              <a:gd name="connsiteY17" fmla="*/ 138589 h 233933"/>
              <a:gd name="connsiteX18" fmla="*/ 0 w 348022"/>
              <a:gd name="connsiteY18" fmla="*/ 197072 h 233933"/>
              <a:gd name="connsiteX19" fmla="*/ 7209 w 348022"/>
              <a:gd name="connsiteY19" fmla="*/ 204311 h 233933"/>
              <a:gd name="connsiteX20" fmla="*/ 14703 w 348022"/>
              <a:gd name="connsiteY20" fmla="*/ 204311 h 233933"/>
              <a:gd name="connsiteX21" fmla="*/ 14703 w 348022"/>
              <a:gd name="connsiteY21" fmla="*/ 226504 h 233933"/>
              <a:gd name="connsiteX22" fmla="*/ 21911 w 348022"/>
              <a:gd name="connsiteY22" fmla="*/ 233934 h 233933"/>
              <a:gd name="connsiteX23" fmla="*/ 65450 w 348022"/>
              <a:gd name="connsiteY23" fmla="*/ 233934 h 233933"/>
              <a:gd name="connsiteX24" fmla="*/ 72659 w 348022"/>
              <a:gd name="connsiteY24" fmla="*/ 226504 h 233933"/>
              <a:gd name="connsiteX25" fmla="*/ 72659 w 348022"/>
              <a:gd name="connsiteY25" fmla="*/ 204311 h 233933"/>
              <a:gd name="connsiteX26" fmla="*/ 115913 w 348022"/>
              <a:gd name="connsiteY26" fmla="*/ 204311 h 233933"/>
              <a:gd name="connsiteX27" fmla="*/ 115913 w 348022"/>
              <a:gd name="connsiteY27" fmla="*/ 211836 h 233933"/>
              <a:gd name="connsiteX28" fmla="*/ 123122 w 348022"/>
              <a:gd name="connsiteY28" fmla="*/ 219075 h 233933"/>
              <a:gd name="connsiteX29" fmla="*/ 224616 w 348022"/>
              <a:gd name="connsiteY29" fmla="*/ 219075 h 233933"/>
              <a:gd name="connsiteX30" fmla="*/ 231825 w 348022"/>
              <a:gd name="connsiteY30" fmla="*/ 211836 h 233933"/>
              <a:gd name="connsiteX31" fmla="*/ 231825 w 348022"/>
              <a:gd name="connsiteY31" fmla="*/ 204311 h 233933"/>
              <a:gd name="connsiteX32" fmla="*/ 275079 w 348022"/>
              <a:gd name="connsiteY32" fmla="*/ 204311 h 233933"/>
              <a:gd name="connsiteX33" fmla="*/ 275079 w 348022"/>
              <a:gd name="connsiteY33" fmla="*/ 226504 h 233933"/>
              <a:gd name="connsiteX34" fmla="*/ 282288 w 348022"/>
              <a:gd name="connsiteY34" fmla="*/ 233934 h 233933"/>
              <a:gd name="connsiteX35" fmla="*/ 325826 w 348022"/>
              <a:gd name="connsiteY35" fmla="*/ 233934 h 233933"/>
              <a:gd name="connsiteX36" fmla="*/ 333035 w 348022"/>
              <a:gd name="connsiteY36" fmla="*/ 226504 h 233933"/>
              <a:gd name="connsiteX37" fmla="*/ 333035 w 348022"/>
              <a:gd name="connsiteY37" fmla="*/ 204311 h 233933"/>
              <a:gd name="connsiteX38" fmla="*/ 340529 w 348022"/>
              <a:gd name="connsiteY38" fmla="*/ 204311 h 233933"/>
              <a:gd name="connsiteX39" fmla="*/ 347738 w 348022"/>
              <a:gd name="connsiteY39" fmla="*/ 197072 h 233933"/>
              <a:gd name="connsiteX40" fmla="*/ 347738 w 348022"/>
              <a:gd name="connsiteY40" fmla="*/ 138589 h 233933"/>
              <a:gd name="connsiteX41" fmla="*/ 347738 w 348022"/>
              <a:gd name="connsiteY41" fmla="*/ 138494 h 233933"/>
              <a:gd name="connsiteX42" fmla="*/ 346504 w 348022"/>
              <a:gd name="connsiteY42" fmla="*/ 134017 h 233933"/>
              <a:gd name="connsiteX43" fmla="*/ 315297 w 348022"/>
              <a:gd name="connsiteY43" fmla="*/ 102679 h 233933"/>
              <a:gd name="connsiteX44" fmla="*/ 340434 w 348022"/>
              <a:gd name="connsiteY44" fmla="*/ 102679 h 233933"/>
              <a:gd name="connsiteX45" fmla="*/ 347643 w 348022"/>
              <a:gd name="connsiteY45" fmla="*/ 95250 h 233933"/>
              <a:gd name="connsiteX46" fmla="*/ 86318 w 348022"/>
              <a:gd name="connsiteY46" fmla="*/ 14764 h 233933"/>
              <a:gd name="connsiteX47" fmla="*/ 263412 w 348022"/>
              <a:gd name="connsiteY47" fmla="*/ 14764 h 233933"/>
              <a:gd name="connsiteX48" fmla="*/ 287505 w 348022"/>
              <a:gd name="connsiteY48" fmla="*/ 87916 h 233933"/>
              <a:gd name="connsiteX49" fmla="*/ 62320 w 348022"/>
              <a:gd name="connsiteY49" fmla="*/ 87916 h 233933"/>
              <a:gd name="connsiteX50" fmla="*/ 86413 w 348022"/>
              <a:gd name="connsiteY50" fmla="*/ 14764 h 233933"/>
              <a:gd name="connsiteX51" fmla="*/ 14513 w 348022"/>
              <a:gd name="connsiteY51" fmla="*/ 73057 h 233933"/>
              <a:gd name="connsiteX52" fmla="*/ 43538 w 348022"/>
              <a:gd name="connsiteY52" fmla="*/ 73057 h 233933"/>
              <a:gd name="connsiteX53" fmla="*/ 43538 w 348022"/>
              <a:gd name="connsiteY53" fmla="*/ 87821 h 233933"/>
              <a:gd name="connsiteX54" fmla="*/ 14513 w 348022"/>
              <a:gd name="connsiteY54" fmla="*/ 87821 h 233933"/>
              <a:gd name="connsiteX55" fmla="*/ 14513 w 348022"/>
              <a:gd name="connsiteY55" fmla="*/ 73057 h 233933"/>
              <a:gd name="connsiteX56" fmla="*/ 14608 w 348022"/>
              <a:gd name="connsiteY56" fmla="*/ 145828 h 233933"/>
              <a:gd name="connsiteX57" fmla="*/ 58241 w 348022"/>
              <a:gd name="connsiteY57" fmla="*/ 145828 h 233933"/>
              <a:gd name="connsiteX58" fmla="*/ 58241 w 348022"/>
              <a:gd name="connsiteY58" fmla="*/ 160306 h 233933"/>
              <a:gd name="connsiteX59" fmla="*/ 14608 w 348022"/>
              <a:gd name="connsiteY59" fmla="*/ 160306 h 233933"/>
              <a:gd name="connsiteX60" fmla="*/ 14608 w 348022"/>
              <a:gd name="connsiteY60" fmla="*/ 145828 h 233933"/>
              <a:gd name="connsiteX61" fmla="*/ 58241 w 348022"/>
              <a:gd name="connsiteY61" fmla="*/ 219075 h 233933"/>
              <a:gd name="connsiteX62" fmla="*/ 29215 w 348022"/>
              <a:gd name="connsiteY62" fmla="*/ 219075 h 233933"/>
              <a:gd name="connsiteX63" fmla="*/ 29215 w 348022"/>
              <a:gd name="connsiteY63" fmla="*/ 204311 h 233933"/>
              <a:gd name="connsiteX64" fmla="*/ 58241 w 348022"/>
              <a:gd name="connsiteY64" fmla="*/ 204311 h 233933"/>
              <a:gd name="connsiteX65" fmla="*/ 58241 w 348022"/>
              <a:gd name="connsiteY65" fmla="*/ 219075 h 233933"/>
              <a:gd name="connsiteX66" fmla="*/ 217502 w 348022"/>
              <a:gd name="connsiteY66" fmla="*/ 204502 h 233933"/>
              <a:gd name="connsiteX67" fmla="*/ 130520 w 348022"/>
              <a:gd name="connsiteY67" fmla="*/ 204502 h 233933"/>
              <a:gd name="connsiteX68" fmla="*/ 130520 w 348022"/>
              <a:gd name="connsiteY68" fmla="*/ 175355 h 233933"/>
              <a:gd name="connsiteX69" fmla="*/ 217502 w 348022"/>
              <a:gd name="connsiteY69" fmla="*/ 175355 h 233933"/>
              <a:gd name="connsiteX70" fmla="*/ 217502 w 348022"/>
              <a:gd name="connsiteY70" fmla="*/ 204502 h 233933"/>
              <a:gd name="connsiteX71" fmla="*/ 318807 w 348022"/>
              <a:gd name="connsiteY71" fmla="*/ 219075 h 233933"/>
              <a:gd name="connsiteX72" fmla="*/ 289781 w 348022"/>
              <a:gd name="connsiteY72" fmla="*/ 219075 h 233933"/>
              <a:gd name="connsiteX73" fmla="*/ 289781 w 348022"/>
              <a:gd name="connsiteY73" fmla="*/ 204311 h 233933"/>
              <a:gd name="connsiteX74" fmla="*/ 318807 w 348022"/>
              <a:gd name="connsiteY74" fmla="*/ 204311 h 233933"/>
              <a:gd name="connsiteX75" fmla="*/ 318807 w 348022"/>
              <a:gd name="connsiteY75" fmla="*/ 219075 h 233933"/>
              <a:gd name="connsiteX76" fmla="*/ 327059 w 348022"/>
              <a:gd name="connsiteY76" fmla="*/ 189738 h 233933"/>
              <a:gd name="connsiteX77" fmla="*/ 326016 w 348022"/>
              <a:gd name="connsiteY77" fmla="*/ 189548 h 233933"/>
              <a:gd name="connsiteX78" fmla="*/ 282478 w 348022"/>
              <a:gd name="connsiteY78" fmla="*/ 189548 h 233933"/>
              <a:gd name="connsiteX79" fmla="*/ 281624 w 348022"/>
              <a:gd name="connsiteY79" fmla="*/ 189738 h 233933"/>
              <a:gd name="connsiteX80" fmla="*/ 231920 w 348022"/>
              <a:gd name="connsiteY80" fmla="*/ 189738 h 233933"/>
              <a:gd name="connsiteX81" fmla="*/ 231920 w 348022"/>
              <a:gd name="connsiteY81" fmla="*/ 168116 h 233933"/>
              <a:gd name="connsiteX82" fmla="*/ 224711 w 348022"/>
              <a:gd name="connsiteY82" fmla="*/ 160877 h 233933"/>
              <a:gd name="connsiteX83" fmla="*/ 123216 w 348022"/>
              <a:gd name="connsiteY83" fmla="*/ 160877 h 233933"/>
              <a:gd name="connsiteX84" fmla="*/ 116007 w 348022"/>
              <a:gd name="connsiteY84" fmla="*/ 168116 h 233933"/>
              <a:gd name="connsiteX85" fmla="*/ 116007 w 348022"/>
              <a:gd name="connsiteY85" fmla="*/ 189738 h 233933"/>
              <a:gd name="connsiteX86" fmla="*/ 66493 w 348022"/>
              <a:gd name="connsiteY86" fmla="*/ 189738 h 233933"/>
              <a:gd name="connsiteX87" fmla="*/ 65450 w 348022"/>
              <a:gd name="connsiteY87" fmla="*/ 189548 h 233933"/>
              <a:gd name="connsiteX88" fmla="*/ 21911 w 348022"/>
              <a:gd name="connsiteY88" fmla="*/ 189548 h 233933"/>
              <a:gd name="connsiteX89" fmla="*/ 21058 w 348022"/>
              <a:gd name="connsiteY89" fmla="*/ 189738 h 233933"/>
              <a:gd name="connsiteX90" fmla="*/ 14418 w 348022"/>
              <a:gd name="connsiteY90" fmla="*/ 189738 h 233933"/>
              <a:gd name="connsiteX91" fmla="*/ 14418 w 348022"/>
              <a:gd name="connsiteY91" fmla="*/ 174784 h 233933"/>
              <a:gd name="connsiteX92" fmla="*/ 65355 w 348022"/>
              <a:gd name="connsiteY92" fmla="*/ 174784 h 233933"/>
              <a:gd name="connsiteX93" fmla="*/ 72659 w 348022"/>
              <a:gd name="connsiteY93" fmla="*/ 167545 h 233933"/>
              <a:gd name="connsiteX94" fmla="*/ 72659 w 348022"/>
              <a:gd name="connsiteY94" fmla="*/ 138589 h 233933"/>
              <a:gd name="connsiteX95" fmla="*/ 65355 w 348022"/>
              <a:gd name="connsiteY95" fmla="*/ 131350 h 233933"/>
              <a:gd name="connsiteX96" fmla="*/ 24567 w 348022"/>
              <a:gd name="connsiteY96" fmla="*/ 131350 h 233933"/>
              <a:gd name="connsiteX97" fmla="*/ 54067 w 348022"/>
              <a:gd name="connsiteY97" fmla="*/ 102679 h 233933"/>
              <a:gd name="connsiteX98" fmla="*/ 294903 w 348022"/>
              <a:gd name="connsiteY98" fmla="*/ 102679 h 233933"/>
              <a:gd name="connsiteX99" fmla="*/ 323455 w 348022"/>
              <a:gd name="connsiteY99" fmla="*/ 131350 h 233933"/>
              <a:gd name="connsiteX100" fmla="*/ 282383 w 348022"/>
              <a:gd name="connsiteY100" fmla="*/ 131350 h 233933"/>
              <a:gd name="connsiteX101" fmla="*/ 275079 w 348022"/>
              <a:gd name="connsiteY101" fmla="*/ 138589 h 233933"/>
              <a:gd name="connsiteX102" fmla="*/ 275079 w 348022"/>
              <a:gd name="connsiteY102" fmla="*/ 167545 h 233933"/>
              <a:gd name="connsiteX103" fmla="*/ 282383 w 348022"/>
              <a:gd name="connsiteY103" fmla="*/ 174784 h 233933"/>
              <a:gd name="connsiteX104" fmla="*/ 333320 w 348022"/>
              <a:gd name="connsiteY104" fmla="*/ 174784 h 233933"/>
              <a:gd name="connsiteX105" fmla="*/ 333320 w 348022"/>
              <a:gd name="connsiteY105" fmla="*/ 189738 h 233933"/>
              <a:gd name="connsiteX106" fmla="*/ 326870 w 348022"/>
              <a:gd name="connsiteY106" fmla="*/ 189738 h 233933"/>
              <a:gd name="connsiteX107" fmla="*/ 333509 w 348022"/>
              <a:gd name="connsiteY107" fmla="*/ 145828 h 233933"/>
              <a:gd name="connsiteX108" fmla="*/ 333509 w 348022"/>
              <a:gd name="connsiteY108" fmla="*/ 160306 h 233933"/>
              <a:gd name="connsiteX109" fmla="*/ 289876 w 348022"/>
              <a:gd name="connsiteY109" fmla="*/ 160306 h 233933"/>
              <a:gd name="connsiteX110" fmla="*/ 289876 w 348022"/>
              <a:gd name="connsiteY110" fmla="*/ 145828 h 233933"/>
              <a:gd name="connsiteX111" fmla="*/ 333509 w 348022"/>
              <a:gd name="connsiteY111" fmla="*/ 145828 h 233933"/>
              <a:gd name="connsiteX112" fmla="*/ 333509 w 348022"/>
              <a:gd name="connsiteY112" fmla="*/ 87821 h 233933"/>
              <a:gd name="connsiteX113" fmla="*/ 304484 w 348022"/>
              <a:gd name="connsiteY113" fmla="*/ 87821 h 233933"/>
              <a:gd name="connsiteX114" fmla="*/ 304484 w 348022"/>
              <a:gd name="connsiteY114" fmla="*/ 73057 h 233933"/>
              <a:gd name="connsiteX115" fmla="*/ 333509 w 348022"/>
              <a:gd name="connsiteY115" fmla="*/ 73057 h 233933"/>
              <a:gd name="connsiteX116" fmla="*/ 333509 w 348022"/>
              <a:gd name="connsiteY116" fmla="*/ 87821 h 233933"/>
              <a:gd name="connsiteX117" fmla="*/ 181362 w 348022"/>
              <a:gd name="connsiteY117" fmla="*/ 123920 h 233933"/>
              <a:gd name="connsiteX118" fmla="*/ 181362 w 348022"/>
              <a:gd name="connsiteY118" fmla="*/ 138684 h 233933"/>
              <a:gd name="connsiteX119" fmla="*/ 173964 w 348022"/>
              <a:gd name="connsiteY119" fmla="*/ 146018 h 233933"/>
              <a:gd name="connsiteX120" fmla="*/ 166565 w 348022"/>
              <a:gd name="connsiteY120" fmla="*/ 138684 h 233933"/>
              <a:gd name="connsiteX121" fmla="*/ 166565 w 348022"/>
              <a:gd name="connsiteY121" fmla="*/ 123920 h 233933"/>
              <a:gd name="connsiteX122" fmla="*/ 173964 w 348022"/>
              <a:gd name="connsiteY122" fmla="*/ 116491 h 233933"/>
              <a:gd name="connsiteX123" fmla="*/ 181362 w 348022"/>
              <a:gd name="connsiteY123" fmla="*/ 123920 h 233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348022" h="233933">
                <a:moveTo>
                  <a:pt x="348022" y="95250"/>
                </a:moveTo>
                <a:lnTo>
                  <a:pt x="348022" y="65723"/>
                </a:lnTo>
                <a:cubicBezTo>
                  <a:pt x="348022" y="62008"/>
                  <a:pt x="345651" y="58293"/>
                  <a:pt x="340813" y="58293"/>
                </a:cubicBezTo>
                <a:lnTo>
                  <a:pt x="297275" y="58293"/>
                </a:lnTo>
                <a:cubicBezTo>
                  <a:pt x="295947" y="58293"/>
                  <a:pt x="294619" y="58960"/>
                  <a:pt x="293481" y="59722"/>
                </a:cubicBezTo>
                <a:cubicBezTo>
                  <a:pt x="289307" y="46958"/>
                  <a:pt x="283521" y="29432"/>
                  <a:pt x="275458" y="4858"/>
                </a:cubicBezTo>
                <a:cubicBezTo>
                  <a:pt x="274225" y="1238"/>
                  <a:pt x="271854" y="0"/>
                  <a:pt x="268249" y="0"/>
                </a:cubicBezTo>
                <a:lnTo>
                  <a:pt x="80342" y="0"/>
                </a:lnTo>
                <a:cubicBezTo>
                  <a:pt x="77971" y="0"/>
                  <a:pt x="75504" y="1238"/>
                  <a:pt x="74271" y="4858"/>
                </a:cubicBezTo>
                <a:cubicBezTo>
                  <a:pt x="74271" y="4858"/>
                  <a:pt x="74271" y="5048"/>
                  <a:pt x="56059" y="60388"/>
                </a:cubicBezTo>
                <a:cubicBezTo>
                  <a:pt x="54826" y="59150"/>
                  <a:pt x="53119" y="58198"/>
                  <a:pt x="50842" y="58198"/>
                </a:cubicBezTo>
                <a:lnTo>
                  <a:pt x="7304" y="58198"/>
                </a:lnTo>
                <a:cubicBezTo>
                  <a:pt x="3699" y="58198"/>
                  <a:pt x="95" y="61913"/>
                  <a:pt x="95" y="65627"/>
                </a:cubicBezTo>
                <a:lnTo>
                  <a:pt x="95" y="95155"/>
                </a:lnTo>
                <a:cubicBezTo>
                  <a:pt x="95" y="98869"/>
                  <a:pt x="3699" y="102584"/>
                  <a:pt x="7304" y="102584"/>
                </a:cubicBezTo>
                <a:lnTo>
                  <a:pt x="33673" y="102584"/>
                </a:lnTo>
                <a:cubicBezTo>
                  <a:pt x="27508" y="108775"/>
                  <a:pt x="18117" y="118205"/>
                  <a:pt x="3984" y="132398"/>
                </a:cubicBezTo>
                <a:cubicBezTo>
                  <a:pt x="1707" y="133731"/>
                  <a:pt x="0" y="136112"/>
                  <a:pt x="0" y="138589"/>
                </a:cubicBezTo>
                <a:lnTo>
                  <a:pt x="0" y="197072"/>
                </a:lnTo>
                <a:cubicBezTo>
                  <a:pt x="0" y="200692"/>
                  <a:pt x="3604" y="204311"/>
                  <a:pt x="7209" y="204311"/>
                </a:cubicBezTo>
                <a:lnTo>
                  <a:pt x="14703" y="204311"/>
                </a:lnTo>
                <a:lnTo>
                  <a:pt x="14703" y="226504"/>
                </a:lnTo>
                <a:cubicBezTo>
                  <a:pt x="14703" y="230219"/>
                  <a:pt x="18307" y="233934"/>
                  <a:pt x="21911" y="233934"/>
                </a:cubicBezTo>
                <a:lnTo>
                  <a:pt x="65450" y="233934"/>
                </a:lnTo>
                <a:cubicBezTo>
                  <a:pt x="70287" y="233934"/>
                  <a:pt x="72659" y="230219"/>
                  <a:pt x="72659" y="226504"/>
                </a:cubicBezTo>
                <a:lnTo>
                  <a:pt x="72659" y="204311"/>
                </a:lnTo>
                <a:lnTo>
                  <a:pt x="115913" y="204311"/>
                </a:lnTo>
                <a:lnTo>
                  <a:pt x="115913" y="211836"/>
                </a:lnTo>
                <a:cubicBezTo>
                  <a:pt x="115913" y="215455"/>
                  <a:pt x="119517" y="219075"/>
                  <a:pt x="123122" y="219075"/>
                </a:cubicBezTo>
                <a:lnTo>
                  <a:pt x="224616" y="219075"/>
                </a:lnTo>
                <a:cubicBezTo>
                  <a:pt x="229454" y="219075"/>
                  <a:pt x="231825" y="215455"/>
                  <a:pt x="231825" y="211836"/>
                </a:cubicBezTo>
                <a:lnTo>
                  <a:pt x="231825" y="204311"/>
                </a:lnTo>
                <a:lnTo>
                  <a:pt x="275079" y="204311"/>
                </a:lnTo>
                <a:lnTo>
                  <a:pt x="275079" y="226504"/>
                </a:lnTo>
                <a:cubicBezTo>
                  <a:pt x="275079" y="230219"/>
                  <a:pt x="278683" y="233934"/>
                  <a:pt x="282288" y="233934"/>
                </a:cubicBezTo>
                <a:lnTo>
                  <a:pt x="325826" y="233934"/>
                </a:lnTo>
                <a:cubicBezTo>
                  <a:pt x="330664" y="233934"/>
                  <a:pt x="333035" y="230219"/>
                  <a:pt x="333035" y="226504"/>
                </a:cubicBezTo>
                <a:lnTo>
                  <a:pt x="333035" y="204311"/>
                </a:lnTo>
                <a:lnTo>
                  <a:pt x="340529" y="204311"/>
                </a:lnTo>
                <a:cubicBezTo>
                  <a:pt x="345366" y="204311"/>
                  <a:pt x="347738" y="200692"/>
                  <a:pt x="347738" y="197072"/>
                </a:cubicBezTo>
                <a:lnTo>
                  <a:pt x="347738" y="138589"/>
                </a:lnTo>
                <a:cubicBezTo>
                  <a:pt x="347738" y="138589"/>
                  <a:pt x="347738" y="138589"/>
                  <a:pt x="347738" y="138494"/>
                </a:cubicBezTo>
                <a:cubicBezTo>
                  <a:pt x="347738" y="136303"/>
                  <a:pt x="347738" y="135160"/>
                  <a:pt x="346504" y="134017"/>
                </a:cubicBezTo>
                <a:cubicBezTo>
                  <a:pt x="346504" y="134017"/>
                  <a:pt x="346410" y="133921"/>
                  <a:pt x="315297" y="102679"/>
                </a:cubicBezTo>
                <a:lnTo>
                  <a:pt x="340434" y="102679"/>
                </a:lnTo>
                <a:cubicBezTo>
                  <a:pt x="345271" y="102679"/>
                  <a:pt x="347643" y="98965"/>
                  <a:pt x="347643" y="95250"/>
                </a:cubicBezTo>
                <a:close/>
                <a:moveTo>
                  <a:pt x="86318" y="14764"/>
                </a:moveTo>
                <a:lnTo>
                  <a:pt x="263412" y="14764"/>
                </a:lnTo>
                <a:cubicBezTo>
                  <a:pt x="263412" y="14764"/>
                  <a:pt x="263412" y="14764"/>
                  <a:pt x="287505" y="87916"/>
                </a:cubicBezTo>
                <a:lnTo>
                  <a:pt x="62320" y="87916"/>
                </a:lnTo>
                <a:lnTo>
                  <a:pt x="86413" y="14764"/>
                </a:lnTo>
                <a:close/>
                <a:moveTo>
                  <a:pt x="14513" y="73057"/>
                </a:moveTo>
                <a:lnTo>
                  <a:pt x="43538" y="73057"/>
                </a:lnTo>
                <a:lnTo>
                  <a:pt x="43538" y="87821"/>
                </a:lnTo>
                <a:lnTo>
                  <a:pt x="14513" y="87821"/>
                </a:lnTo>
                <a:lnTo>
                  <a:pt x="14513" y="73057"/>
                </a:lnTo>
                <a:close/>
                <a:moveTo>
                  <a:pt x="14608" y="145828"/>
                </a:moveTo>
                <a:lnTo>
                  <a:pt x="58241" y="145828"/>
                </a:lnTo>
                <a:lnTo>
                  <a:pt x="58241" y="160306"/>
                </a:lnTo>
                <a:lnTo>
                  <a:pt x="14608" y="160306"/>
                </a:lnTo>
                <a:lnTo>
                  <a:pt x="14608" y="145828"/>
                </a:lnTo>
                <a:close/>
                <a:moveTo>
                  <a:pt x="58241" y="219075"/>
                </a:moveTo>
                <a:lnTo>
                  <a:pt x="29215" y="219075"/>
                </a:lnTo>
                <a:lnTo>
                  <a:pt x="29215" y="204311"/>
                </a:lnTo>
                <a:lnTo>
                  <a:pt x="58241" y="204311"/>
                </a:lnTo>
                <a:lnTo>
                  <a:pt x="58241" y="219075"/>
                </a:lnTo>
                <a:close/>
                <a:moveTo>
                  <a:pt x="217502" y="204502"/>
                </a:moveTo>
                <a:lnTo>
                  <a:pt x="130520" y="204502"/>
                </a:lnTo>
                <a:lnTo>
                  <a:pt x="130520" y="175355"/>
                </a:lnTo>
                <a:lnTo>
                  <a:pt x="217502" y="175355"/>
                </a:lnTo>
                <a:lnTo>
                  <a:pt x="217502" y="204502"/>
                </a:lnTo>
                <a:close/>
                <a:moveTo>
                  <a:pt x="318807" y="219075"/>
                </a:moveTo>
                <a:lnTo>
                  <a:pt x="289781" y="219075"/>
                </a:lnTo>
                <a:lnTo>
                  <a:pt x="289781" y="204311"/>
                </a:lnTo>
                <a:lnTo>
                  <a:pt x="318807" y="204311"/>
                </a:lnTo>
                <a:lnTo>
                  <a:pt x="318807" y="219075"/>
                </a:lnTo>
                <a:close/>
                <a:moveTo>
                  <a:pt x="327059" y="189738"/>
                </a:moveTo>
                <a:cubicBezTo>
                  <a:pt x="327059" y="189738"/>
                  <a:pt x="326395" y="189548"/>
                  <a:pt x="326016" y="189548"/>
                </a:cubicBezTo>
                <a:lnTo>
                  <a:pt x="282478" y="189548"/>
                </a:lnTo>
                <a:cubicBezTo>
                  <a:pt x="282478" y="189548"/>
                  <a:pt x="281908" y="189738"/>
                  <a:pt x="281624" y="189738"/>
                </a:cubicBezTo>
                <a:lnTo>
                  <a:pt x="231920" y="189738"/>
                </a:lnTo>
                <a:lnTo>
                  <a:pt x="231920" y="168116"/>
                </a:lnTo>
                <a:cubicBezTo>
                  <a:pt x="231920" y="164497"/>
                  <a:pt x="229549" y="160877"/>
                  <a:pt x="224711" y="160877"/>
                </a:cubicBezTo>
                <a:lnTo>
                  <a:pt x="123216" y="160877"/>
                </a:lnTo>
                <a:cubicBezTo>
                  <a:pt x="119612" y="160877"/>
                  <a:pt x="116007" y="164497"/>
                  <a:pt x="116007" y="168116"/>
                </a:cubicBezTo>
                <a:lnTo>
                  <a:pt x="116007" y="189738"/>
                </a:lnTo>
                <a:lnTo>
                  <a:pt x="66493" y="189738"/>
                </a:lnTo>
                <a:cubicBezTo>
                  <a:pt x="66493" y="189738"/>
                  <a:pt x="65829" y="189548"/>
                  <a:pt x="65450" y="189548"/>
                </a:cubicBezTo>
                <a:lnTo>
                  <a:pt x="21911" y="189548"/>
                </a:lnTo>
                <a:cubicBezTo>
                  <a:pt x="21911" y="189548"/>
                  <a:pt x="21342" y="189738"/>
                  <a:pt x="21058" y="189738"/>
                </a:cubicBezTo>
                <a:lnTo>
                  <a:pt x="14418" y="189738"/>
                </a:lnTo>
                <a:lnTo>
                  <a:pt x="14418" y="174784"/>
                </a:lnTo>
                <a:lnTo>
                  <a:pt x="65355" y="174784"/>
                </a:lnTo>
                <a:cubicBezTo>
                  <a:pt x="70193" y="174784"/>
                  <a:pt x="72659" y="171164"/>
                  <a:pt x="72659" y="167545"/>
                </a:cubicBezTo>
                <a:lnTo>
                  <a:pt x="72659" y="138589"/>
                </a:lnTo>
                <a:cubicBezTo>
                  <a:pt x="72659" y="134969"/>
                  <a:pt x="70193" y="131350"/>
                  <a:pt x="65355" y="131350"/>
                </a:cubicBezTo>
                <a:lnTo>
                  <a:pt x="24567" y="131350"/>
                </a:lnTo>
                <a:cubicBezTo>
                  <a:pt x="30448" y="125635"/>
                  <a:pt x="39554" y="116776"/>
                  <a:pt x="54067" y="102679"/>
                </a:cubicBezTo>
                <a:lnTo>
                  <a:pt x="294903" y="102679"/>
                </a:lnTo>
                <a:cubicBezTo>
                  <a:pt x="295757" y="103537"/>
                  <a:pt x="300215" y="108013"/>
                  <a:pt x="323455" y="131350"/>
                </a:cubicBezTo>
                <a:lnTo>
                  <a:pt x="282383" y="131350"/>
                </a:lnTo>
                <a:cubicBezTo>
                  <a:pt x="278778" y="131350"/>
                  <a:pt x="275079" y="134969"/>
                  <a:pt x="275079" y="138589"/>
                </a:cubicBezTo>
                <a:lnTo>
                  <a:pt x="275079" y="167545"/>
                </a:lnTo>
                <a:cubicBezTo>
                  <a:pt x="275079" y="171164"/>
                  <a:pt x="278683" y="174784"/>
                  <a:pt x="282383" y="174784"/>
                </a:cubicBezTo>
                <a:lnTo>
                  <a:pt x="333320" y="174784"/>
                </a:lnTo>
                <a:lnTo>
                  <a:pt x="333320" y="189738"/>
                </a:lnTo>
                <a:lnTo>
                  <a:pt x="326870" y="189738"/>
                </a:lnTo>
                <a:close/>
                <a:moveTo>
                  <a:pt x="333509" y="145828"/>
                </a:moveTo>
                <a:lnTo>
                  <a:pt x="333509" y="160306"/>
                </a:lnTo>
                <a:lnTo>
                  <a:pt x="289876" y="160306"/>
                </a:lnTo>
                <a:lnTo>
                  <a:pt x="289876" y="145828"/>
                </a:lnTo>
                <a:lnTo>
                  <a:pt x="333509" y="145828"/>
                </a:lnTo>
                <a:close/>
                <a:moveTo>
                  <a:pt x="333509" y="87821"/>
                </a:moveTo>
                <a:lnTo>
                  <a:pt x="304484" y="87821"/>
                </a:lnTo>
                <a:lnTo>
                  <a:pt x="304484" y="73057"/>
                </a:lnTo>
                <a:lnTo>
                  <a:pt x="333509" y="73057"/>
                </a:lnTo>
                <a:lnTo>
                  <a:pt x="333509" y="87821"/>
                </a:lnTo>
                <a:close/>
                <a:moveTo>
                  <a:pt x="181362" y="123920"/>
                </a:moveTo>
                <a:lnTo>
                  <a:pt x="181362" y="138684"/>
                </a:lnTo>
                <a:cubicBezTo>
                  <a:pt x="181362" y="142399"/>
                  <a:pt x="178896" y="146018"/>
                  <a:pt x="173964" y="146018"/>
                </a:cubicBezTo>
                <a:cubicBezTo>
                  <a:pt x="170264" y="146018"/>
                  <a:pt x="166565" y="142303"/>
                  <a:pt x="166565" y="138684"/>
                </a:cubicBezTo>
                <a:lnTo>
                  <a:pt x="166565" y="123920"/>
                </a:lnTo>
                <a:cubicBezTo>
                  <a:pt x="166565" y="120205"/>
                  <a:pt x="170264" y="116491"/>
                  <a:pt x="173964" y="116491"/>
                </a:cubicBezTo>
                <a:cubicBezTo>
                  <a:pt x="178896" y="116491"/>
                  <a:pt x="181362" y="120205"/>
                  <a:pt x="181362" y="12392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1" name="Graphic 228">
            <a:extLst>
              <a:ext uri="{FF2B5EF4-FFF2-40B4-BE49-F238E27FC236}">
                <a16:creationId xmlns:a16="http://schemas.microsoft.com/office/drawing/2014/main" id="{BAEBDCE0-1A85-6B0D-BC99-F375CBF4E124}"/>
              </a:ext>
            </a:extLst>
          </p:cNvPr>
          <p:cNvSpPr/>
          <p:nvPr/>
        </p:nvSpPr>
        <p:spPr>
          <a:xfrm>
            <a:off x="9524276" y="3013831"/>
            <a:ext cx="463839" cy="311783"/>
          </a:xfrm>
          <a:custGeom>
            <a:avLst/>
            <a:gdLst>
              <a:gd name="connsiteX0" fmla="*/ 348022 w 348022"/>
              <a:gd name="connsiteY0" fmla="*/ 95250 h 233933"/>
              <a:gd name="connsiteX1" fmla="*/ 348022 w 348022"/>
              <a:gd name="connsiteY1" fmla="*/ 65723 h 233933"/>
              <a:gd name="connsiteX2" fmla="*/ 340813 w 348022"/>
              <a:gd name="connsiteY2" fmla="*/ 58293 h 233933"/>
              <a:gd name="connsiteX3" fmla="*/ 297275 w 348022"/>
              <a:gd name="connsiteY3" fmla="*/ 58293 h 233933"/>
              <a:gd name="connsiteX4" fmla="*/ 293481 w 348022"/>
              <a:gd name="connsiteY4" fmla="*/ 59722 h 233933"/>
              <a:gd name="connsiteX5" fmla="*/ 275458 w 348022"/>
              <a:gd name="connsiteY5" fmla="*/ 4858 h 233933"/>
              <a:gd name="connsiteX6" fmla="*/ 268249 w 348022"/>
              <a:gd name="connsiteY6" fmla="*/ 0 h 233933"/>
              <a:gd name="connsiteX7" fmla="*/ 80342 w 348022"/>
              <a:gd name="connsiteY7" fmla="*/ 0 h 233933"/>
              <a:gd name="connsiteX8" fmla="*/ 74271 w 348022"/>
              <a:gd name="connsiteY8" fmla="*/ 4858 h 233933"/>
              <a:gd name="connsiteX9" fmla="*/ 56059 w 348022"/>
              <a:gd name="connsiteY9" fmla="*/ 60388 h 233933"/>
              <a:gd name="connsiteX10" fmla="*/ 50842 w 348022"/>
              <a:gd name="connsiteY10" fmla="*/ 58198 h 233933"/>
              <a:gd name="connsiteX11" fmla="*/ 7304 w 348022"/>
              <a:gd name="connsiteY11" fmla="*/ 58198 h 233933"/>
              <a:gd name="connsiteX12" fmla="*/ 95 w 348022"/>
              <a:gd name="connsiteY12" fmla="*/ 65627 h 233933"/>
              <a:gd name="connsiteX13" fmla="*/ 95 w 348022"/>
              <a:gd name="connsiteY13" fmla="*/ 95155 h 233933"/>
              <a:gd name="connsiteX14" fmla="*/ 7304 w 348022"/>
              <a:gd name="connsiteY14" fmla="*/ 102584 h 233933"/>
              <a:gd name="connsiteX15" fmla="*/ 33673 w 348022"/>
              <a:gd name="connsiteY15" fmla="*/ 102584 h 233933"/>
              <a:gd name="connsiteX16" fmla="*/ 3984 w 348022"/>
              <a:gd name="connsiteY16" fmla="*/ 132398 h 233933"/>
              <a:gd name="connsiteX17" fmla="*/ 0 w 348022"/>
              <a:gd name="connsiteY17" fmla="*/ 138589 h 233933"/>
              <a:gd name="connsiteX18" fmla="*/ 0 w 348022"/>
              <a:gd name="connsiteY18" fmla="*/ 197072 h 233933"/>
              <a:gd name="connsiteX19" fmla="*/ 7209 w 348022"/>
              <a:gd name="connsiteY19" fmla="*/ 204311 h 233933"/>
              <a:gd name="connsiteX20" fmla="*/ 14703 w 348022"/>
              <a:gd name="connsiteY20" fmla="*/ 204311 h 233933"/>
              <a:gd name="connsiteX21" fmla="*/ 14703 w 348022"/>
              <a:gd name="connsiteY21" fmla="*/ 226504 h 233933"/>
              <a:gd name="connsiteX22" fmla="*/ 21911 w 348022"/>
              <a:gd name="connsiteY22" fmla="*/ 233934 h 233933"/>
              <a:gd name="connsiteX23" fmla="*/ 65450 w 348022"/>
              <a:gd name="connsiteY23" fmla="*/ 233934 h 233933"/>
              <a:gd name="connsiteX24" fmla="*/ 72659 w 348022"/>
              <a:gd name="connsiteY24" fmla="*/ 226504 h 233933"/>
              <a:gd name="connsiteX25" fmla="*/ 72659 w 348022"/>
              <a:gd name="connsiteY25" fmla="*/ 204311 h 233933"/>
              <a:gd name="connsiteX26" fmla="*/ 115913 w 348022"/>
              <a:gd name="connsiteY26" fmla="*/ 204311 h 233933"/>
              <a:gd name="connsiteX27" fmla="*/ 115913 w 348022"/>
              <a:gd name="connsiteY27" fmla="*/ 211836 h 233933"/>
              <a:gd name="connsiteX28" fmla="*/ 123122 w 348022"/>
              <a:gd name="connsiteY28" fmla="*/ 219075 h 233933"/>
              <a:gd name="connsiteX29" fmla="*/ 224616 w 348022"/>
              <a:gd name="connsiteY29" fmla="*/ 219075 h 233933"/>
              <a:gd name="connsiteX30" fmla="*/ 231825 w 348022"/>
              <a:gd name="connsiteY30" fmla="*/ 211836 h 233933"/>
              <a:gd name="connsiteX31" fmla="*/ 231825 w 348022"/>
              <a:gd name="connsiteY31" fmla="*/ 204311 h 233933"/>
              <a:gd name="connsiteX32" fmla="*/ 275079 w 348022"/>
              <a:gd name="connsiteY32" fmla="*/ 204311 h 233933"/>
              <a:gd name="connsiteX33" fmla="*/ 275079 w 348022"/>
              <a:gd name="connsiteY33" fmla="*/ 226504 h 233933"/>
              <a:gd name="connsiteX34" fmla="*/ 282288 w 348022"/>
              <a:gd name="connsiteY34" fmla="*/ 233934 h 233933"/>
              <a:gd name="connsiteX35" fmla="*/ 325826 w 348022"/>
              <a:gd name="connsiteY35" fmla="*/ 233934 h 233933"/>
              <a:gd name="connsiteX36" fmla="*/ 333035 w 348022"/>
              <a:gd name="connsiteY36" fmla="*/ 226504 h 233933"/>
              <a:gd name="connsiteX37" fmla="*/ 333035 w 348022"/>
              <a:gd name="connsiteY37" fmla="*/ 204311 h 233933"/>
              <a:gd name="connsiteX38" fmla="*/ 340529 w 348022"/>
              <a:gd name="connsiteY38" fmla="*/ 204311 h 233933"/>
              <a:gd name="connsiteX39" fmla="*/ 347738 w 348022"/>
              <a:gd name="connsiteY39" fmla="*/ 197072 h 233933"/>
              <a:gd name="connsiteX40" fmla="*/ 347738 w 348022"/>
              <a:gd name="connsiteY40" fmla="*/ 138589 h 233933"/>
              <a:gd name="connsiteX41" fmla="*/ 347738 w 348022"/>
              <a:gd name="connsiteY41" fmla="*/ 138494 h 233933"/>
              <a:gd name="connsiteX42" fmla="*/ 346504 w 348022"/>
              <a:gd name="connsiteY42" fmla="*/ 134017 h 233933"/>
              <a:gd name="connsiteX43" fmla="*/ 315297 w 348022"/>
              <a:gd name="connsiteY43" fmla="*/ 102679 h 233933"/>
              <a:gd name="connsiteX44" fmla="*/ 340434 w 348022"/>
              <a:gd name="connsiteY44" fmla="*/ 102679 h 233933"/>
              <a:gd name="connsiteX45" fmla="*/ 347643 w 348022"/>
              <a:gd name="connsiteY45" fmla="*/ 95250 h 233933"/>
              <a:gd name="connsiteX46" fmla="*/ 86318 w 348022"/>
              <a:gd name="connsiteY46" fmla="*/ 14764 h 233933"/>
              <a:gd name="connsiteX47" fmla="*/ 263412 w 348022"/>
              <a:gd name="connsiteY47" fmla="*/ 14764 h 233933"/>
              <a:gd name="connsiteX48" fmla="*/ 287505 w 348022"/>
              <a:gd name="connsiteY48" fmla="*/ 87916 h 233933"/>
              <a:gd name="connsiteX49" fmla="*/ 62320 w 348022"/>
              <a:gd name="connsiteY49" fmla="*/ 87916 h 233933"/>
              <a:gd name="connsiteX50" fmla="*/ 86413 w 348022"/>
              <a:gd name="connsiteY50" fmla="*/ 14764 h 233933"/>
              <a:gd name="connsiteX51" fmla="*/ 14513 w 348022"/>
              <a:gd name="connsiteY51" fmla="*/ 73057 h 233933"/>
              <a:gd name="connsiteX52" fmla="*/ 43538 w 348022"/>
              <a:gd name="connsiteY52" fmla="*/ 73057 h 233933"/>
              <a:gd name="connsiteX53" fmla="*/ 43538 w 348022"/>
              <a:gd name="connsiteY53" fmla="*/ 87821 h 233933"/>
              <a:gd name="connsiteX54" fmla="*/ 14513 w 348022"/>
              <a:gd name="connsiteY54" fmla="*/ 87821 h 233933"/>
              <a:gd name="connsiteX55" fmla="*/ 14513 w 348022"/>
              <a:gd name="connsiteY55" fmla="*/ 73057 h 233933"/>
              <a:gd name="connsiteX56" fmla="*/ 14608 w 348022"/>
              <a:gd name="connsiteY56" fmla="*/ 145828 h 233933"/>
              <a:gd name="connsiteX57" fmla="*/ 58241 w 348022"/>
              <a:gd name="connsiteY57" fmla="*/ 145828 h 233933"/>
              <a:gd name="connsiteX58" fmla="*/ 58241 w 348022"/>
              <a:gd name="connsiteY58" fmla="*/ 160306 h 233933"/>
              <a:gd name="connsiteX59" fmla="*/ 14608 w 348022"/>
              <a:gd name="connsiteY59" fmla="*/ 160306 h 233933"/>
              <a:gd name="connsiteX60" fmla="*/ 14608 w 348022"/>
              <a:gd name="connsiteY60" fmla="*/ 145828 h 233933"/>
              <a:gd name="connsiteX61" fmla="*/ 58241 w 348022"/>
              <a:gd name="connsiteY61" fmla="*/ 219075 h 233933"/>
              <a:gd name="connsiteX62" fmla="*/ 29215 w 348022"/>
              <a:gd name="connsiteY62" fmla="*/ 219075 h 233933"/>
              <a:gd name="connsiteX63" fmla="*/ 29215 w 348022"/>
              <a:gd name="connsiteY63" fmla="*/ 204311 h 233933"/>
              <a:gd name="connsiteX64" fmla="*/ 58241 w 348022"/>
              <a:gd name="connsiteY64" fmla="*/ 204311 h 233933"/>
              <a:gd name="connsiteX65" fmla="*/ 58241 w 348022"/>
              <a:gd name="connsiteY65" fmla="*/ 219075 h 233933"/>
              <a:gd name="connsiteX66" fmla="*/ 217502 w 348022"/>
              <a:gd name="connsiteY66" fmla="*/ 204502 h 233933"/>
              <a:gd name="connsiteX67" fmla="*/ 130520 w 348022"/>
              <a:gd name="connsiteY67" fmla="*/ 204502 h 233933"/>
              <a:gd name="connsiteX68" fmla="*/ 130520 w 348022"/>
              <a:gd name="connsiteY68" fmla="*/ 175355 h 233933"/>
              <a:gd name="connsiteX69" fmla="*/ 217502 w 348022"/>
              <a:gd name="connsiteY69" fmla="*/ 175355 h 233933"/>
              <a:gd name="connsiteX70" fmla="*/ 217502 w 348022"/>
              <a:gd name="connsiteY70" fmla="*/ 204502 h 233933"/>
              <a:gd name="connsiteX71" fmla="*/ 318807 w 348022"/>
              <a:gd name="connsiteY71" fmla="*/ 219075 h 233933"/>
              <a:gd name="connsiteX72" fmla="*/ 289781 w 348022"/>
              <a:gd name="connsiteY72" fmla="*/ 219075 h 233933"/>
              <a:gd name="connsiteX73" fmla="*/ 289781 w 348022"/>
              <a:gd name="connsiteY73" fmla="*/ 204311 h 233933"/>
              <a:gd name="connsiteX74" fmla="*/ 318807 w 348022"/>
              <a:gd name="connsiteY74" fmla="*/ 204311 h 233933"/>
              <a:gd name="connsiteX75" fmla="*/ 318807 w 348022"/>
              <a:gd name="connsiteY75" fmla="*/ 219075 h 233933"/>
              <a:gd name="connsiteX76" fmla="*/ 327059 w 348022"/>
              <a:gd name="connsiteY76" fmla="*/ 189738 h 233933"/>
              <a:gd name="connsiteX77" fmla="*/ 326016 w 348022"/>
              <a:gd name="connsiteY77" fmla="*/ 189548 h 233933"/>
              <a:gd name="connsiteX78" fmla="*/ 282478 w 348022"/>
              <a:gd name="connsiteY78" fmla="*/ 189548 h 233933"/>
              <a:gd name="connsiteX79" fmla="*/ 281624 w 348022"/>
              <a:gd name="connsiteY79" fmla="*/ 189738 h 233933"/>
              <a:gd name="connsiteX80" fmla="*/ 231920 w 348022"/>
              <a:gd name="connsiteY80" fmla="*/ 189738 h 233933"/>
              <a:gd name="connsiteX81" fmla="*/ 231920 w 348022"/>
              <a:gd name="connsiteY81" fmla="*/ 168116 h 233933"/>
              <a:gd name="connsiteX82" fmla="*/ 224711 w 348022"/>
              <a:gd name="connsiteY82" fmla="*/ 160877 h 233933"/>
              <a:gd name="connsiteX83" fmla="*/ 123216 w 348022"/>
              <a:gd name="connsiteY83" fmla="*/ 160877 h 233933"/>
              <a:gd name="connsiteX84" fmla="*/ 116007 w 348022"/>
              <a:gd name="connsiteY84" fmla="*/ 168116 h 233933"/>
              <a:gd name="connsiteX85" fmla="*/ 116007 w 348022"/>
              <a:gd name="connsiteY85" fmla="*/ 189738 h 233933"/>
              <a:gd name="connsiteX86" fmla="*/ 66493 w 348022"/>
              <a:gd name="connsiteY86" fmla="*/ 189738 h 233933"/>
              <a:gd name="connsiteX87" fmla="*/ 65450 w 348022"/>
              <a:gd name="connsiteY87" fmla="*/ 189548 h 233933"/>
              <a:gd name="connsiteX88" fmla="*/ 21911 w 348022"/>
              <a:gd name="connsiteY88" fmla="*/ 189548 h 233933"/>
              <a:gd name="connsiteX89" fmla="*/ 21058 w 348022"/>
              <a:gd name="connsiteY89" fmla="*/ 189738 h 233933"/>
              <a:gd name="connsiteX90" fmla="*/ 14418 w 348022"/>
              <a:gd name="connsiteY90" fmla="*/ 189738 h 233933"/>
              <a:gd name="connsiteX91" fmla="*/ 14418 w 348022"/>
              <a:gd name="connsiteY91" fmla="*/ 174784 h 233933"/>
              <a:gd name="connsiteX92" fmla="*/ 65355 w 348022"/>
              <a:gd name="connsiteY92" fmla="*/ 174784 h 233933"/>
              <a:gd name="connsiteX93" fmla="*/ 72659 w 348022"/>
              <a:gd name="connsiteY93" fmla="*/ 167545 h 233933"/>
              <a:gd name="connsiteX94" fmla="*/ 72659 w 348022"/>
              <a:gd name="connsiteY94" fmla="*/ 138589 h 233933"/>
              <a:gd name="connsiteX95" fmla="*/ 65355 w 348022"/>
              <a:gd name="connsiteY95" fmla="*/ 131350 h 233933"/>
              <a:gd name="connsiteX96" fmla="*/ 24567 w 348022"/>
              <a:gd name="connsiteY96" fmla="*/ 131350 h 233933"/>
              <a:gd name="connsiteX97" fmla="*/ 54067 w 348022"/>
              <a:gd name="connsiteY97" fmla="*/ 102679 h 233933"/>
              <a:gd name="connsiteX98" fmla="*/ 294903 w 348022"/>
              <a:gd name="connsiteY98" fmla="*/ 102679 h 233933"/>
              <a:gd name="connsiteX99" fmla="*/ 323455 w 348022"/>
              <a:gd name="connsiteY99" fmla="*/ 131350 h 233933"/>
              <a:gd name="connsiteX100" fmla="*/ 282383 w 348022"/>
              <a:gd name="connsiteY100" fmla="*/ 131350 h 233933"/>
              <a:gd name="connsiteX101" fmla="*/ 275079 w 348022"/>
              <a:gd name="connsiteY101" fmla="*/ 138589 h 233933"/>
              <a:gd name="connsiteX102" fmla="*/ 275079 w 348022"/>
              <a:gd name="connsiteY102" fmla="*/ 167545 h 233933"/>
              <a:gd name="connsiteX103" fmla="*/ 282383 w 348022"/>
              <a:gd name="connsiteY103" fmla="*/ 174784 h 233933"/>
              <a:gd name="connsiteX104" fmla="*/ 333320 w 348022"/>
              <a:gd name="connsiteY104" fmla="*/ 174784 h 233933"/>
              <a:gd name="connsiteX105" fmla="*/ 333320 w 348022"/>
              <a:gd name="connsiteY105" fmla="*/ 189738 h 233933"/>
              <a:gd name="connsiteX106" fmla="*/ 326870 w 348022"/>
              <a:gd name="connsiteY106" fmla="*/ 189738 h 233933"/>
              <a:gd name="connsiteX107" fmla="*/ 333509 w 348022"/>
              <a:gd name="connsiteY107" fmla="*/ 145828 h 233933"/>
              <a:gd name="connsiteX108" fmla="*/ 333509 w 348022"/>
              <a:gd name="connsiteY108" fmla="*/ 160306 h 233933"/>
              <a:gd name="connsiteX109" fmla="*/ 289876 w 348022"/>
              <a:gd name="connsiteY109" fmla="*/ 160306 h 233933"/>
              <a:gd name="connsiteX110" fmla="*/ 289876 w 348022"/>
              <a:gd name="connsiteY110" fmla="*/ 145828 h 233933"/>
              <a:gd name="connsiteX111" fmla="*/ 333509 w 348022"/>
              <a:gd name="connsiteY111" fmla="*/ 145828 h 233933"/>
              <a:gd name="connsiteX112" fmla="*/ 333509 w 348022"/>
              <a:gd name="connsiteY112" fmla="*/ 87821 h 233933"/>
              <a:gd name="connsiteX113" fmla="*/ 304484 w 348022"/>
              <a:gd name="connsiteY113" fmla="*/ 87821 h 233933"/>
              <a:gd name="connsiteX114" fmla="*/ 304484 w 348022"/>
              <a:gd name="connsiteY114" fmla="*/ 73057 h 233933"/>
              <a:gd name="connsiteX115" fmla="*/ 333509 w 348022"/>
              <a:gd name="connsiteY115" fmla="*/ 73057 h 233933"/>
              <a:gd name="connsiteX116" fmla="*/ 333509 w 348022"/>
              <a:gd name="connsiteY116" fmla="*/ 87821 h 233933"/>
              <a:gd name="connsiteX117" fmla="*/ 181362 w 348022"/>
              <a:gd name="connsiteY117" fmla="*/ 123920 h 233933"/>
              <a:gd name="connsiteX118" fmla="*/ 181362 w 348022"/>
              <a:gd name="connsiteY118" fmla="*/ 138684 h 233933"/>
              <a:gd name="connsiteX119" fmla="*/ 173964 w 348022"/>
              <a:gd name="connsiteY119" fmla="*/ 146018 h 233933"/>
              <a:gd name="connsiteX120" fmla="*/ 166565 w 348022"/>
              <a:gd name="connsiteY120" fmla="*/ 138684 h 233933"/>
              <a:gd name="connsiteX121" fmla="*/ 166565 w 348022"/>
              <a:gd name="connsiteY121" fmla="*/ 123920 h 233933"/>
              <a:gd name="connsiteX122" fmla="*/ 173964 w 348022"/>
              <a:gd name="connsiteY122" fmla="*/ 116491 h 233933"/>
              <a:gd name="connsiteX123" fmla="*/ 181362 w 348022"/>
              <a:gd name="connsiteY123" fmla="*/ 123920 h 233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348022" h="233933">
                <a:moveTo>
                  <a:pt x="348022" y="95250"/>
                </a:moveTo>
                <a:lnTo>
                  <a:pt x="348022" y="65723"/>
                </a:lnTo>
                <a:cubicBezTo>
                  <a:pt x="348022" y="62008"/>
                  <a:pt x="345651" y="58293"/>
                  <a:pt x="340813" y="58293"/>
                </a:cubicBezTo>
                <a:lnTo>
                  <a:pt x="297275" y="58293"/>
                </a:lnTo>
                <a:cubicBezTo>
                  <a:pt x="295947" y="58293"/>
                  <a:pt x="294619" y="58960"/>
                  <a:pt x="293481" y="59722"/>
                </a:cubicBezTo>
                <a:cubicBezTo>
                  <a:pt x="289307" y="46958"/>
                  <a:pt x="283521" y="29432"/>
                  <a:pt x="275458" y="4858"/>
                </a:cubicBezTo>
                <a:cubicBezTo>
                  <a:pt x="274225" y="1238"/>
                  <a:pt x="271854" y="0"/>
                  <a:pt x="268249" y="0"/>
                </a:cubicBezTo>
                <a:lnTo>
                  <a:pt x="80342" y="0"/>
                </a:lnTo>
                <a:cubicBezTo>
                  <a:pt x="77971" y="0"/>
                  <a:pt x="75504" y="1238"/>
                  <a:pt x="74271" y="4858"/>
                </a:cubicBezTo>
                <a:cubicBezTo>
                  <a:pt x="74271" y="4858"/>
                  <a:pt x="74271" y="5048"/>
                  <a:pt x="56059" y="60388"/>
                </a:cubicBezTo>
                <a:cubicBezTo>
                  <a:pt x="54826" y="59150"/>
                  <a:pt x="53119" y="58198"/>
                  <a:pt x="50842" y="58198"/>
                </a:cubicBezTo>
                <a:lnTo>
                  <a:pt x="7304" y="58198"/>
                </a:lnTo>
                <a:cubicBezTo>
                  <a:pt x="3699" y="58198"/>
                  <a:pt x="95" y="61913"/>
                  <a:pt x="95" y="65627"/>
                </a:cubicBezTo>
                <a:lnTo>
                  <a:pt x="95" y="95155"/>
                </a:lnTo>
                <a:cubicBezTo>
                  <a:pt x="95" y="98869"/>
                  <a:pt x="3699" y="102584"/>
                  <a:pt x="7304" y="102584"/>
                </a:cubicBezTo>
                <a:lnTo>
                  <a:pt x="33673" y="102584"/>
                </a:lnTo>
                <a:cubicBezTo>
                  <a:pt x="27508" y="108775"/>
                  <a:pt x="18117" y="118205"/>
                  <a:pt x="3984" y="132398"/>
                </a:cubicBezTo>
                <a:cubicBezTo>
                  <a:pt x="1707" y="133731"/>
                  <a:pt x="0" y="136112"/>
                  <a:pt x="0" y="138589"/>
                </a:cubicBezTo>
                <a:lnTo>
                  <a:pt x="0" y="197072"/>
                </a:lnTo>
                <a:cubicBezTo>
                  <a:pt x="0" y="200692"/>
                  <a:pt x="3604" y="204311"/>
                  <a:pt x="7209" y="204311"/>
                </a:cubicBezTo>
                <a:lnTo>
                  <a:pt x="14703" y="204311"/>
                </a:lnTo>
                <a:lnTo>
                  <a:pt x="14703" y="226504"/>
                </a:lnTo>
                <a:cubicBezTo>
                  <a:pt x="14703" y="230219"/>
                  <a:pt x="18307" y="233934"/>
                  <a:pt x="21911" y="233934"/>
                </a:cubicBezTo>
                <a:lnTo>
                  <a:pt x="65450" y="233934"/>
                </a:lnTo>
                <a:cubicBezTo>
                  <a:pt x="70287" y="233934"/>
                  <a:pt x="72659" y="230219"/>
                  <a:pt x="72659" y="226504"/>
                </a:cubicBezTo>
                <a:lnTo>
                  <a:pt x="72659" y="204311"/>
                </a:lnTo>
                <a:lnTo>
                  <a:pt x="115913" y="204311"/>
                </a:lnTo>
                <a:lnTo>
                  <a:pt x="115913" y="211836"/>
                </a:lnTo>
                <a:cubicBezTo>
                  <a:pt x="115913" y="215455"/>
                  <a:pt x="119517" y="219075"/>
                  <a:pt x="123122" y="219075"/>
                </a:cubicBezTo>
                <a:lnTo>
                  <a:pt x="224616" y="219075"/>
                </a:lnTo>
                <a:cubicBezTo>
                  <a:pt x="229454" y="219075"/>
                  <a:pt x="231825" y="215455"/>
                  <a:pt x="231825" y="211836"/>
                </a:cubicBezTo>
                <a:lnTo>
                  <a:pt x="231825" y="204311"/>
                </a:lnTo>
                <a:lnTo>
                  <a:pt x="275079" y="204311"/>
                </a:lnTo>
                <a:lnTo>
                  <a:pt x="275079" y="226504"/>
                </a:lnTo>
                <a:cubicBezTo>
                  <a:pt x="275079" y="230219"/>
                  <a:pt x="278683" y="233934"/>
                  <a:pt x="282288" y="233934"/>
                </a:cubicBezTo>
                <a:lnTo>
                  <a:pt x="325826" y="233934"/>
                </a:lnTo>
                <a:cubicBezTo>
                  <a:pt x="330664" y="233934"/>
                  <a:pt x="333035" y="230219"/>
                  <a:pt x="333035" y="226504"/>
                </a:cubicBezTo>
                <a:lnTo>
                  <a:pt x="333035" y="204311"/>
                </a:lnTo>
                <a:lnTo>
                  <a:pt x="340529" y="204311"/>
                </a:lnTo>
                <a:cubicBezTo>
                  <a:pt x="345366" y="204311"/>
                  <a:pt x="347738" y="200692"/>
                  <a:pt x="347738" y="197072"/>
                </a:cubicBezTo>
                <a:lnTo>
                  <a:pt x="347738" y="138589"/>
                </a:lnTo>
                <a:cubicBezTo>
                  <a:pt x="347738" y="138589"/>
                  <a:pt x="347738" y="138589"/>
                  <a:pt x="347738" y="138494"/>
                </a:cubicBezTo>
                <a:cubicBezTo>
                  <a:pt x="347738" y="136303"/>
                  <a:pt x="347738" y="135160"/>
                  <a:pt x="346504" y="134017"/>
                </a:cubicBezTo>
                <a:cubicBezTo>
                  <a:pt x="346504" y="134017"/>
                  <a:pt x="346410" y="133921"/>
                  <a:pt x="315297" y="102679"/>
                </a:cubicBezTo>
                <a:lnTo>
                  <a:pt x="340434" y="102679"/>
                </a:lnTo>
                <a:cubicBezTo>
                  <a:pt x="345271" y="102679"/>
                  <a:pt x="347643" y="98965"/>
                  <a:pt x="347643" y="95250"/>
                </a:cubicBezTo>
                <a:close/>
                <a:moveTo>
                  <a:pt x="86318" y="14764"/>
                </a:moveTo>
                <a:lnTo>
                  <a:pt x="263412" y="14764"/>
                </a:lnTo>
                <a:cubicBezTo>
                  <a:pt x="263412" y="14764"/>
                  <a:pt x="263412" y="14764"/>
                  <a:pt x="287505" y="87916"/>
                </a:cubicBezTo>
                <a:lnTo>
                  <a:pt x="62320" y="87916"/>
                </a:lnTo>
                <a:lnTo>
                  <a:pt x="86413" y="14764"/>
                </a:lnTo>
                <a:close/>
                <a:moveTo>
                  <a:pt x="14513" y="73057"/>
                </a:moveTo>
                <a:lnTo>
                  <a:pt x="43538" y="73057"/>
                </a:lnTo>
                <a:lnTo>
                  <a:pt x="43538" y="87821"/>
                </a:lnTo>
                <a:lnTo>
                  <a:pt x="14513" y="87821"/>
                </a:lnTo>
                <a:lnTo>
                  <a:pt x="14513" y="73057"/>
                </a:lnTo>
                <a:close/>
                <a:moveTo>
                  <a:pt x="14608" y="145828"/>
                </a:moveTo>
                <a:lnTo>
                  <a:pt x="58241" y="145828"/>
                </a:lnTo>
                <a:lnTo>
                  <a:pt x="58241" y="160306"/>
                </a:lnTo>
                <a:lnTo>
                  <a:pt x="14608" y="160306"/>
                </a:lnTo>
                <a:lnTo>
                  <a:pt x="14608" y="145828"/>
                </a:lnTo>
                <a:close/>
                <a:moveTo>
                  <a:pt x="58241" y="219075"/>
                </a:moveTo>
                <a:lnTo>
                  <a:pt x="29215" y="219075"/>
                </a:lnTo>
                <a:lnTo>
                  <a:pt x="29215" y="204311"/>
                </a:lnTo>
                <a:lnTo>
                  <a:pt x="58241" y="204311"/>
                </a:lnTo>
                <a:lnTo>
                  <a:pt x="58241" y="219075"/>
                </a:lnTo>
                <a:close/>
                <a:moveTo>
                  <a:pt x="217502" y="204502"/>
                </a:moveTo>
                <a:lnTo>
                  <a:pt x="130520" y="204502"/>
                </a:lnTo>
                <a:lnTo>
                  <a:pt x="130520" y="175355"/>
                </a:lnTo>
                <a:lnTo>
                  <a:pt x="217502" y="175355"/>
                </a:lnTo>
                <a:lnTo>
                  <a:pt x="217502" y="204502"/>
                </a:lnTo>
                <a:close/>
                <a:moveTo>
                  <a:pt x="318807" y="219075"/>
                </a:moveTo>
                <a:lnTo>
                  <a:pt x="289781" y="219075"/>
                </a:lnTo>
                <a:lnTo>
                  <a:pt x="289781" y="204311"/>
                </a:lnTo>
                <a:lnTo>
                  <a:pt x="318807" y="204311"/>
                </a:lnTo>
                <a:lnTo>
                  <a:pt x="318807" y="219075"/>
                </a:lnTo>
                <a:close/>
                <a:moveTo>
                  <a:pt x="327059" y="189738"/>
                </a:moveTo>
                <a:cubicBezTo>
                  <a:pt x="327059" y="189738"/>
                  <a:pt x="326395" y="189548"/>
                  <a:pt x="326016" y="189548"/>
                </a:cubicBezTo>
                <a:lnTo>
                  <a:pt x="282478" y="189548"/>
                </a:lnTo>
                <a:cubicBezTo>
                  <a:pt x="282478" y="189548"/>
                  <a:pt x="281908" y="189738"/>
                  <a:pt x="281624" y="189738"/>
                </a:cubicBezTo>
                <a:lnTo>
                  <a:pt x="231920" y="189738"/>
                </a:lnTo>
                <a:lnTo>
                  <a:pt x="231920" y="168116"/>
                </a:lnTo>
                <a:cubicBezTo>
                  <a:pt x="231920" y="164497"/>
                  <a:pt x="229549" y="160877"/>
                  <a:pt x="224711" y="160877"/>
                </a:cubicBezTo>
                <a:lnTo>
                  <a:pt x="123216" y="160877"/>
                </a:lnTo>
                <a:cubicBezTo>
                  <a:pt x="119612" y="160877"/>
                  <a:pt x="116007" y="164497"/>
                  <a:pt x="116007" y="168116"/>
                </a:cubicBezTo>
                <a:lnTo>
                  <a:pt x="116007" y="189738"/>
                </a:lnTo>
                <a:lnTo>
                  <a:pt x="66493" y="189738"/>
                </a:lnTo>
                <a:cubicBezTo>
                  <a:pt x="66493" y="189738"/>
                  <a:pt x="65829" y="189548"/>
                  <a:pt x="65450" y="189548"/>
                </a:cubicBezTo>
                <a:lnTo>
                  <a:pt x="21911" y="189548"/>
                </a:lnTo>
                <a:cubicBezTo>
                  <a:pt x="21911" y="189548"/>
                  <a:pt x="21342" y="189738"/>
                  <a:pt x="21058" y="189738"/>
                </a:cubicBezTo>
                <a:lnTo>
                  <a:pt x="14418" y="189738"/>
                </a:lnTo>
                <a:lnTo>
                  <a:pt x="14418" y="174784"/>
                </a:lnTo>
                <a:lnTo>
                  <a:pt x="65355" y="174784"/>
                </a:lnTo>
                <a:cubicBezTo>
                  <a:pt x="70193" y="174784"/>
                  <a:pt x="72659" y="171164"/>
                  <a:pt x="72659" y="167545"/>
                </a:cubicBezTo>
                <a:lnTo>
                  <a:pt x="72659" y="138589"/>
                </a:lnTo>
                <a:cubicBezTo>
                  <a:pt x="72659" y="134969"/>
                  <a:pt x="70193" y="131350"/>
                  <a:pt x="65355" y="131350"/>
                </a:cubicBezTo>
                <a:lnTo>
                  <a:pt x="24567" y="131350"/>
                </a:lnTo>
                <a:cubicBezTo>
                  <a:pt x="30448" y="125635"/>
                  <a:pt x="39554" y="116776"/>
                  <a:pt x="54067" y="102679"/>
                </a:cubicBezTo>
                <a:lnTo>
                  <a:pt x="294903" y="102679"/>
                </a:lnTo>
                <a:cubicBezTo>
                  <a:pt x="295757" y="103537"/>
                  <a:pt x="300215" y="108013"/>
                  <a:pt x="323455" y="131350"/>
                </a:cubicBezTo>
                <a:lnTo>
                  <a:pt x="282383" y="131350"/>
                </a:lnTo>
                <a:cubicBezTo>
                  <a:pt x="278778" y="131350"/>
                  <a:pt x="275079" y="134969"/>
                  <a:pt x="275079" y="138589"/>
                </a:cubicBezTo>
                <a:lnTo>
                  <a:pt x="275079" y="167545"/>
                </a:lnTo>
                <a:cubicBezTo>
                  <a:pt x="275079" y="171164"/>
                  <a:pt x="278683" y="174784"/>
                  <a:pt x="282383" y="174784"/>
                </a:cubicBezTo>
                <a:lnTo>
                  <a:pt x="333320" y="174784"/>
                </a:lnTo>
                <a:lnTo>
                  <a:pt x="333320" y="189738"/>
                </a:lnTo>
                <a:lnTo>
                  <a:pt x="326870" y="189738"/>
                </a:lnTo>
                <a:close/>
                <a:moveTo>
                  <a:pt x="333509" y="145828"/>
                </a:moveTo>
                <a:lnTo>
                  <a:pt x="333509" y="160306"/>
                </a:lnTo>
                <a:lnTo>
                  <a:pt x="289876" y="160306"/>
                </a:lnTo>
                <a:lnTo>
                  <a:pt x="289876" y="145828"/>
                </a:lnTo>
                <a:lnTo>
                  <a:pt x="333509" y="145828"/>
                </a:lnTo>
                <a:close/>
                <a:moveTo>
                  <a:pt x="333509" y="87821"/>
                </a:moveTo>
                <a:lnTo>
                  <a:pt x="304484" y="87821"/>
                </a:lnTo>
                <a:lnTo>
                  <a:pt x="304484" y="73057"/>
                </a:lnTo>
                <a:lnTo>
                  <a:pt x="333509" y="73057"/>
                </a:lnTo>
                <a:lnTo>
                  <a:pt x="333509" y="87821"/>
                </a:lnTo>
                <a:close/>
                <a:moveTo>
                  <a:pt x="181362" y="123920"/>
                </a:moveTo>
                <a:lnTo>
                  <a:pt x="181362" y="138684"/>
                </a:lnTo>
                <a:cubicBezTo>
                  <a:pt x="181362" y="142399"/>
                  <a:pt x="178896" y="146018"/>
                  <a:pt x="173964" y="146018"/>
                </a:cubicBezTo>
                <a:cubicBezTo>
                  <a:pt x="170264" y="146018"/>
                  <a:pt x="166565" y="142303"/>
                  <a:pt x="166565" y="138684"/>
                </a:cubicBezTo>
                <a:lnTo>
                  <a:pt x="166565" y="123920"/>
                </a:lnTo>
                <a:cubicBezTo>
                  <a:pt x="166565" y="120205"/>
                  <a:pt x="170264" y="116491"/>
                  <a:pt x="173964" y="116491"/>
                </a:cubicBezTo>
                <a:cubicBezTo>
                  <a:pt x="178896" y="116491"/>
                  <a:pt x="181362" y="120205"/>
                  <a:pt x="181362" y="12392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2" name="Graphic 228">
            <a:extLst>
              <a:ext uri="{FF2B5EF4-FFF2-40B4-BE49-F238E27FC236}">
                <a16:creationId xmlns:a16="http://schemas.microsoft.com/office/drawing/2014/main" id="{AC01A913-FDF8-D502-308B-19A3785B5FE2}"/>
              </a:ext>
            </a:extLst>
          </p:cNvPr>
          <p:cNvSpPr/>
          <p:nvPr/>
        </p:nvSpPr>
        <p:spPr>
          <a:xfrm>
            <a:off x="8765993" y="3638300"/>
            <a:ext cx="463839" cy="311783"/>
          </a:xfrm>
          <a:custGeom>
            <a:avLst/>
            <a:gdLst>
              <a:gd name="connsiteX0" fmla="*/ 348022 w 348022"/>
              <a:gd name="connsiteY0" fmla="*/ 95250 h 233933"/>
              <a:gd name="connsiteX1" fmla="*/ 348022 w 348022"/>
              <a:gd name="connsiteY1" fmla="*/ 65723 h 233933"/>
              <a:gd name="connsiteX2" fmla="*/ 340813 w 348022"/>
              <a:gd name="connsiteY2" fmla="*/ 58293 h 233933"/>
              <a:gd name="connsiteX3" fmla="*/ 297275 w 348022"/>
              <a:gd name="connsiteY3" fmla="*/ 58293 h 233933"/>
              <a:gd name="connsiteX4" fmla="*/ 293481 w 348022"/>
              <a:gd name="connsiteY4" fmla="*/ 59722 h 233933"/>
              <a:gd name="connsiteX5" fmla="*/ 275458 w 348022"/>
              <a:gd name="connsiteY5" fmla="*/ 4858 h 233933"/>
              <a:gd name="connsiteX6" fmla="*/ 268249 w 348022"/>
              <a:gd name="connsiteY6" fmla="*/ 0 h 233933"/>
              <a:gd name="connsiteX7" fmla="*/ 80342 w 348022"/>
              <a:gd name="connsiteY7" fmla="*/ 0 h 233933"/>
              <a:gd name="connsiteX8" fmla="*/ 74271 w 348022"/>
              <a:gd name="connsiteY8" fmla="*/ 4858 h 233933"/>
              <a:gd name="connsiteX9" fmla="*/ 56059 w 348022"/>
              <a:gd name="connsiteY9" fmla="*/ 60388 h 233933"/>
              <a:gd name="connsiteX10" fmla="*/ 50842 w 348022"/>
              <a:gd name="connsiteY10" fmla="*/ 58198 h 233933"/>
              <a:gd name="connsiteX11" fmla="*/ 7304 w 348022"/>
              <a:gd name="connsiteY11" fmla="*/ 58198 h 233933"/>
              <a:gd name="connsiteX12" fmla="*/ 95 w 348022"/>
              <a:gd name="connsiteY12" fmla="*/ 65627 h 233933"/>
              <a:gd name="connsiteX13" fmla="*/ 95 w 348022"/>
              <a:gd name="connsiteY13" fmla="*/ 95155 h 233933"/>
              <a:gd name="connsiteX14" fmla="*/ 7304 w 348022"/>
              <a:gd name="connsiteY14" fmla="*/ 102584 h 233933"/>
              <a:gd name="connsiteX15" fmla="*/ 33673 w 348022"/>
              <a:gd name="connsiteY15" fmla="*/ 102584 h 233933"/>
              <a:gd name="connsiteX16" fmla="*/ 3984 w 348022"/>
              <a:gd name="connsiteY16" fmla="*/ 132398 h 233933"/>
              <a:gd name="connsiteX17" fmla="*/ 0 w 348022"/>
              <a:gd name="connsiteY17" fmla="*/ 138589 h 233933"/>
              <a:gd name="connsiteX18" fmla="*/ 0 w 348022"/>
              <a:gd name="connsiteY18" fmla="*/ 197072 h 233933"/>
              <a:gd name="connsiteX19" fmla="*/ 7209 w 348022"/>
              <a:gd name="connsiteY19" fmla="*/ 204311 h 233933"/>
              <a:gd name="connsiteX20" fmla="*/ 14703 w 348022"/>
              <a:gd name="connsiteY20" fmla="*/ 204311 h 233933"/>
              <a:gd name="connsiteX21" fmla="*/ 14703 w 348022"/>
              <a:gd name="connsiteY21" fmla="*/ 226504 h 233933"/>
              <a:gd name="connsiteX22" fmla="*/ 21911 w 348022"/>
              <a:gd name="connsiteY22" fmla="*/ 233934 h 233933"/>
              <a:gd name="connsiteX23" fmla="*/ 65450 w 348022"/>
              <a:gd name="connsiteY23" fmla="*/ 233934 h 233933"/>
              <a:gd name="connsiteX24" fmla="*/ 72659 w 348022"/>
              <a:gd name="connsiteY24" fmla="*/ 226504 h 233933"/>
              <a:gd name="connsiteX25" fmla="*/ 72659 w 348022"/>
              <a:gd name="connsiteY25" fmla="*/ 204311 h 233933"/>
              <a:gd name="connsiteX26" fmla="*/ 115913 w 348022"/>
              <a:gd name="connsiteY26" fmla="*/ 204311 h 233933"/>
              <a:gd name="connsiteX27" fmla="*/ 115913 w 348022"/>
              <a:gd name="connsiteY27" fmla="*/ 211836 h 233933"/>
              <a:gd name="connsiteX28" fmla="*/ 123122 w 348022"/>
              <a:gd name="connsiteY28" fmla="*/ 219075 h 233933"/>
              <a:gd name="connsiteX29" fmla="*/ 224616 w 348022"/>
              <a:gd name="connsiteY29" fmla="*/ 219075 h 233933"/>
              <a:gd name="connsiteX30" fmla="*/ 231825 w 348022"/>
              <a:gd name="connsiteY30" fmla="*/ 211836 h 233933"/>
              <a:gd name="connsiteX31" fmla="*/ 231825 w 348022"/>
              <a:gd name="connsiteY31" fmla="*/ 204311 h 233933"/>
              <a:gd name="connsiteX32" fmla="*/ 275079 w 348022"/>
              <a:gd name="connsiteY32" fmla="*/ 204311 h 233933"/>
              <a:gd name="connsiteX33" fmla="*/ 275079 w 348022"/>
              <a:gd name="connsiteY33" fmla="*/ 226504 h 233933"/>
              <a:gd name="connsiteX34" fmla="*/ 282288 w 348022"/>
              <a:gd name="connsiteY34" fmla="*/ 233934 h 233933"/>
              <a:gd name="connsiteX35" fmla="*/ 325826 w 348022"/>
              <a:gd name="connsiteY35" fmla="*/ 233934 h 233933"/>
              <a:gd name="connsiteX36" fmla="*/ 333035 w 348022"/>
              <a:gd name="connsiteY36" fmla="*/ 226504 h 233933"/>
              <a:gd name="connsiteX37" fmla="*/ 333035 w 348022"/>
              <a:gd name="connsiteY37" fmla="*/ 204311 h 233933"/>
              <a:gd name="connsiteX38" fmla="*/ 340529 w 348022"/>
              <a:gd name="connsiteY38" fmla="*/ 204311 h 233933"/>
              <a:gd name="connsiteX39" fmla="*/ 347738 w 348022"/>
              <a:gd name="connsiteY39" fmla="*/ 197072 h 233933"/>
              <a:gd name="connsiteX40" fmla="*/ 347738 w 348022"/>
              <a:gd name="connsiteY40" fmla="*/ 138589 h 233933"/>
              <a:gd name="connsiteX41" fmla="*/ 347738 w 348022"/>
              <a:gd name="connsiteY41" fmla="*/ 138494 h 233933"/>
              <a:gd name="connsiteX42" fmla="*/ 346504 w 348022"/>
              <a:gd name="connsiteY42" fmla="*/ 134017 h 233933"/>
              <a:gd name="connsiteX43" fmla="*/ 315297 w 348022"/>
              <a:gd name="connsiteY43" fmla="*/ 102679 h 233933"/>
              <a:gd name="connsiteX44" fmla="*/ 340434 w 348022"/>
              <a:gd name="connsiteY44" fmla="*/ 102679 h 233933"/>
              <a:gd name="connsiteX45" fmla="*/ 347643 w 348022"/>
              <a:gd name="connsiteY45" fmla="*/ 95250 h 233933"/>
              <a:gd name="connsiteX46" fmla="*/ 86318 w 348022"/>
              <a:gd name="connsiteY46" fmla="*/ 14764 h 233933"/>
              <a:gd name="connsiteX47" fmla="*/ 263412 w 348022"/>
              <a:gd name="connsiteY47" fmla="*/ 14764 h 233933"/>
              <a:gd name="connsiteX48" fmla="*/ 287505 w 348022"/>
              <a:gd name="connsiteY48" fmla="*/ 87916 h 233933"/>
              <a:gd name="connsiteX49" fmla="*/ 62320 w 348022"/>
              <a:gd name="connsiteY49" fmla="*/ 87916 h 233933"/>
              <a:gd name="connsiteX50" fmla="*/ 86413 w 348022"/>
              <a:gd name="connsiteY50" fmla="*/ 14764 h 233933"/>
              <a:gd name="connsiteX51" fmla="*/ 14513 w 348022"/>
              <a:gd name="connsiteY51" fmla="*/ 73057 h 233933"/>
              <a:gd name="connsiteX52" fmla="*/ 43538 w 348022"/>
              <a:gd name="connsiteY52" fmla="*/ 73057 h 233933"/>
              <a:gd name="connsiteX53" fmla="*/ 43538 w 348022"/>
              <a:gd name="connsiteY53" fmla="*/ 87821 h 233933"/>
              <a:gd name="connsiteX54" fmla="*/ 14513 w 348022"/>
              <a:gd name="connsiteY54" fmla="*/ 87821 h 233933"/>
              <a:gd name="connsiteX55" fmla="*/ 14513 w 348022"/>
              <a:gd name="connsiteY55" fmla="*/ 73057 h 233933"/>
              <a:gd name="connsiteX56" fmla="*/ 14608 w 348022"/>
              <a:gd name="connsiteY56" fmla="*/ 145828 h 233933"/>
              <a:gd name="connsiteX57" fmla="*/ 58241 w 348022"/>
              <a:gd name="connsiteY57" fmla="*/ 145828 h 233933"/>
              <a:gd name="connsiteX58" fmla="*/ 58241 w 348022"/>
              <a:gd name="connsiteY58" fmla="*/ 160306 h 233933"/>
              <a:gd name="connsiteX59" fmla="*/ 14608 w 348022"/>
              <a:gd name="connsiteY59" fmla="*/ 160306 h 233933"/>
              <a:gd name="connsiteX60" fmla="*/ 14608 w 348022"/>
              <a:gd name="connsiteY60" fmla="*/ 145828 h 233933"/>
              <a:gd name="connsiteX61" fmla="*/ 58241 w 348022"/>
              <a:gd name="connsiteY61" fmla="*/ 219075 h 233933"/>
              <a:gd name="connsiteX62" fmla="*/ 29215 w 348022"/>
              <a:gd name="connsiteY62" fmla="*/ 219075 h 233933"/>
              <a:gd name="connsiteX63" fmla="*/ 29215 w 348022"/>
              <a:gd name="connsiteY63" fmla="*/ 204311 h 233933"/>
              <a:gd name="connsiteX64" fmla="*/ 58241 w 348022"/>
              <a:gd name="connsiteY64" fmla="*/ 204311 h 233933"/>
              <a:gd name="connsiteX65" fmla="*/ 58241 w 348022"/>
              <a:gd name="connsiteY65" fmla="*/ 219075 h 233933"/>
              <a:gd name="connsiteX66" fmla="*/ 217502 w 348022"/>
              <a:gd name="connsiteY66" fmla="*/ 204502 h 233933"/>
              <a:gd name="connsiteX67" fmla="*/ 130520 w 348022"/>
              <a:gd name="connsiteY67" fmla="*/ 204502 h 233933"/>
              <a:gd name="connsiteX68" fmla="*/ 130520 w 348022"/>
              <a:gd name="connsiteY68" fmla="*/ 175355 h 233933"/>
              <a:gd name="connsiteX69" fmla="*/ 217502 w 348022"/>
              <a:gd name="connsiteY69" fmla="*/ 175355 h 233933"/>
              <a:gd name="connsiteX70" fmla="*/ 217502 w 348022"/>
              <a:gd name="connsiteY70" fmla="*/ 204502 h 233933"/>
              <a:gd name="connsiteX71" fmla="*/ 318807 w 348022"/>
              <a:gd name="connsiteY71" fmla="*/ 219075 h 233933"/>
              <a:gd name="connsiteX72" fmla="*/ 289781 w 348022"/>
              <a:gd name="connsiteY72" fmla="*/ 219075 h 233933"/>
              <a:gd name="connsiteX73" fmla="*/ 289781 w 348022"/>
              <a:gd name="connsiteY73" fmla="*/ 204311 h 233933"/>
              <a:gd name="connsiteX74" fmla="*/ 318807 w 348022"/>
              <a:gd name="connsiteY74" fmla="*/ 204311 h 233933"/>
              <a:gd name="connsiteX75" fmla="*/ 318807 w 348022"/>
              <a:gd name="connsiteY75" fmla="*/ 219075 h 233933"/>
              <a:gd name="connsiteX76" fmla="*/ 327059 w 348022"/>
              <a:gd name="connsiteY76" fmla="*/ 189738 h 233933"/>
              <a:gd name="connsiteX77" fmla="*/ 326016 w 348022"/>
              <a:gd name="connsiteY77" fmla="*/ 189548 h 233933"/>
              <a:gd name="connsiteX78" fmla="*/ 282478 w 348022"/>
              <a:gd name="connsiteY78" fmla="*/ 189548 h 233933"/>
              <a:gd name="connsiteX79" fmla="*/ 281624 w 348022"/>
              <a:gd name="connsiteY79" fmla="*/ 189738 h 233933"/>
              <a:gd name="connsiteX80" fmla="*/ 231920 w 348022"/>
              <a:gd name="connsiteY80" fmla="*/ 189738 h 233933"/>
              <a:gd name="connsiteX81" fmla="*/ 231920 w 348022"/>
              <a:gd name="connsiteY81" fmla="*/ 168116 h 233933"/>
              <a:gd name="connsiteX82" fmla="*/ 224711 w 348022"/>
              <a:gd name="connsiteY82" fmla="*/ 160877 h 233933"/>
              <a:gd name="connsiteX83" fmla="*/ 123216 w 348022"/>
              <a:gd name="connsiteY83" fmla="*/ 160877 h 233933"/>
              <a:gd name="connsiteX84" fmla="*/ 116007 w 348022"/>
              <a:gd name="connsiteY84" fmla="*/ 168116 h 233933"/>
              <a:gd name="connsiteX85" fmla="*/ 116007 w 348022"/>
              <a:gd name="connsiteY85" fmla="*/ 189738 h 233933"/>
              <a:gd name="connsiteX86" fmla="*/ 66493 w 348022"/>
              <a:gd name="connsiteY86" fmla="*/ 189738 h 233933"/>
              <a:gd name="connsiteX87" fmla="*/ 65450 w 348022"/>
              <a:gd name="connsiteY87" fmla="*/ 189548 h 233933"/>
              <a:gd name="connsiteX88" fmla="*/ 21911 w 348022"/>
              <a:gd name="connsiteY88" fmla="*/ 189548 h 233933"/>
              <a:gd name="connsiteX89" fmla="*/ 21058 w 348022"/>
              <a:gd name="connsiteY89" fmla="*/ 189738 h 233933"/>
              <a:gd name="connsiteX90" fmla="*/ 14418 w 348022"/>
              <a:gd name="connsiteY90" fmla="*/ 189738 h 233933"/>
              <a:gd name="connsiteX91" fmla="*/ 14418 w 348022"/>
              <a:gd name="connsiteY91" fmla="*/ 174784 h 233933"/>
              <a:gd name="connsiteX92" fmla="*/ 65355 w 348022"/>
              <a:gd name="connsiteY92" fmla="*/ 174784 h 233933"/>
              <a:gd name="connsiteX93" fmla="*/ 72659 w 348022"/>
              <a:gd name="connsiteY93" fmla="*/ 167545 h 233933"/>
              <a:gd name="connsiteX94" fmla="*/ 72659 w 348022"/>
              <a:gd name="connsiteY94" fmla="*/ 138589 h 233933"/>
              <a:gd name="connsiteX95" fmla="*/ 65355 w 348022"/>
              <a:gd name="connsiteY95" fmla="*/ 131350 h 233933"/>
              <a:gd name="connsiteX96" fmla="*/ 24567 w 348022"/>
              <a:gd name="connsiteY96" fmla="*/ 131350 h 233933"/>
              <a:gd name="connsiteX97" fmla="*/ 54067 w 348022"/>
              <a:gd name="connsiteY97" fmla="*/ 102679 h 233933"/>
              <a:gd name="connsiteX98" fmla="*/ 294903 w 348022"/>
              <a:gd name="connsiteY98" fmla="*/ 102679 h 233933"/>
              <a:gd name="connsiteX99" fmla="*/ 323455 w 348022"/>
              <a:gd name="connsiteY99" fmla="*/ 131350 h 233933"/>
              <a:gd name="connsiteX100" fmla="*/ 282383 w 348022"/>
              <a:gd name="connsiteY100" fmla="*/ 131350 h 233933"/>
              <a:gd name="connsiteX101" fmla="*/ 275079 w 348022"/>
              <a:gd name="connsiteY101" fmla="*/ 138589 h 233933"/>
              <a:gd name="connsiteX102" fmla="*/ 275079 w 348022"/>
              <a:gd name="connsiteY102" fmla="*/ 167545 h 233933"/>
              <a:gd name="connsiteX103" fmla="*/ 282383 w 348022"/>
              <a:gd name="connsiteY103" fmla="*/ 174784 h 233933"/>
              <a:gd name="connsiteX104" fmla="*/ 333320 w 348022"/>
              <a:gd name="connsiteY104" fmla="*/ 174784 h 233933"/>
              <a:gd name="connsiteX105" fmla="*/ 333320 w 348022"/>
              <a:gd name="connsiteY105" fmla="*/ 189738 h 233933"/>
              <a:gd name="connsiteX106" fmla="*/ 326870 w 348022"/>
              <a:gd name="connsiteY106" fmla="*/ 189738 h 233933"/>
              <a:gd name="connsiteX107" fmla="*/ 333509 w 348022"/>
              <a:gd name="connsiteY107" fmla="*/ 145828 h 233933"/>
              <a:gd name="connsiteX108" fmla="*/ 333509 w 348022"/>
              <a:gd name="connsiteY108" fmla="*/ 160306 h 233933"/>
              <a:gd name="connsiteX109" fmla="*/ 289876 w 348022"/>
              <a:gd name="connsiteY109" fmla="*/ 160306 h 233933"/>
              <a:gd name="connsiteX110" fmla="*/ 289876 w 348022"/>
              <a:gd name="connsiteY110" fmla="*/ 145828 h 233933"/>
              <a:gd name="connsiteX111" fmla="*/ 333509 w 348022"/>
              <a:gd name="connsiteY111" fmla="*/ 145828 h 233933"/>
              <a:gd name="connsiteX112" fmla="*/ 333509 w 348022"/>
              <a:gd name="connsiteY112" fmla="*/ 87821 h 233933"/>
              <a:gd name="connsiteX113" fmla="*/ 304484 w 348022"/>
              <a:gd name="connsiteY113" fmla="*/ 87821 h 233933"/>
              <a:gd name="connsiteX114" fmla="*/ 304484 w 348022"/>
              <a:gd name="connsiteY114" fmla="*/ 73057 h 233933"/>
              <a:gd name="connsiteX115" fmla="*/ 333509 w 348022"/>
              <a:gd name="connsiteY115" fmla="*/ 73057 h 233933"/>
              <a:gd name="connsiteX116" fmla="*/ 333509 w 348022"/>
              <a:gd name="connsiteY116" fmla="*/ 87821 h 233933"/>
              <a:gd name="connsiteX117" fmla="*/ 181362 w 348022"/>
              <a:gd name="connsiteY117" fmla="*/ 123920 h 233933"/>
              <a:gd name="connsiteX118" fmla="*/ 181362 w 348022"/>
              <a:gd name="connsiteY118" fmla="*/ 138684 h 233933"/>
              <a:gd name="connsiteX119" fmla="*/ 173964 w 348022"/>
              <a:gd name="connsiteY119" fmla="*/ 146018 h 233933"/>
              <a:gd name="connsiteX120" fmla="*/ 166565 w 348022"/>
              <a:gd name="connsiteY120" fmla="*/ 138684 h 233933"/>
              <a:gd name="connsiteX121" fmla="*/ 166565 w 348022"/>
              <a:gd name="connsiteY121" fmla="*/ 123920 h 233933"/>
              <a:gd name="connsiteX122" fmla="*/ 173964 w 348022"/>
              <a:gd name="connsiteY122" fmla="*/ 116491 h 233933"/>
              <a:gd name="connsiteX123" fmla="*/ 181362 w 348022"/>
              <a:gd name="connsiteY123" fmla="*/ 123920 h 233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348022" h="233933">
                <a:moveTo>
                  <a:pt x="348022" y="95250"/>
                </a:moveTo>
                <a:lnTo>
                  <a:pt x="348022" y="65723"/>
                </a:lnTo>
                <a:cubicBezTo>
                  <a:pt x="348022" y="62008"/>
                  <a:pt x="345651" y="58293"/>
                  <a:pt x="340813" y="58293"/>
                </a:cubicBezTo>
                <a:lnTo>
                  <a:pt x="297275" y="58293"/>
                </a:lnTo>
                <a:cubicBezTo>
                  <a:pt x="295947" y="58293"/>
                  <a:pt x="294619" y="58960"/>
                  <a:pt x="293481" y="59722"/>
                </a:cubicBezTo>
                <a:cubicBezTo>
                  <a:pt x="289307" y="46958"/>
                  <a:pt x="283521" y="29432"/>
                  <a:pt x="275458" y="4858"/>
                </a:cubicBezTo>
                <a:cubicBezTo>
                  <a:pt x="274225" y="1238"/>
                  <a:pt x="271854" y="0"/>
                  <a:pt x="268249" y="0"/>
                </a:cubicBezTo>
                <a:lnTo>
                  <a:pt x="80342" y="0"/>
                </a:lnTo>
                <a:cubicBezTo>
                  <a:pt x="77971" y="0"/>
                  <a:pt x="75504" y="1238"/>
                  <a:pt x="74271" y="4858"/>
                </a:cubicBezTo>
                <a:cubicBezTo>
                  <a:pt x="74271" y="4858"/>
                  <a:pt x="74271" y="5048"/>
                  <a:pt x="56059" y="60388"/>
                </a:cubicBezTo>
                <a:cubicBezTo>
                  <a:pt x="54826" y="59150"/>
                  <a:pt x="53119" y="58198"/>
                  <a:pt x="50842" y="58198"/>
                </a:cubicBezTo>
                <a:lnTo>
                  <a:pt x="7304" y="58198"/>
                </a:lnTo>
                <a:cubicBezTo>
                  <a:pt x="3699" y="58198"/>
                  <a:pt x="95" y="61913"/>
                  <a:pt x="95" y="65627"/>
                </a:cubicBezTo>
                <a:lnTo>
                  <a:pt x="95" y="95155"/>
                </a:lnTo>
                <a:cubicBezTo>
                  <a:pt x="95" y="98869"/>
                  <a:pt x="3699" y="102584"/>
                  <a:pt x="7304" y="102584"/>
                </a:cubicBezTo>
                <a:lnTo>
                  <a:pt x="33673" y="102584"/>
                </a:lnTo>
                <a:cubicBezTo>
                  <a:pt x="27508" y="108775"/>
                  <a:pt x="18117" y="118205"/>
                  <a:pt x="3984" y="132398"/>
                </a:cubicBezTo>
                <a:cubicBezTo>
                  <a:pt x="1707" y="133731"/>
                  <a:pt x="0" y="136112"/>
                  <a:pt x="0" y="138589"/>
                </a:cubicBezTo>
                <a:lnTo>
                  <a:pt x="0" y="197072"/>
                </a:lnTo>
                <a:cubicBezTo>
                  <a:pt x="0" y="200692"/>
                  <a:pt x="3604" y="204311"/>
                  <a:pt x="7209" y="204311"/>
                </a:cubicBezTo>
                <a:lnTo>
                  <a:pt x="14703" y="204311"/>
                </a:lnTo>
                <a:lnTo>
                  <a:pt x="14703" y="226504"/>
                </a:lnTo>
                <a:cubicBezTo>
                  <a:pt x="14703" y="230219"/>
                  <a:pt x="18307" y="233934"/>
                  <a:pt x="21911" y="233934"/>
                </a:cubicBezTo>
                <a:lnTo>
                  <a:pt x="65450" y="233934"/>
                </a:lnTo>
                <a:cubicBezTo>
                  <a:pt x="70287" y="233934"/>
                  <a:pt x="72659" y="230219"/>
                  <a:pt x="72659" y="226504"/>
                </a:cubicBezTo>
                <a:lnTo>
                  <a:pt x="72659" y="204311"/>
                </a:lnTo>
                <a:lnTo>
                  <a:pt x="115913" y="204311"/>
                </a:lnTo>
                <a:lnTo>
                  <a:pt x="115913" y="211836"/>
                </a:lnTo>
                <a:cubicBezTo>
                  <a:pt x="115913" y="215455"/>
                  <a:pt x="119517" y="219075"/>
                  <a:pt x="123122" y="219075"/>
                </a:cubicBezTo>
                <a:lnTo>
                  <a:pt x="224616" y="219075"/>
                </a:lnTo>
                <a:cubicBezTo>
                  <a:pt x="229454" y="219075"/>
                  <a:pt x="231825" y="215455"/>
                  <a:pt x="231825" y="211836"/>
                </a:cubicBezTo>
                <a:lnTo>
                  <a:pt x="231825" y="204311"/>
                </a:lnTo>
                <a:lnTo>
                  <a:pt x="275079" y="204311"/>
                </a:lnTo>
                <a:lnTo>
                  <a:pt x="275079" y="226504"/>
                </a:lnTo>
                <a:cubicBezTo>
                  <a:pt x="275079" y="230219"/>
                  <a:pt x="278683" y="233934"/>
                  <a:pt x="282288" y="233934"/>
                </a:cubicBezTo>
                <a:lnTo>
                  <a:pt x="325826" y="233934"/>
                </a:lnTo>
                <a:cubicBezTo>
                  <a:pt x="330664" y="233934"/>
                  <a:pt x="333035" y="230219"/>
                  <a:pt x="333035" y="226504"/>
                </a:cubicBezTo>
                <a:lnTo>
                  <a:pt x="333035" y="204311"/>
                </a:lnTo>
                <a:lnTo>
                  <a:pt x="340529" y="204311"/>
                </a:lnTo>
                <a:cubicBezTo>
                  <a:pt x="345366" y="204311"/>
                  <a:pt x="347738" y="200692"/>
                  <a:pt x="347738" y="197072"/>
                </a:cubicBezTo>
                <a:lnTo>
                  <a:pt x="347738" y="138589"/>
                </a:lnTo>
                <a:cubicBezTo>
                  <a:pt x="347738" y="138589"/>
                  <a:pt x="347738" y="138589"/>
                  <a:pt x="347738" y="138494"/>
                </a:cubicBezTo>
                <a:cubicBezTo>
                  <a:pt x="347738" y="136303"/>
                  <a:pt x="347738" y="135160"/>
                  <a:pt x="346504" y="134017"/>
                </a:cubicBezTo>
                <a:cubicBezTo>
                  <a:pt x="346504" y="134017"/>
                  <a:pt x="346410" y="133921"/>
                  <a:pt x="315297" y="102679"/>
                </a:cubicBezTo>
                <a:lnTo>
                  <a:pt x="340434" y="102679"/>
                </a:lnTo>
                <a:cubicBezTo>
                  <a:pt x="345271" y="102679"/>
                  <a:pt x="347643" y="98965"/>
                  <a:pt x="347643" y="95250"/>
                </a:cubicBezTo>
                <a:close/>
                <a:moveTo>
                  <a:pt x="86318" y="14764"/>
                </a:moveTo>
                <a:lnTo>
                  <a:pt x="263412" y="14764"/>
                </a:lnTo>
                <a:cubicBezTo>
                  <a:pt x="263412" y="14764"/>
                  <a:pt x="263412" y="14764"/>
                  <a:pt x="287505" y="87916"/>
                </a:cubicBezTo>
                <a:lnTo>
                  <a:pt x="62320" y="87916"/>
                </a:lnTo>
                <a:lnTo>
                  <a:pt x="86413" y="14764"/>
                </a:lnTo>
                <a:close/>
                <a:moveTo>
                  <a:pt x="14513" y="73057"/>
                </a:moveTo>
                <a:lnTo>
                  <a:pt x="43538" y="73057"/>
                </a:lnTo>
                <a:lnTo>
                  <a:pt x="43538" y="87821"/>
                </a:lnTo>
                <a:lnTo>
                  <a:pt x="14513" y="87821"/>
                </a:lnTo>
                <a:lnTo>
                  <a:pt x="14513" y="73057"/>
                </a:lnTo>
                <a:close/>
                <a:moveTo>
                  <a:pt x="14608" y="145828"/>
                </a:moveTo>
                <a:lnTo>
                  <a:pt x="58241" y="145828"/>
                </a:lnTo>
                <a:lnTo>
                  <a:pt x="58241" y="160306"/>
                </a:lnTo>
                <a:lnTo>
                  <a:pt x="14608" y="160306"/>
                </a:lnTo>
                <a:lnTo>
                  <a:pt x="14608" y="145828"/>
                </a:lnTo>
                <a:close/>
                <a:moveTo>
                  <a:pt x="58241" y="219075"/>
                </a:moveTo>
                <a:lnTo>
                  <a:pt x="29215" y="219075"/>
                </a:lnTo>
                <a:lnTo>
                  <a:pt x="29215" y="204311"/>
                </a:lnTo>
                <a:lnTo>
                  <a:pt x="58241" y="204311"/>
                </a:lnTo>
                <a:lnTo>
                  <a:pt x="58241" y="219075"/>
                </a:lnTo>
                <a:close/>
                <a:moveTo>
                  <a:pt x="217502" y="204502"/>
                </a:moveTo>
                <a:lnTo>
                  <a:pt x="130520" y="204502"/>
                </a:lnTo>
                <a:lnTo>
                  <a:pt x="130520" y="175355"/>
                </a:lnTo>
                <a:lnTo>
                  <a:pt x="217502" y="175355"/>
                </a:lnTo>
                <a:lnTo>
                  <a:pt x="217502" y="204502"/>
                </a:lnTo>
                <a:close/>
                <a:moveTo>
                  <a:pt x="318807" y="219075"/>
                </a:moveTo>
                <a:lnTo>
                  <a:pt x="289781" y="219075"/>
                </a:lnTo>
                <a:lnTo>
                  <a:pt x="289781" y="204311"/>
                </a:lnTo>
                <a:lnTo>
                  <a:pt x="318807" y="204311"/>
                </a:lnTo>
                <a:lnTo>
                  <a:pt x="318807" y="219075"/>
                </a:lnTo>
                <a:close/>
                <a:moveTo>
                  <a:pt x="327059" y="189738"/>
                </a:moveTo>
                <a:cubicBezTo>
                  <a:pt x="327059" y="189738"/>
                  <a:pt x="326395" y="189548"/>
                  <a:pt x="326016" y="189548"/>
                </a:cubicBezTo>
                <a:lnTo>
                  <a:pt x="282478" y="189548"/>
                </a:lnTo>
                <a:cubicBezTo>
                  <a:pt x="282478" y="189548"/>
                  <a:pt x="281908" y="189738"/>
                  <a:pt x="281624" y="189738"/>
                </a:cubicBezTo>
                <a:lnTo>
                  <a:pt x="231920" y="189738"/>
                </a:lnTo>
                <a:lnTo>
                  <a:pt x="231920" y="168116"/>
                </a:lnTo>
                <a:cubicBezTo>
                  <a:pt x="231920" y="164497"/>
                  <a:pt x="229549" y="160877"/>
                  <a:pt x="224711" y="160877"/>
                </a:cubicBezTo>
                <a:lnTo>
                  <a:pt x="123216" y="160877"/>
                </a:lnTo>
                <a:cubicBezTo>
                  <a:pt x="119612" y="160877"/>
                  <a:pt x="116007" y="164497"/>
                  <a:pt x="116007" y="168116"/>
                </a:cubicBezTo>
                <a:lnTo>
                  <a:pt x="116007" y="189738"/>
                </a:lnTo>
                <a:lnTo>
                  <a:pt x="66493" y="189738"/>
                </a:lnTo>
                <a:cubicBezTo>
                  <a:pt x="66493" y="189738"/>
                  <a:pt x="65829" y="189548"/>
                  <a:pt x="65450" y="189548"/>
                </a:cubicBezTo>
                <a:lnTo>
                  <a:pt x="21911" y="189548"/>
                </a:lnTo>
                <a:cubicBezTo>
                  <a:pt x="21911" y="189548"/>
                  <a:pt x="21342" y="189738"/>
                  <a:pt x="21058" y="189738"/>
                </a:cubicBezTo>
                <a:lnTo>
                  <a:pt x="14418" y="189738"/>
                </a:lnTo>
                <a:lnTo>
                  <a:pt x="14418" y="174784"/>
                </a:lnTo>
                <a:lnTo>
                  <a:pt x="65355" y="174784"/>
                </a:lnTo>
                <a:cubicBezTo>
                  <a:pt x="70193" y="174784"/>
                  <a:pt x="72659" y="171164"/>
                  <a:pt x="72659" y="167545"/>
                </a:cubicBezTo>
                <a:lnTo>
                  <a:pt x="72659" y="138589"/>
                </a:lnTo>
                <a:cubicBezTo>
                  <a:pt x="72659" y="134969"/>
                  <a:pt x="70193" y="131350"/>
                  <a:pt x="65355" y="131350"/>
                </a:cubicBezTo>
                <a:lnTo>
                  <a:pt x="24567" y="131350"/>
                </a:lnTo>
                <a:cubicBezTo>
                  <a:pt x="30448" y="125635"/>
                  <a:pt x="39554" y="116776"/>
                  <a:pt x="54067" y="102679"/>
                </a:cubicBezTo>
                <a:lnTo>
                  <a:pt x="294903" y="102679"/>
                </a:lnTo>
                <a:cubicBezTo>
                  <a:pt x="295757" y="103537"/>
                  <a:pt x="300215" y="108013"/>
                  <a:pt x="323455" y="131350"/>
                </a:cubicBezTo>
                <a:lnTo>
                  <a:pt x="282383" y="131350"/>
                </a:lnTo>
                <a:cubicBezTo>
                  <a:pt x="278778" y="131350"/>
                  <a:pt x="275079" y="134969"/>
                  <a:pt x="275079" y="138589"/>
                </a:cubicBezTo>
                <a:lnTo>
                  <a:pt x="275079" y="167545"/>
                </a:lnTo>
                <a:cubicBezTo>
                  <a:pt x="275079" y="171164"/>
                  <a:pt x="278683" y="174784"/>
                  <a:pt x="282383" y="174784"/>
                </a:cubicBezTo>
                <a:lnTo>
                  <a:pt x="333320" y="174784"/>
                </a:lnTo>
                <a:lnTo>
                  <a:pt x="333320" y="189738"/>
                </a:lnTo>
                <a:lnTo>
                  <a:pt x="326870" y="189738"/>
                </a:lnTo>
                <a:close/>
                <a:moveTo>
                  <a:pt x="333509" y="145828"/>
                </a:moveTo>
                <a:lnTo>
                  <a:pt x="333509" y="160306"/>
                </a:lnTo>
                <a:lnTo>
                  <a:pt x="289876" y="160306"/>
                </a:lnTo>
                <a:lnTo>
                  <a:pt x="289876" y="145828"/>
                </a:lnTo>
                <a:lnTo>
                  <a:pt x="333509" y="145828"/>
                </a:lnTo>
                <a:close/>
                <a:moveTo>
                  <a:pt x="333509" y="87821"/>
                </a:moveTo>
                <a:lnTo>
                  <a:pt x="304484" y="87821"/>
                </a:lnTo>
                <a:lnTo>
                  <a:pt x="304484" y="73057"/>
                </a:lnTo>
                <a:lnTo>
                  <a:pt x="333509" y="73057"/>
                </a:lnTo>
                <a:lnTo>
                  <a:pt x="333509" y="87821"/>
                </a:lnTo>
                <a:close/>
                <a:moveTo>
                  <a:pt x="181362" y="123920"/>
                </a:moveTo>
                <a:lnTo>
                  <a:pt x="181362" y="138684"/>
                </a:lnTo>
                <a:cubicBezTo>
                  <a:pt x="181362" y="142399"/>
                  <a:pt x="178896" y="146018"/>
                  <a:pt x="173964" y="146018"/>
                </a:cubicBezTo>
                <a:cubicBezTo>
                  <a:pt x="170264" y="146018"/>
                  <a:pt x="166565" y="142303"/>
                  <a:pt x="166565" y="138684"/>
                </a:cubicBezTo>
                <a:lnTo>
                  <a:pt x="166565" y="123920"/>
                </a:lnTo>
                <a:cubicBezTo>
                  <a:pt x="166565" y="120205"/>
                  <a:pt x="170264" y="116491"/>
                  <a:pt x="173964" y="116491"/>
                </a:cubicBezTo>
                <a:cubicBezTo>
                  <a:pt x="178896" y="116491"/>
                  <a:pt x="181362" y="120205"/>
                  <a:pt x="181362" y="12392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3" name="Graphic 228">
            <a:extLst>
              <a:ext uri="{FF2B5EF4-FFF2-40B4-BE49-F238E27FC236}">
                <a16:creationId xmlns:a16="http://schemas.microsoft.com/office/drawing/2014/main" id="{1318C4BA-D3A3-3CB7-BBA8-097574EC8741}"/>
              </a:ext>
            </a:extLst>
          </p:cNvPr>
          <p:cNvSpPr/>
          <p:nvPr/>
        </p:nvSpPr>
        <p:spPr>
          <a:xfrm>
            <a:off x="9524276" y="3638300"/>
            <a:ext cx="463839" cy="311783"/>
          </a:xfrm>
          <a:custGeom>
            <a:avLst/>
            <a:gdLst>
              <a:gd name="connsiteX0" fmla="*/ 348022 w 348022"/>
              <a:gd name="connsiteY0" fmla="*/ 95250 h 233933"/>
              <a:gd name="connsiteX1" fmla="*/ 348022 w 348022"/>
              <a:gd name="connsiteY1" fmla="*/ 65723 h 233933"/>
              <a:gd name="connsiteX2" fmla="*/ 340813 w 348022"/>
              <a:gd name="connsiteY2" fmla="*/ 58293 h 233933"/>
              <a:gd name="connsiteX3" fmla="*/ 297275 w 348022"/>
              <a:gd name="connsiteY3" fmla="*/ 58293 h 233933"/>
              <a:gd name="connsiteX4" fmla="*/ 293481 w 348022"/>
              <a:gd name="connsiteY4" fmla="*/ 59722 h 233933"/>
              <a:gd name="connsiteX5" fmla="*/ 275458 w 348022"/>
              <a:gd name="connsiteY5" fmla="*/ 4858 h 233933"/>
              <a:gd name="connsiteX6" fmla="*/ 268249 w 348022"/>
              <a:gd name="connsiteY6" fmla="*/ 0 h 233933"/>
              <a:gd name="connsiteX7" fmla="*/ 80342 w 348022"/>
              <a:gd name="connsiteY7" fmla="*/ 0 h 233933"/>
              <a:gd name="connsiteX8" fmla="*/ 74271 w 348022"/>
              <a:gd name="connsiteY8" fmla="*/ 4858 h 233933"/>
              <a:gd name="connsiteX9" fmla="*/ 56059 w 348022"/>
              <a:gd name="connsiteY9" fmla="*/ 60388 h 233933"/>
              <a:gd name="connsiteX10" fmla="*/ 50842 w 348022"/>
              <a:gd name="connsiteY10" fmla="*/ 58198 h 233933"/>
              <a:gd name="connsiteX11" fmla="*/ 7304 w 348022"/>
              <a:gd name="connsiteY11" fmla="*/ 58198 h 233933"/>
              <a:gd name="connsiteX12" fmla="*/ 95 w 348022"/>
              <a:gd name="connsiteY12" fmla="*/ 65627 h 233933"/>
              <a:gd name="connsiteX13" fmla="*/ 95 w 348022"/>
              <a:gd name="connsiteY13" fmla="*/ 95155 h 233933"/>
              <a:gd name="connsiteX14" fmla="*/ 7304 w 348022"/>
              <a:gd name="connsiteY14" fmla="*/ 102584 h 233933"/>
              <a:gd name="connsiteX15" fmla="*/ 33673 w 348022"/>
              <a:gd name="connsiteY15" fmla="*/ 102584 h 233933"/>
              <a:gd name="connsiteX16" fmla="*/ 3984 w 348022"/>
              <a:gd name="connsiteY16" fmla="*/ 132398 h 233933"/>
              <a:gd name="connsiteX17" fmla="*/ 0 w 348022"/>
              <a:gd name="connsiteY17" fmla="*/ 138589 h 233933"/>
              <a:gd name="connsiteX18" fmla="*/ 0 w 348022"/>
              <a:gd name="connsiteY18" fmla="*/ 197072 h 233933"/>
              <a:gd name="connsiteX19" fmla="*/ 7209 w 348022"/>
              <a:gd name="connsiteY19" fmla="*/ 204311 h 233933"/>
              <a:gd name="connsiteX20" fmla="*/ 14703 w 348022"/>
              <a:gd name="connsiteY20" fmla="*/ 204311 h 233933"/>
              <a:gd name="connsiteX21" fmla="*/ 14703 w 348022"/>
              <a:gd name="connsiteY21" fmla="*/ 226504 h 233933"/>
              <a:gd name="connsiteX22" fmla="*/ 21911 w 348022"/>
              <a:gd name="connsiteY22" fmla="*/ 233934 h 233933"/>
              <a:gd name="connsiteX23" fmla="*/ 65450 w 348022"/>
              <a:gd name="connsiteY23" fmla="*/ 233934 h 233933"/>
              <a:gd name="connsiteX24" fmla="*/ 72659 w 348022"/>
              <a:gd name="connsiteY24" fmla="*/ 226504 h 233933"/>
              <a:gd name="connsiteX25" fmla="*/ 72659 w 348022"/>
              <a:gd name="connsiteY25" fmla="*/ 204311 h 233933"/>
              <a:gd name="connsiteX26" fmla="*/ 115913 w 348022"/>
              <a:gd name="connsiteY26" fmla="*/ 204311 h 233933"/>
              <a:gd name="connsiteX27" fmla="*/ 115913 w 348022"/>
              <a:gd name="connsiteY27" fmla="*/ 211836 h 233933"/>
              <a:gd name="connsiteX28" fmla="*/ 123122 w 348022"/>
              <a:gd name="connsiteY28" fmla="*/ 219075 h 233933"/>
              <a:gd name="connsiteX29" fmla="*/ 224616 w 348022"/>
              <a:gd name="connsiteY29" fmla="*/ 219075 h 233933"/>
              <a:gd name="connsiteX30" fmla="*/ 231825 w 348022"/>
              <a:gd name="connsiteY30" fmla="*/ 211836 h 233933"/>
              <a:gd name="connsiteX31" fmla="*/ 231825 w 348022"/>
              <a:gd name="connsiteY31" fmla="*/ 204311 h 233933"/>
              <a:gd name="connsiteX32" fmla="*/ 275079 w 348022"/>
              <a:gd name="connsiteY32" fmla="*/ 204311 h 233933"/>
              <a:gd name="connsiteX33" fmla="*/ 275079 w 348022"/>
              <a:gd name="connsiteY33" fmla="*/ 226504 h 233933"/>
              <a:gd name="connsiteX34" fmla="*/ 282288 w 348022"/>
              <a:gd name="connsiteY34" fmla="*/ 233934 h 233933"/>
              <a:gd name="connsiteX35" fmla="*/ 325826 w 348022"/>
              <a:gd name="connsiteY35" fmla="*/ 233934 h 233933"/>
              <a:gd name="connsiteX36" fmla="*/ 333035 w 348022"/>
              <a:gd name="connsiteY36" fmla="*/ 226504 h 233933"/>
              <a:gd name="connsiteX37" fmla="*/ 333035 w 348022"/>
              <a:gd name="connsiteY37" fmla="*/ 204311 h 233933"/>
              <a:gd name="connsiteX38" fmla="*/ 340529 w 348022"/>
              <a:gd name="connsiteY38" fmla="*/ 204311 h 233933"/>
              <a:gd name="connsiteX39" fmla="*/ 347738 w 348022"/>
              <a:gd name="connsiteY39" fmla="*/ 197072 h 233933"/>
              <a:gd name="connsiteX40" fmla="*/ 347738 w 348022"/>
              <a:gd name="connsiteY40" fmla="*/ 138589 h 233933"/>
              <a:gd name="connsiteX41" fmla="*/ 347738 w 348022"/>
              <a:gd name="connsiteY41" fmla="*/ 138494 h 233933"/>
              <a:gd name="connsiteX42" fmla="*/ 346504 w 348022"/>
              <a:gd name="connsiteY42" fmla="*/ 134017 h 233933"/>
              <a:gd name="connsiteX43" fmla="*/ 315297 w 348022"/>
              <a:gd name="connsiteY43" fmla="*/ 102679 h 233933"/>
              <a:gd name="connsiteX44" fmla="*/ 340434 w 348022"/>
              <a:gd name="connsiteY44" fmla="*/ 102679 h 233933"/>
              <a:gd name="connsiteX45" fmla="*/ 347643 w 348022"/>
              <a:gd name="connsiteY45" fmla="*/ 95250 h 233933"/>
              <a:gd name="connsiteX46" fmla="*/ 86318 w 348022"/>
              <a:gd name="connsiteY46" fmla="*/ 14764 h 233933"/>
              <a:gd name="connsiteX47" fmla="*/ 263412 w 348022"/>
              <a:gd name="connsiteY47" fmla="*/ 14764 h 233933"/>
              <a:gd name="connsiteX48" fmla="*/ 287505 w 348022"/>
              <a:gd name="connsiteY48" fmla="*/ 87916 h 233933"/>
              <a:gd name="connsiteX49" fmla="*/ 62320 w 348022"/>
              <a:gd name="connsiteY49" fmla="*/ 87916 h 233933"/>
              <a:gd name="connsiteX50" fmla="*/ 86413 w 348022"/>
              <a:gd name="connsiteY50" fmla="*/ 14764 h 233933"/>
              <a:gd name="connsiteX51" fmla="*/ 14513 w 348022"/>
              <a:gd name="connsiteY51" fmla="*/ 73057 h 233933"/>
              <a:gd name="connsiteX52" fmla="*/ 43538 w 348022"/>
              <a:gd name="connsiteY52" fmla="*/ 73057 h 233933"/>
              <a:gd name="connsiteX53" fmla="*/ 43538 w 348022"/>
              <a:gd name="connsiteY53" fmla="*/ 87821 h 233933"/>
              <a:gd name="connsiteX54" fmla="*/ 14513 w 348022"/>
              <a:gd name="connsiteY54" fmla="*/ 87821 h 233933"/>
              <a:gd name="connsiteX55" fmla="*/ 14513 w 348022"/>
              <a:gd name="connsiteY55" fmla="*/ 73057 h 233933"/>
              <a:gd name="connsiteX56" fmla="*/ 14608 w 348022"/>
              <a:gd name="connsiteY56" fmla="*/ 145828 h 233933"/>
              <a:gd name="connsiteX57" fmla="*/ 58241 w 348022"/>
              <a:gd name="connsiteY57" fmla="*/ 145828 h 233933"/>
              <a:gd name="connsiteX58" fmla="*/ 58241 w 348022"/>
              <a:gd name="connsiteY58" fmla="*/ 160306 h 233933"/>
              <a:gd name="connsiteX59" fmla="*/ 14608 w 348022"/>
              <a:gd name="connsiteY59" fmla="*/ 160306 h 233933"/>
              <a:gd name="connsiteX60" fmla="*/ 14608 w 348022"/>
              <a:gd name="connsiteY60" fmla="*/ 145828 h 233933"/>
              <a:gd name="connsiteX61" fmla="*/ 58241 w 348022"/>
              <a:gd name="connsiteY61" fmla="*/ 219075 h 233933"/>
              <a:gd name="connsiteX62" fmla="*/ 29215 w 348022"/>
              <a:gd name="connsiteY62" fmla="*/ 219075 h 233933"/>
              <a:gd name="connsiteX63" fmla="*/ 29215 w 348022"/>
              <a:gd name="connsiteY63" fmla="*/ 204311 h 233933"/>
              <a:gd name="connsiteX64" fmla="*/ 58241 w 348022"/>
              <a:gd name="connsiteY64" fmla="*/ 204311 h 233933"/>
              <a:gd name="connsiteX65" fmla="*/ 58241 w 348022"/>
              <a:gd name="connsiteY65" fmla="*/ 219075 h 233933"/>
              <a:gd name="connsiteX66" fmla="*/ 217502 w 348022"/>
              <a:gd name="connsiteY66" fmla="*/ 204502 h 233933"/>
              <a:gd name="connsiteX67" fmla="*/ 130520 w 348022"/>
              <a:gd name="connsiteY67" fmla="*/ 204502 h 233933"/>
              <a:gd name="connsiteX68" fmla="*/ 130520 w 348022"/>
              <a:gd name="connsiteY68" fmla="*/ 175355 h 233933"/>
              <a:gd name="connsiteX69" fmla="*/ 217502 w 348022"/>
              <a:gd name="connsiteY69" fmla="*/ 175355 h 233933"/>
              <a:gd name="connsiteX70" fmla="*/ 217502 w 348022"/>
              <a:gd name="connsiteY70" fmla="*/ 204502 h 233933"/>
              <a:gd name="connsiteX71" fmla="*/ 318807 w 348022"/>
              <a:gd name="connsiteY71" fmla="*/ 219075 h 233933"/>
              <a:gd name="connsiteX72" fmla="*/ 289781 w 348022"/>
              <a:gd name="connsiteY72" fmla="*/ 219075 h 233933"/>
              <a:gd name="connsiteX73" fmla="*/ 289781 w 348022"/>
              <a:gd name="connsiteY73" fmla="*/ 204311 h 233933"/>
              <a:gd name="connsiteX74" fmla="*/ 318807 w 348022"/>
              <a:gd name="connsiteY74" fmla="*/ 204311 h 233933"/>
              <a:gd name="connsiteX75" fmla="*/ 318807 w 348022"/>
              <a:gd name="connsiteY75" fmla="*/ 219075 h 233933"/>
              <a:gd name="connsiteX76" fmla="*/ 327059 w 348022"/>
              <a:gd name="connsiteY76" fmla="*/ 189738 h 233933"/>
              <a:gd name="connsiteX77" fmla="*/ 326016 w 348022"/>
              <a:gd name="connsiteY77" fmla="*/ 189548 h 233933"/>
              <a:gd name="connsiteX78" fmla="*/ 282478 w 348022"/>
              <a:gd name="connsiteY78" fmla="*/ 189548 h 233933"/>
              <a:gd name="connsiteX79" fmla="*/ 281624 w 348022"/>
              <a:gd name="connsiteY79" fmla="*/ 189738 h 233933"/>
              <a:gd name="connsiteX80" fmla="*/ 231920 w 348022"/>
              <a:gd name="connsiteY80" fmla="*/ 189738 h 233933"/>
              <a:gd name="connsiteX81" fmla="*/ 231920 w 348022"/>
              <a:gd name="connsiteY81" fmla="*/ 168116 h 233933"/>
              <a:gd name="connsiteX82" fmla="*/ 224711 w 348022"/>
              <a:gd name="connsiteY82" fmla="*/ 160877 h 233933"/>
              <a:gd name="connsiteX83" fmla="*/ 123216 w 348022"/>
              <a:gd name="connsiteY83" fmla="*/ 160877 h 233933"/>
              <a:gd name="connsiteX84" fmla="*/ 116007 w 348022"/>
              <a:gd name="connsiteY84" fmla="*/ 168116 h 233933"/>
              <a:gd name="connsiteX85" fmla="*/ 116007 w 348022"/>
              <a:gd name="connsiteY85" fmla="*/ 189738 h 233933"/>
              <a:gd name="connsiteX86" fmla="*/ 66493 w 348022"/>
              <a:gd name="connsiteY86" fmla="*/ 189738 h 233933"/>
              <a:gd name="connsiteX87" fmla="*/ 65450 w 348022"/>
              <a:gd name="connsiteY87" fmla="*/ 189548 h 233933"/>
              <a:gd name="connsiteX88" fmla="*/ 21911 w 348022"/>
              <a:gd name="connsiteY88" fmla="*/ 189548 h 233933"/>
              <a:gd name="connsiteX89" fmla="*/ 21058 w 348022"/>
              <a:gd name="connsiteY89" fmla="*/ 189738 h 233933"/>
              <a:gd name="connsiteX90" fmla="*/ 14418 w 348022"/>
              <a:gd name="connsiteY90" fmla="*/ 189738 h 233933"/>
              <a:gd name="connsiteX91" fmla="*/ 14418 w 348022"/>
              <a:gd name="connsiteY91" fmla="*/ 174784 h 233933"/>
              <a:gd name="connsiteX92" fmla="*/ 65355 w 348022"/>
              <a:gd name="connsiteY92" fmla="*/ 174784 h 233933"/>
              <a:gd name="connsiteX93" fmla="*/ 72659 w 348022"/>
              <a:gd name="connsiteY93" fmla="*/ 167545 h 233933"/>
              <a:gd name="connsiteX94" fmla="*/ 72659 w 348022"/>
              <a:gd name="connsiteY94" fmla="*/ 138589 h 233933"/>
              <a:gd name="connsiteX95" fmla="*/ 65355 w 348022"/>
              <a:gd name="connsiteY95" fmla="*/ 131350 h 233933"/>
              <a:gd name="connsiteX96" fmla="*/ 24567 w 348022"/>
              <a:gd name="connsiteY96" fmla="*/ 131350 h 233933"/>
              <a:gd name="connsiteX97" fmla="*/ 54067 w 348022"/>
              <a:gd name="connsiteY97" fmla="*/ 102679 h 233933"/>
              <a:gd name="connsiteX98" fmla="*/ 294903 w 348022"/>
              <a:gd name="connsiteY98" fmla="*/ 102679 h 233933"/>
              <a:gd name="connsiteX99" fmla="*/ 323455 w 348022"/>
              <a:gd name="connsiteY99" fmla="*/ 131350 h 233933"/>
              <a:gd name="connsiteX100" fmla="*/ 282383 w 348022"/>
              <a:gd name="connsiteY100" fmla="*/ 131350 h 233933"/>
              <a:gd name="connsiteX101" fmla="*/ 275079 w 348022"/>
              <a:gd name="connsiteY101" fmla="*/ 138589 h 233933"/>
              <a:gd name="connsiteX102" fmla="*/ 275079 w 348022"/>
              <a:gd name="connsiteY102" fmla="*/ 167545 h 233933"/>
              <a:gd name="connsiteX103" fmla="*/ 282383 w 348022"/>
              <a:gd name="connsiteY103" fmla="*/ 174784 h 233933"/>
              <a:gd name="connsiteX104" fmla="*/ 333320 w 348022"/>
              <a:gd name="connsiteY104" fmla="*/ 174784 h 233933"/>
              <a:gd name="connsiteX105" fmla="*/ 333320 w 348022"/>
              <a:gd name="connsiteY105" fmla="*/ 189738 h 233933"/>
              <a:gd name="connsiteX106" fmla="*/ 326870 w 348022"/>
              <a:gd name="connsiteY106" fmla="*/ 189738 h 233933"/>
              <a:gd name="connsiteX107" fmla="*/ 333509 w 348022"/>
              <a:gd name="connsiteY107" fmla="*/ 145828 h 233933"/>
              <a:gd name="connsiteX108" fmla="*/ 333509 w 348022"/>
              <a:gd name="connsiteY108" fmla="*/ 160306 h 233933"/>
              <a:gd name="connsiteX109" fmla="*/ 289876 w 348022"/>
              <a:gd name="connsiteY109" fmla="*/ 160306 h 233933"/>
              <a:gd name="connsiteX110" fmla="*/ 289876 w 348022"/>
              <a:gd name="connsiteY110" fmla="*/ 145828 h 233933"/>
              <a:gd name="connsiteX111" fmla="*/ 333509 w 348022"/>
              <a:gd name="connsiteY111" fmla="*/ 145828 h 233933"/>
              <a:gd name="connsiteX112" fmla="*/ 333509 w 348022"/>
              <a:gd name="connsiteY112" fmla="*/ 87821 h 233933"/>
              <a:gd name="connsiteX113" fmla="*/ 304484 w 348022"/>
              <a:gd name="connsiteY113" fmla="*/ 87821 h 233933"/>
              <a:gd name="connsiteX114" fmla="*/ 304484 w 348022"/>
              <a:gd name="connsiteY114" fmla="*/ 73057 h 233933"/>
              <a:gd name="connsiteX115" fmla="*/ 333509 w 348022"/>
              <a:gd name="connsiteY115" fmla="*/ 73057 h 233933"/>
              <a:gd name="connsiteX116" fmla="*/ 333509 w 348022"/>
              <a:gd name="connsiteY116" fmla="*/ 87821 h 233933"/>
              <a:gd name="connsiteX117" fmla="*/ 181362 w 348022"/>
              <a:gd name="connsiteY117" fmla="*/ 123920 h 233933"/>
              <a:gd name="connsiteX118" fmla="*/ 181362 w 348022"/>
              <a:gd name="connsiteY118" fmla="*/ 138684 h 233933"/>
              <a:gd name="connsiteX119" fmla="*/ 173964 w 348022"/>
              <a:gd name="connsiteY119" fmla="*/ 146018 h 233933"/>
              <a:gd name="connsiteX120" fmla="*/ 166565 w 348022"/>
              <a:gd name="connsiteY120" fmla="*/ 138684 h 233933"/>
              <a:gd name="connsiteX121" fmla="*/ 166565 w 348022"/>
              <a:gd name="connsiteY121" fmla="*/ 123920 h 233933"/>
              <a:gd name="connsiteX122" fmla="*/ 173964 w 348022"/>
              <a:gd name="connsiteY122" fmla="*/ 116491 h 233933"/>
              <a:gd name="connsiteX123" fmla="*/ 181362 w 348022"/>
              <a:gd name="connsiteY123" fmla="*/ 123920 h 233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348022" h="233933">
                <a:moveTo>
                  <a:pt x="348022" y="95250"/>
                </a:moveTo>
                <a:lnTo>
                  <a:pt x="348022" y="65723"/>
                </a:lnTo>
                <a:cubicBezTo>
                  <a:pt x="348022" y="62008"/>
                  <a:pt x="345651" y="58293"/>
                  <a:pt x="340813" y="58293"/>
                </a:cubicBezTo>
                <a:lnTo>
                  <a:pt x="297275" y="58293"/>
                </a:lnTo>
                <a:cubicBezTo>
                  <a:pt x="295947" y="58293"/>
                  <a:pt x="294619" y="58960"/>
                  <a:pt x="293481" y="59722"/>
                </a:cubicBezTo>
                <a:cubicBezTo>
                  <a:pt x="289307" y="46958"/>
                  <a:pt x="283521" y="29432"/>
                  <a:pt x="275458" y="4858"/>
                </a:cubicBezTo>
                <a:cubicBezTo>
                  <a:pt x="274225" y="1238"/>
                  <a:pt x="271854" y="0"/>
                  <a:pt x="268249" y="0"/>
                </a:cubicBezTo>
                <a:lnTo>
                  <a:pt x="80342" y="0"/>
                </a:lnTo>
                <a:cubicBezTo>
                  <a:pt x="77971" y="0"/>
                  <a:pt x="75504" y="1238"/>
                  <a:pt x="74271" y="4858"/>
                </a:cubicBezTo>
                <a:cubicBezTo>
                  <a:pt x="74271" y="4858"/>
                  <a:pt x="74271" y="5048"/>
                  <a:pt x="56059" y="60388"/>
                </a:cubicBezTo>
                <a:cubicBezTo>
                  <a:pt x="54826" y="59150"/>
                  <a:pt x="53119" y="58198"/>
                  <a:pt x="50842" y="58198"/>
                </a:cubicBezTo>
                <a:lnTo>
                  <a:pt x="7304" y="58198"/>
                </a:lnTo>
                <a:cubicBezTo>
                  <a:pt x="3699" y="58198"/>
                  <a:pt x="95" y="61913"/>
                  <a:pt x="95" y="65627"/>
                </a:cubicBezTo>
                <a:lnTo>
                  <a:pt x="95" y="95155"/>
                </a:lnTo>
                <a:cubicBezTo>
                  <a:pt x="95" y="98869"/>
                  <a:pt x="3699" y="102584"/>
                  <a:pt x="7304" y="102584"/>
                </a:cubicBezTo>
                <a:lnTo>
                  <a:pt x="33673" y="102584"/>
                </a:lnTo>
                <a:cubicBezTo>
                  <a:pt x="27508" y="108775"/>
                  <a:pt x="18117" y="118205"/>
                  <a:pt x="3984" y="132398"/>
                </a:cubicBezTo>
                <a:cubicBezTo>
                  <a:pt x="1707" y="133731"/>
                  <a:pt x="0" y="136112"/>
                  <a:pt x="0" y="138589"/>
                </a:cubicBezTo>
                <a:lnTo>
                  <a:pt x="0" y="197072"/>
                </a:lnTo>
                <a:cubicBezTo>
                  <a:pt x="0" y="200692"/>
                  <a:pt x="3604" y="204311"/>
                  <a:pt x="7209" y="204311"/>
                </a:cubicBezTo>
                <a:lnTo>
                  <a:pt x="14703" y="204311"/>
                </a:lnTo>
                <a:lnTo>
                  <a:pt x="14703" y="226504"/>
                </a:lnTo>
                <a:cubicBezTo>
                  <a:pt x="14703" y="230219"/>
                  <a:pt x="18307" y="233934"/>
                  <a:pt x="21911" y="233934"/>
                </a:cubicBezTo>
                <a:lnTo>
                  <a:pt x="65450" y="233934"/>
                </a:lnTo>
                <a:cubicBezTo>
                  <a:pt x="70287" y="233934"/>
                  <a:pt x="72659" y="230219"/>
                  <a:pt x="72659" y="226504"/>
                </a:cubicBezTo>
                <a:lnTo>
                  <a:pt x="72659" y="204311"/>
                </a:lnTo>
                <a:lnTo>
                  <a:pt x="115913" y="204311"/>
                </a:lnTo>
                <a:lnTo>
                  <a:pt x="115913" y="211836"/>
                </a:lnTo>
                <a:cubicBezTo>
                  <a:pt x="115913" y="215455"/>
                  <a:pt x="119517" y="219075"/>
                  <a:pt x="123122" y="219075"/>
                </a:cubicBezTo>
                <a:lnTo>
                  <a:pt x="224616" y="219075"/>
                </a:lnTo>
                <a:cubicBezTo>
                  <a:pt x="229454" y="219075"/>
                  <a:pt x="231825" y="215455"/>
                  <a:pt x="231825" y="211836"/>
                </a:cubicBezTo>
                <a:lnTo>
                  <a:pt x="231825" y="204311"/>
                </a:lnTo>
                <a:lnTo>
                  <a:pt x="275079" y="204311"/>
                </a:lnTo>
                <a:lnTo>
                  <a:pt x="275079" y="226504"/>
                </a:lnTo>
                <a:cubicBezTo>
                  <a:pt x="275079" y="230219"/>
                  <a:pt x="278683" y="233934"/>
                  <a:pt x="282288" y="233934"/>
                </a:cubicBezTo>
                <a:lnTo>
                  <a:pt x="325826" y="233934"/>
                </a:lnTo>
                <a:cubicBezTo>
                  <a:pt x="330664" y="233934"/>
                  <a:pt x="333035" y="230219"/>
                  <a:pt x="333035" y="226504"/>
                </a:cubicBezTo>
                <a:lnTo>
                  <a:pt x="333035" y="204311"/>
                </a:lnTo>
                <a:lnTo>
                  <a:pt x="340529" y="204311"/>
                </a:lnTo>
                <a:cubicBezTo>
                  <a:pt x="345366" y="204311"/>
                  <a:pt x="347738" y="200692"/>
                  <a:pt x="347738" y="197072"/>
                </a:cubicBezTo>
                <a:lnTo>
                  <a:pt x="347738" y="138589"/>
                </a:lnTo>
                <a:cubicBezTo>
                  <a:pt x="347738" y="138589"/>
                  <a:pt x="347738" y="138589"/>
                  <a:pt x="347738" y="138494"/>
                </a:cubicBezTo>
                <a:cubicBezTo>
                  <a:pt x="347738" y="136303"/>
                  <a:pt x="347738" y="135160"/>
                  <a:pt x="346504" y="134017"/>
                </a:cubicBezTo>
                <a:cubicBezTo>
                  <a:pt x="346504" y="134017"/>
                  <a:pt x="346410" y="133921"/>
                  <a:pt x="315297" y="102679"/>
                </a:cubicBezTo>
                <a:lnTo>
                  <a:pt x="340434" y="102679"/>
                </a:lnTo>
                <a:cubicBezTo>
                  <a:pt x="345271" y="102679"/>
                  <a:pt x="347643" y="98965"/>
                  <a:pt x="347643" y="95250"/>
                </a:cubicBezTo>
                <a:close/>
                <a:moveTo>
                  <a:pt x="86318" y="14764"/>
                </a:moveTo>
                <a:lnTo>
                  <a:pt x="263412" y="14764"/>
                </a:lnTo>
                <a:cubicBezTo>
                  <a:pt x="263412" y="14764"/>
                  <a:pt x="263412" y="14764"/>
                  <a:pt x="287505" y="87916"/>
                </a:cubicBezTo>
                <a:lnTo>
                  <a:pt x="62320" y="87916"/>
                </a:lnTo>
                <a:lnTo>
                  <a:pt x="86413" y="14764"/>
                </a:lnTo>
                <a:close/>
                <a:moveTo>
                  <a:pt x="14513" y="73057"/>
                </a:moveTo>
                <a:lnTo>
                  <a:pt x="43538" y="73057"/>
                </a:lnTo>
                <a:lnTo>
                  <a:pt x="43538" y="87821"/>
                </a:lnTo>
                <a:lnTo>
                  <a:pt x="14513" y="87821"/>
                </a:lnTo>
                <a:lnTo>
                  <a:pt x="14513" y="73057"/>
                </a:lnTo>
                <a:close/>
                <a:moveTo>
                  <a:pt x="14608" y="145828"/>
                </a:moveTo>
                <a:lnTo>
                  <a:pt x="58241" y="145828"/>
                </a:lnTo>
                <a:lnTo>
                  <a:pt x="58241" y="160306"/>
                </a:lnTo>
                <a:lnTo>
                  <a:pt x="14608" y="160306"/>
                </a:lnTo>
                <a:lnTo>
                  <a:pt x="14608" y="145828"/>
                </a:lnTo>
                <a:close/>
                <a:moveTo>
                  <a:pt x="58241" y="219075"/>
                </a:moveTo>
                <a:lnTo>
                  <a:pt x="29215" y="219075"/>
                </a:lnTo>
                <a:lnTo>
                  <a:pt x="29215" y="204311"/>
                </a:lnTo>
                <a:lnTo>
                  <a:pt x="58241" y="204311"/>
                </a:lnTo>
                <a:lnTo>
                  <a:pt x="58241" y="219075"/>
                </a:lnTo>
                <a:close/>
                <a:moveTo>
                  <a:pt x="217502" y="204502"/>
                </a:moveTo>
                <a:lnTo>
                  <a:pt x="130520" y="204502"/>
                </a:lnTo>
                <a:lnTo>
                  <a:pt x="130520" y="175355"/>
                </a:lnTo>
                <a:lnTo>
                  <a:pt x="217502" y="175355"/>
                </a:lnTo>
                <a:lnTo>
                  <a:pt x="217502" y="204502"/>
                </a:lnTo>
                <a:close/>
                <a:moveTo>
                  <a:pt x="318807" y="219075"/>
                </a:moveTo>
                <a:lnTo>
                  <a:pt x="289781" y="219075"/>
                </a:lnTo>
                <a:lnTo>
                  <a:pt x="289781" y="204311"/>
                </a:lnTo>
                <a:lnTo>
                  <a:pt x="318807" y="204311"/>
                </a:lnTo>
                <a:lnTo>
                  <a:pt x="318807" y="219075"/>
                </a:lnTo>
                <a:close/>
                <a:moveTo>
                  <a:pt x="327059" y="189738"/>
                </a:moveTo>
                <a:cubicBezTo>
                  <a:pt x="327059" y="189738"/>
                  <a:pt x="326395" y="189548"/>
                  <a:pt x="326016" y="189548"/>
                </a:cubicBezTo>
                <a:lnTo>
                  <a:pt x="282478" y="189548"/>
                </a:lnTo>
                <a:cubicBezTo>
                  <a:pt x="282478" y="189548"/>
                  <a:pt x="281908" y="189738"/>
                  <a:pt x="281624" y="189738"/>
                </a:cubicBezTo>
                <a:lnTo>
                  <a:pt x="231920" y="189738"/>
                </a:lnTo>
                <a:lnTo>
                  <a:pt x="231920" y="168116"/>
                </a:lnTo>
                <a:cubicBezTo>
                  <a:pt x="231920" y="164497"/>
                  <a:pt x="229549" y="160877"/>
                  <a:pt x="224711" y="160877"/>
                </a:cubicBezTo>
                <a:lnTo>
                  <a:pt x="123216" y="160877"/>
                </a:lnTo>
                <a:cubicBezTo>
                  <a:pt x="119612" y="160877"/>
                  <a:pt x="116007" y="164497"/>
                  <a:pt x="116007" y="168116"/>
                </a:cubicBezTo>
                <a:lnTo>
                  <a:pt x="116007" y="189738"/>
                </a:lnTo>
                <a:lnTo>
                  <a:pt x="66493" y="189738"/>
                </a:lnTo>
                <a:cubicBezTo>
                  <a:pt x="66493" y="189738"/>
                  <a:pt x="65829" y="189548"/>
                  <a:pt x="65450" y="189548"/>
                </a:cubicBezTo>
                <a:lnTo>
                  <a:pt x="21911" y="189548"/>
                </a:lnTo>
                <a:cubicBezTo>
                  <a:pt x="21911" y="189548"/>
                  <a:pt x="21342" y="189738"/>
                  <a:pt x="21058" y="189738"/>
                </a:cubicBezTo>
                <a:lnTo>
                  <a:pt x="14418" y="189738"/>
                </a:lnTo>
                <a:lnTo>
                  <a:pt x="14418" y="174784"/>
                </a:lnTo>
                <a:lnTo>
                  <a:pt x="65355" y="174784"/>
                </a:lnTo>
                <a:cubicBezTo>
                  <a:pt x="70193" y="174784"/>
                  <a:pt x="72659" y="171164"/>
                  <a:pt x="72659" y="167545"/>
                </a:cubicBezTo>
                <a:lnTo>
                  <a:pt x="72659" y="138589"/>
                </a:lnTo>
                <a:cubicBezTo>
                  <a:pt x="72659" y="134969"/>
                  <a:pt x="70193" y="131350"/>
                  <a:pt x="65355" y="131350"/>
                </a:cubicBezTo>
                <a:lnTo>
                  <a:pt x="24567" y="131350"/>
                </a:lnTo>
                <a:cubicBezTo>
                  <a:pt x="30448" y="125635"/>
                  <a:pt x="39554" y="116776"/>
                  <a:pt x="54067" y="102679"/>
                </a:cubicBezTo>
                <a:lnTo>
                  <a:pt x="294903" y="102679"/>
                </a:lnTo>
                <a:cubicBezTo>
                  <a:pt x="295757" y="103537"/>
                  <a:pt x="300215" y="108013"/>
                  <a:pt x="323455" y="131350"/>
                </a:cubicBezTo>
                <a:lnTo>
                  <a:pt x="282383" y="131350"/>
                </a:lnTo>
                <a:cubicBezTo>
                  <a:pt x="278778" y="131350"/>
                  <a:pt x="275079" y="134969"/>
                  <a:pt x="275079" y="138589"/>
                </a:cubicBezTo>
                <a:lnTo>
                  <a:pt x="275079" y="167545"/>
                </a:lnTo>
                <a:cubicBezTo>
                  <a:pt x="275079" y="171164"/>
                  <a:pt x="278683" y="174784"/>
                  <a:pt x="282383" y="174784"/>
                </a:cubicBezTo>
                <a:lnTo>
                  <a:pt x="333320" y="174784"/>
                </a:lnTo>
                <a:lnTo>
                  <a:pt x="333320" y="189738"/>
                </a:lnTo>
                <a:lnTo>
                  <a:pt x="326870" y="189738"/>
                </a:lnTo>
                <a:close/>
                <a:moveTo>
                  <a:pt x="333509" y="145828"/>
                </a:moveTo>
                <a:lnTo>
                  <a:pt x="333509" y="160306"/>
                </a:lnTo>
                <a:lnTo>
                  <a:pt x="289876" y="160306"/>
                </a:lnTo>
                <a:lnTo>
                  <a:pt x="289876" y="145828"/>
                </a:lnTo>
                <a:lnTo>
                  <a:pt x="333509" y="145828"/>
                </a:lnTo>
                <a:close/>
                <a:moveTo>
                  <a:pt x="333509" y="87821"/>
                </a:moveTo>
                <a:lnTo>
                  <a:pt x="304484" y="87821"/>
                </a:lnTo>
                <a:lnTo>
                  <a:pt x="304484" y="73057"/>
                </a:lnTo>
                <a:lnTo>
                  <a:pt x="333509" y="73057"/>
                </a:lnTo>
                <a:lnTo>
                  <a:pt x="333509" y="87821"/>
                </a:lnTo>
                <a:close/>
                <a:moveTo>
                  <a:pt x="181362" y="123920"/>
                </a:moveTo>
                <a:lnTo>
                  <a:pt x="181362" y="138684"/>
                </a:lnTo>
                <a:cubicBezTo>
                  <a:pt x="181362" y="142399"/>
                  <a:pt x="178896" y="146018"/>
                  <a:pt x="173964" y="146018"/>
                </a:cubicBezTo>
                <a:cubicBezTo>
                  <a:pt x="170264" y="146018"/>
                  <a:pt x="166565" y="142303"/>
                  <a:pt x="166565" y="138684"/>
                </a:cubicBezTo>
                <a:lnTo>
                  <a:pt x="166565" y="123920"/>
                </a:lnTo>
                <a:cubicBezTo>
                  <a:pt x="166565" y="120205"/>
                  <a:pt x="170264" y="116491"/>
                  <a:pt x="173964" y="116491"/>
                </a:cubicBezTo>
                <a:cubicBezTo>
                  <a:pt x="178896" y="116491"/>
                  <a:pt x="181362" y="120205"/>
                  <a:pt x="181362" y="12392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6" name="Graphic 234">
            <a:extLst>
              <a:ext uri="{FF2B5EF4-FFF2-40B4-BE49-F238E27FC236}">
                <a16:creationId xmlns:a16="http://schemas.microsoft.com/office/drawing/2014/main" id="{5A9A62C8-9E64-AE56-AA93-09B70C5F4B0E}"/>
              </a:ext>
            </a:extLst>
          </p:cNvPr>
          <p:cNvSpPr/>
          <p:nvPr/>
        </p:nvSpPr>
        <p:spPr>
          <a:xfrm>
            <a:off x="10402069" y="2911608"/>
            <a:ext cx="473339" cy="414005"/>
          </a:xfrm>
          <a:custGeom>
            <a:avLst/>
            <a:gdLst>
              <a:gd name="connsiteX0" fmla="*/ 302776 w 354472"/>
              <a:gd name="connsiteY0" fmla="*/ 59150 h 310038"/>
              <a:gd name="connsiteX1" fmla="*/ 235714 w 354472"/>
              <a:gd name="connsiteY1" fmla="*/ 59150 h 310038"/>
              <a:gd name="connsiteX2" fmla="*/ 235714 w 354472"/>
              <a:gd name="connsiteY2" fmla="*/ 36671 h 310038"/>
              <a:gd name="connsiteX3" fmla="*/ 198910 w 354472"/>
              <a:gd name="connsiteY3" fmla="*/ 0 h 310038"/>
              <a:gd name="connsiteX4" fmla="*/ 154708 w 354472"/>
              <a:gd name="connsiteY4" fmla="*/ 0 h 310038"/>
              <a:gd name="connsiteX5" fmla="*/ 117904 w 354472"/>
              <a:gd name="connsiteY5" fmla="*/ 36671 h 310038"/>
              <a:gd name="connsiteX6" fmla="*/ 117904 w 354472"/>
              <a:gd name="connsiteY6" fmla="*/ 59150 h 310038"/>
              <a:gd name="connsiteX7" fmla="*/ 51696 w 354472"/>
              <a:gd name="connsiteY7" fmla="*/ 59150 h 310038"/>
              <a:gd name="connsiteX8" fmla="*/ 0 w 354472"/>
              <a:gd name="connsiteY8" fmla="*/ 110776 h 310038"/>
              <a:gd name="connsiteX9" fmla="*/ 0 w 354472"/>
              <a:gd name="connsiteY9" fmla="*/ 258413 h 310038"/>
              <a:gd name="connsiteX10" fmla="*/ 51696 w 354472"/>
              <a:gd name="connsiteY10" fmla="*/ 310039 h 310038"/>
              <a:gd name="connsiteX11" fmla="*/ 302776 w 354472"/>
              <a:gd name="connsiteY11" fmla="*/ 310039 h 310038"/>
              <a:gd name="connsiteX12" fmla="*/ 354472 w 354472"/>
              <a:gd name="connsiteY12" fmla="*/ 258413 h 310038"/>
              <a:gd name="connsiteX13" fmla="*/ 354472 w 354472"/>
              <a:gd name="connsiteY13" fmla="*/ 110776 h 310038"/>
              <a:gd name="connsiteX14" fmla="*/ 302776 w 354472"/>
              <a:gd name="connsiteY14" fmla="*/ 59150 h 310038"/>
              <a:gd name="connsiteX15" fmla="*/ 117904 w 354472"/>
              <a:gd name="connsiteY15" fmla="*/ 73914 h 310038"/>
              <a:gd name="connsiteX16" fmla="*/ 235809 w 354472"/>
              <a:gd name="connsiteY16" fmla="*/ 73914 h 310038"/>
              <a:gd name="connsiteX17" fmla="*/ 235809 w 354472"/>
              <a:gd name="connsiteY17" fmla="*/ 295370 h 310038"/>
              <a:gd name="connsiteX18" fmla="*/ 117904 w 354472"/>
              <a:gd name="connsiteY18" fmla="*/ 295370 h 310038"/>
              <a:gd name="connsiteX19" fmla="*/ 117904 w 354472"/>
              <a:gd name="connsiteY19" fmla="*/ 73914 h 310038"/>
              <a:gd name="connsiteX20" fmla="*/ 103771 w 354472"/>
              <a:gd name="connsiteY20" fmla="*/ 295275 h 310038"/>
              <a:gd name="connsiteX21" fmla="*/ 73892 w 354472"/>
              <a:gd name="connsiteY21" fmla="*/ 295275 h 310038"/>
              <a:gd name="connsiteX22" fmla="*/ 73892 w 354472"/>
              <a:gd name="connsiteY22" fmla="*/ 73819 h 310038"/>
              <a:gd name="connsiteX23" fmla="*/ 103771 w 354472"/>
              <a:gd name="connsiteY23" fmla="*/ 73819 h 310038"/>
              <a:gd name="connsiteX24" fmla="*/ 103771 w 354472"/>
              <a:gd name="connsiteY24" fmla="*/ 295275 h 310038"/>
              <a:gd name="connsiteX25" fmla="*/ 250701 w 354472"/>
              <a:gd name="connsiteY25" fmla="*/ 73914 h 310038"/>
              <a:gd name="connsiteX26" fmla="*/ 280580 w 354472"/>
              <a:gd name="connsiteY26" fmla="*/ 73914 h 310038"/>
              <a:gd name="connsiteX27" fmla="*/ 280580 w 354472"/>
              <a:gd name="connsiteY27" fmla="*/ 295370 h 310038"/>
              <a:gd name="connsiteX28" fmla="*/ 250701 w 354472"/>
              <a:gd name="connsiteY28" fmla="*/ 295370 h 310038"/>
              <a:gd name="connsiteX29" fmla="*/ 250701 w 354472"/>
              <a:gd name="connsiteY29" fmla="*/ 73914 h 310038"/>
              <a:gd name="connsiteX30" fmla="*/ 132607 w 354472"/>
              <a:gd name="connsiteY30" fmla="*/ 36576 h 310038"/>
              <a:gd name="connsiteX31" fmla="*/ 154708 w 354472"/>
              <a:gd name="connsiteY31" fmla="*/ 14573 h 310038"/>
              <a:gd name="connsiteX32" fmla="*/ 198910 w 354472"/>
              <a:gd name="connsiteY32" fmla="*/ 14573 h 310038"/>
              <a:gd name="connsiteX33" fmla="*/ 221012 w 354472"/>
              <a:gd name="connsiteY33" fmla="*/ 36576 h 310038"/>
              <a:gd name="connsiteX34" fmla="*/ 221012 w 354472"/>
              <a:gd name="connsiteY34" fmla="*/ 59055 h 310038"/>
              <a:gd name="connsiteX35" fmla="*/ 132607 w 354472"/>
              <a:gd name="connsiteY35" fmla="*/ 59055 h 310038"/>
              <a:gd name="connsiteX36" fmla="*/ 132607 w 354472"/>
              <a:gd name="connsiteY36" fmla="*/ 36576 h 310038"/>
              <a:gd name="connsiteX37" fmla="*/ 14797 w 354472"/>
              <a:gd name="connsiteY37" fmla="*/ 258413 h 310038"/>
              <a:gd name="connsiteX38" fmla="*/ 14797 w 354472"/>
              <a:gd name="connsiteY38" fmla="*/ 110776 h 310038"/>
              <a:gd name="connsiteX39" fmla="*/ 51696 w 354472"/>
              <a:gd name="connsiteY39" fmla="*/ 73914 h 310038"/>
              <a:gd name="connsiteX40" fmla="*/ 58905 w 354472"/>
              <a:gd name="connsiteY40" fmla="*/ 73914 h 310038"/>
              <a:gd name="connsiteX41" fmla="*/ 58905 w 354472"/>
              <a:gd name="connsiteY41" fmla="*/ 295370 h 310038"/>
              <a:gd name="connsiteX42" fmla="*/ 51696 w 354472"/>
              <a:gd name="connsiteY42" fmla="*/ 295370 h 310038"/>
              <a:gd name="connsiteX43" fmla="*/ 14797 w 354472"/>
              <a:gd name="connsiteY43" fmla="*/ 258509 h 310038"/>
              <a:gd name="connsiteX44" fmla="*/ 339770 w 354472"/>
              <a:gd name="connsiteY44" fmla="*/ 258413 h 310038"/>
              <a:gd name="connsiteX45" fmla="*/ 302871 w 354472"/>
              <a:gd name="connsiteY45" fmla="*/ 295275 h 310038"/>
              <a:gd name="connsiteX46" fmla="*/ 295662 w 354472"/>
              <a:gd name="connsiteY46" fmla="*/ 295275 h 310038"/>
              <a:gd name="connsiteX47" fmla="*/ 295662 w 354472"/>
              <a:gd name="connsiteY47" fmla="*/ 73819 h 310038"/>
              <a:gd name="connsiteX48" fmla="*/ 302871 w 354472"/>
              <a:gd name="connsiteY48" fmla="*/ 73819 h 310038"/>
              <a:gd name="connsiteX49" fmla="*/ 339770 w 354472"/>
              <a:gd name="connsiteY49" fmla="*/ 110680 h 310038"/>
              <a:gd name="connsiteX50" fmla="*/ 339770 w 354472"/>
              <a:gd name="connsiteY50" fmla="*/ 258318 h 31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54472" h="310038">
                <a:moveTo>
                  <a:pt x="302776" y="59150"/>
                </a:moveTo>
                <a:lnTo>
                  <a:pt x="235714" y="59150"/>
                </a:lnTo>
                <a:lnTo>
                  <a:pt x="235714" y="36671"/>
                </a:lnTo>
                <a:cubicBezTo>
                  <a:pt x="235714" y="17145"/>
                  <a:pt x="219778" y="0"/>
                  <a:pt x="198910" y="0"/>
                </a:cubicBezTo>
                <a:lnTo>
                  <a:pt x="154708" y="0"/>
                </a:lnTo>
                <a:cubicBezTo>
                  <a:pt x="133840" y="0"/>
                  <a:pt x="117904" y="17145"/>
                  <a:pt x="117904" y="36671"/>
                </a:cubicBezTo>
                <a:lnTo>
                  <a:pt x="117904" y="59150"/>
                </a:lnTo>
                <a:lnTo>
                  <a:pt x="51696" y="59150"/>
                </a:lnTo>
                <a:cubicBezTo>
                  <a:pt x="23429" y="59150"/>
                  <a:pt x="0" y="82487"/>
                  <a:pt x="0" y="110776"/>
                </a:cubicBezTo>
                <a:lnTo>
                  <a:pt x="0" y="258413"/>
                </a:lnTo>
                <a:cubicBezTo>
                  <a:pt x="0" y="286703"/>
                  <a:pt x="23429" y="310039"/>
                  <a:pt x="51696" y="310039"/>
                </a:cubicBezTo>
                <a:lnTo>
                  <a:pt x="302776" y="310039"/>
                </a:lnTo>
                <a:cubicBezTo>
                  <a:pt x="331043" y="310039"/>
                  <a:pt x="354472" y="286703"/>
                  <a:pt x="354472" y="258413"/>
                </a:cubicBezTo>
                <a:lnTo>
                  <a:pt x="354472" y="110776"/>
                </a:lnTo>
                <a:cubicBezTo>
                  <a:pt x="354472" y="82487"/>
                  <a:pt x="331043" y="59150"/>
                  <a:pt x="302776" y="59150"/>
                </a:cubicBezTo>
                <a:close/>
                <a:moveTo>
                  <a:pt x="117904" y="73914"/>
                </a:moveTo>
                <a:lnTo>
                  <a:pt x="235809" y="73914"/>
                </a:lnTo>
                <a:lnTo>
                  <a:pt x="235809" y="295370"/>
                </a:lnTo>
                <a:lnTo>
                  <a:pt x="117904" y="295370"/>
                </a:lnTo>
                <a:lnTo>
                  <a:pt x="117904" y="73914"/>
                </a:lnTo>
                <a:close/>
                <a:moveTo>
                  <a:pt x="103771" y="295275"/>
                </a:moveTo>
                <a:lnTo>
                  <a:pt x="73892" y="295275"/>
                </a:lnTo>
                <a:lnTo>
                  <a:pt x="73892" y="73819"/>
                </a:lnTo>
                <a:lnTo>
                  <a:pt x="103771" y="73819"/>
                </a:lnTo>
                <a:lnTo>
                  <a:pt x="103771" y="295275"/>
                </a:lnTo>
                <a:close/>
                <a:moveTo>
                  <a:pt x="250701" y="73914"/>
                </a:moveTo>
                <a:lnTo>
                  <a:pt x="280580" y="73914"/>
                </a:lnTo>
                <a:lnTo>
                  <a:pt x="280580" y="295370"/>
                </a:lnTo>
                <a:lnTo>
                  <a:pt x="250701" y="295370"/>
                </a:lnTo>
                <a:lnTo>
                  <a:pt x="250701" y="73914"/>
                </a:lnTo>
                <a:close/>
                <a:moveTo>
                  <a:pt x="132607" y="36576"/>
                </a:moveTo>
                <a:cubicBezTo>
                  <a:pt x="132607" y="24384"/>
                  <a:pt x="142472" y="14573"/>
                  <a:pt x="154708" y="14573"/>
                </a:cubicBezTo>
                <a:lnTo>
                  <a:pt x="198910" y="14573"/>
                </a:lnTo>
                <a:cubicBezTo>
                  <a:pt x="211147" y="14573"/>
                  <a:pt x="221012" y="24384"/>
                  <a:pt x="221012" y="36576"/>
                </a:cubicBezTo>
                <a:lnTo>
                  <a:pt x="221012" y="59055"/>
                </a:lnTo>
                <a:lnTo>
                  <a:pt x="132607" y="59055"/>
                </a:lnTo>
                <a:lnTo>
                  <a:pt x="132607" y="36576"/>
                </a:lnTo>
                <a:close/>
                <a:moveTo>
                  <a:pt x="14797" y="258413"/>
                </a:moveTo>
                <a:lnTo>
                  <a:pt x="14797" y="110776"/>
                </a:lnTo>
                <a:cubicBezTo>
                  <a:pt x="14797" y="91059"/>
                  <a:pt x="30828" y="73914"/>
                  <a:pt x="51696" y="73914"/>
                </a:cubicBezTo>
                <a:lnTo>
                  <a:pt x="58905" y="73914"/>
                </a:lnTo>
                <a:lnTo>
                  <a:pt x="58905" y="295370"/>
                </a:lnTo>
                <a:lnTo>
                  <a:pt x="51696" y="295370"/>
                </a:lnTo>
                <a:cubicBezTo>
                  <a:pt x="30733" y="295370"/>
                  <a:pt x="14797" y="279368"/>
                  <a:pt x="14797" y="258509"/>
                </a:cubicBezTo>
                <a:close/>
                <a:moveTo>
                  <a:pt x="339770" y="258413"/>
                </a:moveTo>
                <a:cubicBezTo>
                  <a:pt x="339770" y="279368"/>
                  <a:pt x="323739" y="295275"/>
                  <a:pt x="302871" y="295275"/>
                </a:cubicBezTo>
                <a:lnTo>
                  <a:pt x="295662" y="295275"/>
                </a:lnTo>
                <a:lnTo>
                  <a:pt x="295662" y="73819"/>
                </a:lnTo>
                <a:lnTo>
                  <a:pt x="302871" y="73819"/>
                </a:lnTo>
                <a:cubicBezTo>
                  <a:pt x="323834" y="73819"/>
                  <a:pt x="339770" y="91059"/>
                  <a:pt x="339770" y="110680"/>
                </a:cubicBezTo>
                <a:lnTo>
                  <a:pt x="339770" y="258318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7" name="Graphic 234">
            <a:extLst>
              <a:ext uri="{FF2B5EF4-FFF2-40B4-BE49-F238E27FC236}">
                <a16:creationId xmlns:a16="http://schemas.microsoft.com/office/drawing/2014/main" id="{FF807E3C-8531-BAD2-23E9-49D16A953A10}"/>
              </a:ext>
            </a:extLst>
          </p:cNvPr>
          <p:cNvSpPr/>
          <p:nvPr/>
        </p:nvSpPr>
        <p:spPr>
          <a:xfrm>
            <a:off x="11171503" y="2911608"/>
            <a:ext cx="473339" cy="414005"/>
          </a:xfrm>
          <a:custGeom>
            <a:avLst/>
            <a:gdLst>
              <a:gd name="connsiteX0" fmla="*/ 302776 w 354472"/>
              <a:gd name="connsiteY0" fmla="*/ 59150 h 310038"/>
              <a:gd name="connsiteX1" fmla="*/ 235714 w 354472"/>
              <a:gd name="connsiteY1" fmla="*/ 59150 h 310038"/>
              <a:gd name="connsiteX2" fmla="*/ 235714 w 354472"/>
              <a:gd name="connsiteY2" fmla="*/ 36671 h 310038"/>
              <a:gd name="connsiteX3" fmla="*/ 198910 w 354472"/>
              <a:gd name="connsiteY3" fmla="*/ 0 h 310038"/>
              <a:gd name="connsiteX4" fmla="*/ 154708 w 354472"/>
              <a:gd name="connsiteY4" fmla="*/ 0 h 310038"/>
              <a:gd name="connsiteX5" fmla="*/ 117904 w 354472"/>
              <a:gd name="connsiteY5" fmla="*/ 36671 h 310038"/>
              <a:gd name="connsiteX6" fmla="*/ 117904 w 354472"/>
              <a:gd name="connsiteY6" fmla="*/ 59150 h 310038"/>
              <a:gd name="connsiteX7" fmla="*/ 51696 w 354472"/>
              <a:gd name="connsiteY7" fmla="*/ 59150 h 310038"/>
              <a:gd name="connsiteX8" fmla="*/ 0 w 354472"/>
              <a:gd name="connsiteY8" fmla="*/ 110776 h 310038"/>
              <a:gd name="connsiteX9" fmla="*/ 0 w 354472"/>
              <a:gd name="connsiteY9" fmla="*/ 258413 h 310038"/>
              <a:gd name="connsiteX10" fmla="*/ 51696 w 354472"/>
              <a:gd name="connsiteY10" fmla="*/ 310039 h 310038"/>
              <a:gd name="connsiteX11" fmla="*/ 302776 w 354472"/>
              <a:gd name="connsiteY11" fmla="*/ 310039 h 310038"/>
              <a:gd name="connsiteX12" fmla="*/ 354472 w 354472"/>
              <a:gd name="connsiteY12" fmla="*/ 258413 h 310038"/>
              <a:gd name="connsiteX13" fmla="*/ 354472 w 354472"/>
              <a:gd name="connsiteY13" fmla="*/ 110776 h 310038"/>
              <a:gd name="connsiteX14" fmla="*/ 302776 w 354472"/>
              <a:gd name="connsiteY14" fmla="*/ 59150 h 310038"/>
              <a:gd name="connsiteX15" fmla="*/ 117904 w 354472"/>
              <a:gd name="connsiteY15" fmla="*/ 73914 h 310038"/>
              <a:gd name="connsiteX16" fmla="*/ 235809 w 354472"/>
              <a:gd name="connsiteY16" fmla="*/ 73914 h 310038"/>
              <a:gd name="connsiteX17" fmla="*/ 235809 w 354472"/>
              <a:gd name="connsiteY17" fmla="*/ 295370 h 310038"/>
              <a:gd name="connsiteX18" fmla="*/ 117904 w 354472"/>
              <a:gd name="connsiteY18" fmla="*/ 295370 h 310038"/>
              <a:gd name="connsiteX19" fmla="*/ 117904 w 354472"/>
              <a:gd name="connsiteY19" fmla="*/ 73914 h 310038"/>
              <a:gd name="connsiteX20" fmla="*/ 103771 w 354472"/>
              <a:gd name="connsiteY20" fmla="*/ 295275 h 310038"/>
              <a:gd name="connsiteX21" fmla="*/ 73892 w 354472"/>
              <a:gd name="connsiteY21" fmla="*/ 295275 h 310038"/>
              <a:gd name="connsiteX22" fmla="*/ 73892 w 354472"/>
              <a:gd name="connsiteY22" fmla="*/ 73819 h 310038"/>
              <a:gd name="connsiteX23" fmla="*/ 103771 w 354472"/>
              <a:gd name="connsiteY23" fmla="*/ 73819 h 310038"/>
              <a:gd name="connsiteX24" fmla="*/ 103771 w 354472"/>
              <a:gd name="connsiteY24" fmla="*/ 295275 h 310038"/>
              <a:gd name="connsiteX25" fmla="*/ 250701 w 354472"/>
              <a:gd name="connsiteY25" fmla="*/ 73914 h 310038"/>
              <a:gd name="connsiteX26" fmla="*/ 280580 w 354472"/>
              <a:gd name="connsiteY26" fmla="*/ 73914 h 310038"/>
              <a:gd name="connsiteX27" fmla="*/ 280580 w 354472"/>
              <a:gd name="connsiteY27" fmla="*/ 295370 h 310038"/>
              <a:gd name="connsiteX28" fmla="*/ 250701 w 354472"/>
              <a:gd name="connsiteY28" fmla="*/ 295370 h 310038"/>
              <a:gd name="connsiteX29" fmla="*/ 250701 w 354472"/>
              <a:gd name="connsiteY29" fmla="*/ 73914 h 310038"/>
              <a:gd name="connsiteX30" fmla="*/ 132607 w 354472"/>
              <a:gd name="connsiteY30" fmla="*/ 36576 h 310038"/>
              <a:gd name="connsiteX31" fmla="*/ 154708 w 354472"/>
              <a:gd name="connsiteY31" fmla="*/ 14573 h 310038"/>
              <a:gd name="connsiteX32" fmla="*/ 198910 w 354472"/>
              <a:gd name="connsiteY32" fmla="*/ 14573 h 310038"/>
              <a:gd name="connsiteX33" fmla="*/ 221012 w 354472"/>
              <a:gd name="connsiteY33" fmla="*/ 36576 h 310038"/>
              <a:gd name="connsiteX34" fmla="*/ 221012 w 354472"/>
              <a:gd name="connsiteY34" fmla="*/ 59055 h 310038"/>
              <a:gd name="connsiteX35" fmla="*/ 132607 w 354472"/>
              <a:gd name="connsiteY35" fmla="*/ 59055 h 310038"/>
              <a:gd name="connsiteX36" fmla="*/ 132607 w 354472"/>
              <a:gd name="connsiteY36" fmla="*/ 36576 h 310038"/>
              <a:gd name="connsiteX37" fmla="*/ 14797 w 354472"/>
              <a:gd name="connsiteY37" fmla="*/ 258413 h 310038"/>
              <a:gd name="connsiteX38" fmla="*/ 14797 w 354472"/>
              <a:gd name="connsiteY38" fmla="*/ 110776 h 310038"/>
              <a:gd name="connsiteX39" fmla="*/ 51696 w 354472"/>
              <a:gd name="connsiteY39" fmla="*/ 73914 h 310038"/>
              <a:gd name="connsiteX40" fmla="*/ 58905 w 354472"/>
              <a:gd name="connsiteY40" fmla="*/ 73914 h 310038"/>
              <a:gd name="connsiteX41" fmla="*/ 58905 w 354472"/>
              <a:gd name="connsiteY41" fmla="*/ 295370 h 310038"/>
              <a:gd name="connsiteX42" fmla="*/ 51696 w 354472"/>
              <a:gd name="connsiteY42" fmla="*/ 295370 h 310038"/>
              <a:gd name="connsiteX43" fmla="*/ 14797 w 354472"/>
              <a:gd name="connsiteY43" fmla="*/ 258509 h 310038"/>
              <a:gd name="connsiteX44" fmla="*/ 339770 w 354472"/>
              <a:gd name="connsiteY44" fmla="*/ 258413 h 310038"/>
              <a:gd name="connsiteX45" fmla="*/ 302871 w 354472"/>
              <a:gd name="connsiteY45" fmla="*/ 295275 h 310038"/>
              <a:gd name="connsiteX46" fmla="*/ 295662 w 354472"/>
              <a:gd name="connsiteY46" fmla="*/ 295275 h 310038"/>
              <a:gd name="connsiteX47" fmla="*/ 295662 w 354472"/>
              <a:gd name="connsiteY47" fmla="*/ 73819 h 310038"/>
              <a:gd name="connsiteX48" fmla="*/ 302871 w 354472"/>
              <a:gd name="connsiteY48" fmla="*/ 73819 h 310038"/>
              <a:gd name="connsiteX49" fmla="*/ 339770 w 354472"/>
              <a:gd name="connsiteY49" fmla="*/ 110680 h 310038"/>
              <a:gd name="connsiteX50" fmla="*/ 339770 w 354472"/>
              <a:gd name="connsiteY50" fmla="*/ 258318 h 31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54472" h="310038">
                <a:moveTo>
                  <a:pt x="302776" y="59150"/>
                </a:moveTo>
                <a:lnTo>
                  <a:pt x="235714" y="59150"/>
                </a:lnTo>
                <a:lnTo>
                  <a:pt x="235714" y="36671"/>
                </a:lnTo>
                <a:cubicBezTo>
                  <a:pt x="235714" y="17145"/>
                  <a:pt x="219778" y="0"/>
                  <a:pt x="198910" y="0"/>
                </a:cubicBezTo>
                <a:lnTo>
                  <a:pt x="154708" y="0"/>
                </a:lnTo>
                <a:cubicBezTo>
                  <a:pt x="133840" y="0"/>
                  <a:pt x="117904" y="17145"/>
                  <a:pt x="117904" y="36671"/>
                </a:cubicBezTo>
                <a:lnTo>
                  <a:pt x="117904" y="59150"/>
                </a:lnTo>
                <a:lnTo>
                  <a:pt x="51696" y="59150"/>
                </a:lnTo>
                <a:cubicBezTo>
                  <a:pt x="23429" y="59150"/>
                  <a:pt x="0" y="82487"/>
                  <a:pt x="0" y="110776"/>
                </a:cubicBezTo>
                <a:lnTo>
                  <a:pt x="0" y="258413"/>
                </a:lnTo>
                <a:cubicBezTo>
                  <a:pt x="0" y="286703"/>
                  <a:pt x="23429" y="310039"/>
                  <a:pt x="51696" y="310039"/>
                </a:cubicBezTo>
                <a:lnTo>
                  <a:pt x="302776" y="310039"/>
                </a:lnTo>
                <a:cubicBezTo>
                  <a:pt x="331043" y="310039"/>
                  <a:pt x="354472" y="286703"/>
                  <a:pt x="354472" y="258413"/>
                </a:cubicBezTo>
                <a:lnTo>
                  <a:pt x="354472" y="110776"/>
                </a:lnTo>
                <a:cubicBezTo>
                  <a:pt x="354472" y="82487"/>
                  <a:pt x="331043" y="59150"/>
                  <a:pt x="302776" y="59150"/>
                </a:cubicBezTo>
                <a:close/>
                <a:moveTo>
                  <a:pt x="117904" y="73914"/>
                </a:moveTo>
                <a:lnTo>
                  <a:pt x="235809" y="73914"/>
                </a:lnTo>
                <a:lnTo>
                  <a:pt x="235809" y="295370"/>
                </a:lnTo>
                <a:lnTo>
                  <a:pt x="117904" y="295370"/>
                </a:lnTo>
                <a:lnTo>
                  <a:pt x="117904" y="73914"/>
                </a:lnTo>
                <a:close/>
                <a:moveTo>
                  <a:pt x="103771" y="295275"/>
                </a:moveTo>
                <a:lnTo>
                  <a:pt x="73892" y="295275"/>
                </a:lnTo>
                <a:lnTo>
                  <a:pt x="73892" y="73819"/>
                </a:lnTo>
                <a:lnTo>
                  <a:pt x="103771" y="73819"/>
                </a:lnTo>
                <a:lnTo>
                  <a:pt x="103771" y="295275"/>
                </a:lnTo>
                <a:close/>
                <a:moveTo>
                  <a:pt x="250701" y="73914"/>
                </a:moveTo>
                <a:lnTo>
                  <a:pt x="280580" y="73914"/>
                </a:lnTo>
                <a:lnTo>
                  <a:pt x="280580" y="295370"/>
                </a:lnTo>
                <a:lnTo>
                  <a:pt x="250701" y="295370"/>
                </a:lnTo>
                <a:lnTo>
                  <a:pt x="250701" y="73914"/>
                </a:lnTo>
                <a:close/>
                <a:moveTo>
                  <a:pt x="132607" y="36576"/>
                </a:moveTo>
                <a:cubicBezTo>
                  <a:pt x="132607" y="24384"/>
                  <a:pt x="142472" y="14573"/>
                  <a:pt x="154708" y="14573"/>
                </a:cubicBezTo>
                <a:lnTo>
                  <a:pt x="198910" y="14573"/>
                </a:lnTo>
                <a:cubicBezTo>
                  <a:pt x="211147" y="14573"/>
                  <a:pt x="221012" y="24384"/>
                  <a:pt x="221012" y="36576"/>
                </a:cubicBezTo>
                <a:lnTo>
                  <a:pt x="221012" y="59055"/>
                </a:lnTo>
                <a:lnTo>
                  <a:pt x="132607" y="59055"/>
                </a:lnTo>
                <a:lnTo>
                  <a:pt x="132607" y="36576"/>
                </a:lnTo>
                <a:close/>
                <a:moveTo>
                  <a:pt x="14797" y="258413"/>
                </a:moveTo>
                <a:lnTo>
                  <a:pt x="14797" y="110776"/>
                </a:lnTo>
                <a:cubicBezTo>
                  <a:pt x="14797" y="91059"/>
                  <a:pt x="30828" y="73914"/>
                  <a:pt x="51696" y="73914"/>
                </a:cubicBezTo>
                <a:lnTo>
                  <a:pt x="58905" y="73914"/>
                </a:lnTo>
                <a:lnTo>
                  <a:pt x="58905" y="295370"/>
                </a:lnTo>
                <a:lnTo>
                  <a:pt x="51696" y="295370"/>
                </a:lnTo>
                <a:cubicBezTo>
                  <a:pt x="30733" y="295370"/>
                  <a:pt x="14797" y="279368"/>
                  <a:pt x="14797" y="258509"/>
                </a:cubicBezTo>
                <a:close/>
                <a:moveTo>
                  <a:pt x="339770" y="258413"/>
                </a:moveTo>
                <a:cubicBezTo>
                  <a:pt x="339770" y="279368"/>
                  <a:pt x="323739" y="295275"/>
                  <a:pt x="302871" y="295275"/>
                </a:cubicBezTo>
                <a:lnTo>
                  <a:pt x="295662" y="295275"/>
                </a:lnTo>
                <a:lnTo>
                  <a:pt x="295662" y="73819"/>
                </a:lnTo>
                <a:lnTo>
                  <a:pt x="302871" y="73819"/>
                </a:lnTo>
                <a:cubicBezTo>
                  <a:pt x="323834" y="73819"/>
                  <a:pt x="339770" y="91059"/>
                  <a:pt x="339770" y="110680"/>
                </a:cubicBezTo>
                <a:lnTo>
                  <a:pt x="339770" y="258318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8" name="Graphic 234">
            <a:extLst>
              <a:ext uri="{FF2B5EF4-FFF2-40B4-BE49-F238E27FC236}">
                <a16:creationId xmlns:a16="http://schemas.microsoft.com/office/drawing/2014/main" id="{D1A3D6B6-07AC-4C6D-3151-6F9617B39285}"/>
              </a:ext>
            </a:extLst>
          </p:cNvPr>
          <p:cNvSpPr/>
          <p:nvPr/>
        </p:nvSpPr>
        <p:spPr>
          <a:xfrm>
            <a:off x="10402069" y="3543511"/>
            <a:ext cx="473339" cy="414005"/>
          </a:xfrm>
          <a:custGeom>
            <a:avLst/>
            <a:gdLst>
              <a:gd name="connsiteX0" fmla="*/ 302776 w 354472"/>
              <a:gd name="connsiteY0" fmla="*/ 59150 h 310038"/>
              <a:gd name="connsiteX1" fmla="*/ 235714 w 354472"/>
              <a:gd name="connsiteY1" fmla="*/ 59150 h 310038"/>
              <a:gd name="connsiteX2" fmla="*/ 235714 w 354472"/>
              <a:gd name="connsiteY2" fmla="*/ 36671 h 310038"/>
              <a:gd name="connsiteX3" fmla="*/ 198910 w 354472"/>
              <a:gd name="connsiteY3" fmla="*/ 0 h 310038"/>
              <a:gd name="connsiteX4" fmla="*/ 154708 w 354472"/>
              <a:gd name="connsiteY4" fmla="*/ 0 h 310038"/>
              <a:gd name="connsiteX5" fmla="*/ 117904 w 354472"/>
              <a:gd name="connsiteY5" fmla="*/ 36671 h 310038"/>
              <a:gd name="connsiteX6" fmla="*/ 117904 w 354472"/>
              <a:gd name="connsiteY6" fmla="*/ 59150 h 310038"/>
              <a:gd name="connsiteX7" fmla="*/ 51696 w 354472"/>
              <a:gd name="connsiteY7" fmla="*/ 59150 h 310038"/>
              <a:gd name="connsiteX8" fmla="*/ 0 w 354472"/>
              <a:gd name="connsiteY8" fmla="*/ 110776 h 310038"/>
              <a:gd name="connsiteX9" fmla="*/ 0 w 354472"/>
              <a:gd name="connsiteY9" fmla="*/ 258413 h 310038"/>
              <a:gd name="connsiteX10" fmla="*/ 51696 w 354472"/>
              <a:gd name="connsiteY10" fmla="*/ 310039 h 310038"/>
              <a:gd name="connsiteX11" fmla="*/ 302776 w 354472"/>
              <a:gd name="connsiteY11" fmla="*/ 310039 h 310038"/>
              <a:gd name="connsiteX12" fmla="*/ 354472 w 354472"/>
              <a:gd name="connsiteY12" fmla="*/ 258413 h 310038"/>
              <a:gd name="connsiteX13" fmla="*/ 354472 w 354472"/>
              <a:gd name="connsiteY13" fmla="*/ 110776 h 310038"/>
              <a:gd name="connsiteX14" fmla="*/ 302776 w 354472"/>
              <a:gd name="connsiteY14" fmla="*/ 59150 h 310038"/>
              <a:gd name="connsiteX15" fmla="*/ 117904 w 354472"/>
              <a:gd name="connsiteY15" fmla="*/ 73914 h 310038"/>
              <a:gd name="connsiteX16" fmla="*/ 235809 w 354472"/>
              <a:gd name="connsiteY16" fmla="*/ 73914 h 310038"/>
              <a:gd name="connsiteX17" fmla="*/ 235809 w 354472"/>
              <a:gd name="connsiteY17" fmla="*/ 295370 h 310038"/>
              <a:gd name="connsiteX18" fmla="*/ 117904 w 354472"/>
              <a:gd name="connsiteY18" fmla="*/ 295370 h 310038"/>
              <a:gd name="connsiteX19" fmla="*/ 117904 w 354472"/>
              <a:gd name="connsiteY19" fmla="*/ 73914 h 310038"/>
              <a:gd name="connsiteX20" fmla="*/ 103771 w 354472"/>
              <a:gd name="connsiteY20" fmla="*/ 295275 h 310038"/>
              <a:gd name="connsiteX21" fmla="*/ 73892 w 354472"/>
              <a:gd name="connsiteY21" fmla="*/ 295275 h 310038"/>
              <a:gd name="connsiteX22" fmla="*/ 73892 w 354472"/>
              <a:gd name="connsiteY22" fmla="*/ 73819 h 310038"/>
              <a:gd name="connsiteX23" fmla="*/ 103771 w 354472"/>
              <a:gd name="connsiteY23" fmla="*/ 73819 h 310038"/>
              <a:gd name="connsiteX24" fmla="*/ 103771 w 354472"/>
              <a:gd name="connsiteY24" fmla="*/ 295275 h 310038"/>
              <a:gd name="connsiteX25" fmla="*/ 250701 w 354472"/>
              <a:gd name="connsiteY25" fmla="*/ 73914 h 310038"/>
              <a:gd name="connsiteX26" fmla="*/ 280580 w 354472"/>
              <a:gd name="connsiteY26" fmla="*/ 73914 h 310038"/>
              <a:gd name="connsiteX27" fmla="*/ 280580 w 354472"/>
              <a:gd name="connsiteY27" fmla="*/ 295370 h 310038"/>
              <a:gd name="connsiteX28" fmla="*/ 250701 w 354472"/>
              <a:gd name="connsiteY28" fmla="*/ 295370 h 310038"/>
              <a:gd name="connsiteX29" fmla="*/ 250701 w 354472"/>
              <a:gd name="connsiteY29" fmla="*/ 73914 h 310038"/>
              <a:gd name="connsiteX30" fmla="*/ 132607 w 354472"/>
              <a:gd name="connsiteY30" fmla="*/ 36576 h 310038"/>
              <a:gd name="connsiteX31" fmla="*/ 154708 w 354472"/>
              <a:gd name="connsiteY31" fmla="*/ 14573 h 310038"/>
              <a:gd name="connsiteX32" fmla="*/ 198910 w 354472"/>
              <a:gd name="connsiteY32" fmla="*/ 14573 h 310038"/>
              <a:gd name="connsiteX33" fmla="*/ 221012 w 354472"/>
              <a:gd name="connsiteY33" fmla="*/ 36576 h 310038"/>
              <a:gd name="connsiteX34" fmla="*/ 221012 w 354472"/>
              <a:gd name="connsiteY34" fmla="*/ 59055 h 310038"/>
              <a:gd name="connsiteX35" fmla="*/ 132607 w 354472"/>
              <a:gd name="connsiteY35" fmla="*/ 59055 h 310038"/>
              <a:gd name="connsiteX36" fmla="*/ 132607 w 354472"/>
              <a:gd name="connsiteY36" fmla="*/ 36576 h 310038"/>
              <a:gd name="connsiteX37" fmla="*/ 14797 w 354472"/>
              <a:gd name="connsiteY37" fmla="*/ 258413 h 310038"/>
              <a:gd name="connsiteX38" fmla="*/ 14797 w 354472"/>
              <a:gd name="connsiteY38" fmla="*/ 110776 h 310038"/>
              <a:gd name="connsiteX39" fmla="*/ 51696 w 354472"/>
              <a:gd name="connsiteY39" fmla="*/ 73914 h 310038"/>
              <a:gd name="connsiteX40" fmla="*/ 58905 w 354472"/>
              <a:gd name="connsiteY40" fmla="*/ 73914 h 310038"/>
              <a:gd name="connsiteX41" fmla="*/ 58905 w 354472"/>
              <a:gd name="connsiteY41" fmla="*/ 295370 h 310038"/>
              <a:gd name="connsiteX42" fmla="*/ 51696 w 354472"/>
              <a:gd name="connsiteY42" fmla="*/ 295370 h 310038"/>
              <a:gd name="connsiteX43" fmla="*/ 14797 w 354472"/>
              <a:gd name="connsiteY43" fmla="*/ 258509 h 310038"/>
              <a:gd name="connsiteX44" fmla="*/ 339770 w 354472"/>
              <a:gd name="connsiteY44" fmla="*/ 258413 h 310038"/>
              <a:gd name="connsiteX45" fmla="*/ 302871 w 354472"/>
              <a:gd name="connsiteY45" fmla="*/ 295275 h 310038"/>
              <a:gd name="connsiteX46" fmla="*/ 295662 w 354472"/>
              <a:gd name="connsiteY46" fmla="*/ 295275 h 310038"/>
              <a:gd name="connsiteX47" fmla="*/ 295662 w 354472"/>
              <a:gd name="connsiteY47" fmla="*/ 73819 h 310038"/>
              <a:gd name="connsiteX48" fmla="*/ 302871 w 354472"/>
              <a:gd name="connsiteY48" fmla="*/ 73819 h 310038"/>
              <a:gd name="connsiteX49" fmla="*/ 339770 w 354472"/>
              <a:gd name="connsiteY49" fmla="*/ 110680 h 310038"/>
              <a:gd name="connsiteX50" fmla="*/ 339770 w 354472"/>
              <a:gd name="connsiteY50" fmla="*/ 258318 h 31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54472" h="310038">
                <a:moveTo>
                  <a:pt x="302776" y="59150"/>
                </a:moveTo>
                <a:lnTo>
                  <a:pt x="235714" y="59150"/>
                </a:lnTo>
                <a:lnTo>
                  <a:pt x="235714" y="36671"/>
                </a:lnTo>
                <a:cubicBezTo>
                  <a:pt x="235714" y="17145"/>
                  <a:pt x="219778" y="0"/>
                  <a:pt x="198910" y="0"/>
                </a:cubicBezTo>
                <a:lnTo>
                  <a:pt x="154708" y="0"/>
                </a:lnTo>
                <a:cubicBezTo>
                  <a:pt x="133840" y="0"/>
                  <a:pt x="117904" y="17145"/>
                  <a:pt x="117904" y="36671"/>
                </a:cubicBezTo>
                <a:lnTo>
                  <a:pt x="117904" y="59150"/>
                </a:lnTo>
                <a:lnTo>
                  <a:pt x="51696" y="59150"/>
                </a:lnTo>
                <a:cubicBezTo>
                  <a:pt x="23429" y="59150"/>
                  <a:pt x="0" y="82487"/>
                  <a:pt x="0" y="110776"/>
                </a:cubicBezTo>
                <a:lnTo>
                  <a:pt x="0" y="258413"/>
                </a:lnTo>
                <a:cubicBezTo>
                  <a:pt x="0" y="286703"/>
                  <a:pt x="23429" y="310039"/>
                  <a:pt x="51696" y="310039"/>
                </a:cubicBezTo>
                <a:lnTo>
                  <a:pt x="302776" y="310039"/>
                </a:lnTo>
                <a:cubicBezTo>
                  <a:pt x="331043" y="310039"/>
                  <a:pt x="354472" y="286703"/>
                  <a:pt x="354472" y="258413"/>
                </a:cubicBezTo>
                <a:lnTo>
                  <a:pt x="354472" y="110776"/>
                </a:lnTo>
                <a:cubicBezTo>
                  <a:pt x="354472" y="82487"/>
                  <a:pt x="331043" y="59150"/>
                  <a:pt x="302776" y="59150"/>
                </a:cubicBezTo>
                <a:close/>
                <a:moveTo>
                  <a:pt x="117904" y="73914"/>
                </a:moveTo>
                <a:lnTo>
                  <a:pt x="235809" y="73914"/>
                </a:lnTo>
                <a:lnTo>
                  <a:pt x="235809" y="295370"/>
                </a:lnTo>
                <a:lnTo>
                  <a:pt x="117904" y="295370"/>
                </a:lnTo>
                <a:lnTo>
                  <a:pt x="117904" y="73914"/>
                </a:lnTo>
                <a:close/>
                <a:moveTo>
                  <a:pt x="103771" y="295275"/>
                </a:moveTo>
                <a:lnTo>
                  <a:pt x="73892" y="295275"/>
                </a:lnTo>
                <a:lnTo>
                  <a:pt x="73892" y="73819"/>
                </a:lnTo>
                <a:lnTo>
                  <a:pt x="103771" y="73819"/>
                </a:lnTo>
                <a:lnTo>
                  <a:pt x="103771" y="295275"/>
                </a:lnTo>
                <a:close/>
                <a:moveTo>
                  <a:pt x="250701" y="73914"/>
                </a:moveTo>
                <a:lnTo>
                  <a:pt x="280580" y="73914"/>
                </a:lnTo>
                <a:lnTo>
                  <a:pt x="280580" y="295370"/>
                </a:lnTo>
                <a:lnTo>
                  <a:pt x="250701" y="295370"/>
                </a:lnTo>
                <a:lnTo>
                  <a:pt x="250701" y="73914"/>
                </a:lnTo>
                <a:close/>
                <a:moveTo>
                  <a:pt x="132607" y="36576"/>
                </a:moveTo>
                <a:cubicBezTo>
                  <a:pt x="132607" y="24384"/>
                  <a:pt x="142472" y="14573"/>
                  <a:pt x="154708" y="14573"/>
                </a:cubicBezTo>
                <a:lnTo>
                  <a:pt x="198910" y="14573"/>
                </a:lnTo>
                <a:cubicBezTo>
                  <a:pt x="211147" y="14573"/>
                  <a:pt x="221012" y="24384"/>
                  <a:pt x="221012" y="36576"/>
                </a:cubicBezTo>
                <a:lnTo>
                  <a:pt x="221012" y="59055"/>
                </a:lnTo>
                <a:lnTo>
                  <a:pt x="132607" y="59055"/>
                </a:lnTo>
                <a:lnTo>
                  <a:pt x="132607" y="36576"/>
                </a:lnTo>
                <a:close/>
                <a:moveTo>
                  <a:pt x="14797" y="258413"/>
                </a:moveTo>
                <a:lnTo>
                  <a:pt x="14797" y="110776"/>
                </a:lnTo>
                <a:cubicBezTo>
                  <a:pt x="14797" y="91059"/>
                  <a:pt x="30828" y="73914"/>
                  <a:pt x="51696" y="73914"/>
                </a:cubicBezTo>
                <a:lnTo>
                  <a:pt x="58905" y="73914"/>
                </a:lnTo>
                <a:lnTo>
                  <a:pt x="58905" y="295370"/>
                </a:lnTo>
                <a:lnTo>
                  <a:pt x="51696" y="295370"/>
                </a:lnTo>
                <a:cubicBezTo>
                  <a:pt x="30733" y="295370"/>
                  <a:pt x="14797" y="279368"/>
                  <a:pt x="14797" y="258509"/>
                </a:cubicBezTo>
                <a:close/>
                <a:moveTo>
                  <a:pt x="339770" y="258413"/>
                </a:moveTo>
                <a:cubicBezTo>
                  <a:pt x="339770" y="279368"/>
                  <a:pt x="323739" y="295275"/>
                  <a:pt x="302871" y="295275"/>
                </a:cubicBezTo>
                <a:lnTo>
                  <a:pt x="295662" y="295275"/>
                </a:lnTo>
                <a:lnTo>
                  <a:pt x="295662" y="73819"/>
                </a:lnTo>
                <a:lnTo>
                  <a:pt x="302871" y="73819"/>
                </a:lnTo>
                <a:cubicBezTo>
                  <a:pt x="323834" y="73819"/>
                  <a:pt x="339770" y="91059"/>
                  <a:pt x="339770" y="110680"/>
                </a:cubicBezTo>
                <a:lnTo>
                  <a:pt x="339770" y="258318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9" name="Graphic 234">
            <a:extLst>
              <a:ext uri="{FF2B5EF4-FFF2-40B4-BE49-F238E27FC236}">
                <a16:creationId xmlns:a16="http://schemas.microsoft.com/office/drawing/2014/main" id="{936868A9-0030-1FAF-3AF0-3A5513993AF2}"/>
              </a:ext>
            </a:extLst>
          </p:cNvPr>
          <p:cNvSpPr/>
          <p:nvPr/>
        </p:nvSpPr>
        <p:spPr>
          <a:xfrm>
            <a:off x="11171503" y="3543511"/>
            <a:ext cx="473339" cy="414005"/>
          </a:xfrm>
          <a:custGeom>
            <a:avLst/>
            <a:gdLst>
              <a:gd name="connsiteX0" fmla="*/ 302776 w 354472"/>
              <a:gd name="connsiteY0" fmla="*/ 59150 h 310038"/>
              <a:gd name="connsiteX1" fmla="*/ 235714 w 354472"/>
              <a:gd name="connsiteY1" fmla="*/ 59150 h 310038"/>
              <a:gd name="connsiteX2" fmla="*/ 235714 w 354472"/>
              <a:gd name="connsiteY2" fmla="*/ 36671 h 310038"/>
              <a:gd name="connsiteX3" fmla="*/ 198910 w 354472"/>
              <a:gd name="connsiteY3" fmla="*/ 0 h 310038"/>
              <a:gd name="connsiteX4" fmla="*/ 154708 w 354472"/>
              <a:gd name="connsiteY4" fmla="*/ 0 h 310038"/>
              <a:gd name="connsiteX5" fmla="*/ 117904 w 354472"/>
              <a:gd name="connsiteY5" fmla="*/ 36671 h 310038"/>
              <a:gd name="connsiteX6" fmla="*/ 117904 w 354472"/>
              <a:gd name="connsiteY6" fmla="*/ 59150 h 310038"/>
              <a:gd name="connsiteX7" fmla="*/ 51696 w 354472"/>
              <a:gd name="connsiteY7" fmla="*/ 59150 h 310038"/>
              <a:gd name="connsiteX8" fmla="*/ 0 w 354472"/>
              <a:gd name="connsiteY8" fmla="*/ 110776 h 310038"/>
              <a:gd name="connsiteX9" fmla="*/ 0 w 354472"/>
              <a:gd name="connsiteY9" fmla="*/ 258413 h 310038"/>
              <a:gd name="connsiteX10" fmla="*/ 51696 w 354472"/>
              <a:gd name="connsiteY10" fmla="*/ 310039 h 310038"/>
              <a:gd name="connsiteX11" fmla="*/ 302776 w 354472"/>
              <a:gd name="connsiteY11" fmla="*/ 310039 h 310038"/>
              <a:gd name="connsiteX12" fmla="*/ 354472 w 354472"/>
              <a:gd name="connsiteY12" fmla="*/ 258413 h 310038"/>
              <a:gd name="connsiteX13" fmla="*/ 354472 w 354472"/>
              <a:gd name="connsiteY13" fmla="*/ 110776 h 310038"/>
              <a:gd name="connsiteX14" fmla="*/ 302776 w 354472"/>
              <a:gd name="connsiteY14" fmla="*/ 59150 h 310038"/>
              <a:gd name="connsiteX15" fmla="*/ 117904 w 354472"/>
              <a:gd name="connsiteY15" fmla="*/ 73914 h 310038"/>
              <a:gd name="connsiteX16" fmla="*/ 235809 w 354472"/>
              <a:gd name="connsiteY16" fmla="*/ 73914 h 310038"/>
              <a:gd name="connsiteX17" fmla="*/ 235809 w 354472"/>
              <a:gd name="connsiteY17" fmla="*/ 295370 h 310038"/>
              <a:gd name="connsiteX18" fmla="*/ 117904 w 354472"/>
              <a:gd name="connsiteY18" fmla="*/ 295370 h 310038"/>
              <a:gd name="connsiteX19" fmla="*/ 117904 w 354472"/>
              <a:gd name="connsiteY19" fmla="*/ 73914 h 310038"/>
              <a:gd name="connsiteX20" fmla="*/ 103771 w 354472"/>
              <a:gd name="connsiteY20" fmla="*/ 295275 h 310038"/>
              <a:gd name="connsiteX21" fmla="*/ 73892 w 354472"/>
              <a:gd name="connsiteY21" fmla="*/ 295275 h 310038"/>
              <a:gd name="connsiteX22" fmla="*/ 73892 w 354472"/>
              <a:gd name="connsiteY22" fmla="*/ 73819 h 310038"/>
              <a:gd name="connsiteX23" fmla="*/ 103771 w 354472"/>
              <a:gd name="connsiteY23" fmla="*/ 73819 h 310038"/>
              <a:gd name="connsiteX24" fmla="*/ 103771 w 354472"/>
              <a:gd name="connsiteY24" fmla="*/ 295275 h 310038"/>
              <a:gd name="connsiteX25" fmla="*/ 250701 w 354472"/>
              <a:gd name="connsiteY25" fmla="*/ 73914 h 310038"/>
              <a:gd name="connsiteX26" fmla="*/ 280580 w 354472"/>
              <a:gd name="connsiteY26" fmla="*/ 73914 h 310038"/>
              <a:gd name="connsiteX27" fmla="*/ 280580 w 354472"/>
              <a:gd name="connsiteY27" fmla="*/ 295370 h 310038"/>
              <a:gd name="connsiteX28" fmla="*/ 250701 w 354472"/>
              <a:gd name="connsiteY28" fmla="*/ 295370 h 310038"/>
              <a:gd name="connsiteX29" fmla="*/ 250701 w 354472"/>
              <a:gd name="connsiteY29" fmla="*/ 73914 h 310038"/>
              <a:gd name="connsiteX30" fmla="*/ 132607 w 354472"/>
              <a:gd name="connsiteY30" fmla="*/ 36576 h 310038"/>
              <a:gd name="connsiteX31" fmla="*/ 154708 w 354472"/>
              <a:gd name="connsiteY31" fmla="*/ 14573 h 310038"/>
              <a:gd name="connsiteX32" fmla="*/ 198910 w 354472"/>
              <a:gd name="connsiteY32" fmla="*/ 14573 h 310038"/>
              <a:gd name="connsiteX33" fmla="*/ 221012 w 354472"/>
              <a:gd name="connsiteY33" fmla="*/ 36576 h 310038"/>
              <a:gd name="connsiteX34" fmla="*/ 221012 w 354472"/>
              <a:gd name="connsiteY34" fmla="*/ 59055 h 310038"/>
              <a:gd name="connsiteX35" fmla="*/ 132607 w 354472"/>
              <a:gd name="connsiteY35" fmla="*/ 59055 h 310038"/>
              <a:gd name="connsiteX36" fmla="*/ 132607 w 354472"/>
              <a:gd name="connsiteY36" fmla="*/ 36576 h 310038"/>
              <a:gd name="connsiteX37" fmla="*/ 14797 w 354472"/>
              <a:gd name="connsiteY37" fmla="*/ 258413 h 310038"/>
              <a:gd name="connsiteX38" fmla="*/ 14797 w 354472"/>
              <a:gd name="connsiteY38" fmla="*/ 110776 h 310038"/>
              <a:gd name="connsiteX39" fmla="*/ 51696 w 354472"/>
              <a:gd name="connsiteY39" fmla="*/ 73914 h 310038"/>
              <a:gd name="connsiteX40" fmla="*/ 58905 w 354472"/>
              <a:gd name="connsiteY40" fmla="*/ 73914 h 310038"/>
              <a:gd name="connsiteX41" fmla="*/ 58905 w 354472"/>
              <a:gd name="connsiteY41" fmla="*/ 295370 h 310038"/>
              <a:gd name="connsiteX42" fmla="*/ 51696 w 354472"/>
              <a:gd name="connsiteY42" fmla="*/ 295370 h 310038"/>
              <a:gd name="connsiteX43" fmla="*/ 14797 w 354472"/>
              <a:gd name="connsiteY43" fmla="*/ 258509 h 310038"/>
              <a:gd name="connsiteX44" fmla="*/ 339770 w 354472"/>
              <a:gd name="connsiteY44" fmla="*/ 258413 h 310038"/>
              <a:gd name="connsiteX45" fmla="*/ 302871 w 354472"/>
              <a:gd name="connsiteY45" fmla="*/ 295275 h 310038"/>
              <a:gd name="connsiteX46" fmla="*/ 295662 w 354472"/>
              <a:gd name="connsiteY46" fmla="*/ 295275 h 310038"/>
              <a:gd name="connsiteX47" fmla="*/ 295662 w 354472"/>
              <a:gd name="connsiteY47" fmla="*/ 73819 h 310038"/>
              <a:gd name="connsiteX48" fmla="*/ 302871 w 354472"/>
              <a:gd name="connsiteY48" fmla="*/ 73819 h 310038"/>
              <a:gd name="connsiteX49" fmla="*/ 339770 w 354472"/>
              <a:gd name="connsiteY49" fmla="*/ 110680 h 310038"/>
              <a:gd name="connsiteX50" fmla="*/ 339770 w 354472"/>
              <a:gd name="connsiteY50" fmla="*/ 258318 h 31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54472" h="310038">
                <a:moveTo>
                  <a:pt x="302776" y="59150"/>
                </a:moveTo>
                <a:lnTo>
                  <a:pt x="235714" y="59150"/>
                </a:lnTo>
                <a:lnTo>
                  <a:pt x="235714" y="36671"/>
                </a:lnTo>
                <a:cubicBezTo>
                  <a:pt x="235714" y="17145"/>
                  <a:pt x="219778" y="0"/>
                  <a:pt x="198910" y="0"/>
                </a:cubicBezTo>
                <a:lnTo>
                  <a:pt x="154708" y="0"/>
                </a:lnTo>
                <a:cubicBezTo>
                  <a:pt x="133840" y="0"/>
                  <a:pt x="117904" y="17145"/>
                  <a:pt x="117904" y="36671"/>
                </a:cubicBezTo>
                <a:lnTo>
                  <a:pt x="117904" y="59150"/>
                </a:lnTo>
                <a:lnTo>
                  <a:pt x="51696" y="59150"/>
                </a:lnTo>
                <a:cubicBezTo>
                  <a:pt x="23429" y="59150"/>
                  <a:pt x="0" y="82487"/>
                  <a:pt x="0" y="110776"/>
                </a:cubicBezTo>
                <a:lnTo>
                  <a:pt x="0" y="258413"/>
                </a:lnTo>
                <a:cubicBezTo>
                  <a:pt x="0" y="286703"/>
                  <a:pt x="23429" y="310039"/>
                  <a:pt x="51696" y="310039"/>
                </a:cubicBezTo>
                <a:lnTo>
                  <a:pt x="302776" y="310039"/>
                </a:lnTo>
                <a:cubicBezTo>
                  <a:pt x="331043" y="310039"/>
                  <a:pt x="354472" y="286703"/>
                  <a:pt x="354472" y="258413"/>
                </a:cubicBezTo>
                <a:lnTo>
                  <a:pt x="354472" y="110776"/>
                </a:lnTo>
                <a:cubicBezTo>
                  <a:pt x="354472" y="82487"/>
                  <a:pt x="331043" y="59150"/>
                  <a:pt x="302776" y="59150"/>
                </a:cubicBezTo>
                <a:close/>
                <a:moveTo>
                  <a:pt x="117904" y="73914"/>
                </a:moveTo>
                <a:lnTo>
                  <a:pt x="235809" y="73914"/>
                </a:lnTo>
                <a:lnTo>
                  <a:pt x="235809" y="295370"/>
                </a:lnTo>
                <a:lnTo>
                  <a:pt x="117904" y="295370"/>
                </a:lnTo>
                <a:lnTo>
                  <a:pt x="117904" y="73914"/>
                </a:lnTo>
                <a:close/>
                <a:moveTo>
                  <a:pt x="103771" y="295275"/>
                </a:moveTo>
                <a:lnTo>
                  <a:pt x="73892" y="295275"/>
                </a:lnTo>
                <a:lnTo>
                  <a:pt x="73892" y="73819"/>
                </a:lnTo>
                <a:lnTo>
                  <a:pt x="103771" y="73819"/>
                </a:lnTo>
                <a:lnTo>
                  <a:pt x="103771" y="295275"/>
                </a:lnTo>
                <a:close/>
                <a:moveTo>
                  <a:pt x="250701" y="73914"/>
                </a:moveTo>
                <a:lnTo>
                  <a:pt x="280580" y="73914"/>
                </a:lnTo>
                <a:lnTo>
                  <a:pt x="280580" y="295370"/>
                </a:lnTo>
                <a:lnTo>
                  <a:pt x="250701" y="295370"/>
                </a:lnTo>
                <a:lnTo>
                  <a:pt x="250701" y="73914"/>
                </a:lnTo>
                <a:close/>
                <a:moveTo>
                  <a:pt x="132607" y="36576"/>
                </a:moveTo>
                <a:cubicBezTo>
                  <a:pt x="132607" y="24384"/>
                  <a:pt x="142472" y="14573"/>
                  <a:pt x="154708" y="14573"/>
                </a:cubicBezTo>
                <a:lnTo>
                  <a:pt x="198910" y="14573"/>
                </a:lnTo>
                <a:cubicBezTo>
                  <a:pt x="211147" y="14573"/>
                  <a:pt x="221012" y="24384"/>
                  <a:pt x="221012" y="36576"/>
                </a:cubicBezTo>
                <a:lnTo>
                  <a:pt x="221012" y="59055"/>
                </a:lnTo>
                <a:lnTo>
                  <a:pt x="132607" y="59055"/>
                </a:lnTo>
                <a:lnTo>
                  <a:pt x="132607" y="36576"/>
                </a:lnTo>
                <a:close/>
                <a:moveTo>
                  <a:pt x="14797" y="258413"/>
                </a:moveTo>
                <a:lnTo>
                  <a:pt x="14797" y="110776"/>
                </a:lnTo>
                <a:cubicBezTo>
                  <a:pt x="14797" y="91059"/>
                  <a:pt x="30828" y="73914"/>
                  <a:pt x="51696" y="73914"/>
                </a:cubicBezTo>
                <a:lnTo>
                  <a:pt x="58905" y="73914"/>
                </a:lnTo>
                <a:lnTo>
                  <a:pt x="58905" y="295370"/>
                </a:lnTo>
                <a:lnTo>
                  <a:pt x="51696" y="295370"/>
                </a:lnTo>
                <a:cubicBezTo>
                  <a:pt x="30733" y="295370"/>
                  <a:pt x="14797" y="279368"/>
                  <a:pt x="14797" y="258509"/>
                </a:cubicBezTo>
                <a:close/>
                <a:moveTo>
                  <a:pt x="339770" y="258413"/>
                </a:moveTo>
                <a:cubicBezTo>
                  <a:pt x="339770" y="279368"/>
                  <a:pt x="323739" y="295275"/>
                  <a:pt x="302871" y="295275"/>
                </a:cubicBezTo>
                <a:lnTo>
                  <a:pt x="295662" y="295275"/>
                </a:lnTo>
                <a:lnTo>
                  <a:pt x="295662" y="73819"/>
                </a:lnTo>
                <a:lnTo>
                  <a:pt x="302871" y="73819"/>
                </a:lnTo>
                <a:cubicBezTo>
                  <a:pt x="323834" y="73819"/>
                  <a:pt x="339770" y="91059"/>
                  <a:pt x="339770" y="110680"/>
                </a:cubicBezTo>
                <a:lnTo>
                  <a:pt x="339770" y="258318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2" name="Graphic 240">
            <a:extLst>
              <a:ext uri="{FF2B5EF4-FFF2-40B4-BE49-F238E27FC236}">
                <a16:creationId xmlns:a16="http://schemas.microsoft.com/office/drawing/2014/main" id="{D64345AA-B015-21C1-CC6F-DF5561865F0D}"/>
              </a:ext>
            </a:extLst>
          </p:cNvPr>
          <p:cNvSpPr/>
          <p:nvPr/>
        </p:nvSpPr>
        <p:spPr>
          <a:xfrm>
            <a:off x="513463" y="4893877"/>
            <a:ext cx="476884" cy="481168"/>
          </a:xfrm>
          <a:custGeom>
            <a:avLst/>
            <a:gdLst>
              <a:gd name="connsiteX0" fmla="*/ 178042 w 356084"/>
              <a:gd name="connsiteY0" fmla="*/ 0 h 359283"/>
              <a:gd name="connsiteX1" fmla="*/ 0 w 356084"/>
              <a:gd name="connsiteY1" fmla="*/ 179642 h 359283"/>
              <a:gd name="connsiteX2" fmla="*/ 178042 w 356084"/>
              <a:gd name="connsiteY2" fmla="*/ 359283 h 359283"/>
              <a:gd name="connsiteX3" fmla="*/ 356085 w 356084"/>
              <a:gd name="connsiteY3" fmla="*/ 179642 h 359283"/>
              <a:gd name="connsiteX4" fmla="*/ 178042 w 356084"/>
              <a:gd name="connsiteY4" fmla="*/ 0 h 359283"/>
              <a:gd name="connsiteX5" fmla="*/ 295757 w 356084"/>
              <a:gd name="connsiteY5" fmla="*/ 65627 h 359283"/>
              <a:gd name="connsiteX6" fmla="*/ 265593 w 356084"/>
              <a:gd name="connsiteY6" fmla="*/ 112300 h 359283"/>
              <a:gd name="connsiteX7" fmla="*/ 208775 w 356084"/>
              <a:gd name="connsiteY7" fmla="*/ 127254 h 359283"/>
              <a:gd name="connsiteX8" fmla="*/ 207542 w 356084"/>
              <a:gd name="connsiteY8" fmla="*/ 137160 h 359283"/>
              <a:gd name="connsiteX9" fmla="*/ 213708 w 356084"/>
              <a:gd name="connsiteY9" fmla="*/ 142113 h 359283"/>
              <a:gd name="connsiteX10" fmla="*/ 222340 w 356084"/>
              <a:gd name="connsiteY10" fmla="*/ 165735 h 359283"/>
              <a:gd name="connsiteX11" fmla="*/ 224806 w 356084"/>
              <a:gd name="connsiteY11" fmla="*/ 169450 h 359283"/>
              <a:gd name="connsiteX12" fmla="*/ 249468 w 356084"/>
              <a:gd name="connsiteY12" fmla="*/ 173165 h 359283"/>
              <a:gd name="connsiteX13" fmla="*/ 227272 w 356084"/>
              <a:gd name="connsiteY13" fmla="*/ 205454 h 359283"/>
              <a:gd name="connsiteX14" fmla="*/ 214941 w 356084"/>
              <a:gd name="connsiteY14" fmla="*/ 224123 h 359283"/>
              <a:gd name="connsiteX15" fmla="*/ 223573 w 356084"/>
              <a:gd name="connsiteY15" fmla="*/ 236506 h 359283"/>
              <a:gd name="connsiteX16" fmla="*/ 226039 w 356084"/>
              <a:gd name="connsiteY16" fmla="*/ 240221 h 359283"/>
              <a:gd name="connsiteX17" fmla="*/ 224806 w 356084"/>
              <a:gd name="connsiteY17" fmla="*/ 241459 h 359283"/>
              <a:gd name="connsiteX18" fmla="*/ 205076 w 356084"/>
              <a:gd name="connsiteY18" fmla="*/ 253841 h 359283"/>
              <a:gd name="connsiteX19" fmla="*/ 200144 w 356084"/>
              <a:gd name="connsiteY19" fmla="*/ 261271 h 359283"/>
              <a:gd name="connsiteX20" fmla="*/ 164383 w 356084"/>
              <a:gd name="connsiteY20" fmla="*/ 291084 h 359283"/>
              <a:gd name="connsiteX21" fmla="*/ 148353 w 356084"/>
              <a:gd name="connsiteY21" fmla="*/ 261271 h 359283"/>
              <a:gd name="connsiteX22" fmla="*/ 152052 w 356084"/>
              <a:gd name="connsiteY22" fmla="*/ 253841 h 359283"/>
              <a:gd name="connsiteX23" fmla="*/ 155752 w 356084"/>
              <a:gd name="connsiteY23" fmla="*/ 238887 h 359283"/>
              <a:gd name="connsiteX24" fmla="*/ 140954 w 356084"/>
              <a:gd name="connsiteY24" fmla="*/ 212789 h 359283"/>
              <a:gd name="connsiteX25" fmla="*/ 133556 w 356084"/>
              <a:gd name="connsiteY25" fmla="*/ 192881 h 359283"/>
              <a:gd name="connsiteX26" fmla="*/ 100261 w 356084"/>
              <a:gd name="connsiteY26" fmla="*/ 186690 h 359283"/>
              <a:gd name="connsiteX27" fmla="*/ 89164 w 356084"/>
              <a:gd name="connsiteY27" fmla="*/ 186690 h 359283"/>
              <a:gd name="connsiteX28" fmla="*/ 74366 w 356084"/>
              <a:gd name="connsiteY28" fmla="*/ 164306 h 359283"/>
              <a:gd name="connsiteX29" fmla="*/ 105194 w 356084"/>
              <a:gd name="connsiteY29" fmla="*/ 112109 h 359283"/>
              <a:gd name="connsiteX30" fmla="*/ 133556 w 356084"/>
              <a:gd name="connsiteY30" fmla="*/ 112109 h 359283"/>
              <a:gd name="connsiteX31" fmla="*/ 136022 w 356084"/>
              <a:gd name="connsiteY31" fmla="*/ 117062 h 359283"/>
              <a:gd name="connsiteX32" fmla="*/ 185346 w 356084"/>
              <a:gd name="connsiteY32" fmla="*/ 122015 h 359283"/>
              <a:gd name="connsiteX33" fmla="*/ 200144 w 356084"/>
              <a:gd name="connsiteY33" fmla="*/ 119539 h 359283"/>
              <a:gd name="connsiteX34" fmla="*/ 207542 w 356084"/>
              <a:gd name="connsiteY34" fmla="*/ 113347 h 359283"/>
              <a:gd name="connsiteX35" fmla="*/ 202610 w 356084"/>
              <a:gd name="connsiteY35" fmla="*/ 61151 h 359283"/>
              <a:gd name="connsiteX36" fmla="*/ 190279 w 356084"/>
              <a:gd name="connsiteY36" fmla="*/ 59912 h 359283"/>
              <a:gd name="connsiteX37" fmla="*/ 175481 w 356084"/>
              <a:gd name="connsiteY37" fmla="*/ 62389 h 359283"/>
              <a:gd name="connsiteX38" fmla="*/ 170549 w 356084"/>
              <a:gd name="connsiteY38" fmla="*/ 51245 h 359283"/>
              <a:gd name="connsiteX39" fmla="*/ 228695 w 356084"/>
              <a:gd name="connsiteY39" fmla="*/ 22955 h 359283"/>
              <a:gd name="connsiteX40" fmla="*/ 295757 w 356084"/>
              <a:gd name="connsiteY40" fmla="*/ 65532 h 359283"/>
              <a:gd name="connsiteX41" fmla="*/ 178042 w 356084"/>
              <a:gd name="connsiteY41" fmla="*/ 344234 h 359283"/>
              <a:gd name="connsiteX42" fmla="*/ 14892 w 356084"/>
              <a:gd name="connsiteY42" fmla="*/ 179546 h 359283"/>
              <a:gd name="connsiteX43" fmla="*/ 178042 w 356084"/>
              <a:gd name="connsiteY43" fmla="*/ 14859 h 359283"/>
              <a:gd name="connsiteX44" fmla="*/ 196634 w 356084"/>
              <a:gd name="connsiteY44" fmla="*/ 16002 h 359283"/>
              <a:gd name="connsiteX45" fmla="*/ 155752 w 356084"/>
              <a:gd name="connsiteY45" fmla="*/ 52578 h 359283"/>
              <a:gd name="connsiteX46" fmla="*/ 169316 w 356084"/>
              <a:gd name="connsiteY46" fmla="*/ 74962 h 359283"/>
              <a:gd name="connsiteX47" fmla="*/ 193978 w 356084"/>
              <a:gd name="connsiteY47" fmla="*/ 74962 h 359283"/>
              <a:gd name="connsiteX48" fmla="*/ 193978 w 356084"/>
              <a:gd name="connsiteY48" fmla="*/ 104775 h 359283"/>
              <a:gd name="connsiteX49" fmla="*/ 181647 w 356084"/>
              <a:gd name="connsiteY49" fmla="*/ 107251 h 359283"/>
              <a:gd name="connsiteX50" fmla="*/ 148353 w 356084"/>
              <a:gd name="connsiteY50" fmla="*/ 108490 h 359283"/>
              <a:gd name="connsiteX51" fmla="*/ 142187 w 356084"/>
              <a:gd name="connsiteY51" fmla="*/ 101060 h 359283"/>
              <a:gd name="connsiteX52" fmla="*/ 102728 w 356084"/>
              <a:gd name="connsiteY52" fmla="*/ 97346 h 359283"/>
              <a:gd name="connsiteX53" fmla="*/ 59569 w 356084"/>
              <a:gd name="connsiteY53" fmla="*/ 164497 h 359283"/>
              <a:gd name="connsiteX54" fmla="*/ 89164 w 356084"/>
              <a:gd name="connsiteY54" fmla="*/ 201740 h 359283"/>
              <a:gd name="connsiteX55" fmla="*/ 101495 w 356084"/>
              <a:gd name="connsiteY55" fmla="*/ 200501 h 359283"/>
              <a:gd name="connsiteX56" fmla="*/ 122457 w 356084"/>
              <a:gd name="connsiteY56" fmla="*/ 202978 h 359283"/>
              <a:gd name="connsiteX57" fmla="*/ 126157 w 356084"/>
              <a:gd name="connsiteY57" fmla="*/ 216694 h 359283"/>
              <a:gd name="connsiteX58" fmla="*/ 128623 w 356084"/>
              <a:gd name="connsiteY58" fmla="*/ 221647 h 359283"/>
              <a:gd name="connsiteX59" fmla="*/ 140954 w 356084"/>
              <a:gd name="connsiteY59" fmla="*/ 239078 h 359283"/>
              <a:gd name="connsiteX60" fmla="*/ 138488 w 356084"/>
              <a:gd name="connsiteY60" fmla="*/ 246507 h 359283"/>
              <a:gd name="connsiteX61" fmla="*/ 133556 w 356084"/>
              <a:gd name="connsiteY61" fmla="*/ 261461 h 359283"/>
              <a:gd name="connsiteX62" fmla="*/ 163150 w 356084"/>
              <a:gd name="connsiteY62" fmla="*/ 306229 h 359283"/>
              <a:gd name="connsiteX63" fmla="*/ 214941 w 356084"/>
              <a:gd name="connsiteY63" fmla="*/ 266510 h 359283"/>
              <a:gd name="connsiteX64" fmla="*/ 234671 w 356084"/>
              <a:gd name="connsiteY64" fmla="*/ 251555 h 359283"/>
              <a:gd name="connsiteX65" fmla="*/ 240836 w 356084"/>
              <a:gd name="connsiteY65" fmla="*/ 239173 h 359283"/>
              <a:gd name="connsiteX66" fmla="*/ 232204 w 356084"/>
              <a:gd name="connsiteY66" fmla="*/ 225457 h 359283"/>
              <a:gd name="connsiteX67" fmla="*/ 230971 w 356084"/>
              <a:gd name="connsiteY67" fmla="*/ 224219 h 359283"/>
              <a:gd name="connsiteX68" fmla="*/ 238370 w 356084"/>
              <a:gd name="connsiteY68" fmla="*/ 215551 h 359283"/>
              <a:gd name="connsiteX69" fmla="*/ 256867 w 356084"/>
              <a:gd name="connsiteY69" fmla="*/ 159639 h 359283"/>
              <a:gd name="connsiteX70" fmla="*/ 249468 w 356084"/>
              <a:gd name="connsiteY70" fmla="*/ 157163 h 359283"/>
              <a:gd name="connsiteX71" fmla="*/ 237137 w 356084"/>
              <a:gd name="connsiteY71" fmla="*/ 159639 h 359283"/>
              <a:gd name="connsiteX72" fmla="*/ 226039 w 356084"/>
              <a:gd name="connsiteY72" fmla="*/ 133541 h 359283"/>
              <a:gd name="connsiteX73" fmla="*/ 265499 w 356084"/>
              <a:gd name="connsiteY73" fmla="*/ 127349 h 359283"/>
              <a:gd name="connsiteX74" fmla="*/ 270431 w 356084"/>
              <a:gd name="connsiteY74" fmla="*/ 126111 h 359283"/>
              <a:gd name="connsiteX75" fmla="*/ 307235 w 356084"/>
              <a:gd name="connsiteY75" fmla="*/ 79439 h 359283"/>
              <a:gd name="connsiteX76" fmla="*/ 341098 w 356084"/>
              <a:gd name="connsiteY76" fmla="*/ 179737 h 359283"/>
              <a:gd name="connsiteX77" fmla="*/ 177948 w 356084"/>
              <a:gd name="connsiteY77" fmla="*/ 344424 h 35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56084" h="359283">
                <a:moveTo>
                  <a:pt x="178042" y="0"/>
                </a:moveTo>
                <a:cubicBezTo>
                  <a:pt x="80342" y="0"/>
                  <a:pt x="0" y="79820"/>
                  <a:pt x="0" y="179642"/>
                </a:cubicBezTo>
                <a:cubicBezTo>
                  <a:pt x="0" y="279464"/>
                  <a:pt x="80342" y="359283"/>
                  <a:pt x="178042" y="359283"/>
                </a:cubicBezTo>
                <a:cubicBezTo>
                  <a:pt x="275743" y="359283"/>
                  <a:pt x="356085" y="278225"/>
                  <a:pt x="356085" y="179642"/>
                </a:cubicBezTo>
                <a:cubicBezTo>
                  <a:pt x="356085" y="81058"/>
                  <a:pt x="276976" y="0"/>
                  <a:pt x="178042" y="0"/>
                </a:cubicBezTo>
                <a:close/>
                <a:moveTo>
                  <a:pt x="295757" y="65627"/>
                </a:moveTo>
                <a:cubicBezTo>
                  <a:pt x="293576" y="74390"/>
                  <a:pt x="285892" y="100013"/>
                  <a:pt x="265593" y="112300"/>
                </a:cubicBezTo>
                <a:cubicBezTo>
                  <a:pt x="239698" y="106109"/>
                  <a:pt x="215036" y="120968"/>
                  <a:pt x="208775" y="127254"/>
                </a:cubicBezTo>
                <a:cubicBezTo>
                  <a:pt x="205076" y="132207"/>
                  <a:pt x="206309" y="135922"/>
                  <a:pt x="207542" y="137160"/>
                </a:cubicBezTo>
                <a:cubicBezTo>
                  <a:pt x="208775" y="139637"/>
                  <a:pt x="211242" y="140875"/>
                  <a:pt x="213708" y="142113"/>
                </a:cubicBezTo>
                <a:cubicBezTo>
                  <a:pt x="216174" y="144590"/>
                  <a:pt x="219873" y="155829"/>
                  <a:pt x="222340" y="165735"/>
                </a:cubicBezTo>
                <a:cubicBezTo>
                  <a:pt x="223573" y="166973"/>
                  <a:pt x="223573" y="168212"/>
                  <a:pt x="224806" y="169450"/>
                </a:cubicBezTo>
                <a:cubicBezTo>
                  <a:pt x="232204" y="176879"/>
                  <a:pt x="242069" y="175641"/>
                  <a:pt x="249468" y="173165"/>
                </a:cubicBezTo>
                <a:cubicBezTo>
                  <a:pt x="249468" y="181832"/>
                  <a:pt x="238370" y="194310"/>
                  <a:pt x="227272" y="205454"/>
                </a:cubicBezTo>
                <a:cubicBezTo>
                  <a:pt x="219873" y="214122"/>
                  <a:pt x="214941" y="219170"/>
                  <a:pt x="214941" y="224123"/>
                </a:cubicBezTo>
                <a:cubicBezTo>
                  <a:pt x="214941" y="230315"/>
                  <a:pt x="219873" y="234029"/>
                  <a:pt x="223573" y="236506"/>
                </a:cubicBezTo>
                <a:cubicBezTo>
                  <a:pt x="223573" y="237744"/>
                  <a:pt x="224806" y="238982"/>
                  <a:pt x="226039" y="240221"/>
                </a:cubicBezTo>
                <a:cubicBezTo>
                  <a:pt x="226039" y="240221"/>
                  <a:pt x="224806" y="240221"/>
                  <a:pt x="224806" y="241459"/>
                </a:cubicBezTo>
                <a:cubicBezTo>
                  <a:pt x="214941" y="250126"/>
                  <a:pt x="205076" y="253841"/>
                  <a:pt x="205076" y="253841"/>
                </a:cubicBezTo>
                <a:cubicBezTo>
                  <a:pt x="202610" y="255080"/>
                  <a:pt x="200144" y="257556"/>
                  <a:pt x="200144" y="261271"/>
                </a:cubicBezTo>
                <a:cubicBezTo>
                  <a:pt x="200144" y="281178"/>
                  <a:pt x="187812" y="291084"/>
                  <a:pt x="164383" y="291084"/>
                </a:cubicBezTo>
                <a:cubicBezTo>
                  <a:pt x="159451" y="287369"/>
                  <a:pt x="148353" y="266224"/>
                  <a:pt x="148353" y="261271"/>
                </a:cubicBezTo>
                <a:cubicBezTo>
                  <a:pt x="148353" y="258794"/>
                  <a:pt x="149586" y="256318"/>
                  <a:pt x="152052" y="253841"/>
                </a:cubicBezTo>
                <a:cubicBezTo>
                  <a:pt x="153285" y="248888"/>
                  <a:pt x="155752" y="243935"/>
                  <a:pt x="155752" y="238887"/>
                </a:cubicBezTo>
                <a:cubicBezTo>
                  <a:pt x="155752" y="230219"/>
                  <a:pt x="147120" y="218980"/>
                  <a:pt x="140954" y="212789"/>
                </a:cubicBezTo>
                <a:cubicBezTo>
                  <a:pt x="140954" y="204121"/>
                  <a:pt x="138488" y="196596"/>
                  <a:pt x="133556" y="192881"/>
                </a:cubicBezTo>
                <a:cubicBezTo>
                  <a:pt x="124924" y="184214"/>
                  <a:pt x="112593" y="185452"/>
                  <a:pt x="100261" y="186690"/>
                </a:cubicBezTo>
                <a:lnTo>
                  <a:pt x="89164" y="186690"/>
                </a:lnTo>
                <a:cubicBezTo>
                  <a:pt x="74366" y="186690"/>
                  <a:pt x="74366" y="165545"/>
                  <a:pt x="74366" y="164306"/>
                </a:cubicBezTo>
                <a:cubicBezTo>
                  <a:pt x="74366" y="163068"/>
                  <a:pt x="75599" y="118301"/>
                  <a:pt x="105194" y="112109"/>
                </a:cubicBezTo>
                <a:cubicBezTo>
                  <a:pt x="126157" y="107156"/>
                  <a:pt x="133556" y="110871"/>
                  <a:pt x="133556" y="112109"/>
                </a:cubicBezTo>
                <a:cubicBezTo>
                  <a:pt x="133556" y="114586"/>
                  <a:pt x="134789" y="115824"/>
                  <a:pt x="136022" y="117062"/>
                </a:cubicBezTo>
                <a:cubicBezTo>
                  <a:pt x="149586" y="130778"/>
                  <a:pt x="169316" y="125730"/>
                  <a:pt x="185346" y="122015"/>
                </a:cubicBezTo>
                <a:cubicBezTo>
                  <a:pt x="191512" y="120777"/>
                  <a:pt x="196444" y="119539"/>
                  <a:pt x="200144" y="119539"/>
                </a:cubicBezTo>
                <a:cubicBezTo>
                  <a:pt x="203843" y="119539"/>
                  <a:pt x="207542" y="117062"/>
                  <a:pt x="207542" y="113347"/>
                </a:cubicBezTo>
                <a:cubicBezTo>
                  <a:pt x="210008" y="93440"/>
                  <a:pt x="212475" y="68580"/>
                  <a:pt x="202610" y="61151"/>
                </a:cubicBezTo>
                <a:cubicBezTo>
                  <a:pt x="198910" y="58674"/>
                  <a:pt x="193978" y="58674"/>
                  <a:pt x="190279" y="59912"/>
                </a:cubicBezTo>
                <a:cubicBezTo>
                  <a:pt x="184113" y="63627"/>
                  <a:pt x="179181" y="63627"/>
                  <a:pt x="175481" y="62389"/>
                </a:cubicBezTo>
                <a:cubicBezTo>
                  <a:pt x="171782" y="59912"/>
                  <a:pt x="170549" y="54959"/>
                  <a:pt x="170549" y="51245"/>
                </a:cubicBezTo>
                <a:cubicBezTo>
                  <a:pt x="169316" y="41434"/>
                  <a:pt x="200618" y="29242"/>
                  <a:pt x="228695" y="22955"/>
                </a:cubicBezTo>
                <a:cubicBezTo>
                  <a:pt x="254495" y="31433"/>
                  <a:pt x="277450" y="46196"/>
                  <a:pt x="295757" y="65532"/>
                </a:cubicBezTo>
                <a:close/>
                <a:moveTo>
                  <a:pt x="178042" y="344234"/>
                </a:moveTo>
                <a:cubicBezTo>
                  <a:pt x="87835" y="344234"/>
                  <a:pt x="14892" y="270605"/>
                  <a:pt x="14892" y="179546"/>
                </a:cubicBezTo>
                <a:cubicBezTo>
                  <a:pt x="14892" y="88487"/>
                  <a:pt x="87835" y="14859"/>
                  <a:pt x="178042" y="14859"/>
                </a:cubicBezTo>
                <a:cubicBezTo>
                  <a:pt x="184303" y="14859"/>
                  <a:pt x="190563" y="15335"/>
                  <a:pt x="196634" y="16002"/>
                </a:cubicBezTo>
                <a:cubicBezTo>
                  <a:pt x="176430" y="23146"/>
                  <a:pt x="154234" y="35052"/>
                  <a:pt x="155752" y="52578"/>
                </a:cubicBezTo>
                <a:cubicBezTo>
                  <a:pt x="156985" y="62484"/>
                  <a:pt x="161917" y="71247"/>
                  <a:pt x="169316" y="74962"/>
                </a:cubicBezTo>
                <a:cubicBezTo>
                  <a:pt x="175481" y="78676"/>
                  <a:pt x="185346" y="78676"/>
                  <a:pt x="193978" y="74962"/>
                </a:cubicBezTo>
                <a:cubicBezTo>
                  <a:pt x="195211" y="79915"/>
                  <a:pt x="195211" y="92393"/>
                  <a:pt x="193978" y="104775"/>
                </a:cubicBezTo>
                <a:cubicBezTo>
                  <a:pt x="190279" y="106013"/>
                  <a:pt x="186579" y="107251"/>
                  <a:pt x="181647" y="107251"/>
                </a:cubicBezTo>
                <a:cubicBezTo>
                  <a:pt x="169316" y="110966"/>
                  <a:pt x="155752" y="113443"/>
                  <a:pt x="148353" y="108490"/>
                </a:cubicBezTo>
                <a:cubicBezTo>
                  <a:pt x="147120" y="106013"/>
                  <a:pt x="145887" y="103537"/>
                  <a:pt x="142187" y="101060"/>
                </a:cubicBezTo>
                <a:cubicBezTo>
                  <a:pt x="134789" y="94869"/>
                  <a:pt x="122457" y="93631"/>
                  <a:pt x="102728" y="97346"/>
                </a:cubicBezTo>
                <a:cubicBezTo>
                  <a:pt x="60802" y="106013"/>
                  <a:pt x="59569" y="161925"/>
                  <a:pt x="59569" y="164497"/>
                </a:cubicBezTo>
                <a:cubicBezTo>
                  <a:pt x="59569" y="176879"/>
                  <a:pt x="65734" y="201740"/>
                  <a:pt x="89164" y="201740"/>
                </a:cubicBezTo>
                <a:cubicBezTo>
                  <a:pt x="92863" y="201740"/>
                  <a:pt x="97795" y="201740"/>
                  <a:pt x="101495" y="200501"/>
                </a:cubicBezTo>
                <a:cubicBezTo>
                  <a:pt x="110126" y="200501"/>
                  <a:pt x="118758" y="200501"/>
                  <a:pt x="122457" y="202978"/>
                </a:cubicBezTo>
                <a:cubicBezTo>
                  <a:pt x="124924" y="205454"/>
                  <a:pt x="126157" y="210407"/>
                  <a:pt x="126157" y="216694"/>
                </a:cubicBezTo>
                <a:cubicBezTo>
                  <a:pt x="126157" y="217932"/>
                  <a:pt x="127390" y="220409"/>
                  <a:pt x="128623" y="221647"/>
                </a:cubicBezTo>
                <a:cubicBezTo>
                  <a:pt x="134789" y="227838"/>
                  <a:pt x="140954" y="236601"/>
                  <a:pt x="140954" y="239078"/>
                </a:cubicBezTo>
                <a:cubicBezTo>
                  <a:pt x="140954" y="240316"/>
                  <a:pt x="139721" y="244030"/>
                  <a:pt x="138488" y="246507"/>
                </a:cubicBezTo>
                <a:cubicBezTo>
                  <a:pt x="136022" y="251460"/>
                  <a:pt x="133556" y="255175"/>
                  <a:pt x="133556" y="261461"/>
                </a:cubicBezTo>
                <a:cubicBezTo>
                  <a:pt x="133556" y="268891"/>
                  <a:pt x="149586" y="306229"/>
                  <a:pt x="163150" y="306229"/>
                </a:cubicBezTo>
                <a:cubicBezTo>
                  <a:pt x="193978" y="306229"/>
                  <a:pt x="212475" y="291274"/>
                  <a:pt x="214941" y="266510"/>
                </a:cubicBezTo>
                <a:cubicBezTo>
                  <a:pt x="219873" y="264033"/>
                  <a:pt x="227272" y="259080"/>
                  <a:pt x="234671" y="251555"/>
                </a:cubicBezTo>
                <a:cubicBezTo>
                  <a:pt x="239603" y="247841"/>
                  <a:pt x="240836" y="244126"/>
                  <a:pt x="240836" y="239173"/>
                </a:cubicBezTo>
                <a:cubicBezTo>
                  <a:pt x="240836" y="232982"/>
                  <a:pt x="235904" y="229267"/>
                  <a:pt x="232204" y="225457"/>
                </a:cubicBezTo>
                <a:lnTo>
                  <a:pt x="230971" y="224219"/>
                </a:lnTo>
                <a:cubicBezTo>
                  <a:pt x="232204" y="221742"/>
                  <a:pt x="235904" y="219266"/>
                  <a:pt x="238370" y="215551"/>
                </a:cubicBezTo>
                <a:cubicBezTo>
                  <a:pt x="251934" y="201835"/>
                  <a:pt x="275363" y="177070"/>
                  <a:pt x="256867" y="159639"/>
                </a:cubicBezTo>
                <a:cubicBezTo>
                  <a:pt x="255634" y="157163"/>
                  <a:pt x="251934" y="155924"/>
                  <a:pt x="249468" y="157163"/>
                </a:cubicBezTo>
                <a:cubicBezTo>
                  <a:pt x="245769" y="159639"/>
                  <a:pt x="239603" y="160877"/>
                  <a:pt x="237137" y="159639"/>
                </a:cubicBezTo>
                <a:cubicBezTo>
                  <a:pt x="233438" y="145923"/>
                  <a:pt x="228505" y="138494"/>
                  <a:pt x="226039" y="133541"/>
                </a:cubicBezTo>
                <a:cubicBezTo>
                  <a:pt x="233438" y="128588"/>
                  <a:pt x="249468" y="122396"/>
                  <a:pt x="265499" y="127349"/>
                </a:cubicBezTo>
                <a:cubicBezTo>
                  <a:pt x="266732" y="127349"/>
                  <a:pt x="269198" y="127349"/>
                  <a:pt x="270431" y="126111"/>
                </a:cubicBezTo>
                <a:cubicBezTo>
                  <a:pt x="291204" y="115634"/>
                  <a:pt x="302018" y="93917"/>
                  <a:pt x="307235" y="79439"/>
                </a:cubicBezTo>
                <a:cubicBezTo>
                  <a:pt x="328387" y="107251"/>
                  <a:pt x="341098" y="141922"/>
                  <a:pt x="341098" y="179737"/>
                </a:cubicBezTo>
                <a:cubicBezTo>
                  <a:pt x="341098" y="270796"/>
                  <a:pt x="268154" y="344424"/>
                  <a:pt x="177948" y="34442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3" name="Graphic 240">
            <a:extLst>
              <a:ext uri="{FF2B5EF4-FFF2-40B4-BE49-F238E27FC236}">
                <a16:creationId xmlns:a16="http://schemas.microsoft.com/office/drawing/2014/main" id="{306B6D98-4D99-9284-F38E-5807A57966C8}"/>
              </a:ext>
            </a:extLst>
          </p:cNvPr>
          <p:cNvSpPr/>
          <p:nvPr/>
        </p:nvSpPr>
        <p:spPr>
          <a:xfrm>
            <a:off x="1316350" y="4893877"/>
            <a:ext cx="476884" cy="481168"/>
          </a:xfrm>
          <a:custGeom>
            <a:avLst/>
            <a:gdLst>
              <a:gd name="connsiteX0" fmla="*/ 178042 w 356084"/>
              <a:gd name="connsiteY0" fmla="*/ 0 h 359283"/>
              <a:gd name="connsiteX1" fmla="*/ 0 w 356084"/>
              <a:gd name="connsiteY1" fmla="*/ 179642 h 359283"/>
              <a:gd name="connsiteX2" fmla="*/ 178042 w 356084"/>
              <a:gd name="connsiteY2" fmla="*/ 359283 h 359283"/>
              <a:gd name="connsiteX3" fmla="*/ 356085 w 356084"/>
              <a:gd name="connsiteY3" fmla="*/ 179642 h 359283"/>
              <a:gd name="connsiteX4" fmla="*/ 178042 w 356084"/>
              <a:gd name="connsiteY4" fmla="*/ 0 h 359283"/>
              <a:gd name="connsiteX5" fmla="*/ 295757 w 356084"/>
              <a:gd name="connsiteY5" fmla="*/ 65627 h 359283"/>
              <a:gd name="connsiteX6" fmla="*/ 265593 w 356084"/>
              <a:gd name="connsiteY6" fmla="*/ 112300 h 359283"/>
              <a:gd name="connsiteX7" fmla="*/ 208775 w 356084"/>
              <a:gd name="connsiteY7" fmla="*/ 127254 h 359283"/>
              <a:gd name="connsiteX8" fmla="*/ 207542 w 356084"/>
              <a:gd name="connsiteY8" fmla="*/ 137160 h 359283"/>
              <a:gd name="connsiteX9" fmla="*/ 213708 w 356084"/>
              <a:gd name="connsiteY9" fmla="*/ 142113 h 359283"/>
              <a:gd name="connsiteX10" fmla="*/ 222340 w 356084"/>
              <a:gd name="connsiteY10" fmla="*/ 165735 h 359283"/>
              <a:gd name="connsiteX11" fmla="*/ 224806 w 356084"/>
              <a:gd name="connsiteY11" fmla="*/ 169450 h 359283"/>
              <a:gd name="connsiteX12" fmla="*/ 249468 w 356084"/>
              <a:gd name="connsiteY12" fmla="*/ 173165 h 359283"/>
              <a:gd name="connsiteX13" fmla="*/ 227272 w 356084"/>
              <a:gd name="connsiteY13" fmla="*/ 205454 h 359283"/>
              <a:gd name="connsiteX14" fmla="*/ 214941 w 356084"/>
              <a:gd name="connsiteY14" fmla="*/ 224123 h 359283"/>
              <a:gd name="connsiteX15" fmla="*/ 223573 w 356084"/>
              <a:gd name="connsiteY15" fmla="*/ 236506 h 359283"/>
              <a:gd name="connsiteX16" fmla="*/ 226039 w 356084"/>
              <a:gd name="connsiteY16" fmla="*/ 240221 h 359283"/>
              <a:gd name="connsiteX17" fmla="*/ 224806 w 356084"/>
              <a:gd name="connsiteY17" fmla="*/ 241459 h 359283"/>
              <a:gd name="connsiteX18" fmla="*/ 205076 w 356084"/>
              <a:gd name="connsiteY18" fmla="*/ 253841 h 359283"/>
              <a:gd name="connsiteX19" fmla="*/ 200144 w 356084"/>
              <a:gd name="connsiteY19" fmla="*/ 261271 h 359283"/>
              <a:gd name="connsiteX20" fmla="*/ 164383 w 356084"/>
              <a:gd name="connsiteY20" fmla="*/ 291084 h 359283"/>
              <a:gd name="connsiteX21" fmla="*/ 148353 w 356084"/>
              <a:gd name="connsiteY21" fmla="*/ 261271 h 359283"/>
              <a:gd name="connsiteX22" fmla="*/ 152052 w 356084"/>
              <a:gd name="connsiteY22" fmla="*/ 253841 h 359283"/>
              <a:gd name="connsiteX23" fmla="*/ 155752 w 356084"/>
              <a:gd name="connsiteY23" fmla="*/ 238887 h 359283"/>
              <a:gd name="connsiteX24" fmla="*/ 140954 w 356084"/>
              <a:gd name="connsiteY24" fmla="*/ 212789 h 359283"/>
              <a:gd name="connsiteX25" fmla="*/ 133556 w 356084"/>
              <a:gd name="connsiteY25" fmla="*/ 192881 h 359283"/>
              <a:gd name="connsiteX26" fmla="*/ 100261 w 356084"/>
              <a:gd name="connsiteY26" fmla="*/ 186690 h 359283"/>
              <a:gd name="connsiteX27" fmla="*/ 89164 w 356084"/>
              <a:gd name="connsiteY27" fmla="*/ 186690 h 359283"/>
              <a:gd name="connsiteX28" fmla="*/ 74366 w 356084"/>
              <a:gd name="connsiteY28" fmla="*/ 164306 h 359283"/>
              <a:gd name="connsiteX29" fmla="*/ 105194 w 356084"/>
              <a:gd name="connsiteY29" fmla="*/ 112109 h 359283"/>
              <a:gd name="connsiteX30" fmla="*/ 133556 w 356084"/>
              <a:gd name="connsiteY30" fmla="*/ 112109 h 359283"/>
              <a:gd name="connsiteX31" fmla="*/ 136022 w 356084"/>
              <a:gd name="connsiteY31" fmla="*/ 117062 h 359283"/>
              <a:gd name="connsiteX32" fmla="*/ 185346 w 356084"/>
              <a:gd name="connsiteY32" fmla="*/ 122015 h 359283"/>
              <a:gd name="connsiteX33" fmla="*/ 200144 w 356084"/>
              <a:gd name="connsiteY33" fmla="*/ 119539 h 359283"/>
              <a:gd name="connsiteX34" fmla="*/ 207542 w 356084"/>
              <a:gd name="connsiteY34" fmla="*/ 113347 h 359283"/>
              <a:gd name="connsiteX35" fmla="*/ 202610 w 356084"/>
              <a:gd name="connsiteY35" fmla="*/ 61151 h 359283"/>
              <a:gd name="connsiteX36" fmla="*/ 190279 w 356084"/>
              <a:gd name="connsiteY36" fmla="*/ 59912 h 359283"/>
              <a:gd name="connsiteX37" fmla="*/ 175481 w 356084"/>
              <a:gd name="connsiteY37" fmla="*/ 62389 h 359283"/>
              <a:gd name="connsiteX38" fmla="*/ 170549 w 356084"/>
              <a:gd name="connsiteY38" fmla="*/ 51245 h 359283"/>
              <a:gd name="connsiteX39" fmla="*/ 228695 w 356084"/>
              <a:gd name="connsiteY39" fmla="*/ 22955 h 359283"/>
              <a:gd name="connsiteX40" fmla="*/ 295757 w 356084"/>
              <a:gd name="connsiteY40" fmla="*/ 65532 h 359283"/>
              <a:gd name="connsiteX41" fmla="*/ 178042 w 356084"/>
              <a:gd name="connsiteY41" fmla="*/ 344234 h 359283"/>
              <a:gd name="connsiteX42" fmla="*/ 14892 w 356084"/>
              <a:gd name="connsiteY42" fmla="*/ 179546 h 359283"/>
              <a:gd name="connsiteX43" fmla="*/ 178042 w 356084"/>
              <a:gd name="connsiteY43" fmla="*/ 14859 h 359283"/>
              <a:gd name="connsiteX44" fmla="*/ 196634 w 356084"/>
              <a:gd name="connsiteY44" fmla="*/ 16002 h 359283"/>
              <a:gd name="connsiteX45" fmla="*/ 155752 w 356084"/>
              <a:gd name="connsiteY45" fmla="*/ 52578 h 359283"/>
              <a:gd name="connsiteX46" fmla="*/ 169316 w 356084"/>
              <a:gd name="connsiteY46" fmla="*/ 74962 h 359283"/>
              <a:gd name="connsiteX47" fmla="*/ 193978 w 356084"/>
              <a:gd name="connsiteY47" fmla="*/ 74962 h 359283"/>
              <a:gd name="connsiteX48" fmla="*/ 193978 w 356084"/>
              <a:gd name="connsiteY48" fmla="*/ 104775 h 359283"/>
              <a:gd name="connsiteX49" fmla="*/ 181647 w 356084"/>
              <a:gd name="connsiteY49" fmla="*/ 107251 h 359283"/>
              <a:gd name="connsiteX50" fmla="*/ 148353 w 356084"/>
              <a:gd name="connsiteY50" fmla="*/ 108490 h 359283"/>
              <a:gd name="connsiteX51" fmla="*/ 142187 w 356084"/>
              <a:gd name="connsiteY51" fmla="*/ 101060 h 359283"/>
              <a:gd name="connsiteX52" fmla="*/ 102728 w 356084"/>
              <a:gd name="connsiteY52" fmla="*/ 97346 h 359283"/>
              <a:gd name="connsiteX53" fmla="*/ 59569 w 356084"/>
              <a:gd name="connsiteY53" fmla="*/ 164497 h 359283"/>
              <a:gd name="connsiteX54" fmla="*/ 89164 w 356084"/>
              <a:gd name="connsiteY54" fmla="*/ 201740 h 359283"/>
              <a:gd name="connsiteX55" fmla="*/ 101495 w 356084"/>
              <a:gd name="connsiteY55" fmla="*/ 200501 h 359283"/>
              <a:gd name="connsiteX56" fmla="*/ 122457 w 356084"/>
              <a:gd name="connsiteY56" fmla="*/ 202978 h 359283"/>
              <a:gd name="connsiteX57" fmla="*/ 126157 w 356084"/>
              <a:gd name="connsiteY57" fmla="*/ 216694 h 359283"/>
              <a:gd name="connsiteX58" fmla="*/ 128623 w 356084"/>
              <a:gd name="connsiteY58" fmla="*/ 221647 h 359283"/>
              <a:gd name="connsiteX59" fmla="*/ 140954 w 356084"/>
              <a:gd name="connsiteY59" fmla="*/ 239078 h 359283"/>
              <a:gd name="connsiteX60" fmla="*/ 138488 w 356084"/>
              <a:gd name="connsiteY60" fmla="*/ 246507 h 359283"/>
              <a:gd name="connsiteX61" fmla="*/ 133556 w 356084"/>
              <a:gd name="connsiteY61" fmla="*/ 261461 h 359283"/>
              <a:gd name="connsiteX62" fmla="*/ 163150 w 356084"/>
              <a:gd name="connsiteY62" fmla="*/ 306229 h 359283"/>
              <a:gd name="connsiteX63" fmla="*/ 214941 w 356084"/>
              <a:gd name="connsiteY63" fmla="*/ 266510 h 359283"/>
              <a:gd name="connsiteX64" fmla="*/ 234671 w 356084"/>
              <a:gd name="connsiteY64" fmla="*/ 251555 h 359283"/>
              <a:gd name="connsiteX65" fmla="*/ 240836 w 356084"/>
              <a:gd name="connsiteY65" fmla="*/ 239173 h 359283"/>
              <a:gd name="connsiteX66" fmla="*/ 232204 w 356084"/>
              <a:gd name="connsiteY66" fmla="*/ 225457 h 359283"/>
              <a:gd name="connsiteX67" fmla="*/ 230971 w 356084"/>
              <a:gd name="connsiteY67" fmla="*/ 224219 h 359283"/>
              <a:gd name="connsiteX68" fmla="*/ 238370 w 356084"/>
              <a:gd name="connsiteY68" fmla="*/ 215551 h 359283"/>
              <a:gd name="connsiteX69" fmla="*/ 256867 w 356084"/>
              <a:gd name="connsiteY69" fmla="*/ 159639 h 359283"/>
              <a:gd name="connsiteX70" fmla="*/ 249468 w 356084"/>
              <a:gd name="connsiteY70" fmla="*/ 157163 h 359283"/>
              <a:gd name="connsiteX71" fmla="*/ 237137 w 356084"/>
              <a:gd name="connsiteY71" fmla="*/ 159639 h 359283"/>
              <a:gd name="connsiteX72" fmla="*/ 226039 w 356084"/>
              <a:gd name="connsiteY72" fmla="*/ 133541 h 359283"/>
              <a:gd name="connsiteX73" fmla="*/ 265499 w 356084"/>
              <a:gd name="connsiteY73" fmla="*/ 127349 h 359283"/>
              <a:gd name="connsiteX74" fmla="*/ 270431 w 356084"/>
              <a:gd name="connsiteY74" fmla="*/ 126111 h 359283"/>
              <a:gd name="connsiteX75" fmla="*/ 307235 w 356084"/>
              <a:gd name="connsiteY75" fmla="*/ 79439 h 359283"/>
              <a:gd name="connsiteX76" fmla="*/ 341098 w 356084"/>
              <a:gd name="connsiteY76" fmla="*/ 179737 h 359283"/>
              <a:gd name="connsiteX77" fmla="*/ 177948 w 356084"/>
              <a:gd name="connsiteY77" fmla="*/ 344424 h 35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56084" h="359283">
                <a:moveTo>
                  <a:pt x="178042" y="0"/>
                </a:moveTo>
                <a:cubicBezTo>
                  <a:pt x="80342" y="0"/>
                  <a:pt x="0" y="79820"/>
                  <a:pt x="0" y="179642"/>
                </a:cubicBezTo>
                <a:cubicBezTo>
                  <a:pt x="0" y="279464"/>
                  <a:pt x="80342" y="359283"/>
                  <a:pt x="178042" y="359283"/>
                </a:cubicBezTo>
                <a:cubicBezTo>
                  <a:pt x="275743" y="359283"/>
                  <a:pt x="356085" y="278225"/>
                  <a:pt x="356085" y="179642"/>
                </a:cubicBezTo>
                <a:cubicBezTo>
                  <a:pt x="356085" y="81058"/>
                  <a:pt x="276976" y="0"/>
                  <a:pt x="178042" y="0"/>
                </a:cubicBezTo>
                <a:close/>
                <a:moveTo>
                  <a:pt x="295757" y="65627"/>
                </a:moveTo>
                <a:cubicBezTo>
                  <a:pt x="293576" y="74390"/>
                  <a:pt x="285892" y="100013"/>
                  <a:pt x="265593" y="112300"/>
                </a:cubicBezTo>
                <a:cubicBezTo>
                  <a:pt x="239698" y="106109"/>
                  <a:pt x="215036" y="120968"/>
                  <a:pt x="208775" y="127254"/>
                </a:cubicBezTo>
                <a:cubicBezTo>
                  <a:pt x="205076" y="132207"/>
                  <a:pt x="206309" y="135922"/>
                  <a:pt x="207542" y="137160"/>
                </a:cubicBezTo>
                <a:cubicBezTo>
                  <a:pt x="208775" y="139637"/>
                  <a:pt x="211242" y="140875"/>
                  <a:pt x="213708" y="142113"/>
                </a:cubicBezTo>
                <a:cubicBezTo>
                  <a:pt x="216174" y="144590"/>
                  <a:pt x="219873" y="155829"/>
                  <a:pt x="222340" y="165735"/>
                </a:cubicBezTo>
                <a:cubicBezTo>
                  <a:pt x="223573" y="166973"/>
                  <a:pt x="223573" y="168212"/>
                  <a:pt x="224806" y="169450"/>
                </a:cubicBezTo>
                <a:cubicBezTo>
                  <a:pt x="232204" y="176879"/>
                  <a:pt x="242069" y="175641"/>
                  <a:pt x="249468" y="173165"/>
                </a:cubicBezTo>
                <a:cubicBezTo>
                  <a:pt x="249468" y="181832"/>
                  <a:pt x="238370" y="194310"/>
                  <a:pt x="227272" y="205454"/>
                </a:cubicBezTo>
                <a:cubicBezTo>
                  <a:pt x="219873" y="214122"/>
                  <a:pt x="214941" y="219170"/>
                  <a:pt x="214941" y="224123"/>
                </a:cubicBezTo>
                <a:cubicBezTo>
                  <a:pt x="214941" y="230315"/>
                  <a:pt x="219873" y="234029"/>
                  <a:pt x="223573" y="236506"/>
                </a:cubicBezTo>
                <a:cubicBezTo>
                  <a:pt x="223573" y="237744"/>
                  <a:pt x="224806" y="238982"/>
                  <a:pt x="226039" y="240221"/>
                </a:cubicBezTo>
                <a:cubicBezTo>
                  <a:pt x="226039" y="240221"/>
                  <a:pt x="224806" y="240221"/>
                  <a:pt x="224806" y="241459"/>
                </a:cubicBezTo>
                <a:cubicBezTo>
                  <a:pt x="214941" y="250126"/>
                  <a:pt x="205076" y="253841"/>
                  <a:pt x="205076" y="253841"/>
                </a:cubicBezTo>
                <a:cubicBezTo>
                  <a:pt x="202610" y="255080"/>
                  <a:pt x="200144" y="257556"/>
                  <a:pt x="200144" y="261271"/>
                </a:cubicBezTo>
                <a:cubicBezTo>
                  <a:pt x="200144" y="281178"/>
                  <a:pt x="187812" y="291084"/>
                  <a:pt x="164383" y="291084"/>
                </a:cubicBezTo>
                <a:cubicBezTo>
                  <a:pt x="159451" y="287369"/>
                  <a:pt x="148353" y="266224"/>
                  <a:pt x="148353" y="261271"/>
                </a:cubicBezTo>
                <a:cubicBezTo>
                  <a:pt x="148353" y="258794"/>
                  <a:pt x="149586" y="256318"/>
                  <a:pt x="152052" y="253841"/>
                </a:cubicBezTo>
                <a:cubicBezTo>
                  <a:pt x="153285" y="248888"/>
                  <a:pt x="155752" y="243935"/>
                  <a:pt x="155752" y="238887"/>
                </a:cubicBezTo>
                <a:cubicBezTo>
                  <a:pt x="155752" y="230219"/>
                  <a:pt x="147120" y="218980"/>
                  <a:pt x="140954" y="212789"/>
                </a:cubicBezTo>
                <a:cubicBezTo>
                  <a:pt x="140954" y="204121"/>
                  <a:pt x="138488" y="196596"/>
                  <a:pt x="133556" y="192881"/>
                </a:cubicBezTo>
                <a:cubicBezTo>
                  <a:pt x="124924" y="184214"/>
                  <a:pt x="112593" y="185452"/>
                  <a:pt x="100261" y="186690"/>
                </a:cubicBezTo>
                <a:lnTo>
                  <a:pt x="89164" y="186690"/>
                </a:lnTo>
                <a:cubicBezTo>
                  <a:pt x="74366" y="186690"/>
                  <a:pt x="74366" y="165545"/>
                  <a:pt x="74366" y="164306"/>
                </a:cubicBezTo>
                <a:cubicBezTo>
                  <a:pt x="74366" y="163068"/>
                  <a:pt x="75599" y="118301"/>
                  <a:pt x="105194" y="112109"/>
                </a:cubicBezTo>
                <a:cubicBezTo>
                  <a:pt x="126157" y="107156"/>
                  <a:pt x="133556" y="110871"/>
                  <a:pt x="133556" y="112109"/>
                </a:cubicBezTo>
                <a:cubicBezTo>
                  <a:pt x="133556" y="114586"/>
                  <a:pt x="134789" y="115824"/>
                  <a:pt x="136022" y="117062"/>
                </a:cubicBezTo>
                <a:cubicBezTo>
                  <a:pt x="149586" y="130778"/>
                  <a:pt x="169316" y="125730"/>
                  <a:pt x="185346" y="122015"/>
                </a:cubicBezTo>
                <a:cubicBezTo>
                  <a:pt x="191512" y="120777"/>
                  <a:pt x="196444" y="119539"/>
                  <a:pt x="200144" y="119539"/>
                </a:cubicBezTo>
                <a:cubicBezTo>
                  <a:pt x="203843" y="119539"/>
                  <a:pt x="207542" y="117062"/>
                  <a:pt x="207542" y="113347"/>
                </a:cubicBezTo>
                <a:cubicBezTo>
                  <a:pt x="210008" y="93440"/>
                  <a:pt x="212475" y="68580"/>
                  <a:pt x="202610" y="61151"/>
                </a:cubicBezTo>
                <a:cubicBezTo>
                  <a:pt x="198910" y="58674"/>
                  <a:pt x="193978" y="58674"/>
                  <a:pt x="190279" y="59912"/>
                </a:cubicBezTo>
                <a:cubicBezTo>
                  <a:pt x="184113" y="63627"/>
                  <a:pt x="179181" y="63627"/>
                  <a:pt x="175481" y="62389"/>
                </a:cubicBezTo>
                <a:cubicBezTo>
                  <a:pt x="171782" y="59912"/>
                  <a:pt x="170549" y="54959"/>
                  <a:pt x="170549" y="51245"/>
                </a:cubicBezTo>
                <a:cubicBezTo>
                  <a:pt x="169316" y="41434"/>
                  <a:pt x="200618" y="29242"/>
                  <a:pt x="228695" y="22955"/>
                </a:cubicBezTo>
                <a:cubicBezTo>
                  <a:pt x="254495" y="31433"/>
                  <a:pt x="277450" y="46196"/>
                  <a:pt x="295757" y="65532"/>
                </a:cubicBezTo>
                <a:close/>
                <a:moveTo>
                  <a:pt x="178042" y="344234"/>
                </a:moveTo>
                <a:cubicBezTo>
                  <a:pt x="87835" y="344234"/>
                  <a:pt x="14892" y="270605"/>
                  <a:pt x="14892" y="179546"/>
                </a:cubicBezTo>
                <a:cubicBezTo>
                  <a:pt x="14892" y="88487"/>
                  <a:pt x="87835" y="14859"/>
                  <a:pt x="178042" y="14859"/>
                </a:cubicBezTo>
                <a:cubicBezTo>
                  <a:pt x="184303" y="14859"/>
                  <a:pt x="190563" y="15335"/>
                  <a:pt x="196634" y="16002"/>
                </a:cubicBezTo>
                <a:cubicBezTo>
                  <a:pt x="176430" y="23146"/>
                  <a:pt x="154234" y="35052"/>
                  <a:pt x="155752" y="52578"/>
                </a:cubicBezTo>
                <a:cubicBezTo>
                  <a:pt x="156985" y="62484"/>
                  <a:pt x="161917" y="71247"/>
                  <a:pt x="169316" y="74962"/>
                </a:cubicBezTo>
                <a:cubicBezTo>
                  <a:pt x="175481" y="78676"/>
                  <a:pt x="185346" y="78676"/>
                  <a:pt x="193978" y="74962"/>
                </a:cubicBezTo>
                <a:cubicBezTo>
                  <a:pt x="195211" y="79915"/>
                  <a:pt x="195211" y="92393"/>
                  <a:pt x="193978" y="104775"/>
                </a:cubicBezTo>
                <a:cubicBezTo>
                  <a:pt x="190279" y="106013"/>
                  <a:pt x="186579" y="107251"/>
                  <a:pt x="181647" y="107251"/>
                </a:cubicBezTo>
                <a:cubicBezTo>
                  <a:pt x="169316" y="110966"/>
                  <a:pt x="155752" y="113443"/>
                  <a:pt x="148353" y="108490"/>
                </a:cubicBezTo>
                <a:cubicBezTo>
                  <a:pt x="147120" y="106013"/>
                  <a:pt x="145887" y="103537"/>
                  <a:pt x="142187" y="101060"/>
                </a:cubicBezTo>
                <a:cubicBezTo>
                  <a:pt x="134789" y="94869"/>
                  <a:pt x="122457" y="93631"/>
                  <a:pt x="102728" y="97346"/>
                </a:cubicBezTo>
                <a:cubicBezTo>
                  <a:pt x="60802" y="106013"/>
                  <a:pt x="59569" y="161925"/>
                  <a:pt x="59569" y="164497"/>
                </a:cubicBezTo>
                <a:cubicBezTo>
                  <a:pt x="59569" y="176879"/>
                  <a:pt x="65734" y="201740"/>
                  <a:pt x="89164" y="201740"/>
                </a:cubicBezTo>
                <a:cubicBezTo>
                  <a:pt x="92863" y="201740"/>
                  <a:pt x="97795" y="201740"/>
                  <a:pt x="101495" y="200501"/>
                </a:cubicBezTo>
                <a:cubicBezTo>
                  <a:pt x="110126" y="200501"/>
                  <a:pt x="118758" y="200501"/>
                  <a:pt x="122457" y="202978"/>
                </a:cubicBezTo>
                <a:cubicBezTo>
                  <a:pt x="124924" y="205454"/>
                  <a:pt x="126157" y="210407"/>
                  <a:pt x="126157" y="216694"/>
                </a:cubicBezTo>
                <a:cubicBezTo>
                  <a:pt x="126157" y="217932"/>
                  <a:pt x="127390" y="220409"/>
                  <a:pt x="128623" y="221647"/>
                </a:cubicBezTo>
                <a:cubicBezTo>
                  <a:pt x="134789" y="227838"/>
                  <a:pt x="140954" y="236601"/>
                  <a:pt x="140954" y="239078"/>
                </a:cubicBezTo>
                <a:cubicBezTo>
                  <a:pt x="140954" y="240316"/>
                  <a:pt x="139721" y="244030"/>
                  <a:pt x="138488" y="246507"/>
                </a:cubicBezTo>
                <a:cubicBezTo>
                  <a:pt x="136022" y="251460"/>
                  <a:pt x="133556" y="255175"/>
                  <a:pt x="133556" y="261461"/>
                </a:cubicBezTo>
                <a:cubicBezTo>
                  <a:pt x="133556" y="268891"/>
                  <a:pt x="149586" y="306229"/>
                  <a:pt x="163150" y="306229"/>
                </a:cubicBezTo>
                <a:cubicBezTo>
                  <a:pt x="193978" y="306229"/>
                  <a:pt x="212475" y="291274"/>
                  <a:pt x="214941" y="266510"/>
                </a:cubicBezTo>
                <a:cubicBezTo>
                  <a:pt x="219873" y="264033"/>
                  <a:pt x="227272" y="259080"/>
                  <a:pt x="234671" y="251555"/>
                </a:cubicBezTo>
                <a:cubicBezTo>
                  <a:pt x="239603" y="247841"/>
                  <a:pt x="240836" y="244126"/>
                  <a:pt x="240836" y="239173"/>
                </a:cubicBezTo>
                <a:cubicBezTo>
                  <a:pt x="240836" y="232982"/>
                  <a:pt x="235904" y="229267"/>
                  <a:pt x="232204" y="225457"/>
                </a:cubicBezTo>
                <a:lnTo>
                  <a:pt x="230971" y="224219"/>
                </a:lnTo>
                <a:cubicBezTo>
                  <a:pt x="232204" y="221742"/>
                  <a:pt x="235904" y="219266"/>
                  <a:pt x="238370" y="215551"/>
                </a:cubicBezTo>
                <a:cubicBezTo>
                  <a:pt x="251934" y="201835"/>
                  <a:pt x="275363" y="177070"/>
                  <a:pt x="256867" y="159639"/>
                </a:cubicBezTo>
                <a:cubicBezTo>
                  <a:pt x="255634" y="157163"/>
                  <a:pt x="251934" y="155924"/>
                  <a:pt x="249468" y="157163"/>
                </a:cubicBezTo>
                <a:cubicBezTo>
                  <a:pt x="245769" y="159639"/>
                  <a:pt x="239603" y="160877"/>
                  <a:pt x="237137" y="159639"/>
                </a:cubicBezTo>
                <a:cubicBezTo>
                  <a:pt x="233438" y="145923"/>
                  <a:pt x="228505" y="138494"/>
                  <a:pt x="226039" y="133541"/>
                </a:cubicBezTo>
                <a:cubicBezTo>
                  <a:pt x="233438" y="128588"/>
                  <a:pt x="249468" y="122396"/>
                  <a:pt x="265499" y="127349"/>
                </a:cubicBezTo>
                <a:cubicBezTo>
                  <a:pt x="266732" y="127349"/>
                  <a:pt x="269198" y="127349"/>
                  <a:pt x="270431" y="126111"/>
                </a:cubicBezTo>
                <a:cubicBezTo>
                  <a:pt x="291204" y="115634"/>
                  <a:pt x="302018" y="93917"/>
                  <a:pt x="307235" y="79439"/>
                </a:cubicBezTo>
                <a:cubicBezTo>
                  <a:pt x="328387" y="107251"/>
                  <a:pt x="341098" y="141922"/>
                  <a:pt x="341098" y="179737"/>
                </a:cubicBezTo>
                <a:cubicBezTo>
                  <a:pt x="341098" y="270796"/>
                  <a:pt x="268154" y="344424"/>
                  <a:pt x="177948" y="34442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4" name="Graphic 240">
            <a:extLst>
              <a:ext uri="{FF2B5EF4-FFF2-40B4-BE49-F238E27FC236}">
                <a16:creationId xmlns:a16="http://schemas.microsoft.com/office/drawing/2014/main" id="{6374CB8C-E461-0D2E-E53D-16EC639F9AF5}"/>
              </a:ext>
            </a:extLst>
          </p:cNvPr>
          <p:cNvSpPr/>
          <p:nvPr/>
        </p:nvSpPr>
        <p:spPr>
          <a:xfrm>
            <a:off x="513463" y="5522063"/>
            <a:ext cx="476884" cy="481168"/>
          </a:xfrm>
          <a:custGeom>
            <a:avLst/>
            <a:gdLst>
              <a:gd name="connsiteX0" fmla="*/ 178042 w 356084"/>
              <a:gd name="connsiteY0" fmla="*/ 0 h 359283"/>
              <a:gd name="connsiteX1" fmla="*/ 0 w 356084"/>
              <a:gd name="connsiteY1" fmla="*/ 179642 h 359283"/>
              <a:gd name="connsiteX2" fmla="*/ 178042 w 356084"/>
              <a:gd name="connsiteY2" fmla="*/ 359283 h 359283"/>
              <a:gd name="connsiteX3" fmla="*/ 356085 w 356084"/>
              <a:gd name="connsiteY3" fmla="*/ 179642 h 359283"/>
              <a:gd name="connsiteX4" fmla="*/ 178042 w 356084"/>
              <a:gd name="connsiteY4" fmla="*/ 0 h 359283"/>
              <a:gd name="connsiteX5" fmla="*/ 295757 w 356084"/>
              <a:gd name="connsiteY5" fmla="*/ 65627 h 359283"/>
              <a:gd name="connsiteX6" fmla="*/ 265593 w 356084"/>
              <a:gd name="connsiteY6" fmla="*/ 112300 h 359283"/>
              <a:gd name="connsiteX7" fmla="*/ 208775 w 356084"/>
              <a:gd name="connsiteY7" fmla="*/ 127254 h 359283"/>
              <a:gd name="connsiteX8" fmla="*/ 207542 w 356084"/>
              <a:gd name="connsiteY8" fmla="*/ 137160 h 359283"/>
              <a:gd name="connsiteX9" fmla="*/ 213708 w 356084"/>
              <a:gd name="connsiteY9" fmla="*/ 142113 h 359283"/>
              <a:gd name="connsiteX10" fmla="*/ 222340 w 356084"/>
              <a:gd name="connsiteY10" fmla="*/ 165735 h 359283"/>
              <a:gd name="connsiteX11" fmla="*/ 224806 w 356084"/>
              <a:gd name="connsiteY11" fmla="*/ 169450 h 359283"/>
              <a:gd name="connsiteX12" fmla="*/ 249468 w 356084"/>
              <a:gd name="connsiteY12" fmla="*/ 173165 h 359283"/>
              <a:gd name="connsiteX13" fmla="*/ 227272 w 356084"/>
              <a:gd name="connsiteY13" fmla="*/ 205454 h 359283"/>
              <a:gd name="connsiteX14" fmla="*/ 214941 w 356084"/>
              <a:gd name="connsiteY14" fmla="*/ 224123 h 359283"/>
              <a:gd name="connsiteX15" fmla="*/ 223573 w 356084"/>
              <a:gd name="connsiteY15" fmla="*/ 236506 h 359283"/>
              <a:gd name="connsiteX16" fmla="*/ 226039 w 356084"/>
              <a:gd name="connsiteY16" fmla="*/ 240221 h 359283"/>
              <a:gd name="connsiteX17" fmla="*/ 224806 w 356084"/>
              <a:gd name="connsiteY17" fmla="*/ 241459 h 359283"/>
              <a:gd name="connsiteX18" fmla="*/ 205076 w 356084"/>
              <a:gd name="connsiteY18" fmla="*/ 253841 h 359283"/>
              <a:gd name="connsiteX19" fmla="*/ 200144 w 356084"/>
              <a:gd name="connsiteY19" fmla="*/ 261271 h 359283"/>
              <a:gd name="connsiteX20" fmla="*/ 164383 w 356084"/>
              <a:gd name="connsiteY20" fmla="*/ 291084 h 359283"/>
              <a:gd name="connsiteX21" fmla="*/ 148353 w 356084"/>
              <a:gd name="connsiteY21" fmla="*/ 261271 h 359283"/>
              <a:gd name="connsiteX22" fmla="*/ 152052 w 356084"/>
              <a:gd name="connsiteY22" fmla="*/ 253841 h 359283"/>
              <a:gd name="connsiteX23" fmla="*/ 155752 w 356084"/>
              <a:gd name="connsiteY23" fmla="*/ 238887 h 359283"/>
              <a:gd name="connsiteX24" fmla="*/ 140954 w 356084"/>
              <a:gd name="connsiteY24" fmla="*/ 212789 h 359283"/>
              <a:gd name="connsiteX25" fmla="*/ 133556 w 356084"/>
              <a:gd name="connsiteY25" fmla="*/ 192881 h 359283"/>
              <a:gd name="connsiteX26" fmla="*/ 100261 w 356084"/>
              <a:gd name="connsiteY26" fmla="*/ 186690 h 359283"/>
              <a:gd name="connsiteX27" fmla="*/ 89164 w 356084"/>
              <a:gd name="connsiteY27" fmla="*/ 186690 h 359283"/>
              <a:gd name="connsiteX28" fmla="*/ 74366 w 356084"/>
              <a:gd name="connsiteY28" fmla="*/ 164306 h 359283"/>
              <a:gd name="connsiteX29" fmla="*/ 105194 w 356084"/>
              <a:gd name="connsiteY29" fmla="*/ 112109 h 359283"/>
              <a:gd name="connsiteX30" fmla="*/ 133556 w 356084"/>
              <a:gd name="connsiteY30" fmla="*/ 112109 h 359283"/>
              <a:gd name="connsiteX31" fmla="*/ 136022 w 356084"/>
              <a:gd name="connsiteY31" fmla="*/ 117062 h 359283"/>
              <a:gd name="connsiteX32" fmla="*/ 185346 w 356084"/>
              <a:gd name="connsiteY32" fmla="*/ 122015 h 359283"/>
              <a:gd name="connsiteX33" fmla="*/ 200144 w 356084"/>
              <a:gd name="connsiteY33" fmla="*/ 119539 h 359283"/>
              <a:gd name="connsiteX34" fmla="*/ 207542 w 356084"/>
              <a:gd name="connsiteY34" fmla="*/ 113347 h 359283"/>
              <a:gd name="connsiteX35" fmla="*/ 202610 w 356084"/>
              <a:gd name="connsiteY35" fmla="*/ 61151 h 359283"/>
              <a:gd name="connsiteX36" fmla="*/ 190279 w 356084"/>
              <a:gd name="connsiteY36" fmla="*/ 59912 h 359283"/>
              <a:gd name="connsiteX37" fmla="*/ 175481 w 356084"/>
              <a:gd name="connsiteY37" fmla="*/ 62389 h 359283"/>
              <a:gd name="connsiteX38" fmla="*/ 170549 w 356084"/>
              <a:gd name="connsiteY38" fmla="*/ 51245 h 359283"/>
              <a:gd name="connsiteX39" fmla="*/ 228695 w 356084"/>
              <a:gd name="connsiteY39" fmla="*/ 22955 h 359283"/>
              <a:gd name="connsiteX40" fmla="*/ 295757 w 356084"/>
              <a:gd name="connsiteY40" fmla="*/ 65532 h 359283"/>
              <a:gd name="connsiteX41" fmla="*/ 178042 w 356084"/>
              <a:gd name="connsiteY41" fmla="*/ 344234 h 359283"/>
              <a:gd name="connsiteX42" fmla="*/ 14892 w 356084"/>
              <a:gd name="connsiteY42" fmla="*/ 179546 h 359283"/>
              <a:gd name="connsiteX43" fmla="*/ 178042 w 356084"/>
              <a:gd name="connsiteY43" fmla="*/ 14859 h 359283"/>
              <a:gd name="connsiteX44" fmla="*/ 196634 w 356084"/>
              <a:gd name="connsiteY44" fmla="*/ 16002 h 359283"/>
              <a:gd name="connsiteX45" fmla="*/ 155752 w 356084"/>
              <a:gd name="connsiteY45" fmla="*/ 52578 h 359283"/>
              <a:gd name="connsiteX46" fmla="*/ 169316 w 356084"/>
              <a:gd name="connsiteY46" fmla="*/ 74962 h 359283"/>
              <a:gd name="connsiteX47" fmla="*/ 193978 w 356084"/>
              <a:gd name="connsiteY47" fmla="*/ 74962 h 359283"/>
              <a:gd name="connsiteX48" fmla="*/ 193978 w 356084"/>
              <a:gd name="connsiteY48" fmla="*/ 104775 h 359283"/>
              <a:gd name="connsiteX49" fmla="*/ 181647 w 356084"/>
              <a:gd name="connsiteY49" fmla="*/ 107251 h 359283"/>
              <a:gd name="connsiteX50" fmla="*/ 148353 w 356084"/>
              <a:gd name="connsiteY50" fmla="*/ 108490 h 359283"/>
              <a:gd name="connsiteX51" fmla="*/ 142187 w 356084"/>
              <a:gd name="connsiteY51" fmla="*/ 101060 h 359283"/>
              <a:gd name="connsiteX52" fmla="*/ 102728 w 356084"/>
              <a:gd name="connsiteY52" fmla="*/ 97346 h 359283"/>
              <a:gd name="connsiteX53" fmla="*/ 59569 w 356084"/>
              <a:gd name="connsiteY53" fmla="*/ 164497 h 359283"/>
              <a:gd name="connsiteX54" fmla="*/ 89164 w 356084"/>
              <a:gd name="connsiteY54" fmla="*/ 201740 h 359283"/>
              <a:gd name="connsiteX55" fmla="*/ 101495 w 356084"/>
              <a:gd name="connsiteY55" fmla="*/ 200501 h 359283"/>
              <a:gd name="connsiteX56" fmla="*/ 122457 w 356084"/>
              <a:gd name="connsiteY56" fmla="*/ 202978 h 359283"/>
              <a:gd name="connsiteX57" fmla="*/ 126157 w 356084"/>
              <a:gd name="connsiteY57" fmla="*/ 216694 h 359283"/>
              <a:gd name="connsiteX58" fmla="*/ 128623 w 356084"/>
              <a:gd name="connsiteY58" fmla="*/ 221647 h 359283"/>
              <a:gd name="connsiteX59" fmla="*/ 140954 w 356084"/>
              <a:gd name="connsiteY59" fmla="*/ 239078 h 359283"/>
              <a:gd name="connsiteX60" fmla="*/ 138488 w 356084"/>
              <a:gd name="connsiteY60" fmla="*/ 246507 h 359283"/>
              <a:gd name="connsiteX61" fmla="*/ 133556 w 356084"/>
              <a:gd name="connsiteY61" fmla="*/ 261461 h 359283"/>
              <a:gd name="connsiteX62" fmla="*/ 163150 w 356084"/>
              <a:gd name="connsiteY62" fmla="*/ 306229 h 359283"/>
              <a:gd name="connsiteX63" fmla="*/ 214941 w 356084"/>
              <a:gd name="connsiteY63" fmla="*/ 266510 h 359283"/>
              <a:gd name="connsiteX64" fmla="*/ 234671 w 356084"/>
              <a:gd name="connsiteY64" fmla="*/ 251555 h 359283"/>
              <a:gd name="connsiteX65" fmla="*/ 240836 w 356084"/>
              <a:gd name="connsiteY65" fmla="*/ 239173 h 359283"/>
              <a:gd name="connsiteX66" fmla="*/ 232204 w 356084"/>
              <a:gd name="connsiteY66" fmla="*/ 225457 h 359283"/>
              <a:gd name="connsiteX67" fmla="*/ 230971 w 356084"/>
              <a:gd name="connsiteY67" fmla="*/ 224219 h 359283"/>
              <a:gd name="connsiteX68" fmla="*/ 238370 w 356084"/>
              <a:gd name="connsiteY68" fmla="*/ 215551 h 359283"/>
              <a:gd name="connsiteX69" fmla="*/ 256867 w 356084"/>
              <a:gd name="connsiteY69" fmla="*/ 159639 h 359283"/>
              <a:gd name="connsiteX70" fmla="*/ 249468 w 356084"/>
              <a:gd name="connsiteY70" fmla="*/ 157163 h 359283"/>
              <a:gd name="connsiteX71" fmla="*/ 237137 w 356084"/>
              <a:gd name="connsiteY71" fmla="*/ 159639 h 359283"/>
              <a:gd name="connsiteX72" fmla="*/ 226039 w 356084"/>
              <a:gd name="connsiteY72" fmla="*/ 133541 h 359283"/>
              <a:gd name="connsiteX73" fmla="*/ 265499 w 356084"/>
              <a:gd name="connsiteY73" fmla="*/ 127349 h 359283"/>
              <a:gd name="connsiteX74" fmla="*/ 270431 w 356084"/>
              <a:gd name="connsiteY74" fmla="*/ 126111 h 359283"/>
              <a:gd name="connsiteX75" fmla="*/ 307235 w 356084"/>
              <a:gd name="connsiteY75" fmla="*/ 79439 h 359283"/>
              <a:gd name="connsiteX76" fmla="*/ 341098 w 356084"/>
              <a:gd name="connsiteY76" fmla="*/ 179737 h 359283"/>
              <a:gd name="connsiteX77" fmla="*/ 177948 w 356084"/>
              <a:gd name="connsiteY77" fmla="*/ 344424 h 35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56084" h="359283">
                <a:moveTo>
                  <a:pt x="178042" y="0"/>
                </a:moveTo>
                <a:cubicBezTo>
                  <a:pt x="80342" y="0"/>
                  <a:pt x="0" y="79820"/>
                  <a:pt x="0" y="179642"/>
                </a:cubicBezTo>
                <a:cubicBezTo>
                  <a:pt x="0" y="279464"/>
                  <a:pt x="80342" y="359283"/>
                  <a:pt x="178042" y="359283"/>
                </a:cubicBezTo>
                <a:cubicBezTo>
                  <a:pt x="275743" y="359283"/>
                  <a:pt x="356085" y="278225"/>
                  <a:pt x="356085" y="179642"/>
                </a:cubicBezTo>
                <a:cubicBezTo>
                  <a:pt x="356085" y="81058"/>
                  <a:pt x="276976" y="0"/>
                  <a:pt x="178042" y="0"/>
                </a:cubicBezTo>
                <a:close/>
                <a:moveTo>
                  <a:pt x="295757" y="65627"/>
                </a:moveTo>
                <a:cubicBezTo>
                  <a:pt x="293576" y="74390"/>
                  <a:pt x="285892" y="100013"/>
                  <a:pt x="265593" y="112300"/>
                </a:cubicBezTo>
                <a:cubicBezTo>
                  <a:pt x="239698" y="106109"/>
                  <a:pt x="215036" y="120968"/>
                  <a:pt x="208775" y="127254"/>
                </a:cubicBezTo>
                <a:cubicBezTo>
                  <a:pt x="205076" y="132207"/>
                  <a:pt x="206309" y="135922"/>
                  <a:pt x="207542" y="137160"/>
                </a:cubicBezTo>
                <a:cubicBezTo>
                  <a:pt x="208775" y="139637"/>
                  <a:pt x="211242" y="140875"/>
                  <a:pt x="213708" y="142113"/>
                </a:cubicBezTo>
                <a:cubicBezTo>
                  <a:pt x="216174" y="144590"/>
                  <a:pt x="219873" y="155829"/>
                  <a:pt x="222340" y="165735"/>
                </a:cubicBezTo>
                <a:cubicBezTo>
                  <a:pt x="223573" y="166973"/>
                  <a:pt x="223573" y="168212"/>
                  <a:pt x="224806" y="169450"/>
                </a:cubicBezTo>
                <a:cubicBezTo>
                  <a:pt x="232204" y="176879"/>
                  <a:pt x="242069" y="175641"/>
                  <a:pt x="249468" y="173165"/>
                </a:cubicBezTo>
                <a:cubicBezTo>
                  <a:pt x="249468" y="181832"/>
                  <a:pt x="238370" y="194310"/>
                  <a:pt x="227272" y="205454"/>
                </a:cubicBezTo>
                <a:cubicBezTo>
                  <a:pt x="219873" y="214122"/>
                  <a:pt x="214941" y="219170"/>
                  <a:pt x="214941" y="224123"/>
                </a:cubicBezTo>
                <a:cubicBezTo>
                  <a:pt x="214941" y="230315"/>
                  <a:pt x="219873" y="234029"/>
                  <a:pt x="223573" y="236506"/>
                </a:cubicBezTo>
                <a:cubicBezTo>
                  <a:pt x="223573" y="237744"/>
                  <a:pt x="224806" y="238982"/>
                  <a:pt x="226039" y="240221"/>
                </a:cubicBezTo>
                <a:cubicBezTo>
                  <a:pt x="226039" y="240221"/>
                  <a:pt x="224806" y="240221"/>
                  <a:pt x="224806" y="241459"/>
                </a:cubicBezTo>
                <a:cubicBezTo>
                  <a:pt x="214941" y="250126"/>
                  <a:pt x="205076" y="253841"/>
                  <a:pt x="205076" y="253841"/>
                </a:cubicBezTo>
                <a:cubicBezTo>
                  <a:pt x="202610" y="255080"/>
                  <a:pt x="200144" y="257556"/>
                  <a:pt x="200144" y="261271"/>
                </a:cubicBezTo>
                <a:cubicBezTo>
                  <a:pt x="200144" y="281178"/>
                  <a:pt x="187812" y="291084"/>
                  <a:pt x="164383" y="291084"/>
                </a:cubicBezTo>
                <a:cubicBezTo>
                  <a:pt x="159451" y="287369"/>
                  <a:pt x="148353" y="266224"/>
                  <a:pt x="148353" y="261271"/>
                </a:cubicBezTo>
                <a:cubicBezTo>
                  <a:pt x="148353" y="258794"/>
                  <a:pt x="149586" y="256318"/>
                  <a:pt x="152052" y="253841"/>
                </a:cubicBezTo>
                <a:cubicBezTo>
                  <a:pt x="153285" y="248888"/>
                  <a:pt x="155752" y="243935"/>
                  <a:pt x="155752" y="238887"/>
                </a:cubicBezTo>
                <a:cubicBezTo>
                  <a:pt x="155752" y="230219"/>
                  <a:pt x="147120" y="218980"/>
                  <a:pt x="140954" y="212789"/>
                </a:cubicBezTo>
                <a:cubicBezTo>
                  <a:pt x="140954" y="204121"/>
                  <a:pt x="138488" y="196596"/>
                  <a:pt x="133556" y="192881"/>
                </a:cubicBezTo>
                <a:cubicBezTo>
                  <a:pt x="124924" y="184214"/>
                  <a:pt x="112593" y="185452"/>
                  <a:pt x="100261" y="186690"/>
                </a:cubicBezTo>
                <a:lnTo>
                  <a:pt x="89164" y="186690"/>
                </a:lnTo>
                <a:cubicBezTo>
                  <a:pt x="74366" y="186690"/>
                  <a:pt x="74366" y="165545"/>
                  <a:pt x="74366" y="164306"/>
                </a:cubicBezTo>
                <a:cubicBezTo>
                  <a:pt x="74366" y="163068"/>
                  <a:pt x="75599" y="118301"/>
                  <a:pt x="105194" y="112109"/>
                </a:cubicBezTo>
                <a:cubicBezTo>
                  <a:pt x="126157" y="107156"/>
                  <a:pt x="133556" y="110871"/>
                  <a:pt x="133556" y="112109"/>
                </a:cubicBezTo>
                <a:cubicBezTo>
                  <a:pt x="133556" y="114586"/>
                  <a:pt x="134789" y="115824"/>
                  <a:pt x="136022" y="117062"/>
                </a:cubicBezTo>
                <a:cubicBezTo>
                  <a:pt x="149586" y="130778"/>
                  <a:pt x="169316" y="125730"/>
                  <a:pt x="185346" y="122015"/>
                </a:cubicBezTo>
                <a:cubicBezTo>
                  <a:pt x="191512" y="120777"/>
                  <a:pt x="196444" y="119539"/>
                  <a:pt x="200144" y="119539"/>
                </a:cubicBezTo>
                <a:cubicBezTo>
                  <a:pt x="203843" y="119539"/>
                  <a:pt x="207542" y="117062"/>
                  <a:pt x="207542" y="113347"/>
                </a:cubicBezTo>
                <a:cubicBezTo>
                  <a:pt x="210008" y="93440"/>
                  <a:pt x="212475" y="68580"/>
                  <a:pt x="202610" y="61151"/>
                </a:cubicBezTo>
                <a:cubicBezTo>
                  <a:pt x="198910" y="58674"/>
                  <a:pt x="193978" y="58674"/>
                  <a:pt x="190279" y="59912"/>
                </a:cubicBezTo>
                <a:cubicBezTo>
                  <a:pt x="184113" y="63627"/>
                  <a:pt x="179181" y="63627"/>
                  <a:pt x="175481" y="62389"/>
                </a:cubicBezTo>
                <a:cubicBezTo>
                  <a:pt x="171782" y="59912"/>
                  <a:pt x="170549" y="54959"/>
                  <a:pt x="170549" y="51245"/>
                </a:cubicBezTo>
                <a:cubicBezTo>
                  <a:pt x="169316" y="41434"/>
                  <a:pt x="200618" y="29242"/>
                  <a:pt x="228695" y="22955"/>
                </a:cubicBezTo>
                <a:cubicBezTo>
                  <a:pt x="254495" y="31433"/>
                  <a:pt x="277450" y="46196"/>
                  <a:pt x="295757" y="65532"/>
                </a:cubicBezTo>
                <a:close/>
                <a:moveTo>
                  <a:pt x="178042" y="344234"/>
                </a:moveTo>
                <a:cubicBezTo>
                  <a:pt x="87835" y="344234"/>
                  <a:pt x="14892" y="270605"/>
                  <a:pt x="14892" y="179546"/>
                </a:cubicBezTo>
                <a:cubicBezTo>
                  <a:pt x="14892" y="88487"/>
                  <a:pt x="87835" y="14859"/>
                  <a:pt x="178042" y="14859"/>
                </a:cubicBezTo>
                <a:cubicBezTo>
                  <a:pt x="184303" y="14859"/>
                  <a:pt x="190563" y="15335"/>
                  <a:pt x="196634" y="16002"/>
                </a:cubicBezTo>
                <a:cubicBezTo>
                  <a:pt x="176430" y="23146"/>
                  <a:pt x="154234" y="35052"/>
                  <a:pt x="155752" y="52578"/>
                </a:cubicBezTo>
                <a:cubicBezTo>
                  <a:pt x="156985" y="62484"/>
                  <a:pt x="161917" y="71247"/>
                  <a:pt x="169316" y="74962"/>
                </a:cubicBezTo>
                <a:cubicBezTo>
                  <a:pt x="175481" y="78676"/>
                  <a:pt x="185346" y="78676"/>
                  <a:pt x="193978" y="74962"/>
                </a:cubicBezTo>
                <a:cubicBezTo>
                  <a:pt x="195211" y="79915"/>
                  <a:pt x="195211" y="92393"/>
                  <a:pt x="193978" y="104775"/>
                </a:cubicBezTo>
                <a:cubicBezTo>
                  <a:pt x="190279" y="106013"/>
                  <a:pt x="186579" y="107251"/>
                  <a:pt x="181647" y="107251"/>
                </a:cubicBezTo>
                <a:cubicBezTo>
                  <a:pt x="169316" y="110966"/>
                  <a:pt x="155752" y="113443"/>
                  <a:pt x="148353" y="108490"/>
                </a:cubicBezTo>
                <a:cubicBezTo>
                  <a:pt x="147120" y="106013"/>
                  <a:pt x="145887" y="103537"/>
                  <a:pt x="142187" y="101060"/>
                </a:cubicBezTo>
                <a:cubicBezTo>
                  <a:pt x="134789" y="94869"/>
                  <a:pt x="122457" y="93631"/>
                  <a:pt x="102728" y="97346"/>
                </a:cubicBezTo>
                <a:cubicBezTo>
                  <a:pt x="60802" y="106013"/>
                  <a:pt x="59569" y="161925"/>
                  <a:pt x="59569" y="164497"/>
                </a:cubicBezTo>
                <a:cubicBezTo>
                  <a:pt x="59569" y="176879"/>
                  <a:pt x="65734" y="201740"/>
                  <a:pt x="89164" y="201740"/>
                </a:cubicBezTo>
                <a:cubicBezTo>
                  <a:pt x="92863" y="201740"/>
                  <a:pt x="97795" y="201740"/>
                  <a:pt x="101495" y="200501"/>
                </a:cubicBezTo>
                <a:cubicBezTo>
                  <a:pt x="110126" y="200501"/>
                  <a:pt x="118758" y="200501"/>
                  <a:pt x="122457" y="202978"/>
                </a:cubicBezTo>
                <a:cubicBezTo>
                  <a:pt x="124924" y="205454"/>
                  <a:pt x="126157" y="210407"/>
                  <a:pt x="126157" y="216694"/>
                </a:cubicBezTo>
                <a:cubicBezTo>
                  <a:pt x="126157" y="217932"/>
                  <a:pt x="127390" y="220409"/>
                  <a:pt x="128623" y="221647"/>
                </a:cubicBezTo>
                <a:cubicBezTo>
                  <a:pt x="134789" y="227838"/>
                  <a:pt x="140954" y="236601"/>
                  <a:pt x="140954" y="239078"/>
                </a:cubicBezTo>
                <a:cubicBezTo>
                  <a:pt x="140954" y="240316"/>
                  <a:pt x="139721" y="244030"/>
                  <a:pt x="138488" y="246507"/>
                </a:cubicBezTo>
                <a:cubicBezTo>
                  <a:pt x="136022" y="251460"/>
                  <a:pt x="133556" y="255175"/>
                  <a:pt x="133556" y="261461"/>
                </a:cubicBezTo>
                <a:cubicBezTo>
                  <a:pt x="133556" y="268891"/>
                  <a:pt x="149586" y="306229"/>
                  <a:pt x="163150" y="306229"/>
                </a:cubicBezTo>
                <a:cubicBezTo>
                  <a:pt x="193978" y="306229"/>
                  <a:pt x="212475" y="291274"/>
                  <a:pt x="214941" y="266510"/>
                </a:cubicBezTo>
                <a:cubicBezTo>
                  <a:pt x="219873" y="264033"/>
                  <a:pt x="227272" y="259080"/>
                  <a:pt x="234671" y="251555"/>
                </a:cubicBezTo>
                <a:cubicBezTo>
                  <a:pt x="239603" y="247841"/>
                  <a:pt x="240836" y="244126"/>
                  <a:pt x="240836" y="239173"/>
                </a:cubicBezTo>
                <a:cubicBezTo>
                  <a:pt x="240836" y="232982"/>
                  <a:pt x="235904" y="229267"/>
                  <a:pt x="232204" y="225457"/>
                </a:cubicBezTo>
                <a:lnTo>
                  <a:pt x="230971" y="224219"/>
                </a:lnTo>
                <a:cubicBezTo>
                  <a:pt x="232204" y="221742"/>
                  <a:pt x="235904" y="219266"/>
                  <a:pt x="238370" y="215551"/>
                </a:cubicBezTo>
                <a:cubicBezTo>
                  <a:pt x="251934" y="201835"/>
                  <a:pt x="275363" y="177070"/>
                  <a:pt x="256867" y="159639"/>
                </a:cubicBezTo>
                <a:cubicBezTo>
                  <a:pt x="255634" y="157163"/>
                  <a:pt x="251934" y="155924"/>
                  <a:pt x="249468" y="157163"/>
                </a:cubicBezTo>
                <a:cubicBezTo>
                  <a:pt x="245769" y="159639"/>
                  <a:pt x="239603" y="160877"/>
                  <a:pt x="237137" y="159639"/>
                </a:cubicBezTo>
                <a:cubicBezTo>
                  <a:pt x="233438" y="145923"/>
                  <a:pt x="228505" y="138494"/>
                  <a:pt x="226039" y="133541"/>
                </a:cubicBezTo>
                <a:cubicBezTo>
                  <a:pt x="233438" y="128588"/>
                  <a:pt x="249468" y="122396"/>
                  <a:pt x="265499" y="127349"/>
                </a:cubicBezTo>
                <a:cubicBezTo>
                  <a:pt x="266732" y="127349"/>
                  <a:pt x="269198" y="127349"/>
                  <a:pt x="270431" y="126111"/>
                </a:cubicBezTo>
                <a:cubicBezTo>
                  <a:pt x="291204" y="115634"/>
                  <a:pt x="302018" y="93917"/>
                  <a:pt x="307235" y="79439"/>
                </a:cubicBezTo>
                <a:cubicBezTo>
                  <a:pt x="328387" y="107251"/>
                  <a:pt x="341098" y="141922"/>
                  <a:pt x="341098" y="179737"/>
                </a:cubicBezTo>
                <a:cubicBezTo>
                  <a:pt x="341098" y="270796"/>
                  <a:pt x="268154" y="344424"/>
                  <a:pt x="177948" y="34442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5" name="Graphic 240">
            <a:extLst>
              <a:ext uri="{FF2B5EF4-FFF2-40B4-BE49-F238E27FC236}">
                <a16:creationId xmlns:a16="http://schemas.microsoft.com/office/drawing/2014/main" id="{B5439FC0-1818-5027-4989-8071278A5EDB}"/>
              </a:ext>
            </a:extLst>
          </p:cNvPr>
          <p:cNvSpPr/>
          <p:nvPr/>
        </p:nvSpPr>
        <p:spPr>
          <a:xfrm>
            <a:off x="1316350" y="5522063"/>
            <a:ext cx="476884" cy="481168"/>
          </a:xfrm>
          <a:custGeom>
            <a:avLst/>
            <a:gdLst>
              <a:gd name="connsiteX0" fmla="*/ 178042 w 356084"/>
              <a:gd name="connsiteY0" fmla="*/ 0 h 359283"/>
              <a:gd name="connsiteX1" fmla="*/ 0 w 356084"/>
              <a:gd name="connsiteY1" fmla="*/ 179642 h 359283"/>
              <a:gd name="connsiteX2" fmla="*/ 178042 w 356084"/>
              <a:gd name="connsiteY2" fmla="*/ 359283 h 359283"/>
              <a:gd name="connsiteX3" fmla="*/ 356085 w 356084"/>
              <a:gd name="connsiteY3" fmla="*/ 179642 h 359283"/>
              <a:gd name="connsiteX4" fmla="*/ 178042 w 356084"/>
              <a:gd name="connsiteY4" fmla="*/ 0 h 359283"/>
              <a:gd name="connsiteX5" fmla="*/ 295757 w 356084"/>
              <a:gd name="connsiteY5" fmla="*/ 65627 h 359283"/>
              <a:gd name="connsiteX6" fmla="*/ 265593 w 356084"/>
              <a:gd name="connsiteY6" fmla="*/ 112300 h 359283"/>
              <a:gd name="connsiteX7" fmla="*/ 208775 w 356084"/>
              <a:gd name="connsiteY7" fmla="*/ 127254 h 359283"/>
              <a:gd name="connsiteX8" fmla="*/ 207542 w 356084"/>
              <a:gd name="connsiteY8" fmla="*/ 137160 h 359283"/>
              <a:gd name="connsiteX9" fmla="*/ 213708 w 356084"/>
              <a:gd name="connsiteY9" fmla="*/ 142113 h 359283"/>
              <a:gd name="connsiteX10" fmla="*/ 222340 w 356084"/>
              <a:gd name="connsiteY10" fmla="*/ 165735 h 359283"/>
              <a:gd name="connsiteX11" fmla="*/ 224806 w 356084"/>
              <a:gd name="connsiteY11" fmla="*/ 169450 h 359283"/>
              <a:gd name="connsiteX12" fmla="*/ 249468 w 356084"/>
              <a:gd name="connsiteY12" fmla="*/ 173165 h 359283"/>
              <a:gd name="connsiteX13" fmla="*/ 227272 w 356084"/>
              <a:gd name="connsiteY13" fmla="*/ 205454 h 359283"/>
              <a:gd name="connsiteX14" fmla="*/ 214941 w 356084"/>
              <a:gd name="connsiteY14" fmla="*/ 224123 h 359283"/>
              <a:gd name="connsiteX15" fmla="*/ 223573 w 356084"/>
              <a:gd name="connsiteY15" fmla="*/ 236506 h 359283"/>
              <a:gd name="connsiteX16" fmla="*/ 226039 w 356084"/>
              <a:gd name="connsiteY16" fmla="*/ 240221 h 359283"/>
              <a:gd name="connsiteX17" fmla="*/ 224806 w 356084"/>
              <a:gd name="connsiteY17" fmla="*/ 241459 h 359283"/>
              <a:gd name="connsiteX18" fmla="*/ 205076 w 356084"/>
              <a:gd name="connsiteY18" fmla="*/ 253841 h 359283"/>
              <a:gd name="connsiteX19" fmla="*/ 200144 w 356084"/>
              <a:gd name="connsiteY19" fmla="*/ 261271 h 359283"/>
              <a:gd name="connsiteX20" fmla="*/ 164383 w 356084"/>
              <a:gd name="connsiteY20" fmla="*/ 291084 h 359283"/>
              <a:gd name="connsiteX21" fmla="*/ 148353 w 356084"/>
              <a:gd name="connsiteY21" fmla="*/ 261271 h 359283"/>
              <a:gd name="connsiteX22" fmla="*/ 152052 w 356084"/>
              <a:gd name="connsiteY22" fmla="*/ 253841 h 359283"/>
              <a:gd name="connsiteX23" fmla="*/ 155752 w 356084"/>
              <a:gd name="connsiteY23" fmla="*/ 238887 h 359283"/>
              <a:gd name="connsiteX24" fmla="*/ 140954 w 356084"/>
              <a:gd name="connsiteY24" fmla="*/ 212789 h 359283"/>
              <a:gd name="connsiteX25" fmla="*/ 133556 w 356084"/>
              <a:gd name="connsiteY25" fmla="*/ 192881 h 359283"/>
              <a:gd name="connsiteX26" fmla="*/ 100261 w 356084"/>
              <a:gd name="connsiteY26" fmla="*/ 186690 h 359283"/>
              <a:gd name="connsiteX27" fmla="*/ 89164 w 356084"/>
              <a:gd name="connsiteY27" fmla="*/ 186690 h 359283"/>
              <a:gd name="connsiteX28" fmla="*/ 74366 w 356084"/>
              <a:gd name="connsiteY28" fmla="*/ 164306 h 359283"/>
              <a:gd name="connsiteX29" fmla="*/ 105194 w 356084"/>
              <a:gd name="connsiteY29" fmla="*/ 112109 h 359283"/>
              <a:gd name="connsiteX30" fmla="*/ 133556 w 356084"/>
              <a:gd name="connsiteY30" fmla="*/ 112109 h 359283"/>
              <a:gd name="connsiteX31" fmla="*/ 136022 w 356084"/>
              <a:gd name="connsiteY31" fmla="*/ 117062 h 359283"/>
              <a:gd name="connsiteX32" fmla="*/ 185346 w 356084"/>
              <a:gd name="connsiteY32" fmla="*/ 122015 h 359283"/>
              <a:gd name="connsiteX33" fmla="*/ 200144 w 356084"/>
              <a:gd name="connsiteY33" fmla="*/ 119539 h 359283"/>
              <a:gd name="connsiteX34" fmla="*/ 207542 w 356084"/>
              <a:gd name="connsiteY34" fmla="*/ 113347 h 359283"/>
              <a:gd name="connsiteX35" fmla="*/ 202610 w 356084"/>
              <a:gd name="connsiteY35" fmla="*/ 61151 h 359283"/>
              <a:gd name="connsiteX36" fmla="*/ 190279 w 356084"/>
              <a:gd name="connsiteY36" fmla="*/ 59912 h 359283"/>
              <a:gd name="connsiteX37" fmla="*/ 175481 w 356084"/>
              <a:gd name="connsiteY37" fmla="*/ 62389 h 359283"/>
              <a:gd name="connsiteX38" fmla="*/ 170549 w 356084"/>
              <a:gd name="connsiteY38" fmla="*/ 51245 h 359283"/>
              <a:gd name="connsiteX39" fmla="*/ 228695 w 356084"/>
              <a:gd name="connsiteY39" fmla="*/ 22955 h 359283"/>
              <a:gd name="connsiteX40" fmla="*/ 295757 w 356084"/>
              <a:gd name="connsiteY40" fmla="*/ 65532 h 359283"/>
              <a:gd name="connsiteX41" fmla="*/ 178042 w 356084"/>
              <a:gd name="connsiteY41" fmla="*/ 344234 h 359283"/>
              <a:gd name="connsiteX42" fmla="*/ 14892 w 356084"/>
              <a:gd name="connsiteY42" fmla="*/ 179546 h 359283"/>
              <a:gd name="connsiteX43" fmla="*/ 178042 w 356084"/>
              <a:gd name="connsiteY43" fmla="*/ 14859 h 359283"/>
              <a:gd name="connsiteX44" fmla="*/ 196634 w 356084"/>
              <a:gd name="connsiteY44" fmla="*/ 16002 h 359283"/>
              <a:gd name="connsiteX45" fmla="*/ 155752 w 356084"/>
              <a:gd name="connsiteY45" fmla="*/ 52578 h 359283"/>
              <a:gd name="connsiteX46" fmla="*/ 169316 w 356084"/>
              <a:gd name="connsiteY46" fmla="*/ 74962 h 359283"/>
              <a:gd name="connsiteX47" fmla="*/ 193978 w 356084"/>
              <a:gd name="connsiteY47" fmla="*/ 74962 h 359283"/>
              <a:gd name="connsiteX48" fmla="*/ 193978 w 356084"/>
              <a:gd name="connsiteY48" fmla="*/ 104775 h 359283"/>
              <a:gd name="connsiteX49" fmla="*/ 181647 w 356084"/>
              <a:gd name="connsiteY49" fmla="*/ 107251 h 359283"/>
              <a:gd name="connsiteX50" fmla="*/ 148353 w 356084"/>
              <a:gd name="connsiteY50" fmla="*/ 108490 h 359283"/>
              <a:gd name="connsiteX51" fmla="*/ 142187 w 356084"/>
              <a:gd name="connsiteY51" fmla="*/ 101060 h 359283"/>
              <a:gd name="connsiteX52" fmla="*/ 102728 w 356084"/>
              <a:gd name="connsiteY52" fmla="*/ 97346 h 359283"/>
              <a:gd name="connsiteX53" fmla="*/ 59569 w 356084"/>
              <a:gd name="connsiteY53" fmla="*/ 164497 h 359283"/>
              <a:gd name="connsiteX54" fmla="*/ 89164 w 356084"/>
              <a:gd name="connsiteY54" fmla="*/ 201740 h 359283"/>
              <a:gd name="connsiteX55" fmla="*/ 101495 w 356084"/>
              <a:gd name="connsiteY55" fmla="*/ 200501 h 359283"/>
              <a:gd name="connsiteX56" fmla="*/ 122457 w 356084"/>
              <a:gd name="connsiteY56" fmla="*/ 202978 h 359283"/>
              <a:gd name="connsiteX57" fmla="*/ 126157 w 356084"/>
              <a:gd name="connsiteY57" fmla="*/ 216694 h 359283"/>
              <a:gd name="connsiteX58" fmla="*/ 128623 w 356084"/>
              <a:gd name="connsiteY58" fmla="*/ 221647 h 359283"/>
              <a:gd name="connsiteX59" fmla="*/ 140954 w 356084"/>
              <a:gd name="connsiteY59" fmla="*/ 239078 h 359283"/>
              <a:gd name="connsiteX60" fmla="*/ 138488 w 356084"/>
              <a:gd name="connsiteY60" fmla="*/ 246507 h 359283"/>
              <a:gd name="connsiteX61" fmla="*/ 133556 w 356084"/>
              <a:gd name="connsiteY61" fmla="*/ 261461 h 359283"/>
              <a:gd name="connsiteX62" fmla="*/ 163150 w 356084"/>
              <a:gd name="connsiteY62" fmla="*/ 306229 h 359283"/>
              <a:gd name="connsiteX63" fmla="*/ 214941 w 356084"/>
              <a:gd name="connsiteY63" fmla="*/ 266510 h 359283"/>
              <a:gd name="connsiteX64" fmla="*/ 234671 w 356084"/>
              <a:gd name="connsiteY64" fmla="*/ 251555 h 359283"/>
              <a:gd name="connsiteX65" fmla="*/ 240836 w 356084"/>
              <a:gd name="connsiteY65" fmla="*/ 239173 h 359283"/>
              <a:gd name="connsiteX66" fmla="*/ 232204 w 356084"/>
              <a:gd name="connsiteY66" fmla="*/ 225457 h 359283"/>
              <a:gd name="connsiteX67" fmla="*/ 230971 w 356084"/>
              <a:gd name="connsiteY67" fmla="*/ 224219 h 359283"/>
              <a:gd name="connsiteX68" fmla="*/ 238370 w 356084"/>
              <a:gd name="connsiteY68" fmla="*/ 215551 h 359283"/>
              <a:gd name="connsiteX69" fmla="*/ 256867 w 356084"/>
              <a:gd name="connsiteY69" fmla="*/ 159639 h 359283"/>
              <a:gd name="connsiteX70" fmla="*/ 249468 w 356084"/>
              <a:gd name="connsiteY70" fmla="*/ 157163 h 359283"/>
              <a:gd name="connsiteX71" fmla="*/ 237137 w 356084"/>
              <a:gd name="connsiteY71" fmla="*/ 159639 h 359283"/>
              <a:gd name="connsiteX72" fmla="*/ 226039 w 356084"/>
              <a:gd name="connsiteY72" fmla="*/ 133541 h 359283"/>
              <a:gd name="connsiteX73" fmla="*/ 265499 w 356084"/>
              <a:gd name="connsiteY73" fmla="*/ 127349 h 359283"/>
              <a:gd name="connsiteX74" fmla="*/ 270431 w 356084"/>
              <a:gd name="connsiteY74" fmla="*/ 126111 h 359283"/>
              <a:gd name="connsiteX75" fmla="*/ 307235 w 356084"/>
              <a:gd name="connsiteY75" fmla="*/ 79439 h 359283"/>
              <a:gd name="connsiteX76" fmla="*/ 341098 w 356084"/>
              <a:gd name="connsiteY76" fmla="*/ 179737 h 359283"/>
              <a:gd name="connsiteX77" fmla="*/ 177948 w 356084"/>
              <a:gd name="connsiteY77" fmla="*/ 344424 h 35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56084" h="359283">
                <a:moveTo>
                  <a:pt x="178042" y="0"/>
                </a:moveTo>
                <a:cubicBezTo>
                  <a:pt x="80342" y="0"/>
                  <a:pt x="0" y="79820"/>
                  <a:pt x="0" y="179642"/>
                </a:cubicBezTo>
                <a:cubicBezTo>
                  <a:pt x="0" y="279464"/>
                  <a:pt x="80342" y="359283"/>
                  <a:pt x="178042" y="359283"/>
                </a:cubicBezTo>
                <a:cubicBezTo>
                  <a:pt x="275743" y="359283"/>
                  <a:pt x="356085" y="278225"/>
                  <a:pt x="356085" y="179642"/>
                </a:cubicBezTo>
                <a:cubicBezTo>
                  <a:pt x="356085" y="81058"/>
                  <a:pt x="276976" y="0"/>
                  <a:pt x="178042" y="0"/>
                </a:cubicBezTo>
                <a:close/>
                <a:moveTo>
                  <a:pt x="295757" y="65627"/>
                </a:moveTo>
                <a:cubicBezTo>
                  <a:pt x="293576" y="74390"/>
                  <a:pt x="285892" y="100013"/>
                  <a:pt x="265593" y="112300"/>
                </a:cubicBezTo>
                <a:cubicBezTo>
                  <a:pt x="239698" y="106109"/>
                  <a:pt x="215036" y="120968"/>
                  <a:pt x="208775" y="127254"/>
                </a:cubicBezTo>
                <a:cubicBezTo>
                  <a:pt x="205076" y="132207"/>
                  <a:pt x="206309" y="135922"/>
                  <a:pt x="207542" y="137160"/>
                </a:cubicBezTo>
                <a:cubicBezTo>
                  <a:pt x="208775" y="139637"/>
                  <a:pt x="211242" y="140875"/>
                  <a:pt x="213708" y="142113"/>
                </a:cubicBezTo>
                <a:cubicBezTo>
                  <a:pt x="216174" y="144590"/>
                  <a:pt x="219873" y="155829"/>
                  <a:pt x="222340" y="165735"/>
                </a:cubicBezTo>
                <a:cubicBezTo>
                  <a:pt x="223573" y="166973"/>
                  <a:pt x="223573" y="168212"/>
                  <a:pt x="224806" y="169450"/>
                </a:cubicBezTo>
                <a:cubicBezTo>
                  <a:pt x="232204" y="176879"/>
                  <a:pt x="242069" y="175641"/>
                  <a:pt x="249468" y="173165"/>
                </a:cubicBezTo>
                <a:cubicBezTo>
                  <a:pt x="249468" y="181832"/>
                  <a:pt x="238370" y="194310"/>
                  <a:pt x="227272" y="205454"/>
                </a:cubicBezTo>
                <a:cubicBezTo>
                  <a:pt x="219873" y="214122"/>
                  <a:pt x="214941" y="219170"/>
                  <a:pt x="214941" y="224123"/>
                </a:cubicBezTo>
                <a:cubicBezTo>
                  <a:pt x="214941" y="230315"/>
                  <a:pt x="219873" y="234029"/>
                  <a:pt x="223573" y="236506"/>
                </a:cubicBezTo>
                <a:cubicBezTo>
                  <a:pt x="223573" y="237744"/>
                  <a:pt x="224806" y="238982"/>
                  <a:pt x="226039" y="240221"/>
                </a:cubicBezTo>
                <a:cubicBezTo>
                  <a:pt x="226039" y="240221"/>
                  <a:pt x="224806" y="240221"/>
                  <a:pt x="224806" y="241459"/>
                </a:cubicBezTo>
                <a:cubicBezTo>
                  <a:pt x="214941" y="250126"/>
                  <a:pt x="205076" y="253841"/>
                  <a:pt x="205076" y="253841"/>
                </a:cubicBezTo>
                <a:cubicBezTo>
                  <a:pt x="202610" y="255080"/>
                  <a:pt x="200144" y="257556"/>
                  <a:pt x="200144" y="261271"/>
                </a:cubicBezTo>
                <a:cubicBezTo>
                  <a:pt x="200144" y="281178"/>
                  <a:pt x="187812" y="291084"/>
                  <a:pt x="164383" y="291084"/>
                </a:cubicBezTo>
                <a:cubicBezTo>
                  <a:pt x="159451" y="287369"/>
                  <a:pt x="148353" y="266224"/>
                  <a:pt x="148353" y="261271"/>
                </a:cubicBezTo>
                <a:cubicBezTo>
                  <a:pt x="148353" y="258794"/>
                  <a:pt x="149586" y="256318"/>
                  <a:pt x="152052" y="253841"/>
                </a:cubicBezTo>
                <a:cubicBezTo>
                  <a:pt x="153285" y="248888"/>
                  <a:pt x="155752" y="243935"/>
                  <a:pt x="155752" y="238887"/>
                </a:cubicBezTo>
                <a:cubicBezTo>
                  <a:pt x="155752" y="230219"/>
                  <a:pt x="147120" y="218980"/>
                  <a:pt x="140954" y="212789"/>
                </a:cubicBezTo>
                <a:cubicBezTo>
                  <a:pt x="140954" y="204121"/>
                  <a:pt x="138488" y="196596"/>
                  <a:pt x="133556" y="192881"/>
                </a:cubicBezTo>
                <a:cubicBezTo>
                  <a:pt x="124924" y="184214"/>
                  <a:pt x="112593" y="185452"/>
                  <a:pt x="100261" y="186690"/>
                </a:cubicBezTo>
                <a:lnTo>
                  <a:pt x="89164" y="186690"/>
                </a:lnTo>
                <a:cubicBezTo>
                  <a:pt x="74366" y="186690"/>
                  <a:pt x="74366" y="165545"/>
                  <a:pt x="74366" y="164306"/>
                </a:cubicBezTo>
                <a:cubicBezTo>
                  <a:pt x="74366" y="163068"/>
                  <a:pt x="75599" y="118301"/>
                  <a:pt x="105194" y="112109"/>
                </a:cubicBezTo>
                <a:cubicBezTo>
                  <a:pt x="126157" y="107156"/>
                  <a:pt x="133556" y="110871"/>
                  <a:pt x="133556" y="112109"/>
                </a:cubicBezTo>
                <a:cubicBezTo>
                  <a:pt x="133556" y="114586"/>
                  <a:pt x="134789" y="115824"/>
                  <a:pt x="136022" y="117062"/>
                </a:cubicBezTo>
                <a:cubicBezTo>
                  <a:pt x="149586" y="130778"/>
                  <a:pt x="169316" y="125730"/>
                  <a:pt x="185346" y="122015"/>
                </a:cubicBezTo>
                <a:cubicBezTo>
                  <a:pt x="191512" y="120777"/>
                  <a:pt x="196444" y="119539"/>
                  <a:pt x="200144" y="119539"/>
                </a:cubicBezTo>
                <a:cubicBezTo>
                  <a:pt x="203843" y="119539"/>
                  <a:pt x="207542" y="117062"/>
                  <a:pt x="207542" y="113347"/>
                </a:cubicBezTo>
                <a:cubicBezTo>
                  <a:pt x="210008" y="93440"/>
                  <a:pt x="212475" y="68580"/>
                  <a:pt x="202610" y="61151"/>
                </a:cubicBezTo>
                <a:cubicBezTo>
                  <a:pt x="198910" y="58674"/>
                  <a:pt x="193978" y="58674"/>
                  <a:pt x="190279" y="59912"/>
                </a:cubicBezTo>
                <a:cubicBezTo>
                  <a:pt x="184113" y="63627"/>
                  <a:pt x="179181" y="63627"/>
                  <a:pt x="175481" y="62389"/>
                </a:cubicBezTo>
                <a:cubicBezTo>
                  <a:pt x="171782" y="59912"/>
                  <a:pt x="170549" y="54959"/>
                  <a:pt x="170549" y="51245"/>
                </a:cubicBezTo>
                <a:cubicBezTo>
                  <a:pt x="169316" y="41434"/>
                  <a:pt x="200618" y="29242"/>
                  <a:pt x="228695" y="22955"/>
                </a:cubicBezTo>
                <a:cubicBezTo>
                  <a:pt x="254495" y="31433"/>
                  <a:pt x="277450" y="46196"/>
                  <a:pt x="295757" y="65532"/>
                </a:cubicBezTo>
                <a:close/>
                <a:moveTo>
                  <a:pt x="178042" y="344234"/>
                </a:moveTo>
                <a:cubicBezTo>
                  <a:pt x="87835" y="344234"/>
                  <a:pt x="14892" y="270605"/>
                  <a:pt x="14892" y="179546"/>
                </a:cubicBezTo>
                <a:cubicBezTo>
                  <a:pt x="14892" y="88487"/>
                  <a:pt x="87835" y="14859"/>
                  <a:pt x="178042" y="14859"/>
                </a:cubicBezTo>
                <a:cubicBezTo>
                  <a:pt x="184303" y="14859"/>
                  <a:pt x="190563" y="15335"/>
                  <a:pt x="196634" y="16002"/>
                </a:cubicBezTo>
                <a:cubicBezTo>
                  <a:pt x="176430" y="23146"/>
                  <a:pt x="154234" y="35052"/>
                  <a:pt x="155752" y="52578"/>
                </a:cubicBezTo>
                <a:cubicBezTo>
                  <a:pt x="156985" y="62484"/>
                  <a:pt x="161917" y="71247"/>
                  <a:pt x="169316" y="74962"/>
                </a:cubicBezTo>
                <a:cubicBezTo>
                  <a:pt x="175481" y="78676"/>
                  <a:pt x="185346" y="78676"/>
                  <a:pt x="193978" y="74962"/>
                </a:cubicBezTo>
                <a:cubicBezTo>
                  <a:pt x="195211" y="79915"/>
                  <a:pt x="195211" y="92393"/>
                  <a:pt x="193978" y="104775"/>
                </a:cubicBezTo>
                <a:cubicBezTo>
                  <a:pt x="190279" y="106013"/>
                  <a:pt x="186579" y="107251"/>
                  <a:pt x="181647" y="107251"/>
                </a:cubicBezTo>
                <a:cubicBezTo>
                  <a:pt x="169316" y="110966"/>
                  <a:pt x="155752" y="113443"/>
                  <a:pt x="148353" y="108490"/>
                </a:cubicBezTo>
                <a:cubicBezTo>
                  <a:pt x="147120" y="106013"/>
                  <a:pt x="145887" y="103537"/>
                  <a:pt x="142187" y="101060"/>
                </a:cubicBezTo>
                <a:cubicBezTo>
                  <a:pt x="134789" y="94869"/>
                  <a:pt x="122457" y="93631"/>
                  <a:pt x="102728" y="97346"/>
                </a:cubicBezTo>
                <a:cubicBezTo>
                  <a:pt x="60802" y="106013"/>
                  <a:pt x="59569" y="161925"/>
                  <a:pt x="59569" y="164497"/>
                </a:cubicBezTo>
                <a:cubicBezTo>
                  <a:pt x="59569" y="176879"/>
                  <a:pt x="65734" y="201740"/>
                  <a:pt x="89164" y="201740"/>
                </a:cubicBezTo>
                <a:cubicBezTo>
                  <a:pt x="92863" y="201740"/>
                  <a:pt x="97795" y="201740"/>
                  <a:pt x="101495" y="200501"/>
                </a:cubicBezTo>
                <a:cubicBezTo>
                  <a:pt x="110126" y="200501"/>
                  <a:pt x="118758" y="200501"/>
                  <a:pt x="122457" y="202978"/>
                </a:cubicBezTo>
                <a:cubicBezTo>
                  <a:pt x="124924" y="205454"/>
                  <a:pt x="126157" y="210407"/>
                  <a:pt x="126157" y="216694"/>
                </a:cubicBezTo>
                <a:cubicBezTo>
                  <a:pt x="126157" y="217932"/>
                  <a:pt x="127390" y="220409"/>
                  <a:pt x="128623" y="221647"/>
                </a:cubicBezTo>
                <a:cubicBezTo>
                  <a:pt x="134789" y="227838"/>
                  <a:pt x="140954" y="236601"/>
                  <a:pt x="140954" y="239078"/>
                </a:cubicBezTo>
                <a:cubicBezTo>
                  <a:pt x="140954" y="240316"/>
                  <a:pt x="139721" y="244030"/>
                  <a:pt x="138488" y="246507"/>
                </a:cubicBezTo>
                <a:cubicBezTo>
                  <a:pt x="136022" y="251460"/>
                  <a:pt x="133556" y="255175"/>
                  <a:pt x="133556" y="261461"/>
                </a:cubicBezTo>
                <a:cubicBezTo>
                  <a:pt x="133556" y="268891"/>
                  <a:pt x="149586" y="306229"/>
                  <a:pt x="163150" y="306229"/>
                </a:cubicBezTo>
                <a:cubicBezTo>
                  <a:pt x="193978" y="306229"/>
                  <a:pt x="212475" y="291274"/>
                  <a:pt x="214941" y="266510"/>
                </a:cubicBezTo>
                <a:cubicBezTo>
                  <a:pt x="219873" y="264033"/>
                  <a:pt x="227272" y="259080"/>
                  <a:pt x="234671" y="251555"/>
                </a:cubicBezTo>
                <a:cubicBezTo>
                  <a:pt x="239603" y="247841"/>
                  <a:pt x="240836" y="244126"/>
                  <a:pt x="240836" y="239173"/>
                </a:cubicBezTo>
                <a:cubicBezTo>
                  <a:pt x="240836" y="232982"/>
                  <a:pt x="235904" y="229267"/>
                  <a:pt x="232204" y="225457"/>
                </a:cubicBezTo>
                <a:lnTo>
                  <a:pt x="230971" y="224219"/>
                </a:lnTo>
                <a:cubicBezTo>
                  <a:pt x="232204" y="221742"/>
                  <a:pt x="235904" y="219266"/>
                  <a:pt x="238370" y="215551"/>
                </a:cubicBezTo>
                <a:cubicBezTo>
                  <a:pt x="251934" y="201835"/>
                  <a:pt x="275363" y="177070"/>
                  <a:pt x="256867" y="159639"/>
                </a:cubicBezTo>
                <a:cubicBezTo>
                  <a:pt x="255634" y="157163"/>
                  <a:pt x="251934" y="155924"/>
                  <a:pt x="249468" y="157163"/>
                </a:cubicBezTo>
                <a:cubicBezTo>
                  <a:pt x="245769" y="159639"/>
                  <a:pt x="239603" y="160877"/>
                  <a:pt x="237137" y="159639"/>
                </a:cubicBezTo>
                <a:cubicBezTo>
                  <a:pt x="233438" y="145923"/>
                  <a:pt x="228505" y="138494"/>
                  <a:pt x="226039" y="133541"/>
                </a:cubicBezTo>
                <a:cubicBezTo>
                  <a:pt x="233438" y="128588"/>
                  <a:pt x="249468" y="122396"/>
                  <a:pt x="265499" y="127349"/>
                </a:cubicBezTo>
                <a:cubicBezTo>
                  <a:pt x="266732" y="127349"/>
                  <a:pt x="269198" y="127349"/>
                  <a:pt x="270431" y="126111"/>
                </a:cubicBezTo>
                <a:cubicBezTo>
                  <a:pt x="291204" y="115634"/>
                  <a:pt x="302018" y="93917"/>
                  <a:pt x="307235" y="79439"/>
                </a:cubicBezTo>
                <a:cubicBezTo>
                  <a:pt x="328387" y="107251"/>
                  <a:pt x="341098" y="141922"/>
                  <a:pt x="341098" y="179737"/>
                </a:cubicBezTo>
                <a:cubicBezTo>
                  <a:pt x="341098" y="270796"/>
                  <a:pt x="268154" y="344424"/>
                  <a:pt x="177948" y="34442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8" name="Graphic 246">
            <a:extLst>
              <a:ext uri="{FF2B5EF4-FFF2-40B4-BE49-F238E27FC236}">
                <a16:creationId xmlns:a16="http://schemas.microsoft.com/office/drawing/2014/main" id="{977DA51A-6232-02FD-C064-9D0B73FA52CA}"/>
              </a:ext>
            </a:extLst>
          </p:cNvPr>
          <p:cNvSpPr/>
          <p:nvPr/>
        </p:nvSpPr>
        <p:spPr>
          <a:xfrm>
            <a:off x="2202544" y="4886321"/>
            <a:ext cx="464656" cy="459740"/>
          </a:xfrm>
          <a:custGeom>
            <a:avLst/>
            <a:gdLst>
              <a:gd name="connsiteX0" fmla="*/ 327913 w 348780"/>
              <a:gd name="connsiteY0" fmla="*/ 182499 h 345090"/>
              <a:gd name="connsiteX1" fmla="*/ 314538 w 348780"/>
              <a:gd name="connsiteY1" fmla="*/ 237553 h 345090"/>
              <a:gd name="connsiteX2" fmla="*/ 313305 w 348780"/>
              <a:gd name="connsiteY2" fmla="*/ 238792 h 345090"/>
              <a:gd name="connsiteX3" fmla="*/ 268249 w 348780"/>
              <a:gd name="connsiteY3" fmla="*/ 238792 h 345090"/>
              <a:gd name="connsiteX4" fmla="*/ 269482 w 348780"/>
              <a:gd name="connsiteY4" fmla="*/ 248603 h 345090"/>
              <a:gd name="connsiteX5" fmla="*/ 269482 w 348780"/>
              <a:gd name="connsiteY5" fmla="*/ 253460 h 345090"/>
              <a:gd name="connsiteX6" fmla="*/ 306002 w 348780"/>
              <a:gd name="connsiteY6" fmla="*/ 253460 h 345090"/>
              <a:gd name="connsiteX7" fmla="*/ 303535 w 348780"/>
              <a:gd name="connsiteY7" fmla="*/ 255937 h 345090"/>
              <a:gd name="connsiteX8" fmla="*/ 198721 w 348780"/>
              <a:gd name="connsiteY8" fmla="*/ 328136 h 345090"/>
              <a:gd name="connsiteX9" fmla="*/ 195021 w 348780"/>
              <a:gd name="connsiteY9" fmla="*/ 328136 h 345090"/>
              <a:gd name="connsiteX10" fmla="*/ 196255 w 348780"/>
              <a:gd name="connsiteY10" fmla="*/ 325660 h 345090"/>
              <a:gd name="connsiteX11" fmla="*/ 218166 w 348780"/>
              <a:gd name="connsiteY11" fmla="*/ 290132 h 345090"/>
              <a:gd name="connsiteX12" fmla="*/ 203558 w 348780"/>
              <a:gd name="connsiteY12" fmla="*/ 284036 h 345090"/>
              <a:gd name="connsiteX13" fmla="*/ 175481 w 348780"/>
              <a:gd name="connsiteY13" fmla="*/ 329279 h 345090"/>
              <a:gd name="connsiteX14" fmla="*/ 174248 w 348780"/>
              <a:gd name="connsiteY14" fmla="*/ 330518 h 345090"/>
              <a:gd name="connsiteX15" fmla="*/ 168178 w 348780"/>
              <a:gd name="connsiteY15" fmla="*/ 330518 h 345090"/>
              <a:gd name="connsiteX16" fmla="*/ 168178 w 348780"/>
              <a:gd name="connsiteY16" fmla="*/ 329279 h 345090"/>
              <a:gd name="connsiteX17" fmla="*/ 125493 w 348780"/>
              <a:gd name="connsiteY17" fmla="*/ 255841 h 345090"/>
              <a:gd name="connsiteX18" fmla="*/ 125493 w 348780"/>
              <a:gd name="connsiteY18" fmla="*/ 253365 h 345090"/>
              <a:gd name="connsiteX19" fmla="*/ 185251 w 348780"/>
              <a:gd name="connsiteY19" fmla="*/ 253365 h 345090"/>
              <a:gd name="connsiteX20" fmla="*/ 185251 w 348780"/>
              <a:gd name="connsiteY20" fmla="*/ 248507 h 345090"/>
              <a:gd name="connsiteX21" fmla="*/ 186485 w 348780"/>
              <a:gd name="connsiteY21" fmla="*/ 238697 h 345090"/>
              <a:gd name="connsiteX22" fmla="*/ 119422 w 348780"/>
              <a:gd name="connsiteY22" fmla="*/ 238697 h 345090"/>
              <a:gd name="connsiteX23" fmla="*/ 119422 w 348780"/>
              <a:gd name="connsiteY23" fmla="*/ 237458 h 345090"/>
              <a:gd name="connsiteX24" fmla="*/ 113351 w 348780"/>
              <a:gd name="connsiteY24" fmla="*/ 212979 h 345090"/>
              <a:gd name="connsiteX25" fmla="*/ 101210 w 348780"/>
              <a:gd name="connsiteY25" fmla="*/ 214217 h 345090"/>
              <a:gd name="connsiteX26" fmla="*/ 97511 w 348780"/>
              <a:gd name="connsiteY26" fmla="*/ 214217 h 345090"/>
              <a:gd name="connsiteX27" fmla="*/ 103581 w 348780"/>
              <a:gd name="connsiteY27" fmla="*/ 236220 h 345090"/>
              <a:gd name="connsiteX28" fmla="*/ 103581 w 348780"/>
              <a:gd name="connsiteY28" fmla="*/ 238697 h 345090"/>
              <a:gd name="connsiteX29" fmla="*/ 30448 w 348780"/>
              <a:gd name="connsiteY29" fmla="*/ 238697 h 345090"/>
              <a:gd name="connsiteX30" fmla="*/ 29215 w 348780"/>
              <a:gd name="connsiteY30" fmla="*/ 237458 h 345090"/>
              <a:gd name="connsiteX31" fmla="*/ 14608 w 348780"/>
              <a:gd name="connsiteY31" fmla="*/ 182404 h 345090"/>
              <a:gd name="connsiteX32" fmla="*/ 14608 w 348780"/>
              <a:gd name="connsiteY32" fmla="*/ 179927 h 345090"/>
              <a:gd name="connsiteX33" fmla="*/ 59664 w 348780"/>
              <a:gd name="connsiteY33" fmla="*/ 179927 h 345090"/>
              <a:gd name="connsiteX34" fmla="*/ 58431 w 348780"/>
              <a:gd name="connsiteY34" fmla="*/ 172593 h 345090"/>
              <a:gd name="connsiteX35" fmla="*/ 59664 w 348780"/>
              <a:gd name="connsiteY35" fmla="*/ 165259 h 345090"/>
              <a:gd name="connsiteX36" fmla="*/ 14608 w 348780"/>
              <a:gd name="connsiteY36" fmla="*/ 165259 h 345090"/>
              <a:gd name="connsiteX37" fmla="*/ 14608 w 348780"/>
              <a:gd name="connsiteY37" fmla="*/ 164020 h 345090"/>
              <a:gd name="connsiteX38" fmla="*/ 36519 w 348780"/>
              <a:gd name="connsiteY38" fmla="*/ 89345 h 345090"/>
              <a:gd name="connsiteX39" fmla="*/ 36519 w 348780"/>
              <a:gd name="connsiteY39" fmla="*/ 88106 h 345090"/>
              <a:gd name="connsiteX40" fmla="*/ 105953 w 348780"/>
              <a:gd name="connsiteY40" fmla="*/ 88106 h 345090"/>
              <a:gd name="connsiteX41" fmla="*/ 104720 w 348780"/>
              <a:gd name="connsiteY41" fmla="*/ 90583 h 345090"/>
              <a:gd name="connsiteX42" fmla="*/ 94950 w 348780"/>
              <a:gd name="connsiteY42" fmla="*/ 130969 h 345090"/>
              <a:gd name="connsiteX43" fmla="*/ 109557 w 348780"/>
              <a:gd name="connsiteY43" fmla="*/ 130969 h 345090"/>
              <a:gd name="connsiteX44" fmla="*/ 121699 w 348780"/>
              <a:gd name="connsiteY44" fmla="*/ 89345 h 345090"/>
              <a:gd name="connsiteX45" fmla="*/ 121699 w 348780"/>
              <a:gd name="connsiteY45" fmla="*/ 88106 h 345090"/>
              <a:gd name="connsiteX46" fmla="*/ 220442 w 348780"/>
              <a:gd name="connsiteY46" fmla="*/ 88106 h 345090"/>
              <a:gd name="connsiteX47" fmla="*/ 221676 w 348780"/>
              <a:gd name="connsiteY47" fmla="*/ 89345 h 345090"/>
              <a:gd name="connsiteX48" fmla="*/ 235050 w 348780"/>
              <a:gd name="connsiteY48" fmla="*/ 164020 h 345090"/>
              <a:gd name="connsiteX49" fmla="*/ 235050 w 348780"/>
              <a:gd name="connsiteY49" fmla="*/ 165259 h 345090"/>
              <a:gd name="connsiteX50" fmla="*/ 142377 w 348780"/>
              <a:gd name="connsiteY50" fmla="*/ 165259 h 345090"/>
              <a:gd name="connsiteX51" fmla="*/ 142377 w 348780"/>
              <a:gd name="connsiteY51" fmla="*/ 179927 h 345090"/>
              <a:gd name="connsiteX52" fmla="*/ 235050 w 348780"/>
              <a:gd name="connsiteY52" fmla="*/ 179927 h 345090"/>
              <a:gd name="connsiteX53" fmla="*/ 235050 w 348780"/>
              <a:gd name="connsiteY53" fmla="*/ 182404 h 345090"/>
              <a:gd name="connsiteX54" fmla="*/ 231351 w 348780"/>
              <a:gd name="connsiteY54" fmla="*/ 206883 h 345090"/>
              <a:gd name="connsiteX55" fmla="*/ 245958 w 348780"/>
              <a:gd name="connsiteY55" fmla="*/ 210598 h 345090"/>
              <a:gd name="connsiteX56" fmla="*/ 249658 w 348780"/>
              <a:gd name="connsiteY56" fmla="*/ 182404 h 345090"/>
              <a:gd name="connsiteX57" fmla="*/ 249658 w 348780"/>
              <a:gd name="connsiteY57" fmla="*/ 179927 h 345090"/>
              <a:gd name="connsiteX58" fmla="*/ 327628 w 348780"/>
              <a:gd name="connsiteY58" fmla="*/ 179927 h 345090"/>
              <a:gd name="connsiteX59" fmla="*/ 327628 w 348780"/>
              <a:gd name="connsiteY59" fmla="*/ 182404 h 345090"/>
              <a:gd name="connsiteX60" fmla="*/ 145128 w 348780"/>
              <a:gd name="connsiteY60" fmla="*/ 328136 h 345090"/>
              <a:gd name="connsiteX61" fmla="*/ 39080 w 348780"/>
              <a:gd name="connsiteY61" fmla="*/ 255937 h 345090"/>
              <a:gd name="connsiteX62" fmla="*/ 37847 w 348780"/>
              <a:gd name="connsiteY62" fmla="*/ 253460 h 345090"/>
              <a:gd name="connsiteX63" fmla="*/ 109747 w 348780"/>
              <a:gd name="connsiteY63" fmla="*/ 253460 h 345090"/>
              <a:gd name="connsiteX64" fmla="*/ 109747 w 348780"/>
              <a:gd name="connsiteY64" fmla="*/ 254699 h 345090"/>
              <a:gd name="connsiteX65" fmla="*/ 146266 w 348780"/>
              <a:gd name="connsiteY65" fmla="*/ 325660 h 345090"/>
              <a:gd name="connsiteX66" fmla="*/ 148732 w 348780"/>
              <a:gd name="connsiteY66" fmla="*/ 328136 h 345090"/>
              <a:gd name="connsiteX67" fmla="*/ 145033 w 348780"/>
              <a:gd name="connsiteY67" fmla="*/ 328136 h 345090"/>
              <a:gd name="connsiteX68" fmla="*/ 50083 w 348780"/>
              <a:gd name="connsiteY68" fmla="*/ 71152 h 345090"/>
              <a:gd name="connsiteX69" fmla="*/ 142756 w 348780"/>
              <a:gd name="connsiteY69" fmla="*/ 18574 h 345090"/>
              <a:gd name="connsiteX70" fmla="*/ 146456 w 348780"/>
              <a:gd name="connsiteY70" fmla="*/ 17335 h 345090"/>
              <a:gd name="connsiteX71" fmla="*/ 143990 w 348780"/>
              <a:gd name="connsiteY71" fmla="*/ 21050 h 345090"/>
              <a:gd name="connsiteX72" fmla="*/ 112308 w 348780"/>
              <a:gd name="connsiteY72" fmla="*/ 72485 h 345090"/>
              <a:gd name="connsiteX73" fmla="*/ 112308 w 348780"/>
              <a:gd name="connsiteY73" fmla="*/ 73724 h 345090"/>
              <a:gd name="connsiteX74" fmla="*/ 47712 w 348780"/>
              <a:gd name="connsiteY74" fmla="*/ 73724 h 345090"/>
              <a:gd name="connsiteX75" fmla="*/ 50178 w 348780"/>
              <a:gd name="connsiteY75" fmla="*/ 71247 h 345090"/>
              <a:gd name="connsiteX76" fmla="*/ 167039 w 348780"/>
              <a:gd name="connsiteY76" fmla="*/ 16097 h 345090"/>
              <a:gd name="connsiteX77" fmla="*/ 169506 w 348780"/>
              <a:gd name="connsiteY77" fmla="*/ 16097 h 345090"/>
              <a:gd name="connsiteX78" fmla="*/ 173205 w 348780"/>
              <a:gd name="connsiteY78" fmla="*/ 16097 h 345090"/>
              <a:gd name="connsiteX79" fmla="*/ 175671 w 348780"/>
              <a:gd name="connsiteY79" fmla="*/ 16097 h 345090"/>
              <a:gd name="connsiteX80" fmla="*/ 213423 w 348780"/>
              <a:gd name="connsiteY80" fmla="*/ 71152 h 345090"/>
              <a:gd name="connsiteX81" fmla="*/ 214656 w 348780"/>
              <a:gd name="connsiteY81" fmla="*/ 73628 h 345090"/>
              <a:gd name="connsiteX82" fmla="*/ 128149 w 348780"/>
              <a:gd name="connsiteY82" fmla="*/ 73628 h 345090"/>
              <a:gd name="connsiteX83" fmla="*/ 129382 w 348780"/>
              <a:gd name="connsiteY83" fmla="*/ 71152 h 345090"/>
              <a:gd name="connsiteX84" fmla="*/ 167134 w 348780"/>
              <a:gd name="connsiteY84" fmla="*/ 16097 h 345090"/>
              <a:gd name="connsiteX85" fmla="*/ 323075 w 348780"/>
              <a:gd name="connsiteY85" fmla="*/ 131064 h 345090"/>
              <a:gd name="connsiteX86" fmla="*/ 327913 w 348780"/>
              <a:gd name="connsiteY86" fmla="*/ 164116 h 345090"/>
              <a:gd name="connsiteX87" fmla="*/ 327913 w 348780"/>
              <a:gd name="connsiteY87" fmla="*/ 165354 h 345090"/>
              <a:gd name="connsiteX88" fmla="*/ 249942 w 348780"/>
              <a:gd name="connsiteY88" fmla="*/ 165354 h 345090"/>
              <a:gd name="connsiteX89" fmla="*/ 249942 w 348780"/>
              <a:gd name="connsiteY89" fmla="*/ 164116 h 345090"/>
              <a:gd name="connsiteX90" fmla="*/ 237801 w 348780"/>
              <a:gd name="connsiteY90" fmla="*/ 90678 h 345090"/>
              <a:gd name="connsiteX91" fmla="*/ 237801 w 348780"/>
              <a:gd name="connsiteY91" fmla="*/ 88201 h 345090"/>
              <a:gd name="connsiteX92" fmla="*/ 253642 w 348780"/>
              <a:gd name="connsiteY92" fmla="*/ 88201 h 345090"/>
              <a:gd name="connsiteX93" fmla="*/ 253642 w 348780"/>
              <a:gd name="connsiteY93" fmla="*/ 73533 h 345090"/>
              <a:gd name="connsiteX94" fmla="*/ 231730 w 348780"/>
              <a:gd name="connsiteY94" fmla="*/ 73533 h 345090"/>
              <a:gd name="connsiteX95" fmla="*/ 230497 w 348780"/>
              <a:gd name="connsiteY95" fmla="*/ 72295 h 345090"/>
              <a:gd name="connsiteX96" fmla="*/ 200049 w 348780"/>
              <a:gd name="connsiteY96" fmla="*/ 20860 h 345090"/>
              <a:gd name="connsiteX97" fmla="*/ 196349 w 348780"/>
              <a:gd name="connsiteY97" fmla="*/ 17145 h 345090"/>
              <a:gd name="connsiteX98" fmla="*/ 201187 w 348780"/>
              <a:gd name="connsiteY98" fmla="*/ 18383 h 345090"/>
              <a:gd name="connsiteX99" fmla="*/ 264550 w 348780"/>
              <a:gd name="connsiteY99" fmla="*/ 46577 h 345090"/>
              <a:gd name="connsiteX100" fmla="*/ 276691 w 348780"/>
              <a:gd name="connsiteY100" fmla="*/ 35528 h 345090"/>
              <a:gd name="connsiteX101" fmla="*/ 171877 w 348780"/>
              <a:gd name="connsiteY101" fmla="*/ 0 h 345090"/>
              <a:gd name="connsiteX102" fmla="*/ 164573 w 348780"/>
              <a:gd name="connsiteY102" fmla="*/ 0 h 345090"/>
              <a:gd name="connsiteX103" fmla="*/ 0 w 348780"/>
              <a:gd name="connsiteY103" fmla="*/ 168878 h 345090"/>
              <a:gd name="connsiteX104" fmla="*/ 162107 w 348780"/>
              <a:gd name="connsiteY104" fmla="*/ 345091 h 345090"/>
              <a:gd name="connsiteX105" fmla="*/ 180414 w 348780"/>
              <a:gd name="connsiteY105" fmla="*/ 345091 h 345090"/>
              <a:gd name="connsiteX106" fmla="*/ 343754 w 348780"/>
              <a:gd name="connsiteY106" fmla="*/ 172498 h 345090"/>
              <a:gd name="connsiteX107" fmla="*/ 336450 w 348780"/>
              <a:gd name="connsiteY107" fmla="*/ 124778 h 345090"/>
              <a:gd name="connsiteX108" fmla="*/ 323075 w 348780"/>
              <a:gd name="connsiteY108" fmla="*/ 130874 h 345090"/>
              <a:gd name="connsiteX109" fmla="*/ 101495 w 348780"/>
              <a:gd name="connsiteY109" fmla="*/ 188214 h 345090"/>
              <a:gd name="connsiteX110" fmla="*/ 85654 w 348780"/>
              <a:gd name="connsiteY110" fmla="*/ 172307 h 345090"/>
              <a:gd name="connsiteX111" fmla="*/ 101495 w 348780"/>
              <a:gd name="connsiteY111" fmla="*/ 156401 h 345090"/>
              <a:gd name="connsiteX112" fmla="*/ 117335 w 348780"/>
              <a:gd name="connsiteY112" fmla="*/ 172307 h 345090"/>
              <a:gd name="connsiteX113" fmla="*/ 101495 w 348780"/>
              <a:gd name="connsiteY113" fmla="*/ 188214 h 345090"/>
              <a:gd name="connsiteX114" fmla="*/ 101495 w 348780"/>
              <a:gd name="connsiteY114" fmla="*/ 141637 h 345090"/>
              <a:gd name="connsiteX115" fmla="*/ 71046 w 348780"/>
              <a:gd name="connsiteY115" fmla="*/ 172212 h 345090"/>
              <a:gd name="connsiteX116" fmla="*/ 101495 w 348780"/>
              <a:gd name="connsiteY116" fmla="*/ 202787 h 345090"/>
              <a:gd name="connsiteX117" fmla="*/ 131943 w 348780"/>
              <a:gd name="connsiteY117" fmla="*/ 172212 h 345090"/>
              <a:gd name="connsiteX118" fmla="*/ 101495 w 348780"/>
              <a:gd name="connsiteY118" fmla="*/ 141637 h 345090"/>
              <a:gd name="connsiteX119" fmla="*/ 226703 w 348780"/>
              <a:gd name="connsiteY119" fmla="*/ 264319 h 345090"/>
              <a:gd name="connsiteX120" fmla="*/ 210862 w 348780"/>
              <a:gd name="connsiteY120" fmla="*/ 248412 h 345090"/>
              <a:gd name="connsiteX121" fmla="*/ 226703 w 348780"/>
              <a:gd name="connsiteY121" fmla="*/ 232505 h 345090"/>
              <a:gd name="connsiteX122" fmla="*/ 242544 w 348780"/>
              <a:gd name="connsiteY122" fmla="*/ 248412 h 345090"/>
              <a:gd name="connsiteX123" fmla="*/ 226703 w 348780"/>
              <a:gd name="connsiteY123" fmla="*/ 264319 h 345090"/>
              <a:gd name="connsiteX124" fmla="*/ 226703 w 348780"/>
              <a:gd name="connsiteY124" fmla="*/ 217837 h 345090"/>
              <a:gd name="connsiteX125" fmla="*/ 196255 w 348780"/>
              <a:gd name="connsiteY125" fmla="*/ 248412 h 345090"/>
              <a:gd name="connsiteX126" fmla="*/ 226703 w 348780"/>
              <a:gd name="connsiteY126" fmla="*/ 278987 h 345090"/>
              <a:gd name="connsiteX127" fmla="*/ 257151 w 348780"/>
              <a:gd name="connsiteY127" fmla="*/ 248412 h 345090"/>
              <a:gd name="connsiteX128" fmla="*/ 226703 w 348780"/>
              <a:gd name="connsiteY128" fmla="*/ 217837 h 345090"/>
              <a:gd name="connsiteX129" fmla="*/ 307329 w 348780"/>
              <a:gd name="connsiteY129" fmla="*/ 52864 h 345090"/>
              <a:gd name="connsiteX130" fmla="*/ 334173 w 348780"/>
              <a:gd name="connsiteY130" fmla="*/ 79820 h 345090"/>
              <a:gd name="connsiteX131" fmla="*/ 307329 w 348780"/>
              <a:gd name="connsiteY131" fmla="*/ 107918 h 345090"/>
              <a:gd name="connsiteX132" fmla="*/ 279347 w 348780"/>
              <a:gd name="connsiteY132" fmla="*/ 79820 h 345090"/>
              <a:gd name="connsiteX133" fmla="*/ 307329 w 348780"/>
              <a:gd name="connsiteY133" fmla="*/ 52864 h 345090"/>
              <a:gd name="connsiteX134" fmla="*/ 307329 w 348780"/>
              <a:gd name="connsiteY134" fmla="*/ 122587 h 345090"/>
              <a:gd name="connsiteX135" fmla="*/ 348781 w 348780"/>
              <a:gd name="connsiteY135" fmla="*/ 79724 h 345090"/>
              <a:gd name="connsiteX136" fmla="*/ 307329 w 348780"/>
              <a:gd name="connsiteY136" fmla="*/ 38100 h 345090"/>
              <a:gd name="connsiteX137" fmla="*/ 264645 w 348780"/>
              <a:gd name="connsiteY137" fmla="*/ 79724 h 345090"/>
              <a:gd name="connsiteX138" fmla="*/ 307329 w 348780"/>
              <a:gd name="connsiteY138" fmla="*/ 122587 h 34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348780" h="345090">
                <a:moveTo>
                  <a:pt x="327913" y="182499"/>
                </a:moveTo>
                <a:cubicBezTo>
                  <a:pt x="326680" y="200882"/>
                  <a:pt x="321842" y="220409"/>
                  <a:pt x="314538" y="237553"/>
                </a:cubicBezTo>
                <a:lnTo>
                  <a:pt x="313305" y="238792"/>
                </a:lnTo>
                <a:lnTo>
                  <a:pt x="268249" y="238792"/>
                </a:lnTo>
                <a:cubicBezTo>
                  <a:pt x="268249" y="242507"/>
                  <a:pt x="269482" y="244888"/>
                  <a:pt x="269482" y="248603"/>
                </a:cubicBezTo>
                <a:lnTo>
                  <a:pt x="269482" y="253460"/>
                </a:lnTo>
                <a:lnTo>
                  <a:pt x="306002" y="253460"/>
                </a:lnTo>
                <a:lnTo>
                  <a:pt x="303535" y="255937"/>
                </a:lnTo>
                <a:cubicBezTo>
                  <a:pt x="280391" y="293846"/>
                  <a:pt x="241405" y="320802"/>
                  <a:pt x="198721" y="328136"/>
                </a:cubicBezTo>
                <a:lnTo>
                  <a:pt x="195021" y="328136"/>
                </a:lnTo>
                <a:lnTo>
                  <a:pt x="196255" y="325660"/>
                </a:lnTo>
                <a:cubicBezTo>
                  <a:pt x="204791" y="313468"/>
                  <a:pt x="212095" y="301181"/>
                  <a:pt x="218166" y="290132"/>
                </a:cubicBezTo>
                <a:cubicBezTo>
                  <a:pt x="213328" y="288893"/>
                  <a:pt x="208396" y="286417"/>
                  <a:pt x="203558" y="284036"/>
                </a:cubicBezTo>
                <a:cubicBezTo>
                  <a:pt x="196255" y="298704"/>
                  <a:pt x="186485" y="314611"/>
                  <a:pt x="175481" y="329279"/>
                </a:cubicBezTo>
                <a:lnTo>
                  <a:pt x="174248" y="330518"/>
                </a:lnTo>
                <a:lnTo>
                  <a:pt x="168178" y="330518"/>
                </a:lnTo>
                <a:lnTo>
                  <a:pt x="168178" y="329279"/>
                </a:lnTo>
                <a:cubicBezTo>
                  <a:pt x="149871" y="304800"/>
                  <a:pt x="136496" y="280321"/>
                  <a:pt x="125493" y="255841"/>
                </a:cubicBezTo>
                <a:lnTo>
                  <a:pt x="125493" y="253365"/>
                </a:lnTo>
                <a:lnTo>
                  <a:pt x="185251" y="253365"/>
                </a:lnTo>
                <a:lnTo>
                  <a:pt x="185251" y="248507"/>
                </a:lnTo>
                <a:cubicBezTo>
                  <a:pt x="185251" y="244793"/>
                  <a:pt x="185251" y="242411"/>
                  <a:pt x="186485" y="238697"/>
                </a:cubicBezTo>
                <a:lnTo>
                  <a:pt x="119422" y="238697"/>
                </a:lnTo>
                <a:lnTo>
                  <a:pt x="119422" y="237458"/>
                </a:lnTo>
                <a:cubicBezTo>
                  <a:pt x="116956" y="228886"/>
                  <a:pt x="114585" y="221551"/>
                  <a:pt x="113351" y="212979"/>
                </a:cubicBezTo>
                <a:cubicBezTo>
                  <a:pt x="108514" y="214217"/>
                  <a:pt x="104815" y="214217"/>
                  <a:pt x="101210" y="214217"/>
                </a:cubicBezTo>
                <a:lnTo>
                  <a:pt x="97511" y="214217"/>
                </a:lnTo>
                <a:cubicBezTo>
                  <a:pt x="99977" y="221551"/>
                  <a:pt x="101210" y="228886"/>
                  <a:pt x="103581" y="236220"/>
                </a:cubicBezTo>
                <a:lnTo>
                  <a:pt x="103581" y="238697"/>
                </a:lnTo>
                <a:lnTo>
                  <a:pt x="30448" y="238697"/>
                </a:lnTo>
                <a:lnTo>
                  <a:pt x="29215" y="237458"/>
                </a:lnTo>
                <a:cubicBezTo>
                  <a:pt x="21911" y="220313"/>
                  <a:pt x="17074" y="201930"/>
                  <a:pt x="14608" y="182404"/>
                </a:cubicBezTo>
                <a:lnTo>
                  <a:pt x="14608" y="179927"/>
                </a:lnTo>
                <a:lnTo>
                  <a:pt x="59664" y="179927"/>
                </a:lnTo>
                <a:cubicBezTo>
                  <a:pt x="59664" y="177451"/>
                  <a:pt x="58431" y="175070"/>
                  <a:pt x="58431" y="172593"/>
                </a:cubicBezTo>
                <a:cubicBezTo>
                  <a:pt x="58431" y="170116"/>
                  <a:pt x="59664" y="167735"/>
                  <a:pt x="59664" y="165259"/>
                </a:cubicBezTo>
                <a:lnTo>
                  <a:pt x="14608" y="165259"/>
                </a:lnTo>
                <a:lnTo>
                  <a:pt x="14608" y="164020"/>
                </a:lnTo>
                <a:cubicBezTo>
                  <a:pt x="15841" y="137065"/>
                  <a:pt x="23145" y="111443"/>
                  <a:pt x="36519" y="89345"/>
                </a:cubicBezTo>
                <a:lnTo>
                  <a:pt x="36519" y="88106"/>
                </a:lnTo>
                <a:lnTo>
                  <a:pt x="105953" y="88106"/>
                </a:lnTo>
                <a:lnTo>
                  <a:pt x="104720" y="90583"/>
                </a:lnTo>
                <a:cubicBezTo>
                  <a:pt x="101020" y="104013"/>
                  <a:pt x="97416" y="117539"/>
                  <a:pt x="94950" y="130969"/>
                </a:cubicBezTo>
                <a:lnTo>
                  <a:pt x="109557" y="130969"/>
                </a:lnTo>
                <a:cubicBezTo>
                  <a:pt x="112023" y="117539"/>
                  <a:pt x="115628" y="102775"/>
                  <a:pt x="121699" y="89345"/>
                </a:cubicBezTo>
                <a:lnTo>
                  <a:pt x="121699" y="88106"/>
                </a:lnTo>
                <a:lnTo>
                  <a:pt x="220442" y="88106"/>
                </a:lnTo>
                <a:lnTo>
                  <a:pt x="221676" y="89345"/>
                </a:lnTo>
                <a:cubicBezTo>
                  <a:pt x="230213" y="113824"/>
                  <a:pt x="235050" y="138303"/>
                  <a:pt x="235050" y="164020"/>
                </a:cubicBezTo>
                <a:lnTo>
                  <a:pt x="235050" y="165259"/>
                </a:lnTo>
                <a:lnTo>
                  <a:pt x="142377" y="165259"/>
                </a:lnTo>
                <a:lnTo>
                  <a:pt x="142377" y="179927"/>
                </a:lnTo>
                <a:lnTo>
                  <a:pt x="235050" y="179927"/>
                </a:lnTo>
                <a:lnTo>
                  <a:pt x="235050" y="182404"/>
                </a:lnTo>
                <a:cubicBezTo>
                  <a:pt x="233817" y="189738"/>
                  <a:pt x="232584" y="198311"/>
                  <a:pt x="231351" y="206883"/>
                </a:cubicBezTo>
                <a:cubicBezTo>
                  <a:pt x="236188" y="206883"/>
                  <a:pt x="241121" y="208121"/>
                  <a:pt x="245958" y="210598"/>
                </a:cubicBezTo>
                <a:cubicBezTo>
                  <a:pt x="247192" y="200787"/>
                  <a:pt x="248425" y="190976"/>
                  <a:pt x="249658" y="182404"/>
                </a:cubicBezTo>
                <a:lnTo>
                  <a:pt x="249658" y="179927"/>
                </a:lnTo>
                <a:lnTo>
                  <a:pt x="327628" y="179927"/>
                </a:lnTo>
                <a:lnTo>
                  <a:pt x="327628" y="182404"/>
                </a:lnTo>
                <a:close/>
                <a:moveTo>
                  <a:pt x="145128" y="328136"/>
                </a:moveTo>
                <a:cubicBezTo>
                  <a:pt x="101210" y="320802"/>
                  <a:pt x="63458" y="293846"/>
                  <a:pt x="39080" y="255937"/>
                </a:cubicBezTo>
                <a:lnTo>
                  <a:pt x="37847" y="253460"/>
                </a:lnTo>
                <a:lnTo>
                  <a:pt x="109747" y="253460"/>
                </a:lnTo>
                <a:lnTo>
                  <a:pt x="109747" y="254699"/>
                </a:lnTo>
                <a:cubicBezTo>
                  <a:pt x="118284" y="279178"/>
                  <a:pt x="130425" y="302419"/>
                  <a:pt x="146266" y="325660"/>
                </a:cubicBezTo>
                <a:lnTo>
                  <a:pt x="148732" y="328136"/>
                </a:lnTo>
                <a:lnTo>
                  <a:pt x="145033" y="328136"/>
                </a:lnTo>
                <a:close/>
                <a:moveTo>
                  <a:pt x="50083" y="71152"/>
                </a:moveTo>
                <a:cubicBezTo>
                  <a:pt x="73228" y="42958"/>
                  <a:pt x="106143" y="24670"/>
                  <a:pt x="142756" y="18574"/>
                </a:cubicBezTo>
                <a:lnTo>
                  <a:pt x="146456" y="17335"/>
                </a:lnTo>
                <a:lnTo>
                  <a:pt x="143990" y="21050"/>
                </a:lnTo>
                <a:cubicBezTo>
                  <a:pt x="130615" y="36957"/>
                  <a:pt x="120845" y="54102"/>
                  <a:pt x="112308" y="72485"/>
                </a:cubicBezTo>
                <a:lnTo>
                  <a:pt x="112308" y="73724"/>
                </a:lnTo>
                <a:lnTo>
                  <a:pt x="47712" y="73724"/>
                </a:lnTo>
                <a:lnTo>
                  <a:pt x="50178" y="71247"/>
                </a:lnTo>
                <a:close/>
                <a:moveTo>
                  <a:pt x="167039" y="16097"/>
                </a:moveTo>
                <a:lnTo>
                  <a:pt x="169506" y="16097"/>
                </a:lnTo>
                <a:cubicBezTo>
                  <a:pt x="170739" y="14859"/>
                  <a:pt x="171972" y="14859"/>
                  <a:pt x="173205" y="16097"/>
                </a:cubicBezTo>
                <a:lnTo>
                  <a:pt x="175671" y="16097"/>
                </a:lnTo>
                <a:cubicBezTo>
                  <a:pt x="191512" y="33242"/>
                  <a:pt x="203748" y="51626"/>
                  <a:pt x="213423" y="71152"/>
                </a:cubicBezTo>
                <a:lnTo>
                  <a:pt x="214656" y="73628"/>
                </a:lnTo>
                <a:lnTo>
                  <a:pt x="128149" y="73628"/>
                </a:lnTo>
                <a:lnTo>
                  <a:pt x="129382" y="71152"/>
                </a:lnTo>
                <a:cubicBezTo>
                  <a:pt x="139152" y="51530"/>
                  <a:pt x="152526" y="33242"/>
                  <a:pt x="167134" y="16097"/>
                </a:cubicBezTo>
                <a:close/>
                <a:moveTo>
                  <a:pt x="323075" y="131064"/>
                </a:moveTo>
                <a:cubicBezTo>
                  <a:pt x="325542" y="142113"/>
                  <a:pt x="327913" y="153067"/>
                  <a:pt x="327913" y="164116"/>
                </a:cubicBezTo>
                <a:lnTo>
                  <a:pt x="327913" y="165354"/>
                </a:lnTo>
                <a:lnTo>
                  <a:pt x="249942" y="165354"/>
                </a:lnTo>
                <a:lnTo>
                  <a:pt x="249942" y="164116"/>
                </a:lnTo>
                <a:cubicBezTo>
                  <a:pt x="249942" y="138398"/>
                  <a:pt x="246243" y="113919"/>
                  <a:pt x="237801" y="90678"/>
                </a:cubicBezTo>
                <a:lnTo>
                  <a:pt x="237801" y="88201"/>
                </a:lnTo>
                <a:lnTo>
                  <a:pt x="253642" y="88201"/>
                </a:lnTo>
                <a:lnTo>
                  <a:pt x="253642" y="73533"/>
                </a:lnTo>
                <a:lnTo>
                  <a:pt x="231730" y="73533"/>
                </a:lnTo>
                <a:lnTo>
                  <a:pt x="230497" y="72295"/>
                </a:lnTo>
                <a:cubicBezTo>
                  <a:pt x="223193" y="53912"/>
                  <a:pt x="212190" y="36767"/>
                  <a:pt x="200049" y="20860"/>
                </a:cubicBezTo>
                <a:lnTo>
                  <a:pt x="196349" y="17145"/>
                </a:lnTo>
                <a:lnTo>
                  <a:pt x="201187" y="18383"/>
                </a:lnTo>
                <a:cubicBezTo>
                  <a:pt x="224332" y="22098"/>
                  <a:pt x="246243" y="31814"/>
                  <a:pt x="264550" y="46577"/>
                </a:cubicBezTo>
                <a:cubicBezTo>
                  <a:pt x="268249" y="42863"/>
                  <a:pt x="271854" y="39243"/>
                  <a:pt x="276691" y="35528"/>
                </a:cubicBezTo>
                <a:cubicBezTo>
                  <a:pt x="247476" y="13526"/>
                  <a:pt x="210862" y="0"/>
                  <a:pt x="171877" y="0"/>
                </a:cubicBezTo>
                <a:lnTo>
                  <a:pt x="164573" y="0"/>
                </a:lnTo>
                <a:cubicBezTo>
                  <a:pt x="70762" y="3715"/>
                  <a:pt x="0" y="77057"/>
                  <a:pt x="0" y="168878"/>
                </a:cubicBezTo>
                <a:cubicBezTo>
                  <a:pt x="0" y="260699"/>
                  <a:pt x="70667" y="340233"/>
                  <a:pt x="162107" y="345091"/>
                </a:cubicBezTo>
                <a:lnTo>
                  <a:pt x="180414" y="345091"/>
                </a:lnTo>
                <a:cubicBezTo>
                  <a:pt x="271854" y="340233"/>
                  <a:pt x="343754" y="264319"/>
                  <a:pt x="343754" y="172498"/>
                </a:cubicBezTo>
                <a:cubicBezTo>
                  <a:pt x="343754" y="155353"/>
                  <a:pt x="341288" y="139446"/>
                  <a:pt x="336450" y="124778"/>
                </a:cubicBezTo>
                <a:cubicBezTo>
                  <a:pt x="332751" y="127254"/>
                  <a:pt x="327913" y="129635"/>
                  <a:pt x="323075" y="130874"/>
                </a:cubicBezTo>
                <a:close/>
                <a:moveTo>
                  <a:pt x="101495" y="188214"/>
                </a:moveTo>
                <a:cubicBezTo>
                  <a:pt x="92958" y="188214"/>
                  <a:pt x="85654" y="180880"/>
                  <a:pt x="85654" y="172307"/>
                </a:cubicBezTo>
                <a:cubicBezTo>
                  <a:pt x="85654" y="163735"/>
                  <a:pt x="92958" y="156401"/>
                  <a:pt x="101495" y="156401"/>
                </a:cubicBezTo>
                <a:cubicBezTo>
                  <a:pt x="110032" y="156401"/>
                  <a:pt x="117335" y="163735"/>
                  <a:pt x="117335" y="172307"/>
                </a:cubicBezTo>
                <a:cubicBezTo>
                  <a:pt x="117335" y="180880"/>
                  <a:pt x="110032" y="188214"/>
                  <a:pt x="101495" y="188214"/>
                </a:cubicBezTo>
                <a:close/>
                <a:moveTo>
                  <a:pt x="101495" y="141637"/>
                </a:moveTo>
                <a:cubicBezTo>
                  <a:pt x="84421" y="141637"/>
                  <a:pt x="71046" y="155067"/>
                  <a:pt x="71046" y="172212"/>
                </a:cubicBezTo>
                <a:cubicBezTo>
                  <a:pt x="71046" y="189357"/>
                  <a:pt x="84421" y="202787"/>
                  <a:pt x="101495" y="202787"/>
                </a:cubicBezTo>
                <a:cubicBezTo>
                  <a:pt x="118568" y="202787"/>
                  <a:pt x="131943" y="189357"/>
                  <a:pt x="131943" y="172212"/>
                </a:cubicBezTo>
                <a:cubicBezTo>
                  <a:pt x="131943" y="155067"/>
                  <a:pt x="118568" y="141637"/>
                  <a:pt x="101495" y="141637"/>
                </a:cubicBezTo>
                <a:close/>
                <a:moveTo>
                  <a:pt x="226703" y="264319"/>
                </a:moveTo>
                <a:cubicBezTo>
                  <a:pt x="218166" y="264319"/>
                  <a:pt x="210862" y="256985"/>
                  <a:pt x="210862" y="248412"/>
                </a:cubicBezTo>
                <a:cubicBezTo>
                  <a:pt x="210862" y="239839"/>
                  <a:pt x="218166" y="232505"/>
                  <a:pt x="226703" y="232505"/>
                </a:cubicBezTo>
                <a:cubicBezTo>
                  <a:pt x="236473" y="232505"/>
                  <a:pt x="242544" y="239839"/>
                  <a:pt x="242544" y="248412"/>
                </a:cubicBezTo>
                <a:cubicBezTo>
                  <a:pt x="242544" y="256985"/>
                  <a:pt x="236473" y="264319"/>
                  <a:pt x="226703" y="264319"/>
                </a:cubicBezTo>
                <a:close/>
                <a:moveTo>
                  <a:pt x="226703" y="217837"/>
                </a:moveTo>
                <a:cubicBezTo>
                  <a:pt x="210862" y="217837"/>
                  <a:pt x="196255" y="231267"/>
                  <a:pt x="196255" y="248412"/>
                </a:cubicBezTo>
                <a:cubicBezTo>
                  <a:pt x="196255" y="265557"/>
                  <a:pt x="210862" y="278987"/>
                  <a:pt x="226703" y="278987"/>
                </a:cubicBezTo>
                <a:cubicBezTo>
                  <a:pt x="243777" y="278987"/>
                  <a:pt x="257151" y="265557"/>
                  <a:pt x="257151" y="248412"/>
                </a:cubicBezTo>
                <a:cubicBezTo>
                  <a:pt x="257151" y="231267"/>
                  <a:pt x="243777" y="217837"/>
                  <a:pt x="226703" y="217837"/>
                </a:cubicBezTo>
                <a:close/>
                <a:moveTo>
                  <a:pt x="307329" y="52864"/>
                </a:moveTo>
                <a:cubicBezTo>
                  <a:pt x="321937" y="52864"/>
                  <a:pt x="334173" y="65056"/>
                  <a:pt x="334173" y="79820"/>
                </a:cubicBezTo>
                <a:cubicBezTo>
                  <a:pt x="334173" y="95726"/>
                  <a:pt x="322032" y="107918"/>
                  <a:pt x="307329" y="107918"/>
                </a:cubicBezTo>
                <a:cubicBezTo>
                  <a:pt x="291489" y="107918"/>
                  <a:pt x="279347" y="95726"/>
                  <a:pt x="279347" y="79820"/>
                </a:cubicBezTo>
                <a:cubicBezTo>
                  <a:pt x="279347" y="65151"/>
                  <a:pt x="291489" y="52864"/>
                  <a:pt x="307329" y="52864"/>
                </a:cubicBezTo>
                <a:close/>
                <a:moveTo>
                  <a:pt x="307329" y="122587"/>
                </a:moveTo>
                <a:cubicBezTo>
                  <a:pt x="330474" y="122587"/>
                  <a:pt x="348781" y="102965"/>
                  <a:pt x="348781" y="79724"/>
                </a:cubicBezTo>
                <a:cubicBezTo>
                  <a:pt x="348781" y="56483"/>
                  <a:pt x="330474" y="38100"/>
                  <a:pt x="307329" y="38100"/>
                </a:cubicBezTo>
                <a:cubicBezTo>
                  <a:pt x="284185" y="38100"/>
                  <a:pt x="264645" y="56483"/>
                  <a:pt x="264645" y="79724"/>
                </a:cubicBezTo>
                <a:cubicBezTo>
                  <a:pt x="264645" y="102965"/>
                  <a:pt x="284185" y="122587"/>
                  <a:pt x="307329" y="12258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9" name="Graphic 246">
            <a:extLst>
              <a:ext uri="{FF2B5EF4-FFF2-40B4-BE49-F238E27FC236}">
                <a16:creationId xmlns:a16="http://schemas.microsoft.com/office/drawing/2014/main" id="{8C72214B-622A-7A9A-A41F-CBD225F74880}"/>
              </a:ext>
            </a:extLst>
          </p:cNvPr>
          <p:cNvSpPr/>
          <p:nvPr/>
        </p:nvSpPr>
        <p:spPr>
          <a:xfrm>
            <a:off x="2968261" y="4886321"/>
            <a:ext cx="464656" cy="459740"/>
          </a:xfrm>
          <a:custGeom>
            <a:avLst/>
            <a:gdLst>
              <a:gd name="connsiteX0" fmla="*/ 327913 w 348780"/>
              <a:gd name="connsiteY0" fmla="*/ 182499 h 345090"/>
              <a:gd name="connsiteX1" fmla="*/ 314538 w 348780"/>
              <a:gd name="connsiteY1" fmla="*/ 237553 h 345090"/>
              <a:gd name="connsiteX2" fmla="*/ 313305 w 348780"/>
              <a:gd name="connsiteY2" fmla="*/ 238792 h 345090"/>
              <a:gd name="connsiteX3" fmla="*/ 268249 w 348780"/>
              <a:gd name="connsiteY3" fmla="*/ 238792 h 345090"/>
              <a:gd name="connsiteX4" fmla="*/ 269482 w 348780"/>
              <a:gd name="connsiteY4" fmla="*/ 248603 h 345090"/>
              <a:gd name="connsiteX5" fmla="*/ 269482 w 348780"/>
              <a:gd name="connsiteY5" fmla="*/ 253460 h 345090"/>
              <a:gd name="connsiteX6" fmla="*/ 306002 w 348780"/>
              <a:gd name="connsiteY6" fmla="*/ 253460 h 345090"/>
              <a:gd name="connsiteX7" fmla="*/ 303535 w 348780"/>
              <a:gd name="connsiteY7" fmla="*/ 255937 h 345090"/>
              <a:gd name="connsiteX8" fmla="*/ 198721 w 348780"/>
              <a:gd name="connsiteY8" fmla="*/ 328136 h 345090"/>
              <a:gd name="connsiteX9" fmla="*/ 195021 w 348780"/>
              <a:gd name="connsiteY9" fmla="*/ 328136 h 345090"/>
              <a:gd name="connsiteX10" fmla="*/ 196255 w 348780"/>
              <a:gd name="connsiteY10" fmla="*/ 325660 h 345090"/>
              <a:gd name="connsiteX11" fmla="*/ 218166 w 348780"/>
              <a:gd name="connsiteY11" fmla="*/ 290132 h 345090"/>
              <a:gd name="connsiteX12" fmla="*/ 203558 w 348780"/>
              <a:gd name="connsiteY12" fmla="*/ 284036 h 345090"/>
              <a:gd name="connsiteX13" fmla="*/ 175481 w 348780"/>
              <a:gd name="connsiteY13" fmla="*/ 329279 h 345090"/>
              <a:gd name="connsiteX14" fmla="*/ 174248 w 348780"/>
              <a:gd name="connsiteY14" fmla="*/ 330518 h 345090"/>
              <a:gd name="connsiteX15" fmla="*/ 168178 w 348780"/>
              <a:gd name="connsiteY15" fmla="*/ 330518 h 345090"/>
              <a:gd name="connsiteX16" fmla="*/ 168178 w 348780"/>
              <a:gd name="connsiteY16" fmla="*/ 329279 h 345090"/>
              <a:gd name="connsiteX17" fmla="*/ 125493 w 348780"/>
              <a:gd name="connsiteY17" fmla="*/ 255841 h 345090"/>
              <a:gd name="connsiteX18" fmla="*/ 125493 w 348780"/>
              <a:gd name="connsiteY18" fmla="*/ 253365 h 345090"/>
              <a:gd name="connsiteX19" fmla="*/ 185251 w 348780"/>
              <a:gd name="connsiteY19" fmla="*/ 253365 h 345090"/>
              <a:gd name="connsiteX20" fmla="*/ 185251 w 348780"/>
              <a:gd name="connsiteY20" fmla="*/ 248507 h 345090"/>
              <a:gd name="connsiteX21" fmla="*/ 186485 w 348780"/>
              <a:gd name="connsiteY21" fmla="*/ 238697 h 345090"/>
              <a:gd name="connsiteX22" fmla="*/ 119422 w 348780"/>
              <a:gd name="connsiteY22" fmla="*/ 238697 h 345090"/>
              <a:gd name="connsiteX23" fmla="*/ 119422 w 348780"/>
              <a:gd name="connsiteY23" fmla="*/ 237458 h 345090"/>
              <a:gd name="connsiteX24" fmla="*/ 113351 w 348780"/>
              <a:gd name="connsiteY24" fmla="*/ 212979 h 345090"/>
              <a:gd name="connsiteX25" fmla="*/ 101210 w 348780"/>
              <a:gd name="connsiteY25" fmla="*/ 214217 h 345090"/>
              <a:gd name="connsiteX26" fmla="*/ 97511 w 348780"/>
              <a:gd name="connsiteY26" fmla="*/ 214217 h 345090"/>
              <a:gd name="connsiteX27" fmla="*/ 103581 w 348780"/>
              <a:gd name="connsiteY27" fmla="*/ 236220 h 345090"/>
              <a:gd name="connsiteX28" fmla="*/ 103581 w 348780"/>
              <a:gd name="connsiteY28" fmla="*/ 238697 h 345090"/>
              <a:gd name="connsiteX29" fmla="*/ 30448 w 348780"/>
              <a:gd name="connsiteY29" fmla="*/ 238697 h 345090"/>
              <a:gd name="connsiteX30" fmla="*/ 29215 w 348780"/>
              <a:gd name="connsiteY30" fmla="*/ 237458 h 345090"/>
              <a:gd name="connsiteX31" fmla="*/ 14608 w 348780"/>
              <a:gd name="connsiteY31" fmla="*/ 182404 h 345090"/>
              <a:gd name="connsiteX32" fmla="*/ 14608 w 348780"/>
              <a:gd name="connsiteY32" fmla="*/ 179927 h 345090"/>
              <a:gd name="connsiteX33" fmla="*/ 59664 w 348780"/>
              <a:gd name="connsiteY33" fmla="*/ 179927 h 345090"/>
              <a:gd name="connsiteX34" fmla="*/ 58431 w 348780"/>
              <a:gd name="connsiteY34" fmla="*/ 172593 h 345090"/>
              <a:gd name="connsiteX35" fmla="*/ 59664 w 348780"/>
              <a:gd name="connsiteY35" fmla="*/ 165259 h 345090"/>
              <a:gd name="connsiteX36" fmla="*/ 14608 w 348780"/>
              <a:gd name="connsiteY36" fmla="*/ 165259 h 345090"/>
              <a:gd name="connsiteX37" fmla="*/ 14608 w 348780"/>
              <a:gd name="connsiteY37" fmla="*/ 164020 h 345090"/>
              <a:gd name="connsiteX38" fmla="*/ 36519 w 348780"/>
              <a:gd name="connsiteY38" fmla="*/ 89345 h 345090"/>
              <a:gd name="connsiteX39" fmla="*/ 36519 w 348780"/>
              <a:gd name="connsiteY39" fmla="*/ 88106 h 345090"/>
              <a:gd name="connsiteX40" fmla="*/ 105953 w 348780"/>
              <a:gd name="connsiteY40" fmla="*/ 88106 h 345090"/>
              <a:gd name="connsiteX41" fmla="*/ 104720 w 348780"/>
              <a:gd name="connsiteY41" fmla="*/ 90583 h 345090"/>
              <a:gd name="connsiteX42" fmla="*/ 94950 w 348780"/>
              <a:gd name="connsiteY42" fmla="*/ 130969 h 345090"/>
              <a:gd name="connsiteX43" fmla="*/ 109557 w 348780"/>
              <a:gd name="connsiteY43" fmla="*/ 130969 h 345090"/>
              <a:gd name="connsiteX44" fmla="*/ 121699 w 348780"/>
              <a:gd name="connsiteY44" fmla="*/ 89345 h 345090"/>
              <a:gd name="connsiteX45" fmla="*/ 121699 w 348780"/>
              <a:gd name="connsiteY45" fmla="*/ 88106 h 345090"/>
              <a:gd name="connsiteX46" fmla="*/ 220442 w 348780"/>
              <a:gd name="connsiteY46" fmla="*/ 88106 h 345090"/>
              <a:gd name="connsiteX47" fmla="*/ 221676 w 348780"/>
              <a:gd name="connsiteY47" fmla="*/ 89345 h 345090"/>
              <a:gd name="connsiteX48" fmla="*/ 235050 w 348780"/>
              <a:gd name="connsiteY48" fmla="*/ 164020 h 345090"/>
              <a:gd name="connsiteX49" fmla="*/ 235050 w 348780"/>
              <a:gd name="connsiteY49" fmla="*/ 165259 h 345090"/>
              <a:gd name="connsiteX50" fmla="*/ 142377 w 348780"/>
              <a:gd name="connsiteY50" fmla="*/ 165259 h 345090"/>
              <a:gd name="connsiteX51" fmla="*/ 142377 w 348780"/>
              <a:gd name="connsiteY51" fmla="*/ 179927 h 345090"/>
              <a:gd name="connsiteX52" fmla="*/ 235050 w 348780"/>
              <a:gd name="connsiteY52" fmla="*/ 179927 h 345090"/>
              <a:gd name="connsiteX53" fmla="*/ 235050 w 348780"/>
              <a:gd name="connsiteY53" fmla="*/ 182404 h 345090"/>
              <a:gd name="connsiteX54" fmla="*/ 231351 w 348780"/>
              <a:gd name="connsiteY54" fmla="*/ 206883 h 345090"/>
              <a:gd name="connsiteX55" fmla="*/ 245958 w 348780"/>
              <a:gd name="connsiteY55" fmla="*/ 210598 h 345090"/>
              <a:gd name="connsiteX56" fmla="*/ 249658 w 348780"/>
              <a:gd name="connsiteY56" fmla="*/ 182404 h 345090"/>
              <a:gd name="connsiteX57" fmla="*/ 249658 w 348780"/>
              <a:gd name="connsiteY57" fmla="*/ 179927 h 345090"/>
              <a:gd name="connsiteX58" fmla="*/ 327628 w 348780"/>
              <a:gd name="connsiteY58" fmla="*/ 179927 h 345090"/>
              <a:gd name="connsiteX59" fmla="*/ 327628 w 348780"/>
              <a:gd name="connsiteY59" fmla="*/ 182404 h 345090"/>
              <a:gd name="connsiteX60" fmla="*/ 145128 w 348780"/>
              <a:gd name="connsiteY60" fmla="*/ 328136 h 345090"/>
              <a:gd name="connsiteX61" fmla="*/ 39080 w 348780"/>
              <a:gd name="connsiteY61" fmla="*/ 255937 h 345090"/>
              <a:gd name="connsiteX62" fmla="*/ 37847 w 348780"/>
              <a:gd name="connsiteY62" fmla="*/ 253460 h 345090"/>
              <a:gd name="connsiteX63" fmla="*/ 109747 w 348780"/>
              <a:gd name="connsiteY63" fmla="*/ 253460 h 345090"/>
              <a:gd name="connsiteX64" fmla="*/ 109747 w 348780"/>
              <a:gd name="connsiteY64" fmla="*/ 254699 h 345090"/>
              <a:gd name="connsiteX65" fmla="*/ 146266 w 348780"/>
              <a:gd name="connsiteY65" fmla="*/ 325660 h 345090"/>
              <a:gd name="connsiteX66" fmla="*/ 148732 w 348780"/>
              <a:gd name="connsiteY66" fmla="*/ 328136 h 345090"/>
              <a:gd name="connsiteX67" fmla="*/ 145033 w 348780"/>
              <a:gd name="connsiteY67" fmla="*/ 328136 h 345090"/>
              <a:gd name="connsiteX68" fmla="*/ 50083 w 348780"/>
              <a:gd name="connsiteY68" fmla="*/ 71152 h 345090"/>
              <a:gd name="connsiteX69" fmla="*/ 142756 w 348780"/>
              <a:gd name="connsiteY69" fmla="*/ 18574 h 345090"/>
              <a:gd name="connsiteX70" fmla="*/ 146456 w 348780"/>
              <a:gd name="connsiteY70" fmla="*/ 17335 h 345090"/>
              <a:gd name="connsiteX71" fmla="*/ 143990 w 348780"/>
              <a:gd name="connsiteY71" fmla="*/ 21050 h 345090"/>
              <a:gd name="connsiteX72" fmla="*/ 112308 w 348780"/>
              <a:gd name="connsiteY72" fmla="*/ 72485 h 345090"/>
              <a:gd name="connsiteX73" fmla="*/ 112308 w 348780"/>
              <a:gd name="connsiteY73" fmla="*/ 73724 h 345090"/>
              <a:gd name="connsiteX74" fmla="*/ 47712 w 348780"/>
              <a:gd name="connsiteY74" fmla="*/ 73724 h 345090"/>
              <a:gd name="connsiteX75" fmla="*/ 50178 w 348780"/>
              <a:gd name="connsiteY75" fmla="*/ 71247 h 345090"/>
              <a:gd name="connsiteX76" fmla="*/ 167039 w 348780"/>
              <a:gd name="connsiteY76" fmla="*/ 16097 h 345090"/>
              <a:gd name="connsiteX77" fmla="*/ 169506 w 348780"/>
              <a:gd name="connsiteY77" fmla="*/ 16097 h 345090"/>
              <a:gd name="connsiteX78" fmla="*/ 173205 w 348780"/>
              <a:gd name="connsiteY78" fmla="*/ 16097 h 345090"/>
              <a:gd name="connsiteX79" fmla="*/ 175671 w 348780"/>
              <a:gd name="connsiteY79" fmla="*/ 16097 h 345090"/>
              <a:gd name="connsiteX80" fmla="*/ 213423 w 348780"/>
              <a:gd name="connsiteY80" fmla="*/ 71152 h 345090"/>
              <a:gd name="connsiteX81" fmla="*/ 214656 w 348780"/>
              <a:gd name="connsiteY81" fmla="*/ 73628 h 345090"/>
              <a:gd name="connsiteX82" fmla="*/ 128149 w 348780"/>
              <a:gd name="connsiteY82" fmla="*/ 73628 h 345090"/>
              <a:gd name="connsiteX83" fmla="*/ 129382 w 348780"/>
              <a:gd name="connsiteY83" fmla="*/ 71152 h 345090"/>
              <a:gd name="connsiteX84" fmla="*/ 167134 w 348780"/>
              <a:gd name="connsiteY84" fmla="*/ 16097 h 345090"/>
              <a:gd name="connsiteX85" fmla="*/ 323075 w 348780"/>
              <a:gd name="connsiteY85" fmla="*/ 131064 h 345090"/>
              <a:gd name="connsiteX86" fmla="*/ 327913 w 348780"/>
              <a:gd name="connsiteY86" fmla="*/ 164116 h 345090"/>
              <a:gd name="connsiteX87" fmla="*/ 327913 w 348780"/>
              <a:gd name="connsiteY87" fmla="*/ 165354 h 345090"/>
              <a:gd name="connsiteX88" fmla="*/ 249942 w 348780"/>
              <a:gd name="connsiteY88" fmla="*/ 165354 h 345090"/>
              <a:gd name="connsiteX89" fmla="*/ 249942 w 348780"/>
              <a:gd name="connsiteY89" fmla="*/ 164116 h 345090"/>
              <a:gd name="connsiteX90" fmla="*/ 237801 w 348780"/>
              <a:gd name="connsiteY90" fmla="*/ 90678 h 345090"/>
              <a:gd name="connsiteX91" fmla="*/ 237801 w 348780"/>
              <a:gd name="connsiteY91" fmla="*/ 88201 h 345090"/>
              <a:gd name="connsiteX92" fmla="*/ 253642 w 348780"/>
              <a:gd name="connsiteY92" fmla="*/ 88201 h 345090"/>
              <a:gd name="connsiteX93" fmla="*/ 253642 w 348780"/>
              <a:gd name="connsiteY93" fmla="*/ 73533 h 345090"/>
              <a:gd name="connsiteX94" fmla="*/ 231730 w 348780"/>
              <a:gd name="connsiteY94" fmla="*/ 73533 h 345090"/>
              <a:gd name="connsiteX95" fmla="*/ 230497 w 348780"/>
              <a:gd name="connsiteY95" fmla="*/ 72295 h 345090"/>
              <a:gd name="connsiteX96" fmla="*/ 200049 w 348780"/>
              <a:gd name="connsiteY96" fmla="*/ 20860 h 345090"/>
              <a:gd name="connsiteX97" fmla="*/ 196349 w 348780"/>
              <a:gd name="connsiteY97" fmla="*/ 17145 h 345090"/>
              <a:gd name="connsiteX98" fmla="*/ 201187 w 348780"/>
              <a:gd name="connsiteY98" fmla="*/ 18383 h 345090"/>
              <a:gd name="connsiteX99" fmla="*/ 264550 w 348780"/>
              <a:gd name="connsiteY99" fmla="*/ 46577 h 345090"/>
              <a:gd name="connsiteX100" fmla="*/ 276691 w 348780"/>
              <a:gd name="connsiteY100" fmla="*/ 35528 h 345090"/>
              <a:gd name="connsiteX101" fmla="*/ 171877 w 348780"/>
              <a:gd name="connsiteY101" fmla="*/ 0 h 345090"/>
              <a:gd name="connsiteX102" fmla="*/ 164573 w 348780"/>
              <a:gd name="connsiteY102" fmla="*/ 0 h 345090"/>
              <a:gd name="connsiteX103" fmla="*/ 0 w 348780"/>
              <a:gd name="connsiteY103" fmla="*/ 168878 h 345090"/>
              <a:gd name="connsiteX104" fmla="*/ 162107 w 348780"/>
              <a:gd name="connsiteY104" fmla="*/ 345091 h 345090"/>
              <a:gd name="connsiteX105" fmla="*/ 180414 w 348780"/>
              <a:gd name="connsiteY105" fmla="*/ 345091 h 345090"/>
              <a:gd name="connsiteX106" fmla="*/ 343754 w 348780"/>
              <a:gd name="connsiteY106" fmla="*/ 172498 h 345090"/>
              <a:gd name="connsiteX107" fmla="*/ 336450 w 348780"/>
              <a:gd name="connsiteY107" fmla="*/ 124778 h 345090"/>
              <a:gd name="connsiteX108" fmla="*/ 323075 w 348780"/>
              <a:gd name="connsiteY108" fmla="*/ 130874 h 345090"/>
              <a:gd name="connsiteX109" fmla="*/ 101495 w 348780"/>
              <a:gd name="connsiteY109" fmla="*/ 188214 h 345090"/>
              <a:gd name="connsiteX110" fmla="*/ 85654 w 348780"/>
              <a:gd name="connsiteY110" fmla="*/ 172307 h 345090"/>
              <a:gd name="connsiteX111" fmla="*/ 101495 w 348780"/>
              <a:gd name="connsiteY111" fmla="*/ 156401 h 345090"/>
              <a:gd name="connsiteX112" fmla="*/ 117335 w 348780"/>
              <a:gd name="connsiteY112" fmla="*/ 172307 h 345090"/>
              <a:gd name="connsiteX113" fmla="*/ 101495 w 348780"/>
              <a:gd name="connsiteY113" fmla="*/ 188214 h 345090"/>
              <a:gd name="connsiteX114" fmla="*/ 101495 w 348780"/>
              <a:gd name="connsiteY114" fmla="*/ 141637 h 345090"/>
              <a:gd name="connsiteX115" fmla="*/ 71046 w 348780"/>
              <a:gd name="connsiteY115" fmla="*/ 172212 h 345090"/>
              <a:gd name="connsiteX116" fmla="*/ 101495 w 348780"/>
              <a:gd name="connsiteY116" fmla="*/ 202787 h 345090"/>
              <a:gd name="connsiteX117" fmla="*/ 131943 w 348780"/>
              <a:gd name="connsiteY117" fmla="*/ 172212 h 345090"/>
              <a:gd name="connsiteX118" fmla="*/ 101495 w 348780"/>
              <a:gd name="connsiteY118" fmla="*/ 141637 h 345090"/>
              <a:gd name="connsiteX119" fmla="*/ 226703 w 348780"/>
              <a:gd name="connsiteY119" fmla="*/ 264319 h 345090"/>
              <a:gd name="connsiteX120" fmla="*/ 210862 w 348780"/>
              <a:gd name="connsiteY120" fmla="*/ 248412 h 345090"/>
              <a:gd name="connsiteX121" fmla="*/ 226703 w 348780"/>
              <a:gd name="connsiteY121" fmla="*/ 232505 h 345090"/>
              <a:gd name="connsiteX122" fmla="*/ 242544 w 348780"/>
              <a:gd name="connsiteY122" fmla="*/ 248412 h 345090"/>
              <a:gd name="connsiteX123" fmla="*/ 226703 w 348780"/>
              <a:gd name="connsiteY123" fmla="*/ 264319 h 345090"/>
              <a:gd name="connsiteX124" fmla="*/ 226703 w 348780"/>
              <a:gd name="connsiteY124" fmla="*/ 217837 h 345090"/>
              <a:gd name="connsiteX125" fmla="*/ 196255 w 348780"/>
              <a:gd name="connsiteY125" fmla="*/ 248412 h 345090"/>
              <a:gd name="connsiteX126" fmla="*/ 226703 w 348780"/>
              <a:gd name="connsiteY126" fmla="*/ 278987 h 345090"/>
              <a:gd name="connsiteX127" fmla="*/ 257151 w 348780"/>
              <a:gd name="connsiteY127" fmla="*/ 248412 h 345090"/>
              <a:gd name="connsiteX128" fmla="*/ 226703 w 348780"/>
              <a:gd name="connsiteY128" fmla="*/ 217837 h 345090"/>
              <a:gd name="connsiteX129" fmla="*/ 307329 w 348780"/>
              <a:gd name="connsiteY129" fmla="*/ 52864 h 345090"/>
              <a:gd name="connsiteX130" fmla="*/ 334173 w 348780"/>
              <a:gd name="connsiteY130" fmla="*/ 79820 h 345090"/>
              <a:gd name="connsiteX131" fmla="*/ 307329 w 348780"/>
              <a:gd name="connsiteY131" fmla="*/ 107918 h 345090"/>
              <a:gd name="connsiteX132" fmla="*/ 279347 w 348780"/>
              <a:gd name="connsiteY132" fmla="*/ 79820 h 345090"/>
              <a:gd name="connsiteX133" fmla="*/ 307329 w 348780"/>
              <a:gd name="connsiteY133" fmla="*/ 52864 h 345090"/>
              <a:gd name="connsiteX134" fmla="*/ 307329 w 348780"/>
              <a:gd name="connsiteY134" fmla="*/ 122587 h 345090"/>
              <a:gd name="connsiteX135" fmla="*/ 348781 w 348780"/>
              <a:gd name="connsiteY135" fmla="*/ 79724 h 345090"/>
              <a:gd name="connsiteX136" fmla="*/ 307329 w 348780"/>
              <a:gd name="connsiteY136" fmla="*/ 38100 h 345090"/>
              <a:gd name="connsiteX137" fmla="*/ 264645 w 348780"/>
              <a:gd name="connsiteY137" fmla="*/ 79724 h 345090"/>
              <a:gd name="connsiteX138" fmla="*/ 307329 w 348780"/>
              <a:gd name="connsiteY138" fmla="*/ 122587 h 34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348780" h="345090">
                <a:moveTo>
                  <a:pt x="327913" y="182499"/>
                </a:moveTo>
                <a:cubicBezTo>
                  <a:pt x="326680" y="200882"/>
                  <a:pt x="321842" y="220409"/>
                  <a:pt x="314538" y="237553"/>
                </a:cubicBezTo>
                <a:lnTo>
                  <a:pt x="313305" y="238792"/>
                </a:lnTo>
                <a:lnTo>
                  <a:pt x="268249" y="238792"/>
                </a:lnTo>
                <a:cubicBezTo>
                  <a:pt x="268249" y="242507"/>
                  <a:pt x="269482" y="244888"/>
                  <a:pt x="269482" y="248603"/>
                </a:cubicBezTo>
                <a:lnTo>
                  <a:pt x="269482" y="253460"/>
                </a:lnTo>
                <a:lnTo>
                  <a:pt x="306002" y="253460"/>
                </a:lnTo>
                <a:lnTo>
                  <a:pt x="303535" y="255937"/>
                </a:lnTo>
                <a:cubicBezTo>
                  <a:pt x="280391" y="293846"/>
                  <a:pt x="241405" y="320802"/>
                  <a:pt x="198721" y="328136"/>
                </a:cubicBezTo>
                <a:lnTo>
                  <a:pt x="195021" y="328136"/>
                </a:lnTo>
                <a:lnTo>
                  <a:pt x="196255" y="325660"/>
                </a:lnTo>
                <a:cubicBezTo>
                  <a:pt x="204791" y="313468"/>
                  <a:pt x="212095" y="301181"/>
                  <a:pt x="218166" y="290132"/>
                </a:cubicBezTo>
                <a:cubicBezTo>
                  <a:pt x="213328" y="288893"/>
                  <a:pt x="208396" y="286417"/>
                  <a:pt x="203558" y="284036"/>
                </a:cubicBezTo>
                <a:cubicBezTo>
                  <a:pt x="196255" y="298704"/>
                  <a:pt x="186485" y="314611"/>
                  <a:pt x="175481" y="329279"/>
                </a:cubicBezTo>
                <a:lnTo>
                  <a:pt x="174248" y="330518"/>
                </a:lnTo>
                <a:lnTo>
                  <a:pt x="168178" y="330518"/>
                </a:lnTo>
                <a:lnTo>
                  <a:pt x="168178" y="329279"/>
                </a:lnTo>
                <a:cubicBezTo>
                  <a:pt x="149871" y="304800"/>
                  <a:pt x="136496" y="280321"/>
                  <a:pt x="125493" y="255841"/>
                </a:cubicBezTo>
                <a:lnTo>
                  <a:pt x="125493" y="253365"/>
                </a:lnTo>
                <a:lnTo>
                  <a:pt x="185251" y="253365"/>
                </a:lnTo>
                <a:lnTo>
                  <a:pt x="185251" y="248507"/>
                </a:lnTo>
                <a:cubicBezTo>
                  <a:pt x="185251" y="244793"/>
                  <a:pt x="185251" y="242411"/>
                  <a:pt x="186485" y="238697"/>
                </a:cubicBezTo>
                <a:lnTo>
                  <a:pt x="119422" y="238697"/>
                </a:lnTo>
                <a:lnTo>
                  <a:pt x="119422" y="237458"/>
                </a:lnTo>
                <a:cubicBezTo>
                  <a:pt x="116956" y="228886"/>
                  <a:pt x="114585" y="221551"/>
                  <a:pt x="113351" y="212979"/>
                </a:cubicBezTo>
                <a:cubicBezTo>
                  <a:pt x="108514" y="214217"/>
                  <a:pt x="104815" y="214217"/>
                  <a:pt x="101210" y="214217"/>
                </a:cubicBezTo>
                <a:lnTo>
                  <a:pt x="97511" y="214217"/>
                </a:lnTo>
                <a:cubicBezTo>
                  <a:pt x="99977" y="221551"/>
                  <a:pt x="101210" y="228886"/>
                  <a:pt x="103581" y="236220"/>
                </a:cubicBezTo>
                <a:lnTo>
                  <a:pt x="103581" y="238697"/>
                </a:lnTo>
                <a:lnTo>
                  <a:pt x="30448" y="238697"/>
                </a:lnTo>
                <a:lnTo>
                  <a:pt x="29215" y="237458"/>
                </a:lnTo>
                <a:cubicBezTo>
                  <a:pt x="21911" y="220313"/>
                  <a:pt x="17074" y="201930"/>
                  <a:pt x="14608" y="182404"/>
                </a:cubicBezTo>
                <a:lnTo>
                  <a:pt x="14608" y="179927"/>
                </a:lnTo>
                <a:lnTo>
                  <a:pt x="59664" y="179927"/>
                </a:lnTo>
                <a:cubicBezTo>
                  <a:pt x="59664" y="177451"/>
                  <a:pt x="58431" y="175070"/>
                  <a:pt x="58431" y="172593"/>
                </a:cubicBezTo>
                <a:cubicBezTo>
                  <a:pt x="58431" y="170116"/>
                  <a:pt x="59664" y="167735"/>
                  <a:pt x="59664" y="165259"/>
                </a:cubicBezTo>
                <a:lnTo>
                  <a:pt x="14608" y="165259"/>
                </a:lnTo>
                <a:lnTo>
                  <a:pt x="14608" y="164020"/>
                </a:lnTo>
                <a:cubicBezTo>
                  <a:pt x="15841" y="137065"/>
                  <a:pt x="23145" y="111443"/>
                  <a:pt x="36519" y="89345"/>
                </a:cubicBezTo>
                <a:lnTo>
                  <a:pt x="36519" y="88106"/>
                </a:lnTo>
                <a:lnTo>
                  <a:pt x="105953" y="88106"/>
                </a:lnTo>
                <a:lnTo>
                  <a:pt x="104720" y="90583"/>
                </a:lnTo>
                <a:cubicBezTo>
                  <a:pt x="101020" y="104013"/>
                  <a:pt x="97416" y="117539"/>
                  <a:pt x="94950" y="130969"/>
                </a:cubicBezTo>
                <a:lnTo>
                  <a:pt x="109557" y="130969"/>
                </a:lnTo>
                <a:cubicBezTo>
                  <a:pt x="112023" y="117539"/>
                  <a:pt x="115628" y="102775"/>
                  <a:pt x="121699" y="89345"/>
                </a:cubicBezTo>
                <a:lnTo>
                  <a:pt x="121699" y="88106"/>
                </a:lnTo>
                <a:lnTo>
                  <a:pt x="220442" y="88106"/>
                </a:lnTo>
                <a:lnTo>
                  <a:pt x="221676" y="89345"/>
                </a:lnTo>
                <a:cubicBezTo>
                  <a:pt x="230213" y="113824"/>
                  <a:pt x="235050" y="138303"/>
                  <a:pt x="235050" y="164020"/>
                </a:cubicBezTo>
                <a:lnTo>
                  <a:pt x="235050" y="165259"/>
                </a:lnTo>
                <a:lnTo>
                  <a:pt x="142377" y="165259"/>
                </a:lnTo>
                <a:lnTo>
                  <a:pt x="142377" y="179927"/>
                </a:lnTo>
                <a:lnTo>
                  <a:pt x="235050" y="179927"/>
                </a:lnTo>
                <a:lnTo>
                  <a:pt x="235050" y="182404"/>
                </a:lnTo>
                <a:cubicBezTo>
                  <a:pt x="233817" y="189738"/>
                  <a:pt x="232584" y="198311"/>
                  <a:pt x="231351" y="206883"/>
                </a:cubicBezTo>
                <a:cubicBezTo>
                  <a:pt x="236188" y="206883"/>
                  <a:pt x="241121" y="208121"/>
                  <a:pt x="245958" y="210598"/>
                </a:cubicBezTo>
                <a:cubicBezTo>
                  <a:pt x="247192" y="200787"/>
                  <a:pt x="248425" y="190976"/>
                  <a:pt x="249658" y="182404"/>
                </a:cubicBezTo>
                <a:lnTo>
                  <a:pt x="249658" y="179927"/>
                </a:lnTo>
                <a:lnTo>
                  <a:pt x="327628" y="179927"/>
                </a:lnTo>
                <a:lnTo>
                  <a:pt x="327628" y="182404"/>
                </a:lnTo>
                <a:close/>
                <a:moveTo>
                  <a:pt x="145128" y="328136"/>
                </a:moveTo>
                <a:cubicBezTo>
                  <a:pt x="101210" y="320802"/>
                  <a:pt x="63458" y="293846"/>
                  <a:pt x="39080" y="255937"/>
                </a:cubicBezTo>
                <a:lnTo>
                  <a:pt x="37847" y="253460"/>
                </a:lnTo>
                <a:lnTo>
                  <a:pt x="109747" y="253460"/>
                </a:lnTo>
                <a:lnTo>
                  <a:pt x="109747" y="254699"/>
                </a:lnTo>
                <a:cubicBezTo>
                  <a:pt x="118284" y="279178"/>
                  <a:pt x="130425" y="302419"/>
                  <a:pt x="146266" y="325660"/>
                </a:cubicBezTo>
                <a:lnTo>
                  <a:pt x="148732" y="328136"/>
                </a:lnTo>
                <a:lnTo>
                  <a:pt x="145033" y="328136"/>
                </a:lnTo>
                <a:close/>
                <a:moveTo>
                  <a:pt x="50083" y="71152"/>
                </a:moveTo>
                <a:cubicBezTo>
                  <a:pt x="73228" y="42958"/>
                  <a:pt x="106143" y="24670"/>
                  <a:pt x="142756" y="18574"/>
                </a:cubicBezTo>
                <a:lnTo>
                  <a:pt x="146456" y="17335"/>
                </a:lnTo>
                <a:lnTo>
                  <a:pt x="143990" y="21050"/>
                </a:lnTo>
                <a:cubicBezTo>
                  <a:pt x="130615" y="36957"/>
                  <a:pt x="120845" y="54102"/>
                  <a:pt x="112308" y="72485"/>
                </a:cubicBezTo>
                <a:lnTo>
                  <a:pt x="112308" y="73724"/>
                </a:lnTo>
                <a:lnTo>
                  <a:pt x="47712" y="73724"/>
                </a:lnTo>
                <a:lnTo>
                  <a:pt x="50178" y="71247"/>
                </a:lnTo>
                <a:close/>
                <a:moveTo>
                  <a:pt x="167039" y="16097"/>
                </a:moveTo>
                <a:lnTo>
                  <a:pt x="169506" y="16097"/>
                </a:lnTo>
                <a:cubicBezTo>
                  <a:pt x="170739" y="14859"/>
                  <a:pt x="171972" y="14859"/>
                  <a:pt x="173205" y="16097"/>
                </a:cubicBezTo>
                <a:lnTo>
                  <a:pt x="175671" y="16097"/>
                </a:lnTo>
                <a:cubicBezTo>
                  <a:pt x="191512" y="33242"/>
                  <a:pt x="203748" y="51626"/>
                  <a:pt x="213423" y="71152"/>
                </a:cubicBezTo>
                <a:lnTo>
                  <a:pt x="214656" y="73628"/>
                </a:lnTo>
                <a:lnTo>
                  <a:pt x="128149" y="73628"/>
                </a:lnTo>
                <a:lnTo>
                  <a:pt x="129382" y="71152"/>
                </a:lnTo>
                <a:cubicBezTo>
                  <a:pt x="139152" y="51530"/>
                  <a:pt x="152526" y="33242"/>
                  <a:pt x="167134" y="16097"/>
                </a:cubicBezTo>
                <a:close/>
                <a:moveTo>
                  <a:pt x="323075" y="131064"/>
                </a:moveTo>
                <a:cubicBezTo>
                  <a:pt x="325542" y="142113"/>
                  <a:pt x="327913" y="153067"/>
                  <a:pt x="327913" y="164116"/>
                </a:cubicBezTo>
                <a:lnTo>
                  <a:pt x="327913" y="165354"/>
                </a:lnTo>
                <a:lnTo>
                  <a:pt x="249942" y="165354"/>
                </a:lnTo>
                <a:lnTo>
                  <a:pt x="249942" y="164116"/>
                </a:lnTo>
                <a:cubicBezTo>
                  <a:pt x="249942" y="138398"/>
                  <a:pt x="246243" y="113919"/>
                  <a:pt x="237801" y="90678"/>
                </a:cubicBezTo>
                <a:lnTo>
                  <a:pt x="237801" y="88201"/>
                </a:lnTo>
                <a:lnTo>
                  <a:pt x="253642" y="88201"/>
                </a:lnTo>
                <a:lnTo>
                  <a:pt x="253642" y="73533"/>
                </a:lnTo>
                <a:lnTo>
                  <a:pt x="231730" y="73533"/>
                </a:lnTo>
                <a:lnTo>
                  <a:pt x="230497" y="72295"/>
                </a:lnTo>
                <a:cubicBezTo>
                  <a:pt x="223193" y="53912"/>
                  <a:pt x="212190" y="36767"/>
                  <a:pt x="200049" y="20860"/>
                </a:cubicBezTo>
                <a:lnTo>
                  <a:pt x="196349" y="17145"/>
                </a:lnTo>
                <a:lnTo>
                  <a:pt x="201187" y="18383"/>
                </a:lnTo>
                <a:cubicBezTo>
                  <a:pt x="224332" y="22098"/>
                  <a:pt x="246243" y="31814"/>
                  <a:pt x="264550" y="46577"/>
                </a:cubicBezTo>
                <a:cubicBezTo>
                  <a:pt x="268249" y="42863"/>
                  <a:pt x="271854" y="39243"/>
                  <a:pt x="276691" y="35528"/>
                </a:cubicBezTo>
                <a:cubicBezTo>
                  <a:pt x="247476" y="13526"/>
                  <a:pt x="210862" y="0"/>
                  <a:pt x="171877" y="0"/>
                </a:cubicBezTo>
                <a:lnTo>
                  <a:pt x="164573" y="0"/>
                </a:lnTo>
                <a:cubicBezTo>
                  <a:pt x="70762" y="3715"/>
                  <a:pt x="0" y="77057"/>
                  <a:pt x="0" y="168878"/>
                </a:cubicBezTo>
                <a:cubicBezTo>
                  <a:pt x="0" y="260699"/>
                  <a:pt x="70667" y="340233"/>
                  <a:pt x="162107" y="345091"/>
                </a:cubicBezTo>
                <a:lnTo>
                  <a:pt x="180414" y="345091"/>
                </a:lnTo>
                <a:cubicBezTo>
                  <a:pt x="271854" y="340233"/>
                  <a:pt x="343754" y="264319"/>
                  <a:pt x="343754" y="172498"/>
                </a:cubicBezTo>
                <a:cubicBezTo>
                  <a:pt x="343754" y="155353"/>
                  <a:pt x="341288" y="139446"/>
                  <a:pt x="336450" y="124778"/>
                </a:cubicBezTo>
                <a:cubicBezTo>
                  <a:pt x="332751" y="127254"/>
                  <a:pt x="327913" y="129635"/>
                  <a:pt x="323075" y="130874"/>
                </a:cubicBezTo>
                <a:close/>
                <a:moveTo>
                  <a:pt x="101495" y="188214"/>
                </a:moveTo>
                <a:cubicBezTo>
                  <a:pt x="92958" y="188214"/>
                  <a:pt x="85654" y="180880"/>
                  <a:pt x="85654" y="172307"/>
                </a:cubicBezTo>
                <a:cubicBezTo>
                  <a:pt x="85654" y="163735"/>
                  <a:pt x="92958" y="156401"/>
                  <a:pt x="101495" y="156401"/>
                </a:cubicBezTo>
                <a:cubicBezTo>
                  <a:pt x="110032" y="156401"/>
                  <a:pt x="117335" y="163735"/>
                  <a:pt x="117335" y="172307"/>
                </a:cubicBezTo>
                <a:cubicBezTo>
                  <a:pt x="117335" y="180880"/>
                  <a:pt x="110032" y="188214"/>
                  <a:pt x="101495" y="188214"/>
                </a:cubicBezTo>
                <a:close/>
                <a:moveTo>
                  <a:pt x="101495" y="141637"/>
                </a:moveTo>
                <a:cubicBezTo>
                  <a:pt x="84421" y="141637"/>
                  <a:pt x="71046" y="155067"/>
                  <a:pt x="71046" y="172212"/>
                </a:cubicBezTo>
                <a:cubicBezTo>
                  <a:pt x="71046" y="189357"/>
                  <a:pt x="84421" y="202787"/>
                  <a:pt x="101495" y="202787"/>
                </a:cubicBezTo>
                <a:cubicBezTo>
                  <a:pt x="118568" y="202787"/>
                  <a:pt x="131943" y="189357"/>
                  <a:pt x="131943" y="172212"/>
                </a:cubicBezTo>
                <a:cubicBezTo>
                  <a:pt x="131943" y="155067"/>
                  <a:pt x="118568" y="141637"/>
                  <a:pt x="101495" y="141637"/>
                </a:cubicBezTo>
                <a:close/>
                <a:moveTo>
                  <a:pt x="226703" y="264319"/>
                </a:moveTo>
                <a:cubicBezTo>
                  <a:pt x="218166" y="264319"/>
                  <a:pt x="210862" y="256985"/>
                  <a:pt x="210862" y="248412"/>
                </a:cubicBezTo>
                <a:cubicBezTo>
                  <a:pt x="210862" y="239839"/>
                  <a:pt x="218166" y="232505"/>
                  <a:pt x="226703" y="232505"/>
                </a:cubicBezTo>
                <a:cubicBezTo>
                  <a:pt x="236473" y="232505"/>
                  <a:pt x="242544" y="239839"/>
                  <a:pt x="242544" y="248412"/>
                </a:cubicBezTo>
                <a:cubicBezTo>
                  <a:pt x="242544" y="256985"/>
                  <a:pt x="236473" y="264319"/>
                  <a:pt x="226703" y="264319"/>
                </a:cubicBezTo>
                <a:close/>
                <a:moveTo>
                  <a:pt x="226703" y="217837"/>
                </a:moveTo>
                <a:cubicBezTo>
                  <a:pt x="210862" y="217837"/>
                  <a:pt x="196255" y="231267"/>
                  <a:pt x="196255" y="248412"/>
                </a:cubicBezTo>
                <a:cubicBezTo>
                  <a:pt x="196255" y="265557"/>
                  <a:pt x="210862" y="278987"/>
                  <a:pt x="226703" y="278987"/>
                </a:cubicBezTo>
                <a:cubicBezTo>
                  <a:pt x="243777" y="278987"/>
                  <a:pt x="257151" y="265557"/>
                  <a:pt x="257151" y="248412"/>
                </a:cubicBezTo>
                <a:cubicBezTo>
                  <a:pt x="257151" y="231267"/>
                  <a:pt x="243777" y="217837"/>
                  <a:pt x="226703" y="217837"/>
                </a:cubicBezTo>
                <a:close/>
                <a:moveTo>
                  <a:pt x="307329" y="52864"/>
                </a:moveTo>
                <a:cubicBezTo>
                  <a:pt x="321937" y="52864"/>
                  <a:pt x="334173" y="65056"/>
                  <a:pt x="334173" y="79820"/>
                </a:cubicBezTo>
                <a:cubicBezTo>
                  <a:pt x="334173" y="95726"/>
                  <a:pt x="322032" y="107918"/>
                  <a:pt x="307329" y="107918"/>
                </a:cubicBezTo>
                <a:cubicBezTo>
                  <a:pt x="291489" y="107918"/>
                  <a:pt x="279347" y="95726"/>
                  <a:pt x="279347" y="79820"/>
                </a:cubicBezTo>
                <a:cubicBezTo>
                  <a:pt x="279347" y="65151"/>
                  <a:pt x="291489" y="52864"/>
                  <a:pt x="307329" y="52864"/>
                </a:cubicBezTo>
                <a:close/>
                <a:moveTo>
                  <a:pt x="307329" y="122587"/>
                </a:moveTo>
                <a:cubicBezTo>
                  <a:pt x="330474" y="122587"/>
                  <a:pt x="348781" y="102965"/>
                  <a:pt x="348781" y="79724"/>
                </a:cubicBezTo>
                <a:cubicBezTo>
                  <a:pt x="348781" y="56483"/>
                  <a:pt x="330474" y="38100"/>
                  <a:pt x="307329" y="38100"/>
                </a:cubicBezTo>
                <a:cubicBezTo>
                  <a:pt x="284185" y="38100"/>
                  <a:pt x="264645" y="56483"/>
                  <a:pt x="264645" y="79724"/>
                </a:cubicBezTo>
                <a:cubicBezTo>
                  <a:pt x="264645" y="102965"/>
                  <a:pt x="284185" y="122587"/>
                  <a:pt x="307329" y="12258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0" name="Graphic 246">
            <a:extLst>
              <a:ext uri="{FF2B5EF4-FFF2-40B4-BE49-F238E27FC236}">
                <a16:creationId xmlns:a16="http://schemas.microsoft.com/office/drawing/2014/main" id="{28104C55-A3EE-C2F1-CF12-614EAE499C3B}"/>
              </a:ext>
            </a:extLst>
          </p:cNvPr>
          <p:cNvSpPr/>
          <p:nvPr/>
        </p:nvSpPr>
        <p:spPr>
          <a:xfrm>
            <a:off x="2202544" y="5518224"/>
            <a:ext cx="464656" cy="459740"/>
          </a:xfrm>
          <a:custGeom>
            <a:avLst/>
            <a:gdLst>
              <a:gd name="connsiteX0" fmla="*/ 327913 w 348780"/>
              <a:gd name="connsiteY0" fmla="*/ 182499 h 345090"/>
              <a:gd name="connsiteX1" fmla="*/ 314538 w 348780"/>
              <a:gd name="connsiteY1" fmla="*/ 237553 h 345090"/>
              <a:gd name="connsiteX2" fmla="*/ 313305 w 348780"/>
              <a:gd name="connsiteY2" fmla="*/ 238792 h 345090"/>
              <a:gd name="connsiteX3" fmla="*/ 268249 w 348780"/>
              <a:gd name="connsiteY3" fmla="*/ 238792 h 345090"/>
              <a:gd name="connsiteX4" fmla="*/ 269482 w 348780"/>
              <a:gd name="connsiteY4" fmla="*/ 248603 h 345090"/>
              <a:gd name="connsiteX5" fmla="*/ 269482 w 348780"/>
              <a:gd name="connsiteY5" fmla="*/ 253460 h 345090"/>
              <a:gd name="connsiteX6" fmla="*/ 306002 w 348780"/>
              <a:gd name="connsiteY6" fmla="*/ 253460 h 345090"/>
              <a:gd name="connsiteX7" fmla="*/ 303535 w 348780"/>
              <a:gd name="connsiteY7" fmla="*/ 255937 h 345090"/>
              <a:gd name="connsiteX8" fmla="*/ 198721 w 348780"/>
              <a:gd name="connsiteY8" fmla="*/ 328136 h 345090"/>
              <a:gd name="connsiteX9" fmla="*/ 195021 w 348780"/>
              <a:gd name="connsiteY9" fmla="*/ 328136 h 345090"/>
              <a:gd name="connsiteX10" fmla="*/ 196255 w 348780"/>
              <a:gd name="connsiteY10" fmla="*/ 325660 h 345090"/>
              <a:gd name="connsiteX11" fmla="*/ 218166 w 348780"/>
              <a:gd name="connsiteY11" fmla="*/ 290132 h 345090"/>
              <a:gd name="connsiteX12" fmla="*/ 203558 w 348780"/>
              <a:gd name="connsiteY12" fmla="*/ 284036 h 345090"/>
              <a:gd name="connsiteX13" fmla="*/ 175481 w 348780"/>
              <a:gd name="connsiteY13" fmla="*/ 329279 h 345090"/>
              <a:gd name="connsiteX14" fmla="*/ 174248 w 348780"/>
              <a:gd name="connsiteY14" fmla="*/ 330518 h 345090"/>
              <a:gd name="connsiteX15" fmla="*/ 168178 w 348780"/>
              <a:gd name="connsiteY15" fmla="*/ 330518 h 345090"/>
              <a:gd name="connsiteX16" fmla="*/ 168178 w 348780"/>
              <a:gd name="connsiteY16" fmla="*/ 329279 h 345090"/>
              <a:gd name="connsiteX17" fmla="*/ 125493 w 348780"/>
              <a:gd name="connsiteY17" fmla="*/ 255841 h 345090"/>
              <a:gd name="connsiteX18" fmla="*/ 125493 w 348780"/>
              <a:gd name="connsiteY18" fmla="*/ 253365 h 345090"/>
              <a:gd name="connsiteX19" fmla="*/ 185251 w 348780"/>
              <a:gd name="connsiteY19" fmla="*/ 253365 h 345090"/>
              <a:gd name="connsiteX20" fmla="*/ 185251 w 348780"/>
              <a:gd name="connsiteY20" fmla="*/ 248507 h 345090"/>
              <a:gd name="connsiteX21" fmla="*/ 186485 w 348780"/>
              <a:gd name="connsiteY21" fmla="*/ 238697 h 345090"/>
              <a:gd name="connsiteX22" fmla="*/ 119422 w 348780"/>
              <a:gd name="connsiteY22" fmla="*/ 238697 h 345090"/>
              <a:gd name="connsiteX23" fmla="*/ 119422 w 348780"/>
              <a:gd name="connsiteY23" fmla="*/ 237458 h 345090"/>
              <a:gd name="connsiteX24" fmla="*/ 113351 w 348780"/>
              <a:gd name="connsiteY24" fmla="*/ 212979 h 345090"/>
              <a:gd name="connsiteX25" fmla="*/ 101210 w 348780"/>
              <a:gd name="connsiteY25" fmla="*/ 214217 h 345090"/>
              <a:gd name="connsiteX26" fmla="*/ 97511 w 348780"/>
              <a:gd name="connsiteY26" fmla="*/ 214217 h 345090"/>
              <a:gd name="connsiteX27" fmla="*/ 103581 w 348780"/>
              <a:gd name="connsiteY27" fmla="*/ 236220 h 345090"/>
              <a:gd name="connsiteX28" fmla="*/ 103581 w 348780"/>
              <a:gd name="connsiteY28" fmla="*/ 238697 h 345090"/>
              <a:gd name="connsiteX29" fmla="*/ 30448 w 348780"/>
              <a:gd name="connsiteY29" fmla="*/ 238697 h 345090"/>
              <a:gd name="connsiteX30" fmla="*/ 29215 w 348780"/>
              <a:gd name="connsiteY30" fmla="*/ 237458 h 345090"/>
              <a:gd name="connsiteX31" fmla="*/ 14608 w 348780"/>
              <a:gd name="connsiteY31" fmla="*/ 182404 h 345090"/>
              <a:gd name="connsiteX32" fmla="*/ 14608 w 348780"/>
              <a:gd name="connsiteY32" fmla="*/ 179927 h 345090"/>
              <a:gd name="connsiteX33" fmla="*/ 59664 w 348780"/>
              <a:gd name="connsiteY33" fmla="*/ 179927 h 345090"/>
              <a:gd name="connsiteX34" fmla="*/ 58431 w 348780"/>
              <a:gd name="connsiteY34" fmla="*/ 172593 h 345090"/>
              <a:gd name="connsiteX35" fmla="*/ 59664 w 348780"/>
              <a:gd name="connsiteY35" fmla="*/ 165259 h 345090"/>
              <a:gd name="connsiteX36" fmla="*/ 14608 w 348780"/>
              <a:gd name="connsiteY36" fmla="*/ 165259 h 345090"/>
              <a:gd name="connsiteX37" fmla="*/ 14608 w 348780"/>
              <a:gd name="connsiteY37" fmla="*/ 164020 h 345090"/>
              <a:gd name="connsiteX38" fmla="*/ 36519 w 348780"/>
              <a:gd name="connsiteY38" fmla="*/ 89345 h 345090"/>
              <a:gd name="connsiteX39" fmla="*/ 36519 w 348780"/>
              <a:gd name="connsiteY39" fmla="*/ 88106 h 345090"/>
              <a:gd name="connsiteX40" fmla="*/ 105953 w 348780"/>
              <a:gd name="connsiteY40" fmla="*/ 88106 h 345090"/>
              <a:gd name="connsiteX41" fmla="*/ 104720 w 348780"/>
              <a:gd name="connsiteY41" fmla="*/ 90583 h 345090"/>
              <a:gd name="connsiteX42" fmla="*/ 94950 w 348780"/>
              <a:gd name="connsiteY42" fmla="*/ 130969 h 345090"/>
              <a:gd name="connsiteX43" fmla="*/ 109557 w 348780"/>
              <a:gd name="connsiteY43" fmla="*/ 130969 h 345090"/>
              <a:gd name="connsiteX44" fmla="*/ 121699 w 348780"/>
              <a:gd name="connsiteY44" fmla="*/ 89345 h 345090"/>
              <a:gd name="connsiteX45" fmla="*/ 121699 w 348780"/>
              <a:gd name="connsiteY45" fmla="*/ 88106 h 345090"/>
              <a:gd name="connsiteX46" fmla="*/ 220442 w 348780"/>
              <a:gd name="connsiteY46" fmla="*/ 88106 h 345090"/>
              <a:gd name="connsiteX47" fmla="*/ 221676 w 348780"/>
              <a:gd name="connsiteY47" fmla="*/ 89345 h 345090"/>
              <a:gd name="connsiteX48" fmla="*/ 235050 w 348780"/>
              <a:gd name="connsiteY48" fmla="*/ 164020 h 345090"/>
              <a:gd name="connsiteX49" fmla="*/ 235050 w 348780"/>
              <a:gd name="connsiteY49" fmla="*/ 165259 h 345090"/>
              <a:gd name="connsiteX50" fmla="*/ 142377 w 348780"/>
              <a:gd name="connsiteY50" fmla="*/ 165259 h 345090"/>
              <a:gd name="connsiteX51" fmla="*/ 142377 w 348780"/>
              <a:gd name="connsiteY51" fmla="*/ 179927 h 345090"/>
              <a:gd name="connsiteX52" fmla="*/ 235050 w 348780"/>
              <a:gd name="connsiteY52" fmla="*/ 179927 h 345090"/>
              <a:gd name="connsiteX53" fmla="*/ 235050 w 348780"/>
              <a:gd name="connsiteY53" fmla="*/ 182404 h 345090"/>
              <a:gd name="connsiteX54" fmla="*/ 231351 w 348780"/>
              <a:gd name="connsiteY54" fmla="*/ 206883 h 345090"/>
              <a:gd name="connsiteX55" fmla="*/ 245958 w 348780"/>
              <a:gd name="connsiteY55" fmla="*/ 210598 h 345090"/>
              <a:gd name="connsiteX56" fmla="*/ 249658 w 348780"/>
              <a:gd name="connsiteY56" fmla="*/ 182404 h 345090"/>
              <a:gd name="connsiteX57" fmla="*/ 249658 w 348780"/>
              <a:gd name="connsiteY57" fmla="*/ 179927 h 345090"/>
              <a:gd name="connsiteX58" fmla="*/ 327628 w 348780"/>
              <a:gd name="connsiteY58" fmla="*/ 179927 h 345090"/>
              <a:gd name="connsiteX59" fmla="*/ 327628 w 348780"/>
              <a:gd name="connsiteY59" fmla="*/ 182404 h 345090"/>
              <a:gd name="connsiteX60" fmla="*/ 145128 w 348780"/>
              <a:gd name="connsiteY60" fmla="*/ 328136 h 345090"/>
              <a:gd name="connsiteX61" fmla="*/ 39080 w 348780"/>
              <a:gd name="connsiteY61" fmla="*/ 255937 h 345090"/>
              <a:gd name="connsiteX62" fmla="*/ 37847 w 348780"/>
              <a:gd name="connsiteY62" fmla="*/ 253460 h 345090"/>
              <a:gd name="connsiteX63" fmla="*/ 109747 w 348780"/>
              <a:gd name="connsiteY63" fmla="*/ 253460 h 345090"/>
              <a:gd name="connsiteX64" fmla="*/ 109747 w 348780"/>
              <a:gd name="connsiteY64" fmla="*/ 254699 h 345090"/>
              <a:gd name="connsiteX65" fmla="*/ 146266 w 348780"/>
              <a:gd name="connsiteY65" fmla="*/ 325660 h 345090"/>
              <a:gd name="connsiteX66" fmla="*/ 148732 w 348780"/>
              <a:gd name="connsiteY66" fmla="*/ 328136 h 345090"/>
              <a:gd name="connsiteX67" fmla="*/ 145033 w 348780"/>
              <a:gd name="connsiteY67" fmla="*/ 328136 h 345090"/>
              <a:gd name="connsiteX68" fmla="*/ 50083 w 348780"/>
              <a:gd name="connsiteY68" fmla="*/ 71152 h 345090"/>
              <a:gd name="connsiteX69" fmla="*/ 142756 w 348780"/>
              <a:gd name="connsiteY69" fmla="*/ 18574 h 345090"/>
              <a:gd name="connsiteX70" fmla="*/ 146456 w 348780"/>
              <a:gd name="connsiteY70" fmla="*/ 17335 h 345090"/>
              <a:gd name="connsiteX71" fmla="*/ 143990 w 348780"/>
              <a:gd name="connsiteY71" fmla="*/ 21050 h 345090"/>
              <a:gd name="connsiteX72" fmla="*/ 112308 w 348780"/>
              <a:gd name="connsiteY72" fmla="*/ 72485 h 345090"/>
              <a:gd name="connsiteX73" fmla="*/ 112308 w 348780"/>
              <a:gd name="connsiteY73" fmla="*/ 73724 h 345090"/>
              <a:gd name="connsiteX74" fmla="*/ 47712 w 348780"/>
              <a:gd name="connsiteY74" fmla="*/ 73724 h 345090"/>
              <a:gd name="connsiteX75" fmla="*/ 50178 w 348780"/>
              <a:gd name="connsiteY75" fmla="*/ 71247 h 345090"/>
              <a:gd name="connsiteX76" fmla="*/ 167039 w 348780"/>
              <a:gd name="connsiteY76" fmla="*/ 16097 h 345090"/>
              <a:gd name="connsiteX77" fmla="*/ 169506 w 348780"/>
              <a:gd name="connsiteY77" fmla="*/ 16097 h 345090"/>
              <a:gd name="connsiteX78" fmla="*/ 173205 w 348780"/>
              <a:gd name="connsiteY78" fmla="*/ 16097 h 345090"/>
              <a:gd name="connsiteX79" fmla="*/ 175671 w 348780"/>
              <a:gd name="connsiteY79" fmla="*/ 16097 h 345090"/>
              <a:gd name="connsiteX80" fmla="*/ 213423 w 348780"/>
              <a:gd name="connsiteY80" fmla="*/ 71152 h 345090"/>
              <a:gd name="connsiteX81" fmla="*/ 214656 w 348780"/>
              <a:gd name="connsiteY81" fmla="*/ 73628 h 345090"/>
              <a:gd name="connsiteX82" fmla="*/ 128149 w 348780"/>
              <a:gd name="connsiteY82" fmla="*/ 73628 h 345090"/>
              <a:gd name="connsiteX83" fmla="*/ 129382 w 348780"/>
              <a:gd name="connsiteY83" fmla="*/ 71152 h 345090"/>
              <a:gd name="connsiteX84" fmla="*/ 167134 w 348780"/>
              <a:gd name="connsiteY84" fmla="*/ 16097 h 345090"/>
              <a:gd name="connsiteX85" fmla="*/ 323075 w 348780"/>
              <a:gd name="connsiteY85" fmla="*/ 131064 h 345090"/>
              <a:gd name="connsiteX86" fmla="*/ 327913 w 348780"/>
              <a:gd name="connsiteY86" fmla="*/ 164116 h 345090"/>
              <a:gd name="connsiteX87" fmla="*/ 327913 w 348780"/>
              <a:gd name="connsiteY87" fmla="*/ 165354 h 345090"/>
              <a:gd name="connsiteX88" fmla="*/ 249942 w 348780"/>
              <a:gd name="connsiteY88" fmla="*/ 165354 h 345090"/>
              <a:gd name="connsiteX89" fmla="*/ 249942 w 348780"/>
              <a:gd name="connsiteY89" fmla="*/ 164116 h 345090"/>
              <a:gd name="connsiteX90" fmla="*/ 237801 w 348780"/>
              <a:gd name="connsiteY90" fmla="*/ 90678 h 345090"/>
              <a:gd name="connsiteX91" fmla="*/ 237801 w 348780"/>
              <a:gd name="connsiteY91" fmla="*/ 88201 h 345090"/>
              <a:gd name="connsiteX92" fmla="*/ 253642 w 348780"/>
              <a:gd name="connsiteY92" fmla="*/ 88201 h 345090"/>
              <a:gd name="connsiteX93" fmla="*/ 253642 w 348780"/>
              <a:gd name="connsiteY93" fmla="*/ 73533 h 345090"/>
              <a:gd name="connsiteX94" fmla="*/ 231730 w 348780"/>
              <a:gd name="connsiteY94" fmla="*/ 73533 h 345090"/>
              <a:gd name="connsiteX95" fmla="*/ 230497 w 348780"/>
              <a:gd name="connsiteY95" fmla="*/ 72295 h 345090"/>
              <a:gd name="connsiteX96" fmla="*/ 200049 w 348780"/>
              <a:gd name="connsiteY96" fmla="*/ 20860 h 345090"/>
              <a:gd name="connsiteX97" fmla="*/ 196349 w 348780"/>
              <a:gd name="connsiteY97" fmla="*/ 17145 h 345090"/>
              <a:gd name="connsiteX98" fmla="*/ 201187 w 348780"/>
              <a:gd name="connsiteY98" fmla="*/ 18383 h 345090"/>
              <a:gd name="connsiteX99" fmla="*/ 264550 w 348780"/>
              <a:gd name="connsiteY99" fmla="*/ 46577 h 345090"/>
              <a:gd name="connsiteX100" fmla="*/ 276691 w 348780"/>
              <a:gd name="connsiteY100" fmla="*/ 35528 h 345090"/>
              <a:gd name="connsiteX101" fmla="*/ 171877 w 348780"/>
              <a:gd name="connsiteY101" fmla="*/ 0 h 345090"/>
              <a:gd name="connsiteX102" fmla="*/ 164573 w 348780"/>
              <a:gd name="connsiteY102" fmla="*/ 0 h 345090"/>
              <a:gd name="connsiteX103" fmla="*/ 0 w 348780"/>
              <a:gd name="connsiteY103" fmla="*/ 168878 h 345090"/>
              <a:gd name="connsiteX104" fmla="*/ 162107 w 348780"/>
              <a:gd name="connsiteY104" fmla="*/ 345091 h 345090"/>
              <a:gd name="connsiteX105" fmla="*/ 180414 w 348780"/>
              <a:gd name="connsiteY105" fmla="*/ 345091 h 345090"/>
              <a:gd name="connsiteX106" fmla="*/ 343754 w 348780"/>
              <a:gd name="connsiteY106" fmla="*/ 172498 h 345090"/>
              <a:gd name="connsiteX107" fmla="*/ 336450 w 348780"/>
              <a:gd name="connsiteY107" fmla="*/ 124778 h 345090"/>
              <a:gd name="connsiteX108" fmla="*/ 323075 w 348780"/>
              <a:gd name="connsiteY108" fmla="*/ 130874 h 345090"/>
              <a:gd name="connsiteX109" fmla="*/ 101495 w 348780"/>
              <a:gd name="connsiteY109" fmla="*/ 188214 h 345090"/>
              <a:gd name="connsiteX110" fmla="*/ 85654 w 348780"/>
              <a:gd name="connsiteY110" fmla="*/ 172307 h 345090"/>
              <a:gd name="connsiteX111" fmla="*/ 101495 w 348780"/>
              <a:gd name="connsiteY111" fmla="*/ 156401 h 345090"/>
              <a:gd name="connsiteX112" fmla="*/ 117335 w 348780"/>
              <a:gd name="connsiteY112" fmla="*/ 172307 h 345090"/>
              <a:gd name="connsiteX113" fmla="*/ 101495 w 348780"/>
              <a:gd name="connsiteY113" fmla="*/ 188214 h 345090"/>
              <a:gd name="connsiteX114" fmla="*/ 101495 w 348780"/>
              <a:gd name="connsiteY114" fmla="*/ 141637 h 345090"/>
              <a:gd name="connsiteX115" fmla="*/ 71046 w 348780"/>
              <a:gd name="connsiteY115" fmla="*/ 172212 h 345090"/>
              <a:gd name="connsiteX116" fmla="*/ 101495 w 348780"/>
              <a:gd name="connsiteY116" fmla="*/ 202787 h 345090"/>
              <a:gd name="connsiteX117" fmla="*/ 131943 w 348780"/>
              <a:gd name="connsiteY117" fmla="*/ 172212 h 345090"/>
              <a:gd name="connsiteX118" fmla="*/ 101495 w 348780"/>
              <a:gd name="connsiteY118" fmla="*/ 141637 h 345090"/>
              <a:gd name="connsiteX119" fmla="*/ 226703 w 348780"/>
              <a:gd name="connsiteY119" fmla="*/ 264319 h 345090"/>
              <a:gd name="connsiteX120" fmla="*/ 210862 w 348780"/>
              <a:gd name="connsiteY120" fmla="*/ 248412 h 345090"/>
              <a:gd name="connsiteX121" fmla="*/ 226703 w 348780"/>
              <a:gd name="connsiteY121" fmla="*/ 232505 h 345090"/>
              <a:gd name="connsiteX122" fmla="*/ 242544 w 348780"/>
              <a:gd name="connsiteY122" fmla="*/ 248412 h 345090"/>
              <a:gd name="connsiteX123" fmla="*/ 226703 w 348780"/>
              <a:gd name="connsiteY123" fmla="*/ 264319 h 345090"/>
              <a:gd name="connsiteX124" fmla="*/ 226703 w 348780"/>
              <a:gd name="connsiteY124" fmla="*/ 217837 h 345090"/>
              <a:gd name="connsiteX125" fmla="*/ 196255 w 348780"/>
              <a:gd name="connsiteY125" fmla="*/ 248412 h 345090"/>
              <a:gd name="connsiteX126" fmla="*/ 226703 w 348780"/>
              <a:gd name="connsiteY126" fmla="*/ 278987 h 345090"/>
              <a:gd name="connsiteX127" fmla="*/ 257151 w 348780"/>
              <a:gd name="connsiteY127" fmla="*/ 248412 h 345090"/>
              <a:gd name="connsiteX128" fmla="*/ 226703 w 348780"/>
              <a:gd name="connsiteY128" fmla="*/ 217837 h 345090"/>
              <a:gd name="connsiteX129" fmla="*/ 307329 w 348780"/>
              <a:gd name="connsiteY129" fmla="*/ 52864 h 345090"/>
              <a:gd name="connsiteX130" fmla="*/ 334173 w 348780"/>
              <a:gd name="connsiteY130" fmla="*/ 79820 h 345090"/>
              <a:gd name="connsiteX131" fmla="*/ 307329 w 348780"/>
              <a:gd name="connsiteY131" fmla="*/ 107918 h 345090"/>
              <a:gd name="connsiteX132" fmla="*/ 279347 w 348780"/>
              <a:gd name="connsiteY132" fmla="*/ 79820 h 345090"/>
              <a:gd name="connsiteX133" fmla="*/ 307329 w 348780"/>
              <a:gd name="connsiteY133" fmla="*/ 52864 h 345090"/>
              <a:gd name="connsiteX134" fmla="*/ 307329 w 348780"/>
              <a:gd name="connsiteY134" fmla="*/ 122587 h 345090"/>
              <a:gd name="connsiteX135" fmla="*/ 348781 w 348780"/>
              <a:gd name="connsiteY135" fmla="*/ 79724 h 345090"/>
              <a:gd name="connsiteX136" fmla="*/ 307329 w 348780"/>
              <a:gd name="connsiteY136" fmla="*/ 38100 h 345090"/>
              <a:gd name="connsiteX137" fmla="*/ 264645 w 348780"/>
              <a:gd name="connsiteY137" fmla="*/ 79724 h 345090"/>
              <a:gd name="connsiteX138" fmla="*/ 307329 w 348780"/>
              <a:gd name="connsiteY138" fmla="*/ 122587 h 34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348780" h="345090">
                <a:moveTo>
                  <a:pt x="327913" y="182499"/>
                </a:moveTo>
                <a:cubicBezTo>
                  <a:pt x="326680" y="200882"/>
                  <a:pt x="321842" y="220409"/>
                  <a:pt x="314538" y="237553"/>
                </a:cubicBezTo>
                <a:lnTo>
                  <a:pt x="313305" y="238792"/>
                </a:lnTo>
                <a:lnTo>
                  <a:pt x="268249" y="238792"/>
                </a:lnTo>
                <a:cubicBezTo>
                  <a:pt x="268249" y="242507"/>
                  <a:pt x="269482" y="244888"/>
                  <a:pt x="269482" y="248603"/>
                </a:cubicBezTo>
                <a:lnTo>
                  <a:pt x="269482" y="253460"/>
                </a:lnTo>
                <a:lnTo>
                  <a:pt x="306002" y="253460"/>
                </a:lnTo>
                <a:lnTo>
                  <a:pt x="303535" y="255937"/>
                </a:lnTo>
                <a:cubicBezTo>
                  <a:pt x="280391" y="293846"/>
                  <a:pt x="241405" y="320802"/>
                  <a:pt x="198721" y="328136"/>
                </a:cubicBezTo>
                <a:lnTo>
                  <a:pt x="195021" y="328136"/>
                </a:lnTo>
                <a:lnTo>
                  <a:pt x="196255" y="325660"/>
                </a:lnTo>
                <a:cubicBezTo>
                  <a:pt x="204791" y="313468"/>
                  <a:pt x="212095" y="301181"/>
                  <a:pt x="218166" y="290132"/>
                </a:cubicBezTo>
                <a:cubicBezTo>
                  <a:pt x="213328" y="288893"/>
                  <a:pt x="208396" y="286417"/>
                  <a:pt x="203558" y="284036"/>
                </a:cubicBezTo>
                <a:cubicBezTo>
                  <a:pt x="196255" y="298704"/>
                  <a:pt x="186485" y="314611"/>
                  <a:pt x="175481" y="329279"/>
                </a:cubicBezTo>
                <a:lnTo>
                  <a:pt x="174248" y="330518"/>
                </a:lnTo>
                <a:lnTo>
                  <a:pt x="168178" y="330518"/>
                </a:lnTo>
                <a:lnTo>
                  <a:pt x="168178" y="329279"/>
                </a:lnTo>
                <a:cubicBezTo>
                  <a:pt x="149871" y="304800"/>
                  <a:pt x="136496" y="280321"/>
                  <a:pt x="125493" y="255841"/>
                </a:cubicBezTo>
                <a:lnTo>
                  <a:pt x="125493" y="253365"/>
                </a:lnTo>
                <a:lnTo>
                  <a:pt x="185251" y="253365"/>
                </a:lnTo>
                <a:lnTo>
                  <a:pt x="185251" y="248507"/>
                </a:lnTo>
                <a:cubicBezTo>
                  <a:pt x="185251" y="244793"/>
                  <a:pt x="185251" y="242411"/>
                  <a:pt x="186485" y="238697"/>
                </a:cubicBezTo>
                <a:lnTo>
                  <a:pt x="119422" y="238697"/>
                </a:lnTo>
                <a:lnTo>
                  <a:pt x="119422" y="237458"/>
                </a:lnTo>
                <a:cubicBezTo>
                  <a:pt x="116956" y="228886"/>
                  <a:pt x="114585" y="221551"/>
                  <a:pt x="113351" y="212979"/>
                </a:cubicBezTo>
                <a:cubicBezTo>
                  <a:pt x="108514" y="214217"/>
                  <a:pt x="104815" y="214217"/>
                  <a:pt x="101210" y="214217"/>
                </a:cubicBezTo>
                <a:lnTo>
                  <a:pt x="97511" y="214217"/>
                </a:lnTo>
                <a:cubicBezTo>
                  <a:pt x="99977" y="221551"/>
                  <a:pt x="101210" y="228886"/>
                  <a:pt x="103581" y="236220"/>
                </a:cubicBezTo>
                <a:lnTo>
                  <a:pt x="103581" y="238697"/>
                </a:lnTo>
                <a:lnTo>
                  <a:pt x="30448" y="238697"/>
                </a:lnTo>
                <a:lnTo>
                  <a:pt x="29215" y="237458"/>
                </a:lnTo>
                <a:cubicBezTo>
                  <a:pt x="21911" y="220313"/>
                  <a:pt x="17074" y="201930"/>
                  <a:pt x="14608" y="182404"/>
                </a:cubicBezTo>
                <a:lnTo>
                  <a:pt x="14608" y="179927"/>
                </a:lnTo>
                <a:lnTo>
                  <a:pt x="59664" y="179927"/>
                </a:lnTo>
                <a:cubicBezTo>
                  <a:pt x="59664" y="177451"/>
                  <a:pt x="58431" y="175070"/>
                  <a:pt x="58431" y="172593"/>
                </a:cubicBezTo>
                <a:cubicBezTo>
                  <a:pt x="58431" y="170116"/>
                  <a:pt x="59664" y="167735"/>
                  <a:pt x="59664" y="165259"/>
                </a:cubicBezTo>
                <a:lnTo>
                  <a:pt x="14608" y="165259"/>
                </a:lnTo>
                <a:lnTo>
                  <a:pt x="14608" y="164020"/>
                </a:lnTo>
                <a:cubicBezTo>
                  <a:pt x="15841" y="137065"/>
                  <a:pt x="23145" y="111443"/>
                  <a:pt x="36519" y="89345"/>
                </a:cubicBezTo>
                <a:lnTo>
                  <a:pt x="36519" y="88106"/>
                </a:lnTo>
                <a:lnTo>
                  <a:pt x="105953" y="88106"/>
                </a:lnTo>
                <a:lnTo>
                  <a:pt x="104720" y="90583"/>
                </a:lnTo>
                <a:cubicBezTo>
                  <a:pt x="101020" y="104013"/>
                  <a:pt x="97416" y="117539"/>
                  <a:pt x="94950" y="130969"/>
                </a:cubicBezTo>
                <a:lnTo>
                  <a:pt x="109557" y="130969"/>
                </a:lnTo>
                <a:cubicBezTo>
                  <a:pt x="112023" y="117539"/>
                  <a:pt x="115628" y="102775"/>
                  <a:pt x="121699" y="89345"/>
                </a:cubicBezTo>
                <a:lnTo>
                  <a:pt x="121699" y="88106"/>
                </a:lnTo>
                <a:lnTo>
                  <a:pt x="220442" y="88106"/>
                </a:lnTo>
                <a:lnTo>
                  <a:pt x="221676" y="89345"/>
                </a:lnTo>
                <a:cubicBezTo>
                  <a:pt x="230213" y="113824"/>
                  <a:pt x="235050" y="138303"/>
                  <a:pt x="235050" y="164020"/>
                </a:cubicBezTo>
                <a:lnTo>
                  <a:pt x="235050" y="165259"/>
                </a:lnTo>
                <a:lnTo>
                  <a:pt x="142377" y="165259"/>
                </a:lnTo>
                <a:lnTo>
                  <a:pt x="142377" y="179927"/>
                </a:lnTo>
                <a:lnTo>
                  <a:pt x="235050" y="179927"/>
                </a:lnTo>
                <a:lnTo>
                  <a:pt x="235050" y="182404"/>
                </a:lnTo>
                <a:cubicBezTo>
                  <a:pt x="233817" y="189738"/>
                  <a:pt x="232584" y="198311"/>
                  <a:pt x="231351" y="206883"/>
                </a:cubicBezTo>
                <a:cubicBezTo>
                  <a:pt x="236188" y="206883"/>
                  <a:pt x="241121" y="208121"/>
                  <a:pt x="245958" y="210598"/>
                </a:cubicBezTo>
                <a:cubicBezTo>
                  <a:pt x="247192" y="200787"/>
                  <a:pt x="248425" y="190976"/>
                  <a:pt x="249658" y="182404"/>
                </a:cubicBezTo>
                <a:lnTo>
                  <a:pt x="249658" y="179927"/>
                </a:lnTo>
                <a:lnTo>
                  <a:pt x="327628" y="179927"/>
                </a:lnTo>
                <a:lnTo>
                  <a:pt x="327628" y="182404"/>
                </a:lnTo>
                <a:close/>
                <a:moveTo>
                  <a:pt x="145128" y="328136"/>
                </a:moveTo>
                <a:cubicBezTo>
                  <a:pt x="101210" y="320802"/>
                  <a:pt x="63458" y="293846"/>
                  <a:pt x="39080" y="255937"/>
                </a:cubicBezTo>
                <a:lnTo>
                  <a:pt x="37847" y="253460"/>
                </a:lnTo>
                <a:lnTo>
                  <a:pt x="109747" y="253460"/>
                </a:lnTo>
                <a:lnTo>
                  <a:pt x="109747" y="254699"/>
                </a:lnTo>
                <a:cubicBezTo>
                  <a:pt x="118284" y="279178"/>
                  <a:pt x="130425" y="302419"/>
                  <a:pt x="146266" y="325660"/>
                </a:cubicBezTo>
                <a:lnTo>
                  <a:pt x="148732" y="328136"/>
                </a:lnTo>
                <a:lnTo>
                  <a:pt x="145033" y="328136"/>
                </a:lnTo>
                <a:close/>
                <a:moveTo>
                  <a:pt x="50083" y="71152"/>
                </a:moveTo>
                <a:cubicBezTo>
                  <a:pt x="73228" y="42958"/>
                  <a:pt x="106143" y="24670"/>
                  <a:pt x="142756" y="18574"/>
                </a:cubicBezTo>
                <a:lnTo>
                  <a:pt x="146456" y="17335"/>
                </a:lnTo>
                <a:lnTo>
                  <a:pt x="143990" y="21050"/>
                </a:lnTo>
                <a:cubicBezTo>
                  <a:pt x="130615" y="36957"/>
                  <a:pt x="120845" y="54102"/>
                  <a:pt x="112308" y="72485"/>
                </a:cubicBezTo>
                <a:lnTo>
                  <a:pt x="112308" y="73724"/>
                </a:lnTo>
                <a:lnTo>
                  <a:pt x="47712" y="73724"/>
                </a:lnTo>
                <a:lnTo>
                  <a:pt x="50178" y="71247"/>
                </a:lnTo>
                <a:close/>
                <a:moveTo>
                  <a:pt x="167039" y="16097"/>
                </a:moveTo>
                <a:lnTo>
                  <a:pt x="169506" y="16097"/>
                </a:lnTo>
                <a:cubicBezTo>
                  <a:pt x="170739" y="14859"/>
                  <a:pt x="171972" y="14859"/>
                  <a:pt x="173205" y="16097"/>
                </a:cubicBezTo>
                <a:lnTo>
                  <a:pt x="175671" y="16097"/>
                </a:lnTo>
                <a:cubicBezTo>
                  <a:pt x="191512" y="33242"/>
                  <a:pt x="203748" y="51626"/>
                  <a:pt x="213423" y="71152"/>
                </a:cubicBezTo>
                <a:lnTo>
                  <a:pt x="214656" y="73628"/>
                </a:lnTo>
                <a:lnTo>
                  <a:pt x="128149" y="73628"/>
                </a:lnTo>
                <a:lnTo>
                  <a:pt x="129382" y="71152"/>
                </a:lnTo>
                <a:cubicBezTo>
                  <a:pt x="139152" y="51530"/>
                  <a:pt x="152526" y="33242"/>
                  <a:pt x="167134" y="16097"/>
                </a:cubicBezTo>
                <a:close/>
                <a:moveTo>
                  <a:pt x="323075" y="131064"/>
                </a:moveTo>
                <a:cubicBezTo>
                  <a:pt x="325542" y="142113"/>
                  <a:pt x="327913" y="153067"/>
                  <a:pt x="327913" y="164116"/>
                </a:cubicBezTo>
                <a:lnTo>
                  <a:pt x="327913" y="165354"/>
                </a:lnTo>
                <a:lnTo>
                  <a:pt x="249942" y="165354"/>
                </a:lnTo>
                <a:lnTo>
                  <a:pt x="249942" y="164116"/>
                </a:lnTo>
                <a:cubicBezTo>
                  <a:pt x="249942" y="138398"/>
                  <a:pt x="246243" y="113919"/>
                  <a:pt x="237801" y="90678"/>
                </a:cubicBezTo>
                <a:lnTo>
                  <a:pt x="237801" y="88201"/>
                </a:lnTo>
                <a:lnTo>
                  <a:pt x="253642" y="88201"/>
                </a:lnTo>
                <a:lnTo>
                  <a:pt x="253642" y="73533"/>
                </a:lnTo>
                <a:lnTo>
                  <a:pt x="231730" y="73533"/>
                </a:lnTo>
                <a:lnTo>
                  <a:pt x="230497" y="72295"/>
                </a:lnTo>
                <a:cubicBezTo>
                  <a:pt x="223193" y="53912"/>
                  <a:pt x="212190" y="36767"/>
                  <a:pt x="200049" y="20860"/>
                </a:cubicBezTo>
                <a:lnTo>
                  <a:pt x="196349" y="17145"/>
                </a:lnTo>
                <a:lnTo>
                  <a:pt x="201187" y="18383"/>
                </a:lnTo>
                <a:cubicBezTo>
                  <a:pt x="224332" y="22098"/>
                  <a:pt x="246243" y="31814"/>
                  <a:pt x="264550" y="46577"/>
                </a:cubicBezTo>
                <a:cubicBezTo>
                  <a:pt x="268249" y="42863"/>
                  <a:pt x="271854" y="39243"/>
                  <a:pt x="276691" y="35528"/>
                </a:cubicBezTo>
                <a:cubicBezTo>
                  <a:pt x="247476" y="13526"/>
                  <a:pt x="210862" y="0"/>
                  <a:pt x="171877" y="0"/>
                </a:cubicBezTo>
                <a:lnTo>
                  <a:pt x="164573" y="0"/>
                </a:lnTo>
                <a:cubicBezTo>
                  <a:pt x="70762" y="3715"/>
                  <a:pt x="0" y="77057"/>
                  <a:pt x="0" y="168878"/>
                </a:cubicBezTo>
                <a:cubicBezTo>
                  <a:pt x="0" y="260699"/>
                  <a:pt x="70667" y="340233"/>
                  <a:pt x="162107" y="345091"/>
                </a:cubicBezTo>
                <a:lnTo>
                  <a:pt x="180414" y="345091"/>
                </a:lnTo>
                <a:cubicBezTo>
                  <a:pt x="271854" y="340233"/>
                  <a:pt x="343754" y="264319"/>
                  <a:pt x="343754" y="172498"/>
                </a:cubicBezTo>
                <a:cubicBezTo>
                  <a:pt x="343754" y="155353"/>
                  <a:pt x="341288" y="139446"/>
                  <a:pt x="336450" y="124778"/>
                </a:cubicBezTo>
                <a:cubicBezTo>
                  <a:pt x="332751" y="127254"/>
                  <a:pt x="327913" y="129635"/>
                  <a:pt x="323075" y="130874"/>
                </a:cubicBezTo>
                <a:close/>
                <a:moveTo>
                  <a:pt x="101495" y="188214"/>
                </a:moveTo>
                <a:cubicBezTo>
                  <a:pt x="92958" y="188214"/>
                  <a:pt x="85654" y="180880"/>
                  <a:pt x="85654" y="172307"/>
                </a:cubicBezTo>
                <a:cubicBezTo>
                  <a:pt x="85654" y="163735"/>
                  <a:pt x="92958" y="156401"/>
                  <a:pt x="101495" y="156401"/>
                </a:cubicBezTo>
                <a:cubicBezTo>
                  <a:pt x="110032" y="156401"/>
                  <a:pt x="117335" y="163735"/>
                  <a:pt x="117335" y="172307"/>
                </a:cubicBezTo>
                <a:cubicBezTo>
                  <a:pt x="117335" y="180880"/>
                  <a:pt x="110032" y="188214"/>
                  <a:pt x="101495" y="188214"/>
                </a:cubicBezTo>
                <a:close/>
                <a:moveTo>
                  <a:pt x="101495" y="141637"/>
                </a:moveTo>
                <a:cubicBezTo>
                  <a:pt x="84421" y="141637"/>
                  <a:pt x="71046" y="155067"/>
                  <a:pt x="71046" y="172212"/>
                </a:cubicBezTo>
                <a:cubicBezTo>
                  <a:pt x="71046" y="189357"/>
                  <a:pt x="84421" y="202787"/>
                  <a:pt x="101495" y="202787"/>
                </a:cubicBezTo>
                <a:cubicBezTo>
                  <a:pt x="118568" y="202787"/>
                  <a:pt x="131943" y="189357"/>
                  <a:pt x="131943" y="172212"/>
                </a:cubicBezTo>
                <a:cubicBezTo>
                  <a:pt x="131943" y="155067"/>
                  <a:pt x="118568" y="141637"/>
                  <a:pt x="101495" y="141637"/>
                </a:cubicBezTo>
                <a:close/>
                <a:moveTo>
                  <a:pt x="226703" y="264319"/>
                </a:moveTo>
                <a:cubicBezTo>
                  <a:pt x="218166" y="264319"/>
                  <a:pt x="210862" y="256985"/>
                  <a:pt x="210862" y="248412"/>
                </a:cubicBezTo>
                <a:cubicBezTo>
                  <a:pt x="210862" y="239839"/>
                  <a:pt x="218166" y="232505"/>
                  <a:pt x="226703" y="232505"/>
                </a:cubicBezTo>
                <a:cubicBezTo>
                  <a:pt x="236473" y="232505"/>
                  <a:pt x="242544" y="239839"/>
                  <a:pt x="242544" y="248412"/>
                </a:cubicBezTo>
                <a:cubicBezTo>
                  <a:pt x="242544" y="256985"/>
                  <a:pt x="236473" y="264319"/>
                  <a:pt x="226703" y="264319"/>
                </a:cubicBezTo>
                <a:close/>
                <a:moveTo>
                  <a:pt x="226703" y="217837"/>
                </a:moveTo>
                <a:cubicBezTo>
                  <a:pt x="210862" y="217837"/>
                  <a:pt x="196255" y="231267"/>
                  <a:pt x="196255" y="248412"/>
                </a:cubicBezTo>
                <a:cubicBezTo>
                  <a:pt x="196255" y="265557"/>
                  <a:pt x="210862" y="278987"/>
                  <a:pt x="226703" y="278987"/>
                </a:cubicBezTo>
                <a:cubicBezTo>
                  <a:pt x="243777" y="278987"/>
                  <a:pt x="257151" y="265557"/>
                  <a:pt x="257151" y="248412"/>
                </a:cubicBezTo>
                <a:cubicBezTo>
                  <a:pt x="257151" y="231267"/>
                  <a:pt x="243777" y="217837"/>
                  <a:pt x="226703" y="217837"/>
                </a:cubicBezTo>
                <a:close/>
                <a:moveTo>
                  <a:pt x="307329" y="52864"/>
                </a:moveTo>
                <a:cubicBezTo>
                  <a:pt x="321937" y="52864"/>
                  <a:pt x="334173" y="65056"/>
                  <a:pt x="334173" y="79820"/>
                </a:cubicBezTo>
                <a:cubicBezTo>
                  <a:pt x="334173" y="95726"/>
                  <a:pt x="322032" y="107918"/>
                  <a:pt x="307329" y="107918"/>
                </a:cubicBezTo>
                <a:cubicBezTo>
                  <a:pt x="291489" y="107918"/>
                  <a:pt x="279347" y="95726"/>
                  <a:pt x="279347" y="79820"/>
                </a:cubicBezTo>
                <a:cubicBezTo>
                  <a:pt x="279347" y="65151"/>
                  <a:pt x="291489" y="52864"/>
                  <a:pt x="307329" y="52864"/>
                </a:cubicBezTo>
                <a:close/>
                <a:moveTo>
                  <a:pt x="307329" y="122587"/>
                </a:moveTo>
                <a:cubicBezTo>
                  <a:pt x="330474" y="122587"/>
                  <a:pt x="348781" y="102965"/>
                  <a:pt x="348781" y="79724"/>
                </a:cubicBezTo>
                <a:cubicBezTo>
                  <a:pt x="348781" y="56483"/>
                  <a:pt x="330474" y="38100"/>
                  <a:pt x="307329" y="38100"/>
                </a:cubicBezTo>
                <a:cubicBezTo>
                  <a:pt x="284185" y="38100"/>
                  <a:pt x="264645" y="56483"/>
                  <a:pt x="264645" y="79724"/>
                </a:cubicBezTo>
                <a:cubicBezTo>
                  <a:pt x="264645" y="102965"/>
                  <a:pt x="284185" y="122587"/>
                  <a:pt x="307329" y="12258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1" name="Graphic 246">
            <a:extLst>
              <a:ext uri="{FF2B5EF4-FFF2-40B4-BE49-F238E27FC236}">
                <a16:creationId xmlns:a16="http://schemas.microsoft.com/office/drawing/2014/main" id="{DAB8E677-EB5D-D0CD-9ABB-C9ED863D59A5}"/>
              </a:ext>
            </a:extLst>
          </p:cNvPr>
          <p:cNvSpPr/>
          <p:nvPr/>
        </p:nvSpPr>
        <p:spPr>
          <a:xfrm>
            <a:off x="2968261" y="5518224"/>
            <a:ext cx="464656" cy="459740"/>
          </a:xfrm>
          <a:custGeom>
            <a:avLst/>
            <a:gdLst>
              <a:gd name="connsiteX0" fmla="*/ 327913 w 348780"/>
              <a:gd name="connsiteY0" fmla="*/ 182499 h 345090"/>
              <a:gd name="connsiteX1" fmla="*/ 314538 w 348780"/>
              <a:gd name="connsiteY1" fmla="*/ 237553 h 345090"/>
              <a:gd name="connsiteX2" fmla="*/ 313305 w 348780"/>
              <a:gd name="connsiteY2" fmla="*/ 238792 h 345090"/>
              <a:gd name="connsiteX3" fmla="*/ 268249 w 348780"/>
              <a:gd name="connsiteY3" fmla="*/ 238792 h 345090"/>
              <a:gd name="connsiteX4" fmla="*/ 269482 w 348780"/>
              <a:gd name="connsiteY4" fmla="*/ 248603 h 345090"/>
              <a:gd name="connsiteX5" fmla="*/ 269482 w 348780"/>
              <a:gd name="connsiteY5" fmla="*/ 253460 h 345090"/>
              <a:gd name="connsiteX6" fmla="*/ 306002 w 348780"/>
              <a:gd name="connsiteY6" fmla="*/ 253460 h 345090"/>
              <a:gd name="connsiteX7" fmla="*/ 303535 w 348780"/>
              <a:gd name="connsiteY7" fmla="*/ 255937 h 345090"/>
              <a:gd name="connsiteX8" fmla="*/ 198721 w 348780"/>
              <a:gd name="connsiteY8" fmla="*/ 328136 h 345090"/>
              <a:gd name="connsiteX9" fmla="*/ 195021 w 348780"/>
              <a:gd name="connsiteY9" fmla="*/ 328136 h 345090"/>
              <a:gd name="connsiteX10" fmla="*/ 196255 w 348780"/>
              <a:gd name="connsiteY10" fmla="*/ 325660 h 345090"/>
              <a:gd name="connsiteX11" fmla="*/ 218166 w 348780"/>
              <a:gd name="connsiteY11" fmla="*/ 290132 h 345090"/>
              <a:gd name="connsiteX12" fmla="*/ 203558 w 348780"/>
              <a:gd name="connsiteY12" fmla="*/ 284036 h 345090"/>
              <a:gd name="connsiteX13" fmla="*/ 175481 w 348780"/>
              <a:gd name="connsiteY13" fmla="*/ 329279 h 345090"/>
              <a:gd name="connsiteX14" fmla="*/ 174248 w 348780"/>
              <a:gd name="connsiteY14" fmla="*/ 330518 h 345090"/>
              <a:gd name="connsiteX15" fmla="*/ 168178 w 348780"/>
              <a:gd name="connsiteY15" fmla="*/ 330518 h 345090"/>
              <a:gd name="connsiteX16" fmla="*/ 168178 w 348780"/>
              <a:gd name="connsiteY16" fmla="*/ 329279 h 345090"/>
              <a:gd name="connsiteX17" fmla="*/ 125493 w 348780"/>
              <a:gd name="connsiteY17" fmla="*/ 255841 h 345090"/>
              <a:gd name="connsiteX18" fmla="*/ 125493 w 348780"/>
              <a:gd name="connsiteY18" fmla="*/ 253365 h 345090"/>
              <a:gd name="connsiteX19" fmla="*/ 185251 w 348780"/>
              <a:gd name="connsiteY19" fmla="*/ 253365 h 345090"/>
              <a:gd name="connsiteX20" fmla="*/ 185251 w 348780"/>
              <a:gd name="connsiteY20" fmla="*/ 248507 h 345090"/>
              <a:gd name="connsiteX21" fmla="*/ 186485 w 348780"/>
              <a:gd name="connsiteY21" fmla="*/ 238697 h 345090"/>
              <a:gd name="connsiteX22" fmla="*/ 119422 w 348780"/>
              <a:gd name="connsiteY22" fmla="*/ 238697 h 345090"/>
              <a:gd name="connsiteX23" fmla="*/ 119422 w 348780"/>
              <a:gd name="connsiteY23" fmla="*/ 237458 h 345090"/>
              <a:gd name="connsiteX24" fmla="*/ 113351 w 348780"/>
              <a:gd name="connsiteY24" fmla="*/ 212979 h 345090"/>
              <a:gd name="connsiteX25" fmla="*/ 101210 w 348780"/>
              <a:gd name="connsiteY25" fmla="*/ 214217 h 345090"/>
              <a:gd name="connsiteX26" fmla="*/ 97511 w 348780"/>
              <a:gd name="connsiteY26" fmla="*/ 214217 h 345090"/>
              <a:gd name="connsiteX27" fmla="*/ 103581 w 348780"/>
              <a:gd name="connsiteY27" fmla="*/ 236220 h 345090"/>
              <a:gd name="connsiteX28" fmla="*/ 103581 w 348780"/>
              <a:gd name="connsiteY28" fmla="*/ 238697 h 345090"/>
              <a:gd name="connsiteX29" fmla="*/ 30448 w 348780"/>
              <a:gd name="connsiteY29" fmla="*/ 238697 h 345090"/>
              <a:gd name="connsiteX30" fmla="*/ 29215 w 348780"/>
              <a:gd name="connsiteY30" fmla="*/ 237458 h 345090"/>
              <a:gd name="connsiteX31" fmla="*/ 14608 w 348780"/>
              <a:gd name="connsiteY31" fmla="*/ 182404 h 345090"/>
              <a:gd name="connsiteX32" fmla="*/ 14608 w 348780"/>
              <a:gd name="connsiteY32" fmla="*/ 179927 h 345090"/>
              <a:gd name="connsiteX33" fmla="*/ 59664 w 348780"/>
              <a:gd name="connsiteY33" fmla="*/ 179927 h 345090"/>
              <a:gd name="connsiteX34" fmla="*/ 58431 w 348780"/>
              <a:gd name="connsiteY34" fmla="*/ 172593 h 345090"/>
              <a:gd name="connsiteX35" fmla="*/ 59664 w 348780"/>
              <a:gd name="connsiteY35" fmla="*/ 165259 h 345090"/>
              <a:gd name="connsiteX36" fmla="*/ 14608 w 348780"/>
              <a:gd name="connsiteY36" fmla="*/ 165259 h 345090"/>
              <a:gd name="connsiteX37" fmla="*/ 14608 w 348780"/>
              <a:gd name="connsiteY37" fmla="*/ 164020 h 345090"/>
              <a:gd name="connsiteX38" fmla="*/ 36519 w 348780"/>
              <a:gd name="connsiteY38" fmla="*/ 89345 h 345090"/>
              <a:gd name="connsiteX39" fmla="*/ 36519 w 348780"/>
              <a:gd name="connsiteY39" fmla="*/ 88106 h 345090"/>
              <a:gd name="connsiteX40" fmla="*/ 105953 w 348780"/>
              <a:gd name="connsiteY40" fmla="*/ 88106 h 345090"/>
              <a:gd name="connsiteX41" fmla="*/ 104720 w 348780"/>
              <a:gd name="connsiteY41" fmla="*/ 90583 h 345090"/>
              <a:gd name="connsiteX42" fmla="*/ 94950 w 348780"/>
              <a:gd name="connsiteY42" fmla="*/ 130969 h 345090"/>
              <a:gd name="connsiteX43" fmla="*/ 109557 w 348780"/>
              <a:gd name="connsiteY43" fmla="*/ 130969 h 345090"/>
              <a:gd name="connsiteX44" fmla="*/ 121699 w 348780"/>
              <a:gd name="connsiteY44" fmla="*/ 89345 h 345090"/>
              <a:gd name="connsiteX45" fmla="*/ 121699 w 348780"/>
              <a:gd name="connsiteY45" fmla="*/ 88106 h 345090"/>
              <a:gd name="connsiteX46" fmla="*/ 220442 w 348780"/>
              <a:gd name="connsiteY46" fmla="*/ 88106 h 345090"/>
              <a:gd name="connsiteX47" fmla="*/ 221676 w 348780"/>
              <a:gd name="connsiteY47" fmla="*/ 89345 h 345090"/>
              <a:gd name="connsiteX48" fmla="*/ 235050 w 348780"/>
              <a:gd name="connsiteY48" fmla="*/ 164020 h 345090"/>
              <a:gd name="connsiteX49" fmla="*/ 235050 w 348780"/>
              <a:gd name="connsiteY49" fmla="*/ 165259 h 345090"/>
              <a:gd name="connsiteX50" fmla="*/ 142377 w 348780"/>
              <a:gd name="connsiteY50" fmla="*/ 165259 h 345090"/>
              <a:gd name="connsiteX51" fmla="*/ 142377 w 348780"/>
              <a:gd name="connsiteY51" fmla="*/ 179927 h 345090"/>
              <a:gd name="connsiteX52" fmla="*/ 235050 w 348780"/>
              <a:gd name="connsiteY52" fmla="*/ 179927 h 345090"/>
              <a:gd name="connsiteX53" fmla="*/ 235050 w 348780"/>
              <a:gd name="connsiteY53" fmla="*/ 182404 h 345090"/>
              <a:gd name="connsiteX54" fmla="*/ 231351 w 348780"/>
              <a:gd name="connsiteY54" fmla="*/ 206883 h 345090"/>
              <a:gd name="connsiteX55" fmla="*/ 245958 w 348780"/>
              <a:gd name="connsiteY55" fmla="*/ 210598 h 345090"/>
              <a:gd name="connsiteX56" fmla="*/ 249658 w 348780"/>
              <a:gd name="connsiteY56" fmla="*/ 182404 h 345090"/>
              <a:gd name="connsiteX57" fmla="*/ 249658 w 348780"/>
              <a:gd name="connsiteY57" fmla="*/ 179927 h 345090"/>
              <a:gd name="connsiteX58" fmla="*/ 327628 w 348780"/>
              <a:gd name="connsiteY58" fmla="*/ 179927 h 345090"/>
              <a:gd name="connsiteX59" fmla="*/ 327628 w 348780"/>
              <a:gd name="connsiteY59" fmla="*/ 182404 h 345090"/>
              <a:gd name="connsiteX60" fmla="*/ 145128 w 348780"/>
              <a:gd name="connsiteY60" fmla="*/ 328136 h 345090"/>
              <a:gd name="connsiteX61" fmla="*/ 39080 w 348780"/>
              <a:gd name="connsiteY61" fmla="*/ 255937 h 345090"/>
              <a:gd name="connsiteX62" fmla="*/ 37847 w 348780"/>
              <a:gd name="connsiteY62" fmla="*/ 253460 h 345090"/>
              <a:gd name="connsiteX63" fmla="*/ 109747 w 348780"/>
              <a:gd name="connsiteY63" fmla="*/ 253460 h 345090"/>
              <a:gd name="connsiteX64" fmla="*/ 109747 w 348780"/>
              <a:gd name="connsiteY64" fmla="*/ 254699 h 345090"/>
              <a:gd name="connsiteX65" fmla="*/ 146266 w 348780"/>
              <a:gd name="connsiteY65" fmla="*/ 325660 h 345090"/>
              <a:gd name="connsiteX66" fmla="*/ 148732 w 348780"/>
              <a:gd name="connsiteY66" fmla="*/ 328136 h 345090"/>
              <a:gd name="connsiteX67" fmla="*/ 145033 w 348780"/>
              <a:gd name="connsiteY67" fmla="*/ 328136 h 345090"/>
              <a:gd name="connsiteX68" fmla="*/ 50083 w 348780"/>
              <a:gd name="connsiteY68" fmla="*/ 71152 h 345090"/>
              <a:gd name="connsiteX69" fmla="*/ 142756 w 348780"/>
              <a:gd name="connsiteY69" fmla="*/ 18574 h 345090"/>
              <a:gd name="connsiteX70" fmla="*/ 146456 w 348780"/>
              <a:gd name="connsiteY70" fmla="*/ 17335 h 345090"/>
              <a:gd name="connsiteX71" fmla="*/ 143990 w 348780"/>
              <a:gd name="connsiteY71" fmla="*/ 21050 h 345090"/>
              <a:gd name="connsiteX72" fmla="*/ 112308 w 348780"/>
              <a:gd name="connsiteY72" fmla="*/ 72485 h 345090"/>
              <a:gd name="connsiteX73" fmla="*/ 112308 w 348780"/>
              <a:gd name="connsiteY73" fmla="*/ 73724 h 345090"/>
              <a:gd name="connsiteX74" fmla="*/ 47712 w 348780"/>
              <a:gd name="connsiteY74" fmla="*/ 73724 h 345090"/>
              <a:gd name="connsiteX75" fmla="*/ 50178 w 348780"/>
              <a:gd name="connsiteY75" fmla="*/ 71247 h 345090"/>
              <a:gd name="connsiteX76" fmla="*/ 167039 w 348780"/>
              <a:gd name="connsiteY76" fmla="*/ 16097 h 345090"/>
              <a:gd name="connsiteX77" fmla="*/ 169506 w 348780"/>
              <a:gd name="connsiteY77" fmla="*/ 16097 h 345090"/>
              <a:gd name="connsiteX78" fmla="*/ 173205 w 348780"/>
              <a:gd name="connsiteY78" fmla="*/ 16097 h 345090"/>
              <a:gd name="connsiteX79" fmla="*/ 175671 w 348780"/>
              <a:gd name="connsiteY79" fmla="*/ 16097 h 345090"/>
              <a:gd name="connsiteX80" fmla="*/ 213423 w 348780"/>
              <a:gd name="connsiteY80" fmla="*/ 71152 h 345090"/>
              <a:gd name="connsiteX81" fmla="*/ 214656 w 348780"/>
              <a:gd name="connsiteY81" fmla="*/ 73628 h 345090"/>
              <a:gd name="connsiteX82" fmla="*/ 128149 w 348780"/>
              <a:gd name="connsiteY82" fmla="*/ 73628 h 345090"/>
              <a:gd name="connsiteX83" fmla="*/ 129382 w 348780"/>
              <a:gd name="connsiteY83" fmla="*/ 71152 h 345090"/>
              <a:gd name="connsiteX84" fmla="*/ 167134 w 348780"/>
              <a:gd name="connsiteY84" fmla="*/ 16097 h 345090"/>
              <a:gd name="connsiteX85" fmla="*/ 323075 w 348780"/>
              <a:gd name="connsiteY85" fmla="*/ 131064 h 345090"/>
              <a:gd name="connsiteX86" fmla="*/ 327913 w 348780"/>
              <a:gd name="connsiteY86" fmla="*/ 164116 h 345090"/>
              <a:gd name="connsiteX87" fmla="*/ 327913 w 348780"/>
              <a:gd name="connsiteY87" fmla="*/ 165354 h 345090"/>
              <a:gd name="connsiteX88" fmla="*/ 249942 w 348780"/>
              <a:gd name="connsiteY88" fmla="*/ 165354 h 345090"/>
              <a:gd name="connsiteX89" fmla="*/ 249942 w 348780"/>
              <a:gd name="connsiteY89" fmla="*/ 164116 h 345090"/>
              <a:gd name="connsiteX90" fmla="*/ 237801 w 348780"/>
              <a:gd name="connsiteY90" fmla="*/ 90678 h 345090"/>
              <a:gd name="connsiteX91" fmla="*/ 237801 w 348780"/>
              <a:gd name="connsiteY91" fmla="*/ 88201 h 345090"/>
              <a:gd name="connsiteX92" fmla="*/ 253642 w 348780"/>
              <a:gd name="connsiteY92" fmla="*/ 88201 h 345090"/>
              <a:gd name="connsiteX93" fmla="*/ 253642 w 348780"/>
              <a:gd name="connsiteY93" fmla="*/ 73533 h 345090"/>
              <a:gd name="connsiteX94" fmla="*/ 231730 w 348780"/>
              <a:gd name="connsiteY94" fmla="*/ 73533 h 345090"/>
              <a:gd name="connsiteX95" fmla="*/ 230497 w 348780"/>
              <a:gd name="connsiteY95" fmla="*/ 72295 h 345090"/>
              <a:gd name="connsiteX96" fmla="*/ 200049 w 348780"/>
              <a:gd name="connsiteY96" fmla="*/ 20860 h 345090"/>
              <a:gd name="connsiteX97" fmla="*/ 196349 w 348780"/>
              <a:gd name="connsiteY97" fmla="*/ 17145 h 345090"/>
              <a:gd name="connsiteX98" fmla="*/ 201187 w 348780"/>
              <a:gd name="connsiteY98" fmla="*/ 18383 h 345090"/>
              <a:gd name="connsiteX99" fmla="*/ 264550 w 348780"/>
              <a:gd name="connsiteY99" fmla="*/ 46577 h 345090"/>
              <a:gd name="connsiteX100" fmla="*/ 276691 w 348780"/>
              <a:gd name="connsiteY100" fmla="*/ 35528 h 345090"/>
              <a:gd name="connsiteX101" fmla="*/ 171877 w 348780"/>
              <a:gd name="connsiteY101" fmla="*/ 0 h 345090"/>
              <a:gd name="connsiteX102" fmla="*/ 164573 w 348780"/>
              <a:gd name="connsiteY102" fmla="*/ 0 h 345090"/>
              <a:gd name="connsiteX103" fmla="*/ 0 w 348780"/>
              <a:gd name="connsiteY103" fmla="*/ 168878 h 345090"/>
              <a:gd name="connsiteX104" fmla="*/ 162107 w 348780"/>
              <a:gd name="connsiteY104" fmla="*/ 345091 h 345090"/>
              <a:gd name="connsiteX105" fmla="*/ 180414 w 348780"/>
              <a:gd name="connsiteY105" fmla="*/ 345091 h 345090"/>
              <a:gd name="connsiteX106" fmla="*/ 343754 w 348780"/>
              <a:gd name="connsiteY106" fmla="*/ 172498 h 345090"/>
              <a:gd name="connsiteX107" fmla="*/ 336450 w 348780"/>
              <a:gd name="connsiteY107" fmla="*/ 124778 h 345090"/>
              <a:gd name="connsiteX108" fmla="*/ 323075 w 348780"/>
              <a:gd name="connsiteY108" fmla="*/ 130874 h 345090"/>
              <a:gd name="connsiteX109" fmla="*/ 101495 w 348780"/>
              <a:gd name="connsiteY109" fmla="*/ 188214 h 345090"/>
              <a:gd name="connsiteX110" fmla="*/ 85654 w 348780"/>
              <a:gd name="connsiteY110" fmla="*/ 172307 h 345090"/>
              <a:gd name="connsiteX111" fmla="*/ 101495 w 348780"/>
              <a:gd name="connsiteY111" fmla="*/ 156401 h 345090"/>
              <a:gd name="connsiteX112" fmla="*/ 117335 w 348780"/>
              <a:gd name="connsiteY112" fmla="*/ 172307 h 345090"/>
              <a:gd name="connsiteX113" fmla="*/ 101495 w 348780"/>
              <a:gd name="connsiteY113" fmla="*/ 188214 h 345090"/>
              <a:gd name="connsiteX114" fmla="*/ 101495 w 348780"/>
              <a:gd name="connsiteY114" fmla="*/ 141637 h 345090"/>
              <a:gd name="connsiteX115" fmla="*/ 71046 w 348780"/>
              <a:gd name="connsiteY115" fmla="*/ 172212 h 345090"/>
              <a:gd name="connsiteX116" fmla="*/ 101495 w 348780"/>
              <a:gd name="connsiteY116" fmla="*/ 202787 h 345090"/>
              <a:gd name="connsiteX117" fmla="*/ 131943 w 348780"/>
              <a:gd name="connsiteY117" fmla="*/ 172212 h 345090"/>
              <a:gd name="connsiteX118" fmla="*/ 101495 w 348780"/>
              <a:gd name="connsiteY118" fmla="*/ 141637 h 345090"/>
              <a:gd name="connsiteX119" fmla="*/ 226703 w 348780"/>
              <a:gd name="connsiteY119" fmla="*/ 264319 h 345090"/>
              <a:gd name="connsiteX120" fmla="*/ 210862 w 348780"/>
              <a:gd name="connsiteY120" fmla="*/ 248412 h 345090"/>
              <a:gd name="connsiteX121" fmla="*/ 226703 w 348780"/>
              <a:gd name="connsiteY121" fmla="*/ 232505 h 345090"/>
              <a:gd name="connsiteX122" fmla="*/ 242544 w 348780"/>
              <a:gd name="connsiteY122" fmla="*/ 248412 h 345090"/>
              <a:gd name="connsiteX123" fmla="*/ 226703 w 348780"/>
              <a:gd name="connsiteY123" fmla="*/ 264319 h 345090"/>
              <a:gd name="connsiteX124" fmla="*/ 226703 w 348780"/>
              <a:gd name="connsiteY124" fmla="*/ 217837 h 345090"/>
              <a:gd name="connsiteX125" fmla="*/ 196255 w 348780"/>
              <a:gd name="connsiteY125" fmla="*/ 248412 h 345090"/>
              <a:gd name="connsiteX126" fmla="*/ 226703 w 348780"/>
              <a:gd name="connsiteY126" fmla="*/ 278987 h 345090"/>
              <a:gd name="connsiteX127" fmla="*/ 257151 w 348780"/>
              <a:gd name="connsiteY127" fmla="*/ 248412 h 345090"/>
              <a:gd name="connsiteX128" fmla="*/ 226703 w 348780"/>
              <a:gd name="connsiteY128" fmla="*/ 217837 h 345090"/>
              <a:gd name="connsiteX129" fmla="*/ 307329 w 348780"/>
              <a:gd name="connsiteY129" fmla="*/ 52864 h 345090"/>
              <a:gd name="connsiteX130" fmla="*/ 334173 w 348780"/>
              <a:gd name="connsiteY130" fmla="*/ 79820 h 345090"/>
              <a:gd name="connsiteX131" fmla="*/ 307329 w 348780"/>
              <a:gd name="connsiteY131" fmla="*/ 107918 h 345090"/>
              <a:gd name="connsiteX132" fmla="*/ 279347 w 348780"/>
              <a:gd name="connsiteY132" fmla="*/ 79820 h 345090"/>
              <a:gd name="connsiteX133" fmla="*/ 307329 w 348780"/>
              <a:gd name="connsiteY133" fmla="*/ 52864 h 345090"/>
              <a:gd name="connsiteX134" fmla="*/ 307329 w 348780"/>
              <a:gd name="connsiteY134" fmla="*/ 122587 h 345090"/>
              <a:gd name="connsiteX135" fmla="*/ 348781 w 348780"/>
              <a:gd name="connsiteY135" fmla="*/ 79724 h 345090"/>
              <a:gd name="connsiteX136" fmla="*/ 307329 w 348780"/>
              <a:gd name="connsiteY136" fmla="*/ 38100 h 345090"/>
              <a:gd name="connsiteX137" fmla="*/ 264645 w 348780"/>
              <a:gd name="connsiteY137" fmla="*/ 79724 h 345090"/>
              <a:gd name="connsiteX138" fmla="*/ 307329 w 348780"/>
              <a:gd name="connsiteY138" fmla="*/ 122587 h 34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348780" h="345090">
                <a:moveTo>
                  <a:pt x="327913" y="182499"/>
                </a:moveTo>
                <a:cubicBezTo>
                  <a:pt x="326680" y="200882"/>
                  <a:pt x="321842" y="220409"/>
                  <a:pt x="314538" y="237553"/>
                </a:cubicBezTo>
                <a:lnTo>
                  <a:pt x="313305" y="238792"/>
                </a:lnTo>
                <a:lnTo>
                  <a:pt x="268249" y="238792"/>
                </a:lnTo>
                <a:cubicBezTo>
                  <a:pt x="268249" y="242507"/>
                  <a:pt x="269482" y="244888"/>
                  <a:pt x="269482" y="248603"/>
                </a:cubicBezTo>
                <a:lnTo>
                  <a:pt x="269482" y="253460"/>
                </a:lnTo>
                <a:lnTo>
                  <a:pt x="306002" y="253460"/>
                </a:lnTo>
                <a:lnTo>
                  <a:pt x="303535" y="255937"/>
                </a:lnTo>
                <a:cubicBezTo>
                  <a:pt x="280391" y="293846"/>
                  <a:pt x="241405" y="320802"/>
                  <a:pt x="198721" y="328136"/>
                </a:cubicBezTo>
                <a:lnTo>
                  <a:pt x="195021" y="328136"/>
                </a:lnTo>
                <a:lnTo>
                  <a:pt x="196255" y="325660"/>
                </a:lnTo>
                <a:cubicBezTo>
                  <a:pt x="204791" y="313468"/>
                  <a:pt x="212095" y="301181"/>
                  <a:pt x="218166" y="290132"/>
                </a:cubicBezTo>
                <a:cubicBezTo>
                  <a:pt x="213328" y="288893"/>
                  <a:pt x="208396" y="286417"/>
                  <a:pt x="203558" y="284036"/>
                </a:cubicBezTo>
                <a:cubicBezTo>
                  <a:pt x="196255" y="298704"/>
                  <a:pt x="186485" y="314611"/>
                  <a:pt x="175481" y="329279"/>
                </a:cubicBezTo>
                <a:lnTo>
                  <a:pt x="174248" y="330518"/>
                </a:lnTo>
                <a:lnTo>
                  <a:pt x="168178" y="330518"/>
                </a:lnTo>
                <a:lnTo>
                  <a:pt x="168178" y="329279"/>
                </a:lnTo>
                <a:cubicBezTo>
                  <a:pt x="149871" y="304800"/>
                  <a:pt x="136496" y="280321"/>
                  <a:pt x="125493" y="255841"/>
                </a:cubicBezTo>
                <a:lnTo>
                  <a:pt x="125493" y="253365"/>
                </a:lnTo>
                <a:lnTo>
                  <a:pt x="185251" y="253365"/>
                </a:lnTo>
                <a:lnTo>
                  <a:pt x="185251" y="248507"/>
                </a:lnTo>
                <a:cubicBezTo>
                  <a:pt x="185251" y="244793"/>
                  <a:pt x="185251" y="242411"/>
                  <a:pt x="186485" y="238697"/>
                </a:cubicBezTo>
                <a:lnTo>
                  <a:pt x="119422" y="238697"/>
                </a:lnTo>
                <a:lnTo>
                  <a:pt x="119422" y="237458"/>
                </a:lnTo>
                <a:cubicBezTo>
                  <a:pt x="116956" y="228886"/>
                  <a:pt x="114585" y="221551"/>
                  <a:pt x="113351" y="212979"/>
                </a:cubicBezTo>
                <a:cubicBezTo>
                  <a:pt x="108514" y="214217"/>
                  <a:pt x="104815" y="214217"/>
                  <a:pt x="101210" y="214217"/>
                </a:cubicBezTo>
                <a:lnTo>
                  <a:pt x="97511" y="214217"/>
                </a:lnTo>
                <a:cubicBezTo>
                  <a:pt x="99977" y="221551"/>
                  <a:pt x="101210" y="228886"/>
                  <a:pt x="103581" y="236220"/>
                </a:cubicBezTo>
                <a:lnTo>
                  <a:pt x="103581" y="238697"/>
                </a:lnTo>
                <a:lnTo>
                  <a:pt x="30448" y="238697"/>
                </a:lnTo>
                <a:lnTo>
                  <a:pt x="29215" y="237458"/>
                </a:lnTo>
                <a:cubicBezTo>
                  <a:pt x="21911" y="220313"/>
                  <a:pt x="17074" y="201930"/>
                  <a:pt x="14608" y="182404"/>
                </a:cubicBezTo>
                <a:lnTo>
                  <a:pt x="14608" y="179927"/>
                </a:lnTo>
                <a:lnTo>
                  <a:pt x="59664" y="179927"/>
                </a:lnTo>
                <a:cubicBezTo>
                  <a:pt x="59664" y="177451"/>
                  <a:pt x="58431" y="175070"/>
                  <a:pt x="58431" y="172593"/>
                </a:cubicBezTo>
                <a:cubicBezTo>
                  <a:pt x="58431" y="170116"/>
                  <a:pt x="59664" y="167735"/>
                  <a:pt x="59664" y="165259"/>
                </a:cubicBezTo>
                <a:lnTo>
                  <a:pt x="14608" y="165259"/>
                </a:lnTo>
                <a:lnTo>
                  <a:pt x="14608" y="164020"/>
                </a:lnTo>
                <a:cubicBezTo>
                  <a:pt x="15841" y="137065"/>
                  <a:pt x="23145" y="111443"/>
                  <a:pt x="36519" y="89345"/>
                </a:cubicBezTo>
                <a:lnTo>
                  <a:pt x="36519" y="88106"/>
                </a:lnTo>
                <a:lnTo>
                  <a:pt x="105953" y="88106"/>
                </a:lnTo>
                <a:lnTo>
                  <a:pt x="104720" y="90583"/>
                </a:lnTo>
                <a:cubicBezTo>
                  <a:pt x="101020" y="104013"/>
                  <a:pt x="97416" y="117539"/>
                  <a:pt x="94950" y="130969"/>
                </a:cubicBezTo>
                <a:lnTo>
                  <a:pt x="109557" y="130969"/>
                </a:lnTo>
                <a:cubicBezTo>
                  <a:pt x="112023" y="117539"/>
                  <a:pt x="115628" y="102775"/>
                  <a:pt x="121699" y="89345"/>
                </a:cubicBezTo>
                <a:lnTo>
                  <a:pt x="121699" y="88106"/>
                </a:lnTo>
                <a:lnTo>
                  <a:pt x="220442" y="88106"/>
                </a:lnTo>
                <a:lnTo>
                  <a:pt x="221676" y="89345"/>
                </a:lnTo>
                <a:cubicBezTo>
                  <a:pt x="230213" y="113824"/>
                  <a:pt x="235050" y="138303"/>
                  <a:pt x="235050" y="164020"/>
                </a:cubicBezTo>
                <a:lnTo>
                  <a:pt x="235050" y="165259"/>
                </a:lnTo>
                <a:lnTo>
                  <a:pt x="142377" y="165259"/>
                </a:lnTo>
                <a:lnTo>
                  <a:pt x="142377" y="179927"/>
                </a:lnTo>
                <a:lnTo>
                  <a:pt x="235050" y="179927"/>
                </a:lnTo>
                <a:lnTo>
                  <a:pt x="235050" y="182404"/>
                </a:lnTo>
                <a:cubicBezTo>
                  <a:pt x="233817" y="189738"/>
                  <a:pt x="232584" y="198311"/>
                  <a:pt x="231351" y="206883"/>
                </a:cubicBezTo>
                <a:cubicBezTo>
                  <a:pt x="236188" y="206883"/>
                  <a:pt x="241121" y="208121"/>
                  <a:pt x="245958" y="210598"/>
                </a:cubicBezTo>
                <a:cubicBezTo>
                  <a:pt x="247192" y="200787"/>
                  <a:pt x="248425" y="190976"/>
                  <a:pt x="249658" y="182404"/>
                </a:cubicBezTo>
                <a:lnTo>
                  <a:pt x="249658" y="179927"/>
                </a:lnTo>
                <a:lnTo>
                  <a:pt x="327628" y="179927"/>
                </a:lnTo>
                <a:lnTo>
                  <a:pt x="327628" y="182404"/>
                </a:lnTo>
                <a:close/>
                <a:moveTo>
                  <a:pt x="145128" y="328136"/>
                </a:moveTo>
                <a:cubicBezTo>
                  <a:pt x="101210" y="320802"/>
                  <a:pt x="63458" y="293846"/>
                  <a:pt x="39080" y="255937"/>
                </a:cubicBezTo>
                <a:lnTo>
                  <a:pt x="37847" y="253460"/>
                </a:lnTo>
                <a:lnTo>
                  <a:pt x="109747" y="253460"/>
                </a:lnTo>
                <a:lnTo>
                  <a:pt x="109747" y="254699"/>
                </a:lnTo>
                <a:cubicBezTo>
                  <a:pt x="118284" y="279178"/>
                  <a:pt x="130425" y="302419"/>
                  <a:pt x="146266" y="325660"/>
                </a:cubicBezTo>
                <a:lnTo>
                  <a:pt x="148732" y="328136"/>
                </a:lnTo>
                <a:lnTo>
                  <a:pt x="145033" y="328136"/>
                </a:lnTo>
                <a:close/>
                <a:moveTo>
                  <a:pt x="50083" y="71152"/>
                </a:moveTo>
                <a:cubicBezTo>
                  <a:pt x="73228" y="42958"/>
                  <a:pt x="106143" y="24670"/>
                  <a:pt x="142756" y="18574"/>
                </a:cubicBezTo>
                <a:lnTo>
                  <a:pt x="146456" y="17335"/>
                </a:lnTo>
                <a:lnTo>
                  <a:pt x="143990" y="21050"/>
                </a:lnTo>
                <a:cubicBezTo>
                  <a:pt x="130615" y="36957"/>
                  <a:pt x="120845" y="54102"/>
                  <a:pt x="112308" y="72485"/>
                </a:cubicBezTo>
                <a:lnTo>
                  <a:pt x="112308" y="73724"/>
                </a:lnTo>
                <a:lnTo>
                  <a:pt x="47712" y="73724"/>
                </a:lnTo>
                <a:lnTo>
                  <a:pt x="50178" y="71247"/>
                </a:lnTo>
                <a:close/>
                <a:moveTo>
                  <a:pt x="167039" y="16097"/>
                </a:moveTo>
                <a:lnTo>
                  <a:pt x="169506" y="16097"/>
                </a:lnTo>
                <a:cubicBezTo>
                  <a:pt x="170739" y="14859"/>
                  <a:pt x="171972" y="14859"/>
                  <a:pt x="173205" y="16097"/>
                </a:cubicBezTo>
                <a:lnTo>
                  <a:pt x="175671" y="16097"/>
                </a:lnTo>
                <a:cubicBezTo>
                  <a:pt x="191512" y="33242"/>
                  <a:pt x="203748" y="51626"/>
                  <a:pt x="213423" y="71152"/>
                </a:cubicBezTo>
                <a:lnTo>
                  <a:pt x="214656" y="73628"/>
                </a:lnTo>
                <a:lnTo>
                  <a:pt x="128149" y="73628"/>
                </a:lnTo>
                <a:lnTo>
                  <a:pt x="129382" y="71152"/>
                </a:lnTo>
                <a:cubicBezTo>
                  <a:pt x="139152" y="51530"/>
                  <a:pt x="152526" y="33242"/>
                  <a:pt x="167134" y="16097"/>
                </a:cubicBezTo>
                <a:close/>
                <a:moveTo>
                  <a:pt x="323075" y="131064"/>
                </a:moveTo>
                <a:cubicBezTo>
                  <a:pt x="325542" y="142113"/>
                  <a:pt x="327913" y="153067"/>
                  <a:pt x="327913" y="164116"/>
                </a:cubicBezTo>
                <a:lnTo>
                  <a:pt x="327913" y="165354"/>
                </a:lnTo>
                <a:lnTo>
                  <a:pt x="249942" y="165354"/>
                </a:lnTo>
                <a:lnTo>
                  <a:pt x="249942" y="164116"/>
                </a:lnTo>
                <a:cubicBezTo>
                  <a:pt x="249942" y="138398"/>
                  <a:pt x="246243" y="113919"/>
                  <a:pt x="237801" y="90678"/>
                </a:cubicBezTo>
                <a:lnTo>
                  <a:pt x="237801" y="88201"/>
                </a:lnTo>
                <a:lnTo>
                  <a:pt x="253642" y="88201"/>
                </a:lnTo>
                <a:lnTo>
                  <a:pt x="253642" y="73533"/>
                </a:lnTo>
                <a:lnTo>
                  <a:pt x="231730" y="73533"/>
                </a:lnTo>
                <a:lnTo>
                  <a:pt x="230497" y="72295"/>
                </a:lnTo>
                <a:cubicBezTo>
                  <a:pt x="223193" y="53912"/>
                  <a:pt x="212190" y="36767"/>
                  <a:pt x="200049" y="20860"/>
                </a:cubicBezTo>
                <a:lnTo>
                  <a:pt x="196349" y="17145"/>
                </a:lnTo>
                <a:lnTo>
                  <a:pt x="201187" y="18383"/>
                </a:lnTo>
                <a:cubicBezTo>
                  <a:pt x="224332" y="22098"/>
                  <a:pt x="246243" y="31814"/>
                  <a:pt x="264550" y="46577"/>
                </a:cubicBezTo>
                <a:cubicBezTo>
                  <a:pt x="268249" y="42863"/>
                  <a:pt x="271854" y="39243"/>
                  <a:pt x="276691" y="35528"/>
                </a:cubicBezTo>
                <a:cubicBezTo>
                  <a:pt x="247476" y="13526"/>
                  <a:pt x="210862" y="0"/>
                  <a:pt x="171877" y="0"/>
                </a:cubicBezTo>
                <a:lnTo>
                  <a:pt x="164573" y="0"/>
                </a:lnTo>
                <a:cubicBezTo>
                  <a:pt x="70762" y="3715"/>
                  <a:pt x="0" y="77057"/>
                  <a:pt x="0" y="168878"/>
                </a:cubicBezTo>
                <a:cubicBezTo>
                  <a:pt x="0" y="260699"/>
                  <a:pt x="70667" y="340233"/>
                  <a:pt x="162107" y="345091"/>
                </a:cubicBezTo>
                <a:lnTo>
                  <a:pt x="180414" y="345091"/>
                </a:lnTo>
                <a:cubicBezTo>
                  <a:pt x="271854" y="340233"/>
                  <a:pt x="343754" y="264319"/>
                  <a:pt x="343754" y="172498"/>
                </a:cubicBezTo>
                <a:cubicBezTo>
                  <a:pt x="343754" y="155353"/>
                  <a:pt x="341288" y="139446"/>
                  <a:pt x="336450" y="124778"/>
                </a:cubicBezTo>
                <a:cubicBezTo>
                  <a:pt x="332751" y="127254"/>
                  <a:pt x="327913" y="129635"/>
                  <a:pt x="323075" y="130874"/>
                </a:cubicBezTo>
                <a:close/>
                <a:moveTo>
                  <a:pt x="101495" y="188214"/>
                </a:moveTo>
                <a:cubicBezTo>
                  <a:pt x="92958" y="188214"/>
                  <a:pt x="85654" y="180880"/>
                  <a:pt x="85654" y="172307"/>
                </a:cubicBezTo>
                <a:cubicBezTo>
                  <a:pt x="85654" y="163735"/>
                  <a:pt x="92958" y="156401"/>
                  <a:pt x="101495" y="156401"/>
                </a:cubicBezTo>
                <a:cubicBezTo>
                  <a:pt x="110032" y="156401"/>
                  <a:pt x="117335" y="163735"/>
                  <a:pt x="117335" y="172307"/>
                </a:cubicBezTo>
                <a:cubicBezTo>
                  <a:pt x="117335" y="180880"/>
                  <a:pt x="110032" y="188214"/>
                  <a:pt x="101495" y="188214"/>
                </a:cubicBezTo>
                <a:close/>
                <a:moveTo>
                  <a:pt x="101495" y="141637"/>
                </a:moveTo>
                <a:cubicBezTo>
                  <a:pt x="84421" y="141637"/>
                  <a:pt x="71046" y="155067"/>
                  <a:pt x="71046" y="172212"/>
                </a:cubicBezTo>
                <a:cubicBezTo>
                  <a:pt x="71046" y="189357"/>
                  <a:pt x="84421" y="202787"/>
                  <a:pt x="101495" y="202787"/>
                </a:cubicBezTo>
                <a:cubicBezTo>
                  <a:pt x="118568" y="202787"/>
                  <a:pt x="131943" y="189357"/>
                  <a:pt x="131943" y="172212"/>
                </a:cubicBezTo>
                <a:cubicBezTo>
                  <a:pt x="131943" y="155067"/>
                  <a:pt x="118568" y="141637"/>
                  <a:pt x="101495" y="141637"/>
                </a:cubicBezTo>
                <a:close/>
                <a:moveTo>
                  <a:pt x="226703" y="264319"/>
                </a:moveTo>
                <a:cubicBezTo>
                  <a:pt x="218166" y="264319"/>
                  <a:pt x="210862" y="256985"/>
                  <a:pt x="210862" y="248412"/>
                </a:cubicBezTo>
                <a:cubicBezTo>
                  <a:pt x="210862" y="239839"/>
                  <a:pt x="218166" y="232505"/>
                  <a:pt x="226703" y="232505"/>
                </a:cubicBezTo>
                <a:cubicBezTo>
                  <a:pt x="236473" y="232505"/>
                  <a:pt x="242544" y="239839"/>
                  <a:pt x="242544" y="248412"/>
                </a:cubicBezTo>
                <a:cubicBezTo>
                  <a:pt x="242544" y="256985"/>
                  <a:pt x="236473" y="264319"/>
                  <a:pt x="226703" y="264319"/>
                </a:cubicBezTo>
                <a:close/>
                <a:moveTo>
                  <a:pt x="226703" y="217837"/>
                </a:moveTo>
                <a:cubicBezTo>
                  <a:pt x="210862" y="217837"/>
                  <a:pt x="196255" y="231267"/>
                  <a:pt x="196255" y="248412"/>
                </a:cubicBezTo>
                <a:cubicBezTo>
                  <a:pt x="196255" y="265557"/>
                  <a:pt x="210862" y="278987"/>
                  <a:pt x="226703" y="278987"/>
                </a:cubicBezTo>
                <a:cubicBezTo>
                  <a:pt x="243777" y="278987"/>
                  <a:pt x="257151" y="265557"/>
                  <a:pt x="257151" y="248412"/>
                </a:cubicBezTo>
                <a:cubicBezTo>
                  <a:pt x="257151" y="231267"/>
                  <a:pt x="243777" y="217837"/>
                  <a:pt x="226703" y="217837"/>
                </a:cubicBezTo>
                <a:close/>
                <a:moveTo>
                  <a:pt x="307329" y="52864"/>
                </a:moveTo>
                <a:cubicBezTo>
                  <a:pt x="321937" y="52864"/>
                  <a:pt x="334173" y="65056"/>
                  <a:pt x="334173" y="79820"/>
                </a:cubicBezTo>
                <a:cubicBezTo>
                  <a:pt x="334173" y="95726"/>
                  <a:pt x="322032" y="107918"/>
                  <a:pt x="307329" y="107918"/>
                </a:cubicBezTo>
                <a:cubicBezTo>
                  <a:pt x="291489" y="107918"/>
                  <a:pt x="279347" y="95726"/>
                  <a:pt x="279347" y="79820"/>
                </a:cubicBezTo>
                <a:cubicBezTo>
                  <a:pt x="279347" y="65151"/>
                  <a:pt x="291489" y="52864"/>
                  <a:pt x="307329" y="52864"/>
                </a:cubicBezTo>
                <a:close/>
                <a:moveTo>
                  <a:pt x="307329" y="122587"/>
                </a:moveTo>
                <a:cubicBezTo>
                  <a:pt x="330474" y="122587"/>
                  <a:pt x="348781" y="102965"/>
                  <a:pt x="348781" y="79724"/>
                </a:cubicBezTo>
                <a:cubicBezTo>
                  <a:pt x="348781" y="56483"/>
                  <a:pt x="330474" y="38100"/>
                  <a:pt x="307329" y="38100"/>
                </a:cubicBezTo>
                <a:cubicBezTo>
                  <a:pt x="284185" y="38100"/>
                  <a:pt x="264645" y="56483"/>
                  <a:pt x="264645" y="79724"/>
                </a:cubicBezTo>
                <a:cubicBezTo>
                  <a:pt x="264645" y="102965"/>
                  <a:pt x="284185" y="122587"/>
                  <a:pt x="307329" y="12258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 hidden="1">
            <a:extLst>
              <a:ext uri="{FF2B5EF4-FFF2-40B4-BE49-F238E27FC236}">
                <a16:creationId xmlns:a16="http://schemas.microsoft.com/office/drawing/2014/main" id="{D3819E27-2191-0FC3-EB4A-2F16DB396209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55371" y="-400740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Web &amp; navigation Template 1</a:t>
            </a:r>
          </a:p>
        </p:txBody>
      </p:sp>
      <p:sp>
        <p:nvSpPr>
          <p:cNvPr id="2" name="object 2"/>
          <p:cNvSpPr txBox="1"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Web &amp; navigation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00E87B7B-AA5C-9147-B7BA-BD0897EEA711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window; app; application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002C9981-114D-4433-2281-3A840F14F5D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preferences; personal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799A9A3E-7361-BCE7-C201-E499CE13E96B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dashboard; analytics; pie; report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982DC56-B520-7941-CBF2-0713DEA391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server; tech; EHT; high tech; storage; analytics; reporting</a:t>
            </a:r>
            <a:endParaRPr lang="en-US"/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72B998B7-0967-08A3-9E95-B6A5F2059F2A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search; search engine; </a:t>
            </a:r>
            <a:br>
              <a:rPr lang="en-US" dirty="0"/>
            </a:br>
            <a:r>
              <a:rPr lang="en-US" dirty="0"/>
              <a:t>seo; sem</a:t>
            </a:r>
          </a:p>
        </p:txBody>
      </p:sp>
      <p:sp>
        <p:nvSpPr>
          <p:cNvPr id="129" name="Text Placeholder 128">
            <a:extLst>
              <a:ext uri="{FF2B5EF4-FFF2-40B4-BE49-F238E27FC236}">
                <a16:creationId xmlns:a16="http://schemas.microsoft.com/office/drawing/2014/main" id="{8DFFFEC9-97C5-085E-A7F3-9EB74499ED83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site settings</a:t>
            </a:r>
          </a:p>
        </p:txBody>
      </p:sp>
      <p:sp>
        <p:nvSpPr>
          <p:cNvPr id="130" name="Text Placeholder 129">
            <a:extLst>
              <a:ext uri="{FF2B5EF4-FFF2-40B4-BE49-F238E27FC236}">
                <a16:creationId xmlns:a16="http://schemas.microsoft.com/office/drawing/2014/main" id="{2FF397CA-1581-A1F7-8F5B-34CDE4F628F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data; database; </a:t>
            </a:r>
          </a:p>
          <a:p>
            <a:r>
              <a:rPr lang="en-US" dirty="0"/>
              <a:t>analytics; reporting</a:t>
            </a:r>
          </a:p>
        </p:txBody>
      </p:sp>
      <p:sp>
        <p:nvSpPr>
          <p:cNvPr id="131" name="Text Placeholder 130">
            <a:extLst>
              <a:ext uri="{FF2B5EF4-FFF2-40B4-BE49-F238E27FC236}">
                <a16:creationId xmlns:a16="http://schemas.microsoft.com/office/drawing/2014/main" id="{0AFD89DF-8C75-6021-0D62-FED2F52BDC35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data; mart; MDM; import; sync; synch;</a:t>
            </a:r>
          </a:p>
          <a:p>
            <a:r>
              <a:rPr lang="en-US" dirty="0"/>
              <a:t>analytics; reporting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070D0BDA-8A71-DDCC-0300-9B94AA43E48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crosshair; target; aim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07397C4-23B2-8178-AE2E-C1A9CC5C57D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cursor; point; pointer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7EA6C825-7DCE-4908-9B1B-0F14E96690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touch; point; tap</a:t>
            </a:r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60288E11-8585-FF40-65F2-C9ACB7E3FF2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stop; halt; hand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E6A25F3B-6A63-78FC-1FD6-D0ABEB08B56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sync; synchronize; cycle; lifecycle; process; e2e; </a:t>
            </a:r>
          </a:p>
          <a:p>
            <a:r>
              <a:rPr lang="en-US" dirty="0"/>
              <a:t>end to end</a:t>
            </a:r>
            <a:endParaRPr lang="en-US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E04E7856-EB3D-E73A-4E9A-FD6FD483234E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222991" y="4093500"/>
            <a:ext cx="1638000" cy="640800"/>
          </a:xfrm>
        </p:spPr>
        <p:txBody>
          <a:bodyPr/>
          <a:lstStyle/>
          <a:p>
            <a:r>
              <a:rPr lang="en-US" dirty="0"/>
              <a:t>continuous; infinite; infinity; cycle; lifecycle</a:t>
            </a:r>
            <a:endParaRPr lang="en-US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272CF2D6-F4EE-E418-450E-2D5E0CAC71F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44637" y="6153948"/>
            <a:ext cx="1638000" cy="640800"/>
          </a:xfrm>
        </p:spPr>
        <p:txBody>
          <a:bodyPr/>
          <a:lstStyle/>
          <a:p>
            <a:r>
              <a:rPr lang="en-US" dirty="0"/>
              <a:t>plus; add; +</a:t>
            </a:r>
            <a:endParaRPr lang="en-US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31A91F0E-7308-E9FC-15C6-4FEB4459112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989138" y="6153948"/>
            <a:ext cx="1638000" cy="640800"/>
          </a:xfrm>
        </p:spPr>
        <p:txBody>
          <a:bodyPr/>
          <a:lstStyle/>
          <a:p>
            <a:r>
              <a:rPr lang="en-US" dirty="0"/>
              <a:t>subtract; do not enter; decrease; reduce; block; blocked</a:t>
            </a:r>
            <a:endParaRPr lang="en-US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A6ACB3FB-C190-4CDE-9D6B-13F3CA6B0E2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633641" y="6153948"/>
            <a:ext cx="1638000" cy="640800"/>
          </a:xfrm>
        </p:spPr>
        <p:txBody>
          <a:bodyPr/>
          <a:lstStyle/>
          <a:p>
            <a:r>
              <a:rPr lang="en-US" dirty="0"/>
              <a:t>block; missing; remove; delete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E4017D78-94C1-6EB5-E202-1930ABD27230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285231" y="6153948"/>
            <a:ext cx="1638000" cy="640800"/>
          </a:xfrm>
        </p:spPr>
        <p:txBody>
          <a:bodyPr/>
          <a:lstStyle/>
          <a:p>
            <a:r>
              <a:rPr lang="en-US" dirty="0"/>
              <a:t>question; help; ask; answer; unknown; ?</a:t>
            </a:r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8B4272C6-FD6D-DC5D-2721-FDD2E0FEA1E0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926898" y="6153948"/>
            <a:ext cx="1638000" cy="640800"/>
          </a:xfrm>
        </p:spPr>
        <p:txBody>
          <a:bodyPr/>
          <a:lstStyle/>
          <a:p>
            <a:r>
              <a:rPr lang="en-US" dirty="0"/>
              <a:t>info; information</a:t>
            </a:r>
            <a:endParaRPr lang="en-US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D09A7D7D-BAAC-2EBD-7D56-D07A2BAD495B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571401" y="6153948"/>
            <a:ext cx="1638000" cy="640800"/>
          </a:xfrm>
        </p:spPr>
        <p:txBody>
          <a:bodyPr/>
          <a:lstStyle/>
          <a:p>
            <a:r>
              <a:rPr lang="en-US" dirty="0"/>
              <a:t>check; checkmark; ok; </a:t>
            </a:r>
          </a:p>
          <a:p>
            <a:r>
              <a:rPr lang="en-US" dirty="0"/>
              <a:t>yes; affirmative; certified; approved</a:t>
            </a:r>
            <a:endParaRPr lang="en-US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FCBFDA09-0AB8-C39D-CB6B-833A2FCBBE6F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0222991" y="6153948"/>
            <a:ext cx="1638000" cy="640800"/>
          </a:xfrm>
        </p:spPr>
        <p:txBody>
          <a:bodyPr/>
          <a:lstStyle/>
          <a:p>
            <a:r>
              <a:rPr lang="en-US" dirty="0"/>
              <a:t>phishing; outbound; campaign; prospect; prospecting</a:t>
            </a:r>
            <a:endParaRPr lang="en-US"/>
          </a:p>
        </p:txBody>
      </p:sp>
      <p:sp>
        <p:nvSpPr>
          <p:cNvPr id="24" name="Graphic 4">
            <a:extLst>
              <a:ext uri="{FF2B5EF4-FFF2-40B4-BE49-F238E27FC236}">
                <a16:creationId xmlns:a16="http://schemas.microsoft.com/office/drawing/2014/main" id="{E9393353-730D-A853-923D-DAC040C240FC}"/>
              </a:ext>
            </a:extLst>
          </p:cNvPr>
          <p:cNvSpPr/>
          <p:nvPr/>
        </p:nvSpPr>
        <p:spPr>
          <a:xfrm>
            <a:off x="497977" y="782949"/>
            <a:ext cx="539663" cy="496266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4">
            <a:extLst>
              <a:ext uri="{FF2B5EF4-FFF2-40B4-BE49-F238E27FC236}">
                <a16:creationId xmlns:a16="http://schemas.microsoft.com/office/drawing/2014/main" id="{D94D5035-BBE4-3286-D724-39B522B5A537}"/>
              </a:ext>
            </a:extLst>
          </p:cNvPr>
          <p:cNvSpPr/>
          <p:nvPr/>
        </p:nvSpPr>
        <p:spPr>
          <a:xfrm>
            <a:off x="1282280" y="782949"/>
            <a:ext cx="539663" cy="496266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4">
            <a:extLst>
              <a:ext uri="{FF2B5EF4-FFF2-40B4-BE49-F238E27FC236}">
                <a16:creationId xmlns:a16="http://schemas.microsoft.com/office/drawing/2014/main" id="{6E560452-A2E7-A914-BFB3-951BCD24E4B4}"/>
              </a:ext>
            </a:extLst>
          </p:cNvPr>
          <p:cNvSpPr/>
          <p:nvPr/>
        </p:nvSpPr>
        <p:spPr>
          <a:xfrm>
            <a:off x="497977" y="1426003"/>
            <a:ext cx="539663" cy="496266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" name="Graphic 4">
            <a:extLst>
              <a:ext uri="{FF2B5EF4-FFF2-40B4-BE49-F238E27FC236}">
                <a16:creationId xmlns:a16="http://schemas.microsoft.com/office/drawing/2014/main" id="{CEE6D41E-950E-5C57-9E98-518525353998}"/>
              </a:ext>
            </a:extLst>
          </p:cNvPr>
          <p:cNvSpPr/>
          <p:nvPr/>
        </p:nvSpPr>
        <p:spPr>
          <a:xfrm>
            <a:off x="1282280" y="1426003"/>
            <a:ext cx="539663" cy="496266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0" name="Graphic 28">
            <a:extLst>
              <a:ext uri="{FF2B5EF4-FFF2-40B4-BE49-F238E27FC236}">
                <a16:creationId xmlns:a16="http://schemas.microsoft.com/office/drawing/2014/main" id="{E3313168-B019-E734-4A88-9C9C7ACA8374}"/>
              </a:ext>
            </a:extLst>
          </p:cNvPr>
          <p:cNvSpPr/>
          <p:nvPr/>
        </p:nvSpPr>
        <p:spPr>
          <a:xfrm>
            <a:off x="2182352" y="786032"/>
            <a:ext cx="536945" cy="494925"/>
          </a:xfrm>
          <a:custGeom>
            <a:avLst/>
            <a:gdLst>
              <a:gd name="connsiteX0" fmla="*/ 362345 w 404460"/>
              <a:gd name="connsiteY0" fmla="*/ 0 h 372808"/>
              <a:gd name="connsiteX1" fmla="*/ 42116 w 404460"/>
              <a:gd name="connsiteY1" fmla="*/ 0 h 372808"/>
              <a:gd name="connsiteX2" fmla="*/ 0 w 404460"/>
              <a:gd name="connsiteY2" fmla="*/ 42386 h 372808"/>
              <a:gd name="connsiteX3" fmla="*/ 0 w 404460"/>
              <a:gd name="connsiteY3" fmla="*/ 279844 h 372808"/>
              <a:gd name="connsiteX4" fmla="*/ 42116 w 404460"/>
              <a:gd name="connsiteY4" fmla="*/ 322231 h 372808"/>
              <a:gd name="connsiteX5" fmla="*/ 203653 w 404460"/>
              <a:gd name="connsiteY5" fmla="*/ 322231 h 372808"/>
              <a:gd name="connsiteX6" fmla="*/ 212095 w 404460"/>
              <a:gd name="connsiteY6" fmla="*/ 313754 h 372808"/>
              <a:gd name="connsiteX7" fmla="*/ 203653 w 404460"/>
              <a:gd name="connsiteY7" fmla="*/ 305276 h 372808"/>
              <a:gd name="connsiteX8" fmla="*/ 42116 w 404460"/>
              <a:gd name="connsiteY8" fmla="*/ 305276 h 372808"/>
              <a:gd name="connsiteX9" fmla="*/ 16789 w 404460"/>
              <a:gd name="connsiteY9" fmla="*/ 279844 h 372808"/>
              <a:gd name="connsiteX10" fmla="*/ 16789 w 404460"/>
              <a:gd name="connsiteY10" fmla="*/ 102013 h 372808"/>
              <a:gd name="connsiteX11" fmla="*/ 387577 w 404460"/>
              <a:gd name="connsiteY11" fmla="*/ 102013 h 372808"/>
              <a:gd name="connsiteX12" fmla="*/ 387577 w 404460"/>
              <a:gd name="connsiteY12" fmla="*/ 169640 h 372808"/>
              <a:gd name="connsiteX13" fmla="*/ 396019 w 404460"/>
              <a:gd name="connsiteY13" fmla="*/ 178117 h 372808"/>
              <a:gd name="connsiteX14" fmla="*/ 404461 w 404460"/>
              <a:gd name="connsiteY14" fmla="*/ 169640 h 372808"/>
              <a:gd name="connsiteX15" fmla="*/ 404461 w 404460"/>
              <a:gd name="connsiteY15" fmla="*/ 42386 h 372808"/>
              <a:gd name="connsiteX16" fmla="*/ 362345 w 404460"/>
              <a:gd name="connsiteY16" fmla="*/ 0 h 372808"/>
              <a:gd name="connsiteX17" fmla="*/ 16789 w 404460"/>
              <a:gd name="connsiteY17" fmla="*/ 84868 h 372808"/>
              <a:gd name="connsiteX18" fmla="*/ 16789 w 404460"/>
              <a:gd name="connsiteY18" fmla="*/ 42386 h 372808"/>
              <a:gd name="connsiteX19" fmla="*/ 42116 w 404460"/>
              <a:gd name="connsiteY19" fmla="*/ 16954 h 372808"/>
              <a:gd name="connsiteX20" fmla="*/ 362345 w 404460"/>
              <a:gd name="connsiteY20" fmla="*/ 16954 h 372808"/>
              <a:gd name="connsiteX21" fmla="*/ 387671 w 404460"/>
              <a:gd name="connsiteY21" fmla="*/ 42386 h 372808"/>
              <a:gd name="connsiteX22" fmla="*/ 387671 w 404460"/>
              <a:gd name="connsiteY22" fmla="*/ 84868 h 372808"/>
              <a:gd name="connsiteX23" fmla="*/ 16884 w 404460"/>
              <a:gd name="connsiteY23" fmla="*/ 84868 h 372808"/>
              <a:gd name="connsiteX24" fmla="*/ 84421 w 404460"/>
              <a:gd name="connsiteY24" fmla="*/ 51054 h 372808"/>
              <a:gd name="connsiteX25" fmla="*/ 67347 w 404460"/>
              <a:gd name="connsiteY25" fmla="*/ 67723 h 372808"/>
              <a:gd name="connsiteX26" fmla="*/ 50273 w 404460"/>
              <a:gd name="connsiteY26" fmla="*/ 51054 h 372808"/>
              <a:gd name="connsiteX27" fmla="*/ 67347 w 404460"/>
              <a:gd name="connsiteY27" fmla="*/ 34385 h 372808"/>
              <a:gd name="connsiteX28" fmla="*/ 84421 w 404460"/>
              <a:gd name="connsiteY28" fmla="*/ 51054 h 372808"/>
              <a:gd name="connsiteX29" fmla="*/ 134789 w 404460"/>
              <a:gd name="connsiteY29" fmla="*/ 51054 h 372808"/>
              <a:gd name="connsiteX30" fmla="*/ 117715 w 404460"/>
              <a:gd name="connsiteY30" fmla="*/ 67723 h 372808"/>
              <a:gd name="connsiteX31" fmla="*/ 100641 w 404460"/>
              <a:gd name="connsiteY31" fmla="*/ 51054 h 372808"/>
              <a:gd name="connsiteX32" fmla="*/ 117715 w 404460"/>
              <a:gd name="connsiteY32" fmla="*/ 34385 h 372808"/>
              <a:gd name="connsiteX33" fmla="*/ 134789 w 404460"/>
              <a:gd name="connsiteY33" fmla="*/ 51054 h 372808"/>
              <a:gd name="connsiteX34" fmla="*/ 185062 w 404460"/>
              <a:gd name="connsiteY34" fmla="*/ 51054 h 372808"/>
              <a:gd name="connsiteX35" fmla="*/ 168462 w 404460"/>
              <a:gd name="connsiteY35" fmla="*/ 67723 h 372808"/>
              <a:gd name="connsiteX36" fmla="*/ 151863 w 404460"/>
              <a:gd name="connsiteY36" fmla="*/ 51054 h 372808"/>
              <a:gd name="connsiteX37" fmla="*/ 168462 w 404460"/>
              <a:gd name="connsiteY37" fmla="*/ 34385 h 372808"/>
              <a:gd name="connsiteX38" fmla="*/ 185062 w 404460"/>
              <a:gd name="connsiteY38" fmla="*/ 51054 h 372808"/>
              <a:gd name="connsiteX39" fmla="*/ 143231 w 404460"/>
              <a:gd name="connsiteY39" fmla="*/ 152590 h 372808"/>
              <a:gd name="connsiteX40" fmla="*/ 134789 w 404460"/>
              <a:gd name="connsiteY40" fmla="*/ 144018 h 372808"/>
              <a:gd name="connsiteX41" fmla="*/ 143231 w 404460"/>
              <a:gd name="connsiteY41" fmla="*/ 135446 h 372808"/>
              <a:gd name="connsiteX42" fmla="*/ 311598 w 404460"/>
              <a:gd name="connsiteY42" fmla="*/ 135446 h 372808"/>
              <a:gd name="connsiteX43" fmla="*/ 320040 w 404460"/>
              <a:gd name="connsiteY43" fmla="*/ 144018 h 372808"/>
              <a:gd name="connsiteX44" fmla="*/ 311598 w 404460"/>
              <a:gd name="connsiteY44" fmla="*/ 152590 h 372808"/>
              <a:gd name="connsiteX45" fmla="*/ 143231 w 404460"/>
              <a:gd name="connsiteY45" fmla="*/ 152590 h 372808"/>
              <a:gd name="connsiteX46" fmla="*/ 100641 w 404460"/>
              <a:gd name="connsiteY46" fmla="*/ 144018 h 372808"/>
              <a:gd name="connsiteX47" fmla="*/ 92294 w 404460"/>
              <a:gd name="connsiteY47" fmla="*/ 152590 h 372808"/>
              <a:gd name="connsiteX48" fmla="*/ 75694 w 404460"/>
              <a:gd name="connsiteY48" fmla="*/ 152590 h 372808"/>
              <a:gd name="connsiteX49" fmla="*/ 67347 w 404460"/>
              <a:gd name="connsiteY49" fmla="*/ 144018 h 372808"/>
              <a:gd name="connsiteX50" fmla="*/ 75694 w 404460"/>
              <a:gd name="connsiteY50" fmla="*/ 135446 h 372808"/>
              <a:gd name="connsiteX51" fmla="*/ 92294 w 404460"/>
              <a:gd name="connsiteY51" fmla="*/ 135446 h 372808"/>
              <a:gd name="connsiteX52" fmla="*/ 100641 w 404460"/>
              <a:gd name="connsiteY52" fmla="*/ 144018 h 372808"/>
              <a:gd name="connsiteX53" fmla="*/ 219304 w 404460"/>
              <a:gd name="connsiteY53" fmla="*/ 194500 h 372808"/>
              <a:gd name="connsiteX54" fmla="*/ 210862 w 404460"/>
              <a:gd name="connsiteY54" fmla="*/ 203073 h 372808"/>
              <a:gd name="connsiteX55" fmla="*/ 143231 w 404460"/>
              <a:gd name="connsiteY55" fmla="*/ 203073 h 372808"/>
              <a:gd name="connsiteX56" fmla="*/ 134789 w 404460"/>
              <a:gd name="connsiteY56" fmla="*/ 194500 h 372808"/>
              <a:gd name="connsiteX57" fmla="*/ 143231 w 404460"/>
              <a:gd name="connsiteY57" fmla="*/ 185928 h 372808"/>
              <a:gd name="connsiteX58" fmla="*/ 210862 w 404460"/>
              <a:gd name="connsiteY58" fmla="*/ 185928 h 372808"/>
              <a:gd name="connsiteX59" fmla="*/ 219304 w 404460"/>
              <a:gd name="connsiteY59" fmla="*/ 194500 h 372808"/>
              <a:gd name="connsiteX60" fmla="*/ 100641 w 404460"/>
              <a:gd name="connsiteY60" fmla="*/ 194500 h 372808"/>
              <a:gd name="connsiteX61" fmla="*/ 92294 w 404460"/>
              <a:gd name="connsiteY61" fmla="*/ 203073 h 372808"/>
              <a:gd name="connsiteX62" fmla="*/ 75694 w 404460"/>
              <a:gd name="connsiteY62" fmla="*/ 203073 h 372808"/>
              <a:gd name="connsiteX63" fmla="*/ 67347 w 404460"/>
              <a:gd name="connsiteY63" fmla="*/ 194500 h 372808"/>
              <a:gd name="connsiteX64" fmla="*/ 75694 w 404460"/>
              <a:gd name="connsiteY64" fmla="*/ 185928 h 372808"/>
              <a:gd name="connsiteX65" fmla="*/ 92294 w 404460"/>
              <a:gd name="connsiteY65" fmla="*/ 185928 h 372808"/>
              <a:gd name="connsiteX66" fmla="*/ 100641 w 404460"/>
              <a:gd name="connsiteY66" fmla="*/ 194500 h 372808"/>
              <a:gd name="connsiteX67" fmla="*/ 219304 w 404460"/>
              <a:gd name="connsiteY67" fmla="*/ 245554 h 372808"/>
              <a:gd name="connsiteX68" fmla="*/ 210862 w 404460"/>
              <a:gd name="connsiteY68" fmla="*/ 253651 h 372808"/>
              <a:gd name="connsiteX69" fmla="*/ 143231 w 404460"/>
              <a:gd name="connsiteY69" fmla="*/ 253651 h 372808"/>
              <a:gd name="connsiteX70" fmla="*/ 134789 w 404460"/>
              <a:gd name="connsiteY70" fmla="*/ 245554 h 372808"/>
              <a:gd name="connsiteX71" fmla="*/ 143231 w 404460"/>
              <a:gd name="connsiteY71" fmla="*/ 237458 h 372808"/>
              <a:gd name="connsiteX72" fmla="*/ 210862 w 404460"/>
              <a:gd name="connsiteY72" fmla="*/ 237458 h 372808"/>
              <a:gd name="connsiteX73" fmla="*/ 219304 w 404460"/>
              <a:gd name="connsiteY73" fmla="*/ 245554 h 372808"/>
              <a:gd name="connsiteX74" fmla="*/ 100641 w 404460"/>
              <a:gd name="connsiteY74" fmla="*/ 245554 h 372808"/>
              <a:gd name="connsiteX75" fmla="*/ 92294 w 404460"/>
              <a:gd name="connsiteY75" fmla="*/ 253651 h 372808"/>
              <a:gd name="connsiteX76" fmla="*/ 75694 w 404460"/>
              <a:gd name="connsiteY76" fmla="*/ 253651 h 372808"/>
              <a:gd name="connsiteX77" fmla="*/ 67347 w 404460"/>
              <a:gd name="connsiteY77" fmla="*/ 245554 h 372808"/>
              <a:gd name="connsiteX78" fmla="*/ 75694 w 404460"/>
              <a:gd name="connsiteY78" fmla="*/ 237458 h 372808"/>
              <a:gd name="connsiteX79" fmla="*/ 92294 w 404460"/>
              <a:gd name="connsiteY79" fmla="*/ 237458 h 372808"/>
              <a:gd name="connsiteX80" fmla="*/ 100641 w 404460"/>
              <a:gd name="connsiteY80" fmla="*/ 245554 h 372808"/>
              <a:gd name="connsiteX81" fmla="*/ 353619 w 404460"/>
              <a:gd name="connsiteY81" fmla="*/ 287846 h 372808"/>
              <a:gd name="connsiteX82" fmla="*/ 376953 w 404460"/>
              <a:gd name="connsiteY82" fmla="*/ 242697 h 372808"/>
              <a:gd name="connsiteX83" fmla="*/ 321842 w 404460"/>
              <a:gd name="connsiteY83" fmla="*/ 187833 h 372808"/>
              <a:gd name="connsiteX84" fmla="*/ 266732 w 404460"/>
              <a:gd name="connsiteY84" fmla="*/ 242697 h 372808"/>
              <a:gd name="connsiteX85" fmla="*/ 290350 w 404460"/>
              <a:gd name="connsiteY85" fmla="*/ 287560 h 372808"/>
              <a:gd name="connsiteX86" fmla="*/ 238275 w 404460"/>
              <a:gd name="connsiteY86" fmla="*/ 364331 h 372808"/>
              <a:gd name="connsiteX87" fmla="*/ 246717 w 404460"/>
              <a:gd name="connsiteY87" fmla="*/ 372809 h 372808"/>
              <a:gd name="connsiteX88" fmla="*/ 396019 w 404460"/>
              <a:gd name="connsiteY88" fmla="*/ 372809 h 372808"/>
              <a:gd name="connsiteX89" fmla="*/ 404461 w 404460"/>
              <a:gd name="connsiteY89" fmla="*/ 364331 h 372808"/>
              <a:gd name="connsiteX90" fmla="*/ 353619 w 404460"/>
              <a:gd name="connsiteY90" fmla="*/ 287750 h 372808"/>
              <a:gd name="connsiteX91" fmla="*/ 321842 w 404460"/>
              <a:gd name="connsiteY91" fmla="*/ 204692 h 372808"/>
              <a:gd name="connsiteX92" fmla="*/ 359974 w 404460"/>
              <a:gd name="connsiteY92" fmla="*/ 242602 h 372808"/>
              <a:gd name="connsiteX93" fmla="*/ 321842 w 404460"/>
              <a:gd name="connsiteY93" fmla="*/ 280511 h 372808"/>
              <a:gd name="connsiteX94" fmla="*/ 283711 w 404460"/>
              <a:gd name="connsiteY94" fmla="*/ 242602 h 372808"/>
              <a:gd name="connsiteX95" fmla="*/ 321842 w 404460"/>
              <a:gd name="connsiteY95" fmla="*/ 204692 h 372808"/>
              <a:gd name="connsiteX96" fmla="*/ 256582 w 404460"/>
              <a:gd name="connsiteY96" fmla="*/ 355949 h 372808"/>
              <a:gd name="connsiteX97" fmla="*/ 321368 w 404460"/>
              <a:gd name="connsiteY97" fmla="*/ 298228 h 372808"/>
              <a:gd name="connsiteX98" fmla="*/ 387577 w 404460"/>
              <a:gd name="connsiteY98" fmla="*/ 355949 h 372808"/>
              <a:gd name="connsiteX99" fmla="*/ 256582 w 404460"/>
              <a:gd name="connsiteY99" fmla="*/ 355949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404460" h="372808">
                <a:moveTo>
                  <a:pt x="362345" y="0"/>
                </a:moveTo>
                <a:lnTo>
                  <a:pt x="42116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6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6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789" y="84868"/>
                </a:moveTo>
                <a:lnTo>
                  <a:pt x="16789" y="42386"/>
                </a:lnTo>
                <a:cubicBezTo>
                  <a:pt x="16789" y="28289"/>
                  <a:pt x="27982" y="16954"/>
                  <a:pt x="42116" y="16954"/>
                </a:cubicBezTo>
                <a:lnTo>
                  <a:pt x="362345" y="16954"/>
                </a:lnTo>
                <a:cubicBezTo>
                  <a:pt x="376384" y="16954"/>
                  <a:pt x="387671" y="28289"/>
                  <a:pt x="387671" y="42386"/>
                </a:cubicBezTo>
                <a:lnTo>
                  <a:pt x="387671" y="84868"/>
                </a:lnTo>
                <a:lnTo>
                  <a:pt x="16884" y="84868"/>
                </a:lnTo>
                <a:close/>
                <a:moveTo>
                  <a:pt x="84421" y="51054"/>
                </a:moveTo>
                <a:cubicBezTo>
                  <a:pt x="84421" y="60293"/>
                  <a:pt x="76738" y="67723"/>
                  <a:pt x="67347" y="67723"/>
                </a:cubicBezTo>
                <a:cubicBezTo>
                  <a:pt x="57956" y="67723"/>
                  <a:pt x="50273" y="60293"/>
                  <a:pt x="50273" y="51054"/>
                </a:cubicBezTo>
                <a:cubicBezTo>
                  <a:pt x="50273" y="41815"/>
                  <a:pt x="57956" y="34385"/>
                  <a:pt x="67347" y="34385"/>
                </a:cubicBezTo>
                <a:cubicBezTo>
                  <a:pt x="76738" y="34385"/>
                  <a:pt x="84421" y="41815"/>
                  <a:pt x="84421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062" y="51054"/>
                </a:moveTo>
                <a:cubicBezTo>
                  <a:pt x="185062" y="60293"/>
                  <a:pt x="177663" y="67723"/>
                  <a:pt x="168462" y="67723"/>
                </a:cubicBezTo>
                <a:cubicBezTo>
                  <a:pt x="159261" y="67723"/>
                  <a:pt x="151863" y="60293"/>
                  <a:pt x="151863" y="51054"/>
                </a:cubicBezTo>
                <a:cubicBezTo>
                  <a:pt x="151863" y="41815"/>
                  <a:pt x="159261" y="34385"/>
                  <a:pt x="168462" y="34385"/>
                </a:cubicBezTo>
                <a:cubicBezTo>
                  <a:pt x="177663" y="34385"/>
                  <a:pt x="185062" y="41815"/>
                  <a:pt x="185062" y="51054"/>
                </a:cubicBezTo>
                <a:close/>
                <a:moveTo>
                  <a:pt x="143231" y="152590"/>
                </a:moveTo>
                <a:cubicBezTo>
                  <a:pt x="139057" y="152590"/>
                  <a:pt x="134789" y="148304"/>
                  <a:pt x="134789" y="144018"/>
                </a:cubicBezTo>
                <a:cubicBezTo>
                  <a:pt x="134789" y="139732"/>
                  <a:pt x="138962" y="135446"/>
                  <a:pt x="143231" y="135446"/>
                </a:cubicBezTo>
                <a:lnTo>
                  <a:pt x="311598" y="135446"/>
                </a:lnTo>
                <a:cubicBezTo>
                  <a:pt x="317194" y="135446"/>
                  <a:pt x="320040" y="139732"/>
                  <a:pt x="320040" y="144018"/>
                </a:cubicBezTo>
                <a:cubicBezTo>
                  <a:pt x="320040" y="148304"/>
                  <a:pt x="317194" y="152590"/>
                  <a:pt x="311598" y="152590"/>
                </a:cubicBezTo>
                <a:lnTo>
                  <a:pt x="143231" y="152590"/>
                </a:lnTo>
                <a:close/>
                <a:moveTo>
                  <a:pt x="100641" y="144018"/>
                </a:moveTo>
                <a:cubicBezTo>
                  <a:pt x="100641" y="148304"/>
                  <a:pt x="97890" y="152590"/>
                  <a:pt x="92294" y="152590"/>
                </a:cubicBezTo>
                <a:lnTo>
                  <a:pt x="75694" y="152590"/>
                </a:lnTo>
                <a:cubicBezTo>
                  <a:pt x="71521" y="152590"/>
                  <a:pt x="67347" y="148304"/>
                  <a:pt x="67347" y="144018"/>
                </a:cubicBezTo>
                <a:cubicBezTo>
                  <a:pt x="67347" y="139732"/>
                  <a:pt x="71521" y="135446"/>
                  <a:pt x="75694" y="135446"/>
                </a:cubicBezTo>
                <a:lnTo>
                  <a:pt x="92294" y="135446"/>
                </a:lnTo>
                <a:cubicBezTo>
                  <a:pt x="97795" y="135446"/>
                  <a:pt x="100641" y="139732"/>
                  <a:pt x="100641" y="144018"/>
                </a:cubicBezTo>
                <a:close/>
                <a:moveTo>
                  <a:pt x="219304" y="194500"/>
                </a:moveTo>
                <a:cubicBezTo>
                  <a:pt x="219304" y="198787"/>
                  <a:pt x="216459" y="203073"/>
                  <a:pt x="210862" y="203073"/>
                </a:cubicBezTo>
                <a:lnTo>
                  <a:pt x="143231" y="203073"/>
                </a:lnTo>
                <a:cubicBezTo>
                  <a:pt x="138962" y="203073"/>
                  <a:pt x="134789" y="198787"/>
                  <a:pt x="134789" y="194500"/>
                </a:cubicBezTo>
                <a:cubicBezTo>
                  <a:pt x="134789" y="190214"/>
                  <a:pt x="139057" y="185928"/>
                  <a:pt x="143231" y="185928"/>
                </a:cubicBezTo>
                <a:lnTo>
                  <a:pt x="210862" y="185928"/>
                </a:lnTo>
                <a:cubicBezTo>
                  <a:pt x="216459" y="185928"/>
                  <a:pt x="219304" y="190214"/>
                  <a:pt x="219304" y="194500"/>
                </a:cubicBezTo>
                <a:close/>
                <a:moveTo>
                  <a:pt x="100641" y="194500"/>
                </a:moveTo>
                <a:cubicBezTo>
                  <a:pt x="100641" y="198787"/>
                  <a:pt x="97890" y="203073"/>
                  <a:pt x="92294" y="203073"/>
                </a:cubicBezTo>
                <a:lnTo>
                  <a:pt x="75694" y="203073"/>
                </a:lnTo>
                <a:cubicBezTo>
                  <a:pt x="71521" y="203073"/>
                  <a:pt x="67347" y="198787"/>
                  <a:pt x="67347" y="194500"/>
                </a:cubicBezTo>
                <a:cubicBezTo>
                  <a:pt x="67347" y="190214"/>
                  <a:pt x="71521" y="185928"/>
                  <a:pt x="75694" y="185928"/>
                </a:cubicBezTo>
                <a:lnTo>
                  <a:pt x="92294" y="185928"/>
                </a:lnTo>
                <a:cubicBezTo>
                  <a:pt x="97795" y="185928"/>
                  <a:pt x="100641" y="190214"/>
                  <a:pt x="100641" y="194500"/>
                </a:cubicBezTo>
                <a:close/>
                <a:moveTo>
                  <a:pt x="219304" y="245554"/>
                </a:moveTo>
                <a:cubicBezTo>
                  <a:pt x="219304" y="249650"/>
                  <a:pt x="216459" y="253651"/>
                  <a:pt x="210862" y="253651"/>
                </a:cubicBezTo>
                <a:lnTo>
                  <a:pt x="143231" y="253651"/>
                </a:lnTo>
                <a:cubicBezTo>
                  <a:pt x="138962" y="253651"/>
                  <a:pt x="134789" y="249555"/>
                  <a:pt x="134789" y="245554"/>
                </a:cubicBezTo>
                <a:cubicBezTo>
                  <a:pt x="134789" y="241554"/>
                  <a:pt x="139057" y="237458"/>
                  <a:pt x="143231" y="237458"/>
                </a:cubicBezTo>
                <a:lnTo>
                  <a:pt x="210862" y="237458"/>
                </a:lnTo>
                <a:cubicBezTo>
                  <a:pt x="216459" y="237458"/>
                  <a:pt x="219304" y="241554"/>
                  <a:pt x="219304" y="245554"/>
                </a:cubicBezTo>
                <a:close/>
                <a:moveTo>
                  <a:pt x="100641" y="245554"/>
                </a:moveTo>
                <a:cubicBezTo>
                  <a:pt x="100641" y="249650"/>
                  <a:pt x="97890" y="253651"/>
                  <a:pt x="92294" y="253651"/>
                </a:cubicBezTo>
                <a:lnTo>
                  <a:pt x="75694" y="253651"/>
                </a:lnTo>
                <a:cubicBezTo>
                  <a:pt x="71521" y="253651"/>
                  <a:pt x="67347" y="249555"/>
                  <a:pt x="67347" y="245554"/>
                </a:cubicBezTo>
                <a:cubicBezTo>
                  <a:pt x="67347" y="241554"/>
                  <a:pt x="71521" y="237458"/>
                  <a:pt x="75694" y="237458"/>
                </a:cubicBezTo>
                <a:lnTo>
                  <a:pt x="92294" y="237458"/>
                </a:lnTo>
                <a:cubicBezTo>
                  <a:pt x="97795" y="237458"/>
                  <a:pt x="100641" y="241554"/>
                  <a:pt x="100641" y="245554"/>
                </a:cubicBezTo>
                <a:close/>
                <a:moveTo>
                  <a:pt x="353619" y="287846"/>
                </a:moveTo>
                <a:cubicBezTo>
                  <a:pt x="367847" y="278035"/>
                  <a:pt x="376953" y="261747"/>
                  <a:pt x="376953" y="242697"/>
                </a:cubicBezTo>
                <a:cubicBezTo>
                  <a:pt x="376953" y="211741"/>
                  <a:pt x="352955" y="187833"/>
                  <a:pt x="321842" y="187833"/>
                </a:cubicBezTo>
                <a:cubicBezTo>
                  <a:pt x="290730" y="187833"/>
                  <a:pt x="266732" y="211741"/>
                  <a:pt x="266732" y="242697"/>
                </a:cubicBezTo>
                <a:cubicBezTo>
                  <a:pt x="266732" y="261556"/>
                  <a:pt x="276217" y="277749"/>
                  <a:pt x="290350" y="287560"/>
                </a:cubicBezTo>
                <a:cubicBezTo>
                  <a:pt x="260187" y="300133"/>
                  <a:pt x="238275" y="330232"/>
                  <a:pt x="238275" y="364331"/>
                </a:cubicBezTo>
                <a:cubicBezTo>
                  <a:pt x="238275" y="368522"/>
                  <a:pt x="242544" y="372809"/>
                  <a:pt x="246717" y="372809"/>
                </a:cubicBezTo>
                <a:lnTo>
                  <a:pt x="396019" y="372809"/>
                </a:lnTo>
                <a:cubicBezTo>
                  <a:pt x="401615" y="372809"/>
                  <a:pt x="404461" y="368617"/>
                  <a:pt x="404461" y="364331"/>
                </a:cubicBezTo>
                <a:cubicBezTo>
                  <a:pt x="404461" y="330422"/>
                  <a:pt x="383688" y="300514"/>
                  <a:pt x="353619" y="287750"/>
                </a:cubicBezTo>
                <a:close/>
                <a:moveTo>
                  <a:pt x="321842" y="204692"/>
                </a:moveTo>
                <a:cubicBezTo>
                  <a:pt x="342995" y="204692"/>
                  <a:pt x="359974" y="221552"/>
                  <a:pt x="359974" y="242602"/>
                </a:cubicBezTo>
                <a:cubicBezTo>
                  <a:pt x="359974" y="263652"/>
                  <a:pt x="342995" y="280511"/>
                  <a:pt x="321842" y="280511"/>
                </a:cubicBezTo>
                <a:cubicBezTo>
                  <a:pt x="300690" y="280511"/>
                  <a:pt x="283711" y="263652"/>
                  <a:pt x="283711" y="242602"/>
                </a:cubicBezTo>
                <a:cubicBezTo>
                  <a:pt x="283711" y="221552"/>
                  <a:pt x="300690" y="204692"/>
                  <a:pt x="321842" y="204692"/>
                </a:cubicBezTo>
                <a:close/>
                <a:moveTo>
                  <a:pt x="256582" y="355949"/>
                </a:moveTo>
                <a:cubicBezTo>
                  <a:pt x="260851" y="323564"/>
                  <a:pt x="287600" y="298228"/>
                  <a:pt x="321368" y="298228"/>
                </a:cubicBezTo>
                <a:cubicBezTo>
                  <a:pt x="355136" y="298228"/>
                  <a:pt x="383308" y="323564"/>
                  <a:pt x="387577" y="355949"/>
                </a:cubicBezTo>
                <a:lnTo>
                  <a:pt x="256582" y="355949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8">
            <a:extLst>
              <a:ext uri="{FF2B5EF4-FFF2-40B4-BE49-F238E27FC236}">
                <a16:creationId xmlns:a16="http://schemas.microsoft.com/office/drawing/2014/main" id="{325A361B-A9D4-2AAC-7480-DFA52B742F80}"/>
              </a:ext>
            </a:extLst>
          </p:cNvPr>
          <p:cNvSpPr/>
          <p:nvPr/>
        </p:nvSpPr>
        <p:spPr>
          <a:xfrm>
            <a:off x="2955503" y="786032"/>
            <a:ext cx="536945" cy="494925"/>
          </a:xfrm>
          <a:custGeom>
            <a:avLst/>
            <a:gdLst>
              <a:gd name="connsiteX0" fmla="*/ 362345 w 404460"/>
              <a:gd name="connsiteY0" fmla="*/ 0 h 372808"/>
              <a:gd name="connsiteX1" fmla="*/ 42116 w 404460"/>
              <a:gd name="connsiteY1" fmla="*/ 0 h 372808"/>
              <a:gd name="connsiteX2" fmla="*/ 0 w 404460"/>
              <a:gd name="connsiteY2" fmla="*/ 42386 h 372808"/>
              <a:gd name="connsiteX3" fmla="*/ 0 w 404460"/>
              <a:gd name="connsiteY3" fmla="*/ 279844 h 372808"/>
              <a:gd name="connsiteX4" fmla="*/ 42116 w 404460"/>
              <a:gd name="connsiteY4" fmla="*/ 322231 h 372808"/>
              <a:gd name="connsiteX5" fmla="*/ 203653 w 404460"/>
              <a:gd name="connsiteY5" fmla="*/ 322231 h 372808"/>
              <a:gd name="connsiteX6" fmla="*/ 212095 w 404460"/>
              <a:gd name="connsiteY6" fmla="*/ 313754 h 372808"/>
              <a:gd name="connsiteX7" fmla="*/ 203653 w 404460"/>
              <a:gd name="connsiteY7" fmla="*/ 305276 h 372808"/>
              <a:gd name="connsiteX8" fmla="*/ 42116 w 404460"/>
              <a:gd name="connsiteY8" fmla="*/ 305276 h 372808"/>
              <a:gd name="connsiteX9" fmla="*/ 16789 w 404460"/>
              <a:gd name="connsiteY9" fmla="*/ 279844 h 372808"/>
              <a:gd name="connsiteX10" fmla="*/ 16789 w 404460"/>
              <a:gd name="connsiteY10" fmla="*/ 102013 h 372808"/>
              <a:gd name="connsiteX11" fmla="*/ 387577 w 404460"/>
              <a:gd name="connsiteY11" fmla="*/ 102013 h 372808"/>
              <a:gd name="connsiteX12" fmla="*/ 387577 w 404460"/>
              <a:gd name="connsiteY12" fmla="*/ 169640 h 372808"/>
              <a:gd name="connsiteX13" fmla="*/ 396019 w 404460"/>
              <a:gd name="connsiteY13" fmla="*/ 178117 h 372808"/>
              <a:gd name="connsiteX14" fmla="*/ 404461 w 404460"/>
              <a:gd name="connsiteY14" fmla="*/ 169640 h 372808"/>
              <a:gd name="connsiteX15" fmla="*/ 404461 w 404460"/>
              <a:gd name="connsiteY15" fmla="*/ 42386 h 372808"/>
              <a:gd name="connsiteX16" fmla="*/ 362345 w 404460"/>
              <a:gd name="connsiteY16" fmla="*/ 0 h 372808"/>
              <a:gd name="connsiteX17" fmla="*/ 16789 w 404460"/>
              <a:gd name="connsiteY17" fmla="*/ 84868 h 372808"/>
              <a:gd name="connsiteX18" fmla="*/ 16789 w 404460"/>
              <a:gd name="connsiteY18" fmla="*/ 42386 h 372808"/>
              <a:gd name="connsiteX19" fmla="*/ 42116 w 404460"/>
              <a:gd name="connsiteY19" fmla="*/ 16954 h 372808"/>
              <a:gd name="connsiteX20" fmla="*/ 362345 w 404460"/>
              <a:gd name="connsiteY20" fmla="*/ 16954 h 372808"/>
              <a:gd name="connsiteX21" fmla="*/ 387671 w 404460"/>
              <a:gd name="connsiteY21" fmla="*/ 42386 h 372808"/>
              <a:gd name="connsiteX22" fmla="*/ 387671 w 404460"/>
              <a:gd name="connsiteY22" fmla="*/ 84868 h 372808"/>
              <a:gd name="connsiteX23" fmla="*/ 16884 w 404460"/>
              <a:gd name="connsiteY23" fmla="*/ 84868 h 372808"/>
              <a:gd name="connsiteX24" fmla="*/ 84421 w 404460"/>
              <a:gd name="connsiteY24" fmla="*/ 51054 h 372808"/>
              <a:gd name="connsiteX25" fmla="*/ 67347 w 404460"/>
              <a:gd name="connsiteY25" fmla="*/ 67723 h 372808"/>
              <a:gd name="connsiteX26" fmla="*/ 50273 w 404460"/>
              <a:gd name="connsiteY26" fmla="*/ 51054 h 372808"/>
              <a:gd name="connsiteX27" fmla="*/ 67347 w 404460"/>
              <a:gd name="connsiteY27" fmla="*/ 34385 h 372808"/>
              <a:gd name="connsiteX28" fmla="*/ 84421 w 404460"/>
              <a:gd name="connsiteY28" fmla="*/ 51054 h 372808"/>
              <a:gd name="connsiteX29" fmla="*/ 134789 w 404460"/>
              <a:gd name="connsiteY29" fmla="*/ 51054 h 372808"/>
              <a:gd name="connsiteX30" fmla="*/ 117715 w 404460"/>
              <a:gd name="connsiteY30" fmla="*/ 67723 h 372808"/>
              <a:gd name="connsiteX31" fmla="*/ 100641 w 404460"/>
              <a:gd name="connsiteY31" fmla="*/ 51054 h 372808"/>
              <a:gd name="connsiteX32" fmla="*/ 117715 w 404460"/>
              <a:gd name="connsiteY32" fmla="*/ 34385 h 372808"/>
              <a:gd name="connsiteX33" fmla="*/ 134789 w 404460"/>
              <a:gd name="connsiteY33" fmla="*/ 51054 h 372808"/>
              <a:gd name="connsiteX34" fmla="*/ 185062 w 404460"/>
              <a:gd name="connsiteY34" fmla="*/ 51054 h 372808"/>
              <a:gd name="connsiteX35" fmla="*/ 168462 w 404460"/>
              <a:gd name="connsiteY35" fmla="*/ 67723 h 372808"/>
              <a:gd name="connsiteX36" fmla="*/ 151863 w 404460"/>
              <a:gd name="connsiteY36" fmla="*/ 51054 h 372808"/>
              <a:gd name="connsiteX37" fmla="*/ 168462 w 404460"/>
              <a:gd name="connsiteY37" fmla="*/ 34385 h 372808"/>
              <a:gd name="connsiteX38" fmla="*/ 185062 w 404460"/>
              <a:gd name="connsiteY38" fmla="*/ 51054 h 372808"/>
              <a:gd name="connsiteX39" fmla="*/ 143231 w 404460"/>
              <a:gd name="connsiteY39" fmla="*/ 152590 h 372808"/>
              <a:gd name="connsiteX40" fmla="*/ 134789 w 404460"/>
              <a:gd name="connsiteY40" fmla="*/ 144018 h 372808"/>
              <a:gd name="connsiteX41" fmla="*/ 143231 w 404460"/>
              <a:gd name="connsiteY41" fmla="*/ 135446 h 372808"/>
              <a:gd name="connsiteX42" fmla="*/ 311598 w 404460"/>
              <a:gd name="connsiteY42" fmla="*/ 135446 h 372808"/>
              <a:gd name="connsiteX43" fmla="*/ 320040 w 404460"/>
              <a:gd name="connsiteY43" fmla="*/ 144018 h 372808"/>
              <a:gd name="connsiteX44" fmla="*/ 311598 w 404460"/>
              <a:gd name="connsiteY44" fmla="*/ 152590 h 372808"/>
              <a:gd name="connsiteX45" fmla="*/ 143231 w 404460"/>
              <a:gd name="connsiteY45" fmla="*/ 152590 h 372808"/>
              <a:gd name="connsiteX46" fmla="*/ 100641 w 404460"/>
              <a:gd name="connsiteY46" fmla="*/ 144018 h 372808"/>
              <a:gd name="connsiteX47" fmla="*/ 92294 w 404460"/>
              <a:gd name="connsiteY47" fmla="*/ 152590 h 372808"/>
              <a:gd name="connsiteX48" fmla="*/ 75694 w 404460"/>
              <a:gd name="connsiteY48" fmla="*/ 152590 h 372808"/>
              <a:gd name="connsiteX49" fmla="*/ 67347 w 404460"/>
              <a:gd name="connsiteY49" fmla="*/ 144018 h 372808"/>
              <a:gd name="connsiteX50" fmla="*/ 75694 w 404460"/>
              <a:gd name="connsiteY50" fmla="*/ 135446 h 372808"/>
              <a:gd name="connsiteX51" fmla="*/ 92294 w 404460"/>
              <a:gd name="connsiteY51" fmla="*/ 135446 h 372808"/>
              <a:gd name="connsiteX52" fmla="*/ 100641 w 404460"/>
              <a:gd name="connsiteY52" fmla="*/ 144018 h 372808"/>
              <a:gd name="connsiteX53" fmla="*/ 219304 w 404460"/>
              <a:gd name="connsiteY53" fmla="*/ 194500 h 372808"/>
              <a:gd name="connsiteX54" fmla="*/ 210862 w 404460"/>
              <a:gd name="connsiteY54" fmla="*/ 203073 h 372808"/>
              <a:gd name="connsiteX55" fmla="*/ 143231 w 404460"/>
              <a:gd name="connsiteY55" fmla="*/ 203073 h 372808"/>
              <a:gd name="connsiteX56" fmla="*/ 134789 w 404460"/>
              <a:gd name="connsiteY56" fmla="*/ 194500 h 372808"/>
              <a:gd name="connsiteX57" fmla="*/ 143231 w 404460"/>
              <a:gd name="connsiteY57" fmla="*/ 185928 h 372808"/>
              <a:gd name="connsiteX58" fmla="*/ 210862 w 404460"/>
              <a:gd name="connsiteY58" fmla="*/ 185928 h 372808"/>
              <a:gd name="connsiteX59" fmla="*/ 219304 w 404460"/>
              <a:gd name="connsiteY59" fmla="*/ 194500 h 372808"/>
              <a:gd name="connsiteX60" fmla="*/ 100641 w 404460"/>
              <a:gd name="connsiteY60" fmla="*/ 194500 h 372808"/>
              <a:gd name="connsiteX61" fmla="*/ 92294 w 404460"/>
              <a:gd name="connsiteY61" fmla="*/ 203073 h 372808"/>
              <a:gd name="connsiteX62" fmla="*/ 75694 w 404460"/>
              <a:gd name="connsiteY62" fmla="*/ 203073 h 372808"/>
              <a:gd name="connsiteX63" fmla="*/ 67347 w 404460"/>
              <a:gd name="connsiteY63" fmla="*/ 194500 h 372808"/>
              <a:gd name="connsiteX64" fmla="*/ 75694 w 404460"/>
              <a:gd name="connsiteY64" fmla="*/ 185928 h 372808"/>
              <a:gd name="connsiteX65" fmla="*/ 92294 w 404460"/>
              <a:gd name="connsiteY65" fmla="*/ 185928 h 372808"/>
              <a:gd name="connsiteX66" fmla="*/ 100641 w 404460"/>
              <a:gd name="connsiteY66" fmla="*/ 194500 h 372808"/>
              <a:gd name="connsiteX67" fmla="*/ 219304 w 404460"/>
              <a:gd name="connsiteY67" fmla="*/ 245554 h 372808"/>
              <a:gd name="connsiteX68" fmla="*/ 210862 w 404460"/>
              <a:gd name="connsiteY68" fmla="*/ 253651 h 372808"/>
              <a:gd name="connsiteX69" fmla="*/ 143231 w 404460"/>
              <a:gd name="connsiteY69" fmla="*/ 253651 h 372808"/>
              <a:gd name="connsiteX70" fmla="*/ 134789 w 404460"/>
              <a:gd name="connsiteY70" fmla="*/ 245554 h 372808"/>
              <a:gd name="connsiteX71" fmla="*/ 143231 w 404460"/>
              <a:gd name="connsiteY71" fmla="*/ 237458 h 372808"/>
              <a:gd name="connsiteX72" fmla="*/ 210862 w 404460"/>
              <a:gd name="connsiteY72" fmla="*/ 237458 h 372808"/>
              <a:gd name="connsiteX73" fmla="*/ 219304 w 404460"/>
              <a:gd name="connsiteY73" fmla="*/ 245554 h 372808"/>
              <a:gd name="connsiteX74" fmla="*/ 100641 w 404460"/>
              <a:gd name="connsiteY74" fmla="*/ 245554 h 372808"/>
              <a:gd name="connsiteX75" fmla="*/ 92294 w 404460"/>
              <a:gd name="connsiteY75" fmla="*/ 253651 h 372808"/>
              <a:gd name="connsiteX76" fmla="*/ 75694 w 404460"/>
              <a:gd name="connsiteY76" fmla="*/ 253651 h 372808"/>
              <a:gd name="connsiteX77" fmla="*/ 67347 w 404460"/>
              <a:gd name="connsiteY77" fmla="*/ 245554 h 372808"/>
              <a:gd name="connsiteX78" fmla="*/ 75694 w 404460"/>
              <a:gd name="connsiteY78" fmla="*/ 237458 h 372808"/>
              <a:gd name="connsiteX79" fmla="*/ 92294 w 404460"/>
              <a:gd name="connsiteY79" fmla="*/ 237458 h 372808"/>
              <a:gd name="connsiteX80" fmla="*/ 100641 w 404460"/>
              <a:gd name="connsiteY80" fmla="*/ 245554 h 372808"/>
              <a:gd name="connsiteX81" fmla="*/ 353619 w 404460"/>
              <a:gd name="connsiteY81" fmla="*/ 287846 h 372808"/>
              <a:gd name="connsiteX82" fmla="*/ 376953 w 404460"/>
              <a:gd name="connsiteY82" fmla="*/ 242697 h 372808"/>
              <a:gd name="connsiteX83" fmla="*/ 321842 w 404460"/>
              <a:gd name="connsiteY83" fmla="*/ 187833 h 372808"/>
              <a:gd name="connsiteX84" fmla="*/ 266732 w 404460"/>
              <a:gd name="connsiteY84" fmla="*/ 242697 h 372808"/>
              <a:gd name="connsiteX85" fmla="*/ 290350 w 404460"/>
              <a:gd name="connsiteY85" fmla="*/ 287560 h 372808"/>
              <a:gd name="connsiteX86" fmla="*/ 238275 w 404460"/>
              <a:gd name="connsiteY86" fmla="*/ 364331 h 372808"/>
              <a:gd name="connsiteX87" fmla="*/ 246717 w 404460"/>
              <a:gd name="connsiteY87" fmla="*/ 372809 h 372808"/>
              <a:gd name="connsiteX88" fmla="*/ 396019 w 404460"/>
              <a:gd name="connsiteY88" fmla="*/ 372809 h 372808"/>
              <a:gd name="connsiteX89" fmla="*/ 404461 w 404460"/>
              <a:gd name="connsiteY89" fmla="*/ 364331 h 372808"/>
              <a:gd name="connsiteX90" fmla="*/ 353619 w 404460"/>
              <a:gd name="connsiteY90" fmla="*/ 287750 h 372808"/>
              <a:gd name="connsiteX91" fmla="*/ 321842 w 404460"/>
              <a:gd name="connsiteY91" fmla="*/ 204692 h 372808"/>
              <a:gd name="connsiteX92" fmla="*/ 359974 w 404460"/>
              <a:gd name="connsiteY92" fmla="*/ 242602 h 372808"/>
              <a:gd name="connsiteX93" fmla="*/ 321842 w 404460"/>
              <a:gd name="connsiteY93" fmla="*/ 280511 h 372808"/>
              <a:gd name="connsiteX94" fmla="*/ 283711 w 404460"/>
              <a:gd name="connsiteY94" fmla="*/ 242602 h 372808"/>
              <a:gd name="connsiteX95" fmla="*/ 321842 w 404460"/>
              <a:gd name="connsiteY95" fmla="*/ 204692 h 372808"/>
              <a:gd name="connsiteX96" fmla="*/ 256582 w 404460"/>
              <a:gd name="connsiteY96" fmla="*/ 355949 h 372808"/>
              <a:gd name="connsiteX97" fmla="*/ 321368 w 404460"/>
              <a:gd name="connsiteY97" fmla="*/ 298228 h 372808"/>
              <a:gd name="connsiteX98" fmla="*/ 387577 w 404460"/>
              <a:gd name="connsiteY98" fmla="*/ 355949 h 372808"/>
              <a:gd name="connsiteX99" fmla="*/ 256582 w 404460"/>
              <a:gd name="connsiteY99" fmla="*/ 355949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404460" h="372808">
                <a:moveTo>
                  <a:pt x="362345" y="0"/>
                </a:moveTo>
                <a:lnTo>
                  <a:pt x="42116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6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6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789" y="84868"/>
                </a:moveTo>
                <a:lnTo>
                  <a:pt x="16789" y="42386"/>
                </a:lnTo>
                <a:cubicBezTo>
                  <a:pt x="16789" y="28289"/>
                  <a:pt x="27982" y="16954"/>
                  <a:pt x="42116" y="16954"/>
                </a:cubicBezTo>
                <a:lnTo>
                  <a:pt x="362345" y="16954"/>
                </a:lnTo>
                <a:cubicBezTo>
                  <a:pt x="376384" y="16954"/>
                  <a:pt x="387671" y="28289"/>
                  <a:pt x="387671" y="42386"/>
                </a:cubicBezTo>
                <a:lnTo>
                  <a:pt x="387671" y="84868"/>
                </a:lnTo>
                <a:lnTo>
                  <a:pt x="16884" y="84868"/>
                </a:lnTo>
                <a:close/>
                <a:moveTo>
                  <a:pt x="84421" y="51054"/>
                </a:moveTo>
                <a:cubicBezTo>
                  <a:pt x="84421" y="60293"/>
                  <a:pt x="76738" y="67723"/>
                  <a:pt x="67347" y="67723"/>
                </a:cubicBezTo>
                <a:cubicBezTo>
                  <a:pt x="57956" y="67723"/>
                  <a:pt x="50273" y="60293"/>
                  <a:pt x="50273" y="51054"/>
                </a:cubicBezTo>
                <a:cubicBezTo>
                  <a:pt x="50273" y="41815"/>
                  <a:pt x="57956" y="34385"/>
                  <a:pt x="67347" y="34385"/>
                </a:cubicBezTo>
                <a:cubicBezTo>
                  <a:pt x="76738" y="34385"/>
                  <a:pt x="84421" y="41815"/>
                  <a:pt x="84421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062" y="51054"/>
                </a:moveTo>
                <a:cubicBezTo>
                  <a:pt x="185062" y="60293"/>
                  <a:pt x="177663" y="67723"/>
                  <a:pt x="168462" y="67723"/>
                </a:cubicBezTo>
                <a:cubicBezTo>
                  <a:pt x="159261" y="67723"/>
                  <a:pt x="151863" y="60293"/>
                  <a:pt x="151863" y="51054"/>
                </a:cubicBezTo>
                <a:cubicBezTo>
                  <a:pt x="151863" y="41815"/>
                  <a:pt x="159261" y="34385"/>
                  <a:pt x="168462" y="34385"/>
                </a:cubicBezTo>
                <a:cubicBezTo>
                  <a:pt x="177663" y="34385"/>
                  <a:pt x="185062" y="41815"/>
                  <a:pt x="185062" y="51054"/>
                </a:cubicBezTo>
                <a:close/>
                <a:moveTo>
                  <a:pt x="143231" y="152590"/>
                </a:moveTo>
                <a:cubicBezTo>
                  <a:pt x="139057" y="152590"/>
                  <a:pt x="134789" y="148304"/>
                  <a:pt x="134789" y="144018"/>
                </a:cubicBezTo>
                <a:cubicBezTo>
                  <a:pt x="134789" y="139732"/>
                  <a:pt x="138962" y="135446"/>
                  <a:pt x="143231" y="135446"/>
                </a:cubicBezTo>
                <a:lnTo>
                  <a:pt x="311598" y="135446"/>
                </a:lnTo>
                <a:cubicBezTo>
                  <a:pt x="317194" y="135446"/>
                  <a:pt x="320040" y="139732"/>
                  <a:pt x="320040" y="144018"/>
                </a:cubicBezTo>
                <a:cubicBezTo>
                  <a:pt x="320040" y="148304"/>
                  <a:pt x="317194" y="152590"/>
                  <a:pt x="311598" y="152590"/>
                </a:cubicBezTo>
                <a:lnTo>
                  <a:pt x="143231" y="152590"/>
                </a:lnTo>
                <a:close/>
                <a:moveTo>
                  <a:pt x="100641" y="144018"/>
                </a:moveTo>
                <a:cubicBezTo>
                  <a:pt x="100641" y="148304"/>
                  <a:pt x="97890" y="152590"/>
                  <a:pt x="92294" y="152590"/>
                </a:cubicBezTo>
                <a:lnTo>
                  <a:pt x="75694" y="152590"/>
                </a:lnTo>
                <a:cubicBezTo>
                  <a:pt x="71521" y="152590"/>
                  <a:pt x="67347" y="148304"/>
                  <a:pt x="67347" y="144018"/>
                </a:cubicBezTo>
                <a:cubicBezTo>
                  <a:pt x="67347" y="139732"/>
                  <a:pt x="71521" y="135446"/>
                  <a:pt x="75694" y="135446"/>
                </a:cubicBezTo>
                <a:lnTo>
                  <a:pt x="92294" y="135446"/>
                </a:lnTo>
                <a:cubicBezTo>
                  <a:pt x="97795" y="135446"/>
                  <a:pt x="100641" y="139732"/>
                  <a:pt x="100641" y="144018"/>
                </a:cubicBezTo>
                <a:close/>
                <a:moveTo>
                  <a:pt x="219304" y="194500"/>
                </a:moveTo>
                <a:cubicBezTo>
                  <a:pt x="219304" y="198787"/>
                  <a:pt x="216459" y="203073"/>
                  <a:pt x="210862" y="203073"/>
                </a:cubicBezTo>
                <a:lnTo>
                  <a:pt x="143231" y="203073"/>
                </a:lnTo>
                <a:cubicBezTo>
                  <a:pt x="138962" y="203073"/>
                  <a:pt x="134789" y="198787"/>
                  <a:pt x="134789" y="194500"/>
                </a:cubicBezTo>
                <a:cubicBezTo>
                  <a:pt x="134789" y="190214"/>
                  <a:pt x="139057" y="185928"/>
                  <a:pt x="143231" y="185928"/>
                </a:cubicBezTo>
                <a:lnTo>
                  <a:pt x="210862" y="185928"/>
                </a:lnTo>
                <a:cubicBezTo>
                  <a:pt x="216459" y="185928"/>
                  <a:pt x="219304" y="190214"/>
                  <a:pt x="219304" y="194500"/>
                </a:cubicBezTo>
                <a:close/>
                <a:moveTo>
                  <a:pt x="100641" y="194500"/>
                </a:moveTo>
                <a:cubicBezTo>
                  <a:pt x="100641" y="198787"/>
                  <a:pt x="97890" y="203073"/>
                  <a:pt x="92294" y="203073"/>
                </a:cubicBezTo>
                <a:lnTo>
                  <a:pt x="75694" y="203073"/>
                </a:lnTo>
                <a:cubicBezTo>
                  <a:pt x="71521" y="203073"/>
                  <a:pt x="67347" y="198787"/>
                  <a:pt x="67347" y="194500"/>
                </a:cubicBezTo>
                <a:cubicBezTo>
                  <a:pt x="67347" y="190214"/>
                  <a:pt x="71521" y="185928"/>
                  <a:pt x="75694" y="185928"/>
                </a:cubicBezTo>
                <a:lnTo>
                  <a:pt x="92294" y="185928"/>
                </a:lnTo>
                <a:cubicBezTo>
                  <a:pt x="97795" y="185928"/>
                  <a:pt x="100641" y="190214"/>
                  <a:pt x="100641" y="194500"/>
                </a:cubicBezTo>
                <a:close/>
                <a:moveTo>
                  <a:pt x="219304" y="245554"/>
                </a:moveTo>
                <a:cubicBezTo>
                  <a:pt x="219304" y="249650"/>
                  <a:pt x="216459" y="253651"/>
                  <a:pt x="210862" y="253651"/>
                </a:cubicBezTo>
                <a:lnTo>
                  <a:pt x="143231" y="253651"/>
                </a:lnTo>
                <a:cubicBezTo>
                  <a:pt x="138962" y="253651"/>
                  <a:pt x="134789" y="249555"/>
                  <a:pt x="134789" y="245554"/>
                </a:cubicBezTo>
                <a:cubicBezTo>
                  <a:pt x="134789" y="241554"/>
                  <a:pt x="139057" y="237458"/>
                  <a:pt x="143231" y="237458"/>
                </a:cubicBezTo>
                <a:lnTo>
                  <a:pt x="210862" y="237458"/>
                </a:lnTo>
                <a:cubicBezTo>
                  <a:pt x="216459" y="237458"/>
                  <a:pt x="219304" y="241554"/>
                  <a:pt x="219304" y="245554"/>
                </a:cubicBezTo>
                <a:close/>
                <a:moveTo>
                  <a:pt x="100641" y="245554"/>
                </a:moveTo>
                <a:cubicBezTo>
                  <a:pt x="100641" y="249650"/>
                  <a:pt x="97890" y="253651"/>
                  <a:pt x="92294" y="253651"/>
                </a:cubicBezTo>
                <a:lnTo>
                  <a:pt x="75694" y="253651"/>
                </a:lnTo>
                <a:cubicBezTo>
                  <a:pt x="71521" y="253651"/>
                  <a:pt x="67347" y="249555"/>
                  <a:pt x="67347" y="245554"/>
                </a:cubicBezTo>
                <a:cubicBezTo>
                  <a:pt x="67347" y="241554"/>
                  <a:pt x="71521" y="237458"/>
                  <a:pt x="75694" y="237458"/>
                </a:cubicBezTo>
                <a:lnTo>
                  <a:pt x="92294" y="237458"/>
                </a:lnTo>
                <a:cubicBezTo>
                  <a:pt x="97795" y="237458"/>
                  <a:pt x="100641" y="241554"/>
                  <a:pt x="100641" y="245554"/>
                </a:cubicBezTo>
                <a:close/>
                <a:moveTo>
                  <a:pt x="353619" y="287846"/>
                </a:moveTo>
                <a:cubicBezTo>
                  <a:pt x="367847" y="278035"/>
                  <a:pt x="376953" y="261747"/>
                  <a:pt x="376953" y="242697"/>
                </a:cubicBezTo>
                <a:cubicBezTo>
                  <a:pt x="376953" y="211741"/>
                  <a:pt x="352955" y="187833"/>
                  <a:pt x="321842" y="187833"/>
                </a:cubicBezTo>
                <a:cubicBezTo>
                  <a:pt x="290730" y="187833"/>
                  <a:pt x="266732" y="211741"/>
                  <a:pt x="266732" y="242697"/>
                </a:cubicBezTo>
                <a:cubicBezTo>
                  <a:pt x="266732" y="261556"/>
                  <a:pt x="276217" y="277749"/>
                  <a:pt x="290350" y="287560"/>
                </a:cubicBezTo>
                <a:cubicBezTo>
                  <a:pt x="260187" y="300133"/>
                  <a:pt x="238275" y="330232"/>
                  <a:pt x="238275" y="364331"/>
                </a:cubicBezTo>
                <a:cubicBezTo>
                  <a:pt x="238275" y="368522"/>
                  <a:pt x="242544" y="372809"/>
                  <a:pt x="246717" y="372809"/>
                </a:cubicBezTo>
                <a:lnTo>
                  <a:pt x="396019" y="372809"/>
                </a:lnTo>
                <a:cubicBezTo>
                  <a:pt x="401615" y="372809"/>
                  <a:pt x="404461" y="368617"/>
                  <a:pt x="404461" y="364331"/>
                </a:cubicBezTo>
                <a:cubicBezTo>
                  <a:pt x="404461" y="330422"/>
                  <a:pt x="383688" y="300514"/>
                  <a:pt x="353619" y="287750"/>
                </a:cubicBezTo>
                <a:close/>
                <a:moveTo>
                  <a:pt x="321842" y="204692"/>
                </a:moveTo>
                <a:cubicBezTo>
                  <a:pt x="342995" y="204692"/>
                  <a:pt x="359974" y="221552"/>
                  <a:pt x="359974" y="242602"/>
                </a:cubicBezTo>
                <a:cubicBezTo>
                  <a:pt x="359974" y="263652"/>
                  <a:pt x="342995" y="280511"/>
                  <a:pt x="321842" y="280511"/>
                </a:cubicBezTo>
                <a:cubicBezTo>
                  <a:pt x="300690" y="280511"/>
                  <a:pt x="283711" y="263652"/>
                  <a:pt x="283711" y="242602"/>
                </a:cubicBezTo>
                <a:cubicBezTo>
                  <a:pt x="283711" y="221552"/>
                  <a:pt x="300690" y="204692"/>
                  <a:pt x="321842" y="204692"/>
                </a:cubicBezTo>
                <a:close/>
                <a:moveTo>
                  <a:pt x="256582" y="355949"/>
                </a:moveTo>
                <a:cubicBezTo>
                  <a:pt x="260851" y="323564"/>
                  <a:pt x="287600" y="298228"/>
                  <a:pt x="321368" y="298228"/>
                </a:cubicBezTo>
                <a:cubicBezTo>
                  <a:pt x="355136" y="298228"/>
                  <a:pt x="383308" y="323564"/>
                  <a:pt x="387577" y="355949"/>
                </a:cubicBezTo>
                <a:lnTo>
                  <a:pt x="256582" y="355949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" name="Graphic 28">
            <a:extLst>
              <a:ext uri="{FF2B5EF4-FFF2-40B4-BE49-F238E27FC236}">
                <a16:creationId xmlns:a16="http://schemas.microsoft.com/office/drawing/2014/main" id="{0A03D219-70C3-69DB-82B9-E015E9C71E02}"/>
              </a:ext>
            </a:extLst>
          </p:cNvPr>
          <p:cNvSpPr/>
          <p:nvPr/>
        </p:nvSpPr>
        <p:spPr>
          <a:xfrm>
            <a:off x="2182352" y="1421652"/>
            <a:ext cx="536945" cy="494925"/>
          </a:xfrm>
          <a:custGeom>
            <a:avLst/>
            <a:gdLst>
              <a:gd name="connsiteX0" fmla="*/ 362345 w 404460"/>
              <a:gd name="connsiteY0" fmla="*/ 0 h 372808"/>
              <a:gd name="connsiteX1" fmla="*/ 42116 w 404460"/>
              <a:gd name="connsiteY1" fmla="*/ 0 h 372808"/>
              <a:gd name="connsiteX2" fmla="*/ 0 w 404460"/>
              <a:gd name="connsiteY2" fmla="*/ 42386 h 372808"/>
              <a:gd name="connsiteX3" fmla="*/ 0 w 404460"/>
              <a:gd name="connsiteY3" fmla="*/ 279844 h 372808"/>
              <a:gd name="connsiteX4" fmla="*/ 42116 w 404460"/>
              <a:gd name="connsiteY4" fmla="*/ 322231 h 372808"/>
              <a:gd name="connsiteX5" fmla="*/ 203653 w 404460"/>
              <a:gd name="connsiteY5" fmla="*/ 322231 h 372808"/>
              <a:gd name="connsiteX6" fmla="*/ 212095 w 404460"/>
              <a:gd name="connsiteY6" fmla="*/ 313754 h 372808"/>
              <a:gd name="connsiteX7" fmla="*/ 203653 w 404460"/>
              <a:gd name="connsiteY7" fmla="*/ 305276 h 372808"/>
              <a:gd name="connsiteX8" fmla="*/ 42116 w 404460"/>
              <a:gd name="connsiteY8" fmla="*/ 305276 h 372808"/>
              <a:gd name="connsiteX9" fmla="*/ 16789 w 404460"/>
              <a:gd name="connsiteY9" fmla="*/ 279844 h 372808"/>
              <a:gd name="connsiteX10" fmla="*/ 16789 w 404460"/>
              <a:gd name="connsiteY10" fmla="*/ 102013 h 372808"/>
              <a:gd name="connsiteX11" fmla="*/ 387577 w 404460"/>
              <a:gd name="connsiteY11" fmla="*/ 102013 h 372808"/>
              <a:gd name="connsiteX12" fmla="*/ 387577 w 404460"/>
              <a:gd name="connsiteY12" fmla="*/ 169640 h 372808"/>
              <a:gd name="connsiteX13" fmla="*/ 396019 w 404460"/>
              <a:gd name="connsiteY13" fmla="*/ 178117 h 372808"/>
              <a:gd name="connsiteX14" fmla="*/ 404461 w 404460"/>
              <a:gd name="connsiteY14" fmla="*/ 169640 h 372808"/>
              <a:gd name="connsiteX15" fmla="*/ 404461 w 404460"/>
              <a:gd name="connsiteY15" fmla="*/ 42386 h 372808"/>
              <a:gd name="connsiteX16" fmla="*/ 362345 w 404460"/>
              <a:gd name="connsiteY16" fmla="*/ 0 h 372808"/>
              <a:gd name="connsiteX17" fmla="*/ 16789 w 404460"/>
              <a:gd name="connsiteY17" fmla="*/ 84868 h 372808"/>
              <a:gd name="connsiteX18" fmla="*/ 16789 w 404460"/>
              <a:gd name="connsiteY18" fmla="*/ 42386 h 372808"/>
              <a:gd name="connsiteX19" fmla="*/ 42116 w 404460"/>
              <a:gd name="connsiteY19" fmla="*/ 16954 h 372808"/>
              <a:gd name="connsiteX20" fmla="*/ 362345 w 404460"/>
              <a:gd name="connsiteY20" fmla="*/ 16954 h 372808"/>
              <a:gd name="connsiteX21" fmla="*/ 387671 w 404460"/>
              <a:gd name="connsiteY21" fmla="*/ 42386 h 372808"/>
              <a:gd name="connsiteX22" fmla="*/ 387671 w 404460"/>
              <a:gd name="connsiteY22" fmla="*/ 84868 h 372808"/>
              <a:gd name="connsiteX23" fmla="*/ 16884 w 404460"/>
              <a:gd name="connsiteY23" fmla="*/ 84868 h 372808"/>
              <a:gd name="connsiteX24" fmla="*/ 84421 w 404460"/>
              <a:gd name="connsiteY24" fmla="*/ 51054 h 372808"/>
              <a:gd name="connsiteX25" fmla="*/ 67347 w 404460"/>
              <a:gd name="connsiteY25" fmla="*/ 67723 h 372808"/>
              <a:gd name="connsiteX26" fmla="*/ 50273 w 404460"/>
              <a:gd name="connsiteY26" fmla="*/ 51054 h 372808"/>
              <a:gd name="connsiteX27" fmla="*/ 67347 w 404460"/>
              <a:gd name="connsiteY27" fmla="*/ 34385 h 372808"/>
              <a:gd name="connsiteX28" fmla="*/ 84421 w 404460"/>
              <a:gd name="connsiteY28" fmla="*/ 51054 h 372808"/>
              <a:gd name="connsiteX29" fmla="*/ 134789 w 404460"/>
              <a:gd name="connsiteY29" fmla="*/ 51054 h 372808"/>
              <a:gd name="connsiteX30" fmla="*/ 117715 w 404460"/>
              <a:gd name="connsiteY30" fmla="*/ 67723 h 372808"/>
              <a:gd name="connsiteX31" fmla="*/ 100641 w 404460"/>
              <a:gd name="connsiteY31" fmla="*/ 51054 h 372808"/>
              <a:gd name="connsiteX32" fmla="*/ 117715 w 404460"/>
              <a:gd name="connsiteY32" fmla="*/ 34385 h 372808"/>
              <a:gd name="connsiteX33" fmla="*/ 134789 w 404460"/>
              <a:gd name="connsiteY33" fmla="*/ 51054 h 372808"/>
              <a:gd name="connsiteX34" fmla="*/ 185062 w 404460"/>
              <a:gd name="connsiteY34" fmla="*/ 51054 h 372808"/>
              <a:gd name="connsiteX35" fmla="*/ 168462 w 404460"/>
              <a:gd name="connsiteY35" fmla="*/ 67723 h 372808"/>
              <a:gd name="connsiteX36" fmla="*/ 151863 w 404460"/>
              <a:gd name="connsiteY36" fmla="*/ 51054 h 372808"/>
              <a:gd name="connsiteX37" fmla="*/ 168462 w 404460"/>
              <a:gd name="connsiteY37" fmla="*/ 34385 h 372808"/>
              <a:gd name="connsiteX38" fmla="*/ 185062 w 404460"/>
              <a:gd name="connsiteY38" fmla="*/ 51054 h 372808"/>
              <a:gd name="connsiteX39" fmla="*/ 143231 w 404460"/>
              <a:gd name="connsiteY39" fmla="*/ 152590 h 372808"/>
              <a:gd name="connsiteX40" fmla="*/ 134789 w 404460"/>
              <a:gd name="connsiteY40" fmla="*/ 144018 h 372808"/>
              <a:gd name="connsiteX41" fmla="*/ 143231 w 404460"/>
              <a:gd name="connsiteY41" fmla="*/ 135446 h 372808"/>
              <a:gd name="connsiteX42" fmla="*/ 311598 w 404460"/>
              <a:gd name="connsiteY42" fmla="*/ 135446 h 372808"/>
              <a:gd name="connsiteX43" fmla="*/ 320040 w 404460"/>
              <a:gd name="connsiteY43" fmla="*/ 144018 h 372808"/>
              <a:gd name="connsiteX44" fmla="*/ 311598 w 404460"/>
              <a:gd name="connsiteY44" fmla="*/ 152590 h 372808"/>
              <a:gd name="connsiteX45" fmla="*/ 143231 w 404460"/>
              <a:gd name="connsiteY45" fmla="*/ 152590 h 372808"/>
              <a:gd name="connsiteX46" fmla="*/ 100641 w 404460"/>
              <a:gd name="connsiteY46" fmla="*/ 144018 h 372808"/>
              <a:gd name="connsiteX47" fmla="*/ 92294 w 404460"/>
              <a:gd name="connsiteY47" fmla="*/ 152590 h 372808"/>
              <a:gd name="connsiteX48" fmla="*/ 75694 w 404460"/>
              <a:gd name="connsiteY48" fmla="*/ 152590 h 372808"/>
              <a:gd name="connsiteX49" fmla="*/ 67347 w 404460"/>
              <a:gd name="connsiteY49" fmla="*/ 144018 h 372808"/>
              <a:gd name="connsiteX50" fmla="*/ 75694 w 404460"/>
              <a:gd name="connsiteY50" fmla="*/ 135446 h 372808"/>
              <a:gd name="connsiteX51" fmla="*/ 92294 w 404460"/>
              <a:gd name="connsiteY51" fmla="*/ 135446 h 372808"/>
              <a:gd name="connsiteX52" fmla="*/ 100641 w 404460"/>
              <a:gd name="connsiteY52" fmla="*/ 144018 h 372808"/>
              <a:gd name="connsiteX53" fmla="*/ 219304 w 404460"/>
              <a:gd name="connsiteY53" fmla="*/ 194500 h 372808"/>
              <a:gd name="connsiteX54" fmla="*/ 210862 w 404460"/>
              <a:gd name="connsiteY54" fmla="*/ 203073 h 372808"/>
              <a:gd name="connsiteX55" fmla="*/ 143231 w 404460"/>
              <a:gd name="connsiteY55" fmla="*/ 203073 h 372808"/>
              <a:gd name="connsiteX56" fmla="*/ 134789 w 404460"/>
              <a:gd name="connsiteY56" fmla="*/ 194500 h 372808"/>
              <a:gd name="connsiteX57" fmla="*/ 143231 w 404460"/>
              <a:gd name="connsiteY57" fmla="*/ 185928 h 372808"/>
              <a:gd name="connsiteX58" fmla="*/ 210862 w 404460"/>
              <a:gd name="connsiteY58" fmla="*/ 185928 h 372808"/>
              <a:gd name="connsiteX59" fmla="*/ 219304 w 404460"/>
              <a:gd name="connsiteY59" fmla="*/ 194500 h 372808"/>
              <a:gd name="connsiteX60" fmla="*/ 100641 w 404460"/>
              <a:gd name="connsiteY60" fmla="*/ 194500 h 372808"/>
              <a:gd name="connsiteX61" fmla="*/ 92294 w 404460"/>
              <a:gd name="connsiteY61" fmla="*/ 203073 h 372808"/>
              <a:gd name="connsiteX62" fmla="*/ 75694 w 404460"/>
              <a:gd name="connsiteY62" fmla="*/ 203073 h 372808"/>
              <a:gd name="connsiteX63" fmla="*/ 67347 w 404460"/>
              <a:gd name="connsiteY63" fmla="*/ 194500 h 372808"/>
              <a:gd name="connsiteX64" fmla="*/ 75694 w 404460"/>
              <a:gd name="connsiteY64" fmla="*/ 185928 h 372808"/>
              <a:gd name="connsiteX65" fmla="*/ 92294 w 404460"/>
              <a:gd name="connsiteY65" fmla="*/ 185928 h 372808"/>
              <a:gd name="connsiteX66" fmla="*/ 100641 w 404460"/>
              <a:gd name="connsiteY66" fmla="*/ 194500 h 372808"/>
              <a:gd name="connsiteX67" fmla="*/ 219304 w 404460"/>
              <a:gd name="connsiteY67" fmla="*/ 245554 h 372808"/>
              <a:gd name="connsiteX68" fmla="*/ 210862 w 404460"/>
              <a:gd name="connsiteY68" fmla="*/ 253651 h 372808"/>
              <a:gd name="connsiteX69" fmla="*/ 143231 w 404460"/>
              <a:gd name="connsiteY69" fmla="*/ 253651 h 372808"/>
              <a:gd name="connsiteX70" fmla="*/ 134789 w 404460"/>
              <a:gd name="connsiteY70" fmla="*/ 245554 h 372808"/>
              <a:gd name="connsiteX71" fmla="*/ 143231 w 404460"/>
              <a:gd name="connsiteY71" fmla="*/ 237458 h 372808"/>
              <a:gd name="connsiteX72" fmla="*/ 210862 w 404460"/>
              <a:gd name="connsiteY72" fmla="*/ 237458 h 372808"/>
              <a:gd name="connsiteX73" fmla="*/ 219304 w 404460"/>
              <a:gd name="connsiteY73" fmla="*/ 245554 h 372808"/>
              <a:gd name="connsiteX74" fmla="*/ 100641 w 404460"/>
              <a:gd name="connsiteY74" fmla="*/ 245554 h 372808"/>
              <a:gd name="connsiteX75" fmla="*/ 92294 w 404460"/>
              <a:gd name="connsiteY75" fmla="*/ 253651 h 372808"/>
              <a:gd name="connsiteX76" fmla="*/ 75694 w 404460"/>
              <a:gd name="connsiteY76" fmla="*/ 253651 h 372808"/>
              <a:gd name="connsiteX77" fmla="*/ 67347 w 404460"/>
              <a:gd name="connsiteY77" fmla="*/ 245554 h 372808"/>
              <a:gd name="connsiteX78" fmla="*/ 75694 w 404460"/>
              <a:gd name="connsiteY78" fmla="*/ 237458 h 372808"/>
              <a:gd name="connsiteX79" fmla="*/ 92294 w 404460"/>
              <a:gd name="connsiteY79" fmla="*/ 237458 h 372808"/>
              <a:gd name="connsiteX80" fmla="*/ 100641 w 404460"/>
              <a:gd name="connsiteY80" fmla="*/ 245554 h 372808"/>
              <a:gd name="connsiteX81" fmla="*/ 353619 w 404460"/>
              <a:gd name="connsiteY81" fmla="*/ 287846 h 372808"/>
              <a:gd name="connsiteX82" fmla="*/ 376953 w 404460"/>
              <a:gd name="connsiteY82" fmla="*/ 242697 h 372808"/>
              <a:gd name="connsiteX83" fmla="*/ 321842 w 404460"/>
              <a:gd name="connsiteY83" fmla="*/ 187833 h 372808"/>
              <a:gd name="connsiteX84" fmla="*/ 266732 w 404460"/>
              <a:gd name="connsiteY84" fmla="*/ 242697 h 372808"/>
              <a:gd name="connsiteX85" fmla="*/ 290350 w 404460"/>
              <a:gd name="connsiteY85" fmla="*/ 287560 h 372808"/>
              <a:gd name="connsiteX86" fmla="*/ 238275 w 404460"/>
              <a:gd name="connsiteY86" fmla="*/ 364331 h 372808"/>
              <a:gd name="connsiteX87" fmla="*/ 246717 w 404460"/>
              <a:gd name="connsiteY87" fmla="*/ 372809 h 372808"/>
              <a:gd name="connsiteX88" fmla="*/ 396019 w 404460"/>
              <a:gd name="connsiteY88" fmla="*/ 372809 h 372808"/>
              <a:gd name="connsiteX89" fmla="*/ 404461 w 404460"/>
              <a:gd name="connsiteY89" fmla="*/ 364331 h 372808"/>
              <a:gd name="connsiteX90" fmla="*/ 353619 w 404460"/>
              <a:gd name="connsiteY90" fmla="*/ 287750 h 372808"/>
              <a:gd name="connsiteX91" fmla="*/ 321842 w 404460"/>
              <a:gd name="connsiteY91" fmla="*/ 204692 h 372808"/>
              <a:gd name="connsiteX92" fmla="*/ 359974 w 404460"/>
              <a:gd name="connsiteY92" fmla="*/ 242602 h 372808"/>
              <a:gd name="connsiteX93" fmla="*/ 321842 w 404460"/>
              <a:gd name="connsiteY93" fmla="*/ 280511 h 372808"/>
              <a:gd name="connsiteX94" fmla="*/ 283711 w 404460"/>
              <a:gd name="connsiteY94" fmla="*/ 242602 h 372808"/>
              <a:gd name="connsiteX95" fmla="*/ 321842 w 404460"/>
              <a:gd name="connsiteY95" fmla="*/ 204692 h 372808"/>
              <a:gd name="connsiteX96" fmla="*/ 256582 w 404460"/>
              <a:gd name="connsiteY96" fmla="*/ 355949 h 372808"/>
              <a:gd name="connsiteX97" fmla="*/ 321368 w 404460"/>
              <a:gd name="connsiteY97" fmla="*/ 298228 h 372808"/>
              <a:gd name="connsiteX98" fmla="*/ 387577 w 404460"/>
              <a:gd name="connsiteY98" fmla="*/ 355949 h 372808"/>
              <a:gd name="connsiteX99" fmla="*/ 256582 w 404460"/>
              <a:gd name="connsiteY99" fmla="*/ 355949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404460" h="372808">
                <a:moveTo>
                  <a:pt x="362345" y="0"/>
                </a:moveTo>
                <a:lnTo>
                  <a:pt x="42116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6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6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789" y="84868"/>
                </a:moveTo>
                <a:lnTo>
                  <a:pt x="16789" y="42386"/>
                </a:lnTo>
                <a:cubicBezTo>
                  <a:pt x="16789" y="28289"/>
                  <a:pt x="27982" y="16954"/>
                  <a:pt x="42116" y="16954"/>
                </a:cubicBezTo>
                <a:lnTo>
                  <a:pt x="362345" y="16954"/>
                </a:lnTo>
                <a:cubicBezTo>
                  <a:pt x="376384" y="16954"/>
                  <a:pt x="387671" y="28289"/>
                  <a:pt x="387671" y="42386"/>
                </a:cubicBezTo>
                <a:lnTo>
                  <a:pt x="387671" y="84868"/>
                </a:lnTo>
                <a:lnTo>
                  <a:pt x="16884" y="84868"/>
                </a:lnTo>
                <a:close/>
                <a:moveTo>
                  <a:pt x="84421" y="51054"/>
                </a:moveTo>
                <a:cubicBezTo>
                  <a:pt x="84421" y="60293"/>
                  <a:pt x="76738" y="67723"/>
                  <a:pt x="67347" y="67723"/>
                </a:cubicBezTo>
                <a:cubicBezTo>
                  <a:pt x="57956" y="67723"/>
                  <a:pt x="50273" y="60293"/>
                  <a:pt x="50273" y="51054"/>
                </a:cubicBezTo>
                <a:cubicBezTo>
                  <a:pt x="50273" y="41815"/>
                  <a:pt x="57956" y="34385"/>
                  <a:pt x="67347" y="34385"/>
                </a:cubicBezTo>
                <a:cubicBezTo>
                  <a:pt x="76738" y="34385"/>
                  <a:pt x="84421" y="41815"/>
                  <a:pt x="84421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062" y="51054"/>
                </a:moveTo>
                <a:cubicBezTo>
                  <a:pt x="185062" y="60293"/>
                  <a:pt x="177663" y="67723"/>
                  <a:pt x="168462" y="67723"/>
                </a:cubicBezTo>
                <a:cubicBezTo>
                  <a:pt x="159261" y="67723"/>
                  <a:pt x="151863" y="60293"/>
                  <a:pt x="151863" y="51054"/>
                </a:cubicBezTo>
                <a:cubicBezTo>
                  <a:pt x="151863" y="41815"/>
                  <a:pt x="159261" y="34385"/>
                  <a:pt x="168462" y="34385"/>
                </a:cubicBezTo>
                <a:cubicBezTo>
                  <a:pt x="177663" y="34385"/>
                  <a:pt x="185062" y="41815"/>
                  <a:pt x="185062" y="51054"/>
                </a:cubicBezTo>
                <a:close/>
                <a:moveTo>
                  <a:pt x="143231" y="152590"/>
                </a:moveTo>
                <a:cubicBezTo>
                  <a:pt x="139057" y="152590"/>
                  <a:pt x="134789" y="148304"/>
                  <a:pt x="134789" y="144018"/>
                </a:cubicBezTo>
                <a:cubicBezTo>
                  <a:pt x="134789" y="139732"/>
                  <a:pt x="138962" y="135446"/>
                  <a:pt x="143231" y="135446"/>
                </a:cubicBezTo>
                <a:lnTo>
                  <a:pt x="311598" y="135446"/>
                </a:lnTo>
                <a:cubicBezTo>
                  <a:pt x="317194" y="135446"/>
                  <a:pt x="320040" y="139732"/>
                  <a:pt x="320040" y="144018"/>
                </a:cubicBezTo>
                <a:cubicBezTo>
                  <a:pt x="320040" y="148304"/>
                  <a:pt x="317194" y="152590"/>
                  <a:pt x="311598" y="152590"/>
                </a:cubicBezTo>
                <a:lnTo>
                  <a:pt x="143231" y="152590"/>
                </a:lnTo>
                <a:close/>
                <a:moveTo>
                  <a:pt x="100641" y="144018"/>
                </a:moveTo>
                <a:cubicBezTo>
                  <a:pt x="100641" y="148304"/>
                  <a:pt x="97890" y="152590"/>
                  <a:pt x="92294" y="152590"/>
                </a:cubicBezTo>
                <a:lnTo>
                  <a:pt x="75694" y="152590"/>
                </a:lnTo>
                <a:cubicBezTo>
                  <a:pt x="71521" y="152590"/>
                  <a:pt x="67347" y="148304"/>
                  <a:pt x="67347" y="144018"/>
                </a:cubicBezTo>
                <a:cubicBezTo>
                  <a:pt x="67347" y="139732"/>
                  <a:pt x="71521" y="135446"/>
                  <a:pt x="75694" y="135446"/>
                </a:cubicBezTo>
                <a:lnTo>
                  <a:pt x="92294" y="135446"/>
                </a:lnTo>
                <a:cubicBezTo>
                  <a:pt x="97795" y="135446"/>
                  <a:pt x="100641" y="139732"/>
                  <a:pt x="100641" y="144018"/>
                </a:cubicBezTo>
                <a:close/>
                <a:moveTo>
                  <a:pt x="219304" y="194500"/>
                </a:moveTo>
                <a:cubicBezTo>
                  <a:pt x="219304" y="198787"/>
                  <a:pt x="216459" y="203073"/>
                  <a:pt x="210862" y="203073"/>
                </a:cubicBezTo>
                <a:lnTo>
                  <a:pt x="143231" y="203073"/>
                </a:lnTo>
                <a:cubicBezTo>
                  <a:pt x="138962" y="203073"/>
                  <a:pt x="134789" y="198787"/>
                  <a:pt x="134789" y="194500"/>
                </a:cubicBezTo>
                <a:cubicBezTo>
                  <a:pt x="134789" y="190214"/>
                  <a:pt x="139057" y="185928"/>
                  <a:pt x="143231" y="185928"/>
                </a:cubicBezTo>
                <a:lnTo>
                  <a:pt x="210862" y="185928"/>
                </a:lnTo>
                <a:cubicBezTo>
                  <a:pt x="216459" y="185928"/>
                  <a:pt x="219304" y="190214"/>
                  <a:pt x="219304" y="194500"/>
                </a:cubicBezTo>
                <a:close/>
                <a:moveTo>
                  <a:pt x="100641" y="194500"/>
                </a:moveTo>
                <a:cubicBezTo>
                  <a:pt x="100641" y="198787"/>
                  <a:pt x="97890" y="203073"/>
                  <a:pt x="92294" y="203073"/>
                </a:cubicBezTo>
                <a:lnTo>
                  <a:pt x="75694" y="203073"/>
                </a:lnTo>
                <a:cubicBezTo>
                  <a:pt x="71521" y="203073"/>
                  <a:pt x="67347" y="198787"/>
                  <a:pt x="67347" y="194500"/>
                </a:cubicBezTo>
                <a:cubicBezTo>
                  <a:pt x="67347" y="190214"/>
                  <a:pt x="71521" y="185928"/>
                  <a:pt x="75694" y="185928"/>
                </a:cubicBezTo>
                <a:lnTo>
                  <a:pt x="92294" y="185928"/>
                </a:lnTo>
                <a:cubicBezTo>
                  <a:pt x="97795" y="185928"/>
                  <a:pt x="100641" y="190214"/>
                  <a:pt x="100641" y="194500"/>
                </a:cubicBezTo>
                <a:close/>
                <a:moveTo>
                  <a:pt x="219304" y="245554"/>
                </a:moveTo>
                <a:cubicBezTo>
                  <a:pt x="219304" y="249650"/>
                  <a:pt x="216459" y="253651"/>
                  <a:pt x="210862" y="253651"/>
                </a:cubicBezTo>
                <a:lnTo>
                  <a:pt x="143231" y="253651"/>
                </a:lnTo>
                <a:cubicBezTo>
                  <a:pt x="138962" y="253651"/>
                  <a:pt x="134789" y="249555"/>
                  <a:pt x="134789" y="245554"/>
                </a:cubicBezTo>
                <a:cubicBezTo>
                  <a:pt x="134789" y="241554"/>
                  <a:pt x="139057" y="237458"/>
                  <a:pt x="143231" y="237458"/>
                </a:cubicBezTo>
                <a:lnTo>
                  <a:pt x="210862" y="237458"/>
                </a:lnTo>
                <a:cubicBezTo>
                  <a:pt x="216459" y="237458"/>
                  <a:pt x="219304" y="241554"/>
                  <a:pt x="219304" y="245554"/>
                </a:cubicBezTo>
                <a:close/>
                <a:moveTo>
                  <a:pt x="100641" y="245554"/>
                </a:moveTo>
                <a:cubicBezTo>
                  <a:pt x="100641" y="249650"/>
                  <a:pt x="97890" y="253651"/>
                  <a:pt x="92294" y="253651"/>
                </a:cubicBezTo>
                <a:lnTo>
                  <a:pt x="75694" y="253651"/>
                </a:lnTo>
                <a:cubicBezTo>
                  <a:pt x="71521" y="253651"/>
                  <a:pt x="67347" y="249555"/>
                  <a:pt x="67347" y="245554"/>
                </a:cubicBezTo>
                <a:cubicBezTo>
                  <a:pt x="67347" y="241554"/>
                  <a:pt x="71521" y="237458"/>
                  <a:pt x="75694" y="237458"/>
                </a:cubicBezTo>
                <a:lnTo>
                  <a:pt x="92294" y="237458"/>
                </a:lnTo>
                <a:cubicBezTo>
                  <a:pt x="97795" y="237458"/>
                  <a:pt x="100641" y="241554"/>
                  <a:pt x="100641" y="245554"/>
                </a:cubicBezTo>
                <a:close/>
                <a:moveTo>
                  <a:pt x="353619" y="287846"/>
                </a:moveTo>
                <a:cubicBezTo>
                  <a:pt x="367847" y="278035"/>
                  <a:pt x="376953" y="261747"/>
                  <a:pt x="376953" y="242697"/>
                </a:cubicBezTo>
                <a:cubicBezTo>
                  <a:pt x="376953" y="211741"/>
                  <a:pt x="352955" y="187833"/>
                  <a:pt x="321842" y="187833"/>
                </a:cubicBezTo>
                <a:cubicBezTo>
                  <a:pt x="290730" y="187833"/>
                  <a:pt x="266732" y="211741"/>
                  <a:pt x="266732" y="242697"/>
                </a:cubicBezTo>
                <a:cubicBezTo>
                  <a:pt x="266732" y="261556"/>
                  <a:pt x="276217" y="277749"/>
                  <a:pt x="290350" y="287560"/>
                </a:cubicBezTo>
                <a:cubicBezTo>
                  <a:pt x="260187" y="300133"/>
                  <a:pt x="238275" y="330232"/>
                  <a:pt x="238275" y="364331"/>
                </a:cubicBezTo>
                <a:cubicBezTo>
                  <a:pt x="238275" y="368522"/>
                  <a:pt x="242544" y="372809"/>
                  <a:pt x="246717" y="372809"/>
                </a:cubicBezTo>
                <a:lnTo>
                  <a:pt x="396019" y="372809"/>
                </a:lnTo>
                <a:cubicBezTo>
                  <a:pt x="401615" y="372809"/>
                  <a:pt x="404461" y="368617"/>
                  <a:pt x="404461" y="364331"/>
                </a:cubicBezTo>
                <a:cubicBezTo>
                  <a:pt x="404461" y="330422"/>
                  <a:pt x="383688" y="300514"/>
                  <a:pt x="353619" y="287750"/>
                </a:cubicBezTo>
                <a:close/>
                <a:moveTo>
                  <a:pt x="321842" y="204692"/>
                </a:moveTo>
                <a:cubicBezTo>
                  <a:pt x="342995" y="204692"/>
                  <a:pt x="359974" y="221552"/>
                  <a:pt x="359974" y="242602"/>
                </a:cubicBezTo>
                <a:cubicBezTo>
                  <a:pt x="359974" y="263652"/>
                  <a:pt x="342995" y="280511"/>
                  <a:pt x="321842" y="280511"/>
                </a:cubicBezTo>
                <a:cubicBezTo>
                  <a:pt x="300690" y="280511"/>
                  <a:pt x="283711" y="263652"/>
                  <a:pt x="283711" y="242602"/>
                </a:cubicBezTo>
                <a:cubicBezTo>
                  <a:pt x="283711" y="221552"/>
                  <a:pt x="300690" y="204692"/>
                  <a:pt x="321842" y="204692"/>
                </a:cubicBezTo>
                <a:close/>
                <a:moveTo>
                  <a:pt x="256582" y="355949"/>
                </a:moveTo>
                <a:cubicBezTo>
                  <a:pt x="260851" y="323564"/>
                  <a:pt x="287600" y="298228"/>
                  <a:pt x="321368" y="298228"/>
                </a:cubicBezTo>
                <a:cubicBezTo>
                  <a:pt x="355136" y="298228"/>
                  <a:pt x="383308" y="323564"/>
                  <a:pt x="387577" y="355949"/>
                </a:cubicBezTo>
                <a:lnTo>
                  <a:pt x="256582" y="355949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" name="Graphic 28">
            <a:extLst>
              <a:ext uri="{FF2B5EF4-FFF2-40B4-BE49-F238E27FC236}">
                <a16:creationId xmlns:a16="http://schemas.microsoft.com/office/drawing/2014/main" id="{57CBE5CC-9D73-7E66-F91C-FE9C46BBD9A9}"/>
              </a:ext>
            </a:extLst>
          </p:cNvPr>
          <p:cNvSpPr/>
          <p:nvPr/>
        </p:nvSpPr>
        <p:spPr>
          <a:xfrm>
            <a:off x="2955503" y="1421652"/>
            <a:ext cx="536945" cy="494925"/>
          </a:xfrm>
          <a:custGeom>
            <a:avLst/>
            <a:gdLst>
              <a:gd name="connsiteX0" fmla="*/ 362345 w 404460"/>
              <a:gd name="connsiteY0" fmla="*/ 0 h 372808"/>
              <a:gd name="connsiteX1" fmla="*/ 42116 w 404460"/>
              <a:gd name="connsiteY1" fmla="*/ 0 h 372808"/>
              <a:gd name="connsiteX2" fmla="*/ 0 w 404460"/>
              <a:gd name="connsiteY2" fmla="*/ 42386 h 372808"/>
              <a:gd name="connsiteX3" fmla="*/ 0 w 404460"/>
              <a:gd name="connsiteY3" fmla="*/ 279844 h 372808"/>
              <a:gd name="connsiteX4" fmla="*/ 42116 w 404460"/>
              <a:gd name="connsiteY4" fmla="*/ 322231 h 372808"/>
              <a:gd name="connsiteX5" fmla="*/ 203653 w 404460"/>
              <a:gd name="connsiteY5" fmla="*/ 322231 h 372808"/>
              <a:gd name="connsiteX6" fmla="*/ 212095 w 404460"/>
              <a:gd name="connsiteY6" fmla="*/ 313754 h 372808"/>
              <a:gd name="connsiteX7" fmla="*/ 203653 w 404460"/>
              <a:gd name="connsiteY7" fmla="*/ 305276 h 372808"/>
              <a:gd name="connsiteX8" fmla="*/ 42116 w 404460"/>
              <a:gd name="connsiteY8" fmla="*/ 305276 h 372808"/>
              <a:gd name="connsiteX9" fmla="*/ 16789 w 404460"/>
              <a:gd name="connsiteY9" fmla="*/ 279844 h 372808"/>
              <a:gd name="connsiteX10" fmla="*/ 16789 w 404460"/>
              <a:gd name="connsiteY10" fmla="*/ 102013 h 372808"/>
              <a:gd name="connsiteX11" fmla="*/ 387577 w 404460"/>
              <a:gd name="connsiteY11" fmla="*/ 102013 h 372808"/>
              <a:gd name="connsiteX12" fmla="*/ 387577 w 404460"/>
              <a:gd name="connsiteY12" fmla="*/ 169640 h 372808"/>
              <a:gd name="connsiteX13" fmla="*/ 396019 w 404460"/>
              <a:gd name="connsiteY13" fmla="*/ 178117 h 372808"/>
              <a:gd name="connsiteX14" fmla="*/ 404461 w 404460"/>
              <a:gd name="connsiteY14" fmla="*/ 169640 h 372808"/>
              <a:gd name="connsiteX15" fmla="*/ 404461 w 404460"/>
              <a:gd name="connsiteY15" fmla="*/ 42386 h 372808"/>
              <a:gd name="connsiteX16" fmla="*/ 362345 w 404460"/>
              <a:gd name="connsiteY16" fmla="*/ 0 h 372808"/>
              <a:gd name="connsiteX17" fmla="*/ 16789 w 404460"/>
              <a:gd name="connsiteY17" fmla="*/ 84868 h 372808"/>
              <a:gd name="connsiteX18" fmla="*/ 16789 w 404460"/>
              <a:gd name="connsiteY18" fmla="*/ 42386 h 372808"/>
              <a:gd name="connsiteX19" fmla="*/ 42116 w 404460"/>
              <a:gd name="connsiteY19" fmla="*/ 16954 h 372808"/>
              <a:gd name="connsiteX20" fmla="*/ 362345 w 404460"/>
              <a:gd name="connsiteY20" fmla="*/ 16954 h 372808"/>
              <a:gd name="connsiteX21" fmla="*/ 387671 w 404460"/>
              <a:gd name="connsiteY21" fmla="*/ 42386 h 372808"/>
              <a:gd name="connsiteX22" fmla="*/ 387671 w 404460"/>
              <a:gd name="connsiteY22" fmla="*/ 84868 h 372808"/>
              <a:gd name="connsiteX23" fmla="*/ 16884 w 404460"/>
              <a:gd name="connsiteY23" fmla="*/ 84868 h 372808"/>
              <a:gd name="connsiteX24" fmla="*/ 84421 w 404460"/>
              <a:gd name="connsiteY24" fmla="*/ 51054 h 372808"/>
              <a:gd name="connsiteX25" fmla="*/ 67347 w 404460"/>
              <a:gd name="connsiteY25" fmla="*/ 67723 h 372808"/>
              <a:gd name="connsiteX26" fmla="*/ 50273 w 404460"/>
              <a:gd name="connsiteY26" fmla="*/ 51054 h 372808"/>
              <a:gd name="connsiteX27" fmla="*/ 67347 w 404460"/>
              <a:gd name="connsiteY27" fmla="*/ 34385 h 372808"/>
              <a:gd name="connsiteX28" fmla="*/ 84421 w 404460"/>
              <a:gd name="connsiteY28" fmla="*/ 51054 h 372808"/>
              <a:gd name="connsiteX29" fmla="*/ 134789 w 404460"/>
              <a:gd name="connsiteY29" fmla="*/ 51054 h 372808"/>
              <a:gd name="connsiteX30" fmla="*/ 117715 w 404460"/>
              <a:gd name="connsiteY30" fmla="*/ 67723 h 372808"/>
              <a:gd name="connsiteX31" fmla="*/ 100641 w 404460"/>
              <a:gd name="connsiteY31" fmla="*/ 51054 h 372808"/>
              <a:gd name="connsiteX32" fmla="*/ 117715 w 404460"/>
              <a:gd name="connsiteY32" fmla="*/ 34385 h 372808"/>
              <a:gd name="connsiteX33" fmla="*/ 134789 w 404460"/>
              <a:gd name="connsiteY33" fmla="*/ 51054 h 372808"/>
              <a:gd name="connsiteX34" fmla="*/ 185062 w 404460"/>
              <a:gd name="connsiteY34" fmla="*/ 51054 h 372808"/>
              <a:gd name="connsiteX35" fmla="*/ 168462 w 404460"/>
              <a:gd name="connsiteY35" fmla="*/ 67723 h 372808"/>
              <a:gd name="connsiteX36" fmla="*/ 151863 w 404460"/>
              <a:gd name="connsiteY36" fmla="*/ 51054 h 372808"/>
              <a:gd name="connsiteX37" fmla="*/ 168462 w 404460"/>
              <a:gd name="connsiteY37" fmla="*/ 34385 h 372808"/>
              <a:gd name="connsiteX38" fmla="*/ 185062 w 404460"/>
              <a:gd name="connsiteY38" fmla="*/ 51054 h 372808"/>
              <a:gd name="connsiteX39" fmla="*/ 143231 w 404460"/>
              <a:gd name="connsiteY39" fmla="*/ 152590 h 372808"/>
              <a:gd name="connsiteX40" fmla="*/ 134789 w 404460"/>
              <a:gd name="connsiteY40" fmla="*/ 144018 h 372808"/>
              <a:gd name="connsiteX41" fmla="*/ 143231 w 404460"/>
              <a:gd name="connsiteY41" fmla="*/ 135446 h 372808"/>
              <a:gd name="connsiteX42" fmla="*/ 311598 w 404460"/>
              <a:gd name="connsiteY42" fmla="*/ 135446 h 372808"/>
              <a:gd name="connsiteX43" fmla="*/ 320040 w 404460"/>
              <a:gd name="connsiteY43" fmla="*/ 144018 h 372808"/>
              <a:gd name="connsiteX44" fmla="*/ 311598 w 404460"/>
              <a:gd name="connsiteY44" fmla="*/ 152590 h 372808"/>
              <a:gd name="connsiteX45" fmla="*/ 143231 w 404460"/>
              <a:gd name="connsiteY45" fmla="*/ 152590 h 372808"/>
              <a:gd name="connsiteX46" fmla="*/ 100641 w 404460"/>
              <a:gd name="connsiteY46" fmla="*/ 144018 h 372808"/>
              <a:gd name="connsiteX47" fmla="*/ 92294 w 404460"/>
              <a:gd name="connsiteY47" fmla="*/ 152590 h 372808"/>
              <a:gd name="connsiteX48" fmla="*/ 75694 w 404460"/>
              <a:gd name="connsiteY48" fmla="*/ 152590 h 372808"/>
              <a:gd name="connsiteX49" fmla="*/ 67347 w 404460"/>
              <a:gd name="connsiteY49" fmla="*/ 144018 h 372808"/>
              <a:gd name="connsiteX50" fmla="*/ 75694 w 404460"/>
              <a:gd name="connsiteY50" fmla="*/ 135446 h 372808"/>
              <a:gd name="connsiteX51" fmla="*/ 92294 w 404460"/>
              <a:gd name="connsiteY51" fmla="*/ 135446 h 372808"/>
              <a:gd name="connsiteX52" fmla="*/ 100641 w 404460"/>
              <a:gd name="connsiteY52" fmla="*/ 144018 h 372808"/>
              <a:gd name="connsiteX53" fmla="*/ 219304 w 404460"/>
              <a:gd name="connsiteY53" fmla="*/ 194500 h 372808"/>
              <a:gd name="connsiteX54" fmla="*/ 210862 w 404460"/>
              <a:gd name="connsiteY54" fmla="*/ 203073 h 372808"/>
              <a:gd name="connsiteX55" fmla="*/ 143231 w 404460"/>
              <a:gd name="connsiteY55" fmla="*/ 203073 h 372808"/>
              <a:gd name="connsiteX56" fmla="*/ 134789 w 404460"/>
              <a:gd name="connsiteY56" fmla="*/ 194500 h 372808"/>
              <a:gd name="connsiteX57" fmla="*/ 143231 w 404460"/>
              <a:gd name="connsiteY57" fmla="*/ 185928 h 372808"/>
              <a:gd name="connsiteX58" fmla="*/ 210862 w 404460"/>
              <a:gd name="connsiteY58" fmla="*/ 185928 h 372808"/>
              <a:gd name="connsiteX59" fmla="*/ 219304 w 404460"/>
              <a:gd name="connsiteY59" fmla="*/ 194500 h 372808"/>
              <a:gd name="connsiteX60" fmla="*/ 100641 w 404460"/>
              <a:gd name="connsiteY60" fmla="*/ 194500 h 372808"/>
              <a:gd name="connsiteX61" fmla="*/ 92294 w 404460"/>
              <a:gd name="connsiteY61" fmla="*/ 203073 h 372808"/>
              <a:gd name="connsiteX62" fmla="*/ 75694 w 404460"/>
              <a:gd name="connsiteY62" fmla="*/ 203073 h 372808"/>
              <a:gd name="connsiteX63" fmla="*/ 67347 w 404460"/>
              <a:gd name="connsiteY63" fmla="*/ 194500 h 372808"/>
              <a:gd name="connsiteX64" fmla="*/ 75694 w 404460"/>
              <a:gd name="connsiteY64" fmla="*/ 185928 h 372808"/>
              <a:gd name="connsiteX65" fmla="*/ 92294 w 404460"/>
              <a:gd name="connsiteY65" fmla="*/ 185928 h 372808"/>
              <a:gd name="connsiteX66" fmla="*/ 100641 w 404460"/>
              <a:gd name="connsiteY66" fmla="*/ 194500 h 372808"/>
              <a:gd name="connsiteX67" fmla="*/ 219304 w 404460"/>
              <a:gd name="connsiteY67" fmla="*/ 245554 h 372808"/>
              <a:gd name="connsiteX68" fmla="*/ 210862 w 404460"/>
              <a:gd name="connsiteY68" fmla="*/ 253651 h 372808"/>
              <a:gd name="connsiteX69" fmla="*/ 143231 w 404460"/>
              <a:gd name="connsiteY69" fmla="*/ 253651 h 372808"/>
              <a:gd name="connsiteX70" fmla="*/ 134789 w 404460"/>
              <a:gd name="connsiteY70" fmla="*/ 245554 h 372808"/>
              <a:gd name="connsiteX71" fmla="*/ 143231 w 404460"/>
              <a:gd name="connsiteY71" fmla="*/ 237458 h 372808"/>
              <a:gd name="connsiteX72" fmla="*/ 210862 w 404460"/>
              <a:gd name="connsiteY72" fmla="*/ 237458 h 372808"/>
              <a:gd name="connsiteX73" fmla="*/ 219304 w 404460"/>
              <a:gd name="connsiteY73" fmla="*/ 245554 h 372808"/>
              <a:gd name="connsiteX74" fmla="*/ 100641 w 404460"/>
              <a:gd name="connsiteY74" fmla="*/ 245554 h 372808"/>
              <a:gd name="connsiteX75" fmla="*/ 92294 w 404460"/>
              <a:gd name="connsiteY75" fmla="*/ 253651 h 372808"/>
              <a:gd name="connsiteX76" fmla="*/ 75694 w 404460"/>
              <a:gd name="connsiteY76" fmla="*/ 253651 h 372808"/>
              <a:gd name="connsiteX77" fmla="*/ 67347 w 404460"/>
              <a:gd name="connsiteY77" fmla="*/ 245554 h 372808"/>
              <a:gd name="connsiteX78" fmla="*/ 75694 w 404460"/>
              <a:gd name="connsiteY78" fmla="*/ 237458 h 372808"/>
              <a:gd name="connsiteX79" fmla="*/ 92294 w 404460"/>
              <a:gd name="connsiteY79" fmla="*/ 237458 h 372808"/>
              <a:gd name="connsiteX80" fmla="*/ 100641 w 404460"/>
              <a:gd name="connsiteY80" fmla="*/ 245554 h 372808"/>
              <a:gd name="connsiteX81" fmla="*/ 353619 w 404460"/>
              <a:gd name="connsiteY81" fmla="*/ 287846 h 372808"/>
              <a:gd name="connsiteX82" fmla="*/ 376953 w 404460"/>
              <a:gd name="connsiteY82" fmla="*/ 242697 h 372808"/>
              <a:gd name="connsiteX83" fmla="*/ 321842 w 404460"/>
              <a:gd name="connsiteY83" fmla="*/ 187833 h 372808"/>
              <a:gd name="connsiteX84" fmla="*/ 266732 w 404460"/>
              <a:gd name="connsiteY84" fmla="*/ 242697 h 372808"/>
              <a:gd name="connsiteX85" fmla="*/ 290350 w 404460"/>
              <a:gd name="connsiteY85" fmla="*/ 287560 h 372808"/>
              <a:gd name="connsiteX86" fmla="*/ 238275 w 404460"/>
              <a:gd name="connsiteY86" fmla="*/ 364331 h 372808"/>
              <a:gd name="connsiteX87" fmla="*/ 246717 w 404460"/>
              <a:gd name="connsiteY87" fmla="*/ 372809 h 372808"/>
              <a:gd name="connsiteX88" fmla="*/ 396019 w 404460"/>
              <a:gd name="connsiteY88" fmla="*/ 372809 h 372808"/>
              <a:gd name="connsiteX89" fmla="*/ 404461 w 404460"/>
              <a:gd name="connsiteY89" fmla="*/ 364331 h 372808"/>
              <a:gd name="connsiteX90" fmla="*/ 353619 w 404460"/>
              <a:gd name="connsiteY90" fmla="*/ 287750 h 372808"/>
              <a:gd name="connsiteX91" fmla="*/ 321842 w 404460"/>
              <a:gd name="connsiteY91" fmla="*/ 204692 h 372808"/>
              <a:gd name="connsiteX92" fmla="*/ 359974 w 404460"/>
              <a:gd name="connsiteY92" fmla="*/ 242602 h 372808"/>
              <a:gd name="connsiteX93" fmla="*/ 321842 w 404460"/>
              <a:gd name="connsiteY93" fmla="*/ 280511 h 372808"/>
              <a:gd name="connsiteX94" fmla="*/ 283711 w 404460"/>
              <a:gd name="connsiteY94" fmla="*/ 242602 h 372808"/>
              <a:gd name="connsiteX95" fmla="*/ 321842 w 404460"/>
              <a:gd name="connsiteY95" fmla="*/ 204692 h 372808"/>
              <a:gd name="connsiteX96" fmla="*/ 256582 w 404460"/>
              <a:gd name="connsiteY96" fmla="*/ 355949 h 372808"/>
              <a:gd name="connsiteX97" fmla="*/ 321368 w 404460"/>
              <a:gd name="connsiteY97" fmla="*/ 298228 h 372808"/>
              <a:gd name="connsiteX98" fmla="*/ 387577 w 404460"/>
              <a:gd name="connsiteY98" fmla="*/ 355949 h 372808"/>
              <a:gd name="connsiteX99" fmla="*/ 256582 w 404460"/>
              <a:gd name="connsiteY99" fmla="*/ 355949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404460" h="372808">
                <a:moveTo>
                  <a:pt x="362345" y="0"/>
                </a:moveTo>
                <a:lnTo>
                  <a:pt x="42116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6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6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789" y="84868"/>
                </a:moveTo>
                <a:lnTo>
                  <a:pt x="16789" y="42386"/>
                </a:lnTo>
                <a:cubicBezTo>
                  <a:pt x="16789" y="28289"/>
                  <a:pt x="27982" y="16954"/>
                  <a:pt x="42116" y="16954"/>
                </a:cubicBezTo>
                <a:lnTo>
                  <a:pt x="362345" y="16954"/>
                </a:lnTo>
                <a:cubicBezTo>
                  <a:pt x="376384" y="16954"/>
                  <a:pt x="387671" y="28289"/>
                  <a:pt x="387671" y="42386"/>
                </a:cubicBezTo>
                <a:lnTo>
                  <a:pt x="387671" y="84868"/>
                </a:lnTo>
                <a:lnTo>
                  <a:pt x="16884" y="84868"/>
                </a:lnTo>
                <a:close/>
                <a:moveTo>
                  <a:pt x="84421" y="51054"/>
                </a:moveTo>
                <a:cubicBezTo>
                  <a:pt x="84421" y="60293"/>
                  <a:pt x="76738" y="67723"/>
                  <a:pt x="67347" y="67723"/>
                </a:cubicBezTo>
                <a:cubicBezTo>
                  <a:pt x="57956" y="67723"/>
                  <a:pt x="50273" y="60293"/>
                  <a:pt x="50273" y="51054"/>
                </a:cubicBezTo>
                <a:cubicBezTo>
                  <a:pt x="50273" y="41815"/>
                  <a:pt x="57956" y="34385"/>
                  <a:pt x="67347" y="34385"/>
                </a:cubicBezTo>
                <a:cubicBezTo>
                  <a:pt x="76738" y="34385"/>
                  <a:pt x="84421" y="41815"/>
                  <a:pt x="84421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062" y="51054"/>
                </a:moveTo>
                <a:cubicBezTo>
                  <a:pt x="185062" y="60293"/>
                  <a:pt x="177663" y="67723"/>
                  <a:pt x="168462" y="67723"/>
                </a:cubicBezTo>
                <a:cubicBezTo>
                  <a:pt x="159261" y="67723"/>
                  <a:pt x="151863" y="60293"/>
                  <a:pt x="151863" y="51054"/>
                </a:cubicBezTo>
                <a:cubicBezTo>
                  <a:pt x="151863" y="41815"/>
                  <a:pt x="159261" y="34385"/>
                  <a:pt x="168462" y="34385"/>
                </a:cubicBezTo>
                <a:cubicBezTo>
                  <a:pt x="177663" y="34385"/>
                  <a:pt x="185062" y="41815"/>
                  <a:pt x="185062" y="51054"/>
                </a:cubicBezTo>
                <a:close/>
                <a:moveTo>
                  <a:pt x="143231" y="152590"/>
                </a:moveTo>
                <a:cubicBezTo>
                  <a:pt x="139057" y="152590"/>
                  <a:pt x="134789" y="148304"/>
                  <a:pt x="134789" y="144018"/>
                </a:cubicBezTo>
                <a:cubicBezTo>
                  <a:pt x="134789" y="139732"/>
                  <a:pt x="138962" y="135446"/>
                  <a:pt x="143231" y="135446"/>
                </a:cubicBezTo>
                <a:lnTo>
                  <a:pt x="311598" y="135446"/>
                </a:lnTo>
                <a:cubicBezTo>
                  <a:pt x="317194" y="135446"/>
                  <a:pt x="320040" y="139732"/>
                  <a:pt x="320040" y="144018"/>
                </a:cubicBezTo>
                <a:cubicBezTo>
                  <a:pt x="320040" y="148304"/>
                  <a:pt x="317194" y="152590"/>
                  <a:pt x="311598" y="152590"/>
                </a:cubicBezTo>
                <a:lnTo>
                  <a:pt x="143231" y="152590"/>
                </a:lnTo>
                <a:close/>
                <a:moveTo>
                  <a:pt x="100641" y="144018"/>
                </a:moveTo>
                <a:cubicBezTo>
                  <a:pt x="100641" y="148304"/>
                  <a:pt x="97890" y="152590"/>
                  <a:pt x="92294" y="152590"/>
                </a:cubicBezTo>
                <a:lnTo>
                  <a:pt x="75694" y="152590"/>
                </a:lnTo>
                <a:cubicBezTo>
                  <a:pt x="71521" y="152590"/>
                  <a:pt x="67347" y="148304"/>
                  <a:pt x="67347" y="144018"/>
                </a:cubicBezTo>
                <a:cubicBezTo>
                  <a:pt x="67347" y="139732"/>
                  <a:pt x="71521" y="135446"/>
                  <a:pt x="75694" y="135446"/>
                </a:cubicBezTo>
                <a:lnTo>
                  <a:pt x="92294" y="135446"/>
                </a:lnTo>
                <a:cubicBezTo>
                  <a:pt x="97795" y="135446"/>
                  <a:pt x="100641" y="139732"/>
                  <a:pt x="100641" y="144018"/>
                </a:cubicBezTo>
                <a:close/>
                <a:moveTo>
                  <a:pt x="219304" y="194500"/>
                </a:moveTo>
                <a:cubicBezTo>
                  <a:pt x="219304" y="198787"/>
                  <a:pt x="216459" y="203073"/>
                  <a:pt x="210862" y="203073"/>
                </a:cubicBezTo>
                <a:lnTo>
                  <a:pt x="143231" y="203073"/>
                </a:lnTo>
                <a:cubicBezTo>
                  <a:pt x="138962" y="203073"/>
                  <a:pt x="134789" y="198787"/>
                  <a:pt x="134789" y="194500"/>
                </a:cubicBezTo>
                <a:cubicBezTo>
                  <a:pt x="134789" y="190214"/>
                  <a:pt x="139057" y="185928"/>
                  <a:pt x="143231" y="185928"/>
                </a:cubicBezTo>
                <a:lnTo>
                  <a:pt x="210862" y="185928"/>
                </a:lnTo>
                <a:cubicBezTo>
                  <a:pt x="216459" y="185928"/>
                  <a:pt x="219304" y="190214"/>
                  <a:pt x="219304" y="194500"/>
                </a:cubicBezTo>
                <a:close/>
                <a:moveTo>
                  <a:pt x="100641" y="194500"/>
                </a:moveTo>
                <a:cubicBezTo>
                  <a:pt x="100641" y="198787"/>
                  <a:pt x="97890" y="203073"/>
                  <a:pt x="92294" y="203073"/>
                </a:cubicBezTo>
                <a:lnTo>
                  <a:pt x="75694" y="203073"/>
                </a:lnTo>
                <a:cubicBezTo>
                  <a:pt x="71521" y="203073"/>
                  <a:pt x="67347" y="198787"/>
                  <a:pt x="67347" y="194500"/>
                </a:cubicBezTo>
                <a:cubicBezTo>
                  <a:pt x="67347" y="190214"/>
                  <a:pt x="71521" y="185928"/>
                  <a:pt x="75694" y="185928"/>
                </a:cubicBezTo>
                <a:lnTo>
                  <a:pt x="92294" y="185928"/>
                </a:lnTo>
                <a:cubicBezTo>
                  <a:pt x="97795" y="185928"/>
                  <a:pt x="100641" y="190214"/>
                  <a:pt x="100641" y="194500"/>
                </a:cubicBezTo>
                <a:close/>
                <a:moveTo>
                  <a:pt x="219304" y="245554"/>
                </a:moveTo>
                <a:cubicBezTo>
                  <a:pt x="219304" y="249650"/>
                  <a:pt x="216459" y="253651"/>
                  <a:pt x="210862" y="253651"/>
                </a:cubicBezTo>
                <a:lnTo>
                  <a:pt x="143231" y="253651"/>
                </a:lnTo>
                <a:cubicBezTo>
                  <a:pt x="138962" y="253651"/>
                  <a:pt x="134789" y="249555"/>
                  <a:pt x="134789" y="245554"/>
                </a:cubicBezTo>
                <a:cubicBezTo>
                  <a:pt x="134789" y="241554"/>
                  <a:pt x="139057" y="237458"/>
                  <a:pt x="143231" y="237458"/>
                </a:cubicBezTo>
                <a:lnTo>
                  <a:pt x="210862" y="237458"/>
                </a:lnTo>
                <a:cubicBezTo>
                  <a:pt x="216459" y="237458"/>
                  <a:pt x="219304" y="241554"/>
                  <a:pt x="219304" y="245554"/>
                </a:cubicBezTo>
                <a:close/>
                <a:moveTo>
                  <a:pt x="100641" y="245554"/>
                </a:moveTo>
                <a:cubicBezTo>
                  <a:pt x="100641" y="249650"/>
                  <a:pt x="97890" y="253651"/>
                  <a:pt x="92294" y="253651"/>
                </a:cubicBezTo>
                <a:lnTo>
                  <a:pt x="75694" y="253651"/>
                </a:lnTo>
                <a:cubicBezTo>
                  <a:pt x="71521" y="253651"/>
                  <a:pt x="67347" y="249555"/>
                  <a:pt x="67347" y="245554"/>
                </a:cubicBezTo>
                <a:cubicBezTo>
                  <a:pt x="67347" y="241554"/>
                  <a:pt x="71521" y="237458"/>
                  <a:pt x="75694" y="237458"/>
                </a:cubicBezTo>
                <a:lnTo>
                  <a:pt x="92294" y="237458"/>
                </a:lnTo>
                <a:cubicBezTo>
                  <a:pt x="97795" y="237458"/>
                  <a:pt x="100641" y="241554"/>
                  <a:pt x="100641" y="245554"/>
                </a:cubicBezTo>
                <a:close/>
                <a:moveTo>
                  <a:pt x="353619" y="287846"/>
                </a:moveTo>
                <a:cubicBezTo>
                  <a:pt x="367847" y="278035"/>
                  <a:pt x="376953" y="261747"/>
                  <a:pt x="376953" y="242697"/>
                </a:cubicBezTo>
                <a:cubicBezTo>
                  <a:pt x="376953" y="211741"/>
                  <a:pt x="352955" y="187833"/>
                  <a:pt x="321842" y="187833"/>
                </a:cubicBezTo>
                <a:cubicBezTo>
                  <a:pt x="290730" y="187833"/>
                  <a:pt x="266732" y="211741"/>
                  <a:pt x="266732" y="242697"/>
                </a:cubicBezTo>
                <a:cubicBezTo>
                  <a:pt x="266732" y="261556"/>
                  <a:pt x="276217" y="277749"/>
                  <a:pt x="290350" y="287560"/>
                </a:cubicBezTo>
                <a:cubicBezTo>
                  <a:pt x="260187" y="300133"/>
                  <a:pt x="238275" y="330232"/>
                  <a:pt x="238275" y="364331"/>
                </a:cubicBezTo>
                <a:cubicBezTo>
                  <a:pt x="238275" y="368522"/>
                  <a:pt x="242544" y="372809"/>
                  <a:pt x="246717" y="372809"/>
                </a:cubicBezTo>
                <a:lnTo>
                  <a:pt x="396019" y="372809"/>
                </a:lnTo>
                <a:cubicBezTo>
                  <a:pt x="401615" y="372809"/>
                  <a:pt x="404461" y="368617"/>
                  <a:pt x="404461" y="364331"/>
                </a:cubicBezTo>
                <a:cubicBezTo>
                  <a:pt x="404461" y="330422"/>
                  <a:pt x="383688" y="300514"/>
                  <a:pt x="353619" y="287750"/>
                </a:cubicBezTo>
                <a:close/>
                <a:moveTo>
                  <a:pt x="321842" y="204692"/>
                </a:moveTo>
                <a:cubicBezTo>
                  <a:pt x="342995" y="204692"/>
                  <a:pt x="359974" y="221552"/>
                  <a:pt x="359974" y="242602"/>
                </a:cubicBezTo>
                <a:cubicBezTo>
                  <a:pt x="359974" y="263652"/>
                  <a:pt x="342995" y="280511"/>
                  <a:pt x="321842" y="280511"/>
                </a:cubicBezTo>
                <a:cubicBezTo>
                  <a:pt x="300690" y="280511"/>
                  <a:pt x="283711" y="263652"/>
                  <a:pt x="283711" y="242602"/>
                </a:cubicBezTo>
                <a:cubicBezTo>
                  <a:pt x="283711" y="221552"/>
                  <a:pt x="300690" y="204692"/>
                  <a:pt x="321842" y="204692"/>
                </a:cubicBezTo>
                <a:close/>
                <a:moveTo>
                  <a:pt x="256582" y="355949"/>
                </a:moveTo>
                <a:cubicBezTo>
                  <a:pt x="260851" y="323564"/>
                  <a:pt x="287600" y="298228"/>
                  <a:pt x="321368" y="298228"/>
                </a:cubicBezTo>
                <a:cubicBezTo>
                  <a:pt x="355136" y="298228"/>
                  <a:pt x="383308" y="323564"/>
                  <a:pt x="387577" y="355949"/>
                </a:cubicBezTo>
                <a:lnTo>
                  <a:pt x="256582" y="355949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6" name="Graphic 34">
            <a:extLst>
              <a:ext uri="{FF2B5EF4-FFF2-40B4-BE49-F238E27FC236}">
                <a16:creationId xmlns:a16="http://schemas.microsoft.com/office/drawing/2014/main" id="{14DA4871-F81B-0EF3-C0DB-5C7271C9024F}"/>
              </a:ext>
            </a:extLst>
          </p:cNvPr>
          <p:cNvSpPr/>
          <p:nvPr/>
        </p:nvSpPr>
        <p:spPr>
          <a:xfrm>
            <a:off x="3798582" y="781177"/>
            <a:ext cx="536340" cy="493210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  <a:gd name="connsiteX38" fmla="*/ 190374 w 405409"/>
              <a:gd name="connsiteY38" fmla="*/ 153829 h 372808"/>
              <a:gd name="connsiteX39" fmla="*/ 189046 w 405409"/>
              <a:gd name="connsiteY39" fmla="*/ 152495 h 372808"/>
              <a:gd name="connsiteX40" fmla="*/ 188097 w 405409"/>
              <a:gd name="connsiteY40" fmla="*/ 152019 h 372808"/>
              <a:gd name="connsiteX41" fmla="*/ 135263 w 405409"/>
              <a:gd name="connsiteY41" fmla="*/ 135350 h 372808"/>
              <a:gd name="connsiteX42" fmla="*/ 42685 w 405409"/>
              <a:gd name="connsiteY42" fmla="*/ 228790 h 372808"/>
              <a:gd name="connsiteX43" fmla="*/ 135263 w 405409"/>
              <a:gd name="connsiteY43" fmla="*/ 322231 h 372808"/>
              <a:gd name="connsiteX44" fmla="*/ 192650 w 405409"/>
              <a:gd name="connsiteY44" fmla="*/ 302038 h 372808"/>
              <a:gd name="connsiteX45" fmla="*/ 196065 w 405409"/>
              <a:gd name="connsiteY45" fmla="*/ 300800 h 372808"/>
              <a:gd name="connsiteX46" fmla="*/ 198152 w 405409"/>
              <a:gd name="connsiteY46" fmla="*/ 297275 h 372808"/>
              <a:gd name="connsiteX47" fmla="*/ 227841 w 405409"/>
              <a:gd name="connsiteY47" fmla="*/ 228790 h 372808"/>
              <a:gd name="connsiteX48" fmla="*/ 190374 w 405409"/>
              <a:gd name="connsiteY48" fmla="*/ 153734 h 372808"/>
              <a:gd name="connsiteX49" fmla="*/ 135263 w 405409"/>
              <a:gd name="connsiteY49" fmla="*/ 152400 h 372808"/>
              <a:gd name="connsiteX50" fmla="*/ 171308 w 405409"/>
              <a:gd name="connsiteY50" fmla="*/ 161449 h 372808"/>
              <a:gd name="connsiteX51" fmla="*/ 131564 w 405409"/>
              <a:gd name="connsiteY51" fmla="*/ 220218 h 372808"/>
              <a:gd name="connsiteX52" fmla="*/ 60043 w 405409"/>
              <a:gd name="connsiteY52" fmla="*/ 220218 h 372808"/>
              <a:gd name="connsiteX53" fmla="*/ 135263 w 405409"/>
              <a:gd name="connsiteY53" fmla="*/ 152305 h 372808"/>
              <a:gd name="connsiteX54" fmla="*/ 60043 w 405409"/>
              <a:gd name="connsiteY54" fmla="*/ 237458 h 372808"/>
              <a:gd name="connsiteX55" fmla="*/ 132417 w 405409"/>
              <a:gd name="connsiteY55" fmla="*/ 237458 h 372808"/>
              <a:gd name="connsiteX56" fmla="*/ 177568 w 405409"/>
              <a:gd name="connsiteY56" fmla="*/ 292417 h 372808"/>
              <a:gd name="connsiteX57" fmla="*/ 135168 w 405409"/>
              <a:gd name="connsiteY57" fmla="*/ 305371 h 372808"/>
              <a:gd name="connsiteX58" fmla="*/ 59948 w 405409"/>
              <a:gd name="connsiteY58" fmla="*/ 237458 h 372808"/>
              <a:gd name="connsiteX59" fmla="*/ 191038 w 405409"/>
              <a:gd name="connsiteY59" fmla="*/ 280607 h 372808"/>
              <a:gd name="connsiteX60" fmla="*/ 146835 w 405409"/>
              <a:gd name="connsiteY60" fmla="*/ 228790 h 372808"/>
              <a:gd name="connsiteX61" fmla="*/ 185346 w 405409"/>
              <a:gd name="connsiteY61" fmla="*/ 171450 h 372808"/>
              <a:gd name="connsiteX62" fmla="*/ 210957 w 405409"/>
              <a:gd name="connsiteY62" fmla="*/ 228886 h 372808"/>
              <a:gd name="connsiteX63" fmla="*/ 191038 w 405409"/>
              <a:gd name="connsiteY63" fmla="*/ 280607 h 372808"/>
              <a:gd name="connsiteX64" fmla="*/ 253452 w 405409"/>
              <a:gd name="connsiteY64" fmla="*/ 152590 h 372808"/>
              <a:gd name="connsiteX65" fmla="*/ 355041 w 405409"/>
              <a:gd name="connsiteY65" fmla="*/ 152590 h 372808"/>
              <a:gd name="connsiteX66" fmla="*/ 355041 w 405409"/>
              <a:gd name="connsiteY66" fmla="*/ 169736 h 372808"/>
              <a:gd name="connsiteX67" fmla="*/ 253452 w 405409"/>
              <a:gd name="connsiteY67" fmla="*/ 169736 h 372808"/>
              <a:gd name="connsiteX68" fmla="*/ 253452 w 405409"/>
              <a:gd name="connsiteY68" fmla="*/ 152590 h 372808"/>
              <a:gd name="connsiteX69" fmla="*/ 253452 w 405409"/>
              <a:gd name="connsiteY69" fmla="*/ 203073 h 372808"/>
              <a:gd name="connsiteX70" fmla="*/ 355041 w 405409"/>
              <a:gd name="connsiteY70" fmla="*/ 203073 h 372808"/>
              <a:gd name="connsiteX71" fmla="*/ 355041 w 405409"/>
              <a:gd name="connsiteY71" fmla="*/ 220218 h 372808"/>
              <a:gd name="connsiteX72" fmla="*/ 253452 w 405409"/>
              <a:gd name="connsiteY72" fmla="*/ 220218 h 372808"/>
              <a:gd name="connsiteX73" fmla="*/ 253452 w 405409"/>
              <a:gd name="connsiteY73" fmla="*/ 203073 h 372808"/>
              <a:gd name="connsiteX74" fmla="*/ 253452 w 405409"/>
              <a:gd name="connsiteY74" fmla="*/ 253651 h 372808"/>
              <a:gd name="connsiteX75" fmla="*/ 355041 w 405409"/>
              <a:gd name="connsiteY75" fmla="*/ 253651 h 372808"/>
              <a:gd name="connsiteX76" fmla="*/ 355041 w 405409"/>
              <a:gd name="connsiteY76" fmla="*/ 270796 h 372808"/>
              <a:gd name="connsiteX77" fmla="*/ 253452 w 405409"/>
              <a:gd name="connsiteY77" fmla="*/ 270796 h 372808"/>
              <a:gd name="connsiteX78" fmla="*/ 253452 w 405409"/>
              <a:gd name="connsiteY78" fmla="*/ 253651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  <a:moveTo>
                  <a:pt x="190374" y="153829"/>
                </a:moveTo>
                <a:cubicBezTo>
                  <a:pt x="189994" y="153352"/>
                  <a:pt x="189520" y="152781"/>
                  <a:pt x="189046" y="152495"/>
                </a:cubicBezTo>
                <a:cubicBezTo>
                  <a:pt x="188761" y="152305"/>
                  <a:pt x="188382" y="152209"/>
                  <a:pt x="188097" y="152019"/>
                </a:cubicBezTo>
                <a:cubicBezTo>
                  <a:pt x="173205" y="141542"/>
                  <a:pt x="155088" y="135350"/>
                  <a:pt x="135263" y="135350"/>
                </a:cubicBezTo>
                <a:cubicBezTo>
                  <a:pt x="84800" y="135350"/>
                  <a:pt x="42685" y="177832"/>
                  <a:pt x="42685" y="228790"/>
                </a:cubicBezTo>
                <a:cubicBezTo>
                  <a:pt x="42685" y="279749"/>
                  <a:pt x="84800" y="322231"/>
                  <a:pt x="135263" y="322231"/>
                </a:cubicBezTo>
                <a:cubicBezTo>
                  <a:pt x="157174" y="322231"/>
                  <a:pt x="176999" y="314611"/>
                  <a:pt x="192650" y="302038"/>
                </a:cubicBezTo>
                <a:cubicBezTo>
                  <a:pt x="193883" y="301942"/>
                  <a:pt x="195211" y="301657"/>
                  <a:pt x="196065" y="300800"/>
                </a:cubicBezTo>
                <a:cubicBezTo>
                  <a:pt x="197013" y="299847"/>
                  <a:pt x="197677" y="298609"/>
                  <a:pt x="198152" y="297275"/>
                </a:cubicBezTo>
                <a:cubicBezTo>
                  <a:pt x="216459" y="280130"/>
                  <a:pt x="227841" y="255651"/>
                  <a:pt x="227841" y="228790"/>
                </a:cubicBezTo>
                <a:cubicBezTo>
                  <a:pt x="227841" y="198311"/>
                  <a:pt x="213233" y="170879"/>
                  <a:pt x="190374" y="153734"/>
                </a:cubicBezTo>
                <a:close/>
                <a:moveTo>
                  <a:pt x="135263" y="152400"/>
                </a:moveTo>
                <a:cubicBezTo>
                  <a:pt x="148353" y="152400"/>
                  <a:pt x="160589" y="155734"/>
                  <a:pt x="171308" y="161449"/>
                </a:cubicBezTo>
                <a:cubicBezTo>
                  <a:pt x="165901" y="169450"/>
                  <a:pt x="154708" y="186023"/>
                  <a:pt x="131564" y="220218"/>
                </a:cubicBezTo>
                <a:lnTo>
                  <a:pt x="60043" y="220218"/>
                </a:lnTo>
                <a:cubicBezTo>
                  <a:pt x="64406" y="181832"/>
                  <a:pt x="97416" y="152305"/>
                  <a:pt x="135263" y="152305"/>
                </a:cubicBezTo>
                <a:close/>
                <a:moveTo>
                  <a:pt x="60043" y="237458"/>
                </a:moveTo>
                <a:lnTo>
                  <a:pt x="132417" y="237458"/>
                </a:lnTo>
                <a:cubicBezTo>
                  <a:pt x="136496" y="242411"/>
                  <a:pt x="147689" y="256032"/>
                  <a:pt x="177568" y="292417"/>
                </a:cubicBezTo>
                <a:cubicBezTo>
                  <a:pt x="165522" y="300609"/>
                  <a:pt x="150914" y="305371"/>
                  <a:pt x="135168" y="305371"/>
                </a:cubicBezTo>
                <a:cubicBezTo>
                  <a:pt x="97226" y="305371"/>
                  <a:pt x="64312" y="275844"/>
                  <a:pt x="59948" y="237458"/>
                </a:cubicBezTo>
                <a:close/>
                <a:moveTo>
                  <a:pt x="191038" y="280607"/>
                </a:moveTo>
                <a:cubicBezTo>
                  <a:pt x="184682" y="273177"/>
                  <a:pt x="172067" y="258318"/>
                  <a:pt x="146835" y="228790"/>
                </a:cubicBezTo>
                <a:cubicBezTo>
                  <a:pt x="146835" y="228790"/>
                  <a:pt x="146930" y="228600"/>
                  <a:pt x="185346" y="171450"/>
                </a:cubicBezTo>
                <a:cubicBezTo>
                  <a:pt x="201092" y="185452"/>
                  <a:pt x="210957" y="205835"/>
                  <a:pt x="210957" y="228886"/>
                </a:cubicBezTo>
                <a:cubicBezTo>
                  <a:pt x="210957" y="248984"/>
                  <a:pt x="203369" y="267081"/>
                  <a:pt x="191038" y="280607"/>
                </a:cubicBezTo>
                <a:close/>
                <a:moveTo>
                  <a:pt x="253452" y="152590"/>
                </a:moveTo>
                <a:lnTo>
                  <a:pt x="355041" y="152590"/>
                </a:lnTo>
                <a:lnTo>
                  <a:pt x="355041" y="169736"/>
                </a:lnTo>
                <a:lnTo>
                  <a:pt x="253452" y="169736"/>
                </a:lnTo>
                <a:lnTo>
                  <a:pt x="253452" y="152590"/>
                </a:lnTo>
                <a:close/>
                <a:moveTo>
                  <a:pt x="253452" y="203073"/>
                </a:moveTo>
                <a:lnTo>
                  <a:pt x="355041" y="203073"/>
                </a:lnTo>
                <a:lnTo>
                  <a:pt x="355041" y="220218"/>
                </a:lnTo>
                <a:lnTo>
                  <a:pt x="253452" y="220218"/>
                </a:lnTo>
                <a:lnTo>
                  <a:pt x="253452" y="203073"/>
                </a:lnTo>
                <a:close/>
                <a:moveTo>
                  <a:pt x="253452" y="253651"/>
                </a:moveTo>
                <a:lnTo>
                  <a:pt x="355041" y="253651"/>
                </a:lnTo>
                <a:lnTo>
                  <a:pt x="355041" y="270796"/>
                </a:lnTo>
                <a:lnTo>
                  <a:pt x="253452" y="270796"/>
                </a:lnTo>
                <a:lnTo>
                  <a:pt x="253452" y="25365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7" name="Graphic 34">
            <a:extLst>
              <a:ext uri="{FF2B5EF4-FFF2-40B4-BE49-F238E27FC236}">
                <a16:creationId xmlns:a16="http://schemas.microsoft.com/office/drawing/2014/main" id="{D9690E10-B98B-9829-BEE7-BA6990B44F1F}"/>
              </a:ext>
            </a:extLst>
          </p:cNvPr>
          <p:cNvSpPr/>
          <p:nvPr/>
        </p:nvSpPr>
        <p:spPr>
          <a:xfrm>
            <a:off x="4575450" y="781177"/>
            <a:ext cx="536340" cy="493210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  <a:gd name="connsiteX38" fmla="*/ 190374 w 405409"/>
              <a:gd name="connsiteY38" fmla="*/ 153829 h 372808"/>
              <a:gd name="connsiteX39" fmla="*/ 189046 w 405409"/>
              <a:gd name="connsiteY39" fmla="*/ 152495 h 372808"/>
              <a:gd name="connsiteX40" fmla="*/ 188097 w 405409"/>
              <a:gd name="connsiteY40" fmla="*/ 152019 h 372808"/>
              <a:gd name="connsiteX41" fmla="*/ 135263 w 405409"/>
              <a:gd name="connsiteY41" fmla="*/ 135350 h 372808"/>
              <a:gd name="connsiteX42" fmla="*/ 42685 w 405409"/>
              <a:gd name="connsiteY42" fmla="*/ 228790 h 372808"/>
              <a:gd name="connsiteX43" fmla="*/ 135263 w 405409"/>
              <a:gd name="connsiteY43" fmla="*/ 322231 h 372808"/>
              <a:gd name="connsiteX44" fmla="*/ 192650 w 405409"/>
              <a:gd name="connsiteY44" fmla="*/ 302038 h 372808"/>
              <a:gd name="connsiteX45" fmla="*/ 196065 w 405409"/>
              <a:gd name="connsiteY45" fmla="*/ 300800 h 372808"/>
              <a:gd name="connsiteX46" fmla="*/ 198152 w 405409"/>
              <a:gd name="connsiteY46" fmla="*/ 297275 h 372808"/>
              <a:gd name="connsiteX47" fmla="*/ 227841 w 405409"/>
              <a:gd name="connsiteY47" fmla="*/ 228790 h 372808"/>
              <a:gd name="connsiteX48" fmla="*/ 190374 w 405409"/>
              <a:gd name="connsiteY48" fmla="*/ 153734 h 372808"/>
              <a:gd name="connsiteX49" fmla="*/ 135263 w 405409"/>
              <a:gd name="connsiteY49" fmla="*/ 152400 h 372808"/>
              <a:gd name="connsiteX50" fmla="*/ 171308 w 405409"/>
              <a:gd name="connsiteY50" fmla="*/ 161449 h 372808"/>
              <a:gd name="connsiteX51" fmla="*/ 131564 w 405409"/>
              <a:gd name="connsiteY51" fmla="*/ 220218 h 372808"/>
              <a:gd name="connsiteX52" fmla="*/ 60043 w 405409"/>
              <a:gd name="connsiteY52" fmla="*/ 220218 h 372808"/>
              <a:gd name="connsiteX53" fmla="*/ 135263 w 405409"/>
              <a:gd name="connsiteY53" fmla="*/ 152305 h 372808"/>
              <a:gd name="connsiteX54" fmla="*/ 60043 w 405409"/>
              <a:gd name="connsiteY54" fmla="*/ 237458 h 372808"/>
              <a:gd name="connsiteX55" fmla="*/ 132417 w 405409"/>
              <a:gd name="connsiteY55" fmla="*/ 237458 h 372808"/>
              <a:gd name="connsiteX56" fmla="*/ 177568 w 405409"/>
              <a:gd name="connsiteY56" fmla="*/ 292417 h 372808"/>
              <a:gd name="connsiteX57" fmla="*/ 135168 w 405409"/>
              <a:gd name="connsiteY57" fmla="*/ 305371 h 372808"/>
              <a:gd name="connsiteX58" fmla="*/ 59948 w 405409"/>
              <a:gd name="connsiteY58" fmla="*/ 237458 h 372808"/>
              <a:gd name="connsiteX59" fmla="*/ 191038 w 405409"/>
              <a:gd name="connsiteY59" fmla="*/ 280607 h 372808"/>
              <a:gd name="connsiteX60" fmla="*/ 146835 w 405409"/>
              <a:gd name="connsiteY60" fmla="*/ 228790 h 372808"/>
              <a:gd name="connsiteX61" fmla="*/ 185346 w 405409"/>
              <a:gd name="connsiteY61" fmla="*/ 171450 h 372808"/>
              <a:gd name="connsiteX62" fmla="*/ 210957 w 405409"/>
              <a:gd name="connsiteY62" fmla="*/ 228886 h 372808"/>
              <a:gd name="connsiteX63" fmla="*/ 191038 w 405409"/>
              <a:gd name="connsiteY63" fmla="*/ 280607 h 372808"/>
              <a:gd name="connsiteX64" fmla="*/ 253452 w 405409"/>
              <a:gd name="connsiteY64" fmla="*/ 152590 h 372808"/>
              <a:gd name="connsiteX65" fmla="*/ 355041 w 405409"/>
              <a:gd name="connsiteY65" fmla="*/ 152590 h 372808"/>
              <a:gd name="connsiteX66" fmla="*/ 355041 w 405409"/>
              <a:gd name="connsiteY66" fmla="*/ 169736 h 372808"/>
              <a:gd name="connsiteX67" fmla="*/ 253452 w 405409"/>
              <a:gd name="connsiteY67" fmla="*/ 169736 h 372808"/>
              <a:gd name="connsiteX68" fmla="*/ 253452 w 405409"/>
              <a:gd name="connsiteY68" fmla="*/ 152590 h 372808"/>
              <a:gd name="connsiteX69" fmla="*/ 253452 w 405409"/>
              <a:gd name="connsiteY69" fmla="*/ 203073 h 372808"/>
              <a:gd name="connsiteX70" fmla="*/ 355041 w 405409"/>
              <a:gd name="connsiteY70" fmla="*/ 203073 h 372808"/>
              <a:gd name="connsiteX71" fmla="*/ 355041 w 405409"/>
              <a:gd name="connsiteY71" fmla="*/ 220218 h 372808"/>
              <a:gd name="connsiteX72" fmla="*/ 253452 w 405409"/>
              <a:gd name="connsiteY72" fmla="*/ 220218 h 372808"/>
              <a:gd name="connsiteX73" fmla="*/ 253452 w 405409"/>
              <a:gd name="connsiteY73" fmla="*/ 203073 h 372808"/>
              <a:gd name="connsiteX74" fmla="*/ 253452 w 405409"/>
              <a:gd name="connsiteY74" fmla="*/ 253651 h 372808"/>
              <a:gd name="connsiteX75" fmla="*/ 355041 w 405409"/>
              <a:gd name="connsiteY75" fmla="*/ 253651 h 372808"/>
              <a:gd name="connsiteX76" fmla="*/ 355041 w 405409"/>
              <a:gd name="connsiteY76" fmla="*/ 270796 h 372808"/>
              <a:gd name="connsiteX77" fmla="*/ 253452 w 405409"/>
              <a:gd name="connsiteY77" fmla="*/ 270796 h 372808"/>
              <a:gd name="connsiteX78" fmla="*/ 253452 w 405409"/>
              <a:gd name="connsiteY78" fmla="*/ 253651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  <a:moveTo>
                  <a:pt x="190374" y="153829"/>
                </a:moveTo>
                <a:cubicBezTo>
                  <a:pt x="189994" y="153352"/>
                  <a:pt x="189520" y="152781"/>
                  <a:pt x="189046" y="152495"/>
                </a:cubicBezTo>
                <a:cubicBezTo>
                  <a:pt x="188761" y="152305"/>
                  <a:pt x="188382" y="152209"/>
                  <a:pt x="188097" y="152019"/>
                </a:cubicBezTo>
                <a:cubicBezTo>
                  <a:pt x="173205" y="141542"/>
                  <a:pt x="155088" y="135350"/>
                  <a:pt x="135263" y="135350"/>
                </a:cubicBezTo>
                <a:cubicBezTo>
                  <a:pt x="84800" y="135350"/>
                  <a:pt x="42685" y="177832"/>
                  <a:pt x="42685" y="228790"/>
                </a:cubicBezTo>
                <a:cubicBezTo>
                  <a:pt x="42685" y="279749"/>
                  <a:pt x="84800" y="322231"/>
                  <a:pt x="135263" y="322231"/>
                </a:cubicBezTo>
                <a:cubicBezTo>
                  <a:pt x="157174" y="322231"/>
                  <a:pt x="176999" y="314611"/>
                  <a:pt x="192650" y="302038"/>
                </a:cubicBezTo>
                <a:cubicBezTo>
                  <a:pt x="193883" y="301942"/>
                  <a:pt x="195211" y="301657"/>
                  <a:pt x="196065" y="300800"/>
                </a:cubicBezTo>
                <a:cubicBezTo>
                  <a:pt x="197013" y="299847"/>
                  <a:pt x="197677" y="298609"/>
                  <a:pt x="198152" y="297275"/>
                </a:cubicBezTo>
                <a:cubicBezTo>
                  <a:pt x="216459" y="280130"/>
                  <a:pt x="227841" y="255651"/>
                  <a:pt x="227841" y="228790"/>
                </a:cubicBezTo>
                <a:cubicBezTo>
                  <a:pt x="227841" y="198311"/>
                  <a:pt x="213233" y="170879"/>
                  <a:pt x="190374" y="153734"/>
                </a:cubicBezTo>
                <a:close/>
                <a:moveTo>
                  <a:pt x="135263" y="152400"/>
                </a:moveTo>
                <a:cubicBezTo>
                  <a:pt x="148353" y="152400"/>
                  <a:pt x="160589" y="155734"/>
                  <a:pt x="171308" y="161449"/>
                </a:cubicBezTo>
                <a:cubicBezTo>
                  <a:pt x="165901" y="169450"/>
                  <a:pt x="154708" y="186023"/>
                  <a:pt x="131564" y="220218"/>
                </a:cubicBezTo>
                <a:lnTo>
                  <a:pt x="60043" y="220218"/>
                </a:lnTo>
                <a:cubicBezTo>
                  <a:pt x="64406" y="181832"/>
                  <a:pt x="97416" y="152305"/>
                  <a:pt x="135263" y="152305"/>
                </a:cubicBezTo>
                <a:close/>
                <a:moveTo>
                  <a:pt x="60043" y="237458"/>
                </a:moveTo>
                <a:lnTo>
                  <a:pt x="132417" y="237458"/>
                </a:lnTo>
                <a:cubicBezTo>
                  <a:pt x="136496" y="242411"/>
                  <a:pt x="147689" y="256032"/>
                  <a:pt x="177568" y="292417"/>
                </a:cubicBezTo>
                <a:cubicBezTo>
                  <a:pt x="165522" y="300609"/>
                  <a:pt x="150914" y="305371"/>
                  <a:pt x="135168" y="305371"/>
                </a:cubicBezTo>
                <a:cubicBezTo>
                  <a:pt x="97226" y="305371"/>
                  <a:pt x="64312" y="275844"/>
                  <a:pt x="59948" y="237458"/>
                </a:cubicBezTo>
                <a:close/>
                <a:moveTo>
                  <a:pt x="191038" y="280607"/>
                </a:moveTo>
                <a:cubicBezTo>
                  <a:pt x="184682" y="273177"/>
                  <a:pt x="172067" y="258318"/>
                  <a:pt x="146835" y="228790"/>
                </a:cubicBezTo>
                <a:cubicBezTo>
                  <a:pt x="146835" y="228790"/>
                  <a:pt x="146930" y="228600"/>
                  <a:pt x="185346" y="171450"/>
                </a:cubicBezTo>
                <a:cubicBezTo>
                  <a:pt x="201092" y="185452"/>
                  <a:pt x="210957" y="205835"/>
                  <a:pt x="210957" y="228886"/>
                </a:cubicBezTo>
                <a:cubicBezTo>
                  <a:pt x="210957" y="248984"/>
                  <a:pt x="203369" y="267081"/>
                  <a:pt x="191038" y="280607"/>
                </a:cubicBezTo>
                <a:close/>
                <a:moveTo>
                  <a:pt x="253452" y="152590"/>
                </a:moveTo>
                <a:lnTo>
                  <a:pt x="355041" y="152590"/>
                </a:lnTo>
                <a:lnTo>
                  <a:pt x="355041" y="169736"/>
                </a:lnTo>
                <a:lnTo>
                  <a:pt x="253452" y="169736"/>
                </a:lnTo>
                <a:lnTo>
                  <a:pt x="253452" y="152590"/>
                </a:lnTo>
                <a:close/>
                <a:moveTo>
                  <a:pt x="253452" y="203073"/>
                </a:moveTo>
                <a:lnTo>
                  <a:pt x="355041" y="203073"/>
                </a:lnTo>
                <a:lnTo>
                  <a:pt x="355041" y="220218"/>
                </a:lnTo>
                <a:lnTo>
                  <a:pt x="253452" y="220218"/>
                </a:lnTo>
                <a:lnTo>
                  <a:pt x="253452" y="203073"/>
                </a:lnTo>
                <a:close/>
                <a:moveTo>
                  <a:pt x="253452" y="253651"/>
                </a:moveTo>
                <a:lnTo>
                  <a:pt x="355041" y="253651"/>
                </a:lnTo>
                <a:lnTo>
                  <a:pt x="355041" y="270796"/>
                </a:lnTo>
                <a:lnTo>
                  <a:pt x="253452" y="270796"/>
                </a:lnTo>
                <a:lnTo>
                  <a:pt x="253452" y="25365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8" name="Graphic 34">
            <a:extLst>
              <a:ext uri="{FF2B5EF4-FFF2-40B4-BE49-F238E27FC236}">
                <a16:creationId xmlns:a16="http://schemas.microsoft.com/office/drawing/2014/main" id="{51CE94ED-710C-787D-6C1A-BCA44C6892BB}"/>
              </a:ext>
            </a:extLst>
          </p:cNvPr>
          <p:cNvSpPr/>
          <p:nvPr/>
        </p:nvSpPr>
        <p:spPr>
          <a:xfrm>
            <a:off x="3798582" y="1420513"/>
            <a:ext cx="536340" cy="493210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  <a:gd name="connsiteX38" fmla="*/ 190374 w 405409"/>
              <a:gd name="connsiteY38" fmla="*/ 153829 h 372808"/>
              <a:gd name="connsiteX39" fmla="*/ 189046 w 405409"/>
              <a:gd name="connsiteY39" fmla="*/ 152495 h 372808"/>
              <a:gd name="connsiteX40" fmla="*/ 188097 w 405409"/>
              <a:gd name="connsiteY40" fmla="*/ 152019 h 372808"/>
              <a:gd name="connsiteX41" fmla="*/ 135263 w 405409"/>
              <a:gd name="connsiteY41" fmla="*/ 135350 h 372808"/>
              <a:gd name="connsiteX42" fmla="*/ 42685 w 405409"/>
              <a:gd name="connsiteY42" fmla="*/ 228790 h 372808"/>
              <a:gd name="connsiteX43" fmla="*/ 135263 w 405409"/>
              <a:gd name="connsiteY43" fmla="*/ 322231 h 372808"/>
              <a:gd name="connsiteX44" fmla="*/ 192650 w 405409"/>
              <a:gd name="connsiteY44" fmla="*/ 302038 h 372808"/>
              <a:gd name="connsiteX45" fmla="*/ 196065 w 405409"/>
              <a:gd name="connsiteY45" fmla="*/ 300800 h 372808"/>
              <a:gd name="connsiteX46" fmla="*/ 198152 w 405409"/>
              <a:gd name="connsiteY46" fmla="*/ 297275 h 372808"/>
              <a:gd name="connsiteX47" fmla="*/ 227841 w 405409"/>
              <a:gd name="connsiteY47" fmla="*/ 228790 h 372808"/>
              <a:gd name="connsiteX48" fmla="*/ 190374 w 405409"/>
              <a:gd name="connsiteY48" fmla="*/ 153734 h 372808"/>
              <a:gd name="connsiteX49" fmla="*/ 135263 w 405409"/>
              <a:gd name="connsiteY49" fmla="*/ 152400 h 372808"/>
              <a:gd name="connsiteX50" fmla="*/ 171308 w 405409"/>
              <a:gd name="connsiteY50" fmla="*/ 161449 h 372808"/>
              <a:gd name="connsiteX51" fmla="*/ 131564 w 405409"/>
              <a:gd name="connsiteY51" fmla="*/ 220218 h 372808"/>
              <a:gd name="connsiteX52" fmla="*/ 60043 w 405409"/>
              <a:gd name="connsiteY52" fmla="*/ 220218 h 372808"/>
              <a:gd name="connsiteX53" fmla="*/ 135263 w 405409"/>
              <a:gd name="connsiteY53" fmla="*/ 152305 h 372808"/>
              <a:gd name="connsiteX54" fmla="*/ 60043 w 405409"/>
              <a:gd name="connsiteY54" fmla="*/ 237458 h 372808"/>
              <a:gd name="connsiteX55" fmla="*/ 132417 w 405409"/>
              <a:gd name="connsiteY55" fmla="*/ 237458 h 372808"/>
              <a:gd name="connsiteX56" fmla="*/ 177568 w 405409"/>
              <a:gd name="connsiteY56" fmla="*/ 292417 h 372808"/>
              <a:gd name="connsiteX57" fmla="*/ 135168 w 405409"/>
              <a:gd name="connsiteY57" fmla="*/ 305371 h 372808"/>
              <a:gd name="connsiteX58" fmla="*/ 59948 w 405409"/>
              <a:gd name="connsiteY58" fmla="*/ 237458 h 372808"/>
              <a:gd name="connsiteX59" fmla="*/ 191038 w 405409"/>
              <a:gd name="connsiteY59" fmla="*/ 280607 h 372808"/>
              <a:gd name="connsiteX60" fmla="*/ 146835 w 405409"/>
              <a:gd name="connsiteY60" fmla="*/ 228790 h 372808"/>
              <a:gd name="connsiteX61" fmla="*/ 185346 w 405409"/>
              <a:gd name="connsiteY61" fmla="*/ 171450 h 372808"/>
              <a:gd name="connsiteX62" fmla="*/ 210957 w 405409"/>
              <a:gd name="connsiteY62" fmla="*/ 228886 h 372808"/>
              <a:gd name="connsiteX63" fmla="*/ 191038 w 405409"/>
              <a:gd name="connsiteY63" fmla="*/ 280607 h 372808"/>
              <a:gd name="connsiteX64" fmla="*/ 253452 w 405409"/>
              <a:gd name="connsiteY64" fmla="*/ 152590 h 372808"/>
              <a:gd name="connsiteX65" fmla="*/ 355041 w 405409"/>
              <a:gd name="connsiteY65" fmla="*/ 152590 h 372808"/>
              <a:gd name="connsiteX66" fmla="*/ 355041 w 405409"/>
              <a:gd name="connsiteY66" fmla="*/ 169736 h 372808"/>
              <a:gd name="connsiteX67" fmla="*/ 253452 w 405409"/>
              <a:gd name="connsiteY67" fmla="*/ 169736 h 372808"/>
              <a:gd name="connsiteX68" fmla="*/ 253452 w 405409"/>
              <a:gd name="connsiteY68" fmla="*/ 152590 h 372808"/>
              <a:gd name="connsiteX69" fmla="*/ 253452 w 405409"/>
              <a:gd name="connsiteY69" fmla="*/ 203073 h 372808"/>
              <a:gd name="connsiteX70" fmla="*/ 355041 w 405409"/>
              <a:gd name="connsiteY70" fmla="*/ 203073 h 372808"/>
              <a:gd name="connsiteX71" fmla="*/ 355041 w 405409"/>
              <a:gd name="connsiteY71" fmla="*/ 220218 h 372808"/>
              <a:gd name="connsiteX72" fmla="*/ 253452 w 405409"/>
              <a:gd name="connsiteY72" fmla="*/ 220218 h 372808"/>
              <a:gd name="connsiteX73" fmla="*/ 253452 w 405409"/>
              <a:gd name="connsiteY73" fmla="*/ 203073 h 372808"/>
              <a:gd name="connsiteX74" fmla="*/ 253452 w 405409"/>
              <a:gd name="connsiteY74" fmla="*/ 253651 h 372808"/>
              <a:gd name="connsiteX75" fmla="*/ 355041 w 405409"/>
              <a:gd name="connsiteY75" fmla="*/ 253651 h 372808"/>
              <a:gd name="connsiteX76" fmla="*/ 355041 w 405409"/>
              <a:gd name="connsiteY76" fmla="*/ 270796 h 372808"/>
              <a:gd name="connsiteX77" fmla="*/ 253452 w 405409"/>
              <a:gd name="connsiteY77" fmla="*/ 270796 h 372808"/>
              <a:gd name="connsiteX78" fmla="*/ 253452 w 405409"/>
              <a:gd name="connsiteY78" fmla="*/ 253651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  <a:moveTo>
                  <a:pt x="190374" y="153829"/>
                </a:moveTo>
                <a:cubicBezTo>
                  <a:pt x="189994" y="153352"/>
                  <a:pt x="189520" y="152781"/>
                  <a:pt x="189046" y="152495"/>
                </a:cubicBezTo>
                <a:cubicBezTo>
                  <a:pt x="188761" y="152305"/>
                  <a:pt x="188382" y="152209"/>
                  <a:pt x="188097" y="152019"/>
                </a:cubicBezTo>
                <a:cubicBezTo>
                  <a:pt x="173205" y="141542"/>
                  <a:pt x="155088" y="135350"/>
                  <a:pt x="135263" y="135350"/>
                </a:cubicBezTo>
                <a:cubicBezTo>
                  <a:pt x="84800" y="135350"/>
                  <a:pt x="42685" y="177832"/>
                  <a:pt x="42685" y="228790"/>
                </a:cubicBezTo>
                <a:cubicBezTo>
                  <a:pt x="42685" y="279749"/>
                  <a:pt x="84800" y="322231"/>
                  <a:pt x="135263" y="322231"/>
                </a:cubicBezTo>
                <a:cubicBezTo>
                  <a:pt x="157174" y="322231"/>
                  <a:pt x="176999" y="314611"/>
                  <a:pt x="192650" y="302038"/>
                </a:cubicBezTo>
                <a:cubicBezTo>
                  <a:pt x="193883" y="301942"/>
                  <a:pt x="195211" y="301657"/>
                  <a:pt x="196065" y="300800"/>
                </a:cubicBezTo>
                <a:cubicBezTo>
                  <a:pt x="197013" y="299847"/>
                  <a:pt x="197677" y="298609"/>
                  <a:pt x="198152" y="297275"/>
                </a:cubicBezTo>
                <a:cubicBezTo>
                  <a:pt x="216459" y="280130"/>
                  <a:pt x="227841" y="255651"/>
                  <a:pt x="227841" y="228790"/>
                </a:cubicBezTo>
                <a:cubicBezTo>
                  <a:pt x="227841" y="198311"/>
                  <a:pt x="213233" y="170879"/>
                  <a:pt x="190374" y="153734"/>
                </a:cubicBezTo>
                <a:close/>
                <a:moveTo>
                  <a:pt x="135263" y="152400"/>
                </a:moveTo>
                <a:cubicBezTo>
                  <a:pt x="148353" y="152400"/>
                  <a:pt x="160589" y="155734"/>
                  <a:pt x="171308" y="161449"/>
                </a:cubicBezTo>
                <a:cubicBezTo>
                  <a:pt x="165901" y="169450"/>
                  <a:pt x="154708" y="186023"/>
                  <a:pt x="131564" y="220218"/>
                </a:cubicBezTo>
                <a:lnTo>
                  <a:pt x="60043" y="220218"/>
                </a:lnTo>
                <a:cubicBezTo>
                  <a:pt x="64406" y="181832"/>
                  <a:pt x="97416" y="152305"/>
                  <a:pt x="135263" y="152305"/>
                </a:cubicBezTo>
                <a:close/>
                <a:moveTo>
                  <a:pt x="60043" y="237458"/>
                </a:moveTo>
                <a:lnTo>
                  <a:pt x="132417" y="237458"/>
                </a:lnTo>
                <a:cubicBezTo>
                  <a:pt x="136496" y="242411"/>
                  <a:pt x="147689" y="256032"/>
                  <a:pt x="177568" y="292417"/>
                </a:cubicBezTo>
                <a:cubicBezTo>
                  <a:pt x="165522" y="300609"/>
                  <a:pt x="150914" y="305371"/>
                  <a:pt x="135168" y="305371"/>
                </a:cubicBezTo>
                <a:cubicBezTo>
                  <a:pt x="97226" y="305371"/>
                  <a:pt x="64312" y="275844"/>
                  <a:pt x="59948" y="237458"/>
                </a:cubicBezTo>
                <a:close/>
                <a:moveTo>
                  <a:pt x="191038" y="280607"/>
                </a:moveTo>
                <a:cubicBezTo>
                  <a:pt x="184682" y="273177"/>
                  <a:pt x="172067" y="258318"/>
                  <a:pt x="146835" y="228790"/>
                </a:cubicBezTo>
                <a:cubicBezTo>
                  <a:pt x="146835" y="228790"/>
                  <a:pt x="146930" y="228600"/>
                  <a:pt x="185346" y="171450"/>
                </a:cubicBezTo>
                <a:cubicBezTo>
                  <a:pt x="201092" y="185452"/>
                  <a:pt x="210957" y="205835"/>
                  <a:pt x="210957" y="228886"/>
                </a:cubicBezTo>
                <a:cubicBezTo>
                  <a:pt x="210957" y="248984"/>
                  <a:pt x="203369" y="267081"/>
                  <a:pt x="191038" y="280607"/>
                </a:cubicBezTo>
                <a:close/>
                <a:moveTo>
                  <a:pt x="253452" y="152590"/>
                </a:moveTo>
                <a:lnTo>
                  <a:pt x="355041" y="152590"/>
                </a:lnTo>
                <a:lnTo>
                  <a:pt x="355041" y="169736"/>
                </a:lnTo>
                <a:lnTo>
                  <a:pt x="253452" y="169736"/>
                </a:lnTo>
                <a:lnTo>
                  <a:pt x="253452" y="152590"/>
                </a:lnTo>
                <a:close/>
                <a:moveTo>
                  <a:pt x="253452" y="203073"/>
                </a:moveTo>
                <a:lnTo>
                  <a:pt x="355041" y="203073"/>
                </a:lnTo>
                <a:lnTo>
                  <a:pt x="355041" y="220218"/>
                </a:lnTo>
                <a:lnTo>
                  <a:pt x="253452" y="220218"/>
                </a:lnTo>
                <a:lnTo>
                  <a:pt x="253452" y="203073"/>
                </a:lnTo>
                <a:close/>
                <a:moveTo>
                  <a:pt x="253452" y="253651"/>
                </a:moveTo>
                <a:lnTo>
                  <a:pt x="355041" y="253651"/>
                </a:lnTo>
                <a:lnTo>
                  <a:pt x="355041" y="270796"/>
                </a:lnTo>
                <a:lnTo>
                  <a:pt x="253452" y="270796"/>
                </a:lnTo>
                <a:lnTo>
                  <a:pt x="253452" y="25365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9" name="Graphic 34">
            <a:extLst>
              <a:ext uri="{FF2B5EF4-FFF2-40B4-BE49-F238E27FC236}">
                <a16:creationId xmlns:a16="http://schemas.microsoft.com/office/drawing/2014/main" id="{2C81D6EF-15AD-D8EF-0F32-397980EA977E}"/>
              </a:ext>
            </a:extLst>
          </p:cNvPr>
          <p:cNvSpPr/>
          <p:nvPr/>
        </p:nvSpPr>
        <p:spPr>
          <a:xfrm>
            <a:off x="4575450" y="1420513"/>
            <a:ext cx="536340" cy="493210"/>
          </a:xfrm>
          <a:custGeom>
            <a:avLst/>
            <a:gdLst>
              <a:gd name="connsiteX0" fmla="*/ 363199 w 405409"/>
              <a:gd name="connsiteY0" fmla="*/ 0 h 372808"/>
              <a:gd name="connsiteX1" fmla="*/ 42210 w 405409"/>
              <a:gd name="connsiteY1" fmla="*/ 0 h 372808"/>
              <a:gd name="connsiteX2" fmla="*/ 0 w 405409"/>
              <a:gd name="connsiteY2" fmla="*/ 42386 h 372808"/>
              <a:gd name="connsiteX3" fmla="*/ 0 w 405409"/>
              <a:gd name="connsiteY3" fmla="*/ 330422 h 372808"/>
              <a:gd name="connsiteX4" fmla="*/ 42210 w 405409"/>
              <a:gd name="connsiteY4" fmla="*/ 372809 h 372808"/>
              <a:gd name="connsiteX5" fmla="*/ 363199 w 405409"/>
              <a:gd name="connsiteY5" fmla="*/ 372809 h 372808"/>
              <a:gd name="connsiteX6" fmla="*/ 405409 w 405409"/>
              <a:gd name="connsiteY6" fmla="*/ 330422 h 372808"/>
              <a:gd name="connsiteX7" fmla="*/ 405409 w 405409"/>
              <a:gd name="connsiteY7" fmla="*/ 42386 h 372808"/>
              <a:gd name="connsiteX8" fmla="*/ 363199 w 405409"/>
              <a:gd name="connsiteY8" fmla="*/ 0 h 372808"/>
              <a:gd name="connsiteX9" fmla="*/ 42210 w 405409"/>
              <a:gd name="connsiteY9" fmla="*/ 16954 h 372808"/>
              <a:gd name="connsiteX10" fmla="*/ 363199 w 405409"/>
              <a:gd name="connsiteY10" fmla="*/ 16954 h 372808"/>
              <a:gd name="connsiteX11" fmla="*/ 388525 w 405409"/>
              <a:gd name="connsiteY11" fmla="*/ 42386 h 372808"/>
              <a:gd name="connsiteX12" fmla="*/ 388525 w 405409"/>
              <a:gd name="connsiteY12" fmla="*/ 84868 h 372808"/>
              <a:gd name="connsiteX13" fmla="*/ 16884 w 405409"/>
              <a:gd name="connsiteY13" fmla="*/ 84868 h 372808"/>
              <a:gd name="connsiteX14" fmla="*/ 16884 w 405409"/>
              <a:gd name="connsiteY14" fmla="*/ 42386 h 372808"/>
              <a:gd name="connsiteX15" fmla="*/ 42210 w 405409"/>
              <a:gd name="connsiteY15" fmla="*/ 16954 h 372808"/>
              <a:gd name="connsiteX16" fmla="*/ 363199 w 405409"/>
              <a:gd name="connsiteY16" fmla="*/ 355854 h 372808"/>
              <a:gd name="connsiteX17" fmla="*/ 42210 w 405409"/>
              <a:gd name="connsiteY17" fmla="*/ 355854 h 372808"/>
              <a:gd name="connsiteX18" fmla="*/ 16884 w 405409"/>
              <a:gd name="connsiteY18" fmla="*/ 330422 h 372808"/>
              <a:gd name="connsiteX19" fmla="*/ 16884 w 405409"/>
              <a:gd name="connsiteY19" fmla="*/ 102013 h 372808"/>
              <a:gd name="connsiteX20" fmla="*/ 388525 w 405409"/>
              <a:gd name="connsiteY20" fmla="*/ 102013 h 372808"/>
              <a:gd name="connsiteX21" fmla="*/ 388525 w 405409"/>
              <a:gd name="connsiteY21" fmla="*/ 330422 h 372808"/>
              <a:gd name="connsiteX22" fmla="*/ 363199 w 405409"/>
              <a:gd name="connsiteY22" fmla="*/ 355854 h 372808"/>
              <a:gd name="connsiteX23" fmla="*/ 51222 w 405409"/>
              <a:gd name="connsiteY23" fmla="*/ 51054 h 372808"/>
              <a:gd name="connsiteX24" fmla="*/ 67821 w 405409"/>
              <a:gd name="connsiteY24" fmla="*/ 34385 h 372808"/>
              <a:gd name="connsiteX25" fmla="*/ 84421 w 405409"/>
              <a:gd name="connsiteY25" fmla="*/ 51054 h 372808"/>
              <a:gd name="connsiteX26" fmla="*/ 67821 w 405409"/>
              <a:gd name="connsiteY26" fmla="*/ 67723 h 372808"/>
              <a:gd name="connsiteX27" fmla="*/ 51222 w 405409"/>
              <a:gd name="connsiteY27" fmla="*/ 51054 h 372808"/>
              <a:gd name="connsiteX28" fmla="*/ 101589 w 405409"/>
              <a:gd name="connsiteY28" fmla="*/ 51054 h 372808"/>
              <a:gd name="connsiteX29" fmla="*/ 118663 w 405409"/>
              <a:gd name="connsiteY29" fmla="*/ 34385 h 372808"/>
              <a:gd name="connsiteX30" fmla="*/ 135737 w 405409"/>
              <a:gd name="connsiteY30" fmla="*/ 51054 h 372808"/>
              <a:gd name="connsiteX31" fmla="*/ 118663 w 405409"/>
              <a:gd name="connsiteY31" fmla="*/ 67723 h 372808"/>
              <a:gd name="connsiteX32" fmla="*/ 101589 w 405409"/>
              <a:gd name="connsiteY32" fmla="*/ 51054 h 372808"/>
              <a:gd name="connsiteX33" fmla="*/ 151862 w 405409"/>
              <a:gd name="connsiteY33" fmla="*/ 51054 h 372808"/>
              <a:gd name="connsiteX34" fmla="*/ 168936 w 405409"/>
              <a:gd name="connsiteY34" fmla="*/ 34385 h 372808"/>
              <a:gd name="connsiteX35" fmla="*/ 186010 w 405409"/>
              <a:gd name="connsiteY35" fmla="*/ 51054 h 372808"/>
              <a:gd name="connsiteX36" fmla="*/ 168936 w 405409"/>
              <a:gd name="connsiteY36" fmla="*/ 67723 h 372808"/>
              <a:gd name="connsiteX37" fmla="*/ 151862 w 405409"/>
              <a:gd name="connsiteY37" fmla="*/ 51054 h 372808"/>
              <a:gd name="connsiteX38" fmla="*/ 190374 w 405409"/>
              <a:gd name="connsiteY38" fmla="*/ 153829 h 372808"/>
              <a:gd name="connsiteX39" fmla="*/ 189046 w 405409"/>
              <a:gd name="connsiteY39" fmla="*/ 152495 h 372808"/>
              <a:gd name="connsiteX40" fmla="*/ 188097 w 405409"/>
              <a:gd name="connsiteY40" fmla="*/ 152019 h 372808"/>
              <a:gd name="connsiteX41" fmla="*/ 135263 w 405409"/>
              <a:gd name="connsiteY41" fmla="*/ 135350 h 372808"/>
              <a:gd name="connsiteX42" fmla="*/ 42685 w 405409"/>
              <a:gd name="connsiteY42" fmla="*/ 228790 h 372808"/>
              <a:gd name="connsiteX43" fmla="*/ 135263 w 405409"/>
              <a:gd name="connsiteY43" fmla="*/ 322231 h 372808"/>
              <a:gd name="connsiteX44" fmla="*/ 192650 w 405409"/>
              <a:gd name="connsiteY44" fmla="*/ 302038 h 372808"/>
              <a:gd name="connsiteX45" fmla="*/ 196065 w 405409"/>
              <a:gd name="connsiteY45" fmla="*/ 300800 h 372808"/>
              <a:gd name="connsiteX46" fmla="*/ 198152 w 405409"/>
              <a:gd name="connsiteY46" fmla="*/ 297275 h 372808"/>
              <a:gd name="connsiteX47" fmla="*/ 227841 w 405409"/>
              <a:gd name="connsiteY47" fmla="*/ 228790 h 372808"/>
              <a:gd name="connsiteX48" fmla="*/ 190374 w 405409"/>
              <a:gd name="connsiteY48" fmla="*/ 153734 h 372808"/>
              <a:gd name="connsiteX49" fmla="*/ 135263 w 405409"/>
              <a:gd name="connsiteY49" fmla="*/ 152400 h 372808"/>
              <a:gd name="connsiteX50" fmla="*/ 171308 w 405409"/>
              <a:gd name="connsiteY50" fmla="*/ 161449 h 372808"/>
              <a:gd name="connsiteX51" fmla="*/ 131564 w 405409"/>
              <a:gd name="connsiteY51" fmla="*/ 220218 h 372808"/>
              <a:gd name="connsiteX52" fmla="*/ 60043 w 405409"/>
              <a:gd name="connsiteY52" fmla="*/ 220218 h 372808"/>
              <a:gd name="connsiteX53" fmla="*/ 135263 w 405409"/>
              <a:gd name="connsiteY53" fmla="*/ 152305 h 372808"/>
              <a:gd name="connsiteX54" fmla="*/ 60043 w 405409"/>
              <a:gd name="connsiteY54" fmla="*/ 237458 h 372808"/>
              <a:gd name="connsiteX55" fmla="*/ 132417 w 405409"/>
              <a:gd name="connsiteY55" fmla="*/ 237458 h 372808"/>
              <a:gd name="connsiteX56" fmla="*/ 177568 w 405409"/>
              <a:gd name="connsiteY56" fmla="*/ 292417 h 372808"/>
              <a:gd name="connsiteX57" fmla="*/ 135168 w 405409"/>
              <a:gd name="connsiteY57" fmla="*/ 305371 h 372808"/>
              <a:gd name="connsiteX58" fmla="*/ 59948 w 405409"/>
              <a:gd name="connsiteY58" fmla="*/ 237458 h 372808"/>
              <a:gd name="connsiteX59" fmla="*/ 191038 w 405409"/>
              <a:gd name="connsiteY59" fmla="*/ 280607 h 372808"/>
              <a:gd name="connsiteX60" fmla="*/ 146835 w 405409"/>
              <a:gd name="connsiteY60" fmla="*/ 228790 h 372808"/>
              <a:gd name="connsiteX61" fmla="*/ 185346 w 405409"/>
              <a:gd name="connsiteY61" fmla="*/ 171450 h 372808"/>
              <a:gd name="connsiteX62" fmla="*/ 210957 w 405409"/>
              <a:gd name="connsiteY62" fmla="*/ 228886 h 372808"/>
              <a:gd name="connsiteX63" fmla="*/ 191038 w 405409"/>
              <a:gd name="connsiteY63" fmla="*/ 280607 h 372808"/>
              <a:gd name="connsiteX64" fmla="*/ 253452 w 405409"/>
              <a:gd name="connsiteY64" fmla="*/ 152590 h 372808"/>
              <a:gd name="connsiteX65" fmla="*/ 355041 w 405409"/>
              <a:gd name="connsiteY65" fmla="*/ 152590 h 372808"/>
              <a:gd name="connsiteX66" fmla="*/ 355041 w 405409"/>
              <a:gd name="connsiteY66" fmla="*/ 169736 h 372808"/>
              <a:gd name="connsiteX67" fmla="*/ 253452 w 405409"/>
              <a:gd name="connsiteY67" fmla="*/ 169736 h 372808"/>
              <a:gd name="connsiteX68" fmla="*/ 253452 w 405409"/>
              <a:gd name="connsiteY68" fmla="*/ 152590 h 372808"/>
              <a:gd name="connsiteX69" fmla="*/ 253452 w 405409"/>
              <a:gd name="connsiteY69" fmla="*/ 203073 h 372808"/>
              <a:gd name="connsiteX70" fmla="*/ 355041 w 405409"/>
              <a:gd name="connsiteY70" fmla="*/ 203073 h 372808"/>
              <a:gd name="connsiteX71" fmla="*/ 355041 w 405409"/>
              <a:gd name="connsiteY71" fmla="*/ 220218 h 372808"/>
              <a:gd name="connsiteX72" fmla="*/ 253452 w 405409"/>
              <a:gd name="connsiteY72" fmla="*/ 220218 h 372808"/>
              <a:gd name="connsiteX73" fmla="*/ 253452 w 405409"/>
              <a:gd name="connsiteY73" fmla="*/ 203073 h 372808"/>
              <a:gd name="connsiteX74" fmla="*/ 253452 w 405409"/>
              <a:gd name="connsiteY74" fmla="*/ 253651 h 372808"/>
              <a:gd name="connsiteX75" fmla="*/ 355041 w 405409"/>
              <a:gd name="connsiteY75" fmla="*/ 253651 h 372808"/>
              <a:gd name="connsiteX76" fmla="*/ 355041 w 405409"/>
              <a:gd name="connsiteY76" fmla="*/ 270796 h 372808"/>
              <a:gd name="connsiteX77" fmla="*/ 253452 w 405409"/>
              <a:gd name="connsiteY77" fmla="*/ 270796 h 372808"/>
              <a:gd name="connsiteX78" fmla="*/ 253452 w 405409"/>
              <a:gd name="connsiteY78" fmla="*/ 253651 h 37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405409" h="372808">
                <a:moveTo>
                  <a:pt x="363199" y="0"/>
                </a:moveTo>
                <a:lnTo>
                  <a:pt x="42210" y="0"/>
                </a:lnTo>
                <a:cubicBezTo>
                  <a:pt x="19730" y="0"/>
                  <a:pt x="0" y="18383"/>
                  <a:pt x="0" y="42386"/>
                </a:cubicBezTo>
                <a:lnTo>
                  <a:pt x="0" y="330422"/>
                </a:lnTo>
                <a:cubicBezTo>
                  <a:pt x="0" y="354425"/>
                  <a:pt x="19730" y="372809"/>
                  <a:pt x="42210" y="372809"/>
                </a:cubicBezTo>
                <a:lnTo>
                  <a:pt x="363199" y="372809"/>
                </a:lnTo>
                <a:cubicBezTo>
                  <a:pt x="387102" y="372809"/>
                  <a:pt x="405409" y="354425"/>
                  <a:pt x="405409" y="330422"/>
                </a:cubicBezTo>
                <a:lnTo>
                  <a:pt x="405409" y="42386"/>
                </a:lnTo>
                <a:cubicBezTo>
                  <a:pt x="405409" y="18383"/>
                  <a:pt x="387102" y="0"/>
                  <a:pt x="363199" y="0"/>
                </a:cubicBezTo>
                <a:close/>
                <a:moveTo>
                  <a:pt x="42210" y="16954"/>
                </a:moveTo>
                <a:lnTo>
                  <a:pt x="363199" y="16954"/>
                </a:lnTo>
                <a:cubicBezTo>
                  <a:pt x="377237" y="16954"/>
                  <a:pt x="388525" y="28289"/>
                  <a:pt x="388525" y="42386"/>
                </a:cubicBezTo>
                <a:lnTo>
                  <a:pt x="388525" y="84868"/>
                </a:lnTo>
                <a:lnTo>
                  <a:pt x="16884" y="84868"/>
                </a:lnTo>
                <a:lnTo>
                  <a:pt x="16884" y="42386"/>
                </a:lnTo>
                <a:cubicBezTo>
                  <a:pt x="16884" y="28289"/>
                  <a:pt x="29595" y="16954"/>
                  <a:pt x="42210" y="16954"/>
                </a:cubicBezTo>
                <a:close/>
                <a:moveTo>
                  <a:pt x="363199" y="355854"/>
                </a:moveTo>
                <a:lnTo>
                  <a:pt x="42210" y="355854"/>
                </a:lnTo>
                <a:cubicBezTo>
                  <a:pt x="29500" y="355854"/>
                  <a:pt x="16884" y="344519"/>
                  <a:pt x="16884" y="330422"/>
                </a:cubicBezTo>
                <a:lnTo>
                  <a:pt x="16884" y="102013"/>
                </a:lnTo>
                <a:lnTo>
                  <a:pt x="388525" y="102013"/>
                </a:lnTo>
                <a:lnTo>
                  <a:pt x="388525" y="330422"/>
                </a:lnTo>
                <a:cubicBezTo>
                  <a:pt x="388525" y="344519"/>
                  <a:pt x="377237" y="355854"/>
                  <a:pt x="363199" y="355854"/>
                </a:cubicBezTo>
                <a:close/>
                <a:moveTo>
                  <a:pt x="51222" y="51054"/>
                </a:moveTo>
                <a:cubicBezTo>
                  <a:pt x="51222" y="41815"/>
                  <a:pt x="58620" y="34385"/>
                  <a:pt x="67821" y="34385"/>
                </a:cubicBezTo>
                <a:cubicBezTo>
                  <a:pt x="77022" y="34385"/>
                  <a:pt x="84421" y="41815"/>
                  <a:pt x="84421" y="51054"/>
                </a:cubicBezTo>
                <a:cubicBezTo>
                  <a:pt x="84421" y="60293"/>
                  <a:pt x="77022" y="67723"/>
                  <a:pt x="67821" y="67723"/>
                </a:cubicBezTo>
                <a:cubicBezTo>
                  <a:pt x="58620" y="67723"/>
                  <a:pt x="51222" y="60293"/>
                  <a:pt x="51222" y="51054"/>
                </a:cubicBezTo>
                <a:close/>
                <a:moveTo>
                  <a:pt x="101589" y="51054"/>
                </a:moveTo>
                <a:cubicBezTo>
                  <a:pt x="101589" y="41815"/>
                  <a:pt x="109273" y="34385"/>
                  <a:pt x="118663" y="34385"/>
                </a:cubicBezTo>
                <a:cubicBezTo>
                  <a:pt x="128054" y="34385"/>
                  <a:pt x="135737" y="41815"/>
                  <a:pt x="135737" y="51054"/>
                </a:cubicBezTo>
                <a:cubicBezTo>
                  <a:pt x="135737" y="60293"/>
                  <a:pt x="128054" y="67723"/>
                  <a:pt x="118663" y="67723"/>
                </a:cubicBezTo>
                <a:cubicBezTo>
                  <a:pt x="109273" y="67723"/>
                  <a:pt x="101589" y="60293"/>
                  <a:pt x="101589" y="51054"/>
                </a:cubicBezTo>
                <a:close/>
                <a:moveTo>
                  <a:pt x="151862" y="51054"/>
                </a:moveTo>
                <a:cubicBezTo>
                  <a:pt x="151862" y="41815"/>
                  <a:pt x="159546" y="34385"/>
                  <a:pt x="168936" y="34385"/>
                </a:cubicBezTo>
                <a:cubicBezTo>
                  <a:pt x="178327" y="34385"/>
                  <a:pt x="186010" y="41815"/>
                  <a:pt x="186010" y="51054"/>
                </a:cubicBezTo>
                <a:cubicBezTo>
                  <a:pt x="186010" y="60293"/>
                  <a:pt x="178327" y="67723"/>
                  <a:pt x="168936" y="67723"/>
                </a:cubicBezTo>
                <a:cubicBezTo>
                  <a:pt x="159546" y="67723"/>
                  <a:pt x="151862" y="60293"/>
                  <a:pt x="151862" y="51054"/>
                </a:cubicBezTo>
                <a:close/>
                <a:moveTo>
                  <a:pt x="190374" y="153829"/>
                </a:moveTo>
                <a:cubicBezTo>
                  <a:pt x="189994" y="153352"/>
                  <a:pt x="189520" y="152781"/>
                  <a:pt x="189046" y="152495"/>
                </a:cubicBezTo>
                <a:cubicBezTo>
                  <a:pt x="188761" y="152305"/>
                  <a:pt x="188382" y="152209"/>
                  <a:pt x="188097" y="152019"/>
                </a:cubicBezTo>
                <a:cubicBezTo>
                  <a:pt x="173205" y="141542"/>
                  <a:pt x="155088" y="135350"/>
                  <a:pt x="135263" y="135350"/>
                </a:cubicBezTo>
                <a:cubicBezTo>
                  <a:pt x="84800" y="135350"/>
                  <a:pt x="42685" y="177832"/>
                  <a:pt x="42685" y="228790"/>
                </a:cubicBezTo>
                <a:cubicBezTo>
                  <a:pt x="42685" y="279749"/>
                  <a:pt x="84800" y="322231"/>
                  <a:pt x="135263" y="322231"/>
                </a:cubicBezTo>
                <a:cubicBezTo>
                  <a:pt x="157174" y="322231"/>
                  <a:pt x="176999" y="314611"/>
                  <a:pt x="192650" y="302038"/>
                </a:cubicBezTo>
                <a:cubicBezTo>
                  <a:pt x="193883" y="301942"/>
                  <a:pt x="195211" y="301657"/>
                  <a:pt x="196065" y="300800"/>
                </a:cubicBezTo>
                <a:cubicBezTo>
                  <a:pt x="197013" y="299847"/>
                  <a:pt x="197677" y="298609"/>
                  <a:pt x="198152" y="297275"/>
                </a:cubicBezTo>
                <a:cubicBezTo>
                  <a:pt x="216459" y="280130"/>
                  <a:pt x="227841" y="255651"/>
                  <a:pt x="227841" y="228790"/>
                </a:cubicBezTo>
                <a:cubicBezTo>
                  <a:pt x="227841" y="198311"/>
                  <a:pt x="213233" y="170879"/>
                  <a:pt x="190374" y="153734"/>
                </a:cubicBezTo>
                <a:close/>
                <a:moveTo>
                  <a:pt x="135263" y="152400"/>
                </a:moveTo>
                <a:cubicBezTo>
                  <a:pt x="148353" y="152400"/>
                  <a:pt x="160589" y="155734"/>
                  <a:pt x="171308" y="161449"/>
                </a:cubicBezTo>
                <a:cubicBezTo>
                  <a:pt x="165901" y="169450"/>
                  <a:pt x="154708" y="186023"/>
                  <a:pt x="131564" y="220218"/>
                </a:cubicBezTo>
                <a:lnTo>
                  <a:pt x="60043" y="220218"/>
                </a:lnTo>
                <a:cubicBezTo>
                  <a:pt x="64406" y="181832"/>
                  <a:pt x="97416" y="152305"/>
                  <a:pt x="135263" y="152305"/>
                </a:cubicBezTo>
                <a:close/>
                <a:moveTo>
                  <a:pt x="60043" y="237458"/>
                </a:moveTo>
                <a:lnTo>
                  <a:pt x="132417" y="237458"/>
                </a:lnTo>
                <a:cubicBezTo>
                  <a:pt x="136496" y="242411"/>
                  <a:pt x="147689" y="256032"/>
                  <a:pt x="177568" y="292417"/>
                </a:cubicBezTo>
                <a:cubicBezTo>
                  <a:pt x="165522" y="300609"/>
                  <a:pt x="150914" y="305371"/>
                  <a:pt x="135168" y="305371"/>
                </a:cubicBezTo>
                <a:cubicBezTo>
                  <a:pt x="97226" y="305371"/>
                  <a:pt x="64312" y="275844"/>
                  <a:pt x="59948" y="237458"/>
                </a:cubicBezTo>
                <a:close/>
                <a:moveTo>
                  <a:pt x="191038" y="280607"/>
                </a:moveTo>
                <a:cubicBezTo>
                  <a:pt x="184682" y="273177"/>
                  <a:pt x="172067" y="258318"/>
                  <a:pt x="146835" y="228790"/>
                </a:cubicBezTo>
                <a:cubicBezTo>
                  <a:pt x="146835" y="228790"/>
                  <a:pt x="146930" y="228600"/>
                  <a:pt x="185346" y="171450"/>
                </a:cubicBezTo>
                <a:cubicBezTo>
                  <a:pt x="201092" y="185452"/>
                  <a:pt x="210957" y="205835"/>
                  <a:pt x="210957" y="228886"/>
                </a:cubicBezTo>
                <a:cubicBezTo>
                  <a:pt x="210957" y="248984"/>
                  <a:pt x="203369" y="267081"/>
                  <a:pt x="191038" y="280607"/>
                </a:cubicBezTo>
                <a:close/>
                <a:moveTo>
                  <a:pt x="253452" y="152590"/>
                </a:moveTo>
                <a:lnTo>
                  <a:pt x="355041" y="152590"/>
                </a:lnTo>
                <a:lnTo>
                  <a:pt x="355041" y="169736"/>
                </a:lnTo>
                <a:lnTo>
                  <a:pt x="253452" y="169736"/>
                </a:lnTo>
                <a:lnTo>
                  <a:pt x="253452" y="152590"/>
                </a:lnTo>
                <a:close/>
                <a:moveTo>
                  <a:pt x="253452" y="203073"/>
                </a:moveTo>
                <a:lnTo>
                  <a:pt x="355041" y="203073"/>
                </a:lnTo>
                <a:lnTo>
                  <a:pt x="355041" y="220218"/>
                </a:lnTo>
                <a:lnTo>
                  <a:pt x="253452" y="220218"/>
                </a:lnTo>
                <a:lnTo>
                  <a:pt x="253452" y="203073"/>
                </a:lnTo>
                <a:close/>
                <a:moveTo>
                  <a:pt x="253452" y="253651"/>
                </a:moveTo>
                <a:lnTo>
                  <a:pt x="355041" y="253651"/>
                </a:lnTo>
                <a:lnTo>
                  <a:pt x="355041" y="270796"/>
                </a:lnTo>
                <a:lnTo>
                  <a:pt x="253452" y="270796"/>
                </a:lnTo>
                <a:lnTo>
                  <a:pt x="253452" y="25365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2" name="Graphic 40">
            <a:extLst>
              <a:ext uri="{FF2B5EF4-FFF2-40B4-BE49-F238E27FC236}">
                <a16:creationId xmlns:a16="http://schemas.microsoft.com/office/drawing/2014/main" id="{3F3BFD39-D2E9-8ABE-9811-1DE94012F572}"/>
              </a:ext>
            </a:extLst>
          </p:cNvPr>
          <p:cNvSpPr/>
          <p:nvPr/>
        </p:nvSpPr>
        <p:spPr>
          <a:xfrm>
            <a:off x="5441640" y="813343"/>
            <a:ext cx="538109" cy="427567"/>
          </a:xfrm>
          <a:custGeom>
            <a:avLst/>
            <a:gdLst>
              <a:gd name="connsiteX0" fmla="*/ 362345 w 404460"/>
              <a:gd name="connsiteY0" fmla="*/ 0 h 321373"/>
              <a:gd name="connsiteX1" fmla="*/ 42116 w 404460"/>
              <a:gd name="connsiteY1" fmla="*/ 0 h 321373"/>
              <a:gd name="connsiteX2" fmla="*/ 0 w 404460"/>
              <a:gd name="connsiteY2" fmla="*/ 42291 h 321373"/>
              <a:gd name="connsiteX3" fmla="*/ 0 w 404460"/>
              <a:gd name="connsiteY3" fmla="*/ 279083 h 321373"/>
              <a:gd name="connsiteX4" fmla="*/ 42116 w 404460"/>
              <a:gd name="connsiteY4" fmla="*/ 321374 h 321373"/>
              <a:gd name="connsiteX5" fmla="*/ 362345 w 404460"/>
              <a:gd name="connsiteY5" fmla="*/ 321374 h 321373"/>
              <a:gd name="connsiteX6" fmla="*/ 404461 w 404460"/>
              <a:gd name="connsiteY6" fmla="*/ 279083 h 321373"/>
              <a:gd name="connsiteX7" fmla="*/ 404461 w 404460"/>
              <a:gd name="connsiteY7" fmla="*/ 42291 h 321373"/>
              <a:gd name="connsiteX8" fmla="*/ 362345 w 404460"/>
              <a:gd name="connsiteY8" fmla="*/ 0 h 321373"/>
              <a:gd name="connsiteX9" fmla="*/ 42116 w 404460"/>
              <a:gd name="connsiteY9" fmla="*/ 16955 h 321373"/>
              <a:gd name="connsiteX10" fmla="*/ 362345 w 404460"/>
              <a:gd name="connsiteY10" fmla="*/ 16955 h 321373"/>
              <a:gd name="connsiteX11" fmla="*/ 387671 w 404460"/>
              <a:gd name="connsiteY11" fmla="*/ 42291 h 321373"/>
              <a:gd name="connsiteX12" fmla="*/ 387671 w 404460"/>
              <a:gd name="connsiteY12" fmla="*/ 84868 h 321373"/>
              <a:gd name="connsiteX13" fmla="*/ 16884 w 404460"/>
              <a:gd name="connsiteY13" fmla="*/ 84868 h 321373"/>
              <a:gd name="connsiteX14" fmla="*/ 16884 w 404460"/>
              <a:gd name="connsiteY14" fmla="*/ 42291 h 321373"/>
              <a:gd name="connsiteX15" fmla="*/ 42210 w 404460"/>
              <a:gd name="connsiteY15" fmla="*/ 16955 h 321373"/>
              <a:gd name="connsiteX16" fmla="*/ 362345 w 404460"/>
              <a:gd name="connsiteY16" fmla="*/ 304419 h 321373"/>
              <a:gd name="connsiteX17" fmla="*/ 42116 w 404460"/>
              <a:gd name="connsiteY17" fmla="*/ 304419 h 321373"/>
              <a:gd name="connsiteX18" fmla="*/ 16789 w 404460"/>
              <a:gd name="connsiteY18" fmla="*/ 279083 h 321373"/>
              <a:gd name="connsiteX19" fmla="*/ 16789 w 404460"/>
              <a:gd name="connsiteY19" fmla="*/ 101060 h 321373"/>
              <a:gd name="connsiteX20" fmla="*/ 387577 w 404460"/>
              <a:gd name="connsiteY20" fmla="*/ 101060 h 321373"/>
              <a:gd name="connsiteX21" fmla="*/ 387577 w 404460"/>
              <a:gd name="connsiteY21" fmla="*/ 279083 h 321373"/>
              <a:gd name="connsiteX22" fmla="*/ 362250 w 404460"/>
              <a:gd name="connsiteY22" fmla="*/ 304419 h 321373"/>
              <a:gd name="connsiteX23" fmla="*/ 50273 w 404460"/>
              <a:gd name="connsiteY23" fmla="*/ 50578 h 321373"/>
              <a:gd name="connsiteX24" fmla="*/ 67347 w 404460"/>
              <a:gd name="connsiteY24" fmla="*/ 33433 h 321373"/>
              <a:gd name="connsiteX25" fmla="*/ 84421 w 404460"/>
              <a:gd name="connsiteY25" fmla="*/ 50578 h 321373"/>
              <a:gd name="connsiteX26" fmla="*/ 67347 w 404460"/>
              <a:gd name="connsiteY26" fmla="*/ 67723 h 321373"/>
              <a:gd name="connsiteX27" fmla="*/ 50273 w 404460"/>
              <a:gd name="connsiteY27" fmla="*/ 50578 h 321373"/>
              <a:gd name="connsiteX28" fmla="*/ 100641 w 404460"/>
              <a:gd name="connsiteY28" fmla="*/ 50578 h 321373"/>
              <a:gd name="connsiteX29" fmla="*/ 117715 w 404460"/>
              <a:gd name="connsiteY29" fmla="*/ 33433 h 321373"/>
              <a:gd name="connsiteX30" fmla="*/ 134789 w 404460"/>
              <a:gd name="connsiteY30" fmla="*/ 50578 h 321373"/>
              <a:gd name="connsiteX31" fmla="*/ 117715 w 404460"/>
              <a:gd name="connsiteY31" fmla="*/ 67723 h 321373"/>
              <a:gd name="connsiteX32" fmla="*/ 100641 w 404460"/>
              <a:gd name="connsiteY32" fmla="*/ 50578 h 321373"/>
              <a:gd name="connsiteX33" fmla="*/ 151863 w 404460"/>
              <a:gd name="connsiteY33" fmla="*/ 50578 h 321373"/>
              <a:gd name="connsiteX34" fmla="*/ 168462 w 404460"/>
              <a:gd name="connsiteY34" fmla="*/ 33433 h 321373"/>
              <a:gd name="connsiteX35" fmla="*/ 185062 w 404460"/>
              <a:gd name="connsiteY35" fmla="*/ 50578 h 321373"/>
              <a:gd name="connsiteX36" fmla="*/ 168462 w 404460"/>
              <a:gd name="connsiteY36" fmla="*/ 67723 h 321373"/>
              <a:gd name="connsiteX37" fmla="*/ 151863 w 404460"/>
              <a:gd name="connsiteY37" fmla="*/ 50578 h 321373"/>
              <a:gd name="connsiteX38" fmla="*/ 244441 w 404460"/>
              <a:gd name="connsiteY38" fmla="*/ 217456 h 321373"/>
              <a:gd name="connsiteX39" fmla="*/ 257246 w 404460"/>
              <a:gd name="connsiteY39" fmla="*/ 180499 h 321373"/>
              <a:gd name="connsiteX40" fmla="*/ 195306 w 404460"/>
              <a:gd name="connsiteY40" fmla="*/ 118300 h 321373"/>
              <a:gd name="connsiteX41" fmla="*/ 134789 w 404460"/>
              <a:gd name="connsiteY41" fmla="*/ 180499 h 321373"/>
              <a:gd name="connsiteX42" fmla="*/ 195306 w 404460"/>
              <a:gd name="connsiteY42" fmla="*/ 241268 h 321373"/>
              <a:gd name="connsiteX43" fmla="*/ 232869 w 404460"/>
              <a:gd name="connsiteY43" fmla="*/ 228695 h 321373"/>
              <a:gd name="connsiteX44" fmla="*/ 288169 w 404460"/>
              <a:gd name="connsiteY44" fmla="*/ 285179 h 321373"/>
              <a:gd name="connsiteX45" fmla="*/ 295283 w 404460"/>
              <a:gd name="connsiteY45" fmla="*/ 288036 h 321373"/>
              <a:gd name="connsiteX46" fmla="*/ 300974 w 404460"/>
              <a:gd name="connsiteY46" fmla="*/ 285179 h 321373"/>
              <a:gd name="connsiteX47" fmla="*/ 300974 w 404460"/>
              <a:gd name="connsiteY47" fmla="*/ 273844 h 321373"/>
              <a:gd name="connsiteX48" fmla="*/ 244441 w 404460"/>
              <a:gd name="connsiteY48" fmla="*/ 217456 h 321373"/>
              <a:gd name="connsiteX49" fmla="*/ 151673 w 404460"/>
              <a:gd name="connsiteY49" fmla="*/ 180499 h 321373"/>
              <a:gd name="connsiteX50" fmla="*/ 195306 w 404460"/>
              <a:gd name="connsiteY50" fmla="*/ 135255 h 321373"/>
              <a:gd name="connsiteX51" fmla="*/ 240362 w 404460"/>
              <a:gd name="connsiteY51" fmla="*/ 180499 h 321373"/>
              <a:gd name="connsiteX52" fmla="*/ 195306 w 404460"/>
              <a:gd name="connsiteY52" fmla="*/ 224314 h 321373"/>
              <a:gd name="connsiteX53" fmla="*/ 151673 w 404460"/>
              <a:gd name="connsiteY53" fmla="*/ 180499 h 321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04460" h="321373">
                <a:moveTo>
                  <a:pt x="362345" y="0"/>
                </a:moveTo>
                <a:lnTo>
                  <a:pt x="42116" y="0"/>
                </a:lnTo>
                <a:cubicBezTo>
                  <a:pt x="18212" y="0"/>
                  <a:pt x="0" y="18288"/>
                  <a:pt x="0" y="42291"/>
                </a:cubicBezTo>
                <a:lnTo>
                  <a:pt x="0" y="279083"/>
                </a:lnTo>
                <a:cubicBezTo>
                  <a:pt x="0" y="303086"/>
                  <a:pt x="18212" y="321374"/>
                  <a:pt x="42116" y="321374"/>
                </a:cubicBezTo>
                <a:lnTo>
                  <a:pt x="362345" y="321374"/>
                </a:lnTo>
                <a:cubicBezTo>
                  <a:pt x="384826" y="321374"/>
                  <a:pt x="404461" y="303086"/>
                  <a:pt x="404461" y="279083"/>
                </a:cubicBezTo>
                <a:lnTo>
                  <a:pt x="404461" y="42291"/>
                </a:lnTo>
                <a:cubicBezTo>
                  <a:pt x="404461" y="18288"/>
                  <a:pt x="384826" y="0"/>
                  <a:pt x="362345" y="0"/>
                </a:cubicBezTo>
                <a:close/>
                <a:moveTo>
                  <a:pt x="42116" y="16955"/>
                </a:moveTo>
                <a:lnTo>
                  <a:pt x="362345" y="16955"/>
                </a:lnTo>
                <a:cubicBezTo>
                  <a:pt x="376384" y="16955"/>
                  <a:pt x="387671" y="28194"/>
                  <a:pt x="387671" y="42291"/>
                </a:cubicBezTo>
                <a:lnTo>
                  <a:pt x="387671" y="84868"/>
                </a:lnTo>
                <a:lnTo>
                  <a:pt x="16884" y="84868"/>
                </a:lnTo>
                <a:lnTo>
                  <a:pt x="16884" y="42291"/>
                </a:lnTo>
                <a:cubicBezTo>
                  <a:pt x="16884" y="28194"/>
                  <a:pt x="28077" y="16955"/>
                  <a:pt x="42210" y="16955"/>
                </a:cubicBezTo>
                <a:close/>
                <a:moveTo>
                  <a:pt x="362345" y="304419"/>
                </a:moveTo>
                <a:lnTo>
                  <a:pt x="42116" y="304419"/>
                </a:lnTo>
                <a:cubicBezTo>
                  <a:pt x="28077" y="304419"/>
                  <a:pt x="16789" y="293180"/>
                  <a:pt x="16789" y="279083"/>
                </a:cubicBezTo>
                <a:lnTo>
                  <a:pt x="16789" y="101060"/>
                </a:lnTo>
                <a:lnTo>
                  <a:pt x="387577" y="101060"/>
                </a:lnTo>
                <a:lnTo>
                  <a:pt x="387577" y="279083"/>
                </a:lnTo>
                <a:cubicBezTo>
                  <a:pt x="387577" y="293180"/>
                  <a:pt x="376384" y="304419"/>
                  <a:pt x="362250" y="304419"/>
                </a:cubicBezTo>
                <a:close/>
                <a:moveTo>
                  <a:pt x="50273" y="50578"/>
                </a:moveTo>
                <a:cubicBezTo>
                  <a:pt x="50273" y="41053"/>
                  <a:pt x="57956" y="33433"/>
                  <a:pt x="67347" y="33433"/>
                </a:cubicBezTo>
                <a:cubicBezTo>
                  <a:pt x="76738" y="33433"/>
                  <a:pt x="84421" y="41148"/>
                  <a:pt x="84421" y="50578"/>
                </a:cubicBezTo>
                <a:cubicBezTo>
                  <a:pt x="84421" y="60008"/>
                  <a:pt x="76738" y="67723"/>
                  <a:pt x="67347" y="67723"/>
                </a:cubicBezTo>
                <a:cubicBezTo>
                  <a:pt x="57956" y="67723"/>
                  <a:pt x="50273" y="60008"/>
                  <a:pt x="50273" y="50578"/>
                </a:cubicBezTo>
                <a:close/>
                <a:moveTo>
                  <a:pt x="100641" y="50578"/>
                </a:moveTo>
                <a:cubicBezTo>
                  <a:pt x="100641" y="41053"/>
                  <a:pt x="108324" y="33433"/>
                  <a:pt x="117715" y="33433"/>
                </a:cubicBezTo>
                <a:cubicBezTo>
                  <a:pt x="127105" y="33433"/>
                  <a:pt x="134789" y="41148"/>
                  <a:pt x="134789" y="50578"/>
                </a:cubicBezTo>
                <a:cubicBezTo>
                  <a:pt x="134789" y="60008"/>
                  <a:pt x="127105" y="67723"/>
                  <a:pt x="117715" y="67723"/>
                </a:cubicBezTo>
                <a:cubicBezTo>
                  <a:pt x="108324" y="67723"/>
                  <a:pt x="100641" y="60008"/>
                  <a:pt x="100641" y="50578"/>
                </a:cubicBezTo>
                <a:close/>
                <a:moveTo>
                  <a:pt x="151863" y="50578"/>
                </a:moveTo>
                <a:cubicBezTo>
                  <a:pt x="151863" y="41053"/>
                  <a:pt x="159261" y="33433"/>
                  <a:pt x="168462" y="33433"/>
                </a:cubicBezTo>
                <a:cubicBezTo>
                  <a:pt x="177663" y="33433"/>
                  <a:pt x="185062" y="41148"/>
                  <a:pt x="185062" y="50578"/>
                </a:cubicBezTo>
                <a:cubicBezTo>
                  <a:pt x="185062" y="60008"/>
                  <a:pt x="177663" y="67723"/>
                  <a:pt x="168462" y="67723"/>
                </a:cubicBezTo>
                <a:cubicBezTo>
                  <a:pt x="159261" y="67723"/>
                  <a:pt x="151863" y="60008"/>
                  <a:pt x="151863" y="50578"/>
                </a:cubicBezTo>
                <a:close/>
                <a:moveTo>
                  <a:pt x="244441" y="217456"/>
                </a:moveTo>
                <a:cubicBezTo>
                  <a:pt x="252409" y="207264"/>
                  <a:pt x="257246" y="194500"/>
                  <a:pt x="257246" y="180499"/>
                </a:cubicBezTo>
                <a:cubicBezTo>
                  <a:pt x="257246" y="146590"/>
                  <a:pt x="229074" y="118300"/>
                  <a:pt x="195306" y="118300"/>
                </a:cubicBezTo>
                <a:cubicBezTo>
                  <a:pt x="161538" y="118300"/>
                  <a:pt x="134789" y="146590"/>
                  <a:pt x="134789" y="180499"/>
                </a:cubicBezTo>
                <a:cubicBezTo>
                  <a:pt x="134789" y="214408"/>
                  <a:pt x="161538" y="241268"/>
                  <a:pt x="195306" y="241268"/>
                </a:cubicBezTo>
                <a:cubicBezTo>
                  <a:pt x="209344" y="241268"/>
                  <a:pt x="222434" y="236601"/>
                  <a:pt x="232869" y="228695"/>
                </a:cubicBezTo>
                <a:cubicBezTo>
                  <a:pt x="239603" y="235649"/>
                  <a:pt x="254685" y="250984"/>
                  <a:pt x="288169" y="285179"/>
                </a:cubicBezTo>
                <a:cubicBezTo>
                  <a:pt x="291015" y="286607"/>
                  <a:pt x="292437" y="288036"/>
                  <a:pt x="295283" y="288036"/>
                </a:cubicBezTo>
                <a:cubicBezTo>
                  <a:pt x="296706" y="288036"/>
                  <a:pt x="299551" y="286607"/>
                  <a:pt x="300974" y="285179"/>
                </a:cubicBezTo>
                <a:cubicBezTo>
                  <a:pt x="303820" y="282321"/>
                  <a:pt x="303820" y="276701"/>
                  <a:pt x="300974" y="273844"/>
                </a:cubicBezTo>
                <a:cubicBezTo>
                  <a:pt x="300974" y="273844"/>
                  <a:pt x="300785" y="273653"/>
                  <a:pt x="244441" y="217456"/>
                </a:cubicBezTo>
                <a:close/>
                <a:moveTo>
                  <a:pt x="151673" y="180499"/>
                </a:moveTo>
                <a:cubicBezTo>
                  <a:pt x="151673" y="155067"/>
                  <a:pt x="171403" y="135255"/>
                  <a:pt x="195306" y="135255"/>
                </a:cubicBezTo>
                <a:cubicBezTo>
                  <a:pt x="220632" y="135255"/>
                  <a:pt x="240362" y="155067"/>
                  <a:pt x="240362" y="180499"/>
                </a:cubicBezTo>
                <a:cubicBezTo>
                  <a:pt x="240362" y="204502"/>
                  <a:pt x="220632" y="224314"/>
                  <a:pt x="195306" y="224314"/>
                </a:cubicBezTo>
                <a:cubicBezTo>
                  <a:pt x="171403" y="224314"/>
                  <a:pt x="151673" y="204502"/>
                  <a:pt x="151673" y="18049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3" name="Graphic 40">
            <a:extLst>
              <a:ext uri="{FF2B5EF4-FFF2-40B4-BE49-F238E27FC236}">
                <a16:creationId xmlns:a16="http://schemas.microsoft.com/office/drawing/2014/main" id="{D623FC44-C245-D573-430F-8122DE42FDF5}"/>
              </a:ext>
            </a:extLst>
          </p:cNvPr>
          <p:cNvSpPr/>
          <p:nvPr/>
        </p:nvSpPr>
        <p:spPr>
          <a:xfrm>
            <a:off x="6210897" y="813343"/>
            <a:ext cx="538109" cy="427567"/>
          </a:xfrm>
          <a:custGeom>
            <a:avLst/>
            <a:gdLst>
              <a:gd name="connsiteX0" fmla="*/ 362345 w 404460"/>
              <a:gd name="connsiteY0" fmla="*/ 0 h 321373"/>
              <a:gd name="connsiteX1" fmla="*/ 42116 w 404460"/>
              <a:gd name="connsiteY1" fmla="*/ 0 h 321373"/>
              <a:gd name="connsiteX2" fmla="*/ 0 w 404460"/>
              <a:gd name="connsiteY2" fmla="*/ 42291 h 321373"/>
              <a:gd name="connsiteX3" fmla="*/ 0 w 404460"/>
              <a:gd name="connsiteY3" fmla="*/ 279083 h 321373"/>
              <a:gd name="connsiteX4" fmla="*/ 42116 w 404460"/>
              <a:gd name="connsiteY4" fmla="*/ 321374 h 321373"/>
              <a:gd name="connsiteX5" fmla="*/ 362345 w 404460"/>
              <a:gd name="connsiteY5" fmla="*/ 321374 h 321373"/>
              <a:gd name="connsiteX6" fmla="*/ 404461 w 404460"/>
              <a:gd name="connsiteY6" fmla="*/ 279083 h 321373"/>
              <a:gd name="connsiteX7" fmla="*/ 404461 w 404460"/>
              <a:gd name="connsiteY7" fmla="*/ 42291 h 321373"/>
              <a:gd name="connsiteX8" fmla="*/ 362345 w 404460"/>
              <a:gd name="connsiteY8" fmla="*/ 0 h 321373"/>
              <a:gd name="connsiteX9" fmla="*/ 42116 w 404460"/>
              <a:gd name="connsiteY9" fmla="*/ 16955 h 321373"/>
              <a:gd name="connsiteX10" fmla="*/ 362345 w 404460"/>
              <a:gd name="connsiteY10" fmla="*/ 16955 h 321373"/>
              <a:gd name="connsiteX11" fmla="*/ 387671 w 404460"/>
              <a:gd name="connsiteY11" fmla="*/ 42291 h 321373"/>
              <a:gd name="connsiteX12" fmla="*/ 387671 w 404460"/>
              <a:gd name="connsiteY12" fmla="*/ 84868 h 321373"/>
              <a:gd name="connsiteX13" fmla="*/ 16884 w 404460"/>
              <a:gd name="connsiteY13" fmla="*/ 84868 h 321373"/>
              <a:gd name="connsiteX14" fmla="*/ 16884 w 404460"/>
              <a:gd name="connsiteY14" fmla="*/ 42291 h 321373"/>
              <a:gd name="connsiteX15" fmla="*/ 42210 w 404460"/>
              <a:gd name="connsiteY15" fmla="*/ 16955 h 321373"/>
              <a:gd name="connsiteX16" fmla="*/ 362345 w 404460"/>
              <a:gd name="connsiteY16" fmla="*/ 304419 h 321373"/>
              <a:gd name="connsiteX17" fmla="*/ 42116 w 404460"/>
              <a:gd name="connsiteY17" fmla="*/ 304419 h 321373"/>
              <a:gd name="connsiteX18" fmla="*/ 16789 w 404460"/>
              <a:gd name="connsiteY18" fmla="*/ 279083 h 321373"/>
              <a:gd name="connsiteX19" fmla="*/ 16789 w 404460"/>
              <a:gd name="connsiteY19" fmla="*/ 101060 h 321373"/>
              <a:gd name="connsiteX20" fmla="*/ 387577 w 404460"/>
              <a:gd name="connsiteY20" fmla="*/ 101060 h 321373"/>
              <a:gd name="connsiteX21" fmla="*/ 387577 w 404460"/>
              <a:gd name="connsiteY21" fmla="*/ 279083 h 321373"/>
              <a:gd name="connsiteX22" fmla="*/ 362250 w 404460"/>
              <a:gd name="connsiteY22" fmla="*/ 304419 h 321373"/>
              <a:gd name="connsiteX23" fmla="*/ 50273 w 404460"/>
              <a:gd name="connsiteY23" fmla="*/ 50578 h 321373"/>
              <a:gd name="connsiteX24" fmla="*/ 67347 w 404460"/>
              <a:gd name="connsiteY24" fmla="*/ 33433 h 321373"/>
              <a:gd name="connsiteX25" fmla="*/ 84421 w 404460"/>
              <a:gd name="connsiteY25" fmla="*/ 50578 h 321373"/>
              <a:gd name="connsiteX26" fmla="*/ 67347 w 404460"/>
              <a:gd name="connsiteY26" fmla="*/ 67723 h 321373"/>
              <a:gd name="connsiteX27" fmla="*/ 50273 w 404460"/>
              <a:gd name="connsiteY27" fmla="*/ 50578 h 321373"/>
              <a:gd name="connsiteX28" fmla="*/ 100641 w 404460"/>
              <a:gd name="connsiteY28" fmla="*/ 50578 h 321373"/>
              <a:gd name="connsiteX29" fmla="*/ 117715 w 404460"/>
              <a:gd name="connsiteY29" fmla="*/ 33433 h 321373"/>
              <a:gd name="connsiteX30" fmla="*/ 134789 w 404460"/>
              <a:gd name="connsiteY30" fmla="*/ 50578 h 321373"/>
              <a:gd name="connsiteX31" fmla="*/ 117715 w 404460"/>
              <a:gd name="connsiteY31" fmla="*/ 67723 h 321373"/>
              <a:gd name="connsiteX32" fmla="*/ 100641 w 404460"/>
              <a:gd name="connsiteY32" fmla="*/ 50578 h 321373"/>
              <a:gd name="connsiteX33" fmla="*/ 151863 w 404460"/>
              <a:gd name="connsiteY33" fmla="*/ 50578 h 321373"/>
              <a:gd name="connsiteX34" fmla="*/ 168462 w 404460"/>
              <a:gd name="connsiteY34" fmla="*/ 33433 h 321373"/>
              <a:gd name="connsiteX35" fmla="*/ 185062 w 404460"/>
              <a:gd name="connsiteY35" fmla="*/ 50578 h 321373"/>
              <a:gd name="connsiteX36" fmla="*/ 168462 w 404460"/>
              <a:gd name="connsiteY36" fmla="*/ 67723 h 321373"/>
              <a:gd name="connsiteX37" fmla="*/ 151863 w 404460"/>
              <a:gd name="connsiteY37" fmla="*/ 50578 h 321373"/>
              <a:gd name="connsiteX38" fmla="*/ 244441 w 404460"/>
              <a:gd name="connsiteY38" fmla="*/ 217456 h 321373"/>
              <a:gd name="connsiteX39" fmla="*/ 257246 w 404460"/>
              <a:gd name="connsiteY39" fmla="*/ 180499 h 321373"/>
              <a:gd name="connsiteX40" fmla="*/ 195306 w 404460"/>
              <a:gd name="connsiteY40" fmla="*/ 118300 h 321373"/>
              <a:gd name="connsiteX41" fmla="*/ 134789 w 404460"/>
              <a:gd name="connsiteY41" fmla="*/ 180499 h 321373"/>
              <a:gd name="connsiteX42" fmla="*/ 195306 w 404460"/>
              <a:gd name="connsiteY42" fmla="*/ 241268 h 321373"/>
              <a:gd name="connsiteX43" fmla="*/ 232869 w 404460"/>
              <a:gd name="connsiteY43" fmla="*/ 228695 h 321373"/>
              <a:gd name="connsiteX44" fmla="*/ 288169 w 404460"/>
              <a:gd name="connsiteY44" fmla="*/ 285179 h 321373"/>
              <a:gd name="connsiteX45" fmla="*/ 295283 w 404460"/>
              <a:gd name="connsiteY45" fmla="*/ 288036 h 321373"/>
              <a:gd name="connsiteX46" fmla="*/ 300974 w 404460"/>
              <a:gd name="connsiteY46" fmla="*/ 285179 h 321373"/>
              <a:gd name="connsiteX47" fmla="*/ 300974 w 404460"/>
              <a:gd name="connsiteY47" fmla="*/ 273844 h 321373"/>
              <a:gd name="connsiteX48" fmla="*/ 244441 w 404460"/>
              <a:gd name="connsiteY48" fmla="*/ 217456 h 321373"/>
              <a:gd name="connsiteX49" fmla="*/ 151673 w 404460"/>
              <a:gd name="connsiteY49" fmla="*/ 180499 h 321373"/>
              <a:gd name="connsiteX50" fmla="*/ 195306 w 404460"/>
              <a:gd name="connsiteY50" fmla="*/ 135255 h 321373"/>
              <a:gd name="connsiteX51" fmla="*/ 240362 w 404460"/>
              <a:gd name="connsiteY51" fmla="*/ 180499 h 321373"/>
              <a:gd name="connsiteX52" fmla="*/ 195306 w 404460"/>
              <a:gd name="connsiteY52" fmla="*/ 224314 h 321373"/>
              <a:gd name="connsiteX53" fmla="*/ 151673 w 404460"/>
              <a:gd name="connsiteY53" fmla="*/ 180499 h 321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04460" h="321373">
                <a:moveTo>
                  <a:pt x="362345" y="0"/>
                </a:moveTo>
                <a:lnTo>
                  <a:pt x="42116" y="0"/>
                </a:lnTo>
                <a:cubicBezTo>
                  <a:pt x="18212" y="0"/>
                  <a:pt x="0" y="18288"/>
                  <a:pt x="0" y="42291"/>
                </a:cubicBezTo>
                <a:lnTo>
                  <a:pt x="0" y="279083"/>
                </a:lnTo>
                <a:cubicBezTo>
                  <a:pt x="0" y="303086"/>
                  <a:pt x="18212" y="321374"/>
                  <a:pt x="42116" y="321374"/>
                </a:cubicBezTo>
                <a:lnTo>
                  <a:pt x="362345" y="321374"/>
                </a:lnTo>
                <a:cubicBezTo>
                  <a:pt x="384826" y="321374"/>
                  <a:pt x="404461" y="303086"/>
                  <a:pt x="404461" y="279083"/>
                </a:cubicBezTo>
                <a:lnTo>
                  <a:pt x="404461" y="42291"/>
                </a:lnTo>
                <a:cubicBezTo>
                  <a:pt x="404461" y="18288"/>
                  <a:pt x="384826" y="0"/>
                  <a:pt x="362345" y="0"/>
                </a:cubicBezTo>
                <a:close/>
                <a:moveTo>
                  <a:pt x="42116" y="16955"/>
                </a:moveTo>
                <a:lnTo>
                  <a:pt x="362345" y="16955"/>
                </a:lnTo>
                <a:cubicBezTo>
                  <a:pt x="376384" y="16955"/>
                  <a:pt x="387671" y="28194"/>
                  <a:pt x="387671" y="42291"/>
                </a:cubicBezTo>
                <a:lnTo>
                  <a:pt x="387671" y="84868"/>
                </a:lnTo>
                <a:lnTo>
                  <a:pt x="16884" y="84868"/>
                </a:lnTo>
                <a:lnTo>
                  <a:pt x="16884" y="42291"/>
                </a:lnTo>
                <a:cubicBezTo>
                  <a:pt x="16884" y="28194"/>
                  <a:pt x="28077" y="16955"/>
                  <a:pt x="42210" y="16955"/>
                </a:cubicBezTo>
                <a:close/>
                <a:moveTo>
                  <a:pt x="362345" y="304419"/>
                </a:moveTo>
                <a:lnTo>
                  <a:pt x="42116" y="304419"/>
                </a:lnTo>
                <a:cubicBezTo>
                  <a:pt x="28077" y="304419"/>
                  <a:pt x="16789" y="293180"/>
                  <a:pt x="16789" y="279083"/>
                </a:cubicBezTo>
                <a:lnTo>
                  <a:pt x="16789" y="101060"/>
                </a:lnTo>
                <a:lnTo>
                  <a:pt x="387577" y="101060"/>
                </a:lnTo>
                <a:lnTo>
                  <a:pt x="387577" y="279083"/>
                </a:lnTo>
                <a:cubicBezTo>
                  <a:pt x="387577" y="293180"/>
                  <a:pt x="376384" y="304419"/>
                  <a:pt x="362250" y="304419"/>
                </a:cubicBezTo>
                <a:close/>
                <a:moveTo>
                  <a:pt x="50273" y="50578"/>
                </a:moveTo>
                <a:cubicBezTo>
                  <a:pt x="50273" y="41053"/>
                  <a:pt x="57956" y="33433"/>
                  <a:pt x="67347" y="33433"/>
                </a:cubicBezTo>
                <a:cubicBezTo>
                  <a:pt x="76738" y="33433"/>
                  <a:pt x="84421" y="41148"/>
                  <a:pt x="84421" y="50578"/>
                </a:cubicBezTo>
                <a:cubicBezTo>
                  <a:pt x="84421" y="60008"/>
                  <a:pt x="76738" y="67723"/>
                  <a:pt x="67347" y="67723"/>
                </a:cubicBezTo>
                <a:cubicBezTo>
                  <a:pt x="57956" y="67723"/>
                  <a:pt x="50273" y="60008"/>
                  <a:pt x="50273" y="50578"/>
                </a:cubicBezTo>
                <a:close/>
                <a:moveTo>
                  <a:pt x="100641" y="50578"/>
                </a:moveTo>
                <a:cubicBezTo>
                  <a:pt x="100641" y="41053"/>
                  <a:pt x="108324" y="33433"/>
                  <a:pt x="117715" y="33433"/>
                </a:cubicBezTo>
                <a:cubicBezTo>
                  <a:pt x="127105" y="33433"/>
                  <a:pt x="134789" y="41148"/>
                  <a:pt x="134789" y="50578"/>
                </a:cubicBezTo>
                <a:cubicBezTo>
                  <a:pt x="134789" y="60008"/>
                  <a:pt x="127105" y="67723"/>
                  <a:pt x="117715" y="67723"/>
                </a:cubicBezTo>
                <a:cubicBezTo>
                  <a:pt x="108324" y="67723"/>
                  <a:pt x="100641" y="60008"/>
                  <a:pt x="100641" y="50578"/>
                </a:cubicBezTo>
                <a:close/>
                <a:moveTo>
                  <a:pt x="151863" y="50578"/>
                </a:moveTo>
                <a:cubicBezTo>
                  <a:pt x="151863" y="41053"/>
                  <a:pt x="159261" y="33433"/>
                  <a:pt x="168462" y="33433"/>
                </a:cubicBezTo>
                <a:cubicBezTo>
                  <a:pt x="177663" y="33433"/>
                  <a:pt x="185062" y="41148"/>
                  <a:pt x="185062" y="50578"/>
                </a:cubicBezTo>
                <a:cubicBezTo>
                  <a:pt x="185062" y="60008"/>
                  <a:pt x="177663" y="67723"/>
                  <a:pt x="168462" y="67723"/>
                </a:cubicBezTo>
                <a:cubicBezTo>
                  <a:pt x="159261" y="67723"/>
                  <a:pt x="151863" y="60008"/>
                  <a:pt x="151863" y="50578"/>
                </a:cubicBezTo>
                <a:close/>
                <a:moveTo>
                  <a:pt x="244441" y="217456"/>
                </a:moveTo>
                <a:cubicBezTo>
                  <a:pt x="252409" y="207264"/>
                  <a:pt x="257246" y="194500"/>
                  <a:pt x="257246" y="180499"/>
                </a:cubicBezTo>
                <a:cubicBezTo>
                  <a:pt x="257246" y="146590"/>
                  <a:pt x="229074" y="118300"/>
                  <a:pt x="195306" y="118300"/>
                </a:cubicBezTo>
                <a:cubicBezTo>
                  <a:pt x="161538" y="118300"/>
                  <a:pt x="134789" y="146590"/>
                  <a:pt x="134789" y="180499"/>
                </a:cubicBezTo>
                <a:cubicBezTo>
                  <a:pt x="134789" y="214408"/>
                  <a:pt x="161538" y="241268"/>
                  <a:pt x="195306" y="241268"/>
                </a:cubicBezTo>
                <a:cubicBezTo>
                  <a:pt x="209344" y="241268"/>
                  <a:pt x="222434" y="236601"/>
                  <a:pt x="232869" y="228695"/>
                </a:cubicBezTo>
                <a:cubicBezTo>
                  <a:pt x="239603" y="235649"/>
                  <a:pt x="254685" y="250984"/>
                  <a:pt x="288169" y="285179"/>
                </a:cubicBezTo>
                <a:cubicBezTo>
                  <a:pt x="291015" y="286607"/>
                  <a:pt x="292437" y="288036"/>
                  <a:pt x="295283" y="288036"/>
                </a:cubicBezTo>
                <a:cubicBezTo>
                  <a:pt x="296706" y="288036"/>
                  <a:pt x="299551" y="286607"/>
                  <a:pt x="300974" y="285179"/>
                </a:cubicBezTo>
                <a:cubicBezTo>
                  <a:pt x="303820" y="282321"/>
                  <a:pt x="303820" y="276701"/>
                  <a:pt x="300974" y="273844"/>
                </a:cubicBezTo>
                <a:cubicBezTo>
                  <a:pt x="300974" y="273844"/>
                  <a:pt x="300785" y="273653"/>
                  <a:pt x="244441" y="217456"/>
                </a:cubicBezTo>
                <a:close/>
                <a:moveTo>
                  <a:pt x="151673" y="180499"/>
                </a:moveTo>
                <a:cubicBezTo>
                  <a:pt x="151673" y="155067"/>
                  <a:pt x="171403" y="135255"/>
                  <a:pt x="195306" y="135255"/>
                </a:cubicBezTo>
                <a:cubicBezTo>
                  <a:pt x="220632" y="135255"/>
                  <a:pt x="240362" y="155067"/>
                  <a:pt x="240362" y="180499"/>
                </a:cubicBezTo>
                <a:cubicBezTo>
                  <a:pt x="240362" y="204502"/>
                  <a:pt x="220632" y="224314"/>
                  <a:pt x="195306" y="224314"/>
                </a:cubicBezTo>
                <a:cubicBezTo>
                  <a:pt x="171403" y="224314"/>
                  <a:pt x="151673" y="204502"/>
                  <a:pt x="151673" y="18049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44" name="Graphic 40">
            <a:extLst>
              <a:ext uri="{FF2B5EF4-FFF2-40B4-BE49-F238E27FC236}">
                <a16:creationId xmlns:a16="http://schemas.microsoft.com/office/drawing/2014/main" id="{52FD8E4E-D5C9-2291-EBE9-FF8AA0FFF4F0}"/>
              </a:ext>
            </a:extLst>
          </p:cNvPr>
          <p:cNvSpPr/>
          <p:nvPr/>
        </p:nvSpPr>
        <p:spPr>
          <a:xfrm>
            <a:off x="5441640" y="1419314"/>
            <a:ext cx="538109" cy="427567"/>
          </a:xfrm>
          <a:custGeom>
            <a:avLst/>
            <a:gdLst>
              <a:gd name="connsiteX0" fmla="*/ 362345 w 404460"/>
              <a:gd name="connsiteY0" fmla="*/ 0 h 321373"/>
              <a:gd name="connsiteX1" fmla="*/ 42116 w 404460"/>
              <a:gd name="connsiteY1" fmla="*/ 0 h 321373"/>
              <a:gd name="connsiteX2" fmla="*/ 0 w 404460"/>
              <a:gd name="connsiteY2" fmla="*/ 42291 h 321373"/>
              <a:gd name="connsiteX3" fmla="*/ 0 w 404460"/>
              <a:gd name="connsiteY3" fmla="*/ 279083 h 321373"/>
              <a:gd name="connsiteX4" fmla="*/ 42116 w 404460"/>
              <a:gd name="connsiteY4" fmla="*/ 321374 h 321373"/>
              <a:gd name="connsiteX5" fmla="*/ 362345 w 404460"/>
              <a:gd name="connsiteY5" fmla="*/ 321374 h 321373"/>
              <a:gd name="connsiteX6" fmla="*/ 404461 w 404460"/>
              <a:gd name="connsiteY6" fmla="*/ 279083 h 321373"/>
              <a:gd name="connsiteX7" fmla="*/ 404461 w 404460"/>
              <a:gd name="connsiteY7" fmla="*/ 42291 h 321373"/>
              <a:gd name="connsiteX8" fmla="*/ 362345 w 404460"/>
              <a:gd name="connsiteY8" fmla="*/ 0 h 321373"/>
              <a:gd name="connsiteX9" fmla="*/ 42116 w 404460"/>
              <a:gd name="connsiteY9" fmla="*/ 16955 h 321373"/>
              <a:gd name="connsiteX10" fmla="*/ 362345 w 404460"/>
              <a:gd name="connsiteY10" fmla="*/ 16955 h 321373"/>
              <a:gd name="connsiteX11" fmla="*/ 387671 w 404460"/>
              <a:gd name="connsiteY11" fmla="*/ 42291 h 321373"/>
              <a:gd name="connsiteX12" fmla="*/ 387671 w 404460"/>
              <a:gd name="connsiteY12" fmla="*/ 84868 h 321373"/>
              <a:gd name="connsiteX13" fmla="*/ 16884 w 404460"/>
              <a:gd name="connsiteY13" fmla="*/ 84868 h 321373"/>
              <a:gd name="connsiteX14" fmla="*/ 16884 w 404460"/>
              <a:gd name="connsiteY14" fmla="*/ 42291 h 321373"/>
              <a:gd name="connsiteX15" fmla="*/ 42210 w 404460"/>
              <a:gd name="connsiteY15" fmla="*/ 16955 h 321373"/>
              <a:gd name="connsiteX16" fmla="*/ 362345 w 404460"/>
              <a:gd name="connsiteY16" fmla="*/ 304419 h 321373"/>
              <a:gd name="connsiteX17" fmla="*/ 42116 w 404460"/>
              <a:gd name="connsiteY17" fmla="*/ 304419 h 321373"/>
              <a:gd name="connsiteX18" fmla="*/ 16789 w 404460"/>
              <a:gd name="connsiteY18" fmla="*/ 279083 h 321373"/>
              <a:gd name="connsiteX19" fmla="*/ 16789 w 404460"/>
              <a:gd name="connsiteY19" fmla="*/ 101060 h 321373"/>
              <a:gd name="connsiteX20" fmla="*/ 387577 w 404460"/>
              <a:gd name="connsiteY20" fmla="*/ 101060 h 321373"/>
              <a:gd name="connsiteX21" fmla="*/ 387577 w 404460"/>
              <a:gd name="connsiteY21" fmla="*/ 279083 h 321373"/>
              <a:gd name="connsiteX22" fmla="*/ 362250 w 404460"/>
              <a:gd name="connsiteY22" fmla="*/ 304419 h 321373"/>
              <a:gd name="connsiteX23" fmla="*/ 50273 w 404460"/>
              <a:gd name="connsiteY23" fmla="*/ 50578 h 321373"/>
              <a:gd name="connsiteX24" fmla="*/ 67347 w 404460"/>
              <a:gd name="connsiteY24" fmla="*/ 33433 h 321373"/>
              <a:gd name="connsiteX25" fmla="*/ 84421 w 404460"/>
              <a:gd name="connsiteY25" fmla="*/ 50578 h 321373"/>
              <a:gd name="connsiteX26" fmla="*/ 67347 w 404460"/>
              <a:gd name="connsiteY26" fmla="*/ 67723 h 321373"/>
              <a:gd name="connsiteX27" fmla="*/ 50273 w 404460"/>
              <a:gd name="connsiteY27" fmla="*/ 50578 h 321373"/>
              <a:gd name="connsiteX28" fmla="*/ 100641 w 404460"/>
              <a:gd name="connsiteY28" fmla="*/ 50578 h 321373"/>
              <a:gd name="connsiteX29" fmla="*/ 117715 w 404460"/>
              <a:gd name="connsiteY29" fmla="*/ 33433 h 321373"/>
              <a:gd name="connsiteX30" fmla="*/ 134789 w 404460"/>
              <a:gd name="connsiteY30" fmla="*/ 50578 h 321373"/>
              <a:gd name="connsiteX31" fmla="*/ 117715 w 404460"/>
              <a:gd name="connsiteY31" fmla="*/ 67723 h 321373"/>
              <a:gd name="connsiteX32" fmla="*/ 100641 w 404460"/>
              <a:gd name="connsiteY32" fmla="*/ 50578 h 321373"/>
              <a:gd name="connsiteX33" fmla="*/ 151863 w 404460"/>
              <a:gd name="connsiteY33" fmla="*/ 50578 h 321373"/>
              <a:gd name="connsiteX34" fmla="*/ 168462 w 404460"/>
              <a:gd name="connsiteY34" fmla="*/ 33433 h 321373"/>
              <a:gd name="connsiteX35" fmla="*/ 185062 w 404460"/>
              <a:gd name="connsiteY35" fmla="*/ 50578 h 321373"/>
              <a:gd name="connsiteX36" fmla="*/ 168462 w 404460"/>
              <a:gd name="connsiteY36" fmla="*/ 67723 h 321373"/>
              <a:gd name="connsiteX37" fmla="*/ 151863 w 404460"/>
              <a:gd name="connsiteY37" fmla="*/ 50578 h 321373"/>
              <a:gd name="connsiteX38" fmla="*/ 244441 w 404460"/>
              <a:gd name="connsiteY38" fmla="*/ 217456 h 321373"/>
              <a:gd name="connsiteX39" fmla="*/ 257246 w 404460"/>
              <a:gd name="connsiteY39" fmla="*/ 180499 h 321373"/>
              <a:gd name="connsiteX40" fmla="*/ 195306 w 404460"/>
              <a:gd name="connsiteY40" fmla="*/ 118300 h 321373"/>
              <a:gd name="connsiteX41" fmla="*/ 134789 w 404460"/>
              <a:gd name="connsiteY41" fmla="*/ 180499 h 321373"/>
              <a:gd name="connsiteX42" fmla="*/ 195306 w 404460"/>
              <a:gd name="connsiteY42" fmla="*/ 241268 h 321373"/>
              <a:gd name="connsiteX43" fmla="*/ 232869 w 404460"/>
              <a:gd name="connsiteY43" fmla="*/ 228695 h 321373"/>
              <a:gd name="connsiteX44" fmla="*/ 288169 w 404460"/>
              <a:gd name="connsiteY44" fmla="*/ 285179 h 321373"/>
              <a:gd name="connsiteX45" fmla="*/ 295283 w 404460"/>
              <a:gd name="connsiteY45" fmla="*/ 288036 h 321373"/>
              <a:gd name="connsiteX46" fmla="*/ 300974 w 404460"/>
              <a:gd name="connsiteY46" fmla="*/ 285179 h 321373"/>
              <a:gd name="connsiteX47" fmla="*/ 300974 w 404460"/>
              <a:gd name="connsiteY47" fmla="*/ 273844 h 321373"/>
              <a:gd name="connsiteX48" fmla="*/ 244441 w 404460"/>
              <a:gd name="connsiteY48" fmla="*/ 217456 h 321373"/>
              <a:gd name="connsiteX49" fmla="*/ 151673 w 404460"/>
              <a:gd name="connsiteY49" fmla="*/ 180499 h 321373"/>
              <a:gd name="connsiteX50" fmla="*/ 195306 w 404460"/>
              <a:gd name="connsiteY50" fmla="*/ 135255 h 321373"/>
              <a:gd name="connsiteX51" fmla="*/ 240362 w 404460"/>
              <a:gd name="connsiteY51" fmla="*/ 180499 h 321373"/>
              <a:gd name="connsiteX52" fmla="*/ 195306 w 404460"/>
              <a:gd name="connsiteY52" fmla="*/ 224314 h 321373"/>
              <a:gd name="connsiteX53" fmla="*/ 151673 w 404460"/>
              <a:gd name="connsiteY53" fmla="*/ 180499 h 321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04460" h="321373">
                <a:moveTo>
                  <a:pt x="362345" y="0"/>
                </a:moveTo>
                <a:lnTo>
                  <a:pt x="42116" y="0"/>
                </a:lnTo>
                <a:cubicBezTo>
                  <a:pt x="18212" y="0"/>
                  <a:pt x="0" y="18288"/>
                  <a:pt x="0" y="42291"/>
                </a:cubicBezTo>
                <a:lnTo>
                  <a:pt x="0" y="279083"/>
                </a:lnTo>
                <a:cubicBezTo>
                  <a:pt x="0" y="303086"/>
                  <a:pt x="18212" y="321374"/>
                  <a:pt x="42116" y="321374"/>
                </a:cubicBezTo>
                <a:lnTo>
                  <a:pt x="362345" y="321374"/>
                </a:lnTo>
                <a:cubicBezTo>
                  <a:pt x="384826" y="321374"/>
                  <a:pt x="404461" y="303086"/>
                  <a:pt x="404461" y="279083"/>
                </a:cubicBezTo>
                <a:lnTo>
                  <a:pt x="404461" y="42291"/>
                </a:lnTo>
                <a:cubicBezTo>
                  <a:pt x="404461" y="18288"/>
                  <a:pt x="384826" y="0"/>
                  <a:pt x="362345" y="0"/>
                </a:cubicBezTo>
                <a:close/>
                <a:moveTo>
                  <a:pt x="42116" y="16955"/>
                </a:moveTo>
                <a:lnTo>
                  <a:pt x="362345" y="16955"/>
                </a:lnTo>
                <a:cubicBezTo>
                  <a:pt x="376384" y="16955"/>
                  <a:pt x="387671" y="28194"/>
                  <a:pt x="387671" y="42291"/>
                </a:cubicBezTo>
                <a:lnTo>
                  <a:pt x="387671" y="84868"/>
                </a:lnTo>
                <a:lnTo>
                  <a:pt x="16884" y="84868"/>
                </a:lnTo>
                <a:lnTo>
                  <a:pt x="16884" y="42291"/>
                </a:lnTo>
                <a:cubicBezTo>
                  <a:pt x="16884" y="28194"/>
                  <a:pt x="28077" y="16955"/>
                  <a:pt x="42210" y="16955"/>
                </a:cubicBezTo>
                <a:close/>
                <a:moveTo>
                  <a:pt x="362345" y="304419"/>
                </a:moveTo>
                <a:lnTo>
                  <a:pt x="42116" y="304419"/>
                </a:lnTo>
                <a:cubicBezTo>
                  <a:pt x="28077" y="304419"/>
                  <a:pt x="16789" y="293180"/>
                  <a:pt x="16789" y="279083"/>
                </a:cubicBezTo>
                <a:lnTo>
                  <a:pt x="16789" y="101060"/>
                </a:lnTo>
                <a:lnTo>
                  <a:pt x="387577" y="101060"/>
                </a:lnTo>
                <a:lnTo>
                  <a:pt x="387577" y="279083"/>
                </a:lnTo>
                <a:cubicBezTo>
                  <a:pt x="387577" y="293180"/>
                  <a:pt x="376384" y="304419"/>
                  <a:pt x="362250" y="304419"/>
                </a:cubicBezTo>
                <a:close/>
                <a:moveTo>
                  <a:pt x="50273" y="50578"/>
                </a:moveTo>
                <a:cubicBezTo>
                  <a:pt x="50273" y="41053"/>
                  <a:pt x="57956" y="33433"/>
                  <a:pt x="67347" y="33433"/>
                </a:cubicBezTo>
                <a:cubicBezTo>
                  <a:pt x="76738" y="33433"/>
                  <a:pt x="84421" y="41148"/>
                  <a:pt x="84421" y="50578"/>
                </a:cubicBezTo>
                <a:cubicBezTo>
                  <a:pt x="84421" y="60008"/>
                  <a:pt x="76738" y="67723"/>
                  <a:pt x="67347" y="67723"/>
                </a:cubicBezTo>
                <a:cubicBezTo>
                  <a:pt x="57956" y="67723"/>
                  <a:pt x="50273" y="60008"/>
                  <a:pt x="50273" y="50578"/>
                </a:cubicBezTo>
                <a:close/>
                <a:moveTo>
                  <a:pt x="100641" y="50578"/>
                </a:moveTo>
                <a:cubicBezTo>
                  <a:pt x="100641" y="41053"/>
                  <a:pt x="108324" y="33433"/>
                  <a:pt x="117715" y="33433"/>
                </a:cubicBezTo>
                <a:cubicBezTo>
                  <a:pt x="127105" y="33433"/>
                  <a:pt x="134789" y="41148"/>
                  <a:pt x="134789" y="50578"/>
                </a:cubicBezTo>
                <a:cubicBezTo>
                  <a:pt x="134789" y="60008"/>
                  <a:pt x="127105" y="67723"/>
                  <a:pt x="117715" y="67723"/>
                </a:cubicBezTo>
                <a:cubicBezTo>
                  <a:pt x="108324" y="67723"/>
                  <a:pt x="100641" y="60008"/>
                  <a:pt x="100641" y="50578"/>
                </a:cubicBezTo>
                <a:close/>
                <a:moveTo>
                  <a:pt x="151863" y="50578"/>
                </a:moveTo>
                <a:cubicBezTo>
                  <a:pt x="151863" y="41053"/>
                  <a:pt x="159261" y="33433"/>
                  <a:pt x="168462" y="33433"/>
                </a:cubicBezTo>
                <a:cubicBezTo>
                  <a:pt x="177663" y="33433"/>
                  <a:pt x="185062" y="41148"/>
                  <a:pt x="185062" y="50578"/>
                </a:cubicBezTo>
                <a:cubicBezTo>
                  <a:pt x="185062" y="60008"/>
                  <a:pt x="177663" y="67723"/>
                  <a:pt x="168462" y="67723"/>
                </a:cubicBezTo>
                <a:cubicBezTo>
                  <a:pt x="159261" y="67723"/>
                  <a:pt x="151863" y="60008"/>
                  <a:pt x="151863" y="50578"/>
                </a:cubicBezTo>
                <a:close/>
                <a:moveTo>
                  <a:pt x="244441" y="217456"/>
                </a:moveTo>
                <a:cubicBezTo>
                  <a:pt x="252409" y="207264"/>
                  <a:pt x="257246" y="194500"/>
                  <a:pt x="257246" y="180499"/>
                </a:cubicBezTo>
                <a:cubicBezTo>
                  <a:pt x="257246" y="146590"/>
                  <a:pt x="229074" y="118300"/>
                  <a:pt x="195306" y="118300"/>
                </a:cubicBezTo>
                <a:cubicBezTo>
                  <a:pt x="161538" y="118300"/>
                  <a:pt x="134789" y="146590"/>
                  <a:pt x="134789" y="180499"/>
                </a:cubicBezTo>
                <a:cubicBezTo>
                  <a:pt x="134789" y="214408"/>
                  <a:pt x="161538" y="241268"/>
                  <a:pt x="195306" y="241268"/>
                </a:cubicBezTo>
                <a:cubicBezTo>
                  <a:pt x="209344" y="241268"/>
                  <a:pt x="222434" y="236601"/>
                  <a:pt x="232869" y="228695"/>
                </a:cubicBezTo>
                <a:cubicBezTo>
                  <a:pt x="239603" y="235649"/>
                  <a:pt x="254685" y="250984"/>
                  <a:pt x="288169" y="285179"/>
                </a:cubicBezTo>
                <a:cubicBezTo>
                  <a:pt x="291015" y="286607"/>
                  <a:pt x="292437" y="288036"/>
                  <a:pt x="295283" y="288036"/>
                </a:cubicBezTo>
                <a:cubicBezTo>
                  <a:pt x="296706" y="288036"/>
                  <a:pt x="299551" y="286607"/>
                  <a:pt x="300974" y="285179"/>
                </a:cubicBezTo>
                <a:cubicBezTo>
                  <a:pt x="303820" y="282321"/>
                  <a:pt x="303820" y="276701"/>
                  <a:pt x="300974" y="273844"/>
                </a:cubicBezTo>
                <a:cubicBezTo>
                  <a:pt x="300974" y="273844"/>
                  <a:pt x="300785" y="273653"/>
                  <a:pt x="244441" y="217456"/>
                </a:cubicBezTo>
                <a:close/>
                <a:moveTo>
                  <a:pt x="151673" y="180499"/>
                </a:moveTo>
                <a:cubicBezTo>
                  <a:pt x="151673" y="155067"/>
                  <a:pt x="171403" y="135255"/>
                  <a:pt x="195306" y="135255"/>
                </a:cubicBezTo>
                <a:cubicBezTo>
                  <a:pt x="220632" y="135255"/>
                  <a:pt x="240362" y="155067"/>
                  <a:pt x="240362" y="180499"/>
                </a:cubicBezTo>
                <a:cubicBezTo>
                  <a:pt x="240362" y="204502"/>
                  <a:pt x="220632" y="224314"/>
                  <a:pt x="195306" y="224314"/>
                </a:cubicBezTo>
                <a:cubicBezTo>
                  <a:pt x="171403" y="224314"/>
                  <a:pt x="151673" y="204502"/>
                  <a:pt x="151673" y="18049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2" name="Graphic 40">
            <a:extLst>
              <a:ext uri="{FF2B5EF4-FFF2-40B4-BE49-F238E27FC236}">
                <a16:creationId xmlns:a16="http://schemas.microsoft.com/office/drawing/2014/main" id="{EDD65788-25D1-168C-B978-4ADAD991CCF3}"/>
              </a:ext>
            </a:extLst>
          </p:cNvPr>
          <p:cNvSpPr/>
          <p:nvPr/>
        </p:nvSpPr>
        <p:spPr>
          <a:xfrm>
            <a:off x="6210897" y="1419314"/>
            <a:ext cx="538109" cy="427567"/>
          </a:xfrm>
          <a:custGeom>
            <a:avLst/>
            <a:gdLst>
              <a:gd name="connsiteX0" fmla="*/ 362345 w 404460"/>
              <a:gd name="connsiteY0" fmla="*/ 0 h 321373"/>
              <a:gd name="connsiteX1" fmla="*/ 42116 w 404460"/>
              <a:gd name="connsiteY1" fmla="*/ 0 h 321373"/>
              <a:gd name="connsiteX2" fmla="*/ 0 w 404460"/>
              <a:gd name="connsiteY2" fmla="*/ 42291 h 321373"/>
              <a:gd name="connsiteX3" fmla="*/ 0 w 404460"/>
              <a:gd name="connsiteY3" fmla="*/ 279083 h 321373"/>
              <a:gd name="connsiteX4" fmla="*/ 42116 w 404460"/>
              <a:gd name="connsiteY4" fmla="*/ 321374 h 321373"/>
              <a:gd name="connsiteX5" fmla="*/ 362345 w 404460"/>
              <a:gd name="connsiteY5" fmla="*/ 321374 h 321373"/>
              <a:gd name="connsiteX6" fmla="*/ 404461 w 404460"/>
              <a:gd name="connsiteY6" fmla="*/ 279083 h 321373"/>
              <a:gd name="connsiteX7" fmla="*/ 404461 w 404460"/>
              <a:gd name="connsiteY7" fmla="*/ 42291 h 321373"/>
              <a:gd name="connsiteX8" fmla="*/ 362345 w 404460"/>
              <a:gd name="connsiteY8" fmla="*/ 0 h 321373"/>
              <a:gd name="connsiteX9" fmla="*/ 42116 w 404460"/>
              <a:gd name="connsiteY9" fmla="*/ 16955 h 321373"/>
              <a:gd name="connsiteX10" fmla="*/ 362345 w 404460"/>
              <a:gd name="connsiteY10" fmla="*/ 16955 h 321373"/>
              <a:gd name="connsiteX11" fmla="*/ 387671 w 404460"/>
              <a:gd name="connsiteY11" fmla="*/ 42291 h 321373"/>
              <a:gd name="connsiteX12" fmla="*/ 387671 w 404460"/>
              <a:gd name="connsiteY12" fmla="*/ 84868 h 321373"/>
              <a:gd name="connsiteX13" fmla="*/ 16884 w 404460"/>
              <a:gd name="connsiteY13" fmla="*/ 84868 h 321373"/>
              <a:gd name="connsiteX14" fmla="*/ 16884 w 404460"/>
              <a:gd name="connsiteY14" fmla="*/ 42291 h 321373"/>
              <a:gd name="connsiteX15" fmla="*/ 42210 w 404460"/>
              <a:gd name="connsiteY15" fmla="*/ 16955 h 321373"/>
              <a:gd name="connsiteX16" fmla="*/ 362345 w 404460"/>
              <a:gd name="connsiteY16" fmla="*/ 304419 h 321373"/>
              <a:gd name="connsiteX17" fmla="*/ 42116 w 404460"/>
              <a:gd name="connsiteY17" fmla="*/ 304419 h 321373"/>
              <a:gd name="connsiteX18" fmla="*/ 16789 w 404460"/>
              <a:gd name="connsiteY18" fmla="*/ 279083 h 321373"/>
              <a:gd name="connsiteX19" fmla="*/ 16789 w 404460"/>
              <a:gd name="connsiteY19" fmla="*/ 101060 h 321373"/>
              <a:gd name="connsiteX20" fmla="*/ 387577 w 404460"/>
              <a:gd name="connsiteY20" fmla="*/ 101060 h 321373"/>
              <a:gd name="connsiteX21" fmla="*/ 387577 w 404460"/>
              <a:gd name="connsiteY21" fmla="*/ 279083 h 321373"/>
              <a:gd name="connsiteX22" fmla="*/ 362250 w 404460"/>
              <a:gd name="connsiteY22" fmla="*/ 304419 h 321373"/>
              <a:gd name="connsiteX23" fmla="*/ 50273 w 404460"/>
              <a:gd name="connsiteY23" fmla="*/ 50578 h 321373"/>
              <a:gd name="connsiteX24" fmla="*/ 67347 w 404460"/>
              <a:gd name="connsiteY24" fmla="*/ 33433 h 321373"/>
              <a:gd name="connsiteX25" fmla="*/ 84421 w 404460"/>
              <a:gd name="connsiteY25" fmla="*/ 50578 h 321373"/>
              <a:gd name="connsiteX26" fmla="*/ 67347 w 404460"/>
              <a:gd name="connsiteY26" fmla="*/ 67723 h 321373"/>
              <a:gd name="connsiteX27" fmla="*/ 50273 w 404460"/>
              <a:gd name="connsiteY27" fmla="*/ 50578 h 321373"/>
              <a:gd name="connsiteX28" fmla="*/ 100641 w 404460"/>
              <a:gd name="connsiteY28" fmla="*/ 50578 h 321373"/>
              <a:gd name="connsiteX29" fmla="*/ 117715 w 404460"/>
              <a:gd name="connsiteY29" fmla="*/ 33433 h 321373"/>
              <a:gd name="connsiteX30" fmla="*/ 134789 w 404460"/>
              <a:gd name="connsiteY30" fmla="*/ 50578 h 321373"/>
              <a:gd name="connsiteX31" fmla="*/ 117715 w 404460"/>
              <a:gd name="connsiteY31" fmla="*/ 67723 h 321373"/>
              <a:gd name="connsiteX32" fmla="*/ 100641 w 404460"/>
              <a:gd name="connsiteY32" fmla="*/ 50578 h 321373"/>
              <a:gd name="connsiteX33" fmla="*/ 151863 w 404460"/>
              <a:gd name="connsiteY33" fmla="*/ 50578 h 321373"/>
              <a:gd name="connsiteX34" fmla="*/ 168462 w 404460"/>
              <a:gd name="connsiteY34" fmla="*/ 33433 h 321373"/>
              <a:gd name="connsiteX35" fmla="*/ 185062 w 404460"/>
              <a:gd name="connsiteY35" fmla="*/ 50578 h 321373"/>
              <a:gd name="connsiteX36" fmla="*/ 168462 w 404460"/>
              <a:gd name="connsiteY36" fmla="*/ 67723 h 321373"/>
              <a:gd name="connsiteX37" fmla="*/ 151863 w 404460"/>
              <a:gd name="connsiteY37" fmla="*/ 50578 h 321373"/>
              <a:gd name="connsiteX38" fmla="*/ 244441 w 404460"/>
              <a:gd name="connsiteY38" fmla="*/ 217456 h 321373"/>
              <a:gd name="connsiteX39" fmla="*/ 257246 w 404460"/>
              <a:gd name="connsiteY39" fmla="*/ 180499 h 321373"/>
              <a:gd name="connsiteX40" fmla="*/ 195306 w 404460"/>
              <a:gd name="connsiteY40" fmla="*/ 118300 h 321373"/>
              <a:gd name="connsiteX41" fmla="*/ 134789 w 404460"/>
              <a:gd name="connsiteY41" fmla="*/ 180499 h 321373"/>
              <a:gd name="connsiteX42" fmla="*/ 195306 w 404460"/>
              <a:gd name="connsiteY42" fmla="*/ 241268 h 321373"/>
              <a:gd name="connsiteX43" fmla="*/ 232869 w 404460"/>
              <a:gd name="connsiteY43" fmla="*/ 228695 h 321373"/>
              <a:gd name="connsiteX44" fmla="*/ 288169 w 404460"/>
              <a:gd name="connsiteY44" fmla="*/ 285179 h 321373"/>
              <a:gd name="connsiteX45" fmla="*/ 295283 w 404460"/>
              <a:gd name="connsiteY45" fmla="*/ 288036 h 321373"/>
              <a:gd name="connsiteX46" fmla="*/ 300974 w 404460"/>
              <a:gd name="connsiteY46" fmla="*/ 285179 h 321373"/>
              <a:gd name="connsiteX47" fmla="*/ 300974 w 404460"/>
              <a:gd name="connsiteY47" fmla="*/ 273844 h 321373"/>
              <a:gd name="connsiteX48" fmla="*/ 244441 w 404460"/>
              <a:gd name="connsiteY48" fmla="*/ 217456 h 321373"/>
              <a:gd name="connsiteX49" fmla="*/ 151673 w 404460"/>
              <a:gd name="connsiteY49" fmla="*/ 180499 h 321373"/>
              <a:gd name="connsiteX50" fmla="*/ 195306 w 404460"/>
              <a:gd name="connsiteY50" fmla="*/ 135255 h 321373"/>
              <a:gd name="connsiteX51" fmla="*/ 240362 w 404460"/>
              <a:gd name="connsiteY51" fmla="*/ 180499 h 321373"/>
              <a:gd name="connsiteX52" fmla="*/ 195306 w 404460"/>
              <a:gd name="connsiteY52" fmla="*/ 224314 h 321373"/>
              <a:gd name="connsiteX53" fmla="*/ 151673 w 404460"/>
              <a:gd name="connsiteY53" fmla="*/ 180499 h 321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04460" h="321373">
                <a:moveTo>
                  <a:pt x="362345" y="0"/>
                </a:moveTo>
                <a:lnTo>
                  <a:pt x="42116" y="0"/>
                </a:lnTo>
                <a:cubicBezTo>
                  <a:pt x="18212" y="0"/>
                  <a:pt x="0" y="18288"/>
                  <a:pt x="0" y="42291"/>
                </a:cubicBezTo>
                <a:lnTo>
                  <a:pt x="0" y="279083"/>
                </a:lnTo>
                <a:cubicBezTo>
                  <a:pt x="0" y="303086"/>
                  <a:pt x="18212" y="321374"/>
                  <a:pt x="42116" y="321374"/>
                </a:cubicBezTo>
                <a:lnTo>
                  <a:pt x="362345" y="321374"/>
                </a:lnTo>
                <a:cubicBezTo>
                  <a:pt x="384826" y="321374"/>
                  <a:pt x="404461" y="303086"/>
                  <a:pt x="404461" y="279083"/>
                </a:cubicBezTo>
                <a:lnTo>
                  <a:pt x="404461" y="42291"/>
                </a:lnTo>
                <a:cubicBezTo>
                  <a:pt x="404461" y="18288"/>
                  <a:pt x="384826" y="0"/>
                  <a:pt x="362345" y="0"/>
                </a:cubicBezTo>
                <a:close/>
                <a:moveTo>
                  <a:pt x="42116" y="16955"/>
                </a:moveTo>
                <a:lnTo>
                  <a:pt x="362345" y="16955"/>
                </a:lnTo>
                <a:cubicBezTo>
                  <a:pt x="376384" y="16955"/>
                  <a:pt x="387671" y="28194"/>
                  <a:pt x="387671" y="42291"/>
                </a:cubicBezTo>
                <a:lnTo>
                  <a:pt x="387671" y="84868"/>
                </a:lnTo>
                <a:lnTo>
                  <a:pt x="16884" y="84868"/>
                </a:lnTo>
                <a:lnTo>
                  <a:pt x="16884" y="42291"/>
                </a:lnTo>
                <a:cubicBezTo>
                  <a:pt x="16884" y="28194"/>
                  <a:pt x="28077" y="16955"/>
                  <a:pt x="42210" y="16955"/>
                </a:cubicBezTo>
                <a:close/>
                <a:moveTo>
                  <a:pt x="362345" y="304419"/>
                </a:moveTo>
                <a:lnTo>
                  <a:pt x="42116" y="304419"/>
                </a:lnTo>
                <a:cubicBezTo>
                  <a:pt x="28077" y="304419"/>
                  <a:pt x="16789" y="293180"/>
                  <a:pt x="16789" y="279083"/>
                </a:cubicBezTo>
                <a:lnTo>
                  <a:pt x="16789" y="101060"/>
                </a:lnTo>
                <a:lnTo>
                  <a:pt x="387577" y="101060"/>
                </a:lnTo>
                <a:lnTo>
                  <a:pt x="387577" y="279083"/>
                </a:lnTo>
                <a:cubicBezTo>
                  <a:pt x="387577" y="293180"/>
                  <a:pt x="376384" y="304419"/>
                  <a:pt x="362250" y="304419"/>
                </a:cubicBezTo>
                <a:close/>
                <a:moveTo>
                  <a:pt x="50273" y="50578"/>
                </a:moveTo>
                <a:cubicBezTo>
                  <a:pt x="50273" y="41053"/>
                  <a:pt x="57956" y="33433"/>
                  <a:pt x="67347" y="33433"/>
                </a:cubicBezTo>
                <a:cubicBezTo>
                  <a:pt x="76738" y="33433"/>
                  <a:pt x="84421" y="41148"/>
                  <a:pt x="84421" y="50578"/>
                </a:cubicBezTo>
                <a:cubicBezTo>
                  <a:pt x="84421" y="60008"/>
                  <a:pt x="76738" y="67723"/>
                  <a:pt x="67347" y="67723"/>
                </a:cubicBezTo>
                <a:cubicBezTo>
                  <a:pt x="57956" y="67723"/>
                  <a:pt x="50273" y="60008"/>
                  <a:pt x="50273" y="50578"/>
                </a:cubicBezTo>
                <a:close/>
                <a:moveTo>
                  <a:pt x="100641" y="50578"/>
                </a:moveTo>
                <a:cubicBezTo>
                  <a:pt x="100641" y="41053"/>
                  <a:pt x="108324" y="33433"/>
                  <a:pt x="117715" y="33433"/>
                </a:cubicBezTo>
                <a:cubicBezTo>
                  <a:pt x="127105" y="33433"/>
                  <a:pt x="134789" y="41148"/>
                  <a:pt x="134789" y="50578"/>
                </a:cubicBezTo>
                <a:cubicBezTo>
                  <a:pt x="134789" y="60008"/>
                  <a:pt x="127105" y="67723"/>
                  <a:pt x="117715" y="67723"/>
                </a:cubicBezTo>
                <a:cubicBezTo>
                  <a:pt x="108324" y="67723"/>
                  <a:pt x="100641" y="60008"/>
                  <a:pt x="100641" y="50578"/>
                </a:cubicBezTo>
                <a:close/>
                <a:moveTo>
                  <a:pt x="151863" y="50578"/>
                </a:moveTo>
                <a:cubicBezTo>
                  <a:pt x="151863" y="41053"/>
                  <a:pt x="159261" y="33433"/>
                  <a:pt x="168462" y="33433"/>
                </a:cubicBezTo>
                <a:cubicBezTo>
                  <a:pt x="177663" y="33433"/>
                  <a:pt x="185062" y="41148"/>
                  <a:pt x="185062" y="50578"/>
                </a:cubicBezTo>
                <a:cubicBezTo>
                  <a:pt x="185062" y="60008"/>
                  <a:pt x="177663" y="67723"/>
                  <a:pt x="168462" y="67723"/>
                </a:cubicBezTo>
                <a:cubicBezTo>
                  <a:pt x="159261" y="67723"/>
                  <a:pt x="151863" y="60008"/>
                  <a:pt x="151863" y="50578"/>
                </a:cubicBezTo>
                <a:close/>
                <a:moveTo>
                  <a:pt x="244441" y="217456"/>
                </a:moveTo>
                <a:cubicBezTo>
                  <a:pt x="252409" y="207264"/>
                  <a:pt x="257246" y="194500"/>
                  <a:pt x="257246" y="180499"/>
                </a:cubicBezTo>
                <a:cubicBezTo>
                  <a:pt x="257246" y="146590"/>
                  <a:pt x="229074" y="118300"/>
                  <a:pt x="195306" y="118300"/>
                </a:cubicBezTo>
                <a:cubicBezTo>
                  <a:pt x="161538" y="118300"/>
                  <a:pt x="134789" y="146590"/>
                  <a:pt x="134789" y="180499"/>
                </a:cubicBezTo>
                <a:cubicBezTo>
                  <a:pt x="134789" y="214408"/>
                  <a:pt x="161538" y="241268"/>
                  <a:pt x="195306" y="241268"/>
                </a:cubicBezTo>
                <a:cubicBezTo>
                  <a:pt x="209344" y="241268"/>
                  <a:pt x="222434" y="236601"/>
                  <a:pt x="232869" y="228695"/>
                </a:cubicBezTo>
                <a:cubicBezTo>
                  <a:pt x="239603" y="235649"/>
                  <a:pt x="254685" y="250984"/>
                  <a:pt x="288169" y="285179"/>
                </a:cubicBezTo>
                <a:cubicBezTo>
                  <a:pt x="291015" y="286607"/>
                  <a:pt x="292437" y="288036"/>
                  <a:pt x="295283" y="288036"/>
                </a:cubicBezTo>
                <a:cubicBezTo>
                  <a:pt x="296706" y="288036"/>
                  <a:pt x="299551" y="286607"/>
                  <a:pt x="300974" y="285179"/>
                </a:cubicBezTo>
                <a:cubicBezTo>
                  <a:pt x="303820" y="282321"/>
                  <a:pt x="303820" y="276701"/>
                  <a:pt x="300974" y="273844"/>
                </a:cubicBezTo>
                <a:cubicBezTo>
                  <a:pt x="300974" y="273844"/>
                  <a:pt x="300785" y="273653"/>
                  <a:pt x="244441" y="217456"/>
                </a:cubicBezTo>
                <a:close/>
                <a:moveTo>
                  <a:pt x="151673" y="180499"/>
                </a:moveTo>
                <a:cubicBezTo>
                  <a:pt x="151673" y="155067"/>
                  <a:pt x="171403" y="135255"/>
                  <a:pt x="195306" y="135255"/>
                </a:cubicBezTo>
                <a:cubicBezTo>
                  <a:pt x="220632" y="135255"/>
                  <a:pt x="240362" y="155067"/>
                  <a:pt x="240362" y="180499"/>
                </a:cubicBezTo>
                <a:cubicBezTo>
                  <a:pt x="240362" y="204502"/>
                  <a:pt x="220632" y="224314"/>
                  <a:pt x="195306" y="224314"/>
                </a:cubicBezTo>
                <a:cubicBezTo>
                  <a:pt x="171403" y="224314"/>
                  <a:pt x="151673" y="204502"/>
                  <a:pt x="151673" y="18049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5" name="Graphic 133">
            <a:extLst>
              <a:ext uri="{FF2B5EF4-FFF2-40B4-BE49-F238E27FC236}">
                <a16:creationId xmlns:a16="http://schemas.microsoft.com/office/drawing/2014/main" id="{7457D713-AD09-D20F-587A-BFBAAFE96460}"/>
              </a:ext>
            </a:extLst>
          </p:cNvPr>
          <p:cNvSpPr/>
          <p:nvPr/>
        </p:nvSpPr>
        <p:spPr>
          <a:xfrm>
            <a:off x="7054909" y="775750"/>
            <a:ext cx="577277" cy="523240"/>
          </a:xfrm>
          <a:custGeom>
            <a:avLst/>
            <a:gdLst>
              <a:gd name="connsiteX0" fmla="*/ 362345 w 434113"/>
              <a:gd name="connsiteY0" fmla="*/ 0 h 393477"/>
              <a:gd name="connsiteX1" fmla="*/ 42115 w 434113"/>
              <a:gd name="connsiteY1" fmla="*/ 0 h 393477"/>
              <a:gd name="connsiteX2" fmla="*/ 0 w 434113"/>
              <a:gd name="connsiteY2" fmla="*/ 42386 h 393477"/>
              <a:gd name="connsiteX3" fmla="*/ 0 w 434113"/>
              <a:gd name="connsiteY3" fmla="*/ 279844 h 393477"/>
              <a:gd name="connsiteX4" fmla="*/ 42115 w 434113"/>
              <a:gd name="connsiteY4" fmla="*/ 322231 h 393477"/>
              <a:gd name="connsiteX5" fmla="*/ 203653 w 434113"/>
              <a:gd name="connsiteY5" fmla="*/ 322231 h 393477"/>
              <a:gd name="connsiteX6" fmla="*/ 212095 w 434113"/>
              <a:gd name="connsiteY6" fmla="*/ 313754 h 393477"/>
              <a:gd name="connsiteX7" fmla="*/ 203653 w 434113"/>
              <a:gd name="connsiteY7" fmla="*/ 305276 h 393477"/>
              <a:gd name="connsiteX8" fmla="*/ 42115 w 434113"/>
              <a:gd name="connsiteY8" fmla="*/ 305276 h 393477"/>
              <a:gd name="connsiteX9" fmla="*/ 16789 w 434113"/>
              <a:gd name="connsiteY9" fmla="*/ 279844 h 393477"/>
              <a:gd name="connsiteX10" fmla="*/ 16789 w 434113"/>
              <a:gd name="connsiteY10" fmla="*/ 102013 h 393477"/>
              <a:gd name="connsiteX11" fmla="*/ 387577 w 434113"/>
              <a:gd name="connsiteY11" fmla="*/ 102013 h 393477"/>
              <a:gd name="connsiteX12" fmla="*/ 387577 w 434113"/>
              <a:gd name="connsiteY12" fmla="*/ 169640 h 393477"/>
              <a:gd name="connsiteX13" fmla="*/ 396019 w 434113"/>
              <a:gd name="connsiteY13" fmla="*/ 178117 h 393477"/>
              <a:gd name="connsiteX14" fmla="*/ 404461 w 434113"/>
              <a:gd name="connsiteY14" fmla="*/ 169640 h 393477"/>
              <a:gd name="connsiteX15" fmla="*/ 404461 w 434113"/>
              <a:gd name="connsiteY15" fmla="*/ 42386 h 393477"/>
              <a:gd name="connsiteX16" fmla="*/ 362345 w 434113"/>
              <a:gd name="connsiteY16" fmla="*/ 0 h 393477"/>
              <a:gd name="connsiteX17" fmla="*/ 16884 w 434113"/>
              <a:gd name="connsiteY17" fmla="*/ 84868 h 393477"/>
              <a:gd name="connsiteX18" fmla="*/ 16884 w 434113"/>
              <a:gd name="connsiteY18" fmla="*/ 42386 h 393477"/>
              <a:gd name="connsiteX19" fmla="*/ 42210 w 434113"/>
              <a:gd name="connsiteY19" fmla="*/ 16954 h 393477"/>
              <a:gd name="connsiteX20" fmla="*/ 362440 w 434113"/>
              <a:gd name="connsiteY20" fmla="*/ 16954 h 393477"/>
              <a:gd name="connsiteX21" fmla="*/ 387766 w 434113"/>
              <a:gd name="connsiteY21" fmla="*/ 42386 h 393477"/>
              <a:gd name="connsiteX22" fmla="*/ 387766 w 434113"/>
              <a:gd name="connsiteY22" fmla="*/ 84868 h 393477"/>
              <a:gd name="connsiteX23" fmla="*/ 16979 w 434113"/>
              <a:gd name="connsiteY23" fmla="*/ 84868 h 393477"/>
              <a:gd name="connsiteX24" fmla="*/ 84516 w 434113"/>
              <a:gd name="connsiteY24" fmla="*/ 51054 h 393477"/>
              <a:gd name="connsiteX25" fmla="*/ 67442 w 434113"/>
              <a:gd name="connsiteY25" fmla="*/ 67723 h 393477"/>
              <a:gd name="connsiteX26" fmla="*/ 50368 w 434113"/>
              <a:gd name="connsiteY26" fmla="*/ 51054 h 393477"/>
              <a:gd name="connsiteX27" fmla="*/ 67442 w 434113"/>
              <a:gd name="connsiteY27" fmla="*/ 34385 h 393477"/>
              <a:gd name="connsiteX28" fmla="*/ 84516 w 434113"/>
              <a:gd name="connsiteY28" fmla="*/ 51054 h 393477"/>
              <a:gd name="connsiteX29" fmla="*/ 134789 w 434113"/>
              <a:gd name="connsiteY29" fmla="*/ 51054 h 393477"/>
              <a:gd name="connsiteX30" fmla="*/ 117715 w 434113"/>
              <a:gd name="connsiteY30" fmla="*/ 67723 h 393477"/>
              <a:gd name="connsiteX31" fmla="*/ 100641 w 434113"/>
              <a:gd name="connsiteY31" fmla="*/ 51054 h 393477"/>
              <a:gd name="connsiteX32" fmla="*/ 117715 w 434113"/>
              <a:gd name="connsiteY32" fmla="*/ 34385 h 393477"/>
              <a:gd name="connsiteX33" fmla="*/ 134789 w 434113"/>
              <a:gd name="connsiteY33" fmla="*/ 51054 h 393477"/>
              <a:gd name="connsiteX34" fmla="*/ 185156 w 434113"/>
              <a:gd name="connsiteY34" fmla="*/ 51054 h 393477"/>
              <a:gd name="connsiteX35" fmla="*/ 168557 w 434113"/>
              <a:gd name="connsiteY35" fmla="*/ 67723 h 393477"/>
              <a:gd name="connsiteX36" fmla="*/ 151957 w 434113"/>
              <a:gd name="connsiteY36" fmla="*/ 51054 h 393477"/>
              <a:gd name="connsiteX37" fmla="*/ 168557 w 434113"/>
              <a:gd name="connsiteY37" fmla="*/ 34385 h 393477"/>
              <a:gd name="connsiteX38" fmla="*/ 185156 w 434113"/>
              <a:gd name="connsiteY38" fmla="*/ 51054 h 393477"/>
              <a:gd name="connsiteX39" fmla="*/ 432538 w 434113"/>
              <a:gd name="connsiteY39" fmla="*/ 319754 h 393477"/>
              <a:gd name="connsiteX40" fmla="*/ 407212 w 434113"/>
              <a:gd name="connsiteY40" fmla="*/ 365093 h 393477"/>
              <a:gd name="connsiteX41" fmla="*/ 401615 w 434113"/>
              <a:gd name="connsiteY41" fmla="*/ 367951 h 393477"/>
              <a:gd name="connsiteX42" fmla="*/ 396019 w 434113"/>
              <a:gd name="connsiteY42" fmla="*/ 367951 h 393477"/>
              <a:gd name="connsiteX43" fmla="*/ 381980 w 434113"/>
              <a:gd name="connsiteY43" fmla="*/ 359473 h 393477"/>
              <a:gd name="connsiteX44" fmla="*/ 366519 w 434113"/>
              <a:gd name="connsiteY44" fmla="*/ 369380 h 393477"/>
              <a:gd name="connsiteX45" fmla="*/ 366519 w 434113"/>
              <a:gd name="connsiteY45" fmla="*/ 385000 h 393477"/>
              <a:gd name="connsiteX46" fmla="*/ 358077 w 434113"/>
              <a:gd name="connsiteY46" fmla="*/ 393478 h 393477"/>
              <a:gd name="connsiteX47" fmla="*/ 307519 w 434113"/>
              <a:gd name="connsiteY47" fmla="*/ 393478 h 393477"/>
              <a:gd name="connsiteX48" fmla="*/ 299077 w 434113"/>
              <a:gd name="connsiteY48" fmla="*/ 385000 h 393477"/>
              <a:gd name="connsiteX49" fmla="*/ 299077 w 434113"/>
              <a:gd name="connsiteY49" fmla="*/ 369380 h 393477"/>
              <a:gd name="connsiteX50" fmla="*/ 282193 w 434113"/>
              <a:gd name="connsiteY50" fmla="*/ 359473 h 393477"/>
              <a:gd name="connsiteX51" fmla="*/ 268154 w 434113"/>
              <a:gd name="connsiteY51" fmla="*/ 367951 h 393477"/>
              <a:gd name="connsiteX52" fmla="*/ 256962 w 434113"/>
              <a:gd name="connsiteY52" fmla="*/ 365093 h 393477"/>
              <a:gd name="connsiteX53" fmla="*/ 231635 w 434113"/>
              <a:gd name="connsiteY53" fmla="*/ 319754 h 393477"/>
              <a:gd name="connsiteX54" fmla="*/ 234481 w 434113"/>
              <a:gd name="connsiteY54" fmla="*/ 308419 h 393477"/>
              <a:gd name="connsiteX55" fmla="*/ 248519 w 434113"/>
              <a:gd name="connsiteY55" fmla="*/ 301371 h 393477"/>
              <a:gd name="connsiteX56" fmla="*/ 248519 w 434113"/>
              <a:gd name="connsiteY56" fmla="*/ 281559 h 393477"/>
              <a:gd name="connsiteX57" fmla="*/ 235904 w 434113"/>
              <a:gd name="connsiteY57" fmla="*/ 274511 h 393477"/>
              <a:gd name="connsiteX58" fmla="*/ 231730 w 434113"/>
              <a:gd name="connsiteY58" fmla="*/ 263176 h 393477"/>
              <a:gd name="connsiteX59" fmla="*/ 257056 w 434113"/>
              <a:gd name="connsiteY59" fmla="*/ 217837 h 393477"/>
              <a:gd name="connsiteX60" fmla="*/ 269672 w 434113"/>
              <a:gd name="connsiteY60" fmla="*/ 214979 h 393477"/>
              <a:gd name="connsiteX61" fmla="*/ 282288 w 434113"/>
              <a:gd name="connsiteY61" fmla="*/ 223456 h 393477"/>
              <a:gd name="connsiteX62" fmla="*/ 299172 w 434113"/>
              <a:gd name="connsiteY62" fmla="*/ 213550 h 393477"/>
              <a:gd name="connsiteX63" fmla="*/ 299172 w 434113"/>
              <a:gd name="connsiteY63" fmla="*/ 197929 h 393477"/>
              <a:gd name="connsiteX64" fmla="*/ 307614 w 434113"/>
              <a:gd name="connsiteY64" fmla="*/ 189452 h 393477"/>
              <a:gd name="connsiteX65" fmla="*/ 358172 w 434113"/>
              <a:gd name="connsiteY65" fmla="*/ 189452 h 393477"/>
              <a:gd name="connsiteX66" fmla="*/ 366614 w 434113"/>
              <a:gd name="connsiteY66" fmla="*/ 197929 h 393477"/>
              <a:gd name="connsiteX67" fmla="*/ 366614 w 434113"/>
              <a:gd name="connsiteY67" fmla="*/ 213550 h 393477"/>
              <a:gd name="connsiteX68" fmla="*/ 382075 w 434113"/>
              <a:gd name="connsiteY68" fmla="*/ 223456 h 393477"/>
              <a:gd name="connsiteX69" fmla="*/ 396114 w 434113"/>
              <a:gd name="connsiteY69" fmla="*/ 214979 h 393477"/>
              <a:gd name="connsiteX70" fmla="*/ 401710 w 434113"/>
              <a:gd name="connsiteY70" fmla="*/ 214979 h 393477"/>
              <a:gd name="connsiteX71" fmla="*/ 407306 w 434113"/>
              <a:gd name="connsiteY71" fmla="*/ 217837 h 393477"/>
              <a:gd name="connsiteX72" fmla="*/ 432633 w 434113"/>
              <a:gd name="connsiteY72" fmla="*/ 263176 h 393477"/>
              <a:gd name="connsiteX73" fmla="*/ 429787 w 434113"/>
              <a:gd name="connsiteY73" fmla="*/ 274511 h 393477"/>
              <a:gd name="connsiteX74" fmla="*/ 415748 w 434113"/>
              <a:gd name="connsiteY74" fmla="*/ 281559 h 393477"/>
              <a:gd name="connsiteX75" fmla="*/ 417171 w 434113"/>
              <a:gd name="connsiteY75" fmla="*/ 291465 h 393477"/>
              <a:gd name="connsiteX76" fmla="*/ 415748 w 434113"/>
              <a:gd name="connsiteY76" fmla="*/ 301371 h 393477"/>
              <a:gd name="connsiteX77" fmla="*/ 429787 w 434113"/>
              <a:gd name="connsiteY77" fmla="*/ 308419 h 393477"/>
              <a:gd name="connsiteX78" fmla="*/ 432633 w 434113"/>
              <a:gd name="connsiteY78" fmla="*/ 319754 h 393477"/>
              <a:gd name="connsiteX79" fmla="*/ 403038 w 434113"/>
              <a:gd name="connsiteY79" fmla="*/ 270129 h 393477"/>
              <a:gd name="connsiteX80" fmla="*/ 414231 w 434113"/>
              <a:gd name="connsiteY80" fmla="*/ 263081 h 393477"/>
              <a:gd name="connsiteX81" fmla="*/ 397347 w 434113"/>
              <a:gd name="connsiteY81" fmla="*/ 234696 h 393477"/>
              <a:gd name="connsiteX82" fmla="*/ 386154 w 434113"/>
              <a:gd name="connsiteY82" fmla="*/ 240411 h 393477"/>
              <a:gd name="connsiteX83" fmla="*/ 376289 w 434113"/>
              <a:gd name="connsiteY83" fmla="*/ 240411 h 393477"/>
              <a:gd name="connsiteX84" fmla="*/ 355231 w 434113"/>
              <a:gd name="connsiteY84" fmla="*/ 227648 h 393477"/>
              <a:gd name="connsiteX85" fmla="*/ 349635 w 434113"/>
              <a:gd name="connsiteY85" fmla="*/ 219170 h 393477"/>
              <a:gd name="connsiteX86" fmla="*/ 349635 w 434113"/>
              <a:gd name="connsiteY86" fmla="*/ 206407 h 393477"/>
              <a:gd name="connsiteX87" fmla="*/ 315961 w 434113"/>
              <a:gd name="connsiteY87" fmla="*/ 206407 h 393477"/>
              <a:gd name="connsiteX88" fmla="*/ 315961 w 434113"/>
              <a:gd name="connsiteY88" fmla="*/ 219170 h 393477"/>
              <a:gd name="connsiteX89" fmla="*/ 310365 w 434113"/>
              <a:gd name="connsiteY89" fmla="*/ 227648 h 393477"/>
              <a:gd name="connsiteX90" fmla="*/ 289307 w 434113"/>
              <a:gd name="connsiteY90" fmla="*/ 240411 h 393477"/>
              <a:gd name="connsiteX91" fmla="*/ 279442 w 434113"/>
              <a:gd name="connsiteY91" fmla="*/ 240411 h 393477"/>
              <a:gd name="connsiteX92" fmla="*/ 268249 w 434113"/>
              <a:gd name="connsiteY92" fmla="*/ 234696 h 393477"/>
              <a:gd name="connsiteX93" fmla="*/ 251365 w 434113"/>
              <a:gd name="connsiteY93" fmla="*/ 263081 h 393477"/>
              <a:gd name="connsiteX94" fmla="*/ 262558 w 434113"/>
              <a:gd name="connsiteY94" fmla="*/ 270129 h 393477"/>
              <a:gd name="connsiteX95" fmla="*/ 266732 w 434113"/>
              <a:gd name="connsiteY95" fmla="*/ 278606 h 393477"/>
              <a:gd name="connsiteX96" fmla="*/ 265309 w 434113"/>
              <a:gd name="connsiteY96" fmla="*/ 291370 h 393477"/>
              <a:gd name="connsiteX97" fmla="*/ 265309 w 434113"/>
              <a:gd name="connsiteY97" fmla="*/ 304133 h 393477"/>
              <a:gd name="connsiteX98" fmla="*/ 262463 w 434113"/>
              <a:gd name="connsiteY98" fmla="*/ 312611 h 393477"/>
              <a:gd name="connsiteX99" fmla="*/ 251270 w 434113"/>
              <a:gd name="connsiteY99" fmla="*/ 319659 h 393477"/>
              <a:gd name="connsiteX100" fmla="*/ 268154 w 434113"/>
              <a:gd name="connsiteY100" fmla="*/ 348044 h 393477"/>
              <a:gd name="connsiteX101" fmla="*/ 279347 w 434113"/>
              <a:gd name="connsiteY101" fmla="*/ 342329 h 393477"/>
              <a:gd name="connsiteX102" fmla="*/ 289212 w 434113"/>
              <a:gd name="connsiteY102" fmla="*/ 343757 h 393477"/>
              <a:gd name="connsiteX103" fmla="*/ 310270 w 434113"/>
              <a:gd name="connsiteY103" fmla="*/ 355092 h 393477"/>
              <a:gd name="connsiteX104" fmla="*/ 315866 w 434113"/>
              <a:gd name="connsiteY104" fmla="*/ 363569 h 393477"/>
              <a:gd name="connsiteX105" fmla="*/ 315866 w 434113"/>
              <a:gd name="connsiteY105" fmla="*/ 376333 h 393477"/>
              <a:gd name="connsiteX106" fmla="*/ 349540 w 434113"/>
              <a:gd name="connsiteY106" fmla="*/ 376333 h 393477"/>
              <a:gd name="connsiteX107" fmla="*/ 349540 w 434113"/>
              <a:gd name="connsiteY107" fmla="*/ 363569 h 393477"/>
              <a:gd name="connsiteX108" fmla="*/ 355136 w 434113"/>
              <a:gd name="connsiteY108" fmla="*/ 355092 h 393477"/>
              <a:gd name="connsiteX109" fmla="*/ 376194 w 434113"/>
              <a:gd name="connsiteY109" fmla="*/ 343757 h 393477"/>
              <a:gd name="connsiteX110" fmla="*/ 386059 w 434113"/>
              <a:gd name="connsiteY110" fmla="*/ 342329 h 393477"/>
              <a:gd name="connsiteX111" fmla="*/ 397252 w 434113"/>
              <a:gd name="connsiteY111" fmla="*/ 348044 h 393477"/>
              <a:gd name="connsiteX112" fmla="*/ 414136 w 434113"/>
              <a:gd name="connsiteY112" fmla="*/ 319659 h 393477"/>
              <a:gd name="connsiteX113" fmla="*/ 402943 w 434113"/>
              <a:gd name="connsiteY113" fmla="*/ 312611 h 393477"/>
              <a:gd name="connsiteX114" fmla="*/ 398769 w 434113"/>
              <a:gd name="connsiteY114" fmla="*/ 304133 h 393477"/>
              <a:gd name="connsiteX115" fmla="*/ 400192 w 434113"/>
              <a:gd name="connsiteY115" fmla="*/ 291370 h 393477"/>
              <a:gd name="connsiteX116" fmla="*/ 398769 w 434113"/>
              <a:gd name="connsiteY116" fmla="*/ 278606 h 393477"/>
              <a:gd name="connsiteX117" fmla="*/ 402943 w 434113"/>
              <a:gd name="connsiteY117" fmla="*/ 270129 h 393477"/>
              <a:gd name="connsiteX118" fmla="*/ 374581 w 434113"/>
              <a:gd name="connsiteY118" fmla="*/ 291370 h 393477"/>
              <a:gd name="connsiteX119" fmla="*/ 332845 w 434113"/>
              <a:gd name="connsiteY119" fmla="*/ 333280 h 393477"/>
              <a:gd name="connsiteX120" fmla="*/ 291109 w 434113"/>
              <a:gd name="connsiteY120" fmla="*/ 291370 h 393477"/>
              <a:gd name="connsiteX121" fmla="*/ 332845 w 434113"/>
              <a:gd name="connsiteY121" fmla="*/ 249460 h 393477"/>
              <a:gd name="connsiteX122" fmla="*/ 374581 w 434113"/>
              <a:gd name="connsiteY122" fmla="*/ 291370 h 393477"/>
              <a:gd name="connsiteX123" fmla="*/ 357887 w 434113"/>
              <a:gd name="connsiteY123" fmla="*/ 291370 h 393477"/>
              <a:gd name="connsiteX124" fmla="*/ 332845 w 434113"/>
              <a:gd name="connsiteY124" fmla="*/ 266224 h 393477"/>
              <a:gd name="connsiteX125" fmla="*/ 307804 w 434113"/>
              <a:gd name="connsiteY125" fmla="*/ 291370 h 393477"/>
              <a:gd name="connsiteX126" fmla="*/ 332845 w 434113"/>
              <a:gd name="connsiteY126" fmla="*/ 316516 h 393477"/>
              <a:gd name="connsiteX127" fmla="*/ 357887 w 434113"/>
              <a:gd name="connsiteY127" fmla="*/ 291370 h 39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434113" h="393477">
                <a:moveTo>
                  <a:pt x="362345" y="0"/>
                </a:moveTo>
                <a:lnTo>
                  <a:pt x="42115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5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5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884" y="84868"/>
                </a:moveTo>
                <a:lnTo>
                  <a:pt x="16884" y="42386"/>
                </a:lnTo>
                <a:cubicBezTo>
                  <a:pt x="16884" y="28289"/>
                  <a:pt x="28077" y="16954"/>
                  <a:pt x="42210" y="16954"/>
                </a:cubicBezTo>
                <a:lnTo>
                  <a:pt x="362440" y="16954"/>
                </a:lnTo>
                <a:cubicBezTo>
                  <a:pt x="376479" y="16954"/>
                  <a:pt x="387766" y="28289"/>
                  <a:pt x="387766" y="42386"/>
                </a:cubicBezTo>
                <a:lnTo>
                  <a:pt x="387766" y="84868"/>
                </a:lnTo>
                <a:lnTo>
                  <a:pt x="16979" y="84868"/>
                </a:lnTo>
                <a:close/>
                <a:moveTo>
                  <a:pt x="84516" y="51054"/>
                </a:moveTo>
                <a:cubicBezTo>
                  <a:pt x="84516" y="60293"/>
                  <a:pt x="76832" y="67723"/>
                  <a:pt x="67442" y="67723"/>
                </a:cubicBezTo>
                <a:cubicBezTo>
                  <a:pt x="58051" y="67723"/>
                  <a:pt x="50368" y="60293"/>
                  <a:pt x="50368" y="51054"/>
                </a:cubicBezTo>
                <a:cubicBezTo>
                  <a:pt x="50368" y="41815"/>
                  <a:pt x="58051" y="34385"/>
                  <a:pt x="67442" y="34385"/>
                </a:cubicBezTo>
                <a:cubicBezTo>
                  <a:pt x="76832" y="34385"/>
                  <a:pt x="84516" y="41815"/>
                  <a:pt x="84516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156" y="51054"/>
                </a:moveTo>
                <a:cubicBezTo>
                  <a:pt x="185156" y="60293"/>
                  <a:pt x="177758" y="67723"/>
                  <a:pt x="168557" y="67723"/>
                </a:cubicBezTo>
                <a:cubicBezTo>
                  <a:pt x="159356" y="67723"/>
                  <a:pt x="151957" y="60293"/>
                  <a:pt x="151957" y="51054"/>
                </a:cubicBezTo>
                <a:cubicBezTo>
                  <a:pt x="151957" y="41815"/>
                  <a:pt x="159356" y="34385"/>
                  <a:pt x="168557" y="34385"/>
                </a:cubicBezTo>
                <a:cubicBezTo>
                  <a:pt x="177758" y="34385"/>
                  <a:pt x="185156" y="41815"/>
                  <a:pt x="185156" y="51054"/>
                </a:cubicBezTo>
                <a:close/>
                <a:moveTo>
                  <a:pt x="432538" y="319754"/>
                </a:moveTo>
                <a:lnTo>
                  <a:pt x="407212" y="365093"/>
                </a:lnTo>
                <a:cubicBezTo>
                  <a:pt x="405789" y="366522"/>
                  <a:pt x="404366" y="367951"/>
                  <a:pt x="401615" y="367951"/>
                </a:cubicBezTo>
                <a:cubicBezTo>
                  <a:pt x="400192" y="369380"/>
                  <a:pt x="397442" y="369380"/>
                  <a:pt x="396019" y="367951"/>
                </a:cubicBezTo>
                <a:lnTo>
                  <a:pt x="381980" y="359473"/>
                </a:lnTo>
                <a:cubicBezTo>
                  <a:pt x="377807" y="363760"/>
                  <a:pt x="372115" y="366522"/>
                  <a:pt x="366519" y="369380"/>
                </a:cubicBezTo>
                <a:lnTo>
                  <a:pt x="366519" y="385000"/>
                </a:lnTo>
                <a:cubicBezTo>
                  <a:pt x="366519" y="389287"/>
                  <a:pt x="362345" y="393478"/>
                  <a:pt x="358077" y="393478"/>
                </a:cubicBezTo>
                <a:lnTo>
                  <a:pt x="307519" y="393478"/>
                </a:lnTo>
                <a:cubicBezTo>
                  <a:pt x="303346" y="393478"/>
                  <a:pt x="299077" y="389192"/>
                  <a:pt x="299077" y="385000"/>
                </a:cubicBezTo>
                <a:lnTo>
                  <a:pt x="299077" y="369380"/>
                </a:lnTo>
                <a:cubicBezTo>
                  <a:pt x="293481" y="366522"/>
                  <a:pt x="287884" y="363665"/>
                  <a:pt x="282193" y="359473"/>
                </a:cubicBezTo>
                <a:lnTo>
                  <a:pt x="268154" y="367951"/>
                </a:lnTo>
                <a:cubicBezTo>
                  <a:pt x="265309" y="369380"/>
                  <a:pt x="259712" y="367951"/>
                  <a:pt x="256962" y="365093"/>
                </a:cubicBezTo>
                <a:lnTo>
                  <a:pt x="231635" y="319754"/>
                </a:lnTo>
                <a:cubicBezTo>
                  <a:pt x="230213" y="316897"/>
                  <a:pt x="231635" y="311277"/>
                  <a:pt x="234481" y="308419"/>
                </a:cubicBezTo>
                <a:lnTo>
                  <a:pt x="248519" y="301371"/>
                </a:lnTo>
                <a:lnTo>
                  <a:pt x="248519" y="281559"/>
                </a:lnTo>
                <a:lnTo>
                  <a:pt x="235904" y="274511"/>
                </a:lnTo>
                <a:cubicBezTo>
                  <a:pt x="231730" y="271653"/>
                  <a:pt x="230307" y="266033"/>
                  <a:pt x="231730" y="263176"/>
                </a:cubicBezTo>
                <a:lnTo>
                  <a:pt x="257056" y="217837"/>
                </a:lnTo>
                <a:cubicBezTo>
                  <a:pt x="259902" y="214979"/>
                  <a:pt x="265499" y="213550"/>
                  <a:pt x="269672" y="214979"/>
                </a:cubicBezTo>
                <a:lnTo>
                  <a:pt x="282288" y="223456"/>
                </a:lnTo>
                <a:cubicBezTo>
                  <a:pt x="287884" y="219170"/>
                  <a:pt x="293481" y="216408"/>
                  <a:pt x="299172" y="213550"/>
                </a:cubicBezTo>
                <a:lnTo>
                  <a:pt x="299172" y="197929"/>
                </a:lnTo>
                <a:cubicBezTo>
                  <a:pt x="299172" y="193643"/>
                  <a:pt x="303346" y="189452"/>
                  <a:pt x="307614" y="189452"/>
                </a:cubicBezTo>
                <a:lnTo>
                  <a:pt x="358172" y="189452"/>
                </a:lnTo>
                <a:cubicBezTo>
                  <a:pt x="362345" y="189452"/>
                  <a:pt x="366614" y="193739"/>
                  <a:pt x="366614" y="197929"/>
                </a:cubicBezTo>
                <a:lnTo>
                  <a:pt x="366614" y="213550"/>
                </a:lnTo>
                <a:cubicBezTo>
                  <a:pt x="372210" y="216408"/>
                  <a:pt x="377807" y="219266"/>
                  <a:pt x="382075" y="223456"/>
                </a:cubicBezTo>
                <a:lnTo>
                  <a:pt x="396114" y="214979"/>
                </a:lnTo>
                <a:cubicBezTo>
                  <a:pt x="397536" y="213550"/>
                  <a:pt x="400287" y="213550"/>
                  <a:pt x="401710" y="214979"/>
                </a:cubicBezTo>
                <a:cubicBezTo>
                  <a:pt x="404556" y="214979"/>
                  <a:pt x="405884" y="216408"/>
                  <a:pt x="407306" y="217837"/>
                </a:cubicBezTo>
                <a:lnTo>
                  <a:pt x="432633" y="263176"/>
                </a:lnTo>
                <a:cubicBezTo>
                  <a:pt x="435478" y="266033"/>
                  <a:pt x="434055" y="271653"/>
                  <a:pt x="429787" y="274511"/>
                </a:cubicBezTo>
                <a:lnTo>
                  <a:pt x="415748" y="281559"/>
                </a:lnTo>
                <a:cubicBezTo>
                  <a:pt x="417171" y="285845"/>
                  <a:pt x="417171" y="288608"/>
                  <a:pt x="417171" y="291465"/>
                </a:cubicBezTo>
                <a:cubicBezTo>
                  <a:pt x="417171" y="294323"/>
                  <a:pt x="417171" y="297085"/>
                  <a:pt x="415748" y="301371"/>
                </a:cubicBezTo>
                <a:lnTo>
                  <a:pt x="429787" y="308419"/>
                </a:lnTo>
                <a:cubicBezTo>
                  <a:pt x="433961" y="311277"/>
                  <a:pt x="435383" y="316897"/>
                  <a:pt x="432633" y="319754"/>
                </a:cubicBezTo>
                <a:close/>
                <a:moveTo>
                  <a:pt x="403038" y="270129"/>
                </a:moveTo>
                <a:lnTo>
                  <a:pt x="414231" y="263081"/>
                </a:lnTo>
                <a:lnTo>
                  <a:pt x="397347" y="234696"/>
                </a:lnTo>
                <a:lnTo>
                  <a:pt x="386154" y="240411"/>
                </a:lnTo>
                <a:cubicBezTo>
                  <a:pt x="383308" y="241840"/>
                  <a:pt x="379134" y="241840"/>
                  <a:pt x="376289" y="240411"/>
                </a:cubicBezTo>
                <a:cubicBezTo>
                  <a:pt x="370692" y="234696"/>
                  <a:pt x="362250" y="230505"/>
                  <a:pt x="355231" y="227648"/>
                </a:cubicBezTo>
                <a:cubicBezTo>
                  <a:pt x="351058" y="226219"/>
                  <a:pt x="349635" y="223361"/>
                  <a:pt x="349635" y="219170"/>
                </a:cubicBezTo>
                <a:lnTo>
                  <a:pt x="349635" y="206407"/>
                </a:lnTo>
                <a:lnTo>
                  <a:pt x="315961" y="206407"/>
                </a:lnTo>
                <a:lnTo>
                  <a:pt x="315961" y="219170"/>
                </a:lnTo>
                <a:cubicBezTo>
                  <a:pt x="315961" y="223456"/>
                  <a:pt x="313116" y="226219"/>
                  <a:pt x="310365" y="227648"/>
                </a:cubicBezTo>
                <a:cubicBezTo>
                  <a:pt x="301923" y="230505"/>
                  <a:pt x="294903" y="234696"/>
                  <a:pt x="289307" y="240411"/>
                </a:cubicBezTo>
                <a:cubicBezTo>
                  <a:pt x="286461" y="241840"/>
                  <a:pt x="282288" y="241840"/>
                  <a:pt x="279442" y="240411"/>
                </a:cubicBezTo>
                <a:lnTo>
                  <a:pt x="268249" y="234696"/>
                </a:lnTo>
                <a:lnTo>
                  <a:pt x="251365" y="263081"/>
                </a:lnTo>
                <a:lnTo>
                  <a:pt x="262558" y="270129"/>
                </a:lnTo>
                <a:cubicBezTo>
                  <a:pt x="265404" y="271558"/>
                  <a:pt x="266732" y="275749"/>
                  <a:pt x="266732" y="278606"/>
                </a:cubicBezTo>
                <a:cubicBezTo>
                  <a:pt x="265309" y="282892"/>
                  <a:pt x="265309" y="287084"/>
                  <a:pt x="265309" y="291370"/>
                </a:cubicBezTo>
                <a:lnTo>
                  <a:pt x="265309" y="304133"/>
                </a:lnTo>
                <a:cubicBezTo>
                  <a:pt x="266732" y="306991"/>
                  <a:pt x="265309" y="311182"/>
                  <a:pt x="262463" y="312611"/>
                </a:cubicBezTo>
                <a:lnTo>
                  <a:pt x="251270" y="319659"/>
                </a:lnTo>
                <a:lnTo>
                  <a:pt x="268154" y="348044"/>
                </a:lnTo>
                <a:lnTo>
                  <a:pt x="279347" y="342329"/>
                </a:lnTo>
                <a:cubicBezTo>
                  <a:pt x="282193" y="340900"/>
                  <a:pt x="286367" y="340900"/>
                  <a:pt x="289212" y="343757"/>
                </a:cubicBezTo>
                <a:cubicBezTo>
                  <a:pt x="294809" y="348044"/>
                  <a:pt x="301828" y="352235"/>
                  <a:pt x="310270" y="355092"/>
                </a:cubicBezTo>
                <a:cubicBezTo>
                  <a:pt x="313116" y="356521"/>
                  <a:pt x="315866" y="359378"/>
                  <a:pt x="315866" y="363569"/>
                </a:cubicBezTo>
                <a:lnTo>
                  <a:pt x="315866" y="376333"/>
                </a:lnTo>
                <a:lnTo>
                  <a:pt x="349540" y="376333"/>
                </a:lnTo>
                <a:lnTo>
                  <a:pt x="349540" y="363569"/>
                </a:lnTo>
                <a:cubicBezTo>
                  <a:pt x="349540" y="359283"/>
                  <a:pt x="350963" y="356521"/>
                  <a:pt x="355136" y="355092"/>
                </a:cubicBezTo>
                <a:cubicBezTo>
                  <a:pt x="362156" y="352235"/>
                  <a:pt x="370598" y="348044"/>
                  <a:pt x="376194" y="343757"/>
                </a:cubicBezTo>
                <a:cubicBezTo>
                  <a:pt x="379040" y="340900"/>
                  <a:pt x="383213" y="340900"/>
                  <a:pt x="386059" y="342329"/>
                </a:cubicBezTo>
                <a:lnTo>
                  <a:pt x="397252" y="348044"/>
                </a:lnTo>
                <a:lnTo>
                  <a:pt x="414136" y="319659"/>
                </a:lnTo>
                <a:lnTo>
                  <a:pt x="402943" y="312611"/>
                </a:lnTo>
                <a:cubicBezTo>
                  <a:pt x="400097" y="311182"/>
                  <a:pt x="397347" y="306991"/>
                  <a:pt x="398769" y="304133"/>
                </a:cubicBezTo>
                <a:cubicBezTo>
                  <a:pt x="398769" y="299847"/>
                  <a:pt x="400192" y="295656"/>
                  <a:pt x="400192" y="291370"/>
                </a:cubicBezTo>
                <a:cubicBezTo>
                  <a:pt x="400192" y="287084"/>
                  <a:pt x="398769" y="282892"/>
                  <a:pt x="398769" y="278606"/>
                </a:cubicBezTo>
                <a:cubicBezTo>
                  <a:pt x="397347" y="275749"/>
                  <a:pt x="400192" y="271558"/>
                  <a:pt x="402943" y="270129"/>
                </a:cubicBezTo>
                <a:close/>
                <a:moveTo>
                  <a:pt x="374581" y="291370"/>
                </a:moveTo>
                <a:cubicBezTo>
                  <a:pt x="374581" y="315182"/>
                  <a:pt x="355041" y="333280"/>
                  <a:pt x="332845" y="333280"/>
                </a:cubicBezTo>
                <a:cubicBezTo>
                  <a:pt x="309132" y="333280"/>
                  <a:pt x="291109" y="315087"/>
                  <a:pt x="291109" y="291370"/>
                </a:cubicBezTo>
                <a:cubicBezTo>
                  <a:pt x="291109" y="267653"/>
                  <a:pt x="309227" y="249460"/>
                  <a:pt x="332845" y="249460"/>
                </a:cubicBezTo>
                <a:cubicBezTo>
                  <a:pt x="355136" y="249460"/>
                  <a:pt x="374581" y="267653"/>
                  <a:pt x="374581" y="291370"/>
                </a:cubicBezTo>
                <a:close/>
                <a:moveTo>
                  <a:pt x="357887" y="291370"/>
                </a:moveTo>
                <a:cubicBezTo>
                  <a:pt x="357887" y="277368"/>
                  <a:pt x="346789" y="266224"/>
                  <a:pt x="332845" y="266224"/>
                </a:cubicBezTo>
                <a:cubicBezTo>
                  <a:pt x="318902" y="266224"/>
                  <a:pt x="307804" y="277368"/>
                  <a:pt x="307804" y="291370"/>
                </a:cubicBezTo>
                <a:cubicBezTo>
                  <a:pt x="307804" y="305371"/>
                  <a:pt x="318902" y="316516"/>
                  <a:pt x="332845" y="316516"/>
                </a:cubicBezTo>
                <a:cubicBezTo>
                  <a:pt x="346789" y="316516"/>
                  <a:pt x="357887" y="305371"/>
                  <a:pt x="357887" y="29137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6" name="Graphic 133">
            <a:extLst>
              <a:ext uri="{FF2B5EF4-FFF2-40B4-BE49-F238E27FC236}">
                <a16:creationId xmlns:a16="http://schemas.microsoft.com/office/drawing/2014/main" id="{D6ED85D2-DB92-A86D-93A9-2EFFA7E4EB6A}"/>
              </a:ext>
            </a:extLst>
          </p:cNvPr>
          <p:cNvSpPr/>
          <p:nvPr/>
        </p:nvSpPr>
        <p:spPr>
          <a:xfrm>
            <a:off x="7845938" y="775750"/>
            <a:ext cx="577277" cy="523240"/>
          </a:xfrm>
          <a:custGeom>
            <a:avLst/>
            <a:gdLst>
              <a:gd name="connsiteX0" fmla="*/ 362345 w 434113"/>
              <a:gd name="connsiteY0" fmla="*/ 0 h 393477"/>
              <a:gd name="connsiteX1" fmla="*/ 42115 w 434113"/>
              <a:gd name="connsiteY1" fmla="*/ 0 h 393477"/>
              <a:gd name="connsiteX2" fmla="*/ 0 w 434113"/>
              <a:gd name="connsiteY2" fmla="*/ 42386 h 393477"/>
              <a:gd name="connsiteX3" fmla="*/ 0 w 434113"/>
              <a:gd name="connsiteY3" fmla="*/ 279844 h 393477"/>
              <a:gd name="connsiteX4" fmla="*/ 42115 w 434113"/>
              <a:gd name="connsiteY4" fmla="*/ 322231 h 393477"/>
              <a:gd name="connsiteX5" fmla="*/ 203653 w 434113"/>
              <a:gd name="connsiteY5" fmla="*/ 322231 h 393477"/>
              <a:gd name="connsiteX6" fmla="*/ 212095 w 434113"/>
              <a:gd name="connsiteY6" fmla="*/ 313754 h 393477"/>
              <a:gd name="connsiteX7" fmla="*/ 203653 w 434113"/>
              <a:gd name="connsiteY7" fmla="*/ 305276 h 393477"/>
              <a:gd name="connsiteX8" fmla="*/ 42115 w 434113"/>
              <a:gd name="connsiteY8" fmla="*/ 305276 h 393477"/>
              <a:gd name="connsiteX9" fmla="*/ 16789 w 434113"/>
              <a:gd name="connsiteY9" fmla="*/ 279844 h 393477"/>
              <a:gd name="connsiteX10" fmla="*/ 16789 w 434113"/>
              <a:gd name="connsiteY10" fmla="*/ 102013 h 393477"/>
              <a:gd name="connsiteX11" fmla="*/ 387577 w 434113"/>
              <a:gd name="connsiteY11" fmla="*/ 102013 h 393477"/>
              <a:gd name="connsiteX12" fmla="*/ 387577 w 434113"/>
              <a:gd name="connsiteY12" fmla="*/ 169640 h 393477"/>
              <a:gd name="connsiteX13" fmla="*/ 396019 w 434113"/>
              <a:gd name="connsiteY13" fmla="*/ 178117 h 393477"/>
              <a:gd name="connsiteX14" fmla="*/ 404461 w 434113"/>
              <a:gd name="connsiteY14" fmla="*/ 169640 h 393477"/>
              <a:gd name="connsiteX15" fmla="*/ 404461 w 434113"/>
              <a:gd name="connsiteY15" fmla="*/ 42386 h 393477"/>
              <a:gd name="connsiteX16" fmla="*/ 362345 w 434113"/>
              <a:gd name="connsiteY16" fmla="*/ 0 h 393477"/>
              <a:gd name="connsiteX17" fmla="*/ 16884 w 434113"/>
              <a:gd name="connsiteY17" fmla="*/ 84868 h 393477"/>
              <a:gd name="connsiteX18" fmla="*/ 16884 w 434113"/>
              <a:gd name="connsiteY18" fmla="*/ 42386 h 393477"/>
              <a:gd name="connsiteX19" fmla="*/ 42210 w 434113"/>
              <a:gd name="connsiteY19" fmla="*/ 16954 h 393477"/>
              <a:gd name="connsiteX20" fmla="*/ 362440 w 434113"/>
              <a:gd name="connsiteY20" fmla="*/ 16954 h 393477"/>
              <a:gd name="connsiteX21" fmla="*/ 387766 w 434113"/>
              <a:gd name="connsiteY21" fmla="*/ 42386 h 393477"/>
              <a:gd name="connsiteX22" fmla="*/ 387766 w 434113"/>
              <a:gd name="connsiteY22" fmla="*/ 84868 h 393477"/>
              <a:gd name="connsiteX23" fmla="*/ 16979 w 434113"/>
              <a:gd name="connsiteY23" fmla="*/ 84868 h 393477"/>
              <a:gd name="connsiteX24" fmla="*/ 84516 w 434113"/>
              <a:gd name="connsiteY24" fmla="*/ 51054 h 393477"/>
              <a:gd name="connsiteX25" fmla="*/ 67442 w 434113"/>
              <a:gd name="connsiteY25" fmla="*/ 67723 h 393477"/>
              <a:gd name="connsiteX26" fmla="*/ 50368 w 434113"/>
              <a:gd name="connsiteY26" fmla="*/ 51054 h 393477"/>
              <a:gd name="connsiteX27" fmla="*/ 67442 w 434113"/>
              <a:gd name="connsiteY27" fmla="*/ 34385 h 393477"/>
              <a:gd name="connsiteX28" fmla="*/ 84516 w 434113"/>
              <a:gd name="connsiteY28" fmla="*/ 51054 h 393477"/>
              <a:gd name="connsiteX29" fmla="*/ 134789 w 434113"/>
              <a:gd name="connsiteY29" fmla="*/ 51054 h 393477"/>
              <a:gd name="connsiteX30" fmla="*/ 117715 w 434113"/>
              <a:gd name="connsiteY30" fmla="*/ 67723 h 393477"/>
              <a:gd name="connsiteX31" fmla="*/ 100641 w 434113"/>
              <a:gd name="connsiteY31" fmla="*/ 51054 h 393477"/>
              <a:gd name="connsiteX32" fmla="*/ 117715 w 434113"/>
              <a:gd name="connsiteY32" fmla="*/ 34385 h 393477"/>
              <a:gd name="connsiteX33" fmla="*/ 134789 w 434113"/>
              <a:gd name="connsiteY33" fmla="*/ 51054 h 393477"/>
              <a:gd name="connsiteX34" fmla="*/ 185156 w 434113"/>
              <a:gd name="connsiteY34" fmla="*/ 51054 h 393477"/>
              <a:gd name="connsiteX35" fmla="*/ 168557 w 434113"/>
              <a:gd name="connsiteY35" fmla="*/ 67723 h 393477"/>
              <a:gd name="connsiteX36" fmla="*/ 151957 w 434113"/>
              <a:gd name="connsiteY36" fmla="*/ 51054 h 393477"/>
              <a:gd name="connsiteX37" fmla="*/ 168557 w 434113"/>
              <a:gd name="connsiteY37" fmla="*/ 34385 h 393477"/>
              <a:gd name="connsiteX38" fmla="*/ 185156 w 434113"/>
              <a:gd name="connsiteY38" fmla="*/ 51054 h 393477"/>
              <a:gd name="connsiteX39" fmla="*/ 432538 w 434113"/>
              <a:gd name="connsiteY39" fmla="*/ 319754 h 393477"/>
              <a:gd name="connsiteX40" fmla="*/ 407212 w 434113"/>
              <a:gd name="connsiteY40" fmla="*/ 365093 h 393477"/>
              <a:gd name="connsiteX41" fmla="*/ 401615 w 434113"/>
              <a:gd name="connsiteY41" fmla="*/ 367951 h 393477"/>
              <a:gd name="connsiteX42" fmla="*/ 396019 w 434113"/>
              <a:gd name="connsiteY42" fmla="*/ 367951 h 393477"/>
              <a:gd name="connsiteX43" fmla="*/ 381980 w 434113"/>
              <a:gd name="connsiteY43" fmla="*/ 359473 h 393477"/>
              <a:gd name="connsiteX44" fmla="*/ 366519 w 434113"/>
              <a:gd name="connsiteY44" fmla="*/ 369380 h 393477"/>
              <a:gd name="connsiteX45" fmla="*/ 366519 w 434113"/>
              <a:gd name="connsiteY45" fmla="*/ 385000 h 393477"/>
              <a:gd name="connsiteX46" fmla="*/ 358077 w 434113"/>
              <a:gd name="connsiteY46" fmla="*/ 393478 h 393477"/>
              <a:gd name="connsiteX47" fmla="*/ 307519 w 434113"/>
              <a:gd name="connsiteY47" fmla="*/ 393478 h 393477"/>
              <a:gd name="connsiteX48" fmla="*/ 299077 w 434113"/>
              <a:gd name="connsiteY48" fmla="*/ 385000 h 393477"/>
              <a:gd name="connsiteX49" fmla="*/ 299077 w 434113"/>
              <a:gd name="connsiteY49" fmla="*/ 369380 h 393477"/>
              <a:gd name="connsiteX50" fmla="*/ 282193 w 434113"/>
              <a:gd name="connsiteY50" fmla="*/ 359473 h 393477"/>
              <a:gd name="connsiteX51" fmla="*/ 268154 w 434113"/>
              <a:gd name="connsiteY51" fmla="*/ 367951 h 393477"/>
              <a:gd name="connsiteX52" fmla="*/ 256962 w 434113"/>
              <a:gd name="connsiteY52" fmla="*/ 365093 h 393477"/>
              <a:gd name="connsiteX53" fmla="*/ 231635 w 434113"/>
              <a:gd name="connsiteY53" fmla="*/ 319754 h 393477"/>
              <a:gd name="connsiteX54" fmla="*/ 234481 w 434113"/>
              <a:gd name="connsiteY54" fmla="*/ 308419 h 393477"/>
              <a:gd name="connsiteX55" fmla="*/ 248519 w 434113"/>
              <a:gd name="connsiteY55" fmla="*/ 301371 h 393477"/>
              <a:gd name="connsiteX56" fmla="*/ 248519 w 434113"/>
              <a:gd name="connsiteY56" fmla="*/ 281559 h 393477"/>
              <a:gd name="connsiteX57" fmla="*/ 235904 w 434113"/>
              <a:gd name="connsiteY57" fmla="*/ 274511 h 393477"/>
              <a:gd name="connsiteX58" fmla="*/ 231730 w 434113"/>
              <a:gd name="connsiteY58" fmla="*/ 263176 h 393477"/>
              <a:gd name="connsiteX59" fmla="*/ 257056 w 434113"/>
              <a:gd name="connsiteY59" fmla="*/ 217837 h 393477"/>
              <a:gd name="connsiteX60" fmla="*/ 269672 w 434113"/>
              <a:gd name="connsiteY60" fmla="*/ 214979 h 393477"/>
              <a:gd name="connsiteX61" fmla="*/ 282288 w 434113"/>
              <a:gd name="connsiteY61" fmla="*/ 223456 h 393477"/>
              <a:gd name="connsiteX62" fmla="*/ 299172 w 434113"/>
              <a:gd name="connsiteY62" fmla="*/ 213550 h 393477"/>
              <a:gd name="connsiteX63" fmla="*/ 299172 w 434113"/>
              <a:gd name="connsiteY63" fmla="*/ 197929 h 393477"/>
              <a:gd name="connsiteX64" fmla="*/ 307614 w 434113"/>
              <a:gd name="connsiteY64" fmla="*/ 189452 h 393477"/>
              <a:gd name="connsiteX65" fmla="*/ 358172 w 434113"/>
              <a:gd name="connsiteY65" fmla="*/ 189452 h 393477"/>
              <a:gd name="connsiteX66" fmla="*/ 366614 w 434113"/>
              <a:gd name="connsiteY66" fmla="*/ 197929 h 393477"/>
              <a:gd name="connsiteX67" fmla="*/ 366614 w 434113"/>
              <a:gd name="connsiteY67" fmla="*/ 213550 h 393477"/>
              <a:gd name="connsiteX68" fmla="*/ 382075 w 434113"/>
              <a:gd name="connsiteY68" fmla="*/ 223456 h 393477"/>
              <a:gd name="connsiteX69" fmla="*/ 396114 w 434113"/>
              <a:gd name="connsiteY69" fmla="*/ 214979 h 393477"/>
              <a:gd name="connsiteX70" fmla="*/ 401710 w 434113"/>
              <a:gd name="connsiteY70" fmla="*/ 214979 h 393477"/>
              <a:gd name="connsiteX71" fmla="*/ 407306 w 434113"/>
              <a:gd name="connsiteY71" fmla="*/ 217837 h 393477"/>
              <a:gd name="connsiteX72" fmla="*/ 432633 w 434113"/>
              <a:gd name="connsiteY72" fmla="*/ 263176 h 393477"/>
              <a:gd name="connsiteX73" fmla="*/ 429787 w 434113"/>
              <a:gd name="connsiteY73" fmla="*/ 274511 h 393477"/>
              <a:gd name="connsiteX74" fmla="*/ 415748 w 434113"/>
              <a:gd name="connsiteY74" fmla="*/ 281559 h 393477"/>
              <a:gd name="connsiteX75" fmla="*/ 417171 w 434113"/>
              <a:gd name="connsiteY75" fmla="*/ 291465 h 393477"/>
              <a:gd name="connsiteX76" fmla="*/ 415748 w 434113"/>
              <a:gd name="connsiteY76" fmla="*/ 301371 h 393477"/>
              <a:gd name="connsiteX77" fmla="*/ 429787 w 434113"/>
              <a:gd name="connsiteY77" fmla="*/ 308419 h 393477"/>
              <a:gd name="connsiteX78" fmla="*/ 432633 w 434113"/>
              <a:gd name="connsiteY78" fmla="*/ 319754 h 393477"/>
              <a:gd name="connsiteX79" fmla="*/ 403038 w 434113"/>
              <a:gd name="connsiteY79" fmla="*/ 270129 h 393477"/>
              <a:gd name="connsiteX80" fmla="*/ 414231 w 434113"/>
              <a:gd name="connsiteY80" fmla="*/ 263081 h 393477"/>
              <a:gd name="connsiteX81" fmla="*/ 397347 w 434113"/>
              <a:gd name="connsiteY81" fmla="*/ 234696 h 393477"/>
              <a:gd name="connsiteX82" fmla="*/ 386154 w 434113"/>
              <a:gd name="connsiteY82" fmla="*/ 240411 h 393477"/>
              <a:gd name="connsiteX83" fmla="*/ 376289 w 434113"/>
              <a:gd name="connsiteY83" fmla="*/ 240411 h 393477"/>
              <a:gd name="connsiteX84" fmla="*/ 355231 w 434113"/>
              <a:gd name="connsiteY84" fmla="*/ 227648 h 393477"/>
              <a:gd name="connsiteX85" fmla="*/ 349635 w 434113"/>
              <a:gd name="connsiteY85" fmla="*/ 219170 h 393477"/>
              <a:gd name="connsiteX86" fmla="*/ 349635 w 434113"/>
              <a:gd name="connsiteY86" fmla="*/ 206407 h 393477"/>
              <a:gd name="connsiteX87" fmla="*/ 315961 w 434113"/>
              <a:gd name="connsiteY87" fmla="*/ 206407 h 393477"/>
              <a:gd name="connsiteX88" fmla="*/ 315961 w 434113"/>
              <a:gd name="connsiteY88" fmla="*/ 219170 h 393477"/>
              <a:gd name="connsiteX89" fmla="*/ 310365 w 434113"/>
              <a:gd name="connsiteY89" fmla="*/ 227648 h 393477"/>
              <a:gd name="connsiteX90" fmla="*/ 289307 w 434113"/>
              <a:gd name="connsiteY90" fmla="*/ 240411 h 393477"/>
              <a:gd name="connsiteX91" fmla="*/ 279442 w 434113"/>
              <a:gd name="connsiteY91" fmla="*/ 240411 h 393477"/>
              <a:gd name="connsiteX92" fmla="*/ 268249 w 434113"/>
              <a:gd name="connsiteY92" fmla="*/ 234696 h 393477"/>
              <a:gd name="connsiteX93" fmla="*/ 251365 w 434113"/>
              <a:gd name="connsiteY93" fmla="*/ 263081 h 393477"/>
              <a:gd name="connsiteX94" fmla="*/ 262558 w 434113"/>
              <a:gd name="connsiteY94" fmla="*/ 270129 h 393477"/>
              <a:gd name="connsiteX95" fmla="*/ 266732 w 434113"/>
              <a:gd name="connsiteY95" fmla="*/ 278606 h 393477"/>
              <a:gd name="connsiteX96" fmla="*/ 265309 w 434113"/>
              <a:gd name="connsiteY96" fmla="*/ 291370 h 393477"/>
              <a:gd name="connsiteX97" fmla="*/ 265309 w 434113"/>
              <a:gd name="connsiteY97" fmla="*/ 304133 h 393477"/>
              <a:gd name="connsiteX98" fmla="*/ 262463 w 434113"/>
              <a:gd name="connsiteY98" fmla="*/ 312611 h 393477"/>
              <a:gd name="connsiteX99" fmla="*/ 251270 w 434113"/>
              <a:gd name="connsiteY99" fmla="*/ 319659 h 393477"/>
              <a:gd name="connsiteX100" fmla="*/ 268154 w 434113"/>
              <a:gd name="connsiteY100" fmla="*/ 348044 h 393477"/>
              <a:gd name="connsiteX101" fmla="*/ 279347 w 434113"/>
              <a:gd name="connsiteY101" fmla="*/ 342329 h 393477"/>
              <a:gd name="connsiteX102" fmla="*/ 289212 w 434113"/>
              <a:gd name="connsiteY102" fmla="*/ 343757 h 393477"/>
              <a:gd name="connsiteX103" fmla="*/ 310270 w 434113"/>
              <a:gd name="connsiteY103" fmla="*/ 355092 h 393477"/>
              <a:gd name="connsiteX104" fmla="*/ 315866 w 434113"/>
              <a:gd name="connsiteY104" fmla="*/ 363569 h 393477"/>
              <a:gd name="connsiteX105" fmla="*/ 315866 w 434113"/>
              <a:gd name="connsiteY105" fmla="*/ 376333 h 393477"/>
              <a:gd name="connsiteX106" fmla="*/ 349540 w 434113"/>
              <a:gd name="connsiteY106" fmla="*/ 376333 h 393477"/>
              <a:gd name="connsiteX107" fmla="*/ 349540 w 434113"/>
              <a:gd name="connsiteY107" fmla="*/ 363569 h 393477"/>
              <a:gd name="connsiteX108" fmla="*/ 355136 w 434113"/>
              <a:gd name="connsiteY108" fmla="*/ 355092 h 393477"/>
              <a:gd name="connsiteX109" fmla="*/ 376194 w 434113"/>
              <a:gd name="connsiteY109" fmla="*/ 343757 h 393477"/>
              <a:gd name="connsiteX110" fmla="*/ 386059 w 434113"/>
              <a:gd name="connsiteY110" fmla="*/ 342329 h 393477"/>
              <a:gd name="connsiteX111" fmla="*/ 397252 w 434113"/>
              <a:gd name="connsiteY111" fmla="*/ 348044 h 393477"/>
              <a:gd name="connsiteX112" fmla="*/ 414136 w 434113"/>
              <a:gd name="connsiteY112" fmla="*/ 319659 h 393477"/>
              <a:gd name="connsiteX113" fmla="*/ 402943 w 434113"/>
              <a:gd name="connsiteY113" fmla="*/ 312611 h 393477"/>
              <a:gd name="connsiteX114" fmla="*/ 398769 w 434113"/>
              <a:gd name="connsiteY114" fmla="*/ 304133 h 393477"/>
              <a:gd name="connsiteX115" fmla="*/ 400192 w 434113"/>
              <a:gd name="connsiteY115" fmla="*/ 291370 h 393477"/>
              <a:gd name="connsiteX116" fmla="*/ 398769 w 434113"/>
              <a:gd name="connsiteY116" fmla="*/ 278606 h 393477"/>
              <a:gd name="connsiteX117" fmla="*/ 402943 w 434113"/>
              <a:gd name="connsiteY117" fmla="*/ 270129 h 393477"/>
              <a:gd name="connsiteX118" fmla="*/ 374581 w 434113"/>
              <a:gd name="connsiteY118" fmla="*/ 291370 h 393477"/>
              <a:gd name="connsiteX119" fmla="*/ 332845 w 434113"/>
              <a:gd name="connsiteY119" fmla="*/ 333280 h 393477"/>
              <a:gd name="connsiteX120" fmla="*/ 291109 w 434113"/>
              <a:gd name="connsiteY120" fmla="*/ 291370 h 393477"/>
              <a:gd name="connsiteX121" fmla="*/ 332845 w 434113"/>
              <a:gd name="connsiteY121" fmla="*/ 249460 h 393477"/>
              <a:gd name="connsiteX122" fmla="*/ 374581 w 434113"/>
              <a:gd name="connsiteY122" fmla="*/ 291370 h 393477"/>
              <a:gd name="connsiteX123" fmla="*/ 357887 w 434113"/>
              <a:gd name="connsiteY123" fmla="*/ 291370 h 393477"/>
              <a:gd name="connsiteX124" fmla="*/ 332845 w 434113"/>
              <a:gd name="connsiteY124" fmla="*/ 266224 h 393477"/>
              <a:gd name="connsiteX125" fmla="*/ 307804 w 434113"/>
              <a:gd name="connsiteY125" fmla="*/ 291370 h 393477"/>
              <a:gd name="connsiteX126" fmla="*/ 332845 w 434113"/>
              <a:gd name="connsiteY126" fmla="*/ 316516 h 393477"/>
              <a:gd name="connsiteX127" fmla="*/ 357887 w 434113"/>
              <a:gd name="connsiteY127" fmla="*/ 291370 h 39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434113" h="393477">
                <a:moveTo>
                  <a:pt x="362345" y="0"/>
                </a:moveTo>
                <a:lnTo>
                  <a:pt x="42115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5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5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884" y="84868"/>
                </a:moveTo>
                <a:lnTo>
                  <a:pt x="16884" y="42386"/>
                </a:lnTo>
                <a:cubicBezTo>
                  <a:pt x="16884" y="28289"/>
                  <a:pt x="28077" y="16954"/>
                  <a:pt x="42210" y="16954"/>
                </a:cubicBezTo>
                <a:lnTo>
                  <a:pt x="362440" y="16954"/>
                </a:lnTo>
                <a:cubicBezTo>
                  <a:pt x="376479" y="16954"/>
                  <a:pt x="387766" y="28289"/>
                  <a:pt x="387766" y="42386"/>
                </a:cubicBezTo>
                <a:lnTo>
                  <a:pt x="387766" y="84868"/>
                </a:lnTo>
                <a:lnTo>
                  <a:pt x="16979" y="84868"/>
                </a:lnTo>
                <a:close/>
                <a:moveTo>
                  <a:pt x="84516" y="51054"/>
                </a:moveTo>
                <a:cubicBezTo>
                  <a:pt x="84516" y="60293"/>
                  <a:pt x="76832" y="67723"/>
                  <a:pt x="67442" y="67723"/>
                </a:cubicBezTo>
                <a:cubicBezTo>
                  <a:pt x="58051" y="67723"/>
                  <a:pt x="50368" y="60293"/>
                  <a:pt x="50368" y="51054"/>
                </a:cubicBezTo>
                <a:cubicBezTo>
                  <a:pt x="50368" y="41815"/>
                  <a:pt x="58051" y="34385"/>
                  <a:pt x="67442" y="34385"/>
                </a:cubicBezTo>
                <a:cubicBezTo>
                  <a:pt x="76832" y="34385"/>
                  <a:pt x="84516" y="41815"/>
                  <a:pt x="84516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156" y="51054"/>
                </a:moveTo>
                <a:cubicBezTo>
                  <a:pt x="185156" y="60293"/>
                  <a:pt x="177758" y="67723"/>
                  <a:pt x="168557" y="67723"/>
                </a:cubicBezTo>
                <a:cubicBezTo>
                  <a:pt x="159356" y="67723"/>
                  <a:pt x="151957" y="60293"/>
                  <a:pt x="151957" y="51054"/>
                </a:cubicBezTo>
                <a:cubicBezTo>
                  <a:pt x="151957" y="41815"/>
                  <a:pt x="159356" y="34385"/>
                  <a:pt x="168557" y="34385"/>
                </a:cubicBezTo>
                <a:cubicBezTo>
                  <a:pt x="177758" y="34385"/>
                  <a:pt x="185156" y="41815"/>
                  <a:pt x="185156" y="51054"/>
                </a:cubicBezTo>
                <a:close/>
                <a:moveTo>
                  <a:pt x="432538" y="319754"/>
                </a:moveTo>
                <a:lnTo>
                  <a:pt x="407212" y="365093"/>
                </a:lnTo>
                <a:cubicBezTo>
                  <a:pt x="405789" y="366522"/>
                  <a:pt x="404366" y="367951"/>
                  <a:pt x="401615" y="367951"/>
                </a:cubicBezTo>
                <a:cubicBezTo>
                  <a:pt x="400192" y="369380"/>
                  <a:pt x="397442" y="369380"/>
                  <a:pt x="396019" y="367951"/>
                </a:cubicBezTo>
                <a:lnTo>
                  <a:pt x="381980" y="359473"/>
                </a:lnTo>
                <a:cubicBezTo>
                  <a:pt x="377807" y="363760"/>
                  <a:pt x="372115" y="366522"/>
                  <a:pt x="366519" y="369380"/>
                </a:cubicBezTo>
                <a:lnTo>
                  <a:pt x="366519" y="385000"/>
                </a:lnTo>
                <a:cubicBezTo>
                  <a:pt x="366519" y="389287"/>
                  <a:pt x="362345" y="393478"/>
                  <a:pt x="358077" y="393478"/>
                </a:cubicBezTo>
                <a:lnTo>
                  <a:pt x="307519" y="393478"/>
                </a:lnTo>
                <a:cubicBezTo>
                  <a:pt x="303346" y="393478"/>
                  <a:pt x="299077" y="389192"/>
                  <a:pt x="299077" y="385000"/>
                </a:cubicBezTo>
                <a:lnTo>
                  <a:pt x="299077" y="369380"/>
                </a:lnTo>
                <a:cubicBezTo>
                  <a:pt x="293481" y="366522"/>
                  <a:pt x="287884" y="363665"/>
                  <a:pt x="282193" y="359473"/>
                </a:cubicBezTo>
                <a:lnTo>
                  <a:pt x="268154" y="367951"/>
                </a:lnTo>
                <a:cubicBezTo>
                  <a:pt x="265309" y="369380"/>
                  <a:pt x="259712" y="367951"/>
                  <a:pt x="256962" y="365093"/>
                </a:cubicBezTo>
                <a:lnTo>
                  <a:pt x="231635" y="319754"/>
                </a:lnTo>
                <a:cubicBezTo>
                  <a:pt x="230213" y="316897"/>
                  <a:pt x="231635" y="311277"/>
                  <a:pt x="234481" y="308419"/>
                </a:cubicBezTo>
                <a:lnTo>
                  <a:pt x="248519" y="301371"/>
                </a:lnTo>
                <a:lnTo>
                  <a:pt x="248519" y="281559"/>
                </a:lnTo>
                <a:lnTo>
                  <a:pt x="235904" y="274511"/>
                </a:lnTo>
                <a:cubicBezTo>
                  <a:pt x="231730" y="271653"/>
                  <a:pt x="230307" y="266033"/>
                  <a:pt x="231730" y="263176"/>
                </a:cubicBezTo>
                <a:lnTo>
                  <a:pt x="257056" y="217837"/>
                </a:lnTo>
                <a:cubicBezTo>
                  <a:pt x="259902" y="214979"/>
                  <a:pt x="265499" y="213550"/>
                  <a:pt x="269672" y="214979"/>
                </a:cubicBezTo>
                <a:lnTo>
                  <a:pt x="282288" y="223456"/>
                </a:lnTo>
                <a:cubicBezTo>
                  <a:pt x="287884" y="219170"/>
                  <a:pt x="293481" y="216408"/>
                  <a:pt x="299172" y="213550"/>
                </a:cubicBezTo>
                <a:lnTo>
                  <a:pt x="299172" y="197929"/>
                </a:lnTo>
                <a:cubicBezTo>
                  <a:pt x="299172" y="193643"/>
                  <a:pt x="303346" y="189452"/>
                  <a:pt x="307614" y="189452"/>
                </a:cubicBezTo>
                <a:lnTo>
                  <a:pt x="358172" y="189452"/>
                </a:lnTo>
                <a:cubicBezTo>
                  <a:pt x="362345" y="189452"/>
                  <a:pt x="366614" y="193739"/>
                  <a:pt x="366614" y="197929"/>
                </a:cubicBezTo>
                <a:lnTo>
                  <a:pt x="366614" y="213550"/>
                </a:lnTo>
                <a:cubicBezTo>
                  <a:pt x="372210" y="216408"/>
                  <a:pt x="377807" y="219266"/>
                  <a:pt x="382075" y="223456"/>
                </a:cubicBezTo>
                <a:lnTo>
                  <a:pt x="396114" y="214979"/>
                </a:lnTo>
                <a:cubicBezTo>
                  <a:pt x="397536" y="213550"/>
                  <a:pt x="400287" y="213550"/>
                  <a:pt x="401710" y="214979"/>
                </a:cubicBezTo>
                <a:cubicBezTo>
                  <a:pt x="404556" y="214979"/>
                  <a:pt x="405884" y="216408"/>
                  <a:pt x="407306" y="217837"/>
                </a:cubicBezTo>
                <a:lnTo>
                  <a:pt x="432633" y="263176"/>
                </a:lnTo>
                <a:cubicBezTo>
                  <a:pt x="435478" y="266033"/>
                  <a:pt x="434055" y="271653"/>
                  <a:pt x="429787" y="274511"/>
                </a:cubicBezTo>
                <a:lnTo>
                  <a:pt x="415748" y="281559"/>
                </a:lnTo>
                <a:cubicBezTo>
                  <a:pt x="417171" y="285845"/>
                  <a:pt x="417171" y="288608"/>
                  <a:pt x="417171" y="291465"/>
                </a:cubicBezTo>
                <a:cubicBezTo>
                  <a:pt x="417171" y="294323"/>
                  <a:pt x="417171" y="297085"/>
                  <a:pt x="415748" y="301371"/>
                </a:cubicBezTo>
                <a:lnTo>
                  <a:pt x="429787" y="308419"/>
                </a:lnTo>
                <a:cubicBezTo>
                  <a:pt x="433961" y="311277"/>
                  <a:pt x="435383" y="316897"/>
                  <a:pt x="432633" y="319754"/>
                </a:cubicBezTo>
                <a:close/>
                <a:moveTo>
                  <a:pt x="403038" y="270129"/>
                </a:moveTo>
                <a:lnTo>
                  <a:pt x="414231" y="263081"/>
                </a:lnTo>
                <a:lnTo>
                  <a:pt x="397347" y="234696"/>
                </a:lnTo>
                <a:lnTo>
                  <a:pt x="386154" y="240411"/>
                </a:lnTo>
                <a:cubicBezTo>
                  <a:pt x="383308" y="241840"/>
                  <a:pt x="379134" y="241840"/>
                  <a:pt x="376289" y="240411"/>
                </a:cubicBezTo>
                <a:cubicBezTo>
                  <a:pt x="370692" y="234696"/>
                  <a:pt x="362250" y="230505"/>
                  <a:pt x="355231" y="227648"/>
                </a:cubicBezTo>
                <a:cubicBezTo>
                  <a:pt x="351058" y="226219"/>
                  <a:pt x="349635" y="223361"/>
                  <a:pt x="349635" y="219170"/>
                </a:cubicBezTo>
                <a:lnTo>
                  <a:pt x="349635" y="206407"/>
                </a:lnTo>
                <a:lnTo>
                  <a:pt x="315961" y="206407"/>
                </a:lnTo>
                <a:lnTo>
                  <a:pt x="315961" y="219170"/>
                </a:lnTo>
                <a:cubicBezTo>
                  <a:pt x="315961" y="223456"/>
                  <a:pt x="313116" y="226219"/>
                  <a:pt x="310365" y="227648"/>
                </a:cubicBezTo>
                <a:cubicBezTo>
                  <a:pt x="301923" y="230505"/>
                  <a:pt x="294903" y="234696"/>
                  <a:pt x="289307" y="240411"/>
                </a:cubicBezTo>
                <a:cubicBezTo>
                  <a:pt x="286461" y="241840"/>
                  <a:pt x="282288" y="241840"/>
                  <a:pt x="279442" y="240411"/>
                </a:cubicBezTo>
                <a:lnTo>
                  <a:pt x="268249" y="234696"/>
                </a:lnTo>
                <a:lnTo>
                  <a:pt x="251365" y="263081"/>
                </a:lnTo>
                <a:lnTo>
                  <a:pt x="262558" y="270129"/>
                </a:lnTo>
                <a:cubicBezTo>
                  <a:pt x="265404" y="271558"/>
                  <a:pt x="266732" y="275749"/>
                  <a:pt x="266732" y="278606"/>
                </a:cubicBezTo>
                <a:cubicBezTo>
                  <a:pt x="265309" y="282892"/>
                  <a:pt x="265309" y="287084"/>
                  <a:pt x="265309" y="291370"/>
                </a:cubicBezTo>
                <a:lnTo>
                  <a:pt x="265309" y="304133"/>
                </a:lnTo>
                <a:cubicBezTo>
                  <a:pt x="266732" y="306991"/>
                  <a:pt x="265309" y="311182"/>
                  <a:pt x="262463" y="312611"/>
                </a:cubicBezTo>
                <a:lnTo>
                  <a:pt x="251270" y="319659"/>
                </a:lnTo>
                <a:lnTo>
                  <a:pt x="268154" y="348044"/>
                </a:lnTo>
                <a:lnTo>
                  <a:pt x="279347" y="342329"/>
                </a:lnTo>
                <a:cubicBezTo>
                  <a:pt x="282193" y="340900"/>
                  <a:pt x="286367" y="340900"/>
                  <a:pt x="289212" y="343757"/>
                </a:cubicBezTo>
                <a:cubicBezTo>
                  <a:pt x="294809" y="348044"/>
                  <a:pt x="301828" y="352235"/>
                  <a:pt x="310270" y="355092"/>
                </a:cubicBezTo>
                <a:cubicBezTo>
                  <a:pt x="313116" y="356521"/>
                  <a:pt x="315866" y="359378"/>
                  <a:pt x="315866" y="363569"/>
                </a:cubicBezTo>
                <a:lnTo>
                  <a:pt x="315866" y="376333"/>
                </a:lnTo>
                <a:lnTo>
                  <a:pt x="349540" y="376333"/>
                </a:lnTo>
                <a:lnTo>
                  <a:pt x="349540" y="363569"/>
                </a:lnTo>
                <a:cubicBezTo>
                  <a:pt x="349540" y="359283"/>
                  <a:pt x="350963" y="356521"/>
                  <a:pt x="355136" y="355092"/>
                </a:cubicBezTo>
                <a:cubicBezTo>
                  <a:pt x="362156" y="352235"/>
                  <a:pt x="370598" y="348044"/>
                  <a:pt x="376194" y="343757"/>
                </a:cubicBezTo>
                <a:cubicBezTo>
                  <a:pt x="379040" y="340900"/>
                  <a:pt x="383213" y="340900"/>
                  <a:pt x="386059" y="342329"/>
                </a:cubicBezTo>
                <a:lnTo>
                  <a:pt x="397252" y="348044"/>
                </a:lnTo>
                <a:lnTo>
                  <a:pt x="414136" y="319659"/>
                </a:lnTo>
                <a:lnTo>
                  <a:pt x="402943" y="312611"/>
                </a:lnTo>
                <a:cubicBezTo>
                  <a:pt x="400097" y="311182"/>
                  <a:pt x="397347" y="306991"/>
                  <a:pt x="398769" y="304133"/>
                </a:cubicBezTo>
                <a:cubicBezTo>
                  <a:pt x="398769" y="299847"/>
                  <a:pt x="400192" y="295656"/>
                  <a:pt x="400192" y="291370"/>
                </a:cubicBezTo>
                <a:cubicBezTo>
                  <a:pt x="400192" y="287084"/>
                  <a:pt x="398769" y="282892"/>
                  <a:pt x="398769" y="278606"/>
                </a:cubicBezTo>
                <a:cubicBezTo>
                  <a:pt x="397347" y="275749"/>
                  <a:pt x="400192" y="271558"/>
                  <a:pt x="402943" y="270129"/>
                </a:cubicBezTo>
                <a:close/>
                <a:moveTo>
                  <a:pt x="374581" y="291370"/>
                </a:moveTo>
                <a:cubicBezTo>
                  <a:pt x="374581" y="315182"/>
                  <a:pt x="355041" y="333280"/>
                  <a:pt x="332845" y="333280"/>
                </a:cubicBezTo>
                <a:cubicBezTo>
                  <a:pt x="309132" y="333280"/>
                  <a:pt x="291109" y="315087"/>
                  <a:pt x="291109" y="291370"/>
                </a:cubicBezTo>
                <a:cubicBezTo>
                  <a:pt x="291109" y="267653"/>
                  <a:pt x="309227" y="249460"/>
                  <a:pt x="332845" y="249460"/>
                </a:cubicBezTo>
                <a:cubicBezTo>
                  <a:pt x="355136" y="249460"/>
                  <a:pt x="374581" y="267653"/>
                  <a:pt x="374581" y="291370"/>
                </a:cubicBezTo>
                <a:close/>
                <a:moveTo>
                  <a:pt x="357887" y="291370"/>
                </a:moveTo>
                <a:cubicBezTo>
                  <a:pt x="357887" y="277368"/>
                  <a:pt x="346789" y="266224"/>
                  <a:pt x="332845" y="266224"/>
                </a:cubicBezTo>
                <a:cubicBezTo>
                  <a:pt x="318902" y="266224"/>
                  <a:pt x="307804" y="277368"/>
                  <a:pt x="307804" y="291370"/>
                </a:cubicBezTo>
                <a:cubicBezTo>
                  <a:pt x="307804" y="305371"/>
                  <a:pt x="318902" y="316516"/>
                  <a:pt x="332845" y="316516"/>
                </a:cubicBezTo>
                <a:cubicBezTo>
                  <a:pt x="346789" y="316516"/>
                  <a:pt x="357887" y="305371"/>
                  <a:pt x="357887" y="29137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7" name="Graphic 133">
            <a:extLst>
              <a:ext uri="{FF2B5EF4-FFF2-40B4-BE49-F238E27FC236}">
                <a16:creationId xmlns:a16="http://schemas.microsoft.com/office/drawing/2014/main" id="{6B2C355A-5D8D-8B31-804C-C2830934434D}"/>
              </a:ext>
            </a:extLst>
          </p:cNvPr>
          <p:cNvSpPr/>
          <p:nvPr/>
        </p:nvSpPr>
        <p:spPr>
          <a:xfrm>
            <a:off x="7054909" y="1418007"/>
            <a:ext cx="577277" cy="523240"/>
          </a:xfrm>
          <a:custGeom>
            <a:avLst/>
            <a:gdLst>
              <a:gd name="connsiteX0" fmla="*/ 362345 w 434113"/>
              <a:gd name="connsiteY0" fmla="*/ 0 h 393477"/>
              <a:gd name="connsiteX1" fmla="*/ 42115 w 434113"/>
              <a:gd name="connsiteY1" fmla="*/ 0 h 393477"/>
              <a:gd name="connsiteX2" fmla="*/ 0 w 434113"/>
              <a:gd name="connsiteY2" fmla="*/ 42386 h 393477"/>
              <a:gd name="connsiteX3" fmla="*/ 0 w 434113"/>
              <a:gd name="connsiteY3" fmla="*/ 279844 h 393477"/>
              <a:gd name="connsiteX4" fmla="*/ 42115 w 434113"/>
              <a:gd name="connsiteY4" fmla="*/ 322231 h 393477"/>
              <a:gd name="connsiteX5" fmla="*/ 203653 w 434113"/>
              <a:gd name="connsiteY5" fmla="*/ 322231 h 393477"/>
              <a:gd name="connsiteX6" fmla="*/ 212095 w 434113"/>
              <a:gd name="connsiteY6" fmla="*/ 313754 h 393477"/>
              <a:gd name="connsiteX7" fmla="*/ 203653 w 434113"/>
              <a:gd name="connsiteY7" fmla="*/ 305276 h 393477"/>
              <a:gd name="connsiteX8" fmla="*/ 42115 w 434113"/>
              <a:gd name="connsiteY8" fmla="*/ 305276 h 393477"/>
              <a:gd name="connsiteX9" fmla="*/ 16789 w 434113"/>
              <a:gd name="connsiteY9" fmla="*/ 279844 h 393477"/>
              <a:gd name="connsiteX10" fmla="*/ 16789 w 434113"/>
              <a:gd name="connsiteY10" fmla="*/ 102013 h 393477"/>
              <a:gd name="connsiteX11" fmla="*/ 387577 w 434113"/>
              <a:gd name="connsiteY11" fmla="*/ 102013 h 393477"/>
              <a:gd name="connsiteX12" fmla="*/ 387577 w 434113"/>
              <a:gd name="connsiteY12" fmla="*/ 169640 h 393477"/>
              <a:gd name="connsiteX13" fmla="*/ 396019 w 434113"/>
              <a:gd name="connsiteY13" fmla="*/ 178117 h 393477"/>
              <a:gd name="connsiteX14" fmla="*/ 404461 w 434113"/>
              <a:gd name="connsiteY14" fmla="*/ 169640 h 393477"/>
              <a:gd name="connsiteX15" fmla="*/ 404461 w 434113"/>
              <a:gd name="connsiteY15" fmla="*/ 42386 h 393477"/>
              <a:gd name="connsiteX16" fmla="*/ 362345 w 434113"/>
              <a:gd name="connsiteY16" fmla="*/ 0 h 393477"/>
              <a:gd name="connsiteX17" fmla="*/ 16884 w 434113"/>
              <a:gd name="connsiteY17" fmla="*/ 84868 h 393477"/>
              <a:gd name="connsiteX18" fmla="*/ 16884 w 434113"/>
              <a:gd name="connsiteY18" fmla="*/ 42386 h 393477"/>
              <a:gd name="connsiteX19" fmla="*/ 42210 w 434113"/>
              <a:gd name="connsiteY19" fmla="*/ 16954 h 393477"/>
              <a:gd name="connsiteX20" fmla="*/ 362440 w 434113"/>
              <a:gd name="connsiteY20" fmla="*/ 16954 h 393477"/>
              <a:gd name="connsiteX21" fmla="*/ 387766 w 434113"/>
              <a:gd name="connsiteY21" fmla="*/ 42386 h 393477"/>
              <a:gd name="connsiteX22" fmla="*/ 387766 w 434113"/>
              <a:gd name="connsiteY22" fmla="*/ 84868 h 393477"/>
              <a:gd name="connsiteX23" fmla="*/ 16979 w 434113"/>
              <a:gd name="connsiteY23" fmla="*/ 84868 h 393477"/>
              <a:gd name="connsiteX24" fmla="*/ 84516 w 434113"/>
              <a:gd name="connsiteY24" fmla="*/ 51054 h 393477"/>
              <a:gd name="connsiteX25" fmla="*/ 67442 w 434113"/>
              <a:gd name="connsiteY25" fmla="*/ 67723 h 393477"/>
              <a:gd name="connsiteX26" fmla="*/ 50368 w 434113"/>
              <a:gd name="connsiteY26" fmla="*/ 51054 h 393477"/>
              <a:gd name="connsiteX27" fmla="*/ 67442 w 434113"/>
              <a:gd name="connsiteY27" fmla="*/ 34385 h 393477"/>
              <a:gd name="connsiteX28" fmla="*/ 84516 w 434113"/>
              <a:gd name="connsiteY28" fmla="*/ 51054 h 393477"/>
              <a:gd name="connsiteX29" fmla="*/ 134789 w 434113"/>
              <a:gd name="connsiteY29" fmla="*/ 51054 h 393477"/>
              <a:gd name="connsiteX30" fmla="*/ 117715 w 434113"/>
              <a:gd name="connsiteY30" fmla="*/ 67723 h 393477"/>
              <a:gd name="connsiteX31" fmla="*/ 100641 w 434113"/>
              <a:gd name="connsiteY31" fmla="*/ 51054 h 393477"/>
              <a:gd name="connsiteX32" fmla="*/ 117715 w 434113"/>
              <a:gd name="connsiteY32" fmla="*/ 34385 h 393477"/>
              <a:gd name="connsiteX33" fmla="*/ 134789 w 434113"/>
              <a:gd name="connsiteY33" fmla="*/ 51054 h 393477"/>
              <a:gd name="connsiteX34" fmla="*/ 185156 w 434113"/>
              <a:gd name="connsiteY34" fmla="*/ 51054 h 393477"/>
              <a:gd name="connsiteX35" fmla="*/ 168557 w 434113"/>
              <a:gd name="connsiteY35" fmla="*/ 67723 h 393477"/>
              <a:gd name="connsiteX36" fmla="*/ 151957 w 434113"/>
              <a:gd name="connsiteY36" fmla="*/ 51054 h 393477"/>
              <a:gd name="connsiteX37" fmla="*/ 168557 w 434113"/>
              <a:gd name="connsiteY37" fmla="*/ 34385 h 393477"/>
              <a:gd name="connsiteX38" fmla="*/ 185156 w 434113"/>
              <a:gd name="connsiteY38" fmla="*/ 51054 h 393477"/>
              <a:gd name="connsiteX39" fmla="*/ 432538 w 434113"/>
              <a:gd name="connsiteY39" fmla="*/ 319754 h 393477"/>
              <a:gd name="connsiteX40" fmla="*/ 407212 w 434113"/>
              <a:gd name="connsiteY40" fmla="*/ 365093 h 393477"/>
              <a:gd name="connsiteX41" fmla="*/ 401615 w 434113"/>
              <a:gd name="connsiteY41" fmla="*/ 367951 h 393477"/>
              <a:gd name="connsiteX42" fmla="*/ 396019 w 434113"/>
              <a:gd name="connsiteY42" fmla="*/ 367951 h 393477"/>
              <a:gd name="connsiteX43" fmla="*/ 381980 w 434113"/>
              <a:gd name="connsiteY43" fmla="*/ 359473 h 393477"/>
              <a:gd name="connsiteX44" fmla="*/ 366519 w 434113"/>
              <a:gd name="connsiteY44" fmla="*/ 369380 h 393477"/>
              <a:gd name="connsiteX45" fmla="*/ 366519 w 434113"/>
              <a:gd name="connsiteY45" fmla="*/ 385000 h 393477"/>
              <a:gd name="connsiteX46" fmla="*/ 358077 w 434113"/>
              <a:gd name="connsiteY46" fmla="*/ 393478 h 393477"/>
              <a:gd name="connsiteX47" fmla="*/ 307519 w 434113"/>
              <a:gd name="connsiteY47" fmla="*/ 393478 h 393477"/>
              <a:gd name="connsiteX48" fmla="*/ 299077 w 434113"/>
              <a:gd name="connsiteY48" fmla="*/ 385000 h 393477"/>
              <a:gd name="connsiteX49" fmla="*/ 299077 w 434113"/>
              <a:gd name="connsiteY49" fmla="*/ 369380 h 393477"/>
              <a:gd name="connsiteX50" fmla="*/ 282193 w 434113"/>
              <a:gd name="connsiteY50" fmla="*/ 359473 h 393477"/>
              <a:gd name="connsiteX51" fmla="*/ 268154 w 434113"/>
              <a:gd name="connsiteY51" fmla="*/ 367951 h 393477"/>
              <a:gd name="connsiteX52" fmla="*/ 256962 w 434113"/>
              <a:gd name="connsiteY52" fmla="*/ 365093 h 393477"/>
              <a:gd name="connsiteX53" fmla="*/ 231635 w 434113"/>
              <a:gd name="connsiteY53" fmla="*/ 319754 h 393477"/>
              <a:gd name="connsiteX54" fmla="*/ 234481 w 434113"/>
              <a:gd name="connsiteY54" fmla="*/ 308419 h 393477"/>
              <a:gd name="connsiteX55" fmla="*/ 248519 w 434113"/>
              <a:gd name="connsiteY55" fmla="*/ 301371 h 393477"/>
              <a:gd name="connsiteX56" fmla="*/ 248519 w 434113"/>
              <a:gd name="connsiteY56" fmla="*/ 281559 h 393477"/>
              <a:gd name="connsiteX57" fmla="*/ 235904 w 434113"/>
              <a:gd name="connsiteY57" fmla="*/ 274511 h 393477"/>
              <a:gd name="connsiteX58" fmla="*/ 231730 w 434113"/>
              <a:gd name="connsiteY58" fmla="*/ 263176 h 393477"/>
              <a:gd name="connsiteX59" fmla="*/ 257056 w 434113"/>
              <a:gd name="connsiteY59" fmla="*/ 217837 h 393477"/>
              <a:gd name="connsiteX60" fmla="*/ 269672 w 434113"/>
              <a:gd name="connsiteY60" fmla="*/ 214979 h 393477"/>
              <a:gd name="connsiteX61" fmla="*/ 282288 w 434113"/>
              <a:gd name="connsiteY61" fmla="*/ 223456 h 393477"/>
              <a:gd name="connsiteX62" fmla="*/ 299172 w 434113"/>
              <a:gd name="connsiteY62" fmla="*/ 213550 h 393477"/>
              <a:gd name="connsiteX63" fmla="*/ 299172 w 434113"/>
              <a:gd name="connsiteY63" fmla="*/ 197929 h 393477"/>
              <a:gd name="connsiteX64" fmla="*/ 307614 w 434113"/>
              <a:gd name="connsiteY64" fmla="*/ 189452 h 393477"/>
              <a:gd name="connsiteX65" fmla="*/ 358172 w 434113"/>
              <a:gd name="connsiteY65" fmla="*/ 189452 h 393477"/>
              <a:gd name="connsiteX66" fmla="*/ 366614 w 434113"/>
              <a:gd name="connsiteY66" fmla="*/ 197929 h 393477"/>
              <a:gd name="connsiteX67" fmla="*/ 366614 w 434113"/>
              <a:gd name="connsiteY67" fmla="*/ 213550 h 393477"/>
              <a:gd name="connsiteX68" fmla="*/ 382075 w 434113"/>
              <a:gd name="connsiteY68" fmla="*/ 223456 h 393477"/>
              <a:gd name="connsiteX69" fmla="*/ 396114 w 434113"/>
              <a:gd name="connsiteY69" fmla="*/ 214979 h 393477"/>
              <a:gd name="connsiteX70" fmla="*/ 401710 w 434113"/>
              <a:gd name="connsiteY70" fmla="*/ 214979 h 393477"/>
              <a:gd name="connsiteX71" fmla="*/ 407306 w 434113"/>
              <a:gd name="connsiteY71" fmla="*/ 217837 h 393477"/>
              <a:gd name="connsiteX72" fmla="*/ 432633 w 434113"/>
              <a:gd name="connsiteY72" fmla="*/ 263176 h 393477"/>
              <a:gd name="connsiteX73" fmla="*/ 429787 w 434113"/>
              <a:gd name="connsiteY73" fmla="*/ 274511 h 393477"/>
              <a:gd name="connsiteX74" fmla="*/ 415748 w 434113"/>
              <a:gd name="connsiteY74" fmla="*/ 281559 h 393477"/>
              <a:gd name="connsiteX75" fmla="*/ 417171 w 434113"/>
              <a:gd name="connsiteY75" fmla="*/ 291465 h 393477"/>
              <a:gd name="connsiteX76" fmla="*/ 415748 w 434113"/>
              <a:gd name="connsiteY76" fmla="*/ 301371 h 393477"/>
              <a:gd name="connsiteX77" fmla="*/ 429787 w 434113"/>
              <a:gd name="connsiteY77" fmla="*/ 308419 h 393477"/>
              <a:gd name="connsiteX78" fmla="*/ 432633 w 434113"/>
              <a:gd name="connsiteY78" fmla="*/ 319754 h 393477"/>
              <a:gd name="connsiteX79" fmla="*/ 403038 w 434113"/>
              <a:gd name="connsiteY79" fmla="*/ 270129 h 393477"/>
              <a:gd name="connsiteX80" fmla="*/ 414231 w 434113"/>
              <a:gd name="connsiteY80" fmla="*/ 263081 h 393477"/>
              <a:gd name="connsiteX81" fmla="*/ 397347 w 434113"/>
              <a:gd name="connsiteY81" fmla="*/ 234696 h 393477"/>
              <a:gd name="connsiteX82" fmla="*/ 386154 w 434113"/>
              <a:gd name="connsiteY82" fmla="*/ 240411 h 393477"/>
              <a:gd name="connsiteX83" fmla="*/ 376289 w 434113"/>
              <a:gd name="connsiteY83" fmla="*/ 240411 h 393477"/>
              <a:gd name="connsiteX84" fmla="*/ 355231 w 434113"/>
              <a:gd name="connsiteY84" fmla="*/ 227648 h 393477"/>
              <a:gd name="connsiteX85" fmla="*/ 349635 w 434113"/>
              <a:gd name="connsiteY85" fmla="*/ 219170 h 393477"/>
              <a:gd name="connsiteX86" fmla="*/ 349635 w 434113"/>
              <a:gd name="connsiteY86" fmla="*/ 206407 h 393477"/>
              <a:gd name="connsiteX87" fmla="*/ 315961 w 434113"/>
              <a:gd name="connsiteY87" fmla="*/ 206407 h 393477"/>
              <a:gd name="connsiteX88" fmla="*/ 315961 w 434113"/>
              <a:gd name="connsiteY88" fmla="*/ 219170 h 393477"/>
              <a:gd name="connsiteX89" fmla="*/ 310365 w 434113"/>
              <a:gd name="connsiteY89" fmla="*/ 227648 h 393477"/>
              <a:gd name="connsiteX90" fmla="*/ 289307 w 434113"/>
              <a:gd name="connsiteY90" fmla="*/ 240411 h 393477"/>
              <a:gd name="connsiteX91" fmla="*/ 279442 w 434113"/>
              <a:gd name="connsiteY91" fmla="*/ 240411 h 393477"/>
              <a:gd name="connsiteX92" fmla="*/ 268249 w 434113"/>
              <a:gd name="connsiteY92" fmla="*/ 234696 h 393477"/>
              <a:gd name="connsiteX93" fmla="*/ 251365 w 434113"/>
              <a:gd name="connsiteY93" fmla="*/ 263081 h 393477"/>
              <a:gd name="connsiteX94" fmla="*/ 262558 w 434113"/>
              <a:gd name="connsiteY94" fmla="*/ 270129 h 393477"/>
              <a:gd name="connsiteX95" fmla="*/ 266732 w 434113"/>
              <a:gd name="connsiteY95" fmla="*/ 278606 h 393477"/>
              <a:gd name="connsiteX96" fmla="*/ 265309 w 434113"/>
              <a:gd name="connsiteY96" fmla="*/ 291370 h 393477"/>
              <a:gd name="connsiteX97" fmla="*/ 265309 w 434113"/>
              <a:gd name="connsiteY97" fmla="*/ 304133 h 393477"/>
              <a:gd name="connsiteX98" fmla="*/ 262463 w 434113"/>
              <a:gd name="connsiteY98" fmla="*/ 312611 h 393477"/>
              <a:gd name="connsiteX99" fmla="*/ 251270 w 434113"/>
              <a:gd name="connsiteY99" fmla="*/ 319659 h 393477"/>
              <a:gd name="connsiteX100" fmla="*/ 268154 w 434113"/>
              <a:gd name="connsiteY100" fmla="*/ 348044 h 393477"/>
              <a:gd name="connsiteX101" fmla="*/ 279347 w 434113"/>
              <a:gd name="connsiteY101" fmla="*/ 342329 h 393477"/>
              <a:gd name="connsiteX102" fmla="*/ 289212 w 434113"/>
              <a:gd name="connsiteY102" fmla="*/ 343757 h 393477"/>
              <a:gd name="connsiteX103" fmla="*/ 310270 w 434113"/>
              <a:gd name="connsiteY103" fmla="*/ 355092 h 393477"/>
              <a:gd name="connsiteX104" fmla="*/ 315866 w 434113"/>
              <a:gd name="connsiteY104" fmla="*/ 363569 h 393477"/>
              <a:gd name="connsiteX105" fmla="*/ 315866 w 434113"/>
              <a:gd name="connsiteY105" fmla="*/ 376333 h 393477"/>
              <a:gd name="connsiteX106" fmla="*/ 349540 w 434113"/>
              <a:gd name="connsiteY106" fmla="*/ 376333 h 393477"/>
              <a:gd name="connsiteX107" fmla="*/ 349540 w 434113"/>
              <a:gd name="connsiteY107" fmla="*/ 363569 h 393477"/>
              <a:gd name="connsiteX108" fmla="*/ 355136 w 434113"/>
              <a:gd name="connsiteY108" fmla="*/ 355092 h 393477"/>
              <a:gd name="connsiteX109" fmla="*/ 376194 w 434113"/>
              <a:gd name="connsiteY109" fmla="*/ 343757 h 393477"/>
              <a:gd name="connsiteX110" fmla="*/ 386059 w 434113"/>
              <a:gd name="connsiteY110" fmla="*/ 342329 h 393477"/>
              <a:gd name="connsiteX111" fmla="*/ 397252 w 434113"/>
              <a:gd name="connsiteY111" fmla="*/ 348044 h 393477"/>
              <a:gd name="connsiteX112" fmla="*/ 414136 w 434113"/>
              <a:gd name="connsiteY112" fmla="*/ 319659 h 393477"/>
              <a:gd name="connsiteX113" fmla="*/ 402943 w 434113"/>
              <a:gd name="connsiteY113" fmla="*/ 312611 h 393477"/>
              <a:gd name="connsiteX114" fmla="*/ 398769 w 434113"/>
              <a:gd name="connsiteY114" fmla="*/ 304133 h 393477"/>
              <a:gd name="connsiteX115" fmla="*/ 400192 w 434113"/>
              <a:gd name="connsiteY115" fmla="*/ 291370 h 393477"/>
              <a:gd name="connsiteX116" fmla="*/ 398769 w 434113"/>
              <a:gd name="connsiteY116" fmla="*/ 278606 h 393477"/>
              <a:gd name="connsiteX117" fmla="*/ 402943 w 434113"/>
              <a:gd name="connsiteY117" fmla="*/ 270129 h 393477"/>
              <a:gd name="connsiteX118" fmla="*/ 374581 w 434113"/>
              <a:gd name="connsiteY118" fmla="*/ 291370 h 393477"/>
              <a:gd name="connsiteX119" fmla="*/ 332845 w 434113"/>
              <a:gd name="connsiteY119" fmla="*/ 333280 h 393477"/>
              <a:gd name="connsiteX120" fmla="*/ 291109 w 434113"/>
              <a:gd name="connsiteY120" fmla="*/ 291370 h 393477"/>
              <a:gd name="connsiteX121" fmla="*/ 332845 w 434113"/>
              <a:gd name="connsiteY121" fmla="*/ 249460 h 393477"/>
              <a:gd name="connsiteX122" fmla="*/ 374581 w 434113"/>
              <a:gd name="connsiteY122" fmla="*/ 291370 h 393477"/>
              <a:gd name="connsiteX123" fmla="*/ 357887 w 434113"/>
              <a:gd name="connsiteY123" fmla="*/ 291370 h 393477"/>
              <a:gd name="connsiteX124" fmla="*/ 332845 w 434113"/>
              <a:gd name="connsiteY124" fmla="*/ 266224 h 393477"/>
              <a:gd name="connsiteX125" fmla="*/ 307804 w 434113"/>
              <a:gd name="connsiteY125" fmla="*/ 291370 h 393477"/>
              <a:gd name="connsiteX126" fmla="*/ 332845 w 434113"/>
              <a:gd name="connsiteY126" fmla="*/ 316516 h 393477"/>
              <a:gd name="connsiteX127" fmla="*/ 357887 w 434113"/>
              <a:gd name="connsiteY127" fmla="*/ 291370 h 39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434113" h="393477">
                <a:moveTo>
                  <a:pt x="362345" y="0"/>
                </a:moveTo>
                <a:lnTo>
                  <a:pt x="42115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5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5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884" y="84868"/>
                </a:moveTo>
                <a:lnTo>
                  <a:pt x="16884" y="42386"/>
                </a:lnTo>
                <a:cubicBezTo>
                  <a:pt x="16884" y="28289"/>
                  <a:pt x="28077" y="16954"/>
                  <a:pt x="42210" y="16954"/>
                </a:cubicBezTo>
                <a:lnTo>
                  <a:pt x="362440" y="16954"/>
                </a:lnTo>
                <a:cubicBezTo>
                  <a:pt x="376479" y="16954"/>
                  <a:pt x="387766" y="28289"/>
                  <a:pt x="387766" y="42386"/>
                </a:cubicBezTo>
                <a:lnTo>
                  <a:pt x="387766" y="84868"/>
                </a:lnTo>
                <a:lnTo>
                  <a:pt x="16979" y="84868"/>
                </a:lnTo>
                <a:close/>
                <a:moveTo>
                  <a:pt x="84516" y="51054"/>
                </a:moveTo>
                <a:cubicBezTo>
                  <a:pt x="84516" y="60293"/>
                  <a:pt x="76832" y="67723"/>
                  <a:pt x="67442" y="67723"/>
                </a:cubicBezTo>
                <a:cubicBezTo>
                  <a:pt x="58051" y="67723"/>
                  <a:pt x="50368" y="60293"/>
                  <a:pt x="50368" y="51054"/>
                </a:cubicBezTo>
                <a:cubicBezTo>
                  <a:pt x="50368" y="41815"/>
                  <a:pt x="58051" y="34385"/>
                  <a:pt x="67442" y="34385"/>
                </a:cubicBezTo>
                <a:cubicBezTo>
                  <a:pt x="76832" y="34385"/>
                  <a:pt x="84516" y="41815"/>
                  <a:pt x="84516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156" y="51054"/>
                </a:moveTo>
                <a:cubicBezTo>
                  <a:pt x="185156" y="60293"/>
                  <a:pt x="177758" y="67723"/>
                  <a:pt x="168557" y="67723"/>
                </a:cubicBezTo>
                <a:cubicBezTo>
                  <a:pt x="159356" y="67723"/>
                  <a:pt x="151957" y="60293"/>
                  <a:pt x="151957" y="51054"/>
                </a:cubicBezTo>
                <a:cubicBezTo>
                  <a:pt x="151957" y="41815"/>
                  <a:pt x="159356" y="34385"/>
                  <a:pt x="168557" y="34385"/>
                </a:cubicBezTo>
                <a:cubicBezTo>
                  <a:pt x="177758" y="34385"/>
                  <a:pt x="185156" y="41815"/>
                  <a:pt x="185156" y="51054"/>
                </a:cubicBezTo>
                <a:close/>
                <a:moveTo>
                  <a:pt x="432538" y="319754"/>
                </a:moveTo>
                <a:lnTo>
                  <a:pt x="407212" y="365093"/>
                </a:lnTo>
                <a:cubicBezTo>
                  <a:pt x="405789" y="366522"/>
                  <a:pt x="404366" y="367951"/>
                  <a:pt x="401615" y="367951"/>
                </a:cubicBezTo>
                <a:cubicBezTo>
                  <a:pt x="400192" y="369380"/>
                  <a:pt x="397442" y="369380"/>
                  <a:pt x="396019" y="367951"/>
                </a:cubicBezTo>
                <a:lnTo>
                  <a:pt x="381980" y="359473"/>
                </a:lnTo>
                <a:cubicBezTo>
                  <a:pt x="377807" y="363760"/>
                  <a:pt x="372115" y="366522"/>
                  <a:pt x="366519" y="369380"/>
                </a:cubicBezTo>
                <a:lnTo>
                  <a:pt x="366519" y="385000"/>
                </a:lnTo>
                <a:cubicBezTo>
                  <a:pt x="366519" y="389287"/>
                  <a:pt x="362345" y="393478"/>
                  <a:pt x="358077" y="393478"/>
                </a:cubicBezTo>
                <a:lnTo>
                  <a:pt x="307519" y="393478"/>
                </a:lnTo>
                <a:cubicBezTo>
                  <a:pt x="303346" y="393478"/>
                  <a:pt x="299077" y="389192"/>
                  <a:pt x="299077" y="385000"/>
                </a:cubicBezTo>
                <a:lnTo>
                  <a:pt x="299077" y="369380"/>
                </a:lnTo>
                <a:cubicBezTo>
                  <a:pt x="293481" y="366522"/>
                  <a:pt x="287884" y="363665"/>
                  <a:pt x="282193" y="359473"/>
                </a:cubicBezTo>
                <a:lnTo>
                  <a:pt x="268154" y="367951"/>
                </a:lnTo>
                <a:cubicBezTo>
                  <a:pt x="265309" y="369380"/>
                  <a:pt x="259712" y="367951"/>
                  <a:pt x="256962" y="365093"/>
                </a:cubicBezTo>
                <a:lnTo>
                  <a:pt x="231635" y="319754"/>
                </a:lnTo>
                <a:cubicBezTo>
                  <a:pt x="230213" y="316897"/>
                  <a:pt x="231635" y="311277"/>
                  <a:pt x="234481" y="308419"/>
                </a:cubicBezTo>
                <a:lnTo>
                  <a:pt x="248519" y="301371"/>
                </a:lnTo>
                <a:lnTo>
                  <a:pt x="248519" y="281559"/>
                </a:lnTo>
                <a:lnTo>
                  <a:pt x="235904" y="274511"/>
                </a:lnTo>
                <a:cubicBezTo>
                  <a:pt x="231730" y="271653"/>
                  <a:pt x="230307" y="266033"/>
                  <a:pt x="231730" y="263176"/>
                </a:cubicBezTo>
                <a:lnTo>
                  <a:pt x="257056" y="217837"/>
                </a:lnTo>
                <a:cubicBezTo>
                  <a:pt x="259902" y="214979"/>
                  <a:pt x="265499" y="213550"/>
                  <a:pt x="269672" y="214979"/>
                </a:cubicBezTo>
                <a:lnTo>
                  <a:pt x="282288" y="223456"/>
                </a:lnTo>
                <a:cubicBezTo>
                  <a:pt x="287884" y="219170"/>
                  <a:pt x="293481" y="216408"/>
                  <a:pt x="299172" y="213550"/>
                </a:cubicBezTo>
                <a:lnTo>
                  <a:pt x="299172" y="197929"/>
                </a:lnTo>
                <a:cubicBezTo>
                  <a:pt x="299172" y="193643"/>
                  <a:pt x="303346" y="189452"/>
                  <a:pt x="307614" y="189452"/>
                </a:cubicBezTo>
                <a:lnTo>
                  <a:pt x="358172" y="189452"/>
                </a:lnTo>
                <a:cubicBezTo>
                  <a:pt x="362345" y="189452"/>
                  <a:pt x="366614" y="193739"/>
                  <a:pt x="366614" y="197929"/>
                </a:cubicBezTo>
                <a:lnTo>
                  <a:pt x="366614" y="213550"/>
                </a:lnTo>
                <a:cubicBezTo>
                  <a:pt x="372210" y="216408"/>
                  <a:pt x="377807" y="219266"/>
                  <a:pt x="382075" y="223456"/>
                </a:cubicBezTo>
                <a:lnTo>
                  <a:pt x="396114" y="214979"/>
                </a:lnTo>
                <a:cubicBezTo>
                  <a:pt x="397536" y="213550"/>
                  <a:pt x="400287" y="213550"/>
                  <a:pt x="401710" y="214979"/>
                </a:cubicBezTo>
                <a:cubicBezTo>
                  <a:pt x="404556" y="214979"/>
                  <a:pt x="405884" y="216408"/>
                  <a:pt x="407306" y="217837"/>
                </a:cubicBezTo>
                <a:lnTo>
                  <a:pt x="432633" y="263176"/>
                </a:lnTo>
                <a:cubicBezTo>
                  <a:pt x="435478" y="266033"/>
                  <a:pt x="434055" y="271653"/>
                  <a:pt x="429787" y="274511"/>
                </a:cubicBezTo>
                <a:lnTo>
                  <a:pt x="415748" y="281559"/>
                </a:lnTo>
                <a:cubicBezTo>
                  <a:pt x="417171" y="285845"/>
                  <a:pt x="417171" y="288608"/>
                  <a:pt x="417171" y="291465"/>
                </a:cubicBezTo>
                <a:cubicBezTo>
                  <a:pt x="417171" y="294323"/>
                  <a:pt x="417171" y="297085"/>
                  <a:pt x="415748" y="301371"/>
                </a:cubicBezTo>
                <a:lnTo>
                  <a:pt x="429787" y="308419"/>
                </a:lnTo>
                <a:cubicBezTo>
                  <a:pt x="433961" y="311277"/>
                  <a:pt x="435383" y="316897"/>
                  <a:pt x="432633" y="319754"/>
                </a:cubicBezTo>
                <a:close/>
                <a:moveTo>
                  <a:pt x="403038" y="270129"/>
                </a:moveTo>
                <a:lnTo>
                  <a:pt x="414231" y="263081"/>
                </a:lnTo>
                <a:lnTo>
                  <a:pt x="397347" y="234696"/>
                </a:lnTo>
                <a:lnTo>
                  <a:pt x="386154" y="240411"/>
                </a:lnTo>
                <a:cubicBezTo>
                  <a:pt x="383308" y="241840"/>
                  <a:pt x="379134" y="241840"/>
                  <a:pt x="376289" y="240411"/>
                </a:cubicBezTo>
                <a:cubicBezTo>
                  <a:pt x="370692" y="234696"/>
                  <a:pt x="362250" y="230505"/>
                  <a:pt x="355231" y="227648"/>
                </a:cubicBezTo>
                <a:cubicBezTo>
                  <a:pt x="351058" y="226219"/>
                  <a:pt x="349635" y="223361"/>
                  <a:pt x="349635" y="219170"/>
                </a:cubicBezTo>
                <a:lnTo>
                  <a:pt x="349635" y="206407"/>
                </a:lnTo>
                <a:lnTo>
                  <a:pt x="315961" y="206407"/>
                </a:lnTo>
                <a:lnTo>
                  <a:pt x="315961" y="219170"/>
                </a:lnTo>
                <a:cubicBezTo>
                  <a:pt x="315961" y="223456"/>
                  <a:pt x="313116" y="226219"/>
                  <a:pt x="310365" y="227648"/>
                </a:cubicBezTo>
                <a:cubicBezTo>
                  <a:pt x="301923" y="230505"/>
                  <a:pt x="294903" y="234696"/>
                  <a:pt x="289307" y="240411"/>
                </a:cubicBezTo>
                <a:cubicBezTo>
                  <a:pt x="286461" y="241840"/>
                  <a:pt x="282288" y="241840"/>
                  <a:pt x="279442" y="240411"/>
                </a:cubicBezTo>
                <a:lnTo>
                  <a:pt x="268249" y="234696"/>
                </a:lnTo>
                <a:lnTo>
                  <a:pt x="251365" y="263081"/>
                </a:lnTo>
                <a:lnTo>
                  <a:pt x="262558" y="270129"/>
                </a:lnTo>
                <a:cubicBezTo>
                  <a:pt x="265404" y="271558"/>
                  <a:pt x="266732" y="275749"/>
                  <a:pt x="266732" y="278606"/>
                </a:cubicBezTo>
                <a:cubicBezTo>
                  <a:pt x="265309" y="282892"/>
                  <a:pt x="265309" y="287084"/>
                  <a:pt x="265309" y="291370"/>
                </a:cubicBezTo>
                <a:lnTo>
                  <a:pt x="265309" y="304133"/>
                </a:lnTo>
                <a:cubicBezTo>
                  <a:pt x="266732" y="306991"/>
                  <a:pt x="265309" y="311182"/>
                  <a:pt x="262463" y="312611"/>
                </a:cubicBezTo>
                <a:lnTo>
                  <a:pt x="251270" y="319659"/>
                </a:lnTo>
                <a:lnTo>
                  <a:pt x="268154" y="348044"/>
                </a:lnTo>
                <a:lnTo>
                  <a:pt x="279347" y="342329"/>
                </a:lnTo>
                <a:cubicBezTo>
                  <a:pt x="282193" y="340900"/>
                  <a:pt x="286367" y="340900"/>
                  <a:pt x="289212" y="343757"/>
                </a:cubicBezTo>
                <a:cubicBezTo>
                  <a:pt x="294809" y="348044"/>
                  <a:pt x="301828" y="352235"/>
                  <a:pt x="310270" y="355092"/>
                </a:cubicBezTo>
                <a:cubicBezTo>
                  <a:pt x="313116" y="356521"/>
                  <a:pt x="315866" y="359378"/>
                  <a:pt x="315866" y="363569"/>
                </a:cubicBezTo>
                <a:lnTo>
                  <a:pt x="315866" y="376333"/>
                </a:lnTo>
                <a:lnTo>
                  <a:pt x="349540" y="376333"/>
                </a:lnTo>
                <a:lnTo>
                  <a:pt x="349540" y="363569"/>
                </a:lnTo>
                <a:cubicBezTo>
                  <a:pt x="349540" y="359283"/>
                  <a:pt x="350963" y="356521"/>
                  <a:pt x="355136" y="355092"/>
                </a:cubicBezTo>
                <a:cubicBezTo>
                  <a:pt x="362156" y="352235"/>
                  <a:pt x="370598" y="348044"/>
                  <a:pt x="376194" y="343757"/>
                </a:cubicBezTo>
                <a:cubicBezTo>
                  <a:pt x="379040" y="340900"/>
                  <a:pt x="383213" y="340900"/>
                  <a:pt x="386059" y="342329"/>
                </a:cubicBezTo>
                <a:lnTo>
                  <a:pt x="397252" y="348044"/>
                </a:lnTo>
                <a:lnTo>
                  <a:pt x="414136" y="319659"/>
                </a:lnTo>
                <a:lnTo>
                  <a:pt x="402943" y="312611"/>
                </a:lnTo>
                <a:cubicBezTo>
                  <a:pt x="400097" y="311182"/>
                  <a:pt x="397347" y="306991"/>
                  <a:pt x="398769" y="304133"/>
                </a:cubicBezTo>
                <a:cubicBezTo>
                  <a:pt x="398769" y="299847"/>
                  <a:pt x="400192" y="295656"/>
                  <a:pt x="400192" y="291370"/>
                </a:cubicBezTo>
                <a:cubicBezTo>
                  <a:pt x="400192" y="287084"/>
                  <a:pt x="398769" y="282892"/>
                  <a:pt x="398769" y="278606"/>
                </a:cubicBezTo>
                <a:cubicBezTo>
                  <a:pt x="397347" y="275749"/>
                  <a:pt x="400192" y="271558"/>
                  <a:pt x="402943" y="270129"/>
                </a:cubicBezTo>
                <a:close/>
                <a:moveTo>
                  <a:pt x="374581" y="291370"/>
                </a:moveTo>
                <a:cubicBezTo>
                  <a:pt x="374581" y="315182"/>
                  <a:pt x="355041" y="333280"/>
                  <a:pt x="332845" y="333280"/>
                </a:cubicBezTo>
                <a:cubicBezTo>
                  <a:pt x="309132" y="333280"/>
                  <a:pt x="291109" y="315087"/>
                  <a:pt x="291109" y="291370"/>
                </a:cubicBezTo>
                <a:cubicBezTo>
                  <a:pt x="291109" y="267653"/>
                  <a:pt x="309227" y="249460"/>
                  <a:pt x="332845" y="249460"/>
                </a:cubicBezTo>
                <a:cubicBezTo>
                  <a:pt x="355136" y="249460"/>
                  <a:pt x="374581" y="267653"/>
                  <a:pt x="374581" y="291370"/>
                </a:cubicBezTo>
                <a:close/>
                <a:moveTo>
                  <a:pt x="357887" y="291370"/>
                </a:moveTo>
                <a:cubicBezTo>
                  <a:pt x="357887" y="277368"/>
                  <a:pt x="346789" y="266224"/>
                  <a:pt x="332845" y="266224"/>
                </a:cubicBezTo>
                <a:cubicBezTo>
                  <a:pt x="318902" y="266224"/>
                  <a:pt x="307804" y="277368"/>
                  <a:pt x="307804" y="291370"/>
                </a:cubicBezTo>
                <a:cubicBezTo>
                  <a:pt x="307804" y="305371"/>
                  <a:pt x="318902" y="316516"/>
                  <a:pt x="332845" y="316516"/>
                </a:cubicBezTo>
                <a:cubicBezTo>
                  <a:pt x="346789" y="316516"/>
                  <a:pt x="357887" y="305371"/>
                  <a:pt x="357887" y="29137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8" name="Graphic 133">
            <a:extLst>
              <a:ext uri="{FF2B5EF4-FFF2-40B4-BE49-F238E27FC236}">
                <a16:creationId xmlns:a16="http://schemas.microsoft.com/office/drawing/2014/main" id="{1940F6BC-5E51-7A14-6082-16951A535089}"/>
              </a:ext>
            </a:extLst>
          </p:cNvPr>
          <p:cNvSpPr/>
          <p:nvPr/>
        </p:nvSpPr>
        <p:spPr>
          <a:xfrm>
            <a:off x="7845938" y="1418007"/>
            <a:ext cx="577277" cy="523240"/>
          </a:xfrm>
          <a:custGeom>
            <a:avLst/>
            <a:gdLst>
              <a:gd name="connsiteX0" fmla="*/ 362345 w 434113"/>
              <a:gd name="connsiteY0" fmla="*/ 0 h 393477"/>
              <a:gd name="connsiteX1" fmla="*/ 42115 w 434113"/>
              <a:gd name="connsiteY1" fmla="*/ 0 h 393477"/>
              <a:gd name="connsiteX2" fmla="*/ 0 w 434113"/>
              <a:gd name="connsiteY2" fmla="*/ 42386 h 393477"/>
              <a:gd name="connsiteX3" fmla="*/ 0 w 434113"/>
              <a:gd name="connsiteY3" fmla="*/ 279844 h 393477"/>
              <a:gd name="connsiteX4" fmla="*/ 42115 w 434113"/>
              <a:gd name="connsiteY4" fmla="*/ 322231 h 393477"/>
              <a:gd name="connsiteX5" fmla="*/ 203653 w 434113"/>
              <a:gd name="connsiteY5" fmla="*/ 322231 h 393477"/>
              <a:gd name="connsiteX6" fmla="*/ 212095 w 434113"/>
              <a:gd name="connsiteY6" fmla="*/ 313754 h 393477"/>
              <a:gd name="connsiteX7" fmla="*/ 203653 w 434113"/>
              <a:gd name="connsiteY7" fmla="*/ 305276 h 393477"/>
              <a:gd name="connsiteX8" fmla="*/ 42115 w 434113"/>
              <a:gd name="connsiteY8" fmla="*/ 305276 h 393477"/>
              <a:gd name="connsiteX9" fmla="*/ 16789 w 434113"/>
              <a:gd name="connsiteY9" fmla="*/ 279844 h 393477"/>
              <a:gd name="connsiteX10" fmla="*/ 16789 w 434113"/>
              <a:gd name="connsiteY10" fmla="*/ 102013 h 393477"/>
              <a:gd name="connsiteX11" fmla="*/ 387577 w 434113"/>
              <a:gd name="connsiteY11" fmla="*/ 102013 h 393477"/>
              <a:gd name="connsiteX12" fmla="*/ 387577 w 434113"/>
              <a:gd name="connsiteY12" fmla="*/ 169640 h 393477"/>
              <a:gd name="connsiteX13" fmla="*/ 396019 w 434113"/>
              <a:gd name="connsiteY13" fmla="*/ 178117 h 393477"/>
              <a:gd name="connsiteX14" fmla="*/ 404461 w 434113"/>
              <a:gd name="connsiteY14" fmla="*/ 169640 h 393477"/>
              <a:gd name="connsiteX15" fmla="*/ 404461 w 434113"/>
              <a:gd name="connsiteY15" fmla="*/ 42386 h 393477"/>
              <a:gd name="connsiteX16" fmla="*/ 362345 w 434113"/>
              <a:gd name="connsiteY16" fmla="*/ 0 h 393477"/>
              <a:gd name="connsiteX17" fmla="*/ 16884 w 434113"/>
              <a:gd name="connsiteY17" fmla="*/ 84868 h 393477"/>
              <a:gd name="connsiteX18" fmla="*/ 16884 w 434113"/>
              <a:gd name="connsiteY18" fmla="*/ 42386 h 393477"/>
              <a:gd name="connsiteX19" fmla="*/ 42210 w 434113"/>
              <a:gd name="connsiteY19" fmla="*/ 16954 h 393477"/>
              <a:gd name="connsiteX20" fmla="*/ 362440 w 434113"/>
              <a:gd name="connsiteY20" fmla="*/ 16954 h 393477"/>
              <a:gd name="connsiteX21" fmla="*/ 387766 w 434113"/>
              <a:gd name="connsiteY21" fmla="*/ 42386 h 393477"/>
              <a:gd name="connsiteX22" fmla="*/ 387766 w 434113"/>
              <a:gd name="connsiteY22" fmla="*/ 84868 h 393477"/>
              <a:gd name="connsiteX23" fmla="*/ 16979 w 434113"/>
              <a:gd name="connsiteY23" fmla="*/ 84868 h 393477"/>
              <a:gd name="connsiteX24" fmla="*/ 84516 w 434113"/>
              <a:gd name="connsiteY24" fmla="*/ 51054 h 393477"/>
              <a:gd name="connsiteX25" fmla="*/ 67442 w 434113"/>
              <a:gd name="connsiteY25" fmla="*/ 67723 h 393477"/>
              <a:gd name="connsiteX26" fmla="*/ 50368 w 434113"/>
              <a:gd name="connsiteY26" fmla="*/ 51054 h 393477"/>
              <a:gd name="connsiteX27" fmla="*/ 67442 w 434113"/>
              <a:gd name="connsiteY27" fmla="*/ 34385 h 393477"/>
              <a:gd name="connsiteX28" fmla="*/ 84516 w 434113"/>
              <a:gd name="connsiteY28" fmla="*/ 51054 h 393477"/>
              <a:gd name="connsiteX29" fmla="*/ 134789 w 434113"/>
              <a:gd name="connsiteY29" fmla="*/ 51054 h 393477"/>
              <a:gd name="connsiteX30" fmla="*/ 117715 w 434113"/>
              <a:gd name="connsiteY30" fmla="*/ 67723 h 393477"/>
              <a:gd name="connsiteX31" fmla="*/ 100641 w 434113"/>
              <a:gd name="connsiteY31" fmla="*/ 51054 h 393477"/>
              <a:gd name="connsiteX32" fmla="*/ 117715 w 434113"/>
              <a:gd name="connsiteY32" fmla="*/ 34385 h 393477"/>
              <a:gd name="connsiteX33" fmla="*/ 134789 w 434113"/>
              <a:gd name="connsiteY33" fmla="*/ 51054 h 393477"/>
              <a:gd name="connsiteX34" fmla="*/ 185156 w 434113"/>
              <a:gd name="connsiteY34" fmla="*/ 51054 h 393477"/>
              <a:gd name="connsiteX35" fmla="*/ 168557 w 434113"/>
              <a:gd name="connsiteY35" fmla="*/ 67723 h 393477"/>
              <a:gd name="connsiteX36" fmla="*/ 151957 w 434113"/>
              <a:gd name="connsiteY36" fmla="*/ 51054 h 393477"/>
              <a:gd name="connsiteX37" fmla="*/ 168557 w 434113"/>
              <a:gd name="connsiteY37" fmla="*/ 34385 h 393477"/>
              <a:gd name="connsiteX38" fmla="*/ 185156 w 434113"/>
              <a:gd name="connsiteY38" fmla="*/ 51054 h 393477"/>
              <a:gd name="connsiteX39" fmla="*/ 432538 w 434113"/>
              <a:gd name="connsiteY39" fmla="*/ 319754 h 393477"/>
              <a:gd name="connsiteX40" fmla="*/ 407212 w 434113"/>
              <a:gd name="connsiteY40" fmla="*/ 365093 h 393477"/>
              <a:gd name="connsiteX41" fmla="*/ 401615 w 434113"/>
              <a:gd name="connsiteY41" fmla="*/ 367951 h 393477"/>
              <a:gd name="connsiteX42" fmla="*/ 396019 w 434113"/>
              <a:gd name="connsiteY42" fmla="*/ 367951 h 393477"/>
              <a:gd name="connsiteX43" fmla="*/ 381980 w 434113"/>
              <a:gd name="connsiteY43" fmla="*/ 359473 h 393477"/>
              <a:gd name="connsiteX44" fmla="*/ 366519 w 434113"/>
              <a:gd name="connsiteY44" fmla="*/ 369380 h 393477"/>
              <a:gd name="connsiteX45" fmla="*/ 366519 w 434113"/>
              <a:gd name="connsiteY45" fmla="*/ 385000 h 393477"/>
              <a:gd name="connsiteX46" fmla="*/ 358077 w 434113"/>
              <a:gd name="connsiteY46" fmla="*/ 393478 h 393477"/>
              <a:gd name="connsiteX47" fmla="*/ 307519 w 434113"/>
              <a:gd name="connsiteY47" fmla="*/ 393478 h 393477"/>
              <a:gd name="connsiteX48" fmla="*/ 299077 w 434113"/>
              <a:gd name="connsiteY48" fmla="*/ 385000 h 393477"/>
              <a:gd name="connsiteX49" fmla="*/ 299077 w 434113"/>
              <a:gd name="connsiteY49" fmla="*/ 369380 h 393477"/>
              <a:gd name="connsiteX50" fmla="*/ 282193 w 434113"/>
              <a:gd name="connsiteY50" fmla="*/ 359473 h 393477"/>
              <a:gd name="connsiteX51" fmla="*/ 268154 w 434113"/>
              <a:gd name="connsiteY51" fmla="*/ 367951 h 393477"/>
              <a:gd name="connsiteX52" fmla="*/ 256962 w 434113"/>
              <a:gd name="connsiteY52" fmla="*/ 365093 h 393477"/>
              <a:gd name="connsiteX53" fmla="*/ 231635 w 434113"/>
              <a:gd name="connsiteY53" fmla="*/ 319754 h 393477"/>
              <a:gd name="connsiteX54" fmla="*/ 234481 w 434113"/>
              <a:gd name="connsiteY54" fmla="*/ 308419 h 393477"/>
              <a:gd name="connsiteX55" fmla="*/ 248519 w 434113"/>
              <a:gd name="connsiteY55" fmla="*/ 301371 h 393477"/>
              <a:gd name="connsiteX56" fmla="*/ 248519 w 434113"/>
              <a:gd name="connsiteY56" fmla="*/ 281559 h 393477"/>
              <a:gd name="connsiteX57" fmla="*/ 235904 w 434113"/>
              <a:gd name="connsiteY57" fmla="*/ 274511 h 393477"/>
              <a:gd name="connsiteX58" fmla="*/ 231730 w 434113"/>
              <a:gd name="connsiteY58" fmla="*/ 263176 h 393477"/>
              <a:gd name="connsiteX59" fmla="*/ 257056 w 434113"/>
              <a:gd name="connsiteY59" fmla="*/ 217837 h 393477"/>
              <a:gd name="connsiteX60" fmla="*/ 269672 w 434113"/>
              <a:gd name="connsiteY60" fmla="*/ 214979 h 393477"/>
              <a:gd name="connsiteX61" fmla="*/ 282288 w 434113"/>
              <a:gd name="connsiteY61" fmla="*/ 223456 h 393477"/>
              <a:gd name="connsiteX62" fmla="*/ 299172 w 434113"/>
              <a:gd name="connsiteY62" fmla="*/ 213550 h 393477"/>
              <a:gd name="connsiteX63" fmla="*/ 299172 w 434113"/>
              <a:gd name="connsiteY63" fmla="*/ 197929 h 393477"/>
              <a:gd name="connsiteX64" fmla="*/ 307614 w 434113"/>
              <a:gd name="connsiteY64" fmla="*/ 189452 h 393477"/>
              <a:gd name="connsiteX65" fmla="*/ 358172 w 434113"/>
              <a:gd name="connsiteY65" fmla="*/ 189452 h 393477"/>
              <a:gd name="connsiteX66" fmla="*/ 366614 w 434113"/>
              <a:gd name="connsiteY66" fmla="*/ 197929 h 393477"/>
              <a:gd name="connsiteX67" fmla="*/ 366614 w 434113"/>
              <a:gd name="connsiteY67" fmla="*/ 213550 h 393477"/>
              <a:gd name="connsiteX68" fmla="*/ 382075 w 434113"/>
              <a:gd name="connsiteY68" fmla="*/ 223456 h 393477"/>
              <a:gd name="connsiteX69" fmla="*/ 396114 w 434113"/>
              <a:gd name="connsiteY69" fmla="*/ 214979 h 393477"/>
              <a:gd name="connsiteX70" fmla="*/ 401710 w 434113"/>
              <a:gd name="connsiteY70" fmla="*/ 214979 h 393477"/>
              <a:gd name="connsiteX71" fmla="*/ 407306 w 434113"/>
              <a:gd name="connsiteY71" fmla="*/ 217837 h 393477"/>
              <a:gd name="connsiteX72" fmla="*/ 432633 w 434113"/>
              <a:gd name="connsiteY72" fmla="*/ 263176 h 393477"/>
              <a:gd name="connsiteX73" fmla="*/ 429787 w 434113"/>
              <a:gd name="connsiteY73" fmla="*/ 274511 h 393477"/>
              <a:gd name="connsiteX74" fmla="*/ 415748 w 434113"/>
              <a:gd name="connsiteY74" fmla="*/ 281559 h 393477"/>
              <a:gd name="connsiteX75" fmla="*/ 417171 w 434113"/>
              <a:gd name="connsiteY75" fmla="*/ 291465 h 393477"/>
              <a:gd name="connsiteX76" fmla="*/ 415748 w 434113"/>
              <a:gd name="connsiteY76" fmla="*/ 301371 h 393477"/>
              <a:gd name="connsiteX77" fmla="*/ 429787 w 434113"/>
              <a:gd name="connsiteY77" fmla="*/ 308419 h 393477"/>
              <a:gd name="connsiteX78" fmla="*/ 432633 w 434113"/>
              <a:gd name="connsiteY78" fmla="*/ 319754 h 393477"/>
              <a:gd name="connsiteX79" fmla="*/ 403038 w 434113"/>
              <a:gd name="connsiteY79" fmla="*/ 270129 h 393477"/>
              <a:gd name="connsiteX80" fmla="*/ 414231 w 434113"/>
              <a:gd name="connsiteY80" fmla="*/ 263081 h 393477"/>
              <a:gd name="connsiteX81" fmla="*/ 397347 w 434113"/>
              <a:gd name="connsiteY81" fmla="*/ 234696 h 393477"/>
              <a:gd name="connsiteX82" fmla="*/ 386154 w 434113"/>
              <a:gd name="connsiteY82" fmla="*/ 240411 h 393477"/>
              <a:gd name="connsiteX83" fmla="*/ 376289 w 434113"/>
              <a:gd name="connsiteY83" fmla="*/ 240411 h 393477"/>
              <a:gd name="connsiteX84" fmla="*/ 355231 w 434113"/>
              <a:gd name="connsiteY84" fmla="*/ 227648 h 393477"/>
              <a:gd name="connsiteX85" fmla="*/ 349635 w 434113"/>
              <a:gd name="connsiteY85" fmla="*/ 219170 h 393477"/>
              <a:gd name="connsiteX86" fmla="*/ 349635 w 434113"/>
              <a:gd name="connsiteY86" fmla="*/ 206407 h 393477"/>
              <a:gd name="connsiteX87" fmla="*/ 315961 w 434113"/>
              <a:gd name="connsiteY87" fmla="*/ 206407 h 393477"/>
              <a:gd name="connsiteX88" fmla="*/ 315961 w 434113"/>
              <a:gd name="connsiteY88" fmla="*/ 219170 h 393477"/>
              <a:gd name="connsiteX89" fmla="*/ 310365 w 434113"/>
              <a:gd name="connsiteY89" fmla="*/ 227648 h 393477"/>
              <a:gd name="connsiteX90" fmla="*/ 289307 w 434113"/>
              <a:gd name="connsiteY90" fmla="*/ 240411 h 393477"/>
              <a:gd name="connsiteX91" fmla="*/ 279442 w 434113"/>
              <a:gd name="connsiteY91" fmla="*/ 240411 h 393477"/>
              <a:gd name="connsiteX92" fmla="*/ 268249 w 434113"/>
              <a:gd name="connsiteY92" fmla="*/ 234696 h 393477"/>
              <a:gd name="connsiteX93" fmla="*/ 251365 w 434113"/>
              <a:gd name="connsiteY93" fmla="*/ 263081 h 393477"/>
              <a:gd name="connsiteX94" fmla="*/ 262558 w 434113"/>
              <a:gd name="connsiteY94" fmla="*/ 270129 h 393477"/>
              <a:gd name="connsiteX95" fmla="*/ 266732 w 434113"/>
              <a:gd name="connsiteY95" fmla="*/ 278606 h 393477"/>
              <a:gd name="connsiteX96" fmla="*/ 265309 w 434113"/>
              <a:gd name="connsiteY96" fmla="*/ 291370 h 393477"/>
              <a:gd name="connsiteX97" fmla="*/ 265309 w 434113"/>
              <a:gd name="connsiteY97" fmla="*/ 304133 h 393477"/>
              <a:gd name="connsiteX98" fmla="*/ 262463 w 434113"/>
              <a:gd name="connsiteY98" fmla="*/ 312611 h 393477"/>
              <a:gd name="connsiteX99" fmla="*/ 251270 w 434113"/>
              <a:gd name="connsiteY99" fmla="*/ 319659 h 393477"/>
              <a:gd name="connsiteX100" fmla="*/ 268154 w 434113"/>
              <a:gd name="connsiteY100" fmla="*/ 348044 h 393477"/>
              <a:gd name="connsiteX101" fmla="*/ 279347 w 434113"/>
              <a:gd name="connsiteY101" fmla="*/ 342329 h 393477"/>
              <a:gd name="connsiteX102" fmla="*/ 289212 w 434113"/>
              <a:gd name="connsiteY102" fmla="*/ 343757 h 393477"/>
              <a:gd name="connsiteX103" fmla="*/ 310270 w 434113"/>
              <a:gd name="connsiteY103" fmla="*/ 355092 h 393477"/>
              <a:gd name="connsiteX104" fmla="*/ 315866 w 434113"/>
              <a:gd name="connsiteY104" fmla="*/ 363569 h 393477"/>
              <a:gd name="connsiteX105" fmla="*/ 315866 w 434113"/>
              <a:gd name="connsiteY105" fmla="*/ 376333 h 393477"/>
              <a:gd name="connsiteX106" fmla="*/ 349540 w 434113"/>
              <a:gd name="connsiteY106" fmla="*/ 376333 h 393477"/>
              <a:gd name="connsiteX107" fmla="*/ 349540 w 434113"/>
              <a:gd name="connsiteY107" fmla="*/ 363569 h 393477"/>
              <a:gd name="connsiteX108" fmla="*/ 355136 w 434113"/>
              <a:gd name="connsiteY108" fmla="*/ 355092 h 393477"/>
              <a:gd name="connsiteX109" fmla="*/ 376194 w 434113"/>
              <a:gd name="connsiteY109" fmla="*/ 343757 h 393477"/>
              <a:gd name="connsiteX110" fmla="*/ 386059 w 434113"/>
              <a:gd name="connsiteY110" fmla="*/ 342329 h 393477"/>
              <a:gd name="connsiteX111" fmla="*/ 397252 w 434113"/>
              <a:gd name="connsiteY111" fmla="*/ 348044 h 393477"/>
              <a:gd name="connsiteX112" fmla="*/ 414136 w 434113"/>
              <a:gd name="connsiteY112" fmla="*/ 319659 h 393477"/>
              <a:gd name="connsiteX113" fmla="*/ 402943 w 434113"/>
              <a:gd name="connsiteY113" fmla="*/ 312611 h 393477"/>
              <a:gd name="connsiteX114" fmla="*/ 398769 w 434113"/>
              <a:gd name="connsiteY114" fmla="*/ 304133 h 393477"/>
              <a:gd name="connsiteX115" fmla="*/ 400192 w 434113"/>
              <a:gd name="connsiteY115" fmla="*/ 291370 h 393477"/>
              <a:gd name="connsiteX116" fmla="*/ 398769 w 434113"/>
              <a:gd name="connsiteY116" fmla="*/ 278606 h 393477"/>
              <a:gd name="connsiteX117" fmla="*/ 402943 w 434113"/>
              <a:gd name="connsiteY117" fmla="*/ 270129 h 393477"/>
              <a:gd name="connsiteX118" fmla="*/ 374581 w 434113"/>
              <a:gd name="connsiteY118" fmla="*/ 291370 h 393477"/>
              <a:gd name="connsiteX119" fmla="*/ 332845 w 434113"/>
              <a:gd name="connsiteY119" fmla="*/ 333280 h 393477"/>
              <a:gd name="connsiteX120" fmla="*/ 291109 w 434113"/>
              <a:gd name="connsiteY120" fmla="*/ 291370 h 393477"/>
              <a:gd name="connsiteX121" fmla="*/ 332845 w 434113"/>
              <a:gd name="connsiteY121" fmla="*/ 249460 h 393477"/>
              <a:gd name="connsiteX122" fmla="*/ 374581 w 434113"/>
              <a:gd name="connsiteY122" fmla="*/ 291370 h 393477"/>
              <a:gd name="connsiteX123" fmla="*/ 357887 w 434113"/>
              <a:gd name="connsiteY123" fmla="*/ 291370 h 393477"/>
              <a:gd name="connsiteX124" fmla="*/ 332845 w 434113"/>
              <a:gd name="connsiteY124" fmla="*/ 266224 h 393477"/>
              <a:gd name="connsiteX125" fmla="*/ 307804 w 434113"/>
              <a:gd name="connsiteY125" fmla="*/ 291370 h 393477"/>
              <a:gd name="connsiteX126" fmla="*/ 332845 w 434113"/>
              <a:gd name="connsiteY126" fmla="*/ 316516 h 393477"/>
              <a:gd name="connsiteX127" fmla="*/ 357887 w 434113"/>
              <a:gd name="connsiteY127" fmla="*/ 291370 h 39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434113" h="393477">
                <a:moveTo>
                  <a:pt x="362345" y="0"/>
                </a:moveTo>
                <a:lnTo>
                  <a:pt x="42115" y="0"/>
                </a:lnTo>
                <a:cubicBezTo>
                  <a:pt x="19635" y="0"/>
                  <a:pt x="0" y="18383"/>
                  <a:pt x="0" y="42386"/>
                </a:cubicBezTo>
                <a:lnTo>
                  <a:pt x="0" y="279844"/>
                </a:lnTo>
                <a:cubicBezTo>
                  <a:pt x="0" y="302419"/>
                  <a:pt x="19635" y="322231"/>
                  <a:pt x="42115" y="322231"/>
                </a:cubicBezTo>
                <a:lnTo>
                  <a:pt x="203653" y="322231"/>
                </a:lnTo>
                <a:cubicBezTo>
                  <a:pt x="207827" y="322231"/>
                  <a:pt x="212095" y="317944"/>
                  <a:pt x="212095" y="313754"/>
                </a:cubicBezTo>
                <a:cubicBezTo>
                  <a:pt x="212095" y="309563"/>
                  <a:pt x="207922" y="305276"/>
                  <a:pt x="203653" y="305276"/>
                </a:cubicBezTo>
                <a:lnTo>
                  <a:pt x="42115" y="305276"/>
                </a:lnTo>
                <a:cubicBezTo>
                  <a:pt x="28077" y="305276"/>
                  <a:pt x="16789" y="293942"/>
                  <a:pt x="16789" y="279844"/>
                </a:cubicBezTo>
                <a:lnTo>
                  <a:pt x="16789" y="102013"/>
                </a:lnTo>
                <a:lnTo>
                  <a:pt x="387577" y="102013"/>
                </a:lnTo>
                <a:lnTo>
                  <a:pt x="387577" y="169640"/>
                </a:lnTo>
                <a:cubicBezTo>
                  <a:pt x="387577" y="175260"/>
                  <a:pt x="391750" y="178117"/>
                  <a:pt x="396019" y="178117"/>
                </a:cubicBezTo>
                <a:cubicBezTo>
                  <a:pt x="401615" y="178117"/>
                  <a:pt x="404461" y="175260"/>
                  <a:pt x="404461" y="169640"/>
                </a:cubicBezTo>
                <a:lnTo>
                  <a:pt x="404461" y="42386"/>
                </a:lnTo>
                <a:cubicBezTo>
                  <a:pt x="404461" y="18383"/>
                  <a:pt x="386249" y="0"/>
                  <a:pt x="362345" y="0"/>
                </a:cubicBezTo>
                <a:close/>
                <a:moveTo>
                  <a:pt x="16884" y="84868"/>
                </a:moveTo>
                <a:lnTo>
                  <a:pt x="16884" y="42386"/>
                </a:lnTo>
                <a:cubicBezTo>
                  <a:pt x="16884" y="28289"/>
                  <a:pt x="28077" y="16954"/>
                  <a:pt x="42210" y="16954"/>
                </a:cubicBezTo>
                <a:lnTo>
                  <a:pt x="362440" y="16954"/>
                </a:lnTo>
                <a:cubicBezTo>
                  <a:pt x="376479" y="16954"/>
                  <a:pt x="387766" y="28289"/>
                  <a:pt x="387766" y="42386"/>
                </a:cubicBezTo>
                <a:lnTo>
                  <a:pt x="387766" y="84868"/>
                </a:lnTo>
                <a:lnTo>
                  <a:pt x="16979" y="84868"/>
                </a:lnTo>
                <a:close/>
                <a:moveTo>
                  <a:pt x="84516" y="51054"/>
                </a:moveTo>
                <a:cubicBezTo>
                  <a:pt x="84516" y="60293"/>
                  <a:pt x="76832" y="67723"/>
                  <a:pt x="67442" y="67723"/>
                </a:cubicBezTo>
                <a:cubicBezTo>
                  <a:pt x="58051" y="67723"/>
                  <a:pt x="50368" y="60293"/>
                  <a:pt x="50368" y="51054"/>
                </a:cubicBezTo>
                <a:cubicBezTo>
                  <a:pt x="50368" y="41815"/>
                  <a:pt x="58051" y="34385"/>
                  <a:pt x="67442" y="34385"/>
                </a:cubicBezTo>
                <a:cubicBezTo>
                  <a:pt x="76832" y="34385"/>
                  <a:pt x="84516" y="41815"/>
                  <a:pt x="84516" y="51054"/>
                </a:cubicBezTo>
                <a:close/>
                <a:moveTo>
                  <a:pt x="134789" y="51054"/>
                </a:moveTo>
                <a:cubicBezTo>
                  <a:pt x="134789" y="60293"/>
                  <a:pt x="127105" y="67723"/>
                  <a:pt x="117715" y="67723"/>
                </a:cubicBezTo>
                <a:cubicBezTo>
                  <a:pt x="108324" y="67723"/>
                  <a:pt x="100641" y="60293"/>
                  <a:pt x="100641" y="51054"/>
                </a:cubicBezTo>
                <a:cubicBezTo>
                  <a:pt x="100641" y="41815"/>
                  <a:pt x="108324" y="34385"/>
                  <a:pt x="117715" y="34385"/>
                </a:cubicBezTo>
                <a:cubicBezTo>
                  <a:pt x="127105" y="34385"/>
                  <a:pt x="134789" y="41815"/>
                  <a:pt x="134789" y="51054"/>
                </a:cubicBezTo>
                <a:close/>
                <a:moveTo>
                  <a:pt x="185156" y="51054"/>
                </a:moveTo>
                <a:cubicBezTo>
                  <a:pt x="185156" y="60293"/>
                  <a:pt x="177758" y="67723"/>
                  <a:pt x="168557" y="67723"/>
                </a:cubicBezTo>
                <a:cubicBezTo>
                  <a:pt x="159356" y="67723"/>
                  <a:pt x="151957" y="60293"/>
                  <a:pt x="151957" y="51054"/>
                </a:cubicBezTo>
                <a:cubicBezTo>
                  <a:pt x="151957" y="41815"/>
                  <a:pt x="159356" y="34385"/>
                  <a:pt x="168557" y="34385"/>
                </a:cubicBezTo>
                <a:cubicBezTo>
                  <a:pt x="177758" y="34385"/>
                  <a:pt x="185156" y="41815"/>
                  <a:pt x="185156" y="51054"/>
                </a:cubicBezTo>
                <a:close/>
                <a:moveTo>
                  <a:pt x="432538" y="319754"/>
                </a:moveTo>
                <a:lnTo>
                  <a:pt x="407212" y="365093"/>
                </a:lnTo>
                <a:cubicBezTo>
                  <a:pt x="405789" y="366522"/>
                  <a:pt x="404366" y="367951"/>
                  <a:pt x="401615" y="367951"/>
                </a:cubicBezTo>
                <a:cubicBezTo>
                  <a:pt x="400192" y="369380"/>
                  <a:pt x="397442" y="369380"/>
                  <a:pt x="396019" y="367951"/>
                </a:cubicBezTo>
                <a:lnTo>
                  <a:pt x="381980" y="359473"/>
                </a:lnTo>
                <a:cubicBezTo>
                  <a:pt x="377807" y="363760"/>
                  <a:pt x="372115" y="366522"/>
                  <a:pt x="366519" y="369380"/>
                </a:cubicBezTo>
                <a:lnTo>
                  <a:pt x="366519" y="385000"/>
                </a:lnTo>
                <a:cubicBezTo>
                  <a:pt x="366519" y="389287"/>
                  <a:pt x="362345" y="393478"/>
                  <a:pt x="358077" y="393478"/>
                </a:cubicBezTo>
                <a:lnTo>
                  <a:pt x="307519" y="393478"/>
                </a:lnTo>
                <a:cubicBezTo>
                  <a:pt x="303346" y="393478"/>
                  <a:pt x="299077" y="389192"/>
                  <a:pt x="299077" y="385000"/>
                </a:cubicBezTo>
                <a:lnTo>
                  <a:pt x="299077" y="369380"/>
                </a:lnTo>
                <a:cubicBezTo>
                  <a:pt x="293481" y="366522"/>
                  <a:pt x="287884" y="363665"/>
                  <a:pt x="282193" y="359473"/>
                </a:cubicBezTo>
                <a:lnTo>
                  <a:pt x="268154" y="367951"/>
                </a:lnTo>
                <a:cubicBezTo>
                  <a:pt x="265309" y="369380"/>
                  <a:pt x="259712" y="367951"/>
                  <a:pt x="256962" y="365093"/>
                </a:cubicBezTo>
                <a:lnTo>
                  <a:pt x="231635" y="319754"/>
                </a:lnTo>
                <a:cubicBezTo>
                  <a:pt x="230213" y="316897"/>
                  <a:pt x="231635" y="311277"/>
                  <a:pt x="234481" y="308419"/>
                </a:cubicBezTo>
                <a:lnTo>
                  <a:pt x="248519" y="301371"/>
                </a:lnTo>
                <a:lnTo>
                  <a:pt x="248519" y="281559"/>
                </a:lnTo>
                <a:lnTo>
                  <a:pt x="235904" y="274511"/>
                </a:lnTo>
                <a:cubicBezTo>
                  <a:pt x="231730" y="271653"/>
                  <a:pt x="230307" y="266033"/>
                  <a:pt x="231730" y="263176"/>
                </a:cubicBezTo>
                <a:lnTo>
                  <a:pt x="257056" y="217837"/>
                </a:lnTo>
                <a:cubicBezTo>
                  <a:pt x="259902" y="214979"/>
                  <a:pt x="265499" y="213550"/>
                  <a:pt x="269672" y="214979"/>
                </a:cubicBezTo>
                <a:lnTo>
                  <a:pt x="282288" y="223456"/>
                </a:lnTo>
                <a:cubicBezTo>
                  <a:pt x="287884" y="219170"/>
                  <a:pt x="293481" y="216408"/>
                  <a:pt x="299172" y="213550"/>
                </a:cubicBezTo>
                <a:lnTo>
                  <a:pt x="299172" y="197929"/>
                </a:lnTo>
                <a:cubicBezTo>
                  <a:pt x="299172" y="193643"/>
                  <a:pt x="303346" y="189452"/>
                  <a:pt x="307614" y="189452"/>
                </a:cubicBezTo>
                <a:lnTo>
                  <a:pt x="358172" y="189452"/>
                </a:lnTo>
                <a:cubicBezTo>
                  <a:pt x="362345" y="189452"/>
                  <a:pt x="366614" y="193739"/>
                  <a:pt x="366614" y="197929"/>
                </a:cubicBezTo>
                <a:lnTo>
                  <a:pt x="366614" y="213550"/>
                </a:lnTo>
                <a:cubicBezTo>
                  <a:pt x="372210" y="216408"/>
                  <a:pt x="377807" y="219266"/>
                  <a:pt x="382075" y="223456"/>
                </a:cubicBezTo>
                <a:lnTo>
                  <a:pt x="396114" y="214979"/>
                </a:lnTo>
                <a:cubicBezTo>
                  <a:pt x="397536" y="213550"/>
                  <a:pt x="400287" y="213550"/>
                  <a:pt x="401710" y="214979"/>
                </a:cubicBezTo>
                <a:cubicBezTo>
                  <a:pt x="404556" y="214979"/>
                  <a:pt x="405884" y="216408"/>
                  <a:pt x="407306" y="217837"/>
                </a:cubicBezTo>
                <a:lnTo>
                  <a:pt x="432633" y="263176"/>
                </a:lnTo>
                <a:cubicBezTo>
                  <a:pt x="435478" y="266033"/>
                  <a:pt x="434055" y="271653"/>
                  <a:pt x="429787" y="274511"/>
                </a:cubicBezTo>
                <a:lnTo>
                  <a:pt x="415748" y="281559"/>
                </a:lnTo>
                <a:cubicBezTo>
                  <a:pt x="417171" y="285845"/>
                  <a:pt x="417171" y="288608"/>
                  <a:pt x="417171" y="291465"/>
                </a:cubicBezTo>
                <a:cubicBezTo>
                  <a:pt x="417171" y="294323"/>
                  <a:pt x="417171" y="297085"/>
                  <a:pt x="415748" y="301371"/>
                </a:cubicBezTo>
                <a:lnTo>
                  <a:pt x="429787" y="308419"/>
                </a:lnTo>
                <a:cubicBezTo>
                  <a:pt x="433961" y="311277"/>
                  <a:pt x="435383" y="316897"/>
                  <a:pt x="432633" y="319754"/>
                </a:cubicBezTo>
                <a:close/>
                <a:moveTo>
                  <a:pt x="403038" y="270129"/>
                </a:moveTo>
                <a:lnTo>
                  <a:pt x="414231" y="263081"/>
                </a:lnTo>
                <a:lnTo>
                  <a:pt x="397347" y="234696"/>
                </a:lnTo>
                <a:lnTo>
                  <a:pt x="386154" y="240411"/>
                </a:lnTo>
                <a:cubicBezTo>
                  <a:pt x="383308" y="241840"/>
                  <a:pt x="379134" y="241840"/>
                  <a:pt x="376289" y="240411"/>
                </a:cubicBezTo>
                <a:cubicBezTo>
                  <a:pt x="370692" y="234696"/>
                  <a:pt x="362250" y="230505"/>
                  <a:pt x="355231" y="227648"/>
                </a:cubicBezTo>
                <a:cubicBezTo>
                  <a:pt x="351058" y="226219"/>
                  <a:pt x="349635" y="223361"/>
                  <a:pt x="349635" y="219170"/>
                </a:cubicBezTo>
                <a:lnTo>
                  <a:pt x="349635" y="206407"/>
                </a:lnTo>
                <a:lnTo>
                  <a:pt x="315961" y="206407"/>
                </a:lnTo>
                <a:lnTo>
                  <a:pt x="315961" y="219170"/>
                </a:lnTo>
                <a:cubicBezTo>
                  <a:pt x="315961" y="223456"/>
                  <a:pt x="313116" y="226219"/>
                  <a:pt x="310365" y="227648"/>
                </a:cubicBezTo>
                <a:cubicBezTo>
                  <a:pt x="301923" y="230505"/>
                  <a:pt x="294903" y="234696"/>
                  <a:pt x="289307" y="240411"/>
                </a:cubicBezTo>
                <a:cubicBezTo>
                  <a:pt x="286461" y="241840"/>
                  <a:pt x="282288" y="241840"/>
                  <a:pt x="279442" y="240411"/>
                </a:cubicBezTo>
                <a:lnTo>
                  <a:pt x="268249" y="234696"/>
                </a:lnTo>
                <a:lnTo>
                  <a:pt x="251365" y="263081"/>
                </a:lnTo>
                <a:lnTo>
                  <a:pt x="262558" y="270129"/>
                </a:lnTo>
                <a:cubicBezTo>
                  <a:pt x="265404" y="271558"/>
                  <a:pt x="266732" y="275749"/>
                  <a:pt x="266732" y="278606"/>
                </a:cubicBezTo>
                <a:cubicBezTo>
                  <a:pt x="265309" y="282892"/>
                  <a:pt x="265309" y="287084"/>
                  <a:pt x="265309" y="291370"/>
                </a:cubicBezTo>
                <a:lnTo>
                  <a:pt x="265309" y="304133"/>
                </a:lnTo>
                <a:cubicBezTo>
                  <a:pt x="266732" y="306991"/>
                  <a:pt x="265309" y="311182"/>
                  <a:pt x="262463" y="312611"/>
                </a:cubicBezTo>
                <a:lnTo>
                  <a:pt x="251270" y="319659"/>
                </a:lnTo>
                <a:lnTo>
                  <a:pt x="268154" y="348044"/>
                </a:lnTo>
                <a:lnTo>
                  <a:pt x="279347" y="342329"/>
                </a:lnTo>
                <a:cubicBezTo>
                  <a:pt x="282193" y="340900"/>
                  <a:pt x="286367" y="340900"/>
                  <a:pt x="289212" y="343757"/>
                </a:cubicBezTo>
                <a:cubicBezTo>
                  <a:pt x="294809" y="348044"/>
                  <a:pt x="301828" y="352235"/>
                  <a:pt x="310270" y="355092"/>
                </a:cubicBezTo>
                <a:cubicBezTo>
                  <a:pt x="313116" y="356521"/>
                  <a:pt x="315866" y="359378"/>
                  <a:pt x="315866" y="363569"/>
                </a:cubicBezTo>
                <a:lnTo>
                  <a:pt x="315866" y="376333"/>
                </a:lnTo>
                <a:lnTo>
                  <a:pt x="349540" y="376333"/>
                </a:lnTo>
                <a:lnTo>
                  <a:pt x="349540" y="363569"/>
                </a:lnTo>
                <a:cubicBezTo>
                  <a:pt x="349540" y="359283"/>
                  <a:pt x="350963" y="356521"/>
                  <a:pt x="355136" y="355092"/>
                </a:cubicBezTo>
                <a:cubicBezTo>
                  <a:pt x="362156" y="352235"/>
                  <a:pt x="370598" y="348044"/>
                  <a:pt x="376194" y="343757"/>
                </a:cubicBezTo>
                <a:cubicBezTo>
                  <a:pt x="379040" y="340900"/>
                  <a:pt x="383213" y="340900"/>
                  <a:pt x="386059" y="342329"/>
                </a:cubicBezTo>
                <a:lnTo>
                  <a:pt x="397252" y="348044"/>
                </a:lnTo>
                <a:lnTo>
                  <a:pt x="414136" y="319659"/>
                </a:lnTo>
                <a:lnTo>
                  <a:pt x="402943" y="312611"/>
                </a:lnTo>
                <a:cubicBezTo>
                  <a:pt x="400097" y="311182"/>
                  <a:pt x="397347" y="306991"/>
                  <a:pt x="398769" y="304133"/>
                </a:cubicBezTo>
                <a:cubicBezTo>
                  <a:pt x="398769" y="299847"/>
                  <a:pt x="400192" y="295656"/>
                  <a:pt x="400192" y="291370"/>
                </a:cubicBezTo>
                <a:cubicBezTo>
                  <a:pt x="400192" y="287084"/>
                  <a:pt x="398769" y="282892"/>
                  <a:pt x="398769" y="278606"/>
                </a:cubicBezTo>
                <a:cubicBezTo>
                  <a:pt x="397347" y="275749"/>
                  <a:pt x="400192" y="271558"/>
                  <a:pt x="402943" y="270129"/>
                </a:cubicBezTo>
                <a:close/>
                <a:moveTo>
                  <a:pt x="374581" y="291370"/>
                </a:moveTo>
                <a:cubicBezTo>
                  <a:pt x="374581" y="315182"/>
                  <a:pt x="355041" y="333280"/>
                  <a:pt x="332845" y="333280"/>
                </a:cubicBezTo>
                <a:cubicBezTo>
                  <a:pt x="309132" y="333280"/>
                  <a:pt x="291109" y="315087"/>
                  <a:pt x="291109" y="291370"/>
                </a:cubicBezTo>
                <a:cubicBezTo>
                  <a:pt x="291109" y="267653"/>
                  <a:pt x="309227" y="249460"/>
                  <a:pt x="332845" y="249460"/>
                </a:cubicBezTo>
                <a:cubicBezTo>
                  <a:pt x="355136" y="249460"/>
                  <a:pt x="374581" y="267653"/>
                  <a:pt x="374581" y="291370"/>
                </a:cubicBezTo>
                <a:close/>
                <a:moveTo>
                  <a:pt x="357887" y="291370"/>
                </a:moveTo>
                <a:cubicBezTo>
                  <a:pt x="357887" y="277368"/>
                  <a:pt x="346789" y="266224"/>
                  <a:pt x="332845" y="266224"/>
                </a:cubicBezTo>
                <a:cubicBezTo>
                  <a:pt x="318902" y="266224"/>
                  <a:pt x="307804" y="277368"/>
                  <a:pt x="307804" y="291370"/>
                </a:cubicBezTo>
                <a:cubicBezTo>
                  <a:pt x="307804" y="305371"/>
                  <a:pt x="318902" y="316516"/>
                  <a:pt x="332845" y="316516"/>
                </a:cubicBezTo>
                <a:cubicBezTo>
                  <a:pt x="346789" y="316516"/>
                  <a:pt x="357887" y="305371"/>
                  <a:pt x="357887" y="29137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1" name="Graphic 139">
            <a:extLst>
              <a:ext uri="{FF2B5EF4-FFF2-40B4-BE49-F238E27FC236}">
                <a16:creationId xmlns:a16="http://schemas.microsoft.com/office/drawing/2014/main" id="{685202EB-B1A4-7612-9DC4-22BBEEA2AE92}"/>
              </a:ext>
            </a:extLst>
          </p:cNvPr>
          <p:cNvSpPr/>
          <p:nvPr/>
        </p:nvSpPr>
        <p:spPr>
          <a:xfrm>
            <a:off x="8786022" y="801748"/>
            <a:ext cx="393700" cy="432962"/>
          </a:xfrm>
          <a:custGeom>
            <a:avLst/>
            <a:gdLst>
              <a:gd name="connsiteX0" fmla="*/ 293860 w 294049"/>
              <a:gd name="connsiteY0" fmla="*/ 66103 h 323373"/>
              <a:gd name="connsiteX1" fmla="*/ 146930 w 294049"/>
              <a:gd name="connsiteY1" fmla="*/ 0 h 323373"/>
              <a:gd name="connsiteX2" fmla="*/ 0 w 294049"/>
              <a:gd name="connsiteY2" fmla="*/ 65913 h 323373"/>
              <a:gd name="connsiteX3" fmla="*/ 0 w 294049"/>
              <a:gd name="connsiteY3" fmla="*/ 66199 h 323373"/>
              <a:gd name="connsiteX4" fmla="*/ 0 w 294049"/>
              <a:gd name="connsiteY4" fmla="*/ 257270 h 323373"/>
              <a:gd name="connsiteX5" fmla="*/ 147025 w 294049"/>
              <a:gd name="connsiteY5" fmla="*/ 323374 h 323373"/>
              <a:gd name="connsiteX6" fmla="*/ 294050 w 294049"/>
              <a:gd name="connsiteY6" fmla="*/ 257270 h 323373"/>
              <a:gd name="connsiteX7" fmla="*/ 294050 w 294049"/>
              <a:gd name="connsiteY7" fmla="*/ 66199 h 323373"/>
              <a:gd name="connsiteX8" fmla="*/ 294050 w 294049"/>
              <a:gd name="connsiteY8" fmla="*/ 66103 h 323373"/>
              <a:gd name="connsiteX9" fmla="*/ 279158 w 294049"/>
              <a:gd name="connsiteY9" fmla="*/ 191453 h 323373"/>
              <a:gd name="connsiteX10" fmla="*/ 146835 w 294049"/>
              <a:gd name="connsiteY10" fmla="*/ 242506 h 323373"/>
              <a:gd name="connsiteX11" fmla="*/ 14513 w 294049"/>
              <a:gd name="connsiteY11" fmla="*/ 191453 h 323373"/>
              <a:gd name="connsiteX12" fmla="*/ 14513 w 294049"/>
              <a:gd name="connsiteY12" fmla="*/ 154400 h 323373"/>
              <a:gd name="connsiteX13" fmla="*/ 146835 w 294049"/>
              <a:gd name="connsiteY13" fmla="*/ 191548 h 323373"/>
              <a:gd name="connsiteX14" fmla="*/ 279158 w 294049"/>
              <a:gd name="connsiteY14" fmla="*/ 154210 h 323373"/>
              <a:gd name="connsiteX15" fmla="*/ 279158 w 294049"/>
              <a:gd name="connsiteY15" fmla="*/ 191453 h 323373"/>
              <a:gd name="connsiteX16" fmla="*/ 279158 w 294049"/>
              <a:gd name="connsiteY16" fmla="*/ 125158 h 323373"/>
              <a:gd name="connsiteX17" fmla="*/ 146835 w 294049"/>
              <a:gd name="connsiteY17" fmla="*/ 176784 h 323373"/>
              <a:gd name="connsiteX18" fmla="*/ 14513 w 294049"/>
              <a:gd name="connsiteY18" fmla="*/ 125158 h 323373"/>
              <a:gd name="connsiteX19" fmla="*/ 14513 w 294049"/>
              <a:gd name="connsiteY19" fmla="*/ 95536 h 323373"/>
              <a:gd name="connsiteX20" fmla="*/ 146835 w 294049"/>
              <a:gd name="connsiteY20" fmla="*/ 132683 h 323373"/>
              <a:gd name="connsiteX21" fmla="*/ 279158 w 294049"/>
              <a:gd name="connsiteY21" fmla="*/ 95345 h 323373"/>
              <a:gd name="connsiteX22" fmla="*/ 279158 w 294049"/>
              <a:gd name="connsiteY22" fmla="*/ 125158 h 323373"/>
              <a:gd name="connsiteX23" fmla="*/ 146930 w 294049"/>
              <a:gd name="connsiteY23" fmla="*/ 14764 h 323373"/>
              <a:gd name="connsiteX24" fmla="*/ 279252 w 294049"/>
              <a:gd name="connsiteY24" fmla="*/ 66389 h 323373"/>
              <a:gd name="connsiteX25" fmla="*/ 146930 w 294049"/>
              <a:gd name="connsiteY25" fmla="*/ 118015 h 323373"/>
              <a:gd name="connsiteX26" fmla="*/ 14608 w 294049"/>
              <a:gd name="connsiteY26" fmla="*/ 66389 h 323373"/>
              <a:gd name="connsiteX27" fmla="*/ 146930 w 294049"/>
              <a:gd name="connsiteY27" fmla="*/ 14764 h 323373"/>
              <a:gd name="connsiteX28" fmla="*/ 146930 w 294049"/>
              <a:gd name="connsiteY28" fmla="*/ 308705 h 323373"/>
              <a:gd name="connsiteX29" fmla="*/ 14608 w 294049"/>
              <a:gd name="connsiteY29" fmla="*/ 257270 h 323373"/>
              <a:gd name="connsiteX30" fmla="*/ 14608 w 294049"/>
              <a:gd name="connsiteY30" fmla="*/ 220313 h 323373"/>
              <a:gd name="connsiteX31" fmla="*/ 146930 w 294049"/>
              <a:gd name="connsiteY31" fmla="*/ 257080 h 323373"/>
              <a:gd name="connsiteX32" fmla="*/ 279252 w 294049"/>
              <a:gd name="connsiteY32" fmla="*/ 220123 h 323373"/>
              <a:gd name="connsiteX33" fmla="*/ 279252 w 294049"/>
              <a:gd name="connsiteY33" fmla="*/ 257270 h 323373"/>
              <a:gd name="connsiteX34" fmla="*/ 146930 w 294049"/>
              <a:gd name="connsiteY34" fmla="*/ 308705 h 323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94049" h="323373">
                <a:moveTo>
                  <a:pt x="293860" y="66103"/>
                </a:moveTo>
                <a:cubicBezTo>
                  <a:pt x="293576" y="28194"/>
                  <a:pt x="228790" y="0"/>
                  <a:pt x="146930" y="0"/>
                </a:cubicBezTo>
                <a:cubicBezTo>
                  <a:pt x="65070" y="0"/>
                  <a:pt x="474" y="28003"/>
                  <a:pt x="0" y="65913"/>
                </a:cubicBezTo>
                <a:cubicBezTo>
                  <a:pt x="0" y="66008"/>
                  <a:pt x="0" y="66103"/>
                  <a:pt x="0" y="66199"/>
                </a:cubicBezTo>
                <a:lnTo>
                  <a:pt x="0" y="257270"/>
                </a:lnTo>
                <a:cubicBezTo>
                  <a:pt x="0" y="294037"/>
                  <a:pt x="63648" y="323374"/>
                  <a:pt x="147025" y="323374"/>
                </a:cubicBezTo>
                <a:cubicBezTo>
                  <a:pt x="230402" y="323374"/>
                  <a:pt x="294050" y="293941"/>
                  <a:pt x="294050" y="257270"/>
                </a:cubicBezTo>
                <a:lnTo>
                  <a:pt x="294050" y="66199"/>
                </a:lnTo>
                <a:cubicBezTo>
                  <a:pt x="294050" y="66199"/>
                  <a:pt x="294050" y="66199"/>
                  <a:pt x="294050" y="66103"/>
                </a:cubicBezTo>
                <a:close/>
                <a:moveTo>
                  <a:pt x="279158" y="191453"/>
                </a:moveTo>
                <a:cubicBezTo>
                  <a:pt x="279158" y="215741"/>
                  <a:pt x="224047" y="242506"/>
                  <a:pt x="146835" y="242506"/>
                </a:cubicBezTo>
                <a:cubicBezTo>
                  <a:pt x="69623" y="242506"/>
                  <a:pt x="14513" y="215741"/>
                  <a:pt x="14513" y="191453"/>
                </a:cubicBezTo>
                <a:lnTo>
                  <a:pt x="14513" y="154400"/>
                </a:lnTo>
                <a:cubicBezTo>
                  <a:pt x="37942" y="176498"/>
                  <a:pt x="87266" y="191548"/>
                  <a:pt x="146835" y="191548"/>
                </a:cubicBezTo>
                <a:cubicBezTo>
                  <a:pt x="206404" y="191548"/>
                  <a:pt x="255539" y="176308"/>
                  <a:pt x="279158" y="154210"/>
                </a:cubicBezTo>
                <a:lnTo>
                  <a:pt x="279158" y="191453"/>
                </a:lnTo>
                <a:close/>
                <a:moveTo>
                  <a:pt x="279158" y="125158"/>
                </a:moveTo>
                <a:cubicBezTo>
                  <a:pt x="279158" y="149733"/>
                  <a:pt x="224047" y="176784"/>
                  <a:pt x="146835" y="176784"/>
                </a:cubicBezTo>
                <a:cubicBezTo>
                  <a:pt x="69623" y="176784"/>
                  <a:pt x="14513" y="149733"/>
                  <a:pt x="14513" y="125158"/>
                </a:cubicBezTo>
                <a:lnTo>
                  <a:pt x="14513" y="95536"/>
                </a:lnTo>
                <a:cubicBezTo>
                  <a:pt x="37942" y="117539"/>
                  <a:pt x="87266" y="132683"/>
                  <a:pt x="146835" y="132683"/>
                </a:cubicBezTo>
                <a:cubicBezTo>
                  <a:pt x="206404" y="132683"/>
                  <a:pt x="255539" y="117539"/>
                  <a:pt x="279158" y="95345"/>
                </a:cubicBezTo>
                <a:lnTo>
                  <a:pt x="279158" y="125158"/>
                </a:lnTo>
                <a:close/>
                <a:moveTo>
                  <a:pt x="146930" y="14764"/>
                </a:moveTo>
                <a:cubicBezTo>
                  <a:pt x="224142" y="14764"/>
                  <a:pt x="279252" y="41815"/>
                  <a:pt x="279252" y="66389"/>
                </a:cubicBezTo>
                <a:cubicBezTo>
                  <a:pt x="279252" y="90964"/>
                  <a:pt x="224142" y="118015"/>
                  <a:pt x="146930" y="118015"/>
                </a:cubicBezTo>
                <a:cubicBezTo>
                  <a:pt x="69718" y="118015"/>
                  <a:pt x="14608" y="90964"/>
                  <a:pt x="14608" y="66389"/>
                </a:cubicBezTo>
                <a:cubicBezTo>
                  <a:pt x="14608" y="41815"/>
                  <a:pt x="68485" y="14764"/>
                  <a:pt x="146930" y="14764"/>
                </a:cubicBezTo>
                <a:close/>
                <a:moveTo>
                  <a:pt x="146930" y="308705"/>
                </a:moveTo>
                <a:cubicBezTo>
                  <a:pt x="68580" y="308705"/>
                  <a:pt x="14608" y="281749"/>
                  <a:pt x="14608" y="257270"/>
                </a:cubicBezTo>
                <a:lnTo>
                  <a:pt x="14608" y="220313"/>
                </a:lnTo>
                <a:cubicBezTo>
                  <a:pt x="38037" y="242126"/>
                  <a:pt x="87361" y="257080"/>
                  <a:pt x="146930" y="257080"/>
                </a:cubicBezTo>
                <a:cubicBezTo>
                  <a:pt x="206499" y="257080"/>
                  <a:pt x="255634" y="242030"/>
                  <a:pt x="279252" y="220123"/>
                </a:cubicBezTo>
                <a:lnTo>
                  <a:pt x="279252" y="257270"/>
                </a:lnTo>
                <a:cubicBezTo>
                  <a:pt x="279252" y="281749"/>
                  <a:pt x="224142" y="308705"/>
                  <a:pt x="146930" y="30870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2" name="Graphic 139">
            <a:extLst>
              <a:ext uri="{FF2B5EF4-FFF2-40B4-BE49-F238E27FC236}">
                <a16:creationId xmlns:a16="http://schemas.microsoft.com/office/drawing/2014/main" id="{C346640B-67F5-A458-ACC8-EBEB324F9901}"/>
              </a:ext>
            </a:extLst>
          </p:cNvPr>
          <p:cNvSpPr/>
          <p:nvPr/>
        </p:nvSpPr>
        <p:spPr>
          <a:xfrm>
            <a:off x="9555279" y="801748"/>
            <a:ext cx="393700" cy="432962"/>
          </a:xfrm>
          <a:custGeom>
            <a:avLst/>
            <a:gdLst>
              <a:gd name="connsiteX0" fmla="*/ 293860 w 294049"/>
              <a:gd name="connsiteY0" fmla="*/ 66103 h 323373"/>
              <a:gd name="connsiteX1" fmla="*/ 146930 w 294049"/>
              <a:gd name="connsiteY1" fmla="*/ 0 h 323373"/>
              <a:gd name="connsiteX2" fmla="*/ 0 w 294049"/>
              <a:gd name="connsiteY2" fmla="*/ 65913 h 323373"/>
              <a:gd name="connsiteX3" fmla="*/ 0 w 294049"/>
              <a:gd name="connsiteY3" fmla="*/ 66199 h 323373"/>
              <a:gd name="connsiteX4" fmla="*/ 0 w 294049"/>
              <a:gd name="connsiteY4" fmla="*/ 257270 h 323373"/>
              <a:gd name="connsiteX5" fmla="*/ 147025 w 294049"/>
              <a:gd name="connsiteY5" fmla="*/ 323374 h 323373"/>
              <a:gd name="connsiteX6" fmla="*/ 294050 w 294049"/>
              <a:gd name="connsiteY6" fmla="*/ 257270 h 323373"/>
              <a:gd name="connsiteX7" fmla="*/ 294050 w 294049"/>
              <a:gd name="connsiteY7" fmla="*/ 66199 h 323373"/>
              <a:gd name="connsiteX8" fmla="*/ 294050 w 294049"/>
              <a:gd name="connsiteY8" fmla="*/ 66103 h 323373"/>
              <a:gd name="connsiteX9" fmla="*/ 279158 w 294049"/>
              <a:gd name="connsiteY9" fmla="*/ 191453 h 323373"/>
              <a:gd name="connsiteX10" fmla="*/ 146835 w 294049"/>
              <a:gd name="connsiteY10" fmla="*/ 242506 h 323373"/>
              <a:gd name="connsiteX11" fmla="*/ 14513 w 294049"/>
              <a:gd name="connsiteY11" fmla="*/ 191453 h 323373"/>
              <a:gd name="connsiteX12" fmla="*/ 14513 w 294049"/>
              <a:gd name="connsiteY12" fmla="*/ 154400 h 323373"/>
              <a:gd name="connsiteX13" fmla="*/ 146835 w 294049"/>
              <a:gd name="connsiteY13" fmla="*/ 191548 h 323373"/>
              <a:gd name="connsiteX14" fmla="*/ 279158 w 294049"/>
              <a:gd name="connsiteY14" fmla="*/ 154210 h 323373"/>
              <a:gd name="connsiteX15" fmla="*/ 279158 w 294049"/>
              <a:gd name="connsiteY15" fmla="*/ 191453 h 323373"/>
              <a:gd name="connsiteX16" fmla="*/ 279158 w 294049"/>
              <a:gd name="connsiteY16" fmla="*/ 125158 h 323373"/>
              <a:gd name="connsiteX17" fmla="*/ 146835 w 294049"/>
              <a:gd name="connsiteY17" fmla="*/ 176784 h 323373"/>
              <a:gd name="connsiteX18" fmla="*/ 14513 w 294049"/>
              <a:gd name="connsiteY18" fmla="*/ 125158 h 323373"/>
              <a:gd name="connsiteX19" fmla="*/ 14513 w 294049"/>
              <a:gd name="connsiteY19" fmla="*/ 95536 h 323373"/>
              <a:gd name="connsiteX20" fmla="*/ 146835 w 294049"/>
              <a:gd name="connsiteY20" fmla="*/ 132683 h 323373"/>
              <a:gd name="connsiteX21" fmla="*/ 279158 w 294049"/>
              <a:gd name="connsiteY21" fmla="*/ 95345 h 323373"/>
              <a:gd name="connsiteX22" fmla="*/ 279158 w 294049"/>
              <a:gd name="connsiteY22" fmla="*/ 125158 h 323373"/>
              <a:gd name="connsiteX23" fmla="*/ 146930 w 294049"/>
              <a:gd name="connsiteY23" fmla="*/ 14764 h 323373"/>
              <a:gd name="connsiteX24" fmla="*/ 279252 w 294049"/>
              <a:gd name="connsiteY24" fmla="*/ 66389 h 323373"/>
              <a:gd name="connsiteX25" fmla="*/ 146930 w 294049"/>
              <a:gd name="connsiteY25" fmla="*/ 118015 h 323373"/>
              <a:gd name="connsiteX26" fmla="*/ 14608 w 294049"/>
              <a:gd name="connsiteY26" fmla="*/ 66389 h 323373"/>
              <a:gd name="connsiteX27" fmla="*/ 146930 w 294049"/>
              <a:gd name="connsiteY27" fmla="*/ 14764 h 323373"/>
              <a:gd name="connsiteX28" fmla="*/ 146930 w 294049"/>
              <a:gd name="connsiteY28" fmla="*/ 308705 h 323373"/>
              <a:gd name="connsiteX29" fmla="*/ 14608 w 294049"/>
              <a:gd name="connsiteY29" fmla="*/ 257270 h 323373"/>
              <a:gd name="connsiteX30" fmla="*/ 14608 w 294049"/>
              <a:gd name="connsiteY30" fmla="*/ 220313 h 323373"/>
              <a:gd name="connsiteX31" fmla="*/ 146930 w 294049"/>
              <a:gd name="connsiteY31" fmla="*/ 257080 h 323373"/>
              <a:gd name="connsiteX32" fmla="*/ 279252 w 294049"/>
              <a:gd name="connsiteY32" fmla="*/ 220123 h 323373"/>
              <a:gd name="connsiteX33" fmla="*/ 279252 w 294049"/>
              <a:gd name="connsiteY33" fmla="*/ 257270 h 323373"/>
              <a:gd name="connsiteX34" fmla="*/ 146930 w 294049"/>
              <a:gd name="connsiteY34" fmla="*/ 308705 h 323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94049" h="323373">
                <a:moveTo>
                  <a:pt x="293860" y="66103"/>
                </a:moveTo>
                <a:cubicBezTo>
                  <a:pt x="293576" y="28194"/>
                  <a:pt x="228790" y="0"/>
                  <a:pt x="146930" y="0"/>
                </a:cubicBezTo>
                <a:cubicBezTo>
                  <a:pt x="65070" y="0"/>
                  <a:pt x="474" y="28003"/>
                  <a:pt x="0" y="65913"/>
                </a:cubicBezTo>
                <a:cubicBezTo>
                  <a:pt x="0" y="66008"/>
                  <a:pt x="0" y="66103"/>
                  <a:pt x="0" y="66199"/>
                </a:cubicBezTo>
                <a:lnTo>
                  <a:pt x="0" y="257270"/>
                </a:lnTo>
                <a:cubicBezTo>
                  <a:pt x="0" y="294037"/>
                  <a:pt x="63648" y="323374"/>
                  <a:pt x="147025" y="323374"/>
                </a:cubicBezTo>
                <a:cubicBezTo>
                  <a:pt x="230402" y="323374"/>
                  <a:pt x="294050" y="293941"/>
                  <a:pt x="294050" y="257270"/>
                </a:cubicBezTo>
                <a:lnTo>
                  <a:pt x="294050" y="66199"/>
                </a:lnTo>
                <a:cubicBezTo>
                  <a:pt x="294050" y="66199"/>
                  <a:pt x="294050" y="66199"/>
                  <a:pt x="294050" y="66103"/>
                </a:cubicBezTo>
                <a:close/>
                <a:moveTo>
                  <a:pt x="279158" y="191453"/>
                </a:moveTo>
                <a:cubicBezTo>
                  <a:pt x="279158" y="215741"/>
                  <a:pt x="224047" y="242506"/>
                  <a:pt x="146835" y="242506"/>
                </a:cubicBezTo>
                <a:cubicBezTo>
                  <a:pt x="69623" y="242506"/>
                  <a:pt x="14513" y="215741"/>
                  <a:pt x="14513" y="191453"/>
                </a:cubicBezTo>
                <a:lnTo>
                  <a:pt x="14513" y="154400"/>
                </a:lnTo>
                <a:cubicBezTo>
                  <a:pt x="37942" y="176498"/>
                  <a:pt x="87266" y="191548"/>
                  <a:pt x="146835" y="191548"/>
                </a:cubicBezTo>
                <a:cubicBezTo>
                  <a:pt x="206404" y="191548"/>
                  <a:pt x="255539" y="176308"/>
                  <a:pt x="279158" y="154210"/>
                </a:cubicBezTo>
                <a:lnTo>
                  <a:pt x="279158" y="191453"/>
                </a:lnTo>
                <a:close/>
                <a:moveTo>
                  <a:pt x="279158" y="125158"/>
                </a:moveTo>
                <a:cubicBezTo>
                  <a:pt x="279158" y="149733"/>
                  <a:pt x="224047" y="176784"/>
                  <a:pt x="146835" y="176784"/>
                </a:cubicBezTo>
                <a:cubicBezTo>
                  <a:pt x="69623" y="176784"/>
                  <a:pt x="14513" y="149733"/>
                  <a:pt x="14513" y="125158"/>
                </a:cubicBezTo>
                <a:lnTo>
                  <a:pt x="14513" y="95536"/>
                </a:lnTo>
                <a:cubicBezTo>
                  <a:pt x="37942" y="117539"/>
                  <a:pt x="87266" y="132683"/>
                  <a:pt x="146835" y="132683"/>
                </a:cubicBezTo>
                <a:cubicBezTo>
                  <a:pt x="206404" y="132683"/>
                  <a:pt x="255539" y="117539"/>
                  <a:pt x="279158" y="95345"/>
                </a:cubicBezTo>
                <a:lnTo>
                  <a:pt x="279158" y="125158"/>
                </a:lnTo>
                <a:close/>
                <a:moveTo>
                  <a:pt x="146930" y="14764"/>
                </a:moveTo>
                <a:cubicBezTo>
                  <a:pt x="224142" y="14764"/>
                  <a:pt x="279252" y="41815"/>
                  <a:pt x="279252" y="66389"/>
                </a:cubicBezTo>
                <a:cubicBezTo>
                  <a:pt x="279252" y="90964"/>
                  <a:pt x="224142" y="118015"/>
                  <a:pt x="146930" y="118015"/>
                </a:cubicBezTo>
                <a:cubicBezTo>
                  <a:pt x="69718" y="118015"/>
                  <a:pt x="14608" y="90964"/>
                  <a:pt x="14608" y="66389"/>
                </a:cubicBezTo>
                <a:cubicBezTo>
                  <a:pt x="14608" y="41815"/>
                  <a:pt x="68485" y="14764"/>
                  <a:pt x="146930" y="14764"/>
                </a:cubicBezTo>
                <a:close/>
                <a:moveTo>
                  <a:pt x="146930" y="308705"/>
                </a:moveTo>
                <a:cubicBezTo>
                  <a:pt x="68580" y="308705"/>
                  <a:pt x="14608" y="281749"/>
                  <a:pt x="14608" y="257270"/>
                </a:cubicBezTo>
                <a:lnTo>
                  <a:pt x="14608" y="220313"/>
                </a:lnTo>
                <a:cubicBezTo>
                  <a:pt x="38037" y="242126"/>
                  <a:pt x="87361" y="257080"/>
                  <a:pt x="146930" y="257080"/>
                </a:cubicBezTo>
                <a:cubicBezTo>
                  <a:pt x="206499" y="257080"/>
                  <a:pt x="255634" y="242030"/>
                  <a:pt x="279252" y="220123"/>
                </a:cubicBezTo>
                <a:lnTo>
                  <a:pt x="279252" y="257270"/>
                </a:lnTo>
                <a:cubicBezTo>
                  <a:pt x="279252" y="281749"/>
                  <a:pt x="224142" y="308705"/>
                  <a:pt x="146930" y="30870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3" name="Graphic 139">
            <a:extLst>
              <a:ext uri="{FF2B5EF4-FFF2-40B4-BE49-F238E27FC236}">
                <a16:creationId xmlns:a16="http://schemas.microsoft.com/office/drawing/2014/main" id="{6D8866BF-CA50-1FC7-8967-3B32D99F93E3}"/>
              </a:ext>
            </a:extLst>
          </p:cNvPr>
          <p:cNvSpPr/>
          <p:nvPr/>
        </p:nvSpPr>
        <p:spPr>
          <a:xfrm>
            <a:off x="8786022" y="1447634"/>
            <a:ext cx="393700" cy="432962"/>
          </a:xfrm>
          <a:custGeom>
            <a:avLst/>
            <a:gdLst>
              <a:gd name="connsiteX0" fmla="*/ 293860 w 294049"/>
              <a:gd name="connsiteY0" fmla="*/ 66103 h 323373"/>
              <a:gd name="connsiteX1" fmla="*/ 146930 w 294049"/>
              <a:gd name="connsiteY1" fmla="*/ 0 h 323373"/>
              <a:gd name="connsiteX2" fmla="*/ 0 w 294049"/>
              <a:gd name="connsiteY2" fmla="*/ 65913 h 323373"/>
              <a:gd name="connsiteX3" fmla="*/ 0 w 294049"/>
              <a:gd name="connsiteY3" fmla="*/ 66199 h 323373"/>
              <a:gd name="connsiteX4" fmla="*/ 0 w 294049"/>
              <a:gd name="connsiteY4" fmla="*/ 257270 h 323373"/>
              <a:gd name="connsiteX5" fmla="*/ 147025 w 294049"/>
              <a:gd name="connsiteY5" fmla="*/ 323374 h 323373"/>
              <a:gd name="connsiteX6" fmla="*/ 294050 w 294049"/>
              <a:gd name="connsiteY6" fmla="*/ 257270 h 323373"/>
              <a:gd name="connsiteX7" fmla="*/ 294050 w 294049"/>
              <a:gd name="connsiteY7" fmla="*/ 66199 h 323373"/>
              <a:gd name="connsiteX8" fmla="*/ 294050 w 294049"/>
              <a:gd name="connsiteY8" fmla="*/ 66103 h 323373"/>
              <a:gd name="connsiteX9" fmla="*/ 279158 w 294049"/>
              <a:gd name="connsiteY9" fmla="*/ 191453 h 323373"/>
              <a:gd name="connsiteX10" fmla="*/ 146835 w 294049"/>
              <a:gd name="connsiteY10" fmla="*/ 242506 h 323373"/>
              <a:gd name="connsiteX11" fmla="*/ 14513 w 294049"/>
              <a:gd name="connsiteY11" fmla="*/ 191453 h 323373"/>
              <a:gd name="connsiteX12" fmla="*/ 14513 w 294049"/>
              <a:gd name="connsiteY12" fmla="*/ 154400 h 323373"/>
              <a:gd name="connsiteX13" fmla="*/ 146835 w 294049"/>
              <a:gd name="connsiteY13" fmla="*/ 191548 h 323373"/>
              <a:gd name="connsiteX14" fmla="*/ 279158 w 294049"/>
              <a:gd name="connsiteY14" fmla="*/ 154210 h 323373"/>
              <a:gd name="connsiteX15" fmla="*/ 279158 w 294049"/>
              <a:gd name="connsiteY15" fmla="*/ 191453 h 323373"/>
              <a:gd name="connsiteX16" fmla="*/ 279158 w 294049"/>
              <a:gd name="connsiteY16" fmla="*/ 125158 h 323373"/>
              <a:gd name="connsiteX17" fmla="*/ 146835 w 294049"/>
              <a:gd name="connsiteY17" fmla="*/ 176784 h 323373"/>
              <a:gd name="connsiteX18" fmla="*/ 14513 w 294049"/>
              <a:gd name="connsiteY18" fmla="*/ 125158 h 323373"/>
              <a:gd name="connsiteX19" fmla="*/ 14513 w 294049"/>
              <a:gd name="connsiteY19" fmla="*/ 95536 h 323373"/>
              <a:gd name="connsiteX20" fmla="*/ 146835 w 294049"/>
              <a:gd name="connsiteY20" fmla="*/ 132683 h 323373"/>
              <a:gd name="connsiteX21" fmla="*/ 279158 w 294049"/>
              <a:gd name="connsiteY21" fmla="*/ 95345 h 323373"/>
              <a:gd name="connsiteX22" fmla="*/ 279158 w 294049"/>
              <a:gd name="connsiteY22" fmla="*/ 125158 h 323373"/>
              <a:gd name="connsiteX23" fmla="*/ 146930 w 294049"/>
              <a:gd name="connsiteY23" fmla="*/ 14764 h 323373"/>
              <a:gd name="connsiteX24" fmla="*/ 279252 w 294049"/>
              <a:gd name="connsiteY24" fmla="*/ 66389 h 323373"/>
              <a:gd name="connsiteX25" fmla="*/ 146930 w 294049"/>
              <a:gd name="connsiteY25" fmla="*/ 118015 h 323373"/>
              <a:gd name="connsiteX26" fmla="*/ 14608 w 294049"/>
              <a:gd name="connsiteY26" fmla="*/ 66389 h 323373"/>
              <a:gd name="connsiteX27" fmla="*/ 146930 w 294049"/>
              <a:gd name="connsiteY27" fmla="*/ 14764 h 323373"/>
              <a:gd name="connsiteX28" fmla="*/ 146930 w 294049"/>
              <a:gd name="connsiteY28" fmla="*/ 308705 h 323373"/>
              <a:gd name="connsiteX29" fmla="*/ 14608 w 294049"/>
              <a:gd name="connsiteY29" fmla="*/ 257270 h 323373"/>
              <a:gd name="connsiteX30" fmla="*/ 14608 w 294049"/>
              <a:gd name="connsiteY30" fmla="*/ 220313 h 323373"/>
              <a:gd name="connsiteX31" fmla="*/ 146930 w 294049"/>
              <a:gd name="connsiteY31" fmla="*/ 257080 h 323373"/>
              <a:gd name="connsiteX32" fmla="*/ 279252 w 294049"/>
              <a:gd name="connsiteY32" fmla="*/ 220123 h 323373"/>
              <a:gd name="connsiteX33" fmla="*/ 279252 w 294049"/>
              <a:gd name="connsiteY33" fmla="*/ 257270 h 323373"/>
              <a:gd name="connsiteX34" fmla="*/ 146930 w 294049"/>
              <a:gd name="connsiteY34" fmla="*/ 308705 h 323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94049" h="323373">
                <a:moveTo>
                  <a:pt x="293860" y="66103"/>
                </a:moveTo>
                <a:cubicBezTo>
                  <a:pt x="293576" y="28194"/>
                  <a:pt x="228790" y="0"/>
                  <a:pt x="146930" y="0"/>
                </a:cubicBezTo>
                <a:cubicBezTo>
                  <a:pt x="65070" y="0"/>
                  <a:pt x="474" y="28003"/>
                  <a:pt x="0" y="65913"/>
                </a:cubicBezTo>
                <a:cubicBezTo>
                  <a:pt x="0" y="66008"/>
                  <a:pt x="0" y="66103"/>
                  <a:pt x="0" y="66199"/>
                </a:cubicBezTo>
                <a:lnTo>
                  <a:pt x="0" y="257270"/>
                </a:lnTo>
                <a:cubicBezTo>
                  <a:pt x="0" y="294037"/>
                  <a:pt x="63648" y="323374"/>
                  <a:pt x="147025" y="323374"/>
                </a:cubicBezTo>
                <a:cubicBezTo>
                  <a:pt x="230402" y="323374"/>
                  <a:pt x="294050" y="293941"/>
                  <a:pt x="294050" y="257270"/>
                </a:cubicBezTo>
                <a:lnTo>
                  <a:pt x="294050" y="66199"/>
                </a:lnTo>
                <a:cubicBezTo>
                  <a:pt x="294050" y="66199"/>
                  <a:pt x="294050" y="66199"/>
                  <a:pt x="294050" y="66103"/>
                </a:cubicBezTo>
                <a:close/>
                <a:moveTo>
                  <a:pt x="279158" y="191453"/>
                </a:moveTo>
                <a:cubicBezTo>
                  <a:pt x="279158" y="215741"/>
                  <a:pt x="224047" y="242506"/>
                  <a:pt x="146835" y="242506"/>
                </a:cubicBezTo>
                <a:cubicBezTo>
                  <a:pt x="69623" y="242506"/>
                  <a:pt x="14513" y="215741"/>
                  <a:pt x="14513" y="191453"/>
                </a:cubicBezTo>
                <a:lnTo>
                  <a:pt x="14513" y="154400"/>
                </a:lnTo>
                <a:cubicBezTo>
                  <a:pt x="37942" y="176498"/>
                  <a:pt x="87266" y="191548"/>
                  <a:pt x="146835" y="191548"/>
                </a:cubicBezTo>
                <a:cubicBezTo>
                  <a:pt x="206404" y="191548"/>
                  <a:pt x="255539" y="176308"/>
                  <a:pt x="279158" y="154210"/>
                </a:cubicBezTo>
                <a:lnTo>
                  <a:pt x="279158" y="191453"/>
                </a:lnTo>
                <a:close/>
                <a:moveTo>
                  <a:pt x="279158" y="125158"/>
                </a:moveTo>
                <a:cubicBezTo>
                  <a:pt x="279158" y="149733"/>
                  <a:pt x="224047" y="176784"/>
                  <a:pt x="146835" y="176784"/>
                </a:cubicBezTo>
                <a:cubicBezTo>
                  <a:pt x="69623" y="176784"/>
                  <a:pt x="14513" y="149733"/>
                  <a:pt x="14513" y="125158"/>
                </a:cubicBezTo>
                <a:lnTo>
                  <a:pt x="14513" y="95536"/>
                </a:lnTo>
                <a:cubicBezTo>
                  <a:pt x="37942" y="117539"/>
                  <a:pt x="87266" y="132683"/>
                  <a:pt x="146835" y="132683"/>
                </a:cubicBezTo>
                <a:cubicBezTo>
                  <a:pt x="206404" y="132683"/>
                  <a:pt x="255539" y="117539"/>
                  <a:pt x="279158" y="95345"/>
                </a:cubicBezTo>
                <a:lnTo>
                  <a:pt x="279158" y="125158"/>
                </a:lnTo>
                <a:close/>
                <a:moveTo>
                  <a:pt x="146930" y="14764"/>
                </a:moveTo>
                <a:cubicBezTo>
                  <a:pt x="224142" y="14764"/>
                  <a:pt x="279252" y="41815"/>
                  <a:pt x="279252" y="66389"/>
                </a:cubicBezTo>
                <a:cubicBezTo>
                  <a:pt x="279252" y="90964"/>
                  <a:pt x="224142" y="118015"/>
                  <a:pt x="146930" y="118015"/>
                </a:cubicBezTo>
                <a:cubicBezTo>
                  <a:pt x="69718" y="118015"/>
                  <a:pt x="14608" y="90964"/>
                  <a:pt x="14608" y="66389"/>
                </a:cubicBezTo>
                <a:cubicBezTo>
                  <a:pt x="14608" y="41815"/>
                  <a:pt x="68485" y="14764"/>
                  <a:pt x="146930" y="14764"/>
                </a:cubicBezTo>
                <a:close/>
                <a:moveTo>
                  <a:pt x="146930" y="308705"/>
                </a:moveTo>
                <a:cubicBezTo>
                  <a:pt x="68580" y="308705"/>
                  <a:pt x="14608" y="281749"/>
                  <a:pt x="14608" y="257270"/>
                </a:cubicBezTo>
                <a:lnTo>
                  <a:pt x="14608" y="220313"/>
                </a:lnTo>
                <a:cubicBezTo>
                  <a:pt x="38037" y="242126"/>
                  <a:pt x="87361" y="257080"/>
                  <a:pt x="146930" y="257080"/>
                </a:cubicBezTo>
                <a:cubicBezTo>
                  <a:pt x="206499" y="257080"/>
                  <a:pt x="255634" y="242030"/>
                  <a:pt x="279252" y="220123"/>
                </a:cubicBezTo>
                <a:lnTo>
                  <a:pt x="279252" y="257270"/>
                </a:lnTo>
                <a:cubicBezTo>
                  <a:pt x="279252" y="281749"/>
                  <a:pt x="224142" y="308705"/>
                  <a:pt x="146930" y="30870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4" name="Graphic 139">
            <a:extLst>
              <a:ext uri="{FF2B5EF4-FFF2-40B4-BE49-F238E27FC236}">
                <a16:creationId xmlns:a16="http://schemas.microsoft.com/office/drawing/2014/main" id="{C4B522E5-1078-7AA8-E50E-B37DE796468C}"/>
              </a:ext>
            </a:extLst>
          </p:cNvPr>
          <p:cNvSpPr/>
          <p:nvPr/>
        </p:nvSpPr>
        <p:spPr>
          <a:xfrm>
            <a:off x="9555279" y="1447634"/>
            <a:ext cx="393700" cy="432962"/>
          </a:xfrm>
          <a:custGeom>
            <a:avLst/>
            <a:gdLst>
              <a:gd name="connsiteX0" fmla="*/ 293860 w 294049"/>
              <a:gd name="connsiteY0" fmla="*/ 66103 h 323373"/>
              <a:gd name="connsiteX1" fmla="*/ 146930 w 294049"/>
              <a:gd name="connsiteY1" fmla="*/ 0 h 323373"/>
              <a:gd name="connsiteX2" fmla="*/ 0 w 294049"/>
              <a:gd name="connsiteY2" fmla="*/ 65913 h 323373"/>
              <a:gd name="connsiteX3" fmla="*/ 0 w 294049"/>
              <a:gd name="connsiteY3" fmla="*/ 66199 h 323373"/>
              <a:gd name="connsiteX4" fmla="*/ 0 w 294049"/>
              <a:gd name="connsiteY4" fmla="*/ 257270 h 323373"/>
              <a:gd name="connsiteX5" fmla="*/ 147025 w 294049"/>
              <a:gd name="connsiteY5" fmla="*/ 323374 h 323373"/>
              <a:gd name="connsiteX6" fmla="*/ 294050 w 294049"/>
              <a:gd name="connsiteY6" fmla="*/ 257270 h 323373"/>
              <a:gd name="connsiteX7" fmla="*/ 294050 w 294049"/>
              <a:gd name="connsiteY7" fmla="*/ 66199 h 323373"/>
              <a:gd name="connsiteX8" fmla="*/ 294050 w 294049"/>
              <a:gd name="connsiteY8" fmla="*/ 66103 h 323373"/>
              <a:gd name="connsiteX9" fmla="*/ 279158 w 294049"/>
              <a:gd name="connsiteY9" fmla="*/ 191453 h 323373"/>
              <a:gd name="connsiteX10" fmla="*/ 146835 w 294049"/>
              <a:gd name="connsiteY10" fmla="*/ 242506 h 323373"/>
              <a:gd name="connsiteX11" fmla="*/ 14513 w 294049"/>
              <a:gd name="connsiteY11" fmla="*/ 191453 h 323373"/>
              <a:gd name="connsiteX12" fmla="*/ 14513 w 294049"/>
              <a:gd name="connsiteY12" fmla="*/ 154400 h 323373"/>
              <a:gd name="connsiteX13" fmla="*/ 146835 w 294049"/>
              <a:gd name="connsiteY13" fmla="*/ 191548 h 323373"/>
              <a:gd name="connsiteX14" fmla="*/ 279158 w 294049"/>
              <a:gd name="connsiteY14" fmla="*/ 154210 h 323373"/>
              <a:gd name="connsiteX15" fmla="*/ 279158 w 294049"/>
              <a:gd name="connsiteY15" fmla="*/ 191453 h 323373"/>
              <a:gd name="connsiteX16" fmla="*/ 279158 w 294049"/>
              <a:gd name="connsiteY16" fmla="*/ 125158 h 323373"/>
              <a:gd name="connsiteX17" fmla="*/ 146835 w 294049"/>
              <a:gd name="connsiteY17" fmla="*/ 176784 h 323373"/>
              <a:gd name="connsiteX18" fmla="*/ 14513 w 294049"/>
              <a:gd name="connsiteY18" fmla="*/ 125158 h 323373"/>
              <a:gd name="connsiteX19" fmla="*/ 14513 w 294049"/>
              <a:gd name="connsiteY19" fmla="*/ 95536 h 323373"/>
              <a:gd name="connsiteX20" fmla="*/ 146835 w 294049"/>
              <a:gd name="connsiteY20" fmla="*/ 132683 h 323373"/>
              <a:gd name="connsiteX21" fmla="*/ 279158 w 294049"/>
              <a:gd name="connsiteY21" fmla="*/ 95345 h 323373"/>
              <a:gd name="connsiteX22" fmla="*/ 279158 w 294049"/>
              <a:gd name="connsiteY22" fmla="*/ 125158 h 323373"/>
              <a:gd name="connsiteX23" fmla="*/ 146930 w 294049"/>
              <a:gd name="connsiteY23" fmla="*/ 14764 h 323373"/>
              <a:gd name="connsiteX24" fmla="*/ 279252 w 294049"/>
              <a:gd name="connsiteY24" fmla="*/ 66389 h 323373"/>
              <a:gd name="connsiteX25" fmla="*/ 146930 w 294049"/>
              <a:gd name="connsiteY25" fmla="*/ 118015 h 323373"/>
              <a:gd name="connsiteX26" fmla="*/ 14608 w 294049"/>
              <a:gd name="connsiteY26" fmla="*/ 66389 h 323373"/>
              <a:gd name="connsiteX27" fmla="*/ 146930 w 294049"/>
              <a:gd name="connsiteY27" fmla="*/ 14764 h 323373"/>
              <a:gd name="connsiteX28" fmla="*/ 146930 w 294049"/>
              <a:gd name="connsiteY28" fmla="*/ 308705 h 323373"/>
              <a:gd name="connsiteX29" fmla="*/ 14608 w 294049"/>
              <a:gd name="connsiteY29" fmla="*/ 257270 h 323373"/>
              <a:gd name="connsiteX30" fmla="*/ 14608 w 294049"/>
              <a:gd name="connsiteY30" fmla="*/ 220313 h 323373"/>
              <a:gd name="connsiteX31" fmla="*/ 146930 w 294049"/>
              <a:gd name="connsiteY31" fmla="*/ 257080 h 323373"/>
              <a:gd name="connsiteX32" fmla="*/ 279252 w 294049"/>
              <a:gd name="connsiteY32" fmla="*/ 220123 h 323373"/>
              <a:gd name="connsiteX33" fmla="*/ 279252 w 294049"/>
              <a:gd name="connsiteY33" fmla="*/ 257270 h 323373"/>
              <a:gd name="connsiteX34" fmla="*/ 146930 w 294049"/>
              <a:gd name="connsiteY34" fmla="*/ 308705 h 323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94049" h="323373">
                <a:moveTo>
                  <a:pt x="293860" y="66103"/>
                </a:moveTo>
                <a:cubicBezTo>
                  <a:pt x="293576" y="28194"/>
                  <a:pt x="228790" y="0"/>
                  <a:pt x="146930" y="0"/>
                </a:cubicBezTo>
                <a:cubicBezTo>
                  <a:pt x="65070" y="0"/>
                  <a:pt x="474" y="28003"/>
                  <a:pt x="0" y="65913"/>
                </a:cubicBezTo>
                <a:cubicBezTo>
                  <a:pt x="0" y="66008"/>
                  <a:pt x="0" y="66103"/>
                  <a:pt x="0" y="66199"/>
                </a:cubicBezTo>
                <a:lnTo>
                  <a:pt x="0" y="257270"/>
                </a:lnTo>
                <a:cubicBezTo>
                  <a:pt x="0" y="294037"/>
                  <a:pt x="63648" y="323374"/>
                  <a:pt x="147025" y="323374"/>
                </a:cubicBezTo>
                <a:cubicBezTo>
                  <a:pt x="230402" y="323374"/>
                  <a:pt x="294050" y="293941"/>
                  <a:pt x="294050" y="257270"/>
                </a:cubicBezTo>
                <a:lnTo>
                  <a:pt x="294050" y="66199"/>
                </a:lnTo>
                <a:cubicBezTo>
                  <a:pt x="294050" y="66199"/>
                  <a:pt x="294050" y="66199"/>
                  <a:pt x="294050" y="66103"/>
                </a:cubicBezTo>
                <a:close/>
                <a:moveTo>
                  <a:pt x="279158" y="191453"/>
                </a:moveTo>
                <a:cubicBezTo>
                  <a:pt x="279158" y="215741"/>
                  <a:pt x="224047" y="242506"/>
                  <a:pt x="146835" y="242506"/>
                </a:cubicBezTo>
                <a:cubicBezTo>
                  <a:pt x="69623" y="242506"/>
                  <a:pt x="14513" y="215741"/>
                  <a:pt x="14513" y="191453"/>
                </a:cubicBezTo>
                <a:lnTo>
                  <a:pt x="14513" y="154400"/>
                </a:lnTo>
                <a:cubicBezTo>
                  <a:pt x="37942" y="176498"/>
                  <a:pt x="87266" y="191548"/>
                  <a:pt x="146835" y="191548"/>
                </a:cubicBezTo>
                <a:cubicBezTo>
                  <a:pt x="206404" y="191548"/>
                  <a:pt x="255539" y="176308"/>
                  <a:pt x="279158" y="154210"/>
                </a:cubicBezTo>
                <a:lnTo>
                  <a:pt x="279158" y="191453"/>
                </a:lnTo>
                <a:close/>
                <a:moveTo>
                  <a:pt x="279158" y="125158"/>
                </a:moveTo>
                <a:cubicBezTo>
                  <a:pt x="279158" y="149733"/>
                  <a:pt x="224047" y="176784"/>
                  <a:pt x="146835" y="176784"/>
                </a:cubicBezTo>
                <a:cubicBezTo>
                  <a:pt x="69623" y="176784"/>
                  <a:pt x="14513" y="149733"/>
                  <a:pt x="14513" y="125158"/>
                </a:cubicBezTo>
                <a:lnTo>
                  <a:pt x="14513" y="95536"/>
                </a:lnTo>
                <a:cubicBezTo>
                  <a:pt x="37942" y="117539"/>
                  <a:pt x="87266" y="132683"/>
                  <a:pt x="146835" y="132683"/>
                </a:cubicBezTo>
                <a:cubicBezTo>
                  <a:pt x="206404" y="132683"/>
                  <a:pt x="255539" y="117539"/>
                  <a:pt x="279158" y="95345"/>
                </a:cubicBezTo>
                <a:lnTo>
                  <a:pt x="279158" y="125158"/>
                </a:lnTo>
                <a:close/>
                <a:moveTo>
                  <a:pt x="146930" y="14764"/>
                </a:moveTo>
                <a:cubicBezTo>
                  <a:pt x="224142" y="14764"/>
                  <a:pt x="279252" y="41815"/>
                  <a:pt x="279252" y="66389"/>
                </a:cubicBezTo>
                <a:cubicBezTo>
                  <a:pt x="279252" y="90964"/>
                  <a:pt x="224142" y="118015"/>
                  <a:pt x="146930" y="118015"/>
                </a:cubicBezTo>
                <a:cubicBezTo>
                  <a:pt x="69718" y="118015"/>
                  <a:pt x="14608" y="90964"/>
                  <a:pt x="14608" y="66389"/>
                </a:cubicBezTo>
                <a:cubicBezTo>
                  <a:pt x="14608" y="41815"/>
                  <a:pt x="68485" y="14764"/>
                  <a:pt x="146930" y="14764"/>
                </a:cubicBezTo>
                <a:close/>
                <a:moveTo>
                  <a:pt x="146930" y="308705"/>
                </a:moveTo>
                <a:cubicBezTo>
                  <a:pt x="68580" y="308705"/>
                  <a:pt x="14608" y="281749"/>
                  <a:pt x="14608" y="257270"/>
                </a:cubicBezTo>
                <a:lnTo>
                  <a:pt x="14608" y="220313"/>
                </a:lnTo>
                <a:cubicBezTo>
                  <a:pt x="38037" y="242126"/>
                  <a:pt x="87361" y="257080"/>
                  <a:pt x="146930" y="257080"/>
                </a:cubicBezTo>
                <a:cubicBezTo>
                  <a:pt x="206499" y="257080"/>
                  <a:pt x="255634" y="242030"/>
                  <a:pt x="279252" y="220123"/>
                </a:cubicBezTo>
                <a:lnTo>
                  <a:pt x="279252" y="257270"/>
                </a:lnTo>
                <a:cubicBezTo>
                  <a:pt x="279252" y="281749"/>
                  <a:pt x="224142" y="308705"/>
                  <a:pt x="146930" y="30870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7" name="Graphic 145">
            <a:extLst>
              <a:ext uri="{FF2B5EF4-FFF2-40B4-BE49-F238E27FC236}">
                <a16:creationId xmlns:a16="http://schemas.microsoft.com/office/drawing/2014/main" id="{87BB768E-F28E-193A-2A3F-5754386554E1}"/>
              </a:ext>
            </a:extLst>
          </p:cNvPr>
          <p:cNvSpPr/>
          <p:nvPr/>
        </p:nvSpPr>
        <p:spPr>
          <a:xfrm>
            <a:off x="10417374" y="814177"/>
            <a:ext cx="421005" cy="423654"/>
          </a:xfrm>
          <a:custGeom>
            <a:avLst/>
            <a:gdLst>
              <a:gd name="connsiteX0" fmla="*/ 314159 w 314253"/>
              <a:gd name="connsiteY0" fmla="*/ 26480 h 316230"/>
              <a:gd name="connsiteX1" fmla="*/ 275079 w 314253"/>
              <a:gd name="connsiteY1" fmla="*/ 191 h 316230"/>
              <a:gd name="connsiteX2" fmla="*/ 235999 w 314253"/>
              <a:gd name="connsiteY2" fmla="*/ 26480 h 316230"/>
              <a:gd name="connsiteX3" fmla="*/ 235999 w 314253"/>
              <a:gd name="connsiteY3" fmla="*/ 26670 h 316230"/>
              <a:gd name="connsiteX4" fmla="*/ 235999 w 314253"/>
              <a:gd name="connsiteY4" fmla="*/ 26765 h 316230"/>
              <a:gd name="connsiteX5" fmla="*/ 235999 w 314253"/>
              <a:gd name="connsiteY5" fmla="*/ 66389 h 316230"/>
              <a:gd name="connsiteX6" fmla="*/ 261420 w 314253"/>
              <a:gd name="connsiteY6" fmla="*/ 91059 h 316230"/>
              <a:gd name="connsiteX7" fmla="*/ 235999 w 314253"/>
              <a:gd name="connsiteY7" fmla="*/ 116586 h 316230"/>
              <a:gd name="connsiteX8" fmla="*/ 235999 w 314253"/>
              <a:gd name="connsiteY8" fmla="*/ 106013 h 316230"/>
              <a:gd name="connsiteX9" fmla="*/ 235999 w 314253"/>
              <a:gd name="connsiteY9" fmla="*/ 105918 h 316230"/>
              <a:gd name="connsiteX10" fmla="*/ 235999 w 314253"/>
              <a:gd name="connsiteY10" fmla="*/ 105727 h 316230"/>
              <a:gd name="connsiteX11" fmla="*/ 157079 w 314253"/>
              <a:gd name="connsiteY11" fmla="*/ 66104 h 316230"/>
              <a:gd name="connsiteX12" fmla="*/ 78160 w 314253"/>
              <a:gd name="connsiteY12" fmla="*/ 105727 h 316230"/>
              <a:gd name="connsiteX13" fmla="*/ 78160 w 314253"/>
              <a:gd name="connsiteY13" fmla="*/ 105918 h 316230"/>
              <a:gd name="connsiteX14" fmla="*/ 78160 w 314253"/>
              <a:gd name="connsiteY14" fmla="*/ 105918 h 316230"/>
              <a:gd name="connsiteX15" fmla="*/ 78160 w 314253"/>
              <a:gd name="connsiteY15" fmla="*/ 115062 h 316230"/>
              <a:gd name="connsiteX16" fmla="*/ 53688 w 314253"/>
              <a:gd name="connsiteY16" fmla="*/ 90678 h 316230"/>
              <a:gd name="connsiteX17" fmla="*/ 78160 w 314253"/>
              <a:gd name="connsiteY17" fmla="*/ 66294 h 316230"/>
              <a:gd name="connsiteX18" fmla="*/ 78160 w 314253"/>
              <a:gd name="connsiteY18" fmla="*/ 26670 h 316230"/>
              <a:gd name="connsiteX19" fmla="*/ 78160 w 314253"/>
              <a:gd name="connsiteY19" fmla="*/ 26480 h 316230"/>
              <a:gd name="connsiteX20" fmla="*/ 78160 w 314253"/>
              <a:gd name="connsiteY20" fmla="*/ 26289 h 316230"/>
              <a:gd name="connsiteX21" fmla="*/ 39080 w 314253"/>
              <a:gd name="connsiteY21" fmla="*/ 0 h 316230"/>
              <a:gd name="connsiteX22" fmla="*/ 0 w 314253"/>
              <a:gd name="connsiteY22" fmla="*/ 26289 h 316230"/>
              <a:gd name="connsiteX23" fmla="*/ 0 w 314253"/>
              <a:gd name="connsiteY23" fmla="*/ 26480 h 316230"/>
              <a:gd name="connsiteX24" fmla="*/ 0 w 314253"/>
              <a:gd name="connsiteY24" fmla="*/ 26575 h 316230"/>
              <a:gd name="connsiteX25" fmla="*/ 0 w 314253"/>
              <a:gd name="connsiteY25" fmla="*/ 66199 h 316230"/>
              <a:gd name="connsiteX26" fmla="*/ 36899 w 314253"/>
              <a:gd name="connsiteY26" fmla="*/ 92393 h 316230"/>
              <a:gd name="connsiteX27" fmla="*/ 78255 w 314253"/>
              <a:gd name="connsiteY27" fmla="*/ 133636 h 316230"/>
              <a:gd name="connsiteX28" fmla="*/ 78255 w 314253"/>
              <a:gd name="connsiteY28" fmla="*/ 182880 h 316230"/>
              <a:gd name="connsiteX29" fmla="*/ 36235 w 314253"/>
              <a:gd name="connsiteY29" fmla="*/ 223838 h 316230"/>
              <a:gd name="connsiteX30" fmla="*/ 95 w 314253"/>
              <a:gd name="connsiteY30" fmla="*/ 249936 h 316230"/>
              <a:gd name="connsiteX31" fmla="*/ 95 w 314253"/>
              <a:gd name="connsiteY31" fmla="*/ 250127 h 316230"/>
              <a:gd name="connsiteX32" fmla="*/ 95 w 314253"/>
              <a:gd name="connsiteY32" fmla="*/ 250222 h 316230"/>
              <a:gd name="connsiteX33" fmla="*/ 95 w 314253"/>
              <a:gd name="connsiteY33" fmla="*/ 289846 h 316230"/>
              <a:gd name="connsiteX34" fmla="*/ 39175 w 314253"/>
              <a:gd name="connsiteY34" fmla="*/ 316230 h 316230"/>
              <a:gd name="connsiteX35" fmla="*/ 78255 w 314253"/>
              <a:gd name="connsiteY35" fmla="*/ 289846 h 316230"/>
              <a:gd name="connsiteX36" fmla="*/ 78255 w 314253"/>
              <a:gd name="connsiteY36" fmla="*/ 250222 h 316230"/>
              <a:gd name="connsiteX37" fmla="*/ 78255 w 314253"/>
              <a:gd name="connsiteY37" fmla="*/ 250031 h 316230"/>
              <a:gd name="connsiteX38" fmla="*/ 78255 w 314253"/>
              <a:gd name="connsiteY38" fmla="*/ 249841 h 316230"/>
              <a:gd name="connsiteX39" fmla="*/ 54257 w 314253"/>
              <a:gd name="connsiteY39" fmla="*/ 225457 h 316230"/>
              <a:gd name="connsiteX40" fmla="*/ 78255 w 314253"/>
              <a:gd name="connsiteY40" fmla="*/ 201454 h 316230"/>
              <a:gd name="connsiteX41" fmla="*/ 78255 w 314253"/>
              <a:gd name="connsiteY41" fmla="*/ 210788 h 316230"/>
              <a:gd name="connsiteX42" fmla="*/ 157174 w 314253"/>
              <a:gd name="connsiteY42" fmla="*/ 250222 h 316230"/>
              <a:gd name="connsiteX43" fmla="*/ 236093 w 314253"/>
              <a:gd name="connsiteY43" fmla="*/ 210788 h 316230"/>
              <a:gd name="connsiteX44" fmla="*/ 236093 w 314253"/>
              <a:gd name="connsiteY44" fmla="*/ 200120 h 316230"/>
              <a:gd name="connsiteX45" fmla="*/ 261135 w 314253"/>
              <a:gd name="connsiteY45" fmla="*/ 225266 h 316230"/>
              <a:gd name="connsiteX46" fmla="*/ 236093 w 314253"/>
              <a:gd name="connsiteY46" fmla="*/ 249841 h 316230"/>
              <a:gd name="connsiteX47" fmla="*/ 236093 w 314253"/>
              <a:gd name="connsiteY47" fmla="*/ 250031 h 316230"/>
              <a:gd name="connsiteX48" fmla="*/ 236093 w 314253"/>
              <a:gd name="connsiteY48" fmla="*/ 250127 h 316230"/>
              <a:gd name="connsiteX49" fmla="*/ 236093 w 314253"/>
              <a:gd name="connsiteY49" fmla="*/ 289750 h 316230"/>
              <a:gd name="connsiteX50" fmla="*/ 275174 w 314253"/>
              <a:gd name="connsiteY50" fmla="*/ 316135 h 316230"/>
              <a:gd name="connsiteX51" fmla="*/ 314254 w 314253"/>
              <a:gd name="connsiteY51" fmla="*/ 289750 h 316230"/>
              <a:gd name="connsiteX52" fmla="*/ 314254 w 314253"/>
              <a:gd name="connsiteY52" fmla="*/ 250127 h 316230"/>
              <a:gd name="connsiteX53" fmla="*/ 314254 w 314253"/>
              <a:gd name="connsiteY53" fmla="*/ 249936 h 316230"/>
              <a:gd name="connsiteX54" fmla="*/ 314254 w 314253"/>
              <a:gd name="connsiteY54" fmla="*/ 249746 h 316230"/>
              <a:gd name="connsiteX55" fmla="*/ 278114 w 314253"/>
              <a:gd name="connsiteY55" fmla="*/ 223647 h 316230"/>
              <a:gd name="connsiteX56" fmla="*/ 235999 w 314253"/>
              <a:gd name="connsiteY56" fmla="*/ 182404 h 316230"/>
              <a:gd name="connsiteX57" fmla="*/ 235999 w 314253"/>
              <a:gd name="connsiteY57" fmla="*/ 133731 h 316230"/>
              <a:gd name="connsiteX58" fmla="*/ 277355 w 314253"/>
              <a:gd name="connsiteY58" fmla="*/ 92202 h 316230"/>
              <a:gd name="connsiteX59" fmla="*/ 314159 w 314253"/>
              <a:gd name="connsiteY59" fmla="*/ 66008 h 316230"/>
              <a:gd name="connsiteX60" fmla="*/ 314159 w 314253"/>
              <a:gd name="connsiteY60" fmla="*/ 26384 h 316230"/>
              <a:gd name="connsiteX61" fmla="*/ 314159 w 314253"/>
              <a:gd name="connsiteY61" fmla="*/ 26194 h 316230"/>
              <a:gd name="connsiteX62" fmla="*/ 314159 w 314253"/>
              <a:gd name="connsiteY62" fmla="*/ 26003 h 316230"/>
              <a:gd name="connsiteX63" fmla="*/ 39080 w 314253"/>
              <a:gd name="connsiteY63" fmla="*/ 13335 h 316230"/>
              <a:gd name="connsiteX64" fmla="*/ 65165 w 314253"/>
              <a:gd name="connsiteY64" fmla="*/ 26480 h 316230"/>
              <a:gd name="connsiteX65" fmla="*/ 39080 w 314253"/>
              <a:gd name="connsiteY65" fmla="*/ 39624 h 316230"/>
              <a:gd name="connsiteX66" fmla="*/ 12995 w 314253"/>
              <a:gd name="connsiteY66" fmla="*/ 26480 h 316230"/>
              <a:gd name="connsiteX67" fmla="*/ 39080 w 314253"/>
              <a:gd name="connsiteY67" fmla="*/ 13335 h 316230"/>
              <a:gd name="connsiteX68" fmla="*/ 12995 w 314253"/>
              <a:gd name="connsiteY68" fmla="*/ 66389 h 316230"/>
              <a:gd name="connsiteX69" fmla="*/ 12995 w 314253"/>
              <a:gd name="connsiteY69" fmla="*/ 45910 h 316230"/>
              <a:gd name="connsiteX70" fmla="*/ 39080 w 314253"/>
              <a:gd name="connsiteY70" fmla="*/ 52769 h 316230"/>
              <a:gd name="connsiteX71" fmla="*/ 65165 w 314253"/>
              <a:gd name="connsiteY71" fmla="*/ 45910 h 316230"/>
              <a:gd name="connsiteX72" fmla="*/ 65165 w 314253"/>
              <a:gd name="connsiteY72" fmla="*/ 66389 h 316230"/>
              <a:gd name="connsiteX73" fmla="*/ 39080 w 314253"/>
              <a:gd name="connsiteY73" fmla="*/ 79629 h 316230"/>
              <a:gd name="connsiteX74" fmla="*/ 12995 w 314253"/>
              <a:gd name="connsiteY74" fmla="*/ 66389 h 316230"/>
              <a:gd name="connsiteX75" fmla="*/ 39080 w 314253"/>
              <a:gd name="connsiteY75" fmla="*/ 303276 h 316230"/>
              <a:gd name="connsiteX76" fmla="*/ 12995 w 314253"/>
              <a:gd name="connsiteY76" fmla="*/ 290036 h 316230"/>
              <a:gd name="connsiteX77" fmla="*/ 12995 w 314253"/>
              <a:gd name="connsiteY77" fmla="*/ 269558 h 316230"/>
              <a:gd name="connsiteX78" fmla="*/ 39080 w 314253"/>
              <a:gd name="connsiteY78" fmla="*/ 276416 h 316230"/>
              <a:gd name="connsiteX79" fmla="*/ 65165 w 314253"/>
              <a:gd name="connsiteY79" fmla="*/ 269558 h 316230"/>
              <a:gd name="connsiteX80" fmla="*/ 65165 w 314253"/>
              <a:gd name="connsiteY80" fmla="*/ 290036 h 316230"/>
              <a:gd name="connsiteX81" fmla="*/ 39080 w 314253"/>
              <a:gd name="connsiteY81" fmla="*/ 303276 h 316230"/>
              <a:gd name="connsiteX82" fmla="*/ 65070 w 314253"/>
              <a:gd name="connsiteY82" fmla="*/ 250127 h 316230"/>
              <a:gd name="connsiteX83" fmla="*/ 38985 w 314253"/>
              <a:gd name="connsiteY83" fmla="*/ 263271 h 316230"/>
              <a:gd name="connsiteX84" fmla="*/ 12900 w 314253"/>
              <a:gd name="connsiteY84" fmla="*/ 250127 h 316230"/>
              <a:gd name="connsiteX85" fmla="*/ 38985 w 314253"/>
              <a:gd name="connsiteY85" fmla="*/ 236982 h 316230"/>
              <a:gd name="connsiteX86" fmla="*/ 65070 w 314253"/>
              <a:gd name="connsiteY86" fmla="*/ 250127 h 316230"/>
              <a:gd name="connsiteX87" fmla="*/ 275079 w 314253"/>
              <a:gd name="connsiteY87" fmla="*/ 303276 h 316230"/>
              <a:gd name="connsiteX88" fmla="*/ 248994 w 314253"/>
              <a:gd name="connsiteY88" fmla="*/ 290036 h 316230"/>
              <a:gd name="connsiteX89" fmla="*/ 248994 w 314253"/>
              <a:gd name="connsiteY89" fmla="*/ 269558 h 316230"/>
              <a:gd name="connsiteX90" fmla="*/ 275079 w 314253"/>
              <a:gd name="connsiteY90" fmla="*/ 276416 h 316230"/>
              <a:gd name="connsiteX91" fmla="*/ 301164 w 314253"/>
              <a:gd name="connsiteY91" fmla="*/ 269558 h 316230"/>
              <a:gd name="connsiteX92" fmla="*/ 301164 w 314253"/>
              <a:gd name="connsiteY92" fmla="*/ 290036 h 316230"/>
              <a:gd name="connsiteX93" fmla="*/ 275079 w 314253"/>
              <a:gd name="connsiteY93" fmla="*/ 303276 h 316230"/>
              <a:gd name="connsiteX94" fmla="*/ 301164 w 314253"/>
              <a:gd name="connsiteY94" fmla="*/ 250127 h 316230"/>
              <a:gd name="connsiteX95" fmla="*/ 275079 w 314253"/>
              <a:gd name="connsiteY95" fmla="*/ 263271 h 316230"/>
              <a:gd name="connsiteX96" fmla="*/ 248994 w 314253"/>
              <a:gd name="connsiteY96" fmla="*/ 250127 h 316230"/>
              <a:gd name="connsiteX97" fmla="*/ 275079 w 314253"/>
              <a:gd name="connsiteY97" fmla="*/ 236982 h 316230"/>
              <a:gd name="connsiteX98" fmla="*/ 301164 w 314253"/>
              <a:gd name="connsiteY98" fmla="*/ 250127 h 316230"/>
              <a:gd name="connsiteX99" fmla="*/ 91250 w 314253"/>
              <a:gd name="connsiteY99" fmla="*/ 135541 h 316230"/>
              <a:gd name="connsiteX100" fmla="*/ 91250 w 314253"/>
              <a:gd name="connsiteY100" fmla="*/ 128683 h 316230"/>
              <a:gd name="connsiteX101" fmla="*/ 91250 w 314253"/>
              <a:gd name="connsiteY101" fmla="*/ 127921 h 316230"/>
              <a:gd name="connsiteX102" fmla="*/ 156985 w 314253"/>
              <a:gd name="connsiteY102" fmla="*/ 145352 h 316230"/>
              <a:gd name="connsiteX103" fmla="*/ 222719 w 314253"/>
              <a:gd name="connsiteY103" fmla="*/ 127921 h 316230"/>
              <a:gd name="connsiteX104" fmla="*/ 222719 w 314253"/>
              <a:gd name="connsiteY104" fmla="*/ 158496 h 316230"/>
              <a:gd name="connsiteX105" fmla="*/ 156985 w 314253"/>
              <a:gd name="connsiteY105" fmla="*/ 184690 h 316230"/>
              <a:gd name="connsiteX106" fmla="*/ 91250 w 314253"/>
              <a:gd name="connsiteY106" fmla="*/ 158496 h 316230"/>
              <a:gd name="connsiteX107" fmla="*/ 91250 w 314253"/>
              <a:gd name="connsiteY107" fmla="*/ 135446 h 316230"/>
              <a:gd name="connsiteX108" fmla="*/ 157079 w 314253"/>
              <a:gd name="connsiteY108" fmla="*/ 79343 h 316230"/>
              <a:gd name="connsiteX109" fmla="*/ 222814 w 314253"/>
              <a:gd name="connsiteY109" fmla="*/ 105727 h 316230"/>
              <a:gd name="connsiteX110" fmla="*/ 157079 w 314253"/>
              <a:gd name="connsiteY110" fmla="*/ 132112 h 316230"/>
              <a:gd name="connsiteX111" fmla="*/ 91345 w 314253"/>
              <a:gd name="connsiteY111" fmla="*/ 105727 h 316230"/>
              <a:gd name="connsiteX112" fmla="*/ 157079 w 314253"/>
              <a:gd name="connsiteY112" fmla="*/ 79343 h 316230"/>
              <a:gd name="connsiteX113" fmla="*/ 157079 w 314253"/>
              <a:gd name="connsiteY113" fmla="*/ 237363 h 316230"/>
              <a:gd name="connsiteX114" fmla="*/ 91345 w 314253"/>
              <a:gd name="connsiteY114" fmla="*/ 211074 h 316230"/>
              <a:gd name="connsiteX115" fmla="*/ 91345 w 314253"/>
              <a:gd name="connsiteY115" fmla="*/ 188309 h 316230"/>
              <a:gd name="connsiteX116" fmla="*/ 91345 w 314253"/>
              <a:gd name="connsiteY116" fmla="*/ 181451 h 316230"/>
              <a:gd name="connsiteX117" fmla="*/ 91345 w 314253"/>
              <a:gd name="connsiteY117" fmla="*/ 180689 h 316230"/>
              <a:gd name="connsiteX118" fmla="*/ 157079 w 314253"/>
              <a:gd name="connsiteY118" fmla="*/ 197929 h 316230"/>
              <a:gd name="connsiteX119" fmla="*/ 222814 w 314253"/>
              <a:gd name="connsiteY119" fmla="*/ 180689 h 316230"/>
              <a:gd name="connsiteX120" fmla="*/ 222814 w 314253"/>
              <a:gd name="connsiteY120" fmla="*/ 211169 h 316230"/>
              <a:gd name="connsiteX121" fmla="*/ 157079 w 314253"/>
              <a:gd name="connsiteY121" fmla="*/ 237458 h 316230"/>
              <a:gd name="connsiteX122" fmla="*/ 275079 w 314253"/>
              <a:gd name="connsiteY122" fmla="*/ 13335 h 316230"/>
              <a:gd name="connsiteX123" fmla="*/ 301164 w 314253"/>
              <a:gd name="connsiteY123" fmla="*/ 26480 h 316230"/>
              <a:gd name="connsiteX124" fmla="*/ 275079 w 314253"/>
              <a:gd name="connsiteY124" fmla="*/ 39624 h 316230"/>
              <a:gd name="connsiteX125" fmla="*/ 248994 w 314253"/>
              <a:gd name="connsiteY125" fmla="*/ 26480 h 316230"/>
              <a:gd name="connsiteX126" fmla="*/ 275079 w 314253"/>
              <a:gd name="connsiteY126" fmla="*/ 13335 h 316230"/>
              <a:gd name="connsiteX127" fmla="*/ 275079 w 314253"/>
              <a:gd name="connsiteY127" fmla="*/ 79534 h 316230"/>
              <a:gd name="connsiteX128" fmla="*/ 248994 w 314253"/>
              <a:gd name="connsiteY128" fmla="*/ 66294 h 316230"/>
              <a:gd name="connsiteX129" fmla="*/ 248994 w 314253"/>
              <a:gd name="connsiteY129" fmla="*/ 45815 h 316230"/>
              <a:gd name="connsiteX130" fmla="*/ 275079 w 314253"/>
              <a:gd name="connsiteY130" fmla="*/ 52673 h 316230"/>
              <a:gd name="connsiteX131" fmla="*/ 301164 w 314253"/>
              <a:gd name="connsiteY131" fmla="*/ 45815 h 316230"/>
              <a:gd name="connsiteX132" fmla="*/ 301164 w 314253"/>
              <a:gd name="connsiteY132" fmla="*/ 66294 h 316230"/>
              <a:gd name="connsiteX133" fmla="*/ 275079 w 314253"/>
              <a:gd name="connsiteY133" fmla="*/ 79534 h 316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14253" h="316230">
                <a:moveTo>
                  <a:pt x="314159" y="26480"/>
                </a:moveTo>
                <a:cubicBezTo>
                  <a:pt x="314159" y="11144"/>
                  <a:pt x="296801" y="191"/>
                  <a:pt x="275079" y="191"/>
                </a:cubicBezTo>
                <a:cubicBezTo>
                  <a:pt x="253357" y="191"/>
                  <a:pt x="235999" y="11144"/>
                  <a:pt x="235999" y="26480"/>
                </a:cubicBezTo>
                <a:cubicBezTo>
                  <a:pt x="235999" y="26480"/>
                  <a:pt x="235999" y="26575"/>
                  <a:pt x="235999" y="26670"/>
                </a:cubicBezTo>
                <a:cubicBezTo>
                  <a:pt x="235999" y="26670"/>
                  <a:pt x="235999" y="26670"/>
                  <a:pt x="235999" y="26765"/>
                </a:cubicBezTo>
                <a:lnTo>
                  <a:pt x="235999" y="66389"/>
                </a:lnTo>
                <a:cubicBezTo>
                  <a:pt x="235999" y="77533"/>
                  <a:pt x="246528" y="87249"/>
                  <a:pt x="261420" y="91059"/>
                </a:cubicBezTo>
                <a:cubicBezTo>
                  <a:pt x="256298" y="96202"/>
                  <a:pt x="248330" y="104204"/>
                  <a:pt x="235999" y="116586"/>
                </a:cubicBezTo>
                <a:lnTo>
                  <a:pt x="235999" y="106013"/>
                </a:lnTo>
                <a:cubicBezTo>
                  <a:pt x="235999" y="106013"/>
                  <a:pt x="235999" y="106013"/>
                  <a:pt x="235999" y="105918"/>
                </a:cubicBezTo>
                <a:cubicBezTo>
                  <a:pt x="235999" y="105918"/>
                  <a:pt x="235999" y="105823"/>
                  <a:pt x="235999" y="105727"/>
                </a:cubicBezTo>
                <a:cubicBezTo>
                  <a:pt x="235999" y="82582"/>
                  <a:pt x="202041" y="66104"/>
                  <a:pt x="157079" y="66104"/>
                </a:cubicBezTo>
                <a:cubicBezTo>
                  <a:pt x="112118" y="66104"/>
                  <a:pt x="78160" y="82582"/>
                  <a:pt x="78160" y="105727"/>
                </a:cubicBezTo>
                <a:cubicBezTo>
                  <a:pt x="78160" y="105727"/>
                  <a:pt x="78160" y="105823"/>
                  <a:pt x="78160" y="105918"/>
                </a:cubicBezTo>
                <a:cubicBezTo>
                  <a:pt x="78160" y="105918"/>
                  <a:pt x="78160" y="105918"/>
                  <a:pt x="78160" y="105918"/>
                </a:cubicBezTo>
                <a:lnTo>
                  <a:pt x="78160" y="115062"/>
                </a:lnTo>
                <a:cubicBezTo>
                  <a:pt x="72754" y="109633"/>
                  <a:pt x="64881" y="101822"/>
                  <a:pt x="53688" y="90678"/>
                </a:cubicBezTo>
                <a:cubicBezTo>
                  <a:pt x="68106" y="86677"/>
                  <a:pt x="78160" y="77152"/>
                  <a:pt x="78160" y="66294"/>
                </a:cubicBezTo>
                <a:lnTo>
                  <a:pt x="78160" y="26670"/>
                </a:lnTo>
                <a:cubicBezTo>
                  <a:pt x="78160" y="26670"/>
                  <a:pt x="78160" y="26670"/>
                  <a:pt x="78160" y="26480"/>
                </a:cubicBezTo>
                <a:cubicBezTo>
                  <a:pt x="78160" y="26480"/>
                  <a:pt x="78160" y="26384"/>
                  <a:pt x="78160" y="26289"/>
                </a:cubicBezTo>
                <a:cubicBezTo>
                  <a:pt x="78160" y="10954"/>
                  <a:pt x="60802" y="0"/>
                  <a:pt x="39080" y="0"/>
                </a:cubicBezTo>
                <a:cubicBezTo>
                  <a:pt x="17358" y="0"/>
                  <a:pt x="0" y="10954"/>
                  <a:pt x="0" y="26289"/>
                </a:cubicBezTo>
                <a:cubicBezTo>
                  <a:pt x="0" y="26289"/>
                  <a:pt x="0" y="26384"/>
                  <a:pt x="0" y="26480"/>
                </a:cubicBezTo>
                <a:cubicBezTo>
                  <a:pt x="0" y="26480"/>
                  <a:pt x="0" y="26480"/>
                  <a:pt x="0" y="26575"/>
                </a:cubicBezTo>
                <a:lnTo>
                  <a:pt x="0" y="66199"/>
                </a:lnTo>
                <a:cubicBezTo>
                  <a:pt x="0" y="80010"/>
                  <a:pt x="16220" y="91631"/>
                  <a:pt x="36899" y="92393"/>
                </a:cubicBezTo>
                <a:cubicBezTo>
                  <a:pt x="40598" y="96107"/>
                  <a:pt x="50842" y="106299"/>
                  <a:pt x="78255" y="133636"/>
                </a:cubicBezTo>
                <a:lnTo>
                  <a:pt x="78255" y="182880"/>
                </a:lnTo>
                <a:cubicBezTo>
                  <a:pt x="74082" y="186881"/>
                  <a:pt x="63458" y="197263"/>
                  <a:pt x="36235" y="223838"/>
                </a:cubicBezTo>
                <a:cubicBezTo>
                  <a:pt x="15936" y="224790"/>
                  <a:pt x="95" y="235363"/>
                  <a:pt x="95" y="249936"/>
                </a:cubicBezTo>
                <a:cubicBezTo>
                  <a:pt x="95" y="249936"/>
                  <a:pt x="95" y="250031"/>
                  <a:pt x="95" y="250127"/>
                </a:cubicBezTo>
                <a:cubicBezTo>
                  <a:pt x="95" y="250127"/>
                  <a:pt x="95" y="250127"/>
                  <a:pt x="95" y="250222"/>
                </a:cubicBezTo>
                <a:lnTo>
                  <a:pt x="95" y="289846"/>
                </a:lnTo>
                <a:cubicBezTo>
                  <a:pt x="95" y="304133"/>
                  <a:pt x="17453" y="316230"/>
                  <a:pt x="39175" y="316230"/>
                </a:cubicBezTo>
                <a:cubicBezTo>
                  <a:pt x="60897" y="316230"/>
                  <a:pt x="78255" y="304133"/>
                  <a:pt x="78255" y="289846"/>
                </a:cubicBezTo>
                <a:lnTo>
                  <a:pt x="78255" y="250222"/>
                </a:lnTo>
                <a:cubicBezTo>
                  <a:pt x="78255" y="250222"/>
                  <a:pt x="78255" y="250222"/>
                  <a:pt x="78255" y="250031"/>
                </a:cubicBezTo>
                <a:cubicBezTo>
                  <a:pt x="78255" y="250031"/>
                  <a:pt x="78255" y="249936"/>
                  <a:pt x="78255" y="249841"/>
                </a:cubicBezTo>
                <a:cubicBezTo>
                  <a:pt x="78255" y="238316"/>
                  <a:pt x="68390" y="229267"/>
                  <a:pt x="54257" y="225457"/>
                </a:cubicBezTo>
                <a:cubicBezTo>
                  <a:pt x="59189" y="220504"/>
                  <a:pt x="66778" y="212979"/>
                  <a:pt x="78255" y="201454"/>
                </a:cubicBezTo>
                <a:lnTo>
                  <a:pt x="78255" y="210788"/>
                </a:lnTo>
                <a:cubicBezTo>
                  <a:pt x="78255" y="232696"/>
                  <a:pt x="112213" y="250222"/>
                  <a:pt x="157174" y="250222"/>
                </a:cubicBezTo>
                <a:cubicBezTo>
                  <a:pt x="202136" y="250222"/>
                  <a:pt x="236093" y="232696"/>
                  <a:pt x="236093" y="210788"/>
                </a:cubicBezTo>
                <a:lnTo>
                  <a:pt x="236093" y="200120"/>
                </a:lnTo>
                <a:cubicBezTo>
                  <a:pt x="241405" y="205454"/>
                  <a:pt x="249468" y="213550"/>
                  <a:pt x="261135" y="225266"/>
                </a:cubicBezTo>
                <a:cubicBezTo>
                  <a:pt x="246433" y="228886"/>
                  <a:pt x="236093" y="238030"/>
                  <a:pt x="236093" y="249841"/>
                </a:cubicBezTo>
                <a:cubicBezTo>
                  <a:pt x="236093" y="249841"/>
                  <a:pt x="236093" y="249936"/>
                  <a:pt x="236093" y="250031"/>
                </a:cubicBezTo>
                <a:cubicBezTo>
                  <a:pt x="236093" y="250031"/>
                  <a:pt x="236093" y="250031"/>
                  <a:pt x="236093" y="250127"/>
                </a:cubicBezTo>
                <a:lnTo>
                  <a:pt x="236093" y="289750"/>
                </a:lnTo>
                <a:cubicBezTo>
                  <a:pt x="236093" y="304038"/>
                  <a:pt x="253452" y="316135"/>
                  <a:pt x="275174" y="316135"/>
                </a:cubicBezTo>
                <a:cubicBezTo>
                  <a:pt x="296895" y="316135"/>
                  <a:pt x="314254" y="304038"/>
                  <a:pt x="314254" y="289750"/>
                </a:cubicBezTo>
                <a:lnTo>
                  <a:pt x="314254" y="250127"/>
                </a:lnTo>
                <a:cubicBezTo>
                  <a:pt x="314254" y="250127"/>
                  <a:pt x="314254" y="250127"/>
                  <a:pt x="314254" y="249936"/>
                </a:cubicBezTo>
                <a:cubicBezTo>
                  <a:pt x="314254" y="249936"/>
                  <a:pt x="314254" y="249841"/>
                  <a:pt x="314254" y="249746"/>
                </a:cubicBezTo>
                <a:cubicBezTo>
                  <a:pt x="314254" y="235172"/>
                  <a:pt x="298413" y="224600"/>
                  <a:pt x="278114" y="223647"/>
                </a:cubicBezTo>
                <a:cubicBezTo>
                  <a:pt x="275079" y="220694"/>
                  <a:pt x="265499" y="211265"/>
                  <a:pt x="235999" y="182404"/>
                </a:cubicBezTo>
                <a:lnTo>
                  <a:pt x="235999" y="133731"/>
                </a:lnTo>
                <a:cubicBezTo>
                  <a:pt x="239888" y="129826"/>
                  <a:pt x="250227" y="119444"/>
                  <a:pt x="277355" y="92202"/>
                </a:cubicBezTo>
                <a:cubicBezTo>
                  <a:pt x="297939" y="91345"/>
                  <a:pt x="314159" y="79724"/>
                  <a:pt x="314159" y="66008"/>
                </a:cubicBezTo>
                <a:lnTo>
                  <a:pt x="314159" y="26384"/>
                </a:lnTo>
                <a:cubicBezTo>
                  <a:pt x="314159" y="26384"/>
                  <a:pt x="314159" y="26384"/>
                  <a:pt x="314159" y="26194"/>
                </a:cubicBezTo>
                <a:cubicBezTo>
                  <a:pt x="314159" y="26194"/>
                  <a:pt x="314159" y="26099"/>
                  <a:pt x="314159" y="26003"/>
                </a:cubicBezTo>
                <a:close/>
                <a:moveTo>
                  <a:pt x="39080" y="13335"/>
                </a:moveTo>
                <a:cubicBezTo>
                  <a:pt x="54257" y="13335"/>
                  <a:pt x="65165" y="19907"/>
                  <a:pt x="65165" y="26480"/>
                </a:cubicBezTo>
                <a:cubicBezTo>
                  <a:pt x="65165" y="33052"/>
                  <a:pt x="54352" y="39624"/>
                  <a:pt x="39080" y="39624"/>
                </a:cubicBezTo>
                <a:cubicBezTo>
                  <a:pt x="24947" y="39624"/>
                  <a:pt x="12995" y="33052"/>
                  <a:pt x="12995" y="26480"/>
                </a:cubicBezTo>
                <a:cubicBezTo>
                  <a:pt x="12995" y="19907"/>
                  <a:pt x="24947" y="13335"/>
                  <a:pt x="39080" y="13335"/>
                </a:cubicBezTo>
                <a:close/>
                <a:moveTo>
                  <a:pt x="12995" y="66389"/>
                </a:moveTo>
                <a:lnTo>
                  <a:pt x="12995" y="45910"/>
                </a:lnTo>
                <a:cubicBezTo>
                  <a:pt x="19919" y="50102"/>
                  <a:pt x="28931" y="52769"/>
                  <a:pt x="39080" y="52769"/>
                </a:cubicBezTo>
                <a:cubicBezTo>
                  <a:pt x="49230" y="52769"/>
                  <a:pt x="58241" y="50102"/>
                  <a:pt x="65165" y="45910"/>
                </a:cubicBezTo>
                <a:lnTo>
                  <a:pt x="65165" y="66389"/>
                </a:lnTo>
                <a:cubicBezTo>
                  <a:pt x="65165" y="72962"/>
                  <a:pt x="54352" y="79629"/>
                  <a:pt x="39080" y="79629"/>
                </a:cubicBezTo>
                <a:cubicBezTo>
                  <a:pt x="24947" y="79629"/>
                  <a:pt x="12995" y="73057"/>
                  <a:pt x="12995" y="66389"/>
                </a:cubicBezTo>
                <a:close/>
                <a:moveTo>
                  <a:pt x="39080" y="303276"/>
                </a:moveTo>
                <a:cubicBezTo>
                  <a:pt x="24947" y="303276"/>
                  <a:pt x="12995" y="296704"/>
                  <a:pt x="12995" y="290036"/>
                </a:cubicBezTo>
                <a:lnTo>
                  <a:pt x="12995" y="269558"/>
                </a:lnTo>
                <a:cubicBezTo>
                  <a:pt x="19919" y="273749"/>
                  <a:pt x="28931" y="276416"/>
                  <a:pt x="39080" y="276416"/>
                </a:cubicBezTo>
                <a:cubicBezTo>
                  <a:pt x="49230" y="276416"/>
                  <a:pt x="58241" y="273749"/>
                  <a:pt x="65165" y="269558"/>
                </a:cubicBezTo>
                <a:lnTo>
                  <a:pt x="65165" y="290036"/>
                </a:lnTo>
                <a:cubicBezTo>
                  <a:pt x="65165" y="296609"/>
                  <a:pt x="54352" y="303276"/>
                  <a:pt x="39080" y="303276"/>
                </a:cubicBezTo>
                <a:close/>
                <a:moveTo>
                  <a:pt x="65070" y="250127"/>
                </a:moveTo>
                <a:cubicBezTo>
                  <a:pt x="65070" y="256699"/>
                  <a:pt x="54257" y="263271"/>
                  <a:pt x="38985" y="263271"/>
                </a:cubicBezTo>
                <a:cubicBezTo>
                  <a:pt x="24852" y="263271"/>
                  <a:pt x="12900" y="256699"/>
                  <a:pt x="12900" y="250127"/>
                </a:cubicBezTo>
                <a:cubicBezTo>
                  <a:pt x="12900" y="243554"/>
                  <a:pt x="24852" y="236982"/>
                  <a:pt x="38985" y="236982"/>
                </a:cubicBezTo>
                <a:cubicBezTo>
                  <a:pt x="54162" y="236982"/>
                  <a:pt x="65070" y="243554"/>
                  <a:pt x="65070" y="250127"/>
                </a:cubicBezTo>
                <a:close/>
                <a:moveTo>
                  <a:pt x="275079" y="303276"/>
                </a:moveTo>
                <a:cubicBezTo>
                  <a:pt x="260946" y="303276"/>
                  <a:pt x="248994" y="296704"/>
                  <a:pt x="248994" y="290036"/>
                </a:cubicBezTo>
                <a:lnTo>
                  <a:pt x="248994" y="269558"/>
                </a:lnTo>
                <a:cubicBezTo>
                  <a:pt x="255918" y="273749"/>
                  <a:pt x="264929" y="276416"/>
                  <a:pt x="275079" y="276416"/>
                </a:cubicBezTo>
                <a:cubicBezTo>
                  <a:pt x="285228" y="276416"/>
                  <a:pt x="294239" y="273749"/>
                  <a:pt x="301164" y="269558"/>
                </a:cubicBezTo>
                <a:lnTo>
                  <a:pt x="301164" y="290036"/>
                </a:lnTo>
                <a:cubicBezTo>
                  <a:pt x="301164" y="296609"/>
                  <a:pt x="290350" y="303276"/>
                  <a:pt x="275079" y="303276"/>
                </a:cubicBezTo>
                <a:close/>
                <a:moveTo>
                  <a:pt x="301164" y="250127"/>
                </a:moveTo>
                <a:cubicBezTo>
                  <a:pt x="301164" y="256699"/>
                  <a:pt x="290350" y="263271"/>
                  <a:pt x="275079" y="263271"/>
                </a:cubicBezTo>
                <a:cubicBezTo>
                  <a:pt x="260946" y="263271"/>
                  <a:pt x="248994" y="256699"/>
                  <a:pt x="248994" y="250127"/>
                </a:cubicBezTo>
                <a:cubicBezTo>
                  <a:pt x="248994" y="243554"/>
                  <a:pt x="260946" y="236982"/>
                  <a:pt x="275079" y="236982"/>
                </a:cubicBezTo>
                <a:cubicBezTo>
                  <a:pt x="290256" y="236982"/>
                  <a:pt x="301164" y="243554"/>
                  <a:pt x="301164" y="250127"/>
                </a:cubicBezTo>
                <a:close/>
                <a:moveTo>
                  <a:pt x="91250" y="135541"/>
                </a:moveTo>
                <a:cubicBezTo>
                  <a:pt x="92483" y="133541"/>
                  <a:pt x="92483" y="130683"/>
                  <a:pt x="91250" y="128683"/>
                </a:cubicBezTo>
                <a:lnTo>
                  <a:pt x="91250" y="127921"/>
                </a:lnTo>
                <a:cubicBezTo>
                  <a:pt x="105194" y="138398"/>
                  <a:pt x="128908" y="145352"/>
                  <a:pt x="156985" y="145352"/>
                </a:cubicBezTo>
                <a:cubicBezTo>
                  <a:pt x="185062" y="145352"/>
                  <a:pt x="208870" y="138494"/>
                  <a:pt x="222719" y="127921"/>
                </a:cubicBezTo>
                <a:lnTo>
                  <a:pt x="222719" y="158496"/>
                </a:lnTo>
                <a:cubicBezTo>
                  <a:pt x="222719" y="170498"/>
                  <a:pt x="195306" y="184690"/>
                  <a:pt x="156985" y="184690"/>
                </a:cubicBezTo>
                <a:cubicBezTo>
                  <a:pt x="118663" y="184690"/>
                  <a:pt x="91250" y="170498"/>
                  <a:pt x="91250" y="158496"/>
                </a:cubicBezTo>
                <a:lnTo>
                  <a:pt x="91250" y="135446"/>
                </a:lnTo>
                <a:close/>
                <a:moveTo>
                  <a:pt x="157079" y="79343"/>
                </a:moveTo>
                <a:cubicBezTo>
                  <a:pt x="195401" y="79343"/>
                  <a:pt x="222814" y="93631"/>
                  <a:pt x="222814" y="105727"/>
                </a:cubicBezTo>
                <a:cubicBezTo>
                  <a:pt x="222814" y="117824"/>
                  <a:pt x="195401" y="132112"/>
                  <a:pt x="157079" y="132112"/>
                </a:cubicBezTo>
                <a:cubicBezTo>
                  <a:pt x="118758" y="132112"/>
                  <a:pt x="91345" y="117824"/>
                  <a:pt x="91345" y="105727"/>
                </a:cubicBezTo>
                <a:cubicBezTo>
                  <a:pt x="91345" y="93631"/>
                  <a:pt x="119802" y="79343"/>
                  <a:pt x="157079" y="79343"/>
                </a:cubicBezTo>
                <a:close/>
                <a:moveTo>
                  <a:pt x="157079" y="237363"/>
                </a:moveTo>
                <a:cubicBezTo>
                  <a:pt x="119802" y="237363"/>
                  <a:pt x="91345" y="223171"/>
                  <a:pt x="91345" y="211074"/>
                </a:cubicBezTo>
                <a:lnTo>
                  <a:pt x="91345" y="188309"/>
                </a:lnTo>
                <a:cubicBezTo>
                  <a:pt x="92578" y="186309"/>
                  <a:pt x="92578" y="183452"/>
                  <a:pt x="91345" y="181451"/>
                </a:cubicBezTo>
                <a:lnTo>
                  <a:pt x="91345" y="180689"/>
                </a:lnTo>
                <a:cubicBezTo>
                  <a:pt x="105289" y="191167"/>
                  <a:pt x="129002" y="197929"/>
                  <a:pt x="157079" y="197929"/>
                </a:cubicBezTo>
                <a:cubicBezTo>
                  <a:pt x="185156" y="197929"/>
                  <a:pt x="208965" y="191072"/>
                  <a:pt x="222814" y="180689"/>
                </a:cubicBezTo>
                <a:lnTo>
                  <a:pt x="222814" y="211169"/>
                </a:lnTo>
                <a:cubicBezTo>
                  <a:pt x="222814" y="223171"/>
                  <a:pt x="195401" y="237458"/>
                  <a:pt x="157079" y="237458"/>
                </a:cubicBezTo>
                <a:close/>
                <a:moveTo>
                  <a:pt x="275079" y="13335"/>
                </a:moveTo>
                <a:cubicBezTo>
                  <a:pt x="290256" y="13335"/>
                  <a:pt x="301164" y="19907"/>
                  <a:pt x="301164" y="26480"/>
                </a:cubicBezTo>
                <a:cubicBezTo>
                  <a:pt x="301164" y="33052"/>
                  <a:pt x="290350" y="39624"/>
                  <a:pt x="275079" y="39624"/>
                </a:cubicBezTo>
                <a:cubicBezTo>
                  <a:pt x="260946" y="39624"/>
                  <a:pt x="248994" y="33052"/>
                  <a:pt x="248994" y="26480"/>
                </a:cubicBezTo>
                <a:cubicBezTo>
                  <a:pt x="248994" y="19907"/>
                  <a:pt x="260946" y="13335"/>
                  <a:pt x="275079" y="13335"/>
                </a:cubicBezTo>
                <a:close/>
                <a:moveTo>
                  <a:pt x="275079" y="79534"/>
                </a:moveTo>
                <a:cubicBezTo>
                  <a:pt x="260946" y="79534"/>
                  <a:pt x="248994" y="72962"/>
                  <a:pt x="248994" y="66294"/>
                </a:cubicBezTo>
                <a:lnTo>
                  <a:pt x="248994" y="45815"/>
                </a:lnTo>
                <a:cubicBezTo>
                  <a:pt x="255918" y="50006"/>
                  <a:pt x="264929" y="52673"/>
                  <a:pt x="275079" y="52673"/>
                </a:cubicBezTo>
                <a:cubicBezTo>
                  <a:pt x="285228" y="52673"/>
                  <a:pt x="294239" y="50006"/>
                  <a:pt x="301164" y="45815"/>
                </a:cubicBezTo>
                <a:lnTo>
                  <a:pt x="301164" y="66294"/>
                </a:lnTo>
                <a:cubicBezTo>
                  <a:pt x="301164" y="72866"/>
                  <a:pt x="290350" y="79534"/>
                  <a:pt x="275079" y="7953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8" name="Graphic 145">
            <a:extLst>
              <a:ext uri="{FF2B5EF4-FFF2-40B4-BE49-F238E27FC236}">
                <a16:creationId xmlns:a16="http://schemas.microsoft.com/office/drawing/2014/main" id="{BEA07E21-5DE5-03D8-383C-41478B1281E2}"/>
              </a:ext>
            </a:extLst>
          </p:cNvPr>
          <p:cNvSpPr/>
          <p:nvPr/>
        </p:nvSpPr>
        <p:spPr>
          <a:xfrm>
            <a:off x="11186631" y="814177"/>
            <a:ext cx="421005" cy="423654"/>
          </a:xfrm>
          <a:custGeom>
            <a:avLst/>
            <a:gdLst>
              <a:gd name="connsiteX0" fmla="*/ 314159 w 314253"/>
              <a:gd name="connsiteY0" fmla="*/ 26480 h 316230"/>
              <a:gd name="connsiteX1" fmla="*/ 275079 w 314253"/>
              <a:gd name="connsiteY1" fmla="*/ 191 h 316230"/>
              <a:gd name="connsiteX2" fmla="*/ 235999 w 314253"/>
              <a:gd name="connsiteY2" fmla="*/ 26480 h 316230"/>
              <a:gd name="connsiteX3" fmla="*/ 235999 w 314253"/>
              <a:gd name="connsiteY3" fmla="*/ 26670 h 316230"/>
              <a:gd name="connsiteX4" fmla="*/ 235999 w 314253"/>
              <a:gd name="connsiteY4" fmla="*/ 26765 h 316230"/>
              <a:gd name="connsiteX5" fmla="*/ 235999 w 314253"/>
              <a:gd name="connsiteY5" fmla="*/ 66389 h 316230"/>
              <a:gd name="connsiteX6" fmla="*/ 261420 w 314253"/>
              <a:gd name="connsiteY6" fmla="*/ 91059 h 316230"/>
              <a:gd name="connsiteX7" fmla="*/ 235999 w 314253"/>
              <a:gd name="connsiteY7" fmla="*/ 116586 h 316230"/>
              <a:gd name="connsiteX8" fmla="*/ 235999 w 314253"/>
              <a:gd name="connsiteY8" fmla="*/ 106013 h 316230"/>
              <a:gd name="connsiteX9" fmla="*/ 235999 w 314253"/>
              <a:gd name="connsiteY9" fmla="*/ 105918 h 316230"/>
              <a:gd name="connsiteX10" fmla="*/ 235999 w 314253"/>
              <a:gd name="connsiteY10" fmla="*/ 105727 h 316230"/>
              <a:gd name="connsiteX11" fmla="*/ 157079 w 314253"/>
              <a:gd name="connsiteY11" fmla="*/ 66104 h 316230"/>
              <a:gd name="connsiteX12" fmla="*/ 78160 w 314253"/>
              <a:gd name="connsiteY12" fmla="*/ 105727 h 316230"/>
              <a:gd name="connsiteX13" fmla="*/ 78160 w 314253"/>
              <a:gd name="connsiteY13" fmla="*/ 105918 h 316230"/>
              <a:gd name="connsiteX14" fmla="*/ 78160 w 314253"/>
              <a:gd name="connsiteY14" fmla="*/ 105918 h 316230"/>
              <a:gd name="connsiteX15" fmla="*/ 78160 w 314253"/>
              <a:gd name="connsiteY15" fmla="*/ 115062 h 316230"/>
              <a:gd name="connsiteX16" fmla="*/ 53688 w 314253"/>
              <a:gd name="connsiteY16" fmla="*/ 90678 h 316230"/>
              <a:gd name="connsiteX17" fmla="*/ 78160 w 314253"/>
              <a:gd name="connsiteY17" fmla="*/ 66294 h 316230"/>
              <a:gd name="connsiteX18" fmla="*/ 78160 w 314253"/>
              <a:gd name="connsiteY18" fmla="*/ 26670 h 316230"/>
              <a:gd name="connsiteX19" fmla="*/ 78160 w 314253"/>
              <a:gd name="connsiteY19" fmla="*/ 26480 h 316230"/>
              <a:gd name="connsiteX20" fmla="*/ 78160 w 314253"/>
              <a:gd name="connsiteY20" fmla="*/ 26289 h 316230"/>
              <a:gd name="connsiteX21" fmla="*/ 39080 w 314253"/>
              <a:gd name="connsiteY21" fmla="*/ 0 h 316230"/>
              <a:gd name="connsiteX22" fmla="*/ 0 w 314253"/>
              <a:gd name="connsiteY22" fmla="*/ 26289 h 316230"/>
              <a:gd name="connsiteX23" fmla="*/ 0 w 314253"/>
              <a:gd name="connsiteY23" fmla="*/ 26480 h 316230"/>
              <a:gd name="connsiteX24" fmla="*/ 0 w 314253"/>
              <a:gd name="connsiteY24" fmla="*/ 26575 h 316230"/>
              <a:gd name="connsiteX25" fmla="*/ 0 w 314253"/>
              <a:gd name="connsiteY25" fmla="*/ 66199 h 316230"/>
              <a:gd name="connsiteX26" fmla="*/ 36899 w 314253"/>
              <a:gd name="connsiteY26" fmla="*/ 92393 h 316230"/>
              <a:gd name="connsiteX27" fmla="*/ 78255 w 314253"/>
              <a:gd name="connsiteY27" fmla="*/ 133636 h 316230"/>
              <a:gd name="connsiteX28" fmla="*/ 78255 w 314253"/>
              <a:gd name="connsiteY28" fmla="*/ 182880 h 316230"/>
              <a:gd name="connsiteX29" fmla="*/ 36235 w 314253"/>
              <a:gd name="connsiteY29" fmla="*/ 223838 h 316230"/>
              <a:gd name="connsiteX30" fmla="*/ 95 w 314253"/>
              <a:gd name="connsiteY30" fmla="*/ 249936 h 316230"/>
              <a:gd name="connsiteX31" fmla="*/ 95 w 314253"/>
              <a:gd name="connsiteY31" fmla="*/ 250127 h 316230"/>
              <a:gd name="connsiteX32" fmla="*/ 95 w 314253"/>
              <a:gd name="connsiteY32" fmla="*/ 250222 h 316230"/>
              <a:gd name="connsiteX33" fmla="*/ 95 w 314253"/>
              <a:gd name="connsiteY33" fmla="*/ 289846 h 316230"/>
              <a:gd name="connsiteX34" fmla="*/ 39175 w 314253"/>
              <a:gd name="connsiteY34" fmla="*/ 316230 h 316230"/>
              <a:gd name="connsiteX35" fmla="*/ 78255 w 314253"/>
              <a:gd name="connsiteY35" fmla="*/ 289846 h 316230"/>
              <a:gd name="connsiteX36" fmla="*/ 78255 w 314253"/>
              <a:gd name="connsiteY36" fmla="*/ 250222 h 316230"/>
              <a:gd name="connsiteX37" fmla="*/ 78255 w 314253"/>
              <a:gd name="connsiteY37" fmla="*/ 250031 h 316230"/>
              <a:gd name="connsiteX38" fmla="*/ 78255 w 314253"/>
              <a:gd name="connsiteY38" fmla="*/ 249841 h 316230"/>
              <a:gd name="connsiteX39" fmla="*/ 54257 w 314253"/>
              <a:gd name="connsiteY39" fmla="*/ 225457 h 316230"/>
              <a:gd name="connsiteX40" fmla="*/ 78255 w 314253"/>
              <a:gd name="connsiteY40" fmla="*/ 201454 h 316230"/>
              <a:gd name="connsiteX41" fmla="*/ 78255 w 314253"/>
              <a:gd name="connsiteY41" fmla="*/ 210788 h 316230"/>
              <a:gd name="connsiteX42" fmla="*/ 157174 w 314253"/>
              <a:gd name="connsiteY42" fmla="*/ 250222 h 316230"/>
              <a:gd name="connsiteX43" fmla="*/ 236093 w 314253"/>
              <a:gd name="connsiteY43" fmla="*/ 210788 h 316230"/>
              <a:gd name="connsiteX44" fmla="*/ 236093 w 314253"/>
              <a:gd name="connsiteY44" fmla="*/ 200120 h 316230"/>
              <a:gd name="connsiteX45" fmla="*/ 261135 w 314253"/>
              <a:gd name="connsiteY45" fmla="*/ 225266 h 316230"/>
              <a:gd name="connsiteX46" fmla="*/ 236093 w 314253"/>
              <a:gd name="connsiteY46" fmla="*/ 249841 h 316230"/>
              <a:gd name="connsiteX47" fmla="*/ 236093 w 314253"/>
              <a:gd name="connsiteY47" fmla="*/ 250031 h 316230"/>
              <a:gd name="connsiteX48" fmla="*/ 236093 w 314253"/>
              <a:gd name="connsiteY48" fmla="*/ 250127 h 316230"/>
              <a:gd name="connsiteX49" fmla="*/ 236093 w 314253"/>
              <a:gd name="connsiteY49" fmla="*/ 289750 h 316230"/>
              <a:gd name="connsiteX50" fmla="*/ 275174 w 314253"/>
              <a:gd name="connsiteY50" fmla="*/ 316135 h 316230"/>
              <a:gd name="connsiteX51" fmla="*/ 314254 w 314253"/>
              <a:gd name="connsiteY51" fmla="*/ 289750 h 316230"/>
              <a:gd name="connsiteX52" fmla="*/ 314254 w 314253"/>
              <a:gd name="connsiteY52" fmla="*/ 250127 h 316230"/>
              <a:gd name="connsiteX53" fmla="*/ 314254 w 314253"/>
              <a:gd name="connsiteY53" fmla="*/ 249936 h 316230"/>
              <a:gd name="connsiteX54" fmla="*/ 314254 w 314253"/>
              <a:gd name="connsiteY54" fmla="*/ 249746 h 316230"/>
              <a:gd name="connsiteX55" fmla="*/ 278114 w 314253"/>
              <a:gd name="connsiteY55" fmla="*/ 223647 h 316230"/>
              <a:gd name="connsiteX56" fmla="*/ 235999 w 314253"/>
              <a:gd name="connsiteY56" fmla="*/ 182404 h 316230"/>
              <a:gd name="connsiteX57" fmla="*/ 235999 w 314253"/>
              <a:gd name="connsiteY57" fmla="*/ 133731 h 316230"/>
              <a:gd name="connsiteX58" fmla="*/ 277355 w 314253"/>
              <a:gd name="connsiteY58" fmla="*/ 92202 h 316230"/>
              <a:gd name="connsiteX59" fmla="*/ 314159 w 314253"/>
              <a:gd name="connsiteY59" fmla="*/ 66008 h 316230"/>
              <a:gd name="connsiteX60" fmla="*/ 314159 w 314253"/>
              <a:gd name="connsiteY60" fmla="*/ 26384 h 316230"/>
              <a:gd name="connsiteX61" fmla="*/ 314159 w 314253"/>
              <a:gd name="connsiteY61" fmla="*/ 26194 h 316230"/>
              <a:gd name="connsiteX62" fmla="*/ 314159 w 314253"/>
              <a:gd name="connsiteY62" fmla="*/ 26003 h 316230"/>
              <a:gd name="connsiteX63" fmla="*/ 39080 w 314253"/>
              <a:gd name="connsiteY63" fmla="*/ 13335 h 316230"/>
              <a:gd name="connsiteX64" fmla="*/ 65165 w 314253"/>
              <a:gd name="connsiteY64" fmla="*/ 26480 h 316230"/>
              <a:gd name="connsiteX65" fmla="*/ 39080 w 314253"/>
              <a:gd name="connsiteY65" fmla="*/ 39624 h 316230"/>
              <a:gd name="connsiteX66" fmla="*/ 12995 w 314253"/>
              <a:gd name="connsiteY66" fmla="*/ 26480 h 316230"/>
              <a:gd name="connsiteX67" fmla="*/ 39080 w 314253"/>
              <a:gd name="connsiteY67" fmla="*/ 13335 h 316230"/>
              <a:gd name="connsiteX68" fmla="*/ 12995 w 314253"/>
              <a:gd name="connsiteY68" fmla="*/ 66389 h 316230"/>
              <a:gd name="connsiteX69" fmla="*/ 12995 w 314253"/>
              <a:gd name="connsiteY69" fmla="*/ 45910 h 316230"/>
              <a:gd name="connsiteX70" fmla="*/ 39080 w 314253"/>
              <a:gd name="connsiteY70" fmla="*/ 52769 h 316230"/>
              <a:gd name="connsiteX71" fmla="*/ 65165 w 314253"/>
              <a:gd name="connsiteY71" fmla="*/ 45910 h 316230"/>
              <a:gd name="connsiteX72" fmla="*/ 65165 w 314253"/>
              <a:gd name="connsiteY72" fmla="*/ 66389 h 316230"/>
              <a:gd name="connsiteX73" fmla="*/ 39080 w 314253"/>
              <a:gd name="connsiteY73" fmla="*/ 79629 h 316230"/>
              <a:gd name="connsiteX74" fmla="*/ 12995 w 314253"/>
              <a:gd name="connsiteY74" fmla="*/ 66389 h 316230"/>
              <a:gd name="connsiteX75" fmla="*/ 39080 w 314253"/>
              <a:gd name="connsiteY75" fmla="*/ 303276 h 316230"/>
              <a:gd name="connsiteX76" fmla="*/ 12995 w 314253"/>
              <a:gd name="connsiteY76" fmla="*/ 290036 h 316230"/>
              <a:gd name="connsiteX77" fmla="*/ 12995 w 314253"/>
              <a:gd name="connsiteY77" fmla="*/ 269558 h 316230"/>
              <a:gd name="connsiteX78" fmla="*/ 39080 w 314253"/>
              <a:gd name="connsiteY78" fmla="*/ 276416 h 316230"/>
              <a:gd name="connsiteX79" fmla="*/ 65165 w 314253"/>
              <a:gd name="connsiteY79" fmla="*/ 269558 h 316230"/>
              <a:gd name="connsiteX80" fmla="*/ 65165 w 314253"/>
              <a:gd name="connsiteY80" fmla="*/ 290036 h 316230"/>
              <a:gd name="connsiteX81" fmla="*/ 39080 w 314253"/>
              <a:gd name="connsiteY81" fmla="*/ 303276 h 316230"/>
              <a:gd name="connsiteX82" fmla="*/ 65070 w 314253"/>
              <a:gd name="connsiteY82" fmla="*/ 250127 h 316230"/>
              <a:gd name="connsiteX83" fmla="*/ 38985 w 314253"/>
              <a:gd name="connsiteY83" fmla="*/ 263271 h 316230"/>
              <a:gd name="connsiteX84" fmla="*/ 12900 w 314253"/>
              <a:gd name="connsiteY84" fmla="*/ 250127 h 316230"/>
              <a:gd name="connsiteX85" fmla="*/ 38985 w 314253"/>
              <a:gd name="connsiteY85" fmla="*/ 236982 h 316230"/>
              <a:gd name="connsiteX86" fmla="*/ 65070 w 314253"/>
              <a:gd name="connsiteY86" fmla="*/ 250127 h 316230"/>
              <a:gd name="connsiteX87" fmla="*/ 275079 w 314253"/>
              <a:gd name="connsiteY87" fmla="*/ 303276 h 316230"/>
              <a:gd name="connsiteX88" fmla="*/ 248994 w 314253"/>
              <a:gd name="connsiteY88" fmla="*/ 290036 h 316230"/>
              <a:gd name="connsiteX89" fmla="*/ 248994 w 314253"/>
              <a:gd name="connsiteY89" fmla="*/ 269558 h 316230"/>
              <a:gd name="connsiteX90" fmla="*/ 275079 w 314253"/>
              <a:gd name="connsiteY90" fmla="*/ 276416 h 316230"/>
              <a:gd name="connsiteX91" fmla="*/ 301164 w 314253"/>
              <a:gd name="connsiteY91" fmla="*/ 269558 h 316230"/>
              <a:gd name="connsiteX92" fmla="*/ 301164 w 314253"/>
              <a:gd name="connsiteY92" fmla="*/ 290036 h 316230"/>
              <a:gd name="connsiteX93" fmla="*/ 275079 w 314253"/>
              <a:gd name="connsiteY93" fmla="*/ 303276 h 316230"/>
              <a:gd name="connsiteX94" fmla="*/ 301164 w 314253"/>
              <a:gd name="connsiteY94" fmla="*/ 250127 h 316230"/>
              <a:gd name="connsiteX95" fmla="*/ 275079 w 314253"/>
              <a:gd name="connsiteY95" fmla="*/ 263271 h 316230"/>
              <a:gd name="connsiteX96" fmla="*/ 248994 w 314253"/>
              <a:gd name="connsiteY96" fmla="*/ 250127 h 316230"/>
              <a:gd name="connsiteX97" fmla="*/ 275079 w 314253"/>
              <a:gd name="connsiteY97" fmla="*/ 236982 h 316230"/>
              <a:gd name="connsiteX98" fmla="*/ 301164 w 314253"/>
              <a:gd name="connsiteY98" fmla="*/ 250127 h 316230"/>
              <a:gd name="connsiteX99" fmla="*/ 91250 w 314253"/>
              <a:gd name="connsiteY99" fmla="*/ 135541 h 316230"/>
              <a:gd name="connsiteX100" fmla="*/ 91250 w 314253"/>
              <a:gd name="connsiteY100" fmla="*/ 128683 h 316230"/>
              <a:gd name="connsiteX101" fmla="*/ 91250 w 314253"/>
              <a:gd name="connsiteY101" fmla="*/ 127921 h 316230"/>
              <a:gd name="connsiteX102" fmla="*/ 156985 w 314253"/>
              <a:gd name="connsiteY102" fmla="*/ 145352 h 316230"/>
              <a:gd name="connsiteX103" fmla="*/ 222719 w 314253"/>
              <a:gd name="connsiteY103" fmla="*/ 127921 h 316230"/>
              <a:gd name="connsiteX104" fmla="*/ 222719 w 314253"/>
              <a:gd name="connsiteY104" fmla="*/ 158496 h 316230"/>
              <a:gd name="connsiteX105" fmla="*/ 156985 w 314253"/>
              <a:gd name="connsiteY105" fmla="*/ 184690 h 316230"/>
              <a:gd name="connsiteX106" fmla="*/ 91250 w 314253"/>
              <a:gd name="connsiteY106" fmla="*/ 158496 h 316230"/>
              <a:gd name="connsiteX107" fmla="*/ 91250 w 314253"/>
              <a:gd name="connsiteY107" fmla="*/ 135446 h 316230"/>
              <a:gd name="connsiteX108" fmla="*/ 157079 w 314253"/>
              <a:gd name="connsiteY108" fmla="*/ 79343 h 316230"/>
              <a:gd name="connsiteX109" fmla="*/ 222814 w 314253"/>
              <a:gd name="connsiteY109" fmla="*/ 105727 h 316230"/>
              <a:gd name="connsiteX110" fmla="*/ 157079 w 314253"/>
              <a:gd name="connsiteY110" fmla="*/ 132112 h 316230"/>
              <a:gd name="connsiteX111" fmla="*/ 91345 w 314253"/>
              <a:gd name="connsiteY111" fmla="*/ 105727 h 316230"/>
              <a:gd name="connsiteX112" fmla="*/ 157079 w 314253"/>
              <a:gd name="connsiteY112" fmla="*/ 79343 h 316230"/>
              <a:gd name="connsiteX113" fmla="*/ 157079 w 314253"/>
              <a:gd name="connsiteY113" fmla="*/ 237363 h 316230"/>
              <a:gd name="connsiteX114" fmla="*/ 91345 w 314253"/>
              <a:gd name="connsiteY114" fmla="*/ 211074 h 316230"/>
              <a:gd name="connsiteX115" fmla="*/ 91345 w 314253"/>
              <a:gd name="connsiteY115" fmla="*/ 188309 h 316230"/>
              <a:gd name="connsiteX116" fmla="*/ 91345 w 314253"/>
              <a:gd name="connsiteY116" fmla="*/ 181451 h 316230"/>
              <a:gd name="connsiteX117" fmla="*/ 91345 w 314253"/>
              <a:gd name="connsiteY117" fmla="*/ 180689 h 316230"/>
              <a:gd name="connsiteX118" fmla="*/ 157079 w 314253"/>
              <a:gd name="connsiteY118" fmla="*/ 197929 h 316230"/>
              <a:gd name="connsiteX119" fmla="*/ 222814 w 314253"/>
              <a:gd name="connsiteY119" fmla="*/ 180689 h 316230"/>
              <a:gd name="connsiteX120" fmla="*/ 222814 w 314253"/>
              <a:gd name="connsiteY120" fmla="*/ 211169 h 316230"/>
              <a:gd name="connsiteX121" fmla="*/ 157079 w 314253"/>
              <a:gd name="connsiteY121" fmla="*/ 237458 h 316230"/>
              <a:gd name="connsiteX122" fmla="*/ 275079 w 314253"/>
              <a:gd name="connsiteY122" fmla="*/ 13335 h 316230"/>
              <a:gd name="connsiteX123" fmla="*/ 301164 w 314253"/>
              <a:gd name="connsiteY123" fmla="*/ 26480 h 316230"/>
              <a:gd name="connsiteX124" fmla="*/ 275079 w 314253"/>
              <a:gd name="connsiteY124" fmla="*/ 39624 h 316230"/>
              <a:gd name="connsiteX125" fmla="*/ 248994 w 314253"/>
              <a:gd name="connsiteY125" fmla="*/ 26480 h 316230"/>
              <a:gd name="connsiteX126" fmla="*/ 275079 w 314253"/>
              <a:gd name="connsiteY126" fmla="*/ 13335 h 316230"/>
              <a:gd name="connsiteX127" fmla="*/ 275079 w 314253"/>
              <a:gd name="connsiteY127" fmla="*/ 79534 h 316230"/>
              <a:gd name="connsiteX128" fmla="*/ 248994 w 314253"/>
              <a:gd name="connsiteY128" fmla="*/ 66294 h 316230"/>
              <a:gd name="connsiteX129" fmla="*/ 248994 w 314253"/>
              <a:gd name="connsiteY129" fmla="*/ 45815 h 316230"/>
              <a:gd name="connsiteX130" fmla="*/ 275079 w 314253"/>
              <a:gd name="connsiteY130" fmla="*/ 52673 h 316230"/>
              <a:gd name="connsiteX131" fmla="*/ 301164 w 314253"/>
              <a:gd name="connsiteY131" fmla="*/ 45815 h 316230"/>
              <a:gd name="connsiteX132" fmla="*/ 301164 w 314253"/>
              <a:gd name="connsiteY132" fmla="*/ 66294 h 316230"/>
              <a:gd name="connsiteX133" fmla="*/ 275079 w 314253"/>
              <a:gd name="connsiteY133" fmla="*/ 79534 h 316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14253" h="316230">
                <a:moveTo>
                  <a:pt x="314159" y="26480"/>
                </a:moveTo>
                <a:cubicBezTo>
                  <a:pt x="314159" y="11144"/>
                  <a:pt x="296801" y="191"/>
                  <a:pt x="275079" y="191"/>
                </a:cubicBezTo>
                <a:cubicBezTo>
                  <a:pt x="253357" y="191"/>
                  <a:pt x="235999" y="11144"/>
                  <a:pt x="235999" y="26480"/>
                </a:cubicBezTo>
                <a:cubicBezTo>
                  <a:pt x="235999" y="26480"/>
                  <a:pt x="235999" y="26575"/>
                  <a:pt x="235999" y="26670"/>
                </a:cubicBezTo>
                <a:cubicBezTo>
                  <a:pt x="235999" y="26670"/>
                  <a:pt x="235999" y="26670"/>
                  <a:pt x="235999" y="26765"/>
                </a:cubicBezTo>
                <a:lnTo>
                  <a:pt x="235999" y="66389"/>
                </a:lnTo>
                <a:cubicBezTo>
                  <a:pt x="235999" y="77533"/>
                  <a:pt x="246528" y="87249"/>
                  <a:pt x="261420" y="91059"/>
                </a:cubicBezTo>
                <a:cubicBezTo>
                  <a:pt x="256298" y="96202"/>
                  <a:pt x="248330" y="104204"/>
                  <a:pt x="235999" y="116586"/>
                </a:cubicBezTo>
                <a:lnTo>
                  <a:pt x="235999" y="106013"/>
                </a:lnTo>
                <a:cubicBezTo>
                  <a:pt x="235999" y="106013"/>
                  <a:pt x="235999" y="106013"/>
                  <a:pt x="235999" y="105918"/>
                </a:cubicBezTo>
                <a:cubicBezTo>
                  <a:pt x="235999" y="105918"/>
                  <a:pt x="235999" y="105823"/>
                  <a:pt x="235999" y="105727"/>
                </a:cubicBezTo>
                <a:cubicBezTo>
                  <a:pt x="235999" y="82582"/>
                  <a:pt x="202041" y="66104"/>
                  <a:pt x="157079" y="66104"/>
                </a:cubicBezTo>
                <a:cubicBezTo>
                  <a:pt x="112118" y="66104"/>
                  <a:pt x="78160" y="82582"/>
                  <a:pt x="78160" y="105727"/>
                </a:cubicBezTo>
                <a:cubicBezTo>
                  <a:pt x="78160" y="105727"/>
                  <a:pt x="78160" y="105823"/>
                  <a:pt x="78160" y="105918"/>
                </a:cubicBezTo>
                <a:cubicBezTo>
                  <a:pt x="78160" y="105918"/>
                  <a:pt x="78160" y="105918"/>
                  <a:pt x="78160" y="105918"/>
                </a:cubicBezTo>
                <a:lnTo>
                  <a:pt x="78160" y="115062"/>
                </a:lnTo>
                <a:cubicBezTo>
                  <a:pt x="72754" y="109633"/>
                  <a:pt x="64881" y="101822"/>
                  <a:pt x="53688" y="90678"/>
                </a:cubicBezTo>
                <a:cubicBezTo>
                  <a:pt x="68106" y="86677"/>
                  <a:pt x="78160" y="77152"/>
                  <a:pt x="78160" y="66294"/>
                </a:cubicBezTo>
                <a:lnTo>
                  <a:pt x="78160" y="26670"/>
                </a:lnTo>
                <a:cubicBezTo>
                  <a:pt x="78160" y="26670"/>
                  <a:pt x="78160" y="26670"/>
                  <a:pt x="78160" y="26480"/>
                </a:cubicBezTo>
                <a:cubicBezTo>
                  <a:pt x="78160" y="26480"/>
                  <a:pt x="78160" y="26384"/>
                  <a:pt x="78160" y="26289"/>
                </a:cubicBezTo>
                <a:cubicBezTo>
                  <a:pt x="78160" y="10954"/>
                  <a:pt x="60802" y="0"/>
                  <a:pt x="39080" y="0"/>
                </a:cubicBezTo>
                <a:cubicBezTo>
                  <a:pt x="17358" y="0"/>
                  <a:pt x="0" y="10954"/>
                  <a:pt x="0" y="26289"/>
                </a:cubicBezTo>
                <a:cubicBezTo>
                  <a:pt x="0" y="26289"/>
                  <a:pt x="0" y="26384"/>
                  <a:pt x="0" y="26480"/>
                </a:cubicBezTo>
                <a:cubicBezTo>
                  <a:pt x="0" y="26480"/>
                  <a:pt x="0" y="26480"/>
                  <a:pt x="0" y="26575"/>
                </a:cubicBezTo>
                <a:lnTo>
                  <a:pt x="0" y="66199"/>
                </a:lnTo>
                <a:cubicBezTo>
                  <a:pt x="0" y="80010"/>
                  <a:pt x="16220" y="91631"/>
                  <a:pt x="36899" y="92393"/>
                </a:cubicBezTo>
                <a:cubicBezTo>
                  <a:pt x="40598" y="96107"/>
                  <a:pt x="50842" y="106299"/>
                  <a:pt x="78255" y="133636"/>
                </a:cubicBezTo>
                <a:lnTo>
                  <a:pt x="78255" y="182880"/>
                </a:lnTo>
                <a:cubicBezTo>
                  <a:pt x="74082" y="186881"/>
                  <a:pt x="63458" y="197263"/>
                  <a:pt x="36235" y="223838"/>
                </a:cubicBezTo>
                <a:cubicBezTo>
                  <a:pt x="15936" y="224790"/>
                  <a:pt x="95" y="235363"/>
                  <a:pt x="95" y="249936"/>
                </a:cubicBezTo>
                <a:cubicBezTo>
                  <a:pt x="95" y="249936"/>
                  <a:pt x="95" y="250031"/>
                  <a:pt x="95" y="250127"/>
                </a:cubicBezTo>
                <a:cubicBezTo>
                  <a:pt x="95" y="250127"/>
                  <a:pt x="95" y="250127"/>
                  <a:pt x="95" y="250222"/>
                </a:cubicBezTo>
                <a:lnTo>
                  <a:pt x="95" y="289846"/>
                </a:lnTo>
                <a:cubicBezTo>
                  <a:pt x="95" y="304133"/>
                  <a:pt x="17453" y="316230"/>
                  <a:pt x="39175" y="316230"/>
                </a:cubicBezTo>
                <a:cubicBezTo>
                  <a:pt x="60897" y="316230"/>
                  <a:pt x="78255" y="304133"/>
                  <a:pt x="78255" y="289846"/>
                </a:cubicBezTo>
                <a:lnTo>
                  <a:pt x="78255" y="250222"/>
                </a:lnTo>
                <a:cubicBezTo>
                  <a:pt x="78255" y="250222"/>
                  <a:pt x="78255" y="250222"/>
                  <a:pt x="78255" y="250031"/>
                </a:cubicBezTo>
                <a:cubicBezTo>
                  <a:pt x="78255" y="250031"/>
                  <a:pt x="78255" y="249936"/>
                  <a:pt x="78255" y="249841"/>
                </a:cubicBezTo>
                <a:cubicBezTo>
                  <a:pt x="78255" y="238316"/>
                  <a:pt x="68390" y="229267"/>
                  <a:pt x="54257" y="225457"/>
                </a:cubicBezTo>
                <a:cubicBezTo>
                  <a:pt x="59189" y="220504"/>
                  <a:pt x="66778" y="212979"/>
                  <a:pt x="78255" y="201454"/>
                </a:cubicBezTo>
                <a:lnTo>
                  <a:pt x="78255" y="210788"/>
                </a:lnTo>
                <a:cubicBezTo>
                  <a:pt x="78255" y="232696"/>
                  <a:pt x="112213" y="250222"/>
                  <a:pt x="157174" y="250222"/>
                </a:cubicBezTo>
                <a:cubicBezTo>
                  <a:pt x="202136" y="250222"/>
                  <a:pt x="236093" y="232696"/>
                  <a:pt x="236093" y="210788"/>
                </a:cubicBezTo>
                <a:lnTo>
                  <a:pt x="236093" y="200120"/>
                </a:lnTo>
                <a:cubicBezTo>
                  <a:pt x="241405" y="205454"/>
                  <a:pt x="249468" y="213550"/>
                  <a:pt x="261135" y="225266"/>
                </a:cubicBezTo>
                <a:cubicBezTo>
                  <a:pt x="246433" y="228886"/>
                  <a:pt x="236093" y="238030"/>
                  <a:pt x="236093" y="249841"/>
                </a:cubicBezTo>
                <a:cubicBezTo>
                  <a:pt x="236093" y="249841"/>
                  <a:pt x="236093" y="249936"/>
                  <a:pt x="236093" y="250031"/>
                </a:cubicBezTo>
                <a:cubicBezTo>
                  <a:pt x="236093" y="250031"/>
                  <a:pt x="236093" y="250031"/>
                  <a:pt x="236093" y="250127"/>
                </a:cubicBezTo>
                <a:lnTo>
                  <a:pt x="236093" y="289750"/>
                </a:lnTo>
                <a:cubicBezTo>
                  <a:pt x="236093" y="304038"/>
                  <a:pt x="253452" y="316135"/>
                  <a:pt x="275174" y="316135"/>
                </a:cubicBezTo>
                <a:cubicBezTo>
                  <a:pt x="296895" y="316135"/>
                  <a:pt x="314254" y="304038"/>
                  <a:pt x="314254" y="289750"/>
                </a:cubicBezTo>
                <a:lnTo>
                  <a:pt x="314254" y="250127"/>
                </a:lnTo>
                <a:cubicBezTo>
                  <a:pt x="314254" y="250127"/>
                  <a:pt x="314254" y="250127"/>
                  <a:pt x="314254" y="249936"/>
                </a:cubicBezTo>
                <a:cubicBezTo>
                  <a:pt x="314254" y="249936"/>
                  <a:pt x="314254" y="249841"/>
                  <a:pt x="314254" y="249746"/>
                </a:cubicBezTo>
                <a:cubicBezTo>
                  <a:pt x="314254" y="235172"/>
                  <a:pt x="298413" y="224600"/>
                  <a:pt x="278114" y="223647"/>
                </a:cubicBezTo>
                <a:cubicBezTo>
                  <a:pt x="275079" y="220694"/>
                  <a:pt x="265499" y="211265"/>
                  <a:pt x="235999" y="182404"/>
                </a:cubicBezTo>
                <a:lnTo>
                  <a:pt x="235999" y="133731"/>
                </a:lnTo>
                <a:cubicBezTo>
                  <a:pt x="239888" y="129826"/>
                  <a:pt x="250227" y="119444"/>
                  <a:pt x="277355" y="92202"/>
                </a:cubicBezTo>
                <a:cubicBezTo>
                  <a:pt x="297939" y="91345"/>
                  <a:pt x="314159" y="79724"/>
                  <a:pt x="314159" y="66008"/>
                </a:cubicBezTo>
                <a:lnTo>
                  <a:pt x="314159" y="26384"/>
                </a:lnTo>
                <a:cubicBezTo>
                  <a:pt x="314159" y="26384"/>
                  <a:pt x="314159" y="26384"/>
                  <a:pt x="314159" y="26194"/>
                </a:cubicBezTo>
                <a:cubicBezTo>
                  <a:pt x="314159" y="26194"/>
                  <a:pt x="314159" y="26099"/>
                  <a:pt x="314159" y="26003"/>
                </a:cubicBezTo>
                <a:close/>
                <a:moveTo>
                  <a:pt x="39080" y="13335"/>
                </a:moveTo>
                <a:cubicBezTo>
                  <a:pt x="54257" y="13335"/>
                  <a:pt x="65165" y="19907"/>
                  <a:pt x="65165" y="26480"/>
                </a:cubicBezTo>
                <a:cubicBezTo>
                  <a:pt x="65165" y="33052"/>
                  <a:pt x="54352" y="39624"/>
                  <a:pt x="39080" y="39624"/>
                </a:cubicBezTo>
                <a:cubicBezTo>
                  <a:pt x="24947" y="39624"/>
                  <a:pt x="12995" y="33052"/>
                  <a:pt x="12995" y="26480"/>
                </a:cubicBezTo>
                <a:cubicBezTo>
                  <a:pt x="12995" y="19907"/>
                  <a:pt x="24947" y="13335"/>
                  <a:pt x="39080" y="13335"/>
                </a:cubicBezTo>
                <a:close/>
                <a:moveTo>
                  <a:pt x="12995" y="66389"/>
                </a:moveTo>
                <a:lnTo>
                  <a:pt x="12995" y="45910"/>
                </a:lnTo>
                <a:cubicBezTo>
                  <a:pt x="19919" y="50102"/>
                  <a:pt x="28931" y="52769"/>
                  <a:pt x="39080" y="52769"/>
                </a:cubicBezTo>
                <a:cubicBezTo>
                  <a:pt x="49230" y="52769"/>
                  <a:pt x="58241" y="50102"/>
                  <a:pt x="65165" y="45910"/>
                </a:cubicBezTo>
                <a:lnTo>
                  <a:pt x="65165" y="66389"/>
                </a:lnTo>
                <a:cubicBezTo>
                  <a:pt x="65165" y="72962"/>
                  <a:pt x="54352" y="79629"/>
                  <a:pt x="39080" y="79629"/>
                </a:cubicBezTo>
                <a:cubicBezTo>
                  <a:pt x="24947" y="79629"/>
                  <a:pt x="12995" y="73057"/>
                  <a:pt x="12995" y="66389"/>
                </a:cubicBezTo>
                <a:close/>
                <a:moveTo>
                  <a:pt x="39080" y="303276"/>
                </a:moveTo>
                <a:cubicBezTo>
                  <a:pt x="24947" y="303276"/>
                  <a:pt x="12995" y="296704"/>
                  <a:pt x="12995" y="290036"/>
                </a:cubicBezTo>
                <a:lnTo>
                  <a:pt x="12995" y="269558"/>
                </a:lnTo>
                <a:cubicBezTo>
                  <a:pt x="19919" y="273749"/>
                  <a:pt x="28931" y="276416"/>
                  <a:pt x="39080" y="276416"/>
                </a:cubicBezTo>
                <a:cubicBezTo>
                  <a:pt x="49230" y="276416"/>
                  <a:pt x="58241" y="273749"/>
                  <a:pt x="65165" y="269558"/>
                </a:cubicBezTo>
                <a:lnTo>
                  <a:pt x="65165" y="290036"/>
                </a:lnTo>
                <a:cubicBezTo>
                  <a:pt x="65165" y="296609"/>
                  <a:pt x="54352" y="303276"/>
                  <a:pt x="39080" y="303276"/>
                </a:cubicBezTo>
                <a:close/>
                <a:moveTo>
                  <a:pt x="65070" y="250127"/>
                </a:moveTo>
                <a:cubicBezTo>
                  <a:pt x="65070" y="256699"/>
                  <a:pt x="54257" y="263271"/>
                  <a:pt x="38985" y="263271"/>
                </a:cubicBezTo>
                <a:cubicBezTo>
                  <a:pt x="24852" y="263271"/>
                  <a:pt x="12900" y="256699"/>
                  <a:pt x="12900" y="250127"/>
                </a:cubicBezTo>
                <a:cubicBezTo>
                  <a:pt x="12900" y="243554"/>
                  <a:pt x="24852" y="236982"/>
                  <a:pt x="38985" y="236982"/>
                </a:cubicBezTo>
                <a:cubicBezTo>
                  <a:pt x="54162" y="236982"/>
                  <a:pt x="65070" y="243554"/>
                  <a:pt x="65070" y="250127"/>
                </a:cubicBezTo>
                <a:close/>
                <a:moveTo>
                  <a:pt x="275079" y="303276"/>
                </a:moveTo>
                <a:cubicBezTo>
                  <a:pt x="260946" y="303276"/>
                  <a:pt x="248994" y="296704"/>
                  <a:pt x="248994" y="290036"/>
                </a:cubicBezTo>
                <a:lnTo>
                  <a:pt x="248994" y="269558"/>
                </a:lnTo>
                <a:cubicBezTo>
                  <a:pt x="255918" y="273749"/>
                  <a:pt x="264929" y="276416"/>
                  <a:pt x="275079" y="276416"/>
                </a:cubicBezTo>
                <a:cubicBezTo>
                  <a:pt x="285228" y="276416"/>
                  <a:pt x="294239" y="273749"/>
                  <a:pt x="301164" y="269558"/>
                </a:cubicBezTo>
                <a:lnTo>
                  <a:pt x="301164" y="290036"/>
                </a:lnTo>
                <a:cubicBezTo>
                  <a:pt x="301164" y="296609"/>
                  <a:pt x="290350" y="303276"/>
                  <a:pt x="275079" y="303276"/>
                </a:cubicBezTo>
                <a:close/>
                <a:moveTo>
                  <a:pt x="301164" y="250127"/>
                </a:moveTo>
                <a:cubicBezTo>
                  <a:pt x="301164" y="256699"/>
                  <a:pt x="290350" y="263271"/>
                  <a:pt x="275079" y="263271"/>
                </a:cubicBezTo>
                <a:cubicBezTo>
                  <a:pt x="260946" y="263271"/>
                  <a:pt x="248994" y="256699"/>
                  <a:pt x="248994" y="250127"/>
                </a:cubicBezTo>
                <a:cubicBezTo>
                  <a:pt x="248994" y="243554"/>
                  <a:pt x="260946" y="236982"/>
                  <a:pt x="275079" y="236982"/>
                </a:cubicBezTo>
                <a:cubicBezTo>
                  <a:pt x="290256" y="236982"/>
                  <a:pt x="301164" y="243554"/>
                  <a:pt x="301164" y="250127"/>
                </a:cubicBezTo>
                <a:close/>
                <a:moveTo>
                  <a:pt x="91250" y="135541"/>
                </a:moveTo>
                <a:cubicBezTo>
                  <a:pt x="92483" y="133541"/>
                  <a:pt x="92483" y="130683"/>
                  <a:pt x="91250" y="128683"/>
                </a:cubicBezTo>
                <a:lnTo>
                  <a:pt x="91250" y="127921"/>
                </a:lnTo>
                <a:cubicBezTo>
                  <a:pt x="105194" y="138398"/>
                  <a:pt x="128908" y="145352"/>
                  <a:pt x="156985" y="145352"/>
                </a:cubicBezTo>
                <a:cubicBezTo>
                  <a:pt x="185062" y="145352"/>
                  <a:pt x="208870" y="138494"/>
                  <a:pt x="222719" y="127921"/>
                </a:cubicBezTo>
                <a:lnTo>
                  <a:pt x="222719" y="158496"/>
                </a:lnTo>
                <a:cubicBezTo>
                  <a:pt x="222719" y="170498"/>
                  <a:pt x="195306" y="184690"/>
                  <a:pt x="156985" y="184690"/>
                </a:cubicBezTo>
                <a:cubicBezTo>
                  <a:pt x="118663" y="184690"/>
                  <a:pt x="91250" y="170498"/>
                  <a:pt x="91250" y="158496"/>
                </a:cubicBezTo>
                <a:lnTo>
                  <a:pt x="91250" y="135446"/>
                </a:lnTo>
                <a:close/>
                <a:moveTo>
                  <a:pt x="157079" y="79343"/>
                </a:moveTo>
                <a:cubicBezTo>
                  <a:pt x="195401" y="79343"/>
                  <a:pt x="222814" y="93631"/>
                  <a:pt x="222814" y="105727"/>
                </a:cubicBezTo>
                <a:cubicBezTo>
                  <a:pt x="222814" y="117824"/>
                  <a:pt x="195401" y="132112"/>
                  <a:pt x="157079" y="132112"/>
                </a:cubicBezTo>
                <a:cubicBezTo>
                  <a:pt x="118758" y="132112"/>
                  <a:pt x="91345" y="117824"/>
                  <a:pt x="91345" y="105727"/>
                </a:cubicBezTo>
                <a:cubicBezTo>
                  <a:pt x="91345" y="93631"/>
                  <a:pt x="119802" y="79343"/>
                  <a:pt x="157079" y="79343"/>
                </a:cubicBezTo>
                <a:close/>
                <a:moveTo>
                  <a:pt x="157079" y="237363"/>
                </a:moveTo>
                <a:cubicBezTo>
                  <a:pt x="119802" y="237363"/>
                  <a:pt x="91345" y="223171"/>
                  <a:pt x="91345" y="211074"/>
                </a:cubicBezTo>
                <a:lnTo>
                  <a:pt x="91345" y="188309"/>
                </a:lnTo>
                <a:cubicBezTo>
                  <a:pt x="92578" y="186309"/>
                  <a:pt x="92578" y="183452"/>
                  <a:pt x="91345" y="181451"/>
                </a:cubicBezTo>
                <a:lnTo>
                  <a:pt x="91345" y="180689"/>
                </a:lnTo>
                <a:cubicBezTo>
                  <a:pt x="105289" y="191167"/>
                  <a:pt x="129002" y="197929"/>
                  <a:pt x="157079" y="197929"/>
                </a:cubicBezTo>
                <a:cubicBezTo>
                  <a:pt x="185156" y="197929"/>
                  <a:pt x="208965" y="191072"/>
                  <a:pt x="222814" y="180689"/>
                </a:cubicBezTo>
                <a:lnTo>
                  <a:pt x="222814" y="211169"/>
                </a:lnTo>
                <a:cubicBezTo>
                  <a:pt x="222814" y="223171"/>
                  <a:pt x="195401" y="237458"/>
                  <a:pt x="157079" y="237458"/>
                </a:cubicBezTo>
                <a:close/>
                <a:moveTo>
                  <a:pt x="275079" y="13335"/>
                </a:moveTo>
                <a:cubicBezTo>
                  <a:pt x="290256" y="13335"/>
                  <a:pt x="301164" y="19907"/>
                  <a:pt x="301164" y="26480"/>
                </a:cubicBezTo>
                <a:cubicBezTo>
                  <a:pt x="301164" y="33052"/>
                  <a:pt x="290350" y="39624"/>
                  <a:pt x="275079" y="39624"/>
                </a:cubicBezTo>
                <a:cubicBezTo>
                  <a:pt x="260946" y="39624"/>
                  <a:pt x="248994" y="33052"/>
                  <a:pt x="248994" y="26480"/>
                </a:cubicBezTo>
                <a:cubicBezTo>
                  <a:pt x="248994" y="19907"/>
                  <a:pt x="260946" y="13335"/>
                  <a:pt x="275079" y="13335"/>
                </a:cubicBezTo>
                <a:close/>
                <a:moveTo>
                  <a:pt x="275079" y="79534"/>
                </a:moveTo>
                <a:cubicBezTo>
                  <a:pt x="260946" y="79534"/>
                  <a:pt x="248994" y="72962"/>
                  <a:pt x="248994" y="66294"/>
                </a:cubicBezTo>
                <a:lnTo>
                  <a:pt x="248994" y="45815"/>
                </a:lnTo>
                <a:cubicBezTo>
                  <a:pt x="255918" y="50006"/>
                  <a:pt x="264929" y="52673"/>
                  <a:pt x="275079" y="52673"/>
                </a:cubicBezTo>
                <a:cubicBezTo>
                  <a:pt x="285228" y="52673"/>
                  <a:pt x="294239" y="50006"/>
                  <a:pt x="301164" y="45815"/>
                </a:cubicBezTo>
                <a:lnTo>
                  <a:pt x="301164" y="66294"/>
                </a:lnTo>
                <a:cubicBezTo>
                  <a:pt x="301164" y="72866"/>
                  <a:pt x="290350" y="79534"/>
                  <a:pt x="275079" y="7953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9" name="Graphic 145">
            <a:extLst>
              <a:ext uri="{FF2B5EF4-FFF2-40B4-BE49-F238E27FC236}">
                <a16:creationId xmlns:a16="http://schemas.microsoft.com/office/drawing/2014/main" id="{B386A338-10A5-ADE8-2161-A4FFC410F981}"/>
              </a:ext>
            </a:extLst>
          </p:cNvPr>
          <p:cNvSpPr/>
          <p:nvPr/>
        </p:nvSpPr>
        <p:spPr>
          <a:xfrm>
            <a:off x="10417374" y="1456434"/>
            <a:ext cx="421005" cy="423654"/>
          </a:xfrm>
          <a:custGeom>
            <a:avLst/>
            <a:gdLst>
              <a:gd name="connsiteX0" fmla="*/ 314159 w 314253"/>
              <a:gd name="connsiteY0" fmla="*/ 26480 h 316230"/>
              <a:gd name="connsiteX1" fmla="*/ 275079 w 314253"/>
              <a:gd name="connsiteY1" fmla="*/ 191 h 316230"/>
              <a:gd name="connsiteX2" fmla="*/ 235999 w 314253"/>
              <a:gd name="connsiteY2" fmla="*/ 26480 h 316230"/>
              <a:gd name="connsiteX3" fmla="*/ 235999 w 314253"/>
              <a:gd name="connsiteY3" fmla="*/ 26670 h 316230"/>
              <a:gd name="connsiteX4" fmla="*/ 235999 w 314253"/>
              <a:gd name="connsiteY4" fmla="*/ 26765 h 316230"/>
              <a:gd name="connsiteX5" fmla="*/ 235999 w 314253"/>
              <a:gd name="connsiteY5" fmla="*/ 66389 h 316230"/>
              <a:gd name="connsiteX6" fmla="*/ 261420 w 314253"/>
              <a:gd name="connsiteY6" fmla="*/ 91059 h 316230"/>
              <a:gd name="connsiteX7" fmla="*/ 235999 w 314253"/>
              <a:gd name="connsiteY7" fmla="*/ 116586 h 316230"/>
              <a:gd name="connsiteX8" fmla="*/ 235999 w 314253"/>
              <a:gd name="connsiteY8" fmla="*/ 106013 h 316230"/>
              <a:gd name="connsiteX9" fmla="*/ 235999 w 314253"/>
              <a:gd name="connsiteY9" fmla="*/ 105918 h 316230"/>
              <a:gd name="connsiteX10" fmla="*/ 235999 w 314253"/>
              <a:gd name="connsiteY10" fmla="*/ 105727 h 316230"/>
              <a:gd name="connsiteX11" fmla="*/ 157079 w 314253"/>
              <a:gd name="connsiteY11" fmla="*/ 66104 h 316230"/>
              <a:gd name="connsiteX12" fmla="*/ 78160 w 314253"/>
              <a:gd name="connsiteY12" fmla="*/ 105727 h 316230"/>
              <a:gd name="connsiteX13" fmla="*/ 78160 w 314253"/>
              <a:gd name="connsiteY13" fmla="*/ 105918 h 316230"/>
              <a:gd name="connsiteX14" fmla="*/ 78160 w 314253"/>
              <a:gd name="connsiteY14" fmla="*/ 105918 h 316230"/>
              <a:gd name="connsiteX15" fmla="*/ 78160 w 314253"/>
              <a:gd name="connsiteY15" fmla="*/ 115062 h 316230"/>
              <a:gd name="connsiteX16" fmla="*/ 53688 w 314253"/>
              <a:gd name="connsiteY16" fmla="*/ 90678 h 316230"/>
              <a:gd name="connsiteX17" fmla="*/ 78160 w 314253"/>
              <a:gd name="connsiteY17" fmla="*/ 66294 h 316230"/>
              <a:gd name="connsiteX18" fmla="*/ 78160 w 314253"/>
              <a:gd name="connsiteY18" fmla="*/ 26670 h 316230"/>
              <a:gd name="connsiteX19" fmla="*/ 78160 w 314253"/>
              <a:gd name="connsiteY19" fmla="*/ 26480 h 316230"/>
              <a:gd name="connsiteX20" fmla="*/ 78160 w 314253"/>
              <a:gd name="connsiteY20" fmla="*/ 26289 h 316230"/>
              <a:gd name="connsiteX21" fmla="*/ 39080 w 314253"/>
              <a:gd name="connsiteY21" fmla="*/ 0 h 316230"/>
              <a:gd name="connsiteX22" fmla="*/ 0 w 314253"/>
              <a:gd name="connsiteY22" fmla="*/ 26289 h 316230"/>
              <a:gd name="connsiteX23" fmla="*/ 0 w 314253"/>
              <a:gd name="connsiteY23" fmla="*/ 26480 h 316230"/>
              <a:gd name="connsiteX24" fmla="*/ 0 w 314253"/>
              <a:gd name="connsiteY24" fmla="*/ 26575 h 316230"/>
              <a:gd name="connsiteX25" fmla="*/ 0 w 314253"/>
              <a:gd name="connsiteY25" fmla="*/ 66199 h 316230"/>
              <a:gd name="connsiteX26" fmla="*/ 36899 w 314253"/>
              <a:gd name="connsiteY26" fmla="*/ 92393 h 316230"/>
              <a:gd name="connsiteX27" fmla="*/ 78255 w 314253"/>
              <a:gd name="connsiteY27" fmla="*/ 133636 h 316230"/>
              <a:gd name="connsiteX28" fmla="*/ 78255 w 314253"/>
              <a:gd name="connsiteY28" fmla="*/ 182880 h 316230"/>
              <a:gd name="connsiteX29" fmla="*/ 36235 w 314253"/>
              <a:gd name="connsiteY29" fmla="*/ 223838 h 316230"/>
              <a:gd name="connsiteX30" fmla="*/ 95 w 314253"/>
              <a:gd name="connsiteY30" fmla="*/ 249936 h 316230"/>
              <a:gd name="connsiteX31" fmla="*/ 95 w 314253"/>
              <a:gd name="connsiteY31" fmla="*/ 250127 h 316230"/>
              <a:gd name="connsiteX32" fmla="*/ 95 w 314253"/>
              <a:gd name="connsiteY32" fmla="*/ 250222 h 316230"/>
              <a:gd name="connsiteX33" fmla="*/ 95 w 314253"/>
              <a:gd name="connsiteY33" fmla="*/ 289846 h 316230"/>
              <a:gd name="connsiteX34" fmla="*/ 39175 w 314253"/>
              <a:gd name="connsiteY34" fmla="*/ 316230 h 316230"/>
              <a:gd name="connsiteX35" fmla="*/ 78255 w 314253"/>
              <a:gd name="connsiteY35" fmla="*/ 289846 h 316230"/>
              <a:gd name="connsiteX36" fmla="*/ 78255 w 314253"/>
              <a:gd name="connsiteY36" fmla="*/ 250222 h 316230"/>
              <a:gd name="connsiteX37" fmla="*/ 78255 w 314253"/>
              <a:gd name="connsiteY37" fmla="*/ 250031 h 316230"/>
              <a:gd name="connsiteX38" fmla="*/ 78255 w 314253"/>
              <a:gd name="connsiteY38" fmla="*/ 249841 h 316230"/>
              <a:gd name="connsiteX39" fmla="*/ 54257 w 314253"/>
              <a:gd name="connsiteY39" fmla="*/ 225457 h 316230"/>
              <a:gd name="connsiteX40" fmla="*/ 78255 w 314253"/>
              <a:gd name="connsiteY40" fmla="*/ 201454 h 316230"/>
              <a:gd name="connsiteX41" fmla="*/ 78255 w 314253"/>
              <a:gd name="connsiteY41" fmla="*/ 210788 h 316230"/>
              <a:gd name="connsiteX42" fmla="*/ 157174 w 314253"/>
              <a:gd name="connsiteY42" fmla="*/ 250222 h 316230"/>
              <a:gd name="connsiteX43" fmla="*/ 236093 w 314253"/>
              <a:gd name="connsiteY43" fmla="*/ 210788 h 316230"/>
              <a:gd name="connsiteX44" fmla="*/ 236093 w 314253"/>
              <a:gd name="connsiteY44" fmla="*/ 200120 h 316230"/>
              <a:gd name="connsiteX45" fmla="*/ 261135 w 314253"/>
              <a:gd name="connsiteY45" fmla="*/ 225266 h 316230"/>
              <a:gd name="connsiteX46" fmla="*/ 236093 w 314253"/>
              <a:gd name="connsiteY46" fmla="*/ 249841 h 316230"/>
              <a:gd name="connsiteX47" fmla="*/ 236093 w 314253"/>
              <a:gd name="connsiteY47" fmla="*/ 250031 h 316230"/>
              <a:gd name="connsiteX48" fmla="*/ 236093 w 314253"/>
              <a:gd name="connsiteY48" fmla="*/ 250127 h 316230"/>
              <a:gd name="connsiteX49" fmla="*/ 236093 w 314253"/>
              <a:gd name="connsiteY49" fmla="*/ 289750 h 316230"/>
              <a:gd name="connsiteX50" fmla="*/ 275174 w 314253"/>
              <a:gd name="connsiteY50" fmla="*/ 316135 h 316230"/>
              <a:gd name="connsiteX51" fmla="*/ 314254 w 314253"/>
              <a:gd name="connsiteY51" fmla="*/ 289750 h 316230"/>
              <a:gd name="connsiteX52" fmla="*/ 314254 w 314253"/>
              <a:gd name="connsiteY52" fmla="*/ 250127 h 316230"/>
              <a:gd name="connsiteX53" fmla="*/ 314254 w 314253"/>
              <a:gd name="connsiteY53" fmla="*/ 249936 h 316230"/>
              <a:gd name="connsiteX54" fmla="*/ 314254 w 314253"/>
              <a:gd name="connsiteY54" fmla="*/ 249746 h 316230"/>
              <a:gd name="connsiteX55" fmla="*/ 278114 w 314253"/>
              <a:gd name="connsiteY55" fmla="*/ 223647 h 316230"/>
              <a:gd name="connsiteX56" fmla="*/ 235999 w 314253"/>
              <a:gd name="connsiteY56" fmla="*/ 182404 h 316230"/>
              <a:gd name="connsiteX57" fmla="*/ 235999 w 314253"/>
              <a:gd name="connsiteY57" fmla="*/ 133731 h 316230"/>
              <a:gd name="connsiteX58" fmla="*/ 277355 w 314253"/>
              <a:gd name="connsiteY58" fmla="*/ 92202 h 316230"/>
              <a:gd name="connsiteX59" fmla="*/ 314159 w 314253"/>
              <a:gd name="connsiteY59" fmla="*/ 66008 h 316230"/>
              <a:gd name="connsiteX60" fmla="*/ 314159 w 314253"/>
              <a:gd name="connsiteY60" fmla="*/ 26384 h 316230"/>
              <a:gd name="connsiteX61" fmla="*/ 314159 w 314253"/>
              <a:gd name="connsiteY61" fmla="*/ 26194 h 316230"/>
              <a:gd name="connsiteX62" fmla="*/ 314159 w 314253"/>
              <a:gd name="connsiteY62" fmla="*/ 26003 h 316230"/>
              <a:gd name="connsiteX63" fmla="*/ 39080 w 314253"/>
              <a:gd name="connsiteY63" fmla="*/ 13335 h 316230"/>
              <a:gd name="connsiteX64" fmla="*/ 65165 w 314253"/>
              <a:gd name="connsiteY64" fmla="*/ 26480 h 316230"/>
              <a:gd name="connsiteX65" fmla="*/ 39080 w 314253"/>
              <a:gd name="connsiteY65" fmla="*/ 39624 h 316230"/>
              <a:gd name="connsiteX66" fmla="*/ 12995 w 314253"/>
              <a:gd name="connsiteY66" fmla="*/ 26480 h 316230"/>
              <a:gd name="connsiteX67" fmla="*/ 39080 w 314253"/>
              <a:gd name="connsiteY67" fmla="*/ 13335 h 316230"/>
              <a:gd name="connsiteX68" fmla="*/ 12995 w 314253"/>
              <a:gd name="connsiteY68" fmla="*/ 66389 h 316230"/>
              <a:gd name="connsiteX69" fmla="*/ 12995 w 314253"/>
              <a:gd name="connsiteY69" fmla="*/ 45910 h 316230"/>
              <a:gd name="connsiteX70" fmla="*/ 39080 w 314253"/>
              <a:gd name="connsiteY70" fmla="*/ 52769 h 316230"/>
              <a:gd name="connsiteX71" fmla="*/ 65165 w 314253"/>
              <a:gd name="connsiteY71" fmla="*/ 45910 h 316230"/>
              <a:gd name="connsiteX72" fmla="*/ 65165 w 314253"/>
              <a:gd name="connsiteY72" fmla="*/ 66389 h 316230"/>
              <a:gd name="connsiteX73" fmla="*/ 39080 w 314253"/>
              <a:gd name="connsiteY73" fmla="*/ 79629 h 316230"/>
              <a:gd name="connsiteX74" fmla="*/ 12995 w 314253"/>
              <a:gd name="connsiteY74" fmla="*/ 66389 h 316230"/>
              <a:gd name="connsiteX75" fmla="*/ 39080 w 314253"/>
              <a:gd name="connsiteY75" fmla="*/ 303276 h 316230"/>
              <a:gd name="connsiteX76" fmla="*/ 12995 w 314253"/>
              <a:gd name="connsiteY76" fmla="*/ 290036 h 316230"/>
              <a:gd name="connsiteX77" fmla="*/ 12995 w 314253"/>
              <a:gd name="connsiteY77" fmla="*/ 269558 h 316230"/>
              <a:gd name="connsiteX78" fmla="*/ 39080 w 314253"/>
              <a:gd name="connsiteY78" fmla="*/ 276416 h 316230"/>
              <a:gd name="connsiteX79" fmla="*/ 65165 w 314253"/>
              <a:gd name="connsiteY79" fmla="*/ 269558 h 316230"/>
              <a:gd name="connsiteX80" fmla="*/ 65165 w 314253"/>
              <a:gd name="connsiteY80" fmla="*/ 290036 h 316230"/>
              <a:gd name="connsiteX81" fmla="*/ 39080 w 314253"/>
              <a:gd name="connsiteY81" fmla="*/ 303276 h 316230"/>
              <a:gd name="connsiteX82" fmla="*/ 65070 w 314253"/>
              <a:gd name="connsiteY82" fmla="*/ 250127 h 316230"/>
              <a:gd name="connsiteX83" fmla="*/ 38985 w 314253"/>
              <a:gd name="connsiteY83" fmla="*/ 263271 h 316230"/>
              <a:gd name="connsiteX84" fmla="*/ 12900 w 314253"/>
              <a:gd name="connsiteY84" fmla="*/ 250127 h 316230"/>
              <a:gd name="connsiteX85" fmla="*/ 38985 w 314253"/>
              <a:gd name="connsiteY85" fmla="*/ 236982 h 316230"/>
              <a:gd name="connsiteX86" fmla="*/ 65070 w 314253"/>
              <a:gd name="connsiteY86" fmla="*/ 250127 h 316230"/>
              <a:gd name="connsiteX87" fmla="*/ 275079 w 314253"/>
              <a:gd name="connsiteY87" fmla="*/ 303276 h 316230"/>
              <a:gd name="connsiteX88" fmla="*/ 248994 w 314253"/>
              <a:gd name="connsiteY88" fmla="*/ 290036 h 316230"/>
              <a:gd name="connsiteX89" fmla="*/ 248994 w 314253"/>
              <a:gd name="connsiteY89" fmla="*/ 269558 h 316230"/>
              <a:gd name="connsiteX90" fmla="*/ 275079 w 314253"/>
              <a:gd name="connsiteY90" fmla="*/ 276416 h 316230"/>
              <a:gd name="connsiteX91" fmla="*/ 301164 w 314253"/>
              <a:gd name="connsiteY91" fmla="*/ 269558 h 316230"/>
              <a:gd name="connsiteX92" fmla="*/ 301164 w 314253"/>
              <a:gd name="connsiteY92" fmla="*/ 290036 h 316230"/>
              <a:gd name="connsiteX93" fmla="*/ 275079 w 314253"/>
              <a:gd name="connsiteY93" fmla="*/ 303276 h 316230"/>
              <a:gd name="connsiteX94" fmla="*/ 301164 w 314253"/>
              <a:gd name="connsiteY94" fmla="*/ 250127 h 316230"/>
              <a:gd name="connsiteX95" fmla="*/ 275079 w 314253"/>
              <a:gd name="connsiteY95" fmla="*/ 263271 h 316230"/>
              <a:gd name="connsiteX96" fmla="*/ 248994 w 314253"/>
              <a:gd name="connsiteY96" fmla="*/ 250127 h 316230"/>
              <a:gd name="connsiteX97" fmla="*/ 275079 w 314253"/>
              <a:gd name="connsiteY97" fmla="*/ 236982 h 316230"/>
              <a:gd name="connsiteX98" fmla="*/ 301164 w 314253"/>
              <a:gd name="connsiteY98" fmla="*/ 250127 h 316230"/>
              <a:gd name="connsiteX99" fmla="*/ 91250 w 314253"/>
              <a:gd name="connsiteY99" fmla="*/ 135541 h 316230"/>
              <a:gd name="connsiteX100" fmla="*/ 91250 w 314253"/>
              <a:gd name="connsiteY100" fmla="*/ 128683 h 316230"/>
              <a:gd name="connsiteX101" fmla="*/ 91250 w 314253"/>
              <a:gd name="connsiteY101" fmla="*/ 127921 h 316230"/>
              <a:gd name="connsiteX102" fmla="*/ 156985 w 314253"/>
              <a:gd name="connsiteY102" fmla="*/ 145352 h 316230"/>
              <a:gd name="connsiteX103" fmla="*/ 222719 w 314253"/>
              <a:gd name="connsiteY103" fmla="*/ 127921 h 316230"/>
              <a:gd name="connsiteX104" fmla="*/ 222719 w 314253"/>
              <a:gd name="connsiteY104" fmla="*/ 158496 h 316230"/>
              <a:gd name="connsiteX105" fmla="*/ 156985 w 314253"/>
              <a:gd name="connsiteY105" fmla="*/ 184690 h 316230"/>
              <a:gd name="connsiteX106" fmla="*/ 91250 w 314253"/>
              <a:gd name="connsiteY106" fmla="*/ 158496 h 316230"/>
              <a:gd name="connsiteX107" fmla="*/ 91250 w 314253"/>
              <a:gd name="connsiteY107" fmla="*/ 135446 h 316230"/>
              <a:gd name="connsiteX108" fmla="*/ 157079 w 314253"/>
              <a:gd name="connsiteY108" fmla="*/ 79343 h 316230"/>
              <a:gd name="connsiteX109" fmla="*/ 222814 w 314253"/>
              <a:gd name="connsiteY109" fmla="*/ 105727 h 316230"/>
              <a:gd name="connsiteX110" fmla="*/ 157079 w 314253"/>
              <a:gd name="connsiteY110" fmla="*/ 132112 h 316230"/>
              <a:gd name="connsiteX111" fmla="*/ 91345 w 314253"/>
              <a:gd name="connsiteY111" fmla="*/ 105727 h 316230"/>
              <a:gd name="connsiteX112" fmla="*/ 157079 w 314253"/>
              <a:gd name="connsiteY112" fmla="*/ 79343 h 316230"/>
              <a:gd name="connsiteX113" fmla="*/ 157079 w 314253"/>
              <a:gd name="connsiteY113" fmla="*/ 237363 h 316230"/>
              <a:gd name="connsiteX114" fmla="*/ 91345 w 314253"/>
              <a:gd name="connsiteY114" fmla="*/ 211074 h 316230"/>
              <a:gd name="connsiteX115" fmla="*/ 91345 w 314253"/>
              <a:gd name="connsiteY115" fmla="*/ 188309 h 316230"/>
              <a:gd name="connsiteX116" fmla="*/ 91345 w 314253"/>
              <a:gd name="connsiteY116" fmla="*/ 181451 h 316230"/>
              <a:gd name="connsiteX117" fmla="*/ 91345 w 314253"/>
              <a:gd name="connsiteY117" fmla="*/ 180689 h 316230"/>
              <a:gd name="connsiteX118" fmla="*/ 157079 w 314253"/>
              <a:gd name="connsiteY118" fmla="*/ 197929 h 316230"/>
              <a:gd name="connsiteX119" fmla="*/ 222814 w 314253"/>
              <a:gd name="connsiteY119" fmla="*/ 180689 h 316230"/>
              <a:gd name="connsiteX120" fmla="*/ 222814 w 314253"/>
              <a:gd name="connsiteY120" fmla="*/ 211169 h 316230"/>
              <a:gd name="connsiteX121" fmla="*/ 157079 w 314253"/>
              <a:gd name="connsiteY121" fmla="*/ 237458 h 316230"/>
              <a:gd name="connsiteX122" fmla="*/ 275079 w 314253"/>
              <a:gd name="connsiteY122" fmla="*/ 13335 h 316230"/>
              <a:gd name="connsiteX123" fmla="*/ 301164 w 314253"/>
              <a:gd name="connsiteY123" fmla="*/ 26480 h 316230"/>
              <a:gd name="connsiteX124" fmla="*/ 275079 w 314253"/>
              <a:gd name="connsiteY124" fmla="*/ 39624 h 316230"/>
              <a:gd name="connsiteX125" fmla="*/ 248994 w 314253"/>
              <a:gd name="connsiteY125" fmla="*/ 26480 h 316230"/>
              <a:gd name="connsiteX126" fmla="*/ 275079 w 314253"/>
              <a:gd name="connsiteY126" fmla="*/ 13335 h 316230"/>
              <a:gd name="connsiteX127" fmla="*/ 275079 w 314253"/>
              <a:gd name="connsiteY127" fmla="*/ 79534 h 316230"/>
              <a:gd name="connsiteX128" fmla="*/ 248994 w 314253"/>
              <a:gd name="connsiteY128" fmla="*/ 66294 h 316230"/>
              <a:gd name="connsiteX129" fmla="*/ 248994 w 314253"/>
              <a:gd name="connsiteY129" fmla="*/ 45815 h 316230"/>
              <a:gd name="connsiteX130" fmla="*/ 275079 w 314253"/>
              <a:gd name="connsiteY130" fmla="*/ 52673 h 316230"/>
              <a:gd name="connsiteX131" fmla="*/ 301164 w 314253"/>
              <a:gd name="connsiteY131" fmla="*/ 45815 h 316230"/>
              <a:gd name="connsiteX132" fmla="*/ 301164 w 314253"/>
              <a:gd name="connsiteY132" fmla="*/ 66294 h 316230"/>
              <a:gd name="connsiteX133" fmla="*/ 275079 w 314253"/>
              <a:gd name="connsiteY133" fmla="*/ 79534 h 316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14253" h="316230">
                <a:moveTo>
                  <a:pt x="314159" y="26480"/>
                </a:moveTo>
                <a:cubicBezTo>
                  <a:pt x="314159" y="11144"/>
                  <a:pt x="296801" y="191"/>
                  <a:pt x="275079" y="191"/>
                </a:cubicBezTo>
                <a:cubicBezTo>
                  <a:pt x="253357" y="191"/>
                  <a:pt x="235999" y="11144"/>
                  <a:pt x="235999" y="26480"/>
                </a:cubicBezTo>
                <a:cubicBezTo>
                  <a:pt x="235999" y="26480"/>
                  <a:pt x="235999" y="26575"/>
                  <a:pt x="235999" y="26670"/>
                </a:cubicBezTo>
                <a:cubicBezTo>
                  <a:pt x="235999" y="26670"/>
                  <a:pt x="235999" y="26670"/>
                  <a:pt x="235999" y="26765"/>
                </a:cubicBezTo>
                <a:lnTo>
                  <a:pt x="235999" y="66389"/>
                </a:lnTo>
                <a:cubicBezTo>
                  <a:pt x="235999" y="77533"/>
                  <a:pt x="246528" y="87249"/>
                  <a:pt x="261420" y="91059"/>
                </a:cubicBezTo>
                <a:cubicBezTo>
                  <a:pt x="256298" y="96202"/>
                  <a:pt x="248330" y="104204"/>
                  <a:pt x="235999" y="116586"/>
                </a:cubicBezTo>
                <a:lnTo>
                  <a:pt x="235999" y="106013"/>
                </a:lnTo>
                <a:cubicBezTo>
                  <a:pt x="235999" y="106013"/>
                  <a:pt x="235999" y="106013"/>
                  <a:pt x="235999" y="105918"/>
                </a:cubicBezTo>
                <a:cubicBezTo>
                  <a:pt x="235999" y="105918"/>
                  <a:pt x="235999" y="105823"/>
                  <a:pt x="235999" y="105727"/>
                </a:cubicBezTo>
                <a:cubicBezTo>
                  <a:pt x="235999" y="82582"/>
                  <a:pt x="202041" y="66104"/>
                  <a:pt x="157079" y="66104"/>
                </a:cubicBezTo>
                <a:cubicBezTo>
                  <a:pt x="112118" y="66104"/>
                  <a:pt x="78160" y="82582"/>
                  <a:pt x="78160" y="105727"/>
                </a:cubicBezTo>
                <a:cubicBezTo>
                  <a:pt x="78160" y="105727"/>
                  <a:pt x="78160" y="105823"/>
                  <a:pt x="78160" y="105918"/>
                </a:cubicBezTo>
                <a:cubicBezTo>
                  <a:pt x="78160" y="105918"/>
                  <a:pt x="78160" y="105918"/>
                  <a:pt x="78160" y="105918"/>
                </a:cubicBezTo>
                <a:lnTo>
                  <a:pt x="78160" y="115062"/>
                </a:lnTo>
                <a:cubicBezTo>
                  <a:pt x="72754" y="109633"/>
                  <a:pt x="64881" y="101822"/>
                  <a:pt x="53688" y="90678"/>
                </a:cubicBezTo>
                <a:cubicBezTo>
                  <a:pt x="68106" y="86677"/>
                  <a:pt x="78160" y="77152"/>
                  <a:pt x="78160" y="66294"/>
                </a:cubicBezTo>
                <a:lnTo>
                  <a:pt x="78160" y="26670"/>
                </a:lnTo>
                <a:cubicBezTo>
                  <a:pt x="78160" y="26670"/>
                  <a:pt x="78160" y="26670"/>
                  <a:pt x="78160" y="26480"/>
                </a:cubicBezTo>
                <a:cubicBezTo>
                  <a:pt x="78160" y="26480"/>
                  <a:pt x="78160" y="26384"/>
                  <a:pt x="78160" y="26289"/>
                </a:cubicBezTo>
                <a:cubicBezTo>
                  <a:pt x="78160" y="10954"/>
                  <a:pt x="60802" y="0"/>
                  <a:pt x="39080" y="0"/>
                </a:cubicBezTo>
                <a:cubicBezTo>
                  <a:pt x="17358" y="0"/>
                  <a:pt x="0" y="10954"/>
                  <a:pt x="0" y="26289"/>
                </a:cubicBezTo>
                <a:cubicBezTo>
                  <a:pt x="0" y="26289"/>
                  <a:pt x="0" y="26384"/>
                  <a:pt x="0" y="26480"/>
                </a:cubicBezTo>
                <a:cubicBezTo>
                  <a:pt x="0" y="26480"/>
                  <a:pt x="0" y="26480"/>
                  <a:pt x="0" y="26575"/>
                </a:cubicBezTo>
                <a:lnTo>
                  <a:pt x="0" y="66199"/>
                </a:lnTo>
                <a:cubicBezTo>
                  <a:pt x="0" y="80010"/>
                  <a:pt x="16220" y="91631"/>
                  <a:pt x="36899" y="92393"/>
                </a:cubicBezTo>
                <a:cubicBezTo>
                  <a:pt x="40598" y="96107"/>
                  <a:pt x="50842" y="106299"/>
                  <a:pt x="78255" y="133636"/>
                </a:cubicBezTo>
                <a:lnTo>
                  <a:pt x="78255" y="182880"/>
                </a:lnTo>
                <a:cubicBezTo>
                  <a:pt x="74082" y="186881"/>
                  <a:pt x="63458" y="197263"/>
                  <a:pt x="36235" y="223838"/>
                </a:cubicBezTo>
                <a:cubicBezTo>
                  <a:pt x="15936" y="224790"/>
                  <a:pt x="95" y="235363"/>
                  <a:pt x="95" y="249936"/>
                </a:cubicBezTo>
                <a:cubicBezTo>
                  <a:pt x="95" y="249936"/>
                  <a:pt x="95" y="250031"/>
                  <a:pt x="95" y="250127"/>
                </a:cubicBezTo>
                <a:cubicBezTo>
                  <a:pt x="95" y="250127"/>
                  <a:pt x="95" y="250127"/>
                  <a:pt x="95" y="250222"/>
                </a:cubicBezTo>
                <a:lnTo>
                  <a:pt x="95" y="289846"/>
                </a:lnTo>
                <a:cubicBezTo>
                  <a:pt x="95" y="304133"/>
                  <a:pt x="17453" y="316230"/>
                  <a:pt x="39175" y="316230"/>
                </a:cubicBezTo>
                <a:cubicBezTo>
                  <a:pt x="60897" y="316230"/>
                  <a:pt x="78255" y="304133"/>
                  <a:pt x="78255" y="289846"/>
                </a:cubicBezTo>
                <a:lnTo>
                  <a:pt x="78255" y="250222"/>
                </a:lnTo>
                <a:cubicBezTo>
                  <a:pt x="78255" y="250222"/>
                  <a:pt x="78255" y="250222"/>
                  <a:pt x="78255" y="250031"/>
                </a:cubicBezTo>
                <a:cubicBezTo>
                  <a:pt x="78255" y="250031"/>
                  <a:pt x="78255" y="249936"/>
                  <a:pt x="78255" y="249841"/>
                </a:cubicBezTo>
                <a:cubicBezTo>
                  <a:pt x="78255" y="238316"/>
                  <a:pt x="68390" y="229267"/>
                  <a:pt x="54257" y="225457"/>
                </a:cubicBezTo>
                <a:cubicBezTo>
                  <a:pt x="59189" y="220504"/>
                  <a:pt x="66778" y="212979"/>
                  <a:pt x="78255" y="201454"/>
                </a:cubicBezTo>
                <a:lnTo>
                  <a:pt x="78255" y="210788"/>
                </a:lnTo>
                <a:cubicBezTo>
                  <a:pt x="78255" y="232696"/>
                  <a:pt x="112213" y="250222"/>
                  <a:pt x="157174" y="250222"/>
                </a:cubicBezTo>
                <a:cubicBezTo>
                  <a:pt x="202136" y="250222"/>
                  <a:pt x="236093" y="232696"/>
                  <a:pt x="236093" y="210788"/>
                </a:cubicBezTo>
                <a:lnTo>
                  <a:pt x="236093" y="200120"/>
                </a:lnTo>
                <a:cubicBezTo>
                  <a:pt x="241405" y="205454"/>
                  <a:pt x="249468" y="213550"/>
                  <a:pt x="261135" y="225266"/>
                </a:cubicBezTo>
                <a:cubicBezTo>
                  <a:pt x="246433" y="228886"/>
                  <a:pt x="236093" y="238030"/>
                  <a:pt x="236093" y="249841"/>
                </a:cubicBezTo>
                <a:cubicBezTo>
                  <a:pt x="236093" y="249841"/>
                  <a:pt x="236093" y="249936"/>
                  <a:pt x="236093" y="250031"/>
                </a:cubicBezTo>
                <a:cubicBezTo>
                  <a:pt x="236093" y="250031"/>
                  <a:pt x="236093" y="250031"/>
                  <a:pt x="236093" y="250127"/>
                </a:cubicBezTo>
                <a:lnTo>
                  <a:pt x="236093" y="289750"/>
                </a:lnTo>
                <a:cubicBezTo>
                  <a:pt x="236093" y="304038"/>
                  <a:pt x="253452" y="316135"/>
                  <a:pt x="275174" y="316135"/>
                </a:cubicBezTo>
                <a:cubicBezTo>
                  <a:pt x="296895" y="316135"/>
                  <a:pt x="314254" y="304038"/>
                  <a:pt x="314254" y="289750"/>
                </a:cubicBezTo>
                <a:lnTo>
                  <a:pt x="314254" y="250127"/>
                </a:lnTo>
                <a:cubicBezTo>
                  <a:pt x="314254" y="250127"/>
                  <a:pt x="314254" y="250127"/>
                  <a:pt x="314254" y="249936"/>
                </a:cubicBezTo>
                <a:cubicBezTo>
                  <a:pt x="314254" y="249936"/>
                  <a:pt x="314254" y="249841"/>
                  <a:pt x="314254" y="249746"/>
                </a:cubicBezTo>
                <a:cubicBezTo>
                  <a:pt x="314254" y="235172"/>
                  <a:pt x="298413" y="224600"/>
                  <a:pt x="278114" y="223647"/>
                </a:cubicBezTo>
                <a:cubicBezTo>
                  <a:pt x="275079" y="220694"/>
                  <a:pt x="265499" y="211265"/>
                  <a:pt x="235999" y="182404"/>
                </a:cubicBezTo>
                <a:lnTo>
                  <a:pt x="235999" y="133731"/>
                </a:lnTo>
                <a:cubicBezTo>
                  <a:pt x="239888" y="129826"/>
                  <a:pt x="250227" y="119444"/>
                  <a:pt x="277355" y="92202"/>
                </a:cubicBezTo>
                <a:cubicBezTo>
                  <a:pt x="297939" y="91345"/>
                  <a:pt x="314159" y="79724"/>
                  <a:pt x="314159" y="66008"/>
                </a:cubicBezTo>
                <a:lnTo>
                  <a:pt x="314159" y="26384"/>
                </a:lnTo>
                <a:cubicBezTo>
                  <a:pt x="314159" y="26384"/>
                  <a:pt x="314159" y="26384"/>
                  <a:pt x="314159" y="26194"/>
                </a:cubicBezTo>
                <a:cubicBezTo>
                  <a:pt x="314159" y="26194"/>
                  <a:pt x="314159" y="26099"/>
                  <a:pt x="314159" y="26003"/>
                </a:cubicBezTo>
                <a:close/>
                <a:moveTo>
                  <a:pt x="39080" y="13335"/>
                </a:moveTo>
                <a:cubicBezTo>
                  <a:pt x="54257" y="13335"/>
                  <a:pt x="65165" y="19907"/>
                  <a:pt x="65165" y="26480"/>
                </a:cubicBezTo>
                <a:cubicBezTo>
                  <a:pt x="65165" y="33052"/>
                  <a:pt x="54352" y="39624"/>
                  <a:pt x="39080" y="39624"/>
                </a:cubicBezTo>
                <a:cubicBezTo>
                  <a:pt x="24947" y="39624"/>
                  <a:pt x="12995" y="33052"/>
                  <a:pt x="12995" y="26480"/>
                </a:cubicBezTo>
                <a:cubicBezTo>
                  <a:pt x="12995" y="19907"/>
                  <a:pt x="24947" y="13335"/>
                  <a:pt x="39080" y="13335"/>
                </a:cubicBezTo>
                <a:close/>
                <a:moveTo>
                  <a:pt x="12995" y="66389"/>
                </a:moveTo>
                <a:lnTo>
                  <a:pt x="12995" y="45910"/>
                </a:lnTo>
                <a:cubicBezTo>
                  <a:pt x="19919" y="50102"/>
                  <a:pt x="28931" y="52769"/>
                  <a:pt x="39080" y="52769"/>
                </a:cubicBezTo>
                <a:cubicBezTo>
                  <a:pt x="49230" y="52769"/>
                  <a:pt x="58241" y="50102"/>
                  <a:pt x="65165" y="45910"/>
                </a:cubicBezTo>
                <a:lnTo>
                  <a:pt x="65165" y="66389"/>
                </a:lnTo>
                <a:cubicBezTo>
                  <a:pt x="65165" y="72962"/>
                  <a:pt x="54352" y="79629"/>
                  <a:pt x="39080" y="79629"/>
                </a:cubicBezTo>
                <a:cubicBezTo>
                  <a:pt x="24947" y="79629"/>
                  <a:pt x="12995" y="73057"/>
                  <a:pt x="12995" y="66389"/>
                </a:cubicBezTo>
                <a:close/>
                <a:moveTo>
                  <a:pt x="39080" y="303276"/>
                </a:moveTo>
                <a:cubicBezTo>
                  <a:pt x="24947" y="303276"/>
                  <a:pt x="12995" y="296704"/>
                  <a:pt x="12995" y="290036"/>
                </a:cubicBezTo>
                <a:lnTo>
                  <a:pt x="12995" y="269558"/>
                </a:lnTo>
                <a:cubicBezTo>
                  <a:pt x="19919" y="273749"/>
                  <a:pt x="28931" y="276416"/>
                  <a:pt x="39080" y="276416"/>
                </a:cubicBezTo>
                <a:cubicBezTo>
                  <a:pt x="49230" y="276416"/>
                  <a:pt x="58241" y="273749"/>
                  <a:pt x="65165" y="269558"/>
                </a:cubicBezTo>
                <a:lnTo>
                  <a:pt x="65165" y="290036"/>
                </a:lnTo>
                <a:cubicBezTo>
                  <a:pt x="65165" y="296609"/>
                  <a:pt x="54352" y="303276"/>
                  <a:pt x="39080" y="303276"/>
                </a:cubicBezTo>
                <a:close/>
                <a:moveTo>
                  <a:pt x="65070" y="250127"/>
                </a:moveTo>
                <a:cubicBezTo>
                  <a:pt x="65070" y="256699"/>
                  <a:pt x="54257" y="263271"/>
                  <a:pt x="38985" y="263271"/>
                </a:cubicBezTo>
                <a:cubicBezTo>
                  <a:pt x="24852" y="263271"/>
                  <a:pt x="12900" y="256699"/>
                  <a:pt x="12900" y="250127"/>
                </a:cubicBezTo>
                <a:cubicBezTo>
                  <a:pt x="12900" y="243554"/>
                  <a:pt x="24852" y="236982"/>
                  <a:pt x="38985" y="236982"/>
                </a:cubicBezTo>
                <a:cubicBezTo>
                  <a:pt x="54162" y="236982"/>
                  <a:pt x="65070" y="243554"/>
                  <a:pt x="65070" y="250127"/>
                </a:cubicBezTo>
                <a:close/>
                <a:moveTo>
                  <a:pt x="275079" y="303276"/>
                </a:moveTo>
                <a:cubicBezTo>
                  <a:pt x="260946" y="303276"/>
                  <a:pt x="248994" y="296704"/>
                  <a:pt x="248994" y="290036"/>
                </a:cubicBezTo>
                <a:lnTo>
                  <a:pt x="248994" y="269558"/>
                </a:lnTo>
                <a:cubicBezTo>
                  <a:pt x="255918" y="273749"/>
                  <a:pt x="264929" y="276416"/>
                  <a:pt x="275079" y="276416"/>
                </a:cubicBezTo>
                <a:cubicBezTo>
                  <a:pt x="285228" y="276416"/>
                  <a:pt x="294239" y="273749"/>
                  <a:pt x="301164" y="269558"/>
                </a:cubicBezTo>
                <a:lnTo>
                  <a:pt x="301164" y="290036"/>
                </a:lnTo>
                <a:cubicBezTo>
                  <a:pt x="301164" y="296609"/>
                  <a:pt x="290350" y="303276"/>
                  <a:pt x="275079" y="303276"/>
                </a:cubicBezTo>
                <a:close/>
                <a:moveTo>
                  <a:pt x="301164" y="250127"/>
                </a:moveTo>
                <a:cubicBezTo>
                  <a:pt x="301164" y="256699"/>
                  <a:pt x="290350" y="263271"/>
                  <a:pt x="275079" y="263271"/>
                </a:cubicBezTo>
                <a:cubicBezTo>
                  <a:pt x="260946" y="263271"/>
                  <a:pt x="248994" y="256699"/>
                  <a:pt x="248994" y="250127"/>
                </a:cubicBezTo>
                <a:cubicBezTo>
                  <a:pt x="248994" y="243554"/>
                  <a:pt x="260946" y="236982"/>
                  <a:pt x="275079" y="236982"/>
                </a:cubicBezTo>
                <a:cubicBezTo>
                  <a:pt x="290256" y="236982"/>
                  <a:pt x="301164" y="243554"/>
                  <a:pt x="301164" y="250127"/>
                </a:cubicBezTo>
                <a:close/>
                <a:moveTo>
                  <a:pt x="91250" y="135541"/>
                </a:moveTo>
                <a:cubicBezTo>
                  <a:pt x="92483" y="133541"/>
                  <a:pt x="92483" y="130683"/>
                  <a:pt x="91250" y="128683"/>
                </a:cubicBezTo>
                <a:lnTo>
                  <a:pt x="91250" y="127921"/>
                </a:lnTo>
                <a:cubicBezTo>
                  <a:pt x="105194" y="138398"/>
                  <a:pt x="128908" y="145352"/>
                  <a:pt x="156985" y="145352"/>
                </a:cubicBezTo>
                <a:cubicBezTo>
                  <a:pt x="185062" y="145352"/>
                  <a:pt x="208870" y="138494"/>
                  <a:pt x="222719" y="127921"/>
                </a:cubicBezTo>
                <a:lnTo>
                  <a:pt x="222719" y="158496"/>
                </a:lnTo>
                <a:cubicBezTo>
                  <a:pt x="222719" y="170498"/>
                  <a:pt x="195306" y="184690"/>
                  <a:pt x="156985" y="184690"/>
                </a:cubicBezTo>
                <a:cubicBezTo>
                  <a:pt x="118663" y="184690"/>
                  <a:pt x="91250" y="170498"/>
                  <a:pt x="91250" y="158496"/>
                </a:cubicBezTo>
                <a:lnTo>
                  <a:pt x="91250" y="135446"/>
                </a:lnTo>
                <a:close/>
                <a:moveTo>
                  <a:pt x="157079" y="79343"/>
                </a:moveTo>
                <a:cubicBezTo>
                  <a:pt x="195401" y="79343"/>
                  <a:pt x="222814" y="93631"/>
                  <a:pt x="222814" y="105727"/>
                </a:cubicBezTo>
                <a:cubicBezTo>
                  <a:pt x="222814" y="117824"/>
                  <a:pt x="195401" y="132112"/>
                  <a:pt x="157079" y="132112"/>
                </a:cubicBezTo>
                <a:cubicBezTo>
                  <a:pt x="118758" y="132112"/>
                  <a:pt x="91345" y="117824"/>
                  <a:pt x="91345" y="105727"/>
                </a:cubicBezTo>
                <a:cubicBezTo>
                  <a:pt x="91345" y="93631"/>
                  <a:pt x="119802" y="79343"/>
                  <a:pt x="157079" y="79343"/>
                </a:cubicBezTo>
                <a:close/>
                <a:moveTo>
                  <a:pt x="157079" y="237363"/>
                </a:moveTo>
                <a:cubicBezTo>
                  <a:pt x="119802" y="237363"/>
                  <a:pt x="91345" y="223171"/>
                  <a:pt x="91345" y="211074"/>
                </a:cubicBezTo>
                <a:lnTo>
                  <a:pt x="91345" y="188309"/>
                </a:lnTo>
                <a:cubicBezTo>
                  <a:pt x="92578" y="186309"/>
                  <a:pt x="92578" y="183452"/>
                  <a:pt x="91345" y="181451"/>
                </a:cubicBezTo>
                <a:lnTo>
                  <a:pt x="91345" y="180689"/>
                </a:lnTo>
                <a:cubicBezTo>
                  <a:pt x="105289" y="191167"/>
                  <a:pt x="129002" y="197929"/>
                  <a:pt x="157079" y="197929"/>
                </a:cubicBezTo>
                <a:cubicBezTo>
                  <a:pt x="185156" y="197929"/>
                  <a:pt x="208965" y="191072"/>
                  <a:pt x="222814" y="180689"/>
                </a:cubicBezTo>
                <a:lnTo>
                  <a:pt x="222814" y="211169"/>
                </a:lnTo>
                <a:cubicBezTo>
                  <a:pt x="222814" y="223171"/>
                  <a:pt x="195401" y="237458"/>
                  <a:pt x="157079" y="237458"/>
                </a:cubicBezTo>
                <a:close/>
                <a:moveTo>
                  <a:pt x="275079" y="13335"/>
                </a:moveTo>
                <a:cubicBezTo>
                  <a:pt x="290256" y="13335"/>
                  <a:pt x="301164" y="19907"/>
                  <a:pt x="301164" y="26480"/>
                </a:cubicBezTo>
                <a:cubicBezTo>
                  <a:pt x="301164" y="33052"/>
                  <a:pt x="290350" y="39624"/>
                  <a:pt x="275079" y="39624"/>
                </a:cubicBezTo>
                <a:cubicBezTo>
                  <a:pt x="260946" y="39624"/>
                  <a:pt x="248994" y="33052"/>
                  <a:pt x="248994" y="26480"/>
                </a:cubicBezTo>
                <a:cubicBezTo>
                  <a:pt x="248994" y="19907"/>
                  <a:pt x="260946" y="13335"/>
                  <a:pt x="275079" y="13335"/>
                </a:cubicBezTo>
                <a:close/>
                <a:moveTo>
                  <a:pt x="275079" y="79534"/>
                </a:moveTo>
                <a:cubicBezTo>
                  <a:pt x="260946" y="79534"/>
                  <a:pt x="248994" y="72962"/>
                  <a:pt x="248994" y="66294"/>
                </a:cubicBezTo>
                <a:lnTo>
                  <a:pt x="248994" y="45815"/>
                </a:lnTo>
                <a:cubicBezTo>
                  <a:pt x="255918" y="50006"/>
                  <a:pt x="264929" y="52673"/>
                  <a:pt x="275079" y="52673"/>
                </a:cubicBezTo>
                <a:cubicBezTo>
                  <a:pt x="285228" y="52673"/>
                  <a:pt x="294239" y="50006"/>
                  <a:pt x="301164" y="45815"/>
                </a:cubicBezTo>
                <a:lnTo>
                  <a:pt x="301164" y="66294"/>
                </a:lnTo>
                <a:cubicBezTo>
                  <a:pt x="301164" y="72866"/>
                  <a:pt x="290350" y="79534"/>
                  <a:pt x="275079" y="7953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0" name="Graphic 145">
            <a:extLst>
              <a:ext uri="{FF2B5EF4-FFF2-40B4-BE49-F238E27FC236}">
                <a16:creationId xmlns:a16="http://schemas.microsoft.com/office/drawing/2014/main" id="{3EAE1D8C-AFD4-B26C-96D7-C3DDDEF52FAB}"/>
              </a:ext>
            </a:extLst>
          </p:cNvPr>
          <p:cNvSpPr/>
          <p:nvPr/>
        </p:nvSpPr>
        <p:spPr>
          <a:xfrm>
            <a:off x="11186631" y="1456434"/>
            <a:ext cx="421005" cy="423654"/>
          </a:xfrm>
          <a:custGeom>
            <a:avLst/>
            <a:gdLst>
              <a:gd name="connsiteX0" fmla="*/ 314159 w 314253"/>
              <a:gd name="connsiteY0" fmla="*/ 26480 h 316230"/>
              <a:gd name="connsiteX1" fmla="*/ 275079 w 314253"/>
              <a:gd name="connsiteY1" fmla="*/ 191 h 316230"/>
              <a:gd name="connsiteX2" fmla="*/ 235999 w 314253"/>
              <a:gd name="connsiteY2" fmla="*/ 26480 h 316230"/>
              <a:gd name="connsiteX3" fmla="*/ 235999 w 314253"/>
              <a:gd name="connsiteY3" fmla="*/ 26670 h 316230"/>
              <a:gd name="connsiteX4" fmla="*/ 235999 w 314253"/>
              <a:gd name="connsiteY4" fmla="*/ 26765 h 316230"/>
              <a:gd name="connsiteX5" fmla="*/ 235999 w 314253"/>
              <a:gd name="connsiteY5" fmla="*/ 66389 h 316230"/>
              <a:gd name="connsiteX6" fmla="*/ 261420 w 314253"/>
              <a:gd name="connsiteY6" fmla="*/ 91059 h 316230"/>
              <a:gd name="connsiteX7" fmla="*/ 235999 w 314253"/>
              <a:gd name="connsiteY7" fmla="*/ 116586 h 316230"/>
              <a:gd name="connsiteX8" fmla="*/ 235999 w 314253"/>
              <a:gd name="connsiteY8" fmla="*/ 106013 h 316230"/>
              <a:gd name="connsiteX9" fmla="*/ 235999 w 314253"/>
              <a:gd name="connsiteY9" fmla="*/ 105918 h 316230"/>
              <a:gd name="connsiteX10" fmla="*/ 235999 w 314253"/>
              <a:gd name="connsiteY10" fmla="*/ 105727 h 316230"/>
              <a:gd name="connsiteX11" fmla="*/ 157079 w 314253"/>
              <a:gd name="connsiteY11" fmla="*/ 66104 h 316230"/>
              <a:gd name="connsiteX12" fmla="*/ 78160 w 314253"/>
              <a:gd name="connsiteY12" fmla="*/ 105727 h 316230"/>
              <a:gd name="connsiteX13" fmla="*/ 78160 w 314253"/>
              <a:gd name="connsiteY13" fmla="*/ 105918 h 316230"/>
              <a:gd name="connsiteX14" fmla="*/ 78160 w 314253"/>
              <a:gd name="connsiteY14" fmla="*/ 105918 h 316230"/>
              <a:gd name="connsiteX15" fmla="*/ 78160 w 314253"/>
              <a:gd name="connsiteY15" fmla="*/ 115062 h 316230"/>
              <a:gd name="connsiteX16" fmla="*/ 53688 w 314253"/>
              <a:gd name="connsiteY16" fmla="*/ 90678 h 316230"/>
              <a:gd name="connsiteX17" fmla="*/ 78160 w 314253"/>
              <a:gd name="connsiteY17" fmla="*/ 66294 h 316230"/>
              <a:gd name="connsiteX18" fmla="*/ 78160 w 314253"/>
              <a:gd name="connsiteY18" fmla="*/ 26670 h 316230"/>
              <a:gd name="connsiteX19" fmla="*/ 78160 w 314253"/>
              <a:gd name="connsiteY19" fmla="*/ 26480 h 316230"/>
              <a:gd name="connsiteX20" fmla="*/ 78160 w 314253"/>
              <a:gd name="connsiteY20" fmla="*/ 26289 h 316230"/>
              <a:gd name="connsiteX21" fmla="*/ 39080 w 314253"/>
              <a:gd name="connsiteY21" fmla="*/ 0 h 316230"/>
              <a:gd name="connsiteX22" fmla="*/ 0 w 314253"/>
              <a:gd name="connsiteY22" fmla="*/ 26289 h 316230"/>
              <a:gd name="connsiteX23" fmla="*/ 0 w 314253"/>
              <a:gd name="connsiteY23" fmla="*/ 26480 h 316230"/>
              <a:gd name="connsiteX24" fmla="*/ 0 w 314253"/>
              <a:gd name="connsiteY24" fmla="*/ 26575 h 316230"/>
              <a:gd name="connsiteX25" fmla="*/ 0 w 314253"/>
              <a:gd name="connsiteY25" fmla="*/ 66199 h 316230"/>
              <a:gd name="connsiteX26" fmla="*/ 36899 w 314253"/>
              <a:gd name="connsiteY26" fmla="*/ 92393 h 316230"/>
              <a:gd name="connsiteX27" fmla="*/ 78255 w 314253"/>
              <a:gd name="connsiteY27" fmla="*/ 133636 h 316230"/>
              <a:gd name="connsiteX28" fmla="*/ 78255 w 314253"/>
              <a:gd name="connsiteY28" fmla="*/ 182880 h 316230"/>
              <a:gd name="connsiteX29" fmla="*/ 36235 w 314253"/>
              <a:gd name="connsiteY29" fmla="*/ 223838 h 316230"/>
              <a:gd name="connsiteX30" fmla="*/ 95 w 314253"/>
              <a:gd name="connsiteY30" fmla="*/ 249936 h 316230"/>
              <a:gd name="connsiteX31" fmla="*/ 95 w 314253"/>
              <a:gd name="connsiteY31" fmla="*/ 250127 h 316230"/>
              <a:gd name="connsiteX32" fmla="*/ 95 w 314253"/>
              <a:gd name="connsiteY32" fmla="*/ 250222 h 316230"/>
              <a:gd name="connsiteX33" fmla="*/ 95 w 314253"/>
              <a:gd name="connsiteY33" fmla="*/ 289846 h 316230"/>
              <a:gd name="connsiteX34" fmla="*/ 39175 w 314253"/>
              <a:gd name="connsiteY34" fmla="*/ 316230 h 316230"/>
              <a:gd name="connsiteX35" fmla="*/ 78255 w 314253"/>
              <a:gd name="connsiteY35" fmla="*/ 289846 h 316230"/>
              <a:gd name="connsiteX36" fmla="*/ 78255 w 314253"/>
              <a:gd name="connsiteY36" fmla="*/ 250222 h 316230"/>
              <a:gd name="connsiteX37" fmla="*/ 78255 w 314253"/>
              <a:gd name="connsiteY37" fmla="*/ 250031 h 316230"/>
              <a:gd name="connsiteX38" fmla="*/ 78255 w 314253"/>
              <a:gd name="connsiteY38" fmla="*/ 249841 h 316230"/>
              <a:gd name="connsiteX39" fmla="*/ 54257 w 314253"/>
              <a:gd name="connsiteY39" fmla="*/ 225457 h 316230"/>
              <a:gd name="connsiteX40" fmla="*/ 78255 w 314253"/>
              <a:gd name="connsiteY40" fmla="*/ 201454 h 316230"/>
              <a:gd name="connsiteX41" fmla="*/ 78255 w 314253"/>
              <a:gd name="connsiteY41" fmla="*/ 210788 h 316230"/>
              <a:gd name="connsiteX42" fmla="*/ 157174 w 314253"/>
              <a:gd name="connsiteY42" fmla="*/ 250222 h 316230"/>
              <a:gd name="connsiteX43" fmla="*/ 236093 w 314253"/>
              <a:gd name="connsiteY43" fmla="*/ 210788 h 316230"/>
              <a:gd name="connsiteX44" fmla="*/ 236093 w 314253"/>
              <a:gd name="connsiteY44" fmla="*/ 200120 h 316230"/>
              <a:gd name="connsiteX45" fmla="*/ 261135 w 314253"/>
              <a:gd name="connsiteY45" fmla="*/ 225266 h 316230"/>
              <a:gd name="connsiteX46" fmla="*/ 236093 w 314253"/>
              <a:gd name="connsiteY46" fmla="*/ 249841 h 316230"/>
              <a:gd name="connsiteX47" fmla="*/ 236093 w 314253"/>
              <a:gd name="connsiteY47" fmla="*/ 250031 h 316230"/>
              <a:gd name="connsiteX48" fmla="*/ 236093 w 314253"/>
              <a:gd name="connsiteY48" fmla="*/ 250127 h 316230"/>
              <a:gd name="connsiteX49" fmla="*/ 236093 w 314253"/>
              <a:gd name="connsiteY49" fmla="*/ 289750 h 316230"/>
              <a:gd name="connsiteX50" fmla="*/ 275174 w 314253"/>
              <a:gd name="connsiteY50" fmla="*/ 316135 h 316230"/>
              <a:gd name="connsiteX51" fmla="*/ 314254 w 314253"/>
              <a:gd name="connsiteY51" fmla="*/ 289750 h 316230"/>
              <a:gd name="connsiteX52" fmla="*/ 314254 w 314253"/>
              <a:gd name="connsiteY52" fmla="*/ 250127 h 316230"/>
              <a:gd name="connsiteX53" fmla="*/ 314254 w 314253"/>
              <a:gd name="connsiteY53" fmla="*/ 249936 h 316230"/>
              <a:gd name="connsiteX54" fmla="*/ 314254 w 314253"/>
              <a:gd name="connsiteY54" fmla="*/ 249746 h 316230"/>
              <a:gd name="connsiteX55" fmla="*/ 278114 w 314253"/>
              <a:gd name="connsiteY55" fmla="*/ 223647 h 316230"/>
              <a:gd name="connsiteX56" fmla="*/ 235999 w 314253"/>
              <a:gd name="connsiteY56" fmla="*/ 182404 h 316230"/>
              <a:gd name="connsiteX57" fmla="*/ 235999 w 314253"/>
              <a:gd name="connsiteY57" fmla="*/ 133731 h 316230"/>
              <a:gd name="connsiteX58" fmla="*/ 277355 w 314253"/>
              <a:gd name="connsiteY58" fmla="*/ 92202 h 316230"/>
              <a:gd name="connsiteX59" fmla="*/ 314159 w 314253"/>
              <a:gd name="connsiteY59" fmla="*/ 66008 h 316230"/>
              <a:gd name="connsiteX60" fmla="*/ 314159 w 314253"/>
              <a:gd name="connsiteY60" fmla="*/ 26384 h 316230"/>
              <a:gd name="connsiteX61" fmla="*/ 314159 w 314253"/>
              <a:gd name="connsiteY61" fmla="*/ 26194 h 316230"/>
              <a:gd name="connsiteX62" fmla="*/ 314159 w 314253"/>
              <a:gd name="connsiteY62" fmla="*/ 26003 h 316230"/>
              <a:gd name="connsiteX63" fmla="*/ 39080 w 314253"/>
              <a:gd name="connsiteY63" fmla="*/ 13335 h 316230"/>
              <a:gd name="connsiteX64" fmla="*/ 65165 w 314253"/>
              <a:gd name="connsiteY64" fmla="*/ 26480 h 316230"/>
              <a:gd name="connsiteX65" fmla="*/ 39080 w 314253"/>
              <a:gd name="connsiteY65" fmla="*/ 39624 h 316230"/>
              <a:gd name="connsiteX66" fmla="*/ 12995 w 314253"/>
              <a:gd name="connsiteY66" fmla="*/ 26480 h 316230"/>
              <a:gd name="connsiteX67" fmla="*/ 39080 w 314253"/>
              <a:gd name="connsiteY67" fmla="*/ 13335 h 316230"/>
              <a:gd name="connsiteX68" fmla="*/ 12995 w 314253"/>
              <a:gd name="connsiteY68" fmla="*/ 66389 h 316230"/>
              <a:gd name="connsiteX69" fmla="*/ 12995 w 314253"/>
              <a:gd name="connsiteY69" fmla="*/ 45910 h 316230"/>
              <a:gd name="connsiteX70" fmla="*/ 39080 w 314253"/>
              <a:gd name="connsiteY70" fmla="*/ 52769 h 316230"/>
              <a:gd name="connsiteX71" fmla="*/ 65165 w 314253"/>
              <a:gd name="connsiteY71" fmla="*/ 45910 h 316230"/>
              <a:gd name="connsiteX72" fmla="*/ 65165 w 314253"/>
              <a:gd name="connsiteY72" fmla="*/ 66389 h 316230"/>
              <a:gd name="connsiteX73" fmla="*/ 39080 w 314253"/>
              <a:gd name="connsiteY73" fmla="*/ 79629 h 316230"/>
              <a:gd name="connsiteX74" fmla="*/ 12995 w 314253"/>
              <a:gd name="connsiteY74" fmla="*/ 66389 h 316230"/>
              <a:gd name="connsiteX75" fmla="*/ 39080 w 314253"/>
              <a:gd name="connsiteY75" fmla="*/ 303276 h 316230"/>
              <a:gd name="connsiteX76" fmla="*/ 12995 w 314253"/>
              <a:gd name="connsiteY76" fmla="*/ 290036 h 316230"/>
              <a:gd name="connsiteX77" fmla="*/ 12995 w 314253"/>
              <a:gd name="connsiteY77" fmla="*/ 269558 h 316230"/>
              <a:gd name="connsiteX78" fmla="*/ 39080 w 314253"/>
              <a:gd name="connsiteY78" fmla="*/ 276416 h 316230"/>
              <a:gd name="connsiteX79" fmla="*/ 65165 w 314253"/>
              <a:gd name="connsiteY79" fmla="*/ 269558 h 316230"/>
              <a:gd name="connsiteX80" fmla="*/ 65165 w 314253"/>
              <a:gd name="connsiteY80" fmla="*/ 290036 h 316230"/>
              <a:gd name="connsiteX81" fmla="*/ 39080 w 314253"/>
              <a:gd name="connsiteY81" fmla="*/ 303276 h 316230"/>
              <a:gd name="connsiteX82" fmla="*/ 65070 w 314253"/>
              <a:gd name="connsiteY82" fmla="*/ 250127 h 316230"/>
              <a:gd name="connsiteX83" fmla="*/ 38985 w 314253"/>
              <a:gd name="connsiteY83" fmla="*/ 263271 h 316230"/>
              <a:gd name="connsiteX84" fmla="*/ 12900 w 314253"/>
              <a:gd name="connsiteY84" fmla="*/ 250127 h 316230"/>
              <a:gd name="connsiteX85" fmla="*/ 38985 w 314253"/>
              <a:gd name="connsiteY85" fmla="*/ 236982 h 316230"/>
              <a:gd name="connsiteX86" fmla="*/ 65070 w 314253"/>
              <a:gd name="connsiteY86" fmla="*/ 250127 h 316230"/>
              <a:gd name="connsiteX87" fmla="*/ 275079 w 314253"/>
              <a:gd name="connsiteY87" fmla="*/ 303276 h 316230"/>
              <a:gd name="connsiteX88" fmla="*/ 248994 w 314253"/>
              <a:gd name="connsiteY88" fmla="*/ 290036 h 316230"/>
              <a:gd name="connsiteX89" fmla="*/ 248994 w 314253"/>
              <a:gd name="connsiteY89" fmla="*/ 269558 h 316230"/>
              <a:gd name="connsiteX90" fmla="*/ 275079 w 314253"/>
              <a:gd name="connsiteY90" fmla="*/ 276416 h 316230"/>
              <a:gd name="connsiteX91" fmla="*/ 301164 w 314253"/>
              <a:gd name="connsiteY91" fmla="*/ 269558 h 316230"/>
              <a:gd name="connsiteX92" fmla="*/ 301164 w 314253"/>
              <a:gd name="connsiteY92" fmla="*/ 290036 h 316230"/>
              <a:gd name="connsiteX93" fmla="*/ 275079 w 314253"/>
              <a:gd name="connsiteY93" fmla="*/ 303276 h 316230"/>
              <a:gd name="connsiteX94" fmla="*/ 301164 w 314253"/>
              <a:gd name="connsiteY94" fmla="*/ 250127 h 316230"/>
              <a:gd name="connsiteX95" fmla="*/ 275079 w 314253"/>
              <a:gd name="connsiteY95" fmla="*/ 263271 h 316230"/>
              <a:gd name="connsiteX96" fmla="*/ 248994 w 314253"/>
              <a:gd name="connsiteY96" fmla="*/ 250127 h 316230"/>
              <a:gd name="connsiteX97" fmla="*/ 275079 w 314253"/>
              <a:gd name="connsiteY97" fmla="*/ 236982 h 316230"/>
              <a:gd name="connsiteX98" fmla="*/ 301164 w 314253"/>
              <a:gd name="connsiteY98" fmla="*/ 250127 h 316230"/>
              <a:gd name="connsiteX99" fmla="*/ 91250 w 314253"/>
              <a:gd name="connsiteY99" fmla="*/ 135541 h 316230"/>
              <a:gd name="connsiteX100" fmla="*/ 91250 w 314253"/>
              <a:gd name="connsiteY100" fmla="*/ 128683 h 316230"/>
              <a:gd name="connsiteX101" fmla="*/ 91250 w 314253"/>
              <a:gd name="connsiteY101" fmla="*/ 127921 h 316230"/>
              <a:gd name="connsiteX102" fmla="*/ 156985 w 314253"/>
              <a:gd name="connsiteY102" fmla="*/ 145352 h 316230"/>
              <a:gd name="connsiteX103" fmla="*/ 222719 w 314253"/>
              <a:gd name="connsiteY103" fmla="*/ 127921 h 316230"/>
              <a:gd name="connsiteX104" fmla="*/ 222719 w 314253"/>
              <a:gd name="connsiteY104" fmla="*/ 158496 h 316230"/>
              <a:gd name="connsiteX105" fmla="*/ 156985 w 314253"/>
              <a:gd name="connsiteY105" fmla="*/ 184690 h 316230"/>
              <a:gd name="connsiteX106" fmla="*/ 91250 w 314253"/>
              <a:gd name="connsiteY106" fmla="*/ 158496 h 316230"/>
              <a:gd name="connsiteX107" fmla="*/ 91250 w 314253"/>
              <a:gd name="connsiteY107" fmla="*/ 135446 h 316230"/>
              <a:gd name="connsiteX108" fmla="*/ 157079 w 314253"/>
              <a:gd name="connsiteY108" fmla="*/ 79343 h 316230"/>
              <a:gd name="connsiteX109" fmla="*/ 222814 w 314253"/>
              <a:gd name="connsiteY109" fmla="*/ 105727 h 316230"/>
              <a:gd name="connsiteX110" fmla="*/ 157079 w 314253"/>
              <a:gd name="connsiteY110" fmla="*/ 132112 h 316230"/>
              <a:gd name="connsiteX111" fmla="*/ 91345 w 314253"/>
              <a:gd name="connsiteY111" fmla="*/ 105727 h 316230"/>
              <a:gd name="connsiteX112" fmla="*/ 157079 w 314253"/>
              <a:gd name="connsiteY112" fmla="*/ 79343 h 316230"/>
              <a:gd name="connsiteX113" fmla="*/ 157079 w 314253"/>
              <a:gd name="connsiteY113" fmla="*/ 237363 h 316230"/>
              <a:gd name="connsiteX114" fmla="*/ 91345 w 314253"/>
              <a:gd name="connsiteY114" fmla="*/ 211074 h 316230"/>
              <a:gd name="connsiteX115" fmla="*/ 91345 w 314253"/>
              <a:gd name="connsiteY115" fmla="*/ 188309 h 316230"/>
              <a:gd name="connsiteX116" fmla="*/ 91345 w 314253"/>
              <a:gd name="connsiteY116" fmla="*/ 181451 h 316230"/>
              <a:gd name="connsiteX117" fmla="*/ 91345 w 314253"/>
              <a:gd name="connsiteY117" fmla="*/ 180689 h 316230"/>
              <a:gd name="connsiteX118" fmla="*/ 157079 w 314253"/>
              <a:gd name="connsiteY118" fmla="*/ 197929 h 316230"/>
              <a:gd name="connsiteX119" fmla="*/ 222814 w 314253"/>
              <a:gd name="connsiteY119" fmla="*/ 180689 h 316230"/>
              <a:gd name="connsiteX120" fmla="*/ 222814 w 314253"/>
              <a:gd name="connsiteY120" fmla="*/ 211169 h 316230"/>
              <a:gd name="connsiteX121" fmla="*/ 157079 w 314253"/>
              <a:gd name="connsiteY121" fmla="*/ 237458 h 316230"/>
              <a:gd name="connsiteX122" fmla="*/ 275079 w 314253"/>
              <a:gd name="connsiteY122" fmla="*/ 13335 h 316230"/>
              <a:gd name="connsiteX123" fmla="*/ 301164 w 314253"/>
              <a:gd name="connsiteY123" fmla="*/ 26480 h 316230"/>
              <a:gd name="connsiteX124" fmla="*/ 275079 w 314253"/>
              <a:gd name="connsiteY124" fmla="*/ 39624 h 316230"/>
              <a:gd name="connsiteX125" fmla="*/ 248994 w 314253"/>
              <a:gd name="connsiteY125" fmla="*/ 26480 h 316230"/>
              <a:gd name="connsiteX126" fmla="*/ 275079 w 314253"/>
              <a:gd name="connsiteY126" fmla="*/ 13335 h 316230"/>
              <a:gd name="connsiteX127" fmla="*/ 275079 w 314253"/>
              <a:gd name="connsiteY127" fmla="*/ 79534 h 316230"/>
              <a:gd name="connsiteX128" fmla="*/ 248994 w 314253"/>
              <a:gd name="connsiteY128" fmla="*/ 66294 h 316230"/>
              <a:gd name="connsiteX129" fmla="*/ 248994 w 314253"/>
              <a:gd name="connsiteY129" fmla="*/ 45815 h 316230"/>
              <a:gd name="connsiteX130" fmla="*/ 275079 w 314253"/>
              <a:gd name="connsiteY130" fmla="*/ 52673 h 316230"/>
              <a:gd name="connsiteX131" fmla="*/ 301164 w 314253"/>
              <a:gd name="connsiteY131" fmla="*/ 45815 h 316230"/>
              <a:gd name="connsiteX132" fmla="*/ 301164 w 314253"/>
              <a:gd name="connsiteY132" fmla="*/ 66294 h 316230"/>
              <a:gd name="connsiteX133" fmla="*/ 275079 w 314253"/>
              <a:gd name="connsiteY133" fmla="*/ 79534 h 316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14253" h="316230">
                <a:moveTo>
                  <a:pt x="314159" y="26480"/>
                </a:moveTo>
                <a:cubicBezTo>
                  <a:pt x="314159" y="11144"/>
                  <a:pt x="296801" y="191"/>
                  <a:pt x="275079" y="191"/>
                </a:cubicBezTo>
                <a:cubicBezTo>
                  <a:pt x="253357" y="191"/>
                  <a:pt x="235999" y="11144"/>
                  <a:pt x="235999" y="26480"/>
                </a:cubicBezTo>
                <a:cubicBezTo>
                  <a:pt x="235999" y="26480"/>
                  <a:pt x="235999" y="26575"/>
                  <a:pt x="235999" y="26670"/>
                </a:cubicBezTo>
                <a:cubicBezTo>
                  <a:pt x="235999" y="26670"/>
                  <a:pt x="235999" y="26670"/>
                  <a:pt x="235999" y="26765"/>
                </a:cubicBezTo>
                <a:lnTo>
                  <a:pt x="235999" y="66389"/>
                </a:lnTo>
                <a:cubicBezTo>
                  <a:pt x="235999" y="77533"/>
                  <a:pt x="246528" y="87249"/>
                  <a:pt x="261420" y="91059"/>
                </a:cubicBezTo>
                <a:cubicBezTo>
                  <a:pt x="256298" y="96202"/>
                  <a:pt x="248330" y="104204"/>
                  <a:pt x="235999" y="116586"/>
                </a:cubicBezTo>
                <a:lnTo>
                  <a:pt x="235999" y="106013"/>
                </a:lnTo>
                <a:cubicBezTo>
                  <a:pt x="235999" y="106013"/>
                  <a:pt x="235999" y="106013"/>
                  <a:pt x="235999" y="105918"/>
                </a:cubicBezTo>
                <a:cubicBezTo>
                  <a:pt x="235999" y="105918"/>
                  <a:pt x="235999" y="105823"/>
                  <a:pt x="235999" y="105727"/>
                </a:cubicBezTo>
                <a:cubicBezTo>
                  <a:pt x="235999" y="82582"/>
                  <a:pt x="202041" y="66104"/>
                  <a:pt x="157079" y="66104"/>
                </a:cubicBezTo>
                <a:cubicBezTo>
                  <a:pt x="112118" y="66104"/>
                  <a:pt x="78160" y="82582"/>
                  <a:pt x="78160" y="105727"/>
                </a:cubicBezTo>
                <a:cubicBezTo>
                  <a:pt x="78160" y="105727"/>
                  <a:pt x="78160" y="105823"/>
                  <a:pt x="78160" y="105918"/>
                </a:cubicBezTo>
                <a:cubicBezTo>
                  <a:pt x="78160" y="105918"/>
                  <a:pt x="78160" y="105918"/>
                  <a:pt x="78160" y="105918"/>
                </a:cubicBezTo>
                <a:lnTo>
                  <a:pt x="78160" y="115062"/>
                </a:lnTo>
                <a:cubicBezTo>
                  <a:pt x="72754" y="109633"/>
                  <a:pt x="64881" y="101822"/>
                  <a:pt x="53688" y="90678"/>
                </a:cubicBezTo>
                <a:cubicBezTo>
                  <a:pt x="68106" y="86677"/>
                  <a:pt x="78160" y="77152"/>
                  <a:pt x="78160" y="66294"/>
                </a:cubicBezTo>
                <a:lnTo>
                  <a:pt x="78160" y="26670"/>
                </a:lnTo>
                <a:cubicBezTo>
                  <a:pt x="78160" y="26670"/>
                  <a:pt x="78160" y="26670"/>
                  <a:pt x="78160" y="26480"/>
                </a:cubicBezTo>
                <a:cubicBezTo>
                  <a:pt x="78160" y="26480"/>
                  <a:pt x="78160" y="26384"/>
                  <a:pt x="78160" y="26289"/>
                </a:cubicBezTo>
                <a:cubicBezTo>
                  <a:pt x="78160" y="10954"/>
                  <a:pt x="60802" y="0"/>
                  <a:pt x="39080" y="0"/>
                </a:cubicBezTo>
                <a:cubicBezTo>
                  <a:pt x="17358" y="0"/>
                  <a:pt x="0" y="10954"/>
                  <a:pt x="0" y="26289"/>
                </a:cubicBezTo>
                <a:cubicBezTo>
                  <a:pt x="0" y="26289"/>
                  <a:pt x="0" y="26384"/>
                  <a:pt x="0" y="26480"/>
                </a:cubicBezTo>
                <a:cubicBezTo>
                  <a:pt x="0" y="26480"/>
                  <a:pt x="0" y="26480"/>
                  <a:pt x="0" y="26575"/>
                </a:cubicBezTo>
                <a:lnTo>
                  <a:pt x="0" y="66199"/>
                </a:lnTo>
                <a:cubicBezTo>
                  <a:pt x="0" y="80010"/>
                  <a:pt x="16220" y="91631"/>
                  <a:pt x="36899" y="92393"/>
                </a:cubicBezTo>
                <a:cubicBezTo>
                  <a:pt x="40598" y="96107"/>
                  <a:pt x="50842" y="106299"/>
                  <a:pt x="78255" y="133636"/>
                </a:cubicBezTo>
                <a:lnTo>
                  <a:pt x="78255" y="182880"/>
                </a:lnTo>
                <a:cubicBezTo>
                  <a:pt x="74082" y="186881"/>
                  <a:pt x="63458" y="197263"/>
                  <a:pt x="36235" y="223838"/>
                </a:cubicBezTo>
                <a:cubicBezTo>
                  <a:pt x="15936" y="224790"/>
                  <a:pt x="95" y="235363"/>
                  <a:pt x="95" y="249936"/>
                </a:cubicBezTo>
                <a:cubicBezTo>
                  <a:pt x="95" y="249936"/>
                  <a:pt x="95" y="250031"/>
                  <a:pt x="95" y="250127"/>
                </a:cubicBezTo>
                <a:cubicBezTo>
                  <a:pt x="95" y="250127"/>
                  <a:pt x="95" y="250127"/>
                  <a:pt x="95" y="250222"/>
                </a:cubicBezTo>
                <a:lnTo>
                  <a:pt x="95" y="289846"/>
                </a:lnTo>
                <a:cubicBezTo>
                  <a:pt x="95" y="304133"/>
                  <a:pt x="17453" y="316230"/>
                  <a:pt x="39175" y="316230"/>
                </a:cubicBezTo>
                <a:cubicBezTo>
                  <a:pt x="60897" y="316230"/>
                  <a:pt x="78255" y="304133"/>
                  <a:pt x="78255" y="289846"/>
                </a:cubicBezTo>
                <a:lnTo>
                  <a:pt x="78255" y="250222"/>
                </a:lnTo>
                <a:cubicBezTo>
                  <a:pt x="78255" y="250222"/>
                  <a:pt x="78255" y="250222"/>
                  <a:pt x="78255" y="250031"/>
                </a:cubicBezTo>
                <a:cubicBezTo>
                  <a:pt x="78255" y="250031"/>
                  <a:pt x="78255" y="249936"/>
                  <a:pt x="78255" y="249841"/>
                </a:cubicBezTo>
                <a:cubicBezTo>
                  <a:pt x="78255" y="238316"/>
                  <a:pt x="68390" y="229267"/>
                  <a:pt x="54257" y="225457"/>
                </a:cubicBezTo>
                <a:cubicBezTo>
                  <a:pt x="59189" y="220504"/>
                  <a:pt x="66778" y="212979"/>
                  <a:pt x="78255" y="201454"/>
                </a:cubicBezTo>
                <a:lnTo>
                  <a:pt x="78255" y="210788"/>
                </a:lnTo>
                <a:cubicBezTo>
                  <a:pt x="78255" y="232696"/>
                  <a:pt x="112213" y="250222"/>
                  <a:pt x="157174" y="250222"/>
                </a:cubicBezTo>
                <a:cubicBezTo>
                  <a:pt x="202136" y="250222"/>
                  <a:pt x="236093" y="232696"/>
                  <a:pt x="236093" y="210788"/>
                </a:cubicBezTo>
                <a:lnTo>
                  <a:pt x="236093" y="200120"/>
                </a:lnTo>
                <a:cubicBezTo>
                  <a:pt x="241405" y="205454"/>
                  <a:pt x="249468" y="213550"/>
                  <a:pt x="261135" y="225266"/>
                </a:cubicBezTo>
                <a:cubicBezTo>
                  <a:pt x="246433" y="228886"/>
                  <a:pt x="236093" y="238030"/>
                  <a:pt x="236093" y="249841"/>
                </a:cubicBezTo>
                <a:cubicBezTo>
                  <a:pt x="236093" y="249841"/>
                  <a:pt x="236093" y="249936"/>
                  <a:pt x="236093" y="250031"/>
                </a:cubicBezTo>
                <a:cubicBezTo>
                  <a:pt x="236093" y="250031"/>
                  <a:pt x="236093" y="250031"/>
                  <a:pt x="236093" y="250127"/>
                </a:cubicBezTo>
                <a:lnTo>
                  <a:pt x="236093" y="289750"/>
                </a:lnTo>
                <a:cubicBezTo>
                  <a:pt x="236093" y="304038"/>
                  <a:pt x="253452" y="316135"/>
                  <a:pt x="275174" y="316135"/>
                </a:cubicBezTo>
                <a:cubicBezTo>
                  <a:pt x="296895" y="316135"/>
                  <a:pt x="314254" y="304038"/>
                  <a:pt x="314254" y="289750"/>
                </a:cubicBezTo>
                <a:lnTo>
                  <a:pt x="314254" y="250127"/>
                </a:lnTo>
                <a:cubicBezTo>
                  <a:pt x="314254" y="250127"/>
                  <a:pt x="314254" y="250127"/>
                  <a:pt x="314254" y="249936"/>
                </a:cubicBezTo>
                <a:cubicBezTo>
                  <a:pt x="314254" y="249936"/>
                  <a:pt x="314254" y="249841"/>
                  <a:pt x="314254" y="249746"/>
                </a:cubicBezTo>
                <a:cubicBezTo>
                  <a:pt x="314254" y="235172"/>
                  <a:pt x="298413" y="224600"/>
                  <a:pt x="278114" y="223647"/>
                </a:cubicBezTo>
                <a:cubicBezTo>
                  <a:pt x="275079" y="220694"/>
                  <a:pt x="265499" y="211265"/>
                  <a:pt x="235999" y="182404"/>
                </a:cubicBezTo>
                <a:lnTo>
                  <a:pt x="235999" y="133731"/>
                </a:lnTo>
                <a:cubicBezTo>
                  <a:pt x="239888" y="129826"/>
                  <a:pt x="250227" y="119444"/>
                  <a:pt x="277355" y="92202"/>
                </a:cubicBezTo>
                <a:cubicBezTo>
                  <a:pt x="297939" y="91345"/>
                  <a:pt x="314159" y="79724"/>
                  <a:pt x="314159" y="66008"/>
                </a:cubicBezTo>
                <a:lnTo>
                  <a:pt x="314159" y="26384"/>
                </a:lnTo>
                <a:cubicBezTo>
                  <a:pt x="314159" y="26384"/>
                  <a:pt x="314159" y="26384"/>
                  <a:pt x="314159" y="26194"/>
                </a:cubicBezTo>
                <a:cubicBezTo>
                  <a:pt x="314159" y="26194"/>
                  <a:pt x="314159" y="26099"/>
                  <a:pt x="314159" y="26003"/>
                </a:cubicBezTo>
                <a:close/>
                <a:moveTo>
                  <a:pt x="39080" y="13335"/>
                </a:moveTo>
                <a:cubicBezTo>
                  <a:pt x="54257" y="13335"/>
                  <a:pt x="65165" y="19907"/>
                  <a:pt x="65165" y="26480"/>
                </a:cubicBezTo>
                <a:cubicBezTo>
                  <a:pt x="65165" y="33052"/>
                  <a:pt x="54352" y="39624"/>
                  <a:pt x="39080" y="39624"/>
                </a:cubicBezTo>
                <a:cubicBezTo>
                  <a:pt x="24947" y="39624"/>
                  <a:pt x="12995" y="33052"/>
                  <a:pt x="12995" y="26480"/>
                </a:cubicBezTo>
                <a:cubicBezTo>
                  <a:pt x="12995" y="19907"/>
                  <a:pt x="24947" y="13335"/>
                  <a:pt x="39080" y="13335"/>
                </a:cubicBezTo>
                <a:close/>
                <a:moveTo>
                  <a:pt x="12995" y="66389"/>
                </a:moveTo>
                <a:lnTo>
                  <a:pt x="12995" y="45910"/>
                </a:lnTo>
                <a:cubicBezTo>
                  <a:pt x="19919" y="50102"/>
                  <a:pt x="28931" y="52769"/>
                  <a:pt x="39080" y="52769"/>
                </a:cubicBezTo>
                <a:cubicBezTo>
                  <a:pt x="49230" y="52769"/>
                  <a:pt x="58241" y="50102"/>
                  <a:pt x="65165" y="45910"/>
                </a:cubicBezTo>
                <a:lnTo>
                  <a:pt x="65165" y="66389"/>
                </a:lnTo>
                <a:cubicBezTo>
                  <a:pt x="65165" y="72962"/>
                  <a:pt x="54352" y="79629"/>
                  <a:pt x="39080" y="79629"/>
                </a:cubicBezTo>
                <a:cubicBezTo>
                  <a:pt x="24947" y="79629"/>
                  <a:pt x="12995" y="73057"/>
                  <a:pt x="12995" y="66389"/>
                </a:cubicBezTo>
                <a:close/>
                <a:moveTo>
                  <a:pt x="39080" y="303276"/>
                </a:moveTo>
                <a:cubicBezTo>
                  <a:pt x="24947" y="303276"/>
                  <a:pt x="12995" y="296704"/>
                  <a:pt x="12995" y="290036"/>
                </a:cubicBezTo>
                <a:lnTo>
                  <a:pt x="12995" y="269558"/>
                </a:lnTo>
                <a:cubicBezTo>
                  <a:pt x="19919" y="273749"/>
                  <a:pt x="28931" y="276416"/>
                  <a:pt x="39080" y="276416"/>
                </a:cubicBezTo>
                <a:cubicBezTo>
                  <a:pt x="49230" y="276416"/>
                  <a:pt x="58241" y="273749"/>
                  <a:pt x="65165" y="269558"/>
                </a:cubicBezTo>
                <a:lnTo>
                  <a:pt x="65165" y="290036"/>
                </a:lnTo>
                <a:cubicBezTo>
                  <a:pt x="65165" y="296609"/>
                  <a:pt x="54352" y="303276"/>
                  <a:pt x="39080" y="303276"/>
                </a:cubicBezTo>
                <a:close/>
                <a:moveTo>
                  <a:pt x="65070" y="250127"/>
                </a:moveTo>
                <a:cubicBezTo>
                  <a:pt x="65070" y="256699"/>
                  <a:pt x="54257" y="263271"/>
                  <a:pt x="38985" y="263271"/>
                </a:cubicBezTo>
                <a:cubicBezTo>
                  <a:pt x="24852" y="263271"/>
                  <a:pt x="12900" y="256699"/>
                  <a:pt x="12900" y="250127"/>
                </a:cubicBezTo>
                <a:cubicBezTo>
                  <a:pt x="12900" y="243554"/>
                  <a:pt x="24852" y="236982"/>
                  <a:pt x="38985" y="236982"/>
                </a:cubicBezTo>
                <a:cubicBezTo>
                  <a:pt x="54162" y="236982"/>
                  <a:pt x="65070" y="243554"/>
                  <a:pt x="65070" y="250127"/>
                </a:cubicBezTo>
                <a:close/>
                <a:moveTo>
                  <a:pt x="275079" y="303276"/>
                </a:moveTo>
                <a:cubicBezTo>
                  <a:pt x="260946" y="303276"/>
                  <a:pt x="248994" y="296704"/>
                  <a:pt x="248994" y="290036"/>
                </a:cubicBezTo>
                <a:lnTo>
                  <a:pt x="248994" y="269558"/>
                </a:lnTo>
                <a:cubicBezTo>
                  <a:pt x="255918" y="273749"/>
                  <a:pt x="264929" y="276416"/>
                  <a:pt x="275079" y="276416"/>
                </a:cubicBezTo>
                <a:cubicBezTo>
                  <a:pt x="285228" y="276416"/>
                  <a:pt x="294239" y="273749"/>
                  <a:pt x="301164" y="269558"/>
                </a:cubicBezTo>
                <a:lnTo>
                  <a:pt x="301164" y="290036"/>
                </a:lnTo>
                <a:cubicBezTo>
                  <a:pt x="301164" y="296609"/>
                  <a:pt x="290350" y="303276"/>
                  <a:pt x="275079" y="303276"/>
                </a:cubicBezTo>
                <a:close/>
                <a:moveTo>
                  <a:pt x="301164" y="250127"/>
                </a:moveTo>
                <a:cubicBezTo>
                  <a:pt x="301164" y="256699"/>
                  <a:pt x="290350" y="263271"/>
                  <a:pt x="275079" y="263271"/>
                </a:cubicBezTo>
                <a:cubicBezTo>
                  <a:pt x="260946" y="263271"/>
                  <a:pt x="248994" y="256699"/>
                  <a:pt x="248994" y="250127"/>
                </a:cubicBezTo>
                <a:cubicBezTo>
                  <a:pt x="248994" y="243554"/>
                  <a:pt x="260946" y="236982"/>
                  <a:pt x="275079" y="236982"/>
                </a:cubicBezTo>
                <a:cubicBezTo>
                  <a:pt x="290256" y="236982"/>
                  <a:pt x="301164" y="243554"/>
                  <a:pt x="301164" y="250127"/>
                </a:cubicBezTo>
                <a:close/>
                <a:moveTo>
                  <a:pt x="91250" y="135541"/>
                </a:moveTo>
                <a:cubicBezTo>
                  <a:pt x="92483" y="133541"/>
                  <a:pt x="92483" y="130683"/>
                  <a:pt x="91250" y="128683"/>
                </a:cubicBezTo>
                <a:lnTo>
                  <a:pt x="91250" y="127921"/>
                </a:lnTo>
                <a:cubicBezTo>
                  <a:pt x="105194" y="138398"/>
                  <a:pt x="128908" y="145352"/>
                  <a:pt x="156985" y="145352"/>
                </a:cubicBezTo>
                <a:cubicBezTo>
                  <a:pt x="185062" y="145352"/>
                  <a:pt x="208870" y="138494"/>
                  <a:pt x="222719" y="127921"/>
                </a:cubicBezTo>
                <a:lnTo>
                  <a:pt x="222719" y="158496"/>
                </a:lnTo>
                <a:cubicBezTo>
                  <a:pt x="222719" y="170498"/>
                  <a:pt x="195306" y="184690"/>
                  <a:pt x="156985" y="184690"/>
                </a:cubicBezTo>
                <a:cubicBezTo>
                  <a:pt x="118663" y="184690"/>
                  <a:pt x="91250" y="170498"/>
                  <a:pt x="91250" y="158496"/>
                </a:cubicBezTo>
                <a:lnTo>
                  <a:pt x="91250" y="135446"/>
                </a:lnTo>
                <a:close/>
                <a:moveTo>
                  <a:pt x="157079" y="79343"/>
                </a:moveTo>
                <a:cubicBezTo>
                  <a:pt x="195401" y="79343"/>
                  <a:pt x="222814" y="93631"/>
                  <a:pt x="222814" y="105727"/>
                </a:cubicBezTo>
                <a:cubicBezTo>
                  <a:pt x="222814" y="117824"/>
                  <a:pt x="195401" y="132112"/>
                  <a:pt x="157079" y="132112"/>
                </a:cubicBezTo>
                <a:cubicBezTo>
                  <a:pt x="118758" y="132112"/>
                  <a:pt x="91345" y="117824"/>
                  <a:pt x="91345" y="105727"/>
                </a:cubicBezTo>
                <a:cubicBezTo>
                  <a:pt x="91345" y="93631"/>
                  <a:pt x="119802" y="79343"/>
                  <a:pt x="157079" y="79343"/>
                </a:cubicBezTo>
                <a:close/>
                <a:moveTo>
                  <a:pt x="157079" y="237363"/>
                </a:moveTo>
                <a:cubicBezTo>
                  <a:pt x="119802" y="237363"/>
                  <a:pt x="91345" y="223171"/>
                  <a:pt x="91345" y="211074"/>
                </a:cubicBezTo>
                <a:lnTo>
                  <a:pt x="91345" y="188309"/>
                </a:lnTo>
                <a:cubicBezTo>
                  <a:pt x="92578" y="186309"/>
                  <a:pt x="92578" y="183452"/>
                  <a:pt x="91345" y="181451"/>
                </a:cubicBezTo>
                <a:lnTo>
                  <a:pt x="91345" y="180689"/>
                </a:lnTo>
                <a:cubicBezTo>
                  <a:pt x="105289" y="191167"/>
                  <a:pt x="129002" y="197929"/>
                  <a:pt x="157079" y="197929"/>
                </a:cubicBezTo>
                <a:cubicBezTo>
                  <a:pt x="185156" y="197929"/>
                  <a:pt x="208965" y="191072"/>
                  <a:pt x="222814" y="180689"/>
                </a:cubicBezTo>
                <a:lnTo>
                  <a:pt x="222814" y="211169"/>
                </a:lnTo>
                <a:cubicBezTo>
                  <a:pt x="222814" y="223171"/>
                  <a:pt x="195401" y="237458"/>
                  <a:pt x="157079" y="237458"/>
                </a:cubicBezTo>
                <a:close/>
                <a:moveTo>
                  <a:pt x="275079" y="13335"/>
                </a:moveTo>
                <a:cubicBezTo>
                  <a:pt x="290256" y="13335"/>
                  <a:pt x="301164" y="19907"/>
                  <a:pt x="301164" y="26480"/>
                </a:cubicBezTo>
                <a:cubicBezTo>
                  <a:pt x="301164" y="33052"/>
                  <a:pt x="290350" y="39624"/>
                  <a:pt x="275079" y="39624"/>
                </a:cubicBezTo>
                <a:cubicBezTo>
                  <a:pt x="260946" y="39624"/>
                  <a:pt x="248994" y="33052"/>
                  <a:pt x="248994" y="26480"/>
                </a:cubicBezTo>
                <a:cubicBezTo>
                  <a:pt x="248994" y="19907"/>
                  <a:pt x="260946" y="13335"/>
                  <a:pt x="275079" y="13335"/>
                </a:cubicBezTo>
                <a:close/>
                <a:moveTo>
                  <a:pt x="275079" y="79534"/>
                </a:moveTo>
                <a:cubicBezTo>
                  <a:pt x="260946" y="79534"/>
                  <a:pt x="248994" y="72962"/>
                  <a:pt x="248994" y="66294"/>
                </a:cubicBezTo>
                <a:lnTo>
                  <a:pt x="248994" y="45815"/>
                </a:lnTo>
                <a:cubicBezTo>
                  <a:pt x="255918" y="50006"/>
                  <a:pt x="264929" y="52673"/>
                  <a:pt x="275079" y="52673"/>
                </a:cubicBezTo>
                <a:cubicBezTo>
                  <a:pt x="285228" y="52673"/>
                  <a:pt x="294239" y="50006"/>
                  <a:pt x="301164" y="45815"/>
                </a:cubicBezTo>
                <a:lnTo>
                  <a:pt x="301164" y="66294"/>
                </a:lnTo>
                <a:cubicBezTo>
                  <a:pt x="301164" y="72866"/>
                  <a:pt x="290350" y="79534"/>
                  <a:pt x="275079" y="7953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3" name="Graphic 151">
            <a:extLst>
              <a:ext uri="{FF2B5EF4-FFF2-40B4-BE49-F238E27FC236}">
                <a16:creationId xmlns:a16="http://schemas.microsoft.com/office/drawing/2014/main" id="{C4AAFA05-CCB0-2EFC-B390-3365FF6A16A1}"/>
              </a:ext>
            </a:extLst>
          </p:cNvPr>
          <p:cNvSpPr/>
          <p:nvPr/>
        </p:nvSpPr>
        <p:spPr>
          <a:xfrm>
            <a:off x="558106" y="2867347"/>
            <a:ext cx="420204" cy="420963"/>
          </a:xfrm>
          <a:custGeom>
            <a:avLst/>
            <a:gdLst>
              <a:gd name="connsiteX0" fmla="*/ 312357 w 314898"/>
              <a:gd name="connsiteY0" fmla="*/ 66484 h 315467"/>
              <a:gd name="connsiteX1" fmla="*/ 233722 w 314898"/>
              <a:gd name="connsiteY1" fmla="*/ 1048 h 315467"/>
              <a:gd name="connsiteX2" fmla="*/ 229359 w 314898"/>
              <a:gd name="connsiteY2" fmla="*/ 0 h 315467"/>
              <a:gd name="connsiteX3" fmla="*/ 85180 w 314898"/>
              <a:gd name="connsiteY3" fmla="*/ 0 h 315467"/>
              <a:gd name="connsiteX4" fmla="*/ 80816 w 314898"/>
              <a:gd name="connsiteY4" fmla="*/ 1048 h 315467"/>
              <a:gd name="connsiteX5" fmla="*/ 2182 w 314898"/>
              <a:gd name="connsiteY5" fmla="*/ 66484 h 315467"/>
              <a:gd name="connsiteX6" fmla="*/ 854 w 314898"/>
              <a:gd name="connsiteY6" fmla="*/ 69247 h 315467"/>
              <a:gd name="connsiteX7" fmla="*/ 0 w 314898"/>
              <a:gd name="connsiteY7" fmla="*/ 72485 h 315467"/>
              <a:gd name="connsiteX8" fmla="*/ 0 w 314898"/>
              <a:gd name="connsiteY8" fmla="*/ 282702 h 315467"/>
              <a:gd name="connsiteX9" fmla="*/ 32725 w 314898"/>
              <a:gd name="connsiteY9" fmla="*/ 315468 h 315467"/>
              <a:gd name="connsiteX10" fmla="*/ 281434 w 314898"/>
              <a:gd name="connsiteY10" fmla="*/ 315468 h 315467"/>
              <a:gd name="connsiteX11" fmla="*/ 314159 w 314898"/>
              <a:gd name="connsiteY11" fmla="*/ 282702 h 315467"/>
              <a:gd name="connsiteX12" fmla="*/ 314159 w 314898"/>
              <a:gd name="connsiteY12" fmla="*/ 74105 h 315467"/>
              <a:gd name="connsiteX13" fmla="*/ 312357 w 314898"/>
              <a:gd name="connsiteY13" fmla="*/ 66580 h 315467"/>
              <a:gd name="connsiteX14" fmla="*/ 301069 w 314898"/>
              <a:gd name="connsiteY14" fmla="*/ 144590 h 315467"/>
              <a:gd name="connsiteX15" fmla="*/ 13090 w 314898"/>
              <a:gd name="connsiteY15" fmla="*/ 144590 h 315467"/>
              <a:gd name="connsiteX16" fmla="*/ 13090 w 314898"/>
              <a:gd name="connsiteY16" fmla="*/ 78962 h 315467"/>
              <a:gd name="connsiteX17" fmla="*/ 301069 w 314898"/>
              <a:gd name="connsiteY17" fmla="*/ 78962 h 315467"/>
              <a:gd name="connsiteX18" fmla="*/ 301069 w 314898"/>
              <a:gd name="connsiteY18" fmla="*/ 144590 h 315467"/>
              <a:gd name="connsiteX19" fmla="*/ 13090 w 314898"/>
              <a:gd name="connsiteY19" fmla="*/ 157734 h 315467"/>
              <a:gd name="connsiteX20" fmla="*/ 301069 w 314898"/>
              <a:gd name="connsiteY20" fmla="*/ 157734 h 315467"/>
              <a:gd name="connsiteX21" fmla="*/ 301069 w 314898"/>
              <a:gd name="connsiteY21" fmla="*/ 223742 h 315467"/>
              <a:gd name="connsiteX22" fmla="*/ 13090 w 314898"/>
              <a:gd name="connsiteY22" fmla="*/ 223742 h 315467"/>
              <a:gd name="connsiteX23" fmla="*/ 13090 w 314898"/>
              <a:gd name="connsiteY23" fmla="*/ 157734 h 315467"/>
              <a:gd name="connsiteX24" fmla="*/ 87361 w 314898"/>
              <a:gd name="connsiteY24" fmla="*/ 13049 h 315467"/>
              <a:gd name="connsiteX25" fmla="*/ 227177 w 314898"/>
              <a:gd name="connsiteY25" fmla="*/ 13049 h 315467"/>
              <a:gd name="connsiteX26" fmla="*/ 291014 w 314898"/>
              <a:gd name="connsiteY26" fmla="*/ 65913 h 315467"/>
              <a:gd name="connsiteX27" fmla="*/ 23429 w 314898"/>
              <a:gd name="connsiteY27" fmla="*/ 65913 h 315467"/>
              <a:gd name="connsiteX28" fmla="*/ 87266 w 314898"/>
              <a:gd name="connsiteY28" fmla="*/ 13049 h 315467"/>
              <a:gd name="connsiteX29" fmla="*/ 281434 w 314898"/>
              <a:gd name="connsiteY29" fmla="*/ 302419 h 315467"/>
              <a:gd name="connsiteX30" fmla="*/ 32725 w 314898"/>
              <a:gd name="connsiteY30" fmla="*/ 302419 h 315467"/>
              <a:gd name="connsiteX31" fmla="*/ 13090 w 314898"/>
              <a:gd name="connsiteY31" fmla="*/ 282702 h 315467"/>
              <a:gd name="connsiteX32" fmla="*/ 13090 w 314898"/>
              <a:gd name="connsiteY32" fmla="*/ 236982 h 315467"/>
              <a:gd name="connsiteX33" fmla="*/ 301069 w 314898"/>
              <a:gd name="connsiteY33" fmla="*/ 236982 h 315467"/>
              <a:gd name="connsiteX34" fmla="*/ 301069 w 314898"/>
              <a:gd name="connsiteY34" fmla="*/ 282702 h 315467"/>
              <a:gd name="connsiteX35" fmla="*/ 281434 w 314898"/>
              <a:gd name="connsiteY35" fmla="*/ 302419 h 315467"/>
              <a:gd name="connsiteX36" fmla="*/ 170359 w 314898"/>
              <a:gd name="connsiteY36" fmla="*/ 111824 h 315467"/>
              <a:gd name="connsiteX37" fmla="*/ 183259 w 314898"/>
              <a:gd name="connsiteY37" fmla="*/ 98489 h 315467"/>
              <a:gd name="connsiteX38" fmla="*/ 196160 w 314898"/>
              <a:gd name="connsiteY38" fmla="*/ 111824 h 315467"/>
              <a:gd name="connsiteX39" fmla="*/ 183259 w 314898"/>
              <a:gd name="connsiteY39" fmla="*/ 125159 h 315467"/>
              <a:gd name="connsiteX40" fmla="*/ 170359 w 314898"/>
              <a:gd name="connsiteY40" fmla="*/ 111824 h 315467"/>
              <a:gd name="connsiteX41" fmla="*/ 209439 w 314898"/>
              <a:gd name="connsiteY41" fmla="*/ 111824 h 315467"/>
              <a:gd name="connsiteX42" fmla="*/ 222719 w 314898"/>
              <a:gd name="connsiteY42" fmla="*/ 98489 h 315467"/>
              <a:gd name="connsiteX43" fmla="*/ 235999 w 314898"/>
              <a:gd name="connsiteY43" fmla="*/ 111824 h 315467"/>
              <a:gd name="connsiteX44" fmla="*/ 222719 w 314898"/>
              <a:gd name="connsiteY44" fmla="*/ 125159 h 315467"/>
              <a:gd name="connsiteX45" fmla="*/ 209439 w 314898"/>
              <a:gd name="connsiteY45" fmla="*/ 111824 h 315467"/>
              <a:gd name="connsiteX46" fmla="*/ 248519 w 314898"/>
              <a:gd name="connsiteY46" fmla="*/ 111824 h 315467"/>
              <a:gd name="connsiteX47" fmla="*/ 261799 w 314898"/>
              <a:gd name="connsiteY47" fmla="*/ 98489 h 315467"/>
              <a:gd name="connsiteX48" fmla="*/ 275079 w 314898"/>
              <a:gd name="connsiteY48" fmla="*/ 111824 h 315467"/>
              <a:gd name="connsiteX49" fmla="*/ 261799 w 314898"/>
              <a:gd name="connsiteY49" fmla="*/ 125159 h 315467"/>
              <a:gd name="connsiteX50" fmla="*/ 248519 w 314898"/>
              <a:gd name="connsiteY50" fmla="*/ 111824 h 315467"/>
              <a:gd name="connsiteX51" fmla="*/ 45720 w 314898"/>
              <a:gd name="connsiteY51" fmla="*/ 131826 h 315467"/>
              <a:gd name="connsiteX52" fmla="*/ 65639 w 314898"/>
              <a:gd name="connsiteY52" fmla="*/ 111824 h 315467"/>
              <a:gd name="connsiteX53" fmla="*/ 45720 w 314898"/>
              <a:gd name="connsiteY53" fmla="*/ 91821 h 315467"/>
              <a:gd name="connsiteX54" fmla="*/ 25801 w 314898"/>
              <a:gd name="connsiteY54" fmla="*/ 111824 h 315467"/>
              <a:gd name="connsiteX55" fmla="*/ 45720 w 314898"/>
              <a:gd name="connsiteY55" fmla="*/ 131826 h 315467"/>
              <a:gd name="connsiteX56" fmla="*/ 45720 w 314898"/>
              <a:gd name="connsiteY56" fmla="*/ 105156 h 315467"/>
              <a:gd name="connsiteX57" fmla="*/ 52360 w 314898"/>
              <a:gd name="connsiteY57" fmla="*/ 111824 h 315467"/>
              <a:gd name="connsiteX58" fmla="*/ 45720 w 314898"/>
              <a:gd name="connsiteY58" fmla="*/ 118491 h 315467"/>
              <a:gd name="connsiteX59" fmla="*/ 39080 w 314898"/>
              <a:gd name="connsiteY59" fmla="*/ 111824 h 315467"/>
              <a:gd name="connsiteX60" fmla="*/ 45720 w 314898"/>
              <a:gd name="connsiteY60" fmla="*/ 105156 h 315467"/>
              <a:gd name="connsiteX61" fmla="*/ 196160 w 314898"/>
              <a:gd name="connsiteY61" fmla="*/ 190691 h 315467"/>
              <a:gd name="connsiteX62" fmla="*/ 183259 w 314898"/>
              <a:gd name="connsiteY62" fmla="*/ 203645 h 315467"/>
              <a:gd name="connsiteX63" fmla="*/ 170359 w 314898"/>
              <a:gd name="connsiteY63" fmla="*/ 190691 h 315467"/>
              <a:gd name="connsiteX64" fmla="*/ 183259 w 314898"/>
              <a:gd name="connsiteY64" fmla="*/ 177737 h 315467"/>
              <a:gd name="connsiteX65" fmla="*/ 196160 w 314898"/>
              <a:gd name="connsiteY65" fmla="*/ 190691 h 315467"/>
              <a:gd name="connsiteX66" fmla="*/ 235999 w 314898"/>
              <a:gd name="connsiteY66" fmla="*/ 190691 h 315467"/>
              <a:gd name="connsiteX67" fmla="*/ 222719 w 314898"/>
              <a:gd name="connsiteY67" fmla="*/ 203645 h 315467"/>
              <a:gd name="connsiteX68" fmla="*/ 209439 w 314898"/>
              <a:gd name="connsiteY68" fmla="*/ 190691 h 315467"/>
              <a:gd name="connsiteX69" fmla="*/ 222719 w 314898"/>
              <a:gd name="connsiteY69" fmla="*/ 177737 h 315467"/>
              <a:gd name="connsiteX70" fmla="*/ 235999 w 314898"/>
              <a:gd name="connsiteY70" fmla="*/ 190691 h 315467"/>
              <a:gd name="connsiteX71" fmla="*/ 275079 w 314898"/>
              <a:gd name="connsiteY71" fmla="*/ 190691 h 315467"/>
              <a:gd name="connsiteX72" fmla="*/ 261799 w 314898"/>
              <a:gd name="connsiteY72" fmla="*/ 203645 h 315467"/>
              <a:gd name="connsiteX73" fmla="*/ 248519 w 314898"/>
              <a:gd name="connsiteY73" fmla="*/ 190691 h 315467"/>
              <a:gd name="connsiteX74" fmla="*/ 261799 w 314898"/>
              <a:gd name="connsiteY74" fmla="*/ 177737 h 315467"/>
              <a:gd name="connsiteX75" fmla="*/ 275079 w 314898"/>
              <a:gd name="connsiteY75" fmla="*/ 190691 h 315467"/>
              <a:gd name="connsiteX76" fmla="*/ 45720 w 314898"/>
              <a:gd name="connsiteY76" fmla="*/ 171069 h 315467"/>
              <a:gd name="connsiteX77" fmla="*/ 25801 w 314898"/>
              <a:gd name="connsiteY77" fmla="*/ 190691 h 315467"/>
              <a:gd name="connsiteX78" fmla="*/ 45720 w 314898"/>
              <a:gd name="connsiteY78" fmla="*/ 210312 h 315467"/>
              <a:gd name="connsiteX79" fmla="*/ 65639 w 314898"/>
              <a:gd name="connsiteY79" fmla="*/ 190691 h 315467"/>
              <a:gd name="connsiteX80" fmla="*/ 45720 w 314898"/>
              <a:gd name="connsiteY80" fmla="*/ 171069 h 315467"/>
              <a:gd name="connsiteX81" fmla="*/ 45720 w 314898"/>
              <a:gd name="connsiteY81" fmla="*/ 197263 h 315467"/>
              <a:gd name="connsiteX82" fmla="*/ 39080 w 314898"/>
              <a:gd name="connsiteY82" fmla="*/ 190691 h 315467"/>
              <a:gd name="connsiteX83" fmla="*/ 45720 w 314898"/>
              <a:gd name="connsiteY83" fmla="*/ 184118 h 315467"/>
              <a:gd name="connsiteX84" fmla="*/ 52360 w 314898"/>
              <a:gd name="connsiteY84" fmla="*/ 190691 h 315467"/>
              <a:gd name="connsiteX85" fmla="*/ 45720 w 314898"/>
              <a:gd name="connsiteY85" fmla="*/ 197263 h 315467"/>
              <a:gd name="connsiteX86" fmla="*/ 196160 w 314898"/>
              <a:gd name="connsiteY86" fmla="*/ 269558 h 315467"/>
              <a:gd name="connsiteX87" fmla="*/ 183259 w 314898"/>
              <a:gd name="connsiteY87" fmla="*/ 282893 h 315467"/>
              <a:gd name="connsiteX88" fmla="*/ 170359 w 314898"/>
              <a:gd name="connsiteY88" fmla="*/ 269558 h 315467"/>
              <a:gd name="connsiteX89" fmla="*/ 183259 w 314898"/>
              <a:gd name="connsiteY89" fmla="*/ 256222 h 315467"/>
              <a:gd name="connsiteX90" fmla="*/ 196160 w 314898"/>
              <a:gd name="connsiteY90" fmla="*/ 269558 h 315467"/>
              <a:gd name="connsiteX91" fmla="*/ 235999 w 314898"/>
              <a:gd name="connsiteY91" fmla="*/ 269558 h 315467"/>
              <a:gd name="connsiteX92" fmla="*/ 222719 w 314898"/>
              <a:gd name="connsiteY92" fmla="*/ 282893 h 315467"/>
              <a:gd name="connsiteX93" fmla="*/ 209439 w 314898"/>
              <a:gd name="connsiteY93" fmla="*/ 269558 h 315467"/>
              <a:gd name="connsiteX94" fmla="*/ 222719 w 314898"/>
              <a:gd name="connsiteY94" fmla="*/ 256222 h 315467"/>
              <a:gd name="connsiteX95" fmla="*/ 235999 w 314898"/>
              <a:gd name="connsiteY95" fmla="*/ 269558 h 315467"/>
              <a:gd name="connsiteX96" fmla="*/ 275079 w 314898"/>
              <a:gd name="connsiteY96" fmla="*/ 269558 h 315467"/>
              <a:gd name="connsiteX97" fmla="*/ 261799 w 314898"/>
              <a:gd name="connsiteY97" fmla="*/ 282893 h 315467"/>
              <a:gd name="connsiteX98" fmla="*/ 248519 w 314898"/>
              <a:gd name="connsiteY98" fmla="*/ 269558 h 315467"/>
              <a:gd name="connsiteX99" fmla="*/ 261799 w 314898"/>
              <a:gd name="connsiteY99" fmla="*/ 256222 h 315467"/>
              <a:gd name="connsiteX100" fmla="*/ 275079 w 314898"/>
              <a:gd name="connsiteY100" fmla="*/ 269558 h 315467"/>
              <a:gd name="connsiteX101" fmla="*/ 45720 w 314898"/>
              <a:gd name="connsiteY101" fmla="*/ 249555 h 315467"/>
              <a:gd name="connsiteX102" fmla="*/ 25801 w 314898"/>
              <a:gd name="connsiteY102" fmla="*/ 269558 h 315467"/>
              <a:gd name="connsiteX103" fmla="*/ 45720 w 314898"/>
              <a:gd name="connsiteY103" fmla="*/ 289560 h 315467"/>
              <a:gd name="connsiteX104" fmla="*/ 65639 w 314898"/>
              <a:gd name="connsiteY104" fmla="*/ 269558 h 315467"/>
              <a:gd name="connsiteX105" fmla="*/ 45720 w 314898"/>
              <a:gd name="connsiteY105" fmla="*/ 249555 h 315467"/>
              <a:gd name="connsiteX106" fmla="*/ 45720 w 314898"/>
              <a:gd name="connsiteY106" fmla="*/ 276225 h 315467"/>
              <a:gd name="connsiteX107" fmla="*/ 39080 w 314898"/>
              <a:gd name="connsiteY107" fmla="*/ 269558 h 315467"/>
              <a:gd name="connsiteX108" fmla="*/ 45720 w 314898"/>
              <a:gd name="connsiteY108" fmla="*/ 262890 h 315467"/>
              <a:gd name="connsiteX109" fmla="*/ 52360 w 314898"/>
              <a:gd name="connsiteY109" fmla="*/ 269558 h 315467"/>
              <a:gd name="connsiteX110" fmla="*/ 45720 w 314898"/>
              <a:gd name="connsiteY110" fmla="*/ 276225 h 31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14898" h="315467">
                <a:moveTo>
                  <a:pt x="312357" y="66484"/>
                </a:moveTo>
                <a:lnTo>
                  <a:pt x="233722" y="1048"/>
                </a:lnTo>
                <a:cubicBezTo>
                  <a:pt x="232584" y="0"/>
                  <a:pt x="231540" y="0"/>
                  <a:pt x="229359" y="0"/>
                </a:cubicBezTo>
                <a:lnTo>
                  <a:pt x="85180" y="0"/>
                </a:lnTo>
                <a:cubicBezTo>
                  <a:pt x="84041" y="0"/>
                  <a:pt x="81860" y="0"/>
                  <a:pt x="80816" y="1048"/>
                </a:cubicBezTo>
                <a:lnTo>
                  <a:pt x="2182" y="66484"/>
                </a:lnTo>
                <a:cubicBezTo>
                  <a:pt x="1423" y="67247"/>
                  <a:pt x="1043" y="68199"/>
                  <a:pt x="854" y="69247"/>
                </a:cubicBezTo>
                <a:cubicBezTo>
                  <a:pt x="379" y="70199"/>
                  <a:pt x="0" y="71152"/>
                  <a:pt x="0" y="72485"/>
                </a:cubicBezTo>
                <a:lnTo>
                  <a:pt x="0" y="282702"/>
                </a:lnTo>
                <a:cubicBezTo>
                  <a:pt x="0" y="300228"/>
                  <a:pt x="15272" y="315468"/>
                  <a:pt x="32725" y="315468"/>
                </a:cubicBezTo>
                <a:lnTo>
                  <a:pt x="281434" y="315468"/>
                </a:lnTo>
                <a:cubicBezTo>
                  <a:pt x="300026" y="315468"/>
                  <a:pt x="314159" y="300133"/>
                  <a:pt x="314159" y="282702"/>
                </a:cubicBezTo>
                <a:lnTo>
                  <a:pt x="314159" y="74105"/>
                </a:lnTo>
                <a:cubicBezTo>
                  <a:pt x="315487" y="71818"/>
                  <a:pt x="315108" y="68390"/>
                  <a:pt x="312357" y="66580"/>
                </a:cubicBezTo>
                <a:close/>
                <a:moveTo>
                  <a:pt x="301069" y="144590"/>
                </a:moveTo>
                <a:lnTo>
                  <a:pt x="13090" y="144590"/>
                </a:lnTo>
                <a:lnTo>
                  <a:pt x="13090" y="78962"/>
                </a:lnTo>
                <a:lnTo>
                  <a:pt x="301069" y="78962"/>
                </a:lnTo>
                <a:lnTo>
                  <a:pt x="301069" y="144590"/>
                </a:lnTo>
                <a:close/>
                <a:moveTo>
                  <a:pt x="13090" y="157734"/>
                </a:moveTo>
                <a:lnTo>
                  <a:pt x="301069" y="157734"/>
                </a:lnTo>
                <a:lnTo>
                  <a:pt x="301069" y="223742"/>
                </a:lnTo>
                <a:lnTo>
                  <a:pt x="13090" y="223742"/>
                </a:lnTo>
                <a:lnTo>
                  <a:pt x="13090" y="157734"/>
                </a:lnTo>
                <a:close/>
                <a:moveTo>
                  <a:pt x="87361" y="13049"/>
                </a:moveTo>
                <a:lnTo>
                  <a:pt x="227177" y="13049"/>
                </a:lnTo>
                <a:cubicBezTo>
                  <a:pt x="227177" y="13049"/>
                  <a:pt x="227177" y="13049"/>
                  <a:pt x="291014" y="65913"/>
                </a:cubicBezTo>
                <a:lnTo>
                  <a:pt x="23429" y="65913"/>
                </a:lnTo>
                <a:cubicBezTo>
                  <a:pt x="33768" y="57341"/>
                  <a:pt x="52644" y="41720"/>
                  <a:pt x="87266" y="13049"/>
                </a:cubicBezTo>
                <a:close/>
                <a:moveTo>
                  <a:pt x="281434" y="302419"/>
                </a:moveTo>
                <a:lnTo>
                  <a:pt x="32725" y="302419"/>
                </a:lnTo>
                <a:cubicBezTo>
                  <a:pt x="21817" y="302419"/>
                  <a:pt x="13090" y="293656"/>
                  <a:pt x="13090" y="282702"/>
                </a:cubicBezTo>
                <a:lnTo>
                  <a:pt x="13090" y="236982"/>
                </a:lnTo>
                <a:lnTo>
                  <a:pt x="301069" y="236982"/>
                </a:lnTo>
                <a:lnTo>
                  <a:pt x="301069" y="282702"/>
                </a:lnTo>
                <a:cubicBezTo>
                  <a:pt x="301069" y="293656"/>
                  <a:pt x="292342" y="302419"/>
                  <a:pt x="281434" y="302419"/>
                </a:cubicBezTo>
                <a:close/>
                <a:moveTo>
                  <a:pt x="170359" y="111824"/>
                </a:moveTo>
                <a:cubicBezTo>
                  <a:pt x="170359" y="104489"/>
                  <a:pt x="176145" y="98489"/>
                  <a:pt x="183259" y="98489"/>
                </a:cubicBezTo>
                <a:cubicBezTo>
                  <a:pt x="190374" y="98489"/>
                  <a:pt x="196160" y="104489"/>
                  <a:pt x="196160" y="111824"/>
                </a:cubicBezTo>
                <a:cubicBezTo>
                  <a:pt x="196160" y="119158"/>
                  <a:pt x="190374" y="125159"/>
                  <a:pt x="183259" y="125159"/>
                </a:cubicBezTo>
                <a:cubicBezTo>
                  <a:pt x="176145" y="125159"/>
                  <a:pt x="170359" y="119158"/>
                  <a:pt x="170359" y="111824"/>
                </a:cubicBezTo>
                <a:close/>
                <a:moveTo>
                  <a:pt x="209439" y="111824"/>
                </a:moveTo>
                <a:cubicBezTo>
                  <a:pt x="209439" y="104489"/>
                  <a:pt x="215415" y="98489"/>
                  <a:pt x="222719" y="98489"/>
                </a:cubicBezTo>
                <a:cubicBezTo>
                  <a:pt x="230023" y="98489"/>
                  <a:pt x="235999" y="104489"/>
                  <a:pt x="235999" y="111824"/>
                </a:cubicBezTo>
                <a:cubicBezTo>
                  <a:pt x="235999" y="119158"/>
                  <a:pt x="230023" y="125159"/>
                  <a:pt x="222719" y="125159"/>
                </a:cubicBezTo>
                <a:cubicBezTo>
                  <a:pt x="215415" y="125159"/>
                  <a:pt x="209439" y="119158"/>
                  <a:pt x="209439" y="111824"/>
                </a:cubicBezTo>
                <a:close/>
                <a:moveTo>
                  <a:pt x="248519" y="111824"/>
                </a:moveTo>
                <a:cubicBezTo>
                  <a:pt x="248519" y="104489"/>
                  <a:pt x="254495" y="98489"/>
                  <a:pt x="261799" y="98489"/>
                </a:cubicBezTo>
                <a:cubicBezTo>
                  <a:pt x="269103" y="98489"/>
                  <a:pt x="275079" y="104489"/>
                  <a:pt x="275079" y="111824"/>
                </a:cubicBezTo>
                <a:cubicBezTo>
                  <a:pt x="275079" y="119158"/>
                  <a:pt x="269103" y="125159"/>
                  <a:pt x="261799" y="125159"/>
                </a:cubicBezTo>
                <a:cubicBezTo>
                  <a:pt x="254495" y="125159"/>
                  <a:pt x="248519" y="119158"/>
                  <a:pt x="248519" y="111824"/>
                </a:cubicBezTo>
                <a:close/>
                <a:moveTo>
                  <a:pt x="45720" y="131826"/>
                </a:moveTo>
                <a:cubicBezTo>
                  <a:pt x="56818" y="131826"/>
                  <a:pt x="65639" y="122968"/>
                  <a:pt x="65639" y="111824"/>
                </a:cubicBezTo>
                <a:cubicBezTo>
                  <a:pt x="65639" y="100679"/>
                  <a:pt x="56818" y="91821"/>
                  <a:pt x="45720" y="91821"/>
                </a:cubicBezTo>
                <a:cubicBezTo>
                  <a:pt x="34622" y="91821"/>
                  <a:pt x="25801" y="100679"/>
                  <a:pt x="25801" y="111824"/>
                </a:cubicBezTo>
                <a:cubicBezTo>
                  <a:pt x="25801" y="122968"/>
                  <a:pt x="34622" y="131826"/>
                  <a:pt x="45720" y="131826"/>
                </a:cubicBezTo>
                <a:close/>
                <a:moveTo>
                  <a:pt x="45720" y="105156"/>
                </a:moveTo>
                <a:cubicBezTo>
                  <a:pt x="50178" y="105156"/>
                  <a:pt x="52360" y="107347"/>
                  <a:pt x="52360" y="111824"/>
                </a:cubicBezTo>
                <a:cubicBezTo>
                  <a:pt x="52360" y="115157"/>
                  <a:pt x="50178" y="118491"/>
                  <a:pt x="45720" y="118491"/>
                </a:cubicBezTo>
                <a:cubicBezTo>
                  <a:pt x="42400" y="118491"/>
                  <a:pt x="39080" y="115157"/>
                  <a:pt x="39080" y="111824"/>
                </a:cubicBezTo>
                <a:cubicBezTo>
                  <a:pt x="39080" y="107347"/>
                  <a:pt x="42400" y="105156"/>
                  <a:pt x="45720" y="105156"/>
                </a:cubicBezTo>
                <a:close/>
                <a:moveTo>
                  <a:pt x="196160" y="190691"/>
                </a:moveTo>
                <a:cubicBezTo>
                  <a:pt x="196160" y="197834"/>
                  <a:pt x="190374" y="203645"/>
                  <a:pt x="183259" y="203645"/>
                </a:cubicBezTo>
                <a:cubicBezTo>
                  <a:pt x="176145" y="203645"/>
                  <a:pt x="170359" y="197834"/>
                  <a:pt x="170359" y="190691"/>
                </a:cubicBezTo>
                <a:cubicBezTo>
                  <a:pt x="170359" y="183547"/>
                  <a:pt x="176145" y="177737"/>
                  <a:pt x="183259" y="177737"/>
                </a:cubicBezTo>
                <a:cubicBezTo>
                  <a:pt x="190374" y="177737"/>
                  <a:pt x="196160" y="183547"/>
                  <a:pt x="196160" y="190691"/>
                </a:cubicBezTo>
                <a:close/>
                <a:moveTo>
                  <a:pt x="235999" y="190691"/>
                </a:moveTo>
                <a:cubicBezTo>
                  <a:pt x="235999" y="197834"/>
                  <a:pt x="230023" y="203645"/>
                  <a:pt x="222719" y="203645"/>
                </a:cubicBezTo>
                <a:cubicBezTo>
                  <a:pt x="215415" y="203645"/>
                  <a:pt x="209439" y="197834"/>
                  <a:pt x="209439" y="190691"/>
                </a:cubicBezTo>
                <a:cubicBezTo>
                  <a:pt x="209439" y="183547"/>
                  <a:pt x="215415" y="177737"/>
                  <a:pt x="222719" y="177737"/>
                </a:cubicBezTo>
                <a:cubicBezTo>
                  <a:pt x="230023" y="177737"/>
                  <a:pt x="235999" y="183547"/>
                  <a:pt x="235999" y="190691"/>
                </a:cubicBezTo>
                <a:close/>
                <a:moveTo>
                  <a:pt x="275079" y="190691"/>
                </a:moveTo>
                <a:cubicBezTo>
                  <a:pt x="275079" y="197834"/>
                  <a:pt x="269103" y="203645"/>
                  <a:pt x="261799" y="203645"/>
                </a:cubicBezTo>
                <a:cubicBezTo>
                  <a:pt x="254495" y="203645"/>
                  <a:pt x="248519" y="197834"/>
                  <a:pt x="248519" y="190691"/>
                </a:cubicBezTo>
                <a:cubicBezTo>
                  <a:pt x="248519" y="183547"/>
                  <a:pt x="254495" y="177737"/>
                  <a:pt x="261799" y="177737"/>
                </a:cubicBezTo>
                <a:cubicBezTo>
                  <a:pt x="269103" y="177737"/>
                  <a:pt x="275079" y="183547"/>
                  <a:pt x="275079" y="190691"/>
                </a:cubicBezTo>
                <a:close/>
                <a:moveTo>
                  <a:pt x="45720" y="171069"/>
                </a:moveTo>
                <a:cubicBezTo>
                  <a:pt x="34622" y="171069"/>
                  <a:pt x="25801" y="179832"/>
                  <a:pt x="25801" y="190691"/>
                </a:cubicBezTo>
                <a:cubicBezTo>
                  <a:pt x="25801" y="201549"/>
                  <a:pt x="34622" y="210312"/>
                  <a:pt x="45720" y="210312"/>
                </a:cubicBezTo>
                <a:cubicBezTo>
                  <a:pt x="56818" y="210312"/>
                  <a:pt x="65639" y="201549"/>
                  <a:pt x="65639" y="190691"/>
                </a:cubicBezTo>
                <a:cubicBezTo>
                  <a:pt x="65639" y="179832"/>
                  <a:pt x="56818" y="171069"/>
                  <a:pt x="45720" y="171069"/>
                </a:cubicBezTo>
                <a:close/>
                <a:moveTo>
                  <a:pt x="45720" y="197263"/>
                </a:moveTo>
                <a:cubicBezTo>
                  <a:pt x="42400" y="197263"/>
                  <a:pt x="39080" y="194024"/>
                  <a:pt x="39080" y="190691"/>
                </a:cubicBezTo>
                <a:cubicBezTo>
                  <a:pt x="39080" y="186309"/>
                  <a:pt x="42400" y="184118"/>
                  <a:pt x="45720" y="184118"/>
                </a:cubicBezTo>
                <a:cubicBezTo>
                  <a:pt x="50178" y="184118"/>
                  <a:pt x="52360" y="186309"/>
                  <a:pt x="52360" y="190691"/>
                </a:cubicBezTo>
                <a:cubicBezTo>
                  <a:pt x="52360" y="193929"/>
                  <a:pt x="50178" y="197263"/>
                  <a:pt x="45720" y="197263"/>
                </a:cubicBezTo>
                <a:close/>
                <a:moveTo>
                  <a:pt x="196160" y="269558"/>
                </a:moveTo>
                <a:cubicBezTo>
                  <a:pt x="196160" y="276892"/>
                  <a:pt x="190374" y="282893"/>
                  <a:pt x="183259" y="282893"/>
                </a:cubicBezTo>
                <a:cubicBezTo>
                  <a:pt x="176145" y="282893"/>
                  <a:pt x="170359" y="276892"/>
                  <a:pt x="170359" y="269558"/>
                </a:cubicBezTo>
                <a:cubicBezTo>
                  <a:pt x="170359" y="262223"/>
                  <a:pt x="176145" y="256222"/>
                  <a:pt x="183259" y="256222"/>
                </a:cubicBezTo>
                <a:cubicBezTo>
                  <a:pt x="190374" y="256222"/>
                  <a:pt x="196160" y="262223"/>
                  <a:pt x="196160" y="269558"/>
                </a:cubicBezTo>
                <a:close/>
                <a:moveTo>
                  <a:pt x="235999" y="269558"/>
                </a:moveTo>
                <a:cubicBezTo>
                  <a:pt x="235999" y="276892"/>
                  <a:pt x="230023" y="282893"/>
                  <a:pt x="222719" y="282893"/>
                </a:cubicBezTo>
                <a:cubicBezTo>
                  <a:pt x="215415" y="282893"/>
                  <a:pt x="209439" y="276892"/>
                  <a:pt x="209439" y="269558"/>
                </a:cubicBezTo>
                <a:cubicBezTo>
                  <a:pt x="209439" y="262223"/>
                  <a:pt x="215415" y="256222"/>
                  <a:pt x="222719" y="256222"/>
                </a:cubicBezTo>
                <a:cubicBezTo>
                  <a:pt x="230023" y="256222"/>
                  <a:pt x="235999" y="262223"/>
                  <a:pt x="235999" y="269558"/>
                </a:cubicBezTo>
                <a:close/>
                <a:moveTo>
                  <a:pt x="275079" y="269558"/>
                </a:moveTo>
                <a:cubicBezTo>
                  <a:pt x="275079" y="276892"/>
                  <a:pt x="269103" y="282893"/>
                  <a:pt x="261799" y="282893"/>
                </a:cubicBezTo>
                <a:cubicBezTo>
                  <a:pt x="254495" y="282893"/>
                  <a:pt x="248519" y="276892"/>
                  <a:pt x="248519" y="269558"/>
                </a:cubicBezTo>
                <a:cubicBezTo>
                  <a:pt x="248519" y="262223"/>
                  <a:pt x="254495" y="256222"/>
                  <a:pt x="261799" y="256222"/>
                </a:cubicBezTo>
                <a:cubicBezTo>
                  <a:pt x="269103" y="256222"/>
                  <a:pt x="275079" y="262223"/>
                  <a:pt x="275079" y="269558"/>
                </a:cubicBezTo>
                <a:close/>
                <a:moveTo>
                  <a:pt x="45720" y="249555"/>
                </a:moveTo>
                <a:cubicBezTo>
                  <a:pt x="34622" y="249555"/>
                  <a:pt x="25801" y="258413"/>
                  <a:pt x="25801" y="269558"/>
                </a:cubicBezTo>
                <a:cubicBezTo>
                  <a:pt x="25801" y="280702"/>
                  <a:pt x="34622" y="289560"/>
                  <a:pt x="45720" y="289560"/>
                </a:cubicBezTo>
                <a:cubicBezTo>
                  <a:pt x="56818" y="289560"/>
                  <a:pt x="65639" y="280702"/>
                  <a:pt x="65639" y="269558"/>
                </a:cubicBezTo>
                <a:cubicBezTo>
                  <a:pt x="65639" y="258413"/>
                  <a:pt x="56818" y="249555"/>
                  <a:pt x="45720" y="249555"/>
                </a:cubicBezTo>
                <a:close/>
                <a:moveTo>
                  <a:pt x="45720" y="276225"/>
                </a:moveTo>
                <a:cubicBezTo>
                  <a:pt x="42400" y="276225"/>
                  <a:pt x="39080" y="272891"/>
                  <a:pt x="39080" y="269558"/>
                </a:cubicBezTo>
                <a:cubicBezTo>
                  <a:pt x="39080" y="265081"/>
                  <a:pt x="42400" y="262890"/>
                  <a:pt x="45720" y="262890"/>
                </a:cubicBezTo>
                <a:cubicBezTo>
                  <a:pt x="50178" y="262890"/>
                  <a:pt x="52360" y="265081"/>
                  <a:pt x="52360" y="269558"/>
                </a:cubicBezTo>
                <a:cubicBezTo>
                  <a:pt x="52360" y="272891"/>
                  <a:pt x="50178" y="276225"/>
                  <a:pt x="45720" y="27622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4" name="Graphic 151">
            <a:extLst>
              <a:ext uri="{FF2B5EF4-FFF2-40B4-BE49-F238E27FC236}">
                <a16:creationId xmlns:a16="http://schemas.microsoft.com/office/drawing/2014/main" id="{8A353545-821F-0BCB-8538-BACEA30AB207}"/>
              </a:ext>
            </a:extLst>
          </p:cNvPr>
          <p:cNvSpPr/>
          <p:nvPr/>
        </p:nvSpPr>
        <p:spPr>
          <a:xfrm>
            <a:off x="1345506" y="2867347"/>
            <a:ext cx="420204" cy="420963"/>
          </a:xfrm>
          <a:custGeom>
            <a:avLst/>
            <a:gdLst>
              <a:gd name="connsiteX0" fmla="*/ 312357 w 314898"/>
              <a:gd name="connsiteY0" fmla="*/ 66484 h 315467"/>
              <a:gd name="connsiteX1" fmla="*/ 233722 w 314898"/>
              <a:gd name="connsiteY1" fmla="*/ 1048 h 315467"/>
              <a:gd name="connsiteX2" fmla="*/ 229359 w 314898"/>
              <a:gd name="connsiteY2" fmla="*/ 0 h 315467"/>
              <a:gd name="connsiteX3" fmla="*/ 85180 w 314898"/>
              <a:gd name="connsiteY3" fmla="*/ 0 h 315467"/>
              <a:gd name="connsiteX4" fmla="*/ 80816 w 314898"/>
              <a:gd name="connsiteY4" fmla="*/ 1048 h 315467"/>
              <a:gd name="connsiteX5" fmla="*/ 2182 w 314898"/>
              <a:gd name="connsiteY5" fmla="*/ 66484 h 315467"/>
              <a:gd name="connsiteX6" fmla="*/ 854 w 314898"/>
              <a:gd name="connsiteY6" fmla="*/ 69247 h 315467"/>
              <a:gd name="connsiteX7" fmla="*/ 0 w 314898"/>
              <a:gd name="connsiteY7" fmla="*/ 72485 h 315467"/>
              <a:gd name="connsiteX8" fmla="*/ 0 w 314898"/>
              <a:gd name="connsiteY8" fmla="*/ 282702 h 315467"/>
              <a:gd name="connsiteX9" fmla="*/ 32725 w 314898"/>
              <a:gd name="connsiteY9" fmla="*/ 315468 h 315467"/>
              <a:gd name="connsiteX10" fmla="*/ 281434 w 314898"/>
              <a:gd name="connsiteY10" fmla="*/ 315468 h 315467"/>
              <a:gd name="connsiteX11" fmla="*/ 314159 w 314898"/>
              <a:gd name="connsiteY11" fmla="*/ 282702 h 315467"/>
              <a:gd name="connsiteX12" fmla="*/ 314159 w 314898"/>
              <a:gd name="connsiteY12" fmla="*/ 74105 h 315467"/>
              <a:gd name="connsiteX13" fmla="*/ 312357 w 314898"/>
              <a:gd name="connsiteY13" fmla="*/ 66580 h 315467"/>
              <a:gd name="connsiteX14" fmla="*/ 301069 w 314898"/>
              <a:gd name="connsiteY14" fmla="*/ 144590 h 315467"/>
              <a:gd name="connsiteX15" fmla="*/ 13090 w 314898"/>
              <a:gd name="connsiteY15" fmla="*/ 144590 h 315467"/>
              <a:gd name="connsiteX16" fmla="*/ 13090 w 314898"/>
              <a:gd name="connsiteY16" fmla="*/ 78962 h 315467"/>
              <a:gd name="connsiteX17" fmla="*/ 301069 w 314898"/>
              <a:gd name="connsiteY17" fmla="*/ 78962 h 315467"/>
              <a:gd name="connsiteX18" fmla="*/ 301069 w 314898"/>
              <a:gd name="connsiteY18" fmla="*/ 144590 h 315467"/>
              <a:gd name="connsiteX19" fmla="*/ 13090 w 314898"/>
              <a:gd name="connsiteY19" fmla="*/ 157734 h 315467"/>
              <a:gd name="connsiteX20" fmla="*/ 301069 w 314898"/>
              <a:gd name="connsiteY20" fmla="*/ 157734 h 315467"/>
              <a:gd name="connsiteX21" fmla="*/ 301069 w 314898"/>
              <a:gd name="connsiteY21" fmla="*/ 223742 h 315467"/>
              <a:gd name="connsiteX22" fmla="*/ 13090 w 314898"/>
              <a:gd name="connsiteY22" fmla="*/ 223742 h 315467"/>
              <a:gd name="connsiteX23" fmla="*/ 13090 w 314898"/>
              <a:gd name="connsiteY23" fmla="*/ 157734 h 315467"/>
              <a:gd name="connsiteX24" fmla="*/ 87361 w 314898"/>
              <a:gd name="connsiteY24" fmla="*/ 13049 h 315467"/>
              <a:gd name="connsiteX25" fmla="*/ 227177 w 314898"/>
              <a:gd name="connsiteY25" fmla="*/ 13049 h 315467"/>
              <a:gd name="connsiteX26" fmla="*/ 291014 w 314898"/>
              <a:gd name="connsiteY26" fmla="*/ 65913 h 315467"/>
              <a:gd name="connsiteX27" fmla="*/ 23429 w 314898"/>
              <a:gd name="connsiteY27" fmla="*/ 65913 h 315467"/>
              <a:gd name="connsiteX28" fmla="*/ 87266 w 314898"/>
              <a:gd name="connsiteY28" fmla="*/ 13049 h 315467"/>
              <a:gd name="connsiteX29" fmla="*/ 281434 w 314898"/>
              <a:gd name="connsiteY29" fmla="*/ 302419 h 315467"/>
              <a:gd name="connsiteX30" fmla="*/ 32725 w 314898"/>
              <a:gd name="connsiteY30" fmla="*/ 302419 h 315467"/>
              <a:gd name="connsiteX31" fmla="*/ 13090 w 314898"/>
              <a:gd name="connsiteY31" fmla="*/ 282702 h 315467"/>
              <a:gd name="connsiteX32" fmla="*/ 13090 w 314898"/>
              <a:gd name="connsiteY32" fmla="*/ 236982 h 315467"/>
              <a:gd name="connsiteX33" fmla="*/ 301069 w 314898"/>
              <a:gd name="connsiteY33" fmla="*/ 236982 h 315467"/>
              <a:gd name="connsiteX34" fmla="*/ 301069 w 314898"/>
              <a:gd name="connsiteY34" fmla="*/ 282702 h 315467"/>
              <a:gd name="connsiteX35" fmla="*/ 281434 w 314898"/>
              <a:gd name="connsiteY35" fmla="*/ 302419 h 315467"/>
              <a:gd name="connsiteX36" fmla="*/ 170359 w 314898"/>
              <a:gd name="connsiteY36" fmla="*/ 111824 h 315467"/>
              <a:gd name="connsiteX37" fmla="*/ 183259 w 314898"/>
              <a:gd name="connsiteY37" fmla="*/ 98489 h 315467"/>
              <a:gd name="connsiteX38" fmla="*/ 196160 w 314898"/>
              <a:gd name="connsiteY38" fmla="*/ 111824 h 315467"/>
              <a:gd name="connsiteX39" fmla="*/ 183259 w 314898"/>
              <a:gd name="connsiteY39" fmla="*/ 125159 h 315467"/>
              <a:gd name="connsiteX40" fmla="*/ 170359 w 314898"/>
              <a:gd name="connsiteY40" fmla="*/ 111824 h 315467"/>
              <a:gd name="connsiteX41" fmla="*/ 209439 w 314898"/>
              <a:gd name="connsiteY41" fmla="*/ 111824 h 315467"/>
              <a:gd name="connsiteX42" fmla="*/ 222719 w 314898"/>
              <a:gd name="connsiteY42" fmla="*/ 98489 h 315467"/>
              <a:gd name="connsiteX43" fmla="*/ 235999 w 314898"/>
              <a:gd name="connsiteY43" fmla="*/ 111824 h 315467"/>
              <a:gd name="connsiteX44" fmla="*/ 222719 w 314898"/>
              <a:gd name="connsiteY44" fmla="*/ 125159 h 315467"/>
              <a:gd name="connsiteX45" fmla="*/ 209439 w 314898"/>
              <a:gd name="connsiteY45" fmla="*/ 111824 h 315467"/>
              <a:gd name="connsiteX46" fmla="*/ 248519 w 314898"/>
              <a:gd name="connsiteY46" fmla="*/ 111824 h 315467"/>
              <a:gd name="connsiteX47" fmla="*/ 261799 w 314898"/>
              <a:gd name="connsiteY47" fmla="*/ 98489 h 315467"/>
              <a:gd name="connsiteX48" fmla="*/ 275079 w 314898"/>
              <a:gd name="connsiteY48" fmla="*/ 111824 h 315467"/>
              <a:gd name="connsiteX49" fmla="*/ 261799 w 314898"/>
              <a:gd name="connsiteY49" fmla="*/ 125159 h 315467"/>
              <a:gd name="connsiteX50" fmla="*/ 248519 w 314898"/>
              <a:gd name="connsiteY50" fmla="*/ 111824 h 315467"/>
              <a:gd name="connsiteX51" fmla="*/ 45720 w 314898"/>
              <a:gd name="connsiteY51" fmla="*/ 131826 h 315467"/>
              <a:gd name="connsiteX52" fmla="*/ 65639 w 314898"/>
              <a:gd name="connsiteY52" fmla="*/ 111824 h 315467"/>
              <a:gd name="connsiteX53" fmla="*/ 45720 w 314898"/>
              <a:gd name="connsiteY53" fmla="*/ 91821 h 315467"/>
              <a:gd name="connsiteX54" fmla="*/ 25801 w 314898"/>
              <a:gd name="connsiteY54" fmla="*/ 111824 h 315467"/>
              <a:gd name="connsiteX55" fmla="*/ 45720 w 314898"/>
              <a:gd name="connsiteY55" fmla="*/ 131826 h 315467"/>
              <a:gd name="connsiteX56" fmla="*/ 45720 w 314898"/>
              <a:gd name="connsiteY56" fmla="*/ 105156 h 315467"/>
              <a:gd name="connsiteX57" fmla="*/ 52360 w 314898"/>
              <a:gd name="connsiteY57" fmla="*/ 111824 h 315467"/>
              <a:gd name="connsiteX58" fmla="*/ 45720 w 314898"/>
              <a:gd name="connsiteY58" fmla="*/ 118491 h 315467"/>
              <a:gd name="connsiteX59" fmla="*/ 39080 w 314898"/>
              <a:gd name="connsiteY59" fmla="*/ 111824 h 315467"/>
              <a:gd name="connsiteX60" fmla="*/ 45720 w 314898"/>
              <a:gd name="connsiteY60" fmla="*/ 105156 h 315467"/>
              <a:gd name="connsiteX61" fmla="*/ 196160 w 314898"/>
              <a:gd name="connsiteY61" fmla="*/ 190691 h 315467"/>
              <a:gd name="connsiteX62" fmla="*/ 183259 w 314898"/>
              <a:gd name="connsiteY62" fmla="*/ 203645 h 315467"/>
              <a:gd name="connsiteX63" fmla="*/ 170359 w 314898"/>
              <a:gd name="connsiteY63" fmla="*/ 190691 h 315467"/>
              <a:gd name="connsiteX64" fmla="*/ 183259 w 314898"/>
              <a:gd name="connsiteY64" fmla="*/ 177737 h 315467"/>
              <a:gd name="connsiteX65" fmla="*/ 196160 w 314898"/>
              <a:gd name="connsiteY65" fmla="*/ 190691 h 315467"/>
              <a:gd name="connsiteX66" fmla="*/ 235999 w 314898"/>
              <a:gd name="connsiteY66" fmla="*/ 190691 h 315467"/>
              <a:gd name="connsiteX67" fmla="*/ 222719 w 314898"/>
              <a:gd name="connsiteY67" fmla="*/ 203645 h 315467"/>
              <a:gd name="connsiteX68" fmla="*/ 209439 w 314898"/>
              <a:gd name="connsiteY68" fmla="*/ 190691 h 315467"/>
              <a:gd name="connsiteX69" fmla="*/ 222719 w 314898"/>
              <a:gd name="connsiteY69" fmla="*/ 177737 h 315467"/>
              <a:gd name="connsiteX70" fmla="*/ 235999 w 314898"/>
              <a:gd name="connsiteY70" fmla="*/ 190691 h 315467"/>
              <a:gd name="connsiteX71" fmla="*/ 275079 w 314898"/>
              <a:gd name="connsiteY71" fmla="*/ 190691 h 315467"/>
              <a:gd name="connsiteX72" fmla="*/ 261799 w 314898"/>
              <a:gd name="connsiteY72" fmla="*/ 203645 h 315467"/>
              <a:gd name="connsiteX73" fmla="*/ 248519 w 314898"/>
              <a:gd name="connsiteY73" fmla="*/ 190691 h 315467"/>
              <a:gd name="connsiteX74" fmla="*/ 261799 w 314898"/>
              <a:gd name="connsiteY74" fmla="*/ 177737 h 315467"/>
              <a:gd name="connsiteX75" fmla="*/ 275079 w 314898"/>
              <a:gd name="connsiteY75" fmla="*/ 190691 h 315467"/>
              <a:gd name="connsiteX76" fmla="*/ 45720 w 314898"/>
              <a:gd name="connsiteY76" fmla="*/ 171069 h 315467"/>
              <a:gd name="connsiteX77" fmla="*/ 25801 w 314898"/>
              <a:gd name="connsiteY77" fmla="*/ 190691 h 315467"/>
              <a:gd name="connsiteX78" fmla="*/ 45720 w 314898"/>
              <a:gd name="connsiteY78" fmla="*/ 210312 h 315467"/>
              <a:gd name="connsiteX79" fmla="*/ 65639 w 314898"/>
              <a:gd name="connsiteY79" fmla="*/ 190691 h 315467"/>
              <a:gd name="connsiteX80" fmla="*/ 45720 w 314898"/>
              <a:gd name="connsiteY80" fmla="*/ 171069 h 315467"/>
              <a:gd name="connsiteX81" fmla="*/ 45720 w 314898"/>
              <a:gd name="connsiteY81" fmla="*/ 197263 h 315467"/>
              <a:gd name="connsiteX82" fmla="*/ 39080 w 314898"/>
              <a:gd name="connsiteY82" fmla="*/ 190691 h 315467"/>
              <a:gd name="connsiteX83" fmla="*/ 45720 w 314898"/>
              <a:gd name="connsiteY83" fmla="*/ 184118 h 315467"/>
              <a:gd name="connsiteX84" fmla="*/ 52360 w 314898"/>
              <a:gd name="connsiteY84" fmla="*/ 190691 h 315467"/>
              <a:gd name="connsiteX85" fmla="*/ 45720 w 314898"/>
              <a:gd name="connsiteY85" fmla="*/ 197263 h 315467"/>
              <a:gd name="connsiteX86" fmla="*/ 196160 w 314898"/>
              <a:gd name="connsiteY86" fmla="*/ 269558 h 315467"/>
              <a:gd name="connsiteX87" fmla="*/ 183259 w 314898"/>
              <a:gd name="connsiteY87" fmla="*/ 282893 h 315467"/>
              <a:gd name="connsiteX88" fmla="*/ 170359 w 314898"/>
              <a:gd name="connsiteY88" fmla="*/ 269558 h 315467"/>
              <a:gd name="connsiteX89" fmla="*/ 183259 w 314898"/>
              <a:gd name="connsiteY89" fmla="*/ 256222 h 315467"/>
              <a:gd name="connsiteX90" fmla="*/ 196160 w 314898"/>
              <a:gd name="connsiteY90" fmla="*/ 269558 h 315467"/>
              <a:gd name="connsiteX91" fmla="*/ 235999 w 314898"/>
              <a:gd name="connsiteY91" fmla="*/ 269558 h 315467"/>
              <a:gd name="connsiteX92" fmla="*/ 222719 w 314898"/>
              <a:gd name="connsiteY92" fmla="*/ 282893 h 315467"/>
              <a:gd name="connsiteX93" fmla="*/ 209439 w 314898"/>
              <a:gd name="connsiteY93" fmla="*/ 269558 h 315467"/>
              <a:gd name="connsiteX94" fmla="*/ 222719 w 314898"/>
              <a:gd name="connsiteY94" fmla="*/ 256222 h 315467"/>
              <a:gd name="connsiteX95" fmla="*/ 235999 w 314898"/>
              <a:gd name="connsiteY95" fmla="*/ 269558 h 315467"/>
              <a:gd name="connsiteX96" fmla="*/ 275079 w 314898"/>
              <a:gd name="connsiteY96" fmla="*/ 269558 h 315467"/>
              <a:gd name="connsiteX97" fmla="*/ 261799 w 314898"/>
              <a:gd name="connsiteY97" fmla="*/ 282893 h 315467"/>
              <a:gd name="connsiteX98" fmla="*/ 248519 w 314898"/>
              <a:gd name="connsiteY98" fmla="*/ 269558 h 315467"/>
              <a:gd name="connsiteX99" fmla="*/ 261799 w 314898"/>
              <a:gd name="connsiteY99" fmla="*/ 256222 h 315467"/>
              <a:gd name="connsiteX100" fmla="*/ 275079 w 314898"/>
              <a:gd name="connsiteY100" fmla="*/ 269558 h 315467"/>
              <a:gd name="connsiteX101" fmla="*/ 45720 w 314898"/>
              <a:gd name="connsiteY101" fmla="*/ 249555 h 315467"/>
              <a:gd name="connsiteX102" fmla="*/ 25801 w 314898"/>
              <a:gd name="connsiteY102" fmla="*/ 269558 h 315467"/>
              <a:gd name="connsiteX103" fmla="*/ 45720 w 314898"/>
              <a:gd name="connsiteY103" fmla="*/ 289560 h 315467"/>
              <a:gd name="connsiteX104" fmla="*/ 65639 w 314898"/>
              <a:gd name="connsiteY104" fmla="*/ 269558 h 315467"/>
              <a:gd name="connsiteX105" fmla="*/ 45720 w 314898"/>
              <a:gd name="connsiteY105" fmla="*/ 249555 h 315467"/>
              <a:gd name="connsiteX106" fmla="*/ 45720 w 314898"/>
              <a:gd name="connsiteY106" fmla="*/ 276225 h 315467"/>
              <a:gd name="connsiteX107" fmla="*/ 39080 w 314898"/>
              <a:gd name="connsiteY107" fmla="*/ 269558 h 315467"/>
              <a:gd name="connsiteX108" fmla="*/ 45720 w 314898"/>
              <a:gd name="connsiteY108" fmla="*/ 262890 h 315467"/>
              <a:gd name="connsiteX109" fmla="*/ 52360 w 314898"/>
              <a:gd name="connsiteY109" fmla="*/ 269558 h 315467"/>
              <a:gd name="connsiteX110" fmla="*/ 45720 w 314898"/>
              <a:gd name="connsiteY110" fmla="*/ 276225 h 31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14898" h="315467">
                <a:moveTo>
                  <a:pt x="312357" y="66484"/>
                </a:moveTo>
                <a:lnTo>
                  <a:pt x="233722" y="1048"/>
                </a:lnTo>
                <a:cubicBezTo>
                  <a:pt x="232584" y="0"/>
                  <a:pt x="231540" y="0"/>
                  <a:pt x="229359" y="0"/>
                </a:cubicBezTo>
                <a:lnTo>
                  <a:pt x="85180" y="0"/>
                </a:lnTo>
                <a:cubicBezTo>
                  <a:pt x="84041" y="0"/>
                  <a:pt x="81860" y="0"/>
                  <a:pt x="80816" y="1048"/>
                </a:cubicBezTo>
                <a:lnTo>
                  <a:pt x="2182" y="66484"/>
                </a:lnTo>
                <a:cubicBezTo>
                  <a:pt x="1423" y="67247"/>
                  <a:pt x="1043" y="68199"/>
                  <a:pt x="854" y="69247"/>
                </a:cubicBezTo>
                <a:cubicBezTo>
                  <a:pt x="379" y="70199"/>
                  <a:pt x="0" y="71152"/>
                  <a:pt x="0" y="72485"/>
                </a:cubicBezTo>
                <a:lnTo>
                  <a:pt x="0" y="282702"/>
                </a:lnTo>
                <a:cubicBezTo>
                  <a:pt x="0" y="300228"/>
                  <a:pt x="15272" y="315468"/>
                  <a:pt x="32725" y="315468"/>
                </a:cubicBezTo>
                <a:lnTo>
                  <a:pt x="281434" y="315468"/>
                </a:lnTo>
                <a:cubicBezTo>
                  <a:pt x="300026" y="315468"/>
                  <a:pt x="314159" y="300133"/>
                  <a:pt x="314159" y="282702"/>
                </a:cubicBezTo>
                <a:lnTo>
                  <a:pt x="314159" y="74105"/>
                </a:lnTo>
                <a:cubicBezTo>
                  <a:pt x="315487" y="71818"/>
                  <a:pt x="315108" y="68390"/>
                  <a:pt x="312357" y="66580"/>
                </a:cubicBezTo>
                <a:close/>
                <a:moveTo>
                  <a:pt x="301069" y="144590"/>
                </a:moveTo>
                <a:lnTo>
                  <a:pt x="13090" y="144590"/>
                </a:lnTo>
                <a:lnTo>
                  <a:pt x="13090" y="78962"/>
                </a:lnTo>
                <a:lnTo>
                  <a:pt x="301069" y="78962"/>
                </a:lnTo>
                <a:lnTo>
                  <a:pt x="301069" y="144590"/>
                </a:lnTo>
                <a:close/>
                <a:moveTo>
                  <a:pt x="13090" y="157734"/>
                </a:moveTo>
                <a:lnTo>
                  <a:pt x="301069" y="157734"/>
                </a:lnTo>
                <a:lnTo>
                  <a:pt x="301069" y="223742"/>
                </a:lnTo>
                <a:lnTo>
                  <a:pt x="13090" y="223742"/>
                </a:lnTo>
                <a:lnTo>
                  <a:pt x="13090" y="157734"/>
                </a:lnTo>
                <a:close/>
                <a:moveTo>
                  <a:pt x="87361" y="13049"/>
                </a:moveTo>
                <a:lnTo>
                  <a:pt x="227177" y="13049"/>
                </a:lnTo>
                <a:cubicBezTo>
                  <a:pt x="227177" y="13049"/>
                  <a:pt x="227177" y="13049"/>
                  <a:pt x="291014" y="65913"/>
                </a:cubicBezTo>
                <a:lnTo>
                  <a:pt x="23429" y="65913"/>
                </a:lnTo>
                <a:cubicBezTo>
                  <a:pt x="33768" y="57341"/>
                  <a:pt x="52644" y="41720"/>
                  <a:pt x="87266" y="13049"/>
                </a:cubicBezTo>
                <a:close/>
                <a:moveTo>
                  <a:pt x="281434" y="302419"/>
                </a:moveTo>
                <a:lnTo>
                  <a:pt x="32725" y="302419"/>
                </a:lnTo>
                <a:cubicBezTo>
                  <a:pt x="21817" y="302419"/>
                  <a:pt x="13090" y="293656"/>
                  <a:pt x="13090" y="282702"/>
                </a:cubicBezTo>
                <a:lnTo>
                  <a:pt x="13090" y="236982"/>
                </a:lnTo>
                <a:lnTo>
                  <a:pt x="301069" y="236982"/>
                </a:lnTo>
                <a:lnTo>
                  <a:pt x="301069" y="282702"/>
                </a:lnTo>
                <a:cubicBezTo>
                  <a:pt x="301069" y="293656"/>
                  <a:pt x="292342" y="302419"/>
                  <a:pt x="281434" y="302419"/>
                </a:cubicBezTo>
                <a:close/>
                <a:moveTo>
                  <a:pt x="170359" y="111824"/>
                </a:moveTo>
                <a:cubicBezTo>
                  <a:pt x="170359" y="104489"/>
                  <a:pt x="176145" y="98489"/>
                  <a:pt x="183259" y="98489"/>
                </a:cubicBezTo>
                <a:cubicBezTo>
                  <a:pt x="190374" y="98489"/>
                  <a:pt x="196160" y="104489"/>
                  <a:pt x="196160" y="111824"/>
                </a:cubicBezTo>
                <a:cubicBezTo>
                  <a:pt x="196160" y="119158"/>
                  <a:pt x="190374" y="125159"/>
                  <a:pt x="183259" y="125159"/>
                </a:cubicBezTo>
                <a:cubicBezTo>
                  <a:pt x="176145" y="125159"/>
                  <a:pt x="170359" y="119158"/>
                  <a:pt x="170359" y="111824"/>
                </a:cubicBezTo>
                <a:close/>
                <a:moveTo>
                  <a:pt x="209439" y="111824"/>
                </a:moveTo>
                <a:cubicBezTo>
                  <a:pt x="209439" y="104489"/>
                  <a:pt x="215415" y="98489"/>
                  <a:pt x="222719" y="98489"/>
                </a:cubicBezTo>
                <a:cubicBezTo>
                  <a:pt x="230023" y="98489"/>
                  <a:pt x="235999" y="104489"/>
                  <a:pt x="235999" y="111824"/>
                </a:cubicBezTo>
                <a:cubicBezTo>
                  <a:pt x="235999" y="119158"/>
                  <a:pt x="230023" y="125159"/>
                  <a:pt x="222719" y="125159"/>
                </a:cubicBezTo>
                <a:cubicBezTo>
                  <a:pt x="215415" y="125159"/>
                  <a:pt x="209439" y="119158"/>
                  <a:pt x="209439" y="111824"/>
                </a:cubicBezTo>
                <a:close/>
                <a:moveTo>
                  <a:pt x="248519" y="111824"/>
                </a:moveTo>
                <a:cubicBezTo>
                  <a:pt x="248519" y="104489"/>
                  <a:pt x="254495" y="98489"/>
                  <a:pt x="261799" y="98489"/>
                </a:cubicBezTo>
                <a:cubicBezTo>
                  <a:pt x="269103" y="98489"/>
                  <a:pt x="275079" y="104489"/>
                  <a:pt x="275079" y="111824"/>
                </a:cubicBezTo>
                <a:cubicBezTo>
                  <a:pt x="275079" y="119158"/>
                  <a:pt x="269103" y="125159"/>
                  <a:pt x="261799" y="125159"/>
                </a:cubicBezTo>
                <a:cubicBezTo>
                  <a:pt x="254495" y="125159"/>
                  <a:pt x="248519" y="119158"/>
                  <a:pt x="248519" y="111824"/>
                </a:cubicBezTo>
                <a:close/>
                <a:moveTo>
                  <a:pt x="45720" y="131826"/>
                </a:moveTo>
                <a:cubicBezTo>
                  <a:pt x="56818" y="131826"/>
                  <a:pt x="65639" y="122968"/>
                  <a:pt x="65639" y="111824"/>
                </a:cubicBezTo>
                <a:cubicBezTo>
                  <a:pt x="65639" y="100679"/>
                  <a:pt x="56818" y="91821"/>
                  <a:pt x="45720" y="91821"/>
                </a:cubicBezTo>
                <a:cubicBezTo>
                  <a:pt x="34622" y="91821"/>
                  <a:pt x="25801" y="100679"/>
                  <a:pt x="25801" y="111824"/>
                </a:cubicBezTo>
                <a:cubicBezTo>
                  <a:pt x="25801" y="122968"/>
                  <a:pt x="34622" y="131826"/>
                  <a:pt x="45720" y="131826"/>
                </a:cubicBezTo>
                <a:close/>
                <a:moveTo>
                  <a:pt x="45720" y="105156"/>
                </a:moveTo>
                <a:cubicBezTo>
                  <a:pt x="50178" y="105156"/>
                  <a:pt x="52360" y="107347"/>
                  <a:pt x="52360" y="111824"/>
                </a:cubicBezTo>
                <a:cubicBezTo>
                  <a:pt x="52360" y="115157"/>
                  <a:pt x="50178" y="118491"/>
                  <a:pt x="45720" y="118491"/>
                </a:cubicBezTo>
                <a:cubicBezTo>
                  <a:pt x="42400" y="118491"/>
                  <a:pt x="39080" y="115157"/>
                  <a:pt x="39080" y="111824"/>
                </a:cubicBezTo>
                <a:cubicBezTo>
                  <a:pt x="39080" y="107347"/>
                  <a:pt x="42400" y="105156"/>
                  <a:pt x="45720" y="105156"/>
                </a:cubicBezTo>
                <a:close/>
                <a:moveTo>
                  <a:pt x="196160" y="190691"/>
                </a:moveTo>
                <a:cubicBezTo>
                  <a:pt x="196160" y="197834"/>
                  <a:pt x="190374" y="203645"/>
                  <a:pt x="183259" y="203645"/>
                </a:cubicBezTo>
                <a:cubicBezTo>
                  <a:pt x="176145" y="203645"/>
                  <a:pt x="170359" y="197834"/>
                  <a:pt x="170359" y="190691"/>
                </a:cubicBezTo>
                <a:cubicBezTo>
                  <a:pt x="170359" y="183547"/>
                  <a:pt x="176145" y="177737"/>
                  <a:pt x="183259" y="177737"/>
                </a:cubicBezTo>
                <a:cubicBezTo>
                  <a:pt x="190374" y="177737"/>
                  <a:pt x="196160" y="183547"/>
                  <a:pt x="196160" y="190691"/>
                </a:cubicBezTo>
                <a:close/>
                <a:moveTo>
                  <a:pt x="235999" y="190691"/>
                </a:moveTo>
                <a:cubicBezTo>
                  <a:pt x="235999" y="197834"/>
                  <a:pt x="230023" y="203645"/>
                  <a:pt x="222719" y="203645"/>
                </a:cubicBezTo>
                <a:cubicBezTo>
                  <a:pt x="215415" y="203645"/>
                  <a:pt x="209439" y="197834"/>
                  <a:pt x="209439" y="190691"/>
                </a:cubicBezTo>
                <a:cubicBezTo>
                  <a:pt x="209439" y="183547"/>
                  <a:pt x="215415" y="177737"/>
                  <a:pt x="222719" y="177737"/>
                </a:cubicBezTo>
                <a:cubicBezTo>
                  <a:pt x="230023" y="177737"/>
                  <a:pt x="235999" y="183547"/>
                  <a:pt x="235999" y="190691"/>
                </a:cubicBezTo>
                <a:close/>
                <a:moveTo>
                  <a:pt x="275079" y="190691"/>
                </a:moveTo>
                <a:cubicBezTo>
                  <a:pt x="275079" y="197834"/>
                  <a:pt x="269103" y="203645"/>
                  <a:pt x="261799" y="203645"/>
                </a:cubicBezTo>
                <a:cubicBezTo>
                  <a:pt x="254495" y="203645"/>
                  <a:pt x="248519" y="197834"/>
                  <a:pt x="248519" y="190691"/>
                </a:cubicBezTo>
                <a:cubicBezTo>
                  <a:pt x="248519" y="183547"/>
                  <a:pt x="254495" y="177737"/>
                  <a:pt x="261799" y="177737"/>
                </a:cubicBezTo>
                <a:cubicBezTo>
                  <a:pt x="269103" y="177737"/>
                  <a:pt x="275079" y="183547"/>
                  <a:pt x="275079" y="190691"/>
                </a:cubicBezTo>
                <a:close/>
                <a:moveTo>
                  <a:pt x="45720" y="171069"/>
                </a:moveTo>
                <a:cubicBezTo>
                  <a:pt x="34622" y="171069"/>
                  <a:pt x="25801" y="179832"/>
                  <a:pt x="25801" y="190691"/>
                </a:cubicBezTo>
                <a:cubicBezTo>
                  <a:pt x="25801" y="201549"/>
                  <a:pt x="34622" y="210312"/>
                  <a:pt x="45720" y="210312"/>
                </a:cubicBezTo>
                <a:cubicBezTo>
                  <a:pt x="56818" y="210312"/>
                  <a:pt x="65639" y="201549"/>
                  <a:pt x="65639" y="190691"/>
                </a:cubicBezTo>
                <a:cubicBezTo>
                  <a:pt x="65639" y="179832"/>
                  <a:pt x="56818" y="171069"/>
                  <a:pt x="45720" y="171069"/>
                </a:cubicBezTo>
                <a:close/>
                <a:moveTo>
                  <a:pt x="45720" y="197263"/>
                </a:moveTo>
                <a:cubicBezTo>
                  <a:pt x="42400" y="197263"/>
                  <a:pt x="39080" y="194024"/>
                  <a:pt x="39080" y="190691"/>
                </a:cubicBezTo>
                <a:cubicBezTo>
                  <a:pt x="39080" y="186309"/>
                  <a:pt x="42400" y="184118"/>
                  <a:pt x="45720" y="184118"/>
                </a:cubicBezTo>
                <a:cubicBezTo>
                  <a:pt x="50178" y="184118"/>
                  <a:pt x="52360" y="186309"/>
                  <a:pt x="52360" y="190691"/>
                </a:cubicBezTo>
                <a:cubicBezTo>
                  <a:pt x="52360" y="193929"/>
                  <a:pt x="50178" y="197263"/>
                  <a:pt x="45720" y="197263"/>
                </a:cubicBezTo>
                <a:close/>
                <a:moveTo>
                  <a:pt x="196160" y="269558"/>
                </a:moveTo>
                <a:cubicBezTo>
                  <a:pt x="196160" y="276892"/>
                  <a:pt x="190374" y="282893"/>
                  <a:pt x="183259" y="282893"/>
                </a:cubicBezTo>
                <a:cubicBezTo>
                  <a:pt x="176145" y="282893"/>
                  <a:pt x="170359" y="276892"/>
                  <a:pt x="170359" y="269558"/>
                </a:cubicBezTo>
                <a:cubicBezTo>
                  <a:pt x="170359" y="262223"/>
                  <a:pt x="176145" y="256222"/>
                  <a:pt x="183259" y="256222"/>
                </a:cubicBezTo>
                <a:cubicBezTo>
                  <a:pt x="190374" y="256222"/>
                  <a:pt x="196160" y="262223"/>
                  <a:pt x="196160" y="269558"/>
                </a:cubicBezTo>
                <a:close/>
                <a:moveTo>
                  <a:pt x="235999" y="269558"/>
                </a:moveTo>
                <a:cubicBezTo>
                  <a:pt x="235999" y="276892"/>
                  <a:pt x="230023" y="282893"/>
                  <a:pt x="222719" y="282893"/>
                </a:cubicBezTo>
                <a:cubicBezTo>
                  <a:pt x="215415" y="282893"/>
                  <a:pt x="209439" y="276892"/>
                  <a:pt x="209439" y="269558"/>
                </a:cubicBezTo>
                <a:cubicBezTo>
                  <a:pt x="209439" y="262223"/>
                  <a:pt x="215415" y="256222"/>
                  <a:pt x="222719" y="256222"/>
                </a:cubicBezTo>
                <a:cubicBezTo>
                  <a:pt x="230023" y="256222"/>
                  <a:pt x="235999" y="262223"/>
                  <a:pt x="235999" y="269558"/>
                </a:cubicBezTo>
                <a:close/>
                <a:moveTo>
                  <a:pt x="275079" y="269558"/>
                </a:moveTo>
                <a:cubicBezTo>
                  <a:pt x="275079" y="276892"/>
                  <a:pt x="269103" y="282893"/>
                  <a:pt x="261799" y="282893"/>
                </a:cubicBezTo>
                <a:cubicBezTo>
                  <a:pt x="254495" y="282893"/>
                  <a:pt x="248519" y="276892"/>
                  <a:pt x="248519" y="269558"/>
                </a:cubicBezTo>
                <a:cubicBezTo>
                  <a:pt x="248519" y="262223"/>
                  <a:pt x="254495" y="256222"/>
                  <a:pt x="261799" y="256222"/>
                </a:cubicBezTo>
                <a:cubicBezTo>
                  <a:pt x="269103" y="256222"/>
                  <a:pt x="275079" y="262223"/>
                  <a:pt x="275079" y="269558"/>
                </a:cubicBezTo>
                <a:close/>
                <a:moveTo>
                  <a:pt x="45720" y="249555"/>
                </a:moveTo>
                <a:cubicBezTo>
                  <a:pt x="34622" y="249555"/>
                  <a:pt x="25801" y="258413"/>
                  <a:pt x="25801" y="269558"/>
                </a:cubicBezTo>
                <a:cubicBezTo>
                  <a:pt x="25801" y="280702"/>
                  <a:pt x="34622" y="289560"/>
                  <a:pt x="45720" y="289560"/>
                </a:cubicBezTo>
                <a:cubicBezTo>
                  <a:pt x="56818" y="289560"/>
                  <a:pt x="65639" y="280702"/>
                  <a:pt x="65639" y="269558"/>
                </a:cubicBezTo>
                <a:cubicBezTo>
                  <a:pt x="65639" y="258413"/>
                  <a:pt x="56818" y="249555"/>
                  <a:pt x="45720" y="249555"/>
                </a:cubicBezTo>
                <a:close/>
                <a:moveTo>
                  <a:pt x="45720" y="276225"/>
                </a:moveTo>
                <a:cubicBezTo>
                  <a:pt x="42400" y="276225"/>
                  <a:pt x="39080" y="272891"/>
                  <a:pt x="39080" y="269558"/>
                </a:cubicBezTo>
                <a:cubicBezTo>
                  <a:pt x="39080" y="265081"/>
                  <a:pt x="42400" y="262890"/>
                  <a:pt x="45720" y="262890"/>
                </a:cubicBezTo>
                <a:cubicBezTo>
                  <a:pt x="50178" y="262890"/>
                  <a:pt x="52360" y="265081"/>
                  <a:pt x="52360" y="269558"/>
                </a:cubicBezTo>
                <a:cubicBezTo>
                  <a:pt x="52360" y="272891"/>
                  <a:pt x="50178" y="276225"/>
                  <a:pt x="45720" y="27622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5" name="Graphic 151">
            <a:extLst>
              <a:ext uri="{FF2B5EF4-FFF2-40B4-BE49-F238E27FC236}">
                <a16:creationId xmlns:a16="http://schemas.microsoft.com/office/drawing/2014/main" id="{36032BB4-BDE7-5434-2E25-89D73327E475}"/>
              </a:ext>
            </a:extLst>
          </p:cNvPr>
          <p:cNvSpPr/>
          <p:nvPr/>
        </p:nvSpPr>
        <p:spPr>
          <a:xfrm>
            <a:off x="558106" y="3513233"/>
            <a:ext cx="420204" cy="420963"/>
          </a:xfrm>
          <a:custGeom>
            <a:avLst/>
            <a:gdLst>
              <a:gd name="connsiteX0" fmla="*/ 312357 w 314898"/>
              <a:gd name="connsiteY0" fmla="*/ 66484 h 315467"/>
              <a:gd name="connsiteX1" fmla="*/ 233722 w 314898"/>
              <a:gd name="connsiteY1" fmla="*/ 1048 h 315467"/>
              <a:gd name="connsiteX2" fmla="*/ 229359 w 314898"/>
              <a:gd name="connsiteY2" fmla="*/ 0 h 315467"/>
              <a:gd name="connsiteX3" fmla="*/ 85180 w 314898"/>
              <a:gd name="connsiteY3" fmla="*/ 0 h 315467"/>
              <a:gd name="connsiteX4" fmla="*/ 80816 w 314898"/>
              <a:gd name="connsiteY4" fmla="*/ 1048 h 315467"/>
              <a:gd name="connsiteX5" fmla="*/ 2182 w 314898"/>
              <a:gd name="connsiteY5" fmla="*/ 66484 h 315467"/>
              <a:gd name="connsiteX6" fmla="*/ 854 w 314898"/>
              <a:gd name="connsiteY6" fmla="*/ 69247 h 315467"/>
              <a:gd name="connsiteX7" fmla="*/ 0 w 314898"/>
              <a:gd name="connsiteY7" fmla="*/ 72485 h 315467"/>
              <a:gd name="connsiteX8" fmla="*/ 0 w 314898"/>
              <a:gd name="connsiteY8" fmla="*/ 282702 h 315467"/>
              <a:gd name="connsiteX9" fmla="*/ 32725 w 314898"/>
              <a:gd name="connsiteY9" fmla="*/ 315468 h 315467"/>
              <a:gd name="connsiteX10" fmla="*/ 281434 w 314898"/>
              <a:gd name="connsiteY10" fmla="*/ 315468 h 315467"/>
              <a:gd name="connsiteX11" fmla="*/ 314159 w 314898"/>
              <a:gd name="connsiteY11" fmla="*/ 282702 h 315467"/>
              <a:gd name="connsiteX12" fmla="*/ 314159 w 314898"/>
              <a:gd name="connsiteY12" fmla="*/ 74105 h 315467"/>
              <a:gd name="connsiteX13" fmla="*/ 312357 w 314898"/>
              <a:gd name="connsiteY13" fmla="*/ 66580 h 315467"/>
              <a:gd name="connsiteX14" fmla="*/ 301069 w 314898"/>
              <a:gd name="connsiteY14" fmla="*/ 144590 h 315467"/>
              <a:gd name="connsiteX15" fmla="*/ 13090 w 314898"/>
              <a:gd name="connsiteY15" fmla="*/ 144590 h 315467"/>
              <a:gd name="connsiteX16" fmla="*/ 13090 w 314898"/>
              <a:gd name="connsiteY16" fmla="*/ 78962 h 315467"/>
              <a:gd name="connsiteX17" fmla="*/ 301069 w 314898"/>
              <a:gd name="connsiteY17" fmla="*/ 78962 h 315467"/>
              <a:gd name="connsiteX18" fmla="*/ 301069 w 314898"/>
              <a:gd name="connsiteY18" fmla="*/ 144590 h 315467"/>
              <a:gd name="connsiteX19" fmla="*/ 13090 w 314898"/>
              <a:gd name="connsiteY19" fmla="*/ 157734 h 315467"/>
              <a:gd name="connsiteX20" fmla="*/ 301069 w 314898"/>
              <a:gd name="connsiteY20" fmla="*/ 157734 h 315467"/>
              <a:gd name="connsiteX21" fmla="*/ 301069 w 314898"/>
              <a:gd name="connsiteY21" fmla="*/ 223742 h 315467"/>
              <a:gd name="connsiteX22" fmla="*/ 13090 w 314898"/>
              <a:gd name="connsiteY22" fmla="*/ 223742 h 315467"/>
              <a:gd name="connsiteX23" fmla="*/ 13090 w 314898"/>
              <a:gd name="connsiteY23" fmla="*/ 157734 h 315467"/>
              <a:gd name="connsiteX24" fmla="*/ 87361 w 314898"/>
              <a:gd name="connsiteY24" fmla="*/ 13049 h 315467"/>
              <a:gd name="connsiteX25" fmla="*/ 227177 w 314898"/>
              <a:gd name="connsiteY25" fmla="*/ 13049 h 315467"/>
              <a:gd name="connsiteX26" fmla="*/ 291014 w 314898"/>
              <a:gd name="connsiteY26" fmla="*/ 65913 h 315467"/>
              <a:gd name="connsiteX27" fmla="*/ 23429 w 314898"/>
              <a:gd name="connsiteY27" fmla="*/ 65913 h 315467"/>
              <a:gd name="connsiteX28" fmla="*/ 87266 w 314898"/>
              <a:gd name="connsiteY28" fmla="*/ 13049 h 315467"/>
              <a:gd name="connsiteX29" fmla="*/ 281434 w 314898"/>
              <a:gd name="connsiteY29" fmla="*/ 302419 h 315467"/>
              <a:gd name="connsiteX30" fmla="*/ 32725 w 314898"/>
              <a:gd name="connsiteY30" fmla="*/ 302419 h 315467"/>
              <a:gd name="connsiteX31" fmla="*/ 13090 w 314898"/>
              <a:gd name="connsiteY31" fmla="*/ 282702 h 315467"/>
              <a:gd name="connsiteX32" fmla="*/ 13090 w 314898"/>
              <a:gd name="connsiteY32" fmla="*/ 236982 h 315467"/>
              <a:gd name="connsiteX33" fmla="*/ 301069 w 314898"/>
              <a:gd name="connsiteY33" fmla="*/ 236982 h 315467"/>
              <a:gd name="connsiteX34" fmla="*/ 301069 w 314898"/>
              <a:gd name="connsiteY34" fmla="*/ 282702 h 315467"/>
              <a:gd name="connsiteX35" fmla="*/ 281434 w 314898"/>
              <a:gd name="connsiteY35" fmla="*/ 302419 h 315467"/>
              <a:gd name="connsiteX36" fmla="*/ 170359 w 314898"/>
              <a:gd name="connsiteY36" fmla="*/ 111824 h 315467"/>
              <a:gd name="connsiteX37" fmla="*/ 183259 w 314898"/>
              <a:gd name="connsiteY37" fmla="*/ 98489 h 315467"/>
              <a:gd name="connsiteX38" fmla="*/ 196160 w 314898"/>
              <a:gd name="connsiteY38" fmla="*/ 111824 h 315467"/>
              <a:gd name="connsiteX39" fmla="*/ 183259 w 314898"/>
              <a:gd name="connsiteY39" fmla="*/ 125159 h 315467"/>
              <a:gd name="connsiteX40" fmla="*/ 170359 w 314898"/>
              <a:gd name="connsiteY40" fmla="*/ 111824 h 315467"/>
              <a:gd name="connsiteX41" fmla="*/ 209439 w 314898"/>
              <a:gd name="connsiteY41" fmla="*/ 111824 h 315467"/>
              <a:gd name="connsiteX42" fmla="*/ 222719 w 314898"/>
              <a:gd name="connsiteY42" fmla="*/ 98489 h 315467"/>
              <a:gd name="connsiteX43" fmla="*/ 235999 w 314898"/>
              <a:gd name="connsiteY43" fmla="*/ 111824 h 315467"/>
              <a:gd name="connsiteX44" fmla="*/ 222719 w 314898"/>
              <a:gd name="connsiteY44" fmla="*/ 125159 h 315467"/>
              <a:gd name="connsiteX45" fmla="*/ 209439 w 314898"/>
              <a:gd name="connsiteY45" fmla="*/ 111824 h 315467"/>
              <a:gd name="connsiteX46" fmla="*/ 248519 w 314898"/>
              <a:gd name="connsiteY46" fmla="*/ 111824 h 315467"/>
              <a:gd name="connsiteX47" fmla="*/ 261799 w 314898"/>
              <a:gd name="connsiteY47" fmla="*/ 98489 h 315467"/>
              <a:gd name="connsiteX48" fmla="*/ 275079 w 314898"/>
              <a:gd name="connsiteY48" fmla="*/ 111824 h 315467"/>
              <a:gd name="connsiteX49" fmla="*/ 261799 w 314898"/>
              <a:gd name="connsiteY49" fmla="*/ 125159 h 315467"/>
              <a:gd name="connsiteX50" fmla="*/ 248519 w 314898"/>
              <a:gd name="connsiteY50" fmla="*/ 111824 h 315467"/>
              <a:gd name="connsiteX51" fmla="*/ 45720 w 314898"/>
              <a:gd name="connsiteY51" fmla="*/ 131826 h 315467"/>
              <a:gd name="connsiteX52" fmla="*/ 65639 w 314898"/>
              <a:gd name="connsiteY52" fmla="*/ 111824 h 315467"/>
              <a:gd name="connsiteX53" fmla="*/ 45720 w 314898"/>
              <a:gd name="connsiteY53" fmla="*/ 91821 h 315467"/>
              <a:gd name="connsiteX54" fmla="*/ 25801 w 314898"/>
              <a:gd name="connsiteY54" fmla="*/ 111824 h 315467"/>
              <a:gd name="connsiteX55" fmla="*/ 45720 w 314898"/>
              <a:gd name="connsiteY55" fmla="*/ 131826 h 315467"/>
              <a:gd name="connsiteX56" fmla="*/ 45720 w 314898"/>
              <a:gd name="connsiteY56" fmla="*/ 105156 h 315467"/>
              <a:gd name="connsiteX57" fmla="*/ 52360 w 314898"/>
              <a:gd name="connsiteY57" fmla="*/ 111824 h 315467"/>
              <a:gd name="connsiteX58" fmla="*/ 45720 w 314898"/>
              <a:gd name="connsiteY58" fmla="*/ 118491 h 315467"/>
              <a:gd name="connsiteX59" fmla="*/ 39080 w 314898"/>
              <a:gd name="connsiteY59" fmla="*/ 111824 h 315467"/>
              <a:gd name="connsiteX60" fmla="*/ 45720 w 314898"/>
              <a:gd name="connsiteY60" fmla="*/ 105156 h 315467"/>
              <a:gd name="connsiteX61" fmla="*/ 196160 w 314898"/>
              <a:gd name="connsiteY61" fmla="*/ 190691 h 315467"/>
              <a:gd name="connsiteX62" fmla="*/ 183259 w 314898"/>
              <a:gd name="connsiteY62" fmla="*/ 203645 h 315467"/>
              <a:gd name="connsiteX63" fmla="*/ 170359 w 314898"/>
              <a:gd name="connsiteY63" fmla="*/ 190691 h 315467"/>
              <a:gd name="connsiteX64" fmla="*/ 183259 w 314898"/>
              <a:gd name="connsiteY64" fmla="*/ 177737 h 315467"/>
              <a:gd name="connsiteX65" fmla="*/ 196160 w 314898"/>
              <a:gd name="connsiteY65" fmla="*/ 190691 h 315467"/>
              <a:gd name="connsiteX66" fmla="*/ 235999 w 314898"/>
              <a:gd name="connsiteY66" fmla="*/ 190691 h 315467"/>
              <a:gd name="connsiteX67" fmla="*/ 222719 w 314898"/>
              <a:gd name="connsiteY67" fmla="*/ 203645 h 315467"/>
              <a:gd name="connsiteX68" fmla="*/ 209439 w 314898"/>
              <a:gd name="connsiteY68" fmla="*/ 190691 h 315467"/>
              <a:gd name="connsiteX69" fmla="*/ 222719 w 314898"/>
              <a:gd name="connsiteY69" fmla="*/ 177737 h 315467"/>
              <a:gd name="connsiteX70" fmla="*/ 235999 w 314898"/>
              <a:gd name="connsiteY70" fmla="*/ 190691 h 315467"/>
              <a:gd name="connsiteX71" fmla="*/ 275079 w 314898"/>
              <a:gd name="connsiteY71" fmla="*/ 190691 h 315467"/>
              <a:gd name="connsiteX72" fmla="*/ 261799 w 314898"/>
              <a:gd name="connsiteY72" fmla="*/ 203645 h 315467"/>
              <a:gd name="connsiteX73" fmla="*/ 248519 w 314898"/>
              <a:gd name="connsiteY73" fmla="*/ 190691 h 315467"/>
              <a:gd name="connsiteX74" fmla="*/ 261799 w 314898"/>
              <a:gd name="connsiteY74" fmla="*/ 177737 h 315467"/>
              <a:gd name="connsiteX75" fmla="*/ 275079 w 314898"/>
              <a:gd name="connsiteY75" fmla="*/ 190691 h 315467"/>
              <a:gd name="connsiteX76" fmla="*/ 45720 w 314898"/>
              <a:gd name="connsiteY76" fmla="*/ 171069 h 315467"/>
              <a:gd name="connsiteX77" fmla="*/ 25801 w 314898"/>
              <a:gd name="connsiteY77" fmla="*/ 190691 h 315467"/>
              <a:gd name="connsiteX78" fmla="*/ 45720 w 314898"/>
              <a:gd name="connsiteY78" fmla="*/ 210312 h 315467"/>
              <a:gd name="connsiteX79" fmla="*/ 65639 w 314898"/>
              <a:gd name="connsiteY79" fmla="*/ 190691 h 315467"/>
              <a:gd name="connsiteX80" fmla="*/ 45720 w 314898"/>
              <a:gd name="connsiteY80" fmla="*/ 171069 h 315467"/>
              <a:gd name="connsiteX81" fmla="*/ 45720 w 314898"/>
              <a:gd name="connsiteY81" fmla="*/ 197263 h 315467"/>
              <a:gd name="connsiteX82" fmla="*/ 39080 w 314898"/>
              <a:gd name="connsiteY82" fmla="*/ 190691 h 315467"/>
              <a:gd name="connsiteX83" fmla="*/ 45720 w 314898"/>
              <a:gd name="connsiteY83" fmla="*/ 184118 h 315467"/>
              <a:gd name="connsiteX84" fmla="*/ 52360 w 314898"/>
              <a:gd name="connsiteY84" fmla="*/ 190691 h 315467"/>
              <a:gd name="connsiteX85" fmla="*/ 45720 w 314898"/>
              <a:gd name="connsiteY85" fmla="*/ 197263 h 315467"/>
              <a:gd name="connsiteX86" fmla="*/ 196160 w 314898"/>
              <a:gd name="connsiteY86" fmla="*/ 269558 h 315467"/>
              <a:gd name="connsiteX87" fmla="*/ 183259 w 314898"/>
              <a:gd name="connsiteY87" fmla="*/ 282893 h 315467"/>
              <a:gd name="connsiteX88" fmla="*/ 170359 w 314898"/>
              <a:gd name="connsiteY88" fmla="*/ 269558 h 315467"/>
              <a:gd name="connsiteX89" fmla="*/ 183259 w 314898"/>
              <a:gd name="connsiteY89" fmla="*/ 256222 h 315467"/>
              <a:gd name="connsiteX90" fmla="*/ 196160 w 314898"/>
              <a:gd name="connsiteY90" fmla="*/ 269558 h 315467"/>
              <a:gd name="connsiteX91" fmla="*/ 235999 w 314898"/>
              <a:gd name="connsiteY91" fmla="*/ 269558 h 315467"/>
              <a:gd name="connsiteX92" fmla="*/ 222719 w 314898"/>
              <a:gd name="connsiteY92" fmla="*/ 282893 h 315467"/>
              <a:gd name="connsiteX93" fmla="*/ 209439 w 314898"/>
              <a:gd name="connsiteY93" fmla="*/ 269558 h 315467"/>
              <a:gd name="connsiteX94" fmla="*/ 222719 w 314898"/>
              <a:gd name="connsiteY94" fmla="*/ 256222 h 315467"/>
              <a:gd name="connsiteX95" fmla="*/ 235999 w 314898"/>
              <a:gd name="connsiteY95" fmla="*/ 269558 h 315467"/>
              <a:gd name="connsiteX96" fmla="*/ 275079 w 314898"/>
              <a:gd name="connsiteY96" fmla="*/ 269558 h 315467"/>
              <a:gd name="connsiteX97" fmla="*/ 261799 w 314898"/>
              <a:gd name="connsiteY97" fmla="*/ 282893 h 315467"/>
              <a:gd name="connsiteX98" fmla="*/ 248519 w 314898"/>
              <a:gd name="connsiteY98" fmla="*/ 269558 h 315467"/>
              <a:gd name="connsiteX99" fmla="*/ 261799 w 314898"/>
              <a:gd name="connsiteY99" fmla="*/ 256222 h 315467"/>
              <a:gd name="connsiteX100" fmla="*/ 275079 w 314898"/>
              <a:gd name="connsiteY100" fmla="*/ 269558 h 315467"/>
              <a:gd name="connsiteX101" fmla="*/ 45720 w 314898"/>
              <a:gd name="connsiteY101" fmla="*/ 249555 h 315467"/>
              <a:gd name="connsiteX102" fmla="*/ 25801 w 314898"/>
              <a:gd name="connsiteY102" fmla="*/ 269558 h 315467"/>
              <a:gd name="connsiteX103" fmla="*/ 45720 w 314898"/>
              <a:gd name="connsiteY103" fmla="*/ 289560 h 315467"/>
              <a:gd name="connsiteX104" fmla="*/ 65639 w 314898"/>
              <a:gd name="connsiteY104" fmla="*/ 269558 h 315467"/>
              <a:gd name="connsiteX105" fmla="*/ 45720 w 314898"/>
              <a:gd name="connsiteY105" fmla="*/ 249555 h 315467"/>
              <a:gd name="connsiteX106" fmla="*/ 45720 w 314898"/>
              <a:gd name="connsiteY106" fmla="*/ 276225 h 315467"/>
              <a:gd name="connsiteX107" fmla="*/ 39080 w 314898"/>
              <a:gd name="connsiteY107" fmla="*/ 269558 h 315467"/>
              <a:gd name="connsiteX108" fmla="*/ 45720 w 314898"/>
              <a:gd name="connsiteY108" fmla="*/ 262890 h 315467"/>
              <a:gd name="connsiteX109" fmla="*/ 52360 w 314898"/>
              <a:gd name="connsiteY109" fmla="*/ 269558 h 315467"/>
              <a:gd name="connsiteX110" fmla="*/ 45720 w 314898"/>
              <a:gd name="connsiteY110" fmla="*/ 276225 h 31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14898" h="315467">
                <a:moveTo>
                  <a:pt x="312357" y="66484"/>
                </a:moveTo>
                <a:lnTo>
                  <a:pt x="233722" y="1048"/>
                </a:lnTo>
                <a:cubicBezTo>
                  <a:pt x="232584" y="0"/>
                  <a:pt x="231540" y="0"/>
                  <a:pt x="229359" y="0"/>
                </a:cubicBezTo>
                <a:lnTo>
                  <a:pt x="85180" y="0"/>
                </a:lnTo>
                <a:cubicBezTo>
                  <a:pt x="84041" y="0"/>
                  <a:pt x="81860" y="0"/>
                  <a:pt x="80816" y="1048"/>
                </a:cubicBezTo>
                <a:lnTo>
                  <a:pt x="2182" y="66484"/>
                </a:lnTo>
                <a:cubicBezTo>
                  <a:pt x="1423" y="67247"/>
                  <a:pt x="1043" y="68199"/>
                  <a:pt x="854" y="69247"/>
                </a:cubicBezTo>
                <a:cubicBezTo>
                  <a:pt x="379" y="70199"/>
                  <a:pt x="0" y="71152"/>
                  <a:pt x="0" y="72485"/>
                </a:cubicBezTo>
                <a:lnTo>
                  <a:pt x="0" y="282702"/>
                </a:lnTo>
                <a:cubicBezTo>
                  <a:pt x="0" y="300228"/>
                  <a:pt x="15272" y="315468"/>
                  <a:pt x="32725" y="315468"/>
                </a:cubicBezTo>
                <a:lnTo>
                  <a:pt x="281434" y="315468"/>
                </a:lnTo>
                <a:cubicBezTo>
                  <a:pt x="300026" y="315468"/>
                  <a:pt x="314159" y="300133"/>
                  <a:pt x="314159" y="282702"/>
                </a:cubicBezTo>
                <a:lnTo>
                  <a:pt x="314159" y="74105"/>
                </a:lnTo>
                <a:cubicBezTo>
                  <a:pt x="315487" y="71818"/>
                  <a:pt x="315108" y="68390"/>
                  <a:pt x="312357" y="66580"/>
                </a:cubicBezTo>
                <a:close/>
                <a:moveTo>
                  <a:pt x="301069" y="144590"/>
                </a:moveTo>
                <a:lnTo>
                  <a:pt x="13090" y="144590"/>
                </a:lnTo>
                <a:lnTo>
                  <a:pt x="13090" y="78962"/>
                </a:lnTo>
                <a:lnTo>
                  <a:pt x="301069" y="78962"/>
                </a:lnTo>
                <a:lnTo>
                  <a:pt x="301069" y="144590"/>
                </a:lnTo>
                <a:close/>
                <a:moveTo>
                  <a:pt x="13090" y="157734"/>
                </a:moveTo>
                <a:lnTo>
                  <a:pt x="301069" y="157734"/>
                </a:lnTo>
                <a:lnTo>
                  <a:pt x="301069" y="223742"/>
                </a:lnTo>
                <a:lnTo>
                  <a:pt x="13090" y="223742"/>
                </a:lnTo>
                <a:lnTo>
                  <a:pt x="13090" y="157734"/>
                </a:lnTo>
                <a:close/>
                <a:moveTo>
                  <a:pt x="87361" y="13049"/>
                </a:moveTo>
                <a:lnTo>
                  <a:pt x="227177" y="13049"/>
                </a:lnTo>
                <a:cubicBezTo>
                  <a:pt x="227177" y="13049"/>
                  <a:pt x="227177" y="13049"/>
                  <a:pt x="291014" y="65913"/>
                </a:cubicBezTo>
                <a:lnTo>
                  <a:pt x="23429" y="65913"/>
                </a:lnTo>
                <a:cubicBezTo>
                  <a:pt x="33768" y="57341"/>
                  <a:pt x="52644" y="41720"/>
                  <a:pt x="87266" y="13049"/>
                </a:cubicBezTo>
                <a:close/>
                <a:moveTo>
                  <a:pt x="281434" y="302419"/>
                </a:moveTo>
                <a:lnTo>
                  <a:pt x="32725" y="302419"/>
                </a:lnTo>
                <a:cubicBezTo>
                  <a:pt x="21817" y="302419"/>
                  <a:pt x="13090" y="293656"/>
                  <a:pt x="13090" y="282702"/>
                </a:cubicBezTo>
                <a:lnTo>
                  <a:pt x="13090" y="236982"/>
                </a:lnTo>
                <a:lnTo>
                  <a:pt x="301069" y="236982"/>
                </a:lnTo>
                <a:lnTo>
                  <a:pt x="301069" y="282702"/>
                </a:lnTo>
                <a:cubicBezTo>
                  <a:pt x="301069" y="293656"/>
                  <a:pt x="292342" y="302419"/>
                  <a:pt x="281434" y="302419"/>
                </a:cubicBezTo>
                <a:close/>
                <a:moveTo>
                  <a:pt x="170359" y="111824"/>
                </a:moveTo>
                <a:cubicBezTo>
                  <a:pt x="170359" y="104489"/>
                  <a:pt x="176145" y="98489"/>
                  <a:pt x="183259" y="98489"/>
                </a:cubicBezTo>
                <a:cubicBezTo>
                  <a:pt x="190374" y="98489"/>
                  <a:pt x="196160" y="104489"/>
                  <a:pt x="196160" y="111824"/>
                </a:cubicBezTo>
                <a:cubicBezTo>
                  <a:pt x="196160" y="119158"/>
                  <a:pt x="190374" y="125159"/>
                  <a:pt x="183259" y="125159"/>
                </a:cubicBezTo>
                <a:cubicBezTo>
                  <a:pt x="176145" y="125159"/>
                  <a:pt x="170359" y="119158"/>
                  <a:pt x="170359" y="111824"/>
                </a:cubicBezTo>
                <a:close/>
                <a:moveTo>
                  <a:pt x="209439" y="111824"/>
                </a:moveTo>
                <a:cubicBezTo>
                  <a:pt x="209439" y="104489"/>
                  <a:pt x="215415" y="98489"/>
                  <a:pt x="222719" y="98489"/>
                </a:cubicBezTo>
                <a:cubicBezTo>
                  <a:pt x="230023" y="98489"/>
                  <a:pt x="235999" y="104489"/>
                  <a:pt x="235999" y="111824"/>
                </a:cubicBezTo>
                <a:cubicBezTo>
                  <a:pt x="235999" y="119158"/>
                  <a:pt x="230023" y="125159"/>
                  <a:pt x="222719" y="125159"/>
                </a:cubicBezTo>
                <a:cubicBezTo>
                  <a:pt x="215415" y="125159"/>
                  <a:pt x="209439" y="119158"/>
                  <a:pt x="209439" y="111824"/>
                </a:cubicBezTo>
                <a:close/>
                <a:moveTo>
                  <a:pt x="248519" y="111824"/>
                </a:moveTo>
                <a:cubicBezTo>
                  <a:pt x="248519" y="104489"/>
                  <a:pt x="254495" y="98489"/>
                  <a:pt x="261799" y="98489"/>
                </a:cubicBezTo>
                <a:cubicBezTo>
                  <a:pt x="269103" y="98489"/>
                  <a:pt x="275079" y="104489"/>
                  <a:pt x="275079" y="111824"/>
                </a:cubicBezTo>
                <a:cubicBezTo>
                  <a:pt x="275079" y="119158"/>
                  <a:pt x="269103" y="125159"/>
                  <a:pt x="261799" y="125159"/>
                </a:cubicBezTo>
                <a:cubicBezTo>
                  <a:pt x="254495" y="125159"/>
                  <a:pt x="248519" y="119158"/>
                  <a:pt x="248519" y="111824"/>
                </a:cubicBezTo>
                <a:close/>
                <a:moveTo>
                  <a:pt x="45720" y="131826"/>
                </a:moveTo>
                <a:cubicBezTo>
                  <a:pt x="56818" y="131826"/>
                  <a:pt x="65639" y="122968"/>
                  <a:pt x="65639" y="111824"/>
                </a:cubicBezTo>
                <a:cubicBezTo>
                  <a:pt x="65639" y="100679"/>
                  <a:pt x="56818" y="91821"/>
                  <a:pt x="45720" y="91821"/>
                </a:cubicBezTo>
                <a:cubicBezTo>
                  <a:pt x="34622" y="91821"/>
                  <a:pt x="25801" y="100679"/>
                  <a:pt x="25801" y="111824"/>
                </a:cubicBezTo>
                <a:cubicBezTo>
                  <a:pt x="25801" y="122968"/>
                  <a:pt x="34622" y="131826"/>
                  <a:pt x="45720" y="131826"/>
                </a:cubicBezTo>
                <a:close/>
                <a:moveTo>
                  <a:pt x="45720" y="105156"/>
                </a:moveTo>
                <a:cubicBezTo>
                  <a:pt x="50178" y="105156"/>
                  <a:pt x="52360" y="107347"/>
                  <a:pt x="52360" y="111824"/>
                </a:cubicBezTo>
                <a:cubicBezTo>
                  <a:pt x="52360" y="115157"/>
                  <a:pt x="50178" y="118491"/>
                  <a:pt x="45720" y="118491"/>
                </a:cubicBezTo>
                <a:cubicBezTo>
                  <a:pt x="42400" y="118491"/>
                  <a:pt x="39080" y="115157"/>
                  <a:pt x="39080" y="111824"/>
                </a:cubicBezTo>
                <a:cubicBezTo>
                  <a:pt x="39080" y="107347"/>
                  <a:pt x="42400" y="105156"/>
                  <a:pt x="45720" y="105156"/>
                </a:cubicBezTo>
                <a:close/>
                <a:moveTo>
                  <a:pt x="196160" y="190691"/>
                </a:moveTo>
                <a:cubicBezTo>
                  <a:pt x="196160" y="197834"/>
                  <a:pt x="190374" y="203645"/>
                  <a:pt x="183259" y="203645"/>
                </a:cubicBezTo>
                <a:cubicBezTo>
                  <a:pt x="176145" y="203645"/>
                  <a:pt x="170359" y="197834"/>
                  <a:pt x="170359" y="190691"/>
                </a:cubicBezTo>
                <a:cubicBezTo>
                  <a:pt x="170359" y="183547"/>
                  <a:pt x="176145" y="177737"/>
                  <a:pt x="183259" y="177737"/>
                </a:cubicBezTo>
                <a:cubicBezTo>
                  <a:pt x="190374" y="177737"/>
                  <a:pt x="196160" y="183547"/>
                  <a:pt x="196160" y="190691"/>
                </a:cubicBezTo>
                <a:close/>
                <a:moveTo>
                  <a:pt x="235999" y="190691"/>
                </a:moveTo>
                <a:cubicBezTo>
                  <a:pt x="235999" y="197834"/>
                  <a:pt x="230023" y="203645"/>
                  <a:pt x="222719" y="203645"/>
                </a:cubicBezTo>
                <a:cubicBezTo>
                  <a:pt x="215415" y="203645"/>
                  <a:pt x="209439" y="197834"/>
                  <a:pt x="209439" y="190691"/>
                </a:cubicBezTo>
                <a:cubicBezTo>
                  <a:pt x="209439" y="183547"/>
                  <a:pt x="215415" y="177737"/>
                  <a:pt x="222719" y="177737"/>
                </a:cubicBezTo>
                <a:cubicBezTo>
                  <a:pt x="230023" y="177737"/>
                  <a:pt x="235999" y="183547"/>
                  <a:pt x="235999" y="190691"/>
                </a:cubicBezTo>
                <a:close/>
                <a:moveTo>
                  <a:pt x="275079" y="190691"/>
                </a:moveTo>
                <a:cubicBezTo>
                  <a:pt x="275079" y="197834"/>
                  <a:pt x="269103" y="203645"/>
                  <a:pt x="261799" y="203645"/>
                </a:cubicBezTo>
                <a:cubicBezTo>
                  <a:pt x="254495" y="203645"/>
                  <a:pt x="248519" y="197834"/>
                  <a:pt x="248519" y="190691"/>
                </a:cubicBezTo>
                <a:cubicBezTo>
                  <a:pt x="248519" y="183547"/>
                  <a:pt x="254495" y="177737"/>
                  <a:pt x="261799" y="177737"/>
                </a:cubicBezTo>
                <a:cubicBezTo>
                  <a:pt x="269103" y="177737"/>
                  <a:pt x="275079" y="183547"/>
                  <a:pt x="275079" y="190691"/>
                </a:cubicBezTo>
                <a:close/>
                <a:moveTo>
                  <a:pt x="45720" y="171069"/>
                </a:moveTo>
                <a:cubicBezTo>
                  <a:pt x="34622" y="171069"/>
                  <a:pt x="25801" y="179832"/>
                  <a:pt x="25801" y="190691"/>
                </a:cubicBezTo>
                <a:cubicBezTo>
                  <a:pt x="25801" y="201549"/>
                  <a:pt x="34622" y="210312"/>
                  <a:pt x="45720" y="210312"/>
                </a:cubicBezTo>
                <a:cubicBezTo>
                  <a:pt x="56818" y="210312"/>
                  <a:pt x="65639" y="201549"/>
                  <a:pt x="65639" y="190691"/>
                </a:cubicBezTo>
                <a:cubicBezTo>
                  <a:pt x="65639" y="179832"/>
                  <a:pt x="56818" y="171069"/>
                  <a:pt x="45720" y="171069"/>
                </a:cubicBezTo>
                <a:close/>
                <a:moveTo>
                  <a:pt x="45720" y="197263"/>
                </a:moveTo>
                <a:cubicBezTo>
                  <a:pt x="42400" y="197263"/>
                  <a:pt x="39080" y="194024"/>
                  <a:pt x="39080" y="190691"/>
                </a:cubicBezTo>
                <a:cubicBezTo>
                  <a:pt x="39080" y="186309"/>
                  <a:pt x="42400" y="184118"/>
                  <a:pt x="45720" y="184118"/>
                </a:cubicBezTo>
                <a:cubicBezTo>
                  <a:pt x="50178" y="184118"/>
                  <a:pt x="52360" y="186309"/>
                  <a:pt x="52360" y="190691"/>
                </a:cubicBezTo>
                <a:cubicBezTo>
                  <a:pt x="52360" y="193929"/>
                  <a:pt x="50178" y="197263"/>
                  <a:pt x="45720" y="197263"/>
                </a:cubicBezTo>
                <a:close/>
                <a:moveTo>
                  <a:pt x="196160" y="269558"/>
                </a:moveTo>
                <a:cubicBezTo>
                  <a:pt x="196160" y="276892"/>
                  <a:pt x="190374" y="282893"/>
                  <a:pt x="183259" y="282893"/>
                </a:cubicBezTo>
                <a:cubicBezTo>
                  <a:pt x="176145" y="282893"/>
                  <a:pt x="170359" y="276892"/>
                  <a:pt x="170359" y="269558"/>
                </a:cubicBezTo>
                <a:cubicBezTo>
                  <a:pt x="170359" y="262223"/>
                  <a:pt x="176145" y="256222"/>
                  <a:pt x="183259" y="256222"/>
                </a:cubicBezTo>
                <a:cubicBezTo>
                  <a:pt x="190374" y="256222"/>
                  <a:pt x="196160" y="262223"/>
                  <a:pt x="196160" y="269558"/>
                </a:cubicBezTo>
                <a:close/>
                <a:moveTo>
                  <a:pt x="235999" y="269558"/>
                </a:moveTo>
                <a:cubicBezTo>
                  <a:pt x="235999" y="276892"/>
                  <a:pt x="230023" y="282893"/>
                  <a:pt x="222719" y="282893"/>
                </a:cubicBezTo>
                <a:cubicBezTo>
                  <a:pt x="215415" y="282893"/>
                  <a:pt x="209439" y="276892"/>
                  <a:pt x="209439" y="269558"/>
                </a:cubicBezTo>
                <a:cubicBezTo>
                  <a:pt x="209439" y="262223"/>
                  <a:pt x="215415" y="256222"/>
                  <a:pt x="222719" y="256222"/>
                </a:cubicBezTo>
                <a:cubicBezTo>
                  <a:pt x="230023" y="256222"/>
                  <a:pt x="235999" y="262223"/>
                  <a:pt x="235999" y="269558"/>
                </a:cubicBezTo>
                <a:close/>
                <a:moveTo>
                  <a:pt x="275079" y="269558"/>
                </a:moveTo>
                <a:cubicBezTo>
                  <a:pt x="275079" y="276892"/>
                  <a:pt x="269103" y="282893"/>
                  <a:pt x="261799" y="282893"/>
                </a:cubicBezTo>
                <a:cubicBezTo>
                  <a:pt x="254495" y="282893"/>
                  <a:pt x="248519" y="276892"/>
                  <a:pt x="248519" y="269558"/>
                </a:cubicBezTo>
                <a:cubicBezTo>
                  <a:pt x="248519" y="262223"/>
                  <a:pt x="254495" y="256222"/>
                  <a:pt x="261799" y="256222"/>
                </a:cubicBezTo>
                <a:cubicBezTo>
                  <a:pt x="269103" y="256222"/>
                  <a:pt x="275079" y="262223"/>
                  <a:pt x="275079" y="269558"/>
                </a:cubicBezTo>
                <a:close/>
                <a:moveTo>
                  <a:pt x="45720" y="249555"/>
                </a:moveTo>
                <a:cubicBezTo>
                  <a:pt x="34622" y="249555"/>
                  <a:pt x="25801" y="258413"/>
                  <a:pt x="25801" y="269558"/>
                </a:cubicBezTo>
                <a:cubicBezTo>
                  <a:pt x="25801" y="280702"/>
                  <a:pt x="34622" y="289560"/>
                  <a:pt x="45720" y="289560"/>
                </a:cubicBezTo>
                <a:cubicBezTo>
                  <a:pt x="56818" y="289560"/>
                  <a:pt x="65639" y="280702"/>
                  <a:pt x="65639" y="269558"/>
                </a:cubicBezTo>
                <a:cubicBezTo>
                  <a:pt x="65639" y="258413"/>
                  <a:pt x="56818" y="249555"/>
                  <a:pt x="45720" y="249555"/>
                </a:cubicBezTo>
                <a:close/>
                <a:moveTo>
                  <a:pt x="45720" y="276225"/>
                </a:moveTo>
                <a:cubicBezTo>
                  <a:pt x="42400" y="276225"/>
                  <a:pt x="39080" y="272891"/>
                  <a:pt x="39080" y="269558"/>
                </a:cubicBezTo>
                <a:cubicBezTo>
                  <a:pt x="39080" y="265081"/>
                  <a:pt x="42400" y="262890"/>
                  <a:pt x="45720" y="262890"/>
                </a:cubicBezTo>
                <a:cubicBezTo>
                  <a:pt x="50178" y="262890"/>
                  <a:pt x="52360" y="265081"/>
                  <a:pt x="52360" y="269558"/>
                </a:cubicBezTo>
                <a:cubicBezTo>
                  <a:pt x="52360" y="272891"/>
                  <a:pt x="50178" y="276225"/>
                  <a:pt x="45720" y="27622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6" name="Graphic 151">
            <a:extLst>
              <a:ext uri="{FF2B5EF4-FFF2-40B4-BE49-F238E27FC236}">
                <a16:creationId xmlns:a16="http://schemas.microsoft.com/office/drawing/2014/main" id="{94D84E3B-734D-094F-C98E-43EF11645523}"/>
              </a:ext>
            </a:extLst>
          </p:cNvPr>
          <p:cNvSpPr/>
          <p:nvPr/>
        </p:nvSpPr>
        <p:spPr>
          <a:xfrm>
            <a:off x="1345506" y="3513233"/>
            <a:ext cx="420204" cy="420963"/>
          </a:xfrm>
          <a:custGeom>
            <a:avLst/>
            <a:gdLst>
              <a:gd name="connsiteX0" fmla="*/ 312357 w 314898"/>
              <a:gd name="connsiteY0" fmla="*/ 66484 h 315467"/>
              <a:gd name="connsiteX1" fmla="*/ 233722 w 314898"/>
              <a:gd name="connsiteY1" fmla="*/ 1048 h 315467"/>
              <a:gd name="connsiteX2" fmla="*/ 229359 w 314898"/>
              <a:gd name="connsiteY2" fmla="*/ 0 h 315467"/>
              <a:gd name="connsiteX3" fmla="*/ 85180 w 314898"/>
              <a:gd name="connsiteY3" fmla="*/ 0 h 315467"/>
              <a:gd name="connsiteX4" fmla="*/ 80816 w 314898"/>
              <a:gd name="connsiteY4" fmla="*/ 1048 h 315467"/>
              <a:gd name="connsiteX5" fmla="*/ 2182 w 314898"/>
              <a:gd name="connsiteY5" fmla="*/ 66484 h 315467"/>
              <a:gd name="connsiteX6" fmla="*/ 854 w 314898"/>
              <a:gd name="connsiteY6" fmla="*/ 69247 h 315467"/>
              <a:gd name="connsiteX7" fmla="*/ 0 w 314898"/>
              <a:gd name="connsiteY7" fmla="*/ 72485 h 315467"/>
              <a:gd name="connsiteX8" fmla="*/ 0 w 314898"/>
              <a:gd name="connsiteY8" fmla="*/ 282702 h 315467"/>
              <a:gd name="connsiteX9" fmla="*/ 32725 w 314898"/>
              <a:gd name="connsiteY9" fmla="*/ 315468 h 315467"/>
              <a:gd name="connsiteX10" fmla="*/ 281434 w 314898"/>
              <a:gd name="connsiteY10" fmla="*/ 315468 h 315467"/>
              <a:gd name="connsiteX11" fmla="*/ 314159 w 314898"/>
              <a:gd name="connsiteY11" fmla="*/ 282702 h 315467"/>
              <a:gd name="connsiteX12" fmla="*/ 314159 w 314898"/>
              <a:gd name="connsiteY12" fmla="*/ 74105 h 315467"/>
              <a:gd name="connsiteX13" fmla="*/ 312357 w 314898"/>
              <a:gd name="connsiteY13" fmla="*/ 66580 h 315467"/>
              <a:gd name="connsiteX14" fmla="*/ 301069 w 314898"/>
              <a:gd name="connsiteY14" fmla="*/ 144590 h 315467"/>
              <a:gd name="connsiteX15" fmla="*/ 13090 w 314898"/>
              <a:gd name="connsiteY15" fmla="*/ 144590 h 315467"/>
              <a:gd name="connsiteX16" fmla="*/ 13090 w 314898"/>
              <a:gd name="connsiteY16" fmla="*/ 78962 h 315467"/>
              <a:gd name="connsiteX17" fmla="*/ 301069 w 314898"/>
              <a:gd name="connsiteY17" fmla="*/ 78962 h 315467"/>
              <a:gd name="connsiteX18" fmla="*/ 301069 w 314898"/>
              <a:gd name="connsiteY18" fmla="*/ 144590 h 315467"/>
              <a:gd name="connsiteX19" fmla="*/ 13090 w 314898"/>
              <a:gd name="connsiteY19" fmla="*/ 157734 h 315467"/>
              <a:gd name="connsiteX20" fmla="*/ 301069 w 314898"/>
              <a:gd name="connsiteY20" fmla="*/ 157734 h 315467"/>
              <a:gd name="connsiteX21" fmla="*/ 301069 w 314898"/>
              <a:gd name="connsiteY21" fmla="*/ 223742 h 315467"/>
              <a:gd name="connsiteX22" fmla="*/ 13090 w 314898"/>
              <a:gd name="connsiteY22" fmla="*/ 223742 h 315467"/>
              <a:gd name="connsiteX23" fmla="*/ 13090 w 314898"/>
              <a:gd name="connsiteY23" fmla="*/ 157734 h 315467"/>
              <a:gd name="connsiteX24" fmla="*/ 87361 w 314898"/>
              <a:gd name="connsiteY24" fmla="*/ 13049 h 315467"/>
              <a:gd name="connsiteX25" fmla="*/ 227177 w 314898"/>
              <a:gd name="connsiteY25" fmla="*/ 13049 h 315467"/>
              <a:gd name="connsiteX26" fmla="*/ 291014 w 314898"/>
              <a:gd name="connsiteY26" fmla="*/ 65913 h 315467"/>
              <a:gd name="connsiteX27" fmla="*/ 23429 w 314898"/>
              <a:gd name="connsiteY27" fmla="*/ 65913 h 315467"/>
              <a:gd name="connsiteX28" fmla="*/ 87266 w 314898"/>
              <a:gd name="connsiteY28" fmla="*/ 13049 h 315467"/>
              <a:gd name="connsiteX29" fmla="*/ 281434 w 314898"/>
              <a:gd name="connsiteY29" fmla="*/ 302419 h 315467"/>
              <a:gd name="connsiteX30" fmla="*/ 32725 w 314898"/>
              <a:gd name="connsiteY30" fmla="*/ 302419 h 315467"/>
              <a:gd name="connsiteX31" fmla="*/ 13090 w 314898"/>
              <a:gd name="connsiteY31" fmla="*/ 282702 h 315467"/>
              <a:gd name="connsiteX32" fmla="*/ 13090 w 314898"/>
              <a:gd name="connsiteY32" fmla="*/ 236982 h 315467"/>
              <a:gd name="connsiteX33" fmla="*/ 301069 w 314898"/>
              <a:gd name="connsiteY33" fmla="*/ 236982 h 315467"/>
              <a:gd name="connsiteX34" fmla="*/ 301069 w 314898"/>
              <a:gd name="connsiteY34" fmla="*/ 282702 h 315467"/>
              <a:gd name="connsiteX35" fmla="*/ 281434 w 314898"/>
              <a:gd name="connsiteY35" fmla="*/ 302419 h 315467"/>
              <a:gd name="connsiteX36" fmla="*/ 170359 w 314898"/>
              <a:gd name="connsiteY36" fmla="*/ 111824 h 315467"/>
              <a:gd name="connsiteX37" fmla="*/ 183259 w 314898"/>
              <a:gd name="connsiteY37" fmla="*/ 98489 h 315467"/>
              <a:gd name="connsiteX38" fmla="*/ 196160 w 314898"/>
              <a:gd name="connsiteY38" fmla="*/ 111824 h 315467"/>
              <a:gd name="connsiteX39" fmla="*/ 183259 w 314898"/>
              <a:gd name="connsiteY39" fmla="*/ 125159 h 315467"/>
              <a:gd name="connsiteX40" fmla="*/ 170359 w 314898"/>
              <a:gd name="connsiteY40" fmla="*/ 111824 h 315467"/>
              <a:gd name="connsiteX41" fmla="*/ 209439 w 314898"/>
              <a:gd name="connsiteY41" fmla="*/ 111824 h 315467"/>
              <a:gd name="connsiteX42" fmla="*/ 222719 w 314898"/>
              <a:gd name="connsiteY42" fmla="*/ 98489 h 315467"/>
              <a:gd name="connsiteX43" fmla="*/ 235999 w 314898"/>
              <a:gd name="connsiteY43" fmla="*/ 111824 h 315467"/>
              <a:gd name="connsiteX44" fmla="*/ 222719 w 314898"/>
              <a:gd name="connsiteY44" fmla="*/ 125159 h 315467"/>
              <a:gd name="connsiteX45" fmla="*/ 209439 w 314898"/>
              <a:gd name="connsiteY45" fmla="*/ 111824 h 315467"/>
              <a:gd name="connsiteX46" fmla="*/ 248519 w 314898"/>
              <a:gd name="connsiteY46" fmla="*/ 111824 h 315467"/>
              <a:gd name="connsiteX47" fmla="*/ 261799 w 314898"/>
              <a:gd name="connsiteY47" fmla="*/ 98489 h 315467"/>
              <a:gd name="connsiteX48" fmla="*/ 275079 w 314898"/>
              <a:gd name="connsiteY48" fmla="*/ 111824 h 315467"/>
              <a:gd name="connsiteX49" fmla="*/ 261799 w 314898"/>
              <a:gd name="connsiteY49" fmla="*/ 125159 h 315467"/>
              <a:gd name="connsiteX50" fmla="*/ 248519 w 314898"/>
              <a:gd name="connsiteY50" fmla="*/ 111824 h 315467"/>
              <a:gd name="connsiteX51" fmla="*/ 45720 w 314898"/>
              <a:gd name="connsiteY51" fmla="*/ 131826 h 315467"/>
              <a:gd name="connsiteX52" fmla="*/ 65639 w 314898"/>
              <a:gd name="connsiteY52" fmla="*/ 111824 h 315467"/>
              <a:gd name="connsiteX53" fmla="*/ 45720 w 314898"/>
              <a:gd name="connsiteY53" fmla="*/ 91821 h 315467"/>
              <a:gd name="connsiteX54" fmla="*/ 25801 w 314898"/>
              <a:gd name="connsiteY54" fmla="*/ 111824 h 315467"/>
              <a:gd name="connsiteX55" fmla="*/ 45720 w 314898"/>
              <a:gd name="connsiteY55" fmla="*/ 131826 h 315467"/>
              <a:gd name="connsiteX56" fmla="*/ 45720 w 314898"/>
              <a:gd name="connsiteY56" fmla="*/ 105156 h 315467"/>
              <a:gd name="connsiteX57" fmla="*/ 52360 w 314898"/>
              <a:gd name="connsiteY57" fmla="*/ 111824 h 315467"/>
              <a:gd name="connsiteX58" fmla="*/ 45720 w 314898"/>
              <a:gd name="connsiteY58" fmla="*/ 118491 h 315467"/>
              <a:gd name="connsiteX59" fmla="*/ 39080 w 314898"/>
              <a:gd name="connsiteY59" fmla="*/ 111824 h 315467"/>
              <a:gd name="connsiteX60" fmla="*/ 45720 w 314898"/>
              <a:gd name="connsiteY60" fmla="*/ 105156 h 315467"/>
              <a:gd name="connsiteX61" fmla="*/ 196160 w 314898"/>
              <a:gd name="connsiteY61" fmla="*/ 190691 h 315467"/>
              <a:gd name="connsiteX62" fmla="*/ 183259 w 314898"/>
              <a:gd name="connsiteY62" fmla="*/ 203645 h 315467"/>
              <a:gd name="connsiteX63" fmla="*/ 170359 w 314898"/>
              <a:gd name="connsiteY63" fmla="*/ 190691 h 315467"/>
              <a:gd name="connsiteX64" fmla="*/ 183259 w 314898"/>
              <a:gd name="connsiteY64" fmla="*/ 177737 h 315467"/>
              <a:gd name="connsiteX65" fmla="*/ 196160 w 314898"/>
              <a:gd name="connsiteY65" fmla="*/ 190691 h 315467"/>
              <a:gd name="connsiteX66" fmla="*/ 235999 w 314898"/>
              <a:gd name="connsiteY66" fmla="*/ 190691 h 315467"/>
              <a:gd name="connsiteX67" fmla="*/ 222719 w 314898"/>
              <a:gd name="connsiteY67" fmla="*/ 203645 h 315467"/>
              <a:gd name="connsiteX68" fmla="*/ 209439 w 314898"/>
              <a:gd name="connsiteY68" fmla="*/ 190691 h 315467"/>
              <a:gd name="connsiteX69" fmla="*/ 222719 w 314898"/>
              <a:gd name="connsiteY69" fmla="*/ 177737 h 315467"/>
              <a:gd name="connsiteX70" fmla="*/ 235999 w 314898"/>
              <a:gd name="connsiteY70" fmla="*/ 190691 h 315467"/>
              <a:gd name="connsiteX71" fmla="*/ 275079 w 314898"/>
              <a:gd name="connsiteY71" fmla="*/ 190691 h 315467"/>
              <a:gd name="connsiteX72" fmla="*/ 261799 w 314898"/>
              <a:gd name="connsiteY72" fmla="*/ 203645 h 315467"/>
              <a:gd name="connsiteX73" fmla="*/ 248519 w 314898"/>
              <a:gd name="connsiteY73" fmla="*/ 190691 h 315467"/>
              <a:gd name="connsiteX74" fmla="*/ 261799 w 314898"/>
              <a:gd name="connsiteY74" fmla="*/ 177737 h 315467"/>
              <a:gd name="connsiteX75" fmla="*/ 275079 w 314898"/>
              <a:gd name="connsiteY75" fmla="*/ 190691 h 315467"/>
              <a:gd name="connsiteX76" fmla="*/ 45720 w 314898"/>
              <a:gd name="connsiteY76" fmla="*/ 171069 h 315467"/>
              <a:gd name="connsiteX77" fmla="*/ 25801 w 314898"/>
              <a:gd name="connsiteY77" fmla="*/ 190691 h 315467"/>
              <a:gd name="connsiteX78" fmla="*/ 45720 w 314898"/>
              <a:gd name="connsiteY78" fmla="*/ 210312 h 315467"/>
              <a:gd name="connsiteX79" fmla="*/ 65639 w 314898"/>
              <a:gd name="connsiteY79" fmla="*/ 190691 h 315467"/>
              <a:gd name="connsiteX80" fmla="*/ 45720 w 314898"/>
              <a:gd name="connsiteY80" fmla="*/ 171069 h 315467"/>
              <a:gd name="connsiteX81" fmla="*/ 45720 w 314898"/>
              <a:gd name="connsiteY81" fmla="*/ 197263 h 315467"/>
              <a:gd name="connsiteX82" fmla="*/ 39080 w 314898"/>
              <a:gd name="connsiteY82" fmla="*/ 190691 h 315467"/>
              <a:gd name="connsiteX83" fmla="*/ 45720 w 314898"/>
              <a:gd name="connsiteY83" fmla="*/ 184118 h 315467"/>
              <a:gd name="connsiteX84" fmla="*/ 52360 w 314898"/>
              <a:gd name="connsiteY84" fmla="*/ 190691 h 315467"/>
              <a:gd name="connsiteX85" fmla="*/ 45720 w 314898"/>
              <a:gd name="connsiteY85" fmla="*/ 197263 h 315467"/>
              <a:gd name="connsiteX86" fmla="*/ 196160 w 314898"/>
              <a:gd name="connsiteY86" fmla="*/ 269558 h 315467"/>
              <a:gd name="connsiteX87" fmla="*/ 183259 w 314898"/>
              <a:gd name="connsiteY87" fmla="*/ 282893 h 315467"/>
              <a:gd name="connsiteX88" fmla="*/ 170359 w 314898"/>
              <a:gd name="connsiteY88" fmla="*/ 269558 h 315467"/>
              <a:gd name="connsiteX89" fmla="*/ 183259 w 314898"/>
              <a:gd name="connsiteY89" fmla="*/ 256222 h 315467"/>
              <a:gd name="connsiteX90" fmla="*/ 196160 w 314898"/>
              <a:gd name="connsiteY90" fmla="*/ 269558 h 315467"/>
              <a:gd name="connsiteX91" fmla="*/ 235999 w 314898"/>
              <a:gd name="connsiteY91" fmla="*/ 269558 h 315467"/>
              <a:gd name="connsiteX92" fmla="*/ 222719 w 314898"/>
              <a:gd name="connsiteY92" fmla="*/ 282893 h 315467"/>
              <a:gd name="connsiteX93" fmla="*/ 209439 w 314898"/>
              <a:gd name="connsiteY93" fmla="*/ 269558 h 315467"/>
              <a:gd name="connsiteX94" fmla="*/ 222719 w 314898"/>
              <a:gd name="connsiteY94" fmla="*/ 256222 h 315467"/>
              <a:gd name="connsiteX95" fmla="*/ 235999 w 314898"/>
              <a:gd name="connsiteY95" fmla="*/ 269558 h 315467"/>
              <a:gd name="connsiteX96" fmla="*/ 275079 w 314898"/>
              <a:gd name="connsiteY96" fmla="*/ 269558 h 315467"/>
              <a:gd name="connsiteX97" fmla="*/ 261799 w 314898"/>
              <a:gd name="connsiteY97" fmla="*/ 282893 h 315467"/>
              <a:gd name="connsiteX98" fmla="*/ 248519 w 314898"/>
              <a:gd name="connsiteY98" fmla="*/ 269558 h 315467"/>
              <a:gd name="connsiteX99" fmla="*/ 261799 w 314898"/>
              <a:gd name="connsiteY99" fmla="*/ 256222 h 315467"/>
              <a:gd name="connsiteX100" fmla="*/ 275079 w 314898"/>
              <a:gd name="connsiteY100" fmla="*/ 269558 h 315467"/>
              <a:gd name="connsiteX101" fmla="*/ 45720 w 314898"/>
              <a:gd name="connsiteY101" fmla="*/ 249555 h 315467"/>
              <a:gd name="connsiteX102" fmla="*/ 25801 w 314898"/>
              <a:gd name="connsiteY102" fmla="*/ 269558 h 315467"/>
              <a:gd name="connsiteX103" fmla="*/ 45720 w 314898"/>
              <a:gd name="connsiteY103" fmla="*/ 289560 h 315467"/>
              <a:gd name="connsiteX104" fmla="*/ 65639 w 314898"/>
              <a:gd name="connsiteY104" fmla="*/ 269558 h 315467"/>
              <a:gd name="connsiteX105" fmla="*/ 45720 w 314898"/>
              <a:gd name="connsiteY105" fmla="*/ 249555 h 315467"/>
              <a:gd name="connsiteX106" fmla="*/ 45720 w 314898"/>
              <a:gd name="connsiteY106" fmla="*/ 276225 h 315467"/>
              <a:gd name="connsiteX107" fmla="*/ 39080 w 314898"/>
              <a:gd name="connsiteY107" fmla="*/ 269558 h 315467"/>
              <a:gd name="connsiteX108" fmla="*/ 45720 w 314898"/>
              <a:gd name="connsiteY108" fmla="*/ 262890 h 315467"/>
              <a:gd name="connsiteX109" fmla="*/ 52360 w 314898"/>
              <a:gd name="connsiteY109" fmla="*/ 269558 h 315467"/>
              <a:gd name="connsiteX110" fmla="*/ 45720 w 314898"/>
              <a:gd name="connsiteY110" fmla="*/ 276225 h 31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314898" h="315467">
                <a:moveTo>
                  <a:pt x="312357" y="66484"/>
                </a:moveTo>
                <a:lnTo>
                  <a:pt x="233722" y="1048"/>
                </a:lnTo>
                <a:cubicBezTo>
                  <a:pt x="232584" y="0"/>
                  <a:pt x="231540" y="0"/>
                  <a:pt x="229359" y="0"/>
                </a:cubicBezTo>
                <a:lnTo>
                  <a:pt x="85180" y="0"/>
                </a:lnTo>
                <a:cubicBezTo>
                  <a:pt x="84041" y="0"/>
                  <a:pt x="81860" y="0"/>
                  <a:pt x="80816" y="1048"/>
                </a:cubicBezTo>
                <a:lnTo>
                  <a:pt x="2182" y="66484"/>
                </a:lnTo>
                <a:cubicBezTo>
                  <a:pt x="1423" y="67247"/>
                  <a:pt x="1043" y="68199"/>
                  <a:pt x="854" y="69247"/>
                </a:cubicBezTo>
                <a:cubicBezTo>
                  <a:pt x="379" y="70199"/>
                  <a:pt x="0" y="71152"/>
                  <a:pt x="0" y="72485"/>
                </a:cubicBezTo>
                <a:lnTo>
                  <a:pt x="0" y="282702"/>
                </a:lnTo>
                <a:cubicBezTo>
                  <a:pt x="0" y="300228"/>
                  <a:pt x="15272" y="315468"/>
                  <a:pt x="32725" y="315468"/>
                </a:cubicBezTo>
                <a:lnTo>
                  <a:pt x="281434" y="315468"/>
                </a:lnTo>
                <a:cubicBezTo>
                  <a:pt x="300026" y="315468"/>
                  <a:pt x="314159" y="300133"/>
                  <a:pt x="314159" y="282702"/>
                </a:cubicBezTo>
                <a:lnTo>
                  <a:pt x="314159" y="74105"/>
                </a:lnTo>
                <a:cubicBezTo>
                  <a:pt x="315487" y="71818"/>
                  <a:pt x="315108" y="68390"/>
                  <a:pt x="312357" y="66580"/>
                </a:cubicBezTo>
                <a:close/>
                <a:moveTo>
                  <a:pt x="301069" y="144590"/>
                </a:moveTo>
                <a:lnTo>
                  <a:pt x="13090" y="144590"/>
                </a:lnTo>
                <a:lnTo>
                  <a:pt x="13090" y="78962"/>
                </a:lnTo>
                <a:lnTo>
                  <a:pt x="301069" y="78962"/>
                </a:lnTo>
                <a:lnTo>
                  <a:pt x="301069" y="144590"/>
                </a:lnTo>
                <a:close/>
                <a:moveTo>
                  <a:pt x="13090" y="157734"/>
                </a:moveTo>
                <a:lnTo>
                  <a:pt x="301069" y="157734"/>
                </a:lnTo>
                <a:lnTo>
                  <a:pt x="301069" y="223742"/>
                </a:lnTo>
                <a:lnTo>
                  <a:pt x="13090" y="223742"/>
                </a:lnTo>
                <a:lnTo>
                  <a:pt x="13090" y="157734"/>
                </a:lnTo>
                <a:close/>
                <a:moveTo>
                  <a:pt x="87361" y="13049"/>
                </a:moveTo>
                <a:lnTo>
                  <a:pt x="227177" y="13049"/>
                </a:lnTo>
                <a:cubicBezTo>
                  <a:pt x="227177" y="13049"/>
                  <a:pt x="227177" y="13049"/>
                  <a:pt x="291014" y="65913"/>
                </a:cubicBezTo>
                <a:lnTo>
                  <a:pt x="23429" y="65913"/>
                </a:lnTo>
                <a:cubicBezTo>
                  <a:pt x="33768" y="57341"/>
                  <a:pt x="52644" y="41720"/>
                  <a:pt x="87266" y="13049"/>
                </a:cubicBezTo>
                <a:close/>
                <a:moveTo>
                  <a:pt x="281434" y="302419"/>
                </a:moveTo>
                <a:lnTo>
                  <a:pt x="32725" y="302419"/>
                </a:lnTo>
                <a:cubicBezTo>
                  <a:pt x="21817" y="302419"/>
                  <a:pt x="13090" y="293656"/>
                  <a:pt x="13090" y="282702"/>
                </a:cubicBezTo>
                <a:lnTo>
                  <a:pt x="13090" y="236982"/>
                </a:lnTo>
                <a:lnTo>
                  <a:pt x="301069" y="236982"/>
                </a:lnTo>
                <a:lnTo>
                  <a:pt x="301069" y="282702"/>
                </a:lnTo>
                <a:cubicBezTo>
                  <a:pt x="301069" y="293656"/>
                  <a:pt x="292342" y="302419"/>
                  <a:pt x="281434" y="302419"/>
                </a:cubicBezTo>
                <a:close/>
                <a:moveTo>
                  <a:pt x="170359" y="111824"/>
                </a:moveTo>
                <a:cubicBezTo>
                  <a:pt x="170359" y="104489"/>
                  <a:pt x="176145" y="98489"/>
                  <a:pt x="183259" y="98489"/>
                </a:cubicBezTo>
                <a:cubicBezTo>
                  <a:pt x="190374" y="98489"/>
                  <a:pt x="196160" y="104489"/>
                  <a:pt x="196160" y="111824"/>
                </a:cubicBezTo>
                <a:cubicBezTo>
                  <a:pt x="196160" y="119158"/>
                  <a:pt x="190374" y="125159"/>
                  <a:pt x="183259" y="125159"/>
                </a:cubicBezTo>
                <a:cubicBezTo>
                  <a:pt x="176145" y="125159"/>
                  <a:pt x="170359" y="119158"/>
                  <a:pt x="170359" y="111824"/>
                </a:cubicBezTo>
                <a:close/>
                <a:moveTo>
                  <a:pt x="209439" y="111824"/>
                </a:moveTo>
                <a:cubicBezTo>
                  <a:pt x="209439" y="104489"/>
                  <a:pt x="215415" y="98489"/>
                  <a:pt x="222719" y="98489"/>
                </a:cubicBezTo>
                <a:cubicBezTo>
                  <a:pt x="230023" y="98489"/>
                  <a:pt x="235999" y="104489"/>
                  <a:pt x="235999" y="111824"/>
                </a:cubicBezTo>
                <a:cubicBezTo>
                  <a:pt x="235999" y="119158"/>
                  <a:pt x="230023" y="125159"/>
                  <a:pt x="222719" y="125159"/>
                </a:cubicBezTo>
                <a:cubicBezTo>
                  <a:pt x="215415" y="125159"/>
                  <a:pt x="209439" y="119158"/>
                  <a:pt x="209439" y="111824"/>
                </a:cubicBezTo>
                <a:close/>
                <a:moveTo>
                  <a:pt x="248519" y="111824"/>
                </a:moveTo>
                <a:cubicBezTo>
                  <a:pt x="248519" y="104489"/>
                  <a:pt x="254495" y="98489"/>
                  <a:pt x="261799" y="98489"/>
                </a:cubicBezTo>
                <a:cubicBezTo>
                  <a:pt x="269103" y="98489"/>
                  <a:pt x="275079" y="104489"/>
                  <a:pt x="275079" y="111824"/>
                </a:cubicBezTo>
                <a:cubicBezTo>
                  <a:pt x="275079" y="119158"/>
                  <a:pt x="269103" y="125159"/>
                  <a:pt x="261799" y="125159"/>
                </a:cubicBezTo>
                <a:cubicBezTo>
                  <a:pt x="254495" y="125159"/>
                  <a:pt x="248519" y="119158"/>
                  <a:pt x="248519" y="111824"/>
                </a:cubicBezTo>
                <a:close/>
                <a:moveTo>
                  <a:pt x="45720" y="131826"/>
                </a:moveTo>
                <a:cubicBezTo>
                  <a:pt x="56818" y="131826"/>
                  <a:pt x="65639" y="122968"/>
                  <a:pt x="65639" y="111824"/>
                </a:cubicBezTo>
                <a:cubicBezTo>
                  <a:pt x="65639" y="100679"/>
                  <a:pt x="56818" y="91821"/>
                  <a:pt x="45720" y="91821"/>
                </a:cubicBezTo>
                <a:cubicBezTo>
                  <a:pt x="34622" y="91821"/>
                  <a:pt x="25801" y="100679"/>
                  <a:pt x="25801" y="111824"/>
                </a:cubicBezTo>
                <a:cubicBezTo>
                  <a:pt x="25801" y="122968"/>
                  <a:pt x="34622" y="131826"/>
                  <a:pt x="45720" y="131826"/>
                </a:cubicBezTo>
                <a:close/>
                <a:moveTo>
                  <a:pt x="45720" y="105156"/>
                </a:moveTo>
                <a:cubicBezTo>
                  <a:pt x="50178" y="105156"/>
                  <a:pt x="52360" y="107347"/>
                  <a:pt x="52360" y="111824"/>
                </a:cubicBezTo>
                <a:cubicBezTo>
                  <a:pt x="52360" y="115157"/>
                  <a:pt x="50178" y="118491"/>
                  <a:pt x="45720" y="118491"/>
                </a:cubicBezTo>
                <a:cubicBezTo>
                  <a:pt x="42400" y="118491"/>
                  <a:pt x="39080" y="115157"/>
                  <a:pt x="39080" y="111824"/>
                </a:cubicBezTo>
                <a:cubicBezTo>
                  <a:pt x="39080" y="107347"/>
                  <a:pt x="42400" y="105156"/>
                  <a:pt x="45720" y="105156"/>
                </a:cubicBezTo>
                <a:close/>
                <a:moveTo>
                  <a:pt x="196160" y="190691"/>
                </a:moveTo>
                <a:cubicBezTo>
                  <a:pt x="196160" y="197834"/>
                  <a:pt x="190374" y="203645"/>
                  <a:pt x="183259" y="203645"/>
                </a:cubicBezTo>
                <a:cubicBezTo>
                  <a:pt x="176145" y="203645"/>
                  <a:pt x="170359" y="197834"/>
                  <a:pt x="170359" y="190691"/>
                </a:cubicBezTo>
                <a:cubicBezTo>
                  <a:pt x="170359" y="183547"/>
                  <a:pt x="176145" y="177737"/>
                  <a:pt x="183259" y="177737"/>
                </a:cubicBezTo>
                <a:cubicBezTo>
                  <a:pt x="190374" y="177737"/>
                  <a:pt x="196160" y="183547"/>
                  <a:pt x="196160" y="190691"/>
                </a:cubicBezTo>
                <a:close/>
                <a:moveTo>
                  <a:pt x="235999" y="190691"/>
                </a:moveTo>
                <a:cubicBezTo>
                  <a:pt x="235999" y="197834"/>
                  <a:pt x="230023" y="203645"/>
                  <a:pt x="222719" y="203645"/>
                </a:cubicBezTo>
                <a:cubicBezTo>
                  <a:pt x="215415" y="203645"/>
                  <a:pt x="209439" y="197834"/>
                  <a:pt x="209439" y="190691"/>
                </a:cubicBezTo>
                <a:cubicBezTo>
                  <a:pt x="209439" y="183547"/>
                  <a:pt x="215415" y="177737"/>
                  <a:pt x="222719" y="177737"/>
                </a:cubicBezTo>
                <a:cubicBezTo>
                  <a:pt x="230023" y="177737"/>
                  <a:pt x="235999" y="183547"/>
                  <a:pt x="235999" y="190691"/>
                </a:cubicBezTo>
                <a:close/>
                <a:moveTo>
                  <a:pt x="275079" y="190691"/>
                </a:moveTo>
                <a:cubicBezTo>
                  <a:pt x="275079" y="197834"/>
                  <a:pt x="269103" y="203645"/>
                  <a:pt x="261799" y="203645"/>
                </a:cubicBezTo>
                <a:cubicBezTo>
                  <a:pt x="254495" y="203645"/>
                  <a:pt x="248519" y="197834"/>
                  <a:pt x="248519" y="190691"/>
                </a:cubicBezTo>
                <a:cubicBezTo>
                  <a:pt x="248519" y="183547"/>
                  <a:pt x="254495" y="177737"/>
                  <a:pt x="261799" y="177737"/>
                </a:cubicBezTo>
                <a:cubicBezTo>
                  <a:pt x="269103" y="177737"/>
                  <a:pt x="275079" y="183547"/>
                  <a:pt x="275079" y="190691"/>
                </a:cubicBezTo>
                <a:close/>
                <a:moveTo>
                  <a:pt x="45720" y="171069"/>
                </a:moveTo>
                <a:cubicBezTo>
                  <a:pt x="34622" y="171069"/>
                  <a:pt x="25801" y="179832"/>
                  <a:pt x="25801" y="190691"/>
                </a:cubicBezTo>
                <a:cubicBezTo>
                  <a:pt x="25801" y="201549"/>
                  <a:pt x="34622" y="210312"/>
                  <a:pt x="45720" y="210312"/>
                </a:cubicBezTo>
                <a:cubicBezTo>
                  <a:pt x="56818" y="210312"/>
                  <a:pt x="65639" y="201549"/>
                  <a:pt x="65639" y="190691"/>
                </a:cubicBezTo>
                <a:cubicBezTo>
                  <a:pt x="65639" y="179832"/>
                  <a:pt x="56818" y="171069"/>
                  <a:pt x="45720" y="171069"/>
                </a:cubicBezTo>
                <a:close/>
                <a:moveTo>
                  <a:pt x="45720" y="197263"/>
                </a:moveTo>
                <a:cubicBezTo>
                  <a:pt x="42400" y="197263"/>
                  <a:pt x="39080" y="194024"/>
                  <a:pt x="39080" y="190691"/>
                </a:cubicBezTo>
                <a:cubicBezTo>
                  <a:pt x="39080" y="186309"/>
                  <a:pt x="42400" y="184118"/>
                  <a:pt x="45720" y="184118"/>
                </a:cubicBezTo>
                <a:cubicBezTo>
                  <a:pt x="50178" y="184118"/>
                  <a:pt x="52360" y="186309"/>
                  <a:pt x="52360" y="190691"/>
                </a:cubicBezTo>
                <a:cubicBezTo>
                  <a:pt x="52360" y="193929"/>
                  <a:pt x="50178" y="197263"/>
                  <a:pt x="45720" y="197263"/>
                </a:cubicBezTo>
                <a:close/>
                <a:moveTo>
                  <a:pt x="196160" y="269558"/>
                </a:moveTo>
                <a:cubicBezTo>
                  <a:pt x="196160" y="276892"/>
                  <a:pt x="190374" y="282893"/>
                  <a:pt x="183259" y="282893"/>
                </a:cubicBezTo>
                <a:cubicBezTo>
                  <a:pt x="176145" y="282893"/>
                  <a:pt x="170359" y="276892"/>
                  <a:pt x="170359" y="269558"/>
                </a:cubicBezTo>
                <a:cubicBezTo>
                  <a:pt x="170359" y="262223"/>
                  <a:pt x="176145" y="256222"/>
                  <a:pt x="183259" y="256222"/>
                </a:cubicBezTo>
                <a:cubicBezTo>
                  <a:pt x="190374" y="256222"/>
                  <a:pt x="196160" y="262223"/>
                  <a:pt x="196160" y="269558"/>
                </a:cubicBezTo>
                <a:close/>
                <a:moveTo>
                  <a:pt x="235999" y="269558"/>
                </a:moveTo>
                <a:cubicBezTo>
                  <a:pt x="235999" y="276892"/>
                  <a:pt x="230023" y="282893"/>
                  <a:pt x="222719" y="282893"/>
                </a:cubicBezTo>
                <a:cubicBezTo>
                  <a:pt x="215415" y="282893"/>
                  <a:pt x="209439" y="276892"/>
                  <a:pt x="209439" y="269558"/>
                </a:cubicBezTo>
                <a:cubicBezTo>
                  <a:pt x="209439" y="262223"/>
                  <a:pt x="215415" y="256222"/>
                  <a:pt x="222719" y="256222"/>
                </a:cubicBezTo>
                <a:cubicBezTo>
                  <a:pt x="230023" y="256222"/>
                  <a:pt x="235999" y="262223"/>
                  <a:pt x="235999" y="269558"/>
                </a:cubicBezTo>
                <a:close/>
                <a:moveTo>
                  <a:pt x="275079" y="269558"/>
                </a:moveTo>
                <a:cubicBezTo>
                  <a:pt x="275079" y="276892"/>
                  <a:pt x="269103" y="282893"/>
                  <a:pt x="261799" y="282893"/>
                </a:cubicBezTo>
                <a:cubicBezTo>
                  <a:pt x="254495" y="282893"/>
                  <a:pt x="248519" y="276892"/>
                  <a:pt x="248519" y="269558"/>
                </a:cubicBezTo>
                <a:cubicBezTo>
                  <a:pt x="248519" y="262223"/>
                  <a:pt x="254495" y="256222"/>
                  <a:pt x="261799" y="256222"/>
                </a:cubicBezTo>
                <a:cubicBezTo>
                  <a:pt x="269103" y="256222"/>
                  <a:pt x="275079" y="262223"/>
                  <a:pt x="275079" y="269558"/>
                </a:cubicBezTo>
                <a:close/>
                <a:moveTo>
                  <a:pt x="45720" y="249555"/>
                </a:moveTo>
                <a:cubicBezTo>
                  <a:pt x="34622" y="249555"/>
                  <a:pt x="25801" y="258413"/>
                  <a:pt x="25801" y="269558"/>
                </a:cubicBezTo>
                <a:cubicBezTo>
                  <a:pt x="25801" y="280702"/>
                  <a:pt x="34622" y="289560"/>
                  <a:pt x="45720" y="289560"/>
                </a:cubicBezTo>
                <a:cubicBezTo>
                  <a:pt x="56818" y="289560"/>
                  <a:pt x="65639" y="280702"/>
                  <a:pt x="65639" y="269558"/>
                </a:cubicBezTo>
                <a:cubicBezTo>
                  <a:pt x="65639" y="258413"/>
                  <a:pt x="56818" y="249555"/>
                  <a:pt x="45720" y="249555"/>
                </a:cubicBezTo>
                <a:close/>
                <a:moveTo>
                  <a:pt x="45720" y="276225"/>
                </a:moveTo>
                <a:cubicBezTo>
                  <a:pt x="42400" y="276225"/>
                  <a:pt x="39080" y="272891"/>
                  <a:pt x="39080" y="269558"/>
                </a:cubicBezTo>
                <a:cubicBezTo>
                  <a:pt x="39080" y="265081"/>
                  <a:pt x="42400" y="262890"/>
                  <a:pt x="45720" y="262890"/>
                </a:cubicBezTo>
                <a:cubicBezTo>
                  <a:pt x="50178" y="262890"/>
                  <a:pt x="52360" y="265081"/>
                  <a:pt x="52360" y="269558"/>
                </a:cubicBezTo>
                <a:cubicBezTo>
                  <a:pt x="52360" y="272891"/>
                  <a:pt x="50178" y="276225"/>
                  <a:pt x="45720" y="27622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59" name="Graphic 157">
            <a:extLst>
              <a:ext uri="{FF2B5EF4-FFF2-40B4-BE49-F238E27FC236}">
                <a16:creationId xmlns:a16="http://schemas.microsoft.com/office/drawing/2014/main" id="{B5331C4B-6975-2482-D202-936AC0DFC7B0}"/>
              </a:ext>
            </a:extLst>
          </p:cNvPr>
          <p:cNvSpPr/>
          <p:nvPr/>
        </p:nvSpPr>
        <p:spPr>
          <a:xfrm>
            <a:off x="2199913" y="2815353"/>
            <a:ext cx="489322" cy="492759"/>
          </a:xfrm>
          <a:custGeom>
            <a:avLst/>
            <a:gdLst>
              <a:gd name="connsiteX0" fmla="*/ 358741 w 366708"/>
              <a:gd name="connsiteY0" fmla="*/ 176974 h 369284"/>
              <a:gd name="connsiteX1" fmla="*/ 319566 w 366708"/>
              <a:gd name="connsiteY1" fmla="*/ 176974 h 369284"/>
              <a:gd name="connsiteX2" fmla="*/ 191417 w 366708"/>
              <a:gd name="connsiteY2" fmla="*/ 46482 h 369284"/>
              <a:gd name="connsiteX3" fmla="*/ 191417 w 366708"/>
              <a:gd name="connsiteY3" fmla="*/ 8001 h 369284"/>
              <a:gd name="connsiteX4" fmla="*/ 183354 w 366708"/>
              <a:gd name="connsiteY4" fmla="*/ 0 h 369284"/>
              <a:gd name="connsiteX5" fmla="*/ 175292 w 366708"/>
              <a:gd name="connsiteY5" fmla="*/ 8001 h 369284"/>
              <a:gd name="connsiteX6" fmla="*/ 175292 w 366708"/>
              <a:gd name="connsiteY6" fmla="*/ 46387 h 369284"/>
              <a:gd name="connsiteX7" fmla="*/ 45341 w 366708"/>
              <a:gd name="connsiteY7" fmla="*/ 176879 h 369284"/>
              <a:gd name="connsiteX8" fmla="*/ 7968 w 366708"/>
              <a:gd name="connsiteY8" fmla="*/ 176879 h 369284"/>
              <a:gd name="connsiteX9" fmla="*/ 0 w 366708"/>
              <a:gd name="connsiteY9" fmla="*/ 184595 h 369284"/>
              <a:gd name="connsiteX10" fmla="*/ 7968 w 366708"/>
              <a:gd name="connsiteY10" fmla="*/ 192310 h 369284"/>
              <a:gd name="connsiteX11" fmla="*/ 45341 w 366708"/>
              <a:gd name="connsiteY11" fmla="*/ 192310 h 369284"/>
              <a:gd name="connsiteX12" fmla="*/ 175292 w 366708"/>
              <a:gd name="connsiteY12" fmla="*/ 321945 h 369284"/>
              <a:gd name="connsiteX13" fmla="*/ 175292 w 366708"/>
              <a:gd name="connsiteY13" fmla="*/ 361283 h 369284"/>
              <a:gd name="connsiteX14" fmla="*/ 183354 w 366708"/>
              <a:gd name="connsiteY14" fmla="*/ 369284 h 369284"/>
              <a:gd name="connsiteX15" fmla="*/ 191417 w 366708"/>
              <a:gd name="connsiteY15" fmla="*/ 361283 h 369284"/>
              <a:gd name="connsiteX16" fmla="*/ 191417 w 366708"/>
              <a:gd name="connsiteY16" fmla="*/ 321945 h 369284"/>
              <a:gd name="connsiteX17" fmla="*/ 319566 w 366708"/>
              <a:gd name="connsiteY17" fmla="*/ 192405 h 369284"/>
              <a:gd name="connsiteX18" fmla="*/ 358741 w 366708"/>
              <a:gd name="connsiteY18" fmla="*/ 192405 h 369284"/>
              <a:gd name="connsiteX19" fmla="*/ 366709 w 366708"/>
              <a:gd name="connsiteY19" fmla="*/ 184690 h 369284"/>
              <a:gd name="connsiteX20" fmla="*/ 358741 w 366708"/>
              <a:gd name="connsiteY20" fmla="*/ 176974 h 369284"/>
              <a:gd name="connsiteX21" fmla="*/ 191417 w 366708"/>
              <a:gd name="connsiteY21" fmla="*/ 305848 h 369284"/>
              <a:gd name="connsiteX22" fmla="*/ 191417 w 366708"/>
              <a:gd name="connsiteY22" fmla="*/ 268891 h 369284"/>
              <a:gd name="connsiteX23" fmla="*/ 183354 w 366708"/>
              <a:gd name="connsiteY23" fmla="*/ 260890 h 369284"/>
              <a:gd name="connsiteX24" fmla="*/ 175292 w 366708"/>
              <a:gd name="connsiteY24" fmla="*/ 268891 h 369284"/>
              <a:gd name="connsiteX25" fmla="*/ 175292 w 366708"/>
              <a:gd name="connsiteY25" fmla="*/ 305848 h 369284"/>
              <a:gd name="connsiteX26" fmla="*/ 61276 w 366708"/>
              <a:gd name="connsiteY26" fmla="*/ 192214 h 369284"/>
              <a:gd name="connsiteX27" fmla="*/ 99882 w 366708"/>
              <a:gd name="connsiteY27" fmla="*/ 192214 h 369284"/>
              <a:gd name="connsiteX28" fmla="*/ 107850 w 366708"/>
              <a:gd name="connsiteY28" fmla="*/ 184499 h 369284"/>
              <a:gd name="connsiteX29" fmla="*/ 99882 w 366708"/>
              <a:gd name="connsiteY29" fmla="*/ 176784 h 369284"/>
              <a:gd name="connsiteX30" fmla="*/ 61276 w 366708"/>
              <a:gd name="connsiteY30" fmla="*/ 176784 h 369284"/>
              <a:gd name="connsiteX31" fmla="*/ 175292 w 366708"/>
              <a:gd name="connsiteY31" fmla="*/ 62294 h 369284"/>
              <a:gd name="connsiteX32" fmla="*/ 175292 w 366708"/>
              <a:gd name="connsiteY32" fmla="*/ 100108 h 369284"/>
              <a:gd name="connsiteX33" fmla="*/ 183354 w 366708"/>
              <a:gd name="connsiteY33" fmla="*/ 108109 h 369284"/>
              <a:gd name="connsiteX34" fmla="*/ 191417 w 366708"/>
              <a:gd name="connsiteY34" fmla="*/ 100108 h 369284"/>
              <a:gd name="connsiteX35" fmla="*/ 191417 w 366708"/>
              <a:gd name="connsiteY35" fmla="*/ 62294 h 369284"/>
              <a:gd name="connsiteX36" fmla="*/ 303630 w 366708"/>
              <a:gd name="connsiteY36" fmla="*/ 176784 h 369284"/>
              <a:gd name="connsiteX37" fmla="*/ 266826 w 366708"/>
              <a:gd name="connsiteY37" fmla="*/ 176784 h 369284"/>
              <a:gd name="connsiteX38" fmla="*/ 258859 w 366708"/>
              <a:gd name="connsiteY38" fmla="*/ 184499 h 369284"/>
              <a:gd name="connsiteX39" fmla="*/ 266826 w 366708"/>
              <a:gd name="connsiteY39" fmla="*/ 192214 h 369284"/>
              <a:gd name="connsiteX40" fmla="*/ 303630 w 366708"/>
              <a:gd name="connsiteY40" fmla="*/ 192214 h 369284"/>
              <a:gd name="connsiteX41" fmla="*/ 191417 w 366708"/>
              <a:gd name="connsiteY41" fmla="*/ 305753 h 369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6708" h="369284">
                <a:moveTo>
                  <a:pt x="358741" y="176974"/>
                </a:moveTo>
                <a:lnTo>
                  <a:pt x="319566" y="176974"/>
                </a:lnTo>
                <a:cubicBezTo>
                  <a:pt x="315677" y="107347"/>
                  <a:pt x="260661" y="50768"/>
                  <a:pt x="191417" y="46482"/>
                </a:cubicBezTo>
                <a:lnTo>
                  <a:pt x="191417" y="8001"/>
                </a:lnTo>
                <a:cubicBezTo>
                  <a:pt x="191417" y="4001"/>
                  <a:pt x="187338" y="0"/>
                  <a:pt x="183354" y="0"/>
                </a:cubicBezTo>
                <a:cubicBezTo>
                  <a:pt x="177948" y="0"/>
                  <a:pt x="175292" y="4001"/>
                  <a:pt x="175292" y="8001"/>
                </a:cubicBezTo>
                <a:lnTo>
                  <a:pt x="175292" y="46387"/>
                </a:lnTo>
                <a:cubicBezTo>
                  <a:pt x="105763" y="50387"/>
                  <a:pt x="49325" y="107061"/>
                  <a:pt x="45341" y="176879"/>
                </a:cubicBezTo>
                <a:lnTo>
                  <a:pt x="7968" y="176879"/>
                </a:lnTo>
                <a:cubicBezTo>
                  <a:pt x="2656" y="176879"/>
                  <a:pt x="0" y="180689"/>
                  <a:pt x="0" y="184595"/>
                </a:cubicBezTo>
                <a:cubicBezTo>
                  <a:pt x="0" y="188500"/>
                  <a:pt x="2656" y="192310"/>
                  <a:pt x="7968" y="192310"/>
                </a:cubicBezTo>
                <a:lnTo>
                  <a:pt x="45341" y="192310"/>
                </a:lnTo>
                <a:cubicBezTo>
                  <a:pt x="49135" y="262223"/>
                  <a:pt x="105668" y="317945"/>
                  <a:pt x="175292" y="321945"/>
                </a:cubicBezTo>
                <a:lnTo>
                  <a:pt x="175292" y="361283"/>
                </a:lnTo>
                <a:cubicBezTo>
                  <a:pt x="175292" y="365284"/>
                  <a:pt x="177948" y="369284"/>
                  <a:pt x="183354" y="369284"/>
                </a:cubicBezTo>
                <a:cubicBezTo>
                  <a:pt x="187433" y="369284"/>
                  <a:pt x="191417" y="365284"/>
                  <a:pt x="191417" y="361283"/>
                </a:cubicBezTo>
                <a:lnTo>
                  <a:pt x="191417" y="321945"/>
                </a:lnTo>
                <a:cubicBezTo>
                  <a:pt x="260756" y="317754"/>
                  <a:pt x="315867" y="262128"/>
                  <a:pt x="319566" y="192405"/>
                </a:cubicBezTo>
                <a:lnTo>
                  <a:pt x="358741" y="192405"/>
                </a:lnTo>
                <a:cubicBezTo>
                  <a:pt x="362725" y="192405"/>
                  <a:pt x="366709" y="188595"/>
                  <a:pt x="366709" y="184690"/>
                </a:cubicBezTo>
                <a:cubicBezTo>
                  <a:pt x="366709" y="180785"/>
                  <a:pt x="362725" y="176974"/>
                  <a:pt x="358741" y="176974"/>
                </a:cubicBezTo>
                <a:close/>
                <a:moveTo>
                  <a:pt x="191417" y="305848"/>
                </a:moveTo>
                <a:lnTo>
                  <a:pt x="191417" y="268891"/>
                </a:lnTo>
                <a:cubicBezTo>
                  <a:pt x="191417" y="264890"/>
                  <a:pt x="187338" y="260890"/>
                  <a:pt x="183354" y="260890"/>
                </a:cubicBezTo>
                <a:cubicBezTo>
                  <a:pt x="177948" y="260890"/>
                  <a:pt x="175292" y="264890"/>
                  <a:pt x="175292" y="268891"/>
                </a:cubicBezTo>
                <a:lnTo>
                  <a:pt x="175292" y="305848"/>
                </a:lnTo>
                <a:cubicBezTo>
                  <a:pt x="113731" y="301943"/>
                  <a:pt x="64976" y="252984"/>
                  <a:pt x="61276" y="192214"/>
                </a:cubicBezTo>
                <a:lnTo>
                  <a:pt x="99882" y="192214"/>
                </a:lnTo>
                <a:cubicBezTo>
                  <a:pt x="103866" y="192214"/>
                  <a:pt x="107850" y="188405"/>
                  <a:pt x="107850" y="184499"/>
                </a:cubicBezTo>
                <a:cubicBezTo>
                  <a:pt x="107850" y="180594"/>
                  <a:pt x="103866" y="176784"/>
                  <a:pt x="99882" y="176784"/>
                </a:cubicBezTo>
                <a:lnTo>
                  <a:pt x="61276" y="176784"/>
                </a:lnTo>
                <a:cubicBezTo>
                  <a:pt x="65165" y="115062"/>
                  <a:pt x="113826" y="66199"/>
                  <a:pt x="175292" y="62294"/>
                </a:cubicBezTo>
                <a:lnTo>
                  <a:pt x="175292" y="100108"/>
                </a:lnTo>
                <a:cubicBezTo>
                  <a:pt x="175292" y="104108"/>
                  <a:pt x="177948" y="108109"/>
                  <a:pt x="183354" y="108109"/>
                </a:cubicBezTo>
                <a:cubicBezTo>
                  <a:pt x="187433" y="108109"/>
                  <a:pt x="191417" y="104108"/>
                  <a:pt x="191417" y="100108"/>
                </a:cubicBezTo>
                <a:lnTo>
                  <a:pt x="191417" y="62294"/>
                </a:lnTo>
                <a:cubicBezTo>
                  <a:pt x="251460" y="66484"/>
                  <a:pt x="299741" y="115253"/>
                  <a:pt x="303630" y="176784"/>
                </a:cubicBezTo>
                <a:lnTo>
                  <a:pt x="266826" y="176784"/>
                </a:lnTo>
                <a:cubicBezTo>
                  <a:pt x="261515" y="176784"/>
                  <a:pt x="258859" y="180594"/>
                  <a:pt x="258859" y="184499"/>
                </a:cubicBezTo>
                <a:cubicBezTo>
                  <a:pt x="258859" y="188405"/>
                  <a:pt x="261515" y="192214"/>
                  <a:pt x="266826" y="192214"/>
                </a:cubicBezTo>
                <a:lnTo>
                  <a:pt x="303630" y="192214"/>
                </a:lnTo>
                <a:cubicBezTo>
                  <a:pt x="299931" y="252698"/>
                  <a:pt x="251555" y="301562"/>
                  <a:pt x="191417" y="30575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0" name="Graphic 157">
            <a:extLst>
              <a:ext uri="{FF2B5EF4-FFF2-40B4-BE49-F238E27FC236}">
                <a16:creationId xmlns:a16="http://schemas.microsoft.com/office/drawing/2014/main" id="{C9CCD98D-580E-374C-1A47-0EAA243D1273}"/>
              </a:ext>
            </a:extLst>
          </p:cNvPr>
          <p:cNvSpPr/>
          <p:nvPr/>
        </p:nvSpPr>
        <p:spPr>
          <a:xfrm>
            <a:off x="2980056" y="2815353"/>
            <a:ext cx="489322" cy="492759"/>
          </a:xfrm>
          <a:custGeom>
            <a:avLst/>
            <a:gdLst>
              <a:gd name="connsiteX0" fmla="*/ 358741 w 366708"/>
              <a:gd name="connsiteY0" fmla="*/ 176974 h 369284"/>
              <a:gd name="connsiteX1" fmla="*/ 319566 w 366708"/>
              <a:gd name="connsiteY1" fmla="*/ 176974 h 369284"/>
              <a:gd name="connsiteX2" fmla="*/ 191417 w 366708"/>
              <a:gd name="connsiteY2" fmla="*/ 46482 h 369284"/>
              <a:gd name="connsiteX3" fmla="*/ 191417 w 366708"/>
              <a:gd name="connsiteY3" fmla="*/ 8001 h 369284"/>
              <a:gd name="connsiteX4" fmla="*/ 183354 w 366708"/>
              <a:gd name="connsiteY4" fmla="*/ 0 h 369284"/>
              <a:gd name="connsiteX5" fmla="*/ 175292 w 366708"/>
              <a:gd name="connsiteY5" fmla="*/ 8001 h 369284"/>
              <a:gd name="connsiteX6" fmla="*/ 175292 w 366708"/>
              <a:gd name="connsiteY6" fmla="*/ 46387 h 369284"/>
              <a:gd name="connsiteX7" fmla="*/ 45341 w 366708"/>
              <a:gd name="connsiteY7" fmla="*/ 176879 h 369284"/>
              <a:gd name="connsiteX8" fmla="*/ 7968 w 366708"/>
              <a:gd name="connsiteY8" fmla="*/ 176879 h 369284"/>
              <a:gd name="connsiteX9" fmla="*/ 0 w 366708"/>
              <a:gd name="connsiteY9" fmla="*/ 184595 h 369284"/>
              <a:gd name="connsiteX10" fmla="*/ 7968 w 366708"/>
              <a:gd name="connsiteY10" fmla="*/ 192310 h 369284"/>
              <a:gd name="connsiteX11" fmla="*/ 45341 w 366708"/>
              <a:gd name="connsiteY11" fmla="*/ 192310 h 369284"/>
              <a:gd name="connsiteX12" fmla="*/ 175292 w 366708"/>
              <a:gd name="connsiteY12" fmla="*/ 321945 h 369284"/>
              <a:gd name="connsiteX13" fmla="*/ 175292 w 366708"/>
              <a:gd name="connsiteY13" fmla="*/ 361283 h 369284"/>
              <a:gd name="connsiteX14" fmla="*/ 183354 w 366708"/>
              <a:gd name="connsiteY14" fmla="*/ 369284 h 369284"/>
              <a:gd name="connsiteX15" fmla="*/ 191417 w 366708"/>
              <a:gd name="connsiteY15" fmla="*/ 361283 h 369284"/>
              <a:gd name="connsiteX16" fmla="*/ 191417 w 366708"/>
              <a:gd name="connsiteY16" fmla="*/ 321945 h 369284"/>
              <a:gd name="connsiteX17" fmla="*/ 319566 w 366708"/>
              <a:gd name="connsiteY17" fmla="*/ 192405 h 369284"/>
              <a:gd name="connsiteX18" fmla="*/ 358741 w 366708"/>
              <a:gd name="connsiteY18" fmla="*/ 192405 h 369284"/>
              <a:gd name="connsiteX19" fmla="*/ 366709 w 366708"/>
              <a:gd name="connsiteY19" fmla="*/ 184690 h 369284"/>
              <a:gd name="connsiteX20" fmla="*/ 358741 w 366708"/>
              <a:gd name="connsiteY20" fmla="*/ 176974 h 369284"/>
              <a:gd name="connsiteX21" fmla="*/ 191417 w 366708"/>
              <a:gd name="connsiteY21" fmla="*/ 305848 h 369284"/>
              <a:gd name="connsiteX22" fmla="*/ 191417 w 366708"/>
              <a:gd name="connsiteY22" fmla="*/ 268891 h 369284"/>
              <a:gd name="connsiteX23" fmla="*/ 183354 w 366708"/>
              <a:gd name="connsiteY23" fmla="*/ 260890 h 369284"/>
              <a:gd name="connsiteX24" fmla="*/ 175292 w 366708"/>
              <a:gd name="connsiteY24" fmla="*/ 268891 h 369284"/>
              <a:gd name="connsiteX25" fmla="*/ 175292 w 366708"/>
              <a:gd name="connsiteY25" fmla="*/ 305848 h 369284"/>
              <a:gd name="connsiteX26" fmla="*/ 61276 w 366708"/>
              <a:gd name="connsiteY26" fmla="*/ 192214 h 369284"/>
              <a:gd name="connsiteX27" fmla="*/ 99882 w 366708"/>
              <a:gd name="connsiteY27" fmla="*/ 192214 h 369284"/>
              <a:gd name="connsiteX28" fmla="*/ 107850 w 366708"/>
              <a:gd name="connsiteY28" fmla="*/ 184499 h 369284"/>
              <a:gd name="connsiteX29" fmla="*/ 99882 w 366708"/>
              <a:gd name="connsiteY29" fmla="*/ 176784 h 369284"/>
              <a:gd name="connsiteX30" fmla="*/ 61276 w 366708"/>
              <a:gd name="connsiteY30" fmla="*/ 176784 h 369284"/>
              <a:gd name="connsiteX31" fmla="*/ 175292 w 366708"/>
              <a:gd name="connsiteY31" fmla="*/ 62294 h 369284"/>
              <a:gd name="connsiteX32" fmla="*/ 175292 w 366708"/>
              <a:gd name="connsiteY32" fmla="*/ 100108 h 369284"/>
              <a:gd name="connsiteX33" fmla="*/ 183354 w 366708"/>
              <a:gd name="connsiteY33" fmla="*/ 108109 h 369284"/>
              <a:gd name="connsiteX34" fmla="*/ 191417 w 366708"/>
              <a:gd name="connsiteY34" fmla="*/ 100108 h 369284"/>
              <a:gd name="connsiteX35" fmla="*/ 191417 w 366708"/>
              <a:gd name="connsiteY35" fmla="*/ 62294 h 369284"/>
              <a:gd name="connsiteX36" fmla="*/ 303630 w 366708"/>
              <a:gd name="connsiteY36" fmla="*/ 176784 h 369284"/>
              <a:gd name="connsiteX37" fmla="*/ 266826 w 366708"/>
              <a:gd name="connsiteY37" fmla="*/ 176784 h 369284"/>
              <a:gd name="connsiteX38" fmla="*/ 258859 w 366708"/>
              <a:gd name="connsiteY38" fmla="*/ 184499 h 369284"/>
              <a:gd name="connsiteX39" fmla="*/ 266826 w 366708"/>
              <a:gd name="connsiteY39" fmla="*/ 192214 h 369284"/>
              <a:gd name="connsiteX40" fmla="*/ 303630 w 366708"/>
              <a:gd name="connsiteY40" fmla="*/ 192214 h 369284"/>
              <a:gd name="connsiteX41" fmla="*/ 191417 w 366708"/>
              <a:gd name="connsiteY41" fmla="*/ 305753 h 369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6708" h="369284">
                <a:moveTo>
                  <a:pt x="358741" y="176974"/>
                </a:moveTo>
                <a:lnTo>
                  <a:pt x="319566" y="176974"/>
                </a:lnTo>
                <a:cubicBezTo>
                  <a:pt x="315677" y="107347"/>
                  <a:pt x="260661" y="50768"/>
                  <a:pt x="191417" y="46482"/>
                </a:cubicBezTo>
                <a:lnTo>
                  <a:pt x="191417" y="8001"/>
                </a:lnTo>
                <a:cubicBezTo>
                  <a:pt x="191417" y="4001"/>
                  <a:pt x="187338" y="0"/>
                  <a:pt x="183354" y="0"/>
                </a:cubicBezTo>
                <a:cubicBezTo>
                  <a:pt x="177948" y="0"/>
                  <a:pt x="175292" y="4001"/>
                  <a:pt x="175292" y="8001"/>
                </a:cubicBezTo>
                <a:lnTo>
                  <a:pt x="175292" y="46387"/>
                </a:lnTo>
                <a:cubicBezTo>
                  <a:pt x="105763" y="50387"/>
                  <a:pt x="49325" y="107061"/>
                  <a:pt x="45341" y="176879"/>
                </a:cubicBezTo>
                <a:lnTo>
                  <a:pt x="7968" y="176879"/>
                </a:lnTo>
                <a:cubicBezTo>
                  <a:pt x="2656" y="176879"/>
                  <a:pt x="0" y="180689"/>
                  <a:pt x="0" y="184595"/>
                </a:cubicBezTo>
                <a:cubicBezTo>
                  <a:pt x="0" y="188500"/>
                  <a:pt x="2656" y="192310"/>
                  <a:pt x="7968" y="192310"/>
                </a:cubicBezTo>
                <a:lnTo>
                  <a:pt x="45341" y="192310"/>
                </a:lnTo>
                <a:cubicBezTo>
                  <a:pt x="49135" y="262223"/>
                  <a:pt x="105668" y="317945"/>
                  <a:pt x="175292" y="321945"/>
                </a:cubicBezTo>
                <a:lnTo>
                  <a:pt x="175292" y="361283"/>
                </a:lnTo>
                <a:cubicBezTo>
                  <a:pt x="175292" y="365284"/>
                  <a:pt x="177948" y="369284"/>
                  <a:pt x="183354" y="369284"/>
                </a:cubicBezTo>
                <a:cubicBezTo>
                  <a:pt x="187433" y="369284"/>
                  <a:pt x="191417" y="365284"/>
                  <a:pt x="191417" y="361283"/>
                </a:cubicBezTo>
                <a:lnTo>
                  <a:pt x="191417" y="321945"/>
                </a:lnTo>
                <a:cubicBezTo>
                  <a:pt x="260756" y="317754"/>
                  <a:pt x="315867" y="262128"/>
                  <a:pt x="319566" y="192405"/>
                </a:cubicBezTo>
                <a:lnTo>
                  <a:pt x="358741" y="192405"/>
                </a:lnTo>
                <a:cubicBezTo>
                  <a:pt x="362725" y="192405"/>
                  <a:pt x="366709" y="188595"/>
                  <a:pt x="366709" y="184690"/>
                </a:cubicBezTo>
                <a:cubicBezTo>
                  <a:pt x="366709" y="180785"/>
                  <a:pt x="362725" y="176974"/>
                  <a:pt x="358741" y="176974"/>
                </a:cubicBezTo>
                <a:close/>
                <a:moveTo>
                  <a:pt x="191417" y="305848"/>
                </a:moveTo>
                <a:lnTo>
                  <a:pt x="191417" y="268891"/>
                </a:lnTo>
                <a:cubicBezTo>
                  <a:pt x="191417" y="264890"/>
                  <a:pt x="187338" y="260890"/>
                  <a:pt x="183354" y="260890"/>
                </a:cubicBezTo>
                <a:cubicBezTo>
                  <a:pt x="177948" y="260890"/>
                  <a:pt x="175292" y="264890"/>
                  <a:pt x="175292" y="268891"/>
                </a:cubicBezTo>
                <a:lnTo>
                  <a:pt x="175292" y="305848"/>
                </a:lnTo>
                <a:cubicBezTo>
                  <a:pt x="113731" y="301943"/>
                  <a:pt x="64976" y="252984"/>
                  <a:pt x="61276" y="192214"/>
                </a:cubicBezTo>
                <a:lnTo>
                  <a:pt x="99882" y="192214"/>
                </a:lnTo>
                <a:cubicBezTo>
                  <a:pt x="103866" y="192214"/>
                  <a:pt x="107850" y="188405"/>
                  <a:pt x="107850" y="184499"/>
                </a:cubicBezTo>
                <a:cubicBezTo>
                  <a:pt x="107850" y="180594"/>
                  <a:pt x="103866" y="176784"/>
                  <a:pt x="99882" y="176784"/>
                </a:cubicBezTo>
                <a:lnTo>
                  <a:pt x="61276" y="176784"/>
                </a:lnTo>
                <a:cubicBezTo>
                  <a:pt x="65165" y="115062"/>
                  <a:pt x="113826" y="66199"/>
                  <a:pt x="175292" y="62294"/>
                </a:cubicBezTo>
                <a:lnTo>
                  <a:pt x="175292" y="100108"/>
                </a:lnTo>
                <a:cubicBezTo>
                  <a:pt x="175292" y="104108"/>
                  <a:pt x="177948" y="108109"/>
                  <a:pt x="183354" y="108109"/>
                </a:cubicBezTo>
                <a:cubicBezTo>
                  <a:pt x="187433" y="108109"/>
                  <a:pt x="191417" y="104108"/>
                  <a:pt x="191417" y="100108"/>
                </a:cubicBezTo>
                <a:lnTo>
                  <a:pt x="191417" y="62294"/>
                </a:lnTo>
                <a:cubicBezTo>
                  <a:pt x="251460" y="66484"/>
                  <a:pt x="299741" y="115253"/>
                  <a:pt x="303630" y="176784"/>
                </a:cubicBezTo>
                <a:lnTo>
                  <a:pt x="266826" y="176784"/>
                </a:lnTo>
                <a:cubicBezTo>
                  <a:pt x="261515" y="176784"/>
                  <a:pt x="258859" y="180594"/>
                  <a:pt x="258859" y="184499"/>
                </a:cubicBezTo>
                <a:cubicBezTo>
                  <a:pt x="258859" y="188405"/>
                  <a:pt x="261515" y="192214"/>
                  <a:pt x="266826" y="192214"/>
                </a:cubicBezTo>
                <a:lnTo>
                  <a:pt x="303630" y="192214"/>
                </a:lnTo>
                <a:cubicBezTo>
                  <a:pt x="299931" y="252698"/>
                  <a:pt x="251555" y="301562"/>
                  <a:pt x="191417" y="30575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1" name="Graphic 157">
            <a:extLst>
              <a:ext uri="{FF2B5EF4-FFF2-40B4-BE49-F238E27FC236}">
                <a16:creationId xmlns:a16="http://schemas.microsoft.com/office/drawing/2014/main" id="{48A45151-0A97-912F-4DCA-B4C1CC8E9237}"/>
              </a:ext>
            </a:extLst>
          </p:cNvPr>
          <p:cNvSpPr/>
          <p:nvPr/>
        </p:nvSpPr>
        <p:spPr>
          <a:xfrm>
            <a:off x="2199913" y="3457610"/>
            <a:ext cx="489322" cy="492759"/>
          </a:xfrm>
          <a:custGeom>
            <a:avLst/>
            <a:gdLst>
              <a:gd name="connsiteX0" fmla="*/ 358741 w 366708"/>
              <a:gd name="connsiteY0" fmla="*/ 176974 h 369284"/>
              <a:gd name="connsiteX1" fmla="*/ 319566 w 366708"/>
              <a:gd name="connsiteY1" fmla="*/ 176974 h 369284"/>
              <a:gd name="connsiteX2" fmla="*/ 191417 w 366708"/>
              <a:gd name="connsiteY2" fmla="*/ 46482 h 369284"/>
              <a:gd name="connsiteX3" fmla="*/ 191417 w 366708"/>
              <a:gd name="connsiteY3" fmla="*/ 8001 h 369284"/>
              <a:gd name="connsiteX4" fmla="*/ 183354 w 366708"/>
              <a:gd name="connsiteY4" fmla="*/ 0 h 369284"/>
              <a:gd name="connsiteX5" fmla="*/ 175292 w 366708"/>
              <a:gd name="connsiteY5" fmla="*/ 8001 h 369284"/>
              <a:gd name="connsiteX6" fmla="*/ 175292 w 366708"/>
              <a:gd name="connsiteY6" fmla="*/ 46387 h 369284"/>
              <a:gd name="connsiteX7" fmla="*/ 45341 w 366708"/>
              <a:gd name="connsiteY7" fmla="*/ 176879 h 369284"/>
              <a:gd name="connsiteX8" fmla="*/ 7968 w 366708"/>
              <a:gd name="connsiteY8" fmla="*/ 176879 h 369284"/>
              <a:gd name="connsiteX9" fmla="*/ 0 w 366708"/>
              <a:gd name="connsiteY9" fmla="*/ 184595 h 369284"/>
              <a:gd name="connsiteX10" fmla="*/ 7968 w 366708"/>
              <a:gd name="connsiteY10" fmla="*/ 192310 h 369284"/>
              <a:gd name="connsiteX11" fmla="*/ 45341 w 366708"/>
              <a:gd name="connsiteY11" fmla="*/ 192310 h 369284"/>
              <a:gd name="connsiteX12" fmla="*/ 175292 w 366708"/>
              <a:gd name="connsiteY12" fmla="*/ 321945 h 369284"/>
              <a:gd name="connsiteX13" fmla="*/ 175292 w 366708"/>
              <a:gd name="connsiteY13" fmla="*/ 361283 h 369284"/>
              <a:gd name="connsiteX14" fmla="*/ 183354 w 366708"/>
              <a:gd name="connsiteY14" fmla="*/ 369284 h 369284"/>
              <a:gd name="connsiteX15" fmla="*/ 191417 w 366708"/>
              <a:gd name="connsiteY15" fmla="*/ 361283 h 369284"/>
              <a:gd name="connsiteX16" fmla="*/ 191417 w 366708"/>
              <a:gd name="connsiteY16" fmla="*/ 321945 h 369284"/>
              <a:gd name="connsiteX17" fmla="*/ 319566 w 366708"/>
              <a:gd name="connsiteY17" fmla="*/ 192405 h 369284"/>
              <a:gd name="connsiteX18" fmla="*/ 358741 w 366708"/>
              <a:gd name="connsiteY18" fmla="*/ 192405 h 369284"/>
              <a:gd name="connsiteX19" fmla="*/ 366709 w 366708"/>
              <a:gd name="connsiteY19" fmla="*/ 184690 h 369284"/>
              <a:gd name="connsiteX20" fmla="*/ 358741 w 366708"/>
              <a:gd name="connsiteY20" fmla="*/ 176974 h 369284"/>
              <a:gd name="connsiteX21" fmla="*/ 191417 w 366708"/>
              <a:gd name="connsiteY21" fmla="*/ 305848 h 369284"/>
              <a:gd name="connsiteX22" fmla="*/ 191417 w 366708"/>
              <a:gd name="connsiteY22" fmla="*/ 268891 h 369284"/>
              <a:gd name="connsiteX23" fmla="*/ 183354 w 366708"/>
              <a:gd name="connsiteY23" fmla="*/ 260890 h 369284"/>
              <a:gd name="connsiteX24" fmla="*/ 175292 w 366708"/>
              <a:gd name="connsiteY24" fmla="*/ 268891 h 369284"/>
              <a:gd name="connsiteX25" fmla="*/ 175292 w 366708"/>
              <a:gd name="connsiteY25" fmla="*/ 305848 h 369284"/>
              <a:gd name="connsiteX26" fmla="*/ 61276 w 366708"/>
              <a:gd name="connsiteY26" fmla="*/ 192214 h 369284"/>
              <a:gd name="connsiteX27" fmla="*/ 99882 w 366708"/>
              <a:gd name="connsiteY27" fmla="*/ 192214 h 369284"/>
              <a:gd name="connsiteX28" fmla="*/ 107850 w 366708"/>
              <a:gd name="connsiteY28" fmla="*/ 184499 h 369284"/>
              <a:gd name="connsiteX29" fmla="*/ 99882 w 366708"/>
              <a:gd name="connsiteY29" fmla="*/ 176784 h 369284"/>
              <a:gd name="connsiteX30" fmla="*/ 61276 w 366708"/>
              <a:gd name="connsiteY30" fmla="*/ 176784 h 369284"/>
              <a:gd name="connsiteX31" fmla="*/ 175292 w 366708"/>
              <a:gd name="connsiteY31" fmla="*/ 62294 h 369284"/>
              <a:gd name="connsiteX32" fmla="*/ 175292 w 366708"/>
              <a:gd name="connsiteY32" fmla="*/ 100108 h 369284"/>
              <a:gd name="connsiteX33" fmla="*/ 183354 w 366708"/>
              <a:gd name="connsiteY33" fmla="*/ 108109 h 369284"/>
              <a:gd name="connsiteX34" fmla="*/ 191417 w 366708"/>
              <a:gd name="connsiteY34" fmla="*/ 100108 h 369284"/>
              <a:gd name="connsiteX35" fmla="*/ 191417 w 366708"/>
              <a:gd name="connsiteY35" fmla="*/ 62294 h 369284"/>
              <a:gd name="connsiteX36" fmla="*/ 303630 w 366708"/>
              <a:gd name="connsiteY36" fmla="*/ 176784 h 369284"/>
              <a:gd name="connsiteX37" fmla="*/ 266826 w 366708"/>
              <a:gd name="connsiteY37" fmla="*/ 176784 h 369284"/>
              <a:gd name="connsiteX38" fmla="*/ 258859 w 366708"/>
              <a:gd name="connsiteY38" fmla="*/ 184499 h 369284"/>
              <a:gd name="connsiteX39" fmla="*/ 266826 w 366708"/>
              <a:gd name="connsiteY39" fmla="*/ 192214 h 369284"/>
              <a:gd name="connsiteX40" fmla="*/ 303630 w 366708"/>
              <a:gd name="connsiteY40" fmla="*/ 192214 h 369284"/>
              <a:gd name="connsiteX41" fmla="*/ 191417 w 366708"/>
              <a:gd name="connsiteY41" fmla="*/ 305753 h 369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6708" h="369284">
                <a:moveTo>
                  <a:pt x="358741" y="176974"/>
                </a:moveTo>
                <a:lnTo>
                  <a:pt x="319566" y="176974"/>
                </a:lnTo>
                <a:cubicBezTo>
                  <a:pt x="315677" y="107347"/>
                  <a:pt x="260661" y="50768"/>
                  <a:pt x="191417" y="46482"/>
                </a:cubicBezTo>
                <a:lnTo>
                  <a:pt x="191417" y="8001"/>
                </a:lnTo>
                <a:cubicBezTo>
                  <a:pt x="191417" y="4001"/>
                  <a:pt x="187338" y="0"/>
                  <a:pt x="183354" y="0"/>
                </a:cubicBezTo>
                <a:cubicBezTo>
                  <a:pt x="177948" y="0"/>
                  <a:pt x="175292" y="4001"/>
                  <a:pt x="175292" y="8001"/>
                </a:cubicBezTo>
                <a:lnTo>
                  <a:pt x="175292" y="46387"/>
                </a:lnTo>
                <a:cubicBezTo>
                  <a:pt x="105763" y="50387"/>
                  <a:pt x="49325" y="107061"/>
                  <a:pt x="45341" y="176879"/>
                </a:cubicBezTo>
                <a:lnTo>
                  <a:pt x="7968" y="176879"/>
                </a:lnTo>
                <a:cubicBezTo>
                  <a:pt x="2656" y="176879"/>
                  <a:pt x="0" y="180689"/>
                  <a:pt x="0" y="184595"/>
                </a:cubicBezTo>
                <a:cubicBezTo>
                  <a:pt x="0" y="188500"/>
                  <a:pt x="2656" y="192310"/>
                  <a:pt x="7968" y="192310"/>
                </a:cubicBezTo>
                <a:lnTo>
                  <a:pt x="45341" y="192310"/>
                </a:lnTo>
                <a:cubicBezTo>
                  <a:pt x="49135" y="262223"/>
                  <a:pt x="105668" y="317945"/>
                  <a:pt x="175292" y="321945"/>
                </a:cubicBezTo>
                <a:lnTo>
                  <a:pt x="175292" y="361283"/>
                </a:lnTo>
                <a:cubicBezTo>
                  <a:pt x="175292" y="365284"/>
                  <a:pt x="177948" y="369284"/>
                  <a:pt x="183354" y="369284"/>
                </a:cubicBezTo>
                <a:cubicBezTo>
                  <a:pt x="187433" y="369284"/>
                  <a:pt x="191417" y="365284"/>
                  <a:pt x="191417" y="361283"/>
                </a:cubicBezTo>
                <a:lnTo>
                  <a:pt x="191417" y="321945"/>
                </a:lnTo>
                <a:cubicBezTo>
                  <a:pt x="260756" y="317754"/>
                  <a:pt x="315867" y="262128"/>
                  <a:pt x="319566" y="192405"/>
                </a:cubicBezTo>
                <a:lnTo>
                  <a:pt x="358741" y="192405"/>
                </a:lnTo>
                <a:cubicBezTo>
                  <a:pt x="362725" y="192405"/>
                  <a:pt x="366709" y="188595"/>
                  <a:pt x="366709" y="184690"/>
                </a:cubicBezTo>
                <a:cubicBezTo>
                  <a:pt x="366709" y="180785"/>
                  <a:pt x="362725" y="176974"/>
                  <a:pt x="358741" y="176974"/>
                </a:cubicBezTo>
                <a:close/>
                <a:moveTo>
                  <a:pt x="191417" y="305848"/>
                </a:moveTo>
                <a:lnTo>
                  <a:pt x="191417" y="268891"/>
                </a:lnTo>
                <a:cubicBezTo>
                  <a:pt x="191417" y="264890"/>
                  <a:pt x="187338" y="260890"/>
                  <a:pt x="183354" y="260890"/>
                </a:cubicBezTo>
                <a:cubicBezTo>
                  <a:pt x="177948" y="260890"/>
                  <a:pt x="175292" y="264890"/>
                  <a:pt x="175292" y="268891"/>
                </a:cubicBezTo>
                <a:lnTo>
                  <a:pt x="175292" y="305848"/>
                </a:lnTo>
                <a:cubicBezTo>
                  <a:pt x="113731" y="301943"/>
                  <a:pt x="64976" y="252984"/>
                  <a:pt x="61276" y="192214"/>
                </a:cubicBezTo>
                <a:lnTo>
                  <a:pt x="99882" y="192214"/>
                </a:lnTo>
                <a:cubicBezTo>
                  <a:pt x="103866" y="192214"/>
                  <a:pt x="107850" y="188405"/>
                  <a:pt x="107850" y="184499"/>
                </a:cubicBezTo>
                <a:cubicBezTo>
                  <a:pt x="107850" y="180594"/>
                  <a:pt x="103866" y="176784"/>
                  <a:pt x="99882" y="176784"/>
                </a:cubicBezTo>
                <a:lnTo>
                  <a:pt x="61276" y="176784"/>
                </a:lnTo>
                <a:cubicBezTo>
                  <a:pt x="65165" y="115062"/>
                  <a:pt x="113826" y="66199"/>
                  <a:pt x="175292" y="62294"/>
                </a:cubicBezTo>
                <a:lnTo>
                  <a:pt x="175292" y="100108"/>
                </a:lnTo>
                <a:cubicBezTo>
                  <a:pt x="175292" y="104108"/>
                  <a:pt x="177948" y="108109"/>
                  <a:pt x="183354" y="108109"/>
                </a:cubicBezTo>
                <a:cubicBezTo>
                  <a:pt x="187433" y="108109"/>
                  <a:pt x="191417" y="104108"/>
                  <a:pt x="191417" y="100108"/>
                </a:cubicBezTo>
                <a:lnTo>
                  <a:pt x="191417" y="62294"/>
                </a:lnTo>
                <a:cubicBezTo>
                  <a:pt x="251460" y="66484"/>
                  <a:pt x="299741" y="115253"/>
                  <a:pt x="303630" y="176784"/>
                </a:cubicBezTo>
                <a:lnTo>
                  <a:pt x="266826" y="176784"/>
                </a:lnTo>
                <a:cubicBezTo>
                  <a:pt x="261515" y="176784"/>
                  <a:pt x="258859" y="180594"/>
                  <a:pt x="258859" y="184499"/>
                </a:cubicBezTo>
                <a:cubicBezTo>
                  <a:pt x="258859" y="188405"/>
                  <a:pt x="261515" y="192214"/>
                  <a:pt x="266826" y="192214"/>
                </a:cubicBezTo>
                <a:lnTo>
                  <a:pt x="303630" y="192214"/>
                </a:lnTo>
                <a:cubicBezTo>
                  <a:pt x="299931" y="252698"/>
                  <a:pt x="251555" y="301562"/>
                  <a:pt x="191417" y="30575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2" name="Graphic 157">
            <a:extLst>
              <a:ext uri="{FF2B5EF4-FFF2-40B4-BE49-F238E27FC236}">
                <a16:creationId xmlns:a16="http://schemas.microsoft.com/office/drawing/2014/main" id="{167794E0-B15F-0DB5-1819-EEC46472CB06}"/>
              </a:ext>
            </a:extLst>
          </p:cNvPr>
          <p:cNvSpPr/>
          <p:nvPr/>
        </p:nvSpPr>
        <p:spPr>
          <a:xfrm>
            <a:off x="2980056" y="3457610"/>
            <a:ext cx="489322" cy="492759"/>
          </a:xfrm>
          <a:custGeom>
            <a:avLst/>
            <a:gdLst>
              <a:gd name="connsiteX0" fmla="*/ 358741 w 366708"/>
              <a:gd name="connsiteY0" fmla="*/ 176974 h 369284"/>
              <a:gd name="connsiteX1" fmla="*/ 319566 w 366708"/>
              <a:gd name="connsiteY1" fmla="*/ 176974 h 369284"/>
              <a:gd name="connsiteX2" fmla="*/ 191417 w 366708"/>
              <a:gd name="connsiteY2" fmla="*/ 46482 h 369284"/>
              <a:gd name="connsiteX3" fmla="*/ 191417 w 366708"/>
              <a:gd name="connsiteY3" fmla="*/ 8001 h 369284"/>
              <a:gd name="connsiteX4" fmla="*/ 183354 w 366708"/>
              <a:gd name="connsiteY4" fmla="*/ 0 h 369284"/>
              <a:gd name="connsiteX5" fmla="*/ 175292 w 366708"/>
              <a:gd name="connsiteY5" fmla="*/ 8001 h 369284"/>
              <a:gd name="connsiteX6" fmla="*/ 175292 w 366708"/>
              <a:gd name="connsiteY6" fmla="*/ 46387 h 369284"/>
              <a:gd name="connsiteX7" fmla="*/ 45341 w 366708"/>
              <a:gd name="connsiteY7" fmla="*/ 176879 h 369284"/>
              <a:gd name="connsiteX8" fmla="*/ 7968 w 366708"/>
              <a:gd name="connsiteY8" fmla="*/ 176879 h 369284"/>
              <a:gd name="connsiteX9" fmla="*/ 0 w 366708"/>
              <a:gd name="connsiteY9" fmla="*/ 184595 h 369284"/>
              <a:gd name="connsiteX10" fmla="*/ 7968 w 366708"/>
              <a:gd name="connsiteY10" fmla="*/ 192310 h 369284"/>
              <a:gd name="connsiteX11" fmla="*/ 45341 w 366708"/>
              <a:gd name="connsiteY11" fmla="*/ 192310 h 369284"/>
              <a:gd name="connsiteX12" fmla="*/ 175292 w 366708"/>
              <a:gd name="connsiteY12" fmla="*/ 321945 h 369284"/>
              <a:gd name="connsiteX13" fmla="*/ 175292 w 366708"/>
              <a:gd name="connsiteY13" fmla="*/ 361283 h 369284"/>
              <a:gd name="connsiteX14" fmla="*/ 183354 w 366708"/>
              <a:gd name="connsiteY14" fmla="*/ 369284 h 369284"/>
              <a:gd name="connsiteX15" fmla="*/ 191417 w 366708"/>
              <a:gd name="connsiteY15" fmla="*/ 361283 h 369284"/>
              <a:gd name="connsiteX16" fmla="*/ 191417 w 366708"/>
              <a:gd name="connsiteY16" fmla="*/ 321945 h 369284"/>
              <a:gd name="connsiteX17" fmla="*/ 319566 w 366708"/>
              <a:gd name="connsiteY17" fmla="*/ 192405 h 369284"/>
              <a:gd name="connsiteX18" fmla="*/ 358741 w 366708"/>
              <a:gd name="connsiteY18" fmla="*/ 192405 h 369284"/>
              <a:gd name="connsiteX19" fmla="*/ 366709 w 366708"/>
              <a:gd name="connsiteY19" fmla="*/ 184690 h 369284"/>
              <a:gd name="connsiteX20" fmla="*/ 358741 w 366708"/>
              <a:gd name="connsiteY20" fmla="*/ 176974 h 369284"/>
              <a:gd name="connsiteX21" fmla="*/ 191417 w 366708"/>
              <a:gd name="connsiteY21" fmla="*/ 305848 h 369284"/>
              <a:gd name="connsiteX22" fmla="*/ 191417 w 366708"/>
              <a:gd name="connsiteY22" fmla="*/ 268891 h 369284"/>
              <a:gd name="connsiteX23" fmla="*/ 183354 w 366708"/>
              <a:gd name="connsiteY23" fmla="*/ 260890 h 369284"/>
              <a:gd name="connsiteX24" fmla="*/ 175292 w 366708"/>
              <a:gd name="connsiteY24" fmla="*/ 268891 h 369284"/>
              <a:gd name="connsiteX25" fmla="*/ 175292 w 366708"/>
              <a:gd name="connsiteY25" fmla="*/ 305848 h 369284"/>
              <a:gd name="connsiteX26" fmla="*/ 61276 w 366708"/>
              <a:gd name="connsiteY26" fmla="*/ 192214 h 369284"/>
              <a:gd name="connsiteX27" fmla="*/ 99882 w 366708"/>
              <a:gd name="connsiteY27" fmla="*/ 192214 h 369284"/>
              <a:gd name="connsiteX28" fmla="*/ 107850 w 366708"/>
              <a:gd name="connsiteY28" fmla="*/ 184499 h 369284"/>
              <a:gd name="connsiteX29" fmla="*/ 99882 w 366708"/>
              <a:gd name="connsiteY29" fmla="*/ 176784 h 369284"/>
              <a:gd name="connsiteX30" fmla="*/ 61276 w 366708"/>
              <a:gd name="connsiteY30" fmla="*/ 176784 h 369284"/>
              <a:gd name="connsiteX31" fmla="*/ 175292 w 366708"/>
              <a:gd name="connsiteY31" fmla="*/ 62294 h 369284"/>
              <a:gd name="connsiteX32" fmla="*/ 175292 w 366708"/>
              <a:gd name="connsiteY32" fmla="*/ 100108 h 369284"/>
              <a:gd name="connsiteX33" fmla="*/ 183354 w 366708"/>
              <a:gd name="connsiteY33" fmla="*/ 108109 h 369284"/>
              <a:gd name="connsiteX34" fmla="*/ 191417 w 366708"/>
              <a:gd name="connsiteY34" fmla="*/ 100108 h 369284"/>
              <a:gd name="connsiteX35" fmla="*/ 191417 w 366708"/>
              <a:gd name="connsiteY35" fmla="*/ 62294 h 369284"/>
              <a:gd name="connsiteX36" fmla="*/ 303630 w 366708"/>
              <a:gd name="connsiteY36" fmla="*/ 176784 h 369284"/>
              <a:gd name="connsiteX37" fmla="*/ 266826 w 366708"/>
              <a:gd name="connsiteY37" fmla="*/ 176784 h 369284"/>
              <a:gd name="connsiteX38" fmla="*/ 258859 w 366708"/>
              <a:gd name="connsiteY38" fmla="*/ 184499 h 369284"/>
              <a:gd name="connsiteX39" fmla="*/ 266826 w 366708"/>
              <a:gd name="connsiteY39" fmla="*/ 192214 h 369284"/>
              <a:gd name="connsiteX40" fmla="*/ 303630 w 366708"/>
              <a:gd name="connsiteY40" fmla="*/ 192214 h 369284"/>
              <a:gd name="connsiteX41" fmla="*/ 191417 w 366708"/>
              <a:gd name="connsiteY41" fmla="*/ 305753 h 369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66708" h="369284">
                <a:moveTo>
                  <a:pt x="358741" y="176974"/>
                </a:moveTo>
                <a:lnTo>
                  <a:pt x="319566" y="176974"/>
                </a:lnTo>
                <a:cubicBezTo>
                  <a:pt x="315677" y="107347"/>
                  <a:pt x="260661" y="50768"/>
                  <a:pt x="191417" y="46482"/>
                </a:cubicBezTo>
                <a:lnTo>
                  <a:pt x="191417" y="8001"/>
                </a:lnTo>
                <a:cubicBezTo>
                  <a:pt x="191417" y="4001"/>
                  <a:pt x="187338" y="0"/>
                  <a:pt x="183354" y="0"/>
                </a:cubicBezTo>
                <a:cubicBezTo>
                  <a:pt x="177948" y="0"/>
                  <a:pt x="175292" y="4001"/>
                  <a:pt x="175292" y="8001"/>
                </a:cubicBezTo>
                <a:lnTo>
                  <a:pt x="175292" y="46387"/>
                </a:lnTo>
                <a:cubicBezTo>
                  <a:pt x="105763" y="50387"/>
                  <a:pt x="49325" y="107061"/>
                  <a:pt x="45341" y="176879"/>
                </a:cubicBezTo>
                <a:lnTo>
                  <a:pt x="7968" y="176879"/>
                </a:lnTo>
                <a:cubicBezTo>
                  <a:pt x="2656" y="176879"/>
                  <a:pt x="0" y="180689"/>
                  <a:pt x="0" y="184595"/>
                </a:cubicBezTo>
                <a:cubicBezTo>
                  <a:pt x="0" y="188500"/>
                  <a:pt x="2656" y="192310"/>
                  <a:pt x="7968" y="192310"/>
                </a:cubicBezTo>
                <a:lnTo>
                  <a:pt x="45341" y="192310"/>
                </a:lnTo>
                <a:cubicBezTo>
                  <a:pt x="49135" y="262223"/>
                  <a:pt x="105668" y="317945"/>
                  <a:pt x="175292" y="321945"/>
                </a:cubicBezTo>
                <a:lnTo>
                  <a:pt x="175292" y="361283"/>
                </a:lnTo>
                <a:cubicBezTo>
                  <a:pt x="175292" y="365284"/>
                  <a:pt x="177948" y="369284"/>
                  <a:pt x="183354" y="369284"/>
                </a:cubicBezTo>
                <a:cubicBezTo>
                  <a:pt x="187433" y="369284"/>
                  <a:pt x="191417" y="365284"/>
                  <a:pt x="191417" y="361283"/>
                </a:cubicBezTo>
                <a:lnTo>
                  <a:pt x="191417" y="321945"/>
                </a:lnTo>
                <a:cubicBezTo>
                  <a:pt x="260756" y="317754"/>
                  <a:pt x="315867" y="262128"/>
                  <a:pt x="319566" y="192405"/>
                </a:cubicBezTo>
                <a:lnTo>
                  <a:pt x="358741" y="192405"/>
                </a:lnTo>
                <a:cubicBezTo>
                  <a:pt x="362725" y="192405"/>
                  <a:pt x="366709" y="188595"/>
                  <a:pt x="366709" y="184690"/>
                </a:cubicBezTo>
                <a:cubicBezTo>
                  <a:pt x="366709" y="180785"/>
                  <a:pt x="362725" y="176974"/>
                  <a:pt x="358741" y="176974"/>
                </a:cubicBezTo>
                <a:close/>
                <a:moveTo>
                  <a:pt x="191417" y="305848"/>
                </a:moveTo>
                <a:lnTo>
                  <a:pt x="191417" y="268891"/>
                </a:lnTo>
                <a:cubicBezTo>
                  <a:pt x="191417" y="264890"/>
                  <a:pt x="187338" y="260890"/>
                  <a:pt x="183354" y="260890"/>
                </a:cubicBezTo>
                <a:cubicBezTo>
                  <a:pt x="177948" y="260890"/>
                  <a:pt x="175292" y="264890"/>
                  <a:pt x="175292" y="268891"/>
                </a:cubicBezTo>
                <a:lnTo>
                  <a:pt x="175292" y="305848"/>
                </a:lnTo>
                <a:cubicBezTo>
                  <a:pt x="113731" y="301943"/>
                  <a:pt x="64976" y="252984"/>
                  <a:pt x="61276" y="192214"/>
                </a:cubicBezTo>
                <a:lnTo>
                  <a:pt x="99882" y="192214"/>
                </a:lnTo>
                <a:cubicBezTo>
                  <a:pt x="103866" y="192214"/>
                  <a:pt x="107850" y="188405"/>
                  <a:pt x="107850" y="184499"/>
                </a:cubicBezTo>
                <a:cubicBezTo>
                  <a:pt x="107850" y="180594"/>
                  <a:pt x="103866" y="176784"/>
                  <a:pt x="99882" y="176784"/>
                </a:cubicBezTo>
                <a:lnTo>
                  <a:pt x="61276" y="176784"/>
                </a:lnTo>
                <a:cubicBezTo>
                  <a:pt x="65165" y="115062"/>
                  <a:pt x="113826" y="66199"/>
                  <a:pt x="175292" y="62294"/>
                </a:cubicBezTo>
                <a:lnTo>
                  <a:pt x="175292" y="100108"/>
                </a:lnTo>
                <a:cubicBezTo>
                  <a:pt x="175292" y="104108"/>
                  <a:pt x="177948" y="108109"/>
                  <a:pt x="183354" y="108109"/>
                </a:cubicBezTo>
                <a:cubicBezTo>
                  <a:pt x="187433" y="108109"/>
                  <a:pt x="191417" y="104108"/>
                  <a:pt x="191417" y="100108"/>
                </a:cubicBezTo>
                <a:lnTo>
                  <a:pt x="191417" y="62294"/>
                </a:lnTo>
                <a:cubicBezTo>
                  <a:pt x="251460" y="66484"/>
                  <a:pt x="299741" y="115253"/>
                  <a:pt x="303630" y="176784"/>
                </a:cubicBezTo>
                <a:lnTo>
                  <a:pt x="266826" y="176784"/>
                </a:lnTo>
                <a:cubicBezTo>
                  <a:pt x="261515" y="176784"/>
                  <a:pt x="258859" y="180594"/>
                  <a:pt x="258859" y="184499"/>
                </a:cubicBezTo>
                <a:cubicBezTo>
                  <a:pt x="258859" y="188405"/>
                  <a:pt x="261515" y="192214"/>
                  <a:pt x="266826" y="192214"/>
                </a:cubicBezTo>
                <a:lnTo>
                  <a:pt x="303630" y="192214"/>
                </a:lnTo>
                <a:cubicBezTo>
                  <a:pt x="299931" y="252698"/>
                  <a:pt x="251555" y="301562"/>
                  <a:pt x="191417" y="30575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8" name="Graphic 166">
            <a:extLst>
              <a:ext uri="{FF2B5EF4-FFF2-40B4-BE49-F238E27FC236}">
                <a16:creationId xmlns:a16="http://schemas.microsoft.com/office/drawing/2014/main" id="{7F5A15AD-D496-C15B-BB55-ADEA5E15BBA5}"/>
              </a:ext>
            </a:extLst>
          </p:cNvPr>
          <p:cNvSpPr/>
          <p:nvPr/>
        </p:nvSpPr>
        <p:spPr>
          <a:xfrm>
            <a:off x="3881984" y="2898213"/>
            <a:ext cx="377190" cy="379637"/>
          </a:xfrm>
          <a:custGeom>
            <a:avLst/>
            <a:gdLst>
              <a:gd name="connsiteX0" fmla="*/ 144131 w 286982"/>
              <a:gd name="connsiteY0" fmla="*/ 168735 h 288844"/>
              <a:gd name="connsiteX1" fmla="*/ 149443 w 286982"/>
              <a:gd name="connsiteY1" fmla="*/ 171402 h 288844"/>
              <a:gd name="connsiteX2" fmla="*/ 247807 w 286982"/>
              <a:gd name="connsiteY2" fmla="*/ 268842 h 288844"/>
              <a:gd name="connsiteX3" fmla="*/ 267727 w 286982"/>
              <a:gd name="connsiteY3" fmla="*/ 248840 h 288844"/>
              <a:gd name="connsiteX4" fmla="*/ 170690 w 286982"/>
              <a:gd name="connsiteY4" fmla="*/ 150066 h 288844"/>
              <a:gd name="connsiteX5" fmla="*/ 170690 w 286982"/>
              <a:gd name="connsiteY5" fmla="*/ 139398 h 288844"/>
              <a:gd name="connsiteX6" fmla="*/ 217264 w 286982"/>
              <a:gd name="connsiteY6" fmla="*/ 91296 h 288844"/>
              <a:gd name="connsiteX7" fmla="*/ 21768 w 286982"/>
              <a:gd name="connsiteY7" fmla="*/ 21859 h 288844"/>
              <a:gd name="connsiteX8" fmla="*/ 90918 w 286982"/>
              <a:gd name="connsiteY8" fmla="*/ 218169 h 288844"/>
              <a:gd name="connsiteX9" fmla="*/ 138819 w 286982"/>
              <a:gd name="connsiteY9" fmla="*/ 171402 h 288844"/>
              <a:gd name="connsiteX10" fmla="*/ 144131 w 286982"/>
              <a:gd name="connsiteY10" fmla="*/ 168735 h 288844"/>
              <a:gd name="connsiteX11" fmla="*/ 247807 w 286982"/>
              <a:gd name="connsiteY11" fmla="*/ 288845 h 288844"/>
              <a:gd name="connsiteX12" fmla="*/ 242495 w 286982"/>
              <a:gd name="connsiteY12" fmla="*/ 286178 h 288844"/>
              <a:gd name="connsiteX13" fmla="*/ 144131 w 286982"/>
              <a:gd name="connsiteY13" fmla="*/ 187404 h 288844"/>
              <a:gd name="connsiteX14" fmla="*/ 93573 w 286982"/>
              <a:gd name="connsiteY14" fmla="*/ 238172 h 288844"/>
              <a:gd name="connsiteX15" fmla="*/ 86934 w 286982"/>
              <a:gd name="connsiteY15" fmla="*/ 240839 h 288844"/>
              <a:gd name="connsiteX16" fmla="*/ 80294 w 286982"/>
              <a:gd name="connsiteY16" fmla="*/ 235505 h 288844"/>
              <a:gd name="connsiteX17" fmla="*/ 521 w 286982"/>
              <a:gd name="connsiteY17" fmla="*/ 11191 h 288844"/>
              <a:gd name="connsiteX18" fmla="*/ 3177 w 286982"/>
              <a:gd name="connsiteY18" fmla="*/ 3190 h 288844"/>
              <a:gd name="connsiteX19" fmla="*/ 11145 w 286982"/>
              <a:gd name="connsiteY19" fmla="*/ 523 h 288844"/>
              <a:gd name="connsiteX20" fmla="*/ 234528 w 286982"/>
              <a:gd name="connsiteY20" fmla="*/ 80628 h 288844"/>
              <a:gd name="connsiteX21" fmla="*/ 239840 w 286982"/>
              <a:gd name="connsiteY21" fmla="*/ 87296 h 288844"/>
              <a:gd name="connsiteX22" fmla="*/ 237184 w 286982"/>
              <a:gd name="connsiteY22" fmla="*/ 93963 h 288844"/>
              <a:gd name="connsiteX23" fmla="*/ 186626 w 286982"/>
              <a:gd name="connsiteY23" fmla="*/ 144732 h 288844"/>
              <a:gd name="connsiteX24" fmla="*/ 284990 w 286982"/>
              <a:gd name="connsiteY24" fmla="*/ 243506 h 288844"/>
              <a:gd name="connsiteX25" fmla="*/ 284990 w 286982"/>
              <a:gd name="connsiteY25" fmla="*/ 254174 h 288844"/>
              <a:gd name="connsiteX26" fmla="*/ 253119 w 286982"/>
              <a:gd name="connsiteY26" fmla="*/ 286178 h 288844"/>
              <a:gd name="connsiteX27" fmla="*/ 247807 w 286982"/>
              <a:gd name="connsiteY27" fmla="*/ 288845 h 288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6982" h="288844">
                <a:moveTo>
                  <a:pt x="144131" y="168735"/>
                </a:moveTo>
                <a:cubicBezTo>
                  <a:pt x="145459" y="168735"/>
                  <a:pt x="148115" y="168735"/>
                  <a:pt x="149443" y="171402"/>
                </a:cubicBezTo>
                <a:lnTo>
                  <a:pt x="247807" y="268842"/>
                </a:lnTo>
                <a:lnTo>
                  <a:pt x="267727" y="248840"/>
                </a:lnTo>
                <a:lnTo>
                  <a:pt x="170690" y="150066"/>
                </a:lnTo>
                <a:cubicBezTo>
                  <a:pt x="166707" y="147399"/>
                  <a:pt x="166707" y="142065"/>
                  <a:pt x="170690" y="139398"/>
                </a:cubicBezTo>
                <a:lnTo>
                  <a:pt x="217264" y="91296"/>
                </a:lnTo>
                <a:lnTo>
                  <a:pt x="21768" y="21859"/>
                </a:lnTo>
                <a:lnTo>
                  <a:pt x="90918" y="218169"/>
                </a:lnTo>
                <a:lnTo>
                  <a:pt x="138819" y="171402"/>
                </a:lnTo>
                <a:cubicBezTo>
                  <a:pt x="140147" y="168735"/>
                  <a:pt x="141475" y="168735"/>
                  <a:pt x="144131" y="168735"/>
                </a:cubicBezTo>
                <a:close/>
                <a:moveTo>
                  <a:pt x="247807" y="288845"/>
                </a:moveTo>
                <a:cubicBezTo>
                  <a:pt x="245152" y="288845"/>
                  <a:pt x="243823" y="287511"/>
                  <a:pt x="242495" y="286178"/>
                </a:cubicBezTo>
                <a:lnTo>
                  <a:pt x="144131" y="187404"/>
                </a:lnTo>
                <a:lnTo>
                  <a:pt x="93573" y="238172"/>
                </a:lnTo>
                <a:cubicBezTo>
                  <a:pt x="92246" y="240839"/>
                  <a:pt x="89590" y="240839"/>
                  <a:pt x="86934" y="240839"/>
                </a:cubicBezTo>
                <a:cubicBezTo>
                  <a:pt x="84278" y="239505"/>
                  <a:pt x="81622" y="238172"/>
                  <a:pt x="80294" y="235505"/>
                </a:cubicBezTo>
                <a:lnTo>
                  <a:pt x="521" y="11191"/>
                </a:lnTo>
                <a:cubicBezTo>
                  <a:pt x="-807" y="8524"/>
                  <a:pt x="521" y="4524"/>
                  <a:pt x="3177" y="3190"/>
                </a:cubicBezTo>
                <a:cubicBezTo>
                  <a:pt x="4505" y="523"/>
                  <a:pt x="8489" y="-810"/>
                  <a:pt x="11145" y="523"/>
                </a:cubicBezTo>
                <a:lnTo>
                  <a:pt x="234528" y="80628"/>
                </a:lnTo>
                <a:cubicBezTo>
                  <a:pt x="237184" y="81962"/>
                  <a:pt x="238512" y="84629"/>
                  <a:pt x="239840" y="87296"/>
                </a:cubicBezTo>
                <a:cubicBezTo>
                  <a:pt x="239840" y="89963"/>
                  <a:pt x="239840" y="92630"/>
                  <a:pt x="237184" y="93963"/>
                </a:cubicBezTo>
                <a:lnTo>
                  <a:pt x="186626" y="144732"/>
                </a:lnTo>
                <a:lnTo>
                  <a:pt x="284990" y="243506"/>
                </a:lnTo>
                <a:cubicBezTo>
                  <a:pt x="287646" y="246173"/>
                  <a:pt x="287646" y="251507"/>
                  <a:pt x="284990" y="254174"/>
                </a:cubicBezTo>
                <a:lnTo>
                  <a:pt x="253119" y="286178"/>
                </a:lnTo>
                <a:cubicBezTo>
                  <a:pt x="251791" y="287511"/>
                  <a:pt x="249135" y="288845"/>
                  <a:pt x="247807" y="28884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69" name="Graphic 166">
            <a:extLst>
              <a:ext uri="{FF2B5EF4-FFF2-40B4-BE49-F238E27FC236}">
                <a16:creationId xmlns:a16="http://schemas.microsoft.com/office/drawing/2014/main" id="{E18D755F-8449-2C45-025A-34E7D278BD60}"/>
              </a:ext>
            </a:extLst>
          </p:cNvPr>
          <p:cNvSpPr/>
          <p:nvPr/>
        </p:nvSpPr>
        <p:spPr>
          <a:xfrm>
            <a:off x="4658499" y="2898213"/>
            <a:ext cx="377190" cy="379637"/>
          </a:xfrm>
          <a:custGeom>
            <a:avLst/>
            <a:gdLst>
              <a:gd name="connsiteX0" fmla="*/ 144131 w 286982"/>
              <a:gd name="connsiteY0" fmla="*/ 168735 h 288844"/>
              <a:gd name="connsiteX1" fmla="*/ 149443 w 286982"/>
              <a:gd name="connsiteY1" fmla="*/ 171402 h 288844"/>
              <a:gd name="connsiteX2" fmla="*/ 247807 w 286982"/>
              <a:gd name="connsiteY2" fmla="*/ 268842 h 288844"/>
              <a:gd name="connsiteX3" fmla="*/ 267727 w 286982"/>
              <a:gd name="connsiteY3" fmla="*/ 248840 h 288844"/>
              <a:gd name="connsiteX4" fmla="*/ 170690 w 286982"/>
              <a:gd name="connsiteY4" fmla="*/ 150066 h 288844"/>
              <a:gd name="connsiteX5" fmla="*/ 170690 w 286982"/>
              <a:gd name="connsiteY5" fmla="*/ 139398 h 288844"/>
              <a:gd name="connsiteX6" fmla="*/ 217264 w 286982"/>
              <a:gd name="connsiteY6" fmla="*/ 91296 h 288844"/>
              <a:gd name="connsiteX7" fmla="*/ 21768 w 286982"/>
              <a:gd name="connsiteY7" fmla="*/ 21859 h 288844"/>
              <a:gd name="connsiteX8" fmla="*/ 90918 w 286982"/>
              <a:gd name="connsiteY8" fmla="*/ 218169 h 288844"/>
              <a:gd name="connsiteX9" fmla="*/ 138819 w 286982"/>
              <a:gd name="connsiteY9" fmla="*/ 171402 h 288844"/>
              <a:gd name="connsiteX10" fmla="*/ 144131 w 286982"/>
              <a:gd name="connsiteY10" fmla="*/ 168735 h 288844"/>
              <a:gd name="connsiteX11" fmla="*/ 247807 w 286982"/>
              <a:gd name="connsiteY11" fmla="*/ 288845 h 288844"/>
              <a:gd name="connsiteX12" fmla="*/ 242495 w 286982"/>
              <a:gd name="connsiteY12" fmla="*/ 286178 h 288844"/>
              <a:gd name="connsiteX13" fmla="*/ 144131 w 286982"/>
              <a:gd name="connsiteY13" fmla="*/ 187404 h 288844"/>
              <a:gd name="connsiteX14" fmla="*/ 93573 w 286982"/>
              <a:gd name="connsiteY14" fmla="*/ 238172 h 288844"/>
              <a:gd name="connsiteX15" fmla="*/ 86934 w 286982"/>
              <a:gd name="connsiteY15" fmla="*/ 240839 h 288844"/>
              <a:gd name="connsiteX16" fmla="*/ 80294 w 286982"/>
              <a:gd name="connsiteY16" fmla="*/ 235505 h 288844"/>
              <a:gd name="connsiteX17" fmla="*/ 521 w 286982"/>
              <a:gd name="connsiteY17" fmla="*/ 11191 h 288844"/>
              <a:gd name="connsiteX18" fmla="*/ 3177 w 286982"/>
              <a:gd name="connsiteY18" fmla="*/ 3190 h 288844"/>
              <a:gd name="connsiteX19" fmla="*/ 11145 w 286982"/>
              <a:gd name="connsiteY19" fmla="*/ 523 h 288844"/>
              <a:gd name="connsiteX20" fmla="*/ 234528 w 286982"/>
              <a:gd name="connsiteY20" fmla="*/ 80628 h 288844"/>
              <a:gd name="connsiteX21" fmla="*/ 239840 w 286982"/>
              <a:gd name="connsiteY21" fmla="*/ 87296 h 288844"/>
              <a:gd name="connsiteX22" fmla="*/ 237184 w 286982"/>
              <a:gd name="connsiteY22" fmla="*/ 93963 h 288844"/>
              <a:gd name="connsiteX23" fmla="*/ 186626 w 286982"/>
              <a:gd name="connsiteY23" fmla="*/ 144732 h 288844"/>
              <a:gd name="connsiteX24" fmla="*/ 284990 w 286982"/>
              <a:gd name="connsiteY24" fmla="*/ 243506 h 288844"/>
              <a:gd name="connsiteX25" fmla="*/ 284990 w 286982"/>
              <a:gd name="connsiteY25" fmla="*/ 254174 h 288844"/>
              <a:gd name="connsiteX26" fmla="*/ 253119 w 286982"/>
              <a:gd name="connsiteY26" fmla="*/ 286178 h 288844"/>
              <a:gd name="connsiteX27" fmla="*/ 247807 w 286982"/>
              <a:gd name="connsiteY27" fmla="*/ 288845 h 288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6982" h="288844">
                <a:moveTo>
                  <a:pt x="144131" y="168735"/>
                </a:moveTo>
                <a:cubicBezTo>
                  <a:pt x="145459" y="168735"/>
                  <a:pt x="148115" y="168735"/>
                  <a:pt x="149443" y="171402"/>
                </a:cubicBezTo>
                <a:lnTo>
                  <a:pt x="247807" y="268842"/>
                </a:lnTo>
                <a:lnTo>
                  <a:pt x="267727" y="248840"/>
                </a:lnTo>
                <a:lnTo>
                  <a:pt x="170690" y="150066"/>
                </a:lnTo>
                <a:cubicBezTo>
                  <a:pt x="166707" y="147399"/>
                  <a:pt x="166707" y="142065"/>
                  <a:pt x="170690" y="139398"/>
                </a:cubicBezTo>
                <a:lnTo>
                  <a:pt x="217264" y="91296"/>
                </a:lnTo>
                <a:lnTo>
                  <a:pt x="21768" y="21859"/>
                </a:lnTo>
                <a:lnTo>
                  <a:pt x="90918" y="218169"/>
                </a:lnTo>
                <a:lnTo>
                  <a:pt x="138819" y="171402"/>
                </a:lnTo>
                <a:cubicBezTo>
                  <a:pt x="140147" y="168735"/>
                  <a:pt x="141475" y="168735"/>
                  <a:pt x="144131" y="168735"/>
                </a:cubicBezTo>
                <a:close/>
                <a:moveTo>
                  <a:pt x="247807" y="288845"/>
                </a:moveTo>
                <a:cubicBezTo>
                  <a:pt x="245152" y="288845"/>
                  <a:pt x="243823" y="287511"/>
                  <a:pt x="242495" y="286178"/>
                </a:cubicBezTo>
                <a:lnTo>
                  <a:pt x="144131" y="187404"/>
                </a:lnTo>
                <a:lnTo>
                  <a:pt x="93573" y="238172"/>
                </a:lnTo>
                <a:cubicBezTo>
                  <a:pt x="92246" y="240839"/>
                  <a:pt x="89590" y="240839"/>
                  <a:pt x="86934" y="240839"/>
                </a:cubicBezTo>
                <a:cubicBezTo>
                  <a:pt x="84278" y="239505"/>
                  <a:pt x="81622" y="238172"/>
                  <a:pt x="80294" y="235505"/>
                </a:cubicBezTo>
                <a:lnTo>
                  <a:pt x="521" y="11191"/>
                </a:lnTo>
                <a:cubicBezTo>
                  <a:pt x="-807" y="8524"/>
                  <a:pt x="521" y="4524"/>
                  <a:pt x="3177" y="3190"/>
                </a:cubicBezTo>
                <a:cubicBezTo>
                  <a:pt x="4505" y="523"/>
                  <a:pt x="8489" y="-810"/>
                  <a:pt x="11145" y="523"/>
                </a:cubicBezTo>
                <a:lnTo>
                  <a:pt x="234528" y="80628"/>
                </a:lnTo>
                <a:cubicBezTo>
                  <a:pt x="237184" y="81962"/>
                  <a:pt x="238512" y="84629"/>
                  <a:pt x="239840" y="87296"/>
                </a:cubicBezTo>
                <a:cubicBezTo>
                  <a:pt x="239840" y="89963"/>
                  <a:pt x="239840" y="92630"/>
                  <a:pt x="237184" y="93963"/>
                </a:cubicBezTo>
                <a:lnTo>
                  <a:pt x="186626" y="144732"/>
                </a:lnTo>
                <a:lnTo>
                  <a:pt x="284990" y="243506"/>
                </a:lnTo>
                <a:cubicBezTo>
                  <a:pt x="287646" y="246173"/>
                  <a:pt x="287646" y="251507"/>
                  <a:pt x="284990" y="254174"/>
                </a:cubicBezTo>
                <a:lnTo>
                  <a:pt x="253119" y="286178"/>
                </a:lnTo>
                <a:cubicBezTo>
                  <a:pt x="251791" y="287511"/>
                  <a:pt x="249135" y="288845"/>
                  <a:pt x="247807" y="28884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0" name="Graphic 166">
            <a:extLst>
              <a:ext uri="{FF2B5EF4-FFF2-40B4-BE49-F238E27FC236}">
                <a16:creationId xmlns:a16="http://schemas.microsoft.com/office/drawing/2014/main" id="{D441DA62-B43C-FE65-82B7-213F4BD60830}"/>
              </a:ext>
            </a:extLst>
          </p:cNvPr>
          <p:cNvSpPr/>
          <p:nvPr/>
        </p:nvSpPr>
        <p:spPr>
          <a:xfrm>
            <a:off x="3881984" y="3544099"/>
            <a:ext cx="377190" cy="379637"/>
          </a:xfrm>
          <a:custGeom>
            <a:avLst/>
            <a:gdLst>
              <a:gd name="connsiteX0" fmla="*/ 144131 w 286982"/>
              <a:gd name="connsiteY0" fmla="*/ 168735 h 288844"/>
              <a:gd name="connsiteX1" fmla="*/ 149443 w 286982"/>
              <a:gd name="connsiteY1" fmla="*/ 171402 h 288844"/>
              <a:gd name="connsiteX2" fmla="*/ 247807 w 286982"/>
              <a:gd name="connsiteY2" fmla="*/ 268842 h 288844"/>
              <a:gd name="connsiteX3" fmla="*/ 267727 w 286982"/>
              <a:gd name="connsiteY3" fmla="*/ 248840 h 288844"/>
              <a:gd name="connsiteX4" fmla="*/ 170690 w 286982"/>
              <a:gd name="connsiteY4" fmla="*/ 150066 h 288844"/>
              <a:gd name="connsiteX5" fmla="*/ 170690 w 286982"/>
              <a:gd name="connsiteY5" fmla="*/ 139398 h 288844"/>
              <a:gd name="connsiteX6" fmla="*/ 217264 w 286982"/>
              <a:gd name="connsiteY6" fmla="*/ 91296 h 288844"/>
              <a:gd name="connsiteX7" fmla="*/ 21768 w 286982"/>
              <a:gd name="connsiteY7" fmla="*/ 21859 h 288844"/>
              <a:gd name="connsiteX8" fmla="*/ 90918 w 286982"/>
              <a:gd name="connsiteY8" fmla="*/ 218169 h 288844"/>
              <a:gd name="connsiteX9" fmla="*/ 138819 w 286982"/>
              <a:gd name="connsiteY9" fmla="*/ 171402 h 288844"/>
              <a:gd name="connsiteX10" fmla="*/ 144131 w 286982"/>
              <a:gd name="connsiteY10" fmla="*/ 168735 h 288844"/>
              <a:gd name="connsiteX11" fmla="*/ 247807 w 286982"/>
              <a:gd name="connsiteY11" fmla="*/ 288845 h 288844"/>
              <a:gd name="connsiteX12" fmla="*/ 242495 w 286982"/>
              <a:gd name="connsiteY12" fmla="*/ 286178 h 288844"/>
              <a:gd name="connsiteX13" fmla="*/ 144131 w 286982"/>
              <a:gd name="connsiteY13" fmla="*/ 187404 h 288844"/>
              <a:gd name="connsiteX14" fmla="*/ 93573 w 286982"/>
              <a:gd name="connsiteY14" fmla="*/ 238172 h 288844"/>
              <a:gd name="connsiteX15" fmla="*/ 86934 w 286982"/>
              <a:gd name="connsiteY15" fmla="*/ 240839 h 288844"/>
              <a:gd name="connsiteX16" fmla="*/ 80294 w 286982"/>
              <a:gd name="connsiteY16" fmla="*/ 235505 h 288844"/>
              <a:gd name="connsiteX17" fmla="*/ 521 w 286982"/>
              <a:gd name="connsiteY17" fmla="*/ 11191 h 288844"/>
              <a:gd name="connsiteX18" fmla="*/ 3177 w 286982"/>
              <a:gd name="connsiteY18" fmla="*/ 3190 h 288844"/>
              <a:gd name="connsiteX19" fmla="*/ 11145 w 286982"/>
              <a:gd name="connsiteY19" fmla="*/ 523 h 288844"/>
              <a:gd name="connsiteX20" fmla="*/ 234528 w 286982"/>
              <a:gd name="connsiteY20" fmla="*/ 80628 h 288844"/>
              <a:gd name="connsiteX21" fmla="*/ 239840 w 286982"/>
              <a:gd name="connsiteY21" fmla="*/ 87296 h 288844"/>
              <a:gd name="connsiteX22" fmla="*/ 237184 w 286982"/>
              <a:gd name="connsiteY22" fmla="*/ 93963 h 288844"/>
              <a:gd name="connsiteX23" fmla="*/ 186626 w 286982"/>
              <a:gd name="connsiteY23" fmla="*/ 144732 h 288844"/>
              <a:gd name="connsiteX24" fmla="*/ 284990 w 286982"/>
              <a:gd name="connsiteY24" fmla="*/ 243506 h 288844"/>
              <a:gd name="connsiteX25" fmla="*/ 284990 w 286982"/>
              <a:gd name="connsiteY25" fmla="*/ 254174 h 288844"/>
              <a:gd name="connsiteX26" fmla="*/ 253119 w 286982"/>
              <a:gd name="connsiteY26" fmla="*/ 286178 h 288844"/>
              <a:gd name="connsiteX27" fmla="*/ 247807 w 286982"/>
              <a:gd name="connsiteY27" fmla="*/ 288845 h 288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6982" h="288844">
                <a:moveTo>
                  <a:pt x="144131" y="168735"/>
                </a:moveTo>
                <a:cubicBezTo>
                  <a:pt x="145459" y="168735"/>
                  <a:pt x="148115" y="168735"/>
                  <a:pt x="149443" y="171402"/>
                </a:cubicBezTo>
                <a:lnTo>
                  <a:pt x="247807" y="268842"/>
                </a:lnTo>
                <a:lnTo>
                  <a:pt x="267727" y="248840"/>
                </a:lnTo>
                <a:lnTo>
                  <a:pt x="170690" y="150066"/>
                </a:lnTo>
                <a:cubicBezTo>
                  <a:pt x="166707" y="147399"/>
                  <a:pt x="166707" y="142065"/>
                  <a:pt x="170690" y="139398"/>
                </a:cubicBezTo>
                <a:lnTo>
                  <a:pt x="217264" y="91296"/>
                </a:lnTo>
                <a:lnTo>
                  <a:pt x="21768" y="21859"/>
                </a:lnTo>
                <a:lnTo>
                  <a:pt x="90918" y="218169"/>
                </a:lnTo>
                <a:lnTo>
                  <a:pt x="138819" y="171402"/>
                </a:lnTo>
                <a:cubicBezTo>
                  <a:pt x="140147" y="168735"/>
                  <a:pt x="141475" y="168735"/>
                  <a:pt x="144131" y="168735"/>
                </a:cubicBezTo>
                <a:close/>
                <a:moveTo>
                  <a:pt x="247807" y="288845"/>
                </a:moveTo>
                <a:cubicBezTo>
                  <a:pt x="245152" y="288845"/>
                  <a:pt x="243823" y="287511"/>
                  <a:pt x="242495" y="286178"/>
                </a:cubicBezTo>
                <a:lnTo>
                  <a:pt x="144131" y="187404"/>
                </a:lnTo>
                <a:lnTo>
                  <a:pt x="93573" y="238172"/>
                </a:lnTo>
                <a:cubicBezTo>
                  <a:pt x="92246" y="240839"/>
                  <a:pt x="89590" y="240839"/>
                  <a:pt x="86934" y="240839"/>
                </a:cubicBezTo>
                <a:cubicBezTo>
                  <a:pt x="84278" y="239505"/>
                  <a:pt x="81622" y="238172"/>
                  <a:pt x="80294" y="235505"/>
                </a:cubicBezTo>
                <a:lnTo>
                  <a:pt x="521" y="11191"/>
                </a:lnTo>
                <a:cubicBezTo>
                  <a:pt x="-807" y="8524"/>
                  <a:pt x="521" y="4524"/>
                  <a:pt x="3177" y="3190"/>
                </a:cubicBezTo>
                <a:cubicBezTo>
                  <a:pt x="4505" y="523"/>
                  <a:pt x="8489" y="-810"/>
                  <a:pt x="11145" y="523"/>
                </a:cubicBezTo>
                <a:lnTo>
                  <a:pt x="234528" y="80628"/>
                </a:lnTo>
                <a:cubicBezTo>
                  <a:pt x="237184" y="81962"/>
                  <a:pt x="238512" y="84629"/>
                  <a:pt x="239840" y="87296"/>
                </a:cubicBezTo>
                <a:cubicBezTo>
                  <a:pt x="239840" y="89963"/>
                  <a:pt x="239840" y="92630"/>
                  <a:pt x="237184" y="93963"/>
                </a:cubicBezTo>
                <a:lnTo>
                  <a:pt x="186626" y="144732"/>
                </a:lnTo>
                <a:lnTo>
                  <a:pt x="284990" y="243506"/>
                </a:lnTo>
                <a:cubicBezTo>
                  <a:pt x="287646" y="246173"/>
                  <a:pt x="287646" y="251507"/>
                  <a:pt x="284990" y="254174"/>
                </a:cubicBezTo>
                <a:lnTo>
                  <a:pt x="253119" y="286178"/>
                </a:lnTo>
                <a:cubicBezTo>
                  <a:pt x="251791" y="287511"/>
                  <a:pt x="249135" y="288845"/>
                  <a:pt x="247807" y="28884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1" name="Graphic 166">
            <a:extLst>
              <a:ext uri="{FF2B5EF4-FFF2-40B4-BE49-F238E27FC236}">
                <a16:creationId xmlns:a16="http://schemas.microsoft.com/office/drawing/2014/main" id="{64F9B1CF-4EF8-3969-60D9-71D3BAC79A17}"/>
              </a:ext>
            </a:extLst>
          </p:cNvPr>
          <p:cNvSpPr/>
          <p:nvPr/>
        </p:nvSpPr>
        <p:spPr>
          <a:xfrm>
            <a:off x="4658499" y="3544099"/>
            <a:ext cx="377190" cy="379637"/>
          </a:xfrm>
          <a:custGeom>
            <a:avLst/>
            <a:gdLst>
              <a:gd name="connsiteX0" fmla="*/ 144131 w 286982"/>
              <a:gd name="connsiteY0" fmla="*/ 168735 h 288844"/>
              <a:gd name="connsiteX1" fmla="*/ 149443 w 286982"/>
              <a:gd name="connsiteY1" fmla="*/ 171402 h 288844"/>
              <a:gd name="connsiteX2" fmla="*/ 247807 w 286982"/>
              <a:gd name="connsiteY2" fmla="*/ 268842 h 288844"/>
              <a:gd name="connsiteX3" fmla="*/ 267727 w 286982"/>
              <a:gd name="connsiteY3" fmla="*/ 248840 h 288844"/>
              <a:gd name="connsiteX4" fmla="*/ 170690 w 286982"/>
              <a:gd name="connsiteY4" fmla="*/ 150066 h 288844"/>
              <a:gd name="connsiteX5" fmla="*/ 170690 w 286982"/>
              <a:gd name="connsiteY5" fmla="*/ 139398 h 288844"/>
              <a:gd name="connsiteX6" fmla="*/ 217264 w 286982"/>
              <a:gd name="connsiteY6" fmla="*/ 91296 h 288844"/>
              <a:gd name="connsiteX7" fmla="*/ 21768 w 286982"/>
              <a:gd name="connsiteY7" fmla="*/ 21859 h 288844"/>
              <a:gd name="connsiteX8" fmla="*/ 90918 w 286982"/>
              <a:gd name="connsiteY8" fmla="*/ 218169 h 288844"/>
              <a:gd name="connsiteX9" fmla="*/ 138819 w 286982"/>
              <a:gd name="connsiteY9" fmla="*/ 171402 h 288844"/>
              <a:gd name="connsiteX10" fmla="*/ 144131 w 286982"/>
              <a:gd name="connsiteY10" fmla="*/ 168735 h 288844"/>
              <a:gd name="connsiteX11" fmla="*/ 247807 w 286982"/>
              <a:gd name="connsiteY11" fmla="*/ 288845 h 288844"/>
              <a:gd name="connsiteX12" fmla="*/ 242495 w 286982"/>
              <a:gd name="connsiteY12" fmla="*/ 286178 h 288844"/>
              <a:gd name="connsiteX13" fmla="*/ 144131 w 286982"/>
              <a:gd name="connsiteY13" fmla="*/ 187404 h 288844"/>
              <a:gd name="connsiteX14" fmla="*/ 93573 w 286982"/>
              <a:gd name="connsiteY14" fmla="*/ 238172 h 288844"/>
              <a:gd name="connsiteX15" fmla="*/ 86934 w 286982"/>
              <a:gd name="connsiteY15" fmla="*/ 240839 h 288844"/>
              <a:gd name="connsiteX16" fmla="*/ 80294 w 286982"/>
              <a:gd name="connsiteY16" fmla="*/ 235505 h 288844"/>
              <a:gd name="connsiteX17" fmla="*/ 521 w 286982"/>
              <a:gd name="connsiteY17" fmla="*/ 11191 h 288844"/>
              <a:gd name="connsiteX18" fmla="*/ 3177 w 286982"/>
              <a:gd name="connsiteY18" fmla="*/ 3190 h 288844"/>
              <a:gd name="connsiteX19" fmla="*/ 11145 w 286982"/>
              <a:gd name="connsiteY19" fmla="*/ 523 h 288844"/>
              <a:gd name="connsiteX20" fmla="*/ 234528 w 286982"/>
              <a:gd name="connsiteY20" fmla="*/ 80628 h 288844"/>
              <a:gd name="connsiteX21" fmla="*/ 239840 w 286982"/>
              <a:gd name="connsiteY21" fmla="*/ 87296 h 288844"/>
              <a:gd name="connsiteX22" fmla="*/ 237184 w 286982"/>
              <a:gd name="connsiteY22" fmla="*/ 93963 h 288844"/>
              <a:gd name="connsiteX23" fmla="*/ 186626 w 286982"/>
              <a:gd name="connsiteY23" fmla="*/ 144732 h 288844"/>
              <a:gd name="connsiteX24" fmla="*/ 284990 w 286982"/>
              <a:gd name="connsiteY24" fmla="*/ 243506 h 288844"/>
              <a:gd name="connsiteX25" fmla="*/ 284990 w 286982"/>
              <a:gd name="connsiteY25" fmla="*/ 254174 h 288844"/>
              <a:gd name="connsiteX26" fmla="*/ 253119 w 286982"/>
              <a:gd name="connsiteY26" fmla="*/ 286178 h 288844"/>
              <a:gd name="connsiteX27" fmla="*/ 247807 w 286982"/>
              <a:gd name="connsiteY27" fmla="*/ 288845 h 288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6982" h="288844">
                <a:moveTo>
                  <a:pt x="144131" y="168735"/>
                </a:moveTo>
                <a:cubicBezTo>
                  <a:pt x="145459" y="168735"/>
                  <a:pt x="148115" y="168735"/>
                  <a:pt x="149443" y="171402"/>
                </a:cubicBezTo>
                <a:lnTo>
                  <a:pt x="247807" y="268842"/>
                </a:lnTo>
                <a:lnTo>
                  <a:pt x="267727" y="248840"/>
                </a:lnTo>
                <a:lnTo>
                  <a:pt x="170690" y="150066"/>
                </a:lnTo>
                <a:cubicBezTo>
                  <a:pt x="166707" y="147399"/>
                  <a:pt x="166707" y="142065"/>
                  <a:pt x="170690" y="139398"/>
                </a:cubicBezTo>
                <a:lnTo>
                  <a:pt x="217264" y="91296"/>
                </a:lnTo>
                <a:lnTo>
                  <a:pt x="21768" y="21859"/>
                </a:lnTo>
                <a:lnTo>
                  <a:pt x="90918" y="218169"/>
                </a:lnTo>
                <a:lnTo>
                  <a:pt x="138819" y="171402"/>
                </a:lnTo>
                <a:cubicBezTo>
                  <a:pt x="140147" y="168735"/>
                  <a:pt x="141475" y="168735"/>
                  <a:pt x="144131" y="168735"/>
                </a:cubicBezTo>
                <a:close/>
                <a:moveTo>
                  <a:pt x="247807" y="288845"/>
                </a:moveTo>
                <a:cubicBezTo>
                  <a:pt x="245152" y="288845"/>
                  <a:pt x="243823" y="287511"/>
                  <a:pt x="242495" y="286178"/>
                </a:cubicBezTo>
                <a:lnTo>
                  <a:pt x="144131" y="187404"/>
                </a:lnTo>
                <a:lnTo>
                  <a:pt x="93573" y="238172"/>
                </a:lnTo>
                <a:cubicBezTo>
                  <a:pt x="92246" y="240839"/>
                  <a:pt x="89590" y="240839"/>
                  <a:pt x="86934" y="240839"/>
                </a:cubicBezTo>
                <a:cubicBezTo>
                  <a:pt x="84278" y="239505"/>
                  <a:pt x="81622" y="238172"/>
                  <a:pt x="80294" y="235505"/>
                </a:cubicBezTo>
                <a:lnTo>
                  <a:pt x="521" y="11191"/>
                </a:lnTo>
                <a:cubicBezTo>
                  <a:pt x="-807" y="8524"/>
                  <a:pt x="521" y="4524"/>
                  <a:pt x="3177" y="3190"/>
                </a:cubicBezTo>
                <a:cubicBezTo>
                  <a:pt x="4505" y="523"/>
                  <a:pt x="8489" y="-810"/>
                  <a:pt x="11145" y="523"/>
                </a:cubicBezTo>
                <a:lnTo>
                  <a:pt x="234528" y="80628"/>
                </a:lnTo>
                <a:cubicBezTo>
                  <a:pt x="237184" y="81962"/>
                  <a:pt x="238512" y="84629"/>
                  <a:pt x="239840" y="87296"/>
                </a:cubicBezTo>
                <a:cubicBezTo>
                  <a:pt x="239840" y="89963"/>
                  <a:pt x="239840" y="92630"/>
                  <a:pt x="237184" y="93963"/>
                </a:cubicBezTo>
                <a:lnTo>
                  <a:pt x="186626" y="144732"/>
                </a:lnTo>
                <a:lnTo>
                  <a:pt x="284990" y="243506"/>
                </a:lnTo>
                <a:cubicBezTo>
                  <a:pt x="287646" y="246173"/>
                  <a:pt x="287646" y="251507"/>
                  <a:pt x="284990" y="254174"/>
                </a:cubicBezTo>
                <a:lnTo>
                  <a:pt x="253119" y="286178"/>
                </a:lnTo>
                <a:cubicBezTo>
                  <a:pt x="251791" y="287511"/>
                  <a:pt x="249135" y="288845"/>
                  <a:pt x="247807" y="28884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4" name="Graphic 172">
            <a:extLst>
              <a:ext uri="{FF2B5EF4-FFF2-40B4-BE49-F238E27FC236}">
                <a16:creationId xmlns:a16="http://schemas.microsoft.com/office/drawing/2014/main" id="{4C45FC3A-03EE-6493-CEFE-1828FDA98FD4}"/>
              </a:ext>
            </a:extLst>
          </p:cNvPr>
          <p:cNvSpPr/>
          <p:nvPr/>
        </p:nvSpPr>
        <p:spPr>
          <a:xfrm>
            <a:off x="5521278" y="2839369"/>
            <a:ext cx="375920" cy="471642"/>
          </a:xfrm>
          <a:custGeom>
            <a:avLst/>
            <a:gdLst>
              <a:gd name="connsiteX0" fmla="*/ 249578 w 281354"/>
              <a:gd name="connsiteY0" fmla="*/ 128302 h 352996"/>
              <a:gd name="connsiteX1" fmla="*/ 232314 w 281354"/>
              <a:gd name="connsiteY1" fmla="*/ 128302 h 352996"/>
              <a:gd name="connsiteX2" fmla="*/ 209739 w 281354"/>
              <a:gd name="connsiteY2" fmla="*/ 112300 h 352996"/>
              <a:gd name="connsiteX3" fmla="*/ 184507 w 281354"/>
              <a:gd name="connsiteY3" fmla="*/ 112300 h 352996"/>
              <a:gd name="connsiteX4" fmla="*/ 161932 w 281354"/>
              <a:gd name="connsiteY4" fmla="*/ 96298 h 352996"/>
              <a:gd name="connsiteX5" fmla="*/ 138028 w 281354"/>
              <a:gd name="connsiteY5" fmla="*/ 96298 h 352996"/>
              <a:gd name="connsiteX6" fmla="*/ 138028 w 281354"/>
              <a:gd name="connsiteY6" fmla="*/ 32099 h 352996"/>
              <a:gd name="connsiteX7" fmla="*/ 106157 w 281354"/>
              <a:gd name="connsiteY7" fmla="*/ 0 h 352996"/>
              <a:gd name="connsiteX8" fmla="*/ 74286 w 281354"/>
              <a:gd name="connsiteY8" fmla="*/ 32099 h 352996"/>
              <a:gd name="connsiteX9" fmla="*/ 74286 w 281354"/>
              <a:gd name="connsiteY9" fmla="*/ 199263 h 352996"/>
              <a:gd name="connsiteX10" fmla="*/ 45071 w 281354"/>
              <a:gd name="connsiteY10" fmla="*/ 173831 h 352996"/>
              <a:gd name="connsiteX11" fmla="*/ 7888 w 281354"/>
              <a:gd name="connsiteY11" fmla="*/ 175165 h 352996"/>
              <a:gd name="connsiteX12" fmla="*/ 5232 w 281354"/>
              <a:gd name="connsiteY12" fmla="*/ 209931 h 352996"/>
              <a:gd name="connsiteX13" fmla="*/ 91550 w 281354"/>
              <a:gd name="connsiteY13" fmla="*/ 348996 h 352996"/>
              <a:gd name="connsiteX14" fmla="*/ 98189 w 281354"/>
              <a:gd name="connsiteY14" fmla="*/ 352997 h 352996"/>
              <a:gd name="connsiteX15" fmla="*/ 241515 w 281354"/>
              <a:gd name="connsiteY15" fmla="*/ 352997 h 352996"/>
              <a:gd name="connsiteX16" fmla="*/ 249483 w 281354"/>
              <a:gd name="connsiteY16" fmla="*/ 346329 h 352996"/>
              <a:gd name="connsiteX17" fmla="*/ 274714 w 281354"/>
              <a:gd name="connsiteY17" fmla="*/ 256699 h 352996"/>
              <a:gd name="connsiteX18" fmla="*/ 281354 w 281354"/>
              <a:gd name="connsiteY18" fmla="*/ 209931 h 352996"/>
              <a:gd name="connsiteX19" fmla="*/ 281354 w 281354"/>
              <a:gd name="connsiteY19" fmla="*/ 160496 h 352996"/>
              <a:gd name="connsiteX20" fmla="*/ 249483 w 281354"/>
              <a:gd name="connsiteY20" fmla="*/ 128397 h 352996"/>
              <a:gd name="connsiteX21" fmla="*/ 265513 w 281354"/>
              <a:gd name="connsiteY21" fmla="*/ 209836 h 352996"/>
              <a:gd name="connsiteX22" fmla="*/ 260201 w 281354"/>
              <a:gd name="connsiteY22" fmla="*/ 251270 h 352996"/>
              <a:gd name="connsiteX23" fmla="*/ 236298 w 281354"/>
              <a:gd name="connsiteY23" fmla="*/ 336804 h 352996"/>
              <a:gd name="connsiteX24" fmla="*/ 102173 w 281354"/>
              <a:gd name="connsiteY24" fmla="*/ 336804 h 352996"/>
              <a:gd name="connsiteX25" fmla="*/ 18511 w 281354"/>
              <a:gd name="connsiteY25" fmla="*/ 201739 h 352996"/>
              <a:gd name="connsiteX26" fmla="*/ 18511 w 281354"/>
              <a:gd name="connsiteY26" fmla="*/ 200406 h 352996"/>
              <a:gd name="connsiteX27" fmla="*/ 19839 w 281354"/>
              <a:gd name="connsiteY27" fmla="*/ 187071 h 352996"/>
              <a:gd name="connsiteX28" fmla="*/ 34447 w 281354"/>
              <a:gd name="connsiteY28" fmla="*/ 185737 h 352996"/>
              <a:gd name="connsiteX29" fmla="*/ 76942 w 281354"/>
              <a:gd name="connsiteY29" fmla="*/ 221837 h 352996"/>
              <a:gd name="connsiteX30" fmla="*/ 86238 w 281354"/>
              <a:gd name="connsiteY30" fmla="*/ 223171 h 352996"/>
              <a:gd name="connsiteX31" fmla="*/ 90222 w 281354"/>
              <a:gd name="connsiteY31" fmla="*/ 216503 h 352996"/>
              <a:gd name="connsiteX32" fmla="*/ 90222 w 281354"/>
              <a:gd name="connsiteY32" fmla="*/ 32004 h 352996"/>
              <a:gd name="connsiteX33" fmla="*/ 106157 w 281354"/>
              <a:gd name="connsiteY33" fmla="*/ 16002 h 352996"/>
              <a:gd name="connsiteX34" fmla="*/ 122093 w 281354"/>
              <a:gd name="connsiteY34" fmla="*/ 32004 h 352996"/>
              <a:gd name="connsiteX35" fmla="*/ 122093 w 281354"/>
              <a:gd name="connsiteY35" fmla="*/ 104203 h 352996"/>
              <a:gd name="connsiteX36" fmla="*/ 122283 w 281354"/>
              <a:gd name="connsiteY36" fmla="*/ 104966 h 352996"/>
              <a:gd name="connsiteX37" fmla="*/ 122283 w 281354"/>
              <a:gd name="connsiteY37" fmla="*/ 152495 h 352996"/>
              <a:gd name="connsiteX38" fmla="*/ 138503 w 281354"/>
              <a:gd name="connsiteY38" fmla="*/ 152495 h 352996"/>
              <a:gd name="connsiteX39" fmla="*/ 138503 w 281354"/>
              <a:gd name="connsiteY39" fmla="*/ 112205 h 352996"/>
              <a:gd name="connsiteX40" fmla="*/ 161932 w 281354"/>
              <a:gd name="connsiteY40" fmla="*/ 112205 h 352996"/>
              <a:gd name="connsiteX41" fmla="*/ 169900 w 281354"/>
              <a:gd name="connsiteY41" fmla="*/ 120205 h 352996"/>
              <a:gd name="connsiteX42" fmla="*/ 169900 w 281354"/>
              <a:gd name="connsiteY42" fmla="*/ 120301 h 352996"/>
              <a:gd name="connsiteX43" fmla="*/ 169900 w 281354"/>
              <a:gd name="connsiteY43" fmla="*/ 152400 h 352996"/>
              <a:gd name="connsiteX44" fmla="*/ 186120 w 281354"/>
              <a:gd name="connsiteY44" fmla="*/ 152400 h 352996"/>
              <a:gd name="connsiteX45" fmla="*/ 186120 w 281354"/>
              <a:gd name="connsiteY45" fmla="*/ 128207 h 352996"/>
              <a:gd name="connsiteX46" fmla="*/ 209739 w 281354"/>
              <a:gd name="connsiteY46" fmla="*/ 128207 h 352996"/>
              <a:gd name="connsiteX47" fmla="*/ 217707 w 281354"/>
              <a:gd name="connsiteY47" fmla="*/ 136208 h 352996"/>
              <a:gd name="connsiteX48" fmla="*/ 217612 w 281354"/>
              <a:gd name="connsiteY48" fmla="*/ 136208 h 352996"/>
              <a:gd name="connsiteX49" fmla="*/ 217612 w 281354"/>
              <a:gd name="connsiteY49" fmla="*/ 168688 h 352996"/>
              <a:gd name="connsiteX50" fmla="*/ 233832 w 281354"/>
              <a:gd name="connsiteY50" fmla="*/ 168688 h 352996"/>
              <a:gd name="connsiteX51" fmla="*/ 233832 w 281354"/>
              <a:gd name="connsiteY51" fmla="*/ 144304 h 352996"/>
              <a:gd name="connsiteX52" fmla="*/ 249578 w 281354"/>
              <a:gd name="connsiteY52" fmla="*/ 144304 h 352996"/>
              <a:gd name="connsiteX53" fmla="*/ 265513 w 281354"/>
              <a:gd name="connsiteY53" fmla="*/ 160306 h 352996"/>
              <a:gd name="connsiteX54" fmla="*/ 265513 w 281354"/>
              <a:gd name="connsiteY54" fmla="*/ 209741 h 35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81354" h="352996">
                <a:moveTo>
                  <a:pt x="249578" y="128302"/>
                </a:moveTo>
                <a:lnTo>
                  <a:pt x="232314" y="128302"/>
                </a:lnTo>
                <a:cubicBezTo>
                  <a:pt x="229658" y="118967"/>
                  <a:pt x="220362" y="112300"/>
                  <a:pt x="209739" y="112300"/>
                </a:cubicBezTo>
                <a:lnTo>
                  <a:pt x="184507" y="112300"/>
                </a:lnTo>
                <a:cubicBezTo>
                  <a:pt x="181851" y="102965"/>
                  <a:pt x="172556" y="96298"/>
                  <a:pt x="161932" y="96298"/>
                </a:cubicBezTo>
                <a:lnTo>
                  <a:pt x="138028" y="96298"/>
                </a:lnTo>
                <a:lnTo>
                  <a:pt x="138028" y="32099"/>
                </a:lnTo>
                <a:cubicBezTo>
                  <a:pt x="138028" y="14764"/>
                  <a:pt x="123421" y="0"/>
                  <a:pt x="106157" y="0"/>
                </a:cubicBezTo>
                <a:cubicBezTo>
                  <a:pt x="88894" y="0"/>
                  <a:pt x="74286" y="14669"/>
                  <a:pt x="74286" y="32099"/>
                </a:cubicBezTo>
                <a:lnTo>
                  <a:pt x="74286" y="199263"/>
                </a:lnTo>
                <a:lnTo>
                  <a:pt x="45071" y="173831"/>
                </a:lnTo>
                <a:cubicBezTo>
                  <a:pt x="34447" y="164497"/>
                  <a:pt x="18511" y="165830"/>
                  <a:pt x="7888" y="175165"/>
                </a:cubicBezTo>
                <a:cubicBezTo>
                  <a:pt x="-1408" y="184499"/>
                  <a:pt x="-2736" y="199263"/>
                  <a:pt x="5232" y="209931"/>
                </a:cubicBezTo>
                <a:cubicBezTo>
                  <a:pt x="9216" y="216599"/>
                  <a:pt x="68974" y="318230"/>
                  <a:pt x="91550" y="348996"/>
                </a:cubicBezTo>
                <a:cubicBezTo>
                  <a:pt x="92878" y="351663"/>
                  <a:pt x="95534" y="352997"/>
                  <a:pt x="98189" y="352997"/>
                </a:cubicBezTo>
                <a:lnTo>
                  <a:pt x="241515" y="352997"/>
                </a:lnTo>
                <a:cubicBezTo>
                  <a:pt x="245499" y="352997"/>
                  <a:pt x="248155" y="350330"/>
                  <a:pt x="249483" y="346329"/>
                </a:cubicBezTo>
                <a:lnTo>
                  <a:pt x="274714" y="256699"/>
                </a:lnTo>
                <a:cubicBezTo>
                  <a:pt x="278698" y="240697"/>
                  <a:pt x="281354" y="225933"/>
                  <a:pt x="281354" y="209931"/>
                </a:cubicBezTo>
                <a:lnTo>
                  <a:pt x="281354" y="160496"/>
                </a:lnTo>
                <a:cubicBezTo>
                  <a:pt x="281354" y="143161"/>
                  <a:pt x="266746" y="128397"/>
                  <a:pt x="249483" y="128397"/>
                </a:cubicBezTo>
                <a:close/>
                <a:moveTo>
                  <a:pt x="265513" y="209836"/>
                </a:moveTo>
                <a:cubicBezTo>
                  <a:pt x="265513" y="224504"/>
                  <a:pt x="264185" y="237935"/>
                  <a:pt x="260201" y="251270"/>
                </a:cubicBezTo>
                <a:lnTo>
                  <a:pt x="236298" y="336804"/>
                </a:lnTo>
                <a:lnTo>
                  <a:pt x="102173" y="336804"/>
                </a:lnTo>
                <a:cubicBezTo>
                  <a:pt x="76942" y="302038"/>
                  <a:pt x="19839" y="203073"/>
                  <a:pt x="18511" y="201739"/>
                </a:cubicBezTo>
                <a:lnTo>
                  <a:pt x="18511" y="200406"/>
                </a:lnTo>
                <a:cubicBezTo>
                  <a:pt x="15856" y="196405"/>
                  <a:pt x="15856" y="189738"/>
                  <a:pt x="19839" y="187071"/>
                </a:cubicBezTo>
                <a:cubicBezTo>
                  <a:pt x="23823" y="181737"/>
                  <a:pt x="30463" y="181737"/>
                  <a:pt x="34447" y="185737"/>
                </a:cubicBezTo>
                <a:lnTo>
                  <a:pt x="76942" y="221837"/>
                </a:lnTo>
                <a:cubicBezTo>
                  <a:pt x="79598" y="224504"/>
                  <a:pt x="82254" y="224504"/>
                  <a:pt x="86238" y="223171"/>
                </a:cubicBezTo>
                <a:cubicBezTo>
                  <a:pt x="88894" y="221837"/>
                  <a:pt x="90222" y="219170"/>
                  <a:pt x="90222" y="216503"/>
                </a:cubicBezTo>
                <a:lnTo>
                  <a:pt x="90222" y="32004"/>
                </a:lnTo>
                <a:cubicBezTo>
                  <a:pt x="90222" y="22670"/>
                  <a:pt x="96862" y="16002"/>
                  <a:pt x="106157" y="16002"/>
                </a:cubicBezTo>
                <a:cubicBezTo>
                  <a:pt x="115453" y="16002"/>
                  <a:pt x="122093" y="22670"/>
                  <a:pt x="122093" y="32004"/>
                </a:cubicBezTo>
                <a:lnTo>
                  <a:pt x="122093" y="104203"/>
                </a:lnTo>
                <a:cubicBezTo>
                  <a:pt x="122093" y="104203"/>
                  <a:pt x="122283" y="104680"/>
                  <a:pt x="122283" y="104966"/>
                </a:cubicBezTo>
                <a:lnTo>
                  <a:pt x="122283" y="152495"/>
                </a:lnTo>
                <a:lnTo>
                  <a:pt x="138503" y="152495"/>
                </a:lnTo>
                <a:lnTo>
                  <a:pt x="138503" y="112205"/>
                </a:lnTo>
                <a:lnTo>
                  <a:pt x="161932" y="112205"/>
                </a:lnTo>
                <a:cubicBezTo>
                  <a:pt x="165916" y="112205"/>
                  <a:pt x="169900" y="116205"/>
                  <a:pt x="169900" y="120205"/>
                </a:cubicBezTo>
                <a:cubicBezTo>
                  <a:pt x="169900" y="120205"/>
                  <a:pt x="169900" y="120205"/>
                  <a:pt x="169900" y="120301"/>
                </a:cubicBezTo>
                <a:lnTo>
                  <a:pt x="169900" y="152400"/>
                </a:lnTo>
                <a:lnTo>
                  <a:pt x="186120" y="152400"/>
                </a:lnTo>
                <a:lnTo>
                  <a:pt x="186120" y="128207"/>
                </a:lnTo>
                <a:lnTo>
                  <a:pt x="209739" y="128207"/>
                </a:lnTo>
                <a:cubicBezTo>
                  <a:pt x="213723" y="128207"/>
                  <a:pt x="217612" y="132207"/>
                  <a:pt x="217707" y="136208"/>
                </a:cubicBezTo>
                <a:lnTo>
                  <a:pt x="217612" y="136208"/>
                </a:lnTo>
                <a:lnTo>
                  <a:pt x="217612" y="168688"/>
                </a:lnTo>
                <a:lnTo>
                  <a:pt x="233832" y="168688"/>
                </a:lnTo>
                <a:lnTo>
                  <a:pt x="233832" y="144304"/>
                </a:lnTo>
                <a:lnTo>
                  <a:pt x="249578" y="144304"/>
                </a:lnTo>
                <a:cubicBezTo>
                  <a:pt x="258873" y="144304"/>
                  <a:pt x="265513" y="150971"/>
                  <a:pt x="265513" y="160306"/>
                </a:cubicBezTo>
                <a:lnTo>
                  <a:pt x="265513" y="209741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5" name="Graphic 172">
            <a:extLst>
              <a:ext uri="{FF2B5EF4-FFF2-40B4-BE49-F238E27FC236}">
                <a16:creationId xmlns:a16="http://schemas.microsoft.com/office/drawing/2014/main" id="{07D6C11A-8B1C-06D7-EB92-00C6CB16331F}"/>
              </a:ext>
            </a:extLst>
          </p:cNvPr>
          <p:cNvSpPr/>
          <p:nvPr/>
        </p:nvSpPr>
        <p:spPr>
          <a:xfrm>
            <a:off x="6294163" y="2839369"/>
            <a:ext cx="375920" cy="471642"/>
          </a:xfrm>
          <a:custGeom>
            <a:avLst/>
            <a:gdLst>
              <a:gd name="connsiteX0" fmla="*/ 249578 w 281354"/>
              <a:gd name="connsiteY0" fmla="*/ 128302 h 352996"/>
              <a:gd name="connsiteX1" fmla="*/ 232314 w 281354"/>
              <a:gd name="connsiteY1" fmla="*/ 128302 h 352996"/>
              <a:gd name="connsiteX2" fmla="*/ 209739 w 281354"/>
              <a:gd name="connsiteY2" fmla="*/ 112300 h 352996"/>
              <a:gd name="connsiteX3" fmla="*/ 184507 w 281354"/>
              <a:gd name="connsiteY3" fmla="*/ 112300 h 352996"/>
              <a:gd name="connsiteX4" fmla="*/ 161932 w 281354"/>
              <a:gd name="connsiteY4" fmla="*/ 96298 h 352996"/>
              <a:gd name="connsiteX5" fmla="*/ 138028 w 281354"/>
              <a:gd name="connsiteY5" fmla="*/ 96298 h 352996"/>
              <a:gd name="connsiteX6" fmla="*/ 138028 w 281354"/>
              <a:gd name="connsiteY6" fmla="*/ 32099 h 352996"/>
              <a:gd name="connsiteX7" fmla="*/ 106157 w 281354"/>
              <a:gd name="connsiteY7" fmla="*/ 0 h 352996"/>
              <a:gd name="connsiteX8" fmla="*/ 74286 w 281354"/>
              <a:gd name="connsiteY8" fmla="*/ 32099 h 352996"/>
              <a:gd name="connsiteX9" fmla="*/ 74286 w 281354"/>
              <a:gd name="connsiteY9" fmla="*/ 199263 h 352996"/>
              <a:gd name="connsiteX10" fmla="*/ 45071 w 281354"/>
              <a:gd name="connsiteY10" fmla="*/ 173831 h 352996"/>
              <a:gd name="connsiteX11" fmla="*/ 7888 w 281354"/>
              <a:gd name="connsiteY11" fmla="*/ 175165 h 352996"/>
              <a:gd name="connsiteX12" fmla="*/ 5232 w 281354"/>
              <a:gd name="connsiteY12" fmla="*/ 209931 h 352996"/>
              <a:gd name="connsiteX13" fmla="*/ 91550 w 281354"/>
              <a:gd name="connsiteY13" fmla="*/ 348996 h 352996"/>
              <a:gd name="connsiteX14" fmla="*/ 98189 w 281354"/>
              <a:gd name="connsiteY14" fmla="*/ 352997 h 352996"/>
              <a:gd name="connsiteX15" fmla="*/ 241515 w 281354"/>
              <a:gd name="connsiteY15" fmla="*/ 352997 h 352996"/>
              <a:gd name="connsiteX16" fmla="*/ 249483 w 281354"/>
              <a:gd name="connsiteY16" fmla="*/ 346329 h 352996"/>
              <a:gd name="connsiteX17" fmla="*/ 274714 w 281354"/>
              <a:gd name="connsiteY17" fmla="*/ 256699 h 352996"/>
              <a:gd name="connsiteX18" fmla="*/ 281354 w 281354"/>
              <a:gd name="connsiteY18" fmla="*/ 209931 h 352996"/>
              <a:gd name="connsiteX19" fmla="*/ 281354 w 281354"/>
              <a:gd name="connsiteY19" fmla="*/ 160496 h 352996"/>
              <a:gd name="connsiteX20" fmla="*/ 249483 w 281354"/>
              <a:gd name="connsiteY20" fmla="*/ 128397 h 352996"/>
              <a:gd name="connsiteX21" fmla="*/ 265513 w 281354"/>
              <a:gd name="connsiteY21" fmla="*/ 209836 h 352996"/>
              <a:gd name="connsiteX22" fmla="*/ 260201 w 281354"/>
              <a:gd name="connsiteY22" fmla="*/ 251270 h 352996"/>
              <a:gd name="connsiteX23" fmla="*/ 236298 w 281354"/>
              <a:gd name="connsiteY23" fmla="*/ 336804 h 352996"/>
              <a:gd name="connsiteX24" fmla="*/ 102173 w 281354"/>
              <a:gd name="connsiteY24" fmla="*/ 336804 h 352996"/>
              <a:gd name="connsiteX25" fmla="*/ 18511 w 281354"/>
              <a:gd name="connsiteY25" fmla="*/ 201739 h 352996"/>
              <a:gd name="connsiteX26" fmla="*/ 18511 w 281354"/>
              <a:gd name="connsiteY26" fmla="*/ 200406 h 352996"/>
              <a:gd name="connsiteX27" fmla="*/ 19839 w 281354"/>
              <a:gd name="connsiteY27" fmla="*/ 187071 h 352996"/>
              <a:gd name="connsiteX28" fmla="*/ 34447 w 281354"/>
              <a:gd name="connsiteY28" fmla="*/ 185737 h 352996"/>
              <a:gd name="connsiteX29" fmla="*/ 76942 w 281354"/>
              <a:gd name="connsiteY29" fmla="*/ 221837 h 352996"/>
              <a:gd name="connsiteX30" fmla="*/ 86238 w 281354"/>
              <a:gd name="connsiteY30" fmla="*/ 223171 h 352996"/>
              <a:gd name="connsiteX31" fmla="*/ 90222 w 281354"/>
              <a:gd name="connsiteY31" fmla="*/ 216503 h 352996"/>
              <a:gd name="connsiteX32" fmla="*/ 90222 w 281354"/>
              <a:gd name="connsiteY32" fmla="*/ 32004 h 352996"/>
              <a:gd name="connsiteX33" fmla="*/ 106157 w 281354"/>
              <a:gd name="connsiteY33" fmla="*/ 16002 h 352996"/>
              <a:gd name="connsiteX34" fmla="*/ 122093 w 281354"/>
              <a:gd name="connsiteY34" fmla="*/ 32004 h 352996"/>
              <a:gd name="connsiteX35" fmla="*/ 122093 w 281354"/>
              <a:gd name="connsiteY35" fmla="*/ 104203 h 352996"/>
              <a:gd name="connsiteX36" fmla="*/ 122283 w 281354"/>
              <a:gd name="connsiteY36" fmla="*/ 104966 h 352996"/>
              <a:gd name="connsiteX37" fmla="*/ 122283 w 281354"/>
              <a:gd name="connsiteY37" fmla="*/ 152495 h 352996"/>
              <a:gd name="connsiteX38" fmla="*/ 138503 w 281354"/>
              <a:gd name="connsiteY38" fmla="*/ 152495 h 352996"/>
              <a:gd name="connsiteX39" fmla="*/ 138503 w 281354"/>
              <a:gd name="connsiteY39" fmla="*/ 112205 h 352996"/>
              <a:gd name="connsiteX40" fmla="*/ 161932 w 281354"/>
              <a:gd name="connsiteY40" fmla="*/ 112205 h 352996"/>
              <a:gd name="connsiteX41" fmla="*/ 169900 w 281354"/>
              <a:gd name="connsiteY41" fmla="*/ 120205 h 352996"/>
              <a:gd name="connsiteX42" fmla="*/ 169900 w 281354"/>
              <a:gd name="connsiteY42" fmla="*/ 120301 h 352996"/>
              <a:gd name="connsiteX43" fmla="*/ 169900 w 281354"/>
              <a:gd name="connsiteY43" fmla="*/ 152400 h 352996"/>
              <a:gd name="connsiteX44" fmla="*/ 186120 w 281354"/>
              <a:gd name="connsiteY44" fmla="*/ 152400 h 352996"/>
              <a:gd name="connsiteX45" fmla="*/ 186120 w 281354"/>
              <a:gd name="connsiteY45" fmla="*/ 128207 h 352996"/>
              <a:gd name="connsiteX46" fmla="*/ 209739 w 281354"/>
              <a:gd name="connsiteY46" fmla="*/ 128207 h 352996"/>
              <a:gd name="connsiteX47" fmla="*/ 217707 w 281354"/>
              <a:gd name="connsiteY47" fmla="*/ 136208 h 352996"/>
              <a:gd name="connsiteX48" fmla="*/ 217612 w 281354"/>
              <a:gd name="connsiteY48" fmla="*/ 136208 h 352996"/>
              <a:gd name="connsiteX49" fmla="*/ 217612 w 281354"/>
              <a:gd name="connsiteY49" fmla="*/ 168688 h 352996"/>
              <a:gd name="connsiteX50" fmla="*/ 233832 w 281354"/>
              <a:gd name="connsiteY50" fmla="*/ 168688 h 352996"/>
              <a:gd name="connsiteX51" fmla="*/ 233832 w 281354"/>
              <a:gd name="connsiteY51" fmla="*/ 144304 h 352996"/>
              <a:gd name="connsiteX52" fmla="*/ 249578 w 281354"/>
              <a:gd name="connsiteY52" fmla="*/ 144304 h 352996"/>
              <a:gd name="connsiteX53" fmla="*/ 265513 w 281354"/>
              <a:gd name="connsiteY53" fmla="*/ 160306 h 352996"/>
              <a:gd name="connsiteX54" fmla="*/ 265513 w 281354"/>
              <a:gd name="connsiteY54" fmla="*/ 209741 h 35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81354" h="352996">
                <a:moveTo>
                  <a:pt x="249578" y="128302"/>
                </a:moveTo>
                <a:lnTo>
                  <a:pt x="232314" y="128302"/>
                </a:lnTo>
                <a:cubicBezTo>
                  <a:pt x="229658" y="118967"/>
                  <a:pt x="220362" y="112300"/>
                  <a:pt x="209739" y="112300"/>
                </a:cubicBezTo>
                <a:lnTo>
                  <a:pt x="184507" y="112300"/>
                </a:lnTo>
                <a:cubicBezTo>
                  <a:pt x="181851" y="102965"/>
                  <a:pt x="172556" y="96298"/>
                  <a:pt x="161932" y="96298"/>
                </a:cubicBezTo>
                <a:lnTo>
                  <a:pt x="138028" y="96298"/>
                </a:lnTo>
                <a:lnTo>
                  <a:pt x="138028" y="32099"/>
                </a:lnTo>
                <a:cubicBezTo>
                  <a:pt x="138028" y="14764"/>
                  <a:pt x="123421" y="0"/>
                  <a:pt x="106157" y="0"/>
                </a:cubicBezTo>
                <a:cubicBezTo>
                  <a:pt x="88894" y="0"/>
                  <a:pt x="74286" y="14669"/>
                  <a:pt x="74286" y="32099"/>
                </a:cubicBezTo>
                <a:lnTo>
                  <a:pt x="74286" y="199263"/>
                </a:lnTo>
                <a:lnTo>
                  <a:pt x="45071" y="173831"/>
                </a:lnTo>
                <a:cubicBezTo>
                  <a:pt x="34447" y="164497"/>
                  <a:pt x="18511" y="165830"/>
                  <a:pt x="7888" y="175165"/>
                </a:cubicBezTo>
                <a:cubicBezTo>
                  <a:pt x="-1408" y="184499"/>
                  <a:pt x="-2736" y="199263"/>
                  <a:pt x="5232" y="209931"/>
                </a:cubicBezTo>
                <a:cubicBezTo>
                  <a:pt x="9216" y="216599"/>
                  <a:pt x="68974" y="318230"/>
                  <a:pt x="91550" y="348996"/>
                </a:cubicBezTo>
                <a:cubicBezTo>
                  <a:pt x="92878" y="351663"/>
                  <a:pt x="95534" y="352997"/>
                  <a:pt x="98189" y="352997"/>
                </a:cubicBezTo>
                <a:lnTo>
                  <a:pt x="241515" y="352997"/>
                </a:lnTo>
                <a:cubicBezTo>
                  <a:pt x="245499" y="352997"/>
                  <a:pt x="248155" y="350330"/>
                  <a:pt x="249483" y="346329"/>
                </a:cubicBezTo>
                <a:lnTo>
                  <a:pt x="274714" y="256699"/>
                </a:lnTo>
                <a:cubicBezTo>
                  <a:pt x="278698" y="240697"/>
                  <a:pt x="281354" y="225933"/>
                  <a:pt x="281354" y="209931"/>
                </a:cubicBezTo>
                <a:lnTo>
                  <a:pt x="281354" y="160496"/>
                </a:lnTo>
                <a:cubicBezTo>
                  <a:pt x="281354" y="143161"/>
                  <a:pt x="266746" y="128397"/>
                  <a:pt x="249483" y="128397"/>
                </a:cubicBezTo>
                <a:close/>
                <a:moveTo>
                  <a:pt x="265513" y="209836"/>
                </a:moveTo>
                <a:cubicBezTo>
                  <a:pt x="265513" y="224504"/>
                  <a:pt x="264185" y="237935"/>
                  <a:pt x="260201" y="251270"/>
                </a:cubicBezTo>
                <a:lnTo>
                  <a:pt x="236298" y="336804"/>
                </a:lnTo>
                <a:lnTo>
                  <a:pt x="102173" y="336804"/>
                </a:lnTo>
                <a:cubicBezTo>
                  <a:pt x="76942" y="302038"/>
                  <a:pt x="19839" y="203073"/>
                  <a:pt x="18511" y="201739"/>
                </a:cubicBezTo>
                <a:lnTo>
                  <a:pt x="18511" y="200406"/>
                </a:lnTo>
                <a:cubicBezTo>
                  <a:pt x="15856" y="196405"/>
                  <a:pt x="15856" y="189738"/>
                  <a:pt x="19839" y="187071"/>
                </a:cubicBezTo>
                <a:cubicBezTo>
                  <a:pt x="23823" y="181737"/>
                  <a:pt x="30463" y="181737"/>
                  <a:pt x="34447" y="185737"/>
                </a:cubicBezTo>
                <a:lnTo>
                  <a:pt x="76942" y="221837"/>
                </a:lnTo>
                <a:cubicBezTo>
                  <a:pt x="79598" y="224504"/>
                  <a:pt x="82254" y="224504"/>
                  <a:pt x="86238" y="223171"/>
                </a:cubicBezTo>
                <a:cubicBezTo>
                  <a:pt x="88894" y="221837"/>
                  <a:pt x="90222" y="219170"/>
                  <a:pt x="90222" y="216503"/>
                </a:cubicBezTo>
                <a:lnTo>
                  <a:pt x="90222" y="32004"/>
                </a:lnTo>
                <a:cubicBezTo>
                  <a:pt x="90222" y="22670"/>
                  <a:pt x="96862" y="16002"/>
                  <a:pt x="106157" y="16002"/>
                </a:cubicBezTo>
                <a:cubicBezTo>
                  <a:pt x="115453" y="16002"/>
                  <a:pt x="122093" y="22670"/>
                  <a:pt x="122093" y="32004"/>
                </a:cubicBezTo>
                <a:lnTo>
                  <a:pt x="122093" y="104203"/>
                </a:lnTo>
                <a:cubicBezTo>
                  <a:pt x="122093" y="104203"/>
                  <a:pt x="122283" y="104680"/>
                  <a:pt x="122283" y="104966"/>
                </a:cubicBezTo>
                <a:lnTo>
                  <a:pt x="122283" y="152495"/>
                </a:lnTo>
                <a:lnTo>
                  <a:pt x="138503" y="152495"/>
                </a:lnTo>
                <a:lnTo>
                  <a:pt x="138503" y="112205"/>
                </a:lnTo>
                <a:lnTo>
                  <a:pt x="161932" y="112205"/>
                </a:lnTo>
                <a:cubicBezTo>
                  <a:pt x="165916" y="112205"/>
                  <a:pt x="169900" y="116205"/>
                  <a:pt x="169900" y="120205"/>
                </a:cubicBezTo>
                <a:cubicBezTo>
                  <a:pt x="169900" y="120205"/>
                  <a:pt x="169900" y="120205"/>
                  <a:pt x="169900" y="120301"/>
                </a:cubicBezTo>
                <a:lnTo>
                  <a:pt x="169900" y="152400"/>
                </a:lnTo>
                <a:lnTo>
                  <a:pt x="186120" y="152400"/>
                </a:lnTo>
                <a:lnTo>
                  <a:pt x="186120" y="128207"/>
                </a:lnTo>
                <a:lnTo>
                  <a:pt x="209739" y="128207"/>
                </a:lnTo>
                <a:cubicBezTo>
                  <a:pt x="213723" y="128207"/>
                  <a:pt x="217612" y="132207"/>
                  <a:pt x="217707" y="136208"/>
                </a:cubicBezTo>
                <a:lnTo>
                  <a:pt x="217612" y="136208"/>
                </a:lnTo>
                <a:lnTo>
                  <a:pt x="217612" y="168688"/>
                </a:lnTo>
                <a:lnTo>
                  <a:pt x="233832" y="168688"/>
                </a:lnTo>
                <a:lnTo>
                  <a:pt x="233832" y="144304"/>
                </a:lnTo>
                <a:lnTo>
                  <a:pt x="249578" y="144304"/>
                </a:lnTo>
                <a:cubicBezTo>
                  <a:pt x="258873" y="144304"/>
                  <a:pt x="265513" y="150971"/>
                  <a:pt x="265513" y="160306"/>
                </a:cubicBezTo>
                <a:lnTo>
                  <a:pt x="265513" y="209741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6" name="Graphic 172">
            <a:extLst>
              <a:ext uri="{FF2B5EF4-FFF2-40B4-BE49-F238E27FC236}">
                <a16:creationId xmlns:a16="http://schemas.microsoft.com/office/drawing/2014/main" id="{829440D6-CFC0-5328-8378-33CACEED6E29}"/>
              </a:ext>
            </a:extLst>
          </p:cNvPr>
          <p:cNvSpPr/>
          <p:nvPr/>
        </p:nvSpPr>
        <p:spPr>
          <a:xfrm>
            <a:off x="5521278" y="3477997"/>
            <a:ext cx="375920" cy="471642"/>
          </a:xfrm>
          <a:custGeom>
            <a:avLst/>
            <a:gdLst>
              <a:gd name="connsiteX0" fmla="*/ 249578 w 281354"/>
              <a:gd name="connsiteY0" fmla="*/ 128302 h 352996"/>
              <a:gd name="connsiteX1" fmla="*/ 232314 w 281354"/>
              <a:gd name="connsiteY1" fmla="*/ 128302 h 352996"/>
              <a:gd name="connsiteX2" fmla="*/ 209739 w 281354"/>
              <a:gd name="connsiteY2" fmla="*/ 112300 h 352996"/>
              <a:gd name="connsiteX3" fmla="*/ 184507 w 281354"/>
              <a:gd name="connsiteY3" fmla="*/ 112300 h 352996"/>
              <a:gd name="connsiteX4" fmla="*/ 161932 w 281354"/>
              <a:gd name="connsiteY4" fmla="*/ 96298 h 352996"/>
              <a:gd name="connsiteX5" fmla="*/ 138028 w 281354"/>
              <a:gd name="connsiteY5" fmla="*/ 96298 h 352996"/>
              <a:gd name="connsiteX6" fmla="*/ 138028 w 281354"/>
              <a:gd name="connsiteY6" fmla="*/ 32099 h 352996"/>
              <a:gd name="connsiteX7" fmla="*/ 106157 w 281354"/>
              <a:gd name="connsiteY7" fmla="*/ 0 h 352996"/>
              <a:gd name="connsiteX8" fmla="*/ 74286 w 281354"/>
              <a:gd name="connsiteY8" fmla="*/ 32099 h 352996"/>
              <a:gd name="connsiteX9" fmla="*/ 74286 w 281354"/>
              <a:gd name="connsiteY9" fmla="*/ 199263 h 352996"/>
              <a:gd name="connsiteX10" fmla="*/ 45071 w 281354"/>
              <a:gd name="connsiteY10" fmla="*/ 173831 h 352996"/>
              <a:gd name="connsiteX11" fmla="*/ 7888 w 281354"/>
              <a:gd name="connsiteY11" fmla="*/ 175165 h 352996"/>
              <a:gd name="connsiteX12" fmla="*/ 5232 w 281354"/>
              <a:gd name="connsiteY12" fmla="*/ 209931 h 352996"/>
              <a:gd name="connsiteX13" fmla="*/ 91550 w 281354"/>
              <a:gd name="connsiteY13" fmla="*/ 348996 h 352996"/>
              <a:gd name="connsiteX14" fmla="*/ 98189 w 281354"/>
              <a:gd name="connsiteY14" fmla="*/ 352997 h 352996"/>
              <a:gd name="connsiteX15" fmla="*/ 241515 w 281354"/>
              <a:gd name="connsiteY15" fmla="*/ 352997 h 352996"/>
              <a:gd name="connsiteX16" fmla="*/ 249483 w 281354"/>
              <a:gd name="connsiteY16" fmla="*/ 346329 h 352996"/>
              <a:gd name="connsiteX17" fmla="*/ 274714 w 281354"/>
              <a:gd name="connsiteY17" fmla="*/ 256699 h 352996"/>
              <a:gd name="connsiteX18" fmla="*/ 281354 w 281354"/>
              <a:gd name="connsiteY18" fmla="*/ 209931 h 352996"/>
              <a:gd name="connsiteX19" fmla="*/ 281354 w 281354"/>
              <a:gd name="connsiteY19" fmla="*/ 160496 h 352996"/>
              <a:gd name="connsiteX20" fmla="*/ 249483 w 281354"/>
              <a:gd name="connsiteY20" fmla="*/ 128397 h 352996"/>
              <a:gd name="connsiteX21" fmla="*/ 265513 w 281354"/>
              <a:gd name="connsiteY21" fmla="*/ 209836 h 352996"/>
              <a:gd name="connsiteX22" fmla="*/ 260201 w 281354"/>
              <a:gd name="connsiteY22" fmla="*/ 251270 h 352996"/>
              <a:gd name="connsiteX23" fmla="*/ 236298 w 281354"/>
              <a:gd name="connsiteY23" fmla="*/ 336804 h 352996"/>
              <a:gd name="connsiteX24" fmla="*/ 102173 w 281354"/>
              <a:gd name="connsiteY24" fmla="*/ 336804 h 352996"/>
              <a:gd name="connsiteX25" fmla="*/ 18511 w 281354"/>
              <a:gd name="connsiteY25" fmla="*/ 201739 h 352996"/>
              <a:gd name="connsiteX26" fmla="*/ 18511 w 281354"/>
              <a:gd name="connsiteY26" fmla="*/ 200406 h 352996"/>
              <a:gd name="connsiteX27" fmla="*/ 19839 w 281354"/>
              <a:gd name="connsiteY27" fmla="*/ 187071 h 352996"/>
              <a:gd name="connsiteX28" fmla="*/ 34447 w 281354"/>
              <a:gd name="connsiteY28" fmla="*/ 185737 h 352996"/>
              <a:gd name="connsiteX29" fmla="*/ 76942 w 281354"/>
              <a:gd name="connsiteY29" fmla="*/ 221837 h 352996"/>
              <a:gd name="connsiteX30" fmla="*/ 86238 w 281354"/>
              <a:gd name="connsiteY30" fmla="*/ 223171 h 352996"/>
              <a:gd name="connsiteX31" fmla="*/ 90222 w 281354"/>
              <a:gd name="connsiteY31" fmla="*/ 216503 h 352996"/>
              <a:gd name="connsiteX32" fmla="*/ 90222 w 281354"/>
              <a:gd name="connsiteY32" fmla="*/ 32004 h 352996"/>
              <a:gd name="connsiteX33" fmla="*/ 106157 w 281354"/>
              <a:gd name="connsiteY33" fmla="*/ 16002 h 352996"/>
              <a:gd name="connsiteX34" fmla="*/ 122093 w 281354"/>
              <a:gd name="connsiteY34" fmla="*/ 32004 h 352996"/>
              <a:gd name="connsiteX35" fmla="*/ 122093 w 281354"/>
              <a:gd name="connsiteY35" fmla="*/ 104203 h 352996"/>
              <a:gd name="connsiteX36" fmla="*/ 122283 w 281354"/>
              <a:gd name="connsiteY36" fmla="*/ 104966 h 352996"/>
              <a:gd name="connsiteX37" fmla="*/ 122283 w 281354"/>
              <a:gd name="connsiteY37" fmla="*/ 152495 h 352996"/>
              <a:gd name="connsiteX38" fmla="*/ 138503 w 281354"/>
              <a:gd name="connsiteY38" fmla="*/ 152495 h 352996"/>
              <a:gd name="connsiteX39" fmla="*/ 138503 w 281354"/>
              <a:gd name="connsiteY39" fmla="*/ 112205 h 352996"/>
              <a:gd name="connsiteX40" fmla="*/ 161932 w 281354"/>
              <a:gd name="connsiteY40" fmla="*/ 112205 h 352996"/>
              <a:gd name="connsiteX41" fmla="*/ 169900 w 281354"/>
              <a:gd name="connsiteY41" fmla="*/ 120205 h 352996"/>
              <a:gd name="connsiteX42" fmla="*/ 169900 w 281354"/>
              <a:gd name="connsiteY42" fmla="*/ 120301 h 352996"/>
              <a:gd name="connsiteX43" fmla="*/ 169900 w 281354"/>
              <a:gd name="connsiteY43" fmla="*/ 152400 h 352996"/>
              <a:gd name="connsiteX44" fmla="*/ 186120 w 281354"/>
              <a:gd name="connsiteY44" fmla="*/ 152400 h 352996"/>
              <a:gd name="connsiteX45" fmla="*/ 186120 w 281354"/>
              <a:gd name="connsiteY45" fmla="*/ 128207 h 352996"/>
              <a:gd name="connsiteX46" fmla="*/ 209739 w 281354"/>
              <a:gd name="connsiteY46" fmla="*/ 128207 h 352996"/>
              <a:gd name="connsiteX47" fmla="*/ 217707 w 281354"/>
              <a:gd name="connsiteY47" fmla="*/ 136208 h 352996"/>
              <a:gd name="connsiteX48" fmla="*/ 217612 w 281354"/>
              <a:gd name="connsiteY48" fmla="*/ 136208 h 352996"/>
              <a:gd name="connsiteX49" fmla="*/ 217612 w 281354"/>
              <a:gd name="connsiteY49" fmla="*/ 168688 h 352996"/>
              <a:gd name="connsiteX50" fmla="*/ 233832 w 281354"/>
              <a:gd name="connsiteY50" fmla="*/ 168688 h 352996"/>
              <a:gd name="connsiteX51" fmla="*/ 233832 w 281354"/>
              <a:gd name="connsiteY51" fmla="*/ 144304 h 352996"/>
              <a:gd name="connsiteX52" fmla="*/ 249578 w 281354"/>
              <a:gd name="connsiteY52" fmla="*/ 144304 h 352996"/>
              <a:gd name="connsiteX53" fmla="*/ 265513 w 281354"/>
              <a:gd name="connsiteY53" fmla="*/ 160306 h 352996"/>
              <a:gd name="connsiteX54" fmla="*/ 265513 w 281354"/>
              <a:gd name="connsiteY54" fmla="*/ 209741 h 35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81354" h="352996">
                <a:moveTo>
                  <a:pt x="249578" y="128302"/>
                </a:moveTo>
                <a:lnTo>
                  <a:pt x="232314" y="128302"/>
                </a:lnTo>
                <a:cubicBezTo>
                  <a:pt x="229658" y="118967"/>
                  <a:pt x="220362" y="112300"/>
                  <a:pt x="209739" y="112300"/>
                </a:cubicBezTo>
                <a:lnTo>
                  <a:pt x="184507" y="112300"/>
                </a:lnTo>
                <a:cubicBezTo>
                  <a:pt x="181851" y="102965"/>
                  <a:pt x="172556" y="96298"/>
                  <a:pt x="161932" y="96298"/>
                </a:cubicBezTo>
                <a:lnTo>
                  <a:pt x="138028" y="96298"/>
                </a:lnTo>
                <a:lnTo>
                  <a:pt x="138028" y="32099"/>
                </a:lnTo>
                <a:cubicBezTo>
                  <a:pt x="138028" y="14764"/>
                  <a:pt x="123421" y="0"/>
                  <a:pt x="106157" y="0"/>
                </a:cubicBezTo>
                <a:cubicBezTo>
                  <a:pt x="88894" y="0"/>
                  <a:pt x="74286" y="14669"/>
                  <a:pt x="74286" y="32099"/>
                </a:cubicBezTo>
                <a:lnTo>
                  <a:pt x="74286" y="199263"/>
                </a:lnTo>
                <a:lnTo>
                  <a:pt x="45071" y="173831"/>
                </a:lnTo>
                <a:cubicBezTo>
                  <a:pt x="34447" y="164497"/>
                  <a:pt x="18511" y="165830"/>
                  <a:pt x="7888" y="175165"/>
                </a:cubicBezTo>
                <a:cubicBezTo>
                  <a:pt x="-1408" y="184499"/>
                  <a:pt x="-2736" y="199263"/>
                  <a:pt x="5232" y="209931"/>
                </a:cubicBezTo>
                <a:cubicBezTo>
                  <a:pt x="9216" y="216599"/>
                  <a:pt x="68974" y="318230"/>
                  <a:pt x="91550" y="348996"/>
                </a:cubicBezTo>
                <a:cubicBezTo>
                  <a:pt x="92878" y="351663"/>
                  <a:pt x="95534" y="352997"/>
                  <a:pt x="98189" y="352997"/>
                </a:cubicBezTo>
                <a:lnTo>
                  <a:pt x="241515" y="352997"/>
                </a:lnTo>
                <a:cubicBezTo>
                  <a:pt x="245499" y="352997"/>
                  <a:pt x="248155" y="350330"/>
                  <a:pt x="249483" y="346329"/>
                </a:cubicBezTo>
                <a:lnTo>
                  <a:pt x="274714" y="256699"/>
                </a:lnTo>
                <a:cubicBezTo>
                  <a:pt x="278698" y="240697"/>
                  <a:pt x="281354" y="225933"/>
                  <a:pt x="281354" y="209931"/>
                </a:cubicBezTo>
                <a:lnTo>
                  <a:pt x="281354" y="160496"/>
                </a:lnTo>
                <a:cubicBezTo>
                  <a:pt x="281354" y="143161"/>
                  <a:pt x="266746" y="128397"/>
                  <a:pt x="249483" y="128397"/>
                </a:cubicBezTo>
                <a:close/>
                <a:moveTo>
                  <a:pt x="265513" y="209836"/>
                </a:moveTo>
                <a:cubicBezTo>
                  <a:pt x="265513" y="224504"/>
                  <a:pt x="264185" y="237935"/>
                  <a:pt x="260201" y="251270"/>
                </a:cubicBezTo>
                <a:lnTo>
                  <a:pt x="236298" y="336804"/>
                </a:lnTo>
                <a:lnTo>
                  <a:pt x="102173" y="336804"/>
                </a:lnTo>
                <a:cubicBezTo>
                  <a:pt x="76942" y="302038"/>
                  <a:pt x="19839" y="203073"/>
                  <a:pt x="18511" y="201739"/>
                </a:cubicBezTo>
                <a:lnTo>
                  <a:pt x="18511" y="200406"/>
                </a:lnTo>
                <a:cubicBezTo>
                  <a:pt x="15856" y="196405"/>
                  <a:pt x="15856" y="189738"/>
                  <a:pt x="19839" y="187071"/>
                </a:cubicBezTo>
                <a:cubicBezTo>
                  <a:pt x="23823" y="181737"/>
                  <a:pt x="30463" y="181737"/>
                  <a:pt x="34447" y="185737"/>
                </a:cubicBezTo>
                <a:lnTo>
                  <a:pt x="76942" y="221837"/>
                </a:lnTo>
                <a:cubicBezTo>
                  <a:pt x="79598" y="224504"/>
                  <a:pt x="82254" y="224504"/>
                  <a:pt x="86238" y="223171"/>
                </a:cubicBezTo>
                <a:cubicBezTo>
                  <a:pt x="88894" y="221837"/>
                  <a:pt x="90222" y="219170"/>
                  <a:pt x="90222" y="216503"/>
                </a:cubicBezTo>
                <a:lnTo>
                  <a:pt x="90222" y="32004"/>
                </a:lnTo>
                <a:cubicBezTo>
                  <a:pt x="90222" y="22670"/>
                  <a:pt x="96862" y="16002"/>
                  <a:pt x="106157" y="16002"/>
                </a:cubicBezTo>
                <a:cubicBezTo>
                  <a:pt x="115453" y="16002"/>
                  <a:pt x="122093" y="22670"/>
                  <a:pt x="122093" y="32004"/>
                </a:cubicBezTo>
                <a:lnTo>
                  <a:pt x="122093" y="104203"/>
                </a:lnTo>
                <a:cubicBezTo>
                  <a:pt x="122093" y="104203"/>
                  <a:pt x="122283" y="104680"/>
                  <a:pt x="122283" y="104966"/>
                </a:cubicBezTo>
                <a:lnTo>
                  <a:pt x="122283" y="152495"/>
                </a:lnTo>
                <a:lnTo>
                  <a:pt x="138503" y="152495"/>
                </a:lnTo>
                <a:lnTo>
                  <a:pt x="138503" y="112205"/>
                </a:lnTo>
                <a:lnTo>
                  <a:pt x="161932" y="112205"/>
                </a:lnTo>
                <a:cubicBezTo>
                  <a:pt x="165916" y="112205"/>
                  <a:pt x="169900" y="116205"/>
                  <a:pt x="169900" y="120205"/>
                </a:cubicBezTo>
                <a:cubicBezTo>
                  <a:pt x="169900" y="120205"/>
                  <a:pt x="169900" y="120205"/>
                  <a:pt x="169900" y="120301"/>
                </a:cubicBezTo>
                <a:lnTo>
                  <a:pt x="169900" y="152400"/>
                </a:lnTo>
                <a:lnTo>
                  <a:pt x="186120" y="152400"/>
                </a:lnTo>
                <a:lnTo>
                  <a:pt x="186120" y="128207"/>
                </a:lnTo>
                <a:lnTo>
                  <a:pt x="209739" y="128207"/>
                </a:lnTo>
                <a:cubicBezTo>
                  <a:pt x="213723" y="128207"/>
                  <a:pt x="217612" y="132207"/>
                  <a:pt x="217707" y="136208"/>
                </a:cubicBezTo>
                <a:lnTo>
                  <a:pt x="217612" y="136208"/>
                </a:lnTo>
                <a:lnTo>
                  <a:pt x="217612" y="168688"/>
                </a:lnTo>
                <a:lnTo>
                  <a:pt x="233832" y="168688"/>
                </a:lnTo>
                <a:lnTo>
                  <a:pt x="233832" y="144304"/>
                </a:lnTo>
                <a:lnTo>
                  <a:pt x="249578" y="144304"/>
                </a:lnTo>
                <a:cubicBezTo>
                  <a:pt x="258873" y="144304"/>
                  <a:pt x="265513" y="150971"/>
                  <a:pt x="265513" y="160306"/>
                </a:cubicBezTo>
                <a:lnTo>
                  <a:pt x="265513" y="209741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77" name="Graphic 172">
            <a:extLst>
              <a:ext uri="{FF2B5EF4-FFF2-40B4-BE49-F238E27FC236}">
                <a16:creationId xmlns:a16="http://schemas.microsoft.com/office/drawing/2014/main" id="{EA16BF8F-C279-8C3F-861B-F73D7DB72D0A}"/>
              </a:ext>
            </a:extLst>
          </p:cNvPr>
          <p:cNvSpPr/>
          <p:nvPr/>
        </p:nvSpPr>
        <p:spPr>
          <a:xfrm>
            <a:off x="6294163" y="3477997"/>
            <a:ext cx="375920" cy="471642"/>
          </a:xfrm>
          <a:custGeom>
            <a:avLst/>
            <a:gdLst>
              <a:gd name="connsiteX0" fmla="*/ 249578 w 281354"/>
              <a:gd name="connsiteY0" fmla="*/ 128302 h 352996"/>
              <a:gd name="connsiteX1" fmla="*/ 232314 w 281354"/>
              <a:gd name="connsiteY1" fmla="*/ 128302 h 352996"/>
              <a:gd name="connsiteX2" fmla="*/ 209739 w 281354"/>
              <a:gd name="connsiteY2" fmla="*/ 112300 h 352996"/>
              <a:gd name="connsiteX3" fmla="*/ 184507 w 281354"/>
              <a:gd name="connsiteY3" fmla="*/ 112300 h 352996"/>
              <a:gd name="connsiteX4" fmla="*/ 161932 w 281354"/>
              <a:gd name="connsiteY4" fmla="*/ 96298 h 352996"/>
              <a:gd name="connsiteX5" fmla="*/ 138028 w 281354"/>
              <a:gd name="connsiteY5" fmla="*/ 96298 h 352996"/>
              <a:gd name="connsiteX6" fmla="*/ 138028 w 281354"/>
              <a:gd name="connsiteY6" fmla="*/ 32099 h 352996"/>
              <a:gd name="connsiteX7" fmla="*/ 106157 w 281354"/>
              <a:gd name="connsiteY7" fmla="*/ 0 h 352996"/>
              <a:gd name="connsiteX8" fmla="*/ 74286 w 281354"/>
              <a:gd name="connsiteY8" fmla="*/ 32099 h 352996"/>
              <a:gd name="connsiteX9" fmla="*/ 74286 w 281354"/>
              <a:gd name="connsiteY9" fmla="*/ 199263 h 352996"/>
              <a:gd name="connsiteX10" fmla="*/ 45071 w 281354"/>
              <a:gd name="connsiteY10" fmla="*/ 173831 h 352996"/>
              <a:gd name="connsiteX11" fmla="*/ 7888 w 281354"/>
              <a:gd name="connsiteY11" fmla="*/ 175165 h 352996"/>
              <a:gd name="connsiteX12" fmla="*/ 5232 w 281354"/>
              <a:gd name="connsiteY12" fmla="*/ 209931 h 352996"/>
              <a:gd name="connsiteX13" fmla="*/ 91550 w 281354"/>
              <a:gd name="connsiteY13" fmla="*/ 348996 h 352996"/>
              <a:gd name="connsiteX14" fmla="*/ 98189 w 281354"/>
              <a:gd name="connsiteY14" fmla="*/ 352997 h 352996"/>
              <a:gd name="connsiteX15" fmla="*/ 241515 w 281354"/>
              <a:gd name="connsiteY15" fmla="*/ 352997 h 352996"/>
              <a:gd name="connsiteX16" fmla="*/ 249483 w 281354"/>
              <a:gd name="connsiteY16" fmla="*/ 346329 h 352996"/>
              <a:gd name="connsiteX17" fmla="*/ 274714 w 281354"/>
              <a:gd name="connsiteY17" fmla="*/ 256699 h 352996"/>
              <a:gd name="connsiteX18" fmla="*/ 281354 w 281354"/>
              <a:gd name="connsiteY18" fmla="*/ 209931 h 352996"/>
              <a:gd name="connsiteX19" fmla="*/ 281354 w 281354"/>
              <a:gd name="connsiteY19" fmla="*/ 160496 h 352996"/>
              <a:gd name="connsiteX20" fmla="*/ 249483 w 281354"/>
              <a:gd name="connsiteY20" fmla="*/ 128397 h 352996"/>
              <a:gd name="connsiteX21" fmla="*/ 265513 w 281354"/>
              <a:gd name="connsiteY21" fmla="*/ 209836 h 352996"/>
              <a:gd name="connsiteX22" fmla="*/ 260201 w 281354"/>
              <a:gd name="connsiteY22" fmla="*/ 251270 h 352996"/>
              <a:gd name="connsiteX23" fmla="*/ 236298 w 281354"/>
              <a:gd name="connsiteY23" fmla="*/ 336804 h 352996"/>
              <a:gd name="connsiteX24" fmla="*/ 102173 w 281354"/>
              <a:gd name="connsiteY24" fmla="*/ 336804 h 352996"/>
              <a:gd name="connsiteX25" fmla="*/ 18511 w 281354"/>
              <a:gd name="connsiteY25" fmla="*/ 201739 h 352996"/>
              <a:gd name="connsiteX26" fmla="*/ 18511 w 281354"/>
              <a:gd name="connsiteY26" fmla="*/ 200406 h 352996"/>
              <a:gd name="connsiteX27" fmla="*/ 19839 w 281354"/>
              <a:gd name="connsiteY27" fmla="*/ 187071 h 352996"/>
              <a:gd name="connsiteX28" fmla="*/ 34447 w 281354"/>
              <a:gd name="connsiteY28" fmla="*/ 185737 h 352996"/>
              <a:gd name="connsiteX29" fmla="*/ 76942 w 281354"/>
              <a:gd name="connsiteY29" fmla="*/ 221837 h 352996"/>
              <a:gd name="connsiteX30" fmla="*/ 86238 w 281354"/>
              <a:gd name="connsiteY30" fmla="*/ 223171 h 352996"/>
              <a:gd name="connsiteX31" fmla="*/ 90222 w 281354"/>
              <a:gd name="connsiteY31" fmla="*/ 216503 h 352996"/>
              <a:gd name="connsiteX32" fmla="*/ 90222 w 281354"/>
              <a:gd name="connsiteY32" fmla="*/ 32004 h 352996"/>
              <a:gd name="connsiteX33" fmla="*/ 106157 w 281354"/>
              <a:gd name="connsiteY33" fmla="*/ 16002 h 352996"/>
              <a:gd name="connsiteX34" fmla="*/ 122093 w 281354"/>
              <a:gd name="connsiteY34" fmla="*/ 32004 h 352996"/>
              <a:gd name="connsiteX35" fmla="*/ 122093 w 281354"/>
              <a:gd name="connsiteY35" fmla="*/ 104203 h 352996"/>
              <a:gd name="connsiteX36" fmla="*/ 122283 w 281354"/>
              <a:gd name="connsiteY36" fmla="*/ 104966 h 352996"/>
              <a:gd name="connsiteX37" fmla="*/ 122283 w 281354"/>
              <a:gd name="connsiteY37" fmla="*/ 152495 h 352996"/>
              <a:gd name="connsiteX38" fmla="*/ 138503 w 281354"/>
              <a:gd name="connsiteY38" fmla="*/ 152495 h 352996"/>
              <a:gd name="connsiteX39" fmla="*/ 138503 w 281354"/>
              <a:gd name="connsiteY39" fmla="*/ 112205 h 352996"/>
              <a:gd name="connsiteX40" fmla="*/ 161932 w 281354"/>
              <a:gd name="connsiteY40" fmla="*/ 112205 h 352996"/>
              <a:gd name="connsiteX41" fmla="*/ 169900 w 281354"/>
              <a:gd name="connsiteY41" fmla="*/ 120205 h 352996"/>
              <a:gd name="connsiteX42" fmla="*/ 169900 w 281354"/>
              <a:gd name="connsiteY42" fmla="*/ 120301 h 352996"/>
              <a:gd name="connsiteX43" fmla="*/ 169900 w 281354"/>
              <a:gd name="connsiteY43" fmla="*/ 152400 h 352996"/>
              <a:gd name="connsiteX44" fmla="*/ 186120 w 281354"/>
              <a:gd name="connsiteY44" fmla="*/ 152400 h 352996"/>
              <a:gd name="connsiteX45" fmla="*/ 186120 w 281354"/>
              <a:gd name="connsiteY45" fmla="*/ 128207 h 352996"/>
              <a:gd name="connsiteX46" fmla="*/ 209739 w 281354"/>
              <a:gd name="connsiteY46" fmla="*/ 128207 h 352996"/>
              <a:gd name="connsiteX47" fmla="*/ 217707 w 281354"/>
              <a:gd name="connsiteY47" fmla="*/ 136208 h 352996"/>
              <a:gd name="connsiteX48" fmla="*/ 217612 w 281354"/>
              <a:gd name="connsiteY48" fmla="*/ 136208 h 352996"/>
              <a:gd name="connsiteX49" fmla="*/ 217612 w 281354"/>
              <a:gd name="connsiteY49" fmla="*/ 168688 h 352996"/>
              <a:gd name="connsiteX50" fmla="*/ 233832 w 281354"/>
              <a:gd name="connsiteY50" fmla="*/ 168688 h 352996"/>
              <a:gd name="connsiteX51" fmla="*/ 233832 w 281354"/>
              <a:gd name="connsiteY51" fmla="*/ 144304 h 352996"/>
              <a:gd name="connsiteX52" fmla="*/ 249578 w 281354"/>
              <a:gd name="connsiteY52" fmla="*/ 144304 h 352996"/>
              <a:gd name="connsiteX53" fmla="*/ 265513 w 281354"/>
              <a:gd name="connsiteY53" fmla="*/ 160306 h 352996"/>
              <a:gd name="connsiteX54" fmla="*/ 265513 w 281354"/>
              <a:gd name="connsiteY54" fmla="*/ 209741 h 35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81354" h="352996">
                <a:moveTo>
                  <a:pt x="249578" y="128302"/>
                </a:moveTo>
                <a:lnTo>
                  <a:pt x="232314" y="128302"/>
                </a:lnTo>
                <a:cubicBezTo>
                  <a:pt x="229658" y="118967"/>
                  <a:pt x="220362" y="112300"/>
                  <a:pt x="209739" y="112300"/>
                </a:cubicBezTo>
                <a:lnTo>
                  <a:pt x="184507" y="112300"/>
                </a:lnTo>
                <a:cubicBezTo>
                  <a:pt x="181851" y="102965"/>
                  <a:pt x="172556" y="96298"/>
                  <a:pt x="161932" y="96298"/>
                </a:cubicBezTo>
                <a:lnTo>
                  <a:pt x="138028" y="96298"/>
                </a:lnTo>
                <a:lnTo>
                  <a:pt x="138028" y="32099"/>
                </a:lnTo>
                <a:cubicBezTo>
                  <a:pt x="138028" y="14764"/>
                  <a:pt x="123421" y="0"/>
                  <a:pt x="106157" y="0"/>
                </a:cubicBezTo>
                <a:cubicBezTo>
                  <a:pt x="88894" y="0"/>
                  <a:pt x="74286" y="14669"/>
                  <a:pt x="74286" y="32099"/>
                </a:cubicBezTo>
                <a:lnTo>
                  <a:pt x="74286" y="199263"/>
                </a:lnTo>
                <a:lnTo>
                  <a:pt x="45071" y="173831"/>
                </a:lnTo>
                <a:cubicBezTo>
                  <a:pt x="34447" y="164497"/>
                  <a:pt x="18511" y="165830"/>
                  <a:pt x="7888" y="175165"/>
                </a:cubicBezTo>
                <a:cubicBezTo>
                  <a:pt x="-1408" y="184499"/>
                  <a:pt x="-2736" y="199263"/>
                  <a:pt x="5232" y="209931"/>
                </a:cubicBezTo>
                <a:cubicBezTo>
                  <a:pt x="9216" y="216599"/>
                  <a:pt x="68974" y="318230"/>
                  <a:pt x="91550" y="348996"/>
                </a:cubicBezTo>
                <a:cubicBezTo>
                  <a:pt x="92878" y="351663"/>
                  <a:pt x="95534" y="352997"/>
                  <a:pt x="98189" y="352997"/>
                </a:cubicBezTo>
                <a:lnTo>
                  <a:pt x="241515" y="352997"/>
                </a:lnTo>
                <a:cubicBezTo>
                  <a:pt x="245499" y="352997"/>
                  <a:pt x="248155" y="350330"/>
                  <a:pt x="249483" y="346329"/>
                </a:cubicBezTo>
                <a:lnTo>
                  <a:pt x="274714" y="256699"/>
                </a:lnTo>
                <a:cubicBezTo>
                  <a:pt x="278698" y="240697"/>
                  <a:pt x="281354" y="225933"/>
                  <a:pt x="281354" y="209931"/>
                </a:cubicBezTo>
                <a:lnTo>
                  <a:pt x="281354" y="160496"/>
                </a:lnTo>
                <a:cubicBezTo>
                  <a:pt x="281354" y="143161"/>
                  <a:pt x="266746" y="128397"/>
                  <a:pt x="249483" y="128397"/>
                </a:cubicBezTo>
                <a:close/>
                <a:moveTo>
                  <a:pt x="265513" y="209836"/>
                </a:moveTo>
                <a:cubicBezTo>
                  <a:pt x="265513" y="224504"/>
                  <a:pt x="264185" y="237935"/>
                  <a:pt x="260201" y="251270"/>
                </a:cubicBezTo>
                <a:lnTo>
                  <a:pt x="236298" y="336804"/>
                </a:lnTo>
                <a:lnTo>
                  <a:pt x="102173" y="336804"/>
                </a:lnTo>
                <a:cubicBezTo>
                  <a:pt x="76942" y="302038"/>
                  <a:pt x="19839" y="203073"/>
                  <a:pt x="18511" y="201739"/>
                </a:cubicBezTo>
                <a:lnTo>
                  <a:pt x="18511" y="200406"/>
                </a:lnTo>
                <a:cubicBezTo>
                  <a:pt x="15856" y="196405"/>
                  <a:pt x="15856" y="189738"/>
                  <a:pt x="19839" y="187071"/>
                </a:cubicBezTo>
                <a:cubicBezTo>
                  <a:pt x="23823" y="181737"/>
                  <a:pt x="30463" y="181737"/>
                  <a:pt x="34447" y="185737"/>
                </a:cubicBezTo>
                <a:lnTo>
                  <a:pt x="76942" y="221837"/>
                </a:lnTo>
                <a:cubicBezTo>
                  <a:pt x="79598" y="224504"/>
                  <a:pt x="82254" y="224504"/>
                  <a:pt x="86238" y="223171"/>
                </a:cubicBezTo>
                <a:cubicBezTo>
                  <a:pt x="88894" y="221837"/>
                  <a:pt x="90222" y="219170"/>
                  <a:pt x="90222" y="216503"/>
                </a:cubicBezTo>
                <a:lnTo>
                  <a:pt x="90222" y="32004"/>
                </a:lnTo>
                <a:cubicBezTo>
                  <a:pt x="90222" y="22670"/>
                  <a:pt x="96862" y="16002"/>
                  <a:pt x="106157" y="16002"/>
                </a:cubicBezTo>
                <a:cubicBezTo>
                  <a:pt x="115453" y="16002"/>
                  <a:pt x="122093" y="22670"/>
                  <a:pt x="122093" y="32004"/>
                </a:cubicBezTo>
                <a:lnTo>
                  <a:pt x="122093" y="104203"/>
                </a:lnTo>
                <a:cubicBezTo>
                  <a:pt x="122093" y="104203"/>
                  <a:pt x="122283" y="104680"/>
                  <a:pt x="122283" y="104966"/>
                </a:cubicBezTo>
                <a:lnTo>
                  <a:pt x="122283" y="152495"/>
                </a:lnTo>
                <a:lnTo>
                  <a:pt x="138503" y="152495"/>
                </a:lnTo>
                <a:lnTo>
                  <a:pt x="138503" y="112205"/>
                </a:lnTo>
                <a:lnTo>
                  <a:pt x="161932" y="112205"/>
                </a:lnTo>
                <a:cubicBezTo>
                  <a:pt x="165916" y="112205"/>
                  <a:pt x="169900" y="116205"/>
                  <a:pt x="169900" y="120205"/>
                </a:cubicBezTo>
                <a:cubicBezTo>
                  <a:pt x="169900" y="120205"/>
                  <a:pt x="169900" y="120205"/>
                  <a:pt x="169900" y="120301"/>
                </a:cubicBezTo>
                <a:lnTo>
                  <a:pt x="169900" y="152400"/>
                </a:lnTo>
                <a:lnTo>
                  <a:pt x="186120" y="152400"/>
                </a:lnTo>
                <a:lnTo>
                  <a:pt x="186120" y="128207"/>
                </a:lnTo>
                <a:lnTo>
                  <a:pt x="209739" y="128207"/>
                </a:lnTo>
                <a:cubicBezTo>
                  <a:pt x="213723" y="128207"/>
                  <a:pt x="217612" y="132207"/>
                  <a:pt x="217707" y="136208"/>
                </a:cubicBezTo>
                <a:lnTo>
                  <a:pt x="217612" y="136208"/>
                </a:lnTo>
                <a:lnTo>
                  <a:pt x="217612" y="168688"/>
                </a:lnTo>
                <a:lnTo>
                  <a:pt x="233832" y="168688"/>
                </a:lnTo>
                <a:lnTo>
                  <a:pt x="233832" y="144304"/>
                </a:lnTo>
                <a:lnTo>
                  <a:pt x="249578" y="144304"/>
                </a:lnTo>
                <a:cubicBezTo>
                  <a:pt x="258873" y="144304"/>
                  <a:pt x="265513" y="150971"/>
                  <a:pt x="265513" y="160306"/>
                </a:cubicBezTo>
                <a:lnTo>
                  <a:pt x="265513" y="209741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0" name="Graphic 178">
            <a:extLst>
              <a:ext uri="{FF2B5EF4-FFF2-40B4-BE49-F238E27FC236}">
                <a16:creationId xmlns:a16="http://schemas.microsoft.com/office/drawing/2014/main" id="{9B356B0F-1B45-D668-1FB3-4DC1A55F2966}"/>
              </a:ext>
            </a:extLst>
          </p:cNvPr>
          <p:cNvSpPr/>
          <p:nvPr/>
        </p:nvSpPr>
        <p:spPr>
          <a:xfrm>
            <a:off x="7147826" y="2832834"/>
            <a:ext cx="375919" cy="482482"/>
          </a:xfrm>
          <a:custGeom>
            <a:avLst/>
            <a:gdLst>
              <a:gd name="connsiteX0" fmla="*/ 248591 w 280746"/>
              <a:gd name="connsiteY0" fmla="*/ 79343 h 360330"/>
              <a:gd name="connsiteX1" fmla="*/ 232845 w 280746"/>
              <a:gd name="connsiteY1" fmla="*/ 83820 h 360330"/>
              <a:gd name="connsiteX2" fmla="*/ 232845 w 280746"/>
              <a:gd name="connsiteY2" fmla="*/ 63532 h 360330"/>
              <a:gd name="connsiteX3" fmla="*/ 200974 w 280746"/>
              <a:gd name="connsiteY3" fmla="*/ 31528 h 360330"/>
              <a:gd name="connsiteX4" fmla="*/ 185228 w 280746"/>
              <a:gd name="connsiteY4" fmla="*/ 36004 h 360330"/>
              <a:gd name="connsiteX5" fmla="*/ 185228 w 280746"/>
              <a:gd name="connsiteY5" fmla="*/ 32004 h 360330"/>
              <a:gd name="connsiteX6" fmla="*/ 153356 w 280746"/>
              <a:gd name="connsiteY6" fmla="*/ 0 h 360330"/>
              <a:gd name="connsiteX7" fmla="*/ 121485 w 280746"/>
              <a:gd name="connsiteY7" fmla="*/ 32004 h 360330"/>
              <a:gd name="connsiteX8" fmla="*/ 121485 w 280746"/>
              <a:gd name="connsiteY8" fmla="*/ 36100 h 360330"/>
              <a:gd name="connsiteX9" fmla="*/ 105075 w 280746"/>
              <a:gd name="connsiteY9" fmla="*/ 31623 h 360330"/>
              <a:gd name="connsiteX10" fmla="*/ 73204 w 280746"/>
              <a:gd name="connsiteY10" fmla="*/ 63722 h 360330"/>
              <a:gd name="connsiteX11" fmla="*/ 73204 w 280746"/>
              <a:gd name="connsiteY11" fmla="*/ 202692 h 360330"/>
              <a:gd name="connsiteX12" fmla="*/ 45317 w 280746"/>
              <a:gd name="connsiteY12" fmla="*/ 169259 h 360330"/>
              <a:gd name="connsiteX13" fmla="*/ 43989 w 280746"/>
              <a:gd name="connsiteY13" fmla="*/ 167926 h 360330"/>
              <a:gd name="connsiteX14" fmla="*/ 8134 w 280746"/>
              <a:gd name="connsiteY14" fmla="*/ 169259 h 360330"/>
              <a:gd name="connsiteX15" fmla="*/ 4150 w 280746"/>
              <a:gd name="connsiteY15" fmla="*/ 204025 h 360330"/>
              <a:gd name="connsiteX16" fmla="*/ 66659 w 280746"/>
              <a:gd name="connsiteY16" fmla="*/ 318897 h 360330"/>
              <a:gd name="connsiteX17" fmla="*/ 139792 w 280746"/>
              <a:gd name="connsiteY17" fmla="*/ 360331 h 360330"/>
              <a:gd name="connsiteX18" fmla="*/ 193006 w 280746"/>
              <a:gd name="connsiteY18" fmla="*/ 360331 h 360330"/>
              <a:gd name="connsiteX19" fmla="*/ 280746 w 280746"/>
              <a:gd name="connsiteY19" fmla="*/ 272129 h 360330"/>
              <a:gd name="connsiteX20" fmla="*/ 280746 w 280746"/>
              <a:gd name="connsiteY20" fmla="*/ 111823 h 360330"/>
              <a:gd name="connsiteX21" fmla="*/ 248875 w 280746"/>
              <a:gd name="connsiteY21" fmla="*/ 79534 h 360330"/>
              <a:gd name="connsiteX22" fmla="*/ 264526 w 280746"/>
              <a:gd name="connsiteY22" fmla="*/ 271939 h 360330"/>
              <a:gd name="connsiteX23" fmla="*/ 192721 w 280746"/>
              <a:gd name="connsiteY23" fmla="*/ 344043 h 360330"/>
              <a:gd name="connsiteX24" fmla="*/ 139508 w 280746"/>
              <a:gd name="connsiteY24" fmla="*/ 344043 h 360330"/>
              <a:gd name="connsiteX25" fmla="*/ 79654 w 280746"/>
              <a:gd name="connsiteY25" fmla="*/ 310610 h 360330"/>
              <a:gd name="connsiteX26" fmla="*/ 18473 w 280746"/>
              <a:gd name="connsiteY26" fmla="*/ 195739 h 360330"/>
              <a:gd name="connsiteX27" fmla="*/ 17145 w 280746"/>
              <a:gd name="connsiteY27" fmla="*/ 194405 h 360330"/>
              <a:gd name="connsiteX28" fmla="*/ 18473 w 280746"/>
              <a:gd name="connsiteY28" fmla="*/ 181070 h 360330"/>
              <a:gd name="connsiteX29" fmla="*/ 33081 w 280746"/>
              <a:gd name="connsiteY29" fmla="*/ 179737 h 360330"/>
              <a:gd name="connsiteX30" fmla="*/ 75670 w 280746"/>
              <a:gd name="connsiteY30" fmla="*/ 229171 h 360330"/>
              <a:gd name="connsiteX31" fmla="*/ 83638 w 280746"/>
              <a:gd name="connsiteY31" fmla="*/ 230505 h 360330"/>
              <a:gd name="connsiteX32" fmla="*/ 88950 w 280746"/>
              <a:gd name="connsiteY32" fmla="*/ 223838 h 360330"/>
              <a:gd name="connsiteX33" fmla="*/ 88950 w 280746"/>
              <a:gd name="connsiteY33" fmla="*/ 63532 h 360330"/>
              <a:gd name="connsiteX34" fmla="*/ 104886 w 280746"/>
              <a:gd name="connsiteY34" fmla="*/ 47530 h 360330"/>
              <a:gd name="connsiteX35" fmla="*/ 120821 w 280746"/>
              <a:gd name="connsiteY35" fmla="*/ 63532 h 360330"/>
              <a:gd name="connsiteX36" fmla="*/ 120821 w 280746"/>
              <a:gd name="connsiteY36" fmla="*/ 159734 h 360330"/>
              <a:gd name="connsiteX37" fmla="*/ 136757 w 280746"/>
              <a:gd name="connsiteY37" fmla="*/ 159734 h 360330"/>
              <a:gd name="connsiteX38" fmla="*/ 136757 w 280746"/>
              <a:gd name="connsiteY38" fmla="*/ 128111 h 360330"/>
              <a:gd name="connsiteX39" fmla="*/ 137136 w 280746"/>
              <a:gd name="connsiteY39" fmla="*/ 128111 h 360330"/>
              <a:gd name="connsiteX40" fmla="*/ 137136 w 280746"/>
              <a:gd name="connsiteY40" fmla="*/ 32004 h 360330"/>
              <a:gd name="connsiteX41" fmla="*/ 153072 w 280746"/>
              <a:gd name="connsiteY41" fmla="*/ 16002 h 360330"/>
              <a:gd name="connsiteX42" fmla="*/ 169007 w 280746"/>
              <a:gd name="connsiteY42" fmla="*/ 32004 h 360330"/>
              <a:gd name="connsiteX43" fmla="*/ 169007 w 280746"/>
              <a:gd name="connsiteY43" fmla="*/ 61436 h 360330"/>
              <a:gd name="connsiteX44" fmla="*/ 168818 w 280746"/>
              <a:gd name="connsiteY44" fmla="*/ 63627 h 360330"/>
              <a:gd name="connsiteX45" fmla="*/ 168818 w 280746"/>
              <a:gd name="connsiteY45" fmla="*/ 159734 h 360330"/>
              <a:gd name="connsiteX46" fmla="*/ 184753 w 280746"/>
              <a:gd name="connsiteY46" fmla="*/ 159734 h 360330"/>
              <a:gd name="connsiteX47" fmla="*/ 184753 w 280746"/>
              <a:gd name="connsiteY47" fmla="*/ 128111 h 360330"/>
              <a:gd name="connsiteX48" fmla="*/ 184943 w 280746"/>
              <a:gd name="connsiteY48" fmla="*/ 128111 h 360330"/>
              <a:gd name="connsiteX49" fmla="*/ 184943 w 280746"/>
              <a:gd name="connsiteY49" fmla="*/ 61436 h 360330"/>
              <a:gd name="connsiteX50" fmla="*/ 200689 w 280746"/>
              <a:gd name="connsiteY50" fmla="*/ 47530 h 360330"/>
              <a:gd name="connsiteX51" fmla="*/ 216625 w 280746"/>
              <a:gd name="connsiteY51" fmla="*/ 63532 h 360330"/>
              <a:gd name="connsiteX52" fmla="*/ 216625 w 280746"/>
              <a:gd name="connsiteY52" fmla="*/ 109442 h 360330"/>
              <a:gd name="connsiteX53" fmla="*/ 216435 w 280746"/>
              <a:gd name="connsiteY53" fmla="*/ 111633 h 360330"/>
              <a:gd name="connsiteX54" fmla="*/ 216435 w 280746"/>
              <a:gd name="connsiteY54" fmla="*/ 184214 h 360330"/>
              <a:gd name="connsiteX55" fmla="*/ 232370 w 280746"/>
              <a:gd name="connsiteY55" fmla="*/ 184214 h 360330"/>
              <a:gd name="connsiteX56" fmla="*/ 232370 w 280746"/>
              <a:gd name="connsiteY56" fmla="*/ 159639 h 360330"/>
              <a:gd name="connsiteX57" fmla="*/ 232560 w 280746"/>
              <a:gd name="connsiteY57" fmla="*/ 159639 h 360330"/>
              <a:gd name="connsiteX58" fmla="*/ 232560 w 280746"/>
              <a:gd name="connsiteY58" fmla="*/ 109442 h 360330"/>
              <a:gd name="connsiteX59" fmla="*/ 248306 w 280746"/>
              <a:gd name="connsiteY59" fmla="*/ 95441 h 360330"/>
              <a:gd name="connsiteX60" fmla="*/ 264242 w 280746"/>
              <a:gd name="connsiteY60" fmla="*/ 111538 h 360330"/>
              <a:gd name="connsiteX61" fmla="*/ 264242 w 280746"/>
              <a:gd name="connsiteY61" fmla="*/ 208407 h 360330"/>
              <a:gd name="connsiteX62" fmla="*/ 264242 w 280746"/>
              <a:gd name="connsiteY62" fmla="*/ 208407 h 360330"/>
              <a:gd name="connsiteX63" fmla="*/ 264242 w 280746"/>
              <a:gd name="connsiteY63" fmla="*/ 271939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80746" h="360330">
                <a:moveTo>
                  <a:pt x="248591" y="79343"/>
                </a:moveTo>
                <a:cubicBezTo>
                  <a:pt x="242899" y="79343"/>
                  <a:pt x="237587" y="81058"/>
                  <a:pt x="232845" y="83820"/>
                </a:cubicBezTo>
                <a:lnTo>
                  <a:pt x="232845" y="63532"/>
                </a:lnTo>
                <a:cubicBezTo>
                  <a:pt x="232845" y="46196"/>
                  <a:pt x="219565" y="31528"/>
                  <a:pt x="200974" y="31528"/>
                </a:cubicBezTo>
                <a:cubicBezTo>
                  <a:pt x="195282" y="31528"/>
                  <a:pt x="189970" y="33242"/>
                  <a:pt x="185228" y="36004"/>
                </a:cubicBezTo>
                <a:lnTo>
                  <a:pt x="185228" y="32004"/>
                </a:lnTo>
                <a:cubicBezTo>
                  <a:pt x="185228" y="14669"/>
                  <a:pt x="171948" y="0"/>
                  <a:pt x="153356" y="0"/>
                </a:cubicBezTo>
                <a:cubicBezTo>
                  <a:pt x="136093" y="0"/>
                  <a:pt x="121485" y="14669"/>
                  <a:pt x="121485" y="32004"/>
                </a:cubicBezTo>
                <a:lnTo>
                  <a:pt x="121485" y="36100"/>
                </a:lnTo>
                <a:cubicBezTo>
                  <a:pt x="116743" y="33338"/>
                  <a:pt x="111241" y="31623"/>
                  <a:pt x="105075" y="31623"/>
                </a:cubicBezTo>
                <a:cubicBezTo>
                  <a:pt x="87812" y="31623"/>
                  <a:pt x="73204" y="46292"/>
                  <a:pt x="73204" y="63722"/>
                </a:cubicBezTo>
                <a:lnTo>
                  <a:pt x="73204" y="202692"/>
                </a:lnTo>
                <a:lnTo>
                  <a:pt x="45317" y="169259"/>
                </a:lnTo>
                <a:cubicBezTo>
                  <a:pt x="45317" y="168371"/>
                  <a:pt x="44871" y="167926"/>
                  <a:pt x="43989" y="167926"/>
                </a:cubicBezTo>
                <a:cubicBezTo>
                  <a:pt x="33365" y="158591"/>
                  <a:pt x="17430" y="159925"/>
                  <a:pt x="8134" y="169259"/>
                </a:cubicBezTo>
                <a:cubicBezTo>
                  <a:pt x="-1162" y="178594"/>
                  <a:pt x="-2490" y="193262"/>
                  <a:pt x="4150" y="204025"/>
                </a:cubicBezTo>
                <a:cubicBezTo>
                  <a:pt x="8134" y="210693"/>
                  <a:pt x="40005" y="277463"/>
                  <a:pt x="66659" y="318897"/>
                </a:cubicBezTo>
                <a:cubicBezTo>
                  <a:pt x="82595" y="344234"/>
                  <a:pt x="110577" y="360331"/>
                  <a:pt x="139792" y="360331"/>
                </a:cubicBezTo>
                <a:lnTo>
                  <a:pt x="193006" y="360331"/>
                </a:lnTo>
                <a:cubicBezTo>
                  <a:pt x="242235" y="360331"/>
                  <a:pt x="280746" y="320231"/>
                  <a:pt x="280746" y="272129"/>
                </a:cubicBezTo>
                <a:lnTo>
                  <a:pt x="280746" y="111823"/>
                </a:lnTo>
                <a:cubicBezTo>
                  <a:pt x="280746" y="94298"/>
                  <a:pt x="267467" y="79534"/>
                  <a:pt x="248875" y="79534"/>
                </a:cubicBezTo>
                <a:close/>
                <a:moveTo>
                  <a:pt x="264526" y="271939"/>
                </a:moveTo>
                <a:cubicBezTo>
                  <a:pt x="264526" y="312039"/>
                  <a:pt x="232655" y="344043"/>
                  <a:pt x="192721" y="344043"/>
                </a:cubicBezTo>
                <a:lnTo>
                  <a:pt x="139508" y="344043"/>
                </a:lnTo>
                <a:cubicBezTo>
                  <a:pt x="115604" y="344043"/>
                  <a:pt x="92934" y="330708"/>
                  <a:pt x="79654" y="310610"/>
                </a:cubicBezTo>
                <a:cubicBezTo>
                  <a:pt x="51767" y="267843"/>
                  <a:pt x="18473" y="197072"/>
                  <a:pt x="18473" y="195739"/>
                </a:cubicBezTo>
                <a:cubicBezTo>
                  <a:pt x="18473" y="195739"/>
                  <a:pt x="17145" y="195739"/>
                  <a:pt x="17145" y="194405"/>
                </a:cubicBezTo>
                <a:cubicBezTo>
                  <a:pt x="14489" y="190405"/>
                  <a:pt x="14489" y="185071"/>
                  <a:pt x="18473" y="181070"/>
                </a:cubicBezTo>
                <a:cubicBezTo>
                  <a:pt x="22457" y="177070"/>
                  <a:pt x="29097" y="175736"/>
                  <a:pt x="33081" y="179737"/>
                </a:cubicBezTo>
                <a:lnTo>
                  <a:pt x="75670" y="229171"/>
                </a:lnTo>
                <a:cubicBezTo>
                  <a:pt x="76998" y="231839"/>
                  <a:pt x="80982" y="231839"/>
                  <a:pt x="83638" y="230505"/>
                </a:cubicBezTo>
                <a:cubicBezTo>
                  <a:pt x="87622" y="230505"/>
                  <a:pt x="88950" y="226504"/>
                  <a:pt x="88950" y="223838"/>
                </a:cubicBezTo>
                <a:lnTo>
                  <a:pt x="88950" y="63532"/>
                </a:lnTo>
                <a:cubicBezTo>
                  <a:pt x="88950" y="54197"/>
                  <a:pt x="96918" y="47530"/>
                  <a:pt x="104886" y="47530"/>
                </a:cubicBezTo>
                <a:cubicBezTo>
                  <a:pt x="114181" y="47530"/>
                  <a:pt x="120821" y="54197"/>
                  <a:pt x="120821" y="63532"/>
                </a:cubicBezTo>
                <a:lnTo>
                  <a:pt x="120821" y="159734"/>
                </a:lnTo>
                <a:lnTo>
                  <a:pt x="136757" y="159734"/>
                </a:lnTo>
                <a:lnTo>
                  <a:pt x="136757" y="128111"/>
                </a:lnTo>
                <a:lnTo>
                  <a:pt x="137136" y="128111"/>
                </a:lnTo>
                <a:lnTo>
                  <a:pt x="137136" y="32004"/>
                </a:lnTo>
                <a:cubicBezTo>
                  <a:pt x="137136" y="22670"/>
                  <a:pt x="145104" y="16002"/>
                  <a:pt x="153072" y="16002"/>
                </a:cubicBezTo>
                <a:cubicBezTo>
                  <a:pt x="162368" y="16002"/>
                  <a:pt x="169007" y="22670"/>
                  <a:pt x="169007" y="32004"/>
                </a:cubicBezTo>
                <a:lnTo>
                  <a:pt x="169007" y="61436"/>
                </a:lnTo>
                <a:cubicBezTo>
                  <a:pt x="169007" y="62198"/>
                  <a:pt x="168818" y="62865"/>
                  <a:pt x="168818" y="63627"/>
                </a:cubicBezTo>
                <a:lnTo>
                  <a:pt x="168818" y="159734"/>
                </a:lnTo>
                <a:lnTo>
                  <a:pt x="184753" y="159734"/>
                </a:lnTo>
                <a:lnTo>
                  <a:pt x="184753" y="128111"/>
                </a:lnTo>
                <a:lnTo>
                  <a:pt x="184943" y="128111"/>
                </a:lnTo>
                <a:lnTo>
                  <a:pt x="184943" y="61436"/>
                </a:lnTo>
                <a:cubicBezTo>
                  <a:pt x="186081" y="53245"/>
                  <a:pt x="193290" y="47530"/>
                  <a:pt x="200689" y="47530"/>
                </a:cubicBezTo>
                <a:cubicBezTo>
                  <a:pt x="209985" y="47530"/>
                  <a:pt x="216625" y="54197"/>
                  <a:pt x="216625" y="63532"/>
                </a:cubicBezTo>
                <a:lnTo>
                  <a:pt x="216625" y="109442"/>
                </a:lnTo>
                <a:cubicBezTo>
                  <a:pt x="216625" y="110204"/>
                  <a:pt x="216435" y="110871"/>
                  <a:pt x="216435" y="111633"/>
                </a:cubicBezTo>
                <a:lnTo>
                  <a:pt x="216435" y="184214"/>
                </a:lnTo>
                <a:lnTo>
                  <a:pt x="232370" y="184214"/>
                </a:lnTo>
                <a:lnTo>
                  <a:pt x="232370" y="159639"/>
                </a:lnTo>
                <a:lnTo>
                  <a:pt x="232560" y="159639"/>
                </a:lnTo>
                <a:lnTo>
                  <a:pt x="232560" y="109442"/>
                </a:lnTo>
                <a:cubicBezTo>
                  <a:pt x="233698" y="101156"/>
                  <a:pt x="240907" y="95441"/>
                  <a:pt x="248306" y="95441"/>
                </a:cubicBezTo>
                <a:cubicBezTo>
                  <a:pt x="257602" y="95441"/>
                  <a:pt x="264242" y="102203"/>
                  <a:pt x="264242" y="111538"/>
                </a:cubicBezTo>
                <a:lnTo>
                  <a:pt x="264242" y="208407"/>
                </a:lnTo>
                <a:lnTo>
                  <a:pt x="264242" y="208407"/>
                </a:lnTo>
                <a:lnTo>
                  <a:pt x="264242" y="271939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1" name="Graphic 178">
            <a:extLst>
              <a:ext uri="{FF2B5EF4-FFF2-40B4-BE49-F238E27FC236}">
                <a16:creationId xmlns:a16="http://schemas.microsoft.com/office/drawing/2014/main" id="{58A7E282-5625-6122-C70E-EFF69DC7800F}"/>
              </a:ext>
            </a:extLst>
          </p:cNvPr>
          <p:cNvSpPr/>
          <p:nvPr/>
        </p:nvSpPr>
        <p:spPr>
          <a:xfrm>
            <a:off x="8051340" y="2832834"/>
            <a:ext cx="375919" cy="482482"/>
          </a:xfrm>
          <a:custGeom>
            <a:avLst/>
            <a:gdLst>
              <a:gd name="connsiteX0" fmla="*/ 248591 w 280746"/>
              <a:gd name="connsiteY0" fmla="*/ 79343 h 360330"/>
              <a:gd name="connsiteX1" fmla="*/ 232845 w 280746"/>
              <a:gd name="connsiteY1" fmla="*/ 83820 h 360330"/>
              <a:gd name="connsiteX2" fmla="*/ 232845 w 280746"/>
              <a:gd name="connsiteY2" fmla="*/ 63532 h 360330"/>
              <a:gd name="connsiteX3" fmla="*/ 200974 w 280746"/>
              <a:gd name="connsiteY3" fmla="*/ 31528 h 360330"/>
              <a:gd name="connsiteX4" fmla="*/ 185228 w 280746"/>
              <a:gd name="connsiteY4" fmla="*/ 36004 h 360330"/>
              <a:gd name="connsiteX5" fmla="*/ 185228 w 280746"/>
              <a:gd name="connsiteY5" fmla="*/ 32004 h 360330"/>
              <a:gd name="connsiteX6" fmla="*/ 153356 w 280746"/>
              <a:gd name="connsiteY6" fmla="*/ 0 h 360330"/>
              <a:gd name="connsiteX7" fmla="*/ 121485 w 280746"/>
              <a:gd name="connsiteY7" fmla="*/ 32004 h 360330"/>
              <a:gd name="connsiteX8" fmla="*/ 121485 w 280746"/>
              <a:gd name="connsiteY8" fmla="*/ 36100 h 360330"/>
              <a:gd name="connsiteX9" fmla="*/ 105075 w 280746"/>
              <a:gd name="connsiteY9" fmla="*/ 31623 h 360330"/>
              <a:gd name="connsiteX10" fmla="*/ 73204 w 280746"/>
              <a:gd name="connsiteY10" fmla="*/ 63722 h 360330"/>
              <a:gd name="connsiteX11" fmla="*/ 73204 w 280746"/>
              <a:gd name="connsiteY11" fmla="*/ 202692 h 360330"/>
              <a:gd name="connsiteX12" fmla="*/ 45317 w 280746"/>
              <a:gd name="connsiteY12" fmla="*/ 169259 h 360330"/>
              <a:gd name="connsiteX13" fmla="*/ 43989 w 280746"/>
              <a:gd name="connsiteY13" fmla="*/ 167926 h 360330"/>
              <a:gd name="connsiteX14" fmla="*/ 8134 w 280746"/>
              <a:gd name="connsiteY14" fmla="*/ 169259 h 360330"/>
              <a:gd name="connsiteX15" fmla="*/ 4150 w 280746"/>
              <a:gd name="connsiteY15" fmla="*/ 204025 h 360330"/>
              <a:gd name="connsiteX16" fmla="*/ 66659 w 280746"/>
              <a:gd name="connsiteY16" fmla="*/ 318897 h 360330"/>
              <a:gd name="connsiteX17" fmla="*/ 139792 w 280746"/>
              <a:gd name="connsiteY17" fmla="*/ 360331 h 360330"/>
              <a:gd name="connsiteX18" fmla="*/ 193006 w 280746"/>
              <a:gd name="connsiteY18" fmla="*/ 360331 h 360330"/>
              <a:gd name="connsiteX19" fmla="*/ 280746 w 280746"/>
              <a:gd name="connsiteY19" fmla="*/ 272129 h 360330"/>
              <a:gd name="connsiteX20" fmla="*/ 280746 w 280746"/>
              <a:gd name="connsiteY20" fmla="*/ 111823 h 360330"/>
              <a:gd name="connsiteX21" fmla="*/ 248875 w 280746"/>
              <a:gd name="connsiteY21" fmla="*/ 79534 h 360330"/>
              <a:gd name="connsiteX22" fmla="*/ 264526 w 280746"/>
              <a:gd name="connsiteY22" fmla="*/ 271939 h 360330"/>
              <a:gd name="connsiteX23" fmla="*/ 192721 w 280746"/>
              <a:gd name="connsiteY23" fmla="*/ 344043 h 360330"/>
              <a:gd name="connsiteX24" fmla="*/ 139508 w 280746"/>
              <a:gd name="connsiteY24" fmla="*/ 344043 h 360330"/>
              <a:gd name="connsiteX25" fmla="*/ 79654 w 280746"/>
              <a:gd name="connsiteY25" fmla="*/ 310610 h 360330"/>
              <a:gd name="connsiteX26" fmla="*/ 18473 w 280746"/>
              <a:gd name="connsiteY26" fmla="*/ 195739 h 360330"/>
              <a:gd name="connsiteX27" fmla="*/ 17145 w 280746"/>
              <a:gd name="connsiteY27" fmla="*/ 194405 h 360330"/>
              <a:gd name="connsiteX28" fmla="*/ 18473 w 280746"/>
              <a:gd name="connsiteY28" fmla="*/ 181070 h 360330"/>
              <a:gd name="connsiteX29" fmla="*/ 33081 w 280746"/>
              <a:gd name="connsiteY29" fmla="*/ 179737 h 360330"/>
              <a:gd name="connsiteX30" fmla="*/ 75670 w 280746"/>
              <a:gd name="connsiteY30" fmla="*/ 229171 h 360330"/>
              <a:gd name="connsiteX31" fmla="*/ 83638 w 280746"/>
              <a:gd name="connsiteY31" fmla="*/ 230505 h 360330"/>
              <a:gd name="connsiteX32" fmla="*/ 88950 w 280746"/>
              <a:gd name="connsiteY32" fmla="*/ 223838 h 360330"/>
              <a:gd name="connsiteX33" fmla="*/ 88950 w 280746"/>
              <a:gd name="connsiteY33" fmla="*/ 63532 h 360330"/>
              <a:gd name="connsiteX34" fmla="*/ 104886 w 280746"/>
              <a:gd name="connsiteY34" fmla="*/ 47530 h 360330"/>
              <a:gd name="connsiteX35" fmla="*/ 120821 w 280746"/>
              <a:gd name="connsiteY35" fmla="*/ 63532 h 360330"/>
              <a:gd name="connsiteX36" fmla="*/ 120821 w 280746"/>
              <a:gd name="connsiteY36" fmla="*/ 159734 h 360330"/>
              <a:gd name="connsiteX37" fmla="*/ 136757 w 280746"/>
              <a:gd name="connsiteY37" fmla="*/ 159734 h 360330"/>
              <a:gd name="connsiteX38" fmla="*/ 136757 w 280746"/>
              <a:gd name="connsiteY38" fmla="*/ 128111 h 360330"/>
              <a:gd name="connsiteX39" fmla="*/ 137136 w 280746"/>
              <a:gd name="connsiteY39" fmla="*/ 128111 h 360330"/>
              <a:gd name="connsiteX40" fmla="*/ 137136 w 280746"/>
              <a:gd name="connsiteY40" fmla="*/ 32004 h 360330"/>
              <a:gd name="connsiteX41" fmla="*/ 153072 w 280746"/>
              <a:gd name="connsiteY41" fmla="*/ 16002 h 360330"/>
              <a:gd name="connsiteX42" fmla="*/ 169007 w 280746"/>
              <a:gd name="connsiteY42" fmla="*/ 32004 h 360330"/>
              <a:gd name="connsiteX43" fmla="*/ 169007 w 280746"/>
              <a:gd name="connsiteY43" fmla="*/ 61436 h 360330"/>
              <a:gd name="connsiteX44" fmla="*/ 168818 w 280746"/>
              <a:gd name="connsiteY44" fmla="*/ 63627 h 360330"/>
              <a:gd name="connsiteX45" fmla="*/ 168818 w 280746"/>
              <a:gd name="connsiteY45" fmla="*/ 159734 h 360330"/>
              <a:gd name="connsiteX46" fmla="*/ 184753 w 280746"/>
              <a:gd name="connsiteY46" fmla="*/ 159734 h 360330"/>
              <a:gd name="connsiteX47" fmla="*/ 184753 w 280746"/>
              <a:gd name="connsiteY47" fmla="*/ 128111 h 360330"/>
              <a:gd name="connsiteX48" fmla="*/ 184943 w 280746"/>
              <a:gd name="connsiteY48" fmla="*/ 128111 h 360330"/>
              <a:gd name="connsiteX49" fmla="*/ 184943 w 280746"/>
              <a:gd name="connsiteY49" fmla="*/ 61436 h 360330"/>
              <a:gd name="connsiteX50" fmla="*/ 200689 w 280746"/>
              <a:gd name="connsiteY50" fmla="*/ 47530 h 360330"/>
              <a:gd name="connsiteX51" fmla="*/ 216625 w 280746"/>
              <a:gd name="connsiteY51" fmla="*/ 63532 h 360330"/>
              <a:gd name="connsiteX52" fmla="*/ 216625 w 280746"/>
              <a:gd name="connsiteY52" fmla="*/ 109442 h 360330"/>
              <a:gd name="connsiteX53" fmla="*/ 216435 w 280746"/>
              <a:gd name="connsiteY53" fmla="*/ 111633 h 360330"/>
              <a:gd name="connsiteX54" fmla="*/ 216435 w 280746"/>
              <a:gd name="connsiteY54" fmla="*/ 184214 h 360330"/>
              <a:gd name="connsiteX55" fmla="*/ 232370 w 280746"/>
              <a:gd name="connsiteY55" fmla="*/ 184214 h 360330"/>
              <a:gd name="connsiteX56" fmla="*/ 232370 w 280746"/>
              <a:gd name="connsiteY56" fmla="*/ 159639 h 360330"/>
              <a:gd name="connsiteX57" fmla="*/ 232560 w 280746"/>
              <a:gd name="connsiteY57" fmla="*/ 159639 h 360330"/>
              <a:gd name="connsiteX58" fmla="*/ 232560 w 280746"/>
              <a:gd name="connsiteY58" fmla="*/ 109442 h 360330"/>
              <a:gd name="connsiteX59" fmla="*/ 248306 w 280746"/>
              <a:gd name="connsiteY59" fmla="*/ 95441 h 360330"/>
              <a:gd name="connsiteX60" fmla="*/ 264242 w 280746"/>
              <a:gd name="connsiteY60" fmla="*/ 111538 h 360330"/>
              <a:gd name="connsiteX61" fmla="*/ 264242 w 280746"/>
              <a:gd name="connsiteY61" fmla="*/ 208407 h 360330"/>
              <a:gd name="connsiteX62" fmla="*/ 264242 w 280746"/>
              <a:gd name="connsiteY62" fmla="*/ 208407 h 360330"/>
              <a:gd name="connsiteX63" fmla="*/ 264242 w 280746"/>
              <a:gd name="connsiteY63" fmla="*/ 271939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80746" h="360330">
                <a:moveTo>
                  <a:pt x="248591" y="79343"/>
                </a:moveTo>
                <a:cubicBezTo>
                  <a:pt x="242899" y="79343"/>
                  <a:pt x="237587" y="81058"/>
                  <a:pt x="232845" y="83820"/>
                </a:cubicBezTo>
                <a:lnTo>
                  <a:pt x="232845" y="63532"/>
                </a:lnTo>
                <a:cubicBezTo>
                  <a:pt x="232845" y="46196"/>
                  <a:pt x="219565" y="31528"/>
                  <a:pt x="200974" y="31528"/>
                </a:cubicBezTo>
                <a:cubicBezTo>
                  <a:pt x="195282" y="31528"/>
                  <a:pt x="189970" y="33242"/>
                  <a:pt x="185228" y="36004"/>
                </a:cubicBezTo>
                <a:lnTo>
                  <a:pt x="185228" y="32004"/>
                </a:lnTo>
                <a:cubicBezTo>
                  <a:pt x="185228" y="14669"/>
                  <a:pt x="171948" y="0"/>
                  <a:pt x="153356" y="0"/>
                </a:cubicBezTo>
                <a:cubicBezTo>
                  <a:pt x="136093" y="0"/>
                  <a:pt x="121485" y="14669"/>
                  <a:pt x="121485" y="32004"/>
                </a:cubicBezTo>
                <a:lnTo>
                  <a:pt x="121485" y="36100"/>
                </a:lnTo>
                <a:cubicBezTo>
                  <a:pt x="116743" y="33338"/>
                  <a:pt x="111241" y="31623"/>
                  <a:pt x="105075" y="31623"/>
                </a:cubicBezTo>
                <a:cubicBezTo>
                  <a:pt x="87812" y="31623"/>
                  <a:pt x="73204" y="46292"/>
                  <a:pt x="73204" y="63722"/>
                </a:cubicBezTo>
                <a:lnTo>
                  <a:pt x="73204" y="202692"/>
                </a:lnTo>
                <a:lnTo>
                  <a:pt x="45317" y="169259"/>
                </a:lnTo>
                <a:cubicBezTo>
                  <a:pt x="45317" y="168371"/>
                  <a:pt x="44871" y="167926"/>
                  <a:pt x="43989" y="167926"/>
                </a:cubicBezTo>
                <a:cubicBezTo>
                  <a:pt x="33365" y="158591"/>
                  <a:pt x="17430" y="159925"/>
                  <a:pt x="8134" y="169259"/>
                </a:cubicBezTo>
                <a:cubicBezTo>
                  <a:pt x="-1162" y="178594"/>
                  <a:pt x="-2490" y="193262"/>
                  <a:pt x="4150" y="204025"/>
                </a:cubicBezTo>
                <a:cubicBezTo>
                  <a:pt x="8134" y="210693"/>
                  <a:pt x="40005" y="277463"/>
                  <a:pt x="66659" y="318897"/>
                </a:cubicBezTo>
                <a:cubicBezTo>
                  <a:pt x="82595" y="344234"/>
                  <a:pt x="110577" y="360331"/>
                  <a:pt x="139792" y="360331"/>
                </a:cubicBezTo>
                <a:lnTo>
                  <a:pt x="193006" y="360331"/>
                </a:lnTo>
                <a:cubicBezTo>
                  <a:pt x="242235" y="360331"/>
                  <a:pt x="280746" y="320231"/>
                  <a:pt x="280746" y="272129"/>
                </a:cubicBezTo>
                <a:lnTo>
                  <a:pt x="280746" y="111823"/>
                </a:lnTo>
                <a:cubicBezTo>
                  <a:pt x="280746" y="94298"/>
                  <a:pt x="267467" y="79534"/>
                  <a:pt x="248875" y="79534"/>
                </a:cubicBezTo>
                <a:close/>
                <a:moveTo>
                  <a:pt x="264526" y="271939"/>
                </a:moveTo>
                <a:cubicBezTo>
                  <a:pt x="264526" y="312039"/>
                  <a:pt x="232655" y="344043"/>
                  <a:pt x="192721" y="344043"/>
                </a:cubicBezTo>
                <a:lnTo>
                  <a:pt x="139508" y="344043"/>
                </a:lnTo>
                <a:cubicBezTo>
                  <a:pt x="115604" y="344043"/>
                  <a:pt x="92934" y="330708"/>
                  <a:pt x="79654" y="310610"/>
                </a:cubicBezTo>
                <a:cubicBezTo>
                  <a:pt x="51767" y="267843"/>
                  <a:pt x="18473" y="197072"/>
                  <a:pt x="18473" y="195739"/>
                </a:cubicBezTo>
                <a:cubicBezTo>
                  <a:pt x="18473" y="195739"/>
                  <a:pt x="17145" y="195739"/>
                  <a:pt x="17145" y="194405"/>
                </a:cubicBezTo>
                <a:cubicBezTo>
                  <a:pt x="14489" y="190405"/>
                  <a:pt x="14489" y="185071"/>
                  <a:pt x="18473" y="181070"/>
                </a:cubicBezTo>
                <a:cubicBezTo>
                  <a:pt x="22457" y="177070"/>
                  <a:pt x="29097" y="175736"/>
                  <a:pt x="33081" y="179737"/>
                </a:cubicBezTo>
                <a:lnTo>
                  <a:pt x="75670" y="229171"/>
                </a:lnTo>
                <a:cubicBezTo>
                  <a:pt x="76998" y="231839"/>
                  <a:pt x="80982" y="231839"/>
                  <a:pt x="83638" y="230505"/>
                </a:cubicBezTo>
                <a:cubicBezTo>
                  <a:pt x="87622" y="230505"/>
                  <a:pt x="88950" y="226504"/>
                  <a:pt x="88950" y="223838"/>
                </a:cubicBezTo>
                <a:lnTo>
                  <a:pt x="88950" y="63532"/>
                </a:lnTo>
                <a:cubicBezTo>
                  <a:pt x="88950" y="54197"/>
                  <a:pt x="96918" y="47530"/>
                  <a:pt x="104886" y="47530"/>
                </a:cubicBezTo>
                <a:cubicBezTo>
                  <a:pt x="114181" y="47530"/>
                  <a:pt x="120821" y="54197"/>
                  <a:pt x="120821" y="63532"/>
                </a:cubicBezTo>
                <a:lnTo>
                  <a:pt x="120821" y="159734"/>
                </a:lnTo>
                <a:lnTo>
                  <a:pt x="136757" y="159734"/>
                </a:lnTo>
                <a:lnTo>
                  <a:pt x="136757" y="128111"/>
                </a:lnTo>
                <a:lnTo>
                  <a:pt x="137136" y="128111"/>
                </a:lnTo>
                <a:lnTo>
                  <a:pt x="137136" y="32004"/>
                </a:lnTo>
                <a:cubicBezTo>
                  <a:pt x="137136" y="22670"/>
                  <a:pt x="145104" y="16002"/>
                  <a:pt x="153072" y="16002"/>
                </a:cubicBezTo>
                <a:cubicBezTo>
                  <a:pt x="162368" y="16002"/>
                  <a:pt x="169007" y="22670"/>
                  <a:pt x="169007" y="32004"/>
                </a:cubicBezTo>
                <a:lnTo>
                  <a:pt x="169007" y="61436"/>
                </a:lnTo>
                <a:cubicBezTo>
                  <a:pt x="169007" y="62198"/>
                  <a:pt x="168818" y="62865"/>
                  <a:pt x="168818" y="63627"/>
                </a:cubicBezTo>
                <a:lnTo>
                  <a:pt x="168818" y="159734"/>
                </a:lnTo>
                <a:lnTo>
                  <a:pt x="184753" y="159734"/>
                </a:lnTo>
                <a:lnTo>
                  <a:pt x="184753" y="128111"/>
                </a:lnTo>
                <a:lnTo>
                  <a:pt x="184943" y="128111"/>
                </a:lnTo>
                <a:lnTo>
                  <a:pt x="184943" y="61436"/>
                </a:lnTo>
                <a:cubicBezTo>
                  <a:pt x="186081" y="53245"/>
                  <a:pt x="193290" y="47530"/>
                  <a:pt x="200689" y="47530"/>
                </a:cubicBezTo>
                <a:cubicBezTo>
                  <a:pt x="209985" y="47530"/>
                  <a:pt x="216625" y="54197"/>
                  <a:pt x="216625" y="63532"/>
                </a:cubicBezTo>
                <a:lnTo>
                  <a:pt x="216625" y="109442"/>
                </a:lnTo>
                <a:cubicBezTo>
                  <a:pt x="216625" y="110204"/>
                  <a:pt x="216435" y="110871"/>
                  <a:pt x="216435" y="111633"/>
                </a:cubicBezTo>
                <a:lnTo>
                  <a:pt x="216435" y="184214"/>
                </a:lnTo>
                <a:lnTo>
                  <a:pt x="232370" y="184214"/>
                </a:lnTo>
                <a:lnTo>
                  <a:pt x="232370" y="159639"/>
                </a:lnTo>
                <a:lnTo>
                  <a:pt x="232560" y="159639"/>
                </a:lnTo>
                <a:lnTo>
                  <a:pt x="232560" y="109442"/>
                </a:lnTo>
                <a:cubicBezTo>
                  <a:pt x="233698" y="101156"/>
                  <a:pt x="240907" y="95441"/>
                  <a:pt x="248306" y="95441"/>
                </a:cubicBezTo>
                <a:cubicBezTo>
                  <a:pt x="257602" y="95441"/>
                  <a:pt x="264242" y="102203"/>
                  <a:pt x="264242" y="111538"/>
                </a:cubicBezTo>
                <a:lnTo>
                  <a:pt x="264242" y="208407"/>
                </a:lnTo>
                <a:lnTo>
                  <a:pt x="264242" y="208407"/>
                </a:lnTo>
                <a:lnTo>
                  <a:pt x="264242" y="271939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2" name="Graphic 178">
            <a:extLst>
              <a:ext uri="{FF2B5EF4-FFF2-40B4-BE49-F238E27FC236}">
                <a16:creationId xmlns:a16="http://schemas.microsoft.com/office/drawing/2014/main" id="{3116AA3D-157E-02A8-D6FD-59736E190152}"/>
              </a:ext>
            </a:extLst>
          </p:cNvPr>
          <p:cNvSpPr/>
          <p:nvPr/>
        </p:nvSpPr>
        <p:spPr>
          <a:xfrm>
            <a:off x="7147826" y="3475091"/>
            <a:ext cx="375919" cy="482482"/>
          </a:xfrm>
          <a:custGeom>
            <a:avLst/>
            <a:gdLst>
              <a:gd name="connsiteX0" fmla="*/ 248591 w 280746"/>
              <a:gd name="connsiteY0" fmla="*/ 79343 h 360330"/>
              <a:gd name="connsiteX1" fmla="*/ 232845 w 280746"/>
              <a:gd name="connsiteY1" fmla="*/ 83820 h 360330"/>
              <a:gd name="connsiteX2" fmla="*/ 232845 w 280746"/>
              <a:gd name="connsiteY2" fmla="*/ 63532 h 360330"/>
              <a:gd name="connsiteX3" fmla="*/ 200974 w 280746"/>
              <a:gd name="connsiteY3" fmla="*/ 31528 h 360330"/>
              <a:gd name="connsiteX4" fmla="*/ 185228 w 280746"/>
              <a:gd name="connsiteY4" fmla="*/ 36004 h 360330"/>
              <a:gd name="connsiteX5" fmla="*/ 185228 w 280746"/>
              <a:gd name="connsiteY5" fmla="*/ 32004 h 360330"/>
              <a:gd name="connsiteX6" fmla="*/ 153356 w 280746"/>
              <a:gd name="connsiteY6" fmla="*/ 0 h 360330"/>
              <a:gd name="connsiteX7" fmla="*/ 121485 w 280746"/>
              <a:gd name="connsiteY7" fmla="*/ 32004 h 360330"/>
              <a:gd name="connsiteX8" fmla="*/ 121485 w 280746"/>
              <a:gd name="connsiteY8" fmla="*/ 36100 h 360330"/>
              <a:gd name="connsiteX9" fmla="*/ 105075 w 280746"/>
              <a:gd name="connsiteY9" fmla="*/ 31623 h 360330"/>
              <a:gd name="connsiteX10" fmla="*/ 73204 w 280746"/>
              <a:gd name="connsiteY10" fmla="*/ 63722 h 360330"/>
              <a:gd name="connsiteX11" fmla="*/ 73204 w 280746"/>
              <a:gd name="connsiteY11" fmla="*/ 202692 h 360330"/>
              <a:gd name="connsiteX12" fmla="*/ 45317 w 280746"/>
              <a:gd name="connsiteY12" fmla="*/ 169259 h 360330"/>
              <a:gd name="connsiteX13" fmla="*/ 43989 w 280746"/>
              <a:gd name="connsiteY13" fmla="*/ 167926 h 360330"/>
              <a:gd name="connsiteX14" fmla="*/ 8134 w 280746"/>
              <a:gd name="connsiteY14" fmla="*/ 169259 h 360330"/>
              <a:gd name="connsiteX15" fmla="*/ 4150 w 280746"/>
              <a:gd name="connsiteY15" fmla="*/ 204025 h 360330"/>
              <a:gd name="connsiteX16" fmla="*/ 66659 w 280746"/>
              <a:gd name="connsiteY16" fmla="*/ 318897 h 360330"/>
              <a:gd name="connsiteX17" fmla="*/ 139792 w 280746"/>
              <a:gd name="connsiteY17" fmla="*/ 360331 h 360330"/>
              <a:gd name="connsiteX18" fmla="*/ 193006 w 280746"/>
              <a:gd name="connsiteY18" fmla="*/ 360331 h 360330"/>
              <a:gd name="connsiteX19" fmla="*/ 280746 w 280746"/>
              <a:gd name="connsiteY19" fmla="*/ 272129 h 360330"/>
              <a:gd name="connsiteX20" fmla="*/ 280746 w 280746"/>
              <a:gd name="connsiteY20" fmla="*/ 111823 h 360330"/>
              <a:gd name="connsiteX21" fmla="*/ 248875 w 280746"/>
              <a:gd name="connsiteY21" fmla="*/ 79534 h 360330"/>
              <a:gd name="connsiteX22" fmla="*/ 264526 w 280746"/>
              <a:gd name="connsiteY22" fmla="*/ 271939 h 360330"/>
              <a:gd name="connsiteX23" fmla="*/ 192721 w 280746"/>
              <a:gd name="connsiteY23" fmla="*/ 344043 h 360330"/>
              <a:gd name="connsiteX24" fmla="*/ 139508 w 280746"/>
              <a:gd name="connsiteY24" fmla="*/ 344043 h 360330"/>
              <a:gd name="connsiteX25" fmla="*/ 79654 w 280746"/>
              <a:gd name="connsiteY25" fmla="*/ 310610 h 360330"/>
              <a:gd name="connsiteX26" fmla="*/ 18473 w 280746"/>
              <a:gd name="connsiteY26" fmla="*/ 195739 h 360330"/>
              <a:gd name="connsiteX27" fmla="*/ 17145 w 280746"/>
              <a:gd name="connsiteY27" fmla="*/ 194405 h 360330"/>
              <a:gd name="connsiteX28" fmla="*/ 18473 w 280746"/>
              <a:gd name="connsiteY28" fmla="*/ 181070 h 360330"/>
              <a:gd name="connsiteX29" fmla="*/ 33081 w 280746"/>
              <a:gd name="connsiteY29" fmla="*/ 179737 h 360330"/>
              <a:gd name="connsiteX30" fmla="*/ 75670 w 280746"/>
              <a:gd name="connsiteY30" fmla="*/ 229171 h 360330"/>
              <a:gd name="connsiteX31" fmla="*/ 83638 w 280746"/>
              <a:gd name="connsiteY31" fmla="*/ 230505 h 360330"/>
              <a:gd name="connsiteX32" fmla="*/ 88950 w 280746"/>
              <a:gd name="connsiteY32" fmla="*/ 223838 h 360330"/>
              <a:gd name="connsiteX33" fmla="*/ 88950 w 280746"/>
              <a:gd name="connsiteY33" fmla="*/ 63532 h 360330"/>
              <a:gd name="connsiteX34" fmla="*/ 104886 w 280746"/>
              <a:gd name="connsiteY34" fmla="*/ 47530 h 360330"/>
              <a:gd name="connsiteX35" fmla="*/ 120821 w 280746"/>
              <a:gd name="connsiteY35" fmla="*/ 63532 h 360330"/>
              <a:gd name="connsiteX36" fmla="*/ 120821 w 280746"/>
              <a:gd name="connsiteY36" fmla="*/ 159734 h 360330"/>
              <a:gd name="connsiteX37" fmla="*/ 136757 w 280746"/>
              <a:gd name="connsiteY37" fmla="*/ 159734 h 360330"/>
              <a:gd name="connsiteX38" fmla="*/ 136757 w 280746"/>
              <a:gd name="connsiteY38" fmla="*/ 128111 h 360330"/>
              <a:gd name="connsiteX39" fmla="*/ 137136 w 280746"/>
              <a:gd name="connsiteY39" fmla="*/ 128111 h 360330"/>
              <a:gd name="connsiteX40" fmla="*/ 137136 w 280746"/>
              <a:gd name="connsiteY40" fmla="*/ 32004 h 360330"/>
              <a:gd name="connsiteX41" fmla="*/ 153072 w 280746"/>
              <a:gd name="connsiteY41" fmla="*/ 16002 h 360330"/>
              <a:gd name="connsiteX42" fmla="*/ 169007 w 280746"/>
              <a:gd name="connsiteY42" fmla="*/ 32004 h 360330"/>
              <a:gd name="connsiteX43" fmla="*/ 169007 w 280746"/>
              <a:gd name="connsiteY43" fmla="*/ 61436 h 360330"/>
              <a:gd name="connsiteX44" fmla="*/ 168818 w 280746"/>
              <a:gd name="connsiteY44" fmla="*/ 63627 h 360330"/>
              <a:gd name="connsiteX45" fmla="*/ 168818 w 280746"/>
              <a:gd name="connsiteY45" fmla="*/ 159734 h 360330"/>
              <a:gd name="connsiteX46" fmla="*/ 184753 w 280746"/>
              <a:gd name="connsiteY46" fmla="*/ 159734 h 360330"/>
              <a:gd name="connsiteX47" fmla="*/ 184753 w 280746"/>
              <a:gd name="connsiteY47" fmla="*/ 128111 h 360330"/>
              <a:gd name="connsiteX48" fmla="*/ 184943 w 280746"/>
              <a:gd name="connsiteY48" fmla="*/ 128111 h 360330"/>
              <a:gd name="connsiteX49" fmla="*/ 184943 w 280746"/>
              <a:gd name="connsiteY49" fmla="*/ 61436 h 360330"/>
              <a:gd name="connsiteX50" fmla="*/ 200689 w 280746"/>
              <a:gd name="connsiteY50" fmla="*/ 47530 h 360330"/>
              <a:gd name="connsiteX51" fmla="*/ 216625 w 280746"/>
              <a:gd name="connsiteY51" fmla="*/ 63532 h 360330"/>
              <a:gd name="connsiteX52" fmla="*/ 216625 w 280746"/>
              <a:gd name="connsiteY52" fmla="*/ 109442 h 360330"/>
              <a:gd name="connsiteX53" fmla="*/ 216435 w 280746"/>
              <a:gd name="connsiteY53" fmla="*/ 111633 h 360330"/>
              <a:gd name="connsiteX54" fmla="*/ 216435 w 280746"/>
              <a:gd name="connsiteY54" fmla="*/ 184214 h 360330"/>
              <a:gd name="connsiteX55" fmla="*/ 232370 w 280746"/>
              <a:gd name="connsiteY55" fmla="*/ 184214 h 360330"/>
              <a:gd name="connsiteX56" fmla="*/ 232370 w 280746"/>
              <a:gd name="connsiteY56" fmla="*/ 159639 h 360330"/>
              <a:gd name="connsiteX57" fmla="*/ 232560 w 280746"/>
              <a:gd name="connsiteY57" fmla="*/ 159639 h 360330"/>
              <a:gd name="connsiteX58" fmla="*/ 232560 w 280746"/>
              <a:gd name="connsiteY58" fmla="*/ 109442 h 360330"/>
              <a:gd name="connsiteX59" fmla="*/ 248306 w 280746"/>
              <a:gd name="connsiteY59" fmla="*/ 95441 h 360330"/>
              <a:gd name="connsiteX60" fmla="*/ 264242 w 280746"/>
              <a:gd name="connsiteY60" fmla="*/ 111538 h 360330"/>
              <a:gd name="connsiteX61" fmla="*/ 264242 w 280746"/>
              <a:gd name="connsiteY61" fmla="*/ 208407 h 360330"/>
              <a:gd name="connsiteX62" fmla="*/ 264242 w 280746"/>
              <a:gd name="connsiteY62" fmla="*/ 208407 h 360330"/>
              <a:gd name="connsiteX63" fmla="*/ 264242 w 280746"/>
              <a:gd name="connsiteY63" fmla="*/ 271939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80746" h="360330">
                <a:moveTo>
                  <a:pt x="248591" y="79343"/>
                </a:moveTo>
                <a:cubicBezTo>
                  <a:pt x="242899" y="79343"/>
                  <a:pt x="237587" y="81058"/>
                  <a:pt x="232845" y="83820"/>
                </a:cubicBezTo>
                <a:lnTo>
                  <a:pt x="232845" y="63532"/>
                </a:lnTo>
                <a:cubicBezTo>
                  <a:pt x="232845" y="46196"/>
                  <a:pt x="219565" y="31528"/>
                  <a:pt x="200974" y="31528"/>
                </a:cubicBezTo>
                <a:cubicBezTo>
                  <a:pt x="195282" y="31528"/>
                  <a:pt x="189970" y="33242"/>
                  <a:pt x="185228" y="36004"/>
                </a:cubicBezTo>
                <a:lnTo>
                  <a:pt x="185228" y="32004"/>
                </a:lnTo>
                <a:cubicBezTo>
                  <a:pt x="185228" y="14669"/>
                  <a:pt x="171948" y="0"/>
                  <a:pt x="153356" y="0"/>
                </a:cubicBezTo>
                <a:cubicBezTo>
                  <a:pt x="136093" y="0"/>
                  <a:pt x="121485" y="14669"/>
                  <a:pt x="121485" y="32004"/>
                </a:cubicBezTo>
                <a:lnTo>
                  <a:pt x="121485" y="36100"/>
                </a:lnTo>
                <a:cubicBezTo>
                  <a:pt x="116743" y="33338"/>
                  <a:pt x="111241" y="31623"/>
                  <a:pt x="105075" y="31623"/>
                </a:cubicBezTo>
                <a:cubicBezTo>
                  <a:pt x="87812" y="31623"/>
                  <a:pt x="73204" y="46292"/>
                  <a:pt x="73204" y="63722"/>
                </a:cubicBezTo>
                <a:lnTo>
                  <a:pt x="73204" y="202692"/>
                </a:lnTo>
                <a:lnTo>
                  <a:pt x="45317" y="169259"/>
                </a:lnTo>
                <a:cubicBezTo>
                  <a:pt x="45317" y="168371"/>
                  <a:pt x="44871" y="167926"/>
                  <a:pt x="43989" y="167926"/>
                </a:cubicBezTo>
                <a:cubicBezTo>
                  <a:pt x="33365" y="158591"/>
                  <a:pt x="17430" y="159925"/>
                  <a:pt x="8134" y="169259"/>
                </a:cubicBezTo>
                <a:cubicBezTo>
                  <a:pt x="-1162" y="178594"/>
                  <a:pt x="-2490" y="193262"/>
                  <a:pt x="4150" y="204025"/>
                </a:cubicBezTo>
                <a:cubicBezTo>
                  <a:pt x="8134" y="210693"/>
                  <a:pt x="40005" y="277463"/>
                  <a:pt x="66659" y="318897"/>
                </a:cubicBezTo>
                <a:cubicBezTo>
                  <a:pt x="82595" y="344234"/>
                  <a:pt x="110577" y="360331"/>
                  <a:pt x="139792" y="360331"/>
                </a:cubicBezTo>
                <a:lnTo>
                  <a:pt x="193006" y="360331"/>
                </a:lnTo>
                <a:cubicBezTo>
                  <a:pt x="242235" y="360331"/>
                  <a:pt x="280746" y="320231"/>
                  <a:pt x="280746" y="272129"/>
                </a:cubicBezTo>
                <a:lnTo>
                  <a:pt x="280746" y="111823"/>
                </a:lnTo>
                <a:cubicBezTo>
                  <a:pt x="280746" y="94298"/>
                  <a:pt x="267467" y="79534"/>
                  <a:pt x="248875" y="79534"/>
                </a:cubicBezTo>
                <a:close/>
                <a:moveTo>
                  <a:pt x="264526" y="271939"/>
                </a:moveTo>
                <a:cubicBezTo>
                  <a:pt x="264526" y="312039"/>
                  <a:pt x="232655" y="344043"/>
                  <a:pt x="192721" y="344043"/>
                </a:cubicBezTo>
                <a:lnTo>
                  <a:pt x="139508" y="344043"/>
                </a:lnTo>
                <a:cubicBezTo>
                  <a:pt x="115604" y="344043"/>
                  <a:pt x="92934" y="330708"/>
                  <a:pt x="79654" y="310610"/>
                </a:cubicBezTo>
                <a:cubicBezTo>
                  <a:pt x="51767" y="267843"/>
                  <a:pt x="18473" y="197072"/>
                  <a:pt x="18473" y="195739"/>
                </a:cubicBezTo>
                <a:cubicBezTo>
                  <a:pt x="18473" y="195739"/>
                  <a:pt x="17145" y="195739"/>
                  <a:pt x="17145" y="194405"/>
                </a:cubicBezTo>
                <a:cubicBezTo>
                  <a:pt x="14489" y="190405"/>
                  <a:pt x="14489" y="185071"/>
                  <a:pt x="18473" y="181070"/>
                </a:cubicBezTo>
                <a:cubicBezTo>
                  <a:pt x="22457" y="177070"/>
                  <a:pt x="29097" y="175736"/>
                  <a:pt x="33081" y="179737"/>
                </a:cubicBezTo>
                <a:lnTo>
                  <a:pt x="75670" y="229171"/>
                </a:lnTo>
                <a:cubicBezTo>
                  <a:pt x="76998" y="231839"/>
                  <a:pt x="80982" y="231839"/>
                  <a:pt x="83638" y="230505"/>
                </a:cubicBezTo>
                <a:cubicBezTo>
                  <a:pt x="87622" y="230505"/>
                  <a:pt x="88950" y="226504"/>
                  <a:pt x="88950" y="223838"/>
                </a:cubicBezTo>
                <a:lnTo>
                  <a:pt x="88950" y="63532"/>
                </a:lnTo>
                <a:cubicBezTo>
                  <a:pt x="88950" y="54197"/>
                  <a:pt x="96918" y="47530"/>
                  <a:pt x="104886" y="47530"/>
                </a:cubicBezTo>
                <a:cubicBezTo>
                  <a:pt x="114181" y="47530"/>
                  <a:pt x="120821" y="54197"/>
                  <a:pt x="120821" y="63532"/>
                </a:cubicBezTo>
                <a:lnTo>
                  <a:pt x="120821" y="159734"/>
                </a:lnTo>
                <a:lnTo>
                  <a:pt x="136757" y="159734"/>
                </a:lnTo>
                <a:lnTo>
                  <a:pt x="136757" y="128111"/>
                </a:lnTo>
                <a:lnTo>
                  <a:pt x="137136" y="128111"/>
                </a:lnTo>
                <a:lnTo>
                  <a:pt x="137136" y="32004"/>
                </a:lnTo>
                <a:cubicBezTo>
                  <a:pt x="137136" y="22670"/>
                  <a:pt x="145104" y="16002"/>
                  <a:pt x="153072" y="16002"/>
                </a:cubicBezTo>
                <a:cubicBezTo>
                  <a:pt x="162368" y="16002"/>
                  <a:pt x="169007" y="22670"/>
                  <a:pt x="169007" y="32004"/>
                </a:cubicBezTo>
                <a:lnTo>
                  <a:pt x="169007" y="61436"/>
                </a:lnTo>
                <a:cubicBezTo>
                  <a:pt x="169007" y="62198"/>
                  <a:pt x="168818" y="62865"/>
                  <a:pt x="168818" y="63627"/>
                </a:cubicBezTo>
                <a:lnTo>
                  <a:pt x="168818" y="159734"/>
                </a:lnTo>
                <a:lnTo>
                  <a:pt x="184753" y="159734"/>
                </a:lnTo>
                <a:lnTo>
                  <a:pt x="184753" y="128111"/>
                </a:lnTo>
                <a:lnTo>
                  <a:pt x="184943" y="128111"/>
                </a:lnTo>
                <a:lnTo>
                  <a:pt x="184943" y="61436"/>
                </a:lnTo>
                <a:cubicBezTo>
                  <a:pt x="186081" y="53245"/>
                  <a:pt x="193290" y="47530"/>
                  <a:pt x="200689" y="47530"/>
                </a:cubicBezTo>
                <a:cubicBezTo>
                  <a:pt x="209985" y="47530"/>
                  <a:pt x="216625" y="54197"/>
                  <a:pt x="216625" y="63532"/>
                </a:cubicBezTo>
                <a:lnTo>
                  <a:pt x="216625" y="109442"/>
                </a:lnTo>
                <a:cubicBezTo>
                  <a:pt x="216625" y="110204"/>
                  <a:pt x="216435" y="110871"/>
                  <a:pt x="216435" y="111633"/>
                </a:cubicBezTo>
                <a:lnTo>
                  <a:pt x="216435" y="184214"/>
                </a:lnTo>
                <a:lnTo>
                  <a:pt x="232370" y="184214"/>
                </a:lnTo>
                <a:lnTo>
                  <a:pt x="232370" y="159639"/>
                </a:lnTo>
                <a:lnTo>
                  <a:pt x="232560" y="159639"/>
                </a:lnTo>
                <a:lnTo>
                  <a:pt x="232560" y="109442"/>
                </a:lnTo>
                <a:cubicBezTo>
                  <a:pt x="233698" y="101156"/>
                  <a:pt x="240907" y="95441"/>
                  <a:pt x="248306" y="95441"/>
                </a:cubicBezTo>
                <a:cubicBezTo>
                  <a:pt x="257602" y="95441"/>
                  <a:pt x="264242" y="102203"/>
                  <a:pt x="264242" y="111538"/>
                </a:cubicBezTo>
                <a:lnTo>
                  <a:pt x="264242" y="208407"/>
                </a:lnTo>
                <a:lnTo>
                  <a:pt x="264242" y="208407"/>
                </a:lnTo>
                <a:lnTo>
                  <a:pt x="264242" y="271939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3" name="Graphic 178">
            <a:extLst>
              <a:ext uri="{FF2B5EF4-FFF2-40B4-BE49-F238E27FC236}">
                <a16:creationId xmlns:a16="http://schemas.microsoft.com/office/drawing/2014/main" id="{B3363A8F-DA3E-BFF4-479D-D0F69FF15DB1}"/>
              </a:ext>
            </a:extLst>
          </p:cNvPr>
          <p:cNvSpPr/>
          <p:nvPr/>
        </p:nvSpPr>
        <p:spPr>
          <a:xfrm>
            <a:off x="8051340" y="3475091"/>
            <a:ext cx="375919" cy="482482"/>
          </a:xfrm>
          <a:custGeom>
            <a:avLst/>
            <a:gdLst>
              <a:gd name="connsiteX0" fmla="*/ 248591 w 280746"/>
              <a:gd name="connsiteY0" fmla="*/ 79343 h 360330"/>
              <a:gd name="connsiteX1" fmla="*/ 232845 w 280746"/>
              <a:gd name="connsiteY1" fmla="*/ 83820 h 360330"/>
              <a:gd name="connsiteX2" fmla="*/ 232845 w 280746"/>
              <a:gd name="connsiteY2" fmla="*/ 63532 h 360330"/>
              <a:gd name="connsiteX3" fmla="*/ 200974 w 280746"/>
              <a:gd name="connsiteY3" fmla="*/ 31528 h 360330"/>
              <a:gd name="connsiteX4" fmla="*/ 185228 w 280746"/>
              <a:gd name="connsiteY4" fmla="*/ 36004 h 360330"/>
              <a:gd name="connsiteX5" fmla="*/ 185228 w 280746"/>
              <a:gd name="connsiteY5" fmla="*/ 32004 h 360330"/>
              <a:gd name="connsiteX6" fmla="*/ 153356 w 280746"/>
              <a:gd name="connsiteY6" fmla="*/ 0 h 360330"/>
              <a:gd name="connsiteX7" fmla="*/ 121485 w 280746"/>
              <a:gd name="connsiteY7" fmla="*/ 32004 h 360330"/>
              <a:gd name="connsiteX8" fmla="*/ 121485 w 280746"/>
              <a:gd name="connsiteY8" fmla="*/ 36100 h 360330"/>
              <a:gd name="connsiteX9" fmla="*/ 105075 w 280746"/>
              <a:gd name="connsiteY9" fmla="*/ 31623 h 360330"/>
              <a:gd name="connsiteX10" fmla="*/ 73204 w 280746"/>
              <a:gd name="connsiteY10" fmla="*/ 63722 h 360330"/>
              <a:gd name="connsiteX11" fmla="*/ 73204 w 280746"/>
              <a:gd name="connsiteY11" fmla="*/ 202692 h 360330"/>
              <a:gd name="connsiteX12" fmla="*/ 45317 w 280746"/>
              <a:gd name="connsiteY12" fmla="*/ 169259 h 360330"/>
              <a:gd name="connsiteX13" fmla="*/ 43989 w 280746"/>
              <a:gd name="connsiteY13" fmla="*/ 167926 h 360330"/>
              <a:gd name="connsiteX14" fmla="*/ 8134 w 280746"/>
              <a:gd name="connsiteY14" fmla="*/ 169259 h 360330"/>
              <a:gd name="connsiteX15" fmla="*/ 4150 w 280746"/>
              <a:gd name="connsiteY15" fmla="*/ 204025 h 360330"/>
              <a:gd name="connsiteX16" fmla="*/ 66659 w 280746"/>
              <a:gd name="connsiteY16" fmla="*/ 318897 h 360330"/>
              <a:gd name="connsiteX17" fmla="*/ 139792 w 280746"/>
              <a:gd name="connsiteY17" fmla="*/ 360331 h 360330"/>
              <a:gd name="connsiteX18" fmla="*/ 193006 w 280746"/>
              <a:gd name="connsiteY18" fmla="*/ 360331 h 360330"/>
              <a:gd name="connsiteX19" fmla="*/ 280746 w 280746"/>
              <a:gd name="connsiteY19" fmla="*/ 272129 h 360330"/>
              <a:gd name="connsiteX20" fmla="*/ 280746 w 280746"/>
              <a:gd name="connsiteY20" fmla="*/ 111823 h 360330"/>
              <a:gd name="connsiteX21" fmla="*/ 248875 w 280746"/>
              <a:gd name="connsiteY21" fmla="*/ 79534 h 360330"/>
              <a:gd name="connsiteX22" fmla="*/ 264526 w 280746"/>
              <a:gd name="connsiteY22" fmla="*/ 271939 h 360330"/>
              <a:gd name="connsiteX23" fmla="*/ 192721 w 280746"/>
              <a:gd name="connsiteY23" fmla="*/ 344043 h 360330"/>
              <a:gd name="connsiteX24" fmla="*/ 139508 w 280746"/>
              <a:gd name="connsiteY24" fmla="*/ 344043 h 360330"/>
              <a:gd name="connsiteX25" fmla="*/ 79654 w 280746"/>
              <a:gd name="connsiteY25" fmla="*/ 310610 h 360330"/>
              <a:gd name="connsiteX26" fmla="*/ 18473 w 280746"/>
              <a:gd name="connsiteY26" fmla="*/ 195739 h 360330"/>
              <a:gd name="connsiteX27" fmla="*/ 17145 w 280746"/>
              <a:gd name="connsiteY27" fmla="*/ 194405 h 360330"/>
              <a:gd name="connsiteX28" fmla="*/ 18473 w 280746"/>
              <a:gd name="connsiteY28" fmla="*/ 181070 h 360330"/>
              <a:gd name="connsiteX29" fmla="*/ 33081 w 280746"/>
              <a:gd name="connsiteY29" fmla="*/ 179737 h 360330"/>
              <a:gd name="connsiteX30" fmla="*/ 75670 w 280746"/>
              <a:gd name="connsiteY30" fmla="*/ 229171 h 360330"/>
              <a:gd name="connsiteX31" fmla="*/ 83638 w 280746"/>
              <a:gd name="connsiteY31" fmla="*/ 230505 h 360330"/>
              <a:gd name="connsiteX32" fmla="*/ 88950 w 280746"/>
              <a:gd name="connsiteY32" fmla="*/ 223838 h 360330"/>
              <a:gd name="connsiteX33" fmla="*/ 88950 w 280746"/>
              <a:gd name="connsiteY33" fmla="*/ 63532 h 360330"/>
              <a:gd name="connsiteX34" fmla="*/ 104886 w 280746"/>
              <a:gd name="connsiteY34" fmla="*/ 47530 h 360330"/>
              <a:gd name="connsiteX35" fmla="*/ 120821 w 280746"/>
              <a:gd name="connsiteY35" fmla="*/ 63532 h 360330"/>
              <a:gd name="connsiteX36" fmla="*/ 120821 w 280746"/>
              <a:gd name="connsiteY36" fmla="*/ 159734 h 360330"/>
              <a:gd name="connsiteX37" fmla="*/ 136757 w 280746"/>
              <a:gd name="connsiteY37" fmla="*/ 159734 h 360330"/>
              <a:gd name="connsiteX38" fmla="*/ 136757 w 280746"/>
              <a:gd name="connsiteY38" fmla="*/ 128111 h 360330"/>
              <a:gd name="connsiteX39" fmla="*/ 137136 w 280746"/>
              <a:gd name="connsiteY39" fmla="*/ 128111 h 360330"/>
              <a:gd name="connsiteX40" fmla="*/ 137136 w 280746"/>
              <a:gd name="connsiteY40" fmla="*/ 32004 h 360330"/>
              <a:gd name="connsiteX41" fmla="*/ 153072 w 280746"/>
              <a:gd name="connsiteY41" fmla="*/ 16002 h 360330"/>
              <a:gd name="connsiteX42" fmla="*/ 169007 w 280746"/>
              <a:gd name="connsiteY42" fmla="*/ 32004 h 360330"/>
              <a:gd name="connsiteX43" fmla="*/ 169007 w 280746"/>
              <a:gd name="connsiteY43" fmla="*/ 61436 h 360330"/>
              <a:gd name="connsiteX44" fmla="*/ 168818 w 280746"/>
              <a:gd name="connsiteY44" fmla="*/ 63627 h 360330"/>
              <a:gd name="connsiteX45" fmla="*/ 168818 w 280746"/>
              <a:gd name="connsiteY45" fmla="*/ 159734 h 360330"/>
              <a:gd name="connsiteX46" fmla="*/ 184753 w 280746"/>
              <a:gd name="connsiteY46" fmla="*/ 159734 h 360330"/>
              <a:gd name="connsiteX47" fmla="*/ 184753 w 280746"/>
              <a:gd name="connsiteY47" fmla="*/ 128111 h 360330"/>
              <a:gd name="connsiteX48" fmla="*/ 184943 w 280746"/>
              <a:gd name="connsiteY48" fmla="*/ 128111 h 360330"/>
              <a:gd name="connsiteX49" fmla="*/ 184943 w 280746"/>
              <a:gd name="connsiteY49" fmla="*/ 61436 h 360330"/>
              <a:gd name="connsiteX50" fmla="*/ 200689 w 280746"/>
              <a:gd name="connsiteY50" fmla="*/ 47530 h 360330"/>
              <a:gd name="connsiteX51" fmla="*/ 216625 w 280746"/>
              <a:gd name="connsiteY51" fmla="*/ 63532 h 360330"/>
              <a:gd name="connsiteX52" fmla="*/ 216625 w 280746"/>
              <a:gd name="connsiteY52" fmla="*/ 109442 h 360330"/>
              <a:gd name="connsiteX53" fmla="*/ 216435 w 280746"/>
              <a:gd name="connsiteY53" fmla="*/ 111633 h 360330"/>
              <a:gd name="connsiteX54" fmla="*/ 216435 w 280746"/>
              <a:gd name="connsiteY54" fmla="*/ 184214 h 360330"/>
              <a:gd name="connsiteX55" fmla="*/ 232370 w 280746"/>
              <a:gd name="connsiteY55" fmla="*/ 184214 h 360330"/>
              <a:gd name="connsiteX56" fmla="*/ 232370 w 280746"/>
              <a:gd name="connsiteY56" fmla="*/ 159639 h 360330"/>
              <a:gd name="connsiteX57" fmla="*/ 232560 w 280746"/>
              <a:gd name="connsiteY57" fmla="*/ 159639 h 360330"/>
              <a:gd name="connsiteX58" fmla="*/ 232560 w 280746"/>
              <a:gd name="connsiteY58" fmla="*/ 109442 h 360330"/>
              <a:gd name="connsiteX59" fmla="*/ 248306 w 280746"/>
              <a:gd name="connsiteY59" fmla="*/ 95441 h 360330"/>
              <a:gd name="connsiteX60" fmla="*/ 264242 w 280746"/>
              <a:gd name="connsiteY60" fmla="*/ 111538 h 360330"/>
              <a:gd name="connsiteX61" fmla="*/ 264242 w 280746"/>
              <a:gd name="connsiteY61" fmla="*/ 208407 h 360330"/>
              <a:gd name="connsiteX62" fmla="*/ 264242 w 280746"/>
              <a:gd name="connsiteY62" fmla="*/ 208407 h 360330"/>
              <a:gd name="connsiteX63" fmla="*/ 264242 w 280746"/>
              <a:gd name="connsiteY63" fmla="*/ 271939 h 36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80746" h="360330">
                <a:moveTo>
                  <a:pt x="248591" y="79343"/>
                </a:moveTo>
                <a:cubicBezTo>
                  <a:pt x="242899" y="79343"/>
                  <a:pt x="237587" y="81058"/>
                  <a:pt x="232845" y="83820"/>
                </a:cubicBezTo>
                <a:lnTo>
                  <a:pt x="232845" y="63532"/>
                </a:lnTo>
                <a:cubicBezTo>
                  <a:pt x="232845" y="46196"/>
                  <a:pt x="219565" y="31528"/>
                  <a:pt x="200974" y="31528"/>
                </a:cubicBezTo>
                <a:cubicBezTo>
                  <a:pt x="195282" y="31528"/>
                  <a:pt x="189970" y="33242"/>
                  <a:pt x="185228" y="36004"/>
                </a:cubicBezTo>
                <a:lnTo>
                  <a:pt x="185228" y="32004"/>
                </a:lnTo>
                <a:cubicBezTo>
                  <a:pt x="185228" y="14669"/>
                  <a:pt x="171948" y="0"/>
                  <a:pt x="153356" y="0"/>
                </a:cubicBezTo>
                <a:cubicBezTo>
                  <a:pt x="136093" y="0"/>
                  <a:pt x="121485" y="14669"/>
                  <a:pt x="121485" y="32004"/>
                </a:cubicBezTo>
                <a:lnTo>
                  <a:pt x="121485" y="36100"/>
                </a:lnTo>
                <a:cubicBezTo>
                  <a:pt x="116743" y="33338"/>
                  <a:pt x="111241" y="31623"/>
                  <a:pt x="105075" y="31623"/>
                </a:cubicBezTo>
                <a:cubicBezTo>
                  <a:pt x="87812" y="31623"/>
                  <a:pt x="73204" y="46292"/>
                  <a:pt x="73204" y="63722"/>
                </a:cubicBezTo>
                <a:lnTo>
                  <a:pt x="73204" y="202692"/>
                </a:lnTo>
                <a:lnTo>
                  <a:pt x="45317" y="169259"/>
                </a:lnTo>
                <a:cubicBezTo>
                  <a:pt x="45317" y="168371"/>
                  <a:pt x="44871" y="167926"/>
                  <a:pt x="43989" y="167926"/>
                </a:cubicBezTo>
                <a:cubicBezTo>
                  <a:pt x="33365" y="158591"/>
                  <a:pt x="17430" y="159925"/>
                  <a:pt x="8134" y="169259"/>
                </a:cubicBezTo>
                <a:cubicBezTo>
                  <a:pt x="-1162" y="178594"/>
                  <a:pt x="-2490" y="193262"/>
                  <a:pt x="4150" y="204025"/>
                </a:cubicBezTo>
                <a:cubicBezTo>
                  <a:pt x="8134" y="210693"/>
                  <a:pt x="40005" y="277463"/>
                  <a:pt x="66659" y="318897"/>
                </a:cubicBezTo>
                <a:cubicBezTo>
                  <a:pt x="82595" y="344234"/>
                  <a:pt x="110577" y="360331"/>
                  <a:pt x="139792" y="360331"/>
                </a:cubicBezTo>
                <a:lnTo>
                  <a:pt x="193006" y="360331"/>
                </a:lnTo>
                <a:cubicBezTo>
                  <a:pt x="242235" y="360331"/>
                  <a:pt x="280746" y="320231"/>
                  <a:pt x="280746" y="272129"/>
                </a:cubicBezTo>
                <a:lnTo>
                  <a:pt x="280746" y="111823"/>
                </a:lnTo>
                <a:cubicBezTo>
                  <a:pt x="280746" y="94298"/>
                  <a:pt x="267467" y="79534"/>
                  <a:pt x="248875" y="79534"/>
                </a:cubicBezTo>
                <a:close/>
                <a:moveTo>
                  <a:pt x="264526" y="271939"/>
                </a:moveTo>
                <a:cubicBezTo>
                  <a:pt x="264526" y="312039"/>
                  <a:pt x="232655" y="344043"/>
                  <a:pt x="192721" y="344043"/>
                </a:cubicBezTo>
                <a:lnTo>
                  <a:pt x="139508" y="344043"/>
                </a:lnTo>
                <a:cubicBezTo>
                  <a:pt x="115604" y="344043"/>
                  <a:pt x="92934" y="330708"/>
                  <a:pt x="79654" y="310610"/>
                </a:cubicBezTo>
                <a:cubicBezTo>
                  <a:pt x="51767" y="267843"/>
                  <a:pt x="18473" y="197072"/>
                  <a:pt x="18473" y="195739"/>
                </a:cubicBezTo>
                <a:cubicBezTo>
                  <a:pt x="18473" y="195739"/>
                  <a:pt x="17145" y="195739"/>
                  <a:pt x="17145" y="194405"/>
                </a:cubicBezTo>
                <a:cubicBezTo>
                  <a:pt x="14489" y="190405"/>
                  <a:pt x="14489" y="185071"/>
                  <a:pt x="18473" y="181070"/>
                </a:cubicBezTo>
                <a:cubicBezTo>
                  <a:pt x="22457" y="177070"/>
                  <a:pt x="29097" y="175736"/>
                  <a:pt x="33081" y="179737"/>
                </a:cubicBezTo>
                <a:lnTo>
                  <a:pt x="75670" y="229171"/>
                </a:lnTo>
                <a:cubicBezTo>
                  <a:pt x="76998" y="231839"/>
                  <a:pt x="80982" y="231839"/>
                  <a:pt x="83638" y="230505"/>
                </a:cubicBezTo>
                <a:cubicBezTo>
                  <a:pt x="87622" y="230505"/>
                  <a:pt x="88950" y="226504"/>
                  <a:pt x="88950" y="223838"/>
                </a:cubicBezTo>
                <a:lnTo>
                  <a:pt x="88950" y="63532"/>
                </a:lnTo>
                <a:cubicBezTo>
                  <a:pt x="88950" y="54197"/>
                  <a:pt x="96918" y="47530"/>
                  <a:pt x="104886" y="47530"/>
                </a:cubicBezTo>
                <a:cubicBezTo>
                  <a:pt x="114181" y="47530"/>
                  <a:pt x="120821" y="54197"/>
                  <a:pt x="120821" y="63532"/>
                </a:cubicBezTo>
                <a:lnTo>
                  <a:pt x="120821" y="159734"/>
                </a:lnTo>
                <a:lnTo>
                  <a:pt x="136757" y="159734"/>
                </a:lnTo>
                <a:lnTo>
                  <a:pt x="136757" y="128111"/>
                </a:lnTo>
                <a:lnTo>
                  <a:pt x="137136" y="128111"/>
                </a:lnTo>
                <a:lnTo>
                  <a:pt x="137136" y="32004"/>
                </a:lnTo>
                <a:cubicBezTo>
                  <a:pt x="137136" y="22670"/>
                  <a:pt x="145104" y="16002"/>
                  <a:pt x="153072" y="16002"/>
                </a:cubicBezTo>
                <a:cubicBezTo>
                  <a:pt x="162368" y="16002"/>
                  <a:pt x="169007" y="22670"/>
                  <a:pt x="169007" y="32004"/>
                </a:cubicBezTo>
                <a:lnTo>
                  <a:pt x="169007" y="61436"/>
                </a:lnTo>
                <a:cubicBezTo>
                  <a:pt x="169007" y="62198"/>
                  <a:pt x="168818" y="62865"/>
                  <a:pt x="168818" y="63627"/>
                </a:cubicBezTo>
                <a:lnTo>
                  <a:pt x="168818" y="159734"/>
                </a:lnTo>
                <a:lnTo>
                  <a:pt x="184753" y="159734"/>
                </a:lnTo>
                <a:lnTo>
                  <a:pt x="184753" y="128111"/>
                </a:lnTo>
                <a:lnTo>
                  <a:pt x="184943" y="128111"/>
                </a:lnTo>
                <a:lnTo>
                  <a:pt x="184943" y="61436"/>
                </a:lnTo>
                <a:cubicBezTo>
                  <a:pt x="186081" y="53245"/>
                  <a:pt x="193290" y="47530"/>
                  <a:pt x="200689" y="47530"/>
                </a:cubicBezTo>
                <a:cubicBezTo>
                  <a:pt x="209985" y="47530"/>
                  <a:pt x="216625" y="54197"/>
                  <a:pt x="216625" y="63532"/>
                </a:cubicBezTo>
                <a:lnTo>
                  <a:pt x="216625" y="109442"/>
                </a:lnTo>
                <a:cubicBezTo>
                  <a:pt x="216625" y="110204"/>
                  <a:pt x="216435" y="110871"/>
                  <a:pt x="216435" y="111633"/>
                </a:cubicBezTo>
                <a:lnTo>
                  <a:pt x="216435" y="184214"/>
                </a:lnTo>
                <a:lnTo>
                  <a:pt x="232370" y="184214"/>
                </a:lnTo>
                <a:lnTo>
                  <a:pt x="232370" y="159639"/>
                </a:lnTo>
                <a:lnTo>
                  <a:pt x="232560" y="159639"/>
                </a:lnTo>
                <a:lnTo>
                  <a:pt x="232560" y="109442"/>
                </a:lnTo>
                <a:cubicBezTo>
                  <a:pt x="233698" y="101156"/>
                  <a:pt x="240907" y="95441"/>
                  <a:pt x="248306" y="95441"/>
                </a:cubicBezTo>
                <a:cubicBezTo>
                  <a:pt x="257602" y="95441"/>
                  <a:pt x="264242" y="102203"/>
                  <a:pt x="264242" y="111538"/>
                </a:cubicBezTo>
                <a:lnTo>
                  <a:pt x="264242" y="208407"/>
                </a:lnTo>
                <a:lnTo>
                  <a:pt x="264242" y="208407"/>
                </a:lnTo>
                <a:lnTo>
                  <a:pt x="264242" y="271939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6" name="Graphic 184">
            <a:extLst>
              <a:ext uri="{FF2B5EF4-FFF2-40B4-BE49-F238E27FC236}">
                <a16:creationId xmlns:a16="http://schemas.microsoft.com/office/drawing/2014/main" id="{4FCA37CC-6782-55DE-5D24-0E0EBA8D549B}"/>
              </a:ext>
            </a:extLst>
          </p:cNvPr>
          <p:cNvSpPr/>
          <p:nvPr/>
        </p:nvSpPr>
        <p:spPr>
          <a:xfrm>
            <a:off x="8731141" y="2911879"/>
            <a:ext cx="503450" cy="383656"/>
          </a:xfrm>
          <a:custGeom>
            <a:avLst/>
            <a:gdLst>
              <a:gd name="connsiteX0" fmla="*/ 109990 w 373930"/>
              <a:gd name="connsiteY0" fmla="*/ 126364 h 284955"/>
              <a:gd name="connsiteX1" fmla="*/ 58390 w 373930"/>
              <a:gd name="connsiteY1" fmla="*/ 187038 h 284955"/>
              <a:gd name="connsiteX2" fmla="*/ 51750 w 373930"/>
              <a:gd name="connsiteY2" fmla="*/ 191039 h 284955"/>
              <a:gd name="connsiteX3" fmla="*/ 51750 w 373930"/>
              <a:gd name="connsiteY3" fmla="*/ 189705 h 284955"/>
              <a:gd name="connsiteX4" fmla="*/ 45110 w 373930"/>
              <a:gd name="connsiteY4" fmla="*/ 187038 h 284955"/>
              <a:gd name="connsiteX5" fmla="*/ 1382 w 373930"/>
              <a:gd name="connsiteY5" fmla="*/ 121125 h 284955"/>
              <a:gd name="connsiteX6" fmla="*/ 4038 w 373930"/>
              <a:gd name="connsiteY6" fmla="*/ 110552 h 284955"/>
              <a:gd name="connsiteX7" fmla="*/ 14661 w 373930"/>
              <a:gd name="connsiteY7" fmla="*/ 111886 h 284955"/>
              <a:gd name="connsiteX8" fmla="*/ 39893 w 373930"/>
              <a:gd name="connsiteY8" fmla="*/ 149986 h 284955"/>
              <a:gd name="connsiteX9" fmla="*/ 60761 w 373930"/>
              <a:gd name="connsiteY9" fmla="*/ 73405 h 284955"/>
              <a:gd name="connsiteX10" fmla="*/ 154382 w 373930"/>
              <a:gd name="connsiteY10" fmla="*/ 3682 h 284955"/>
              <a:gd name="connsiteX11" fmla="*/ 292871 w 373930"/>
              <a:gd name="connsiteY11" fmla="*/ 48449 h 284955"/>
              <a:gd name="connsiteX12" fmla="*/ 292871 w 373930"/>
              <a:gd name="connsiteY12" fmla="*/ 59022 h 284955"/>
              <a:gd name="connsiteX13" fmla="*/ 281014 w 373930"/>
              <a:gd name="connsiteY13" fmla="*/ 59022 h 284955"/>
              <a:gd name="connsiteX14" fmla="*/ 157038 w 373930"/>
              <a:gd name="connsiteY14" fmla="*/ 19493 h 284955"/>
              <a:gd name="connsiteX15" fmla="*/ 73946 w 373930"/>
              <a:gd name="connsiteY15" fmla="*/ 81406 h 284955"/>
              <a:gd name="connsiteX16" fmla="*/ 56872 w 373930"/>
              <a:gd name="connsiteY16" fmla="*/ 165512 h 284955"/>
              <a:gd name="connsiteX17" fmla="*/ 96806 w 373930"/>
              <a:gd name="connsiteY17" fmla="*/ 117315 h 284955"/>
              <a:gd name="connsiteX18" fmla="*/ 108757 w 373930"/>
              <a:gd name="connsiteY18" fmla="*/ 115982 h 284955"/>
              <a:gd name="connsiteX19" fmla="*/ 110085 w 373930"/>
              <a:gd name="connsiteY19" fmla="*/ 126554 h 284955"/>
              <a:gd name="connsiteX20" fmla="*/ 372454 w 373930"/>
              <a:gd name="connsiteY20" fmla="*/ 180085 h 284955"/>
              <a:gd name="connsiteX21" fmla="*/ 327398 w 373930"/>
              <a:gd name="connsiteY21" fmla="*/ 114553 h 284955"/>
              <a:gd name="connsiteX22" fmla="*/ 323414 w 373930"/>
              <a:gd name="connsiteY22" fmla="*/ 112267 h 284955"/>
              <a:gd name="connsiteX23" fmla="*/ 321896 w 373930"/>
              <a:gd name="connsiteY23" fmla="*/ 111886 h 284955"/>
              <a:gd name="connsiteX24" fmla="*/ 315446 w 373930"/>
              <a:gd name="connsiteY24" fmla="*/ 114553 h 284955"/>
              <a:gd name="connsiteX25" fmla="*/ 263845 w 373930"/>
              <a:gd name="connsiteY25" fmla="*/ 174846 h 284955"/>
              <a:gd name="connsiteX26" fmla="*/ 265173 w 373930"/>
              <a:gd name="connsiteY26" fmla="*/ 185324 h 284955"/>
              <a:gd name="connsiteX27" fmla="*/ 277125 w 373930"/>
              <a:gd name="connsiteY27" fmla="*/ 183990 h 284955"/>
              <a:gd name="connsiteX28" fmla="*/ 314877 w 373930"/>
              <a:gd name="connsiteY28" fmla="*/ 138746 h 284955"/>
              <a:gd name="connsiteX29" fmla="*/ 216702 w 373930"/>
              <a:gd name="connsiteY29" fmla="*/ 266381 h 284955"/>
              <a:gd name="connsiteX30" fmla="*/ 97849 w 373930"/>
              <a:gd name="connsiteY30" fmla="*/ 233425 h 284955"/>
              <a:gd name="connsiteX31" fmla="*/ 85992 w 373930"/>
              <a:gd name="connsiteY31" fmla="*/ 233425 h 284955"/>
              <a:gd name="connsiteX32" fmla="*/ 87320 w 373930"/>
              <a:gd name="connsiteY32" fmla="*/ 243998 h 284955"/>
              <a:gd name="connsiteX33" fmla="*/ 186443 w 373930"/>
              <a:gd name="connsiteY33" fmla="*/ 284955 h 284955"/>
              <a:gd name="connsiteX34" fmla="*/ 219453 w 373930"/>
              <a:gd name="connsiteY34" fmla="*/ 282288 h 284955"/>
              <a:gd name="connsiteX35" fmla="*/ 331097 w 373930"/>
              <a:gd name="connsiteY35" fmla="*/ 147033 h 284955"/>
              <a:gd name="connsiteX36" fmla="*/ 359269 w 373930"/>
              <a:gd name="connsiteY36" fmla="*/ 189419 h 284955"/>
              <a:gd name="connsiteX37" fmla="*/ 365909 w 373930"/>
              <a:gd name="connsiteY37" fmla="*/ 192086 h 284955"/>
              <a:gd name="connsiteX38" fmla="*/ 369893 w 373930"/>
              <a:gd name="connsiteY38" fmla="*/ 190753 h 284955"/>
              <a:gd name="connsiteX39" fmla="*/ 372548 w 373930"/>
              <a:gd name="connsiteY39" fmla="*/ 180275 h 284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73930" h="284955">
                <a:moveTo>
                  <a:pt x="109990" y="126364"/>
                </a:moveTo>
                <a:lnTo>
                  <a:pt x="58390" y="187038"/>
                </a:lnTo>
                <a:cubicBezTo>
                  <a:pt x="57062" y="189705"/>
                  <a:pt x="54406" y="191039"/>
                  <a:pt x="51750" y="191039"/>
                </a:cubicBezTo>
                <a:lnTo>
                  <a:pt x="51750" y="189705"/>
                </a:lnTo>
                <a:cubicBezTo>
                  <a:pt x="49094" y="189705"/>
                  <a:pt x="47766" y="188372"/>
                  <a:pt x="45110" y="187038"/>
                </a:cubicBezTo>
                <a:lnTo>
                  <a:pt x="1382" y="121125"/>
                </a:lnTo>
                <a:cubicBezTo>
                  <a:pt x="-1274" y="117125"/>
                  <a:pt x="54" y="113219"/>
                  <a:pt x="4038" y="110552"/>
                </a:cubicBezTo>
                <a:cubicBezTo>
                  <a:pt x="6694" y="107885"/>
                  <a:pt x="12006" y="109219"/>
                  <a:pt x="14661" y="111886"/>
                </a:cubicBezTo>
                <a:cubicBezTo>
                  <a:pt x="26234" y="129317"/>
                  <a:pt x="34202" y="141413"/>
                  <a:pt x="39893" y="149986"/>
                </a:cubicBezTo>
                <a:cubicBezTo>
                  <a:pt x="39134" y="123411"/>
                  <a:pt x="45963" y="97408"/>
                  <a:pt x="60761" y="73405"/>
                </a:cubicBezTo>
                <a:cubicBezTo>
                  <a:pt x="80585" y="37877"/>
                  <a:pt x="114828" y="12826"/>
                  <a:pt x="154382" y="3682"/>
                </a:cubicBezTo>
                <a:cubicBezTo>
                  <a:pt x="204466" y="-8129"/>
                  <a:pt x="258628" y="8921"/>
                  <a:pt x="292871" y="48449"/>
                </a:cubicBezTo>
                <a:cubicBezTo>
                  <a:pt x="296854" y="51116"/>
                  <a:pt x="295526" y="56355"/>
                  <a:pt x="292871" y="59022"/>
                </a:cubicBezTo>
                <a:cubicBezTo>
                  <a:pt x="288887" y="62927"/>
                  <a:pt x="284998" y="61689"/>
                  <a:pt x="281014" y="59022"/>
                </a:cubicBezTo>
                <a:cubicBezTo>
                  <a:pt x="250660" y="23494"/>
                  <a:pt x="203233" y="9016"/>
                  <a:pt x="157038" y="19493"/>
                </a:cubicBezTo>
                <a:cubicBezTo>
                  <a:pt x="122701" y="27399"/>
                  <a:pt x="92442" y="49783"/>
                  <a:pt x="73946" y="81406"/>
                </a:cubicBezTo>
                <a:cubicBezTo>
                  <a:pt x="58105" y="107314"/>
                  <a:pt x="52983" y="136175"/>
                  <a:pt x="56872" y="165512"/>
                </a:cubicBezTo>
                <a:cubicBezTo>
                  <a:pt x="96711" y="117410"/>
                  <a:pt x="96806" y="117315"/>
                  <a:pt x="96806" y="117315"/>
                </a:cubicBezTo>
                <a:cubicBezTo>
                  <a:pt x="99462" y="113315"/>
                  <a:pt x="104773" y="113315"/>
                  <a:pt x="108757" y="115982"/>
                </a:cubicBezTo>
                <a:cubicBezTo>
                  <a:pt x="111413" y="118649"/>
                  <a:pt x="112741" y="123887"/>
                  <a:pt x="110085" y="126554"/>
                </a:cubicBezTo>
                <a:close/>
                <a:moveTo>
                  <a:pt x="372454" y="180085"/>
                </a:moveTo>
                <a:lnTo>
                  <a:pt x="327398" y="114553"/>
                </a:lnTo>
                <a:cubicBezTo>
                  <a:pt x="326354" y="113505"/>
                  <a:pt x="325121" y="112648"/>
                  <a:pt x="323414" y="112267"/>
                </a:cubicBezTo>
                <a:cubicBezTo>
                  <a:pt x="322939" y="112076"/>
                  <a:pt x="322370" y="111886"/>
                  <a:pt x="321896" y="111886"/>
                </a:cubicBezTo>
                <a:cubicBezTo>
                  <a:pt x="319335" y="110743"/>
                  <a:pt x="316774" y="111981"/>
                  <a:pt x="315446" y="114553"/>
                </a:cubicBezTo>
                <a:lnTo>
                  <a:pt x="263845" y="174846"/>
                </a:lnTo>
                <a:cubicBezTo>
                  <a:pt x="261189" y="177513"/>
                  <a:pt x="262517" y="182752"/>
                  <a:pt x="265173" y="185324"/>
                </a:cubicBezTo>
                <a:cubicBezTo>
                  <a:pt x="269157" y="187991"/>
                  <a:pt x="273141" y="187991"/>
                  <a:pt x="277125" y="183990"/>
                </a:cubicBezTo>
                <a:cubicBezTo>
                  <a:pt x="277125" y="183990"/>
                  <a:pt x="289712" y="168909"/>
                  <a:pt x="314877" y="138746"/>
                </a:cubicBezTo>
                <a:cubicBezTo>
                  <a:pt x="316394" y="196277"/>
                  <a:pt x="274279" y="251999"/>
                  <a:pt x="216702" y="266381"/>
                </a:cubicBezTo>
                <a:cubicBezTo>
                  <a:pt x="173069" y="276954"/>
                  <a:pt x="129531" y="263714"/>
                  <a:pt x="97849" y="233425"/>
                </a:cubicBezTo>
                <a:cubicBezTo>
                  <a:pt x="95193" y="229424"/>
                  <a:pt x="89881" y="229424"/>
                  <a:pt x="85992" y="233425"/>
                </a:cubicBezTo>
                <a:cubicBezTo>
                  <a:pt x="83336" y="236092"/>
                  <a:pt x="83336" y="241331"/>
                  <a:pt x="87320" y="243998"/>
                </a:cubicBezTo>
                <a:cubicBezTo>
                  <a:pt x="113785" y="271715"/>
                  <a:pt x="149450" y="284955"/>
                  <a:pt x="186443" y="284955"/>
                </a:cubicBezTo>
                <a:cubicBezTo>
                  <a:pt x="198300" y="284955"/>
                  <a:pt x="208924" y="284955"/>
                  <a:pt x="219453" y="282288"/>
                </a:cubicBezTo>
                <a:cubicBezTo>
                  <a:pt x="283764" y="266191"/>
                  <a:pt x="329010" y="209327"/>
                  <a:pt x="331097" y="147033"/>
                </a:cubicBezTo>
                <a:cubicBezTo>
                  <a:pt x="336788" y="155510"/>
                  <a:pt x="345515" y="168750"/>
                  <a:pt x="359269" y="189419"/>
                </a:cubicBezTo>
                <a:cubicBezTo>
                  <a:pt x="360597" y="190753"/>
                  <a:pt x="363253" y="192086"/>
                  <a:pt x="365909" y="192086"/>
                </a:cubicBezTo>
                <a:cubicBezTo>
                  <a:pt x="367237" y="192086"/>
                  <a:pt x="368565" y="192086"/>
                  <a:pt x="369893" y="190753"/>
                </a:cubicBezTo>
                <a:cubicBezTo>
                  <a:pt x="373876" y="188086"/>
                  <a:pt x="375204" y="184181"/>
                  <a:pt x="372548" y="18027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7" name="Graphic 184">
            <a:extLst>
              <a:ext uri="{FF2B5EF4-FFF2-40B4-BE49-F238E27FC236}">
                <a16:creationId xmlns:a16="http://schemas.microsoft.com/office/drawing/2014/main" id="{AAD1BFA6-CCE7-E063-CB42-52F78F41BDF5}"/>
              </a:ext>
            </a:extLst>
          </p:cNvPr>
          <p:cNvSpPr/>
          <p:nvPr/>
        </p:nvSpPr>
        <p:spPr>
          <a:xfrm>
            <a:off x="9511284" y="2911879"/>
            <a:ext cx="503450" cy="383656"/>
          </a:xfrm>
          <a:custGeom>
            <a:avLst/>
            <a:gdLst>
              <a:gd name="connsiteX0" fmla="*/ 109990 w 373930"/>
              <a:gd name="connsiteY0" fmla="*/ 126364 h 284955"/>
              <a:gd name="connsiteX1" fmla="*/ 58390 w 373930"/>
              <a:gd name="connsiteY1" fmla="*/ 187038 h 284955"/>
              <a:gd name="connsiteX2" fmla="*/ 51750 w 373930"/>
              <a:gd name="connsiteY2" fmla="*/ 191039 h 284955"/>
              <a:gd name="connsiteX3" fmla="*/ 51750 w 373930"/>
              <a:gd name="connsiteY3" fmla="*/ 189705 h 284955"/>
              <a:gd name="connsiteX4" fmla="*/ 45110 w 373930"/>
              <a:gd name="connsiteY4" fmla="*/ 187038 h 284955"/>
              <a:gd name="connsiteX5" fmla="*/ 1382 w 373930"/>
              <a:gd name="connsiteY5" fmla="*/ 121125 h 284955"/>
              <a:gd name="connsiteX6" fmla="*/ 4038 w 373930"/>
              <a:gd name="connsiteY6" fmla="*/ 110552 h 284955"/>
              <a:gd name="connsiteX7" fmla="*/ 14661 w 373930"/>
              <a:gd name="connsiteY7" fmla="*/ 111886 h 284955"/>
              <a:gd name="connsiteX8" fmla="*/ 39893 w 373930"/>
              <a:gd name="connsiteY8" fmla="*/ 149986 h 284955"/>
              <a:gd name="connsiteX9" fmla="*/ 60761 w 373930"/>
              <a:gd name="connsiteY9" fmla="*/ 73405 h 284955"/>
              <a:gd name="connsiteX10" fmla="*/ 154382 w 373930"/>
              <a:gd name="connsiteY10" fmla="*/ 3682 h 284955"/>
              <a:gd name="connsiteX11" fmla="*/ 292871 w 373930"/>
              <a:gd name="connsiteY11" fmla="*/ 48449 h 284955"/>
              <a:gd name="connsiteX12" fmla="*/ 292871 w 373930"/>
              <a:gd name="connsiteY12" fmla="*/ 59022 h 284955"/>
              <a:gd name="connsiteX13" fmla="*/ 281014 w 373930"/>
              <a:gd name="connsiteY13" fmla="*/ 59022 h 284955"/>
              <a:gd name="connsiteX14" fmla="*/ 157038 w 373930"/>
              <a:gd name="connsiteY14" fmla="*/ 19493 h 284955"/>
              <a:gd name="connsiteX15" fmla="*/ 73946 w 373930"/>
              <a:gd name="connsiteY15" fmla="*/ 81406 h 284955"/>
              <a:gd name="connsiteX16" fmla="*/ 56872 w 373930"/>
              <a:gd name="connsiteY16" fmla="*/ 165512 h 284955"/>
              <a:gd name="connsiteX17" fmla="*/ 96806 w 373930"/>
              <a:gd name="connsiteY17" fmla="*/ 117315 h 284955"/>
              <a:gd name="connsiteX18" fmla="*/ 108757 w 373930"/>
              <a:gd name="connsiteY18" fmla="*/ 115982 h 284955"/>
              <a:gd name="connsiteX19" fmla="*/ 110085 w 373930"/>
              <a:gd name="connsiteY19" fmla="*/ 126554 h 284955"/>
              <a:gd name="connsiteX20" fmla="*/ 372454 w 373930"/>
              <a:gd name="connsiteY20" fmla="*/ 180085 h 284955"/>
              <a:gd name="connsiteX21" fmla="*/ 327398 w 373930"/>
              <a:gd name="connsiteY21" fmla="*/ 114553 h 284955"/>
              <a:gd name="connsiteX22" fmla="*/ 323414 w 373930"/>
              <a:gd name="connsiteY22" fmla="*/ 112267 h 284955"/>
              <a:gd name="connsiteX23" fmla="*/ 321896 w 373930"/>
              <a:gd name="connsiteY23" fmla="*/ 111886 h 284955"/>
              <a:gd name="connsiteX24" fmla="*/ 315446 w 373930"/>
              <a:gd name="connsiteY24" fmla="*/ 114553 h 284955"/>
              <a:gd name="connsiteX25" fmla="*/ 263845 w 373930"/>
              <a:gd name="connsiteY25" fmla="*/ 174846 h 284955"/>
              <a:gd name="connsiteX26" fmla="*/ 265173 w 373930"/>
              <a:gd name="connsiteY26" fmla="*/ 185324 h 284955"/>
              <a:gd name="connsiteX27" fmla="*/ 277125 w 373930"/>
              <a:gd name="connsiteY27" fmla="*/ 183990 h 284955"/>
              <a:gd name="connsiteX28" fmla="*/ 314877 w 373930"/>
              <a:gd name="connsiteY28" fmla="*/ 138746 h 284955"/>
              <a:gd name="connsiteX29" fmla="*/ 216702 w 373930"/>
              <a:gd name="connsiteY29" fmla="*/ 266381 h 284955"/>
              <a:gd name="connsiteX30" fmla="*/ 97849 w 373930"/>
              <a:gd name="connsiteY30" fmla="*/ 233425 h 284955"/>
              <a:gd name="connsiteX31" fmla="*/ 85992 w 373930"/>
              <a:gd name="connsiteY31" fmla="*/ 233425 h 284955"/>
              <a:gd name="connsiteX32" fmla="*/ 87320 w 373930"/>
              <a:gd name="connsiteY32" fmla="*/ 243998 h 284955"/>
              <a:gd name="connsiteX33" fmla="*/ 186443 w 373930"/>
              <a:gd name="connsiteY33" fmla="*/ 284955 h 284955"/>
              <a:gd name="connsiteX34" fmla="*/ 219453 w 373930"/>
              <a:gd name="connsiteY34" fmla="*/ 282288 h 284955"/>
              <a:gd name="connsiteX35" fmla="*/ 331097 w 373930"/>
              <a:gd name="connsiteY35" fmla="*/ 147033 h 284955"/>
              <a:gd name="connsiteX36" fmla="*/ 359269 w 373930"/>
              <a:gd name="connsiteY36" fmla="*/ 189419 h 284955"/>
              <a:gd name="connsiteX37" fmla="*/ 365909 w 373930"/>
              <a:gd name="connsiteY37" fmla="*/ 192086 h 284955"/>
              <a:gd name="connsiteX38" fmla="*/ 369893 w 373930"/>
              <a:gd name="connsiteY38" fmla="*/ 190753 h 284955"/>
              <a:gd name="connsiteX39" fmla="*/ 372548 w 373930"/>
              <a:gd name="connsiteY39" fmla="*/ 180275 h 284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73930" h="284955">
                <a:moveTo>
                  <a:pt x="109990" y="126364"/>
                </a:moveTo>
                <a:lnTo>
                  <a:pt x="58390" y="187038"/>
                </a:lnTo>
                <a:cubicBezTo>
                  <a:pt x="57062" y="189705"/>
                  <a:pt x="54406" y="191039"/>
                  <a:pt x="51750" y="191039"/>
                </a:cubicBezTo>
                <a:lnTo>
                  <a:pt x="51750" y="189705"/>
                </a:lnTo>
                <a:cubicBezTo>
                  <a:pt x="49094" y="189705"/>
                  <a:pt x="47766" y="188372"/>
                  <a:pt x="45110" y="187038"/>
                </a:cubicBezTo>
                <a:lnTo>
                  <a:pt x="1382" y="121125"/>
                </a:lnTo>
                <a:cubicBezTo>
                  <a:pt x="-1274" y="117125"/>
                  <a:pt x="54" y="113219"/>
                  <a:pt x="4038" y="110552"/>
                </a:cubicBezTo>
                <a:cubicBezTo>
                  <a:pt x="6694" y="107885"/>
                  <a:pt x="12006" y="109219"/>
                  <a:pt x="14661" y="111886"/>
                </a:cubicBezTo>
                <a:cubicBezTo>
                  <a:pt x="26234" y="129317"/>
                  <a:pt x="34202" y="141413"/>
                  <a:pt x="39893" y="149986"/>
                </a:cubicBezTo>
                <a:cubicBezTo>
                  <a:pt x="39134" y="123411"/>
                  <a:pt x="45963" y="97408"/>
                  <a:pt x="60761" y="73405"/>
                </a:cubicBezTo>
                <a:cubicBezTo>
                  <a:pt x="80585" y="37877"/>
                  <a:pt x="114828" y="12826"/>
                  <a:pt x="154382" y="3682"/>
                </a:cubicBezTo>
                <a:cubicBezTo>
                  <a:pt x="204466" y="-8129"/>
                  <a:pt x="258628" y="8921"/>
                  <a:pt x="292871" y="48449"/>
                </a:cubicBezTo>
                <a:cubicBezTo>
                  <a:pt x="296854" y="51116"/>
                  <a:pt x="295526" y="56355"/>
                  <a:pt x="292871" y="59022"/>
                </a:cubicBezTo>
                <a:cubicBezTo>
                  <a:pt x="288887" y="62927"/>
                  <a:pt x="284998" y="61689"/>
                  <a:pt x="281014" y="59022"/>
                </a:cubicBezTo>
                <a:cubicBezTo>
                  <a:pt x="250660" y="23494"/>
                  <a:pt x="203233" y="9016"/>
                  <a:pt x="157038" y="19493"/>
                </a:cubicBezTo>
                <a:cubicBezTo>
                  <a:pt x="122701" y="27399"/>
                  <a:pt x="92442" y="49783"/>
                  <a:pt x="73946" y="81406"/>
                </a:cubicBezTo>
                <a:cubicBezTo>
                  <a:pt x="58105" y="107314"/>
                  <a:pt x="52983" y="136175"/>
                  <a:pt x="56872" y="165512"/>
                </a:cubicBezTo>
                <a:cubicBezTo>
                  <a:pt x="96711" y="117410"/>
                  <a:pt x="96806" y="117315"/>
                  <a:pt x="96806" y="117315"/>
                </a:cubicBezTo>
                <a:cubicBezTo>
                  <a:pt x="99462" y="113315"/>
                  <a:pt x="104773" y="113315"/>
                  <a:pt x="108757" y="115982"/>
                </a:cubicBezTo>
                <a:cubicBezTo>
                  <a:pt x="111413" y="118649"/>
                  <a:pt x="112741" y="123887"/>
                  <a:pt x="110085" y="126554"/>
                </a:cubicBezTo>
                <a:close/>
                <a:moveTo>
                  <a:pt x="372454" y="180085"/>
                </a:moveTo>
                <a:lnTo>
                  <a:pt x="327398" y="114553"/>
                </a:lnTo>
                <a:cubicBezTo>
                  <a:pt x="326354" y="113505"/>
                  <a:pt x="325121" y="112648"/>
                  <a:pt x="323414" y="112267"/>
                </a:cubicBezTo>
                <a:cubicBezTo>
                  <a:pt x="322939" y="112076"/>
                  <a:pt x="322370" y="111886"/>
                  <a:pt x="321896" y="111886"/>
                </a:cubicBezTo>
                <a:cubicBezTo>
                  <a:pt x="319335" y="110743"/>
                  <a:pt x="316774" y="111981"/>
                  <a:pt x="315446" y="114553"/>
                </a:cubicBezTo>
                <a:lnTo>
                  <a:pt x="263845" y="174846"/>
                </a:lnTo>
                <a:cubicBezTo>
                  <a:pt x="261189" y="177513"/>
                  <a:pt x="262517" y="182752"/>
                  <a:pt x="265173" y="185324"/>
                </a:cubicBezTo>
                <a:cubicBezTo>
                  <a:pt x="269157" y="187991"/>
                  <a:pt x="273141" y="187991"/>
                  <a:pt x="277125" y="183990"/>
                </a:cubicBezTo>
                <a:cubicBezTo>
                  <a:pt x="277125" y="183990"/>
                  <a:pt x="289712" y="168909"/>
                  <a:pt x="314877" y="138746"/>
                </a:cubicBezTo>
                <a:cubicBezTo>
                  <a:pt x="316394" y="196277"/>
                  <a:pt x="274279" y="251999"/>
                  <a:pt x="216702" y="266381"/>
                </a:cubicBezTo>
                <a:cubicBezTo>
                  <a:pt x="173069" y="276954"/>
                  <a:pt x="129531" y="263714"/>
                  <a:pt x="97849" y="233425"/>
                </a:cubicBezTo>
                <a:cubicBezTo>
                  <a:pt x="95193" y="229424"/>
                  <a:pt x="89881" y="229424"/>
                  <a:pt x="85992" y="233425"/>
                </a:cubicBezTo>
                <a:cubicBezTo>
                  <a:pt x="83336" y="236092"/>
                  <a:pt x="83336" y="241331"/>
                  <a:pt x="87320" y="243998"/>
                </a:cubicBezTo>
                <a:cubicBezTo>
                  <a:pt x="113785" y="271715"/>
                  <a:pt x="149450" y="284955"/>
                  <a:pt x="186443" y="284955"/>
                </a:cubicBezTo>
                <a:cubicBezTo>
                  <a:pt x="198300" y="284955"/>
                  <a:pt x="208924" y="284955"/>
                  <a:pt x="219453" y="282288"/>
                </a:cubicBezTo>
                <a:cubicBezTo>
                  <a:pt x="283764" y="266191"/>
                  <a:pt x="329010" y="209327"/>
                  <a:pt x="331097" y="147033"/>
                </a:cubicBezTo>
                <a:cubicBezTo>
                  <a:pt x="336788" y="155510"/>
                  <a:pt x="345515" y="168750"/>
                  <a:pt x="359269" y="189419"/>
                </a:cubicBezTo>
                <a:cubicBezTo>
                  <a:pt x="360597" y="190753"/>
                  <a:pt x="363253" y="192086"/>
                  <a:pt x="365909" y="192086"/>
                </a:cubicBezTo>
                <a:cubicBezTo>
                  <a:pt x="367237" y="192086"/>
                  <a:pt x="368565" y="192086"/>
                  <a:pt x="369893" y="190753"/>
                </a:cubicBezTo>
                <a:cubicBezTo>
                  <a:pt x="373876" y="188086"/>
                  <a:pt x="375204" y="184181"/>
                  <a:pt x="372548" y="18027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8" name="Graphic 184">
            <a:extLst>
              <a:ext uri="{FF2B5EF4-FFF2-40B4-BE49-F238E27FC236}">
                <a16:creationId xmlns:a16="http://schemas.microsoft.com/office/drawing/2014/main" id="{15FE151E-AEDB-6898-40E8-9EAEF91A3B0E}"/>
              </a:ext>
            </a:extLst>
          </p:cNvPr>
          <p:cNvSpPr/>
          <p:nvPr/>
        </p:nvSpPr>
        <p:spPr>
          <a:xfrm>
            <a:off x="8731141" y="3550508"/>
            <a:ext cx="503450" cy="383656"/>
          </a:xfrm>
          <a:custGeom>
            <a:avLst/>
            <a:gdLst>
              <a:gd name="connsiteX0" fmla="*/ 109990 w 373930"/>
              <a:gd name="connsiteY0" fmla="*/ 126364 h 284955"/>
              <a:gd name="connsiteX1" fmla="*/ 58390 w 373930"/>
              <a:gd name="connsiteY1" fmla="*/ 187038 h 284955"/>
              <a:gd name="connsiteX2" fmla="*/ 51750 w 373930"/>
              <a:gd name="connsiteY2" fmla="*/ 191039 h 284955"/>
              <a:gd name="connsiteX3" fmla="*/ 51750 w 373930"/>
              <a:gd name="connsiteY3" fmla="*/ 189705 h 284955"/>
              <a:gd name="connsiteX4" fmla="*/ 45110 w 373930"/>
              <a:gd name="connsiteY4" fmla="*/ 187038 h 284955"/>
              <a:gd name="connsiteX5" fmla="*/ 1382 w 373930"/>
              <a:gd name="connsiteY5" fmla="*/ 121125 h 284955"/>
              <a:gd name="connsiteX6" fmla="*/ 4038 w 373930"/>
              <a:gd name="connsiteY6" fmla="*/ 110552 h 284955"/>
              <a:gd name="connsiteX7" fmla="*/ 14661 w 373930"/>
              <a:gd name="connsiteY7" fmla="*/ 111886 h 284955"/>
              <a:gd name="connsiteX8" fmla="*/ 39893 w 373930"/>
              <a:gd name="connsiteY8" fmla="*/ 149986 h 284955"/>
              <a:gd name="connsiteX9" fmla="*/ 60761 w 373930"/>
              <a:gd name="connsiteY9" fmla="*/ 73405 h 284955"/>
              <a:gd name="connsiteX10" fmla="*/ 154382 w 373930"/>
              <a:gd name="connsiteY10" fmla="*/ 3682 h 284955"/>
              <a:gd name="connsiteX11" fmla="*/ 292871 w 373930"/>
              <a:gd name="connsiteY11" fmla="*/ 48449 h 284955"/>
              <a:gd name="connsiteX12" fmla="*/ 292871 w 373930"/>
              <a:gd name="connsiteY12" fmla="*/ 59022 h 284955"/>
              <a:gd name="connsiteX13" fmla="*/ 281014 w 373930"/>
              <a:gd name="connsiteY13" fmla="*/ 59022 h 284955"/>
              <a:gd name="connsiteX14" fmla="*/ 157038 w 373930"/>
              <a:gd name="connsiteY14" fmla="*/ 19493 h 284955"/>
              <a:gd name="connsiteX15" fmla="*/ 73946 w 373930"/>
              <a:gd name="connsiteY15" fmla="*/ 81406 h 284955"/>
              <a:gd name="connsiteX16" fmla="*/ 56872 w 373930"/>
              <a:gd name="connsiteY16" fmla="*/ 165512 h 284955"/>
              <a:gd name="connsiteX17" fmla="*/ 96806 w 373930"/>
              <a:gd name="connsiteY17" fmla="*/ 117315 h 284955"/>
              <a:gd name="connsiteX18" fmla="*/ 108757 w 373930"/>
              <a:gd name="connsiteY18" fmla="*/ 115982 h 284955"/>
              <a:gd name="connsiteX19" fmla="*/ 110085 w 373930"/>
              <a:gd name="connsiteY19" fmla="*/ 126554 h 284955"/>
              <a:gd name="connsiteX20" fmla="*/ 372454 w 373930"/>
              <a:gd name="connsiteY20" fmla="*/ 180085 h 284955"/>
              <a:gd name="connsiteX21" fmla="*/ 327398 w 373930"/>
              <a:gd name="connsiteY21" fmla="*/ 114553 h 284955"/>
              <a:gd name="connsiteX22" fmla="*/ 323414 w 373930"/>
              <a:gd name="connsiteY22" fmla="*/ 112267 h 284955"/>
              <a:gd name="connsiteX23" fmla="*/ 321896 w 373930"/>
              <a:gd name="connsiteY23" fmla="*/ 111886 h 284955"/>
              <a:gd name="connsiteX24" fmla="*/ 315446 w 373930"/>
              <a:gd name="connsiteY24" fmla="*/ 114553 h 284955"/>
              <a:gd name="connsiteX25" fmla="*/ 263845 w 373930"/>
              <a:gd name="connsiteY25" fmla="*/ 174846 h 284955"/>
              <a:gd name="connsiteX26" fmla="*/ 265173 w 373930"/>
              <a:gd name="connsiteY26" fmla="*/ 185324 h 284955"/>
              <a:gd name="connsiteX27" fmla="*/ 277125 w 373930"/>
              <a:gd name="connsiteY27" fmla="*/ 183990 h 284955"/>
              <a:gd name="connsiteX28" fmla="*/ 314877 w 373930"/>
              <a:gd name="connsiteY28" fmla="*/ 138746 h 284955"/>
              <a:gd name="connsiteX29" fmla="*/ 216702 w 373930"/>
              <a:gd name="connsiteY29" fmla="*/ 266381 h 284955"/>
              <a:gd name="connsiteX30" fmla="*/ 97849 w 373930"/>
              <a:gd name="connsiteY30" fmla="*/ 233425 h 284955"/>
              <a:gd name="connsiteX31" fmla="*/ 85992 w 373930"/>
              <a:gd name="connsiteY31" fmla="*/ 233425 h 284955"/>
              <a:gd name="connsiteX32" fmla="*/ 87320 w 373930"/>
              <a:gd name="connsiteY32" fmla="*/ 243998 h 284955"/>
              <a:gd name="connsiteX33" fmla="*/ 186443 w 373930"/>
              <a:gd name="connsiteY33" fmla="*/ 284955 h 284955"/>
              <a:gd name="connsiteX34" fmla="*/ 219453 w 373930"/>
              <a:gd name="connsiteY34" fmla="*/ 282288 h 284955"/>
              <a:gd name="connsiteX35" fmla="*/ 331097 w 373930"/>
              <a:gd name="connsiteY35" fmla="*/ 147033 h 284955"/>
              <a:gd name="connsiteX36" fmla="*/ 359269 w 373930"/>
              <a:gd name="connsiteY36" fmla="*/ 189419 h 284955"/>
              <a:gd name="connsiteX37" fmla="*/ 365909 w 373930"/>
              <a:gd name="connsiteY37" fmla="*/ 192086 h 284955"/>
              <a:gd name="connsiteX38" fmla="*/ 369893 w 373930"/>
              <a:gd name="connsiteY38" fmla="*/ 190753 h 284955"/>
              <a:gd name="connsiteX39" fmla="*/ 372548 w 373930"/>
              <a:gd name="connsiteY39" fmla="*/ 180275 h 284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73930" h="284955">
                <a:moveTo>
                  <a:pt x="109990" y="126364"/>
                </a:moveTo>
                <a:lnTo>
                  <a:pt x="58390" y="187038"/>
                </a:lnTo>
                <a:cubicBezTo>
                  <a:pt x="57062" y="189705"/>
                  <a:pt x="54406" y="191039"/>
                  <a:pt x="51750" y="191039"/>
                </a:cubicBezTo>
                <a:lnTo>
                  <a:pt x="51750" y="189705"/>
                </a:lnTo>
                <a:cubicBezTo>
                  <a:pt x="49094" y="189705"/>
                  <a:pt x="47766" y="188372"/>
                  <a:pt x="45110" y="187038"/>
                </a:cubicBezTo>
                <a:lnTo>
                  <a:pt x="1382" y="121125"/>
                </a:lnTo>
                <a:cubicBezTo>
                  <a:pt x="-1274" y="117125"/>
                  <a:pt x="54" y="113219"/>
                  <a:pt x="4038" y="110552"/>
                </a:cubicBezTo>
                <a:cubicBezTo>
                  <a:pt x="6694" y="107885"/>
                  <a:pt x="12006" y="109219"/>
                  <a:pt x="14661" y="111886"/>
                </a:cubicBezTo>
                <a:cubicBezTo>
                  <a:pt x="26234" y="129317"/>
                  <a:pt x="34202" y="141413"/>
                  <a:pt x="39893" y="149986"/>
                </a:cubicBezTo>
                <a:cubicBezTo>
                  <a:pt x="39134" y="123411"/>
                  <a:pt x="45963" y="97408"/>
                  <a:pt x="60761" y="73405"/>
                </a:cubicBezTo>
                <a:cubicBezTo>
                  <a:pt x="80585" y="37877"/>
                  <a:pt x="114828" y="12826"/>
                  <a:pt x="154382" y="3682"/>
                </a:cubicBezTo>
                <a:cubicBezTo>
                  <a:pt x="204466" y="-8129"/>
                  <a:pt x="258628" y="8921"/>
                  <a:pt x="292871" y="48449"/>
                </a:cubicBezTo>
                <a:cubicBezTo>
                  <a:pt x="296854" y="51116"/>
                  <a:pt x="295526" y="56355"/>
                  <a:pt x="292871" y="59022"/>
                </a:cubicBezTo>
                <a:cubicBezTo>
                  <a:pt x="288887" y="62927"/>
                  <a:pt x="284998" y="61689"/>
                  <a:pt x="281014" y="59022"/>
                </a:cubicBezTo>
                <a:cubicBezTo>
                  <a:pt x="250660" y="23494"/>
                  <a:pt x="203233" y="9016"/>
                  <a:pt x="157038" y="19493"/>
                </a:cubicBezTo>
                <a:cubicBezTo>
                  <a:pt x="122701" y="27399"/>
                  <a:pt x="92442" y="49783"/>
                  <a:pt x="73946" y="81406"/>
                </a:cubicBezTo>
                <a:cubicBezTo>
                  <a:pt x="58105" y="107314"/>
                  <a:pt x="52983" y="136175"/>
                  <a:pt x="56872" y="165512"/>
                </a:cubicBezTo>
                <a:cubicBezTo>
                  <a:pt x="96711" y="117410"/>
                  <a:pt x="96806" y="117315"/>
                  <a:pt x="96806" y="117315"/>
                </a:cubicBezTo>
                <a:cubicBezTo>
                  <a:pt x="99462" y="113315"/>
                  <a:pt x="104773" y="113315"/>
                  <a:pt x="108757" y="115982"/>
                </a:cubicBezTo>
                <a:cubicBezTo>
                  <a:pt x="111413" y="118649"/>
                  <a:pt x="112741" y="123887"/>
                  <a:pt x="110085" y="126554"/>
                </a:cubicBezTo>
                <a:close/>
                <a:moveTo>
                  <a:pt x="372454" y="180085"/>
                </a:moveTo>
                <a:lnTo>
                  <a:pt x="327398" y="114553"/>
                </a:lnTo>
                <a:cubicBezTo>
                  <a:pt x="326354" y="113505"/>
                  <a:pt x="325121" y="112648"/>
                  <a:pt x="323414" y="112267"/>
                </a:cubicBezTo>
                <a:cubicBezTo>
                  <a:pt x="322939" y="112076"/>
                  <a:pt x="322370" y="111886"/>
                  <a:pt x="321896" y="111886"/>
                </a:cubicBezTo>
                <a:cubicBezTo>
                  <a:pt x="319335" y="110743"/>
                  <a:pt x="316774" y="111981"/>
                  <a:pt x="315446" y="114553"/>
                </a:cubicBezTo>
                <a:lnTo>
                  <a:pt x="263845" y="174846"/>
                </a:lnTo>
                <a:cubicBezTo>
                  <a:pt x="261189" y="177513"/>
                  <a:pt x="262517" y="182752"/>
                  <a:pt x="265173" y="185324"/>
                </a:cubicBezTo>
                <a:cubicBezTo>
                  <a:pt x="269157" y="187991"/>
                  <a:pt x="273141" y="187991"/>
                  <a:pt x="277125" y="183990"/>
                </a:cubicBezTo>
                <a:cubicBezTo>
                  <a:pt x="277125" y="183990"/>
                  <a:pt x="289712" y="168909"/>
                  <a:pt x="314877" y="138746"/>
                </a:cubicBezTo>
                <a:cubicBezTo>
                  <a:pt x="316394" y="196277"/>
                  <a:pt x="274279" y="251999"/>
                  <a:pt x="216702" y="266381"/>
                </a:cubicBezTo>
                <a:cubicBezTo>
                  <a:pt x="173069" y="276954"/>
                  <a:pt x="129531" y="263714"/>
                  <a:pt x="97849" y="233425"/>
                </a:cubicBezTo>
                <a:cubicBezTo>
                  <a:pt x="95193" y="229424"/>
                  <a:pt x="89881" y="229424"/>
                  <a:pt x="85992" y="233425"/>
                </a:cubicBezTo>
                <a:cubicBezTo>
                  <a:pt x="83336" y="236092"/>
                  <a:pt x="83336" y="241331"/>
                  <a:pt x="87320" y="243998"/>
                </a:cubicBezTo>
                <a:cubicBezTo>
                  <a:pt x="113785" y="271715"/>
                  <a:pt x="149450" y="284955"/>
                  <a:pt x="186443" y="284955"/>
                </a:cubicBezTo>
                <a:cubicBezTo>
                  <a:pt x="198300" y="284955"/>
                  <a:pt x="208924" y="284955"/>
                  <a:pt x="219453" y="282288"/>
                </a:cubicBezTo>
                <a:cubicBezTo>
                  <a:pt x="283764" y="266191"/>
                  <a:pt x="329010" y="209327"/>
                  <a:pt x="331097" y="147033"/>
                </a:cubicBezTo>
                <a:cubicBezTo>
                  <a:pt x="336788" y="155510"/>
                  <a:pt x="345515" y="168750"/>
                  <a:pt x="359269" y="189419"/>
                </a:cubicBezTo>
                <a:cubicBezTo>
                  <a:pt x="360597" y="190753"/>
                  <a:pt x="363253" y="192086"/>
                  <a:pt x="365909" y="192086"/>
                </a:cubicBezTo>
                <a:cubicBezTo>
                  <a:pt x="367237" y="192086"/>
                  <a:pt x="368565" y="192086"/>
                  <a:pt x="369893" y="190753"/>
                </a:cubicBezTo>
                <a:cubicBezTo>
                  <a:pt x="373876" y="188086"/>
                  <a:pt x="375204" y="184181"/>
                  <a:pt x="372548" y="18027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89" name="Graphic 184">
            <a:extLst>
              <a:ext uri="{FF2B5EF4-FFF2-40B4-BE49-F238E27FC236}">
                <a16:creationId xmlns:a16="http://schemas.microsoft.com/office/drawing/2014/main" id="{8D2DA82E-BFAB-4E43-16B1-6B89AA3A5DB6}"/>
              </a:ext>
            </a:extLst>
          </p:cNvPr>
          <p:cNvSpPr/>
          <p:nvPr/>
        </p:nvSpPr>
        <p:spPr>
          <a:xfrm>
            <a:off x="9511284" y="3550508"/>
            <a:ext cx="503450" cy="383656"/>
          </a:xfrm>
          <a:custGeom>
            <a:avLst/>
            <a:gdLst>
              <a:gd name="connsiteX0" fmla="*/ 109990 w 373930"/>
              <a:gd name="connsiteY0" fmla="*/ 126364 h 284955"/>
              <a:gd name="connsiteX1" fmla="*/ 58390 w 373930"/>
              <a:gd name="connsiteY1" fmla="*/ 187038 h 284955"/>
              <a:gd name="connsiteX2" fmla="*/ 51750 w 373930"/>
              <a:gd name="connsiteY2" fmla="*/ 191039 h 284955"/>
              <a:gd name="connsiteX3" fmla="*/ 51750 w 373930"/>
              <a:gd name="connsiteY3" fmla="*/ 189705 h 284955"/>
              <a:gd name="connsiteX4" fmla="*/ 45110 w 373930"/>
              <a:gd name="connsiteY4" fmla="*/ 187038 h 284955"/>
              <a:gd name="connsiteX5" fmla="*/ 1382 w 373930"/>
              <a:gd name="connsiteY5" fmla="*/ 121125 h 284955"/>
              <a:gd name="connsiteX6" fmla="*/ 4038 w 373930"/>
              <a:gd name="connsiteY6" fmla="*/ 110552 h 284955"/>
              <a:gd name="connsiteX7" fmla="*/ 14661 w 373930"/>
              <a:gd name="connsiteY7" fmla="*/ 111886 h 284955"/>
              <a:gd name="connsiteX8" fmla="*/ 39893 w 373930"/>
              <a:gd name="connsiteY8" fmla="*/ 149986 h 284955"/>
              <a:gd name="connsiteX9" fmla="*/ 60761 w 373930"/>
              <a:gd name="connsiteY9" fmla="*/ 73405 h 284955"/>
              <a:gd name="connsiteX10" fmla="*/ 154382 w 373930"/>
              <a:gd name="connsiteY10" fmla="*/ 3682 h 284955"/>
              <a:gd name="connsiteX11" fmla="*/ 292871 w 373930"/>
              <a:gd name="connsiteY11" fmla="*/ 48449 h 284955"/>
              <a:gd name="connsiteX12" fmla="*/ 292871 w 373930"/>
              <a:gd name="connsiteY12" fmla="*/ 59022 h 284955"/>
              <a:gd name="connsiteX13" fmla="*/ 281014 w 373930"/>
              <a:gd name="connsiteY13" fmla="*/ 59022 h 284955"/>
              <a:gd name="connsiteX14" fmla="*/ 157038 w 373930"/>
              <a:gd name="connsiteY14" fmla="*/ 19493 h 284955"/>
              <a:gd name="connsiteX15" fmla="*/ 73946 w 373930"/>
              <a:gd name="connsiteY15" fmla="*/ 81406 h 284955"/>
              <a:gd name="connsiteX16" fmla="*/ 56872 w 373930"/>
              <a:gd name="connsiteY16" fmla="*/ 165512 h 284955"/>
              <a:gd name="connsiteX17" fmla="*/ 96806 w 373930"/>
              <a:gd name="connsiteY17" fmla="*/ 117315 h 284955"/>
              <a:gd name="connsiteX18" fmla="*/ 108757 w 373930"/>
              <a:gd name="connsiteY18" fmla="*/ 115982 h 284955"/>
              <a:gd name="connsiteX19" fmla="*/ 110085 w 373930"/>
              <a:gd name="connsiteY19" fmla="*/ 126554 h 284955"/>
              <a:gd name="connsiteX20" fmla="*/ 372454 w 373930"/>
              <a:gd name="connsiteY20" fmla="*/ 180085 h 284955"/>
              <a:gd name="connsiteX21" fmla="*/ 327398 w 373930"/>
              <a:gd name="connsiteY21" fmla="*/ 114553 h 284955"/>
              <a:gd name="connsiteX22" fmla="*/ 323414 w 373930"/>
              <a:gd name="connsiteY22" fmla="*/ 112267 h 284955"/>
              <a:gd name="connsiteX23" fmla="*/ 321896 w 373930"/>
              <a:gd name="connsiteY23" fmla="*/ 111886 h 284955"/>
              <a:gd name="connsiteX24" fmla="*/ 315446 w 373930"/>
              <a:gd name="connsiteY24" fmla="*/ 114553 h 284955"/>
              <a:gd name="connsiteX25" fmla="*/ 263845 w 373930"/>
              <a:gd name="connsiteY25" fmla="*/ 174846 h 284955"/>
              <a:gd name="connsiteX26" fmla="*/ 265173 w 373930"/>
              <a:gd name="connsiteY26" fmla="*/ 185324 h 284955"/>
              <a:gd name="connsiteX27" fmla="*/ 277125 w 373930"/>
              <a:gd name="connsiteY27" fmla="*/ 183990 h 284955"/>
              <a:gd name="connsiteX28" fmla="*/ 314877 w 373930"/>
              <a:gd name="connsiteY28" fmla="*/ 138746 h 284955"/>
              <a:gd name="connsiteX29" fmla="*/ 216702 w 373930"/>
              <a:gd name="connsiteY29" fmla="*/ 266381 h 284955"/>
              <a:gd name="connsiteX30" fmla="*/ 97849 w 373930"/>
              <a:gd name="connsiteY30" fmla="*/ 233425 h 284955"/>
              <a:gd name="connsiteX31" fmla="*/ 85992 w 373930"/>
              <a:gd name="connsiteY31" fmla="*/ 233425 h 284955"/>
              <a:gd name="connsiteX32" fmla="*/ 87320 w 373930"/>
              <a:gd name="connsiteY32" fmla="*/ 243998 h 284955"/>
              <a:gd name="connsiteX33" fmla="*/ 186443 w 373930"/>
              <a:gd name="connsiteY33" fmla="*/ 284955 h 284955"/>
              <a:gd name="connsiteX34" fmla="*/ 219453 w 373930"/>
              <a:gd name="connsiteY34" fmla="*/ 282288 h 284955"/>
              <a:gd name="connsiteX35" fmla="*/ 331097 w 373930"/>
              <a:gd name="connsiteY35" fmla="*/ 147033 h 284955"/>
              <a:gd name="connsiteX36" fmla="*/ 359269 w 373930"/>
              <a:gd name="connsiteY36" fmla="*/ 189419 h 284955"/>
              <a:gd name="connsiteX37" fmla="*/ 365909 w 373930"/>
              <a:gd name="connsiteY37" fmla="*/ 192086 h 284955"/>
              <a:gd name="connsiteX38" fmla="*/ 369893 w 373930"/>
              <a:gd name="connsiteY38" fmla="*/ 190753 h 284955"/>
              <a:gd name="connsiteX39" fmla="*/ 372548 w 373930"/>
              <a:gd name="connsiteY39" fmla="*/ 180275 h 284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73930" h="284955">
                <a:moveTo>
                  <a:pt x="109990" y="126364"/>
                </a:moveTo>
                <a:lnTo>
                  <a:pt x="58390" y="187038"/>
                </a:lnTo>
                <a:cubicBezTo>
                  <a:pt x="57062" y="189705"/>
                  <a:pt x="54406" y="191039"/>
                  <a:pt x="51750" y="191039"/>
                </a:cubicBezTo>
                <a:lnTo>
                  <a:pt x="51750" y="189705"/>
                </a:lnTo>
                <a:cubicBezTo>
                  <a:pt x="49094" y="189705"/>
                  <a:pt x="47766" y="188372"/>
                  <a:pt x="45110" y="187038"/>
                </a:cubicBezTo>
                <a:lnTo>
                  <a:pt x="1382" y="121125"/>
                </a:lnTo>
                <a:cubicBezTo>
                  <a:pt x="-1274" y="117125"/>
                  <a:pt x="54" y="113219"/>
                  <a:pt x="4038" y="110552"/>
                </a:cubicBezTo>
                <a:cubicBezTo>
                  <a:pt x="6694" y="107885"/>
                  <a:pt x="12006" y="109219"/>
                  <a:pt x="14661" y="111886"/>
                </a:cubicBezTo>
                <a:cubicBezTo>
                  <a:pt x="26234" y="129317"/>
                  <a:pt x="34202" y="141413"/>
                  <a:pt x="39893" y="149986"/>
                </a:cubicBezTo>
                <a:cubicBezTo>
                  <a:pt x="39134" y="123411"/>
                  <a:pt x="45963" y="97408"/>
                  <a:pt x="60761" y="73405"/>
                </a:cubicBezTo>
                <a:cubicBezTo>
                  <a:pt x="80585" y="37877"/>
                  <a:pt x="114828" y="12826"/>
                  <a:pt x="154382" y="3682"/>
                </a:cubicBezTo>
                <a:cubicBezTo>
                  <a:pt x="204466" y="-8129"/>
                  <a:pt x="258628" y="8921"/>
                  <a:pt x="292871" y="48449"/>
                </a:cubicBezTo>
                <a:cubicBezTo>
                  <a:pt x="296854" y="51116"/>
                  <a:pt x="295526" y="56355"/>
                  <a:pt x="292871" y="59022"/>
                </a:cubicBezTo>
                <a:cubicBezTo>
                  <a:pt x="288887" y="62927"/>
                  <a:pt x="284998" y="61689"/>
                  <a:pt x="281014" y="59022"/>
                </a:cubicBezTo>
                <a:cubicBezTo>
                  <a:pt x="250660" y="23494"/>
                  <a:pt x="203233" y="9016"/>
                  <a:pt x="157038" y="19493"/>
                </a:cubicBezTo>
                <a:cubicBezTo>
                  <a:pt x="122701" y="27399"/>
                  <a:pt x="92442" y="49783"/>
                  <a:pt x="73946" y="81406"/>
                </a:cubicBezTo>
                <a:cubicBezTo>
                  <a:pt x="58105" y="107314"/>
                  <a:pt x="52983" y="136175"/>
                  <a:pt x="56872" y="165512"/>
                </a:cubicBezTo>
                <a:cubicBezTo>
                  <a:pt x="96711" y="117410"/>
                  <a:pt x="96806" y="117315"/>
                  <a:pt x="96806" y="117315"/>
                </a:cubicBezTo>
                <a:cubicBezTo>
                  <a:pt x="99462" y="113315"/>
                  <a:pt x="104773" y="113315"/>
                  <a:pt x="108757" y="115982"/>
                </a:cubicBezTo>
                <a:cubicBezTo>
                  <a:pt x="111413" y="118649"/>
                  <a:pt x="112741" y="123887"/>
                  <a:pt x="110085" y="126554"/>
                </a:cubicBezTo>
                <a:close/>
                <a:moveTo>
                  <a:pt x="372454" y="180085"/>
                </a:moveTo>
                <a:lnTo>
                  <a:pt x="327398" y="114553"/>
                </a:lnTo>
                <a:cubicBezTo>
                  <a:pt x="326354" y="113505"/>
                  <a:pt x="325121" y="112648"/>
                  <a:pt x="323414" y="112267"/>
                </a:cubicBezTo>
                <a:cubicBezTo>
                  <a:pt x="322939" y="112076"/>
                  <a:pt x="322370" y="111886"/>
                  <a:pt x="321896" y="111886"/>
                </a:cubicBezTo>
                <a:cubicBezTo>
                  <a:pt x="319335" y="110743"/>
                  <a:pt x="316774" y="111981"/>
                  <a:pt x="315446" y="114553"/>
                </a:cubicBezTo>
                <a:lnTo>
                  <a:pt x="263845" y="174846"/>
                </a:lnTo>
                <a:cubicBezTo>
                  <a:pt x="261189" y="177513"/>
                  <a:pt x="262517" y="182752"/>
                  <a:pt x="265173" y="185324"/>
                </a:cubicBezTo>
                <a:cubicBezTo>
                  <a:pt x="269157" y="187991"/>
                  <a:pt x="273141" y="187991"/>
                  <a:pt x="277125" y="183990"/>
                </a:cubicBezTo>
                <a:cubicBezTo>
                  <a:pt x="277125" y="183990"/>
                  <a:pt x="289712" y="168909"/>
                  <a:pt x="314877" y="138746"/>
                </a:cubicBezTo>
                <a:cubicBezTo>
                  <a:pt x="316394" y="196277"/>
                  <a:pt x="274279" y="251999"/>
                  <a:pt x="216702" y="266381"/>
                </a:cubicBezTo>
                <a:cubicBezTo>
                  <a:pt x="173069" y="276954"/>
                  <a:pt x="129531" y="263714"/>
                  <a:pt x="97849" y="233425"/>
                </a:cubicBezTo>
                <a:cubicBezTo>
                  <a:pt x="95193" y="229424"/>
                  <a:pt x="89881" y="229424"/>
                  <a:pt x="85992" y="233425"/>
                </a:cubicBezTo>
                <a:cubicBezTo>
                  <a:pt x="83336" y="236092"/>
                  <a:pt x="83336" y="241331"/>
                  <a:pt x="87320" y="243998"/>
                </a:cubicBezTo>
                <a:cubicBezTo>
                  <a:pt x="113785" y="271715"/>
                  <a:pt x="149450" y="284955"/>
                  <a:pt x="186443" y="284955"/>
                </a:cubicBezTo>
                <a:cubicBezTo>
                  <a:pt x="198300" y="284955"/>
                  <a:pt x="208924" y="284955"/>
                  <a:pt x="219453" y="282288"/>
                </a:cubicBezTo>
                <a:cubicBezTo>
                  <a:pt x="283764" y="266191"/>
                  <a:pt x="329010" y="209327"/>
                  <a:pt x="331097" y="147033"/>
                </a:cubicBezTo>
                <a:cubicBezTo>
                  <a:pt x="336788" y="155510"/>
                  <a:pt x="345515" y="168750"/>
                  <a:pt x="359269" y="189419"/>
                </a:cubicBezTo>
                <a:cubicBezTo>
                  <a:pt x="360597" y="190753"/>
                  <a:pt x="363253" y="192086"/>
                  <a:pt x="365909" y="192086"/>
                </a:cubicBezTo>
                <a:cubicBezTo>
                  <a:pt x="367237" y="192086"/>
                  <a:pt x="368565" y="192086"/>
                  <a:pt x="369893" y="190753"/>
                </a:cubicBezTo>
                <a:cubicBezTo>
                  <a:pt x="373876" y="188086"/>
                  <a:pt x="375204" y="184181"/>
                  <a:pt x="372548" y="18027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2" name="Graphic 190">
            <a:extLst>
              <a:ext uri="{FF2B5EF4-FFF2-40B4-BE49-F238E27FC236}">
                <a16:creationId xmlns:a16="http://schemas.microsoft.com/office/drawing/2014/main" id="{58662A4C-DF38-40BC-1BD3-91490A7797BE}"/>
              </a:ext>
            </a:extLst>
          </p:cNvPr>
          <p:cNvSpPr/>
          <p:nvPr/>
        </p:nvSpPr>
        <p:spPr>
          <a:xfrm>
            <a:off x="10382616" y="2986908"/>
            <a:ext cx="490220" cy="245685"/>
          </a:xfrm>
          <a:custGeom>
            <a:avLst/>
            <a:gdLst>
              <a:gd name="connsiteX0" fmla="*/ 274605 w 366044"/>
              <a:gd name="connsiteY0" fmla="*/ 183356 h 183451"/>
              <a:gd name="connsiteX1" fmla="*/ 191986 w 366044"/>
              <a:gd name="connsiteY1" fmla="*/ 133731 h 183451"/>
              <a:gd name="connsiteX2" fmla="*/ 194547 w 366044"/>
              <a:gd name="connsiteY2" fmla="*/ 123539 h 183451"/>
              <a:gd name="connsiteX3" fmla="*/ 204697 w 366044"/>
              <a:gd name="connsiteY3" fmla="*/ 126111 h 183451"/>
              <a:gd name="connsiteX4" fmla="*/ 274605 w 366044"/>
              <a:gd name="connsiteY4" fmla="*/ 168116 h 183451"/>
              <a:gd name="connsiteX5" fmla="*/ 350868 w 366044"/>
              <a:gd name="connsiteY5" fmla="*/ 91726 h 183451"/>
              <a:gd name="connsiteX6" fmla="*/ 274605 w 366044"/>
              <a:gd name="connsiteY6" fmla="*/ 15335 h 183451"/>
              <a:gd name="connsiteX7" fmla="*/ 189425 w 366044"/>
              <a:gd name="connsiteY7" fmla="*/ 95536 h 183451"/>
              <a:gd name="connsiteX8" fmla="*/ 91535 w 366044"/>
              <a:gd name="connsiteY8" fmla="*/ 183452 h 183451"/>
              <a:gd name="connsiteX9" fmla="*/ 0 w 366044"/>
              <a:gd name="connsiteY9" fmla="*/ 91726 h 183451"/>
              <a:gd name="connsiteX10" fmla="*/ 91535 w 366044"/>
              <a:gd name="connsiteY10" fmla="*/ 0 h 183451"/>
              <a:gd name="connsiteX11" fmla="*/ 167798 w 366044"/>
              <a:gd name="connsiteY11" fmla="*/ 57341 h 183451"/>
              <a:gd name="connsiteX12" fmla="*/ 162676 w 366044"/>
              <a:gd name="connsiteY12" fmla="*/ 67532 h 183451"/>
              <a:gd name="connsiteX13" fmla="*/ 153760 w 366044"/>
              <a:gd name="connsiteY13" fmla="*/ 63722 h 183451"/>
              <a:gd name="connsiteX14" fmla="*/ 91440 w 366044"/>
              <a:gd name="connsiteY14" fmla="*/ 15335 h 183451"/>
              <a:gd name="connsiteX15" fmla="*/ 15177 w 366044"/>
              <a:gd name="connsiteY15" fmla="*/ 91726 h 183451"/>
              <a:gd name="connsiteX16" fmla="*/ 91440 w 366044"/>
              <a:gd name="connsiteY16" fmla="*/ 168116 h 183451"/>
              <a:gd name="connsiteX17" fmla="*/ 176620 w 366044"/>
              <a:gd name="connsiteY17" fmla="*/ 87916 h 183451"/>
              <a:gd name="connsiteX18" fmla="*/ 274510 w 366044"/>
              <a:gd name="connsiteY18" fmla="*/ 0 h 183451"/>
              <a:gd name="connsiteX19" fmla="*/ 366045 w 366044"/>
              <a:gd name="connsiteY19" fmla="*/ 91726 h 183451"/>
              <a:gd name="connsiteX20" fmla="*/ 274510 w 366044"/>
              <a:gd name="connsiteY20" fmla="*/ 183452 h 183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66044" h="183451">
                <a:moveTo>
                  <a:pt x="274605" y="183356"/>
                </a:moveTo>
                <a:cubicBezTo>
                  <a:pt x="224995" y="183356"/>
                  <a:pt x="193219" y="136208"/>
                  <a:pt x="191986" y="133731"/>
                </a:cubicBezTo>
                <a:cubicBezTo>
                  <a:pt x="189425" y="129921"/>
                  <a:pt x="190753" y="126111"/>
                  <a:pt x="194547" y="123539"/>
                </a:cubicBezTo>
                <a:cubicBezTo>
                  <a:pt x="197108" y="120968"/>
                  <a:pt x="202136" y="122301"/>
                  <a:pt x="204697" y="126111"/>
                </a:cubicBezTo>
                <a:cubicBezTo>
                  <a:pt x="204697" y="126111"/>
                  <a:pt x="233912" y="168116"/>
                  <a:pt x="274605" y="168116"/>
                </a:cubicBezTo>
                <a:cubicBezTo>
                  <a:pt x="315297" y="168116"/>
                  <a:pt x="350868" y="133731"/>
                  <a:pt x="350868" y="91726"/>
                </a:cubicBezTo>
                <a:cubicBezTo>
                  <a:pt x="350868" y="49721"/>
                  <a:pt x="316530" y="15335"/>
                  <a:pt x="274605" y="15335"/>
                </a:cubicBezTo>
                <a:cubicBezTo>
                  <a:pt x="240267" y="15335"/>
                  <a:pt x="214846" y="56102"/>
                  <a:pt x="189425" y="95536"/>
                </a:cubicBezTo>
                <a:cubicBezTo>
                  <a:pt x="162771" y="138875"/>
                  <a:pt x="133461" y="183452"/>
                  <a:pt x="91535" y="183452"/>
                </a:cubicBezTo>
                <a:cubicBezTo>
                  <a:pt x="40693" y="183452"/>
                  <a:pt x="0" y="142685"/>
                  <a:pt x="0" y="91726"/>
                </a:cubicBezTo>
                <a:cubicBezTo>
                  <a:pt x="0" y="40767"/>
                  <a:pt x="40693" y="0"/>
                  <a:pt x="91535" y="0"/>
                </a:cubicBezTo>
                <a:cubicBezTo>
                  <a:pt x="142377" y="0"/>
                  <a:pt x="166565" y="56007"/>
                  <a:pt x="167798" y="57341"/>
                </a:cubicBezTo>
                <a:cubicBezTo>
                  <a:pt x="169031" y="62389"/>
                  <a:pt x="166565" y="66294"/>
                  <a:pt x="162676" y="67532"/>
                </a:cubicBezTo>
                <a:cubicBezTo>
                  <a:pt x="158882" y="70104"/>
                  <a:pt x="155088" y="67532"/>
                  <a:pt x="153760" y="63722"/>
                </a:cubicBezTo>
                <a:cubicBezTo>
                  <a:pt x="152526" y="63722"/>
                  <a:pt x="132133" y="15335"/>
                  <a:pt x="91440" y="15335"/>
                </a:cubicBezTo>
                <a:cubicBezTo>
                  <a:pt x="50747" y="15335"/>
                  <a:pt x="15177" y="49721"/>
                  <a:pt x="15177" y="91726"/>
                </a:cubicBezTo>
                <a:cubicBezTo>
                  <a:pt x="15177" y="133731"/>
                  <a:pt x="49514" y="168116"/>
                  <a:pt x="91440" y="168116"/>
                </a:cubicBezTo>
                <a:cubicBezTo>
                  <a:pt x="125777" y="168116"/>
                  <a:pt x="151198" y="127349"/>
                  <a:pt x="176620" y="87916"/>
                </a:cubicBezTo>
                <a:cubicBezTo>
                  <a:pt x="203274" y="44577"/>
                  <a:pt x="232584" y="0"/>
                  <a:pt x="274510" y="0"/>
                </a:cubicBezTo>
                <a:cubicBezTo>
                  <a:pt x="325352" y="0"/>
                  <a:pt x="366045" y="40767"/>
                  <a:pt x="366045" y="91726"/>
                </a:cubicBezTo>
                <a:cubicBezTo>
                  <a:pt x="366045" y="142685"/>
                  <a:pt x="325352" y="183452"/>
                  <a:pt x="274510" y="18345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3" name="Graphic 190">
            <a:extLst>
              <a:ext uri="{FF2B5EF4-FFF2-40B4-BE49-F238E27FC236}">
                <a16:creationId xmlns:a16="http://schemas.microsoft.com/office/drawing/2014/main" id="{492E733E-F2E1-B577-0AA1-6E7561FD44F5}"/>
              </a:ext>
            </a:extLst>
          </p:cNvPr>
          <p:cNvSpPr/>
          <p:nvPr/>
        </p:nvSpPr>
        <p:spPr>
          <a:xfrm>
            <a:off x="11155501" y="2986908"/>
            <a:ext cx="490220" cy="245685"/>
          </a:xfrm>
          <a:custGeom>
            <a:avLst/>
            <a:gdLst>
              <a:gd name="connsiteX0" fmla="*/ 274605 w 366044"/>
              <a:gd name="connsiteY0" fmla="*/ 183356 h 183451"/>
              <a:gd name="connsiteX1" fmla="*/ 191986 w 366044"/>
              <a:gd name="connsiteY1" fmla="*/ 133731 h 183451"/>
              <a:gd name="connsiteX2" fmla="*/ 194547 w 366044"/>
              <a:gd name="connsiteY2" fmla="*/ 123539 h 183451"/>
              <a:gd name="connsiteX3" fmla="*/ 204697 w 366044"/>
              <a:gd name="connsiteY3" fmla="*/ 126111 h 183451"/>
              <a:gd name="connsiteX4" fmla="*/ 274605 w 366044"/>
              <a:gd name="connsiteY4" fmla="*/ 168116 h 183451"/>
              <a:gd name="connsiteX5" fmla="*/ 350868 w 366044"/>
              <a:gd name="connsiteY5" fmla="*/ 91726 h 183451"/>
              <a:gd name="connsiteX6" fmla="*/ 274605 w 366044"/>
              <a:gd name="connsiteY6" fmla="*/ 15335 h 183451"/>
              <a:gd name="connsiteX7" fmla="*/ 189425 w 366044"/>
              <a:gd name="connsiteY7" fmla="*/ 95536 h 183451"/>
              <a:gd name="connsiteX8" fmla="*/ 91535 w 366044"/>
              <a:gd name="connsiteY8" fmla="*/ 183452 h 183451"/>
              <a:gd name="connsiteX9" fmla="*/ 0 w 366044"/>
              <a:gd name="connsiteY9" fmla="*/ 91726 h 183451"/>
              <a:gd name="connsiteX10" fmla="*/ 91535 w 366044"/>
              <a:gd name="connsiteY10" fmla="*/ 0 h 183451"/>
              <a:gd name="connsiteX11" fmla="*/ 167798 w 366044"/>
              <a:gd name="connsiteY11" fmla="*/ 57341 h 183451"/>
              <a:gd name="connsiteX12" fmla="*/ 162676 w 366044"/>
              <a:gd name="connsiteY12" fmla="*/ 67532 h 183451"/>
              <a:gd name="connsiteX13" fmla="*/ 153760 w 366044"/>
              <a:gd name="connsiteY13" fmla="*/ 63722 h 183451"/>
              <a:gd name="connsiteX14" fmla="*/ 91440 w 366044"/>
              <a:gd name="connsiteY14" fmla="*/ 15335 h 183451"/>
              <a:gd name="connsiteX15" fmla="*/ 15177 w 366044"/>
              <a:gd name="connsiteY15" fmla="*/ 91726 h 183451"/>
              <a:gd name="connsiteX16" fmla="*/ 91440 w 366044"/>
              <a:gd name="connsiteY16" fmla="*/ 168116 h 183451"/>
              <a:gd name="connsiteX17" fmla="*/ 176620 w 366044"/>
              <a:gd name="connsiteY17" fmla="*/ 87916 h 183451"/>
              <a:gd name="connsiteX18" fmla="*/ 274510 w 366044"/>
              <a:gd name="connsiteY18" fmla="*/ 0 h 183451"/>
              <a:gd name="connsiteX19" fmla="*/ 366045 w 366044"/>
              <a:gd name="connsiteY19" fmla="*/ 91726 h 183451"/>
              <a:gd name="connsiteX20" fmla="*/ 274510 w 366044"/>
              <a:gd name="connsiteY20" fmla="*/ 183452 h 183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66044" h="183451">
                <a:moveTo>
                  <a:pt x="274605" y="183356"/>
                </a:moveTo>
                <a:cubicBezTo>
                  <a:pt x="224995" y="183356"/>
                  <a:pt x="193219" y="136208"/>
                  <a:pt x="191986" y="133731"/>
                </a:cubicBezTo>
                <a:cubicBezTo>
                  <a:pt x="189425" y="129921"/>
                  <a:pt x="190753" y="126111"/>
                  <a:pt x="194547" y="123539"/>
                </a:cubicBezTo>
                <a:cubicBezTo>
                  <a:pt x="197108" y="120968"/>
                  <a:pt x="202136" y="122301"/>
                  <a:pt x="204697" y="126111"/>
                </a:cubicBezTo>
                <a:cubicBezTo>
                  <a:pt x="204697" y="126111"/>
                  <a:pt x="233912" y="168116"/>
                  <a:pt x="274605" y="168116"/>
                </a:cubicBezTo>
                <a:cubicBezTo>
                  <a:pt x="315297" y="168116"/>
                  <a:pt x="350868" y="133731"/>
                  <a:pt x="350868" y="91726"/>
                </a:cubicBezTo>
                <a:cubicBezTo>
                  <a:pt x="350868" y="49721"/>
                  <a:pt x="316530" y="15335"/>
                  <a:pt x="274605" y="15335"/>
                </a:cubicBezTo>
                <a:cubicBezTo>
                  <a:pt x="240267" y="15335"/>
                  <a:pt x="214846" y="56102"/>
                  <a:pt x="189425" y="95536"/>
                </a:cubicBezTo>
                <a:cubicBezTo>
                  <a:pt x="162771" y="138875"/>
                  <a:pt x="133461" y="183452"/>
                  <a:pt x="91535" y="183452"/>
                </a:cubicBezTo>
                <a:cubicBezTo>
                  <a:pt x="40693" y="183452"/>
                  <a:pt x="0" y="142685"/>
                  <a:pt x="0" y="91726"/>
                </a:cubicBezTo>
                <a:cubicBezTo>
                  <a:pt x="0" y="40767"/>
                  <a:pt x="40693" y="0"/>
                  <a:pt x="91535" y="0"/>
                </a:cubicBezTo>
                <a:cubicBezTo>
                  <a:pt x="142377" y="0"/>
                  <a:pt x="166565" y="56007"/>
                  <a:pt x="167798" y="57341"/>
                </a:cubicBezTo>
                <a:cubicBezTo>
                  <a:pt x="169031" y="62389"/>
                  <a:pt x="166565" y="66294"/>
                  <a:pt x="162676" y="67532"/>
                </a:cubicBezTo>
                <a:cubicBezTo>
                  <a:pt x="158882" y="70104"/>
                  <a:pt x="155088" y="67532"/>
                  <a:pt x="153760" y="63722"/>
                </a:cubicBezTo>
                <a:cubicBezTo>
                  <a:pt x="152526" y="63722"/>
                  <a:pt x="132133" y="15335"/>
                  <a:pt x="91440" y="15335"/>
                </a:cubicBezTo>
                <a:cubicBezTo>
                  <a:pt x="50747" y="15335"/>
                  <a:pt x="15177" y="49721"/>
                  <a:pt x="15177" y="91726"/>
                </a:cubicBezTo>
                <a:cubicBezTo>
                  <a:pt x="15177" y="133731"/>
                  <a:pt x="49514" y="168116"/>
                  <a:pt x="91440" y="168116"/>
                </a:cubicBezTo>
                <a:cubicBezTo>
                  <a:pt x="125777" y="168116"/>
                  <a:pt x="151198" y="127349"/>
                  <a:pt x="176620" y="87916"/>
                </a:cubicBezTo>
                <a:cubicBezTo>
                  <a:pt x="203274" y="44577"/>
                  <a:pt x="232584" y="0"/>
                  <a:pt x="274510" y="0"/>
                </a:cubicBezTo>
                <a:cubicBezTo>
                  <a:pt x="325352" y="0"/>
                  <a:pt x="366045" y="40767"/>
                  <a:pt x="366045" y="91726"/>
                </a:cubicBezTo>
                <a:cubicBezTo>
                  <a:pt x="366045" y="142685"/>
                  <a:pt x="325352" y="183452"/>
                  <a:pt x="274510" y="18345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4" name="Graphic 190">
            <a:extLst>
              <a:ext uri="{FF2B5EF4-FFF2-40B4-BE49-F238E27FC236}">
                <a16:creationId xmlns:a16="http://schemas.microsoft.com/office/drawing/2014/main" id="{A3201CB0-9F9F-DB7A-EFA3-AE5DBA70EB64}"/>
              </a:ext>
            </a:extLst>
          </p:cNvPr>
          <p:cNvSpPr/>
          <p:nvPr/>
        </p:nvSpPr>
        <p:spPr>
          <a:xfrm>
            <a:off x="10382616" y="3611022"/>
            <a:ext cx="490220" cy="245685"/>
          </a:xfrm>
          <a:custGeom>
            <a:avLst/>
            <a:gdLst>
              <a:gd name="connsiteX0" fmla="*/ 274605 w 366044"/>
              <a:gd name="connsiteY0" fmla="*/ 183356 h 183451"/>
              <a:gd name="connsiteX1" fmla="*/ 191986 w 366044"/>
              <a:gd name="connsiteY1" fmla="*/ 133731 h 183451"/>
              <a:gd name="connsiteX2" fmla="*/ 194547 w 366044"/>
              <a:gd name="connsiteY2" fmla="*/ 123539 h 183451"/>
              <a:gd name="connsiteX3" fmla="*/ 204697 w 366044"/>
              <a:gd name="connsiteY3" fmla="*/ 126111 h 183451"/>
              <a:gd name="connsiteX4" fmla="*/ 274605 w 366044"/>
              <a:gd name="connsiteY4" fmla="*/ 168116 h 183451"/>
              <a:gd name="connsiteX5" fmla="*/ 350868 w 366044"/>
              <a:gd name="connsiteY5" fmla="*/ 91726 h 183451"/>
              <a:gd name="connsiteX6" fmla="*/ 274605 w 366044"/>
              <a:gd name="connsiteY6" fmla="*/ 15335 h 183451"/>
              <a:gd name="connsiteX7" fmla="*/ 189425 w 366044"/>
              <a:gd name="connsiteY7" fmla="*/ 95536 h 183451"/>
              <a:gd name="connsiteX8" fmla="*/ 91535 w 366044"/>
              <a:gd name="connsiteY8" fmla="*/ 183452 h 183451"/>
              <a:gd name="connsiteX9" fmla="*/ 0 w 366044"/>
              <a:gd name="connsiteY9" fmla="*/ 91726 h 183451"/>
              <a:gd name="connsiteX10" fmla="*/ 91535 w 366044"/>
              <a:gd name="connsiteY10" fmla="*/ 0 h 183451"/>
              <a:gd name="connsiteX11" fmla="*/ 167798 w 366044"/>
              <a:gd name="connsiteY11" fmla="*/ 57341 h 183451"/>
              <a:gd name="connsiteX12" fmla="*/ 162676 w 366044"/>
              <a:gd name="connsiteY12" fmla="*/ 67532 h 183451"/>
              <a:gd name="connsiteX13" fmla="*/ 153760 w 366044"/>
              <a:gd name="connsiteY13" fmla="*/ 63722 h 183451"/>
              <a:gd name="connsiteX14" fmla="*/ 91440 w 366044"/>
              <a:gd name="connsiteY14" fmla="*/ 15335 h 183451"/>
              <a:gd name="connsiteX15" fmla="*/ 15177 w 366044"/>
              <a:gd name="connsiteY15" fmla="*/ 91726 h 183451"/>
              <a:gd name="connsiteX16" fmla="*/ 91440 w 366044"/>
              <a:gd name="connsiteY16" fmla="*/ 168116 h 183451"/>
              <a:gd name="connsiteX17" fmla="*/ 176620 w 366044"/>
              <a:gd name="connsiteY17" fmla="*/ 87916 h 183451"/>
              <a:gd name="connsiteX18" fmla="*/ 274510 w 366044"/>
              <a:gd name="connsiteY18" fmla="*/ 0 h 183451"/>
              <a:gd name="connsiteX19" fmla="*/ 366045 w 366044"/>
              <a:gd name="connsiteY19" fmla="*/ 91726 h 183451"/>
              <a:gd name="connsiteX20" fmla="*/ 274510 w 366044"/>
              <a:gd name="connsiteY20" fmla="*/ 183452 h 183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66044" h="183451">
                <a:moveTo>
                  <a:pt x="274605" y="183356"/>
                </a:moveTo>
                <a:cubicBezTo>
                  <a:pt x="224995" y="183356"/>
                  <a:pt x="193219" y="136208"/>
                  <a:pt x="191986" y="133731"/>
                </a:cubicBezTo>
                <a:cubicBezTo>
                  <a:pt x="189425" y="129921"/>
                  <a:pt x="190753" y="126111"/>
                  <a:pt x="194547" y="123539"/>
                </a:cubicBezTo>
                <a:cubicBezTo>
                  <a:pt x="197108" y="120968"/>
                  <a:pt x="202136" y="122301"/>
                  <a:pt x="204697" y="126111"/>
                </a:cubicBezTo>
                <a:cubicBezTo>
                  <a:pt x="204697" y="126111"/>
                  <a:pt x="233912" y="168116"/>
                  <a:pt x="274605" y="168116"/>
                </a:cubicBezTo>
                <a:cubicBezTo>
                  <a:pt x="315297" y="168116"/>
                  <a:pt x="350868" y="133731"/>
                  <a:pt x="350868" y="91726"/>
                </a:cubicBezTo>
                <a:cubicBezTo>
                  <a:pt x="350868" y="49721"/>
                  <a:pt x="316530" y="15335"/>
                  <a:pt x="274605" y="15335"/>
                </a:cubicBezTo>
                <a:cubicBezTo>
                  <a:pt x="240267" y="15335"/>
                  <a:pt x="214846" y="56102"/>
                  <a:pt x="189425" y="95536"/>
                </a:cubicBezTo>
                <a:cubicBezTo>
                  <a:pt x="162771" y="138875"/>
                  <a:pt x="133461" y="183452"/>
                  <a:pt x="91535" y="183452"/>
                </a:cubicBezTo>
                <a:cubicBezTo>
                  <a:pt x="40693" y="183452"/>
                  <a:pt x="0" y="142685"/>
                  <a:pt x="0" y="91726"/>
                </a:cubicBezTo>
                <a:cubicBezTo>
                  <a:pt x="0" y="40767"/>
                  <a:pt x="40693" y="0"/>
                  <a:pt x="91535" y="0"/>
                </a:cubicBezTo>
                <a:cubicBezTo>
                  <a:pt x="142377" y="0"/>
                  <a:pt x="166565" y="56007"/>
                  <a:pt x="167798" y="57341"/>
                </a:cubicBezTo>
                <a:cubicBezTo>
                  <a:pt x="169031" y="62389"/>
                  <a:pt x="166565" y="66294"/>
                  <a:pt x="162676" y="67532"/>
                </a:cubicBezTo>
                <a:cubicBezTo>
                  <a:pt x="158882" y="70104"/>
                  <a:pt x="155088" y="67532"/>
                  <a:pt x="153760" y="63722"/>
                </a:cubicBezTo>
                <a:cubicBezTo>
                  <a:pt x="152526" y="63722"/>
                  <a:pt x="132133" y="15335"/>
                  <a:pt x="91440" y="15335"/>
                </a:cubicBezTo>
                <a:cubicBezTo>
                  <a:pt x="50747" y="15335"/>
                  <a:pt x="15177" y="49721"/>
                  <a:pt x="15177" y="91726"/>
                </a:cubicBezTo>
                <a:cubicBezTo>
                  <a:pt x="15177" y="133731"/>
                  <a:pt x="49514" y="168116"/>
                  <a:pt x="91440" y="168116"/>
                </a:cubicBezTo>
                <a:cubicBezTo>
                  <a:pt x="125777" y="168116"/>
                  <a:pt x="151198" y="127349"/>
                  <a:pt x="176620" y="87916"/>
                </a:cubicBezTo>
                <a:cubicBezTo>
                  <a:pt x="203274" y="44577"/>
                  <a:pt x="232584" y="0"/>
                  <a:pt x="274510" y="0"/>
                </a:cubicBezTo>
                <a:cubicBezTo>
                  <a:pt x="325352" y="0"/>
                  <a:pt x="366045" y="40767"/>
                  <a:pt x="366045" y="91726"/>
                </a:cubicBezTo>
                <a:cubicBezTo>
                  <a:pt x="366045" y="142685"/>
                  <a:pt x="325352" y="183452"/>
                  <a:pt x="274510" y="18345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5" name="Graphic 190">
            <a:extLst>
              <a:ext uri="{FF2B5EF4-FFF2-40B4-BE49-F238E27FC236}">
                <a16:creationId xmlns:a16="http://schemas.microsoft.com/office/drawing/2014/main" id="{8F846DA8-1349-D942-69D5-4718BA6C29C6}"/>
              </a:ext>
            </a:extLst>
          </p:cNvPr>
          <p:cNvSpPr/>
          <p:nvPr/>
        </p:nvSpPr>
        <p:spPr>
          <a:xfrm>
            <a:off x="11155501" y="3611022"/>
            <a:ext cx="490220" cy="245685"/>
          </a:xfrm>
          <a:custGeom>
            <a:avLst/>
            <a:gdLst>
              <a:gd name="connsiteX0" fmla="*/ 274605 w 366044"/>
              <a:gd name="connsiteY0" fmla="*/ 183356 h 183451"/>
              <a:gd name="connsiteX1" fmla="*/ 191986 w 366044"/>
              <a:gd name="connsiteY1" fmla="*/ 133731 h 183451"/>
              <a:gd name="connsiteX2" fmla="*/ 194547 w 366044"/>
              <a:gd name="connsiteY2" fmla="*/ 123539 h 183451"/>
              <a:gd name="connsiteX3" fmla="*/ 204697 w 366044"/>
              <a:gd name="connsiteY3" fmla="*/ 126111 h 183451"/>
              <a:gd name="connsiteX4" fmla="*/ 274605 w 366044"/>
              <a:gd name="connsiteY4" fmla="*/ 168116 h 183451"/>
              <a:gd name="connsiteX5" fmla="*/ 350868 w 366044"/>
              <a:gd name="connsiteY5" fmla="*/ 91726 h 183451"/>
              <a:gd name="connsiteX6" fmla="*/ 274605 w 366044"/>
              <a:gd name="connsiteY6" fmla="*/ 15335 h 183451"/>
              <a:gd name="connsiteX7" fmla="*/ 189425 w 366044"/>
              <a:gd name="connsiteY7" fmla="*/ 95536 h 183451"/>
              <a:gd name="connsiteX8" fmla="*/ 91535 w 366044"/>
              <a:gd name="connsiteY8" fmla="*/ 183452 h 183451"/>
              <a:gd name="connsiteX9" fmla="*/ 0 w 366044"/>
              <a:gd name="connsiteY9" fmla="*/ 91726 h 183451"/>
              <a:gd name="connsiteX10" fmla="*/ 91535 w 366044"/>
              <a:gd name="connsiteY10" fmla="*/ 0 h 183451"/>
              <a:gd name="connsiteX11" fmla="*/ 167798 w 366044"/>
              <a:gd name="connsiteY11" fmla="*/ 57341 h 183451"/>
              <a:gd name="connsiteX12" fmla="*/ 162676 w 366044"/>
              <a:gd name="connsiteY12" fmla="*/ 67532 h 183451"/>
              <a:gd name="connsiteX13" fmla="*/ 153760 w 366044"/>
              <a:gd name="connsiteY13" fmla="*/ 63722 h 183451"/>
              <a:gd name="connsiteX14" fmla="*/ 91440 w 366044"/>
              <a:gd name="connsiteY14" fmla="*/ 15335 h 183451"/>
              <a:gd name="connsiteX15" fmla="*/ 15177 w 366044"/>
              <a:gd name="connsiteY15" fmla="*/ 91726 h 183451"/>
              <a:gd name="connsiteX16" fmla="*/ 91440 w 366044"/>
              <a:gd name="connsiteY16" fmla="*/ 168116 h 183451"/>
              <a:gd name="connsiteX17" fmla="*/ 176620 w 366044"/>
              <a:gd name="connsiteY17" fmla="*/ 87916 h 183451"/>
              <a:gd name="connsiteX18" fmla="*/ 274510 w 366044"/>
              <a:gd name="connsiteY18" fmla="*/ 0 h 183451"/>
              <a:gd name="connsiteX19" fmla="*/ 366045 w 366044"/>
              <a:gd name="connsiteY19" fmla="*/ 91726 h 183451"/>
              <a:gd name="connsiteX20" fmla="*/ 274510 w 366044"/>
              <a:gd name="connsiteY20" fmla="*/ 183452 h 183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66044" h="183451">
                <a:moveTo>
                  <a:pt x="274605" y="183356"/>
                </a:moveTo>
                <a:cubicBezTo>
                  <a:pt x="224995" y="183356"/>
                  <a:pt x="193219" y="136208"/>
                  <a:pt x="191986" y="133731"/>
                </a:cubicBezTo>
                <a:cubicBezTo>
                  <a:pt x="189425" y="129921"/>
                  <a:pt x="190753" y="126111"/>
                  <a:pt x="194547" y="123539"/>
                </a:cubicBezTo>
                <a:cubicBezTo>
                  <a:pt x="197108" y="120968"/>
                  <a:pt x="202136" y="122301"/>
                  <a:pt x="204697" y="126111"/>
                </a:cubicBezTo>
                <a:cubicBezTo>
                  <a:pt x="204697" y="126111"/>
                  <a:pt x="233912" y="168116"/>
                  <a:pt x="274605" y="168116"/>
                </a:cubicBezTo>
                <a:cubicBezTo>
                  <a:pt x="315297" y="168116"/>
                  <a:pt x="350868" y="133731"/>
                  <a:pt x="350868" y="91726"/>
                </a:cubicBezTo>
                <a:cubicBezTo>
                  <a:pt x="350868" y="49721"/>
                  <a:pt x="316530" y="15335"/>
                  <a:pt x="274605" y="15335"/>
                </a:cubicBezTo>
                <a:cubicBezTo>
                  <a:pt x="240267" y="15335"/>
                  <a:pt x="214846" y="56102"/>
                  <a:pt x="189425" y="95536"/>
                </a:cubicBezTo>
                <a:cubicBezTo>
                  <a:pt x="162771" y="138875"/>
                  <a:pt x="133461" y="183452"/>
                  <a:pt x="91535" y="183452"/>
                </a:cubicBezTo>
                <a:cubicBezTo>
                  <a:pt x="40693" y="183452"/>
                  <a:pt x="0" y="142685"/>
                  <a:pt x="0" y="91726"/>
                </a:cubicBezTo>
                <a:cubicBezTo>
                  <a:pt x="0" y="40767"/>
                  <a:pt x="40693" y="0"/>
                  <a:pt x="91535" y="0"/>
                </a:cubicBezTo>
                <a:cubicBezTo>
                  <a:pt x="142377" y="0"/>
                  <a:pt x="166565" y="56007"/>
                  <a:pt x="167798" y="57341"/>
                </a:cubicBezTo>
                <a:cubicBezTo>
                  <a:pt x="169031" y="62389"/>
                  <a:pt x="166565" y="66294"/>
                  <a:pt x="162676" y="67532"/>
                </a:cubicBezTo>
                <a:cubicBezTo>
                  <a:pt x="158882" y="70104"/>
                  <a:pt x="155088" y="67532"/>
                  <a:pt x="153760" y="63722"/>
                </a:cubicBezTo>
                <a:cubicBezTo>
                  <a:pt x="152526" y="63722"/>
                  <a:pt x="132133" y="15335"/>
                  <a:pt x="91440" y="15335"/>
                </a:cubicBezTo>
                <a:cubicBezTo>
                  <a:pt x="50747" y="15335"/>
                  <a:pt x="15177" y="49721"/>
                  <a:pt x="15177" y="91726"/>
                </a:cubicBezTo>
                <a:cubicBezTo>
                  <a:pt x="15177" y="133731"/>
                  <a:pt x="49514" y="168116"/>
                  <a:pt x="91440" y="168116"/>
                </a:cubicBezTo>
                <a:cubicBezTo>
                  <a:pt x="125777" y="168116"/>
                  <a:pt x="151198" y="127349"/>
                  <a:pt x="176620" y="87916"/>
                </a:cubicBezTo>
                <a:cubicBezTo>
                  <a:pt x="203274" y="44577"/>
                  <a:pt x="232584" y="0"/>
                  <a:pt x="274510" y="0"/>
                </a:cubicBezTo>
                <a:cubicBezTo>
                  <a:pt x="325352" y="0"/>
                  <a:pt x="366045" y="40767"/>
                  <a:pt x="366045" y="91726"/>
                </a:cubicBezTo>
                <a:cubicBezTo>
                  <a:pt x="366045" y="142685"/>
                  <a:pt x="325352" y="183452"/>
                  <a:pt x="274510" y="18345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8" name="Graphic 196">
            <a:extLst>
              <a:ext uri="{FF2B5EF4-FFF2-40B4-BE49-F238E27FC236}">
                <a16:creationId xmlns:a16="http://schemas.microsoft.com/office/drawing/2014/main" id="{A3DF3CE1-B6FB-99DA-C952-DA9BEEDB32DF}"/>
              </a:ext>
            </a:extLst>
          </p:cNvPr>
          <p:cNvSpPr/>
          <p:nvPr/>
        </p:nvSpPr>
        <p:spPr>
          <a:xfrm>
            <a:off x="562759" y="4954067"/>
            <a:ext cx="412142" cy="412851"/>
          </a:xfrm>
          <a:custGeom>
            <a:avLst/>
            <a:gdLst>
              <a:gd name="connsiteX0" fmla="*/ 155562 w 311123"/>
              <a:gd name="connsiteY0" fmla="*/ 0 h 311658"/>
              <a:gd name="connsiteX1" fmla="*/ 0 w 311123"/>
              <a:gd name="connsiteY1" fmla="*/ 155829 h 311658"/>
              <a:gd name="connsiteX2" fmla="*/ 155562 w 311123"/>
              <a:gd name="connsiteY2" fmla="*/ 311658 h 311658"/>
              <a:gd name="connsiteX3" fmla="*/ 311124 w 311123"/>
              <a:gd name="connsiteY3" fmla="*/ 155829 h 311658"/>
              <a:gd name="connsiteX4" fmla="*/ 155562 w 311123"/>
              <a:gd name="connsiteY4" fmla="*/ 0 h 311658"/>
              <a:gd name="connsiteX5" fmla="*/ 155562 w 311123"/>
              <a:gd name="connsiteY5" fmla="*/ 298133 h 311658"/>
              <a:gd name="connsiteX6" fmla="*/ 13469 w 311123"/>
              <a:gd name="connsiteY6" fmla="*/ 155829 h 311658"/>
              <a:gd name="connsiteX7" fmla="*/ 155562 w 311123"/>
              <a:gd name="connsiteY7" fmla="*/ 13525 h 311658"/>
              <a:gd name="connsiteX8" fmla="*/ 297654 w 311123"/>
              <a:gd name="connsiteY8" fmla="*/ 155829 h 311658"/>
              <a:gd name="connsiteX9" fmla="*/ 155562 w 311123"/>
              <a:gd name="connsiteY9" fmla="*/ 298133 h 311658"/>
              <a:gd name="connsiteX10" fmla="*/ 243208 w 311123"/>
              <a:gd name="connsiteY10" fmla="*/ 155829 h 311658"/>
              <a:gd name="connsiteX11" fmla="*/ 236473 w 311123"/>
              <a:gd name="connsiteY11" fmla="*/ 162306 h 311658"/>
              <a:gd name="connsiteX12" fmla="*/ 162391 w 311123"/>
              <a:gd name="connsiteY12" fmla="*/ 162306 h 311658"/>
              <a:gd name="connsiteX13" fmla="*/ 162391 w 311123"/>
              <a:gd name="connsiteY13" fmla="*/ 237458 h 311658"/>
              <a:gd name="connsiteX14" fmla="*/ 155562 w 311123"/>
              <a:gd name="connsiteY14" fmla="*/ 244221 h 311658"/>
              <a:gd name="connsiteX15" fmla="*/ 148732 w 311123"/>
              <a:gd name="connsiteY15" fmla="*/ 237458 h 311658"/>
              <a:gd name="connsiteX16" fmla="*/ 148732 w 311123"/>
              <a:gd name="connsiteY16" fmla="*/ 162306 h 311658"/>
              <a:gd name="connsiteX17" fmla="*/ 74651 w 311123"/>
              <a:gd name="connsiteY17" fmla="*/ 162306 h 311658"/>
              <a:gd name="connsiteX18" fmla="*/ 67916 w 311123"/>
              <a:gd name="connsiteY18" fmla="*/ 155829 h 311658"/>
              <a:gd name="connsiteX19" fmla="*/ 74651 w 311123"/>
              <a:gd name="connsiteY19" fmla="*/ 149352 h 311658"/>
              <a:gd name="connsiteX20" fmla="*/ 148732 w 311123"/>
              <a:gd name="connsiteY20" fmla="*/ 149352 h 311658"/>
              <a:gd name="connsiteX21" fmla="*/ 148732 w 311123"/>
              <a:gd name="connsiteY21" fmla="*/ 74200 h 311658"/>
              <a:gd name="connsiteX22" fmla="*/ 155562 w 311123"/>
              <a:gd name="connsiteY22" fmla="*/ 67437 h 311658"/>
              <a:gd name="connsiteX23" fmla="*/ 162391 w 311123"/>
              <a:gd name="connsiteY23" fmla="*/ 74200 h 311658"/>
              <a:gd name="connsiteX24" fmla="*/ 162391 w 311123"/>
              <a:gd name="connsiteY24" fmla="*/ 149352 h 311658"/>
              <a:gd name="connsiteX25" fmla="*/ 236473 w 311123"/>
              <a:gd name="connsiteY25" fmla="*/ 149352 h 311658"/>
              <a:gd name="connsiteX26" fmla="*/ 243208 w 311123"/>
              <a:gd name="connsiteY26" fmla="*/ 155829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11123" h="311658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6"/>
                  <a:pt x="13469" y="155829"/>
                </a:cubicBezTo>
                <a:cubicBezTo>
                  <a:pt x="13469" y="76771"/>
                  <a:pt x="77686" y="13525"/>
                  <a:pt x="155562" y="13525"/>
                </a:cubicBezTo>
                <a:cubicBezTo>
                  <a:pt x="233438" y="13525"/>
                  <a:pt x="297654" y="77915"/>
                  <a:pt x="297654" y="155829"/>
                </a:cubicBezTo>
                <a:cubicBezTo>
                  <a:pt x="297654" y="233744"/>
                  <a:pt x="234481" y="298133"/>
                  <a:pt x="155562" y="298133"/>
                </a:cubicBezTo>
                <a:close/>
                <a:moveTo>
                  <a:pt x="243208" y="155829"/>
                </a:moveTo>
                <a:cubicBezTo>
                  <a:pt x="243208" y="160211"/>
                  <a:pt x="240931" y="162306"/>
                  <a:pt x="236473" y="162306"/>
                </a:cubicBezTo>
                <a:lnTo>
                  <a:pt x="162391" y="162306"/>
                </a:lnTo>
                <a:lnTo>
                  <a:pt x="162391" y="237458"/>
                </a:lnTo>
                <a:cubicBezTo>
                  <a:pt x="162391" y="242030"/>
                  <a:pt x="160115" y="244221"/>
                  <a:pt x="155562" y="244221"/>
                </a:cubicBezTo>
                <a:cubicBezTo>
                  <a:pt x="152147" y="244221"/>
                  <a:pt x="148732" y="241935"/>
                  <a:pt x="148732" y="237458"/>
                </a:cubicBezTo>
                <a:lnTo>
                  <a:pt x="148732" y="162306"/>
                </a:ln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148732" y="149352"/>
                </a:lnTo>
                <a:lnTo>
                  <a:pt x="148732" y="74200"/>
                </a:lnTo>
                <a:cubicBezTo>
                  <a:pt x="148732" y="70771"/>
                  <a:pt x="152147" y="67437"/>
                  <a:pt x="155562" y="67437"/>
                </a:cubicBezTo>
                <a:cubicBezTo>
                  <a:pt x="160115" y="67437"/>
                  <a:pt x="162391" y="70866"/>
                  <a:pt x="162391" y="74200"/>
                </a:cubicBezTo>
                <a:lnTo>
                  <a:pt x="162391" y="149352"/>
                </a:lnTo>
                <a:lnTo>
                  <a:pt x="236473" y="149352"/>
                </a:lnTo>
                <a:cubicBezTo>
                  <a:pt x="240931" y="149352"/>
                  <a:pt x="243208" y="152590"/>
                  <a:pt x="243208" y="155829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99" name="Graphic 196">
            <a:extLst>
              <a:ext uri="{FF2B5EF4-FFF2-40B4-BE49-F238E27FC236}">
                <a16:creationId xmlns:a16="http://schemas.microsoft.com/office/drawing/2014/main" id="{C7DE20CF-F16F-D016-66DB-05A52D19691D}"/>
              </a:ext>
            </a:extLst>
          </p:cNvPr>
          <p:cNvSpPr/>
          <p:nvPr/>
        </p:nvSpPr>
        <p:spPr>
          <a:xfrm>
            <a:off x="1342902" y="4954067"/>
            <a:ext cx="412142" cy="412851"/>
          </a:xfrm>
          <a:custGeom>
            <a:avLst/>
            <a:gdLst>
              <a:gd name="connsiteX0" fmla="*/ 155562 w 311123"/>
              <a:gd name="connsiteY0" fmla="*/ 0 h 311658"/>
              <a:gd name="connsiteX1" fmla="*/ 0 w 311123"/>
              <a:gd name="connsiteY1" fmla="*/ 155829 h 311658"/>
              <a:gd name="connsiteX2" fmla="*/ 155562 w 311123"/>
              <a:gd name="connsiteY2" fmla="*/ 311658 h 311658"/>
              <a:gd name="connsiteX3" fmla="*/ 311124 w 311123"/>
              <a:gd name="connsiteY3" fmla="*/ 155829 h 311658"/>
              <a:gd name="connsiteX4" fmla="*/ 155562 w 311123"/>
              <a:gd name="connsiteY4" fmla="*/ 0 h 311658"/>
              <a:gd name="connsiteX5" fmla="*/ 155562 w 311123"/>
              <a:gd name="connsiteY5" fmla="*/ 298133 h 311658"/>
              <a:gd name="connsiteX6" fmla="*/ 13469 w 311123"/>
              <a:gd name="connsiteY6" fmla="*/ 155829 h 311658"/>
              <a:gd name="connsiteX7" fmla="*/ 155562 w 311123"/>
              <a:gd name="connsiteY7" fmla="*/ 13525 h 311658"/>
              <a:gd name="connsiteX8" fmla="*/ 297654 w 311123"/>
              <a:gd name="connsiteY8" fmla="*/ 155829 h 311658"/>
              <a:gd name="connsiteX9" fmla="*/ 155562 w 311123"/>
              <a:gd name="connsiteY9" fmla="*/ 298133 h 311658"/>
              <a:gd name="connsiteX10" fmla="*/ 243208 w 311123"/>
              <a:gd name="connsiteY10" fmla="*/ 155829 h 311658"/>
              <a:gd name="connsiteX11" fmla="*/ 236473 w 311123"/>
              <a:gd name="connsiteY11" fmla="*/ 162306 h 311658"/>
              <a:gd name="connsiteX12" fmla="*/ 162391 w 311123"/>
              <a:gd name="connsiteY12" fmla="*/ 162306 h 311658"/>
              <a:gd name="connsiteX13" fmla="*/ 162391 w 311123"/>
              <a:gd name="connsiteY13" fmla="*/ 237458 h 311658"/>
              <a:gd name="connsiteX14" fmla="*/ 155562 w 311123"/>
              <a:gd name="connsiteY14" fmla="*/ 244221 h 311658"/>
              <a:gd name="connsiteX15" fmla="*/ 148732 w 311123"/>
              <a:gd name="connsiteY15" fmla="*/ 237458 h 311658"/>
              <a:gd name="connsiteX16" fmla="*/ 148732 w 311123"/>
              <a:gd name="connsiteY16" fmla="*/ 162306 h 311658"/>
              <a:gd name="connsiteX17" fmla="*/ 74651 w 311123"/>
              <a:gd name="connsiteY17" fmla="*/ 162306 h 311658"/>
              <a:gd name="connsiteX18" fmla="*/ 67916 w 311123"/>
              <a:gd name="connsiteY18" fmla="*/ 155829 h 311658"/>
              <a:gd name="connsiteX19" fmla="*/ 74651 w 311123"/>
              <a:gd name="connsiteY19" fmla="*/ 149352 h 311658"/>
              <a:gd name="connsiteX20" fmla="*/ 148732 w 311123"/>
              <a:gd name="connsiteY20" fmla="*/ 149352 h 311658"/>
              <a:gd name="connsiteX21" fmla="*/ 148732 w 311123"/>
              <a:gd name="connsiteY21" fmla="*/ 74200 h 311658"/>
              <a:gd name="connsiteX22" fmla="*/ 155562 w 311123"/>
              <a:gd name="connsiteY22" fmla="*/ 67437 h 311658"/>
              <a:gd name="connsiteX23" fmla="*/ 162391 w 311123"/>
              <a:gd name="connsiteY23" fmla="*/ 74200 h 311658"/>
              <a:gd name="connsiteX24" fmla="*/ 162391 w 311123"/>
              <a:gd name="connsiteY24" fmla="*/ 149352 h 311658"/>
              <a:gd name="connsiteX25" fmla="*/ 236473 w 311123"/>
              <a:gd name="connsiteY25" fmla="*/ 149352 h 311658"/>
              <a:gd name="connsiteX26" fmla="*/ 243208 w 311123"/>
              <a:gd name="connsiteY26" fmla="*/ 155829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11123" h="311658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6"/>
                  <a:pt x="13469" y="155829"/>
                </a:cubicBezTo>
                <a:cubicBezTo>
                  <a:pt x="13469" y="76771"/>
                  <a:pt x="77686" y="13525"/>
                  <a:pt x="155562" y="13525"/>
                </a:cubicBezTo>
                <a:cubicBezTo>
                  <a:pt x="233438" y="13525"/>
                  <a:pt x="297654" y="77915"/>
                  <a:pt x="297654" y="155829"/>
                </a:cubicBezTo>
                <a:cubicBezTo>
                  <a:pt x="297654" y="233744"/>
                  <a:pt x="234481" y="298133"/>
                  <a:pt x="155562" y="298133"/>
                </a:cubicBezTo>
                <a:close/>
                <a:moveTo>
                  <a:pt x="243208" y="155829"/>
                </a:moveTo>
                <a:cubicBezTo>
                  <a:pt x="243208" y="160211"/>
                  <a:pt x="240931" y="162306"/>
                  <a:pt x="236473" y="162306"/>
                </a:cubicBezTo>
                <a:lnTo>
                  <a:pt x="162391" y="162306"/>
                </a:lnTo>
                <a:lnTo>
                  <a:pt x="162391" y="237458"/>
                </a:lnTo>
                <a:cubicBezTo>
                  <a:pt x="162391" y="242030"/>
                  <a:pt x="160115" y="244221"/>
                  <a:pt x="155562" y="244221"/>
                </a:cubicBezTo>
                <a:cubicBezTo>
                  <a:pt x="152147" y="244221"/>
                  <a:pt x="148732" y="241935"/>
                  <a:pt x="148732" y="237458"/>
                </a:cubicBezTo>
                <a:lnTo>
                  <a:pt x="148732" y="162306"/>
                </a:ln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148732" y="149352"/>
                </a:lnTo>
                <a:lnTo>
                  <a:pt x="148732" y="74200"/>
                </a:lnTo>
                <a:cubicBezTo>
                  <a:pt x="148732" y="70771"/>
                  <a:pt x="152147" y="67437"/>
                  <a:pt x="155562" y="67437"/>
                </a:cubicBezTo>
                <a:cubicBezTo>
                  <a:pt x="160115" y="67437"/>
                  <a:pt x="162391" y="70866"/>
                  <a:pt x="162391" y="74200"/>
                </a:cubicBezTo>
                <a:lnTo>
                  <a:pt x="162391" y="149352"/>
                </a:lnTo>
                <a:lnTo>
                  <a:pt x="236473" y="149352"/>
                </a:lnTo>
                <a:cubicBezTo>
                  <a:pt x="240931" y="149352"/>
                  <a:pt x="243208" y="152590"/>
                  <a:pt x="243208" y="155829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0" name="Graphic 196">
            <a:extLst>
              <a:ext uri="{FF2B5EF4-FFF2-40B4-BE49-F238E27FC236}">
                <a16:creationId xmlns:a16="http://schemas.microsoft.com/office/drawing/2014/main" id="{9A92E969-9B44-ADC7-AA16-E4B18A16A997}"/>
              </a:ext>
            </a:extLst>
          </p:cNvPr>
          <p:cNvSpPr/>
          <p:nvPr/>
        </p:nvSpPr>
        <p:spPr>
          <a:xfrm>
            <a:off x="562759" y="5560038"/>
            <a:ext cx="412142" cy="412851"/>
          </a:xfrm>
          <a:custGeom>
            <a:avLst/>
            <a:gdLst>
              <a:gd name="connsiteX0" fmla="*/ 155562 w 311123"/>
              <a:gd name="connsiteY0" fmla="*/ 0 h 311658"/>
              <a:gd name="connsiteX1" fmla="*/ 0 w 311123"/>
              <a:gd name="connsiteY1" fmla="*/ 155829 h 311658"/>
              <a:gd name="connsiteX2" fmla="*/ 155562 w 311123"/>
              <a:gd name="connsiteY2" fmla="*/ 311658 h 311658"/>
              <a:gd name="connsiteX3" fmla="*/ 311124 w 311123"/>
              <a:gd name="connsiteY3" fmla="*/ 155829 h 311658"/>
              <a:gd name="connsiteX4" fmla="*/ 155562 w 311123"/>
              <a:gd name="connsiteY4" fmla="*/ 0 h 311658"/>
              <a:gd name="connsiteX5" fmla="*/ 155562 w 311123"/>
              <a:gd name="connsiteY5" fmla="*/ 298133 h 311658"/>
              <a:gd name="connsiteX6" fmla="*/ 13469 w 311123"/>
              <a:gd name="connsiteY6" fmla="*/ 155829 h 311658"/>
              <a:gd name="connsiteX7" fmla="*/ 155562 w 311123"/>
              <a:gd name="connsiteY7" fmla="*/ 13525 h 311658"/>
              <a:gd name="connsiteX8" fmla="*/ 297654 w 311123"/>
              <a:gd name="connsiteY8" fmla="*/ 155829 h 311658"/>
              <a:gd name="connsiteX9" fmla="*/ 155562 w 311123"/>
              <a:gd name="connsiteY9" fmla="*/ 298133 h 311658"/>
              <a:gd name="connsiteX10" fmla="*/ 243208 w 311123"/>
              <a:gd name="connsiteY10" fmla="*/ 155829 h 311658"/>
              <a:gd name="connsiteX11" fmla="*/ 236473 w 311123"/>
              <a:gd name="connsiteY11" fmla="*/ 162306 h 311658"/>
              <a:gd name="connsiteX12" fmla="*/ 162391 w 311123"/>
              <a:gd name="connsiteY12" fmla="*/ 162306 h 311658"/>
              <a:gd name="connsiteX13" fmla="*/ 162391 w 311123"/>
              <a:gd name="connsiteY13" fmla="*/ 237458 h 311658"/>
              <a:gd name="connsiteX14" fmla="*/ 155562 w 311123"/>
              <a:gd name="connsiteY14" fmla="*/ 244221 h 311658"/>
              <a:gd name="connsiteX15" fmla="*/ 148732 w 311123"/>
              <a:gd name="connsiteY15" fmla="*/ 237458 h 311658"/>
              <a:gd name="connsiteX16" fmla="*/ 148732 w 311123"/>
              <a:gd name="connsiteY16" fmla="*/ 162306 h 311658"/>
              <a:gd name="connsiteX17" fmla="*/ 74651 w 311123"/>
              <a:gd name="connsiteY17" fmla="*/ 162306 h 311658"/>
              <a:gd name="connsiteX18" fmla="*/ 67916 w 311123"/>
              <a:gd name="connsiteY18" fmla="*/ 155829 h 311658"/>
              <a:gd name="connsiteX19" fmla="*/ 74651 w 311123"/>
              <a:gd name="connsiteY19" fmla="*/ 149352 h 311658"/>
              <a:gd name="connsiteX20" fmla="*/ 148732 w 311123"/>
              <a:gd name="connsiteY20" fmla="*/ 149352 h 311658"/>
              <a:gd name="connsiteX21" fmla="*/ 148732 w 311123"/>
              <a:gd name="connsiteY21" fmla="*/ 74200 h 311658"/>
              <a:gd name="connsiteX22" fmla="*/ 155562 w 311123"/>
              <a:gd name="connsiteY22" fmla="*/ 67437 h 311658"/>
              <a:gd name="connsiteX23" fmla="*/ 162391 w 311123"/>
              <a:gd name="connsiteY23" fmla="*/ 74200 h 311658"/>
              <a:gd name="connsiteX24" fmla="*/ 162391 w 311123"/>
              <a:gd name="connsiteY24" fmla="*/ 149352 h 311658"/>
              <a:gd name="connsiteX25" fmla="*/ 236473 w 311123"/>
              <a:gd name="connsiteY25" fmla="*/ 149352 h 311658"/>
              <a:gd name="connsiteX26" fmla="*/ 243208 w 311123"/>
              <a:gd name="connsiteY26" fmla="*/ 155829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11123" h="311658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6"/>
                  <a:pt x="13469" y="155829"/>
                </a:cubicBezTo>
                <a:cubicBezTo>
                  <a:pt x="13469" y="76771"/>
                  <a:pt x="77686" y="13525"/>
                  <a:pt x="155562" y="13525"/>
                </a:cubicBezTo>
                <a:cubicBezTo>
                  <a:pt x="233438" y="13525"/>
                  <a:pt x="297654" y="77915"/>
                  <a:pt x="297654" y="155829"/>
                </a:cubicBezTo>
                <a:cubicBezTo>
                  <a:pt x="297654" y="233744"/>
                  <a:pt x="234481" y="298133"/>
                  <a:pt x="155562" y="298133"/>
                </a:cubicBezTo>
                <a:close/>
                <a:moveTo>
                  <a:pt x="243208" y="155829"/>
                </a:moveTo>
                <a:cubicBezTo>
                  <a:pt x="243208" y="160211"/>
                  <a:pt x="240931" y="162306"/>
                  <a:pt x="236473" y="162306"/>
                </a:cubicBezTo>
                <a:lnTo>
                  <a:pt x="162391" y="162306"/>
                </a:lnTo>
                <a:lnTo>
                  <a:pt x="162391" y="237458"/>
                </a:lnTo>
                <a:cubicBezTo>
                  <a:pt x="162391" y="242030"/>
                  <a:pt x="160115" y="244221"/>
                  <a:pt x="155562" y="244221"/>
                </a:cubicBezTo>
                <a:cubicBezTo>
                  <a:pt x="152147" y="244221"/>
                  <a:pt x="148732" y="241935"/>
                  <a:pt x="148732" y="237458"/>
                </a:cubicBezTo>
                <a:lnTo>
                  <a:pt x="148732" y="162306"/>
                </a:ln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148732" y="149352"/>
                </a:lnTo>
                <a:lnTo>
                  <a:pt x="148732" y="74200"/>
                </a:lnTo>
                <a:cubicBezTo>
                  <a:pt x="148732" y="70771"/>
                  <a:pt x="152147" y="67437"/>
                  <a:pt x="155562" y="67437"/>
                </a:cubicBezTo>
                <a:cubicBezTo>
                  <a:pt x="160115" y="67437"/>
                  <a:pt x="162391" y="70866"/>
                  <a:pt x="162391" y="74200"/>
                </a:cubicBezTo>
                <a:lnTo>
                  <a:pt x="162391" y="149352"/>
                </a:lnTo>
                <a:lnTo>
                  <a:pt x="236473" y="149352"/>
                </a:lnTo>
                <a:cubicBezTo>
                  <a:pt x="240931" y="149352"/>
                  <a:pt x="243208" y="152590"/>
                  <a:pt x="243208" y="155829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1" name="Graphic 196">
            <a:extLst>
              <a:ext uri="{FF2B5EF4-FFF2-40B4-BE49-F238E27FC236}">
                <a16:creationId xmlns:a16="http://schemas.microsoft.com/office/drawing/2014/main" id="{135DEB6D-BBEB-CA50-CEE2-05BB9D86FC50}"/>
              </a:ext>
            </a:extLst>
          </p:cNvPr>
          <p:cNvSpPr/>
          <p:nvPr/>
        </p:nvSpPr>
        <p:spPr>
          <a:xfrm>
            <a:off x="1342902" y="5560038"/>
            <a:ext cx="412142" cy="412851"/>
          </a:xfrm>
          <a:custGeom>
            <a:avLst/>
            <a:gdLst>
              <a:gd name="connsiteX0" fmla="*/ 155562 w 311123"/>
              <a:gd name="connsiteY0" fmla="*/ 0 h 311658"/>
              <a:gd name="connsiteX1" fmla="*/ 0 w 311123"/>
              <a:gd name="connsiteY1" fmla="*/ 155829 h 311658"/>
              <a:gd name="connsiteX2" fmla="*/ 155562 w 311123"/>
              <a:gd name="connsiteY2" fmla="*/ 311658 h 311658"/>
              <a:gd name="connsiteX3" fmla="*/ 311124 w 311123"/>
              <a:gd name="connsiteY3" fmla="*/ 155829 h 311658"/>
              <a:gd name="connsiteX4" fmla="*/ 155562 w 311123"/>
              <a:gd name="connsiteY4" fmla="*/ 0 h 311658"/>
              <a:gd name="connsiteX5" fmla="*/ 155562 w 311123"/>
              <a:gd name="connsiteY5" fmla="*/ 298133 h 311658"/>
              <a:gd name="connsiteX6" fmla="*/ 13469 w 311123"/>
              <a:gd name="connsiteY6" fmla="*/ 155829 h 311658"/>
              <a:gd name="connsiteX7" fmla="*/ 155562 w 311123"/>
              <a:gd name="connsiteY7" fmla="*/ 13525 h 311658"/>
              <a:gd name="connsiteX8" fmla="*/ 297654 w 311123"/>
              <a:gd name="connsiteY8" fmla="*/ 155829 h 311658"/>
              <a:gd name="connsiteX9" fmla="*/ 155562 w 311123"/>
              <a:gd name="connsiteY9" fmla="*/ 298133 h 311658"/>
              <a:gd name="connsiteX10" fmla="*/ 243208 w 311123"/>
              <a:gd name="connsiteY10" fmla="*/ 155829 h 311658"/>
              <a:gd name="connsiteX11" fmla="*/ 236473 w 311123"/>
              <a:gd name="connsiteY11" fmla="*/ 162306 h 311658"/>
              <a:gd name="connsiteX12" fmla="*/ 162391 w 311123"/>
              <a:gd name="connsiteY12" fmla="*/ 162306 h 311658"/>
              <a:gd name="connsiteX13" fmla="*/ 162391 w 311123"/>
              <a:gd name="connsiteY13" fmla="*/ 237458 h 311658"/>
              <a:gd name="connsiteX14" fmla="*/ 155562 w 311123"/>
              <a:gd name="connsiteY14" fmla="*/ 244221 h 311658"/>
              <a:gd name="connsiteX15" fmla="*/ 148732 w 311123"/>
              <a:gd name="connsiteY15" fmla="*/ 237458 h 311658"/>
              <a:gd name="connsiteX16" fmla="*/ 148732 w 311123"/>
              <a:gd name="connsiteY16" fmla="*/ 162306 h 311658"/>
              <a:gd name="connsiteX17" fmla="*/ 74651 w 311123"/>
              <a:gd name="connsiteY17" fmla="*/ 162306 h 311658"/>
              <a:gd name="connsiteX18" fmla="*/ 67916 w 311123"/>
              <a:gd name="connsiteY18" fmla="*/ 155829 h 311658"/>
              <a:gd name="connsiteX19" fmla="*/ 74651 w 311123"/>
              <a:gd name="connsiteY19" fmla="*/ 149352 h 311658"/>
              <a:gd name="connsiteX20" fmla="*/ 148732 w 311123"/>
              <a:gd name="connsiteY20" fmla="*/ 149352 h 311658"/>
              <a:gd name="connsiteX21" fmla="*/ 148732 w 311123"/>
              <a:gd name="connsiteY21" fmla="*/ 74200 h 311658"/>
              <a:gd name="connsiteX22" fmla="*/ 155562 w 311123"/>
              <a:gd name="connsiteY22" fmla="*/ 67437 h 311658"/>
              <a:gd name="connsiteX23" fmla="*/ 162391 w 311123"/>
              <a:gd name="connsiteY23" fmla="*/ 74200 h 311658"/>
              <a:gd name="connsiteX24" fmla="*/ 162391 w 311123"/>
              <a:gd name="connsiteY24" fmla="*/ 149352 h 311658"/>
              <a:gd name="connsiteX25" fmla="*/ 236473 w 311123"/>
              <a:gd name="connsiteY25" fmla="*/ 149352 h 311658"/>
              <a:gd name="connsiteX26" fmla="*/ 243208 w 311123"/>
              <a:gd name="connsiteY26" fmla="*/ 155829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11123" h="311658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6"/>
                  <a:pt x="13469" y="155829"/>
                </a:cubicBezTo>
                <a:cubicBezTo>
                  <a:pt x="13469" y="76771"/>
                  <a:pt x="77686" y="13525"/>
                  <a:pt x="155562" y="13525"/>
                </a:cubicBezTo>
                <a:cubicBezTo>
                  <a:pt x="233438" y="13525"/>
                  <a:pt x="297654" y="77915"/>
                  <a:pt x="297654" y="155829"/>
                </a:cubicBezTo>
                <a:cubicBezTo>
                  <a:pt x="297654" y="233744"/>
                  <a:pt x="234481" y="298133"/>
                  <a:pt x="155562" y="298133"/>
                </a:cubicBezTo>
                <a:close/>
                <a:moveTo>
                  <a:pt x="243208" y="155829"/>
                </a:moveTo>
                <a:cubicBezTo>
                  <a:pt x="243208" y="160211"/>
                  <a:pt x="240931" y="162306"/>
                  <a:pt x="236473" y="162306"/>
                </a:cubicBezTo>
                <a:lnTo>
                  <a:pt x="162391" y="162306"/>
                </a:lnTo>
                <a:lnTo>
                  <a:pt x="162391" y="237458"/>
                </a:lnTo>
                <a:cubicBezTo>
                  <a:pt x="162391" y="242030"/>
                  <a:pt x="160115" y="244221"/>
                  <a:pt x="155562" y="244221"/>
                </a:cubicBezTo>
                <a:cubicBezTo>
                  <a:pt x="152147" y="244221"/>
                  <a:pt x="148732" y="241935"/>
                  <a:pt x="148732" y="237458"/>
                </a:cubicBezTo>
                <a:lnTo>
                  <a:pt x="148732" y="162306"/>
                </a:ln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148732" y="149352"/>
                </a:lnTo>
                <a:lnTo>
                  <a:pt x="148732" y="74200"/>
                </a:lnTo>
                <a:cubicBezTo>
                  <a:pt x="148732" y="70771"/>
                  <a:pt x="152147" y="67437"/>
                  <a:pt x="155562" y="67437"/>
                </a:cubicBezTo>
                <a:cubicBezTo>
                  <a:pt x="160115" y="67437"/>
                  <a:pt x="162391" y="70866"/>
                  <a:pt x="162391" y="74200"/>
                </a:cubicBezTo>
                <a:lnTo>
                  <a:pt x="162391" y="149352"/>
                </a:lnTo>
                <a:lnTo>
                  <a:pt x="236473" y="149352"/>
                </a:lnTo>
                <a:cubicBezTo>
                  <a:pt x="240931" y="149352"/>
                  <a:pt x="243208" y="152590"/>
                  <a:pt x="243208" y="155829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4" name="Graphic 202">
            <a:extLst>
              <a:ext uri="{FF2B5EF4-FFF2-40B4-BE49-F238E27FC236}">
                <a16:creationId xmlns:a16="http://schemas.microsoft.com/office/drawing/2014/main" id="{6A475D64-9CF0-4398-B4AC-E3510DD66824}"/>
              </a:ext>
            </a:extLst>
          </p:cNvPr>
          <p:cNvSpPr/>
          <p:nvPr/>
        </p:nvSpPr>
        <p:spPr>
          <a:xfrm>
            <a:off x="2244704" y="4953265"/>
            <a:ext cx="417830" cy="417530"/>
          </a:xfrm>
          <a:custGeom>
            <a:avLst/>
            <a:gdLst>
              <a:gd name="connsiteX0" fmla="*/ 155941 w 311882"/>
              <a:gd name="connsiteY0" fmla="*/ 13525 h 311658"/>
              <a:gd name="connsiteX1" fmla="*/ 13564 w 311882"/>
              <a:gd name="connsiteY1" fmla="*/ 155829 h 311658"/>
              <a:gd name="connsiteX2" fmla="*/ 155941 w 311882"/>
              <a:gd name="connsiteY2" fmla="*/ 298133 h 311658"/>
              <a:gd name="connsiteX3" fmla="*/ 298318 w 311882"/>
              <a:gd name="connsiteY3" fmla="*/ 155829 h 311658"/>
              <a:gd name="connsiteX4" fmla="*/ 155941 w 311882"/>
              <a:gd name="connsiteY4" fmla="*/ 13525 h 311658"/>
              <a:gd name="connsiteX5" fmla="*/ 155941 w 311882"/>
              <a:gd name="connsiteY5" fmla="*/ 311658 h 311658"/>
              <a:gd name="connsiteX6" fmla="*/ 0 w 311882"/>
              <a:gd name="connsiteY6" fmla="*/ 155829 h 311658"/>
              <a:gd name="connsiteX7" fmla="*/ 155941 w 311882"/>
              <a:gd name="connsiteY7" fmla="*/ 0 h 311658"/>
              <a:gd name="connsiteX8" fmla="*/ 311882 w 311882"/>
              <a:gd name="connsiteY8" fmla="*/ 155829 h 311658"/>
              <a:gd name="connsiteX9" fmla="*/ 155941 w 311882"/>
              <a:gd name="connsiteY9" fmla="*/ 311658 h 311658"/>
              <a:gd name="connsiteX10" fmla="*/ 237232 w 311882"/>
              <a:gd name="connsiteY10" fmla="*/ 162306 h 311658"/>
              <a:gd name="connsiteX11" fmla="*/ 74651 w 311882"/>
              <a:gd name="connsiteY11" fmla="*/ 162306 h 311658"/>
              <a:gd name="connsiteX12" fmla="*/ 67916 w 311882"/>
              <a:gd name="connsiteY12" fmla="*/ 155829 h 311658"/>
              <a:gd name="connsiteX13" fmla="*/ 74651 w 311882"/>
              <a:gd name="connsiteY13" fmla="*/ 149352 h 311658"/>
              <a:gd name="connsiteX14" fmla="*/ 237232 w 311882"/>
              <a:gd name="connsiteY14" fmla="*/ 149352 h 311658"/>
              <a:gd name="connsiteX15" fmla="*/ 243966 w 311882"/>
              <a:gd name="connsiteY15" fmla="*/ 155829 h 311658"/>
              <a:gd name="connsiteX16" fmla="*/ 237232 w 311882"/>
              <a:gd name="connsiteY16" fmla="*/ 162306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1882" h="311658">
                <a:moveTo>
                  <a:pt x="155941" y="13525"/>
                </a:moveTo>
                <a:cubicBezTo>
                  <a:pt x="77971" y="13525"/>
                  <a:pt x="13564" y="77915"/>
                  <a:pt x="13564" y="155829"/>
                </a:cubicBezTo>
                <a:cubicBezTo>
                  <a:pt x="13564" y="233744"/>
                  <a:pt x="77971" y="298133"/>
                  <a:pt x="155941" y="298133"/>
                </a:cubicBezTo>
                <a:cubicBezTo>
                  <a:pt x="233912" y="298133"/>
                  <a:pt x="298318" y="234886"/>
                  <a:pt x="298318" y="155829"/>
                </a:cubicBezTo>
                <a:cubicBezTo>
                  <a:pt x="298318" y="76771"/>
                  <a:pt x="235050" y="13525"/>
                  <a:pt x="155941" y="13525"/>
                </a:cubicBezTo>
                <a:close/>
                <a:moveTo>
                  <a:pt x="155941" y="311658"/>
                </a:moveTo>
                <a:cubicBezTo>
                  <a:pt x="70098" y="311658"/>
                  <a:pt x="0" y="241649"/>
                  <a:pt x="0" y="155829"/>
                </a:cubicBezTo>
                <a:cubicBezTo>
                  <a:pt x="0" y="70009"/>
                  <a:pt x="70098" y="0"/>
                  <a:pt x="155941" y="0"/>
                </a:cubicBezTo>
                <a:cubicBezTo>
                  <a:pt x="241785" y="0"/>
                  <a:pt x="311882" y="70009"/>
                  <a:pt x="311882" y="155829"/>
                </a:cubicBezTo>
                <a:cubicBezTo>
                  <a:pt x="311882" y="241649"/>
                  <a:pt x="241785" y="311658"/>
                  <a:pt x="155941" y="311658"/>
                </a:cubicBezTo>
                <a:close/>
                <a:moveTo>
                  <a:pt x="237232" y="162306"/>
                </a:move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237232" y="149352"/>
                </a:lnTo>
                <a:cubicBezTo>
                  <a:pt x="240647" y="149352"/>
                  <a:pt x="243966" y="152590"/>
                  <a:pt x="243966" y="155829"/>
                </a:cubicBezTo>
                <a:cubicBezTo>
                  <a:pt x="243966" y="160211"/>
                  <a:pt x="240552" y="162306"/>
                  <a:pt x="237232" y="162306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5" name="Graphic 202">
            <a:extLst>
              <a:ext uri="{FF2B5EF4-FFF2-40B4-BE49-F238E27FC236}">
                <a16:creationId xmlns:a16="http://schemas.microsoft.com/office/drawing/2014/main" id="{2869B2D6-8D34-0746-50EE-CAB59E86326F}"/>
              </a:ext>
            </a:extLst>
          </p:cNvPr>
          <p:cNvSpPr/>
          <p:nvPr/>
        </p:nvSpPr>
        <p:spPr>
          <a:xfrm>
            <a:off x="3006704" y="4953265"/>
            <a:ext cx="417830" cy="417530"/>
          </a:xfrm>
          <a:custGeom>
            <a:avLst/>
            <a:gdLst>
              <a:gd name="connsiteX0" fmla="*/ 155941 w 311882"/>
              <a:gd name="connsiteY0" fmla="*/ 13525 h 311658"/>
              <a:gd name="connsiteX1" fmla="*/ 13564 w 311882"/>
              <a:gd name="connsiteY1" fmla="*/ 155829 h 311658"/>
              <a:gd name="connsiteX2" fmla="*/ 155941 w 311882"/>
              <a:gd name="connsiteY2" fmla="*/ 298133 h 311658"/>
              <a:gd name="connsiteX3" fmla="*/ 298318 w 311882"/>
              <a:gd name="connsiteY3" fmla="*/ 155829 h 311658"/>
              <a:gd name="connsiteX4" fmla="*/ 155941 w 311882"/>
              <a:gd name="connsiteY4" fmla="*/ 13525 h 311658"/>
              <a:gd name="connsiteX5" fmla="*/ 155941 w 311882"/>
              <a:gd name="connsiteY5" fmla="*/ 311658 h 311658"/>
              <a:gd name="connsiteX6" fmla="*/ 0 w 311882"/>
              <a:gd name="connsiteY6" fmla="*/ 155829 h 311658"/>
              <a:gd name="connsiteX7" fmla="*/ 155941 w 311882"/>
              <a:gd name="connsiteY7" fmla="*/ 0 h 311658"/>
              <a:gd name="connsiteX8" fmla="*/ 311882 w 311882"/>
              <a:gd name="connsiteY8" fmla="*/ 155829 h 311658"/>
              <a:gd name="connsiteX9" fmla="*/ 155941 w 311882"/>
              <a:gd name="connsiteY9" fmla="*/ 311658 h 311658"/>
              <a:gd name="connsiteX10" fmla="*/ 237232 w 311882"/>
              <a:gd name="connsiteY10" fmla="*/ 162306 h 311658"/>
              <a:gd name="connsiteX11" fmla="*/ 74651 w 311882"/>
              <a:gd name="connsiteY11" fmla="*/ 162306 h 311658"/>
              <a:gd name="connsiteX12" fmla="*/ 67916 w 311882"/>
              <a:gd name="connsiteY12" fmla="*/ 155829 h 311658"/>
              <a:gd name="connsiteX13" fmla="*/ 74651 w 311882"/>
              <a:gd name="connsiteY13" fmla="*/ 149352 h 311658"/>
              <a:gd name="connsiteX14" fmla="*/ 237232 w 311882"/>
              <a:gd name="connsiteY14" fmla="*/ 149352 h 311658"/>
              <a:gd name="connsiteX15" fmla="*/ 243966 w 311882"/>
              <a:gd name="connsiteY15" fmla="*/ 155829 h 311658"/>
              <a:gd name="connsiteX16" fmla="*/ 237232 w 311882"/>
              <a:gd name="connsiteY16" fmla="*/ 162306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1882" h="311658">
                <a:moveTo>
                  <a:pt x="155941" y="13525"/>
                </a:moveTo>
                <a:cubicBezTo>
                  <a:pt x="77971" y="13525"/>
                  <a:pt x="13564" y="77915"/>
                  <a:pt x="13564" y="155829"/>
                </a:cubicBezTo>
                <a:cubicBezTo>
                  <a:pt x="13564" y="233744"/>
                  <a:pt x="77971" y="298133"/>
                  <a:pt x="155941" y="298133"/>
                </a:cubicBezTo>
                <a:cubicBezTo>
                  <a:pt x="233912" y="298133"/>
                  <a:pt x="298318" y="234886"/>
                  <a:pt x="298318" y="155829"/>
                </a:cubicBezTo>
                <a:cubicBezTo>
                  <a:pt x="298318" y="76771"/>
                  <a:pt x="235050" y="13525"/>
                  <a:pt x="155941" y="13525"/>
                </a:cubicBezTo>
                <a:close/>
                <a:moveTo>
                  <a:pt x="155941" y="311658"/>
                </a:moveTo>
                <a:cubicBezTo>
                  <a:pt x="70098" y="311658"/>
                  <a:pt x="0" y="241649"/>
                  <a:pt x="0" y="155829"/>
                </a:cubicBezTo>
                <a:cubicBezTo>
                  <a:pt x="0" y="70009"/>
                  <a:pt x="70098" y="0"/>
                  <a:pt x="155941" y="0"/>
                </a:cubicBezTo>
                <a:cubicBezTo>
                  <a:pt x="241785" y="0"/>
                  <a:pt x="311882" y="70009"/>
                  <a:pt x="311882" y="155829"/>
                </a:cubicBezTo>
                <a:cubicBezTo>
                  <a:pt x="311882" y="241649"/>
                  <a:pt x="241785" y="311658"/>
                  <a:pt x="155941" y="311658"/>
                </a:cubicBezTo>
                <a:close/>
                <a:moveTo>
                  <a:pt x="237232" y="162306"/>
                </a:move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237232" y="149352"/>
                </a:lnTo>
                <a:cubicBezTo>
                  <a:pt x="240647" y="149352"/>
                  <a:pt x="243966" y="152590"/>
                  <a:pt x="243966" y="155829"/>
                </a:cubicBezTo>
                <a:cubicBezTo>
                  <a:pt x="243966" y="160211"/>
                  <a:pt x="240552" y="162306"/>
                  <a:pt x="237232" y="162306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6" name="Graphic 202">
            <a:extLst>
              <a:ext uri="{FF2B5EF4-FFF2-40B4-BE49-F238E27FC236}">
                <a16:creationId xmlns:a16="http://schemas.microsoft.com/office/drawing/2014/main" id="{304BB41E-D29B-CA8A-A7D0-92C329F7BDEE}"/>
              </a:ext>
            </a:extLst>
          </p:cNvPr>
          <p:cNvSpPr/>
          <p:nvPr/>
        </p:nvSpPr>
        <p:spPr>
          <a:xfrm>
            <a:off x="2244704" y="5562865"/>
            <a:ext cx="417830" cy="417530"/>
          </a:xfrm>
          <a:custGeom>
            <a:avLst/>
            <a:gdLst>
              <a:gd name="connsiteX0" fmla="*/ 155941 w 311882"/>
              <a:gd name="connsiteY0" fmla="*/ 13525 h 311658"/>
              <a:gd name="connsiteX1" fmla="*/ 13564 w 311882"/>
              <a:gd name="connsiteY1" fmla="*/ 155829 h 311658"/>
              <a:gd name="connsiteX2" fmla="*/ 155941 w 311882"/>
              <a:gd name="connsiteY2" fmla="*/ 298133 h 311658"/>
              <a:gd name="connsiteX3" fmla="*/ 298318 w 311882"/>
              <a:gd name="connsiteY3" fmla="*/ 155829 h 311658"/>
              <a:gd name="connsiteX4" fmla="*/ 155941 w 311882"/>
              <a:gd name="connsiteY4" fmla="*/ 13525 h 311658"/>
              <a:gd name="connsiteX5" fmla="*/ 155941 w 311882"/>
              <a:gd name="connsiteY5" fmla="*/ 311658 h 311658"/>
              <a:gd name="connsiteX6" fmla="*/ 0 w 311882"/>
              <a:gd name="connsiteY6" fmla="*/ 155829 h 311658"/>
              <a:gd name="connsiteX7" fmla="*/ 155941 w 311882"/>
              <a:gd name="connsiteY7" fmla="*/ 0 h 311658"/>
              <a:gd name="connsiteX8" fmla="*/ 311882 w 311882"/>
              <a:gd name="connsiteY8" fmla="*/ 155829 h 311658"/>
              <a:gd name="connsiteX9" fmla="*/ 155941 w 311882"/>
              <a:gd name="connsiteY9" fmla="*/ 311658 h 311658"/>
              <a:gd name="connsiteX10" fmla="*/ 237232 w 311882"/>
              <a:gd name="connsiteY10" fmla="*/ 162306 h 311658"/>
              <a:gd name="connsiteX11" fmla="*/ 74651 w 311882"/>
              <a:gd name="connsiteY11" fmla="*/ 162306 h 311658"/>
              <a:gd name="connsiteX12" fmla="*/ 67916 w 311882"/>
              <a:gd name="connsiteY12" fmla="*/ 155829 h 311658"/>
              <a:gd name="connsiteX13" fmla="*/ 74651 w 311882"/>
              <a:gd name="connsiteY13" fmla="*/ 149352 h 311658"/>
              <a:gd name="connsiteX14" fmla="*/ 237232 w 311882"/>
              <a:gd name="connsiteY14" fmla="*/ 149352 h 311658"/>
              <a:gd name="connsiteX15" fmla="*/ 243966 w 311882"/>
              <a:gd name="connsiteY15" fmla="*/ 155829 h 311658"/>
              <a:gd name="connsiteX16" fmla="*/ 237232 w 311882"/>
              <a:gd name="connsiteY16" fmla="*/ 162306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1882" h="311658">
                <a:moveTo>
                  <a:pt x="155941" y="13525"/>
                </a:moveTo>
                <a:cubicBezTo>
                  <a:pt x="77971" y="13525"/>
                  <a:pt x="13564" y="77915"/>
                  <a:pt x="13564" y="155829"/>
                </a:cubicBezTo>
                <a:cubicBezTo>
                  <a:pt x="13564" y="233744"/>
                  <a:pt x="77971" y="298133"/>
                  <a:pt x="155941" y="298133"/>
                </a:cubicBezTo>
                <a:cubicBezTo>
                  <a:pt x="233912" y="298133"/>
                  <a:pt x="298318" y="234886"/>
                  <a:pt x="298318" y="155829"/>
                </a:cubicBezTo>
                <a:cubicBezTo>
                  <a:pt x="298318" y="76771"/>
                  <a:pt x="235050" y="13525"/>
                  <a:pt x="155941" y="13525"/>
                </a:cubicBezTo>
                <a:close/>
                <a:moveTo>
                  <a:pt x="155941" y="311658"/>
                </a:moveTo>
                <a:cubicBezTo>
                  <a:pt x="70098" y="311658"/>
                  <a:pt x="0" y="241649"/>
                  <a:pt x="0" y="155829"/>
                </a:cubicBezTo>
                <a:cubicBezTo>
                  <a:pt x="0" y="70009"/>
                  <a:pt x="70098" y="0"/>
                  <a:pt x="155941" y="0"/>
                </a:cubicBezTo>
                <a:cubicBezTo>
                  <a:pt x="241785" y="0"/>
                  <a:pt x="311882" y="70009"/>
                  <a:pt x="311882" y="155829"/>
                </a:cubicBezTo>
                <a:cubicBezTo>
                  <a:pt x="311882" y="241649"/>
                  <a:pt x="241785" y="311658"/>
                  <a:pt x="155941" y="311658"/>
                </a:cubicBezTo>
                <a:close/>
                <a:moveTo>
                  <a:pt x="237232" y="162306"/>
                </a:move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237232" y="149352"/>
                </a:lnTo>
                <a:cubicBezTo>
                  <a:pt x="240647" y="149352"/>
                  <a:pt x="243966" y="152590"/>
                  <a:pt x="243966" y="155829"/>
                </a:cubicBezTo>
                <a:cubicBezTo>
                  <a:pt x="243966" y="160211"/>
                  <a:pt x="240552" y="162306"/>
                  <a:pt x="237232" y="162306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7" name="Graphic 202">
            <a:extLst>
              <a:ext uri="{FF2B5EF4-FFF2-40B4-BE49-F238E27FC236}">
                <a16:creationId xmlns:a16="http://schemas.microsoft.com/office/drawing/2014/main" id="{6FD32AA1-5C69-6048-8C66-AE256C663C62}"/>
              </a:ext>
            </a:extLst>
          </p:cNvPr>
          <p:cNvSpPr/>
          <p:nvPr/>
        </p:nvSpPr>
        <p:spPr>
          <a:xfrm>
            <a:off x="3006704" y="5562865"/>
            <a:ext cx="417830" cy="417530"/>
          </a:xfrm>
          <a:custGeom>
            <a:avLst/>
            <a:gdLst>
              <a:gd name="connsiteX0" fmla="*/ 155941 w 311882"/>
              <a:gd name="connsiteY0" fmla="*/ 13525 h 311658"/>
              <a:gd name="connsiteX1" fmla="*/ 13564 w 311882"/>
              <a:gd name="connsiteY1" fmla="*/ 155829 h 311658"/>
              <a:gd name="connsiteX2" fmla="*/ 155941 w 311882"/>
              <a:gd name="connsiteY2" fmla="*/ 298133 h 311658"/>
              <a:gd name="connsiteX3" fmla="*/ 298318 w 311882"/>
              <a:gd name="connsiteY3" fmla="*/ 155829 h 311658"/>
              <a:gd name="connsiteX4" fmla="*/ 155941 w 311882"/>
              <a:gd name="connsiteY4" fmla="*/ 13525 h 311658"/>
              <a:gd name="connsiteX5" fmla="*/ 155941 w 311882"/>
              <a:gd name="connsiteY5" fmla="*/ 311658 h 311658"/>
              <a:gd name="connsiteX6" fmla="*/ 0 w 311882"/>
              <a:gd name="connsiteY6" fmla="*/ 155829 h 311658"/>
              <a:gd name="connsiteX7" fmla="*/ 155941 w 311882"/>
              <a:gd name="connsiteY7" fmla="*/ 0 h 311658"/>
              <a:gd name="connsiteX8" fmla="*/ 311882 w 311882"/>
              <a:gd name="connsiteY8" fmla="*/ 155829 h 311658"/>
              <a:gd name="connsiteX9" fmla="*/ 155941 w 311882"/>
              <a:gd name="connsiteY9" fmla="*/ 311658 h 311658"/>
              <a:gd name="connsiteX10" fmla="*/ 237232 w 311882"/>
              <a:gd name="connsiteY10" fmla="*/ 162306 h 311658"/>
              <a:gd name="connsiteX11" fmla="*/ 74651 w 311882"/>
              <a:gd name="connsiteY11" fmla="*/ 162306 h 311658"/>
              <a:gd name="connsiteX12" fmla="*/ 67916 w 311882"/>
              <a:gd name="connsiteY12" fmla="*/ 155829 h 311658"/>
              <a:gd name="connsiteX13" fmla="*/ 74651 w 311882"/>
              <a:gd name="connsiteY13" fmla="*/ 149352 h 311658"/>
              <a:gd name="connsiteX14" fmla="*/ 237232 w 311882"/>
              <a:gd name="connsiteY14" fmla="*/ 149352 h 311658"/>
              <a:gd name="connsiteX15" fmla="*/ 243966 w 311882"/>
              <a:gd name="connsiteY15" fmla="*/ 155829 h 311658"/>
              <a:gd name="connsiteX16" fmla="*/ 237232 w 311882"/>
              <a:gd name="connsiteY16" fmla="*/ 162306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1882" h="311658">
                <a:moveTo>
                  <a:pt x="155941" y="13525"/>
                </a:moveTo>
                <a:cubicBezTo>
                  <a:pt x="77971" y="13525"/>
                  <a:pt x="13564" y="77915"/>
                  <a:pt x="13564" y="155829"/>
                </a:cubicBezTo>
                <a:cubicBezTo>
                  <a:pt x="13564" y="233744"/>
                  <a:pt x="77971" y="298133"/>
                  <a:pt x="155941" y="298133"/>
                </a:cubicBezTo>
                <a:cubicBezTo>
                  <a:pt x="233912" y="298133"/>
                  <a:pt x="298318" y="234886"/>
                  <a:pt x="298318" y="155829"/>
                </a:cubicBezTo>
                <a:cubicBezTo>
                  <a:pt x="298318" y="76771"/>
                  <a:pt x="235050" y="13525"/>
                  <a:pt x="155941" y="13525"/>
                </a:cubicBezTo>
                <a:close/>
                <a:moveTo>
                  <a:pt x="155941" y="311658"/>
                </a:moveTo>
                <a:cubicBezTo>
                  <a:pt x="70098" y="311658"/>
                  <a:pt x="0" y="241649"/>
                  <a:pt x="0" y="155829"/>
                </a:cubicBezTo>
                <a:cubicBezTo>
                  <a:pt x="0" y="70009"/>
                  <a:pt x="70098" y="0"/>
                  <a:pt x="155941" y="0"/>
                </a:cubicBezTo>
                <a:cubicBezTo>
                  <a:pt x="241785" y="0"/>
                  <a:pt x="311882" y="70009"/>
                  <a:pt x="311882" y="155829"/>
                </a:cubicBezTo>
                <a:cubicBezTo>
                  <a:pt x="311882" y="241649"/>
                  <a:pt x="241785" y="311658"/>
                  <a:pt x="155941" y="311658"/>
                </a:cubicBezTo>
                <a:close/>
                <a:moveTo>
                  <a:pt x="237232" y="162306"/>
                </a:moveTo>
                <a:lnTo>
                  <a:pt x="74651" y="162306"/>
                </a:lnTo>
                <a:cubicBezTo>
                  <a:pt x="71236" y="162306"/>
                  <a:pt x="67916" y="160115"/>
                  <a:pt x="67916" y="155829"/>
                </a:cubicBezTo>
                <a:cubicBezTo>
                  <a:pt x="67916" y="152590"/>
                  <a:pt x="71331" y="149352"/>
                  <a:pt x="74651" y="149352"/>
                </a:cubicBezTo>
                <a:lnTo>
                  <a:pt x="237232" y="149352"/>
                </a:lnTo>
                <a:cubicBezTo>
                  <a:pt x="240647" y="149352"/>
                  <a:pt x="243966" y="152590"/>
                  <a:pt x="243966" y="155829"/>
                </a:cubicBezTo>
                <a:cubicBezTo>
                  <a:pt x="243966" y="160211"/>
                  <a:pt x="240552" y="162306"/>
                  <a:pt x="237232" y="162306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0" name="Graphic 208">
            <a:extLst>
              <a:ext uri="{FF2B5EF4-FFF2-40B4-BE49-F238E27FC236}">
                <a16:creationId xmlns:a16="http://schemas.microsoft.com/office/drawing/2014/main" id="{BDC92CDF-E8DE-58A8-3E16-DD3CDFFFC0A3}"/>
              </a:ext>
            </a:extLst>
          </p:cNvPr>
          <p:cNvSpPr/>
          <p:nvPr/>
        </p:nvSpPr>
        <p:spPr>
          <a:xfrm>
            <a:off x="3860845" y="4960911"/>
            <a:ext cx="412870" cy="412573"/>
          </a:xfrm>
          <a:custGeom>
            <a:avLst/>
            <a:gdLst>
              <a:gd name="connsiteX0" fmla="*/ 155941 w 311882"/>
              <a:gd name="connsiteY0" fmla="*/ 0 h 311658"/>
              <a:gd name="connsiteX1" fmla="*/ 0 w 311882"/>
              <a:gd name="connsiteY1" fmla="*/ 155829 h 311658"/>
              <a:gd name="connsiteX2" fmla="*/ 155941 w 311882"/>
              <a:gd name="connsiteY2" fmla="*/ 311658 h 311658"/>
              <a:gd name="connsiteX3" fmla="*/ 311882 w 311882"/>
              <a:gd name="connsiteY3" fmla="*/ 155829 h 311658"/>
              <a:gd name="connsiteX4" fmla="*/ 155941 w 311882"/>
              <a:gd name="connsiteY4" fmla="*/ 0 h 311658"/>
              <a:gd name="connsiteX5" fmla="*/ 155941 w 311882"/>
              <a:gd name="connsiteY5" fmla="*/ 298133 h 311658"/>
              <a:gd name="connsiteX6" fmla="*/ 13564 w 311882"/>
              <a:gd name="connsiteY6" fmla="*/ 155829 h 311658"/>
              <a:gd name="connsiteX7" fmla="*/ 155941 w 311882"/>
              <a:gd name="connsiteY7" fmla="*/ 13525 h 311658"/>
              <a:gd name="connsiteX8" fmla="*/ 298318 w 311882"/>
              <a:gd name="connsiteY8" fmla="*/ 155829 h 311658"/>
              <a:gd name="connsiteX9" fmla="*/ 155941 w 311882"/>
              <a:gd name="connsiteY9" fmla="*/ 298133 h 311658"/>
              <a:gd name="connsiteX10" fmla="*/ 218071 w 311882"/>
              <a:gd name="connsiteY10" fmla="*/ 103632 h 311658"/>
              <a:gd name="connsiteX11" fmla="*/ 165427 w 311882"/>
              <a:gd name="connsiteY11" fmla="*/ 156115 h 311658"/>
              <a:gd name="connsiteX12" fmla="*/ 218071 w 311882"/>
              <a:gd name="connsiteY12" fmla="*/ 209169 h 311658"/>
              <a:gd name="connsiteX13" fmla="*/ 218071 w 311882"/>
              <a:gd name="connsiteY13" fmla="*/ 218218 h 311658"/>
              <a:gd name="connsiteX14" fmla="*/ 213518 w 311882"/>
              <a:gd name="connsiteY14" fmla="*/ 220504 h 311658"/>
              <a:gd name="connsiteX15" fmla="*/ 208965 w 311882"/>
              <a:gd name="connsiteY15" fmla="*/ 218218 h 311658"/>
              <a:gd name="connsiteX16" fmla="*/ 155941 w 311882"/>
              <a:gd name="connsiteY16" fmla="*/ 165354 h 311658"/>
              <a:gd name="connsiteX17" fmla="*/ 102917 w 311882"/>
              <a:gd name="connsiteY17" fmla="*/ 218218 h 311658"/>
              <a:gd name="connsiteX18" fmla="*/ 98364 w 311882"/>
              <a:gd name="connsiteY18" fmla="*/ 220504 h 311658"/>
              <a:gd name="connsiteX19" fmla="*/ 93811 w 311882"/>
              <a:gd name="connsiteY19" fmla="*/ 218218 h 311658"/>
              <a:gd name="connsiteX20" fmla="*/ 93811 w 311882"/>
              <a:gd name="connsiteY20" fmla="*/ 209169 h 311658"/>
              <a:gd name="connsiteX21" fmla="*/ 146456 w 311882"/>
              <a:gd name="connsiteY21" fmla="*/ 156115 h 311658"/>
              <a:gd name="connsiteX22" fmla="*/ 93811 w 311882"/>
              <a:gd name="connsiteY22" fmla="*/ 103632 h 311658"/>
              <a:gd name="connsiteX23" fmla="*/ 93811 w 311882"/>
              <a:gd name="connsiteY23" fmla="*/ 93440 h 311658"/>
              <a:gd name="connsiteX24" fmla="*/ 102823 w 311882"/>
              <a:gd name="connsiteY24" fmla="*/ 93440 h 311658"/>
              <a:gd name="connsiteX25" fmla="*/ 155846 w 311882"/>
              <a:gd name="connsiteY25" fmla="*/ 146780 h 311658"/>
              <a:gd name="connsiteX26" fmla="*/ 208870 w 311882"/>
              <a:gd name="connsiteY26" fmla="*/ 93440 h 311658"/>
              <a:gd name="connsiteX27" fmla="*/ 217881 w 311882"/>
              <a:gd name="connsiteY27" fmla="*/ 93440 h 311658"/>
              <a:gd name="connsiteX28" fmla="*/ 217881 w 311882"/>
              <a:gd name="connsiteY28" fmla="*/ 103632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882" h="311658">
                <a:moveTo>
                  <a:pt x="155941" y="0"/>
                </a:moveTo>
                <a:cubicBezTo>
                  <a:pt x="70098" y="0"/>
                  <a:pt x="0" y="70009"/>
                  <a:pt x="0" y="155829"/>
                </a:cubicBezTo>
                <a:cubicBezTo>
                  <a:pt x="0" y="241649"/>
                  <a:pt x="70098" y="311658"/>
                  <a:pt x="155941" y="311658"/>
                </a:cubicBezTo>
                <a:cubicBezTo>
                  <a:pt x="241785" y="311658"/>
                  <a:pt x="311882" y="241649"/>
                  <a:pt x="311882" y="155829"/>
                </a:cubicBezTo>
                <a:cubicBezTo>
                  <a:pt x="311882" y="70009"/>
                  <a:pt x="241785" y="0"/>
                  <a:pt x="155941" y="0"/>
                </a:cubicBezTo>
                <a:close/>
                <a:moveTo>
                  <a:pt x="155941" y="298133"/>
                </a:moveTo>
                <a:cubicBezTo>
                  <a:pt x="76832" y="298133"/>
                  <a:pt x="13564" y="234886"/>
                  <a:pt x="13564" y="155829"/>
                </a:cubicBezTo>
                <a:cubicBezTo>
                  <a:pt x="13564" y="76771"/>
                  <a:pt x="76832" y="13525"/>
                  <a:pt x="155941" y="13525"/>
                </a:cubicBezTo>
                <a:cubicBezTo>
                  <a:pt x="235050" y="13525"/>
                  <a:pt x="298318" y="77915"/>
                  <a:pt x="298318" y="155829"/>
                </a:cubicBezTo>
                <a:cubicBezTo>
                  <a:pt x="298318" y="233744"/>
                  <a:pt x="233912" y="298133"/>
                  <a:pt x="155941" y="298133"/>
                </a:cubicBezTo>
                <a:close/>
                <a:moveTo>
                  <a:pt x="218071" y="103632"/>
                </a:moveTo>
                <a:cubicBezTo>
                  <a:pt x="196824" y="124777"/>
                  <a:pt x="179560" y="142113"/>
                  <a:pt x="165427" y="156115"/>
                </a:cubicBezTo>
                <a:cubicBezTo>
                  <a:pt x="200523" y="191421"/>
                  <a:pt x="218071" y="209105"/>
                  <a:pt x="218071" y="209169"/>
                </a:cubicBezTo>
                <a:cubicBezTo>
                  <a:pt x="220348" y="211455"/>
                  <a:pt x="220348" y="216027"/>
                  <a:pt x="218071" y="218218"/>
                </a:cubicBezTo>
                <a:cubicBezTo>
                  <a:pt x="216933" y="220504"/>
                  <a:pt x="214656" y="220504"/>
                  <a:pt x="213518" y="220504"/>
                </a:cubicBezTo>
                <a:cubicBezTo>
                  <a:pt x="211242" y="220504"/>
                  <a:pt x="210103" y="220504"/>
                  <a:pt x="208965" y="218218"/>
                </a:cubicBezTo>
                <a:cubicBezTo>
                  <a:pt x="187528" y="196882"/>
                  <a:pt x="170169" y="179546"/>
                  <a:pt x="155941" y="165354"/>
                </a:cubicBezTo>
                <a:cubicBezTo>
                  <a:pt x="120655" y="200533"/>
                  <a:pt x="102984" y="218154"/>
                  <a:pt x="102917" y="218218"/>
                </a:cubicBezTo>
                <a:cubicBezTo>
                  <a:pt x="101779" y="220504"/>
                  <a:pt x="99503" y="220504"/>
                  <a:pt x="98364" y="220504"/>
                </a:cubicBezTo>
                <a:cubicBezTo>
                  <a:pt x="96088" y="220504"/>
                  <a:pt x="94950" y="220504"/>
                  <a:pt x="93811" y="218218"/>
                </a:cubicBezTo>
                <a:cubicBezTo>
                  <a:pt x="90397" y="215932"/>
                  <a:pt x="90397" y="211360"/>
                  <a:pt x="93811" y="209169"/>
                </a:cubicBezTo>
                <a:cubicBezTo>
                  <a:pt x="115059" y="187738"/>
                  <a:pt x="132322" y="170307"/>
                  <a:pt x="146456" y="156115"/>
                </a:cubicBezTo>
                <a:cubicBezTo>
                  <a:pt x="111359" y="121127"/>
                  <a:pt x="93811" y="103632"/>
                  <a:pt x="93811" y="103632"/>
                </a:cubicBezTo>
                <a:cubicBezTo>
                  <a:pt x="90397" y="100203"/>
                  <a:pt x="90397" y="95726"/>
                  <a:pt x="93811" y="93440"/>
                </a:cubicBezTo>
                <a:cubicBezTo>
                  <a:pt x="96088" y="91154"/>
                  <a:pt x="100546" y="91154"/>
                  <a:pt x="102823" y="93440"/>
                </a:cubicBezTo>
                <a:cubicBezTo>
                  <a:pt x="124260" y="114967"/>
                  <a:pt x="141618" y="132493"/>
                  <a:pt x="155846" y="146780"/>
                </a:cubicBezTo>
                <a:cubicBezTo>
                  <a:pt x="191132" y="111221"/>
                  <a:pt x="208804" y="93440"/>
                  <a:pt x="208870" y="93440"/>
                </a:cubicBezTo>
                <a:cubicBezTo>
                  <a:pt x="211147" y="91154"/>
                  <a:pt x="215605" y="91154"/>
                  <a:pt x="217881" y="93440"/>
                </a:cubicBezTo>
                <a:cubicBezTo>
                  <a:pt x="220158" y="95726"/>
                  <a:pt x="220158" y="100298"/>
                  <a:pt x="217881" y="103632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1" name="Graphic 208">
            <a:extLst>
              <a:ext uri="{FF2B5EF4-FFF2-40B4-BE49-F238E27FC236}">
                <a16:creationId xmlns:a16="http://schemas.microsoft.com/office/drawing/2014/main" id="{811E4060-16B9-6F2F-5CA0-FFDBF9F72AE8}"/>
              </a:ext>
            </a:extLst>
          </p:cNvPr>
          <p:cNvSpPr/>
          <p:nvPr/>
        </p:nvSpPr>
        <p:spPr>
          <a:xfrm>
            <a:off x="4640988" y="4960911"/>
            <a:ext cx="412870" cy="412573"/>
          </a:xfrm>
          <a:custGeom>
            <a:avLst/>
            <a:gdLst>
              <a:gd name="connsiteX0" fmla="*/ 155941 w 311882"/>
              <a:gd name="connsiteY0" fmla="*/ 0 h 311658"/>
              <a:gd name="connsiteX1" fmla="*/ 0 w 311882"/>
              <a:gd name="connsiteY1" fmla="*/ 155829 h 311658"/>
              <a:gd name="connsiteX2" fmla="*/ 155941 w 311882"/>
              <a:gd name="connsiteY2" fmla="*/ 311658 h 311658"/>
              <a:gd name="connsiteX3" fmla="*/ 311882 w 311882"/>
              <a:gd name="connsiteY3" fmla="*/ 155829 h 311658"/>
              <a:gd name="connsiteX4" fmla="*/ 155941 w 311882"/>
              <a:gd name="connsiteY4" fmla="*/ 0 h 311658"/>
              <a:gd name="connsiteX5" fmla="*/ 155941 w 311882"/>
              <a:gd name="connsiteY5" fmla="*/ 298133 h 311658"/>
              <a:gd name="connsiteX6" fmla="*/ 13564 w 311882"/>
              <a:gd name="connsiteY6" fmla="*/ 155829 h 311658"/>
              <a:gd name="connsiteX7" fmla="*/ 155941 w 311882"/>
              <a:gd name="connsiteY7" fmla="*/ 13525 h 311658"/>
              <a:gd name="connsiteX8" fmla="*/ 298318 w 311882"/>
              <a:gd name="connsiteY8" fmla="*/ 155829 h 311658"/>
              <a:gd name="connsiteX9" fmla="*/ 155941 w 311882"/>
              <a:gd name="connsiteY9" fmla="*/ 298133 h 311658"/>
              <a:gd name="connsiteX10" fmla="*/ 218071 w 311882"/>
              <a:gd name="connsiteY10" fmla="*/ 103632 h 311658"/>
              <a:gd name="connsiteX11" fmla="*/ 165427 w 311882"/>
              <a:gd name="connsiteY11" fmla="*/ 156115 h 311658"/>
              <a:gd name="connsiteX12" fmla="*/ 218071 w 311882"/>
              <a:gd name="connsiteY12" fmla="*/ 209169 h 311658"/>
              <a:gd name="connsiteX13" fmla="*/ 218071 w 311882"/>
              <a:gd name="connsiteY13" fmla="*/ 218218 h 311658"/>
              <a:gd name="connsiteX14" fmla="*/ 213518 w 311882"/>
              <a:gd name="connsiteY14" fmla="*/ 220504 h 311658"/>
              <a:gd name="connsiteX15" fmla="*/ 208965 w 311882"/>
              <a:gd name="connsiteY15" fmla="*/ 218218 h 311658"/>
              <a:gd name="connsiteX16" fmla="*/ 155941 w 311882"/>
              <a:gd name="connsiteY16" fmla="*/ 165354 h 311658"/>
              <a:gd name="connsiteX17" fmla="*/ 102917 w 311882"/>
              <a:gd name="connsiteY17" fmla="*/ 218218 h 311658"/>
              <a:gd name="connsiteX18" fmla="*/ 98364 w 311882"/>
              <a:gd name="connsiteY18" fmla="*/ 220504 h 311658"/>
              <a:gd name="connsiteX19" fmla="*/ 93811 w 311882"/>
              <a:gd name="connsiteY19" fmla="*/ 218218 h 311658"/>
              <a:gd name="connsiteX20" fmla="*/ 93811 w 311882"/>
              <a:gd name="connsiteY20" fmla="*/ 209169 h 311658"/>
              <a:gd name="connsiteX21" fmla="*/ 146456 w 311882"/>
              <a:gd name="connsiteY21" fmla="*/ 156115 h 311658"/>
              <a:gd name="connsiteX22" fmla="*/ 93811 w 311882"/>
              <a:gd name="connsiteY22" fmla="*/ 103632 h 311658"/>
              <a:gd name="connsiteX23" fmla="*/ 93811 w 311882"/>
              <a:gd name="connsiteY23" fmla="*/ 93440 h 311658"/>
              <a:gd name="connsiteX24" fmla="*/ 102823 w 311882"/>
              <a:gd name="connsiteY24" fmla="*/ 93440 h 311658"/>
              <a:gd name="connsiteX25" fmla="*/ 155846 w 311882"/>
              <a:gd name="connsiteY25" fmla="*/ 146780 h 311658"/>
              <a:gd name="connsiteX26" fmla="*/ 208870 w 311882"/>
              <a:gd name="connsiteY26" fmla="*/ 93440 h 311658"/>
              <a:gd name="connsiteX27" fmla="*/ 217881 w 311882"/>
              <a:gd name="connsiteY27" fmla="*/ 93440 h 311658"/>
              <a:gd name="connsiteX28" fmla="*/ 217881 w 311882"/>
              <a:gd name="connsiteY28" fmla="*/ 103632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882" h="311658">
                <a:moveTo>
                  <a:pt x="155941" y="0"/>
                </a:moveTo>
                <a:cubicBezTo>
                  <a:pt x="70098" y="0"/>
                  <a:pt x="0" y="70009"/>
                  <a:pt x="0" y="155829"/>
                </a:cubicBezTo>
                <a:cubicBezTo>
                  <a:pt x="0" y="241649"/>
                  <a:pt x="70098" y="311658"/>
                  <a:pt x="155941" y="311658"/>
                </a:cubicBezTo>
                <a:cubicBezTo>
                  <a:pt x="241785" y="311658"/>
                  <a:pt x="311882" y="241649"/>
                  <a:pt x="311882" y="155829"/>
                </a:cubicBezTo>
                <a:cubicBezTo>
                  <a:pt x="311882" y="70009"/>
                  <a:pt x="241785" y="0"/>
                  <a:pt x="155941" y="0"/>
                </a:cubicBezTo>
                <a:close/>
                <a:moveTo>
                  <a:pt x="155941" y="298133"/>
                </a:moveTo>
                <a:cubicBezTo>
                  <a:pt x="76832" y="298133"/>
                  <a:pt x="13564" y="234886"/>
                  <a:pt x="13564" y="155829"/>
                </a:cubicBezTo>
                <a:cubicBezTo>
                  <a:pt x="13564" y="76771"/>
                  <a:pt x="76832" y="13525"/>
                  <a:pt x="155941" y="13525"/>
                </a:cubicBezTo>
                <a:cubicBezTo>
                  <a:pt x="235050" y="13525"/>
                  <a:pt x="298318" y="77915"/>
                  <a:pt x="298318" y="155829"/>
                </a:cubicBezTo>
                <a:cubicBezTo>
                  <a:pt x="298318" y="233744"/>
                  <a:pt x="233912" y="298133"/>
                  <a:pt x="155941" y="298133"/>
                </a:cubicBezTo>
                <a:close/>
                <a:moveTo>
                  <a:pt x="218071" y="103632"/>
                </a:moveTo>
                <a:cubicBezTo>
                  <a:pt x="196824" y="124777"/>
                  <a:pt x="179560" y="142113"/>
                  <a:pt x="165427" y="156115"/>
                </a:cubicBezTo>
                <a:cubicBezTo>
                  <a:pt x="200523" y="191421"/>
                  <a:pt x="218071" y="209105"/>
                  <a:pt x="218071" y="209169"/>
                </a:cubicBezTo>
                <a:cubicBezTo>
                  <a:pt x="220348" y="211455"/>
                  <a:pt x="220348" y="216027"/>
                  <a:pt x="218071" y="218218"/>
                </a:cubicBezTo>
                <a:cubicBezTo>
                  <a:pt x="216933" y="220504"/>
                  <a:pt x="214656" y="220504"/>
                  <a:pt x="213518" y="220504"/>
                </a:cubicBezTo>
                <a:cubicBezTo>
                  <a:pt x="211242" y="220504"/>
                  <a:pt x="210103" y="220504"/>
                  <a:pt x="208965" y="218218"/>
                </a:cubicBezTo>
                <a:cubicBezTo>
                  <a:pt x="187528" y="196882"/>
                  <a:pt x="170169" y="179546"/>
                  <a:pt x="155941" y="165354"/>
                </a:cubicBezTo>
                <a:cubicBezTo>
                  <a:pt x="120655" y="200533"/>
                  <a:pt x="102984" y="218154"/>
                  <a:pt x="102917" y="218218"/>
                </a:cubicBezTo>
                <a:cubicBezTo>
                  <a:pt x="101779" y="220504"/>
                  <a:pt x="99503" y="220504"/>
                  <a:pt x="98364" y="220504"/>
                </a:cubicBezTo>
                <a:cubicBezTo>
                  <a:pt x="96088" y="220504"/>
                  <a:pt x="94950" y="220504"/>
                  <a:pt x="93811" y="218218"/>
                </a:cubicBezTo>
                <a:cubicBezTo>
                  <a:pt x="90397" y="215932"/>
                  <a:pt x="90397" y="211360"/>
                  <a:pt x="93811" y="209169"/>
                </a:cubicBezTo>
                <a:cubicBezTo>
                  <a:pt x="115059" y="187738"/>
                  <a:pt x="132322" y="170307"/>
                  <a:pt x="146456" y="156115"/>
                </a:cubicBezTo>
                <a:cubicBezTo>
                  <a:pt x="111359" y="121127"/>
                  <a:pt x="93811" y="103632"/>
                  <a:pt x="93811" y="103632"/>
                </a:cubicBezTo>
                <a:cubicBezTo>
                  <a:pt x="90397" y="100203"/>
                  <a:pt x="90397" y="95726"/>
                  <a:pt x="93811" y="93440"/>
                </a:cubicBezTo>
                <a:cubicBezTo>
                  <a:pt x="96088" y="91154"/>
                  <a:pt x="100546" y="91154"/>
                  <a:pt x="102823" y="93440"/>
                </a:cubicBezTo>
                <a:cubicBezTo>
                  <a:pt x="124260" y="114967"/>
                  <a:pt x="141618" y="132493"/>
                  <a:pt x="155846" y="146780"/>
                </a:cubicBezTo>
                <a:cubicBezTo>
                  <a:pt x="191132" y="111221"/>
                  <a:pt x="208804" y="93440"/>
                  <a:pt x="208870" y="93440"/>
                </a:cubicBezTo>
                <a:cubicBezTo>
                  <a:pt x="211147" y="91154"/>
                  <a:pt x="215605" y="91154"/>
                  <a:pt x="217881" y="93440"/>
                </a:cubicBezTo>
                <a:cubicBezTo>
                  <a:pt x="220158" y="95726"/>
                  <a:pt x="220158" y="100298"/>
                  <a:pt x="217881" y="103632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2" name="Graphic 208">
            <a:extLst>
              <a:ext uri="{FF2B5EF4-FFF2-40B4-BE49-F238E27FC236}">
                <a16:creationId xmlns:a16="http://schemas.microsoft.com/office/drawing/2014/main" id="{8DBC8EB0-FAD6-B983-94DD-67ACDABBBB91}"/>
              </a:ext>
            </a:extLst>
          </p:cNvPr>
          <p:cNvSpPr/>
          <p:nvPr/>
        </p:nvSpPr>
        <p:spPr>
          <a:xfrm>
            <a:off x="3860845" y="5566883"/>
            <a:ext cx="412870" cy="412573"/>
          </a:xfrm>
          <a:custGeom>
            <a:avLst/>
            <a:gdLst>
              <a:gd name="connsiteX0" fmla="*/ 155941 w 311882"/>
              <a:gd name="connsiteY0" fmla="*/ 0 h 311658"/>
              <a:gd name="connsiteX1" fmla="*/ 0 w 311882"/>
              <a:gd name="connsiteY1" fmla="*/ 155829 h 311658"/>
              <a:gd name="connsiteX2" fmla="*/ 155941 w 311882"/>
              <a:gd name="connsiteY2" fmla="*/ 311658 h 311658"/>
              <a:gd name="connsiteX3" fmla="*/ 311882 w 311882"/>
              <a:gd name="connsiteY3" fmla="*/ 155829 h 311658"/>
              <a:gd name="connsiteX4" fmla="*/ 155941 w 311882"/>
              <a:gd name="connsiteY4" fmla="*/ 0 h 311658"/>
              <a:gd name="connsiteX5" fmla="*/ 155941 w 311882"/>
              <a:gd name="connsiteY5" fmla="*/ 298133 h 311658"/>
              <a:gd name="connsiteX6" fmla="*/ 13564 w 311882"/>
              <a:gd name="connsiteY6" fmla="*/ 155829 h 311658"/>
              <a:gd name="connsiteX7" fmla="*/ 155941 w 311882"/>
              <a:gd name="connsiteY7" fmla="*/ 13525 h 311658"/>
              <a:gd name="connsiteX8" fmla="*/ 298318 w 311882"/>
              <a:gd name="connsiteY8" fmla="*/ 155829 h 311658"/>
              <a:gd name="connsiteX9" fmla="*/ 155941 w 311882"/>
              <a:gd name="connsiteY9" fmla="*/ 298133 h 311658"/>
              <a:gd name="connsiteX10" fmla="*/ 218071 w 311882"/>
              <a:gd name="connsiteY10" fmla="*/ 103632 h 311658"/>
              <a:gd name="connsiteX11" fmla="*/ 165427 w 311882"/>
              <a:gd name="connsiteY11" fmla="*/ 156115 h 311658"/>
              <a:gd name="connsiteX12" fmla="*/ 218071 w 311882"/>
              <a:gd name="connsiteY12" fmla="*/ 209169 h 311658"/>
              <a:gd name="connsiteX13" fmla="*/ 218071 w 311882"/>
              <a:gd name="connsiteY13" fmla="*/ 218218 h 311658"/>
              <a:gd name="connsiteX14" fmla="*/ 213518 w 311882"/>
              <a:gd name="connsiteY14" fmla="*/ 220504 h 311658"/>
              <a:gd name="connsiteX15" fmla="*/ 208965 w 311882"/>
              <a:gd name="connsiteY15" fmla="*/ 218218 h 311658"/>
              <a:gd name="connsiteX16" fmla="*/ 155941 w 311882"/>
              <a:gd name="connsiteY16" fmla="*/ 165354 h 311658"/>
              <a:gd name="connsiteX17" fmla="*/ 102917 w 311882"/>
              <a:gd name="connsiteY17" fmla="*/ 218218 h 311658"/>
              <a:gd name="connsiteX18" fmla="*/ 98364 w 311882"/>
              <a:gd name="connsiteY18" fmla="*/ 220504 h 311658"/>
              <a:gd name="connsiteX19" fmla="*/ 93811 w 311882"/>
              <a:gd name="connsiteY19" fmla="*/ 218218 h 311658"/>
              <a:gd name="connsiteX20" fmla="*/ 93811 w 311882"/>
              <a:gd name="connsiteY20" fmla="*/ 209169 h 311658"/>
              <a:gd name="connsiteX21" fmla="*/ 146456 w 311882"/>
              <a:gd name="connsiteY21" fmla="*/ 156115 h 311658"/>
              <a:gd name="connsiteX22" fmla="*/ 93811 w 311882"/>
              <a:gd name="connsiteY22" fmla="*/ 103632 h 311658"/>
              <a:gd name="connsiteX23" fmla="*/ 93811 w 311882"/>
              <a:gd name="connsiteY23" fmla="*/ 93440 h 311658"/>
              <a:gd name="connsiteX24" fmla="*/ 102823 w 311882"/>
              <a:gd name="connsiteY24" fmla="*/ 93440 h 311658"/>
              <a:gd name="connsiteX25" fmla="*/ 155846 w 311882"/>
              <a:gd name="connsiteY25" fmla="*/ 146780 h 311658"/>
              <a:gd name="connsiteX26" fmla="*/ 208870 w 311882"/>
              <a:gd name="connsiteY26" fmla="*/ 93440 h 311658"/>
              <a:gd name="connsiteX27" fmla="*/ 217881 w 311882"/>
              <a:gd name="connsiteY27" fmla="*/ 93440 h 311658"/>
              <a:gd name="connsiteX28" fmla="*/ 217881 w 311882"/>
              <a:gd name="connsiteY28" fmla="*/ 103632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882" h="311658">
                <a:moveTo>
                  <a:pt x="155941" y="0"/>
                </a:moveTo>
                <a:cubicBezTo>
                  <a:pt x="70098" y="0"/>
                  <a:pt x="0" y="70009"/>
                  <a:pt x="0" y="155829"/>
                </a:cubicBezTo>
                <a:cubicBezTo>
                  <a:pt x="0" y="241649"/>
                  <a:pt x="70098" y="311658"/>
                  <a:pt x="155941" y="311658"/>
                </a:cubicBezTo>
                <a:cubicBezTo>
                  <a:pt x="241785" y="311658"/>
                  <a:pt x="311882" y="241649"/>
                  <a:pt x="311882" y="155829"/>
                </a:cubicBezTo>
                <a:cubicBezTo>
                  <a:pt x="311882" y="70009"/>
                  <a:pt x="241785" y="0"/>
                  <a:pt x="155941" y="0"/>
                </a:cubicBezTo>
                <a:close/>
                <a:moveTo>
                  <a:pt x="155941" y="298133"/>
                </a:moveTo>
                <a:cubicBezTo>
                  <a:pt x="76832" y="298133"/>
                  <a:pt x="13564" y="234886"/>
                  <a:pt x="13564" y="155829"/>
                </a:cubicBezTo>
                <a:cubicBezTo>
                  <a:pt x="13564" y="76771"/>
                  <a:pt x="76832" y="13525"/>
                  <a:pt x="155941" y="13525"/>
                </a:cubicBezTo>
                <a:cubicBezTo>
                  <a:pt x="235050" y="13525"/>
                  <a:pt x="298318" y="77915"/>
                  <a:pt x="298318" y="155829"/>
                </a:cubicBezTo>
                <a:cubicBezTo>
                  <a:pt x="298318" y="233744"/>
                  <a:pt x="233912" y="298133"/>
                  <a:pt x="155941" y="298133"/>
                </a:cubicBezTo>
                <a:close/>
                <a:moveTo>
                  <a:pt x="218071" y="103632"/>
                </a:moveTo>
                <a:cubicBezTo>
                  <a:pt x="196824" y="124777"/>
                  <a:pt x="179560" y="142113"/>
                  <a:pt x="165427" y="156115"/>
                </a:cubicBezTo>
                <a:cubicBezTo>
                  <a:pt x="200523" y="191421"/>
                  <a:pt x="218071" y="209105"/>
                  <a:pt x="218071" y="209169"/>
                </a:cubicBezTo>
                <a:cubicBezTo>
                  <a:pt x="220348" y="211455"/>
                  <a:pt x="220348" y="216027"/>
                  <a:pt x="218071" y="218218"/>
                </a:cubicBezTo>
                <a:cubicBezTo>
                  <a:pt x="216933" y="220504"/>
                  <a:pt x="214656" y="220504"/>
                  <a:pt x="213518" y="220504"/>
                </a:cubicBezTo>
                <a:cubicBezTo>
                  <a:pt x="211242" y="220504"/>
                  <a:pt x="210103" y="220504"/>
                  <a:pt x="208965" y="218218"/>
                </a:cubicBezTo>
                <a:cubicBezTo>
                  <a:pt x="187528" y="196882"/>
                  <a:pt x="170169" y="179546"/>
                  <a:pt x="155941" y="165354"/>
                </a:cubicBezTo>
                <a:cubicBezTo>
                  <a:pt x="120655" y="200533"/>
                  <a:pt x="102984" y="218154"/>
                  <a:pt x="102917" y="218218"/>
                </a:cubicBezTo>
                <a:cubicBezTo>
                  <a:pt x="101779" y="220504"/>
                  <a:pt x="99503" y="220504"/>
                  <a:pt x="98364" y="220504"/>
                </a:cubicBezTo>
                <a:cubicBezTo>
                  <a:pt x="96088" y="220504"/>
                  <a:pt x="94950" y="220504"/>
                  <a:pt x="93811" y="218218"/>
                </a:cubicBezTo>
                <a:cubicBezTo>
                  <a:pt x="90397" y="215932"/>
                  <a:pt x="90397" y="211360"/>
                  <a:pt x="93811" y="209169"/>
                </a:cubicBezTo>
                <a:cubicBezTo>
                  <a:pt x="115059" y="187738"/>
                  <a:pt x="132322" y="170307"/>
                  <a:pt x="146456" y="156115"/>
                </a:cubicBezTo>
                <a:cubicBezTo>
                  <a:pt x="111359" y="121127"/>
                  <a:pt x="93811" y="103632"/>
                  <a:pt x="93811" y="103632"/>
                </a:cubicBezTo>
                <a:cubicBezTo>
                  <a:pt x="90397" y="100203"/>
                  <a:pt x="90397" y="95726"/>
                  <a:pt x="93811" y="93440"/>
                </a:cubicBezTo>
                <a:cubicBezTo>
                  <a:pt x="96088" y="91154"/>
                  <a:pt x="100546" y="91154"/>
                  <a:pt x="102823" y="93440"/>
                </a:cubicBezTo>
                <a:cubicBezTo>
                  <a:pt x="124260" y="114967"/>
                  <a:pt x="141618" y="132493"/>
                  <a:pt x="155846" y="146780"/>
                </a:cubicBezTo>
                <a:cubicBezTo>
                  <a:pt x="191132" y="111221"/>
                  <a:pt x="208804" y="93440"/>
                  <a:pt x="208870" y="93440"/>
                </a:cubicBezTo>
                <a:cubicBezTo>
                  <a:pt x="211147" y="91154"/>
                  <a:pt x="215605" y="91154"/>
                  <a:pt x="217881" y="93440"/>
                </a:cubicBezTo>
                <a:cubicBezTo>
                  <a:pt x="220158" y="95726"/>
                  <a:pt x="220158" y="100298"/>
                  <a:pt x="217881" y="103632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3" name="Graphic 208">
            <a:extLst>
              <a:ext uri="{FF2B5EF4-FFF2-40B4-BE49-F238E27FC236}">
                <a16:creationId xmlns:a16="http://schemas.microsoft.com/office/drawing/2014/main" id="{E1148BF6-AD66-24D3-6F57-97BFBE45BE1A}"/>
              </a:ext>
            </a:extLst>
          </p:cNvPr>
          <p:cNvSpPr/>
          <p:nvPr/>
        </p:nvSpPr>
        <p:spPr>
          <a:xfrm>
            <a:off x="4640988" y="5566883"/>
            <a:ext cx="412870" cy="412573"/>
          </a:xfrm>
          <a:custGeom>
            <a:avLst/>
            <a:gdLst>
              <a:gd name="connsiteX0" fmla="*/ 155941 w 311882"/>
              <a:gd name="connsiteY0" fmla="*/ 0 h 311658"/>
              <a:gd name="connsiteX1" fmla="*/ 0 w 311882"/>
              <a:gd name="connsiteY1" fmla="*/ 155829 h 311658"/>
              <a:gd name="connsiteX2" fmla="*/ 155941 w 311882"/>
              <a:gd name="connsiteY2" fmla="*/ 311658 h 311658"/>
              <a:gd name="connsiteX3" fmla="*/ 311882 w 311882"/>
              <a:gd name="connsiteY3" fmla="*/ 155829 h 311658"/>
              <a:gd name="connsiteX4" fmla="*/ 155941 w 311882"/>
              <a:gd name="connsiteY4" fmla="*/ 0 h 311658"/>
              <a:gd name="connsiteX5" fmla="*/ 155941 w 311882"/>
              <a:gd name="connsiteY5" fmla="*/ 298133 h 311658"/>
              <a:gd name="connsiteX6" fmla="*/ 13564 w 311882"/>
              <a:gd name="connsiteY6" fmla="*/ 155829 h 311658"/>
              <a:gd name="connsiteX7" fmla="*/ 155941 w 311882"/>
              <a:gd name="connsiteY7" fmla="*/ 13525 h 311658"/>
              <a:gd name="connsiteX8" fmla="*/ 298318 w 311882"/>
              <a:gd name="connsiteY8" fmla="*/ 155829 h 311658"/>
              <a:gd name="connsiteX9" fmla="*/ 155941 w 311882"/>
              <a:gd name="connsiteY9" fmla="*/ 298133 h 311658"/>
              <a:gd name="connsiteX10" fmla="*/ 218071 w 311882"/>
              <a:gd name="connsiteY10" fmla="*/ 103632 h 311658"/>
              <a:gd name="connsiteX11" fmla="*/ 165427 w 311882"/>
              <a:gd name="connsiteY11" fmla="*/ 156115 h 311658"/>
              <a:gd name="connsiteX12" fmla="*/ 218071 w 311882"/>
              <a:gd name="connsiteY12" fmla="*/ 209169 h 311658"/>
              <a:gd name="connsiteX13" fmla="*/ 218071 w 311882"/>
              <a:gd name="connsiteY13" fmla="*/ 218218 h 311658"/>
              <a:gd name="connsiteX14" fmla="*/ 213518 w 311882"/>
              <a:gd name="connsiteY14" fmla="*/ 220504 h 311658"/>
              <a:gd name="connsiteX15" fmla="*/ 208965 w 311882"/>
              <a:gd name="connsiteY15" fmla="*/ 218218 h 311658"/>
              <a:gd name="connsiteX16" fmla="*/ 155941 w 311882"/>
              <a:gd name="connsiteY16" fmla="*/ 165354 h 311658"/>
              <a:gd name="connsiteX17" fmla="*/ 102917 w 311882"/>
              <a:gd name="connsiteY17" fmla="*/ 218218 h 311658"/>
              <a:gd name="connsiteX18" fmla="*/ 98364 w 311882"/>
              <a:gd name="connsiteY18" fmla="*/ 220504 h 311658"/>
              <a:gd name="connsiteX19" fmla="*/ 93811 w 311882"/>
              <a:gd name="connsiteY19" fmla="*/ 218218 h 311658"/>
              <a:gd name="connsiteX20" fmla="*/ 93811 w 311882"/>
              <a:gd name="connsiteY20" fmla="*/ 209169 h 311658"/>
              <a:gd name="connsiteX21" fmla="*/ 146456 w 311882"/>
              <a:gd name="connsiteY21" fmla="*/ 156115 h 311658"/>
              <a:gd name="connsiteX22" fmla="*/ 93811 w 311882"/>
              <a:gd name="connsiteY22" fmla="*/ 103632 h 311658"/>
              <a:gd name="connsiteX23" fmla="*/ 93811 w 311882"/>
              <a:gd name="connsiteY23" fmla="*/ 93440 h 311658"/>
              <a:gd name="connsiteX24" fmla="*/ 102823 w 311882"/>
              <a:gd name="connsiteY24" fmla="*/ 93440 h 311658"/>
              <a:gd name="connsiteX25" fmla="*/ 155846 w 311882"/>
              <a:gd name="connsiteY25" fmla="*/ 146780 h 311658"/>
              <a:gd name="connsiteX26" fmla="*/ 208870 w 311882"/>
              <a:gd name="connsiteY26" fmla="*/ 93440 h 311658"/>
              <a:gd name="connsiteX27" fmla="*/ 217881 w 311882"/>
              <a:gd name="connsiteY27" fmla="*/ 93440 h 311658"/>
              <a:gd name="connsiteX28" fmla="*/ 217881 w 311882"/>
              <a:gd name="connsiteY28" fmla="*/ 103632 h 31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882" h="311658">
                <a:moveTo>
                  <a:pt x="155941" y="0"/>
                </a:moveTo>
                <a:cubicBezTo>
                  <a:pt x="70098" y="0"/>
                  <a:pt x="0" y="70009"/>
                  <a:pt x="0" y="155829"/>
                </a:cubicBezTo>
                <a:cubicBezTo>
                  <a:pt x="0" y="241649"/>
                  <a:pt x="70098" y="311658"/>
                  <a:pt x="155941" y="311658"/>
                </a:cubicBezTo>
                <a:cubicBezTo>
                  <a:pt x="241785" y="311658"/>
                  <a:pt x="311882" y="241649"/>
                  <a:pt x="311882" y="155829"/>
                </a:cubicBezTo>
                <a:cubicBezTo>
                  <a:pt x="311882" y="70009"/>
                  <a:pt x="241785" y="0"/>
                  <a:pt x="155941" y="0"/>
                </a:cubicBezTo>
                <a:close/>
                <a:moveTo>
                  <a:pt x="155941" y="298133"/>
                </a:moveTo>
                <a:cubicBezTo>
                  <a:pt x="76832" y="298133"/>
                  <a:pt x="13564" y="234886"/>
                  <a:pt x="13564" y="155829"/>
                </a:cubicBezTo>
                <a:cubicBezTo>
                  <a:pt x="13564" y="76771"/>
                  <a:pt x="76832" y="13525"/>
                  <a:pt x="155941" y="13525"/>
                </a:cubicBezTo>
                <a:cubicBezTo>
                  <a:pt x="235050" y="13525"/>
                  <a:pt x="298318" y="77915"/>
                  <a:pt x="298318" y="155829"/>
                </a:cubicBezTo>
                <a:cubicBezTo>
                  <a:pt x="298318" y="233744"/>
                  <a:pt x="233912" y="298133"/>
                  <a:pt x="155941" y="298133"/>
                </a:cubicBezTo>
                <a:close/>
                <a:moveTo>
                  <a:pt x="218071" y="103632"/>
                </a:moveTo>
                <a:cubicBezTo>
                  <a:pt x="196824" y="124777"/>
                  <a:pt x="179560" y="142113"/>
                  <a:pt x="165427" y="156115"/>
                </a:cubicBezTo>
                <a:cubicBezTo>
                  <a:pt x="200523" y="191421"/>
                  <a:pt x="218071" y="209105"/>
                  <a:pt x="218071" y="209169"/>
                </a:cubicBezTo>
                <a:cubicBezTo>
                  <a:pt x="220348" y="211455"/>
                  <a:pt x="220348" y="216027"/>
                  <a:pt x="218071" y="218218"/>
                </a:cubicBezTo>
                <a:cubicBezTo>
                  <a:pt x="216933" y="220504"/>
                  <a:pt x="214656" y="220504"/>
                  <a:pt x="213518" y="220504"/>
                </a:cubicBezTo>
                <a:cubicBezTo>
                  <a:pt x="211242" y="220504"/>
                  <a:pt x="210103" y="220504"/>
                  <a:pt x="208965" y="218218"/>
                </a:cubicBezTo>
                <a:cubicBezTo>
                  <a:pt x="187528" y="196882"/>
                  <a:pt x="170169" y="179546"/>
                  <a:pt x="155941" y="165354"/>
                </a:cubicBezTo>
                <a:cubicBezTo>
                  <a:pt x="120655" y="200533"/>
                  <a:pt x="102984" y="218154"/>
                  <a:pt x="102917" y="218218"/>
                </a:cubicBezTo>
                <a:cubicBezTo>
                  <a:pt x="101779" y="220504"/>
                  <a:pt x="99503" y="220504"/>
                  <a:pt x="98364" y="220504"/>
                </a:cubicBezTo>
                <a:cubicBezTo>
                  <a:pt x="96088" y="220504"/>
                  <a:pt x="94950" y="220504"/>
                  <a:pt x="93811" y="218218"/>
                </a:cubicBezTo>
                <a:cubicBezTo>
                  <a:pt x="90397" y="215932"/>
                  <a:pt x="90397" y="211360"/>
                  <a:pt x="93811" y="209169"/>
                </a:cubicBezTo>
                <a:cubicBezTo>
                  <a:pt x="115059" y="187738"/>
                  <a:pt x="132322" y="170307"/>
                  <a:pt x="146456" y="156115"/>
                </a:cubicBezTo>
                <a:cubicBezTo>
                  <a:pt x="111359" y="121127"/>
                  <a:pt x="93811" y="103632"/>
                  <a:pt x="93811" y="103632"/>
                </a:cubicBezTo>
                <a:cubicBezTo>
                  <a:pt x="90397" y="100203"/>
                  <a:pt x="90397" y="95726"/>
                  <a:pt x="93811" y="93440"/>
                </a:cubicBezTo>
                <a:cubicBezTo>
                  <a:pt x="96088" y="91154"/>
                  <a:pt x="100546" y="91154"/>
                  <a:pt x="102823" y="93440"/>
                </a:cubicBezTo>
                <a:cubicBezTo>
                  <a:pt x="124260" y="114967"/>
                  <a:pt x="141618" y="132493"/>
                  <a:pt x="155846" y="146780"/>
                </a:cubicBezTo>
                <a:cubicBezTo>
                  <a:pt x="191132" y="111221"/>
                  <a:pt x="208804" y="93440"/>
                  <a:pt x="208870" y="93440"/>
                </a:cubicBezTo>
                <a:cubicBezTo>
                  <a:pt x="211147" y="91154"/>
                  <a:pt x="215605" y="91154"/>
                  <a:pt x="217881" y="93440"/>
                </a:cubicBezTo>
                <a:cubicBezTo>
                  <a:pt x="220158" y="95726"/>
                  <a:pt x="220158" y="100298"/>
                  <a:pt x="217881" y="103632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6" name="Graphic 214">
            <a:extLst>
              <a:ext uri="{FF2B5EF4-FFF2-40B4-BE49-F238E27FC236}">
                <a16:creationId xmlns:a16="http://schemas.microsoft.com/office/drawing/2014/main" id="{42E0DCDD-9ABA-F8A7-6289-638CF192196A}"/>
              </a:ext>
            </a:extLst>
          </p:cNvPr>
          <p:cNvSpPr/>
          <p:nvPr/>
        </p:nvSpPr>
        <p:spPr>
          <a:xfrm>
            <a:off x="5503612" y="4962250"/>
            <a:ext cx="413638" cy="414348"/>
          </a:xfrm>
          <a:custGeom>
            <a:avLst/>
            <a:gdLst>
              <a:gd name="connsiteX0" fmla="*/ 155562 w 311123"/>
              <a:gd name="connsiteY0" fmla="*/ 0 h 311657"/>
              <a:gd name="connsiteX1" fmla="*/ 0 w 311123"/>
              <a:gd name="connsiteY1" fmla="*/ 155829 h 311657"/>
              <a:gd name="connsiteX2" fmla="*/ 155562 w 311123"/>
              <a:gd name="connsiteY2" fmla="*/ 311658 h 311657"/>
              <a:gd name="connsiteX3" fmla="*/ 311124 w 311123"/>
              <a:gd name="connsiteY3" fmla="*/ 155829 h 311657"/>
              <a:gd name="connsiteX4" fmla="*/ 155562 w 311123"/>
              <a:gd name="connsiteY4" fmla="*/ 0 h 311657"/>
              <a:gd name="connsiteX5" fmla="*/ 155562 w 311123"/>
              <a:gd name="connsiteY5" fmla="*/ 298133 h 311657"/>
              <a:gd name="connsiteX6" fmla="*/ 13469 w 311123"/>
              <a:gd name="connsiteY6" fmla="*/ 155829 h 311657"/>
              <a:gd name="connsiteX7" fmla="*/ 155562 w 311123"/>
              <a:gd name="connsiteY7" fmla="*/ 13525 h 311657"/>
              <a:gd name="connsiteX8" fmla="*/ 297654 w 311123"/>
              <a:gd name="connsiteY8" fmla="*/ 155829 h 311657"/>
              <a:gd name="connsiteX9" fmla="*/ 155562 w 311123"/>
              <a:gd name="connsiteY9" fmla="*/ 298133 h 311657"/>
              <a:gd name="connsiteX10" fmla="*/ 205266 w 311123"/>
              <a:gd name="connsiteY10" fmla="*/ 112776 h 311657"/>
              <a:gd name="connsiteX11" fmla="*/ 162771 w 311123"/>
              <a:gd name="connsiteY11" fmla="*/ 161353 h 311657"/>
              <a:gd name="connsiteX12" fmla="*/ 162771 w 311123"/>
              <a:gd name="connsiteY12" fmla="*/ 198120 h 311657"/>
              <a:gd name="connsiteX13" fmla="*/ 155657 w 311123"/>
              <a:gd name="connsiteY13" fmla="*/ 205264 h 311657"/>
              <a:gd name="connsiteX14" fmla="*/ 148543 w 311123"/>
              <a:gd name="connsiteY14" fmla="*/ 198120 h 311657"/>
              <a:gd name="connsiteX15" fmla="*/ 148543 w 311123"/>
              <a:gd name="connsiteY15" fmla="*/ 155448 h 311657"/>
              <a:gd name="connsiteX16" fmla="*/ 155657 w 311123"/>
              <a:gd name="connsiteY16" fmla="*/ 148304 h 311657"/>
              <a:gd name="connsiteX17" fmla="*/ 191132 w 311123"/>
              <a:gd name="connsiteY17" fmla="*/ 112776 h 311657"/>
              <a:gd name="connsiteX18" fmla="*/ 155657 w 311123"/>
              <a:gd name="connsiteY18" fmla="*/ 77248 h 311657"/>
              <a:gd name="connsiteX19" fmla="*/ 120181 w 311123"/>
              <a:gd name="connsiteY19" fmla="*/ 112776 h 311657"/>
              <a:gd name="connsiteX20" fmla="*/ 113067 w 311123"/>
              <a:gd name="connsiteY20" fmla="*/ 119920 h 311657"/>
              <a:gd name="connsiteX21" fmla="*/ 105953 w 311123"/>
              <a:gd name="connsiteY21" fmla="*/ 112776 h 311657"/>
              <a:gd name="connsiteX22" fmla="*/ 155562 w 311123"/>
              <a:gd name="connsiteY22" fmla="*/ 62960 h 311657"/>
              <a:gd name="connsiteX23" fmla="*/ 205171 w 311123"/>
              <a:gd name="connsiteY23" fmla="*/ 112776 h 311657"/>
              <a:gd name="connsiteX24" fmla="*/ 170075 w 311123"/>
              <a:gd name="connsiteY24" fmla="*/ 234220 h 311657"/>
              <a:gd name="connsiteX25" fmla="*/ 155657 w 311123"/>
              <a:gd name="connsiteY25" fmla="*/ 248698 h 311657"/>
              <a:gd name="connsiteX26" fmla="*/ 141239 w 311123"/>
              <a:gd name="connsiteY26" fmla="*/ 234220 h 311657"/>
              <a:gd name="connsiteX27" fmla="*/ 155657 w 311123"/>
              <a:gd name="connsiteY27" fmla="*/ 219742 h 311657"/>
              <a:gd name="connsiteX28" fmla="*/ 170075 w 311123"/>
              <a:gd name="connsiteY28" fmla="*/ 234220 h 311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123" h="311657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7"/>
                  <a:pt x="13469" y="155829"/>
                </a:cubicBezTo>
                <a:cubicBezTo>
                  <a:pt x="13469" y="76772"/>
                  <a:pt x="77686" y="13525"/>
                  <a:pt x="155562" y="13525"/>
                </a:cubicBezTo>
                <a:cubicBezTo>
                  <a:pt x="233438" y="13525"/>
                  <a:pt x="297654" y="77914"/>
                  <a:pt x="297654" y="155829"/>
                </a:cubicBezTo>
                <a:cubicBezTo>
                  <a:pt x="297654" y="233743"/>
                  <a:pt x="234481" y="298133"/>
                  <a:pt x="155562" y="298133"/>
                </a:cubicBezTo>
                <a:close/>
                <a:moveTo>
                  <a:pt x="205266" y="112776"/>
                </a:moveTo>
                <a:cubicBezTo>
                  <a:pt x="205266" y="137636"/>
                  <a:pt x="187528" y="157829"/>
                  <a:pt x="162771" y="161353"/>
                </a:cubicBezTo>
                <a:lnTo>
                  <a:pt x="162771" y="198120"/>
                </a:lnTo>
                <a:cubicBezTo>
                  <a:pt x="162771" y="201644"/>
                  <a:pt x="160399" y="205264"/>
                  <a:pt x="155657" y="205264"/>
                </a:cubicBezTo>
                <a:cubicBezTo>
                  <a:pt x="152147" y="205264"/>
                  <a:pt x="148543" y="201739"/>
                  <a:pt x="148543" y="198120"/>
                </a:cubicBezTo>
                <a:lnTo>
                  <a:pt x="148543" y="155448"/>
                </a:lnTo>
                <a:cubicBezTo>
                  <a:pt x="148543" y="151924"/>
                  <a:pt x="152052" y="148304"/>
                  <a:pt x="155657" y="148304"/>
                </a:cubicBezTo>
                <a:cubicBezTo>
                  <a:pt x="175766" y="148304"/>
                  <a:pt x="191132" y="131731"/>
                  <a:pt x="191132" y="112776"/>
                </a:cubicBezTo>
                <a:cubicBezTo>
                  <a:pt x="191132" y="92583"/>
                  <a:pt x="175766" y="77248"/>
                  <a:pt x="155657" y="77248"/>
                </a:cubicBezTo>
                <a:cubicBezTo>
                  <a:pt x="136781" y="77248"/>
                  <a:pt x="120181" y="92678"/>
                  <a:pt x="120181" y="112776"/>
                </a:cubicBezTo>
                <a:cubicBezTo>
                  <a:pt x="120181" y="116300"/>
                  <a:pt x="117810" y="119920"/>
                  <a:pt x="113067" y="119920"/>
                </a:cubicBezTo>
                <a:cubicBezTo>
                  <a:pt x="109557" y="119920"/>
                  <a:pt x="105953" y="116395"/>
                  <a:pt x="105953" y="112776"/>
                </a:cubicBezTo>
                <a:cubicBezTo>
                  <a:pt x="105953" y="85534"/>
                  <a:pt x="128433" y="62960"/>
                  <a:pt x="155562" y="62960"/>
                </a:cubicBezTo>
                <a:cubicBezTo>
                  <a:pt x="182690" y="62960"/>
                  <a:pt x="205171" y="85439"/>
                  <a:pt x="205171" y="112776"/>
                </a:cubicBezTo>
                <a:close/>
                <a:moveTo>
                  <a:pt x="170075" y="234220"/>
                </a:moveTo>
                <a:cubicBezTo>
                  <a:pt x="170075" y="241459"/>
                  <a:pt x="164099" y="248698"/>
                  <a:pt x="155657" y="248698"/>
                </a:cubicBezTo>
                <a:cubicBezTo>
                  <a:pt x="148448" y="248698"/>
                  <a:pt x="141239" y="241459"/>
                  <a:pt x="141239" y="234220"/>
                </a:cubicBezTo>
                <a:cubicBezTo>
                  <a:pt x="141239" y="225743"/>
                  <a:pt x="148448" y="219742"/>
                  <a:pt x="155657" y="219742"/>
                </a:cubicBezTo>
                <a:cubicBezTo>
                  <a:pt x="164099" y="219742"/>
                  <a:pt x="170075" y="225743"/>
                  <a:pt x="170075" y="23422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7" name="Graphic 214">
            <a:extLst>
              <a:ext uri="{FF2B5EF4-FFF2-40B4-BE49-F238E27FC236}">
                <a16:creationId xmlns:a16="http://schemas.microsoft.com/office/drawing/2014/main" id="{19A87AF1-5395-5078-8099-860D94214749}"/>
              </a:ext>
            </a:extLst>
          </p:cNvPr>
          <p:cNvSpPr/>
          <p:nvPr/>
        </p:nvSpPr>
        <p:spPr>
          <a:xfrm>
            <a:off x="6276497" y="4962250"/>
            <a:ext cx="413638" cy="414348"/>
          </a:xfrm>
          <a:custGeom>
            <a:avLst/>
            <a:gdLst>
              <a:gd name="connsiteX0" fmla="*/ 155562 w 311123"/>
              <a:gd name="connsiteY0" fmla="*/ 0 h 311657"/>
              <a:gd name="connsiteX1" fmla="*/ 0 w 311123"/>
              <a:gd name="connsiteY1" fmla="*/ 155829 h 311657"/>
              <a:gd name="connsiteX2" fmla="*/ 155562 w 311123"/>
              <a:gd name="connsiteY2" fmla="*/ 311658 h 311657"/>
              <a:gd name="connsiteX3" fmla="*/ 311124 w 311123"/>
              <a:gd name="connsiteY3" fmla="*/ 155829 h 311657"/>
              <a:gd name="connsiteX4" fmla="*/ 155562 w 311123"/>
              <a:gd name="connsiteY4" fmla="*/ 0 h 311657"/>
              <a:gd name="connsiteX5" fmla="*/ 155562 w 311123"/>
              <a:gd name="connsiteY5" fmla="*/ 298133 h 311657"/>
              <a:gd name="connsiteX6" fmla="*/ 13469 w 311123"/>
              <a:gd name="connsiteY6" fmla="*/ 155829 h 311657"/>
              <a:gd name="connsiteX7" fmla="*/ 155562 w 311123"/>
              <a:gd name="connsiteY7" fmla="*/ 13525 h 311657"/>
              <a:gd name="connsiteX8" fmla="*/ 297654 w 311123"/>
              <a:gd name="connsiteY8" fmla="*/ 155829 h 311657"/>
              <a:gd name="connsiteX9" fmla="*/ 155562 w 311123"/>
              <a:gd name="connsiteY9" fmla="*/ 298133 h 311657"/>
              <a:gd name="connsiteX10" fmla="*/ 205266 w 311123"/>
              <a:gd name="connsiteY10" fmla="*/ 112776 h 311657"/>
              <a:gd name="connsiteX11" fmla="*/ 162771 w 311123"/>
              <a:gd name="connsiteY11" fmla="*/ 161353 h 311657"/>
              <a:gd name="connsiteX12" fmla="*/ 162771 w 311123"/>
              <a:gd name="connsiteY12" fmla="*/ 198120 h 311657"/>
              <a:gd name="connsiteX13" fmla="*/ 155657 w 311123"/>
              <a:gd name="connsiteY13" fmla="*/ 205264 h 311657"/>
              <a:gd name="connsiteX14" fmla="*/ 148543 w 311123"/>
              <a:gd name="connsiteY14" fmla="*/ 198120 h 311657"/>
              <a:gd name="connsiteX15" fmla="*/ 148543 w 311123"/>
              <a:gd name="connsiteY15" fmla="*/ 155448 h 311657"/>
              <a:gd name="connsiteX16" fmla="*/ 155657 w 311123"/>
              <a:gd name="connsiteY16" fmla="*/ 148304 h 311657"/>
              <a:gd name="connsiteX17" fmla="*/ 191132 w 311123"/>
              <a:gd name="connsiteY17" fmla="*/ 112776 h 311657"/>
              <a:gd name="connsiteX18" fmla="*/ 155657 w 311123"/>
              <a:gd name="connsiteY18" fmla="*/ 77248 h 311657"/>
              <a:gd name="connsiteX19" fmla="*/ 120181 w 311123"/>
              <a:gd name="connsiteY19" fmla="*/ 112776 h 311657"/>
              <a:gd name="connsiteX20" fmla="*/ 113067 w 311123"/>
              <a:gd name="connsiteY20" fmla="*/ 119920 h 311657"/>
              <a:gd name="connsiteX21" fmla="*/ 105953 w 311123"/>
              <a:gd name="connsiteY21" fmla="*/ 112776 h 311657"/>
              <a:gd name="connsiteX22" fmla="*/ 155562 w 311123"/>
              <a:gd name="connsiteY22" fmla="*/ 62960 h 311657"/>
              <a:gd name="connsiteX23" fmla="*/ 205171 w 311123"/>
              <a:gd name="connsiteY23" fmla="*/ 112776 h 311657"/>
              <a:gd name="connsiteX24" fmla="*/ 170075 w 311123"/>
              <a:gd name="connsiteY24" fmla="*/ 234220 h 311657"/>
              <a:gd name="connsiteX25" fmla="*/ 155657 w 311123"/>
              <a:gd name="connsiteY25" fmla="*/ 248698 h 311657"/>
              <a:gd name="connsiteX26" fmla="*/ 141239 w 311123"/>
              <a:gd name="connsiteY26" fmla="*/ 234220 h 311657"/>
              <a:gd name="connsiteX27" fmla="*/ 155657 w 311123"/>
              <a:gd name="connsiteY27" fmla="*/ 219742 h 311657"/>
              <a:gd name="connsiteX28" fmla="*/ 170075 w 311123"/>
              <a:gd name="connsiteY28" fmla="*/ 234220 h 311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123" h="311657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7"/>
                  <a:pt x="13469" y="155829"/>
                </a:cubicBezTo>
                <a:cubicBezTo>
                  <a:pt x="13469" y="76772"/>
                  <a:pt x="77686" y="13525"/>
                  <a:pt x="155562" y="13525"/>
                </a:cubicBezTo>
                <a:cubicBezTo>
                  <a:pt x="233438" y="13525"/>
                  <a:pt x="297654" y="77914"/>
                  <a:pt x="297654" y="155829"/>
                </a:cubicBezTo>
                <a:cubicBezTo>
                  <a:pt x="297654" y="233743"/>
                  <a:pt x="234481" y="298133"/>
                  <a:pt x="155562" y="298133"/>
                </a:cubicBezTo>
                <a:close/>
                <a:moveTo>
                  <a:pt x="205266" y="112776"/>
                </a:moveTo>
                <a:cubicBezTo>
                  <a:pt x="205266" y="137636"/>
                  <a:pt x="187528" y="157829"/>
                  <a:pt x="162771" y="161353"/>
                </a:cubicBezTo>
                <a:lnTo>
                  <a:pt x="162771" y="198120"/>
                </a:lnTo>
                <a:cubicBezTo>
                  <a:pt x="162771" y="201644"/>
                  <a:pt x="160399" y="205264"/>
                  <a:pt x="155657" y="205264"/>
                </a:cubicBezTo>
                <a:cubicBezTo>
                  <a:pt x="152147" y="205264"/>
                  <a:pt x="148543" y="201739"/>
                  <a:pt x="148543" y="198120"/>
                </a:cubicBezTo>
                <a:lnTo>
                  <a:pt x="148543" y="155448"/>
                </a:lnTo>
                <a:cubicBezTo>
                  <a:pt x="148543" y="151924"/>
                  <a:pt x="152052" y="148304"/>
                  <a:pt x="155657" y="148304"/>
                </a:cubicBezTo>
                <a:cubicBezTo>
                  <a:pt x="175766" y="148304"/>
                  <a:pt x="191132" y="131731"/>
                  <a:pt x="191132" y="112776"/>
                </a:cubicBezTo>
                <a:cubicBezTo>
                  <a:pt x="191132" y="92583"/>
                  <a:pt x="175766" y="77248"/>
                  <a:pt x="155657" y="77248"/>
                </a:cubicBezTo>
                <a:cubicBezTo>
                  <a:pt x="136781" y="77248"/>
                  <a:pt x="120181" y="92678"/>
                  <a:pt x="120181" y="112776"/>
                </a:cubicBezTo>
                <a:cubicBezTo>
                  <a:pt x="120181" y="116300"/>
                  <a:pt x="117810" y="119920"/>
                  <a:pt x="113067" y="119920"/>
                </a:cubicBezTo>
                <a:cubicBezTo>
                  <a:pt x="109557" y="119920"/>
                  <a:pt x="105953" y="116395"/>
                  <a:pt x="105953" y="112776"/>
                </a:cubicBezTo>
                <a:cubicBezTo>
                  <a:pt x="105953" y="85534"/>
                  <a:pt x="128433" y="62960"/>
                  <a:pt x="155562" y="62960"/>
                </a:cubicBezTo>
                <a:cubicBezTo>
                  <a:pt x="182690" y="62960"/>
                  <a:pt x="205171" y="85439"/>
                  <a:pt x="205171" y="112776"/>
                </a:cubicBezTo>
                <a:close/>
                <a:moveTo>
                  <a:pt x="170075" y="234220"/>
                </a:moveTo>
                <a:cubicBezTo>
                  <a:pt x="170075" y="241459"/>
                  <a:pt x="164099" y="248698"/>
                  <a:pt x="155657" y="248698"/>
                </a:cubicBezTo>
                <a:cubicBezTo>
                  <a:pt x="148448" y="248698"/>
                  <a:pt x="141239" y="241459"/>
                  <a:pt x="141239" y="234220"/>
                </a:cubicBezTo>
                <a:cubicBezTo>
                  <a:pt x="141239" y="225743"/>
                  <a:pt x="148448" y="219742"/>
                  <a:pt x="155657" y="219742"/>
                </a:cubicBezTo>
                <a:cubicBezTo>
                  <a:pt x="164099" y="219742"/>
                  <a:pt x="170075" y="225743"/>
                  <a:pt x="170075" y="23422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8" name="Graphic 214">
            <a:extLst>
              <a:ext uri="{FF2B5EF4-FFF2-40B4-BE49-F238E27FC236}">
                <a16:creationId xmlns:a16="http://schemas.microsoft.com/office/drawing/2014/main" id="{EE2B1224-241A-C1A1-90DA-7310D53163E1}"/>
              </a:ext>
            </a:extLst>
          </p:cNvPr>
          <p:cNvSpPr/>
          <p:nvPr/>
        </p:nvSpPr>
        <p:spPr>
          <a:xfrm>
            <a:off x="5503612" y="5560964"/>
            <a:ext cx="413638" cy="414348"/>
          </a:xfrm>
          <a:custGeom>
            <a:avLst/>
            <a:gdLst>
              <a:gd name="connsiteX0" fmla="*/ 155562 w 311123"/>
              <a:gd name="connsiteY0" fmla="*/ 0 h 311657"/>
              <a:gd name="connsiteX1" fmla="*/ 0 w 311123"/>
              <a:gd name="connsiteY1" fmla="*/ 155829 h 311657"/>
              <a:gd name="connsiteX2" fmla="*/ 155562 w 311123"/>
              <a:gd name="connsiteY2" fmla="*/ 311658 h 311657"/>
              <a:gd name="connsiteX3" fmla="*/ 311124 w 311123"/>
              <a:gd name="connsiteY3" fmla="*/ 155829 h 311657"/>
              <a:gd name="connsiteX4" fmla="*/ 155562 w 311123"/>
              <a:gd name="connsiteY4" fmla="*/ 0 h 311657"/>
              <a:gd name="connsiteX5" fmla="*/ 155562 w 311123"/>
              <a:gd name="connsiteY5" fmla="*/ 298133 h 311657"/>
              <a:gd name="connsiteX6" fmla="*/ 13469 w 311123"/>
              <a:gd name="connsiteY6" fmla="*/ 155829 h 311657"/>
              <a:gd name="connsiteX7" fmla="*/ 155562 w 311123"/>
              <a:gd name="connsiteY7" fmla="*/ 13525 h 311657"/>
              <a:gd name="connsiteX8" fmla="*/ 297654 w 311123"/>
              <a:gd name="connsiteY8" fmla="*/ 155829 h 311657"/>
              <a:gd name="connsiteX9" fmla="*/ 155562 w 311123"/>
              <a:gd name="connsiteY9" fmla="*/ 298133 h 311657"/>
              <a:gd name="connsiteX10" fmla="*/ 205266 w 311123"/>
              <a:gd name="connsiteY10" fmla="*/ 112776 h 311657"/>
              <a:gd name="connsiteX11" fmla="*/ 162771 w 311123"/>
              <a:gd name="connsiteY11" fmla="*/ 161353 h 311657"/>
              <a:gd name="connsiteX12" fmla="*/ 162771 w 311123"/>
              <a:gd name="connsiteY12" fmla="*/ 198120 h 311657"/>
              <a:gd name="connsiteX13" fmla="*/ 155657 w 311123"/>
              <a:gd name="connsiteY13" fmla="*/ 205264 h 311657"/>
              <a:gd name="connsiteX14" fmla="*/ 148543 w 311123"/>
              <a:gd name="connsiteY14" fmla="*/ 198120 h 311657"/>
              <a:gd name="connsiteX15" fmla="*/ 148543 w 311123"/>
              <a:gd name="connsiteY15" fmla="*/ 155448 h 311657"/>
              <a:gd name="connsiteX16" fmla="*/ 155657 w 311123"/>
              <a:gd name="connsiteY16" fmla="*/ 148304 h 311657"/>
              <a:gd name="connsiteX17" fmla="*/ 191132 w 311123"/>
              <a:gd name="connsiteY17" fmla="*/ 112776 h 311657"/>
              <a:gd name="connsiteX18" fmla="*/ 155657 w 311123"/>
              <a:gd name="connsiteY18" fmla="*/ 77248 h 311657"/>
              <a:gd name="connsiteX19" fmla="*/ 120181 w 311123"/>
              <a:gd name="connsiteY19" fmla="*/ 112776 h 311657"/>
              <a:gd name="connsiteX20" fmla="*/ 113067 w 311123"/>
              <a:gd name="connsiteY20" fmla="*/ 119920 h 311657"/>
              <a:gd name="connsiteX21" fmla="*/ 105953 w 311123"/>
              <a:gd name="connsiteY21" fmla="*/ 112776 h 311657"/>
              <a:gd name="connsiteX22" fmla="*/ 155562 w 311123"/>
              <a:gd name="connsiteY22" fmla="*/ 62960 h 311657"/>
              <a:gd name="connsiteX23" fmla="*/ 205171 w 311123"/>
              <a:gd name="connsiteY23" fmla="*/ 112776 h 311657"/>
              <a:gd name="connsiteX24" fmla="*/ 170075 w 311123"/>
              <a:gd name="connsiteY24" fmla="*/ 234220 h 311657"/>
              <a:gd name="connsiteX25" fmla="*/ 155657 w 311123"/>
              <a:gd name="connsiteY25" fmla="*/ 248698 h 311657"/>
              <a:gd name="connsiteX26" fmla="*/ 141239 w 311123"/>
              <a:gd name="connsiteY26" fmla="*/ 234220 h 311657"/>
              <a:gd name="connsiteX27" fmla="*/ 155657 w 311123"/>
              <a:gd name="connsiteY27" fmla="*/ 219742 h 311657"/>
              <a:gd name="connsiteX28" fmla="*/ 170075 w 311123"/>
              <a:gd name="connsiteY28" fmla="*/ 234220 h 311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123" h="311657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7"/>
                  <a:pt x="13469" y="155829"/>
                </a:cubicBezTo>
                <a:cubicBezTo>
                  <a:pt x="13469" y="76772"/>
                  <a:pt x="77686" y="13525"/>
                  <a:pt x="155562" y="13525"/>
                </a:cubicBezTo>
                <a:cubicBezTo>
                  <a:pt x="233438" y="13525"/>
                  <a:pt x="297654" y="77914"/>
                  <a:pt x="297654" y="155829"/>
                </a:cubicBezTo>
                <a:cubicBezTo>
                  <a:pt x="297654" y="233743"/>
                  <a:pt x="234481" y="298133"/>
                  <a:pt x="155562" y="298133"/>
                </a:cubicBezTo>
                <a:close/>
                <a:moveTo>
                  <a:pt x="205266" y="112776"/>
                </a:moveTo>
                <a:cubicBezTo>
                  <a:pt x="205266" y="137636"/>
                  <a:pt x="187528" y="157829"/>
                  <a:pt x="162771" y="161353"/>
                </a:cubicBezTo>
                <a:lnTo>
                  <a:pt x="162771" y="198120"/>
                </a:lnTo>
                <a:cubicBezTo>
                  <a:pt x="162771" y="201644"/>
                  <a:pt x="160399" y="205264"/>
                  <a:pt x="155657" y="205264"/>
                </a:cubicBezTo>
                <a:cubicBezTo>
                  <a:pt x="152147" y="205264"/>
                  <a:pt x="148543" y="201739"/>
                  <a:pt x="148543" y="198120"/>
                </a:cubicBezTo>
                <a:lnTo>
                  <a:pt x="148543" y="155448"/>
                </a:lnTo>
                <a:cubicBezTo>
                  <a:pt x="148543" y="151924"/>
                  <a:pt x="152052" y="148304"/>
                  <a:pt x="155657" y="148304"/>
                </a:cubicBezTo>
                <a:cubicBezTo>
                  <a:pt x="175766" y="148304"/>
                  <a:pt x="191132" y="131731"/>
                  <a:pt x="191132" y="112776"/>
                </a:cubicBezTo>
                <a:cubicBezTo>
                  <a:pt x="191132" y="92583"/>
                  <a:pt x="175766" y="77248"/>
                  <a:pt x="155657" y="77248"/>
                </a:cubicBezTo>
                <a:cubicBezTo>
                  <a:pt x="136781" y="77248"/>
                  <a:pt x="120181" y="92678"/>
                  <a:pt x="120181" y="112776"/>
                </a:cubicBezTo>
                <a:cubicBezTo>
                  <a:pt x="120181" y="116300"/>
                  <a:pt x="117810" y="119920"/>
                  <a:pt x="113067" y="119920"/>
                </a:cubicBezTo>
                <a:cubicBezTo>
                  <a:pt x="109557" y="119920"/>
                  <a:pt x="105953" y="116395"/>
                  <a:pt x="105953" y="112776"/>
                </a:cubicBezTo>
                <a:cubicBezTo>
                  <a:pt x="105953" y="85534"/>
                  <a:pt x="128433" y="62960"/>
                  <a:pt x="155562" y="62960"/>
                </a:cubicBezTo>
                <a:cubicBezTo>
                  <a:pt x="182690" y="62960"/>
                  <a:pt x="205171" y="85439"/>
                  <a:pt x="205171" y="112776"/>
                </a:cubicBezTo>
                <a:close/>
                <a:moveTo>
                  <a:pt x="170075" y="234220"/>
                </a:moveTo>
                <a:cubicBezTo>
                  <a:pt x="170075" y="241459"/>
                  <a:pt x="164099" y="248698"/>
                  <a:pt x="155657" y="248698"/>
                </a:cubicBezTo>
                <a:cubicBezTo>
                  <a:pt x="148448" y="248698"/>
                  <a:pt x="141239" y="241459"/>
                  <a:pt x="141239" y="234220"/>
                </a:cubicBezTo>
                <a:cubicBezTo>
                  <a:pt x="141239" y="225743"/>
                  <a:pt x="148448" y="219742"/>
                  <a:pt x="155657" y="219742"/>
                </a:cubicBezTo>
                <a:cubicBezTo>
                  <a:pt x="164099" y="219742"/>
                  <a:pt x="170075" y="225743"/>
                  <a:pt x="170075" y="23422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9" name="Graphic 214">
            <a:extLst>
              <a:ext uri="{FF2B5EF4-FFF2-40B4-BE49-F238E27FC236}">
                <a16:creationId xmlns:a16="http://schemas.microsoft.com/office/drawing/2014/main" id="{CDEEF552-D9F7-73B6-6241-06E793F3460C}"/>
              </a:ext>
            </a:extLst>
          </p:cNvPr>
          <p:cNvSpPr/>
          <p:nvPr/>
        </p:nvSpPr>
        <p:spPr>
          <a:xfrm>
            <a:off x="6276497" y="5560964"/>
            <a:ext cx="413638" cy="414348"/>
          </a:xfrm>
          <a:custGeom>
            <a:avLst/>
            <a:gdLst>
              <a:gd name="connsiteX0" fmla="*/ 155562 w 311123"/>
              <a:gd name="connsiteY0" fmla="*/ 0 h 311657"/>
              <a:gd name="connsiteX1" fmla="*/ 0 w 311123"/>
              <a:gd name="connsiteY1" fmla="*/ 155829 h 311657"/>
              <a:gd name="connsiteX2" fmla="*/ 155562 w 311123"/>
              <a:gd name="connsiteY2" fmla="*/ 311658 h 311657"/>
              <a:gd name="connsiteX3" fmla="*/ 311124 w 311123"/>
              <a:gd name="connsiteY3" fmla="*/ 155829 h 311657"/>
              <a:gd name="connsiteX4" fmla="*/ 155562 w 311123"/>
              <a:gd name="connsiteY4" fmla="*/ 0 h 311657"/>
              <a:gd name="connsiteX5" fmla="*/ 155562 w 311123"/>
              <a:gd name="connsiteY5" fmla="*/ 298133 h 311657"/>
              <a:gd name="connsiteX6" fmla="*/ 13469 w 311123"/>
              <a:gd name="connsiteY6" fmla="*/ 155829 h 311657"/>
              <a:gd name="connsiteX7" fmla="*/ 155562 w 311123"/>
              <a:gd name="connsiteY7" fmla="*/ 13525 h 311657"/>
              <a:gd name="connsiteX8" fmla="*/ 297654 w 311123"/>
              <a:gd name="connsiteY8" fmla="*/ 155829 h 311657"/>
              <a:gd name="connsiteX9" fmla="*/ 155562 w 311123"/>
              <a:gd name="connsiteY9" fmla="*/ 298133 h 311657"/>
              <a:gd name="connsiteX10" fmla="*/ 205266 w 311123"/>
              <a:gd name="connsiteY10" fmla="*/ 112776 h 311657"/>
              <a:gd name="connsiteX11" fmla="*/ 162771 w 311123"/>
              <a:gd name="connsiteY11" fmla="*/ 161353 h 311657"/>
              <a:gd name="connsiteX12" fmla="*/ 162771 w 311123"/>
              <a:gd name="connsiteY12" fmla="*/ 198120 h 311657"/>
              <a:gd name="connsiteX13" fmla="*/ 155657 w 311123"/>
              <a:gd name="connsiteY13" fmla="*/ 205264 h 311657"/>
              <a:gd name="connsiteX14" fmla="*/ 148543 w 311123"/>
              <a:gd name="connsiteY14" fmla="*/ 198120 h 311657"/>
              <a:gd name="connsiteX15" fmla="*/ 148543 w 311123"/>
              <a:gd name="connsiteY15" fmla="*/ 155448 h 311657"/>
              <a:gd name="connsiteX16" fmla="*/ 155657 w 311123"/>
              <a:gd name="connsiteY16" fmla="*/ 148304 h 311657"/>
              <a:gd name="connsiteX17" fmla="*/ 191132 w 311123"/>
              <a:gd name="connsiteY17" fmla="*/ 112776 h 311657"/>
              <a:gd name="connsiteX18" fmla="*/ 155657 w 311123"/>
              <a:gd name="connsiteY18" fmla="*/ 77248 h 311657"/>
              <a:gd name="connsiteX19" fmla="*/ 120181 w 311123"/>
              <a:gd name="connsiteY19" fmla="*/ 112776 h 311657"/>
              <a:gd name="connsiteX20" fmla="*/ 113067 w 311123"/>
              <a:gd name="connsiteY20" fmla="*/ 119920 h 311657"/>
              <a:gd name="connsiteX21" fmla="*/ 105953 w 311123"/>
              <a:gd name="connsiteY21" fmla="*/ 112776 h 311657"/>
              <a:gd name="connsiteX22" fmla="*/ 155562 w 311123"/>
              <a:gd name="connsiteY22" fmla="*/ 62960 h 311657"/>
              <a:gd name="connsiteX23" fmla="*/ 205171 w 311123"/>
              <a:gd name="connsiteY23" fmla="*/ 112776 h 311657"/>
              <a:gd name="connsiteX24" fmla="*/ 170075 w 311123"/>
              <a:gd name="connsiteY24" fmla="*/ 234220 h 311657"/>
              <a:gd name="connsiteX25" fmla="*/ 155657 w 311123"/>
              <a:gd name="connsiteY25" fmla="*/ 248698 h 311657"/>
              <a:gd name="connsiteX26" fmla="*/ 141239 w 311123"/>
              <a:gd name="connsiteY26" fmla="*/ 234220 h 311657"/>
              <a:gd name="connsiteX27" fmla="*/ 155657 w 311123"/>
              <a:gd name="connsiteY27" fmla="*/ 219742 h 311657"/>
              <a:gd name="connsiteX28" fmla="*/ 170075 w 311123"/>
              <a:gd name="connsiteY28" fmla="*/ 234220 h 311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1123" h="311657">
                <a:moveTo>
                  <a:pt x="155562" y="0"/>
                </a:moveTo>
                <a:cubicBezTo>
                  <a:pt x="69908" y="0"/>
                  <a:pt x="0" y="70009"/>
                  <a:pt x="0" y="155829"/>
                </a:cubicBezTo>
                <a:cubicBezTo>
                  <a:pt x="0" y="241649"/>
                  <a:pt x="69908" y="311658"/>
                  <a:pt x="155562" y="311658"/>
                </a:cubicBezTo>
                <a:cubicBezTo>
                  <a:pt x="241216" y="311658"/>
                  <a:pt x="311124" y="241649"/>
                  <a:pt x="311124" y="155829"/>
                </a:cubicBezTo>
                <a:cubicBezTo>
                  <a:pt x="311124" y="70009"/>
                  <a:pt x="241216" y="0"/>
                  <a:pt x="155562" y="0"/>
                </a:cubicBezTo>
                <a:close/>
                <a:moveTo>
                  <a:pt x="155562" y="298133"/>
                </a:moveTo>
                <a:cubicBezTo>
                  <a:pt x="77781" y="298133"/>
                  <a:pt x="13469" y="234887"/>
                  <a:pt x="13469" y="155829"/>
                </a:cubicBezTo>
                <a:cubicBezTo>
                  <a:pt x="13469" y="76772"/>
                  <a:pt x="77686" y="13525"/>
                  <a:pt x="155562" y="13525"/>
                </a:cubicBezTo>
                <a:cubicBezTo>
                  <a:pt x="233438" y="13525"/>
                  <a:pt x="297654" y="77914"/>
                  <a:pt x="297654" y="155829"/>
                </a:cubicBezTo>
                <a:cubicBezTo>
                  <a:pt x="297654" y="233743"/>
                  <a:pt x="234481" y="298133"/>
                  <a:pt x="155562" y="298133"/>
                </a:cubicBezTo>
                <a:close/>
                <a:moveTo>
                  <a:pt x="205266" y="112776"/>
                </a:moveTo>
                <a:cubicBezTo>
                  <a:pt x="205266" y="137636"/>
                  <a:pt x="187528" y="157829"/>
                  <a:pt x="162771" y="161353"/>
                </a:cubicBezTo>
                <a:lnTo>
                  <a:pt x="162771" y="198120"/>
                </a:lnTo>
                <a:cubicBezTo>
                  <a:pt x="162771" y="201644"/>
                  <a:pt x="160399" y="205264"/>
                  <a:pt x="155657" y="205264"/>
                </a:cubicBezTo>
                <a:cubicBezTo>
                  <a:pt x="152147" y="205264"/>
                  <a:pt x="148543" y="201739"/>
                  <a:pt x="148543" y="198120"/>
                </a:cubicBezTo>
                <a:lnTo>
                  <a:pt x="148543" y="155448"/>
                </a:lnTo>
                <a:cubicBezTo>
                  <a:pt x="148543" y="151924"/>
                  <a:pt x="152052" y="148304"/>
                  <a:pt x="155657" y="148304"/>
                </a:cubicBezTo>
                <a:cubicBezTo>
                  <a:pt x="175766" y="148304"/>
                  <a:pt x="191132" y="131731"/>
                  <a:pt x="191132" y="112776"/>
                </a:cubicBezTo>
                <a:cubicBezTo>
                  <a:pt x="191132" y="92583"/>
                  <a:pt x="175766" y="77248"/>
                  <a:pt x="155657" y="77248"/>
                </a:cubicBezTo>
                <a:cubicBezTo>
                  <a:pt x="136781" y="77248"/>
                  <a:pt x="120181" y="92678"/>
                  <a:pt x="120181" y="112776"/>
                </a:cubicBezTo>
                <a:cubicBezTo>
                  <a:pt x="120181" y="116300"/>
                  <a:pt x="117810" y="119920"/>
                  <a:pt x="113067" y="119920"/>
                </a:cubicBezTo>
                <a:cubicBezTo>
                  <a:pt x="109557" y="119920"/>
                  <a:pt x="105953" y="116395"/>
                  <a:pt x="105953" y="112776"/>
                </a:cubicBezTo>
                <a:cubicBezTo>
                  <a:pt x="105953" y="85534"/>
                  <a:pt x="128433" y="62960"/>
                  <a:pt x="155562" y="62960"/>
                </a:cubicBezTo>
                <a:cubicBezTo>
                  <a:pt x="182690" y="62960"/>
                  <a:pt x="205171" y="85439"/>
                  <a:pt x="205171" y="112776"/>
                </a:cubicBezTo>
                <a:close/>
                <a:moveTo>
                  <a:pt x="170075" y="234220"/>
                </a:moveTo>
                <a:cubicBezTo>
                  <a:pt x="170075" y="241459"/>
                  <a:pt x="164099" y="248698"/>
                  <a:pt x="155657" y="248698"/>
                </a:cubicBezTo>
                <a:cubicBezTo>
                  <a:pt x="148448" y="248698"/>
                  <a:pt x="141239" y="241459"/>
                  <a:pt x="141239" y="234220"/>
                </a:cubicBezTo>
                <a:cubicBezTo>
                  <a:pt x="141239" y="225743"/>
                  <a:pt x="148448" y="219742"/>
                  <a:pt x="155657" y="219742"/>
                </a:cubicBezTo>
                <a:cubicBezTo>
                  <a:pt x="164099" y="219742"/>
                  <a:pt x="170075" y="225743"/>
                  <a:pt x="170075" y="23422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67C24AF0-CC26-0B06-80B2-272A426901AE}"/>
              </a:ext>
            </a:extLst>
          </p:cNvPr>
          <p:cNvGrpSpPr/>
          <p:nvPr/>
        </p:nvGrpSpPr>
        <p:grpSpPr>
          <a:xfrm>
            <a:off x="7134949" y="4958115"/>
            <a:ext cx="417195" cy="417911"/>
            <a:chOff x="5940533" y="3268313"/>
            <a:chExt cx="311123" cy="311657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F1F10BA3-D9BF-A971-41D1-80EDB19E07CC}"/>
                </a:ext>
              </a:extLst>
            </p:cNvPr>
            <p:cNvSpPr/>
            <p:nvPr/>
          </p:nvSpPr>
          <p:spPr>
            <a:xfrm>
              <a:off x="6057109" y="3326987"/>
              <a:ext cx="97036" cy="194310"/>
            </a:xfrm>
            <a:custGeom>
              <a:avLst/>
              <a:gdLst>
                <a:gd name="connsiteX0" fmla="*/ 97036 w 97036"/>
                <a:gd name="connsiteY0" fmla="*/ 187261 h 194310"/>
                <a:gd name="connsiteX1" fmla="*/ 90112 w 97036"/>
                <a:gd name="connsiteY1" fmla="*/ 194310 h 194310"/>
                <a:gd name="connsiteX2" fmla="*/ 6924 w 97036"/>
                <a:gd name="connsiteY2" fmla="*/ 194310 h 194310"/>
                <a:gd name="connsiteX3" fmla="*/ 0 w 97036"/>
                <a:gd name="connsiteY3" fmla="*/ 187261 h 194310"/>
                <a:gd name="connsiteX4" fmla="*/ 6924 w 97036"/>
                <a:gd name="connsiteY4" fmla="*/ 180213 h 194310"/>
                <a:gd name="connsiteX5" fmla="*/ 41736 w 97036"/>
                <a:gd name="connsiteY5" fmla="*/ 180213 h 194310"/>
                <a:gd name="connsiteX6" fmla="*/ 41736 w 97036"/>
                <a:gd name="connsiteY6" fmla="*/ 68390 h 194310"/>
                <a:gd name="connsiteX7" fmla="*/ 20963 w 97036"/>
                <a:gd name="connsiteY7" fmla="*/ 68390 h 194310"/>
                <a:gd name="connsiteX8" fmla="*/ 14038 w 97036"/>
                <a:gd name="connsiteY8" fmla="*/ 61436 h 194310"/>
                <a:gd name="connsiteX9" fmla="*/ 20963 w 97036"/>
                <a:gd name="connsiteY9" fmla="*/ 54483 h 194310"/>
                <a:gd name="connsiteX10" fmla="*/ 48660 w 97036"/>
                <a:gd name="connsiteY10" fmla="*/ 54483 h 194310"/>
                <a:gd name="connsiteX11" fmla="*/ 55585 w 97036"/>
                <a:gd name="connsiteY11" fmla="*/ 61436 h 194310"/>
                <a:gd name="connsiteX12" fmla="*/ 55585 w 97036"/>
                <a:gd name="connsiteY12" fmla="*/ 180213 h 194310"/>
                <a:gd name="connsiteX13" fmla="*/ 90112 w 97036"/>
                <a:gd name="connsiteY13" fmla="*/ 180213 h 194310"/>
                <a:gd name="connsiteX14" fmla="*/ 97036 w 97036"/>
                <a:gd name="connsiteY14" fmla="*/ 187261 h 194310"/>
                <a:gd name="connsiteX15" fmla="*/ 28172 w 97036"/>
                <a:gd name="connsiteY15" fmla="*/ 14192 h 194310"/>
                <a:gd name="connsiteX16" fmla="*/ 41831 w 97036"/>
                <a:gd name="connsiteY16" fmla="*/ 0 h 194310"/>
                <a:gd name="connsiteX17" fmla="*/ 55490 w 97036"/>
                <a:gd name="connsiteY17" fmla="*/ 14192 h 194310"/>
                <a:gd name="connsiteX18" fmla="*/ 41831 w 97036"/>
                <a:gd name="connsiteY18" fmla="*/ 28384 h 194310"/>
                <a:gd name="connsiteX19" fmla="*/ 28172 w 97036"/>
                <a:gd name="connsiteY19" fmla="*/ 14192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036" h="194310">
                  <a:moveTo>
                    <a:pt x="97036" y="187261"/>
                  </a:moveTo>
                  <a:cubicBezTo>
                    <a:pt x="97036" y="190786"/>
                    <a:pt x="94760" y="194310"/>
                    <a:pt x="90112" y="194310"/>
                  </a:cubicBezTo>
                  <a:lnTo>
                    <a:pt x="6924" y="194310"/>
                  </a:lnTo>
                  <a:cubicBezTo>
                    <a:pt x="3415" y="194310"/>
                    <a:pt x="0" y="190786"/>
                    <a:pt x="0" y="187261"/>
                  </a:cubicBezTo>
                  <a:cubicBezTo>
                    <a:pt x="0" y="183737"/>
                    <a:pt x="3510" y="180213"/>
                    <a:pt x="6924" y="180213"/>
                  </a:cubicBezTo>
                  <a:lnTo>
                    <a:pt x="41736" y="180213"/>
                  </a:lnTo>
                  <a:lnTo>
                    <a:pt x="41736" y="68390"/>
                  </a:lnTo>
                  <a:lnTo>
                    <a:pt x="20963" y="68390"/>
                  </a:lnTo>
                  <a:cubicBezTo>
                    <a:pt x="17548" y="68390"/>
                    <a:pt x="14038" y="64865"/>
                    <a:pt x="14038" y="61436"/>
                  </a:cubicBezTo>
                  <a:cubicBezTo>
                    <a:pt x="14038" y="58007"/>
                    <a:pt x="17453" y="54483"/>
                    <a:pt x="20963" y="54483"/>
                  </a:cubicBezTo>
                  <a:lnTo>
                    <a:pt x="48660" y="54483"/>
                  </a:lnTo>
                  <a:cubicBezTo>
                    <a:pt x="53308" y="54483"/>
                    <a:pt x="55585" y="58007"/>
                    <a:pt x="55585" y="61436"/>
                  </a:cubicBezTo>
                  <a:lnTo>
                    <a:pt x="55585" y="180213"/>
                  </a:lnTo>
                  <a:lnTo>
                    <a:pt x="90112" y="180213"/>
                  </a:lnTo>
                  <a:cubicBezTo>
                    <a:pt x="94760" y="180213"/>
                    <a:pt x="97036" y="183737"/>
                    <a:pt x="97036" y="187261"/>
                  </a:cubicBezTo>
                  <a:close/>
                  <a:moveTo>
                    <a:pt x="28172" y="14192"/>
                  </a:moveTo>
                  <a:cubicBezTo>
                    <a:pt x="28172" y="6382"/>
                    <a:pt x="34337" y="0"/>
                    <a:pt x="41831" y="0"/>
                  </a:cubicBezTo>
                  <a:cubicBezTo>
                    <a:pt x="49324" y="0"/>
                    <a:pt x="55490" y="6382"/>
                    <a:pt x="55490" y="14192"/>
                  </a:cubicBezTo>
                  <a:cubicBezTo>
                    <a:pt x="55490" y="22003"/>
                    <a:pt x="49324" y="28384"/>
                    <a:pt x="41831" y="28384"/>
                  </a:cubicBezTo>
                  <a:cubicBezTo>
                    <a:pt x="34337" y="28384"/>
                    <a:pt x="28172" y="22003"/>
                    <a:pt x="28172" y="14192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E5264397-18B5-0E9A-F7EF-415854E6290C}"/>
                </a:ext>
              </a:extLst>
            </p:cNvPr>
            <p:cNvSpPr/>
            <p:nvPr/>
          </p:nvSpPr>
          <p:spPr>
            <a:xfrm>
              <a:off x="5940533" y="3268313"/>
              <a:ext cx="311123" cy="311657"/>
            </a:xfrm>
            <a:custGeom>
              <a:avLst/>
              <a:gdLst>
                <a:gd name="connsiteX0" fmla="*/ 155562 w 311123"/>
                <a:gd name="connsiteY0" fmla="*/ 0 h 311657"/>
                <a:gd name="connsiteX1" fmla="*/ 0 w 311123"/>
                <a:gd name="connsiteY1" fmla="*/ 155829 h 311657"/>
                <a:gd name="connsiteX2" fmla="*/ 155562 w 311123"/>
                <a:gd name="connsiteY2" fmla="*/ 311658 h 311657"/>
                <a:gd name="connsiteX3" fmla="*/ 311124 w 311123"/>
                <a:gd name="connsiteY3" fmla="*/ 155829 h 311657"/>
                <a:gd name="connsiteX4" fmla="*/ 155562 w 311123"/>
                <a:gd name="connsiteY4" fmla="*/ 0 h 311657"/>
                <a:gd name="connsiteX5" fmla="*/ 155562 w 311123"/>
                <a:gd name="connsiteY5" fmla="*/ 298133 h 311657"/>
                <a:gd name="connsiteX6" fmla="*/ 13469 w 311123"/>
                <a:gd name="connsiteY6" fmla="*/ 155829 h 311657"/>
                <a:gd name="connsiteX7" fmla="*/ 155562 w 311123"/>
                <a:gd name="connsiteY7" fmla="*/ 13525 h 311657"/>
                <a:gd name="connsiteX8" fmla="*/ 297654 w 311123"/>
                <a:gd name="connsiteY8" fmla="*/ 155829 h 311657"/>
                <a:gd name="connsiteX9" fmla="*/ 155562 w 311123"/>
                <a:gd name="connsiteY9" fmla="*/ 298133 h 31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1123" h="311657">
                  <a:moveTo>
                    <a:pt x="155562" y="0"/>
                  </a:moveTo>
                  <a:cubicBezTo>
                    <a:pt x="69908" y="0"/>
                    <a:pt x="0" y="70009"/>
                    <a:pt x="0" y="155829"/>
                  </a:cubicBezTo>
                  <a:cubicBezTo>
                    <a:pt x="0" y="241649"/>
                    <a:pt x="69908" y="311658"/>
                    <a:pt x="155562" y="311658"/>
                  </a:cubicBezTo>
                  <a:cubicBezTo>
                    <a:pt x="241216" y="311658"/>
                    <a:pt x="311124" y="241649"/>
                    <a:pt x="311124" y="155829"/>
                  </a:cubicBezTo>
                  <a:cubicBezTo>
                    <a:pt x="311124" y="70009"/>
                    <a:pt x="241216" y="0"/>
                    <a:pt x="155562" y="0"/>
                  </a:cubicBezTo>
                  <a:close/>
                  <a:moveTo>
                    <a:pt x="155562" y="298133"/>
                  </a:moveTo>
                  <a:cubicBezTo>
                    <a:pt x="77781" y="298133"/>
                    <a:pt x="13469" y="234887"/>
                    <a:pt x="13469" y="155829"/>
                  </a:cubicBezTo>
                  <a:cubicBezTo>
                    <a:pt x="13469" y="76772"/>
                    <a:pt x="77686" y="13525"/>
                    <a:pt x="155562" y="13525"/>
                  </a:cubicBezTo>
                  <a:cubicBezTo>
                    <a:pt x="233438" y="13525"/>
                    <a:pt x="297654" y="77914"/>
                    <a:pt x="297654" y="155829"/>
                  </a:cubicBezTo>
                  <a:cubicBezTo>
                    <a:pt x="297654" y="233743"/>
                    <a:pt x="234481" y="298133"/>
                    <a:pt x="155562" y="298133"/>
                  </a:cubicBezTo>
                  <a:close/>
                </a:path>
              </a:pathLst>
            </a:custGeom>
            <a:solidFill>
              <a:srgbClr val="969696"/>
            </a:solidFill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65F0F95-B323-B4CC-3D12-78CBBC03CE8E}"/>
              </a:ext>
            </a:extLst>
          </p:cNvPr>
          <p:cNvGrpSpPr/>
          <p:nvPr/>
        </p:nvGrpSpPr>
        <p:grpSpPr>
          <a:xfrm>
            <a:off x="8013063" y="4958115"/>
            <a:ext cx="417195" cy="417911"/>
            <a:chOff x="5940533" y="3268313"/>
            <a:chExt cx="311123" cy="311657"/>
          </a:xfrm>
          <a:solidFill>
            <a:schemeClr val="accent4"/>
          </a:solidFill>
        </p:grpSpPr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429F7185-75A3-D87B-263A-1BC8969301D2}"/>
                </a:ext>
              </a:extLst>
            </p:cNvPr>
            <p:cNvSpPr/>
            <p:nvPr/>
          </p:nvSpPr>
          <p:spPr>
            <a:xfrm>
              <a:off x="6057109" y="3326987"/>
              <a:ext cx="97036" cy="194310"/>
            </a:xfrm>
            <a:custGeom>
              <a:avLst/>
              <a:gdLst>
                <a:gd name="connsiteX0" fmla="*/ 97036 w 97036"/>
                <a:gd name="connsiteY0" fmla="*/ 187261 h 194310"/>
                <a:gd name="connsiteX1" fmla="*/ 90112 w 97036"/>
                <a:gd name="connsiteY1" fmla="*/ 194310 h 194310"/>
                <a:gd name="connsiteX2" fmla="*/ 6924 w 97036"/>
                <a:gd name="connsiteY2" fmla="*/ 194310 h 194310"/>
                <a:gd name="connsiteX3" fmla="*/ 0 w 97036"/>
                <a:gd name="connsiteY3" fmla="*/ 187261 h 194310"/>
                <a:gd name="connsiteX4" fmla="*/ 6924 w 97036"/>
                <a:gd name="connsiteY4" fmla="*/ 180213 h 194310"/>
                <a:gd name="connsiteX5" fmla="*/ 41736 w 97036"/>
                <a:gd name="connsiteY5" fmla="*/ 180213 h 194310"/>
                <a:gd name="connsiteX6" fmla="*/ 41736 w 97036"/>
                <a:gd name="connsiteY6" fmla="*/ 68390 h 194310"/>
                <a:gd name="connsiteX7" fmla="*/ 20963 w 97036"/>
                <a:gd name="connsiteY7" fmla="*/ 68390 h 194310"/>
                <a:gd name="connsiteX8" fmla="*/ 14038 w 97036"/>
                <a:gd name="connsiteY8" fmla="*/ 61436 h 194310"/>
                <a:gd name="connsiteX9" fmla="*/ 20963 w 97036"/>
                <a:gd name="connsiteY9" fmla="*/ 54483 h 194310"/>
                <a:gd name="connsiteX10" fmla="*/ 48660 w 97036"/>
                <a:gd name="connsiteY10" fmla="*/ 54483 h 194310"/>
                <a:gd name="connsiteX11" fmla="*/ 55585 w 97036"/>
                <a:gd name="connsiteY11" fmla="*/ 61436 h 194310"/>
                <a:gd name="connsiteX12" fmla="*/ 55585 w 97036"/>
                <a:gd name="connsiteY12" fmla="*/ 180213 h 194310"/>
                <a:gd name="connsiteX13" fmla="*/ 90112 w 97036"/>
                <a:gd name="connsiteY13" fmla="*/ 180213 h 194310"/>
                <a:gd name="connsiteX14" fmla="*/ 97036 w 97036"/>
                <a:gd name="connsiteY14" fmla="*/ 187261 h 194310"/>
                <a:gd name="connsiteX15" fmla="*/ 28172 w 97036"/>
                <a:gd name="connsiteY15" fmla="*/ 14192 h 194310"/>
                <a:gd name="connsiteX16" fmla="*/ 41831 w 97036"/>
                <a:gd name="connsiteY16" fmla="*/ 0 h 194310"/>
                <a:gd name="connsiteX17" fmla="*/ 55490 w 97036"/>
                <a:gd name="connsiteY17" fmla="*/ 14192 h 194310"/>
                <a:gd name="connsiteX18" fmla="*/ 41831 w 97036"/>
                <a:gd name="connsiteY18" fmla="*/ 28384 h 194310"/>
                <a:gd name="connsiteX19" fmla="*/ 28172 w 97036"/>
                <a:gd name="connsiteY19" fmla="*/ 14192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036" h="194310">
                  <a:moveTo>
                    <a:pt x="97036" y="187261"/>
                  </a:moveTo>
                  <a:cubicBezTo>
                    <a:pt x="97036" y="190786"/>
                    <a:pt x="94760" y="194310"/>
                    <a:pt x="90112" y="194310"/>
                  </a:cubicBezTo>
                  <a:lnTo>
                    <a:pt x="6924" y="194310"/>
                  </a:lnTo>
                  <a:cubicBezTo>
                    <a:pt x="3415" y="194310"/>
                    <a:pt x="0" y="190786"/>
                    <a:pt x="0" y="187261"/>
                  </a:cubicBezTo>
                  <a:cubicBezTo>
                    <a:pt x="0" y="183737"/>
                    <a:pt x="3510" y="180213"/>
                    <a:pt x="6924" y="180213"/>
                  </a:cubicBezTo>
                  <a:lnTo>
                    <a:pt x="41736" y="180213"/>
                  </a:lnTo>
                  <a:lnTo>
                    <a:pt x="41736" y="68390"/>
                  </a:lnTo>
                  <a:lnTo>
                    <a:pt x="20963" y="68390"/>
                  </a:lnTo>
                  <a:cubicBezTo>
                    <a:pt x="17548" y="68390"/>
                    <a:pt x="14038" y="64865"/>
                    <a:pt x="14038" y="61436"/>
                  </a:cubicBezTo>
                  <a:cubicBezTo>
                    <a:pt x="14038" y="58007"/>
                    <a:pt x="17453" y="54483"/>
                    <a:pt x="20963" y="54483"/>
                  </a:cubicBezTo>
                  <a:lnTo>
                    <a:pt x="48660" y="54483"/>
                  </a:lnTo>
                  <a:cubicBezTo>
                    <a:pt x="53308" y="54483"/>
                    <a:pt x="55585" y="58007"/>
                    <a:pt x="55585" y="61436"/>
                  </a:cubicBezTo>
                  <a:lnTo>
                    <a:pt x="55585" y="180213"/>
                  </a:lnTo>
                  <a:lnTo>
                    <a:pt x="90112" y="180213"/>
                  </a:lnTo>
                  <a:cubicBezTo>
                    <a:pt x="94760" y="180213"/>
                    <a:pt x="97036" y="183737"/>
                    <a:pt x="97036" y="187261"/>
                  </a:cubicBezTo>
                  <a:close/>
                  <a:moveTo>
                    <a:pt x="28172" y="14192"/>
                  </a:moveTo>
                  <a:cubicBezTo>
                    <a:pt x="28172" y="6382"/>
                    <a:pt x="34337" y="0"/>
                    <a:pt x="41831" y="0"/>
                  </a:cubicBezTo>
                  <a:cubicBezTo>
                    <a:pt x="49324" y="0"/>
                    <a:pt x="55490" y="6382"/>
                    <a:pt x="55490" y="14192"/>
                  </a:cubicBezTo>
                  <a:cubicBezTo>
                    <a:pt x="55490" y="22003"/>
                    <a:pt x="49324" y="28384"/>
                    <a:pt x="41831" y="28384"/>
                  </a:cubicBezTo>
                  <a:cubicBezTo>
                    <a:pt x="34337" y="28384"/>
                    <a:pt x="28172" y="22003"/>
                    <a:pt x="28172" y="14192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7A042368-6A9C-3598-0D31-48ECC7E5F022}"/>
                </a:ext>
              </a:extLst>
            </p:cNvPr>
            <p:cNvSpPr/>
            <p:nvPr/>
          </p:nvSpPr>
          <p:spPr>
            <a:xfrm>
              <a:off x="5940533" y="3268313"/>
              <a:ext cx="311123" cy="311657"/>
            </a:xfrm>
            <a:custGeom>
              <a:avLst/>
              <a:gdLst>
                <a:gd name="connsiteX0" fmla="*/ 155562 w 311123"/>
                <a:gd name="connsiteY0" fmla="*/ 0 h 311657"/>
                <a:gd name="connsiteX1" fmla="*/ 0 w 311123"/>
                <a:gd name="connsiteY1" fmla="*/ 155829 h 311657"/>
                <a:gd name="connsiteX2" fmla="*/ 155562 w 311123"/>
                <a:gd name="connsiteY2" fmla="*/ 311658 h 311657"/>
                <a:gd name="connsiteX3" fmla="*/ 311124 w 311123"/>
                <a:gd name="connsiteY3" fmla="*/ 155829 h 311657"/>
                <a:gd name="connsiteX4" fmla="*/ 155562 w 311123"/>
                <a:gd name="connsiteY4" fmla="*/ 0 h 311657"/>
                <a:gd name="connsiteX5" fmla="*/ 155562 w 311123"/>
                <a:gd name="connsiteY5" fmla="*/ 298133 h 311657"/>
                <a:gd name="connsiteX6" fmla="*/ 13469 w 311123"/>
                <a:gd name="connsiteY6" fmla="*/ 155829 h 311657"/>
                <a:gd name="connsiteX7" fmla="*/ 155562 w 311123"/>
                <a:gd name="connsiteY7" fmla="*/ 13525 h 311657"/>
                <a:gd name="connsiteX8" fmla="*/ 297654 w 311123"/>
                <a:gd name="connsiteY8" fmla="*/ 155829 h 311657"/>
                <a:gd name="connsiteX9" fmla="*/ 155562 w 311123"/>
                <a:gd name="connsiteY9" fmla="*/ 298133 h 31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1123" h="311657">
                  <a:moveTo>
                    <a:pt x="155562" y="0"/>
                  </a:moveTo>
                  <a:cubicBezTo>
                    <a:pt x="69908" y="0"/>
                    <a:pt x="0" y="70009"/>
                    <a:pt x="0" y="155829"/>
                  </a:cubicBezTo>
                  <a:cubicBezTo>
                    <a:pt x="0" y="241649"/>
                    <a:pt x="69908" y="311658"/>
                    <a:pt x="155562" y="311658"/>
                  </a:cubicBezTo>
                  <a:cubicBezTo>
                    <a:pt x="241216" y="311658"/>
                    <a:pt x="311124" y="241649"/>
                    <a:pt x="311124" y="155829"/>
                  </a:cubicBezTo>
                  <a:cubicBezTo>
                    <a:pt x="311124" y="70009"/>
                    <a:pt x="241216" y="0"/>
                    <a:pt x="155562" y="0"/>
                  </a:cubicBezTo>
                  <a:close/>
                  <a:moveTo>
                    <a:pt x="155562" y="298133"/>
                  </a:moveTo>
                  <a:cubicBezTo>
                    <a:pt x="77781" y="298133"/>
                    <a:pt x="13469" y="234887"/>
                    <a:pt x="13469" y="155829"/>
                  </a:cubicBezTo>
                  <a:cubicBezTo>
                    <a:pt x="13469" y="76772"/>
                    <a:pt x="77686" y="13525"/>
                    <a:pt x="155562" y="13525"/>
                  </a:cubicBezTo>
                  <a:cubicBezTo>
                    <a:pt x="233438" y="13525"/>
                    <a:pt x="297654" y="77914"/>
                    <a:pt x="297654" y="155829"/>
                  </a:cubicBezTo>
                  <a:cubicBezTo>
                    <a:pt x="297654" y="233743"/>
                    <a:pt x="234481" y="298133"/>
                    <a:pt x="155562" y="29813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230" name="object 121">
            <a:extLst>
              <a:ext uri="{FF2B5EF4-FFF2-40B4-BE49-F238E27FC236}">
                <a16:creationId xmlns:a16="http://schemas.microsoft.com/office/drawing/2014/main" id="{12669DB3-E72A-BCE6-D28E-9950839BD1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127214" y="5558089"/>
            <a:ext cx="417195" cy="415925"/>
          </a:xfrm>
          <a:custGeom>
            <a:avLst/>
            <a:gdLst/>
            <a:ahLst/>
            <a:cxnLst/>
            <a:rect l="l" t="t" r="r" b="b"/>
            <a:pathLst>
              <a:path w="417195" h="415925">
                <a:moveTo>
                  <a:pt x="230428" y="97142"/>
                </a:moveTo>
                <a:lnTo>
                  <a:pt x="228993" y="89801"/>
                </a:lnTo>
                <a:lnTo>
                  <a:pt x="225056" y="83794"/>
                </a:lnTo>
                <a:lnTo>
                  <a:pt x="219227" y="79756"/>
                </a:lnTo>
                <a:lnTo>
                  <a:pt x="212077" y="78270"/>
                </a:lnTo>
                <a:lnTo>
                  <a:pt x="204939" y="79756"/>
                </a:lnTo>
                <a:lnTo>
                  <a:pt x="199110" y="83794"/>
                </a:lnTo>
                <a:lnTo>
                  <a:pt x="195186" y="89801"/>
                </a:lnTo>
                <a:lnTo>
                  <a:pt x="193738" y="97142"/>
                </a:lnTo>
                <a:lnTo>
                  <a:pt x="195186" y="104482"/>
                </a:lnTo>
                <a:lnTo>
                  <a:pt x="199110" y="110477"/>
                </a:lnTo>
                <a:lnTo>
                  <a:pt x="204939" y="114528"/>
                </a:lnTo>
                <a:lnTo>
                  <a:pt x="212077" y="116014"/>
                </a:lnTo>
                <a:lnTo>
                  <a:pt x="219227" y="114528"/>
                </a:lnTo>
                <a:lnTo>
                  <a:pt x="225056" y="110477"/>
                </a:lnTo>
                <a:lnTo>
                  <a:pt x="228993" y="104482"/>
                </a:lnTo>
                <a:lnTo>
                  <a:pt x="230428" y="97142"/>
                </a:lnTo>
                <a:close/>
              </a:path>
              <a:path w="417195" h="415925">
                <a:moveTo>
                  <a:pt x="285978" y="323151"/>
                </a:moveTo>
                <a:lnTo>
                  <a:pt x="282879" y="318439"/>
                </a:lnTo>
                <a:lnTo>
                  <a:pt x="230428" y="318439"/>
                </a:lnTo>
                <a:lnTo>
                  <a:pt x="230428" y="155384"/>
                </a:lnTo>
                <a:lnTo>
                  <a:pt x="227342" y="150723"/>
                </a:lnTo>
                <a:lnTo>
                  <a:pt x="179501" y="150723"/>
                </a:lnTo>
                <a:lnTo>
                  <a:pt x="174866" y="155384"/>
                </a:lnTo>
                <a:lnTo>
                  <a:pt x="174866" y="164719"/>
                </a:lnTo>
                <a:lnTo>
                  <a:pt x="179501" y="169379"/>
                </a:lnTo>
                <a:lnTo>
                  <a:pt x="211912" y="169379"/>
                </a:lnTo>
                <a:lnTo>
                  <a:pt x="211912" y="318439"/>
                </a:lnTo>
                <a:lnTo>
                  <a:pt x="160642" y="318439"/>
                </a:lnTo>
                <a:lnTo>
                  <a:pt x="156006" y="323151"/>
                </a:lnTo>
                <a:lnTo>
                  <a:pt x="156006" y="332587"/>
                </a:lnTo>
                <a:lnTo>
                  <a:pt x="160642" y="337299"/>
                </a:lnTo>
                <a:lnTo>
                  <a:pt x="282879" y="337299"/>
                </a:lnTo>
                <a:lnTo>
                  <a:pt x="285978" y="332587"/>
                </a:lnTo>
                <a:lnTo>
                  <a:pt x="285978" y="323151"/>
                </a:lnTo>
                <a:close/>
              </a:path>
              <a:path w="417195" h="415925">
                <a:moveTo>
                  <a:pt x="416585" y="207784"/>
                </a:moveTo>
                <a:lnTo>
                  <a:pt x="411073" y="160248"/>
                </a:lnTo>
                <a:lnTo>
                  <a:pt x="398475" y="125209"/>
                </a:lnTo>
                <a:lnTo>
                  <a:pt x="398475" y="207784"/>
                </a:lnTo>
                <a:lnTo>
                  <a:pt x="393484" y="251485"/>
                </a:lnTo>
                <a:lnTo>
                  <a:pt x="379260" y="291490"/>
                </a:lnTo>
                <a:lnTo>
                  <a:pt x="356895" y="326707"/>
                </a:lnTo>
                <a:lnTo>
                  <a:pt x="327507" y="356031"/>
                </a:lnTo>
                <a:lnTo>
                  <a:pt x="292201" y="378333"/>
                </a:lnTo>
                <a:lnTo>
                  <a:pt x="252095" y="392531"/>
                </a:lnTo>
                <a:lnTo>
                  <a:pt x="208292" y="397510"/>
                </a:lnTo>
                <a:lnTo>
                  <a:pt x="158038" y="390779"/>
                </a:lnTo>
                <a:lnTo>
                  <a:pt x="112699" y="371741"/>
                </a:lnTo>
                <a:lnTo>
                  <a:pt x="74142" y="342176"/>
                </a:lnTo>
                <a:lnTo>
                  <a:pt x="44272" y="303822"/>
                </a:lnTo>
                <a:lnTo>
                  <a:pt x="24968" y="258432"/>
                </a:lnTo>
                <a:lnTo>
                  <a:pt x="18110" y="207784"/>
                </a:lnTo>
                <a:lnTo>
                  <a:pt x="24968" y="157657"/>
                </a:lnTo>
                <a:lnTo>
                  <a:pt x="44272" y="112433"/>
                </a:lnTo>
                <a:lnTo>
                  <a:pt x="74142" y="73964"/>
                </a:lnTo>
                <a:lnTo>
                  <a:pt x="112699" y="44170"/>
                </a:lnTo>
                <a:lnTo>
                  <a:pt x="158038" y="24904"/>
                </a:lnTo>
                <a:lnTo>
                  <a:pt x="208292" y="18072"/>
                </a:lnTo>
                <a:lnTo>
                  <a:pt x="259067" y="24904"/>
                </a:lnTo>
                <a:lnTo>
                  <a:pt x="304558" y="44170"/>
                </a:lnTo>
                <a:lnTo>
                  <a:pt x="343001" y="73964"/>
                </a:lnTo>
                <a:lnTo>
                  <a:pt x="372643" y="112433"/>
                </a:lnTo>
                <a:lnTo>
                  <a:pt x="391731" y="157657"/>
                </a:lnTo>
                <a:lnTo>
                  <a:pt x="398475" y="207784"/>
                </a:lnTo>
                <a:lnTo>
                  <a:pt x="398475" y="125209"/>
                </a:lnTo>
                <a:lnTo>
                  <a:pt x="370725" y="77965"/>
                </a:lnTo>
                <a:lnTo>
                  <a:pt x="338442" y="45745"/>
                </a:lnTo>
                <a:lnTo>
                  <a:pt x="299758" y="21170"/>
                </a:lnTo>
                <a:lnTo>
                  <a:pt x="291084" y="18072"/>
                </a:lnTo>
                <a:lnTo>
                  <a:pt x="255955" y="5499"/>
                </a:lnTo>
                <a:lnTo>
                  <a:pt x="208292" y="0"/>
                </a:lnTo>
                <a:lnTo>
                  <a:pt x="160629" y="5499"/>
                </a:lnTo>
                <a:lnTo>
                  <a:pt x="116827" y="21170"/>
                </a:lnTo>
                <a:lnTo>
                  <a:pt x="78155" y="45745"/>
                </a:lnTo>
                <a:lnTo>
                  <a:pt x="45859" y="77965"/>
                </a:lnTo>
                <a:lnTo>
                  <a:pt x="21234" y="116547"/>
                </a:lnTo>
                <a:lnTo>
                  <a:pt x="5524" y="160248"/>
                </a:lnTo>
                <a:lnTo>
                  <a:pt x="0" y="207784"/>
                </a:lnTo>
                <a:lnTo>
                  <a:pt x="5524" y="255333"/>
                </a:lnTo>
                <a:lnTo>
                  <a:pt x="21234" y="299021"/>
                </a:lnTo>
                <a:lnTo>
                  <a:pt x="45859" y="337616"/>
                </a:lnTo>
                <a:lnTo>
                  <a:pt x="78155" y="369824"/>
                </a:lnTo>
                <a:lnTo>
                  <a:pt x="116827" y="394398"/>
                </a:lnTo>
                <a:lnTo>
                  <a:pt x="160629" y="410070"/>
                </a:lnTo>
                <a:lnTo>
                  <a:pt x="208292" y="415582"/>
                </a:lnTo>
                <a:lnTo>
                  <a:pt x="255955" y="410070"/>
                </a:lnTo>
                <a:lnTo>
                  <a:pt x="299758" y="394398"/>
                </a:lnTo>
                <a:lnTo>
                  <a:pt x="338442" y="369824"/>
                </a:lnTo>
                <a:lnTo>
                  <a:pt x="370725" y="337616"/>
                </a:lnTo>
                <a:lnTo>
                  <a:pt x="395363" y="299021"/>
                </a:lnTo>
                <a:lnTo>
                  <a:pt x="411073" y="255333"/>
                </a:lnTo>
                <a:lnTo>
                  <a:pt x="416585" y="20778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EB47F58D-ACF8-E889-00E9-14DEBBCDE86F}"/>
              </a:ext>
            </a:extLst>
          </p:cNvPr>
          <p:cNvGrpSpPr/>
          <p:nvPr/>
        </p:nvGrpSpPr>
        <p:grpSpPr>
          <a:xfrm>
            <a:off x="8013063" y="5556829"/>
            <a:ext cx="417195" cy="417911"/>
            <a:chOff x="5940533" y="3268313"/>
            <a:chExt cx="311123" cy="311657"/>
          </a:xfrm>
          <a:solidFill>
            <a:schemeClr val="tx1"/>
          </a:solidFill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392D504E-51D7-8BA2-8773-BEFBEA36513C}"/>
                </a:ext>
              </a:extLst>
            </p:cNvPr>
            <p:cNvSpPr/>
            <p:nvPr/>
          </p:nvSpPr>
          <p:spPr>
            <a:xfrm>
              <a:off x="6057109" y="3326987"/>
              <a:ext cx="97036" cy="194310"/>
            </a:xfrm>
            <a:custGeom>
              <a:avLst/>
              <a:gdLst>
                <a:gd name="connsiteX0" fmla="*/ 97036 w 97036"/>
                <a:gd name="connsiteY0" fmla="*/ 187261 h 194310"/>
                <a:gd name="connsiteX1" fmla="*/ 90112 w 97036"/>
                <a:gd name="connsiteY1" fmla="*/ 194310 h 194310"/>
                <a:gd name="connsiteX2" fmla="*/ 6924 w 97036"/>
                <a:gd name="connsiteY2" fmla="*/ 194310 h 194310"/>
                <a:gd name="connsiteX3" fmla="*/ 0 w 97036"/>
                <a:gd name="connsiteY3" fmla="*/ 187261 h 194310"/>
                <a:gd name="connsiteX4" fmla="*/ 6924 w 97036"/>
                <a:gd name="connsiteY4" fmla="*/ 180213 h 194310"/>
                <a:gd name="connsiteX5" fmla="*/ 41736 w 97036"/>
                <a:gd name="connsiteY5" fmla="*/ 180213 h 194310"/>
                <a:gd name="connsiteX6" fmla="*/ 41736 w 97036"/>
                <a:gd name="connsiteY6" fmla="*/ 68390 h 194310"/>
                <a:gd name="connsiteX7" fmla="*/ 20963 w 97036"/>
                <a:gd name="connsiteY7" fmla="*/ 68390 h 194310"/>
                <a:gd name="connsiteX8" fmla="*/ 14038 w 97036"/>
                <a:gd name="connsiteY8" fmla="*/ 61436 h 194310"/>
                <a:gd name="connsiteX9" fmla="*/ 20963 w 97036"/>
                <a:gd name="connsiteY9" fmla="*/ 54483 h 194310"/>
                <a:gd name="connsiteX10" fmla="*/ 48660 w 97036"/>
                <a:gd name="connsiteY10" fmla="*/ 54483 h 194310"/>
                <a:gd name="connsiteX11" fmla="*/ 55585 w 97036"/>
                <a:gd name="connsiteY11" fmla="*/ 61436 h 194310"/>
                <a:gd name="connsiteX12" fmla="*/ 55585 w 97036"/>
                <a:gd name="connsiteY12" fmla="*/ 180213 h 194310"/>
                <a:gd name="connsiteX13" fmla="*/ 90112 w 97036"/>
                <a:gd name="connsiteY13" fmla="*/ 180213 h 194310"/>
                <a:gd name="connsiteX14" fmla="*/ 97036 w 97036"/>
                <a:gd name="connsiteY14" fmla="*/ 187261 h 194310"/>
                <a:gd name="connsiteX15" fmla="*/ 28172 w 97036"/>
                <a:gd name="connsiteY15" fmla="*/ 14192 h 194310"/>
                <a:gd name="connsiteX16" fmla="*/ 41831 w 97036"/>
                <a:gd name="connsiteY16" fmla="*/ 0 h 194310"/>
                <a:gd name="connsiteX17" fmla="*/ 55490 w 97036"/>
                <a:gd name="connsiteY17" fmla="*/ 14192 h 194310"/>
                <a:gd name="connsiteX18" fmla="*/ 41831 w 97036"/>
                <a:gd name="connsiteY18" fmla="*/ 28384 h 194310"/>
                <a:gd name="connsiteX19" fmla="*/ 28172 w 97036"/>
                <a:gd name="connsiteY19" fmla="*/ 14192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036" h="194310">
                  <a:moveTo>
                    <a:pt x="97036" y="187261"/>
                  </a:moveTo>
                  <a:cubicBezTo>
                    <a:pt x="97036" y="190786"/>
                    <a:pt x="94760" y="194310"/>
                    <a:pt x="90112" y="194310"/>
                  </a:cubicBezTo>
                  <a:lnTo>
                    <a:pt x="6924" y="194310"/>
                  </a:lnTo>
                  <a:cubicBezTo>
                    <a:pt x="3415" y="194310"/>
                    <a:pt x="0" y="190786"/>
                    <a:pt x="0" y="187261"/>
                  </a:cubicBezTo>
                  <a:cubicBezTo>
                    <a:pt x="0" y="183737"/>
                    <a:pt x="3510" y="180213"/>
                    <a:pt x="6924" y="180213"/>
                  </a:cubicBezTo>
                  <a:lnTo>
                    <a:pt x="41736" y="180213"/>
                  </a:lnTo>
                  <a:lnTo>
                    <a:pt x="41736" y="68390"/>
                  </a:lnTo>
                  <a:lnTo>
                    <a:pt x="20963" y="68390"/>
                  </a:lnTo>
                  <a:cubicBezTo>
                    <a:pt x="17548" y="68390"/>
                    <a:pt x="14038" y="64865"/>
                    <a:pt x="14038" y="61436"/>
                  </a:cubicBezTo>
                  <a:cubicBezTo>
                    <a:pt x="14038" y="58007"/>
                    <a:pt x="17453" y="54483"/>
                    <a:pt x="20963" y="54483"/>
                  </a:cubicBezTo>
                  <a:lnTo>
                    <a:pt x="48660" y="54483"/>
                  </a:lnTo>
                  <a:cubicBezTo>
                    <a:pt x="53308" y="54483"/>
                    <a:pt x="55585" y="58007"/>
                    <a:pt x="55585" y="61436"/>
                  </a:cubicBezTo>
                  <a:lnTo>
                    <a:pt x="55585" y="180213"/>
                  </a:lnTo>
                  <a:lnTo>
                    <a:pt x="90112" y="180213"/>
                  </a:lnTo>
                  <a:cubicBezTo>
                    <a:pt x="94760" y="180213"/>
                    <a:pt x="97036" y="183737"/>
                    <a:pt x="97036" y="187261"/>
                  </a:cubicBezTo>
                  <a:close/>
                  <a:moveTo>
                    <a:pt x="28172" y="14192"/>
                  </a:moveTo>
                  <a:cubicBezTo>
                    <a:pt x="28172" y="6382"/>
                    <a:pt x="34337" y="0"/>
                    <a:pt x="41831" y="0"/>
                  </a:cubicBezTo>
                  <a:cubicBezTo>
                    <a:pt x="49324" y="0"/>
                    <a:pt x="55490" y="6382"/>
                    <a:pt x="55490" y="14192"/>
                  </a:cubicBezTo>
                  <a:cubicBezTo>
                    <a:pt x="55490" y="22003"/>
                    <a:pt x="49324" y="28384"/>
                    <a:pt x="41831" y="28384"/>
                  </a:cubicBezTo>
                  <a:cubicBezTo>
                    <a:pt x="34337" y="28384"/>
                    <a:pt x="28172" y="22003"/>
                    <a:pt x="28172" y="14192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EDE21DCC-44C2-E401-7776-D8DE60BEE4C9}"/>
                </a:ext>
              </a:extLst>
            </p:cNvPr>
            <p:cNvSpPr/>
            <p:nvPr/>
          </p:nvSpPr>
          <p:spPr>
            <a:xfrm>
              <a:off x="5940533" y="3268313"/>
              <a:ext cx="311123" cy="311657"/>
            </a:xfrm>
            <a:custGeom>
              <a:avLst/>
              <a:gdLst>
                <a:gd name="connsiteX0" fmla="*/ 155562 w 311123"/>
                <a:gd name="connsiteY0" fmla="*/ 0 h 311657"/>
                <a:gd name="connsiteX1" fmla="*/ 0 w 311123"/>
                <a:gd name="connsiteY1" fmla="*/ 155829 h 311657"/>
                <a:gd name="connsiteX2" fmla="*/ 155562 w 311123"/>
                <a:gd name="connsiteY2" fmla="*/ 311658 h 311657"/>
                <a:gd name="connsiteX3" fmla="*/ 311124 w 311123"/>
                <a:gd name="connsiteY3" fmla="*/ 155829 h 311657"/>
                <a:gd name="connsiteX4" fmla="*/ 155562 w 311123"/>
                <a:gd name="connsiteY4" fmla="*/ 0 h 311657"/>
                <a:gd name="connsiteX5" fmla="*/ 155562 w 311123"/>
                <a:gd name="connsiteY5" fmla="*/ 298133 h 311657"/>
                <a:gd name="connsiteX6" fmla="*/ 13469 w 311123"/>
                <a:gd name="connsiteY6" fmla="*/ 155829 h 311657"/>
                <a:gd name="connsiteX7" fmla="*/ 155562 w 311123"/>
                <a:gd name="connsiteY7" fmla="*/ 13525 h 311657"/>
                <a:gd name="connsiteX8" fmla="*/ 297654 w 311123"/>
                <a:gd name="connsiteY8" fmla="*/ 155829 h 311657"/>
                <a:gd name="connsiteX9" fmla="*/ 155562 w 311123"/>
                <a:gd name="connsiteY9" fmla="*/ 298133 h 31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1123" h="311657">
                  <a:moveTo>
                    <a:pt x="155562" y="0"/>
                  </a:moveTo>
                  <a:cubicBezTo>
                    <a:pt x="69908" y="0"/>
                    <a:pt x="0" y="70009"/>
                    <a:pt x="0" y="155829"/>
                  </a:cubicBezTo>
                  <a:cubicBezTo>
                    <a:pt x="0" y="241649"/>
                    <a:pt x="69908" y="311658"/>
                    <a:pt x="155562" y="311658"/>
                  </a:cubicBezTo>
                  <a:cubicBezTo>
                    <a:pt x="241216" y="311658"/>
                    <a:pt x="311124" y="241649"/>
                    <a:pt x="311124" y="155829"/>
                  </a:cubicBezTo>
                  <a:cubicBezTo>
                    <a:pt x="311124" y="70009"/>
                    <a:pt x="241216" y="0"/>
                    <a:pt x="155562" y="0"/>
                  </a:cubicBezTo>
                  <a:close/>
                  <a:moveTo>
                    <a:pt x="155562" y="298133"/>
                  </a:moveTo>
                  <a:cubicBezTo>
                    <a:pt x="77781" y="298133"/>
                    <a:pt x="13469" y="234887"/>
                    <a:pt x="13469" y="155829"/>
                  </a:cubicBezTo>
                  <a:cubicBezTo>
                    <a:pt x="13469" y="76772"/>
                    <a:pt x="77686" y="13525"/>
                    <a:pt x="155562" y="13525"/>
                  </a:cubicBezTo>
                  <a:cubicBezTo>
                    <a:pt x="233438" y="13525"/>
                    <a:pt x="297654" y="77914"/>
                    <a:pt x="297654" y="155829"/>
                  </a:cubicBezTo>
                  <a:cubicBezTo>
                    <a:pt x="297654" y="233743"/>
                    <a:pt x="234481" y="298133"/>
                    <a:pt x="155562" y="298133"/>
                  </a:cubicBezTo>
                  <a:close/>
                </a:path>
              </a:pathLst>
            </a:custGeom>
            <a:grpFill/>
            <a:ln w="9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CR"/>
            </a:p>
          </p:txBody>
        </p:sp>
      </p:grpSp>
      <p:sp>
        <p:nvSpPr>
          <p:cNvPr id="236" name="Graphic 234">
            <a:extLst>
              <a:ext uri="{FF2B5EF4-FFF2-40B4-BE49-F238E27FC236}">
                <a16:creationId xmlns:a16="http://schemas.microsoft.com/office/drawing/2014/main" id="{95C7C594-974D-56AE-1D93-ECE7CB7EDAAF}"/>
              </a:ext>
            </a:extLst>
          </p:cNvPr>
          <p:cNvSpPr/>
          <p:nvPr/>
        </p:nvSpPr>
        <p:spPr>
          <a:xfrm>
            <a:off x="8735052" y="4954346"/>
            <a:ext cx="497687" cy="425450"/>
          </a:xfrm>
          <a:custGeom>
            <a:avLst/>
            <a:gdLst>
              <a:gd name="connsiteX0" fmla="*/ 18710 w 372067"/>
              <a:gd name="connsiteY0" fmla="*/ 201478 h 318063"/>
              <a:gd name="connsiteX1" fmla="*/ 115557 w 372067"/>
              <a:gd name="connsiteY1" fmla="*/ 299966 h 318063"/>
              <a:gd name="connsiteX2" fmla="*/ 353168 w 372067"/>
              <a:gd name="connsiteY2" fmla="*/ 61555 h 318063"/>
              <a:gd name="connsiteX3" fmla="*/ 309250 w 372067"/>
              <a:gd name="connsiteY3" fmla="*/ 18788 h 318063"/>
              <a:gd name="connsiteX4" fmla="*/ 122007 w 372067"/>
              <a:gd name="connsiteY4" fmla="*/ 206621 h 318063"/>
              <a:gd name="connsiteX5" fmla="*/ 110340 w 372067"/>
              <a:gd name="connsiteY5" fmla="*/ 206621 h 318063"/>
              <a:gd name="connsiteX6" fmla="*/ 61300 w 372067"/>
              <a:gd name="connsiteY6" fmla="*/ 158710 h 318063"/>
              <a:gd name="connsiteX7" fmla="*/ 18710 w 372067"/>
              <a:gd name="connsiteY7" fmla="*/ 201478 h 318063"/>
              <a:gd name="connsiteX8" fmla="*/ 115557 w 372067"/>
              <a:gd name="connsiteY8" fmla="*/ 318064 h 318063"/>
              <a:gd name="connsiteX9" fmla="*/ 110435 w 372067"/>
              <a:gd name="connsiteY9" fmla="*/ 315492 h 318063"/>
              <a:gd name="connsiteX10" fmla="*/ 1921 w 372067"/>
              <a:gd name="connsiteY10" fmla="*/ 206621 h 318063"/>
              <a:gd name="connsiteX11" fmla="*/ 1921 w 372067"/>
              <a:gd name="connsiteY11" fmla="*/ 196239 h 318063"/>
              <a:gd name="connsiteX12" fmla="*/ 56178 w 372067"/>
              <a:gd name="connsiteY12" fmla="*/ 141851 h 318063"/>
              <a:gd name="connsiteX13" fmla="*/ 67845 w 372067"/>
              <a:gd name="connsiteY13" fmla="*/ 141851 h 318063"/>
              <a:gd name="connsiteX14" fmla="*/ 115652 w 372067"/>
              <a:gd name="connsiteY14" fmla="*/ 191095 h 318063"/>
              <a:gd name="connsiteX15" fmla="*/ 304223 w 372067"/>
              <a:gd name="connsiteY15" fmla="*/ 1929 h 318063"/>
              <a:gd name="connsiteX16" fmla="*/ 315890 w 372067"/>
              <a:gd name="connsiteY16" fmla="*/ 1929 h 318063"/>
              <a:gd name="connsiteX17" fmla="*/ 370147 w 372067"/>
              <a:gd name="connsiteY17" fmla="*/ 56317 h 318063"/>
              <a:gd name="connsiteX18" fmla="*/ 370147 w 372067"/>
              <a:gd name="connsiteY18" fmla="*/ 66699 h 318063"/>
              <a:gd name="connsiteX19" fmla="*/ 122197 w 372067"/>
              <a:gd name="connsiteY19" fmla="*/ 315492 h 318063"/>
              <a:gd name="connsiteX20" fmla="*/ 115747 w 372067"/>
              <a:gd name="connsiteY20" fmla="*/ 318064 h 318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2067" h="318063">
                <a:moveTo>
                  <a:pt x="18710" y="201478"/>
                </a:moveTo>
                <a:lnTo>
                  <a:pt x="115557" y="299966"/>
                </a:lnTo>
                <a:lnTo>
                  <a:pt x="353168" y="61555"/>
                </a:lnTo>
                <a:lnTo>
                  <a:pt x="309250" y="18788"/>
                </a:lnTo>
                <a:lnTo>
                  <a:pt x="122007" y="206621"/>
                </a:lnTo>
                <a:cubicBezTo>
                  <a:pt x="118118" y="210526"/>
                  <a:pt x="114229" y="210526"/>
                  <a:pt x="110340" y="206621"/>
                </a:cubicBezTo>
                <a:lnTo>
                  <a:pt x="61300" y="158710"/>
                </a:lnTo>
                <a:lnTo>
                  <a:pt x="18710" y="201478"/>
                </a:lnTo>
                <a:close/>
                <a:moveTo>
                  <a:pt x="115557" y="318064"/>
                </a:moveTo>
                <a:cubicBezTo>
                  <a:pt x="114229" y="318064"/>
                  <a:pt x="111668" y="318064"/>
                  <a:pt x="110435" y="315492"/>
                </a:cubicBezTo>
                <a:lnTo>
                  <a:pt x="1921" y="206621"/>
                </a:lnTo>
                <a:cubicBezTo>
                  <a:pt x="-640" y="204049"/>
                  <a:pt x="-640" y="198811"/>
                  <a:pt x="1921" y="196239"/>
                </a:cubicBezTo>
                <a:lnTo>
                  <a:pt x="56178" y="141851"/>
                </a:lnTo>
                <a:cubicBezTo>
                  <a:pt x="60067" y="139279"/>
                  <a:pt x="63956" y="139279"/>
                  <a:pt x="67845" y="141851"/>
                </a:cubicBezTo>
                <a:lnTo>
                  <a:pt x="115652" y="191095"/>
                </a:lnTo>
                <a:lnTo>
                  <a:pt x="304223" y="1929"/>
                </a:lnTo>
                <a:cubicBezTo>
                  <a:pt x="308112" y="-643"/>
                  <a:pt x="312001" y="-643"/>
                  <a:pt x="315890" y="1929"/>
                </a:cubicBezTo>
                <a:lnTo>
                  <a:pt x="370147" y="56317"/>
                </a:lnTo>
                <a:cubicBezTo>
                  <a:pt x="372708" y="58888"/>
                  <a:pt x="372708" y="64127"/>
                  <a:pt x="370147" y="66699"/>
                </a:cubicBezTo>
                <a:lnTo>
                  <a:pt x="122197" y="315492"/>
                </a:lnTo>
                <a:cubicBezTo>
                  <a:pt x="120869" y="318064"/>
                  <a:pt x="118308" y="318064"/>
                  <a:pt x="115747" y="318064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7" name="Graphic 234">
            <a:extLst>
              <a:ext uri="{FF2B5EF4-FFF2-40B4-BE49-F238E27FC236}">
                <a16:creationId xmlns:a16="http://schemas.microsoft.com/office/drawing/2014/main" id="{43B6E3AD-6BC5-DEB5-6419-802F3B6782CA}"/>
              </a:ext>
            </a:extLst>
          </p:cNvPr>
          <p:cNvSpPr/>
          <p:nvPr/>
        </p:nvSpPr>
        <p:spPr>
          <a:xfrm>
            <a:off x="9507938" y="4954346"/>
            <a:ext cx="497687" cy="425450"/>
          </a:xfrm>
          <a:custGeom>
            <a:avLst/>
            <a:gdLst>
              <a:gd name="connsiteX0" fmla="*/ 18710 w 372067"/>
              <a:gd name="connsiteY0" fmla="*/ 201478 h 318063"/>
              <a:gd name="connsiteX1" fmla="*/ 115557 w 372067"/>
              <a:gd name="connsiteY1" fmla="*/ 299966 h 318063"/>
              <a:gd name="connsiteX2" fmla="*/ 353168 w 372067"/>
              <a:gd name="connsiteY2" fmla="*/ 61555 h 318063"/>
              <a:gd name="connsiteX3" fmla="*/ 309250 w 372067"/>
              <a:gd name="connsiteY3" fmla="*/ 18788 h 318063"/>
              <a:gd name="connsiteX4" fmla="*/ 122007 w 372067"/>
              <a:gd name="connsiteY4" fmla="*/ 206621 h 318063"/>
              <a:gd name="connsiteX5" fmla="*/ 110340 w 372067"/>
              <a:gd name="connsiteY5" fmla="*/ 206621 h 318063"/>
              <a:gd name="connsiteX6" fmla="*/ 61300 w 372067"/>
              <a:gd name="connsiteY6" fmla="*/ 158710 h 318063"/>
              <a:gd name="connsiteX7" fmla="*/ 18710 w 372067"/>
              <a:gd name="connsiteY7" fmla="*/ 201478 h 318063"/>
              <a:gd name="connsiteX8" fmla="*/ 115557 w 372067"/>
              <a:gd name="connsiteY8" fmla="*/ 318064 h 318063"/>
              <a:gd name="connsiteX9" fmla="*/ 110435 w 372067"/>
              <a:gd name="connsiteY9" fmla="*/ 315492 h 318063"/>
              <a:gd name="connsiteX10" fmla="*/ 1921 w 372067"/>
              <a:gd name="connsiteY10" fmla="*/ 206621 h 318063"/>
              <a:gd name="connsiteX11" fmla="*/ 1921 w 372067"/>
              <a:gd name="connsiteY11" fmla="*/ 196239 h 318063"/>
              <a:gd name="connsiteX12" fmla="*/ 56178 w 372067"/>
              <a:gd name="connsiteY12" fmla="*/ 141851 h 318063"/>
              <a:gd name="connsiteX13" fmla="*/ 67845 w 372067"/>
              <a:gd name="connsiteY13" fmla="*/ 141851 h 318063"/>
              <a:gd name="connsiteX14" fmla="*/ 115652 w 372067"/>
              <a:gd name="connsiteY14" fmla="*/ 191095 h 318063"/>
              <a:gd name="connsiteX15" fmla="*/ 304223 w 372067"/>
              <a:gd name="connsiteY15" fmla="*/ 1929 h 318063"/>
              <a:gd name="connsiteX16" fmla="*/ 315890 w 372067"/>
              <a:gd name="connsiteY16" fmla="*/ 1929 h 318063"/>
              <a:gd name="connsiteX17" fmla="*/ 370147 w 372067"/>
              <a:gd name="connsiteY17" fmla="*/ 56317 h 318063"/>
              <a:gd name="connsiteX18" fmla="*/ 370147 w 372067"/>
              <a:gd name="connsiteY18" fmla="*/ 66699 h 318063"/>
              <a:gd name="connsiteX19" fmla="*/ 122197 w 372067"/>
              <a:gd name="connsiteY19" fmla="*/ 315492 h 318063"/>
              <a:gd name="connsiteX20" fmla="*/ 115747 w 372067"/>
              <a:gd name="connsiteY20" fmla="*/ 318064 h 318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2067" h="318063">
                <a:moveTo>
                  <a:pt x="18710" y="201478"/>
                </a:moveTo>
                <a:lnTo>
                  <a:pt x="115557" y="299966"/>
                </a:lnTo>
                <a:lnTo>
                  <a:pt x="353168" y="61555"/>
                </a:lnTo>
                <a:lnTo>
                  <a:pt x="309250" y="18788"/>
                </a:lnTo>
                <a:lnTo>
                  <a:pt x="122007" y="206621"/>
                </a:lnTo>
                <a:cubicBezTo>
                  <a:pt x="118118" y="210526"/>
                  <a:pt x="114229" y="210526"/>
                  <a:pt x="110340" y="206621"/>
                </a:cubicBezTo>
                <a:lnTo>
                  <a:pt x="61300" y="158710"/>
                </a:lnTo>
                <a:lnTo>
                  <a:pt x="18710" y="201478"/>
                </a:lnTo>
                <a:close/>
                <a:moveTo>
                  <a:pt x="115557" y="318064"/>
                </a:moveTo>
                <a:cubicBezTo>
                  <a:pt x="114229" y="318064"/>
                  <a:pt x="111668" y="318064"/>
                  <a:pt x="110435" y="315492"/>
                </a:cubicBezTo>
                <a:lnTo>
                  <a:pt x="1921" y="206621"/>
                </a:lnTo>
                <a:cubicBezTo>
                  <a:pt x="-640" y="204049"/>
                  <a:pt x="-640" y="198811"/>
                  <a:pt x="1921" y="196239"/>
                </a:cubicBezTo>
                <a:lnTo>
                  <a:pt x="56178" y="141851"/>
                </a:lnTo>
                <a:cubicBezTo>
                  <a:pt x="60067" y="139279"/>
                  <a:pt x="63956" y="139279"/>
                  <a:pt x="67845" y="141851"/>
                </a:cubicBezTo>
                <a:lnTo>
                  <a:pt x="115652" y="191095"/>
                </a:lnTo>
                <a:lnTo>
                  <a:pt x="304223" y="1929"/>
                </a:lnTo>
                <a:cubicBezTo>
                  <a:pt x="308112" y="-643"/>
                  <a:pt x="312001" y="-643"/>
                  <a:pt x="315890" y="1929"/>
                </a:cubicBezTo>
                <a:lnTo>
                  <a:pt x="370147" y="56317"/>
                </a:lnTo>
                <a:cubicBezTo>
                  <a:pt x="372708" y="58888"/>
                  <a:pt x="372708" y="64127"/>
                  <a:pt x="370147" y="66699"/>
                </a:cubicBezTo>
                <a:lnTo>
                  <a:pt x="122197" y="315492"/>
                </a:lnTo>
                <a:cubicBezTo>
                  <a:pt x="120869" y="318064"/>
                  <a:pt x="118308" y="318064"/>
                  <a:pt x="115747" y="318064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8" name="Graphic 234">
            <a:extLst>
              <a:ext uri="{FF2B5EF4-FFF2-40B4-BE49-F238E27FC236}">
                <a16:creationId xmlns:a16="http://schemas.microsoft.com/office/drawing/2014/main" id="{58651D4E-4883-406A-CD0A-739E95420FCC}"/>
              </a:ext>
            </a:extLst>
          </p:cNvPr>
          <p:cNvSpPr/>
          <p:nvPr/>
        </p:nvSpPr>
        <p:spPr>
          <a:xfrm>
            <a:off x="8735052" y="5567575"/>
            <a:ext cx="497687" cy="425450"/>
          </a:xfrm>
          <a:custGeom>
            <a:avLst/>
            <a:gdLst>
              <a:gd name="connsiteX0" fmla="*/ 18710 w 372067"/>
              <a:gd name="connsiteY0" fmla="*/ 201478 h 318063"/>
              <a:gd name="connsiteX1" fmla="*/ 115557 w 372067"/>
              <a:gd name="connsiteY1" fmla="*/ 299966 h 318063"/>
              <a:gd name="connsiteX2" fmla="*/ 353168 w 372067"/>
              <a:gd name="connsiteY2" fmla="*/ 61555 h 318063"/>
              <a:gd name="connsiteX3" fmla="*/ 309250 w 372067"/>
              <a:gd name="connsiteY3" fmla="*/ 18788 h 318063"/>
              <a:gd name="connsiteX4" fmla="*/ 122007 w 372067"/>
              <a:gd name="connsiteY4" fmla="*/ 206621 h 318063"/>
              <a:gd name="connsiteX5" fmla="*/ 110340 w 372067"/>
              <a:gd name="connsiteY5" fmla="*/ 206621 h 318063"/>
              <a:gd name="connsiteX6" fmla="*/ 61300 w 372067"/>
              <a:gd name="connsiteY6" fmla="*/ 158710 h 318063"/>
              <a:gd name="connsiteX7" fmla="*/ 18710 w 372067"/>
              <a:gd name="connsiteY7" fmla="*/ 201478 h 318063"/>
              <a:gd name="connsiteX8" fmla="*/ 115557 w 372067"/>
              <a:gd name="connsiteY8" fmla="*/ 318064 h 318063"/>
              <a:gd name="connsiteX9" fmla="*/ 110435 w 372067"/>
              <a:gd name="connsiteY9" fmla="*/ 315492 h 318063"/>
              <a:gd name="connsiteX10" fmla="*/ 1921 w 372067"/>
              <a:gd name="connsiteY10" fmla="*/ 206621 h 318063"/>
              <a:gd name="connsiteX11" fmla="*/ 1921 w 372067"/>
              <a:gd name="connsiteY11" fmla="*/ 196239 h 318063"/>
              <a:gd name="connsiteX12" fmla="*/ 56178 w 372067"/>
              <a:gd name="connsiteY12" fmla="*/ 141851 h 318063"/>
              <a:gd name="connsiteX13" fmla="*/ 67845 w 372067"/>
              <a:gd name="connsiteY13" fmla="*/ 141851 h 318063"/>
              <a:gd name="connsiteX14" fmla="*/ 115652 w 372067"/>
              <a:gd name="connsiteY14" fmla="*/ 191095 h 318063"/>
              <a:gd name="connsiteX15" fmla="*/ 304223 w 372067"/>
              <a:gd name="connsiteY15" fmla="*/ 1929 h 318063"/>
              <a:gd name="connsiteX16" fmla="*/ 315890 w 372067"/>
              <a:gd name="connsiteY16" fmla="*/ 1929 h 318063"/>
              <a:gd name="connsiteX17" fmla="*/ 370147 w 372067"/>
              <a:gd name="connsiteY17" fmla="*/ 56317 h 318063"/>
              <a:gd name="connsiteX18" fmla="*/ 370147 w 372067"/>
              <a:gd name="connsiteY18" fmla="*/ 66699 h 318063"/>
              <a:gd name="connsiteX19" fmla="*/ 122197 w 372067"/>
              <a:gd name="connsiteY19" fmla="*/ 315492 h 318063"/>
              <a:gd name="connsiteX20" fmla="*/ 115747 w 372067"/>
              <a:gd name="connsiteY20" fmla="*/ 318064 h 318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2067" h="318063">
                <a:moveTo>
                  <a:pt x="18710" y="201478"/>
                </a:moveTo>
                <a:lnTo>
                  <a:pt x="115557" y="299966"/>
                </a:lnTo>
                <a:lnTo>
                  <a:pt x="353168" y="61555"/>
                </a:lnTo>
                <a:lnTo>
                  <a:pt x="309250" y="18788"/>
                </a:lnTo>
                <a:lnTo>
                  <a:pt x="122007" y="206621"/>
                </a:lnTo>
                <a:cubicBezTo>
                  <a:pt x="118118" y="210526"/>
                  <a:pt x="114229" y="210526"/>
                  <a:pt x="110340" y="206621"/>
                </a:cubicBezTo>
                <a:lnTo>
                  <a:pt x="61300" y="158710"/>
                </a:lnTo>
                <a:lnTo>
                  <a:pt x="18710" y="201478"/>
                </a:lnTo>
                <a:close/>
                <a:moveTo>
                  <a:pt x="115557" y="318064"/>
                </a:moveTo>
                <a:cubicBezTo>
                  <a:pt x="114229" y="318064"/>
                  <a:pt x="111668" y="318064"/>
                  <a:pt x="110435" y="315492"/>
                </a:cubicBezTo>
                <a:lnTo>
                  <a:pt x="1921" y="206621"/>
                </a:lnTo>
                <a:cubicBezTo>
                  <a:pt x="-640" y="204049"/>
                  <a:pt x="-640" y="198811"/>
                  <a:pt x="1921" y="196239"/>
                </a:cubicBezTo>
                <a:lnTo>
                  <a:pt x="56178" y="141851"/>
                </a:lnTo>
                <a:cubicBezTo>
                  <a:pt x="60067" y="139279"/>
                  <a:pt x="63956" y="139279"/>
                  <a:pt x="67845" y="141851"/>
                </a:cubicBezTo>
                <a:lnTo>
                  <a:pt x="115652" y="191095"/>
                </a:lnTo>
                <a:lnTo>
                  <a:pt x="304223" y="1929"/>
                </a:lnTo>
                <a:cubicBezTo>
                  <a:pt x="308112" y="-643"/>
                  <a:pt x="312001" y="-643"/>
                  <a:pt x="315890" y="1929"/>
                </a:cubicBezTo>
                <a:lnTo>
                  <a:pt x="370147" y="56317"/>
                </a:lnTo>
                <a:cubicBezTo>
                  <a:pt x="372708" y="58888"/>
                  <a:pt x="372708" y="64127"/>
                  <a:pt x="370147" y="66699"/>
                </a:cubicBezTo>
                <a:lnTo>
                  <a:pt x="122197" y="315492"/>
                </a:lnTo>
                <a:cubicBezTo>
                  <a:pt x="120869" y="318064"/>
                  <a:pt x="118308" y="318064"/>
                  <a:pt x="115747" y="318064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39" name="Graphic 234">
            <a:extLst>
              <a:ext uri="{FF2B5EF4-FFF2-40B4-BE49-F238E27FC236}">
                <a16:creationId xmlns:a16="http://schemas.microsoft.com/office/drawing/2014/main" id="{B8A4D44D-C940-B3DD-D63F-8A9671EC8717}"/>
              </a:ext>
            </a:extLst>
          </p:cNvPr>
          <p:cNvSpPr/>
          <p:nvPr/>
        </p:nvSpPr>
        <p:spPr>
          <a:xfrm>
            <a:off x="9507938" y="5567575"/>
            <a:ext cx="497687" cy="425450"/>
          </a:xfrm>
          <a:custGeom>
            <a:avLst/>
            <a:gdLst>
              <a:gd name="connsiteX0" fmla="*/ 18710 w 372067"/>
              <a:gd name="connsiteY0" fmla="*/ 201478 h 318063"/>
              <a:gd name="connsiteX1" fmla="*/ 115557 w 372067"/>
              <a:gd name="connsiteY1" fmla="*/ 299966 h 318063"/>
              <a:gd name="connsiteX2" fmla="*/ 353168 w 372067"/>
              <a:gd name="connsiteY2" fmla="*/ 61555 h 318063"/>
              <a:gd name="connsiteX3" fmla="*/ 309250 w 372067"/>
              <a:gd name="connsiteY3" fmla="*/ 18788 h 318063"/>
              <a:gd name="connsiteX4" fmla="*/ 122007 w 372067"/>
              <a:gd name="connsiteY4" fmla="*/ 206621 h 318063"/>
              <a:gd name="connsiteX5" fmla="*/ 110340 w 372067"/>
              <a:gd name="connsiteY5" fmla="*/ 206621 h 318063"/>
              <a:gd name="connsiteX6" fmla="*/ 61300 w 372067"/>
              <a:gd name="connsiteY6" fmla="*/ 158710 h 318063"/>
              <a:gd name="connsiteX7" fmla="*/ 18710 w 372067"/>
              <a:gd name="connsiteY7" fmla="*/ 201478 h 318063"/>
              <a:gd name="connsiteX8" fmla="*/ 115557 w 372067"/>
              <a:gd name="connsiteY8" fmla="*/ 318064 h 318063"/>
              <a:gd name="connsiteX9" fmla="*/ 110435 w 372067"/>
              <a:gd name="connsiteY9" fmla="*/ 315492 h 318063"/>
              <a:gd name="connsiteX10" fmla="*/ 1921 w 372067"/>
              <a:gd name="connsiteY10" fmla="*/ 206621 h 318063"/>
              <a:gd name="connsiteX11" fmla="*/ 1921 w 372067"/>
              <a:gd name="connsiteY11" fmla="*/ 196239 h 318063"/>
              <a:gd name="connsiteX12" fmla="*/ 56178 w 372067"/>
              <a:gd name="connsiteY12" fmla="*/ 141851 h 318063"/>
              <a:gd name="connsiteX13" fmla="*/ 67845 w 372067"/>
              <a:gd name="connsiteY13" fmla="*/ 141851 h 318063"/>
              <a:gd name="connsiteX14" fmla="*/ 115652 w 372067"/>
              <a:gd name="connsiteY14" fmla="*/ 191095 h 318063"/>
              <a:gd name="connsiteX15" fmla="*/ 304223 w 372067"/>
              <a:gd name="connsiteY15" fmla="*/ 1929 h 318063"/>
              <a:gd name="connsiteX16" fmla="*/ 315890 w 372067"/>
              <a:gd name="connsiteY16" fmla="*/ 1929 h 318063"/>
              <a:gd name="connsiteX17" fmla="*/ 370147 w 372067"/>
              <a:gd name="connsiteY17" fmla="*/ 56317 h 318063"/>
              <a:gd name="connsiteX18" fmla="*/ 370147 w 372067"/>
              <a:gd name="connsiteY18" fmla="*/ 66699 h 318063"/>
              <a:gd name="connsiteX19" fmla="*/ 122197 w 372067"/>
              <a:gd name="connsiteY19" fmla="*/ 315492 h 318063"/>
              <a:gd name="connsiteX20" fmla="*/ 115747 w 372067"/>
              <a:gd name="connsiteY20" fmla="*/ 318064 h 318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2067" h="318063">
                <a:moveTo>
                  <a:pt x="18710" y="201478"/>
                </a:moveTo>
                <a:lnTo>
                  <a:pt x="115557" y="299966"/>
                </a:lnTo>
                <a:lnTo>
                  <a:pt x="353168" y="61555"/>
                </a:lnTo>
                <a:lnTo>
                  <a:pt x="309250" y="18788"/>
                </a:lnTo>
                <a:lnTo>
                  <a:pt x="122007" y="206621"/>
                </a:lnTo>
                <a:cubicBezTo>
                  <a:pt x="118118" y="210526"/>
                  <a:pt x="114229" y="210526"/>
                  <a:pt x="110340" y="206621"/>
                </a:cubicBezTo>
                <a:lnTo>
                  <a:pt x="61300" y="158710"/>
                </a:lnTo>
                <a:lnTo>
                  <a:pt x="18710" y="201478"/>
                </a:lnTo>
                <a:close/>
                <a:moveTo>
                  <a:pt x="115557" y="318064"/>
                </a:moveTo>
                <a:cubicBezTo>
                  <a:pt x="114229" y="318064"/>
                  <a:pt x="111668" y="318064"/>
                  <a:pt x="110435" y="315492"/>
                </a:cubicBezTo>
                <a:lnTo>
                  <a:pt x="1921" y="206621"/>
                </a:lnTo>
                <a:cubicBezTo>
                  <a:pt x="-640" y="204049"/>
                  <a:pt x="-640" y="198811"/>
                  <a:pt x="1921" y="196239"/>
                </a:cubicBezTo>
                <a:lnTo>
                  <a:pt x="56178" y="141851"/>
                </a:lnTo>
                <a:cubicBezTo>
                  <a:pt x="60067" y="139279"/>
                  <a:pt x="63956" y="139279"/>
                  <a:pt x="67845" y="141851"/>
                </a:cubicBezTo>
                <a:lnTo>
                  <a:pt x="115652" y="191095"/>
                </a:lnTo>
                <a:lnTo>
                  <a:pt x="304223" y="1929"/>
                </a:lnTo>
                <a:cubicBezTo>
                  <a:pt x="308112" y="-643"/>
                  <a:pt x="312001" y="-643"/>
                  <a:pt x="315890" y="1929"/>
                </a:cubicBezTo>
                <a:lnTo>
                  <a:pt x="370147" y="56317"/>
                </a:lnTo>
                <a:cubicBezTo>
                  <a:pt x="372708" y="58888"/>
                  <a:pt x="372708" y="64127"/>
                  <a:pt x="370147" y="66699"/>
                </a:cubicBezTo>
                <a:lnTo>
                  <a:pt x="122197" y="315492"/>
                </a:lnTo>
                <a:cubicBezTo>
                  <a:pt x="120869" y="318064"/>
                  <a:pt x="118308" y="318064"/>
                  <a:pt x="115747" y="318064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2" name="Graphic 240">
            <a:extLst>
              <a:ext uri="{FF2B5EF4-FFF2-40B4-BE49-F238E27FC236}">
                <a16:creationId xmlns:a16="http://schemas.microsoft.com/office/drawing/2014/main" id="{FCE74ABA-EBFD-994E-6739-64BB281BE742}"/>
              </a:ext>
            </a:extLst>
          </p:cNvPr>
          <p:cNvSpPr/>
          <p:nvPr/>
        </p:nvSpPr>
        <p:spPr>
          <a:xfrm>
            <a:off x="10376037" y="4855744"/>
            <a:ext cx="503555" cy="512539"/>
          </a:xfrm>
          <a:custGeom>
            <a:avLst/>
            <a:gdLst>
              <a:gd name="connsiteX0" fmla="*/ 293576 w 376099"/>
              <a:gd name="connsiteY0" fmla="*/ 212693 h 382809"/>
              <a:gd name="connsiteX1" fmla="*/ 176620 w 376099"/>
              <a:gd name="connsiteY1" fmla="*/ 145066 h 382809"/>
              <a:gd name="connsiteX2" fmla="*/ 64691 w 376099"/>
              <a:gd name="connsiteY2" fmla="*/ 204406 h 382809"/>
              <a:gd name="connsiteX3" fmla="*/ 14797 w 376099"/>
              <a:gd name="connsiteY3" fmla="*/ 139160 h 382809"/>
              <a:gd name="connsiteX4" fmla="*/ 6735 w 376099"/>
              <a:gd name="connsiteY4" fmla="*/ 136493 h 382809"/>
              <a:gd name="connsiteX5" fmla="*/ 0 w 376099"/>
              <a:gd name="connsiteY5" fmla="*/ 143161 h 382809"/>
              <a:gd name="connsiteX6" fmla="*/ 0 w 376099"/>
              <a:gd name="connsiteY6" fmla="*/ 287465 h 382809"/>
              <a:gd name="connsiteX7" fmla="*/ 5312 w 376099"/>
              <a:gd name="connsiteY7" fmla="*/ 295466 h 382809"/>
              <a:gd name="connsiteX8" fmla="*/ 7968 w 376099"/>
              <a:gd name="connsiteY8" fmla="*/ 295466 h 382809"/>
              <a:gd name="connsiteX9" fmla="*/ 14703 w 376099"/>
              <a:gd name="connsiteY9" fmla="*/ 292798 h 382809"/>
              <a:gd name="connsiteX10" fmla="*/ 64691 w 376099"/>
              <a:gd name="connsiteY10" fmla="*/ 229838 h 382809"/>
              <a:gd name="connsiteX11" fmla="*/ 175197 w 376099"/>
              <a:gd name="connsiteY11" fmla="*/ 288322 h 382809"/>
              <a:gd name="connsiteX12" fmla="*/ 293481 w 376099"/>
              <a:gd name="connsiteY12" fmla="*/ 222028 h 382809"/>
              <a:gd name="connsiteX13" fmla="*/ 293481 w 376099"/>
              <a:gd name="connsiteY13" fmla="*/ 212789 h 382809"/>
              <a:gd name="connsiteX14" fmla="*/ 16220 w 376099"/>
              <a:gd name="connsiteY14" fmla="*/ 264795 h 382809"/>
              <a:gd name="connsiteX15" fmla="*/ 16220 w 376099"/>
              <a:gd name="connsiteY15" fmla="*/ 167259 h 382809"/>
              <a:gd name="connsiteX16" fmla="*/ 55016 w 376099"/>
              <a:gd name="connsiteY16" fmla="*/ 216694 h 382809"/>
              <a:gd name="connsiteX17" fmla="*/ 16220 w 376099"/>
              <a:gd name="connsiteY17" fmla="*/ 264795 h 382809"/>
              <a:gd name="connsiteX18" fmla="*/ 175386 w 376099"/>
              <a:gd name="connsiteY18" fmla="*/ 272415 h 382809"/>
              <a:gd name="connsiteX19" fmla="*/ 74461 w 376099"/>
              <a:gd name="connsiteY19" fmla="*/ 216694 h 382809"/>
              <a:gd name="connsiteX20" fmla="*/ 176714 w 376099"/>
              <a:gd name="connsiteY20" fmla="*/ 160973 h 382809"/>
              <a:gd name="connsiteX21" fmla="*/ 277640 w 376099"/>
              <a:gd name="connsiteY21" fmla="*/ 216694 h 382809"/>
              <a:gd name="connsiteX22" fmla="*/ 175386 w 376099"/>
              <a:gd name="connsiteY22" fmla="*/ 272415 h 382809"/>
              <a:gd name="connsiteX23" fmla="*/ 376099 w 376099"/>
              <a:gd name="connsiteY23" fmla="*/ 255461 h 382809"/>
              <a:gd name="connsiteX24" fmla="*/ 352765 w 376099"/>
              <a:gd name="connsiteY24" fmla="*/ 224790 h 382809"/>
              <a:gd name="connsiteX25" fmla="*/ 351058 w 376099"/>
              <a:gd name="connsiteY25" fmla="*/ 0 h 382809"/>
              <a:gd name="connsiteX26" fmla="*/ 334932 w 376099"/>
              <a:gd name="connsiteY26" fmla="*/ 0 h 382809"/>
              <a:gd name="connsiteX27" fmla="*/ 336640 w 376099"/>
              <a:gd name="connsiteY27" fmla="*/ 224504 h 382809"/>
              <a:gd name="connsiteX28" fmla="*/ 312452 w 376099"/>
              <a:gd name="connsiteY28" fmla="*/ 255365 h 382809"/>
              <a:gd name="connsiteX29" fmla="*/ 336640 w 376099"/>
              <a:gd name="connsiteY29" fmla="*/ 286226 h 382809"/>
              <a:gd name="connsiteX30" fmla="*/ 335406 w 376099"/>
              <a:gd name="connsiteY30" fmla="*/ 350901 h 382809"/>
              <a:gd name="connsiteX31" fmla="*/ 319376 w 376099"/>
              <a:gd name="connsiteY31" fmla="*/ 366903 h 382809"/>
              <a:gd name="connsiteX32" fmla="*/ 303346 w 376099"/>
              <a:gd name="connsiteY32" fmla="*/ 350901 h 382809"/>
              <a:gd name="connsiteX33" fmla="*/ 303346 w 376099"/>
              <a:gd name="connsiteY33" fmla="*/ 334899 h 382809"/>
              <a:gd name="connsiteX34" fmla="*/ 295283 w 376099"/>
              <a:gd name="connsiteY34" fmla="*/ 326898 h 382809"/>
              <a:gd name="connsiteX35" fmla="*/ 287220 w 376099"/>
              <a:gd name="connsiteY35" fmla="*/ 334899 h 382809"/>
              <a:gd name="connsiteX36" fmla="*/ 287220 w 376099"/>
              <a:gd name="connsiteY36" fmla="*/ 350901 h 382809"/>
              <a:gd name="connsiteX37" fmla="*/ 319281 w 376099"/>
              <a:gd name="connsiteY37" fmla="*/ 382810 h 382809"/>
              <a:gd name="connsiteX38" fmla="*/ 351342 w 376099"/>
              <a:gd name="connsiteY38" fmla="*/ 350901 h 382809"/>
              <a:gd name="connsiteX39" fmla="*/ 352575 w 376099"/>
              <a:gd name="connsiteY39" fmla="*/ 286036 h 382809"/>
              <a:gd name="connsiteX40" fmla="*/ 376004 w 376099"/>
              <a:gd name="connsiteY40" fmla="*/ 255365 h 382809"/>
              <a:gd name="connsiteX41" fmla="*/ 345366 w 376099"/>
              <a:gd name="connsiteY41" fmla="*/ 271272 h 382809"/>
              <a:gd name="connsiteX42" fmla="*/ 344702 w 376099"/>
              <a:gd name="connsiteY42" fmla="*/ 271177 h 382809"/>
              <a:gd name="connsiteX43" fmla="*/ 343848 w 376099"/>
              <a:gd name="connsiteY43" fmla="*/ 271367 h 382809"/>
              <a:gd name="connsiteX44" fmla="*/ 328198 w 376099"/>
              <a:gd name="connsiteY44" fmla="*/ 255365 h 382809"/>
              <a:gd name="connsiteX45" fmla="*/ 344133 w 376099"/>
              <a:gd name="connsiteY45" fmla="*/ 239363 h 382809"/>
              <a:gd name="connsiteX46" fmla="*/ 360069 w 376099"/>
              <a:gd name="connsiteY46" fmla="*/ 255365 h 382809"/>
              <a:gd name="connsiteX47" fmla="*/ 345271 w 376099"/>
              <a:gd name="connsiteY47" fmla="*/ 271272 h 382809"/>
              <a:gd name="connsiteX48" fmla="*/ 223573 w 376099"/>
              <a:gd name="connsiteY48" fmla="*/ 207645 h 382809"/>
              <a:gd name="connsiteX49" fmla="*/ 207447 w 376099"/>
              <a:gd name="connsiteY49" fmla="*/ 223456 h 382809"/>
              <a:gd name="connsiteX50" fmla="*/ 191322 w 376099"/>
              <a:gd name="connsiteY50" fmla="*/ 207645 h 382809"/>
              <a:gd name="connsiteX51" fmla="*/ 207447 w 376099"/>
              <a:gd name="connsiteY51" fmla="*/ 191834 h 382809"/>
              <a:gd name="connsiteX52" fmla="*/ 223573 w 376099"/>
              <a:gd name="connsiteY52" fmla="*/ 207645 h 382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76099" h="382809">
                <a:moveTo>
                  <a:pt x="293576" y="212693"/>
                </a:moveTo>
                <a:cubicBezTo>
                  <a:pt x="292248" y="210026"/>
                  <a:pt x="240457" y="145066"/>
                  <a:pt x="176620" y="145066"/>
                </a:cubicBezTo>
                <a:cubicBezTo>
                  <a:pt x="124260" y="145066"/>
                  <a:pt x="80532" y="186309"/>
                  <a:pt x="64691" y="204406"/>
                </a:cubicBezTo>
                <a:cubicBezTo>
                  <a:pt x="57956" y="195548"/>
                  <a:pt x="44013" y="177356"/>
                  <a:pt x="14797" y="139160"/>
                </a:cubicBezTo>
                <a:cubicBezTo>
                  <a:pt x="13469" y="136493"/>
                  <a:pt x="9485" y="135160"/>
                  <a:pt x="6735" y="136493"/>
                </a:cubicBezTo>
                <a:cubicBezTo>
                  <a:pt x="2751" y="136493"/>
                  <a:pt x="0" y="140494"/>
                  <a:pt x="0" y="143161"/>
                </a:cubicBezTo>
                <a:lnTo>
                  <a:pt x="0" y="287465"/>
                </a:lnTo>
                <a:cubicBezTo>
                  <a:pt x="0" y="291465"/>
                  <a:pt x="2656" y="294132"/>
                  <a:pt x="5312" y="295466"/>
                </a:cubicBezTo>
                <a:lnTo>
                  <a:pt x="7968" y="295466"/>
                </a:lnTo>
                <a:cubicBezTo>
                  <a:pt x="10624" y="295466"/>
                  <a:pt x="13280" y="294132"/>
                  <a:pt x="14703" y="292798"/>
                </a:cubicBezTo>
                <a:cubicBezTo>
                  <a:pt x="14703" y="292798"/>
                  <a:pt x="14892" y="292608"/>
                  <a:pt x="64691" y="229838"/>
                </a:cubicBezTo>
                <a:cubicBezTo>
                  <a:pt x="80342" y="247460"/>
                  <a:pt x="123027" y="288322"/>
                  <a:pt x="175197" y="288322"/>
                </a:cubicBezTo>
                <a:cubicBezTo>
                  <a:pt x="240267" y="288322"/>
                  <a:pt x="292153" y="224695"/>
                  <a:pt x="293481" y="222028"/>
                </a:cubicBezTo>
                <a:cubicBezTo>
                  <a:pt x="296137" y="219361"/>
                  <a:pt x="296137" y="215360"/>
                  <a:pt x="293481" y="212789"/>
                </a:cubicBezTo>
                <a:close/>
                <a:moveTo>
                  <a:pt x="16220" y="264795"/>
                </a:moveTo>
                <a:lnTo>
                  <a:pt x="16220" y="167259"/>
                </a:lnTo>
                <a:lnTo>
                  <a:pt x="55016" y="216694"/>
                </a:lnTo>
                <a:lnTo>
                  <a:pt x="16220" y="264795"/>
                </a:lnTo>
                <a:close/>
                <a:moveTo>
                  <a:pt x="175386" y="272415"/>
                </a:moveTo>
                <a:cubicBezTo>
                  <a:pt x="127580" y="272415"/>
                  <a:pt x="87741" y="231267"/>
                  <a:pt x="74461" y="216694"/>
                </a:cubicBezTo>
                <a:cubicBezTo>
                  <a:pt x="87741" y="202121"/>
                  <a:pt x="128908" y="160973"/>
                  <a:pt x="176714" y="160973"/>
                </a:cubicBezTo>
                <a:cubicBezTo>
                  <a:pt x="224521" y="160973"/>
                  <a:pt x="264360" y="202121"/>
                  <a:pt x="277640" y="216694"/>
                </a:cubicBezTo>
                <a:cubicBezTo>
                  <a:pt x="264360" y="231267"/>
                  <a:pt x="223193" y="272415"/>
                  <a:pt x="175386" y="272415"/>
                </a:cubicBezTo>
                <a:close/>
                <a:moveTo>
                  <a:pt x="376099" y="255461"/>
                </a:moveTo>
                <a:cubicBezTo>
                  <a:pt x="376099" y="241078"/>
                  <a:pt x="365950" y="228695"/>
                  <a:pt x="352765" y="224790"/>
                </a:cubicBezTo>
                <a:lnTo>
                  <a:pt x="351058" y="0"/>
                </a:lnTo>
                <a:lnTo>
                  <a:pt x="334932" y="0"/>
                </a:lnTo>
                <a:lnTo>
                  <a:pt x="336640" y="224504"/>
                </a:lnTo>
                <a:cubicBezTo>
                  <a:pt x="322980" y="228124"/>
                  <a:pt x="312452" y="240697"/>
                  <a:pt x="312452" y="255365"/>
                </a:cubicBezTo>
                <a:cubicBezTo>
                  <a:pt x="312452" y="270034"/>
                  <a:pt x="322980" y="282702"/>
                  <a:pt x="336640" y="286226"/>
                </a:cubicBezTo>
                <a:cubicBezTo>
                  <a:pt x="336450" y="294418"/>
                  <a:pt x="336165" y="312230"/>
                  <a:pt x="335406" y="350901"/>
                </a:cubicBezTo>
                <a:cubicBezTo>
                  <a:pt x="335406" y="360236"/>
                  <a:pt x="328767" y="366903"/>
                  <a:pt x="319376" y="366903"/>
                </a:cubicBezTo>
                <a:cubicBezTo>
                  <a:pt x="311313" y="366903"/>
                  <a:pt x="303346" y="360236"/>
                  <a:pt x="303346" y="350901"/>
                </a:cubicBezTo>
                <a:lnTo>
                  <a:pt x="303346" y="334899"/>
                </a:lnTo>
                <a:cubicBezTo>
                  <a:pt x="303346" y="330898"/>
                  <a:pt x="300690" y="326898"/>
                  <a:pt x="295283" y="326898"/>
                </a:cubicBezTo>
                <a:cubicBezTo>
                  <a:pt x="291299" y="326898"/>
                  <a:pt x="287220" y="330898"/>
                  <a:pt x="287220" y="334899"/>
                </a:cubicBezTo>
                <a:lnTo>
                  <a:pt x="287220" y="350901"/>
                </a:lnTo>
                <a:cubicBezTo>
                  <a:pt x="287220" y="368237"/>
                  <a:pt x="301923" y="382810"/>
                  <a:pt x="319281" y="382810"/>
                </a:cubicBezTo>
                <a:cubicBezTo>
                  <a:pt x="337968" y="382810"/>
                  <a:pt x="351342" y="368141"/>
                  <a:pt x="351342" y="350901"/>
                </a:cubicBezTo>
                <a:cubicBezTo>
                  <a:pt x="351342" y="350901"/>
                  <a:pt x="351342" y="350711"/>
                  <a:pt x="352575" y="286036"/>
                </a:cubicBezTo>
                <a:cubicBezTo>
                  <a:pt x="365855" y="282226"/>
                  <a:pt x="376004" y="269748"/>
                  <a:pt x="376004" y="255365"/>
                </a:cubicBezTo>
                <a:close/>
                <a:moveTo>
                  <a:pt x="345366" y="271272"/>
                </a:moveTo>
                <a:cubicBezTo>
                  <a:pt x="345366" y="271272"/>
                  <a:pt x="344987" y="271177"/>
                  <a:pt x="344702" y="271177"/>
                </a:cubicBezTo>
                <a:cubicBezTo>
                  <a:pt x="344418" y="271177"/>
                  <a:pt x="344133" y="271367"/>
                  <a:pt x="343848" y="271367"/>
                </a:cubicBezTo>
                <a:cubicBezTo>
                  <a:pt x="335976" y="271177"/>
                  <a:pt x="328198" y="264605"/>
                  <a:pt x="328198" y="255365"/>
                </a:cubicBezTo>
                <a:cubicBezTo>
                  <a:pt x="328198" y="247364"/>
                  <a:pt x="336165" y="239363"/>
                  <a:pt x="344133" y="239363"/>
                </a:cubicBezTo>
                <a:cubicBezTo>
                  <a:pt x="353429" y="239363"/>
                  <a:pt x="360069" y="247364"/>
                  <a:pt x="360069" y="255365"/>
                </a:cubicBezTo>
                <a:cubicBezTo>
                  <a:pt x="360069" y="264319"/>
                  <a:pt x="353903" y="270700"/>
                  <a:pt x="345271" y="271272"/>
                </a:cubicBezTo>
                <a:close/>
                <a:moveTo>
                  <a:pt x="223573" y="207645"/>
                </a:moveTo>
                <a:cubicBezTo>
                  <a:pt x="223573" y="216313"/>
                  <a:pt x="216364" y="223456"/>
                  <a:pt x="207447" y="223456"/>
                </a:cubicBezTo>
                <a:cubicBezTo>
                  <a:pt x="198531" y="223456"/>
                  <a:pt x="191322" y="216408"/>
                  <a:pt x="191322" y="207645"/>
                </a:cubicBezTo>
                <a:cubicBezTo>
                  <a:pt x="191322" y="198882"/>
                  <a:pt x="198531" y="191834"/>
                  <a:pt x="207447" y="191834"/>
                </a:cubicBezTo>
                <a:cubicBezTo>
                  <a:pt x="216364" y="191834"/>
                  <a:pt x="223573" y="198882"/>
                  <a:pt x="223573" y="207645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3" name="Graphic 240">
            <a:extLst>
              <a:ext uri="{FF2B5EF4-FFF2-40B4-BE49-F238E27FC236}">
                <a16:creationId xmlns:a16="http://schemas.microsoft.com/office/drawing/2014/main" id="{E52FA20F-FAEA-129E-F858-CA9D490F95AB}"/>
              </a:ext>
            </a:extLst>
          </p:cNvPr>
          <p:cNvSpPr/>
          <p:nvPr/>
        </p:nvSpPr>
        <p:spPr>
          <a:xfrm>
            <a:off x="11145294" y="4855744"/>
            <a:ext cx="503555" cy="512539"/>
          </a:xfrm>
          <a:custGeom>
            <a:avLst/>
            <a:gdLst>
              <a:gd name="connsiteX0" fmla="*/ 293576 w 376099"/>
              <a:gd name="connsiteY0" fmla="*/ 212693 h 382809"/>
              <a:gd name="connsiteX1" fmla="*/ 176620 w 376099"/>
              <a:gd name="connsiteY1" fmla="*/ 145066 h 382809"/>
              <a:gd name="connsiteX2" fmla="*/ 64691 w 376099"/>
              <a:gd name="connsiteY2" fmla="*/ 204406 h 382809"/>
              <a:gd name="connsiteX3" fmla="*/ 14797 w 376099"/>
              <a:gd name="connsiteY3" fmla="*/ 139160 h 382809"/>
              <a:gd name="connsiteX4" fmla="*/ 6735 w 376099"/>
              <a:gd name="connsiteY4" fmla="*/ 136493 h 382809"/>
              <a:gd name="connsiteX5" fmla="*/ 0 w 376099"/>
              <a:gd name="connsiteY5" fmla="*/ 143161 h 382809"/>
              <a:gd name="connsiteX6" fmla="*/ 0 w 376099"/>
              <a:gd name="connsiteY6" fmla="*/ 287465 h 382809"/>
              <a:gd name="connsiteX7" fmla="*/ 5312 w 376099"/>
              <a:gd name="connsiteY7" fmla="*/ 295466 h 382809"/>
              <a:gd name="connsiteX8" fmla="*/ 7968 w 376099"/>
              <a:gd name="connsiteY8" fmla="*/ 295466 h 382809"/>
              <a:gd name="connsiteX9" fmla="*/ 14703 w 376099"/>
              <a:gd name="connsiteY9" fmla="*/ 292798 h 382809"/>
              <a:gd name="connsiteX10" fmla="*/ 64691 w 376099"/>
              <a:gd name="connsiteY10" fmla="*/ 229838 h 382809"/>
              <a:gd name="connsiteX11" fmla="*/ 175197 w 376099"/>
              <a:gd name="connsiteY11" fmla="*/ 288322 h 382809"/>
              <a:gd name="connsiteX12" fmla="*/ 293481 w 376099"/>
              <a:gd name="connsiteY12" fmla="*/ 222028 h 382809"/>
              <a:gd name="connsiteX13" fmla="*/ 293481 w 376099"/>
              <a:gd name="connsiteY13" fmla="*/ 212789 h 382809"/>
              <a:gd name="connsiteX14" fmla="*/ 16220 w 376099"/>
              <a:gd name="connsiteY14" fmla="*/ 264795 h 382809"/>
              <a:gd name="connsiteX15" fmla="*/ 16220 w 376099"/>
              <a:gd name="connsiteY15" fmla="*/ 167259 h 382809"/>
              <a:gd name="connsiteX16" fmla="*/ 55016 w 376099"/>
              <a:gd name="connsiteY16" fmla="*/ 216694 h 382809"/>
              <a:gd name="connsiteX17" fmla="*/ 16220 w 376099"/>
              <a:gd name="connsiteY17" fmla="*/ 264795 h 382809"/>
              <a:gd name="connsiteX18" fmla="*/ 175386 w 376099"/>
              <a:gd name="connsiteY18" fmla="*/ 272415 h 382809"/>
              <a:gd name="connsiteX19" fmla="*/ 74461 w 376099"/>
              <a:gd name="connsiteY19" fmla="*/ 216694 h 382809"/>
              <a:gd name="connsiteX20" fmla="*/ 176714 w 376099"/>
              <a:gd name="connsiteY20" fmla="*/ 160973 h 382809"/>
              <a:gd name="connsiteX21" fmla="*/ 277640 w 376099"/>
              <a:gd name="connsiteY21" fmla="*/ 216694 h 382809"/>
              <a:gd name="connsiteX22" fmla="*/ 175386 w 376099"/>
              <a:gd name="connsiteY22" fmla="*/ 272415 h 382809"/>
              <a:gd name="connsiteX23" fmla="*/ 376099 w 376099"/>
              <a:gd name="connsiteY23" fmla="*/ 255461 h 382809"/>
              <a:gd name="connsiteX24" fmla="*/ 352765 w 376099"/>
              <a:gd name="connsiteY24" fmla="*/ 224790 h 382809"/>
              <a:gd name="connsiteX25" fmla="*/ 351058 w 376099"/>
              <a:gd name="connsiteY25" fmla="*/ 0 h 382809"/>
              <a:gd name="connsiteX26" fmla="*/ 334932 w 376099"/>
              <a:gd name="connsiteY26" fmla="*/ 0 h 382809"/>
              <a:gd name="connsiteX27" fmla="*/ 336640 w 376099"/>
              <a:gd name="connsiteY27" fmla="*/ 224504 h 382809"/>
              <a:gd name="connsiteX28" fmla="*/ 312452 w 376099"/>
              <a:gd name="connsiteY28" fmla="*/ 255365 h 382809"/>
              <a:gd name="connsiteX29" fmla="*/ 336640 w 376099"/>
              <a:gd name="connsiteY29" fmla="*/ 286226 h 382809"/>
              <a:gd name="connsiteX30" fmla="*/ 335406 w 376099"/>
              <a:gd name="connsiteY30" fmla="*/ 350901 h 382809"/>
              <a:gd name="connsiteX31" fmla="*/ 319376 w 376099"/>
              <a:gd name="connsiteY31" fmla="*/ 366903 h 382809"/>
              <a:gd name="connsiteX32" fmla="*/ 303346 w 376099"/>
              <a:gd name="connsiteY32" fmla="*/ 350901 h 382809"/>
              <a:gd name="connsiteX33" fmla="*/ 303346 w 376099"/>
              <a:gd name="connsiteY33" fmla="*/ 334899 h 382809"/>
              <a:gd name="connsiteX34" fmla="*/ 295283 w 376099"/>
              <a:gd name="connsiteY34" fmla="*/ 326898 h 382809"/>
              <a:gd name="connsiteX35" fmla="*/ 287220 w 376099"/>
              <a:gd name="connsiteY35" fmla="*/ 334899 h 382809"/>
              <a:gd name="connsiteX36" fmla="*/ 287220 w 376099"/>
              <a:gd name="connsiteY36" fmla="*/ 350901 h 382809"/>
              <a:gd name="connsiteX37" fmla="*/ 319281 w 376099"/>
              <a:gd name="connsiteY37" fmla="*/ 382810 h 382809"/>
              <a:gd name="connsiteX38" fmla="*/ 351342 w 376099"/>
              <a:gd name="connsiteY38" fmla="*/ 350901 h 382809"/>
              <a:gd name="connsiteX39" fmla="*/ 352575 w 376099"/>
              <a:gd name="connsiteY39" fmla="*/ 286036 h 382809"/>
              <a:gd name="connsiteX40" fmla="*/ 376004 w 376099"/>
              <a:gd name="connsiteY40" fmla="*/ 255365 h 382809"/>
              <a:gd name="connsiteX41" fmla="*/ 345366 w 376099"/>
              <a:gd name="connsiteY41" fmla="*/ 271272 h 382809"/>
              <a:gd name="connsiteX42" fmla="*/ 344702 w 376099"/>
              <a:gd name="connsiteY42" fmla="*/ 271177 h 382809"/>
              <a:gd name="connsiteX43" fmla="*/ 343848 w 376099"/>
              <a:gd name="connsiteY43" fmla="*/ 271367 h 382809"/>
              <a:gd name="connsiteX44" fmla="*/ 328198 w 376099"/>
              <a:gd name="connsiteY44" fmla="*/ 255365 h 382809"/>
              <a:gd name="connsiteX45" fmla="*/ 344133 w 376099"/>
              <a:gd name="connsiteY45" fmla="*/ 239363 h 382809"/>
              <a:gd name="connsiteX46" fmla="*/ 360069 w 376099"/>
              <a:gd name="connsiteY46" fmla="*/ 255365 h 382809"/>
              <a:gd name="connsiteX47" fmla="*/ 345271 w 376099"/>
              <a:gd name="connsiteY47" fmla="*/ 271272 h 382809"/>
              <a:gd name="connsiteX48" fmla="*/ 223573 w 376099"/>
              <a:gd name="connsiteY48" fmla="*/ 207645 h 382809"/>
              <a:gd name="connsiteX49" fmla="*/ 207447 w 376099"/>
              <a:gd name="connsiteY49" fmla="*/ 223456 h 382809"/>
              <a:gd name="connsiteX50" fmla="*/ 191322 w 376099"/>
              <a:gd name="connsiteY50" fmla="*/ 207645 h 382809"/>
              <a:gd name="connsiteX51" fmla="*/ 207447 w 376099"/>
              <a:gd name="connsiteY51" fmla="*/ 191834 h 382809"/>
              <a:gd name="connsiteX52" fmla="*/ 223573 w 376099"/>
              <a:gd name="connsiteY52" fmla="*/ 207645 h 382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76099" h="382809">
                <a:moveTo>
                  <a:pt x="293576" y="212693"/>
                </a:moveTo>
                <a:cubicBezTo>
                  <a:pt x="292248" y="210026"/>
                  <a:pt x="240457" y="145066"/>
                  <a:pt x="176620" y="145066"/>
                </a:cubicBezTo>
                <a:cubicBezTo>
                  <a:pt x="124260" y="145066"/>
                  <a:pt x="80532" y="186309"/>
                  <a:pt x="64691" y="204406"/>
                </a:cubicBezTo>
                <a:cubicBezTo>
                  <a:pt x="57956" y="195548"/>
                  <a:pt x="44013" y="177356"/>
                  <a:pt x="14797" y="139160"/>
                </a:cubicBezTo>
                <a:cubicBezTo>
                  <a:pt x="13469" y="136493"/>
                  <a:pt x="9485" y="135160"/>
                  <a:pt x="6735" y="136493"/>
                </a:cubicBezTo>
                <a:cubicBezTo>
                  <a:pt x="2751" y="136493"/>
                  <a:pt x="0" y="140494"/>
                  <a:pt x="0" y="143161"/>
                </a:cubicBezTo>
                <a:lnTo>
                  <a:pt x="0" y="287465"/>
                </a:lnTo>
                <a:cubicBezTo>
                  <a:pt x="0" y="291465"/>
                  <a:pt x="2656" y="294132"/>
                  <a:pt x="5312" y="295466"/>
                </a:cubicBezTo>
                <a:lnTo>
                  <a:pt x="7968" y="295466"/>
                </a:lnTo>
                <a:cubicBezTo>
                  <a:pt x="10624" y="295466"/>
                  <a:pt x="13280" y="294132"/>
                  <a:pt x="14703" y="292798"/>
                </a:cubicBezTo>
                <a:cubicBezTo>
                  <a:pt x="14703" y="292798"/>
                  <a:pt x="14892" y="292608"/>
                  <a:pt x="64691" y="229838"/>
                </a:cubicBezTo>
                <a:cubicBezTo>
                  <a:pt x="80342" y="247460"/>
                  <a:pt x="123027" y="288322"/>
                  <a:pt x="175197" y="288322"/>
                </a:cubicBezTo>
                <a:cubicBezTo>
                  <a:pt x="240267" y="288322"/>
                  <a:pt x="292153" y="224695"/>
                  <a:pt x="293481" y="222028"/>
                </a:cubicBezTo>
                <a:cubicBezTo>
                  <a:pt x="296137" y="219361"/>
                  <a:pt x="296137" y="215360"/>
                  <a:pt x="293481" y="212789"/>
                </a:cubicBezTo>
                <a:close/>
                <a:moveTo>
                  <a:pt x="16220" y="264795"/>
                </a:moveTo>
                <a:lnTo>
                  <a:pt x="16220" y="167259"/>
                </a:lnTo>
                <a:lnTo>
                  <a:pt x="55016" y="216694"/>
                </a:lnTo>
                <a:lnTo>
                  <a:pt x="16220" y="264795"/>
                </a:lnTo>
                <a:close/>
                <a:moveTo>
                  <a:pt x="175386" y="272415"/>
                </a:moveTo>
                <a:cubicBezTo>
                  <a:pt x="127580" y="272415"/>
                  <a:pt x="87741" y="231267"/>
                  <a:pt x="74461" y="216694"/>
                </a:cubicBezTo>
                <a:cubicBezTo>
                  <a:pt x="87741" y="202121"/>
                  <a:pt x="128908" y="160973"/>
                  <a:pt x="176714" y="160973"/>
                </a:cubicBezTo>
                <a:cubicBezTo>
                  <a:pt x="224521" y="160973"/>
                  <a:pt x="264360" y="202121"/>
                  <a:pt x="277640" y="216694"/>
                </a:cubicBezTo>
                <a:cubicBezTo>
                  <a:pt x="264360" y="231267"/>
                  <a:pt x="223193" y="272415"/>
                  <a:pt x="175386" y="272415"/>
                </a:cubicBezTo>
                <a:close/>
                <a:moveTo>
                  <a:pt x="376099" y="255461"/>
                </a:moveTo>
                <a:cubicBezTo>
                  <a:pt x="376099" y="241078"/>
                  <a:pt x="365950" y="228695"/>
                  <a:pt x="352765" y="224790"/>
                </a:cubicBezTo>
                <a:lnTo>
                  <a:pt x="351058" y="0"/>
                </a:lnTo>
                <a:lnTo>
                  <a:pt x="334932" y="0"/>
                </a:lnTo>
                <a:lnTo>
                  <a:pt x="336640" y="224504"/>
                </a:lnTo>
                <a:cubicBezTo>
                  <a:pt x="322980" y="228124"/>
                  <a:pt x="312452" y="240697"/>
                  <a:pt x="312452" y="255365"/>
                </a:cubicBezTo>
                <a:cubicBezTo>
                  <a:pt x="312452" y="270034"/>
                  <a:pt x="322980" y="282702"/>
                  <a:pt x="336640" y="286226"/>
                </a:cubicBezTo>
                <a:cubicBezTo>
                  <a:pt x="336450" y="294418"/>
                  <a:pt x="336165" y="312230"/>
                  <a:pt x="335406" y="350901"/>
                </a:cubicBezTo>
                <a:cubicBezTo>
                  <a:pt x="335406" y="360236"/>
                  <a:pt x="328767" y="366903"/>
                  <a:pt x="319376" y="366903"/>
                </a:cubicBezTo>
                <a:cubicBezTo>
                  <a:pt x="311313" y="366903"/>
                  <a:pt x="303346" y="360236"/>
                  <a:pt x="303346" y="350901"/>
                </a:cubicBezTo>
                <a:lnTo>
                  <a:pt x="303346" y="334899"/>
                </a:lnTo>
                <a:cubicBezTo>
                  <a:pt x="303346" y="330898"/>
                  <a:pt x="300690" y="326898"/>
                  <a:pt x="295283" y="326898"/>
                </a:cubicBezTo>
                <a:cubicBezTo>
                  <a:pt x="291299" y="326898"/>
                  <a:pt x="287220" y="330898"/>
                  <a:pt x="287220" y="334899"/>
                </a:cubicBezTo>
                <a:lnTo>
                  <a:pt x="287220" y="350901"/>
                </a:lnTo>
                <a:cubicBezTo>
                  <a:pt x="287220" y="368237"/>
                  <a:pt x="301923" y="382810"/>
                  <a:pt x="319281" y="382810"/>
                </a:cubicBezTo>
                <a:cubicBezTo>
                  <a:pt x="337968" y="382810"/>
                  <a:pt x="351342" y="368141"/>
                  <a:pt x="351342" y="350901"/>
                </a:cubicBezTo>
                <a:cubicBezTo>
                  <a:pt x="351342" y="350901"/>
                  <a:pt x="351342" y="350711"/>
                  <a:pt x="352575" y="286036"/>
                </a:cubicBezTo>
                <a:cubicBezTo>
                  <a:pt x="365855" y="282226"/>
                  <a:pt x="376004" y="269748"/>
                  <a:pt x="376004" y="255365"/>
                </a:cubicBezTo>
                <a:close/>
                <a:moveTo>
                  <a:pt x="345366" y="271272"/>
                </a:moveTo>
                <a:cubicBezTo>
                  <a:pt x="345366" y="271272"/>
                  <a:pt x="344987" y="271177"/>
                  <a:pt x="344702" y="271177"/>
                </a:cubicBezTo>
                <a:cubicBezTo>
                  <a:pt x="344418" y="271177"/>
                  <a:pt x="344133" y="271367"/>
                  <a:pt x="343848" y="271367"/>
                </a:cubicBezTo>
                <a:cubicBezTo>
                  <a:pt x="335976" y="271177"/>
                  <a:pt x="328198" y="264605"/>
                  <a:pt x="328198" y="255365"/>
                </a:cubicBezTo>
                <a:cubicBezTo>
                  <a:pt x="328198" y="247364"/>
                  <a:pt x="336165" y="239363"/>
                  <a:pt x="344133" y="239363"/>
                </a:cubicBezTo>
                <a:cubicBezTo>
                  <a:pt x="353429" y="239363"/>
                  <a:pt x="360069" y="247364"/>
                  <a:pt x="360069" y="255365"/>
                </a:cubicBezTo>
                <a:cubicBezTo>
                  <a:pt x="360069" y="264319"/>
                  <a:pt x="353903" y="270700"/>
                  <a:pt x="345271" y="271272"/>
                </a:cubicBezTo>
                <a:close/>
                <a:moveTo>
                  <a:pt x="223573" y="207645"/>
                </a:moveTo>
                <a:cubicBezTo>
                  <a:pt x="223573" y="216313"/>
                  <a:pt x="216364" y="223456"/>
                  <a:pt x="207447" y="223456"/>
                </a:cubicBezTo>
                <a:cubicBezTo>
                  <a:pt x="198531" y="223456"/>
                  <a:pt x="191322" y="216408"/>
                  <a:pt x="191322" y="207645"/>
                </a:cubicBezTo>
                <a:cubicBezTo>
                  <a:pt x="191322" y="198882"/>
                  <a:pt x="198531" y="191834"/>
                  <a:pt x="207447" y="191834"/>
                </a:cubicBezTo>
                <a:cubicBezTo>
                  <a:pt x="216364" y="191834"/>
                  <a:pt x="223573" y="198882"/>
                  <a:pt x="223573" y="207645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4" name="Graphic 240">
            <a:extLst>
              <a:ext uri="{FF2B5EF4-FFF2-40B4-BE49-F238E27FC236}">
                <a16:creationId xmlns:a16="http://schemas.microsoft.com/office/drawing/2014/main" id="{FE311150-F32A-4598-5FE8-2AC912B6FC73}"/>
              </a:ext>
            </a:extLst>
          </p:cNvPr>
          <p:cNvSpPr/>
          <p:nvPr/>
        </p:nvSpPr>
        <p:spPr>
          <a:xfrm>
            <a:off x="10376037" y="5498001"/>
            <a:ext cx="503555" cy="512539"/>
          </a:xfrm>
          <a:custGeom>
            <a:avLst/>
            <a:gdLst>
              <a:gd name="connsiteX0" fmla="*/ 293576 w 376099"/>
              <a:gd name="connsiteY0" fmla="*/ 212693 h 382809"/>
              <a:gd name="connsiteX1" fmla="*/ 176620 w 376099"/>
              <a:gd name="connsiteY1" fmla="*/ 145066 h 382809"/>
              <a:gd name="connsiteX2" fmla="*/ 64691 w 376099"/>
              <a:gd name="connsiteY2" fmla="*/ 204406 h 382809"/>
              <a:gd name="connsiteX3" fmla="*/ 14797 w 376099"/>
              <a:gd name="connsiteY3" fmla="*/ 139160 h 382809"/>
              <a:gd name="connsiteX4" fmla="*/ 6735 w 376099"/>
              <a:gd name="connsiteY4" fmla="*/ 136493 h 382809"/>
              <a:gd name="connsiteX5" fmla="*/ 0 w 376099"/>
              <a:gd name="connsiteY5" fmla="*/ 143161 h 382809"/>
              <a:gd name="connsiteX6" fmla="*/ 0 w 376099"/>
              <a:gd name="connsiteY6" fmla="*/ 287465 h 382809"/>
              <a:gd name="connsiteX7" fmla="*/ 5312 w 376099"/>
              <a:gd name="connsiteY7" fmla="*/ 295466 h 382809"/>
              <a:gd name="connsiteX8" fmla="*/ 7968 w 376099"/>
              <a:gd name="connsiteY8" fmla="*/ 295466 h 382809"/>
              <a:gd name="connsiteX9" fmla="*/ 14703 w 376099"/>
              <a:gd name="connsiteY9" fmla="*/ 292798 h 382809"/>
              <a:gd name="connsiteX10" fmla="*/ 64691 w 376099"/>
              <a:gd name="connsiteY10" fmla="*/ 229838 h 382809"/>
              <a:gd name="connsiteX11" fmla="*/ 175197 w 376099"/>
              <a:gd name="connsiteY11" fmla="*/ 288322 h 382809"/>
              <a:gd name="connsiteX12" fmla="*/ 293481 w 376099"/>
              <a:gd name="connsiteY12" fmla="*/ 222028 h 382809"/>
              <a:gd name="connsiteX13" fmla="*/ 293481 w 376099"/>
              <a:gd name="connsiteY13" fmla="*/ 212789 h 382809"/>
              <a:gd name="connsiteX14" fmla="*/ 16220 w 376099"/>
              <a:gd name="connsiteY14" fmla="*/ 264795 h 382809"/>
              <a:gd name="connsiteX15" fmla="*/ 16220 w 376099"/>
              <a:gd name="connsiteY15" fmla="*/ 167259 h 382809"/>
              <a:gd name="connsiteX16" fmla="*/ 55016 w 376099"/>
              <a:gd name="connsiteY16" fmla="*/ 216694 h 382809"/>
              <a:gd name="connsiteX17" fmla="*/ 16220 w 376099"/>
              <a:gd name="connsiteY17" fmla="*/ 264795 h 382809"/>
              <a:gd name="connsiteX18" fmla="*/ 175386 w 376099"/>
              <a:gd name="connsiteY18" fmla="*/ 272415 h 382809"/>
              <a:gd name="connsiteX19" fmla="*/ 74461 w 376099"/>
              <a:gd name="connsiteY19" fmla="*/ 216694 h 382809"/>
              <a:gd name="connsiteX20" fmla="*/ 176714 w 376099"/>
              <a:gd name="connsiteY20" fmla="*/ 160973 h 382809"/>
              <a:gd name="connsiteX21" fmla="*/ 277640 w 376099"/>
              <a:gd name="connsiteY21" fmla="*/ 216694 h 382809"/>
              <a:gd name="connsiteX22" fmla="*/ 175386 w 376099"/>
              <a:gd name="connsiteY22" fmla="*/ 272415 h 382809"/>
              <a:gd name="connsiteX23" fmla="*/ 376099 w 376099"/>
              <a:gd name="connsiteY23" fmla="*/ 255461 h 382809"/>
              <a:gd name="connsiteX24" fmla="*/ 352765 w 376099"/>
              <a:gd name="connsiteY24" fmla="*/ 224790 h 382809"/>
              <a:gd name="connsiteX25" fmla="*/ 351058 w 376099"/>
              <a:gd name="connsiteY25" fmla="*/ 0 h 382809"/>
              <a:gd name="connsiteX26" fmla="*/ 334932 w 376099"/>
              <a:gd name="connsiteY26" fmla="*/ 0 h 382809"/>
              <a:gd name="connsiteX27" fmla="*/ 336640 w 376099"/>
              <a:gd name="connsiteY27" fmla="*/ 224504 h 382809"/>
              <a:gd name="connsiteX28" fmla="*/ 312452 w 376099"/>
              <a:gd name="connsiteY28" fmla="*/ 255365 h 382809"/>
              <a:gd name="connsiteX29" fmla="*/ 336640 w 376099"/>
              <a:gd name="connsiteY29" fmla="*/ 286226 h 382809"/>
              <a:gd name="connsiteX30" fmla="*/ 335406 w 376099"/>
              <a:gd name="connsiteY30" fmla="*/ 350901 h 382809"/>
              <a:gd name="connsiteX31" fmla="*/ 319376 w 376099"/>
              <a:gd name="connsiteY31" fmla="*/ 366903 h 382809"/>
              <a:gd name="connsiteX32" fmla="*/ 303346 w 376099"/>
              <a:gd name="connsiteY32" fmla="*/ 350901 h 382809"/>
              <a:gd name="connsiteX33" fmla="*/ 303346 w 376099"/>
              <a:gd name="connsiteY33" fmla="*/ 334899 h 382809"/>
              <a:gd name="connsiteX34" fmla="*/ 295283 w 376099"/>
              <a:gd name="connsiteY34" fmla="*/ 326898 h 382809"/>
              <a:gd name="connsiteX35" fmla="*/ 287220 w 376099"/>
              <a:gd name="connsiteY35" fmla="*/ 334899 h 382809"/>
              <a:gd name="connsiteX36" fmla="*/ 287220 w 376099"/>
              <a:gd name="connsiteY36" fmla="*/ 350901 h 382809"/>
              <a:gd name="connsiteX37" fmla="*/ 319281 w 376099"/>
              <a:gd name="connsiteY37" fmla="*/ 382810 h 382809"/>
              <a:gd name="connsiteX38" fmla="*/ 351342 w 376099"/>
              <a:gd name="connsiteY38" fmla="*/ 350901 h 382809"/>
              <a:gd name="connsiteX39" fmla="*/ 352575 w 376099"/>
              <a:gd name="connsiteY39" fmla="*/ 286036 h 382809"/>
              <a:gd name="connsiteX40" fmla="*/ 376004 w 376099"/>
              <a:gd name="connsiteY40" fmla="*/ 255365 h 382809"/>
              <a:gd name="connsiteX41" fmla="*/ 345366 w 376099"/>
              <a:gd name="connsiteY41" fmla="*/ 271272 h 382809"/>
              <a:gd name="connsiteX42" fmla="*/ 344702 w 376099"/>
              <a:gd name="connsiteY42" fmla="*/ 271177 h 382809"/>
              <a:gd name="connsiteX43" fmla="*/ 343848 w 376099"/>
              <a:gd name="connsiteY43" fmla="*/ 271367 h 382809"/>
              <a:gd name="connsiteX44" fmla="*/ 328198 w 376099"/>
              <a:gd name="connsiteY44" fmla="*/ 255365 h 382809"/>
              <a:gd name="connsiteX45" fmla="*/ 344133 w 376099"/>
              <a:gd name="connsiteY45" fmla="*/ 239363 h 382809"/>
              <a:gd name="connsiteX46" fmla="*/ 360069 w 376099"/>
              <a:gd name="connsiteY46" fmla="*/ 255365 h 382809"/>
              <a:gd name="connsiteX47" fmla="*/ 345271 w 376099"/>
              <a:gd name="connsiteY47" fmla="*/ 271272 h 382809"/>
              <a:gd name="connsiteX48" fmla="*/ 223573 w 376099"/>
              <a:gd name="connsiteY48" fmla="*/ 207645 h 382809"/>
              <a:gd name="connsiteX49" fmla="*/ 207447 w 376099"/>
              <a:gd name="connsiteY49" fmla="*/ 223456 h 382809"/>
              <a:gd name="connsiteX50" fmla="*/ 191322 w 376099"/>
              <a:gd name="connsiteY50" fmla="*/ 207645 h 382809"/>
              <a:gd name="connsiteX51" fmla="*/ 207447 w 376099"/>
              <a:gd name="connsiteY51" fmla="*/ 191834 h 382809"/>
              <a:gd name="connsiteX52" fmla="*/ 223573 w 376099"/>
              <a:gd name="connsiteY52" fmla="*/ 207645 h 382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76099" h="382809">
                <a:moveTo>
                  <a:pt x="293576" y="212693"/>
                </a:moveTo>
                <a:cubicBezTo>
                  <a:pt x="292248" y="210026"/>
                  <a:pt x="240457" y="145066"/>
                  <a:pt x="176620" y="145066"/>
                </a:cubicBezTo>
                <a:cubicBezTo>
                  <a:pt x="124260" y="145066"/>
                  <a:pt x="80532" y="186309"/>
                  <a:pt x="64691" y="204406"/>
                </a:cubicBezTo>
                <a:cubicBezTo>
                  <a:pt x="57956" y="195548"/>
                  <a:pt x="44013" y="177356"/>
                  <a:pt x="14797" y="139160"/>
                </a:cubicBezTo>
                <a:cubicBezTo>
                  <a:pt x="13469" y="136493"/>
                  <a:pt x="9485" y="135160"/>
                  <a:pt x="6735" y="136493"/>
                </a:cubicBezTo>
                <a:cubicBezTo>
                  <a:pt x="2751" y="136493"/>
                  <a:pt x="0" y="140494"/>
                  <a:pt x="0" y="143161"/>
                </a:cubicBezTo>
                <a:lnTo>
                  <a:pt x="0" y="287465"/>
                </a:lnTo>
                <a:cubicBezTo>
                  <a:pt x="0" y="291465"/>
                  <a:pt x="2656" y="294132"/>
                  <a:pt x="5312" y="295466"/>
                </a:cubicBezTo>
                <a:lnTo>
                  <a:pt x="7968" y="295466"/>
                </a:lnTo>
                <a:cubicBezTo>
                  <a:pt x="10624" y="295466"/>
                  <a:pt x="13280" y="294132"/>
                  <a:pt x="14703" y="292798"/>
                </a:cubicBezTo>
                <a:cubicBezTo>
                  <a:pt x="14703" y="292798"/>
                  <a:pt x="14892" y="292608"/>
                  <a:pt x="64691" y="229838"/>
                </a:cubicBezTo>
                <a:cubicBezTo>
                  <a:pt x="80342" y="247460"/>
                  <a:pt x="123027" y="288322"/>
                  <a:pt x="175197" y="288322"/>
                </a:cubicBezTo>
                <a:cubicBezTo>
                  <a:pt x="240267" y="288322"/>
                  <a:pt x="292153" y="224695"/>
                  <a:pt x="293481" y="222028"/>
                </a:cubicBezTo>
                <a:cubicBezTo>
                  <a:pt x="296137" y="219361"/>
                  <a:pt x="296137" y="215360"/>
                  <a:pt x="293481" y="212789"/>
                </a:cubicBezTo>
                <a:close/>
                <a:moveTo>
                  <a:pt x="16220" y="264795"/>
                </a:moveTo>
                <a:lnTo>
                  <a:pt x="16220" y="167259"/>
                </a:lnTo>
                <a:lnTo>
                  <a:pt x="55016" y="216694"/>
                </a:lnTo>
                <a:lnTo>
                  <a:pt x="16220" y="264795"/>
                </a:lnTo>
                <a:close/>
                <a:moveTo>
                  <a:pt x="175386" y="272415"/>
                </a:moveTo>
                <a:cubicBezTo>
                  <a:pt x="127580" y="272415"/>
                  <a:pt x="87741" y="231267"/>
                  <a:pt x="74461" y="216694"/>
                </a:cubicBezTo>
                <a:cubicBezTo>
                  <a:pt x="87741" y="202121"/>
                  <a:pt x="128908" y="160973"/>
                  <a:pt x="176714" y="160973"/>
                </a:cubicBezTo>
                <a:cubicBezTo>
                  <a:pt x="224521" y="160973"/>
                  <a:pt x="264360" y="202121"/>
                  <a:pt x="277640" y="216694"/>
                </a:cubicBezTo>
                <a:cubicBezTo>
                  <a:pt x="264360" y="231267"/>
                  <a:pt x="223193" y="272415"/>
                  <a:pt x="175386" y="272415"/>
                </a:cubicBezTo>
                <a:close/>
                <a:moveTo>
                  <a:pt x="376099" y="255461"/>
                </a:moveTo>
                <a:cubicBezTo>
                  <a:pt x="376099" y="241078"/>
                  <a:pt x="365950" y="228695"/>
                  <a:pt x="352765" y="224790"/>
                </a:cubicBezTo>
                <a:lnTo>
                  <a:pt x="351058" y="0"/>
                </a:lnTo>
                <a:lnTo>
                  <a:pt x="334932" y="0"/>
                </a:lnTo>
                <a:lnTo>
                  <a:pt x="336640" y="224504"/>
                </a:lnTo>
                <a:cubicBezTo>
                  <a:pt x="322980" y="228124"/>
                  <a:pt x="312452" y="240697"/>
                  <a:pt x="312452" y="255365"/>
                </a:cubicBezTo>
                <a:cubicBezTo>
                  <a:pt x="312452" y="270034"/>
                  <a:pt x="322980" y="282702"/>
                  <a:pt x="336640" y="286226"/>
                </a:cubicBezTo>
                <a:cubicBezTo>
                  <a:pt x="336450" y="294418"/>
                  <a:pt x="336165" y="312230"/>
                  <a:pt x="335406" y="350901"/>
                </a:cubicBezTo>
                <a:cubicBezTo>
                  <a:pt x="335406" y="360236"/>
                  <a:pt x="328767" y="366903"/>
                  <a:pt x="319376" y="366903"/>
                </a:cubicBezTo>
                <a:cubicBezTo>
                  <a:pt x="311313" y="366903"/>
                  <a:pt x="303346" y="360236"/>
                  <a:pt x="303346" y="350901"/>
                </a:cubicBezTo>
                <a:lnTo>
                  <a:pt x="303346" y="334899"/>
                </a:lnTo>
                <a:cubicBezTo>
                  <a:pt x="303346" y="330898"/>
                  <a:pt x="300690" y="326898"/>
                  <a:pt x="295283" y="326898"/>
                </a:cubicBezTo>
                <a:cubicBezTo>
                  <a:pt x="291299" y="326898"/>
                  <a:pt x="287220" y="330898"/>
                  <a:pt x="287220" y="334899"/>
                </a:cubicBezTo>
                <a:lnTo>
                  <a:pt x="287220" y="350901"/>
                </a:lnTo>
                <a:cubicBezTo>
                  <a:pt x="287220" y="368237"/>
                  <a:pt x="301923" y="382810"/>
                  <a:pt x="319281" y="382810"/>
                </a:cubicBezTo>
                <a:cubicBezTo>
                  <a:pt x="337968" y="382810"/>
                  <a:pt x="351342" y="368141"/>
                  <a:pt x="351342" y="350901"/>
                </a:cubicBezTo>
                <a:cubicBezTo>
                  <a:pt x="351342" y="350901"/>
                  <a:pt x="351342" y="350711"/>
                  <a:pt x="352575" y="286036"/>
                </a:cubicBezTo>
                <a:cubicBezTo>
                  <a:pt x="365855" y="282226"/>
                  <a:pt x="376004" y="269748"/>
                  <a:pt x="376004" y="255365"/>
                </a:cubicBezTo>
                <a:close/>
                <a:moveTo>
                  <a:pt x="345366" y="271272"/>
                </a:moveTo>
                <a:cubicBezTo>
                  <a:pt x="345366" y="271272"/>
                  <a:pt x="344987" y="271177"/>
                  <a:pt x="344702" y="271177"/>
                </a:cubicBezTo>
                <a:cubicBezTo>
                  <a:pt x="344418" y="271177"/>
                  <a:pt x="344133" y="271367"/>
                  <a:pt x="343848" y="271367"/>
                </a:cubicBezTo>
                <a:cubicBezTo>
                  <a:pt x="335976" y="271177"/>
                  <a:pt x="328198" y="264605"/>
                  <a:pt x="328198" y="255365"/>
                </a:cubicBezTo>
                <a:cubicBezTo>
                  <a:pt x="328198" y="247364"/>
                  <a:pt x="336165" y="239363"/>
                  <a:pt x="344133" y="239363"/>
                </a:cubicBezTo>
                <a:cubicBezTo>
                  <a:pt x="353429" y="239363"/>
                  <a:pt x="360069" y="247364"/>
                  <a:pt x="360069" y="255365"/>
                </a:cubicBezTo>
                <a:cubicBezTo>
                  <a:pt x="360069" y="264319"/>
                  <a:pt x="353903" y="270700"/>
                  <a:pt x="345271" y="271272"/>
                </a:cubicBezTo>
                <a:close/>
                <a:moveTo>
                  <a:pt x="223573" y="207645"/>
                </a:moveTo>
                <a:cubicBezTo>
                  <a:pt x="223573" y="216313"/>
                  <a:pt x="216364" y="223456"/>
                  <a:pt x="207447" y="223456"/>
                </a:cubicBezTo>
                <a:cubicBezTo>
                  <a:pt x="198531" y="223456"/>
                  <a:pt x="191322" y="216408"/>
                  <a:pt x="191322" y="207645"/>
                </a:cubicBezTo>
                <a:cubicBezTo>
                  <a:pt x="191322" y="198882"/>
                  <a:pt x="198531" y="191834"/>
                  <a:pt x="207447" y="191834"/>
                </a:cubicBezTo>
                <a:cubicBezTo>
                  <a:pt x="216364" y="191834"/>
                  <a:pt x="223573" y="198882"/>
                  <a:pt x="223573" y="207645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45" name="Graphic 240">
            <a:extLst>
              <a:ext uri="{FF2B5EF4-FFF2-40B4-BE49-F238E27FC236}">
                <a16:creationId xmlns:a16="http://schemas.microsoft.com/office/drawing/2014/main" id="{6A82D107-56FB-002C-B37C-504EF68DDF7B}"/>
              </a:ext>
            </a:extLst>
          </p:cNvPr>
          <p:cNvSpPr/>
          <p:nvPr/>
        </p:nvSpPr>
        <p:spPr>
          <a:xfrm>
            <a:off x="11145294" y="5498001"/>
            <a:ext cx="503555" cy="512539"/>
          </a:xfrm>
          <a:custGeom>
            <a:avLst/>
            <a:gdLst>
              <a:gd name="connsiteX0" fmla="*/ 293576 w 376099"/>
              <a:gd name="connsiteY0" fmla="*/ 212693 h 382809"/>
              <a:gd name="connsiteX1" fmla="*/ 176620 w 376099"/>
              <a:gd name="connsiteY1" fmla="*/ 145066 h 382809"/>
              <a:gd name="connsiteX2" fmla="*/ 64691 w 376099"/>
              <a:gd name="connsiteY2" fmla="*/ 204406 h 382809"/>
              <a:gd name="connsiteX3" fmla="*/ 14797 w 376099"/>
              <a:gd name="connsiteY3" fmla="*/ 139160 h 382809"/>
              <a:gd name="connsiteX4" fmla="*/ 6735 w 376099"/>
              <a:gd name="connsiteY4" fmla="*/ 136493 h 382809"/>
              <a:gd name="connsiteX5" fmla="*/ 0 w 376099"/>
              <a:gd name="connsiteY5" fmla="*/ 143161 h 382809"/>
              <a:gd name="connsiteX6" fmla="*/ 0 w 376099"/>
              <a:gd name="connsiteY6" fmla="*/ 287465 h 382809"/>
              <a:gd name="connsiteX7" fmla="*/ 5312 w 376099"/>
              <a:gd name="connsiteY7" fmla="*/ 295466 h 382809"/>
              <a:gd name="connsiteX8" fmla="*/ 7968 w 376099"/>
              <a:gd name="connsiteY8" fmla="*/ 295466 h 382809"/>
              <a:gd name="connsiteX9" fmla="*/ 14703 w 376099"/>
              <a:gd name="connsiteY9" fmla="*/ 292798 h 382809"/>
              <a:gd name="connsiteX10" fmla="*/ 64691 w 376099"/>
              <a:gd name="connsiteY10" fmla="*/ 229838 h 382809"/>
              <a:gd name="connsiteX11" fmla="*/ 175197 w 376099"/>
              <a:gd name="connsiteY11" fmla="*/ 288322 h 382809"/>
              <a:gd name="connsiteX12" fmla="*/ 293481 w 376099"/>
              <a:gd name="connsiteY12" fmla="*/ 222028 h 382809"/>
              <a:gd name="connsiteX13" fmla="*/ 293481 w 376099"/>
              <a:gd name="connsiteY13" fmla="*/ 212789 h 382809"/>
              <a:gd name="connsiteX14" fmla="*/ 16220 w 376099"/>
              <a:gd name="connsiteY14" fmla="*/ 264795 h 382809"/>
              <a:gd name="connsiteX15" fmla="*/ 16220 w 376099"/>
              <a:gd name="connsiteY15" fmla="*/ 167259 h 382809"/>
              <a:gd name="connsiteX16" fmla="*/ 55016 w 376099"/>
              <a:gd name="connsiteY16" fmla="*/ 216694 h 382809"/>
              <a:gd name="connsiteX17" fmla="*/ 16220 w 376099"/>
              <a:gd name="connsiteY17" fmla="*/ 264795 h 382809"/>
              <a:gd name="connsiteX18" fmla="*/ 175386 w 376099"/>
              <a:gd name="connsiteY18" fmla="*/ 272415 h 382809"/>
              <a:gd name="connsiteX19" fmla="*/ 74461 w 376099"/>
              <a:gd name="connsiteY19" fmla="*/ 216694 h 382809"/>
              <a:gd name="connsiteX20" fmla="*/ 176714 w 376099"/>
              <a:gd name="connsiteY20" fmla="*/ 160973 h 382809"/>
              <a:gd name="connsiteX21" fmla="*/ 277640 w 376099"/>
              <a:gd name="connsiteY21" fmla="*/ 216694 h 382809"/>
              <a:gd name="connsiteX22" fmla="*/ 175386 w 376099"/>
              <a:gd name="connsiteY22" fmla="*/ 272415 h 382809"/>
              <a:gd name="connsiteX23" fmla="*/ 376099 w 376099"/>
              <a:gd name="connsiteY23" fmla="*/ 255461 h 382809"/>
              <a:gd name="connsiteX24" fmla="*/ 352765 w 376099"/>
              <a:gd name="connsiteY24" fmla="*/ 224790 h 382809"/>
              <a:gd name="connsiteX25" fmla="*/ 351058 w 376099"/>
              <a:gd name="connsiteY25" fmla="*/ 0 h 382809"/>
              <a:gd name="connsiteX26" fmla="*/ 334932 w 376099"/>
              <a:gd name="connsiteY26" fmla="*/ 0 h 382809"/>
              <a:gd name="connsiteX27" fmla="*/ 336640 w 376099"/>
              <a:gd name="connsiteY27" fmla="*/ 224504 h 382809"/>
              <a:gd name="connsiteX28" fmla="*/ 312452 w 376099"/>
              <a:gd name="connsiteY28" fmla="*/ 255365 h 382809"/>
              <a:gd name="connsiteX29" fmla="*/ 336640 w 376099"/>
              <a:gd name="connsiteY29" fmla="*/ 286226 h 382809"/>
              <a:gd name="connsiteX30" fmla="*/ 335406 w 376099"/>
              <a:gd name="connsiteY30" fmla="*/ 350901 h 382809"/>
              <a:gd name="connsiteX31" fmla="*/ 319376 w 376099"/>
              <a:gd name="connsiteY31" fmla="*/ 366903 h 382809"/>
              <a:gd name="connsiteX32" fmla="*/ 303346 w 376099"/>
              <a:gd name="connsiteY32" fmla="*/ 350901 h 382809"/>
              <a:gd name="connsiteX33" fmla="*/ 303346 w 376099"/>
              <a:gd name="connsiteY33" fmla="*/ 334899 h 382809"/>
              <a:gd name="connsiteX34" fmla="*/ 295283 w 376099"/>
              <a:gd name="connsiteY34" fmla="*/ 326898 h 382809"/>
              <a:gd name="connsiteX35" fmla="*/ 287220 w 376099"/>
              <a:gd name="connsiteY35" fmla="*/ 334899 h 382809"/>
              <a:gd name="connsiteX36" fmla="*/ 287220 w 376099"/>
              <a:gd name="connsiteY36" fmla="*/ 350901 h 382809"/>
              <a:gd name="connsiteX37" fmla="*/ 319281 w 376099"/>
              <a:gd name="connsiteY37" fmla="*/ 382810 h 382809"/>
              <a:gd name="connsiteX38" fmla="*/ 351342 w 376099"/>
              <a:gd name="connsiteY38" fmla="*/ 350901 h 382809"/>
              <a:gd name="connsiteX39" fmla="*/ 352575 w 376099"/>
              <a:gd name="connsiteY39" fmla="*/ 286036 h 382809"/>
              <a:gd name="connsiteX40" fmla="*/ 376004 w 376099"/>
              <a:gd name="connsiteY40" fmla="*/ 255365 h 382809"/>
              <a:gd name="connsiteX41" fmla="*/ 345366 w 376099"/>
              <a:gd name="connsiteY41" fmla="*/ 271272 h 382809"/>
              <a:gd name="connsiteX42" fmla="*/ 344702 w 376099"/>
              <a:gd name="connsiteY42" fmla="*/ 271177 h 382809"/>
              <a:gd name="connsiteX43" fmla="*/ 343848 w 376099"/>
              <a:gd name="connsiteY43" fmla="*/ 271367 h 382809"/>
              <a:gd name="connsiteX44" fmla="*/ 328198 w 376099"/>
              <a:gd name="connsiteY44" fmla="*/ 255365 h 382809"/>
              <a:gd name="connsiteX45" fmla="*/ 344133 w 376099"/>
              <a:gd name="connsiteY45" fmla="*/ 239363 h 382809"/>
              <a:gd name="connsiteX46" fmla="*/ 360069 w 376099"/>
              <a:gd name="connsiteY46" fmla="*/ 255365 h 382809"/>
              <a:gd name="connsiteX47" fmla="*/ 345271 w 376099"/>
              <a:gd name="connsiteY47" fmla="*/ 271272 h 382809"/>
              <a:gd name="connsiteX48" fmla="*/ 223573 w 376099"/>
              <a:gd name="connsiteY48" fmla="*/ 207645 h 382809"/>
              <a:gd name="connsiteX49" fmla="*/ 207447 w 376099"/>
              <a:gd name="connsiteY49" fmla="*/ 223456 h 382809"/>
              <a:gd name="connsiteX50" fmla="*/ 191322 w 376099"/>
              <a:gd name="connsiteY50" fmla="*/ 207645 h 382809"/>
              <a:gd name="connsiteX51" fmla="*/ 207447 w 376099"/>
              <a:gd name="connsiteY51" fmla="*/ 191834 h 382809"/>
              <a:gd name="connsiteX52" fmla="*/ 223573 w 376099"/>
              <a:gd name="connsiteY52" fmla="*/ 207645 h 382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76099" h="382809">
                <a:moveTo>
                  <a:pt x="293576" y="212693"/>
                </a:moveTo>
                <a:cubicBezTo>
                  <a:pt x="292248" y="210026"/>
                  <a:pt x="240457" y="145066"/>
                  <a:pt x="176620" y="145066"/>
                </a:cubicBezTo>
                <a:cubicBezTo>
                  <a:pt x="124260" y="145066"/>
                  <a:pt x="80532" y="186309"/>
                  <a:pt x="64691" y="204406"/>
                </a:cubicBezTo>
                <a:cubicBezTo>
                  <a:pt x="57956" y="195548"/>
                  <a:pt x="44013" y="177356"/>
                  <a:pt x="14797" y="139160"/>
                </a:cubicBezTo>
                <a:cubicBezTo>
                  <a:pt x="13469" y="136493"/>
                  <a:pt x="9485" y="135160"/>
                  <a:pt x="6735" y="136493"/>
                </a:cubicBezTo>
                <a:cubicBezTo>
                  <a:pt x="2751" y="136493"/>
                  <a:pt x="0" y="140494"/>
                  <a:pt x="0" y="143161"/>
                </a:cubicBezTo>
                <a:lnTo>
                  <a:pt x="0" y="287465"/>
                </a:lnTo>
                <a:cubicBezTo>
                  <a:pt x="0" y="291465"/>
                  <a:pt x="2656" y="294132"/>
                  <a:pt x="5312" y="295466"/>
                </a:cubicBezTo>
                <a:lnTo>
                  <a:pt x="7968" y="295466"/>
                </a:lnTo>
                <a:cubicBezTo>
                  <a:pt x="10624" y="295466"/>
                  <a:pt x="13280" y="294132"/>
                  <a:pt x="14703" y="292798"/>
                </a:cubicBezTo>
                <a:cubicBezTo>
                  <a:pt x="14703" y="292798"/>
                  <a:pt x="14892" y="292608"/>
                  <a:pt x="64691" y="229838"/>
                </a:cubicBezTo>
                <a:cubicBezTo>
                  <a:pt x="80342" y="247460"/>
                  <a:pt x="123027" y="288322"/>
                  <a:pt x="175197" y="288322"/>
                </a:cubicBezTo>
                <a:cubicBezTo>
                  <a:pt x="240267" y="288322"/>
                  <a:pt x="292153" y="224695"/>
                  <a:pt x="293481" y="222028"/>
                </a:cubicBezTo>
                <a:cubicBezTo>
                  <a:pt x="296137" y="219361"/>
                  <a:pt x="296137" y="215360"/>
                  <a:pt x="293481" y="212789"/>
                </a:cubicBezTo>
                <a:close/>
                <a:moveTo>
                  <a:pt x="16220" y="264795"/>
                </a:moveTo>
                <a:lnTo>
                  <a:pt x="16220" y="167259"/>
                </a:lnTo>
                <a:lnTo>
                  <a:pt x="55016" y="216694"/>
                </a:lnTo>
                <a:lnTo>
                  <a:pt x="16220" y="264795"/>
                </a:lnTo>
                <a:close/>
                <a:moveTo>
                  <a:pt x="175386" y="272415"/>
                </a:moveTo>
                <a:cubicBezTo>
                  <a:pt x="127580" y="272415"/>
                  <a:pt x="87741" y="231267"/>
                  <a:pt x="74461" y="216694"/>
                </a:cubicBezTo>
                <a:cubicBezTo>
                  <a:pt x="87741" y="202121"/>
                  <a:pt x="128908" y="160973"/>
                  <a:pt x="176714" y="160973"/>
                </a:cubicBezTo>
                <a:cubicBezTo>
                  <a:pt x="224521" y="160973"/>
                  <a:pt x="264360" y="202121"/>
                  <a:pt x="277640" y="216694"/>
                </a:cubicBezTo>
                <a:cubicBezTo>
                  <a:pt x="264360" y="231267"/>
                  <a:pt x="223193" y="272415"/>
                  <a:pt x="175386" y="272415"/>
                </a:cubicBezTo>
                <a:close/>
                <a:moveTo>
                  <a:pt x="376099" y="255461"/>
                </a:moveTo>
                <a:cubicBezTo>
                  <a:pt x="376099" y="241078"/>
                  <a:pt x="365950" y="228695"/>
                  <a:pt x="352765" y="224790"/>
                </a:cubicBezTo>
                <a:lnTo>
                  <a:pt x="351058" y="0"/>
                </a:lnTo>
                <a:lnTo>
                  <a:pt x="334932" y="0"/>
                </a:lnTo>
                <a:lnTo>
                  <a:pt x="336640" y="224504"/>
                </a:lnTo>
                <a:cubicBezTo>
                  <a:pt x="322980" y="228124"/>
                  <a:pt x="312452" y="240697"/>
                  <a:pt x="312452" y="255365"/>
                </a:cubicBezTo>
                <a:cubicBezTo>
                  <a:pt x="312452" y="270034"/>
                  <a:pt x="322980" y="282702"/>
                  <a:pt x="336640" y="286226"/>
                </a:cubicBezTo>
                <a:cubicBezTo>
                  <a:pt x="336450" y="294418"/>
                  <a:pt x="336165" y="312230"/>
                  <a:pt x="335406" y="350901"/>
                </a:cubicBezTo>
                <a:cubicBezTo>
                  <a:pt x="335406" y="360236"/>
                  <a:pt x="328767" y="366903"/>
                  <a:pt x="319376" y="366903"/>
                </a:cubicBezTo>
                <a:cubicBezTo>
                  <a:pt x="311313" y="366903"/>
                  <a:pt x="303346" y="360236"/>
                  <a:pt x="303346" y="350901"/>
                </a:cubicBezTo>
                <a:lnTo>
                  <a:pt x="303346" y="334899"/>
                </a:lnTo>
                <a:cubicBezTo>
                  <a:pt x="303346" y="330898"/>
                  <a:pt x="300690" y="326898"/>
                  <a:pt x="295283" y="326898"/>
                </a:cubicBezTo>
                <a:cubicBezTo>
                  <a:pt x="291299" y="326898"/>
                  <a:pt x="287220" y="330898"/>
                  <a:pt x="287220" y="334899"/>
                </a:cubicBezTo>
                <a:lnTo>
                  <a:pt x="287220" y="350901"/>
                </a:lnTo>
                <a:cubicBezTo>
                  <a:pt x="287220" y="368237"/>
                  <a:pt x="301923" y="382810"/>
                  <a:pt x="319281" y="382810"/>
                </a:cubicBezTo>
                <a:cubicBezTo>
                  <a:pt x="337968" y="382810"/>
                  <a:pt x="351342" y="368141"/>
                  <a:pt x="351342" y="350901"/>
                </a:cubicBezTo>
                <a:cubicBezTo>
                  <a:pt x="351342" y="350901"/>
                  <a:pt x="351342" y="350711"/>
                  <a:pt x="352575" y="286036"/>
                </a:cubicBezTo>
                <a:cubicBezTo>
                  <a:pt x="365855" y="282226"/>
                  <a:pt x="376004" y="269748"/>
                  <a:pt x="376004" y="255365"/>
                </a:cubicBezTo>
                <a:close/>
                <a:moveTo>
                  <a:pt x="345366" y="271272"/>
                </a:moveTo>
                <a:cubicBezTo>
                  <a:pt x="345366" y="271272"/>
                  <a:pt x="344987" y="271177"/>
                  <a:pt x="344702" y="271177"/>
                </a:cubicBezTo>
                <a:cubicBezTo>
                  <a:pt x="344418" y="271177"/>
                  <a:pt x="344133" y="271367"/>
                  <a:pt x="343848" y="271367"/>
                </a:cubicBezTo>
                <a:cubicBezTo>
                  <a:pt x="335976" y="271177"/>
                  <a:pt x="328198" y="264605"/>
                  <a:pt x="328198" y="255365"/>
                </a:cubicBezTo>
                <a:cubicBezTo>
                  <a:pt x="328198" y="247364"/>
                  <a:pt x="336165" y="239363"/>
                  <a:pt x="344133" y="239363"/>
                </a:cubicBezTo>
                <a:cubicBezTo>
                  <a:pt x="353429" y="239363"/>
                  <a:pt x="360069" y="247364"/>
                  <a:pt x="360069" y="255365"/>
                </a:cubicBezTo>
                <a:cubicBezTo>
                  <a:pt x="360069" y="264319"/>
                  <a:pt x="353903" y="270700"/>
                  <a:pt x="345271" y="271272"/>
                </a:cubicBezTo>
                <a:close/>
                <a:moveTo>
                  <a:pt x="223573" y="207645"/>
                </a:moveTo>
                <a:cubicBezTo>
                  <a:pt x="223573" y="216313"/>
                  <a:pt x="216364" y="223456"/>
                  <a:pt x="207447" y="223456"/>
                </a:cubicBezTo>
                <a:cubicBezTo>
                  <a:pt x="198531" y="223456"/>
                  <a:pt x="191322" y="216408"/>
                  <a:pt x="191322" y="207645"/>
                </a:cubicBezTo>
                <a:cubicBezTo>
                  <a:pt x="191322" y="198882"/>
                  <a:pt x="198531" y="191834"/>
                  <a:pt x="207447" y="191834"/>
                </a:cubicBezTo>
                <a:cubicBezTo>
                  <a:pt x="216364" y="191834"/>
                  <a:pt x="223573" y="198882"/>
                  <a:pt x="223573" y="207645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 hidden="1">
            <a:extLst>
              <a:ext uri="{FF2B5EF4-FFF2-40B4-BE49-F238E27FC236}">
                <a16:creationId xmlns:a16="http://schemas.microsoft.com/office/drawing/2014/main" id="{27A344A7-1606-4865-B993-E83DCC6335F1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44635" y="-410636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lvl1pPr>
              <a:defRPr sz="1800" b="1" i="0">
                <a:solidFill>
                  <a:schemeClr val="tx1"/>
                </a:solidFill>
                <a:latin typeface="Graphik Semibold"/>
                <a:ea typeface="+mj-ea"/>
                <a:cs typeface="Graphik Semibold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Web &amp; navigation Template 2</a:t>
            </a:r>
          </a:p>
        </p:txBody>
      </p:sp>
      <p:sp>
        <p:nvSpPr>
          <p:cNvPr id="2" name="object 2"/>
          <p:cNvSpPr txBox="1">
            <a:spLocks/>
          </p:cNvSpPr>
          <p:nvPr/>
        </p:nvSpPr>
        <p:spPr>
          <a:xfrm>
            <a:off x="344635" y="162557"/>
            <a:ext cx="6887437" cy="29972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0" tIns="1270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Graphik Semibold"/>
                <a:ea typeface="+mj-ea"/>
                <a:cs typeface="Graphik Semibold"/>
              </a:rPr>
              <a:t>Web &amp; navigation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Graphik Semibold"/>
              <a:ea typeface="+mj-ea"/>
              <a:cs typeface="Graphik Semibold"/>
            </a:endParaRP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C77E8A26-2591-CBB7-803B-26F382E7FCEC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44637" y="2057436"/>
            <a:ext cx="1633020" cy="640800"/>
          </a:xfrm>
        </p:spPr>
        <p:txBody>
          <a:bodyPr/>
          <a:lstStyle/>
          <a:p>
            <a:r>
              <a:rPr lang="en-US" dirty="0"/>
              <a:t>left arrow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7B985FD8-8D6D-22AD-66E6-958F20ABF258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989138" y="2057436"/>
            <a:ext cx="1633020" cy="640800"/>
          </a:xfrm>
        </p:spPr>
        <p:txBody>
          <a:bodyPr/>
          <a:lstStyle/>
          <a:p>
            <a:r>
              <a:rPr lang="en-US" dirty="0"/>
              <a:t>right arrow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605C3311-92D5-D7D9-5751-483C355E08A6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633641" y="2057436"/>
            <a:ext cx="1633020" cy="640800"/>
          </a:xfrm>
        </p:spPr>
        <p:txBody>
          <a:bodyPr/>
          <a:lstStyle/>
          <a:p>
            <a:r>
              <a:rPr lang="en-US" dirty="0"/>
              <a:t>down right arrow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8257F096-0F53-4A06-1F64-1045072B4619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5285231" y="2057436"/>
            <a:ext cx="1633020" cy="640800"/>
          </a:xfrm>
        </p:spPr>
        <p:txBody>
          <a:bodyPr/>
          <a:lstStyle/>
          <a:p>
            <a:r>
              <a:rPr lang="en-US" dirty="0"/>
              <a:t>down left arrow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7735E0BA-572B-FEFE-476A-4FE58EC1A8DE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926898" y="2057436"/>
            <a:ext cx="1633020" cy="640800"/>
          </a:xfrm>
        </p:spPr>
        <p:txBody>
          <a:bodyPr/>
          <a:lstStyle/>
          <a:p>
            <a:r>
              <a:rPr lang="en-US" dirty="0"/>
              <a:t>zigzag; zig zag</a:t>
            </a:r>
            <a:endParaRPr lang="en-US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D03D3EA-6E36-D01D-EDBD-F1D7FBD0CD89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71401" y="2057436"/>
            <a:ext cx="1633020" cy="640800"/>
          </a:xfrm>
        </p:spPr>
        <p:txBody>
          <a:bodyPr/>
          <a:lstStyle/>
          <a:p>
            <a:r>
              <a:rPr lang="en-US" dirty="0"/>
              <a:t>expand</a:t>
            </a:r>
            <a:endParaRPr lang="en-US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7D14478-E1E6-EF48-E4CF-3671C7DE8FEC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0222991" y="2057436"/>
            <a:ext cx="1633020" cy="640800"/>
          </a:xfrm>
        </p:spPr>
        <p:txBody>
          <a:bodyPr/>
          <a:lstStyle/>
          <a:p>
            <a:r>
              <a:rPr lang="en-US" dirty="0"/>
              <a:t>scale; growth; grow</a:t>
            </a:r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00DFDA2-0982-3CA8-4173-3E91C6748BB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4637" y="4093500"/>
            <a:ext cx="1638000" cy="640800"/>
          </a:xfrm>
        </p:spPr>
        <p:txBody>
          <a:bodyPr/>
          <a:lstStyle/>
          <a:p>
            <a:r>
              <a:rPr lang="en-US" dirty="0"/>
              <a:t>upstairs; stairs; upward; movement; momentum</a:t>
            </a:r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D59268C-8308-7D39-9368-457F2BB35F7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989138" y="4093500"/>
            <a:ext cx="1638000" cy="640800"/>
          </a:xfrm>
        </p:spPr>
        <p:txBody>
          <a:bodyPr/>
          <a:lstStyle/>
          <a:p>
            <a:r>
              <a:rPr lang="en-US" dirty="0"/>
              <a:t>downstairs; stairs; downward</a:t>
            </a:r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045C1444-2A3F-7C3D-30E9-86CCE8B8EE9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33641" y="4093500"/>
            <a:ext cx="1638000" cy="640800"/>
          </a:xfrm>
        </p:spPr>
        <p:txBody>
          <a:bodyPr/>
          <a:lstStyle/>
          <a:p>
            <a:r>
              <a:rPr lang="en-US" dirty="0"/>
              <a:t>lock; secure; security; private; privacy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B578D769-4624-B550-2E4E-1ED82A27256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5231" y="4093500"/>
            <a:ext cx="1638000" cy="640800"/>
          </a:xfrm>
        </p:spPr>
        <p:txBody>
          <a:bodyPr/>
          <a:lstStyle/>
          <a:p>
            <a:r>
              <a:rPr lang="en-US" dirty="0"/>
              <a:t>insecure; unlocked; security</a:t>
            </a:r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CAD78EB-9783-595C-BFB2-2BB5D1337FF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26898" y="4093500"/>
            <a:ext cx="1638000" cy="640800"/>
          </a:xfrm>
        </p:spPr>
        <p:txBody>
          <a:bodyPr/>
          <a:lstStyle/>
          <a:p>
            <a:r>
              <a:rPr lang="en-US" dirty="0"/>
              <a:t>qr; qr code; scan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27FBE363-B53F-C074-3FB1-A40D3E86DE3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571401" y="4093500"/>
            <a:ext cx="1638000" cy="640800"/>
          </a:xfrm>
        </p:spPr>
        <p:txBody>
          <a:bodyPr/>
          <a:lstStyle/>
          <a:p>
            <a:r>
              <a:rPr lang="en-US" dirty="0"/>
              <a:t>dial; hand; fingers; phone; keypad; touch</a:t>
            </a:r>
            <a:endParaRPr lang="en-US"/>
          </a:p>
        </p:txBody>
      </p:sp>
      <p:sp>
        <p:nvSpPr>
          <p:cNvPr id="12" name="Graphic 4">
            <a:extLst>
              <a:ext uri="{FF2B5EF4-FFF2-40B4-BE49-F238E27FC236}">
                <a16:creationId xmlns:a16="http://schemas.microsoft.com/office/drawing/2014/main" id="{BB2CE8A8-07A3-B88E-0891-62E1C3615D4D}"/>
              </a:ext>
            </a:extLst>
          </p:cNvPr>
          <p:cNvSpPr/>
          <p:nvPr/>
        </p:nvSpPr>
        <p:spPr>
          <a:xfrm>
            <a:off x="561524" y="885610"/>
            <a:ext cx="488187" cy="430530"/>
          </a:xfrm>
          <a:custGeom>
            <a:avLst/>
            <a:gdLst>
              <a:gd name="connsiteX0" fmla="*/ 17738 w 365285"/>
              <a:gd name="connsiteY0" fmla="*/ 161361 h 322143"/>
              <a:gd name="connsiteX1" fmla="*/ 152147 w 365285"/>
              <a:gd name="connsiteY1" fmla="*/ 295378 h 322143"/>
              <a:gd name="connsiteX2" fmla="*/ 152147 w 365285"/>
              <a:gd name="connsiteY2" fmla="*/ 214987 h 322143"/>
              <a:gd name="connsiteX3" fmla="*/ 159735 w 365285"/>
              <a:gd name="connsiteY3" fmla="*/ 207367 h 322143"/>
              <a:gd name="connsiteX4" fmla="*/ 350014 w 365285"/>
              <a:gd name="connsiteY4" fmla="*/ 207367 h 322143"/>
              <a:gd name="connsiteX5" fmla="*/ 350014 w 365285"/>
              <a:gd name="connsiteY5" fmla="*/ 115451 h 322143"/>
              <a:gd name="connsiteX6" fmla="*/ 159735 w 365285"/>
              <a:gd name="connsiteY6" fmla="*/ 115451 h 322143"/>
              <a:gd name="connsiteX7" fmla="*/ 152147 w 365285"/>
              <a:gd name="connsiteY7" fmla="*/ 107831 h 322143"/>
              <a:gd name="connsiteX8" fmla="*/ 152147 w 365285"/>
              <a:gd name="connsiteY8" fmla="*/ 26201 h 322143"/>
              <a:gd name="connsiteX9" fmla="*/ 17738 w 365285"/>
              <a:gd name="connsiteY9" fmla="*/ 161456 h 322143"/>
              <a:gd name="connsiteX10" fmla="*/ 159830 w 365285"/>
              <a:gd name="connsiteY10" fmla="*/ 322143 h 322143"/>
              <a:gd name="connsiteX11" fmla="*/ 153475 w 365285"/>
              <a:gd name="connsiteY11" fmla="*/ 319571 h 322143"/>
              <a:gd name="connsiteX12" fmla="*/ 1233 w 365285"/>
              <a:gd name="connsiteY12" fmla="*/ 166409 h 322143"/>
              <a:gd name="connsiteX13" fmla="*/ 0 w 365285"/>
              <a:gd name="connsiteY13" fmla="*/ 161266 h 322143"/>
              <a:gd name="connsiteX14" fmla="*/ 1233 w 365285"/>
              <a:gd name="connsiteY14" fmla="*/ 154884 h 322143"/>
              <a:gd name="connsiteX15" fmla="*/ 153475 w 365285"/>
              <a:gd name="connsiteY15" fmla="*/ 3056 h 322143"/>
              <a:gd name="connsiteX16" fmla="*/ 162391 w 365285"/>
              <a:gd name="connsiteY16" fmla="*/ 484 h 322143"/>
              <a:gd name="connsiteX17" fmla="*/ 167419 w 365285"/>
              <a:gd name="connsiteY17" fmla="*/ 8104 h 322143"/>
              <a:gd name="connsiteX18" fmla="*/ 167419 w 365285"/>
              <a:gd name="connsiteY18" fmla="*/ 100020 h 322143"/>
              <a:gd name="connsiteX19" fmla="*/ 357697 w 365285"/>
              <a:gd name="connsiteY19" fmla="*/ 100020 h 322143"/>
              <a:gd name="connsiteX20" fmla="*/ 365286 w 365285"/>
              <a:gd name="connsiteY20" fmla="*/ 107640 h 322143"/>
              <a:gd name="connsiteX21" fmla="*/ 365286 w 365285"/>
              <a:gd name="connsiteY21" fmla="*/ 214796 h 322143"/>
              <a:gd name="connsiteX22" fmla="*/ 357697 w 365285"/>
              <a:gd name="connsiteY22" fmla="*/ 222416 h 322143"/>
              <a:gd name="connsiteX23" fmla="*/ 167419 w 365285"/>
              <a:gd name="connsiteY23" fmla="*/ 222416 h 322143"/>
              <a:gd name="connsiteX24" fmla="*/ 167419 w 365285"/>
              <a:gd name="connsiteY24" fmla="*/ 314333 h 322143"/>
              <a:gd name="connsiteX25" fmla="*/ 162391 w 365285"/>
              <a:gd name="connsiteY25" fmla="*/ 320714 h 322143"/>
              <a:gd name="connsiteX26" fmla="*/ 159830 w 365285"/>
              <a:gd name="connsiteY26" fmla="*/ 32195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285" h="322143">
                <a:moveTo>
                  <a:pt x="17738" y="161361"/>
                </a:moveTo>
                <a:lnTo>
                  <a:pt x="152147" y="295378"/>
                </a:lnTo>
                <a:lnTo>
                  <a:pt x="152147" y="214987"/>
                </a:lnTo>
                <a:cubicBezTo>
                  <a:pt x="152147" y="209843"/>
                  <a:pt x="154708" y="207367"/>
                  <a:pt x="159735" y="207367"/>
                </a:cubicBezTo>
                <a:lnTo>
                  <a:pt x="350014" y="207367"/>
                </a:lnTo>
                <a:lnTo>
                  <a:pt x="350014" y="115451"/>
                </a:lnTo>
                <a:lnTo>
                  <a:pt x="159735" y="115451"/>
                </a:lnTo>
                <a:cubicBezTo>
                  <a:pt x="154708" y="115451"/>
                  <a:pt x="152147" y="111641"/>
                  <a:pt x="152147" y="107831"/>
                </a:cubicBezTo>
                <a:lnTo>
                  <a:pt x="152147" y="26201"/>
                </a:lnTo>
                <a:lnTo>
                  <a:pt x="17738" y="161456"/>
                </a:lnTo>
                <a:close/>
                <a:moveTo>
                  <a:pt x="159830" y="322143"/>
                </a:moveTo>
                <a:cubicBezTo>
                  <a:pt x="157269" y="322143"/>
                  <a:pt x="156036" y="320905"/>
                  <a:pt x="153475" y="319571"/>
                </a:cubicBezTo>
                <a:lnTo>
                  <a:pt x="1233" y="166409"/>
                </a:lnTo>
                <a:cubicBezTo>
                  <a:pt x="0" y="165171"/>
                  <a:pt x="0" y="162599"/>
                  <a:pt x="0" y="161266"/>
                </a:cubicBezTo>
                <a:cubicBezTo>
                  <a:pt x="0" y="158694"/>
                  <a:pt x="0" y="157456"/>
                  <a:pt x="1233" y="154884"/>
                </a:cubicBezTo>
                <a:lnTo>
                  <a:pt x="153475" y="3056"/>
                </a:lnTo>
                <a:cubicBezTo>
                  <a:pt x="156036" y="484"/>
                  <a:pt x="159830" y="-754"/>
                  <a:pt x="162391" y="484"/>
                </a:cubicBezTo>
                <a:cubicBezTo>
                  <a:pt x="164952" y="1722"/>
                  <a:pt x="167419" y="5627"/>
                  <a:pt x="167419" y="8104"/>
                </a:cubicBezTo>
                <a:lnTo>
                  <a:pt x="167419" y="100020"/>
                </a:lnTo>
                <a:lnTo>
                  <a:pt x="357697" y="100020"/>
                </a:lnTo>
                <a:cubicBezTo>
                  <a:pt x="361491" y="100020"/>
                  <a:pt x="365286" y="102592"/>
                  <a:pt x="365286" y="107640"/>
                </a:cubicBezTo>
                <a:lnTo>
                  <a:pt x="365286" y="214796"/>
                </a:lnTo>
                <a:cubicBezTo>
                  <a:pt x="365286" y="218606"/>
                  <a:pt x="361491" y="222416"/>
                  <a:pt x="357697" y="222416"/>
                </a:cubicBezTo>
                <a:lnTo>
                  <a:pt x="167419" y="222416"/>
                </a:lnTo>
                <a:lnTo>
                  <a:pt x="167419" y="314333"/>
                </a:lnTo>
                <a:cubicBezTo>
                  <a:pt x="167419" y="316904"/>
                  <a:pt x="164858" y="319476"/>
                  <a:pt x="162391" y="320714"/>
                </a:cubicBezTo>
                <a:cubicBezTo>
                  <a:pt x="161158" y="321953"/>
                  <a:pt x="159830" y="321953"/>
                  <a:pt x="159830" y="32195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0" name="Graphic 4">
            <a:extLst>
              <a:ext uri="{FF2B5EF4-FFF2-40B4-BE49-F238E27FC236}">
                <a16:creationId xmlns:a16="http://schemas.microsoft.com/office/drawing/2014/main" id="{ECA9AC49-27E7-A306-5CB9-24EE16E0D500}"/>
              </a:ext>
            </a:extLst>
          </p:cNvPr>
          <p:cNvSpPr/>
          <p:nvPr/>
        </p:nvSpPr>
        <p:spPr>
          <a:xfrm>
            <a:off x="1319896" y="885610"/>
            <a:ext cx="488187" cy="430530"/>
          </a:xfrm>
          <a:custGeom>
            <a:avLst/>
            <a:gdLst>
              <a:gd name="connsiteX0" fmla="*/ 17738 w 365285"/>
              <a:gd name="connsiteY0" fmla="*/ 161361 h 322143"/>
              <a:gd name="connsiteX1" fmla="*/ 152147 w 365285"/>
              <a:gd name="connsiteY1" fmla="*/ 295378 h 322143"/>
              <a:gd name="connsiteX2" fmla="*/ 152147 w 365285"/>
              <a:gd name="connsiteY2" fmla="*/ 214987 h 322143"/>
              <a:gd name="connsiteX3" fmla="*/ 159735 w 365285"/>
              <a:gd name="connsiteY3" fmla="*/ 207367 h 322143"/>
              <a:gd name="connsiteX4" fmla="*/ 350014 w 365285"/>
              <a:gd name="connsiteY4" fmla="*/ 207367 h 322143"/>
              <a:gd name="connsiteX5" fmla="*/ 350014 w 365285"/>
              <a:gd name="connsiteY5" fmla="*/ 115451 h 322143"/>
              <a:gd name="connsiteX6" fmla="*/ 159735 w 365285"/>
              <a:gd name="connsiteY6" fmla="*/ 115451 h 322143"/>
              <a:gd name="connsiteX7" fmla="*/ 152147 w 365285"/>
              <a:gd name="connsiteY7" fmla="*/ 107831 h 322143"/>
              <a:gd name="connsiteX8" fmla="*/ 152147 w 365285"/>
              <a:gd name="connsiteY8" fmla="*/ 26201 h 322143"/>
              <a:gd name="connsiteX9" fmla="*/ 17738 w 365285"/>
              <a:gd name="connsiteY9" fmla="*/ 161456 h 322143"/>
              <a:gd name="connsiteX10" fmla="*/ 159830 w 365285"/>
              <a:gd name="connsiteY10" fmla="*/ 322143 h 322143"/>
              <a:gd name="connsiteX11" fmla="*/ 153475 w 365285"/>
              <a:gd name="connsiteY11" fmla="*/ 319571 h 322143"/>
              <a:gd name="connsiteX12" fmla="*/ 1233 w 365285"/>
              <a:gd name="connsiteY12" fmla="*/ 166409 h 322143"/>
              <a:gd name="connsiteX13" fmla="*/ 0 w 365285"/>
              <a:gd name="connsiteY13" fmla="*/ 161266 h 322143"/>
              <a:gd name="connsiteX14" fmla="*/ 1233 w 365285"/>
              <a:gd name="connsiteY14" fmla="*/ 154884 h 322143"/>
              <a:gd name="connsiteX15" fmla="*/ 153475 w 365285"/>
              <a:gd name="connsiteY15" fmla="*/ 3056 h 322143"/>
              <a:gd name="connsiteX16" fmla="*/ 162391 w 365285"/>
              <a:gd name="connsiteY16" fmla="*/ 484 h 322143"/>
              <a:gd name="connsiteX17" fmla="*/ 167419 w 365285"/>
              <a:gd name="connsiteY17" fmla="*/ 8104 h 322143"/>
              <a:gd name="connsiteX18" fmla="*/ 167419 w 365285"/>
              <a:gd name="connsiteY18" fmla="*/ 100020 h 322143"/>
              <a:gd name="connsiteX19" fmla="*/ 357697 w 365285"/>
              <a:gd name="connsiteY19" fmla="*/ 100020 h 322143"/>
              <a:gd name="connsiteX20" fmla="*/ 365286 w 365285"/>
              <a:gd name="connsiteY20" fmla="*/ 107640 h 322143"/>
              <a:gd name="connsiteX21" fmla="*/ 365286 w 365285"/>
              <a:gd name="connsiteY21" fmla="*/ 214796 h 322143"/>
              <a:gd name="connsiteX22" fmla="*/ 357697 w 365285"/>
              <a:gd name="connsiteY22" fmla="*/ 222416 h 322143"/>
              <a:gd name="connsiteX23" fmla="*/ 167419 w 365285"/>
              <a:gd name="connsiteY23" fmla="*/ 222416 h 322143"/>
              <a:gd name="connsiteX24" fmla="*/ 167419 w 365285"/>
              <a:gd name="connsiteY24" fmla="*/ 314333 h 322143"/>
              <a:gd name="connsiteX25" fmla="*/ 162391 w 365285"/>
              <a:gd name="connsiteY25" fmla="*/ 320714 h 322143"/>
              <a:gd name="connsiteX26" fmla="*/ 159830 w 365285"/>
              <a:gd name="connsiteY26" fmla="*/ 32195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285" h="322143">
                <a:moveTo>
                  <a:pt x="17738" y="161361"/>
                </a:moveTo>
                <a:lnTo>
                  <a:pt x="152147" y="295378"/>
                </a:lnTo>
                <a:lnTo>
                  <a:pt x="152147" y="214987"/>
                </a:lnTo>
                <a:cubicBezTo>
                  <a:pt x="152147" y="209843"/>
                  <a:pt x="154708" y="207367"/>
                  <a:pt x="159735" y="207367"/>
                </a:cubicBezTo>
                <a:lnTo>
                  <a:pt x="350014" y="207367"/>
                </a:lnTo>
                <a:lnTo>
                  <a:pt x="350014" y="115451"/>
                </a:lnTo>
                <a:lnTo>
                  <a:pt x="159735" y="115451"/>
                </a:lnTo>
                <a:cubicBezTo>
                  <a:pt x="154708" y="115451"/>
                  <a:pt x="152147" y="111641"/>
                  <a:pt x="152147" y="107831"/>
                </a:cubicBezTo>
                <a:lnTo>
                  <a:pt x="152147" y="26201"/>
                </a:lnTo>
                <a:lnTo>
                  <a:pt x="17738" y="161456"/>
                </a:lnTo>
                <a:close/>
                <a:moveTo>
                  <a:pt x="159830" y="322143"/>
                </a:moveTo>
                <a:cubicBezTo>
                  <a:pt x="157269" y="322143"/>
                  <a:pt x="156036" y="320905"/>
                  <a:pt x="153475" y="319571"/>
                </a:cubicBezTo>
                <a:lnTo>
                  <a:pt x="1233" y="166409"/>
                </a:lnTo>
                <a:cubicBezTo>
                  <a:pt x="0" y="165171"/>
                  <a:pt x="0" y="162599"/>
                  <a:pt x="0" y="161266"/>
                </a:cubicBezTo>
                <a:cubicBezTo>
                  <a:pt x="0" y="158694"/>
                  <a:pt x="0" y="157456"/>
                  <a:pt x="1233" y="154884"/>
                </a:cubicBezTo>
                <a:lnTo>
                  <a:pt x="153475" y="3056"/>
                </a:lnTo>
                <a:cubicBezTo>
                  <a:pt x="156036" y="484"/>
                  <a:pt x="159830" y="-754"/>
                  <a:pt x="162391" y="484"/>
                </a:cubicBezTo>
                <a:cubicBezTo>
                  <a:pt x="164952" y="1722"/>
                  <a:pt x="167419" y="5627"/>
                  <a:pt x="167419" y="8104"/>
                </a:cubicBezTo>
                <a:lnTo>
                  <a:pt x="167419" y="100020"/>
                </a:lnTo>
                <a:lnTo>
                  <a:pt x="357697" y="100020"/>
                </a:lnTo>
                <a:cubicBezTo>
                  <a:pt x="361491" y="100020"/>
                  <a:pt x="365286" y="102592"/>
                  <a:pt x="365286" y="107640"/>
                </a:cubicBezTo>
                <a:lnTo>
                  <a:pt x="365286" y="214796"/>
                </a:lnTo>
                <a:cubicBezTo>
                  <a:pt x="365286" y="218606"/>
                  <a:pt x="361491" y="222416"/>
                  <a:pt x="357697" y="222416"/>
                </a:cubicBezTo>
                <a:lnTo>
                  <a:pt x="167419" y="222416"/>
                </a:lnTo>
                <a:lnTo>
                  <a:pt x="167419" y="314333"/>
                </a:lnTo>
                <a:cubicBezTo>
                  <a:pt x="167419" y="316904"/>
                  <a:pt x="164858" y="319476"/>
                  <a:pt x="162391" y="320714"/>
                </a:cubicBezTo>
                <a:cubicBezTo>
                  <a:pt x="161158" y="321953"/>
                  <a:pt x="159830" y="321953"/>
                  <a:pt x="159830" y="32195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1" name="Graphic 4">
            <a:extLst>
              <a:ext uri="{FF2B5EF4-FFF2-40B4-BE49-F238E27FC236}">
                <a16:creationId xmlns:a16="http://schemas.microsoft.com/office/drawing/2014/main" id="{CC1D4AE8-123B-B6C8-70A2-D4DEE4102A47}"/>
              </a:ext>
            </a:extLst>
          </p:cNvPr>
          <p:cNvSpPr/>
          <p:nvPr/>
        </p:nvSpPr>
        <p:spPr>
          <a:xfrm>
            <a:off x="561524" y="1513353"/>
            <a:ext cx="488187" cy="430530"/>
          </a:xfrm>
          <a:custGeom>
            <a:avLst/>
            <a:gdLst>
              <a:gd name="connsiteX0" fmla="*/ 17738 w 365285"/>
              <a:gd name="connsiteY0" fmla="*/ 161361 h 322143"/>
              <a:gd name="connsiteX1" fmla="*/ 152147 w 365285"/>
              <a:gd name="connsiteY1" fmla="*/ 295378 h 322143"/>
              <a:gd name="connsiteX2" fmla="*/ 152147 w 365285"/>
              <a:gd name="connsiteY2" fmla="*/ 214987 h 322143"/>
              <a:gd name="connsiteX3" fmla="*/ 159735 w 365285"/>
              <a:gd name="connsiteY3" fmla="*/ 207367 h 322143"/>
              <a:gd name="connsiteX4" fmla="*/ 350014 w 365285"/>
              <a:gd name="connsiteY4" fmla="*/ 207367 h 322143"/>
              <a:gd name="connsiteX5" fmla="*/ 350014 w 365285"/>
              <a:gd name="connsiteY5" fmla="*/ 115451 h 322143"/>
              <a:gd name="connsiteX6" fmla="*/ 159735 w 365285"/>
              <a:gd name="connsiteY6" fmla="*/ 115451 h 322143"/>
              <a:gd name="connsiteX7" fmla="*/ 152147 w 365285"/>
              <a:gd name="connsiteY7" fmla="*/ 107831 h 322143"/>
              <a:gd name="connsiteX8" fmla="*/ 152147 w 365285"/>
              <a:gd name="connsiteY8" fmla="*/ 26201 h 322143"/>
              <a:gd name="connsiteX9" fmla="*/ 17738 w 365285"/>
              <a:gd name="connsiteY9" fmla="*/ 161456 h 322143"/>
              <a:gd name="connsiteX10" fmla="*/ 159830 w 365285"/>
              <a:gd name="connsiteY10" fmla="*/ 322143 h 322143"/>
              <a:gd name="connsiteX11" fmla="*/ 153475 w 365285"/>
              <a:gd name="connsiteY11" fmla="*/ 319571 h 322143"/>
              <a:gd name="connsiteX12" fmla="*/ 1233 w 365285"/>
              <a:gd name="connsiteY12" fmla="*/ 166409 h 322143"/>
              <a:gd name="connsiteX13" fmla="*/ 0 w 365285"/>
              <a:gd name="connsiteY13" fmla="*/ 161266 h 322143"/>
              <a:gd name="connsiteX14" fmla="*/ 1233 w 365285"/>
              <a:gd name="connsiteY14" fmla="*/ 154884 h 322143"/>
              <a:gd name="connsiteX15" fmla="*/ 153475 w 365285"/>
              <a:gd name="connsiteY15" fmla="*/ 3056 h 322143"/>
              <a:gd name="connsiteX16" fmla="*/ 162391 w 365285"/>
              <a:gd name="connsiteY16" fmla="*/ 484 h 322143"/>
              <a:gd name="connsiteX17" fmla="*/ 167419 w 365285"/>
              <a:gd name="connsiteY17" fmla="*/ 8104 h 322143"/>
              <a:gd name="connsiteX18" fmla="*/ 167419 w 365285"/>
              <a:gd name="connsiteY18" fmla="*/ 100020 h 322143"/>
              <a:gd name="connsiteX19" fmla="*/ 357697 w 365285"/>
              <a:gd name="connsiteY19" fmla="*/ 100020 h 322143"/>
              <a:gd name="connsiteX20" fmla="*/ 365286 w 365285"/>
              <a:gd name="connsiteY20" fmla="*/ 107640 h 322143"/>
              <a:gd name="connsiteX21" fmla="*/ 365286 w 365285"/>
              <a:gd name="connsiteY21" fmla="*/ 214796 h 322143"/>
              <a:gd name="connsiteX22" fmla="*/ 357697 w 365285"/>
              <a:gd name="connsiteY22" fmla="*/ 222416 h 322143"/>
              <a:gd name="connsiteX23" fmla="*/ 167419 w 365285"/>
              <a:gd name="connsiteY23" fmla="*/ 222416 h 322143"/>
              <a:gd name="connsiteX24" fmla="*/ 167419 w 365285"/>
              <a:gd name="connsiteY24" fmla="*/ 314333 h 322143"/>
              <a:gd name="connsiteX25" fmla="*/ 162391 w 365285"/>
              <a:gd name="connsiteY25" fmla="*/ 320714 h 322143"/>
              <a:gd name="connsiteX26" fmla="*/ 159830 w 365285"/>
              <a:gd name="connsiteY26" fmla="*/ 32195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285" h="322143">
                <a:moveTo>
                  <a:pt x="17738" y="161361"/>
                </a:moveTo>
                <a:lnTo>
                  <a:pt x="152147" y="295378"/>
                </a:lnTo>
                <a:lnTo>
                  <a:pt x="152147" y="214987"/>
                </a:lnTo>
                <a:cubicBezTo>
                  <a:pt x="152147" y="209843"/>
                  <a:pt x="154708" y="207367"/>
                  <a:pt x="159735" y="207367"/>
                </a:cubicBezTo>
                <a:lnTo>
                  <a:pt x="350014" y="207367"/>
                </a:lnTo>
                <a:lnTo>
                  <a:pt x="350014" y="115451"/>
                </a:lnTo>
                <a:lnTo>
                  <a:pt x="159735" y="115451"/>
                </a:lnTo>
                <a:cubicBezTo>
                  <a:pt x="154708" y="115451"/>
                  <a:pt x="152147" y="111641"/>
                  <a:pt x="152147" y="107831"/>
                </a:cubicBezTo>
                <a:lnTo>
                  <a:pt x="152147" y="26201"/>
                </a:lnTo>
                <a:lnTo>
                  <a:pt x="17738" y="161456"/>
                </a:lnTo>
                <a:close/>
                <a:moveTo>
                  <a:pt x="159830" y="322143"/>
                </a:moveTo>
                <a:cubicBezTo>
                  <a:pt x="157269" y="322143"/>
                  <a:pt x="156036" y="320905"/>
                  <a:pt x="153475" y="319571"/>
                </a:cubicBezTo>
                <a:lnTo>
                  <a:pt x="1233" y="166409"/>
                </a:lnTo>
                <a:cubicBezTo>
                  <a:pt x="0" y="165171"/>
                  <a:pt x="0" y="162599"/>
                  <a:pt x="0" y="161266"/>
                </a:cubicBezTo>
                <a:cubicBezTo>
                  <a:pt x="0" y="158694"/>
                  <a:pt x="0" y="157456"/>
                  <a:pt x="1233" y="154884"/>
                </a:cubicBezTo>
                <a:lnTo>
                  <a:pt x="153475" y="3056"/>
                </a:lnTo>
                <a:cubicBezTo>
                  <a:pt x="156036" y="484"/>
                  <a:pt x="159830" y="-754"/>
                  <a:pt x="162391" y="484"/>
                </a:cubicBezTo>
                <a:cubicBezTo>
                  <a:pt x="164952" y="1722"/>
                  <a:pt x="167419" y="5627"/>
                  <a:pt x="167419" y="8104"/>
                </a:cubicBezTo>
                <a:lnTo>
                  <a:pt x="167419" y="100020"/>
                </a:lnTo>
                <a:lnTo>
                  <a:pt x="357697" y="100020"/>
                </a:lnTo>
                <a:cubicBezTo>
                  <a:pt x="361491" y="100020"/>
                  <a:pt x="365286" y="102592"/>
                  <a:pt x="365286" y="107640"/>
                </a:cubicBezTo>
                <a:lnTo>
                  <a:pt x="365286" y="214796"/>
                </a:lnTo>
                <a:cubicBezTo>
                  <a:pt x="365286" y="218606"/>
                  <a:pt x="361491" y="222416"/>
                  <a:pt x="357697" y="222416"/>
                </a:cubicBezTo>
                <a:lnTo>
                  <a:pt x="167419" y="222416"/>
                </a:lnTo>
                <a:lnTo>
                  <a:pt x="167419" y="314333"/>
                </a:lnTo>
                <a:cubicBezTo>
                  <a:pt x="167419" y="316904"/>
                  <a:pt x="164858" y="319476"/>
                  <a:pt x="162391" y="320714"/>
                </a:cubicBezTo>
                <a:cubicBezTo>
                  <a:pt x="161158" y="321953"/>
                  <a:pt x="159830" y="321953"/>
                  <a:pt x="159830" y="32195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2" name="Graphic 4">
            <a:extLst>
              <a:ext uri="{FF2B5EF4-FFF2-40B4-BE49-F238E27FC236}">
                <a16:creationId xmlns:a16="http://schemas.microsoft.com/office/drawing/2014/main" id="{9A3695EF-1FC5-8350-2E66-ED020DD24B97}"/>
              </a:ext>
            </a:extLst>
          </p:cNvPr>
          <p:cNvSpPr/>
          <p:nvPr/>
        </p:nvSpPr>
        <p:spPr>
          <a:xfrm>
            <a:off x="1319896" y="1513353"/>
            <a:ext cx="488187" cy="430530"/>
          </a:xfrm>
          <a:custGeom>
            <a:avLst/>
            <a:gdLst>
              <a:gd name="connsiteX0" fmla="*/ 17738 w 365285"/>
              <a:gd name="connsiteY0" fmla="*/ 161361 h 322143"/>
              <a:gd name="connsiteX1" fmla="*/ 152147 w 365285"/>
              <a:gd name="connsiteY1" fmla="*/ 295378 h 322143"/>
              <a:gd name="connsiteX2" fmla="*/ 152147 w 365285"/>
              <a:gd name="connsiteY2" fmla="*/ 214987 h 322143"/>
              <a:gd name="connsiteX3" fmla="*/ 159735 w 365285"/>
              <a:gd name="connsiteY3" fmla="*/ 207367 h 322143"/>
              <a:gd name="connsiteX4" fmla="*/ 350014 w 365285"/>
              <a:gd name="connsiteY4" fmla="*/ 207367 h 322143"/>
              <a:gd name="connsiteX5" fmla="*/ 350014 w 365285"/>
              <a:gd name="connsiteY5" fmla="*/ 115451 h 322143"/>
              <a:gd name="connsiteX6" fmla="*/ 159735 w 365285"/>
              <a:gd name="connsiteY6" fmla="*/ 115451 h 322143"/>
              <a:gd name="connsiteX7" fmla="*/ 152147 w 365285"/>
              <a:gd name="connsiteY7" fmla="*/ 107831 h 322143"/>
              <a:gd name="connsiteX8" fmla="*/ 152147 w 365285"/>
              <a:gd name="connsiteY8" fmla="*/ 26201 h 322143"/>
              <a:gd name="connsiteX9" fmla="*/ 17738 w 365285"/>
              <a:gd name="connsiteY9" fmla="*/ 161456 h 322143"/>
              <a:gd name="connsiteX10" fmla="*/ 159830 w 365285"/>
              <a:gd name="connsiteY10" fmla="*/ 322143 h 322143"/>
              <a:gd name="connsiteX11" fmla="*/ 153475 w 365285"/>
              <a:gd name="connsiteY11" fmla="*/ 319571 h 322143"/>
              <a:gd name="connsiteX12" fmla="*/ 1233 w 365285"/>
              <a:gd name="connsiteY12" fmla="*/ 166409 h 322143"/>
              <a:gd name="connsiteX13" fmla="*/ 0 w 365285"/>
              <a:gd name="connsiteY13" fmla="*/ 161266 h 322143"/>
              <a:gd name="connsiteX14" fmla="*/ 1233 w 365285"/>
              <a:gd name="connsiteY14" fmla="*/ 154884 h 322143"/>
              <a:gd name="connsiteX15" fmla="*/ 153475 w 365285"/>
              <a:gd name="connsiteY15" fmla="*/ 3056 h 322143"/>
              <a:gd name="connsiteX16" fmla="*/ 162391 w 365285"/>
              <a:gd name="connsiteY16" fmla="*/ 484 h 322143"/>
              <a:gd name="connsiteX17" fmla="*/ 167419 w 365285"/>
              <a:gd name="connsiteY17" fmla="*/ 8104 h 322143"/>
              <a:gd name="connsiteX18" fmla="*/ 167419 w 365285"/>
              <a:gd name="connsiteY18" fmla="*/ 100020 h 322143"/>
              <a:gd name="connsiteX19" fmla="*/ 357697 w 365285"/>
              <a:gd name="connsiteY19" fmla="*/ 100020 h 322143"/>
              <a:gd name="connsiteX20" fmla="*/ 365286 w 365285"/>
              <a:gd name="connsiteY20" fmla="*/ 107640 h 322143"/>
              <a:gd name="connsiteX21" fmla="*/ 365286 w 365285"/>
              <a:gd name="connsiteY21" fmla="*/ 214796 h 322143"/>
              <a:gd name="connsiteX22" fmla="*/ 357697 w 365285"/>
              <a:gd name="connsiteY22" fmla="*/ 222416 h 322143"/>
              <a:gd name="connsiteX23" fmla="*/ 167419 w 365285"/>
              <a:gd name="connsiteY23" fmla="*/ 222416 h 322143"/>
              <a:gd name="connsiteX24" fmla="*/ 167419 w 365285"/>
              <a:gd name="connsiteY24" fmla="*/ 314333 h 322143"/>
              <a:gd name="connsiteX25" fmla="*/ 162391 w 365285"/>
              <a:gd name="connsiteY25" fmla="*/ 320714 h 322143"/>
              <a:gd name="connsiteX26" fmla="*/ 159830 w 365285"/>
              <a:gd name="connsiteY26" fmla="*/ 32195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285" h="322143">
                <a:moveTo>
                  <a:pt x="17738" y="161361"/>
                </a:moveTo>
                <a:lnTo>
                  <a:pt x="152147" y="295378"/>
                </a:lnTo>
                <a:lnTo>
                  <a:pt x="152147" y="214987"/>
                </a:lnTo>
                <a:cubicBezTo>
                  <a:pt x="152147" y="209843"/>
                  <a:pt x="154708" y="207367"/>
                  <a:pt x="159735" y="207367"/>
                </a:cubicBezTo>
                <a:lnTo>
                  <a:pt x="350014" y="207367"/>
                </a:lnTo>
                <a:lnTo>
                  <a:pt x="350014" y="115451"/>
                </a:lnTo>
                <a:lnTo>
                  <a:pt x="159735" y="115451"/>
                </a:lnTo>
                <a:cubicBezTo>
                  <a:pt x="154708" y="115451"/>
                  <a:pt x="152147" y="111641"/>
                  <a:pt x="152147" y="107831"/>
                </a:cubicBezTo>
                <a:lnTo>
                  <a:pt x="152147" y="26201"/>
                </a:lnTo>
                <a:lnTo>
                  <a:pt x="17738" y="161456"/>
                </a:lnTo>
                <a:close/>
                <a:moveTo>
                  <a:pt x="159830" y="322143"/>
                </a:moveTo>
                <a:cubicBezTo>
                  <a:pt x="157269" y="322143"/>
                  <a:pt x="156036" y="320905"/>
                  <a:pt x="153475" y="319571"/>
                </a:cubicBezTo>
                <a:lnTo>
                  <a:pt x="1233" y="166409"/>
                </a:lnTo>
                <a:cubicBezTo>
                  <a:pt x="0" y="165171"/>
                  <a:pt x="0" y="162599"/>
                  <a:pt x="0" y="161266"/>
                </a:cubicBezTo>
                <a:cubicBezTo>
                  <a:pt x="0" y="158694"/>
                  <a:pt x="0" y="157456"/>
                  <a:pt x="1233" y="154884"/>
                </a:cubicBezTo>
                <a:lnTo>
                  <a:pt x="153475" y="3056"/>
                </a:lnTo>
                <a:cubicBezTo>
                  <a:pt x="156036" y="484"/>
                  <a:pt x="159830" y="-754"/>
                  <a:pt x="162391" y="484"/>
                </a:cubicBezTo>
                <a:cubicBezTo>
                  <a:pt x="164952" y="1722"/>
                  <a:pt x="167419" y="5627"/>
                  <a:pt x="167419" y="8104"/>
                </a:cubicBezTo>
                <a:lnTo>
                  <a:pt x="167419" y="100020"/>
                </a:lnTo>
                <a:lnTo>
                  <a:pt x="357697" y="100020"/>
                </a:lnTo>
                <a:cubicBezTo>
                  <a:pt x="361491" y="100020"/>
                  <a:pt x="365286" y="102592"/>
                  <a:pt x="365286" y="107640"/>
                </a:cubicBezTo>
                <a:lnTo>
                  <a:pt x="365286" y="214796"/>
                </a:lnTo>
                <a:cubicBezTo>
                  <a:pt x="365286" y="218606"/>
                  <a:pt x="361491" y="222416"/>
                  <a:pt x="357697" y="222416"/>
                </a:cubicBezTo>
                <a:lnTo>
                  <a:pt x="167419" y="222416"/>
                </a:lnTo>
                <a:lnTo>
                  <a:pt x="167419" y="314333"/>
                </a:lnTo>
                <a:cubicBezTo>
                  <a:pt x="167419" y="316904"/>
                  <a:pt x="164858" y="319476"/>
                  <a:pt x="162391" y="320714"/>
                </a:cubicBezTo>
                <a:cubicBezTo>
                  <a:pt x="161158" y="321953"/>
                  <a:pt x="159830" y="321953"/>
                  <a:pt x="159830" y="32195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5" name="Graphic 23">
            <a:extLst>
              <a:ext uri="{FF2B5EF4-FFF2-40B4-BE49-F238E27FC236}">
                <a16:creationId xmlns:a16="http://schemas.microsoft.com/office/drawing/2014/main" id="{58C9CFE0-6578-EAA1-74E3-C96C815CE146}"/>
              </a:ext>
            </a:extLst>
          </p:cNvPr>
          <p:cNvSpPr/>
          <p:nvPr/>
        </p:nvSpPr>
        <p:spPr>
          <a:xfrm>
            <a:off x="2203265" y="888717"/>
            <a:ext cx="485707" cy="428454"/>
          </a:xfrm>
          <a:custGeom>
            <a:avLst/>
            <a:gdLst>
              <a:gd name="connsiteX0" fmla="*/ 15177 w 365190"/>
              <a:gd name="connsiteY0" fmla="*/ 207081 h 322143"/>
              <a:gd name="connsiteX1" fmla="*/ 205455 w 365190"/>
              <a:gd name="connsiteY1" fmla="*/ 207081 h 322143"/>
              <a:gd name="connsiteX2" fmla="*/ 213044 w 365190"/>
              <a:gd name="connsiteY2" fmla="*/ 214701 h 322143"/>
              <a:gd name="connsiteX3" fmla="*/ 213044 w 365190"/>
              <a:gd name="connsiteY3" fmla="*/ 295092 h 322143"/>
              <a:gd name="connsiteX4" fmla="*/ 347453 w 365190"/>
              <a:gd name="connsiteY4" fmla="*/ 161075 h 322143"/>
              <a:gd name="connsiteX5" fmla="*/ 213044 w 365190"/>
              <a:gd name="connsiteY5" fmla="*/ 25820 h 322143"/>
              <a:gd name="connsiteX6" fmla="*/ 213044 w 365190"/>
              <a:gd name="connsiteY6" fmla="*/ 107450 h 322143"/>
              <a:gd name="connsiteX7" fmla="*/ 205455 w 365190"/>
              <a:gd name="connsiteY7" fmla="*/ 115070 h 322143"/>
              <a:gd name="connsiteX8" fmla="*/ 15177 w 365190"/>
              <a:gd name="connsiteY8" fmla="*/ 115070 h 322143"/>
              <a:gd name="connsiteX9" fmla="*/ 15177 w 365190"/>
              <a:gd name="connsiteY9" fmla="*/ 206986 h 322143"/>
              <a:gd name="connsiteX10" fmla="*/ 205455 w 365190"/>
              <a:gd name="connsiteY10" fmla="*/ 321953 h 322143"/>
              <a:gd name="connsiteX11" fmla="*/ 202894 w 365190"/>
              <a:gd name="connsiteY11" fmla="*/ 320714 h 322143"/>
              <a:gd name="connsiteX12" fmla="*/ 197867 w 365190"/>
              <a:gd name="connsiteY12" fmla="*/ 314333 h 322143"/>
              <a:gd name="connsiteX13" fmla="*/ 197867 w 365190"/>
              <a:gd name="connsiteY13" fmla="*/ 222416 h 322143"/>
              <a:gd name="connsiteX14" fmla="*/ 7588 w 365190"/>
              <a:gd name="connsiteY14" fmla="*/ 222416 h 322143"/>
              <a:gd name="connsiteX15" fmla="*/ 0 w 365190"/>
              <a:gd name="connsiteY15" fmla="*/ 214796 h 322143"/>
              <a:gd name="connsiteX16" fmla="*/ 0 w 365190"/>
              <a:gd name="connsiteY16" fmla="*/ 107640 h 322143"/>
              <a:gd name="connsiteX17" fmla="*/ 7588 w 365190"/>
              <a:gd name="connsiteY17" fmla="*/ 100020 h 322143"/>
              <a:gd name="connsiteX18" fmla="*/ 197867 w 365190"/>
              <a:gd name="connsiteY18" fmla="*/ 100020 h 322143"/>
              <a:gd name="connsiteX19" fmla="*/ 197867 w 365190"/>
              <a:gd name="connsiteY19" fmla="*/ 8104 h 322143"/>
              <a:gd name="connsiteX20" fmla="*/ 202894 w 365190"/>
              <a:gd name="connsiteY20" fmla="*/ 484 h 322143"/>
              <a:gd name="connsiteX21" fmla="*/ 210483 w 365190"/>
              <a:gd name="connsiteY21" fmla="*/ 3056 h 322143"/>
              <a:gd name="connsiteX22" fmla="*/ 363958 w 365190"/>
              <a:gd name="connsiteY22" fmla="*/ 154884 h 322143"/>
              <a:gd name="connsiteX23" fmla="*/ 365191 w 365190"/>
              <a:gd name="connsiteY23" fmla="*/ 161266 h 322143"/>
              <a:gd name="connsiteX24" fmla="*/ 363958 w 365190"/>
              <a:gd name="connsiteY24" fmla="*/ 166409 h 322143"/>
              <a:gd name="connsiteX25" fmla="*/ 210483 w 365190"/>
              <a:gd name="connsiteY25" fmla="*/ 319571 h 322143"/>
              <a:gd name="connsiteX26" fmla="*/ 205455 w 365190"/>
              <a:gd name="connsiteY26" fmla="*/ 32214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190" h="322143">
                <a:moveTo>
                  <a:pt x="15177" y="207081"/>
                </a:moveTo>
                <a:lnTo>
                  <a:pt x="205455" y="207081"/>
                </a:lnTo>
                <a:cubicBezTo>
                  <a:pt x="210483" y="207081"/>
                  <a:pt x="213044" y="209653"/>
                  <a:pt x="213044" y="214701"/>
                </a:cubicBezTo>
                <a:lnTo>
                  <a:pt x="213044" y="295092"/>
                </a:lnTo>
                <a:lnTo>
                  <a:pt x="347453" y="161075"/>
                </a:lnTo>
                <a:lnTo>
                  <a:pt x="213044" y="25820"/>
                </a:lnTo>
                <a:lnTo>
                  <a:pt x="213044" y="107450"/>
                </a:lnTo>
                <a:cubicBezTo>
                  <a:pt x="213044" y="111260"/>
                  <a:pt x="210483" y="115070"/>
                  <a:pt x="205455" y="115070"/>
                </a:cubicBezTo>
                <a:lnTo>
                  <a:pt x="15177" y="115070"/>
                </a:lnTo>
                <a:lnTo>
                  <a:pt x="15177" y="206986"/>
                </a:lnTo>
                <a:close/>
                <a:moveTo>
                  <a:pt x="205455" y="321953"/>
                </a:moveTo>
                <a:cubicBezTo>
                  <a:pt x="204630" y="321953"/>
                  <a:pt x="203776" y="321540"/>
                  <a:pt x="202894" y="320714"/>
                </a:cubicBezTo>
                <a:cubicBezTo>
                  <a:pt x="200333" y="319476"/>
                  <a:pt x="197867" y="316905"/>
                  <a:pt x="197867" y="314333"/>
                </a:cubicBezTo>
                <a:lnTo>
                  <a:pt x="197867" y="222416"/>
                </a:lnTo>
                <a:lnTo>
                  <a:pt x="7588" y="222416"/>
                </a:lnTo>
                <a:cubicBezTo>
                  <a:pt x="3794" y="222416"/>
                  <a:pt x="0" y="218606"/>
                  <a:pt x="0" y="214796"/>
                </a:cubicBezTo>
                <a:lnTo>
                  <a:pt x="0" y="107640"/>
                </a:lnTo>
                <a:cubicBezTo>
                  <a:pt x="0" y="102497"/>
                  <a:pt x="3794" y="100020"/>
                  <a:pt x="7588" y="100020"/>
                </a:cubicBezTo>
                <a:lnTo>
                  <a:pt x="197867" y="100020"/>
                </a:lnTo>
                <a:lnTo>
                  <a:pt x="197867" y="8104"/>
                </a:lnTo>
                <a:cubicBezTo>
                  <a:pt x="197867" y="5532"/>
                  <a:pt x="200428" y="1722"/>
                  <a:pt x="202894" y="484"/>
                </a:cubicBezTo>
                <a:cubicBezTo>
                  <a:pt x="205455" y="-754"/>
                  <a:pt x="209250" y="484"/>
                  <a:pt x="210483" y="3056"/>
                </a:cubicBezTo>
                <a:lnTo>
                  <a:pt x="363958" y="154884"/>
                </a:lnTo>
                <a:cubicBezTo>
                  <a:pt x="365191" y="157456"/>
                  <a:pt x="365191" y="158694"/>
                  <a:pt x="365191" y="161266"/>
                </a:cubicBezTo>
                <a:cubicBezTo>
                  <a:pt x="365191" y="162504"/>
                  <a:pt x="365191" y="165076"/>
                  <a:pt x="363958" y="166409"/>
                </a:cubicBezTo>
                <a:lnTo>
                  <a:pt x="210483" y="319571"/>
                </a:lnTo>
                <a:cubicBezTo>
                  <a:pt x="209250" y="320810"/>
                  <a:pt x="207922" y="322143"/>
                  <a:pt x="205455" y="322143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6" name="Graphic 23">
            <a:extLst>
              <a:ext uri="{FF2B5EF4-FFF2-40B4-BE49-F238E27FC236}">
                <a16:creationId xmlns:a16="http://schemas.microsoft.com/office/drawing/2014/main" id="{6BB9FB5B-3159-D84A-E4AD-9CAFB5D735C5}"/>
              </a:ext>
            </a:extLst>
          </p:cNvPr>
          <p:cNvSpPr/>
          <p:nvPr/>
        </p:nvSpPr>
        <p:spPr>
          <a:xfrm>
            <a:off x="2961637" y="888717"/>
            <a:ext cx="485707" cy="428454"/>
          </a:xfrm>
          <a:custGeom>
            <a:avLst/>
            <a:gdLst>
              <a:gd name="connsiteX0" fmla="*/ 15177 w 365190"/>
              <a:gd name="connsiteY0" fmla="*/ 207081 h 322143"/>
              <a:gd name="connsiteX1" fmla="*/ 205455 w 365190"/>
              <a:gd name="connsiteY1" fmla="*/ 207081 h 322143"/>
              <a:gd name="connsiteX2" fmla="*/ 213044 w 365190"/>
              <a:gd name="connsiteY2" fmla="*/ 214701 h 322143"/>
              <a:gd name="connsiteX3" fmla="*/ 213044 w 365190"/>
              <a:gd name="connsiteY3" fmla="*/ 295092 h 322143"/>
              <a:gd name="connsiteX4" fmla="*/ 347453 w 365190"/>
              <a:gd name="connsiteY4" fmla="*/ 161075 h 322143"/>
              <a:gd name="connsiteX5" fmla="*/ 213044 w 365190"/>
              <a:gd name="connsiteY5" fmla="*/ 25820 h 322143"/>
              <a:gd name="connsiteX6" fmla="*/ 213044 w 365190"/>
              <a:gd name="connsiteY6" fmla="*/ 107450 h 322143"/>
              <a:gd name="connsiteX7" fmla="*/ 205455 w 365190"/>
              <a:gd name="connsiteY7" fmla="*/ 115070 h 322143"/>
              <a:gd name="connsiteX8" fmla="*/ 15177 w 365190"/>
              <a:gd name="connsiteY8" fmla="*/ 115070 h 322143"/>
              <a:gd name="connsiteX9" fmla="*/ 15177 w 365190"/>
              <a:gd name="connsiteY9" fmla="*/ 206986 h 322143"/>
              <a:gd name="connsiteX10" fmla="*/ 205455 w 365190"/>
              <a:gd name="connsiteY10" fmla="*/ 321953 h 322143"/>
              <a:gd name="connsiteX11" fmla="*/ 202894 w 365190"/>
              <a:gd name="connsiteY11" fmla="*/ 320714 h 322143"/>
              <a:gd name="connsiteX12" fmla="*/ 197867 w 365190"/>
              <a:gd name="connsiteY12" fmla="*/ 314333 h 322143"/>
              <a:gd name="connsiteX13" fmla="*/ 197867 w 365190"/>
              <a:gd name="connsiteY13" fmla="*/ 222416 h 322143"/>
              <a:gd name="connsiteX14" fmla="*/ 7588 w 365190"/>
              <a:gd name="connsiteY14" fmla="*/ 222416 h 322143"/>
              <a:gd name="connsiteX15" fmla="*/ 0 w 365190"/>
              <a:gd name="connsiteY15" fmla="*/ 214796 h 322143"/>
              <a:gd name="connsiteX16" fmla="*/ 0 w 365190"/>
              <a:gd name="connsiteY16" fmla="*/ 107640 h 322143"/>
              <a:gd name="connsiteX17" fmla="*/ 7588 w 365190"/>
              <a:gd name="connsiteY17" fmla="*/ 100020 h 322143"/>
              <a:gd name="connsiteX18" fmla="*/ 197867 w 365190"/>
              <a:gd name="connsiteY18" fmla="*/ 100020 h 322143"/>
              <a:gd name="connsiteX19" fmla="*/ 197867 w 365190"/>
              <a:gd name="connsiteY19" fmla="*/ 8104 h 322143"/>
              <a:gd name="connsiteX20" fmla="*/ 202894 w 365190"/>
              <a:gd name="connsiteY20" fmla="*/ 484 h 322143"/>
              <a:gd name="connsiteX21" fmla="*/ 210483 w 365190"/>
              <a:gd name="connsiteY21" fmla="*/ 3056 h 322143"/>
              <a:gd name="connsiteX22" fmla="*/ 363958 w 365190"/>
              <a:gd name="connsiteY22" fmla="*/ 154884 h 322143"/>
              <a:gd name="connsiteX23" fmla="*/ 365191 w 365190"/>
              <a:gd name="connsiteY23" fmla="*/ 161266 h 322143"/>
              <a:gd name="connsiteX24" fmla="*/ 363958 w 365190"/>
              <a:gd name="connsiteY24" fmla="*/ 166409 h 322143"/>
              <a:gd name="connsiteX25" fmla="*/ 210483 w 365190"/>
              <a:gd name="connsiteY25" fmla="*/ 319571 h 322143"/>
              <a:gd name="connsiteX26" fmla="*/ 205455 w 365190"/>
              <a:gd name="connsiteY26" fmla="*/ 32214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190" h="322143">
                <a:moveTo>
                  <a:pt x="15177" y="207081"/>
                </a:moveTo>
                <a:lnTo>
                  <a:pt x="205455" y="207081"/>
                </a:lnTo>
                <a:cubicBezTo>
                  <a:pt x="210483" y="207081"/>
                  <a:pt x="213044" y="209653"/>
                  <a:pt x="213044" y="214701"/>
                </a:cubicBezTo>
                <a:lnTo>
                  <a:pt x="213044" y="295092"/>
                </a:lnTo>
                <a:lnTo>
                  <a:pt x="347453" y="161075"/>
                </a:lnTo>
                <a:lnTo>
                  <a:pt x="213044" y="25820"/>
                </a:lnTo>
                <a:lnTo>
                  <a:pt x="213044" y="107450"/>
                </a:lnTo>
                <a:cubicBezTo>
                  <a:pt x="213044" y="111260"/>
                  <a:pt x="210483" y="115070"/>
                  <a:pt x="205455" y="115070"/>
                </a:cubicBezTo>
                <a:lnTo>
                  <a:pt x="15177" y="115070"/>
                </a:lnTo>
                <a:lnTo>
                  <a:pt x="15177" y="206986"/>
                </a:lnTo>
                <a:close/>
                <a:moveTo>
                  <a:pt x="205455" y="321953"/>
                </a:moveTo>
                <a:cubicBezTo>
                  <a:pt x="204630" y="321953"/>
                  <a:pt x="203776" y="321540"/>
                  <a:pt x="202894" y="320714"/>
                </a:cubicBezTo>
                <a:cubicBezTo>
                  <a:pt x="200333" y="319476"/>
                  <a:pt x="197867" y="316905"/>
                  <a:pt x="197867" y="314333"/>
                </a:cubicBezTo>
                <a:lnTo>
                  <a:pt x="197867" y="222416"/>
                </a:lnTo>
                <a:lnTo>
                  <a:pt x="7588" y="222416"/>
                </a:lnTo>
                <a:cubicBezTo>
                  <a:pt x="3794" y="222416"/>
                  <a:pt x="0" y="218606"/>
                  <a:pt x="0" y="214796"/>
                </a:cubicBezTo>
                <a:lnTo>
                  <a:pt x="0" y="107640"/>
                </a:lnTo>
                <a:cubicBezTo>
                  <a:pt x="0" y="102497"/>
                  <a:pt x="3794" y="100020"/>
                  <a:pt x="7588" y="100020"/>
                </a:cubicBezTo>
                <a:lnTo>
                  <a:pt x="197867" y="100020"/>
                </a:lnTo>
                <a:lnTo>
                  <a:pt x="197867" y="8104"/>
                </a:lnTo>
                <a:cubicBezTo>
                  <a:pt x="197867" y="5532"/>
                  <a:pt x="200428" y="1722"/>
                  <a:pt x="202894" y="484"/>
                </a:cubicBezTo>
                <a:cubicBezTo>
                  <a:pt x="205455" y="-754"/>
                  <a:pt x="209250" y="484"/>
                  <a:pt x="210483" y="3056"/>
                </a:cubicBezTo>
                <a:lnTo>
                  <a:pt x="363958" y="154884"/>
                </a:lnTo>
                <a:cubicBezTo>
                  <a:pt x="365191" y="157456"/>
                  <a:pt x="365191" y="158694"/>
                  <a:pt x="365191" y="161266"/>
                </a:cubicBezTo>
                <a:cubicBezTo>
                  <a:pt x="365191" y="162504"/>
                  <a:pt x="365191" y="165076"/>
                  <a:pt x="363958" y="166409"/>
                </a:cubicBezTo>
                <a:lnTo>
                  <a:pt x="210483" y="319571"/>
                </a:lnTo>
                <a:cubicBezTo>
                  <a:pt x="209250" y="320810"/>
                  <a:pt x="207922" y="322143"/>
                  <a:pt x="205455" y="322143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7" name="Graphic 23">
            <a:extLst>
              <a:ext uri="{FF2B5EF4-FFF2-40B4-BE49-F238E27FC236}">
                <a16:creationId xmlns:a16="http://schemas.microsoft.com/office/drawing/2014/main" id="{3873E098-5A84-F5E0-CCE0-B4458D06DC5D}"/>
              </a:ext>
            </a:extLst>
          </p:cNvPr>
          <p:cNvSpPr/>
          <p:nvPr/>
        </p:nvSpPr>
        <p:spPr>
          <a:xfrm>
            <a:off x="2203265" y="1516460"/>
            <a:ext cx="485707" cy="428454"/>
          </a:xfrm>
          <a:custGeom>
            <a:avLst/>
            <a:gdLst>
              <a:gd name="connsiteX0" fmla="*/ 15177 w 365190"/>
              <a:gd name="connsiteY0" fmla="*/ 207081 h 322143"/>
              <a:gd name="connsiteX1" fmla="*/ 205455 w 365190"/>
              <a:gd name="connsiteY1" fmla="*/ 207081 h 322143"/>
              <a:gd name="connsiteX2" fmla="*/ 213044 w 365190"/>
              <a:gd name="connsiteY2" fmla="*/ 214701 h 322143"/>
              <a:gd name="connsiteX3" fmla="*/ 213044 w 365190"/>
              <a:gd name="connsiteY3" fmla="*/ 295092 h 322143"/>
              <a:gd name="connsiteX4" fmla="*/ 347453 w 365190"/>
              <a:gd name="connsiteY4" fmla="*/ 161075 h 322143"/>
              <a:gd name="connsiteX5" fmla="*/ 213044 w 365190"/>
              <a:gd name="connsiteY5" fmla="*/ 25820 h 322143"/>
              <a:gd name="connsiteX6" fmla="*/ 213044 w 365190"/>
              <a:gd name="connsiteY6" fmla="*/ 107450 h 322143"/>
              <a:gd name="connsiteX7" fmla="*/ 205455 w 365190"/>
              <a:gd name="connsiteY7" fmla="*/ 115070 h 322143"/>
              <a:gd name="connsiteX8" fmla="*/ 15177 w 365190"/>
              <a:gd name="connsiteY8" fmla="*/ 115070 h 322143"/>
              <a:gd name="connsiteX9" fmla="*/ 15177 w 365190"/>
              <a:gd name="connsiteY9" fmla="*/ 206986 h 322143"/>
              <a:gd name="connsiteX10" fmla="*/ 205455 w 365190"/>
              <a:gd name="connsiteY10" fmla="*/ 321953 h 322143"/>
              <a:gd name="connsiteX11" fmla="*/ 202894 w 365190"/>
              <a:gd name="connsiteY11" fmla="*/ 320714 h 322143"/>
              <a:gd name="connsiteX12" fmla="*/ 197867 w 365190"/>
              <a:gd name="connsiteY12" fmla="*/ 314333 h 322143"/>
              <a:gd name="connsiteX13" fmla="*/ 197867 w 365190"/>
              <a:gd name="connsiteY13" fmla="*/ 222416 h 322143"/>
              <a:gd name="connsiteX14" fmla="*/ 7588 w 365190"/>
              <a:gd name="connsiteY14" fmla="*/ 222416 h 322143"/>
              <a:gd name="connsiteX15" fmla="*/ 0 w 365190"/>
              <a:gd name="connsiteY15" fmla="*/ 214796 h 322143"/>
              <a:gd name="connsiteX16" fmla="*/ 0 w 365190"/>
              <a:gd name="connsiteY16" fmla="*/ 107640 h 322143"/>
              <a:gd name="connsiteX17" fmla="*/ 7588 w 365190"/>
              <a:gd name="connsiteY17" fmla="*/ 100020 h 322143"/>
              <a:gd name="connsiteX18" fmla="*/ 197867 w 365190"/>
              <a:gd name="connsiteY18" fmla="*/ 100020 h 322143"/>
              <a:gd name="connsiteX19" fmla="*/ 197867 w 365190"/>
              <a:gd name="connsiteY19" fmla="*/ 8104 h 322143"/>
              <a:gd name="connsiteX20" fmla="*/ 202894 w 365190"/>
              <a:gd name="connsiteY20" fmla="*/ 484 h 322143"/>
              <a:gd name="connsiteX21" fmla="*/ 210483 w 365190"/>
              <a:gd name="connsiteY21" fmla="*/ 3056 h 322143"/>
              <a:gd name="connsiteX22" fmla="*/ 363958 w 365190"/>
              <a:gd name="connsiteY22" fmla="*/ 154884 h 322143"/>
              <a:gd name="connsiteX23" fmla="*/ 365191 w 365190"/>
              <a:gd name="connsiteY23" fmla="*/ 161266 h 322143"/>
              <a:gd name="connsiteX24" fmla="*/ 363958 w 365190"/>
              <a:gd name="connsiteY24" fmla="*/ 166409 h 322143"/>
              <a:gd name="connsiteX25" fmla="*/ 210483 w 365190"/>
              <a:gd name="connsiteY25" fmla="*/ 319571 h 322143"/>
              <a:gd name="connsiteX26" fmla="*/ 205455 w 365190"/>
              <a:gd name="connsiteY26" fmla="*/ 32214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190" h="322143">
                <a:moveTo>
                  <a:pt x="15177" y="207081"/>
                </a:moveTo>
                <a:lnTo>
                  <a:pt x="205455" y="207081"/>
                </a:lnTo>
                <a:cubicBezTo>
                  <a:pt x="210483" y="207081"/>
                  <a:pt x="213044" y="209653"/>
                  <a:pt x="213044" y="214701"/>
                </a:cubicBezTo>
                <a:lnTo>
                  <a:pt x="213044" y="295092"/>
                </a:lnTo>
                <a:lnTo>
                  <a:pt x="347453" y="161075"/>
                </a:lnTo>
                <a:lnTo>
                  <a:pt x="213044" y="25820"/>
                </a:lnTo>
                <a:lnTo>
                  <a:pt x="213044" y="107450"/>
                </a:lnTo>
                <a:cubicBezTo>
                  <a:pt x="213044" y="111260"/>
                  <a:pt x="210483" y="115070"/>
                  <a:pt x="205455" y="115070"/>
                </a:cubicBezTo>
                <a:lnTo>
                  <a:pt x="15177" y="115070"/>
                </a:lnTo>
                <a:lnTo>
                  <a:pt x="15177" y="206986"/>
                </a:lnTo>
                <a:close/>
                <a:moveTo>
                  <a:pt x="205455" y="321953"/>
                </a:moveTo>
                <a:cubicBezTo>
                  <a:pt x="204630" y="321953"/>
                  <a:pt x="203776" y="321540"/>
                  <a:pt x="202894" y="320714"/>
                </a:cubicBezTo>
                <a:cubicBezTo>
                  <a:pt x="200333" y="319476"/>
                  <a:pt x="197867" y="316905"/>
                  <a:pt x="197867" y="314333"/>
                </a:cubicBezTo>
                <a:lnTo>
                  <a:pt x="197867" y="222416"/>
                </a:lnTo>
                <a:lnTo>
                  <a:pt x="7588" y="222416"/>
                </a:lnTo>
                <a:cubicBezTo>
                  <a:pt x="3794" y="222416"/>
                  <a:pt x="0" y="218606"/>
                  <a:pt x="0" y="214796"/>
                </a:cubicBezTo>
                <a:lnTo>
                  <a:pt x="0" y="107640"/>
                </a:lnTo>
                <a:cubicBezTo>
                  <a:pt x="0" y="102497"/>
                  <a:pt x="3794" y="100020"/>
                  <a:pt x="7588" y="100020"/>
                </a:cubicBezTo>
                <a:lnTo>
                  <a:pt x="197867" y="100020"/>
                </a:lnTo>
                <a:lnTo>
                  <a:pt x="197867" y="8104"/>
                </a:lnTo>
                <a:cubicBezTo>
                  <a:pt x="197867" y="5532"/>
                  <a:pt x="200428" y="1722"/>
                  <a:pt x="202894" y="484"/>
                </a:cubicBezTo>
                <a:cubicBezTo>
                  <a:pt x="205455" y="-754"/>
                  <a:pt x="209250" y="484"/>
                  <a:pt x="210483" y="3056"/>
                </a:cubicBezTo>
                <a:lnTo>
                  <a:pt x="363958" y="154884"/>
                </a:lnTo>
                <a:cubicBezTo>
                  <a:pt x="365191" y="157456"/>
                  <a:pt x="365191" y="158694"/>
                  <a:pt x="365191" y="161266"/>
                </a:cubicBezTo>
                <a:cubicBezTo>
                  <a:pt x="365191" y="162504"/>
                  <a:pt x="365191" y="165076"/>
                  <a:pt x="363958" y="166409"/>
                </a:cubicBezTo>
                <a:lnTo>
                  <a:pt x="210483" y="319571"/>
                </a:lnTo>
                <a:cubicBezTo>
                  <a:pt x="209250" y="320810"/>
                  <a:pt x="207922" y="322143"/>
                  <a:pt x="205455" y="322143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28" name="Graphic 23">
            <a:extLst>
              <a:ext uri="{FF2B5EF4-FFF2-40B4-BE49-F238E27FC236}">
                <a16:creationId xmlns:a16="http://schemas.microsoft.com/office/drawing/2014/main" id="{3E3713D2-ECC3-DEF1-E4C8-E344F307412D}"/>
              </a:ext>
            </a:extLst>
          </p:cNvPr>
          <p:cNvSpPr/>
          <p:nvPr/>
        </p:nvSpPr>
        <p:spPr>
          <a:xfrm>
            <a:off x="2961637" y="1516460"/>
            <a:ext cx="485707" cy="428454"/>
          </a:xfrm>
          <a:custGeom>
            <a:avLst/>
            <a:gdLst>
              <a:gd name="connsiteX0" fmla="*/ 15177 w 365190"/>
              <a:gd name="connsiteY0" fmla="*/ 207081 h 322143"/>
              <a:gd name="connsiteX1" fmla="*/ 205455 w 365190"/>
              <a:gd name="connsiteY1" fmla="*/ 207081 h 322143"/>
              <a:gd name="connsiteX2" fmla="*/ 213044 w 365190"/>
              <a:gd name="connsiteY2" fmla="*/ 214701 h 322143"/>
              <a:gd name="connsiteX3" fmla="*/ 213044 w 365190"/>
              <a:gd name="connsiteY3" fmla="*/ 295092 h 322143"/>
              <a:gd name="connsiteX4" fmla="*/ 347453 w 365190"/>
              <a:gd name="connsiteY4" fmla="*/ 161075 h 322143"/>
              <a:gd name="connsiteX5" fmla="*/ 213044 w 365190"/>
              <a:gd name="connsiteY5" fmla="*/ 25820 h 322143"/>
              <a:gd name="connsiteX6" fmla="*/ 213044 w 365190"/>
              <a:gd name="connsiteY6" fmla="*/ 107450 h 322143"/>
              <a:gd name="connsiteX7" fmla="*/ 205455 w 365190"/>
              <a:gd name="connsiteY7" fmla="*/ 115070 h 322143"/>
              <a:gd name="connsiteX8" fmla="*/ 15177 w 365190"/>
              <a:gd name="connsiteY8" fmla="*/ 115070 h 322143"/>
              <a:gd name="connsiteX9" fmla="*/ 15177 w 365190"/>
              <a:gd name="connsiteY9" fmla="*/ 206986 h 322143"/>
              <a:gd name="connsiteX10" fmla="*/ 205455 w 365190"/>
              <a:gd name="connsiteY10" fmla="*/ 321953 h 322143"/>
              <a:gd name="connsiteX11" fmla="*/ 202894 w 365190"/>
              <a:gd name="connsiteY11" fmla="*/ 320714 h 322143"/>
              <a:gd name="connsiteX12" fmla="*/ 197867 w 365190"/>
              <a:gd name="connsiteY12" fmla="*/ 314333 h 322143"/>
              <a:gd name="connsiteX13" fmla="*/ 197867 w 365190"/>
              <a:gd name="connsiteY13" fmla="*/ 222416 h 322143"/>
              <a:gd name="connsiteX14" fmla="*/ 7588 w 365190"/>
              <a:gd name="connsiteY14" fmla="*/ 222416 h 322143"/>
              <a:gd name="connsiteX15" fmla="*/ 0 w 365190"/>
              <a:gd name="connsiteY15" fmla="*/ 214796 h 322143"/>
              <a:gd name="connsiteX16" fmla="*/ 0 w 365190"/>
              <a:gd name="connsiteY16" fmla="*/ 107640 h 322143"/>
              <a:gd name="connsiteX17" fmla="*/ 7588 w 365190"/>
              <a:gd name="connsiteY17" fmla="*/ 100020 h 322143"/>
              <a:gd name="connsiteX18" fmla="*/ 197867 w 365190"/>
              <a:gd name="connsiteY18" fmla="*/ 100020 h 322143"/>
              <a:gd name="connsiteX19" fmla="*/ 197867 w 365190"/>
              <a:gd name="connsiteY19" fmla="*/ 8104 h 322143"/>
              <a:gd name="connsiteX20" fmla="*/ 202894 w 365190"/>
              <a:gd name="connsiteY20" fmla="*/ 484 h 322143"/>
              <a:gd name="connsiteX21" fmla="*/ 210483 w 365190"/>
              <a:gd name="connsiteY21" fmla="*/ 3056 h 322143"/>
              <a:gd name="connsiteX22" fmla="*/ 363958 w 365190"/>
              <a:gd name="connsiteY22" fmla="*/ 154884 h 322143"/>
              <a:gd name="connsiteX23" fmla="*/ 365191 w 365190"/>
              <a:gd name="connsiteY23" fmla="*/ 161266 h 322143"/>
              <a:gd name="connsiteX24" fmla="*/ 363958 w 365190"/>
              <a:gd name="connsiteY24" fmla="*/ 166409 h 322143"/>
              <a:gd name="connsiteX25" fmla="*/ 210483 w 365190"/>
              <a:gd name="connsiteY25" fmla="*/ 319571 h 322143"/>
              <a:gd name="connsiteX26" fmla="*/ 205455 w 365190"/>
              <a:gd name="connsiteY26" fmla="*/ 322143 h 322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5190" h="322143">
                <a:moveTo>
                  <a:pt x="15177" y="207081"/>
                </a:moveTo>
                <a:lnTo>
                  <a:pt x="205455" y="207081"/>
                </a:lnTo>
                <a:cubicBezTo>
                  <a:pt x="210483" y="207081"/>
                  <a:pt x="213044" y="209653"/>
                  <a:pt x="213044" y="214701"/>
                </a:cubicBezTo>
                <a:lnTo>
                  <a:pt x="213044" y="295092"/>
                </a:lnTo>
                <a:lnTo>
                  <a:pt x="347453" y="161075"/>
                </a:lnTo>
                <a:lnTo>
                  <a:pt x="213044" y="25820"/>
                </a:lnTo>
                <a:lnTo>
                  <a:pt x="213044" y="107450"/>
                </a:lnTo>
                <a:cubicBezTo>
                  <a:pt x="213044" y="111260"/>
                  <a:pt x="210483" y="115070"/>
                  <a:pt x="205455" y="115070"/>
                </a:cubicBezTo>
                <a:lnTo>
                  <a:pt x="15177" y="115070"/>
                </a:lnTo>
                <a:lnTo>
                  <a:pt x="15177" y="206986"/>
                </a:lnTo>
                <a:close/>
                <a:moveTo>
                  <a:pt x="205455" y="321953"/>
                </a:moveTo>
                <a:cubicBezTo>
                  <a:pt x="204630" y="321953"/>
                  <a:pt x="203776" y="321540"/>
                  <a:pt x="202894" y="320714"/>
                </a:cubicBezTo>
                <a:cubicBezTo>
                  <a:pt x="200333" y="319476"/>
                  <a:pt x="197867" y="316905"/>
                  <a:pt x="197867" y="314333"/>
                </a:cubicBezTo>
                <a:lnTo>
                  <a:pt x="197867" y="222416"/>
                </a:lnTo>
                <a:lnTo>
                  <a:pt x="7588" y="222416"/>
                </a:lnTo>
                <a:cubicBezTo>
                  <a:pt x="3794" y="222416"/>
                  <a:pt x="0" y="218606"/>
                  <a:pt x="0" y="214796"/>
                </a:cubicBezTo>
                <a:lnTo>
                  <a:pt x="0" y="107640"/>
                </a:lnTo>
                <a:cubicBezTo>
                  <a:pt x="0" y="102497"/>
                  <a:pt x="3794" y="100020"/>
                  <a:pt x="7588" y="100020"/>
                </a:cubicBezTo>
                <a:lnTo>
                  <a:pt x="197867" y="100020"/>
                </a:lnTo>
                <a:lnTo>
                  <a:pt x="197867" y="8104"/>
                </a:lnTo>
                <a:cubicBezTo>
                  <a:pt x="197867" y="5532"/>
                  <a:pt x="200428" y="1722"/>
                  <a:pt x="202894" y="484"/>
                </a:cubicBezTo>
                <a:cubicBezTo>
                  <a:pt x="205455" y="-754"/>
                  <a:pt x="209250" y="484"/>
                  <a:pt x="210483" y="3056"/>
                </a:cubicBezTo>
                <a:lnTo>
                  <a:pt x="363958" y="154884"/>
                </a:lnTo>
                <a:cubicBezTo>
                  <a:pt x="365191" y="157456"/>
                  <a:pt x="365191" y="158694"/>
                  <a:pt x="365191" y="161266"/>
                </a:cubicBezTo>
                <a:cubicBezTo>
                  <a:pt x="365191" y="162504"/>
                  <a:pt x="365191" y="165076"/>
                  <a:pt x="363958" y="166409"/>
                </a:cubicBezTo>
                <a:lnTo>
                  <a:pt x="210483" y="319571"/>
                </a:lnTo>
                <a:cubicBezTo>
                  <a:pt x="209250" y="320810"/>
                  <a:pt x="207922" y="322143"/>
                  <a:pt x="205455" y="322143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1" name="Graphic 29">
            <a:extLst>
              <a:ext uri="{FF2B5EF4-FFF2-40B4-BE49-F238E27FC236}">
                <a16:creationId xmlns:a16="http://schemas.microsoft.com/office/drawing/2014/main" id="{088380AD-4D0E-AC03-4BA7-EB5DE53DB272}"/>
              </a:ext>
            </a:extLst>
          </p:cNvPr>
          <p:cNvSpPr/>
          <p:nvPr/>
        </p:nvSpPr>
        <p:spPr>
          <a:xfrm>
            <a:off x="3890596" y="870163"/>
            <a:ext cx="400012" cy="404495"/>
          </a:xfrm>
          <a:custGeom>
            <a:avLst/>
            <a:gdLst>
              <a:gd name="connsiteX0" fmla="*/ 18212 w 300281"/>
              <a:gd name="connsiteY0" fmla="*/ 83238 h 303646"/>
              <a:gd name="connsiteX1" fmla="*/ 151863 w 300281"/>
              <a:gd name="connsiteY1" fmla="*/ 219160 h 303646"/>
              <a:gd name="connsiteX2" fmla="*/ 151863 w 300281"/>
              <a:gd name="connsiteY2" fmla="*/ 230018 h 303646"/>
              <a:gd name="connsiteX3" fmla="*/ 94855 w 300281"/>
              <a:gd name="connsiteY3" fmla="*/ 286502 h 303646"/>
              <a:gd name="connsiteX4" fmla="*/ 284280 w 300281"/>
              <a:gd name="connsiteY4" fmla="*/ 288407 h 303646"/>
              <a:gd name="connsiteX5" fmla="*/ 285703 w 300281"/>
              <a:gd name="connsiteY5" fmla="*/ 97335 h 303646"/>
              <a:gd name="connsiteX6" fmla="*/ 227841 w 300281"/>
              <a:gd name="connsiteY6" fmla="*/ 154771 h 303646"/>
              <a:gd name="connsiteX7" fmla="*/ 217028 w 300281"/>
              <a:gd name="connsiteY7" fmla="*/ 154771 h 303646"/>
              <a:gd name="connsiteX8" fmla="*/ 83377 w 300281"/>
              <a:gd name="connsiteY8" fmla="*/ 18849 h 303646"/>
              <a:gd name="connsiteX9" fmla="*/ 18307 w 300281"/>
              <a:gd name="connsiteY9" fmla="*/ 83429 h 303646"/>
              <a:gd name="connsiteX10" fmla="*/ 70477 w 300281"/>
              <a:gd name="connsiteY10" fmla="*/ 299837 h 303646"/>
              <a:gd name="connsiteX11" fmla="*/ 69623 w 300281"/>
              <a:gd name="connsiteY11" fmla="*/ 297170 h 303646"/>
              <a:gd name="connsiteX12" fmla="*/ 70572 w 300281"/>
              <a:gd name="connsiteY12" fmla="*/ 289073 h 303646"/>
              <a:gd name="connsiteX13" fmla="*/ 135642 w 300281"/>
              <a:gd name="connsiteY13" fmla="*/ 224494 h 303646"/>
              <a:gd name="connsiteX14" fmla="*/ 1992 w 300281"/>
              <a:gd name="connsiteY14" fmla="*/ 88572 h 303646"/>
              <a:gd name="connsiteX15" fmla="*/ 1992 w 300281"/>
              <a:gd name="connsiteY15" fmla="*/ 77714 h 303646"/>
              <a:gd name="connsiteX16" fmla="*/ 77971 w 300281"/>
              <a:gd name="connsiteY16" fmla="*/ 2371 h 303646"/>
              <a:gd name="connsiteX17" fmla="*/ 88784 w 300281"/>
              <a:gd name="connsiteY17" fmla="*/ 2371 h 303646"/>
              <a:gd name="connsiteX18" fmla="*/ 222434 w 300281"/>
              <a:gd name="connsiteY18" fmla="*/ 138293 h 303646"/>
              <a:gd name="connsiteX19" fmla="*/ 287505 w 300281"/>
              <a:gd name="connsiteY19" fmla="*/ 73713 h 303646"/>
              <a:gd name="connsiteX20" fmla="*/ 296516 w 300281"/>
              <a:gd name="connsiteY20" fmla="*/ 71999 h 303646"/>
              <a:gd name="connsiteX21" fmla="*/ 300026 w 300281"/>
              <a:gd name="connsiteY21" fmla="*/ 79238 h 303646"/>
              <a:gd name="connsiteX22" fmla="*/ 300215 w 300281"/>
              <a:gd name="connsiteY22" fmla="*/ 295550 h 303646"/>
              <a:gd name="connsiteX23" fmla="*/ 296611 w 300281"/>
              <a:gd name="connsiteY23" fmla="*/ 300980 h 303646"/>
              <a:gd name="connsiteX24" fmla="*/ 292058 w 300281"/>
              <a:gd name="connsiteY24" fmla="*/ 303647 h 303646"/>
              <a:gd name="connsiteX25" fmla="*/ 75694 w 300281"/>
              <a:gd name="connsiteY25" fmla="*/ 301646 h 303646"/>
              <a:gd name="connsiteX26" fmla="*/ 70287 w 300281"/>
              <a:gd name="connsiteY26" fmla="*/ 299837 h 303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0281" h="303646">
                <a:moveTo>
                  <a:pt x="18212" y="83238"/>
                </a:moveTo>
                <a:lnTo>
                  <a:pt x="151863" y="219160"/>
                </a:lnTo>
                <a:cubicBezTo>
                  <a:pt x="155467" y="222779"/>
                  <a:pt x="155372" y="226399"/>
                  <a:pt x="151863" y="230018"/>
                </a:cubicBezTo>
                <a:lnTo>
                  <a:pt x="94855" y="286502"/>
                </a:lnTo>
                <a:lnTo>
                  <a:pt x="284280" y="288407"/>
                </a:lnTo>
                <a:lnTo>
                  <a:pt x="285703" y="97335"/>
                </a:lnTo>
                <a:lnTo>
                  <a:pt x="227841" y="154771"/>
                </a:lnTo>
                <a:cubicBezTo>
                  <a:pt x="225090" y="157438"/>
                  <a:pt x="220632" y="158295"/>
                  <a:pt x="217028" y="154771"/>
                </a:cubicBezTo>
                <a:lnTo>
                  <a:pt x="83377" y="18849"/>
                </a:lnTo>
                <a:lnTo>
                  <a:pt x="18307" y="83429"/>
                </a:lnTo>
                <a:close/>
                <a:moveTo>
                  <a:pt x="70477" y="299837"/>
                </a:moveTo>
                <a:cubicBezTo>
                  <a:pt x="69908" y="299201"/>
                  <a:pt x="69623" y="298313"/>
                  <a:pt x="69623" y="297170"/>
                </a:cubicBezTo>
                <a:cubicBezTo>
                  <a:pt x="68770" y="294503"/>
                  <a:pt x="68770" y="290883"/>
                  <a:pt x="70572" y="289073"/>
                </a:cubicBezTo>
                <a:lnTo>
                  <a:pt x="135642" y="224494"/>
                </a:lnTo>
                <a:lnTo>
                  <a:pt x="1992" y="88572"/>
                </a:lnTo>
                <a:cubicBezTo>
                  <a:pt x="-664" y="85810"/>
                  <a:pt x="-664" y="80476"/>
                  <a:pt x="1992" y="77714"/>
                </a:cubicBezTo>
                <a:lnTo>
                  <a:pt x="77971" y="2371"/>
                </a:lnTo>
                <a:cubicBezTo>
                  <a:pt x="81575" y="-1249"/>
                  <a:pt x="86033" y="-296"/>
                  <a:pt x="88784" y="2371"/>
                </a:cubicBezTo>
                <a:lnTo>
                  <a:pt x="222434" y="138293"/>
                </a:lnTo>
                <a:lnTo>
                  <a:pt x="287505" y="73713"/>
                </a:lnTo>
                <a:cubicBezTo>
                  <a:pt x="289307" y="71903"/>
                  <a:pt x="293765" y="71046"/>
                  <a:pt x="296516" y="71999"/>
                </a:cubicBezTo>
                <a:cubicBezTo>
                  <a:pt x="299172" y="72951"/>
                  <a:pt x="300974" y="76571"/>
                  <a:pt x="300026" y="79238"/>
                </a:cubicBezTo>
                <a:lnTo>
                  <a:pt x="300215" y="295550"/>
                </a:lnTo>
                <a:cubicBezTo>
                  <a:pt x="299267" y="298217"/>
                  <a:pt x="298413" y="299170"/>
                  <a:pt x="296611" y="300980"/>
                </a:cubicBezTo>
                <a:cubicBezTo>
                  <a:pt x="295662" y="301837"/>
                  <a:pt x="293860" y="303647"/>
                  <a:pt x="292058" y="303647"/>
                </a:cubicBezTo>
                <a:lnTo>
                  <a:pt x="75694" y="301646"/>
                </a:lnTo>
                <a:cubicBezTo>
                  <a:pt x="73892" y="301646"/>
                  <a:pt x="72090" y="301646"/>
                  <a:pt x="70287" y="299837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2" name="Graphic 29">
            <a:extLst>
              <a:ext uri="{FF2B5EF4-FFF2-40B4-BE49-F238E27FC236}">
                <a16:creationId xmlns:a16="http://schemas.microsoft.com/office/drawing/2014/main" id="{CBD41FC8-C1B4-500E-7881-5E5D2B483DED}"/>
              </a:ext>
            </a:extLst>
          </p:cNvPr>
          <p:cNvSpPr/>
          <p:nvPr/>
        </p:nvSpPr>
        <p:spPr>
          <a:xfrm>
            <a:off x="4652596" y="870163"/>
            <a:ext cx="400012" cy="404495"/>
          </a:xfrm>
          <a:custGeom>
            <a:avLst/>
            <a:gdLst>
              <a:gd name="connsiteX0" fmla="*/ 18212 w 300281"/>
              <a:gd name="connsiteY0" fmla="*/ 83238 h 303646"/>
              <a:gd name="connsiteX1" fmla="*/ 151863 w 300281"/>
              <a:gd name="connsiteY1" fmla="*/ 219160 h 303646"/>
              <a:gd name="connsiteX2" fmla="*/ 151863 w 300281"/>
              <a:gd name="connsiteY2" fmla="*/ 230018 h 303646"/>
              <a:gd name="connsiteX3" fmla="*/ 94855 w 300281"/>
              <a:gd name="connsiteY3" fmla="*/ 286502 h 303646"/>
              <a:gd name="connsiteX4" fmla="*/ 284280 w 300281"/>
              <a:gd name="connsiteY4" fmla="*/ 288407 h 303646"/>
              <a:gd name="connsiteX5" fmla="*/ 285703 w 300281"/>
              <a:gd name="connsiteY5" fmla="*/ 97335 h 303646"/>
              <a:gd name="connsiteX6" fmla="*/ 227841 w 300281"/>
              <a:gd name="connsiteY6" fmla="*/ 154771 h 303646"/>
              <a:gd name="connsiteX7" fmla="*/ 217028 w 300281"/>
              <a:gd name="connsiteY7" fmla="*/ 154771 h 303646"/>
              <a:gd name="connsiteX8" fmla="*/ 83377 w 300281"/>
              <a:gd name="connsiteY8" fmla="*/ 18849 h 303646"/>
              <a:gd name="connsiteX9" fmla="*/ 18307 w 300281"/>
              <a:gd name="connsiteY9" fmla="*/ 83429 h 303646"/>
              <a:gd name="connsiteX10" fmla="*/ 70477 w 300281"/>
              <a:gd name="connsiteY10" fmla="*/ 299837 h 303646"/>
              <a:gd name="connsiteX11" fmla="*/ 69623 w 300281"/>
              <a:gd name="connsiteY11" fmla="*/ 297170 h 303646"/>
              <a:gd name="connsiteX12" fmla="*/ 70572 w 300281"/>
              <a:gd name="connsiteY12" fmla="*/ 289073 h 303646"/>
              <a:gd name="connsiteX13" fmla="*/ 135642 w 300281"/>
              <a:gd name="connsiteY13" fmla="*/ 224494 h 303646"/>
              <a:gd name="connsiteX14" fmla="*/ 1992 w 300281"/>
              <a:gd name="connsiteY14" fmla="*/ 88572 h 303646"/>
              <a:gd name="connsiteX15" fmla="*/ 1992 w 300281"/>
              <a:gd name="connsiteY15" fmla="*/ 77714 h 303646"/>
              <a:gd name="connsiteX16" fmla="*/ 77971 w 300281"/>
              <a:gd name="connsiteY16" fmla="*/ 2371 h 303646"/>
              <a:gd name="connsiteX17" fmla="*/ 88784 w 300281"/>
              <a:gd name="connsiteY17" fmla="*/ 2371 h 303646"/>
              <a:gd name="connsiteX18" fmla="*/ 222434 w 300281"/>
              <a:gd name="connsiteY18" fmla="*/ 138293 h 303646"/>
              <a:gd name="connsiteX19" fmla="*/ 287505 w 300281"/>
              <a:gd name="connsiteY19" fmla="*/ 73713 h 303646"/>
              <a:gd name="connsiteX20" fmla="*/ 296516 w 300281"/>
              <a:gd name="connsiteY20" fmla="*/ 71999 h 303646"/>
              <a:gd name="connsiteX21" fmla="*/ 300026 w 300281"/>
              <a:gd name="connsiteY21" fmla="*/ 79238 h 303646"/>
              <a:gd name="connsiteX22" fmla="*/ 300215 w 300281"/>
              <a:gd name="connsiteY22" fmla="*/ 295550 h 303646"/>
              <a:gd name="connsiteX23" fmla="*/ 296611 w 300281"/>
              <a:gd name="connsiteY23" fmla="*/ 300980 h 303646"/>
              <a:gd name="connsiteX24" fmla="*/ 292058 w 300281"/>
              <a:gd name="connsiteY24" fmla="*/ 303647 h 303646"/>
              <a:gd name="connsiteX25" fmla="*/ 75694 w 300281"/>
              <a:gd name="connsiteY25" fmla="*/ 301646 h 303646"/>
              <a:gd name="connsiteX26" fmla="*/ 70287 w 300281"/>
              <a:gd name="connsiteY26" fmla="*/ 299837 h 303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0281" h="303646">
                <a:moveTo>
                  <a:pt x="18212" y="83238"/>
                </a:moveTo>
                <a:lnTo>
                  <a:pt x="151863" y="219160"/>
                </a:lnTo>
                <a:cubicBezTo>
                  <a:pt x="155467" y="222779"/>
                  <a:pt x="155372" y="226399"/>
                  <a:pt x="151863" y="230018"/>
                </a:cubicBezTo>
                <a:lnTo>
                  <a:pt x="94855" y="286502"/>
                </a:lnTo>
                <a:lnTo>
                  <a:pt x="284280" y="288407"/>
                </a:lnTo>
                <a:lnTo>
                  <a:pt x="285703" y="97335"/>
                </a:lnTo>
                <a:lnTo>
                  <a:pt x="227841" y="154771"/>
                </a:lnTo>
                <a:cubicBezTo>
                  <a:pt x="225090" y="157438"/>
                  <a:pt x="220632" y="158295"/>
                  <a:pt x="217028" y="154771"/>
                </a:cubicBezTo>
                <a:lnTo>
                  <a:pt x="83377" y="18849"/>
                </a:lnTo>
                <a:lnTo>
                  <a:pt x="18307" y="83429"/>
                </a:lnTo>
                <a:close/>
                <a:moveTo>
                  <a:pt x="70477" y="299837"/>
                </a:moveTo>
                <a:cubicBezTo>
                  <a:pt x="69908" y="299201"/>
                  <a:pt x="69623" y="298313"/>
                  <a:pt x="69623" y="297170"/>
                </a:cubicBezTo>
                <a:cubicBezTo>
                  <a:pt x="68770" y="294503"/>
                  <a:pt x="68770" y="290883"/>
                  <a:pt x="70572" y="289073"/>
                </a:cubicBezTo>
                <a:lnTo>
                  <a:pt x="135642" y="224494"/>
                </a:lnTo>
                <a:lnTo>
                  <a:pt x="1992" y="88572"/>
                </a:lnTo>
                <a:cubicBezTo>
                  <a:pt x="-664" y="85810"/>
                  <a:pt x="-664" y="80476"/>
                  <a:pt x="1992" y="77714"/>
                </a:cubicBezTo>
                <a:lnTo>
                  <a:pt x="77971" y="2371"/>
                </a:lnTo>
                <a:cubicBezTo>
                  <a:pt x="81575" y="-1249"/>
                  <a:pt x="86033" y="-296"/>
                  <a:pt x="88784" y="2371"/>
                </a:cubicBezTo>
                <a:lnTo>
                  <a:pt x="222434" y="138293"/>
                </a:lnTo>
                <a:lnTo>
                  <a:pt x="287505" y="73713"/>
                </a:lnTo>
                <a:cubicBezTo>
                  <a:pt x="289307" y="71903"/>
                  <a:pt x="293765" y="71046"/>
                  <a:pt x="296516" y="71999"/>
                </a:cubicBezTo>
                <a:cubicBezTo>
                  <a:pt x="299172" y="72951"/>
                  <a:pt x="300974" y="76571"/>
                  <a:pt x="300026" y="79238"/>
                </a:cubicBezTo>
                <a:lnTo>
                  <a:pt x="300215" y="295550"/>
                </a:lnTo>
                <a:cubicBezTo>
                  <a:pt x="299267" y="298217"/>
                  <a:pt x="298413" y="299170"/>
                  <a:pt x="296611" y="300980"/>
                </a:cubicBezTo>
                <a:cubicBezTo>
                  <a:pt x="295662" y="301837"/>
                  <a:pt x="293860" y="303647"/>
                  <a:pt x="292058" y="303647"/>
                </a:cubicBezTo>
                <a:lnTo>
                  <a:pt x="75694" y="301646"/>
                </a:lnTo>
                <a:cubicBezTo>
                  <a:pt x="73892" y="301646"/>
                  <a:pt x="72090" y="301646"/>
                  <a:pt x="70287" y="299837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3" name="Graphic 29">
            <a:extLst>
              <a:ext uri="{FF2B5EF4-FFF2-40B4-BE49-F238E27FC236}">
                <a16:creationId xmlns:a16="http://schemas.microsoft.com/office/drawing/2014/main" id="{C07CAB7E-AE6F-85C8-C670-B531C4EE85EB}"/>
              </a:ext>
            </a:extLst>
          </p:cNvPr>
          <p:cNvSpPr/>
          <p:nvPr/>
        </p:nvSpPr>
        <p:spPr>
          <a:xfrm>
            <a:off x="3890596" y="1501535"/>
            <a:ext cx="400012" cy="404495"/>
          </a:xfrm>
          <a:custGeom>
            <a:avLst/>
            <a:gdLst>
              <a:gd name="connsiteX0" fmla="*/ 18212 w 300281"/>
              <a:gd name="connsiteY0" fmla="*/ 83238 h 303646"/>
              <a:gd name="connsiteX1" fmla="*/ 151863 w 300281"/>
              <a:gd name="connsiteY1" fmla="*/ 219160 h 303646"/>
              <a:gd name="connsiteX2" fmla="*/ 151863 w 300281"/>
              <a:gd name="connsiteY2" fmla="*/ 230018 h 303646"/>
              <a:gd name="connsiteX3" fmla="*/ 94855 w 300281"/>
              <a:gd name="connsiteY3" fmla="*/ 286502 h 303646"/>
              <a:gd name="connsiteX4" fmla="*/ 284280 w 300281"/>
              <a:gd name="connsiteY4" fmla="*/ 288407 h 303646"/>
              <a:gd name="connsiteX5" fmla="*/ 285703 w 300281"/>
              <a:gd name="connsiteY5" fmla="*/ 97335 h 303646"/>
              <a:gd name="connsiteX6" fmla="*/ 227841 w 300281"/>
              <a:gd name="connsiteY6" fmla="*/ 154771 h 303646"/>
              <a:gd name="connsiteX7" fmla="*/ 217028 w 300281"/>
              <a:gd name="connsiteY7" fmla="*/ 154771 h 303646"/>
              <a:gd name="connsiteX8" fmla="*/ 83377 w 300281"/>
              <a:gd name="connsiteY8" fmla="*/ 18849 h 303646"/>
              <a:gd name="connsiteX9" fmla="*/ 18307 w 300281"/>
              <a:gd name="connsiteY9" fmla="*/ 83429 h 303646"/>
              <a:gd name="connsiteX10" fmla="*/ 70477 w 300281"/>
              <a:gd name="connsiteY10" fmla="*/ 299837 h 303646"/>
              <a:gd name="connsiteX11" fmla="*/ 69623 w 300281"/>
              <a:gd name="connsiteY11" fmla="*/ 297170 h 303646"/>
              <a:gd name="connsiteX12" fmla="*/ 70572 w 300281"/>
              <a:gd name="connsiteY12" fmla="*/ 289073 h 303646"/>
              <a:gd name="connsiteX13" fmla="*/ 135642 w 300281"/>
              <a:gd name="connsiteY13" fmla="*/ 224494 h 303646"/>
              <a:gd name="connsiteX14" fmla="*/ 1992 w 300281"/>
              <a:gd name="connsiteY14" fmla="*/ 88572 h 303646"/>
              <a:gd name="connsiteX15" fmla="*/ 1992 w 300281"/>
              <a:gd name="connsiteY15" fmla="*/ 77714 h 303646"/>
              <a:gd name="connsiteX16" fmla="*/ 77971 w 300281"/>
              <a:gd name="connsiteY16" fmla="*/ 2371 h 303646"/>
              <a:gd name="connsiteX17" fmla="*/ 88784 w 300281"/>
              <a:gd name="connsiteY17" fmla="*/ 2371 h 303646"/>
              <a:gd name="connsiteX18" fmla="*/ 222434 w 300281"/>
              <a:gd name="connsiteY18" fmla="*/ 138293 h 303646"/>
              <a:gd name="connsiteX19" fmla="*/ 287505 w 300281"/>
              <a:gd name="connsiteY19" fmla="*/ 73713 h 303646"/>
              <a:gd name="connsiteX20" fmla="*/ 296516 w 300281"/>
              <a:gd name="connsiteY20" fmla="*/ 71999 h 303646"/>
              <a:gd name="connsiteX21" fmla="*/ 300026 w 300281"/>
              <a:gd name="connsiteY21" fmla="*/ 79238 h 303646"/>
              <a:gd name="connsiteX22" fmla="*/ 300215 w 300281"/>
              <a:gd name="connsiteY22" fmla="*/ 295550 h 303646"/>
              <a:gd name="connsiteX23" fmla="*/ 296611 w 300281"/>
              <a:gd name="connsiteY23" fmla="*/ 300980 h 303646"/>
              <a:gd name="connsiteX24" fmla="*/ 292058 w 300281"/>
              <a:gd name="connsiteY24" fmla="*/ 303647 h 303646"/>
              <a:gd name="connsiteX25" fmla="*/ 75694 w 300281"/>
              <a:gd name="connsiteY25" fmla="*/ 301646 h 303646"/>
              <a:gd name="connsiteX26" fmla="*/ 70287 w 300281"/>
              <a:gd name="connsiteY26" fmla="*/ 299837 h 303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0281" h="303646">
                <a:moveTo>
                  <a:pt x="18212" y="83238"/>
                </a:moveTo>
                <a:lnTo>
                  <a:pt x="151863" y="219160"/>
                </a:lnTo>
                <a:cubicBezTo>
                  <a:pt x="155467" y="222779"/>
                  <a:pt x="155372" y="226399"/>
                  <a:pt x="151863" y="230018"/>
                </a:cubicBezTo>
                <a:lnTo>
                  <a:pt x="94855" y="286502"/>
                </a:lnTo>
                <a:lnTo>
                  <a:pt x="284280" y="288407"/>
                </a:lnTo>
                <a:lnTo>
                  <a:pt x="285703" y="97335"/>
                </a:lnTo>
                <a:lnTo>
                  <a:pt x="227841" y="154771"/>
                </a:lnTo>
                <a:cubicBezTo>
                  <a:pt x="225090" y="157438"/>
                  <a:pt x="220632" y="158295"/>
                  <a:pt x="217028" y="154771"/>
                </a:cubicBezTo>
                <a:lnTo>
                  <a:pt x="83377" y="18849"/>
                </a:lnTo>
                <a:lnTo>
                  <a:pt x="18307" y="83429"/>
                </a:lnTo>
                <a:close/>
                <a:moveTo>
                  <a:pt x="70477" y="299837"/>
                </a:moveTo>
                <a:cubicBezTo>
                  <a:pt x="69908" y="299201"/>
                  <a:pt x="69623" y="298313"/>
                  <a:pt x="69623" y="297170"/>
                </a:cubicBezTo>
                <a:cubicBezTo>
                  <a:pt x="68770" y="294503"/>
                  <a:pt x="68770" y="290883"/>
                  <a:pt x="70572" y="289073"/>
                </a:cubicBezTo>
                <a:lnTo>
                  <a:pt x="135642" y="224494"/>
                </a:lnTo>
                <a:lnTo>
                  <a:pt x="1992" y="88572"/>
                </a:lnTo>
                <a:cubicBezTo>
                  <a:pt x="-664" y="85810"/>
                  <a:pt x="-664" y="80476"/>
                  <a:pt x="1992" y="77714"/>
                </a:cubicBezTo>
                <a:lnTo>
                  <a:pt x="77971" y="2371"/>
                </a:lnTo>
                <a:cubicBezTo>
                  <a:pt x="81575" y="-1249"/>
                  <a:pt x="86033" y="-296"/>
                  <a:pt x="88784" y="2371"/>
                </a:cubicBezTo>
                <a:lnTo>
                  <a:pt x="222434" y="138293"/>
                </a:lnTo>
                <a:lnTo>
                  <a:pt x="287505" y="73713"/>
                </a:lnTo>
                <a:cubicBezTo>
                  <a:pt x="289307" y="71903"/>
                  <a:pt x="293765" y="71046"/>
                  <a:pt x="296516" y="71999"/>
                </a:cubicBezTo>
                <a:cubicBezTo>
                  <a:pt x="299172" y="72951"/>
                  <a:pt x="300974" y="76571"/>
                  <a:pt x="300026" y="79238"/>
                </a:cubicBezTo>
                <a:lnTo>
                  <a:pt x="300215" y="295550"/>
                </a:lnTo>
                <a:cubicBezTo>
                  <a:pt x="299267" y="298217"/>
                  <a:pt x="298413" y="299170"/>
                  <a:pt x="296611" y="300980"/>
                </a:cubicBezTo>
                <a:cubicBezTo>
                  <a:pt x="295662" y="301837"/>
                  <a:pt x="293860" y="303647"/>
                  <a:pt x="292058" y="303647"/>
                </a:cubicBezTo>
                <a:lnTo>
                  <a:pt x="75694" y="301646"/>
                </a:lnTo>
                <a:cubicBezTo>
                  <a:pt x="73892" y="301646"/>
                  <a:pt x="72090" y="301646"/>
                  <a:pt x="70287" y="299837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34" name="Graphic 29">
            <a:extLst>
              <a:ext uri="{FF2B5EF4-FFF2-40B4-BE49-F238E27FC236}">
                <a16:creationId xmlns:a16="http://schemas.microsoft.com/office/drawing/2014/main" id="{61071350-E074-57F1-52DF-A90E87C91EAC}"/>
              </a:ext>
            </a:extLst>
          </p:cNvPr>
          <p:cNvSpPr/>
          <p:nvPr/>
        </p:nvSpPr>
        <p:spPr>
          <a:xfrm>
            <a:off x="4652596" y="1501535"/>
            <a:ext cx="400012" cy="404495"/>
          </a:xfrm>
          <a:custGeom>
            <a:avLst/>
            <a:gdLst>
              <a:gd name="connsiteX0" fmla="*/ 18212 w 300281"/>
              <a:gd name="connsiteY0" fmla="*/ 83238 h 303646"/>
              <a:gd name="connsiteX1" fmla="*/ 151863 w 300281"/>
              <a:gd name="connsiteY1" fmla="*/ 219160 h 303646"/>
              <a:gd name="connsiteX2" fmla="*/ 151863 w 300281"/>
              <a:gd name="connsiteY2" fmla="*/ 230018 h 303646"/>
              <a:gd name="connsiteX3" fmla="*/ 94855 w 300281"/>
              <a:gd name="connsiteY3" fmla="*/ 286502 h 303646"/>
              <a:gd name="connsiteX4" fmla="*/ 284280 w 300281"/>
              <a:gd name="connsiteY4" fmla="*/ 288407 h 303646"/>
              <a:gd name="connsiteX5" fmla="*/ 285703 w 300281"/>
              <a:gd name="connsiteY5" fmla="*/ 97335 h 303646"/>
              <a:gd name="connsiteX6" fmla="*/ 227841 w 300281"/>
              <a:gd name="connsiteY6" fmla="*/ 154771 h 303646"/>
              <a:gd name="connsiteX7" fmla="*/ 217028 w 300281"/>
              <a:gd name="connsiteY7" fmla="*/ 154771 h 303646"/>
              <a:gd name="connsiteX8" fmla="*/ 83377 w 300281"/>
              <a:gd name="connsiteY8" fmla="*/ 18849 h 303646"/>
              <a:gd name="connsiteX9" fmla="*/ 18307 w 300281"/>
              <a:gd name="connsiteY9" fmla="*/ 83429 h 303646"/>
              <a:gd name="connsiteX10" fmla="*/ 70477 w 300281"/>
              <a:gd name="connsiteY10" fmla="*/ 299837 h 303646"/>
              <a:gd name="connsiteX11" fmla="*/ 69623 w 300281"/>
              <a:gd name="connsiteY11" fmla="*/ 297170 h 303646"/>
              <a:gd name="connsiteX12" fmla="*/ 70572 w 300281"/>
              <a:gd name="connsiteY12" fmla="*/ 289073 h 303646"/>
              <a:gd name="connsiteX13" fmla="*/ 135642 w 300281"/>
              <a:gd name="connsiteY13" fmla="*/ 224494 h 303646"/>
              <a:gd name="connsiteX14" fmla="*/ 1992 w 300281"/>
              <a:gd name="connsiteY14" fmla="*/ 88572 h 303646"/>
              <a:gd name="connsiteX15" fmla="*/ 1992 w 300281"/>
              <a:gd name="connsiteY15" fmla="*/ 77714 h 303646"/>
              <a:gd name="connsiteX16" fmla="*/ 77971 w 300281"/>
              <a:gd name="connsiteY16" fmla="*/ 2371 h 303646"/>
              <a:gd name="connsiteX17" fmla="*/ 88784 w 300281"/>
              <a:gd name="connsiteY17" fmla="*/ 2371 h 303646"/>
              <a:gd name="connsiteX18" fmla="*/ 222434 w 300281"/>
              <a:gd name="connsiteY18" fmla="*/ 138293 h 303646"/>
              <a:gd name="connsiteX19" fmla="*/ 287505 w 300281"/>
              <a:gd name="connsiteY19" fmla="*/ 73713 h 303646"/>
              <a:gd name="connsiteX20" fmla="*/ 296516 w 300281"/>
              <a:gd name="connsiteY20" fmla="*/ 71999 h 303646"/>
              <a:gd name="connsiteX21" fmla="*/ 300026 w 300281"/>
              <a:gd name="connsiteY21" fmla="*/ 79238 h 303646"/>
              <a:gd name="connsiteX22" fmla="*/ 300215 w 300281"/>
              <a:gd name="connsiteY22" fmla="*/ 295550 h 303646"/>
              <a:gd name="connsiteX23" fmla="*/ 296611 w 300281"/>
              <a:gd name="connsiteY23" fmla="*/ 300980 h 303646"/>
              <a:gd name="connsiteX24" fmla="*/ 292058 w 300281"/>
              <a:gd name="connsiteY24" fmla="*/ 303647 h 303646"/>
              <a:gd name="connsiteX25" fmla="*/ 75694 w 300281"/>
              <a:gd name="connsiteY25" fmla="*/ 301646 h 303646"/>
              <a:gd name="connsiteX26" fmla="*/ 70287 w 300281"/>
              <a:gd name="connsiteY26" fmla="*/ 299837 h 303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0281" h="303646">
                <a:moveTo>
                  <a:pt x="18212" y="83238"/>
                </a:moveTo>
                <a:lnTo>
                  <a:pt x="151863" y="219160"/>
                </a:lnTo>
                <a:cubicBezTo>
                  <a:pt x="155467" y="222779"/>
                  <a:pt x="155372" y="226399"/>
                  <a:pt x="151863" y="230018"/>
                </a:cubicBezTo>
                <a:lnTo>
                  <a:pt x="94855" y="286502"/>
                </a:lnTo>
                <a:lnTo>
                  <a:pt x="284280" y="288407"/>
                </a:lnTo>
                <a:lnTo>
                  <a:pt x="285703" y="97335"/>
                </a:lnTo>
                <a:lnTo>
                  <a:pt x="227841" y="154771"/>
                </a:lnTo>
                <a:cubicBezTo>
                  <a:pt x="225090" y="157438"/>
                  <a:pt x="220632" y="158295"/>
                  <a:pt x="217028" y="154771"/>
                </a:cubicBezTo>
                <a:lnTo>
                  <a:pt x="83377" y="18849"/>
                </a:lnTo>
                <a:lnTo>
                  <a:pt x="18307" y="83429"/>
                </a:lnTo>
                <a:close/>
                <a:moveTo>
                  <a:pt x="70477" y="299837"/>
                </a:moveTo>
                <a:cubicBezTo>
                  <a:pt x="69908" y="299201"/>
                  <a:pt x="69623" y="298313"/>
                  <a:pt x="69623" y="297170"/>
                </a:cubicBezTo>
                <a:cubicBezTo>
                  <a:pt x="68770" y="294503"/>
                  <a:pt x="68770" y="290883"/>
                  <a:pt x="70572" y="289073"/>
                </a:cubicBezTo>
                <a:lnTo>
                  <a:pt x="135642" y="224494"/>
                </a:lnTo>
                <a:lnTo>
                  <a:pt x="1992" y="88572"/>
                </a:lnTo>
                <a:cubicBezTo>
                  <a:pt x="-664" y="85810"/>
                  <a:pt x="-664" y="80476"/>
                  <a:pt x="1992" y="77714"/>
                </a:cubicBezTo>
                <a:lnTo>
                  <a:pt x="77971" y="2371"/>
                </a:lnTo>
                <a:cubicBezTo>
                  <a:pt x="81575" y="-1249"/>
                  <a:pt x="86033" y="-296"/>
                  <a:pt x="88784" y="2371"/>
                </a:cubicBezTo>
                <a:lnTo>
                  <a:pt x="222434" y="138293"/>
                </a:lnTo>
                <a:lnTo>
                  <a:pt x="287505" y="73713"/>
                </a:lnTo>
                <a:cubicBezTo>
                  <a:pt x="289307" y="71903"/>
                  <a:pt x="293765" y="71046"/>
                  <a:pt x="296516" y="71999"/>
                </a:cubicBezTo>
                <a:cubicBezTo>
                  <a:pt x="299172" y="72951"/>
                  <a:pt x="300974" y="76571"/>
                  <a:pt x="300026" y="79238"/>
                </a:cubicBezTo>
                <a:lnTo>
                  <a:pt x="300215" y="295550"/>
                </a:lnTo>
                <a:cubicBezTo>
                  <a:pt x="299267" y="298217"/>
                  <a:pt x="298413" y="299170"/>
                  <a:pt x="296611" y="300980"/>
                </a:cubicBezTo>
                <a:cubicBezTo>
                  <a:pt x="295662" y="301837"/>
                  <a:pt x="293860" y="303647"/>
                  <a:pt x="292058" y="303647"/>
                </a:cubicBezTo>
                <a:lnTo>
                  <a:pt x="75694" y="301646"/>
                </a:lnTo>
                <a:cubicBezTo>
                  <a:pt x="73892" y="301646"/>
                  <a:pt x="72090" y="301646"/>
                  <a:pt x="70287" y="299837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89" name="Graphic 35">
            <a:extLst>
              <a:ext uri="{FF2B5EF4-FFF2-40B4-BE49-F238E27FC236}">
                <a16:creationId xmlns:a16="http://schemas.microsoft.com/office/drawing/2014/main" id="{12EB08F2-CE00-1840-053B-B97985D212CE}"/>
              </a:ext>
            </a:extLst>
          </p:cNvPr>
          <p:cNvSpPr/>
          <p:nvPr/>
        </p:nvSpPr>
        <p:spPr>
          <a:xfrm>
            <a:off x="5532760" y="877624"/>
            <a:ext cx="398157" cy="397033"/>
          </a:xfrm>
          <a:custGeom>
            <a:avLst/>
            <a:gdLst>
              <a:gd name="connsiteX0" fmla="*/ 219589 w 302386"/>
              <a:gd name="connsiteY0" fmla="*/ 18288 h 301532"/>
              <a:gd name="connsiteX1" fmla="*/ 84231 w 302386"/>
              <a:gd name="connsiteY1" fmla="*/ 152495 h 301532"/>
              <a:gd name="connsiteX2" fmla="*/ 73418 w 302386"/>
              <a:gd name="connsiteY2" fmla="*/ 152495 h 301532"/>
              <a:gd name="connsiteX3" fmla="*/ 17169 w 302386"/>
              <a:gd name="connsiteY3" fmla="*/ 95250 h 301532"/>
              <a:gd name="connsiteX4" fmla="*/ 15272 w 302386"/>
              <a:gd name="connsiteY4" fmla="*/ 285464 h 301532"/>
              <a:gd name="connsiteX5" fmla="*/ 205550 w 302386"/>
              <a:gd name="connsiteY5" fmla="*/ 286893 h 301532"/>
              <a:gd name="connsiteX6" fmla="*/ 148353 w 302386"/>
              <a:gd name="connsiteY6" fmla="*/ 228791 h 301532"/>
              <a:gd name="connsiteX7" fmla="*/ 148353 w 302386"/>
              <a:gd name="connsiteY7" fmla="*/ 217932 h 301532"/>
              <a:gd name="connsiteX8" fmla="*/ 283711 w 302386"/>
              <a:gd name="connsiteY8" fmla="*/ 83725 h 301532"/>
              <a:gd name="connsiteX9" fmla="*/ 219399 w 302386"/>
              <a:gd name="connsiteY9" fmla="*/ 18383 h 301532"/>
              <a:gd name="connsiteX10" fmla="*/ 3794 w 302386"/>
              <a:gd name="connsiteY10" fmla="*/ 70771 h 301532"/>
              <a:gd name="connsiteX11" fmla="*/ 6450 w 302386"/>
              <a:gd name="connsiteY11" fmla="*/ 69914 h 301532"/>
              <a:gd name="connsiteX12" fmla="*/ 14513 w 302386"/>
              <a:gd name="connsiteY12" fmla="*/ 70866 h 301532"/>
              <a:gd name="connsiteX13" fmla="*/ 78824 w 302386"/>
              <a:gd name="connsiteY13" fmla="*/ 136208 h 301532"/>
              <a:gd name="connsiteX14" fmla="*/ 214182 w 302386"/>
              <a:gd name="connsiteY14" fmla="*/ 2000 h 301532"/>
              <a:gd name="connsiteX15" fmla="*/ 224995 w 302386"/>
              <a:gd name="connsiteY15" fmla="*/ 2000 h 301532"/>
              <a:gd name="connsiteX16" fmla="*/ 300026 w 302386"/>
              <a:gd name="connsiteY16" fmla="*/ 78295 h 301532"/>
              <a:gd name="connsiteX17" fmla="*/ 300026 w 302386"/>
              <a:gd name="connsiteY17" fmla="*/ 89154 h 301532"/>
              <a:gd name="connsiteX18" fmla="*/ 164668 w 302386"/>
              <a:gd name="connsiteY18" fmla="*/ 223361 h 301532"/>
              <a:gd name="connsiteX19" fmla="*/ 228979 w 302386"/>
              <a:gd name="connsiteY19" fmla="*/ 288703 h 301532"/>
              <a:gd name="connsiteX20" fmla="*/ 230687 w 302386"/>
              <a:gd name="connsiteY20" fmla="*/ 297751 h 301532"/>
              <a:gd name="connsiteX21" fmla="*/ 223478 w 302386"/>
              <a:gd name="connsiteY21" fmla="*/ 301276 h 301532"/>
              <a:gd name="connsiteX22" fmla="*/ 8063 w 302386"/>
              <a:gd name="connsiteY22" fmla="*/ 301466 h 301532"/>
              <a:gd name="connsiteX23" fmla="*/ 2656 w 302386"/>
              <a:gd name="connsiteY23" fmla="*/ 297847 h 301532"/>
              <a:gd name="connsiteX24" fmla="*/ 0 w 302386"/>
              <a:gd name="connsiteY24" fmla="*/ 293275 h 301532"/>
              <a:gd name="connsiteX25" fmla="*/ 1992 w 302386"/>
              <a:gd name="connsiteY25" fmla="*/ 76009 h 301532"/>
              <a:gd name="connsiteX26" fmla="*/ 3794 w 302386"/>
              <a:gd name="connsiteY26" fmla="*/ 70580 h 301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2386" h="301532">
                <a:moveTo>
                  <a:pt x="219589" y="18288"/>
                </a:moveTo>
                <a:lnTo>
                  <a:pt x="84231" y="152495"/>
                </a:lnTo>
                <a:cubicBezTo>
                  <a:pt x="80627" y="156115"/>
                  <a:pt x="77022" y="156020"/>
                  <a:pt x="73418" y="152495"/>
                </a:cubicBezTo>
                <a:lnTo>
                  <a:pt x="17169" y="95250"/>
                </a:lnTo>
                <a:lnTo>
                  <a:pt x="15272" y="285464"/>
                </a:lnTo>
                <a:lnTo>
                  <a:pt x="205550" y="286893"/>
                </a:lnTo>
                <a:lnTo>
                  <a:pt x="148353" y="228791"/>
                </a:lnTo>
                <a:cubicBezTo>
                  <a:pt x="145697" y="226028"/>
                  <a:pt x="144843" y="221551"/>
                  <a:pt x="148353" y="217932"/>
                </a:cubicBezTo>
                <a:lnTo>
                  <a:pt x="283711" y="83725"/>
                </a:lnTo>
                <a:lnTo>
                  <a:pt x="219399" y="18383"/>
                </a:lnTo>
                <a:close/>
                <a:moveTo>
                  <a:pt x="3794" y="70771"/>
                </a:moveTo>
                <a:cubicBezTo>
                  <a:pt x="4430" y="70199"/>
                  <a:pt x="5312" y="69914"/>
                  <a:pt x="6450" y="69914"/>
                </a:cubicBezTo>
                <a:cubicBezTo>
                  <a:pt x="9106" y="69056"/>
                  <a:pt x="12711" y="69056"/>
                  <a:pt x="14513" y="70866"/>
                </a:cubicBezTo>
                <a:lnTo>
                  <a:pt x="78824" y="136208"/>
                </a:lnTo>
                <a:lnTo>
                  <a:pt x="214182" y="2000"/>
                </a:lnTo>
                <a:cubicBezTo>
                  <a:pt x="216933" y="-667"/>
                  <a:pt x="222245" y="-667"/>
                  <a:pt x="224995" y="2000"/>
                </a:cubicBezTo>
                <a:lnTo>
                  <a:pt x="300026" y="78295"/>
                </a:lnTo>
                <a:cubicBezTo>
                  <a:pt x="303630" y="81915"/>
                  <a:pt x="302682" y="86392"/>
                  <a:pt x="300026" y="89154"/>
                </a:cubicBezTo>
                <a:lnTo>
                  <a:pt x="164668" y="223361"/>
                </a:lnTo>
                <a:lnTo>
                  <a:pt x="228979" y="288703"/>
                </a:lnTo>
                <a:cubicBezTo>
                  <a:pt x="230782" y="290513"/>
                  <a:pt x="231635" y="294989"/>
                  <a:pt x="230687" y="297751"/>
                </a:cubicBezTo>
                <a:cubicBezTo>
                  <a:pt x="229738" y="300418"/>
                  <a:pt x="226134" y="302228"/>
                  <a:pt x="223478" y="301276"/>
                </a:cubicBezTo>
                <a:lnTo>
                  <a:pt x="8063" y="301466"/>
                </a:lnTo>
                <a:cubicBezTo>
                  <a:pt x="5407" y="300514"/>
                  <a:pt x="4458" y="299657"/>
                  <a:pt x="2656" y="297847"/>
                </a:cubicBezTo>
                <a:cubicBezTo>
                  <a:pt x="1802" y="296894"/>
                  <a:pt x="0" y="295085"/>
                  <a:pt x="0" y="293275"/>
                </a:cubicBezTo>
                <a:lnTo>
                  <a:pt x="1992" y="76009"/>
                </a:lnTo>
                <a:cubicBezTo>
                  <a:pt x="1992" y="74200"/>
                  <a:pt x="1992" y="72390"/>
                  <a:pt x="3794" y="7058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0" name="Graphic 35">
            <a:extLst>
              <a:ext uri="{FF2B5EF4-FFF2-40B4-BE49-F238E27FC236}">
                <a16:creationId xmlns:a16="http://schemas.microsoft.com/office/drawing/2014/main" id="{C229C55D-A6A5-F0BB-E5B9-2565A4DCDCDB}"/>
              </a:ext>
            </a:extLst>
          </p:cNvPr>
          <p:cNvSpPr/>
          <p:nvPr/>
        </p:nvSpPr>
        <p:spPr>
          <a:xfrm>
            <a:off x="6291132" y="877624"/>
            <a:ext cx="398157" cy="397033"/>
          </a:xfrm>
          <a:custGeom>
            <a:avLst/>
            <a:gdLst>
              <a:gd name="connsiteX0" fmla="*/ 219589 w 302386"/>
              <a:gd name="connsiteY0" fmla="*/ 18288 h 301532"/>
              <a:gd name="connsiteX1" fmla="*/ 84231 w 302386"/>
              <a:gd name="connsiteY1" fmla="*/ 152495 h 301532"/>
              <a:gd name="connsiteX2" fmla="*/ 73418 w 302386"/>
              <a:gd name="connsiteY2" fmla="*/ 152495 h 301532"/>
              <a:gd name="connsiteX3" fmla="*/ 17169 w 302386"/>
              <a:gd name="connsiteY3" fmla="*/ 95250 h 301532"/>
              <a:gd name="connsiteX4" fmla="*/ 15272 w 302386"/>
              <a:gd name="connsiteY4" fmla="*/ 285464 h 301532"/>
              <a:gd name="connsiteX5" fmla="*/ 205550 w 302386"/>
              <a:gd name="connsiteY5" fmla="*/ 286893 h 301532"/>
              <a:gd name="connsiteX6" fmla="*/ 148353 w 302386"/>
              <a:gd name="connsiteY6" fmla="*/ 228791 h 301532"/>
              <a:gd name="connsiteX7" fmla="*/ 148353 w 302386"/>
              <a:gd name="connsiteY7" fmla="*/ 217932 h 301532"/>
              <a:gd name="connsiteX8" fmla="*/ 283711 w 302386"/>
              <a:gd name="connsiteY8" fmla="*/ 83725 h 301532"/>
              <a:gd name="connsiteX9" fmla="*/ 219399 w 302386"/>
              <a:gd name="connsiteY9" fmla="*/ 18383 h 301532"/>
              <a:gd name="connsiteX10" fmla="*/ 3794 w 302386"/>
              <a:gd name="connsiteY10" fmla="*/ 70771 h 301532"/>
              <a:gd name="connsiteX11" fmla="*/ 6450 w 302386"/>
              <a:gd name="connsiteY11" fmla="*/ 69914 h 301532"/>
              <a:gd name="connsiteX12" fmla="*/ 14513 w 302386"/>
              <a:gd name="connsiteY12" fmla="*/ 70866 h 301532"/>
              <a:gd name="connsiteX13" fmla="*/ 78824 w 302386"/>
              <a:gd name="connsiteY13" fmla="*/ 136208 h 301532"/>
              <a:gd name="connsiteX14" fmla="*/ 214182 w 302386"/>
              <a:gd name="connsiteY14" fmla="*/ 2000 h 301532"/>
              <a:gd name="connsiteX15" fmla="*/ 224995 w 302386"/>
              <a:gd name="connsiteY15" fmla="*/ 2000 h 301532"/>
              <a:gd name="connsiteX16" fmla="*/ 300026 w 302386"/>
              <a:gd name="connsiteY16" fmla="*/ 78295 h 301532"/>
              <a:gd name="connsiteX17" fmla="*/ 300026 w 302386"/>
              <a:gd name="connsiteY17" fmla="*/ 89154 h 301532"/>
              <a:gd name="connsiteX18" fmla="*/ 164668 w 302386"/>
              <a:gd name="connsiteY18" fmla="*/ 223361 h 301532"/>
              <a:gd name="connsiteX19" fmla="*/ 228979 w 302386"/>
              <a:gd name="connsiteY19" fmla="*/ 288703 h 301532"/>
              <a:gd name="connsiteX20" fmla="*/ 230687 w 302386"/>
              <a:gd name="connsiteY20" fmla="*/ 297751 h 301532"/>
              <a:gd name="connsiteX21" fmla="*/ 223478 w 302386"/>
              <a:gd name="connsiteY21" fmla="*/ 301276 h 301532"/>
              <a:gd name="connsiteX22" fmla="*/ 8063 w 302386"/>
              <a:gd name="connsiteY22" fmla="*/ 301466 h 301532"/>
              <a:gd name="connsiteX23" fmla="*/ 2656 w 302386"/>
              <a:gd name="connsiteY23" fmla="*/ 297847 h 301532"/>
              <a:gd name="connsiteX24" fmla="*/ 0 w 302386"/>
              <a:gd name="connsiteY24" fmla="*/ 293275 h 301532"/>
              <a:gd name="connsiteX25" fmla="*/ 1992 w 302386"/>
              <a:gd name="connsiteY25" fmla="*/ 76009 h 301532"/>
              <a:gd name="connsiteX26" fmla="*/ 3794 w 302386"/>
              <a:gd name="connsiteY26" fmla="*/ 70580 h 301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2386" h="301532">
                <a:moveTo>
                  <a:pt x="219589" y="18288"/>
                </a:moveTo>
                <a:lnTo>
                  <a:pt x="84231" y="152495"/>
                </a:lnTo>
                <a:cubicBezTo>
                  <a:pt x="80627" y="156115"/>
                  <a:pt x="77022" y="156020"/>
                  <a:pt x="73418" y="152495"/>
                </a:cubicBezTo>
                <a:lnTo>
                  <a:pt x="17169" y="95250"/>
                </a:lnTo>
                <a:lnTo>
                  <a:pt x="15272" y="285464"/>
                </a:lnTo>
                <a:lnTo>
                  <a:pt x="205550" y="286893"/>
                </a:lnTo>
                <a:lnTo>
                  <a:pt x="148353" y="228791"/>
                </a:lnTo>
                <a:cubicBezTo>
                  <a:pt x="145697" y="226028"/>
                  <a:pt x="144843" y="221551"/>
                  <a:pt x="148353" y="217932"/>
                </a:cubicBezTo>
                <a:lnTo>
                  <a:pt x="283711" y="83725"/>
                </a:lnTo>
                <a:lnTo>
                  <a:pt x="219399" y="18383"/>
                </a:lnTo>
                <a:close/>
                <a:moveTo>
                  <a:pt x="3794" y="70771"/>
                </a:moveTo>
                <a:cubicBezTo>
                  <a:pt x="4430" y="70199"/>
                  <a:pt x="5312" y="69914"/>
                  <a:pt x="6450" y="69914"/>
                </a:cubicBezTo>
                <a:cubicBezTo>
                  <a:pt x="9106" y="69056"/>
                  <a:pt x="12711" y="69056"/>
                  <a:pt x="14513" y="70866"/>
                </a:cubicBezTo>
                <a:lnTo>
                  <a:pt x="78824" y="136208"/>
                </a:lnTo>
                <a:lnTo>
                  <a:pt x="214182" y="2000"/>
                </a:lnTo>
                <a:cubicBezTo>
                  <a:pt x="216933" y="-667"/>
                  <a:pt x="222245" y="-667"/>
                  <a:pt x="224995" y="2000"/>
                </a:cubicBezTo>
                <a:lnTo>
                  <a:pt x="300026" y="78295"/>
                </a:lnTo>
                <a:cubicBezTo>
                  <a:pt x="303630" y="81915"/>
                  <a:pt x="302682" y="86392"/>
                  <a:pt x="300026" y="89154"/>
                </a:cubicBezTo>
                <a:lnTo>
                  <a:pt x="164668" y="223361"/>
                </a:lnTo>
                <a:lnTo>
                  <a:pt x="228979" y="288703"/>
                </a:lnTo>
                <a:cubicBezTo>
                  <a:pt x="230782" y="290513"/>
                  <a:pt x="231635" y="294989"/>
                  <a:pt x="230687" y="297751"/>
                </a:cubicBezTo>
                <a:cubicBezTo>
                  <a:pt x="229738" y="300418"/>
                  <a:pt x="226134" y="302228"/>
                  <a:pt x="223478" y="301276"/>
                </a:cubicBezTo>
                <a:lnTo>
                  <a:pt x="8063" y="301466"/>
                </a:lnTo>
                <a:cubicBezTo>
                  <a:pt x="5407" y="300514"/>
                  <a:pt x="4458" y="299657"/>
                  <a:pt x="2656" y="297847"/>
                </a:cubicBezTo>
                <a:cubicBezTo>
                  <a:pt x="1802" y="296894"/>
                  <a:pt x="0" y="295085"/>
                  <a:pt x="0" y="293275"/>
                </a:cubicBezTo>
                <a:lnTo>
                  <a:pt x="1992" y="76009"/>
                </a:lnTo>
                <a:cubicBezTo>
                  <a:pt x="1992" y="74200"/>
                  <a:pt x="1992" y="72390"/>
                  <a:pt x="3794" y="7058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1" name="Graphic 35">
            <a:extLst>
              <a:ext uri="{FF2B5EF4-FFF2-40B4-BE49-F238E27FC236}">
                <a16:creationId xmlns:a16="http://schemas.microsoft.com/office/drawing/2014/main" id="{94EB1B73-A060-CE9B-927B-E679B0F960B1}"/>
              </a:ext>
            </a:extLst>
          </p:cNvPr>
          <p:cNvSpPr/>
          <p:nvPr/>
        </p:nvSpPr>
        <p:spPr>
          <a:xfrm>
            <a:off x="5532760" y="1501738"/>
            <a:ext cx="398157" cy="397033"/>
          </a:xfrm>
          <a:custGeom>
            <a:avLst/>
            <a:gdLst>
              <a:gd name="connsiteX0" fmla="*/ 219589 w 302386"/>
              <a:gd name="connsiteY0" fmla="*/ 18288 h 301532"/>
              <a:gd name="connsiteX1" fmla="*/ 84231 w 302386"/>
              <a:gd name="connsiteY1" fmla="*/ 152495 h 301532"/>
              <a:gd name="connsiteX2" fmla="*/ 73418 w 302386"/>
              <a:gd name="connsiteY2" fmla="*/ 152495 h 301532"/>
              <a:gd name="connsiteX3" fmla="*/ 17169 w 302386"/>
              <a:gd name="connsiteY3" fmla="*/ 95250 h 301532"/>
              <a:gd name="connsiteX4" fmla="*/ 15272 w 302386"/>
              <a:gd name="connsiteY4" fmla="*/ 285464 h 301532"/>
              <a:gd name="connsiteX5" fmla="*/ 205550 w 302386"/>
              <a:gd name="connsiteY5" fmla="*/ 286893 h 301532"/>
              <a:gd name="connsiteX6" fmla="*/ 148353 w 302386"/>
              <a:gd name="connsiteY6" fmla="*/ 228791 h 301532"/>
              <a:gd name="connsiteX7" fmla="*/ 148353 w 302386"/>
              <a:gd name="connsiteY7" fmla="*/ 217932 h 301532"/>
              <a:gd name="connsiteX8" fmla="*/ 283711 w 302386"/>
              <a:gd name="connsiteY8" fmla="*/ 83725 h 301532"/>
              <a:gd name="connsiteX9" fmla="*/ 219399 w 302386"/>
              <a:gd name="connsiteY9" fmla="*/ 18383 h 301532"/>
              <a:gd name="connsiteX10" fmla="*/ 3794 w 302386"/>
              <a:gd name="connsiteY10" fmla="*/ 70771 h 301532"/>
              <a:gd name="connsiteX11" fmla="*/ 6450 w 302386"/>
              <a:gd name="connsiteY11" fmla="*/ 69914 h 301532"/>
              <a:gd name="connsiteX12" fmla="*/ 14513 w 302386"/>
              <a:gd name="connsiteY12" fmla="*/ 70866 h 301532"/>
              <a:gd name="connsiteX13" fmla="*/ 78824 w 302386"/>
              <a:gd name="connsiteY13" fmla="*/ 136208 h 301532"/>
              <a:gd name="connsiteX14" fmla="*/ 214182 w 302386"/>
              <a:gd name="connsiteY14" fmla="*/ 2000 h 301532"/>
              <a:gd name="connsiteX15" fmla="*/ 224995 w 302386"/>
              <a:gd name="connsiteY15" fmla="*/ 2000 h 301532"/>
              <a:gd name="connsiteX16" fmla="*/ 300026 w 302386"/>
              <a:gd name="connsiteY16" fmla="*/ 78295 h 301532"/>
              <a:gd name="connsiteX17" fmla="*/ 300026 w 302386"/>
              <a:gd name="connsiteY17" fmla="*/ 89154 h 301532"/>
              <a:gd name="connsiteX18" fmla="*/ 164668 w 302386"/>
              <a:gd name="connsiteY18" fmla="*/ 223361 h 301532"/>
              <a:gd name="connsiteX19" fmla="*/ 228979 w 302386"/>
              <a:gd name="connsiteY19" fmla="*/ 288703 h 301532"/>
              <a:gd name="connsiteX20" fmla="*/ 230687 w 302386"/>
              <a:gd name="connsiteY20" fmla="*/ 297751 h 301532"/>
              <a:gd name="connsiteX21" fmla="*/ 223478 w 302386"/>
              <a:gd name="connsiteY21" fmla="*/ 301276 h 301532"/>
              <a:gd name="connsiteX22" fmla="*/ 8063 w 302386"/>
              <a:gd name="connsiteY22" fmla="*/ 301466 h 301532"/>
              <a:gd name="connsiteX23" fmla="*/ 2656 w 302386"/>
              <a:gd name="connsiteY23" fmla="*/ 297847 h 301532"/>
              <a:gd name="connsiteX24" fmla="*/ 0 w 302386"/>
              <a:gd name="connsiteY24" fmla="*/ 293275 h 301532"/>
              <a:gd name="connsiteX25" fmla="*/ 1992 w 302386"/>
              <a:gd name="connsiteY25" fmla="*/ 76009 h 301532"/>
              <a:gd name="connsiteX26" fmla="*/ 3794 w 302386"/>
              <a:gd name="connsiteY26" fmla="*/ 70580 h 301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2386" h="301532">
                <a:moveTo>
                  <a:pt x="219589" y="18288"/>
                </a:moveTo>
                <a:lnTo>
                  <a:pt x="84231" y="152495"/>
                </a:lnTo>
                <a:cubicBezTo>
                  <a:pt x="80627" y="156115"/>
                  <a:pt x="77022" y="156020"/>
                  <a:pt x="73418" y="152495"/>
                </a:cubicBezTo>
                <a:lnTo>
                  <a:pt x="17169" y="95250"/>
                </a:lnTo>
                <a:lnTo>
                  <a:pt x="15272" y="285464"/>
                </a:lnTo>
                <a:lnTo>
                  <a:pt x="205550" y="286893"/>
                </a:lnTo>
                <a:lnTo>
                  <a:pt x="148353" y="228791"/>
                </a:lnTo>
                <a:cubicBezTo>
                  <a:pt x="145697" y="226028"/>
                  <a:pt x="144843" y="221551"/>
                  <a:pt x="148353" y="217932"/>
                </a:cubicBezTo>
                <a:lnTo>
                  <a:pt x="283711" y="83725"/>
                </a:lnTo>
                <a:lnTo>
                  <a:pt x="219399" y="18383"/>
                </a:lnTo>
                <a:close/>
                <a:moveTo>
                  <a:pt x="3794" y="70771"/>
                </a:moveTo>
                <a:cubicBezTo>
                  <a:pt x="4430" y="70199"/>
                  <a:pt x="5312" y="69914"/>
                  <a:pt x="6450" y="69914"/>
                </a:cubicBezTo>
                <a:cubicBezTo>
                  <a:pt x="9106" y="69056"/>
                  <a:pt x="12711" y="69056"/>
                  <a:pt x="14513" y="70866"/>
                </a:cubicBezTo>
                <a:lnTo>
                  <a:pt x="78824" y="136208"/>
                </a:lnTo>
                <a:lnTo>
                  <a:pt x="214182" y="2000"/>
                </a:lnTo>
                <a:cubicBezTo>
                  <a:pt x="216933" y="-667"/>
                  <a:pt x="222245" y="-667"/>
                  <a:pt x="224995" y="2000"/>
                </a:cubicBezTo>
                <a:lnTo>
                  <a:pt x="300026" y="78295"/>
                </a:lnTo>
                <a:cubicBezTo>
                  <a:pt x="303630" y="81915"/>
                  <a:pt x="302682" y="86392"/>
                  <a:pt x="300026" y="89154"/>
                </a:cubicBezTo>
                <a:lnTo>
                  <a:pt x="164668" y="223361"/>
                </a:lnTo>
                <a:lnTo>
                  <a:pt x="228979" y="288703"/>
                </a:lnTo>
                <a:cubicBezTo>
                  <a:pt x="230782" y="290513"/>
                  <a:pt x="231635" y="294989"/>
                  <a:pt x="230687" y="297751"/>
                </a:cubicBezTo>
                <a:cubicBezTo>
                  <a:pt x="229738" y="300418"/>
                  <a:pt x="226134" y="302228"/>
                  <a:pt x="223478" y="301276"/>
                </a:cubicBezTo>
                <a:lnTo>
                  <a:pt x="8063" y="301466"/>
                </a:lnTo>
                <a:cubicBezTo>
                  <a:pt x="5407" y="300514"/>
                  <a:pt x="4458" y="299657"/>
                  <a:pt x="2656" y="297847"/>
                </a:cubicBezTo>
                <a:cubicBezTo>
                  <a:pt x="1802" y="296894"/>
                  <a:pt x="0" y="295085"/>
                  <a:pt x="0" y="293275"/>
                </a:cubicBezTo>
                <a:lnTo>
                  <a:pt x="1992" y="76009"/>
                </a:lnTo>
                <a:cubicBezTo>
                  <a:pt x="1992" y="74200"/>
                  <a:pt x="1992" y="72390"/>
                  <a:pt x="3794" y="7058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2" name="Graphic 35">
            <a:extLst>
              <a:ext uri="{FF2B5EF4-FFF2-40B4-BE49-F238E27FC236}">
                <a16:creationId xmlns:a16="http://schemas.microsoft.com/office/drawing/2014/main" id="{3502796E-0475-73B2-E8BC-B2970DD20DCE}"/>
              </a:ext>
            </a:extLst>
          </p:cNvPr>
          <p:cNvSpPr/>
          <p:nvPr/>
        </p:nvSpPr>
        <p:spPr>
          <a:xfrm>
            <a:off x="6291132" y="1501738"/>
            <a:ext cx="398157" cy="397033"/>
          </a:xfrm>
          <a:custGeom>
            <a:avLst/>
            <a:gdLst>
              <a:gd name="connsiteX0" fmla="*/ 219589 w 302386"/>
              <a:gd name="connsiteY0" fmla="*/ 18288 h 301532"/>
              <a:gd name="connsiteX1" fmla="*/ 84231 w 302386"/>
              <a:gd name="connsiteY1" fmla="*/ 152495 h 301532"/>
              <a:gd name="connsiteX2" fmla="*/ 73418 w 302386"/>
              <a:gd name="connsiteY2" fmla="*/ 152495 h 301532"/>
              <a:gd name="connsiteX3" fmla="*/ 17169 w 302386"/>
              <a:gd name="connsiteY3" fmla="*/ 95250 h 301532"/>
              <a:gd name="connsiteX4" fmla="*/ 15272 w 302386"/>
              <a:gd name="connsiteY4" fmla="*/ 285464 h 301532"/>
              <a:gd name="connsiteX5" fmla="*/ 205550 w 302386"/>
              <a:gd name="connsiteY5" fmla="*/ 286893 h 301532"/>
              <a:gd name="connsiteX6" fmla="*/ 148353 w 302386"/>
              <a:gd name="connsiteY6" fmla="*/ 228791 h 301532"/>
              <a:gd name="connsiteX7" fmla="*/ 148353 w 302386"/>
              <a:gd name="connsiteY7" fmla="*/ 217932 h 301532"/>
              <a:gd name="connsiteX8" fmla="*/ 283711 w 302386"/>
              <a:gd name="connsiteY8" fmla="*/ 83725 h 301532"/>
              <a:gd name="connsiteX9" fmla="*/ 219399 w 302386"/>
              <a:gd name="connsiteY9" fmla="*/ 18383 h 301532"/>
              <a:gd name="connsiteX10" fmla="*/ 3794 w 302386"/>
              <a:gd name="connsiteY10" fmla="*/ 70771 h 301532"/>
              <a:gd name="connsiteX11" fmla="*/ 6450 w 302386"/>
              <a:gd name="connsiteY11" fmla="*/ 69914 h 301532"/>
              <a:gd name="connsiteX12" fmla="*/ 14513 w 302386"/>
              <a:gd name="connsiteY12" fmla="*/ 70866 h 301532"/>
              <a:gd name="connsiteX13" fmla="*/ 78824 w 302386"/>
              <a:gd name="connsiteY13" fmla="*/ 136208 h 301532"/>
              <a:gd name="connsiteX14" fmla="*/ 214182 w 302386"/>
              <a:gd name="connsiteY14" fmla="*/ 2000 h 301532"/>
              <a:gd name="connsiteX15" fmla="*/ 224995 w 302386"/>
              <a:gd name="connsiteY15" fmla="*/ 2000 h 301532"/>
              <a:gd name="connsiteX16" fmla="*/ 300026 w 302386"/>
              <a:gd name="connsiteY16" fmla="*/ 78295 h 301532"/>
              <a:gd name="connsiteX17" fmla="*/ 300026 w 302386"/>
              <a:gd name="connsiteY17" fmla="*/ 89154 h 301532"/>
              <a:gd name="connsiteX18" fmla="*/ 164668 w 302386"/>
              <a:gd name="connsiteY18" fmla="*/ 223361 h 301532"/>
              <a:gd name="connsiteX19" fmla="*/ 228979 w 302386"/>
              <a:gd name="connsiteY19" fmla="*/ 288703 h 301532"/>
              <a:gd name="connsiteX20" fmla="*/ 230687 w 302386"/>
              <a:gd name="connsiteY20" fmla="*/ 297751 h 301532"/>
              <a:gd name="connsiteX21" fmla="*/ 223478 w 302386"/>
              <a:gd name="connsiteY21" fmla="*/ 301276 h 301532"/>
              <a:gd name="connsiteX22" fmla="*/ 8063 w 302386"/>
              <a:gd name="connsiteY22" fmla="*/ 301466 h 301532"/>
              <a:gd name="connsiteX23" fmla="*/ 2656 w 302386"/>
              <a:gd name="connsiteY23" fmla="*/ 297847 h 301532"/>
              <a:gd name="connsiteX24" fmla="*/ 0 w 302386"/>
              <a:gd name="connsiteY24" fmla="*/ 293275 h 301532"/>
              <a:gd name="connsiteX25" fmla="*/ 1992 w 302386"/>
              <a:gd name="connsiteY25" fmla="*/ 76009 h 301532"/>
              <a:gd name="connsiteX26" fmla="*/ 3794 w 302386"/>
              <a:gd name="connsiteY26" fmla="*/ 70580 h 301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2386" h="301532">
                <a:moveTo>
                  <a:pt x="219589" y="18288"/>
                </a:moveTo>
                <a:lnTo>
                  <a:pt x="84231" y="152495"/>
                </a:lnTo>
                <a:cubicBezTo>
                  <a:pt x="80627" y="156115"/>
                  <a:pt x="77022" y="156020"/>
                  <a:pt x="73418" y="152495"/>
                </a:cubicBezTo>
                <a:lnTo>
                  <a:pt x="17169" y="95250"/>
                </a:lnTo>
                <a:lnTo>
                  <a:pt x="15272" y="285464"/>
                </a:lnTo>
                <a:lnTo>
                  <a:pt x="205550" y="286893"/>
                </a:lnTo>
                <a:lnTo>
                  <a:pt x="148353" y="228791"/>
                </a:lnTo>
                <a:cubicBezTo>
                  <a:pt x="145697" y="226028"/>
                  <a:pt x="144843" y="221551"/>
                  <a:pt x="148353" y="217932"/>
                </a:cubicBezTo>
                <a:lnTo>
                  <a:pt x="283711" y="83725"/>
                </a:lnTo>
                <a:lnTo>
                  <a:pt x="219399" y="18383"/>
                </a:lnTo>
                <a:close/>
                <a:moveTo>
                  <a:pt x="3794" y="70771"/>
                </a:moveTo>
                <a:cubicBezTo>
                  <a:pt x="4430" y="70199"/>
                  <a:pt x="5312" y="69914"/>
                  <a:pt x="6450" y="69914"/>
                </a:cubicBezTo>
                <a:cubicBezTo>
                  <a:pt x="9106" y="69056"/>
                  <a:pt x="12711" y="69056"/>
                  <a:pt x="14513" y="70866"/>
                </a:cubicBezTo>
                <a:lnTo>
                  <a:pt x="78824" y="136208"/>
                </a:lnTo>
                <a:lnTo>
                  <a:pt x="214182" y="2000"/>
                </a:lnTo>
                <a:cubicBezTo>
                  <a:pt x="216933" y="-667"/>
                  <a:pt x="222245" y="-667"/>
                  <a:pt x="224995" y="2000"/>
                </a:cubicBezTo>
                <a:lnTo>
                  <a:pt x="300026" y="78295"/>
                </a:lnTo>
                <a:cubicBezTo>
                  <a:pt x="303630" y="81915"/>
                  <a:pt x="302682" y="86392"/>
                  <a:pt x="300026" y="89154"/>
                </a:cubicBezTo>
                <a:lnTo>
                  <a:pt x="164668" y="223361"/>
                </a:lnTo>
                <a:lnTo>
                  <a:pt x="228979" y="288703"/>
                </a:lnTo>
                <a:cubicBezTo>
                  <a:pt x="230782" y="290513"/>
                  <a:pt x="231635" y="294989"/>
                  <a:pt x="230687" y="297751"/>
                </a:cubicBezTo>
                <a:cubicBezTo>
                  <a:pt x="229738" y="300418"/>
                  <a:pt x="226134" y="302228"/>
                  <a:pt x="223478" y="301276"/>
                </a:cubicBezTo>
                <a:lnTo>
                  <a:pt x="8063" y="301466"/>
                </a:lnTo>
                <a:cubicBezTo>
                  <a:pt x="5407" y="300514"/>
                  <a:pt x="4458" y="299657"/>
                  <a:pt x="2656" y="297847"/>
                </a:cubicBezTo>
                <a:cubicBezTo>
                  <a:pt x="1802" y="296894"/>
                  <a:pt x="0" y="295085"/>
                  <a:pt x="0" y="293275"/>
                </a:cubicBezTo>
                <a:lnTo>
                  <a:pt x="1992" y="76009"/>
                </a:lnTo>
                <a:cubicBezTo>
                  <a:pt x="1992" y="74200"/>
                  <a:pt x="1992" y="72390"/>
                  <a:pt x="3794" y="7058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5" name="Graphic 93">
            <a:extLst>
              <a:ext uri="{FF2B5EF4-FFF2-40B4-BE49-F238E27FC236}">
                <a16:creationId xmlns:a16="http://schemas.microsoft.com/office/drawing/2014/main" id="{119A90FD-EA0F-5DF0-F57D-4B4FDBFBFF20}"/>
              </a:ext>
            </a:extLst>
          </p:cNvPr>
          <p:cNvSpPr/>
          <p:nvPr/>
        </p:nvSpPr>
        <p:spPr>
          <a:xfrm>
            <a:off x="7118725" y="915875"/>
            <a:ext cx="439503" cy="322850"/>
          </a:xfrm>
          <a:custGeom>
            <a:avLst/>
            <a:gdLst>
              <a:gd name="connsiteX0" fmla="*/ 329834 w 332333"/>
              <a:gd name="connsiteY0" fmla="*/ 65913 h 244125"/>
              <a:gd name="connsiteX1" fmla="*/ 324807 w 332333"/>
              <a:gd name="connsiteY1" fmla="*/ 68485 h 244125"/>
              <a:gd name="connsiteX2" fmla="*/ 319779 w 332333"/>
              <a:gd name="connsiteY2" fmla="*/ 65913 h 244125"/>
              <a:gd name="connsiteX3" fmla="*/ 279940 w 332333"/>
              <a:gd name="connsiteY3" fmla="*/ 26098 h 244125"/>
              <a:gd name="connsiteX4" fmla="*/ 279940 w 332333"/>
              <a:gd name="connsiteY4" fmla="*/ 183071 h 244125"/>
              <a:gd name="connsiteX5" fmla="*/ 219233 w 332333"/>
              <a:gd name="connsiteY5" fmla="*/ 244126 h 244125"/>
              <a:gd name="connsiteX6" fmla="*/ 158526 w 332333"/>
              <a:gd name="connsiteY6" fmla="*/ 183071 h 244125"/>
              <a:gd name="connsiteX7" fmla="*/ 158526 w 332333"/>
              <a:gd name="connsiteY7" fmla="*/ 60960 h 244125"/>
              <a:gd name="connsiteX8" fmla="*/ 112996 w 332333"/>
              <a:gd name="connsiteY8" fmla="*/ 15145 h 244125"/>
              <a:gd name="connsiteX9" fmla="*/ 67465 w 332333"/>
              <a:gd name="connsiteY9" fmla="*/ 60960 h 244125"/>
              <a:gd name="connsiteX10" fmla="*/ 67465 w 332333"/>
              <a:gd name="connsiteY10" fmla="*/ 217837 h 244125"/>
              <a:gd name="connsiteX11" fmla="*/ 108348 w 332333"/>
              <a:gd name="connsiteY11" fmla="*/ 177736 h 244125"/>
              <a:gd name="connsiteX12" fmla="*/ 119730 w 332333"/>
              <a:gd name="connsiteY12" fmla="*/ 177736 h 244125"/>
              <a:gd name="connsiteX13" fmla="*/ 119730 w 332333"/>
              <a:gd name="connsiteY13" fmla="*/ 187928 h 244125"/>
              <a:gd name="connsiteX14" fmla="*/ 66517 w 332333"/>
              <a:gd name="connsiteY14" fmla="*/ 241554 h 244125"/>
              <a:gd name="connsiteX15" fmla="*/ 63576 w 332333"/>
              <a:gd name="connsiteY15" fmla="*/ 243173 h 244125"/>
              <a:gd name="connsiteX16" fmla="*/ 61300 w 332333"/>
              <a:gd name="connsiteY16" fmla="*/ 243840 h 244125"/>
              <a:gd name="connsiteX17" fmla="*/ 60162 w 332333"/>
              <a:gd name="connsiteY17" fmla="*/ 244126 h 244125"/>
              <a:gd name="connsiteX18" fmla="*/ 60067 w 332333"/>
              <a:gd name="connsiteY18" fmla="*/ 244126 h 244125"/>
              <a:gd name="connsiteX19" fmla="*/ 59877 w 332333"/>
              <a:gd name="connsiteY19" fmla="*/ 244126 h 244125"/>
              <a:gd name="connsiteX20" fmla="*/ 53142 w 332333"/>
              <a:gd name="connsiteY20" fmla="*/ 239554 h 244125"/>
              <a:gd name="connsiteX21" fmla="*/ 1921 w 332333"/>
              <a:gd name="connsiteY21" fmla="*/ 187928 h 244125"/>
              <a:gd name="connsiteX22" fmla="*/ 1921 w 332333"/>
              <a:gd name="connsiteY22" fmla="*/ 177736 h 244125"/>
              <a:gd name="connsiteX23" fmla="*/ 12070 w 332333"/>
              <a:gd name="connsiteY23" fmla="*/ 177736 h 244125"/>
              <a:gd name="connsiteX24" fmla="*/ 52289 w 332333"/>
              <a:gd name="connsiteY24" fmla="*/ 217265 h 244125"/>
              <a:gd name="connsiteX25" fmla="*/ 52289 w 332333"/>
              <a:gd name="connsiteY25" fmla="*/ 61055 h 244125"/>
              <a:gd name="connsiteX26" fmla="*/ 112996 w 332333"/>
              <a:gd name="connsiteY26" fmla="*/ 0 h 244125"/>
              <a:gd name="connsiteX27" fmla="*/ 173703 w 332333"/>
              <a:gd name="connsiteY27" fmla="*/ 61055 h 244125"/>
              <a:gd name="connsiteX28" fmla="*/ 173703 w 332333"/>
              <a:gd name="connsiteY28" fmla="*/ 183166 h 244125"/>
              <a:gd name="connsiteX29" fmla="*/ 219233 w 332333"/>
              <a:gd name="connsiteY29" fmla="*/ 228981 h 244125"/>
              <a:gd name="connsiteX30" fmla="*/ 264763 w 332333"/>
              <a:gd name="connsiteY30" fmla="*/ 183166 h 244125"/>
              <a:gd name="connsiteX31" fmla="*/ 264763 w 332333"/>
              <a:gd name="connsiteY31" fmla="*/ 25146 h 244125"/>
              <a:gd name="connsiteX32" fmla="*/ 223881 w 332333"/>
              <a:gd name="connsiteY32" fmla="*/ 66008 h 244125"/>
              <a:gd name="connsiteX33" fmla="*/ 212498 w 332333"/>
              <a:gd name="connsiteY33" fmla="*/ 66008 h 244125"/>
              <a:gd name="connsiteX34" fmla="*/ 212498 w 332333"/>
              <a:gd name="connsiteY34" fmla="*/ 55912 h 244125"/>
              <a:gd name="connsiteX35" fmla="*/ 266661 w 332333"/>
              <a:gd name="connsiteY35" fmla="*/ 3048 h 244125"/>
              <a:gd name="connsiteX36" fmla="*/ 272352 w 332333"/>
              <a:gd name="connsiteY36" fmla="*/ 0 h 244125"/>
              <a:gd name="connsiteX37" fmla="*/ 278707 w 332333"/>
              <a:gd name="connsiteY37" fmla="*/ 3429 h 244125"/>
              <a:gd name="connsiteX38" fmla="*/ 329929 w 332333"/>
              <a:gd name="connsiteY38" fmla="*/ 55912 h 244125"/>
              <a:gd name="connsiteX39" fmla="*/ 329929 w 332333"/>
              <a:gd name="connsiteY39" fmla="*/ 66008 h 244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333" h="244125">
                <a:moveTo>
                  <a:pt x="329834" y="65913"/>
                </a:moveTo>
                <a:cubicBezTo>
                  <a:pt x="328601" y="67151"/>
                  <a:pt x="326040" y="68485"/>
                  <a:pt x="324807" y="68485"/>
                </a:cubicBezTo>
                <a:cubicBezTo>
                  <a:pt x="322245" y="68485"/>
                  <a:pt x="321012" y="67246"/>
                  <a:pt x="319779" y="65913"/>
                </a:cubicBezTo>
                <a:cubicBezTo>
                  <a:pt x="298247" y="44386"/>
                  <a:pt x="286485" y="32575"/>
                  <a:pt x="279940" y="26098"/>
                </a:cubicBezTo>
                <a:lnTo>
                  <a:pt x="279940" y="183071"/>
                </a:lnTo>
                <a:cubicBezTo>
                  <a:pt x="279940" y="216122"/>
                  <a:pt x="253381" y="244126"/>
                  <a:pt x="219233" y="244126"/>
                </a:cubicBezTo>
                <a:cubicBezTo>
                  <a:pt x="185085" y="244126"/>
                  <a:pt x="158526" y="216122"/>
                  <a:pt x="158526" y="183071"/>
                </a:cubicBezTo>
                <a:lnTo>
                  <a:pt x="158526" y="60960"/>
                </a:lnTo>
                <a:cubicBezTo>
                  <a:pt x="158526" y="35528"/>
                  <a:pt x="138322" y="15145"/>
                  <a:pt x="112996" y="15145"/>
                </a:cubicBezTo>
                <a:cubicBezTo>
                  <a:pt x="87670" y="15145"/>
                  <a:pt x="67465" y="35528"/>
                  <a:pt x="67465" y="60960"/>
                </a:cubicBezTo>
                <a:lnTo>
                  <a:pt x="67465" y="217837"/>
                </a:lnTo>
                <a:cubicBezTo>
                  <a:pt x="94660" y="191167"/>
                  <a:pt x="108281" y="177800"/>
                  <a:pt x="108348" y="177736"/>
                </a:cubicBezTo>
                <a:cubicBezTo>
                  <a:pt x="112142" y="173927"/>
                  <a:pt x="117169" y="173927"/>
                  <a:pt x="119730" y="177736"/>
                </a:cubicBezTo>
                <a:cubicBezTo>
                  <a:pt x="122292" y="180308"/>
                  <a:pt x="122292" y="185356"/>
                  <a:pt x="119730" y="187928"/>
                </a:cubicBezTo>
                <a:lnTo>
                  <a:pt x="66517" y="241554"/>
                </a:lnTo>
                <a:cubicBezTo>
                  <a:pt x="65284" y="242125"/>
                  <a:pt x="64430" y="242697"/>
                  <a:pt x="63576" y="243173"/>
                </a:cubicBezTo>
                <a:cubicBezTo>
                  <a:pt x="62912" y="243554"/>
                  <a:pt x="62154" y="243650"/>
                  <a:pt x="61300" y="243840"/>
                </a:cubicBezTo>
                <a:cubicBezTo>
                  <a:pt x="60920" y="243840"/>
                  <a:pt x="60636" y="244126"/>
                  <a:pt x="60162" y="244126"/>
                </a:cubicBezTo>
                <a:cubicBezTo>
                  <a:pt x="60162" y="244126"/>
                  <a:pt x="60162" y="244126"/>
                  <a:pt x="60067" y="244126"/>
                </a:cubicBezTo>
                <a:cubicBezTo>
                  <a:pt x="60067" y="244126"/>
                  <a:pt x="59972" y="244126"/>
                  <a:pt x="59877" y="244126"/>
                </a:cubicBezTo>
                <a:cubicBezTo>
                  <a:pt x="57126" y="244126"/>
                  <a:pt x="54470" y="242125"/>
                  <a:pt x="53142" y="239554"/>
                </a:cubicBezTo>
                <a:cubicBezTo>
                  <a:pt x="19061" y="205200"/>
                  <a:pt x="1987" y="187992"/>
                  <a:pt x="1921" y="187928"/>
                </a:cubicBezTo>
                <a:cubicBezTo>
                  <a:pt x="-640" y="185356"/>
                  <a:pt x="-640" y="180308"/>
                  <a:pt x="1921" y="177736"/>
                </a:cubicBezTo>
                <a:cubicBezTo>
                  <a:pt x="4482" y="173927"/>
                  <a:pt x="9509" y="173927"/>
                  <a:pt x="12070" y="177736"/>
                </a:cubicBezTo>
                <a:cubicBezTo>
                  <a:pt x="33887" y="199168"/>
                  <a:pt x="45744" y="210884"/>
                  <a:pt x="52289" y="217265"/>
                </a:cubicBezTo>
                <a:lnTo>
                  <a:pt x="52289" y="61055"/>
                </a:lnTo>
                <a:cubicBezTo>
                  <a:pt x="52289" y="26670"/>
                  <a:pt x="80176" y="0"/>
                  <a:pt x="112996" y="0"/>
                </a:cubicBezTo>
                <a:cubicBezTo>
                  <a:pt x="145815" y="0"/>
                  <a:pt x="173703" y="26670"/>
                  <a:pt x="173703" y="61055"/>
                </a:cubicBezTo>
                <a:lnTo>
                  <a:pt x="173703" y="183166"/>
                </a:lnTo>
                <a:cubicBezTo>
                  <a:pt x="173703" y="208598"/>
                  <a:pt x="195235" y="228981"/>
                  <a:pt x="219233" y="228981"/>
                </a:cubicBezTo>
                <a:cubicBezTo>
                  <a:pt x="244559" y="228981"/>
                  <a:pt x="264763" y="208598"/>
                  <a:pt x="264763" y="183166"/>
                </a:cubicBezTo>
                <a:lnTo>
                  <a:pt x="264763" y="25146"/>
                </a:lnTo>
                <a:cubicBezTo>
                  <a:pt x="237569" y="52324"/>
                  <a:pt x="223947" y="65944"/>
                  <a:pt x="223881" y="66008"/>
                </a:cubicBezTo>
                <a:cubicBezTo>
                  <a:pt x="220087" y="68580"/>
                  <a:pt x="215059" y="68580"/>
                  <a:pt x="212498" y="66008"/>
                </a:cubicBezTo>
                <a:cubicBezTo>
                  <a:pt x="209937" y="63532"/>
                  <a:pt x="209937" y="58483"/>
                  <a:pt x="212498" y="55912"/>
                </a:cubicBezTo>
                <a:cubicBezTo>
                  <a:pt x="259641" y="9906"/>
                  <a:pt x="265807" y="3810"/>
                  <a:pt x="266661" y="3048"/>
                </a:cubicBezTo>
                <a:cubicBezTo>
                  <a:pt x="268083" y="1238"/>
                  <a:pt x="270170" y="0"/>
                  <a:pt x="272352" y="0"/>
                </a:cubicBezTo>
                <a:cubicBezTo>
                  <a:pt x="275482" y="0"/>
                  <a:pt x="277474" y="1524"/>
                  <a:pt x="278707" y="3429"/>
                </a:cubicBezTo>
                <a:cubicBezTo>
                  <a:pt x="312855" y="38354"/>
                  <a:pt x="329929" y="55848"/>
                  <a:pt x="329929" y="55912"/>
                </a:cubicBezTo>
                <a:cubicBezTo>
                  <a:pt x="333723" y="58388"/>
                  <a:pt x="332490" y="63436"/>
                  <a:pt x="329929" y="6600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6" name="Graphic 93">
            <a:extLst>
              <a:ext uri="{FF2B5EF4-FFF2-40B4-BE49-F238E27FC236}">
                <a16:creationId xmlns:a16="http://schemas.microsoft.com/office/drawing/2014/main" id="{72FB7564-DFB9-FE7C-78FF-DB805BFEEFB2}"/>
              </a:ext>
            </a:extLst>
          </p:cNvPr>
          <p:cNvSpPr/>
          <p:nvPr/>
        </p:nvSpPr>
        <p:spPr>
          <a:xfrm>
            <a:off x="7898868" y="915875"/>
            <a:ext cx="439503" cy="322850"/>
          </a:xfrm>
          <a:custGeom>
            <a:avLst/>
            <a:gdLst>
              <a:gd name="connsiteX0" fmla="*/ 329834 w 332333"/>
              <a:gd name="connsiteY0" fmla="*/ 65913 h 244125"/>
              <a:gd name="connsiteX1" fmla="*/ 324807 w 332333"/>
              <a:gd name="connsiteY1" fmla="*/ 68485 h 244125"/>
              <a:gd name="connsiteX2" fmla="*/ 319779 w 332333"/>
              <a:gd name="connsiteY2" fmla="*/ 65913 h 244125"/>
              <a:gd name="connsiteX3" fmla="*/ 279940 w 332333"/>
              <a:gd name="connsiteY3" fmla="*/ 26098 h 244125"/>
              <a:gd name="connsiteX4" fmla="*/ 279940 w 332333"/>
              <a:gd name="connsiteY4" fmla="*/ 183071 h 244125"/>
              <a:gd name="connsiteX5" fmla="*/ 219233 w 332333"/>
              <a:gd name="connsiteY5" fmla="*/ 244126 h 244125"/>
              <a:gd name="connsiteX6" fmla="*/ 158526 w 332333"/>
              <a:gd name="connsiteY6" fmla="*/ 183071 h 244125"/>
              <a:gd name="connsiteX7" fmla="*/ 158526 w 332333"/>
              <a:gd name="connsiteY7" fmla="*/ 60960 h 244125"/>
              <a:gd name="connsiteX8" fmla="*/ 112996 w 332333"/>
              <a:gd name="connsiteY8" fmla="*/ 15145 h 244125"/>
              <a:gd name="connsiteX9" fmla="*/ 67465 w 332333"/>
              <a:gd name="connsiteY9" fmla="*/ 60960 h 244125"/>
              <a:gd name="connsiteX10" fmla="*/ 67465 w 332333"/>
              <a:gd name="connsiteY10" fmla="*/ 217837 h 244125"/>
              <a:gd name="connsiteX11" fmla="*/ 108348 w 332333"/>
              <a:gd name="connsiteY11" fmla="*/ 177736 h 244125"/>
              <a:gd name="connsiteX12" fmla="*/ 119730 w 332333"/>
              <a:gd name="connsiteY12" fmla="*/ 177736 h 244125"/>
              <a:gd name="connsiteX13" fmla="*/ 119730 w 332333"/>
              <a:gd name="connsiteY13" fmla="*/ 187928 h 244125"/>
              <a:gd name="connsiteX14" fmla="*/ 66517 w 332333"/>
              <a:gd name="connsiteY14" fmla="*/ 241554 h 244125"/>
              <a:gd name="connsiteX15" fmla="*/ 63576 w 332333"/>
              <a:gd name="connsiteY15" fmla="*/ 243173 h 244125"/>
              <a:gd name="connsiteX16" fmla="*/ 61300 w 332333"/>
              <a:gd name="connsiteY16" fmla="*/ 243840 h 244125"/>
              <a:gd name="connsiteX17" fmla="*/ 60162 w 332333"/>
              <a:gd name="connsiteY17" fmla="*/ 244126 h 244125"/>
              <a:gd name="connsiteX18" fmla="*/ 60067 w 332333"/>
              <a:gd name="connsiteY18" fmla="*/ 244126 h 244125"/>
              <a:gd name="connsiteX19" fmla="*/ 59877 w 332333"/>
              <a:gd name="connsiteY19" fmla="*/ 244126 h 244125"/>
              <a:gd name="connsiteX20" fmla="*/ 53142 w 332333"/>
              <a:gd name="connsiteY20" fmla="*/ 239554 h 244125"/>
              <a:gd name="connsiteX21" fmla="*/ 1921 w 332333"/>
              <a:gd name="connsiteY21" fmla="*/ 187928 h 244125"/>
              <a:gd name="connsiteX22" fmla="*/ 1921 w 332333"/>
              <a:gd name="connsiteY22" fmla="*/ 177736 h 244125"/>
              <a:gd name="connsiteX23" fmla="*/ 12070 w 332333"/>
              <a:gd name="connsiteY23" fmla="*/ 177736 h 244125"/>
              <a:gd name="connsiteX24" fmla="*/ 52289 w 332333"/>
              <a:gd name="connsiteY24" fmla="*/ 217265 h 244125"/>
              <a:gd name="connsiteX25" fmla="*/ 52289 w 332333"/>
              <a:gd name="connsiteY25" fmla="*/ 61055 h 244125"/>
              <a:gd name="connsiteX26" fmla="*/ 112996 w 332333"/>
              <a:gd name="connsiteY26" fmla="*/ 0 h 244125"/>
              <a:gd name="connsiteX27" fmla="*/ 173703 w 332333"/>
              <a:gd name="connsiteY27" fmla="*/ 61055 h 244125"/>
              <a:gd name="connsiteX28" fmla="*/ 173703 w 332333"/>
              <a:gd name="connsiteY28" fmla="*/ 183166 h 244125"/>
              <a:gd name="connsiteX29" fmla="*/ 219233 w 332333"/>
              <a:gd name="connsiteY29" fmla="*/ 228981 h 244125"/>
              <a:gd name="connsiteX30" fmla="*/ 264763 w 332333"/>
              <a:gd name="connsiteY30" fmla="*/ 183166 h 244125"/>
              <a:gd name="connsiteX31" fmla="*/ 264763 w 332333"/>
              <a:gd name="connsiteY31" fmla="*/ 25146 h 244125"/>
              <a:gd name="connsiteX32" fmla="*/ 223881 w 332333"/>
              <a:gd name="connsiteY32" fmla="*/ 66008 h 244125"/>
              <a:gd name="connsiteX33" fmla="*/ 212498 w 332333"/>
              <a:gd name="connsiteY33" fmla="*/ 66008 h 244125"/>
              <a:gd name="connsiteX34" fmla="*/ 212498 w 332333"/>
              <a:gd name="connsiteY34" fmla="*/ 55912 h 244125"/>
              <a:gd name="connsiteX35" fmla="*/ 266661 w 332333"/>
              <a:gd name="connsiteY35" fmla="*/ 3048 h 244125"/>
              <a:gd name="connsiteX36" fmla="*/ 272352 w 332333"/>
              <a:gd name="connsiteY36" fmla="*/ 0 h 244125"/>
              <a:gd name="connsiteX37" fmla="*/ 278707 w 332333"/>
              <a:gd name="connsiteY37" fmla="*/ 3429 h 244125"/>
              <a:gd name="connsiteX38" fmla="*/ 329929 w 332333"/>
              <a:gd name="connsiteY38" fmla="*/ 55912 h 244125"/>
              <a:gd name="connsiteX39" fmla="*/ 329929 w 332333"/>
              <a:gd name="connsiteY39" fmla="*/ 66008 h 244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333" h="244125">
                <a:moveTo>
                  <a:pt x="329834" y="65913"/>
                </a:moveTo>
                <a:cubicBezTo>
                  <a:pt x="328601" y="67151"/>
                  <a:pt x="326040" y="68485"/>
                  <a:pt x="324807" y="68485"/>
                </a:cubicBezTo>
                <a:cubicBezTo>
                  <a:pt x="322245" y="68485"/>
                  <a:pt x="321012" y="67246"/>
                  <a:pt x="319779" y="65913"/>
                </a:cubicBezTo>
                <a:cubicBezTo>
                  <a:pt x="298247" y="44386"/>
                  <a:pt x="286485" y="32575"/>
                  <a:pt x="279940" y="26098"/>
                </a:cubicBezTo>
                <a:lnTo>
                  <a:pt x="279940" y="183071"/>
                </a:lnTo>
                <a:cubicBezTo>
                  <a:pt x="279940" y="216122"/>
                  <a:pt x="253381" y="244126"/>
                  <a:pt x="219233" y="244126"/>
                </a:cubicBezTo>
                <a:cubicBezTo>
                  <a:pt x="185085" y="244126"/>
                  <a:pt x="158526" y="216122"/>
                  <a:pt x="158526" y="183071"/>
                </a:cubicBezTo>
                <a:lnTo>
                  <a:pt x="158526" y="60960"/>
                </a:lnTo>
                <a:cubicBezTo>
                  <a:pt x="158526" y="35528"/>
                  <a:pt x="138322" y="15145"/>
                  <a:pt x="112996" y="15145"/>
                </a:cubicBezTo>
                <a:cubicBezTo>
                  <a:pt x="87670" y="15145"/>
                  <a:pt x="67465" y="35528"/>
                  <a:pt x="67465" y="60960"/>
                </a:cubicBezTo>
                <a:lnTo>
                  <a:pt x="67465" y="217837"/>
                </a:lnTo>
                <a:cubicBezTo>
                  <a:pt x="94660" y="191167"/>
                  <a:pt x="108281" y="177800"/>
                  <a:pt x="108348" y="177736"/>
                </a:cubicBezTo>
                <a:cubicBezTo>
                  <a:pt x="112142" y="173927"/>
                  <a:pt x="117169" y="173927"/>
                  <a:pt x="119730" y="177736"/>
                </a:cubicBezTo>
                <a:cubicBezTo>
                  <a:pt x="122292" y="180308"/>
                  <a:pt x="122292" y="185356"/>
                  <a:pt x="119730" y="187928"/>
                </a:cubicBezTo>
                <a:lnTo>
                  <a:pt x="66517" y="241554"/>
                </a:lnTo>
                <a:cubicBezTo>
                  <a:pt x="65284" y="242125"/>
                  <a:pt x="64430" y="242697"/>
                  <a:pt x="63576" y="243173"/>
                </a:cubicBezTo>
                <a:cubicBezTo>
                  <a:pt x="62912" y="243554"/>
                  <a:pt x="62154" y="243650"/>
                  <a:pt x="61300" y="243840"/>
                </a:cubicBezTo>
                <a:cubicBezTo>
                  <a:pt x="60920" y="243840"/>
                  <a:pt x="60636" y="244126"/>
                  <a:pt x="60162" y="244126"/>
                </a:cubicBezTo>
                <a:cubicBezTo>
                  <a:pt x="60162" y="244126"/>
                  <a:pt x="60162" y="244126"/>
                  <a:pt x="60067" y="244126"/>
                </a:cubicBezTo>
                <a:cubicBezTo>
                  <a:pt x="60067" y="244126"/>
                  <a:pt x="59972" y="244126"/>
                  <a:pt x="59877" y="244126"/>
                </a:cubicBezTo>
                <a:cubicBezTo>
                  <a:pt x="57126" y="244126"/>
                  <a:pt x="54470" y="242125"/>
                  <a:pt x="53142" y="239554"/>
                </a:cubicBezTo>
                <a:cubicBezTo>
                  <a:pt x="19061" y="205200"/>
                  <a:pt x="1987" y="187992"/>
                  <a:pt x="1921" y="187928"/>
                </a:cubicBezTo>
                <a:cubicBezTo>
                  <a:pt x="-640" y="185356"/>
                  <a:pt x="-640" y="180308"/>
                  <a:pt x="1921" y="177736"/>
                </a:cubicBezTo>
                <a:cubicBezTo>
                  <a:pt x="4482" y="173927"/>
                  <a:pt x="9509" y="173927"/>
                  <a:pt x="12070" y="177736"/>
                </a:cubicBezTo>
                <a:cubicBezTo>
                  <a:pt x="33887" y="199168"/>
                  <a:pt x="45744" y="210884"/>
                  <a:pt x="52289" y="217265"/>
                </a:cubicBezTo>
                <a:lnTo>
                  <a:pt x="52289" y="61055"/>
                </a:lnTo>
                <a:cubicBezTo>
                  <a:pt x="52289" y="26670"/>
                  <a:pt x="80176" y="0"/>
                  <a:pt x="112996" y="0"/>
                </a:cubicBezTo>
                <a:cubicBezTo>
                  <a:pt x="145815" y="0"/>
                  <a:pt x="173703" y="26670"/>
                  <a:pt x="173703" y="61055"/>
                </a:cubicBezTo>
                <a:lnTo>
                  <a:pt x="173703" y="183166"/>
                </a:lnTo>
                <a:cubicBezTo>
                  <a:pt x="173703" y="208598"/>
                  <a:pt x="195235" y="228981"/>
                  <a:pt x="219233" y="228981"/>
                </a:cubicBezTo>
                <a:cubicBezTo>
                  <a:pt x="244559" y="228981"/>
                  <a:pt x="264763" y="208598"/>
                  <a:pt x="264763" y="183166"/>
                </a:cubicBezTo>
                <a:lnTo>
                  <a:pt x="264763" y="25146"/>
                </a:lnTo>
                <a:cubicBezTo>
                  <a:pt x="237569" y="52324"/>
                  <a:pt x="223947" y="65944"/>
                  <a:pt x="223881" y="66008"/>
                </a:cubicBezTo>
                <a:cubicBezTo>
                  <a:pt x="220087" y="68580"/>
                  <a:pt x="215059" y="68580"/>
                  <a:pt x="212498" y="66008"/>
                </a:cubicBezTo>
                <a:cubicBezTo>
                  <a:pt x="209937" y="63532"/>
                  <a:pt x="209937" y="58483"/>
                  <a:pt x="212498" y="55912"/>
                </a:cubicBezTo>
                <a:cubicBezTo>
                  <a:pt x="259641" y="9906"/>
                  <a:pt x="265807" y="3810"/>
                  <a:pt x="266661" y="3048"/>
                </a:cubicBezTo>
                <a:cubicBezTo>
                  <a:pt x="268083" y="1238"/>
                  <a:pt x="270170" y="0"/>
                  <a:pt x="272352" y="0"/>
                </a:cubicBezTo>
                <a:cubicBezTo>
                  <a:pt x="275482" y="0"/>
                  <a:pt x="277474" y="1524"/>
                  <a:pt x="278707" y="3429"/>
                </a:cubicBezTo>
                <a:cubicBezTo>
                  <a:pt x="312855" y="38354"/>
                  <a:pt x="329929" y="55848"/>
                  <a:pt x="329929" y="55912"/>
                </a:cubicBezTo>
                <a:cubicBezTo>
                  <a:pt x="333723" y="58388"/>
                  <a:pt x="332490" y="63436"/>
                  <a:pt x="329929" y="6600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7" name="Graphic 93">
            <a:extLst>
              <a:ext uri="{FF2B5EF4-FFF2-40B4-BE49-F238E27FC236}">
                <a16:creationId xmlns:a16="http://schemas.microsoft.com/office/drawing/2014/main" id="{2E7AAC59-CD48-2A2A-02F9-66FC6602B0A9}"/>
              </a:ext>
            </a:extLst>
          </p:cNvPr>
          <p:cNvSpPr/>
          <p:nvPr/>
        </p:nvSpPr>
        <p:spPr>
          <a:xfrm>
            <a:off x="7118725" y="1565389"/>
            <a:ext cx="439503" cy="322850"/>
          </a:xfrm>
          <a:custGeom>
            <a:avLst/>
            <a:gdLst>
              <a:gd name="connsiteX0" fmla="*/ 329834 w 332333"/>
              <a:gd name="connsiteY0" fmla="*/ 65913 h 244125"/>
              <a:gd name="connsiteX1" fmla="*/ 324807 w 332333"/>
              <a:gd name="connsiteY1" fmla="*/ 68485 h 244125"/>
              <a:gd name="connsiteX2" fmla="*/ 319779 w 332333"/>
              <a:gd name="connsiteY2" fmla="*/ 65913 h 244125"/>
              <a:gd name="connsiteX3" fmla="*/ 279940 w 332333"/>
              <a:gd name="connsiteY3" fmla="*/ 26098 h 244125"/>
              <a:gd name="connsiteX4" fmla="*/ 279940 w 332333"/>
              <a:gd name="connsiteY4" fmla="*/ 183071 h 244125"/>
              <a:gd name="connsiteX5" fmla="*/ 219233 w 332333"/>
              <a:gd name="connsiteY5" fmla="*/ 244126 h 244125"/>
              <a:gd name="connsiteX6" fmla="*/ 158526 w 332333"/>
              <a:gd name="connsiteY6" fmla="*/ 183071 h 244125"/>
              <a:gd name="connsiteX7" fmla="*/ 158526 w 332333"/>
              <a:gd name="connsiteY7" fmla="*/ 60960 h 244125"/>
              <a:gd name="connsiteX8" fmla="*/ 112996 w 332333"/>
              <a:gd name="connsiteY8" fmla="*/ 15145 h 244125"/>
              <a:gd name="connsiteX9" fmla="*/ 67465 w 332333"/>
              <a:gd name="connsiteY9" fmla="*/ 60960 h 244125"/>
              <a:gd name="connsiteX10" fmla="*/ 67465 w 332333"/>
              <a:gd name="connsiteY10" fmla="*/ 217837 h 244125"/>
              <a:gd name="connsiteX11" fmla="*/ 108348 w 332333"/>
              <a:gd name="connsiteY11" fmla="*/ 177736 h 244125"/>
              <a:gd name="connsiteX12" fmla="*/ 119730 w 332333"/>
              <a:gd name="connsiteY12" fmla="*/ 177736 h 244125"/>
              <a:gd name="connsiteX13" fmla="*/ 119730 w 332333"/>
              <a:gd name="connsiteY13" fmla="*/ 187928 h 244125"/>
              <a:gd name="connsiteX14" fmla="*/ 66517 w 332333"/>
              <a:gd name="connsiteY14" fmla="*/ 241554 h 244125"/>
              <a:gd name="connsiteX15" fmla="*/ 63576 w 332333"/>
              <a:gd name="connsiteY15" fmla="*/ 243173 h 244125"/>
              <a:gd name="connsiteX16" fmla="*/ 61300 w 332333"/>
              <a:gd name="connsiteY16" fmla="*/ 243840 h 244125"/>
              <a:gd name="connsiteX17" fmla="*/ 60162 w 332333"/>
              <a:gd name="connsiteY17" fmla="*/ 244126 h 244125"/>
              <a:gd name="connsiteX18" fmla="*/ 60067 w 332333"/>
              <a:gd name="connsiteY18" fmla="*/ 244126 h 244125"/>
              <a:gd name="connsiteX19" fmla="*/ 59877 w 332333"/>
              <a:gd name="connsiteY19" fmla="*/ 244126 h 244125"/>
              <a:gd name="connsiteX20" fmla="*/ 53142 w 332333"/>
              <a:gd name="connsiteY20" fmla="*/ 239554 h 244125"/>
              <a:gd name="connsiteX21" fmla="*/ 1921 w 332333"/>
              <a:gd name="connsiteY21" fmla="*/ 187928 h 244125"/>
              <a:gd name="connsiteX22" fmla="*/ 1921 w 332333"/>
              <a:gd name="connsiteY22" fmla="*/ 177736 h 244125"/>
              <a:gd name="connsiteX23" fmla="*/ 12070 w 332333"/>
              <a:gd name="connsiteY23" fmla="*/ 177736 h 244125"/>
              <a:gd name="connsiteX24" fmla="*/ 52289 w 332333"/>
              <a:gd name="connsiteY24" fmla="*/ 217265 h 244125"/>
              <a:gd name="connsiteX25" fmla="*/ 52289 w 332333"/>
              <a:gd name="connsiteY25" fmla="*/ 61055 h 244125"/>
              <a:gd name="connsiteX26" fmla="*/ 112996 w 332333"/>
              <a:gd name="connsiteY26" fmla="*/ 0 h 244125"/>
              <a:gd name="connsiteX27" fmla="*/ 173703 w 332333"/>
              <a:gd name="connsiteY27" fmla="*/ 61055 h 244125"/>
              <a:gd name="connsiteX28" fmla="*/ 173703 w 332333"/>
              <a:gd name="connsiteY28" fmla="*/ 183166 h 244125"/>
              <a:gd name="connsiteX29" fmla="*/ 219233 w 332333"/>
              <a:gd name="connsiteY29" fmla="*/ 228981 h 244125"/>
              <a:gd name="connsiteX30" fmla="*/ 264763 w 332333"/>
              <a:gd name="connsiteY30" fmla="*/ 183166 h 244125"/>
              <a:gd name="connsiteX31" fmla="*/ 264763 w 332333"/>
              <a:gd name="connsiteY31" fmla="*/ 25146 h 244125"/>
              <a:gd name="connsiteX32" fmla="*/ 223881 w 332333"/>
              <a:gd name="connsiteY32" fmla="*/ 66008 h 244125"/>
              <a:gd name="connsiteX33" fmla="*/ 212498 w 332333"/>
              <a:gd name="connsiteY33" fmla="*/ 66008 h 244125"/>
              <a:gd name="connsiteX34" fmla="*/ 212498 w 332333"/>
              <a:gd name="connsiteY34" fmla="*/ 55912 h 244125"/>
              <a:gd name="connsiteX35" fmla="*/ 266661 w 332333"/>
              <a:gd name="connsiteY35" fmla="*/ 3048 h 244125"/>
              <a:gd name="connsiteX36" fmla="*/ 272352 w 332333"/>
              <a:gd name="connsiteY36" fmla="*/ 0 h 244125"/>
              <a:gd name="connsiteX37" fmla="*/ 278707 w 332333"/>
              <a:gd name="connsiteY37" fmla="*/ 3429 h 244125"/>
              <a:gd name="connsiteX38" fmla="*/ 329929 w 332333"/>
              <a:gd name="connsiteY38" fmla="*/ 55912 h 244125"/>
              <a:gd name="connsiteX39" fmla="*/ 329929 w 332333"/>
              <a:gd name="connsiteY39" fmla="*/ 66008 h 244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333" h="244125">
                <a:moveTo>
                  <a:pt x="329834" y="65913"/>
                </a:moveTo>
                <a:cubicBezTo>
                  <a:pt x="328601" y="67151"/>
                  <a:pt x="326040" y="68485"/>
                  <a:pt x="324807" y="68485"/>
                </a:cubicBezTo>
                <a:cubicBezTo>
                  <a:pt x="322245" y="68485"/>
                  <a:pt x="321012" y="67246"/>
                  <a:pt x="319779" y="65913"/>
                </a:cubicBezTo>
                <a:cubicBezTo>
                  <a:pt x="298247" y="44386"/>
                  <a:pt x="286485" y="32575"/>
                  <a:pt x="279940" y="26098"/>
                </a:cubicBezTo>
                <a:lnTo>
                  <a:pt x="279940" y="183071"/>
                </a:lnTo>
                <a:cubicBezTo>
                  <a:pt x="279940" y="216122"/>
                  <a:pt x="253381" y="244126"/>
                  <a:pt x="219233" y="244126"/>
                </a:cubicBezTo>
                <a:cubicBezTo>
                  <a:pt x="185085" y="244126"/>
                  <a:pt x="158526" y="216122"/>
                  <a:pt x="158526" y="183071"/>
                </a:cubicBezTo>
                <a:lnTo>
                  <a:pt x="158526" y="60960"/>
                </a:lnTo>
                <a:cubicBezTo>
                  <a:pt x="158526" y="35528"/>
                  <a:pt x="138322" y="15145"/>
                  <a:pt x="112996" y="15145"/>
                </a:cubicBezTo>
                <a:cubicBezTo>
                  <a:pt x="87670" y="15145"/>
                  <a:pt x="67465" y="35528"/>
                  <a:pt x="67465" y="60960"/>
                </a:cubicBezTo>
                <a:lnTo>
                  <a:pt x="67465" y="217837"/>
                </a:lnTo>
                <a:cubicBezTo>
                  <a:pt x="94660" y="191167"/>
                  <a:pt x="108281" y="177800"/>
                  <a:pt x="108348" y="177736"/>
                </a:cubicBezTo>
                <a:cubicBezTo>
                  <a:pt x="112142" y="173927"/>
                  <a:pt x="117169" y="173927"/>
                  <a:pt x="119730" y="177736"/>
                </a:cubicBezTo>
                <a:cubicBezTo>
                  <a:pt x="122292" y="180308"/>
                  <a:pt x="122292" y="185356"/>
                  <a:pt x="119730" y="187928"/>
                </a:cubicBezTo>
                <a:lnTo>
                  <a:pt x="66517" y="241554"/>
                </a:lnTo>
                <a:cubicBezTo>
                  <a:pt x="65284" y="242125"/>
                  <a:pt x="64430" y="242697"/>
                  <a:pt x="63576" y="243173"/>
                </a:cubicBezTo>
                <a:cubicBezTo>
                  <a:pt x="62912" y="243554"/>
                  <a:pt x="62154" y="243650"/>
                  <a:pt x="61300" y="243840"/>
                </a:cubicBezTo>
                <a:cubicBezTo>
                  <a:pt x="60920" y="243840"/>
                  <a:pt x="60636" y="244126"/>
                  <a:pt x="60162" y="244126"/>
                </a:cubicBezTo>
                <a:cubicBezTo>
                  <a:pt x="60162" y="244126"/>
                  <a:pt x="60162" y="244126"/>
                  <a:pt x="60067" y="244126"/>
                </a:cubicBezTo>
                <a:cubicBezTo>
                  <a:pt x="60067" y="244126"/>
                  <a:pt x="59972" y="244126"/>
                  <a:pt x="59877" y="244126"/>
                </a:cubicBezTo>
                <a:cubicBezTo>
                  <a:pt x="57126" y="244126"/>
                  <a:pt x="54470" y="242125"/>
                  <a:pt x="53142" y="239554"/>
                </a:cubicBezTo>
                <a:cubicBezTo>
                  <a:pt x="19061" y="205200"/>
                  <a:pt x="1987" y="187992"/>
                  <a:pt x="1921" y="187928"/>
                </a:cubicBezTo>
                <a:cubicBezTo>
                  <a:pt x="-640" y="185356"/>
                  <a:pt x="-640" y="180308"/>
                  <a:pt x="1921" y="177736"/>
                </a:cubicBezTo>
                <a:cubicBezTo>
                  <a:pt x="4482" y="173927"/>
                  <a:pt x="9509" y="173927"/>
                  <a:pt x="12070" y="177736"/>
                </a:cubicBezTo>
                <a:cubicBezTo>
                  <a:pt x="33887" y="199168"/>
                  <a:pt x="45744" y="210884"/>
                  <a:pt x="52289" y="217265"/>
                </a:cubicBezTo>
                <a:lnTo>
                  <a:pt x="52289" y="61055"/>
                </a:lnTo>
                <a:cubicBezTo>
                  <a:pt x="52289" y="26670"/>
                  <a:pt x="80176" y="0"/>
                  <a:pt x="112996" y="0"/>
                </a:cubicBezTo>
                <a:cubicBezTo>
                  <a:pt x="145815" y="0"/>
                  <a:pt x="173703" y="26670"/>
                  <a:pt x="173703" y="61055"/>
                </a:cubicBezTo>
                <a:lnTo>
                  <a:pt x="173703" y="183166"/>
                </a:lnTo>
                <a:cubicBezTo>
                  <a:pt x="173703" y="208598"/>
                  <a:pt x="195235" y="228981"/>
                  <a:pt x="219233" y="228981"/>
                </a:cubicBezTo>
                <a:cubicBezTo>
                  <a:pt x="244559" y="228981"/>
                  <a:pt x="264763" y="208598"/>
                  <a:pt x="264763" y="183166"/>
                </a:cubicBezTo>
                <a:lnTo>
                  <a:pt x="264763" y="25146"/>
                </a:lnTo>
                <a:cubicBezTo>
                  <a:pt x="237569" y="52324"/>
                  <a:pt x="223947" y="65944"/>
                  <a:pt x="223881" y="66008"/>
                </a:cubicBezTo>
                <a:cubicBezTo>
                  <a:pt x="220087" y="68580"/>
                  <a:pt x="215059" y="68580"/>
                  <a:pt x="212498" y="66008"/>
                </a:cubicBezTo>
                <a:cubicBezTo>
                  <a:pt x="209937" y="63532"/>
                  <a:pt x="209937" y="58483"/>
                  <a:pt x="212498" y="55912"/>
                </a:cubicBezTo>
                <a:cubicBezTo>
                  <a:pt x="259641" y="9906"/>
                  <a:pt x="265807" y="3810"/>
                  <a:pt x="266661" y="3048"/>
                </a:cubicBezTo>
                <a:cubicBezTo>
                  <a:pt x="268083" y="1238"/>
                  <a:pt x="270170" y="0"/>
                  <a:pt x="272352" y="0"/>
                </a:cubicBezTo>
                <a:cubicBezTo>
                  <a:pt x="275482" y="0"/>
                  <a:pt x="277474" y="1524"/>
                  <a:pt x="278707" y="3429"/>
                </a:cubicBezTo>
                <a:cubicBezTo>
                  <a:pt x="312855" y="38354"/>
                  <a:pt x="329929" y="55848"/>
                  <a:pt x="329929" y="55912"/>
                </a:cubicBezTo>
                <a:cubicBezTo>
                  <a:pt x="333723" y="58388"/>
                  <a:pt x="332490" y="63436"/>
                  <a:pt x="329929" y="6600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98" name="Graphic 93">
            <a:extLst>
              <a:ext uri="{FF2B5EF4-FFF2-40B4-BE49-F238E27FC236}">
                <a16:creationId xmlns:a16="http://schemas.microsoft.com/office/drawing/2014/main" id="{5A0C1CF7-AFE9-328D-87CE-1E9123325871}"/>
              </a:ext>
            </a:extLst>
          </p:cNvPr>
          <p:cNvSpPr/>
          <p:nvPr/>
        </p:nvSpPr>
        <p:spPr>
          <a:xfrm>
            <a:off x="7898868" y="1565389"/>
            <a:ext cx="439503" cy="322850"/>
          </a:xfrm>
          <a:custGeom>
            <a:avLst/>
            <a:gdLst>
              <a:gd name="connsiteX0" fmla="*/ 329834 w 332333"/>
              <a:gd name="connsiteY0" fmla="*/ 65913 h 244125"/>
              <a:gd name="connsiteX1" fmla="*/ 324807 w 332333"/>
              <a:gd name="connsiteY1" fmla="*/ 68485 h 244125"/>
              <a:gd name="connsiteX2" fmla="*/ 319779 w 332333"/>
              <a:gd name="connsiteY2" fmla="*/ 65913 h 244125"/>
              <a:gd name="connsiteX3" fmla="*/ 279940 w 332333"/>
              <a:gd name="connsiteY3" fmla="*/ 26098 h 244125"/>
              <a:gd name="connsiteX4" fmla="*/ 279940 w 332333"/>
              <a:gd name="connsiteY4" fmla="*/ 183071 h 244125"/>
              <a:gd name="connsiteX5" fmla="*/ 219233 w 332333"/>
              <a:gd name="connsiteY5" fmla="*/ 244126 h 244125"/>
              <a:gd name="connsiteX6" fmla="*/ 158526 w 332333"/>
              <a:gd name="connsiteY6" fmla="*/ 183071 h 244125"/>
              <a:gd name="connsiteX7" fmla="*/ 158526 w 332333"/>
              <a:gd name="connsiteY7" fmla="*/ 60960 h 244125"/>
              <a:gd name="connsiteX8" fmla="*/ 112996 w 332333"/>
              <a:gd name="connsiteY8" fmla="*/ 15145 h 244125"/>
              <a:gd name="connsiteX9" fmla="*/ 67465 w 332333"/>
              <a:gd name="connsiteY9" fmla="*/ 60960 h 244125"/>
              <a:gd name="connsiteX10" fmla="*/ 67465 w 332333"/>
              <a:gd name="connsiteY10" fmla="*/ 217837 h 244125"/>
              <a:gd name="connsiteX11" fmla="*/ 108348 w 332333"/>
              <a:gd name="connsiteY11" fmla="*/ 177736 h 244125"/>
              <a:gd name="connsiteX12" fmla="*/ 119730 w 332333"/>
              <a:gd name="connsiteY12" fmla="*/ 177736 h 244125"/>
              <a:gd name="connsiteX13" fmla="*/ 119730 w 332333"/>
              <a:gd name="connsiteY13" fmla="*/ 187928 h 244125"/>
              <a:gd name="connsiteX14" fmla="*/ 66517 w 332333"/>
              <a:gd name="connsiteY14" fmla="*/ 241554 h 244125"/>
              <a:gd name="connsiteX15" fmla="*/ 63576 w 332333"/>
              <a:gd name="connsiteY15" fmla="*/ 243173 h 244125"/>
              <a:gd name="connsiteX16" fmla="*/ 61300 w 332333"/>
              <a:gd name="connsiteY16" fmla="*/ 243840 h 244125"/>
              <a:gd name="connsiteX17" fmla="*/ 60162 w 332333"/>
              <a:gd name="connsiteY17" fmla="*/ 244126 h 244125"/>
              <a:gd name="connsiteX18" fmla="*/ 60067 w 332333"/>
              <a:gd name="connsiteY18" fmla="*/ 244126 h 244125"/>
              <a:gd name="connsiteX19" fmla="*/ 59877 w 332333"/>
              <a:gd name="connsiteY19" fmla="*/ 244126 h 244125"/>
              <a:gd name="connsiteX20" fmla="*/ 53142 w 332333"/>
              <a:gd name="connsiteY20" fmla="*/ 239554 h 244125"/>
              <a:gd name="connsiteX21" fmla="*/ 1921 w 332333"/>
              <a:gd name="connsiteY21" fmla="*/ 187928 h 244125"/>
              <a:gd name="connsiteX22" fmla="*/ 1921 w 332333"/>
              <a:gd name="connsiteY22" fmla="*/ 177736 h 244125"/>
              <a:gd name="connsiteX23" fmla="*/ 12070 w 332333"/>
              <a:gd name="connsiteY23" fmla="*/ 177736 h 244125"/>
              <a:gd name="connsiteX24" fmla="*/ 52289 w 332333"/>
              <a:gd name="connsiteY24" fmla="*/ 217265 h 244125"/>
              <a:gd name="connsiteX25" fmla="*/ 52289 w 332333"/>
              <a:gd name="connsiteY25" fmla="*/ 61055 h 244125"/>
              <a:gd name="connsiteX26" fmla="*/ 112996 w 332333"/>
              <a:gd name="connsiteY26" fmla="*/ 0 h 244125"/>
              <a:gd name="connsiteX27" fmla="*/ 173703 w 332333"/>
              <a:gd name="connsiteY27" fmla="*/ 61055 h 244125"/>
              <a:gd name="connsiteX28" fmla="*/ 173703 w 332333"/>
              <a:gd name="connsiteY28" fmla="*/ 183166 h 244125"/>
              <a:gd name="connsiteX29" fmla="*/ 219233 w 332333"/>
              <a:gd name="connsiteY29" fmla="*/ 228981 h 244125"/>
              <a:gd name="connsiteX30" fmla="*/ 264763 w 332333"/>
              <a:gd name="connsiteY30" fmla="*/ 183166 h 244125"/>
              <a:gd name="connsiteX31" fmla="*/ 264763 w 332333"/>
              <a:gd name="connsiteY31" fmla="*/ 25146 h 244125"/>
              <a:gd name="connsiteX32" fmla="*/ 223881 w 332333"/>
              <a:gd name="connsiteY32" fmla="*/ 66008 h 244125"/>
              <a:gd name="connsiteX33" fmla="*/ 212498 w 332333"/>
              <a:gd name="connsiteY33" fmla="*/ 66008 h 244125"/>
              <a:gd name="connsiteX34" fmla="*/ 212498 w 332333"/>
              <a:gd name="connsiteY34" fmla="*/ 55912 h 244125"/>
              <a:gd name="connsiteX35" fmla="*/ 266661 w 332333"/>
              <a:gd name="connsiteY35" fmla="*/ 3048 h 244125"/>
              <a:gd name="connsiteX36" fmla="*/ 272352 w 332333"/>
              <a:gd name="connsiteY36" fmla="*/ 0 h 244125"/>
              <a:gd name="connsiteX37" fmla="*/ 278707 w 332333"/>
              <a:gd name="connsiteY37" fmla="*/ 3429 h 244125"/>
              <a:gd name="connsiteX38" fmla="*/ 329929 w 332333"/>
              <a:gd name="connsiteY38" fmla="*/ 55912 h 244125"/>
              <a:gd name="connsiteX39" fmla="*/ 329929 w 332333"/>
              <a:gd name="connsiteY39" fmla="*/ 66008 h 244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2333" h="244125">
                <a:moveTo>
                  <a:pt x="329834" y="65913"/>
                </a:moveTo>
                <a:cubicBezTo>
                  <a:pt x="328601" y="67151"/>
                  <a:pt x="326040" y="68485"/>
                  <a:pt x="324807" y="68485"/>
                </a:cubicBezTo>
                <a:cubicBezTo>
                  <a:pt x="322245" y="68485"/>
                  <a:pt x="321012" y="67246"/>
                  <a:pt x="319779" y="65913"/>
                </a:cubicBezTo>
                <a:cubicBezTo>
                  <a:pt x="298247" y="44386"/>
                  <a:pt x="286485" y="32575"/>
                  <a:pt x="279940" y="26098"/>
                </a:cubicBezTo>
                <a:lnTo>
                  <a:pt x="279940" y="183071"/>
                </a:lnTo>
                <a:cubicBezTo>
                  <a:pt x="279940" y="216122"/>
                  <a:pt x="253381" y="244126"/>
                  <a:pt x="219233" y="244126"/>
                </a:cubicBezTo>
                <a:cubicBezTo>
                  <a:pt x="185085" y="244126"/>
                  <a:pt x="158526" y="216122"/>
                  <a:pt x="158526" y="183071"/>
                </a:cubicBezTo>
                <a:lnTo>
                  <a:pt x="158526" y="60960"/>
                </a:lnTo>
                <a:cubicBezTo>
                  <a:pt x="158526" y="35528"/>
                  <a:pt x="138322" y="15145"/>
                  <a:pt x="112996" y="15145"/>
                </a:cubicBezTo>
                <a:cubicBezTo>
                  <a:pt x="87670" y="15145"/>
                  <a:pt x="67465" y="35528"/>
                  <a:pt x="67465" y="60960"/>
                </a:cubicBezTo>
                <a:lnTo>
                  <a:pt x="67465" y="217837"/>
                </a:lnTo>
                <a:cubicBezTo>
                  <a:pt x="94660" y="191167"/>
                  <a:pt x="108281" y="177800"/>
                  <a:pt x="108348" y="177736"/>
                </a:cubicBezTo>
                <a:cubicBezTo>
                  <a:pt x="112142" y="173927"/>
                  <a:pt x="117169" y="173927"/>
                  <a:pt x="119730" y="177736"/>
                </a:cubicBezTo>
                <a:cubicBezTo>
                  <a:pt x="122292" y="180308"/>
                  <a:pt x="122292" y="185356"/>
                  <a:pt x="119730" y="187928"/>
                </a:cubicBezTo>
                <a:lnTo>
                  <a:pt x="66517" y="241554"/>
                </a:lnTo>
                <a:cubicBezTo>
                  <a:pt x="65284" y="242125"/>
                  <a:pt x="64430" y="242697"/>
                  <a:pt x="63576" y="243173"/>
                </a:cubicBezTo>
                <a:cubicBezTo>
                  <a:pt x="62912" y="243554"/>
                  <a:pt x="62154" y="243650"/>
                  <a:pt x="61300" y="243840"/>
                </a:cubicBezTo>
                <a:cubicBezTo>
                  <a:pt x="60920" y="243840"/>
                  <a:pt x="60636" y="244126"/>
                  <a:pt x="60162" y="244126"/>
                </a:cubicBezTo>
                <a:cubicBezTo>
                  <a:pt x="60162" y="244126"/>
                  <a:pt x="60162" y="244126"/>
                  <a:pt x="60067" y="244126"/>
                </a:cubicBezTo>
                <a:cubicBezTo>
                  <a:pt x="60067" y="244126"/>
                  <a:pt x="59972" y="244126"/>
                  <a:pt x="59877" y="244126"/>
                </a:cubicBezTo>
                <a:cubicBezTo>
                  <a:pt x="57126" y="244126"/>
                  <a:pt x="54470" y="242125"/>
                  <a:pt x="53142" y="239554"/>
                </a:cubicBezTo>
                <a:cubicBezTo>
                  <a:pt x="19061" y="205200"/>
                  <a:pt x="1987" y="187992"/>
                  <a:pt x="1921" y="187928"/>
                </a:cubicBezTo>
                <a:cubicBezTo>
                  <a:pt x="-640" y="185356"/>
                  <a:pt x="-640" y="180308"/>
                  <a:pt x="1921" y="177736"/>
                </a:cubicBezTo>
                <a:cubicBezTo>
                  <a:pt x="4482" y="173927"/>
                  <a:pt x="9509" y="173927"/>
                  <a:pt x="12070" y="177736"/>
                </a:cubicBezTo>
                <a:cubicBezTo>
                  <a:pt x="33887" y="199168"/>
                  <a:pt x="45744" y="210884"/>
                  <a:pt x="52289" y="217265"/>
                </a:cubicBezTo>
                <a:lnTo>
                  <a:pt x="52289" y="61055"/>
                </a:lnTo>
                <a:cubicBezTo>
                  <a:pt x="52289" y="26670"/>
                  <a:pt x="80176" y="0"/>
                  <a:pt x="112996" y="0"/>
                </a:cubicBezTo>
                <a:cubicBezTo>
                  <a:pt x="145815" y="0"/>
                  <a:pt x="173703" y="26670"/>
                  <a:pt x="173703" y="61055"/>
                </a:cubicBezTo>
                <a:lnTo>
                  <a:pt x="173703" y="183166"/>
                </a:lnTo>
                <a:cubicBezTo>
                  <a:pt x="173703" y="208598"/>
                  <a:pt x="195235" y="228981"/>
                  <a:pt x="219233" y="228981"/>
                </a:cubicBezTo>
                <a:cubicBezTo>
                  <a:pt x="244559" y="228981"/>
                  <a:pt x="264763" y="208598"/>
                  <a:pt x="264763" y="183166"/>
                </a:cubicBezTo>
                <a:lnTo>
                  <a:pt x="264763" y="25146"/>
                </a:lnTo>
                <a:cubicBezTo>
                  <a:pt x="237569" y="52324"/>
                  <a:pt x="223947" y="65944"/>
                  <a:pt x="223881" y="66008"/>
                </a:cubicBezTo>
                <a:cubicBezTo>
                  <a:pt x="220087" y="68580"/>
                  <a:pt x="215059" y="68580"/>
                  <a:pt x="212498" y="66008"/>
                </a:cubicBezTo>
                <a:cubicBezTo>
                  <a:pt x="209937" y="63532"/>
                  <a:pt x="209937" y="58483"/>
                  <a:pt x="212498" y="55912"/>
                </a:cubicBezTo>
                <a:cubicBezTo>
                  <a:pt x="259641" y="9906"/>
                  <a:pt x="265807" y="3810"/>
                  <a:pt x="266661" y="3048"/>
                </a:cubicBezTo>
                <a:cubicBezTo>
                  <a:pt x="268083" y="1238"/>
                  <a:pt x="270170" y="0"/>
                  <a:pt x="272352" y="0"/>
                </a:cubicBezTo>
                <a:cubicBezTo>
                  <a:pt x="275482" y="0"/>
                  <a:pt x="277474" y="1524"/>
                  <a:pt x="278707" y="3429"/>
                </a:cubicBezTo>
                <a:cubicBezTo>
                  <a:pt x="312855" y="38354"/>
                  <a:pt x="329929" y="55848"/>
                  <a:pt x="329929" y="55912"/>
                </a:cubicBezTo>
                <a:cubicBezTo>
                  <a:pt x="333723" y="58388"/>
                  <a:pt x="332490" y="63436"/>
                  <a:pt x="329929" y="6600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1" name="Graphic 99">
            <a:extLst>
              <a:ext uri="{FF2B5EF4-FFF2-40B4-BE49-F238E27FC236}">
                <a16:creationId xmlns:a16="http://schemas.microsoft.com/office/drawing/2014/main" id="{BB4CA22D-AB67-5C3F-12C6-C86DCDB585DF}"/>
              </a:ext>
            </a:extLst>
          </p:cNvPr>
          <p:cNvSpPr/>
          <p:nvPr/>
        </p:nvSpPr>
        <p:spPr>
          <a:xfrm>
            <a:off x="8768296" y="831666"/>
            <a:ext cx="434311" cy="436245"/>
          </a:xfrm>
          <a:custGeom>
            <a:avLst/>
            <a:gdLst>
              <a:gd name="connsiteX0" fmla="*/ 120563 w 325638"/>
              <a:gd name="connsiteY0" fmla="*/ 206788 h 327088"/>
              <a:gd name="connsiteX1" fmla="*/ 120563 w 325638"/>
              <a:gd name="connsiteY1" fmla="*/ 216979 h 327088"/>
              <a:gd name="connsiteX2" fmla="*/ 24285 w 325638"/>
              <a:gd name="connsiteY2" fmla="*/ 313373 h 327088"/>
              <a:gd name="connsiteX3" fmla="*/ 74938 w 325638"/>
              <a:gd name="connsiteY3" fmla="*/ 313373 h 327088"/>
              <a:gd name="connsiteX4" fmla="*/ 81673 w 325638"/>
              <a:gd name="connsiteY4" fmla="*/ 320231 h 327088"/>
              <a:gd name="connsiteX5" fmla="*/ 74938 w 325638"/>
              <a:gd name="connsiteY5" fmla="*/ 327089 h 327088"/>
              <a:gd name="connsiteX6" fmla="*/ 7591 w 325638"/>
              <a:gd name="connsiteY6" fmla="*/ 327089 h 327088"/>
              <a:gd name="connsiteX7" fmla="*/ 7496 w 325638"/>
              <a:gd name="connsiteY7" fmla="*/ 327089 h 327088"/>
              <a:gd name="connsiteX8" fmla="*/ 7306 w 325638"/>
              <a:gd name="connsiteY8" fmla="*/ 327089 h 327088"/>
              <a:gd name="connsiteX9" fmla="*/ 1615 w 325638"/>
              <a:gd name="connsiteY9" fmla="*/ 325946 h 327088"/>
              <a:gd name="connsiteX10" fmla="*/ 856 w 325638"/>
              <a:gd name="connsiteY10" fmla="*/ 317183 h 327088"/>
              <a:gd name="connsiteX11" fmla="*/ 856 w 325638"/>
              <a:gd name="connsiteY11" fmla="*/ 251936 h 327088"/>
              <a:gd name="connsiteX12" fmla="*/ 7591 w 325638"/>
              <a:gd name="connsiteY12" fmla="*/ 245078 h 327088"/>
              <a:gd name="connsiteX13" fmla="*/ 14326 w 325638"/>
              <a:gd name="connsiteY13" fmla="*/ 251936 h 327088"/>
              <a:gd name="connsiteX14" fmla="*/ 14326 w 325638"/>
              <a:gd name="connsiteY14" fmla="*/ 302990 h 327088"/>
              <a:gd name="connsiteX15" fmla="*/ 110414 w 325638"/>
              <a:gd name="connsiteY15" fmla="*/ 206788 h 327088"/>
              <a:gd name="connsiteX16" fmla="*/ 120658 w 325638"/>
              <a:gd name="connsiteY16" fmla="*/ 206788 h 327088"/>
              <a:gd name="connsiteX17" fmla="*/ 318999 w 325638"/>
              <a:gd name="connsiteY17" fmla="*/ 0 h 327088"/>
              <a:gd name="connsiteX18" fmla="*/ 251652 w 325638"/>
              <a:gd name="connsiteY18" fmla="*/ 0 h 327088"/>
              <a:gd name="connsiteX19" fmla="*/ 244918 w 325638"/>
              <a:gd name="connsiteY19" fmla="*/ 6858 h 327088"/>
              <a:gd name="connsiteX20" fmla="*/ 251652 w 325638"/>
              <a:gd name="connsiteY20" fmla="*/ 13716 h 327088"/>
              <a:gd name="connsiteX21" fmla="*/ 302020 w 325638"/>
              <a:gd name="connsiteY21" fmla="*/ 13716 h 327088"/>
              <a:gd name="connsiteX22" fmla="*/ 205173 w 325638"/>
              <a:gd name="connsiteY22" fmla="*/ 111252 h 327088"/>
              <a:gd name="connsiteX23" fmla="*/ 205173 w 325638"/>
              <a:gd name="connsiteY23" fmla="*/ 121444 h 327088"/>
              <a:gd name="connsiteX24" fmla="*/ 210770 w 325638"/>
              <a:gd name="connsiteY24" fmla="*/ 122587 h 327088"/>
              <a:gd name="connsiteX25" fmla="*/ 215228 w 325638"/>
              <a:gd name="connsiteY25" fmla="*/ 121444 h 327088"/>
              <a:gd name="connsiteX26" fmla="*/ 312170 w 325638"/>
              <a:gd name="connsiteY26" fmla="*/ 23813 h 327088"/>
              <a:gd name="connsiteX27" fmla="*/ 312170 w 325638"/>
              <a:gd name="connsiteY27" fmla="*/ 75152 h 327088"/>
              <a:gd name="connsiteX28" fmla="*/ 318904 w 325638"/>
              <a:gd name="connsiteY28" fmla="*/ 82010 h 327088"/>
              <a:gd name="connsiteX29" fmla="*/ 325639 w 325638"/>
              <a:gd name="connsiteY29" fmla="*/ 75152 h 327088"/>
              <a:gd name="connsiteX30" fmla="*/ 325639 w 325638"/>
              <a:gd name="connsiteY30" fmla="*/ 6858 h 327088"/>
              <a:gd name="connsiteX31" fmla="*/ 318904 w 325638"/>
              <a:gd name="connsiteY31" fmla="*/ 0 h 327088"/>
              <a:gd name="connsiteX32" fmla="*/ 23147 w 325638"/>
              <a:gd name="connsiteY32" fmla="*/ 13716 h 327088"/>
              <a:gd name="connsiteX33" fmla="*/ 74938 w 325638"/>
              <a:gd name="connsiteY33" fmla="*/ 13716 h 327088"/>
              <a:gd name="connsiteX34" fmla="*/ 81673 w 325638"/>
              <a:gd name="connsiteY34" fmla="*/ 6858 h 327088"/>
              <a:gd name="connsiteX35" fmla="*/ 74938 w 325638"/>
              <a:gd name="connsiteY35" fmla="*/ 0 h 327088"/>
              <a:gd name="connsiteX36" fmla="*/ 7591 w 325638"/>
              <a:gd name="connsiteY36" fmla="*/ 0 h 327088"/>
              <a:gd name="connsiteX37" fmla="*/ 3702 w 325638"/>
              <a:gd name="connsiteY37" fmla="*/ 1238 h 327088"/>
              <a:gd name="connsiteX38" fmla="*/ 1615 w 325638"/>
              <a:gd name="connsiteY38" fmla="*/ 2191 h 327088"/>
              <a:gd name="connsiteX39" fmla="*/ 856 w 325638"/>
              <a:gd name="connsiteY39" fmla="*/ 10954 h 327088"/>
              <a:gd name="connsiteX40" fmla="*/ 856 w 325638"/>
              <a:gd name="connsiteY40" fmla="*/ 75057 h 327088"/>
              <a:gd name="connsiteX41" fmla="*/ 7591 w 325638"/>
              <a:gd name="connsiteY41" fmla="*/ 81915 h 327088"/>
              <a:gd name="connsiteX42" fmla="*/ 14326 w 325638"/>
              <a:gd name="connsiteY42" fmla="*/ 75057 h 327088"/>
              <a:gd name="connsiteX43" fmla="*/ 14326 w 325638"/>
              <a:gd name="connsiteY43" fmla="*/ 25146 h 327088"/>
              <a:gd name="connsiteX44" fmla="*/ 110414 w 325638"/>
              <a:gd name="connsiteY44" fmla="*/ 121348 h 327088"/>
              <a:gd name="connsiteX45" fmla="*/ 116105 w 325638"/>
              <a:gd name="connsiteY45" fmla="*/ 122492 h 327088"/>
              <a:gd name="connsiteX46" fmla="*/ 120658 w 325638"/>
              <a:gd name="connsiteY46" fmla="*/ 121348 h 327088"/>
              <a:gd name="connsiteX47" fmla="*/ 120658 w 325638"/>
              <a:gd name="connsiteY47" fmla="*/ 111157 h 327088"/>
              <a:gd name="connsiteX48" fmla="*/ 23242 w 325638"/>
              <a:gd name="connsiteY48" fmla="*/ 13621 h 327088"/>
              <a:gd name="connsiteX49" fmla="*/ 318999 w 325638"/>
              <a:gd name="connsiteY49" fmla="*/ 245078 h 327088"/>
              <a:gd name="connsiteX50" fmla="*/ 312264 w 325638"/>
              <a:gd name="connsiteY50" fmla="*/ 251936 h 327088"/>
              <a:gd name="connsiteX51" fmla="*/ 312264 w 325638"/>
              <a:gd name="connsiteY51" fmla="*/ 304419 h 327088"/>
              <a:gd name="connsiteX52" fmla="*/ 215323 w 325638"/>
              <a:gd name="connsiteY52" fmla="*/ 206788 h 327088"/>
              <a:gd name="connsiteX53" fmla="*/ 205173 w 325638"/>
              <a:gd name="connsiteY53" fmla="*/ 206788 h 327088"/>
              <a:gd name="connsiteX54" fmla="*/ 205173 w 325638"/>
              <a:gd name="connsiteY54" fmla="*/ 216979 h 327088"/>
              <a:gd name="connsiteX55" fmla="*/ 300882 w 325638"/>
              <a:gd name="connsiteY55" fmla="*/ 313373 h 327088"/>
              <a:gd name="connsiteX56" fmla="*/ 251557 w 325638"/>
              <a:gd name="connsiteY56" fmla="*/ 313373 h 327088"/>
              <a:gd name="connsiteX57" fmla="*/ 244823 w 325638"/>
              <a:gd name="connsiteY57" fmla="*/ 320231 h 327088"/>
              <a:gd name="connsiteX58" fmla="*/ 251557 w 325638"/>
              <a:gd name="connsiteY58" fmla="*/ 327089 h 327088"/>
              <a:gd name="connsiteX59" fmla="*/ 318904 w 325638"/>
              <a:gd name="connsiteY59" fmla="*/ 327089 h 327088"/>
              <a:gd name="connsiteX60" fmla="*/ 318904 w 325638"/>
              <a:gd name="connsiteY60" fmla="*/ 327089 h 327088"/>
              <a:gd name="connsiteX61" fmla="*/ 323363 w 325638"/>
              <a:gd name="connsiteY61" fmla="*/ 325946 h 327088"/>
              <a:gd name="connsiteX62" fmla="*/ 323932 w 325638"/>
              <a:gd name="connsiteY62" fmla="*/ 324707 h 327088"/>
              <a:gd name="connsiteX63" fmla="*/ 325544 w 325638"/>
              <a:gd name="connsiteY63" fmla="*/ 320231 h 327088"/>
              <a:gd name="connsiteX64" fmla="*/ 325544 w 325638"/>
              <a:gd name="connsiteY64" fmla="*/ 251936 h 327088"/>
              <a:gd name="connsiteX65" fmla="*/ 318809 w 325638"/>
              <a:gd name="connsiteY65" fmla="*/ 245078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25638" h="327088">
                <a:moveTo>
                  <a:pt x="120563" y="206788"/>
                </a:moveTo>
                <a:cubicBezTo>
                  <a:pt x="122839" y="210217"/>
                  <a:pt x="122839" y="213550"/>
                  <a:pt x="120563" y="216979"/>
                </a:cubicBezTo>
                <a:cubicBezTo>
                  <a:pt x="64599" y="272987"/>
                  <a:pt x="37470" y="300133"/>
                  <a:pt x="24285" y="313373"/>
                </a:cubicBezTo>
                <a:lnTo>
                  <a:pt x="74938" y="313373"/>
                </a:lnTo>
                <a:cubicBezTo>
                  <a:pt x="78353" y="313373"/>
                  <a:pt x="81673" y="316802"/>
                  <a:pt x="81673" y="320231"/>
                </a:cubicBezTo>
                <a:cubicBezTo>
                  <a:pt x="81673" y="324803"/>
                  <a:pt x="78258" y="327089"/>
                  <a:pt x="74938" y="327089"/>
                </a:cubicBezTo>
                <a:lnTo>
                  <a:pt x="7591" y="327089"/>
                </a:lnTo>
                <a:cubicBezTo>
                  <a:pt x="7591" y="327089"/>
                  <a:pt x="7591" y="327089"/>
                  <a:pt x="7496" y="327089"/>
                </a:cubicBezTo>
                <a:cubicBezTo>
                  <a:pt x="7496" y="327089"/>
                  <a:pt x="7306" y="327089"/>
                  <a:pt x="7306" y="327089"/>
                </a:cubicBezTo>
                <a:cubicBezTo>
                  <a:pt x="5030" y="327089"/>
                  <a:pt x="3892" y="327089"/>
                  <a:pt x="1615" y="325946"/>
                </a:cubicBezTo>
                <a:cubicBezTo>
                  <a:pt x="-282" y="322993"/>
                  <a:pt x="-472" y="320135"/>
                  <a:pt x="856" y="317183"/>
                </a:cubicBezTo>
                <a:lnTo>
                  <a:pt x="856" y="251936"/>
                </a:lnTo>
                <a:cubicBezTo>
                  <a:pt x="856" y="248507"/>
                  <a:pt x="3133" y="245078"/>
                  <a:pt x="7591" y="245078"/>
                </a:cubicBezTo>
                <a:cubicBezTo>
                  <a:pt x="11006" y="245078"/>
                  <a:pt x="14326" y="248507"/>
                  <a:pt x="14326" y="251936"/>
                </a:cubicBezTo>
                <a:lnTo>
                  <a:pt x="14326" y="302990"/>
                </a:lnTo>
                <a:cubicBezTo>
                  <a:pt x="78324" y="238918"/>
                  <a:pt x="110347" y="206852"/>
                  <a:pt x="110414" y="206788"/>
                </a:cubicBezTo>
                <a:cubicBezTo>
                  <a:pt x="113828" y="204502"/>
                  <a:pt x="118381" y="204502"/>
                  <a:pt x="120658" y="206788"/>
                </a:cubicBezTo>
                <a:close/>
                <a:moveTo>
                  <a:pt x="318999" y="0"/>
                </a:moveTo>
                <a:lnTo>
                  <a:pt x="251652" y="0"/>
                </a:lnTo>
                <a:cubicBezTo>
                  <a:pt x="247194" y="0"/>
                  <a:pt x="244918" y="3429"/>
                  <a:pt x="244918" y="6858"/>
                </a:cubicBezTo>
                <a:cubicBezTo>
                  <a:pt x="244918" y="11430"/>
                  <a:pt x="247194" y="13716"/>
                  <a:pt x="251652" y="13716"/>
                </a:cubicBezTo>
                <a:lnTo>
                  <a:pt x="302020" y="13716"/>
                </a:lnTo>
                <a:cubicBezTo>
                  <a:pt x="289310" y="26479"/>
                  <a:pt x="262371" y="53626"/>
                  <a:pt x="205173" y="111252"/>
                </a:cubicBezTo>
                <a:cubicBezTo>
                  <a:pt x="202897" y="114681"/>
                  <a:pt x="202897" y="118015"/>
                  <a:pt x="205173" y="121444"/>
                </a:cubicBezTo>
                <a:cubicBezTo>
                  <a:pt x="207450" y="122587"/>
                  <a:pt x="208588" y="122587"/>
                  <a:pt x="210770" y="122587"/>
                </a:cubicBezTo>
                <a:cubicBezTo>
                  <a:pt x="211908" y="122587"/>
                  <a:pt x="214185" y="122587"/>
                  <a:pt x="215228" y="121444"/>
                </a:cubicBezTo>
                <a:cubicBezTo>
                  <a:pt x="215228" y="121444"/>
                  <a:pt x="247545" y="88900"/>
                  <a:pt x="312170" y="23813"/>
                </a:cubicBezTo>
                <a:lnTo>
                  <a:pt x="312170" y="75152"/>
                </a:lnTo>
                <a:cubicBezTo>
                  <a:pt x="312170" y="79724"/>
                  <a:pt x="314446" y="82010"/>
                  <a:pt x="318904" y="82010"/>
                </a:cubicBezTo>
                <a:cubicBezTo>
                  <a:pt x="322319" y="82010"/>
                  <a:pt x="325639" y="79724"/>
                  <a:pt x="325639" y="75152"/>
                </a:cubicBezTo>
                <a:lnTo>
                  <a:pt x="325639" y="6858"/>
                </a:lnTo>
                <a:cubicBezTo>
                  <a:pt x="325639" y="3429"/>
                  <a:pt x="322224" y="0"/>
                  <a:pt x="318904" y="0"/>
                </a:cubicBezTo>
                <a:close/>
                <a:moveTo>
                  <a:pt x="23147" y="13716"/>
                </a:moveTo>
                <a:lnTo>
                  <a:pt x="74938" y="13716"/>
                </a:lnTo>
                <a:cubicBezTo>
                  <a:pt x="78353" y="13716"/>
                  <a:pt x="81673" y="11430"/>
                  <a:pt x="81673" y="6858"/>
                </a:cubicBezTo>
                <a:cubicBezTo>
                  <a:pt x="81673" y="3429"/>
                  <a:pt x="78258" y="0"/>
                  <a:pt x="74938" y="0"/>
                </a:cubicBezTo>
                <a:lnTo>
                  <a:pt x="7591" y="0"/>
                </a:lnTo>
                <a:cubicBezTo>
                  <a:pt x="5978" y="0"/>
                  <a:pt x="4745" y="572"/>
                  <a:pt x="3702" y="1238"/>
                </a:cubicBezTo>
                <a:cubicBezTo>
                  <a:pt x="2943" y="1524"/>
                  <a:pt x="2279" y="1810"/>
                  <a:pt x="1615" y="2191"/>
                </a:cubicBezTo>
                <a:cubicBezTo>
                  <a:pt x="-282" y="5144"/>
                  <a:pt x="-472" y="8001"/>
                  <a:pt x="856" y="10954"/>
                </a:cubicBezTo>
                <a:lnTo>
                  <a:pt x="856" y="75057"/>
                </a:lnTo>
                <a:cubicBezTo>
                  <a:pt x="856" y="79629"/>
                  <a:pt x="3133" y="81915"/>
                  <a:pt x="7591" y="81915"/>
                </a:cubicBezTo>
                <a:cubicBezTo>
                  <a:pt x="11006" y="81915"/>
                  <a:pt x="14326" y="79629"/>
                  <a:pt x="14326" y="75057"/>
                </a:cubicBezTo>
                <a:lnTo>
                  <a:pt x="14326" y="25146"/>
                </a:lnTo>
                <a:cubicBezTo>
                  <a:pt x="27605" y="38481"/>
                  <a:pt x="54734" y="65627"/>
                  <a:pt x="110414" y="121348"/>
                </a:cubicBezTo>
                <a:cubicBezTo>
                  <a:pt x="112690" y="122492"/>
                  <a:pt x="113828" y="122492"/>
                  <a:pt x="116105" y="122492"/>
                </a:cubicBezTo>
                <a:cubicBezTo>
                  <a:pt x="117243" y="122492"/>
                  <a:pt x="119520" y="122492"/>
                  <a:pt x="120658" y="121348"/>
                </a:cubicBezTo>
                <a:cubicBezTo>
                  <a:pt x="122934" y="117919"/>
                  <a:pt x="122934" y="114586"/>
                  <a:pt x="120658" y="111157"/>
                </a:cubicBezTo>
                <a:cubicBezTo>
                  <a:pt x="120658" y="111157"/>
                  <a:pt x="88189" y="78645"/>
                  <a:pt x="23242" y="13621"/>
                </a:cubicBezTo>
                <a:close/>
                <a:moveTo>
                  <a:pt x="318999" y="245078"/>
                </a:moveTo>
                <a:cubicBezTo>
                  <a:pt x="314541" y="245078"/>
                  <a:pt x="312264" y="248507"/>
                  <a:pt x="312264" y="251936"/>
                </a:cubicBezTo>
                <a:lnTo>
                  <a:pt x="312264" y="304419"/>
                </a:lnTo>
                <a:cubicBezTo>
                  <a:pt x="299649" y="291656"/>
                  <a:pt x="272710" y="264509"/>
                  <a:pt x="215323" y="206788"/>
                </a:cubicBezTo>
                <a:cubicBezTo>
                  <a:pt x="213046" y="204502"/>
                  <a:pt x="208588" y="204502"/>
                  <a:pt x="205173" y="206788"/>
                </a:cubicBezTo>
                <a:cubicBezTo>
                  <a:pt x="202897" y="210217"/>
                  <a:pt x="202897" y="213550"/>
                  <a:pt x="205173" y="216979"/>
                </a:cubicBezTo>
                <a:cubicBezTo>
                  <a:pt x="205173" y="216979"/>
                  <a:pt x="237073" y="249110"/>
                  <a:pt x="300882" y="313373"/>
                </a:cubicBezTo>
                <a:lnTo>
                  <a:pt x="251557" y="313373"/>
                </a:lnTo>
                <a:cubicBezTo>
                  <a:pt x="247099" y="313373"/>
                  <a:pt x="244823" y="316802"/>
                  <a:pt x="244823" y="320231"/>
                </a:cubicBezTo>
                <a:cubicBezTo>
                  <a:pt x="244823" y="324803"/>
                  <a:pt x="247099" y="327089"/>
                  <a:pt x="251557" y="327089"/>
                </a:cubicBezTo>
                <a:lnTo>
                  <a:pt x="318904" y="327089"/>
                </a:lnTo>
                <a:cubicBezTo>
                  <a:pt x="318904" y="327089"/>
                  <a:pt x="318904" y="327089"/>
                  <a:pt x="318904" y="327089"/>
                </a:cubicBezTo>
                <a:cubicBezTo>
                  <a:pt x="320043" y="327089"/>
                  <a:pt x="322224" y="327089"/>
                  <a:pt x="323363" y="325946"/>
                </a:cubicBezTo>
                <a:cubicBezTo>
                  <a:pt x="323647" y="325565"/>
                  <a:pt x="323742" y="325184"/>
                  <a:pt x="323932" y="324707"/>
                </a:cubicBezTo>
                <a:cubicBezTo>
                  <a:pt x="324880" y="323564"/>
                  <a:pt x="325544" y="322136"/>
                  <a:pt x="325544" y="320231"/>
                </a:cubicBezTo>
                <a:lnTo>
                  <a:pt x="325544" y="251936"/>
                </a:lnTo>
                <a:cubicBezTo>
                  <a:pt x="325544" y="248507"/>
                  <a:pt x="322129" y="245078"/>
                  <a:pt x="318809" y="245078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2" name="Graphic 99">
            <a:extLst>
              <a:ext uri="{FF2B5EF4-FFF2-40B4-BE49-F238E27FC236}">
                <a16:creationId xmlns:a16="http://schemas.microsoft.com/office/drawing/2014/main" id="{C85EF563-8D72-0A04-1973-1F574BAC332B}"/>
              </a:ext>
            </a:extLst>
          </p:cNvPr>
          <p:cNvSpPr/>
          <p:nvPr/>
        </p:nvSpPr>
        <p:spPr>
          <a:xfrm>
            <a:off x="9533924" y="831666"/>
            <a:ext cx="434311" cy="436245"/>
          </a:xfrm>
          <a:custGeom>
            <a:avLst/>
            <a:gdLst>
              <a:gd name="connsiteX0" fmla="*/ 120563 w 325638"/>
              <a:gd name="connsiteY0" fmla="*/ 206788 h 327088"/>
              <a:gd name="connsiteX1" fmla="*/ 120563 w 325638"/>
              <a:gd name="connsiteY1" fmla="*/ 216979 h 327088"/>
              <a:gd name="connsiteX2" fmla="*/ 24285 w 325638"/>
              <a:gd name="connsiteY2" fmla="*/ 313373 h 327088"/>
              <a:gd name="connsiteX3" fmla="*/ 74938 w 325638"/>
              <a:gd name="connsiteY3" fmla="*/ 313373 h 327088"/>
              <a:gd name="connsiteX4" fmla="*/ 81673 w 325638"/>
              <a:gd name="connsiteY4" fmla="*/ 320231 h 327088"/>
              <a:gd name="connsiteX5" fmla="*/ 74938 w 325638"/>
              <a:gd name="connsiteY5" fmla="*/ 327089 h 327088"/>
              <a:gd name="connsiteX6" fmla="*/ 7591 w 325638"/>
              <a:gd name="connsiteY6" fmla="*/ 327089 h 327088"/>
              <a:gd name="connsiteX7" fmla="*/ 7496 w 325638"/>
              <a:gd name="connsiteY7" fmla="*/ 327089 h 327088"/>
              <a:gd name="connsiteX8" fmla="*/ 7306 w 325638"/>
              <a:gd name="connsiteY8" fmla="*/ 327089 h 327088"/>
              <a:gd name="connsiteX9" fmla="*/ 1615 w 325638"/>
              <a:gd name="connsiteY9" fmla="*/ 325946 h 327088"/>
              <a:gd name="connsiteX10" fmla="*/ 856 w 325638"/>
              <a:gd name="connsiteY10" fmla="*/ 317183 h 327088"/>
              <a:gd name="connsiteX11" fmla="*/ 856 w 325638"/>
              <a:gd name="connsiteY11" fmla="*/ 251936 h 327088"/>
              <a:gd name="connsiteX12" fmla="*/ 7591 w 325638"/>
              <a:gd name="connsiteY12" fmla="*/ 245078 h 327088"/>
              <a:gd name="connsiteX13" fmla="*/ 14326 w 325638"/>
              <a:gd name="connsiteY13" fmla="*/ 251936 h 327088"/>
              <a:gd name="connsiteX14" fmla="*/ 14326 w 325638"/>
              <a:gd name="connsiteY14" fmla="*/ 302990 h 327088"/>
              <a:gd name="connsiteX15" fmla="*/ 110414 w 325638"/>
              <a:gd name="connsiteY15" fmla="*/ 206788 h 327088"/>
              <a:gd name="connsiteX16" fmla="*/ 120658 w 325638"/>
              <a:gd name="connsiteY16" fmla="*/ 206788 h 327088"/>
              <a:gd name="connsiteX17" fmla="*/ 318999 w 325638"/>
              <a:gd name="connsiteY17" fmla="*/ 0 h 327088"/>
              <a:gd name="connsiteX18" fmla="*/ 251652 w 325638"/>
              <a:gd name="connsiteY18" fmla="*/ 0 h 327088"/>
              <a:gd name="connsiteX19" fmla="*/ 244918 w 325638"/>
              <a:gd name="connsiteY19" fmla="*/ 6858 h 327088"/>
              <a:gd name="connsiteX20" fmla="*/ 251652 w 325638"/>
              <a:gd name="connsiteY20" fmla="*/ 13716 h 327088"/>
              <a:gd name="connsiteX21" fmla="*/ 302020 w 325638"/>
              <a:gd name="connsiteY21" fmla="*/ 13716 h 327088"/>
              <a:gd name="connsiteX22" fmla="*/ 205173 w 325638"/>
              <a:gd name="connsiteY22" fmla="*/ 111252 h 327088"/>
              <a:gd name="connsiteX23" fmla="*/ 205173 w 325638"/>
              <a:gd name="connsiteY23" fmla="*/ 121444 h 327088"/>
              <a:gd name="connsiteX24" fmla="*/ 210770 w 325638"/>
              <a:gd name="connsiteY24" fmla="*/ 122587 h 327088"/>
              <a:gd name="connsiteX25" fmla="*/ 215228 w 325638"/>
              <a:gd name="connsiteY25" fmla="*/ 121444 h 327088"/>
              <a:gd name="connsiteX26" fmla="*/ 312170 w 325638"/>
              <a:gd name="connsiteY26" fmla="*/ 23813 h 327088"/>
              <a:gd name="connsiteX27" fmla="*/ 312170 w 325638"/>
              <a:gd name="connsiteY27" fmla="*/ 75152 h 327088"/>
              <a:gd name="connsiteX28" fmla="*/ 318904 w 325638"/>
              <a:gd name="connsiteY28" fmla="*/ 82010 h 327088"/>
              <a:gd name="connsiteX29" fmla="*/ 325639 w 325638"/>
              <a:gd name="connsiteY29" fmla="*/ 75152 h 327088"/>
              <a:gd name="connsiteX30" fmla="*/ 325639 w 325638"/>
              <a:gd name="connsiteY30" fmla="*/ 6858 h 327088"/>
              <a:gd name="connsiteX31" fmla="*/ 318904 w 325638"/>
              <a:gd name="connsiteY31" fmla="*/ 0 h 327088"/>
              <a:gd name="connsiteX32" fmla="*/ 23147 w 325638"/>
              <a:gd name="connsiteY32" fmla="*/ 13716 h 327088"/>
              <a:gd name="connsiteX33" fmla="*/ 74938 w 325638"/>
              <a:gd name="connsiteY33" fmla="*/ 13716 h 327088"/>
              <a:gd name="connsiteX34" fmla="*/ 81673 w 325638"/>
              <a:gd name="connsiteY34" fmla="*/ 6858 h 327088"/>
              <a:gd name="connsiteX35" fmla="*/ 74938 w 325638"/>
              <a:gd name="connsiteY35" fmla="*/ 0 h 327088"/>
              <a:gd name="connsiteX36" fmla="*/ 7591 w 325638"/>
              <a:gd name="connsiteY36" fmla="*/ 0 h 327088"/>
              <a:gd name="connsiteX37" fmla="*/ 3702 w 325638"/>
              <a:gd name="connsiteY37" fmla="*/ 1238 h 327088"/>
              <a:gd name="connsiteX38" fmla="*/ 1615 w 325638"/>
              <a:gd name="connsiteY38" fmla="*/ 2191 h 327088"/>
              <a:gd name="connsiteX39" fmla="*/ 856 w 325638"/>
              <a:gd name="connsiteY39" fmla="*/ 10954 h 327088"/>
              <a:gd name="connsiteX40" fmla="*/ 856 w 325638"/>
              <a:gd name="connsiteY40" fmla="*/ 75057 h 327088"/>
              <a:gd name="connsiteX41" fmla="*/ 7591 w 325638"/>
              <a:gd name="connsiteY41" fmla="*/ 81915 h 327088"/>
              <a:gd name="connsiteX42" fmla="*/ 14326 w 325638"/>
              <a:gd name="connsiteY42" fmla="*/ 75057 h 327088"/>
              <a:gd name="connsiteX43" fmla="*/ 14326 w 325638"/>
              <a:gd name="connsiteY43" fmla="*/ 25146 h 327088"/>
              <a:gd name="connsiteX44" fmla="*/ 110414 w 325638"/>
              <a:gd name="connsiteY44" fmla="*/ 121348 h 327088"/>
              <a:gd name="connsiteX45" fmla="*/ 116105 w 325638"/>
              <a:gd name="connsiteY45" fmla="*/ 122492 h 327088"/>
              <a:gd name="connsiteX46" fmla="*/ 120658 w 325638"/>
              <a:gd name="connsiteY46" fmla="*/ 121348 h 327088"/>
              <a:gd name="connsiteX47" fmla="*/ 120658 w 325638"/>
              <a:gd name="connsiteY47" fmla="*/ 111157 h 327088"/>
              <a:gd name="connsiteX48" fmla="*/ 23242 w 325638"/>
              <a:gd name="connsiteY48" fmla="*/ 13621 h 327088"/>
              <a:gd name="connsiteX49" fmla="*/ 318999 w 325638"/>
              <a:gd name="connsiteY49" fmla="*/ 245078 h 327088"/>
              <a:gd name="connsiteX50" fmla="*/ 312264 w 325638"/>
              <a:gd name="connsiteY50" fmla="*/ 251936 h 327088"/>
              <a:gd name="connsiteX51" fmla="*/ 312264 w 325638"/>
              <a:gd name="connsiteY51" fmla="*/ 304419 h 327088"/>
              <a:gd name="connsiteX52" fmla="*/ 215323 w 325638"/>
              <a:gd name="connsiteY52" fmla="*/ 206788 h 327088"/>
              <a:gd name="connsiteX53" fmla="*/ 205173 w 325638"/>
              <a:gd name="connsiteY53" fmla="*/ 206788 h 327088"/>
              <a:gd name="connsiteX54" fmla="*/ 205173 w 325638"/>
              <a:gd name="connsiteY54" fmla="*/ 216979 h 327088"/>
              <a:gd name="connsiteX55" fmla="*/ 300882 w 325638"/>
              <a:gd name="connsiteY55" fmla="*/ 313373 h 327088"/>
              <a:gd name="connsiteX56" fmla="*/ 251557 w 325638"/>
              <a:gd name="connsiteY56" fmla="*/ 313373 h 327088"/>
              <a:gd name="connsiteX57" fmla="*/ 244823 w 325638"/>
              <a:gd name="connsiteY57" fmla="*/ 320231 h 327088"/>
              <a:gd name="connsiteX58" fmla="*/ 251557 w 325638"/>
              <a:gd name="connsiteY58" fmla="*/ 327089 h 327088"/>
              <a:gd name="connsiteX59" fmla="*/ 318904 w 325638"/>
              <a:gd name="connsiteY59" fmla="*/ 327089 h 327088"/>
              <a:gd name="connsiteX60" fmla="*/ 318904 w 325638"/>
              <a:gd name="connsiteY60" fmla="*/ 327089 h 327088"/>
              <a:gd name="connsiteX61" fmla="*/ 323363 w 325638"/>
              <a:gd name="connsiteY61" fmla="*/ 325946 h 327088"/>
              <a:gd name="connsiteX62" fmla="*/ 323932 w 325638"/>
              <a:gd name="connsiteY62" fmla="*/ 324707 h 327088"/>
              <a:gd name="connsiteX63" fmla="*/ 325544 w 325638"/>
              <a:gd name="connsiteY63" fmla="*/ 320231 h 327088"/>
              <a:gd name="connsiteX64" fmla="*/ 325544 w 325638"/>
              <a:gd name="connsiteY64" fmla="*/ 251936 h 327088"/>
              <a:gd name="connsiteX65" fmla="*/ 318809 w 325638"/>
              <a:gd name="connsiteY65" fmla="*/ 245078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25638" h="327088">
                <a:moveTo>
                  <a:pt x="120563" y="206788"/>
                </a:moveTo>
                <a:cubicBezTo>
                  <a:pt x="122839" y="210217"/>
                  <a:pt x="122839" y="213550"/>
                  <a:pt x="120563" y="216979"/>
                </a:cubicBezTo>
                <a:cubicBezTo>
                  <a:pt x="64599" y="272987"/>
                  <a:pt x="37470" y="300133"/>
                  <a:pt x="24285" y="313373"/>
                </a:cubicBezTo>
                <a:lnTo>
                  <a:pt x="74938" y="313373"/>
                </a:lnTo>
                <a:cubicBezTo>
                  <a:pt x="78353" y="313373"/>
                  <a:pt x="81673" y="316802"/>
                  <a:pt x="81673" y="320231"/>
                </a:cubicBezTo>
                <a:cubicBezTo>
                  <a:pt x="81673" y="324803"/>
                  <a:pt x="78258" y="327089"/>
                  <a:pt x="74938" y="327089"/>
                </a:cubicBezTo>
                <a:lnTo>
                  <a:pt x="7591" y="327089"/>
                </a:lnTo>
                <a:cubicBezTo>
                  <a:pt x="7591" y="327089"/>
                  <a:pt x="7591" y="327089"/>
                  <a:pt x="7496" y="327089"/>
                </a:cubicBezTo>
                <a:cubicBezTo>
                  <a:pt x="7496" y="327089"/>
                  <a:pt x="7306" y="327089"/>
                  <a:pt x="7306" y="327089"/>
                </a:cubicBezTo>
                <a:cubicBezTo>
                  <a:pt x="5030" y="327089"/>
                  <a:pt x="3892" y="327089"/>
                  <a:pt x="1615" y="325946"/>
                </a:cubicBezTo>
                <a:cubicBezTo>
                  <a:pt x="-282" y="322993"/>
                  <a:pt x="-472" y="320135"/>
                  <a:pt x="856" y="317183"/>
                </a:cubicBezTo>
                <a:lnTo>
                  <a:pt x="856" y="251936"/>
                </a:lnTo>
                <a:cubicBezTo>
                  <a:pt x="856" y="248507"/>
                  <a:pt x="3133" y="245078"/>
                  <a:pt x="7591" y="245078"/>
                </a:cubicBezTo>
                <a:cubicBezTo>
                  <a:pt x="11006" y="245078"/>
                  <a:pt x="14326" y="248507"/>
                  <a:pt x="14326" y="251936"/>
                </a:cubicBezTo>
                <a:lnTo>
                  <a:pt x="14326" y="302990"/>
                </a:lnTo>
                <a:cubicBezTo>
                  <a:pt x="78324" y="238918"/>
                  <a:pt x="110347" y="206852"/>
                  <a:pt x="110414" y="206788"/>
                </a:cubicBezTo>
                <a:cubicBezTo>
                  <a:pt x="113828" y="204502"/>
                  <a:pt x="118381" y="204502"/>
                  <a:pt x="120658" y="206788"/>
                </a:cubicBezTo>
                <a:close/>
                <a:moveTo>
                  <a:pt x="318999" y="0"/>
                </a:moveTo>
                <a:lnTo>
                  <a:pt x="251652" y="0"/>
                </a:lnTo>
                <a:cubicBezTo>
                  <a:pt x="247194" y="0"/>
                  <a:pt x="244918" y="3429"/>
                  <a:pt x="244918" y="6858"/>
                </a:cubicBezTo>
                <a:cubicBezTo>
                  <a:pt x="244918" y="11430"/>
                  <a:pt x="247194" y="13716"/>
                  <a:pt x="251652" y="13716"/>
                </a:cubicBezTo>
                <a:lnTo>
                  <a:pt x="302020" y="13716"/>
                </a:lnTo>
                <a:cubicBezTo>
                  <a:pt x="289310" y="26479"/>
                  <a:pt x="262371" y="53626"/>
                  <a:pt x="205173" y="111252"/>
                </a:cubicBezTo>
                <a:cubicBezTo>
                  <a:pt x="202897" y="114681"/>
                  <a:pt x="202897" y="118015"/>
                  <a:pt x="205173" y="121444"/>
                </a:cubicBezTo>
                <a:cubicBezTo>
                  <a:pt x="207450" y="122587"/>
                  <a:pt x="208588" y="122587"/>
                  <a:pt x="210770" y="122587"/>
                </a:cubicBezTo>
                <a:cubicBezTo>
                  <a:pt x="211908" y="122587"/>
                  <a:pt x="214185" y="122587"/>
                  <a:pt x="215228" y="121444"/>
                </a:cubicBezTo>
                <a:cubicBezTo>
                  <a:pt x="215228" y="121444"/>
                  <a:pt x="247545" y="88900"/>
                  <a:pt x="312170" y="23813"/>
                </a:cubicBezTo>
                <a:lnTo>
                  <a:pt x="312170" y="75152"/>
                </a:lnTo>
                <a:cubicBezTo>
                  <a:pt x="312170" y="79724"/>
                  <a:pt x="314446" y="82010"/>
                  <a:pt x="318904" y="82010"/>
                </a:cubicBezTo>
                <a:cubicBezTo>
                  <a:pt x="322319" y="82010"/>
                  <a:pt x="325639" y="79724"/>
                  <a:pt x="325639" y="75152"/>
                </a:cubicBezTo>
                <a:lnTo>
                  <a:pt x="325639" y="6858"/>
                </a:lnTo>
                <a:cubicBezTo>
                  <a:pt x="325639" y="3429"/>
                  <a:pt x="322224" y="0"/>
                  <a:pt x="318904" y="0"/>
                </a:cubicBezTo>
                <a:close/>
                <a:moveTo>
                  <a:pt x="23147" y="13716"/>
                </a:moveTo>
                <a:lnTo>
                  <a:pt x="74938" y="13716"/>
                </a:lnTo>
                <a:cubicBezTo>
                  <a:pt x="78353" y="13716"/>
                  <a:pt x="81673" y="11430"/>
                  <a:pt x="81673" y="6858"/>
                </a:cubicBezTo>
                <a:cubicBezTo>
                  <a:pt x="81673" y="3429"/>
                  <a:pt x="78258" y="0"/>
                  <a:pt x="74938" y="0"/>
                </a:cubicBezTo>
                <a:lnTo>
                  <a:pt x="7591" y="0"/>
                </a:lnTo>
                <a:cubicBezTo>
                  <a:pt x="5978" y="0"/>
                  <a:pt x="4745" y="572"/>
                  <a:pt x="3702" y="1238"/>
                </a:cubicBezTo>
                <a:cubicBezTo>
                  <a:pt x="2943" y="1524"/>
                  <a:pt x="2279" y="1810"/>
                  <a:pt x="1615" y="2191"/>
                </a:cubicBezTo>
                <a:cubicBezTo>
                  <a:pt x="-282" y="5144"/>
                  <a:pt x="-472" y="8001"/>
                  <a:pt x="856" y="10954"/>
                </a:cubicBezTo>
                <a:lnTo>
                  <a:pt x="856" y="75057"/>
                </a:lnTo>
                <a:cubicBezTo>
                  <a:pt x="856" y="79629"/>
                  <a:pt x="3133" y="81915"/>
                  <a:pt x="7591" y="81915"/>
                </a:cubicBezTo>
                <a:cubicBezTo>
                  <a:pt x="11006" y="81915"/>
                  <a:pt x="14326" y="79629"/>
                  <a:pt x="14326" y="75057"/>
                </a:cubicBezTo>
                <a:lnTo>
                  <a:pt x="14326" y="25146"/>
                </a:lnTo>
                <a:cubicBezTo>
                  <a:pt x="27605" y="38481"/>
                  <a:pt x="54734" y="65627"/>
                  <a:pt x="110414" y="121348"/>
                </a:cubicBezTo>
                <a:cubicBezTo>
                  <a:pt x="112690" y="122492"/>
                  <a:pt x="113828" y="122492"/>
                  <a:pt x="116105" y="122492"/>
                </a:cubicBezTo>
                <a:cubicBezTo>
                  <a:pt x="117243" y="122492"/>
                  <a:pt x="119520" y="122492"/>
                  <a:pt x="120658" y="121348"/>
                </a:cubicBezTo>
                <a:cubicBezTo>
                  <a:pt x="122934" y="117919"/>
                  <a:pt x="122934" y="114586"/>
                  <a:pt x="120658" y="111157"/>
                </a:cubicBezTo>
                <a:cubicBezTo>
                  <a:pt x="120658" y="111157"/>
                  <a:pt x="88189" y="78645"/>
                  <a:pt x="23242" y="13621"/>
                </a:cubicBezTo>
                <a:close/>
                <a:moveTo>
                  <a:pt x="318999" y="245078"/>
                </a:moveTo>
                <a:cubicBezTo>
                  <a:pt x="314541" y="245078"/>
                  <a:pt x="312264" y="248507"/>
                  <a:pt x="312264" y="251936"/>
                </a:cubicBezTo>
                <a:lnTo>
                  <a:pt x="312264" y="304419"/>
                </a:lnTo>
                <a:cubicBezTo>
                  <a:pt x="299649" y="291656"/>
                  <a:pt x="272710" y="264509"/>
                  <a:pt x="215323" y="206788"/>
                </a:cubicBezTo>
                <a:cubicBezTo>
                  <a:pt x="213046" y="204502"/>
                  <a:pt x="208588" y="204502"/>
                  <a:pt x="205173" y="206788"/>
                </a:cubicBezTo>
                <a:cubicBezTo>
                  <a:pt x="202897" y="210217"/>
                  <a:pt x="202897" y="213550"/>
                  <a:pt x="205173" y="216979"/>
                </a:cubicBezTo>
                <a:cubicBezTo>
                  <a:pt x="205173" y="216979"/>
                  <a:pt x="237073" y="249110"/>
                  <a:pt x="300882" y="313373"/>
                </a:cubicBezTo>
                <a:lnTo>
                  <a:pt x="251557" y="313373"/>
                </a:lnTo>
                <a:cubicBezTo>
                  <a:pt x="247099" y="313373"/>
                  <a:pt x="244823" y="316802"/>
                  <a:pt x="244823" y="320231"/>
                </a:cubicBezTo>
                <a:cubicBezTo>
                  <a:pt x="244823" y="324803"/>
                  <a:pt x="247099" y="327089"/>
                  <a:pt x="251557" y="327089"/>
                </a:cubicBezTo>
                <a:lnTo>
                  <a:pt x="318904" y="327089"/>
                </a:lnTo>
                <a:cubicBezTo>
                  <a:pt x="318904" y="327089"/>
                  <a:pt x="318904" y="327089"/>
                  <a:pt x="318904" y="327089"/>
                </a:cubicBezTo>
                <a:cubicBezTo>
                  <a:pt x="320043" y="327089"/>
                  <a:pt x="322224" y="327089"/>
                  <a:pt x="323363" y="325946"/>
                </a:cubicBezTo>
                <a:cubicBezTo>
                  <a:pt x="323647" y="325565"/>
                  <a:pt x="323742" y="325184"/>
                  <a:pt x="323932" y="324707"/>
                </a:cubicBezTo>
                <a:cubicBezTo>
                  <a:pt x="324880" y="323564"/>
                  <a:pt x="325544" y="322136"/>
                  <a:pt x="325544" y="320231"/>
                </a:cubicBezTo>
                <a:lnTo>
                  <a:pt x="325544" y="251936"/>
                </a:lnTo>
                <a:cubicBezTo>
                  <a:pt x="325544" y="248507"/>
                  <a:pt x="322129" y="245078"/>
                  <a:pt x="318809" y="245078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3" name="Graphic 99">
            <a:extLst>
              <a:ext uri="{FF2B5EF4-FFF2-40B4-BE49-F238E27FC236}">
                <a16:creationId xmlns:a16="http://schemas.microsoft.com/office/drawing/2014/main" id="{D72C647D-7417-DE9E-7E52-CAC76C95D218}"/>
              </a:ext>
            </a:extLst>
          </p:cNvPr>
          <p:cNvSpPr/>
          <p:nvPr/>
        </p:nvSpPr>
        <p:spPr>
          <a:xfrm>
            <a:off x="8768296" y="1473924"/>
            <a:ext cx="434311" cy="436245"/>
          </a:xfrm>
          <a:custGeom>
            <a:avLst/>
            <a:gdLst>
              <a:gd name="connsiteX0" fmla="*/ 120563 w 325638"/>
              <a:gd name="connsiteY0" fmla="*/ 206788 h 327088"/>
              <a:gd name="connsiteX1" fmla="*/ 120563 w 325638"/>
              <a:gd name="connsiteY1" fmla="*/ 216979 h 327088"/>
              <a:gd name="connsiteX2" fmla="*/ 24285 w 325638"/>
              <a:gd name="connsiteY2" fmla="*/ 313373 h 327088"/>
              <a:gd name="connsiteX3" fmla="*/ 74938 w 325638"/>
              <a:gd name="connsiteY3" fmla="*/ 313373 h 327088"/>
              <a:gd name="connsiteX4" fmla="*/ 81673 w 325638"/>
              <a:gd name="connsiteY4" fmla="*/ 320231 h 327088"/>
              <a:gd name="connsiteX5" fmla="*/ 74938 w 325638"/>
              <a:gd name="connsiteY5" fmla="*/ 327089 h 327088"/>
              <a:gd name="connsiteX6" fmla="*/ 7591 w 325638"/>
              <a:gd name="connsiteY6" fmla="*/ 327089 h 327088"/>
              <a:gd name="connsiteX7" fmla="*/ 7496 w 325638"/>
              <a:gd name="connsiteY7" fmla="*/ 327089 h 327088"/>
              <a:gd name="connsiteX8" fmla="*/ 7306 w 325638"/>
              <a:gd name="connsiteY8" fmla="*/ 327089 h 327088"/>
              <a:gd name="connsiteX9" fmla="*/ 1615 w 325638"/>
              <a:gd name="connsiteY9" fmla="*/ 325946 h 327088"/>
              <a:gd name="connsiteX10" fmla="*/ 856 w 325638"/>
              <a:gd name="connsiteY10" fmla="*/ 317183 h 327088"/>
              <a:gd name="connsiteX11" fmla="*/ 856 w 325638"/>
              <a:gd name="connsiteY11" fmla="*/ 251936 h 327088"/>
              <a:gd name="connsiteX12" fmla="*/ 7591 w 325638"/>
              <a:gd name="connsiteY12" fmla="*/ 245078 h 327088"/>
              <a:gd name="connsiteX13" fmla="*/ 14326 w 325638"/>
              <a:gd name="connsiteY13" fmla="*/ 251936 h 327088"/>
              <a:gd name="connsiteX14" fmla="*/ 14326 w 325638"/>
              <a:gd name="connsiteY14" fmla="*/ 302990 h 327088"/>
              <a:gd name="connsiteX15" fmla="*/ 110414 w 325638"/>
              <a:gd name="connsiteY15" fmla="*/ 206788 h 327088"/>
              <a:gd name="connsiteX16" fmla="*/ 120658 w 325638"/>
              <a:gd name="connsiteY16" fmla="*/ 206788 h 327088"/>
              <a:gd name="connsiteX17" fmla="*/ 318999 w 325638"/>
              <a:gd name="connsiteY17" fmla="*/ 0 h 327088"/>
              <a:gd name="connsiteX18" fmla="*/ 251652 w 325638"/>
              <a:gd name="connsiteY18" fmla="*/ 0 h 327088"/>
              <a:gd name="connsiteX19" fmla="*/ 244918 w 325638"/>
              <a:gd name="connsiteY19" fmla="*/ 6858 h 327088"/>
              <a:gd name="connsiteX20" fmla="*/ 251652 w 325638"/>
              <a:gd name="connsiteY20" fmla="*/ 13716 h 327088"/>
              <a:gd name="connsiteX21" fmla="*/ 302020 w 325638"/>
              <a:gd name="connsiteY21" fmla="*/ 13716 h 327088"/>
              <a:gd name="connsiteX22" fmla="*/ 205173 w 325638"/>
              <a:gd name="connsiteY22" fmla="*/ 111252 h 327088"/>
              <a:gd name="connsiteX23" fmla="*/ 205173 w 325638"/>
              <a:gd name="connsiteY23" fmla="*/ 121444 h 327088"/>
              <a:gd name="connsiteX24" fmla="*/ 210770 w 325638"/>
              <a:gd name="connsiteY24" fmla="*/ 122587 h 327088"/>
              <a:gd name="connsiteX25" fmla="*/ 215228 w 325638"/>
              <a:gd name="connsiteY25" fmla="*/ 121444 h 327088"/>
              <a:gd name="connsiteX26" fmla="*/ 312170 w 325638"/>
              <a:gd name="connsiteY26" fmla="*/ 23813 h 327088"/>
              <a:gd name="connsiteX27" fmla="*/ 312170 w 325638"/>
              <a:gd name="connsiteY27" fmla="*/ 75152 h 327088"/>
              <a:gd name="connsiteX28" fmla="*/ 318904 w 325638"/>
              <a:gd name="connsiteY28" fmla="*/ 82010 h 327088"/>
              <a:gd name="connsiteX29" fmla="*/ 325639 w 325638"/>
              <a:gd name="connsiteY29" fmla="*/ 75152 h 327088"/>
              <a:gd name="connsiteX30" fmla="*/ 325639 w 325638"/>
              <a:gd name="connsiteY30" fmla="*/ 6858 h 327088"/>
              <a:gd name="connsiteX31" fmla="*/ 318904 w 325638"/>
              <a:gd name="connsiteY31" fmla="*/ 0 h 327088"/>
              <a:gd name="connsiteX32" fmla="*/ 23147 w 325638"/>
              <a:gd name="connsiteY32" fmla="*/ 13716 h 327088"/>
              <a:gd name="connsiteX33" fmla="*/ 74938 w 325638"/>
              <a:gd name="connsiteY33" fmla="*/ 13716 h 327088"/>
              <a:gd name="connsiteX34" fmla="*/ 81673 w 325638"/>
              <a:gd name="connsiteY34" fmla="*/ 6858 h 327088"/>
              <a:gd name="connsiteX35" fmla="*/ 74938 w 325638"/>
              <a:gd name="connsiteY35" fmla="*/ 0 h 327088"/>
              <a:gd name="connsiteX36" fmla="*/ 7591 w 325638"/>
              <a:gd name="connsiteY36" fmla="*/ 0 h 327088"/>
              <a:gd name="connsiteX37" fmla="*/ 3702 w 325638"/>
              <a:gd name="connsiteY37" fmla="*/ 1238 h 327088"/>
              <a:gd name="connsiteX38" fmla="*/ 1615 w 325638"/>
              <a:gd name="connsiteY38" fmla="*/ 2191 h 327088"/>
              <a:gd name="connsiteX39" fmla="*/ 856 w 325638"/>
              <a:gd name="connsiteY39" fmla="*/ 10954 h 327088"/>
              <a:gd name="connsiteX40" fmla="*/ 856 w 325638"/>
              <a:gd name="connsiteY40" fmla="*/ 75057 h 327088"/>
              <a:gd name="connsiteX41" fmla="*/ 7591 w 325638"/>
              <a:gd name="connsiteY41" fmla="*/ 81915 h 327088"/>
              <a:gd name="connsiteX42" fmla="*/ 14326 w 325638"/>
              <a:gd name="connsiteY42" fmla="*/ 75057 h 327088"/>
              <a:gd name="connsiteX43" fmla="*/ 14326 w 325638"/>
              <a:gd name="connsiteY43" fmla="*/ 25146 h 327088"/>
              <a:gd name="connsiteX44" fmla="*/ 110414 w 325638"/>
              <a:gd name="connsiteY44" fmla="*/ 121348 h 327088"/>
              <a:gd name="connsiteX45" fmla="*/ 116105 w 325638"/>
              <a:gd name="connsiteY45" fmla="*/ 122492 h 327088"/>
              <a:gd name="connsiteX46" fmla="*/ 120658 w 325638"/>
              <a:gd name="connsiteY46" fmla="*/ 121348 h 327088"/>
              <a:gd name="connsiteX47" fmla="*/ 120658 w 325638"/>
              <a:gd name="connsiteY47" fmla="*/ 111157 h 327088"/>
              <a:gd name="connsiteX48" fmla="*/ 23242 w 325638"/>
              <a:gd name="connsiteY48" fmla="*/ 13621 h 327088"/>
              <a:gd name="connsiteX49" fmla="*/ 318999 w 325638"/>
              <a:gd name="connsiteY49" fmla="*/ 245078 h 327088"/>
              <a:gd name="connsiteX50" fmla="*/ 312264 w 325638"/>
              <a:gd name="connsiteY50" fmla="*/ 251936 h 327088"/>
              <a:gd name="connsiteX51" fmla="*/ 312264 w 325638"/>
              <a:gd name="connsiteY51" fmla="*/ 304419 h 327088"/>
              <a:gd name="connsiteX52" fmla="*/ 215323 w 325638"/>
              <a:gd name="connsiteY52" fmla="*/ 206788 h 327088"/>
              <a:gd name="connsiteX53" fmla="*/ 205173 w 325638"/>
              <a:gd name="connsiteY53" fmla="*/ 206788 h 327088"/>
              <a:gd name="connsiteX54" fmla="*/ 205173 w 325638"/>
              <a:gd name="connsiteY54" fmla="*/ 216979 h 327088"/>
              <a:gd name="connsiteX55" fmla="*/ 300882 w 325638"/>
              <a:gd name="connsiteY55" fmla="*/ 313373 h 327088"/>
              <a:gd name="connsiteX56" fmla="*/ 251557 w 325638"/>
              <a:gd name="connsiteY56" fmla="*/ 313373 h 327088"/>
              <a:gd name="connsiteX57" fmla="*/ 244823 w 325638"/>
              <a:gd name="connsiteY57" fmla="*/ 320231 h 327088"/>
              <a:gd name="connsiteX58" fmla="*/ 251557 w 325638"/>
              <a:gd name="connsiteY58" fmla="*/ 327089 h 327088"/>
              <a:gd name="connsiteX59" fmla="*/ 318904 w 325638"/>
              <a:gd name="connsiteY59" fmla="*/ 327089 h 327088"/>
              <a:gd name="connsiteX60" fmla="*/ 318904 w 325638"/>
              <a:gd name="connsiteY60" fmla="*/ 327089 h 327088"/>
              <a:gd name="connsiteX61" fmla="*/ 323363 w 325638"/>
              <a:gd name="connsiteY61" fmla="*/ 325946 h 327088"/>
              <a:gd name="connsiteX62" fmla="*/ 323932 w 325638"/>
              <a:gd name="connsiteY62" fmla="*/ 324707 h 327088"/>
              <a:gd name="connsiteX63" fmla="*/ 325544 w 325638"/>
              <a:gd name="connsiteY63" fmla="*/ 320231 h 327088"/>
              <a:gd name="connsiteX64" fmla="*/ 325544 w 325638"/>
              <a:gd name="connsiteY64" fmla="*/ 251936 h 327088"/>
              <a:gd name="connsiteX65" fmla="*/ 318809 w 325638"/>
              <a:gd name="connsiteY65" fmla="*/ 245078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25638" h="327088">
                <a:moveTo>
                  <a:pt x="120563" y="206788"/>
                </a:moveTo>
                <a:cubicBezTo>
                  <a:pt x="122839" y="210217"/>
                  <a:pt x="122839" y="213550"/>
                  <a:pt x="120563" y="216979"/>
                </a:cubicBezTo>
                <a:cubicBezTo>
                  <a:pt x="64599" y="272987"/>
                  <a:pt x="37470" y="300133"/>
                  <a:pt x="24285" y="313373"/>
                </a:cubicBezTo>
                <a:lnTo>
                  <a:pt x="74938" y="313373"/>
                </a:lnTo>
                <a:cubicBezTo>
                  <a:pt x="78353" y="313373"/>
                  <a:pt x="81673" y="316802"/>
                  <a:pt x="81673" y="320231"/>
                </a:cubicBezTo>
                <a:cubicBezTo>
                  <a:pt x="81673" y="324803"/>
                  <a:pt x="78258" y="327089"/>
                  <a:pt x="74938" y="327089"/>
                </a:cubicBezTo>
                <a:lnTo>
                  <a:pt x="7591" y="327089"/>
                </a:lnTo>
                <a:cubicBezTo>
                  <a:pt x="7591" y="327089"/>
                  <a:pt x="7591" y="327089"/>
                  <a:pt x="7496" y="327089"/>
                </a:cubicBezTo>
                <a:cubicBezTo>
                  <a:pt x="7496" y="327089"/>
                  <a:pt x="7306" y="327089"/>
                  <a:pt x="7306" y="327089"/>
                </a:cubicBezTo>
                <a:cubicBezTo>
                  <a:pt x="5030" y="327089"/>
                  <a:pt x="3892" y="327089"/>
                  <a:pt x="1615" y="325946"/>
                </a:cubicBezTo>
                <a:cubicBezTo>
                  <a:pt x="-282" y="322993"/>
                  <a:pt x="-472" y="320135"/>
                  <a:pt x="856" y="317183"/>
                </a:cubicBezTo>
                <a:lnTo>
                  <a:pt x="856" y="251936"/>
                </a:lnTo>
                <a:cubicBezTo>
                  <a:pt x="856" y="248507"/>
                  <a:pt x="3133" y="245078"/>
                  <a:pt x="7591" y="245078"/>
                </a:cubicBezTo>
                <a:cubicBezTo>
                  <a:pt x="11006" y="245078"/>
                  <a:pt x="14326" y="248507"/>
                  <a:pt x="14326" y="251936"/>
                </a:cubicBezTo>
                <a:lnTo>
                  <a:pt x="14326" y="302990"/>
                </a:lnTo>
                <a:cubicBezTo>
                  <a:pt x="78324" y="238918"/>
                  <a:pt x="110347" y="206852"/>
                  <a:pt x="110414" y="206788"/>
                </a:cubicBezTo>
                <a:cubicBezTo>
                  <a:pt x="113828" y="204502"/>
                  <a:pt x="118381" y="204502"/>
                  <a:pt x="120658" y="206788"/>
                </a:cubicBezTo>
                <a:close/>
                <a:moveTo>
                  <a:pt x="318999" y="0"/>
                </a:moveTo>
                <a:lnTo>
                  <a:pt x="251652" y="0"/>
                </a:lnTo>
                <a:cubicBezTo>
                  <a:pt x="247194" y="0"/>
                  <a:pt x="244918" y="3429"/>
                  <a:pt x="244918" y="6858"/>
                </a:cubicBezTo>
                <a:cubicBezTo>
                  <a:pt x="244918" y="11430"/>
                  <a:pt x="247194" y="13716"/>
                  <a:pt x="251652" y="13716"/>
                </a:cubicBezTo>
                <a:lnTo>
                  <a:pt x="302020" y="13716"/>
                </a:lnTo>
                <a:cubicBezTo>
                  <a:pt x="289310" y="26479"/>
                  <a:pt x="262371" y="53626"/>
                  <a:pt x="205173" y="111252"/>
                </a:cubicBezTo>
                <a:cubicBezTo>
                  <a:pt x="202897" y="114681"/>
                  <a:pt x="202897" y="118015"/>
                  <a:pt x="205173" y="121444"/>
                </a:cubicBezTo>
                <a:cubicBezTo>
                  <a:pt x="207450" y="122587"/>
                  <a:pt x="208588" y="122587"/>
                  <a:pt x="210770" y="122587"/>
                </a:cubicBezTo>
                <a:cubicBezTo>
                  <a:pt x="211908" y="122587"/>
                  <a:pt x="214185" y="122587"/>
                  <a:pt x="215228" y="121444"/>
                </a:cubicBezTo>
                <a:cubicBezTo>
                  <a:pt x="215228" y="121444"/>
                  <a:pt x="247545" y="88900"/>
                  <a:pt x="312170" y="23813"/>
                </a:cubicBezTo>
                <a:lnTo>
                  <a:pt x="312170" y="75152"/>
                </a:lnTo>
                <a:cubicBezTo>
                  <a:pt x="312170" y="79724"/>
                  <a:pt x="314446" y="82010"/>
                  <a:pt x="318904" y="82010"/>
                </a:cubicBezTo>
                <a:cubicBezTo>
                  <a:pt x="322319" y="82010"/>
                  <a:pt x="325639" y="79724"/>
                  <a:pt x="325639" y="75152"/>
                </a:cubicBezTo>
                <a:lnTo>
                  <a:pt x="325639" y="6858"/>
                </a:lnTo>
                <a:cubicBezTo>
                  <a:pt x="325639" y="3429"/>
                  <a:pt x="322224" y="0"/>
                  <a:pt x="318904" y="0"/>
                </a:cubicBezTo>
                <a:close/>
                <a:moveTo>
                  <a:pt x="23147" y="13716"/>
                </a:moveTo>
                <a:lnTo>
                  <a:pt x="74938" y="13716"/>
                </a:lnTo>
                <a:cubicBezTo>
                  <a:pt x="78353" y="13716"/>
                  <a:pt x="81673" y="11430"/>
                  <a:pt x="81673" y="6858"/>
                </a:cubicBezTo>
                <a:cubicBezTo>
                  <a:pt x="81673" y="3429"/>
                  <a:pt x="78258" y="0"/>
                  <a:pt x="74938" y="0"/>
                </a:cubicBezTo>
                <a:lnTo>
                  <a:pt x="7591" y="0"/>
                </a:lnTo>
                <a:cubicBezTo>
                  <a:pt x="5978" y="0"/>
                  <a:pt x="4745" y="572"/>
                  <a:pt x="3702" y="1238"/>
                </a:cubicBezTo>
                <a:cubicBezTo>
                  <a:pt x="2943" y="1524"/>
                  <a:pt x="2279" y="1810"/>
                  <a:pt x="1615" y="2191"/>
                </a:cubicBezTo>
                <a:cubicBezTo>
                  <a:pt x="-282" y="5144"/>
                  <a:pt x="-472" y="8001"/>
                  <a:pt x="856" y="10954"/>
                </a:cubicBezTo>
                <a:lnTo>
                  <a:pt x="856" y="75057"/>
                </a:lnTo>
                <a:cubicBezTo>
                  <a:pt x="856" y="79629"/>
                  <a:pt x="3133" y="81915"/>
                  <a:pt x="7591" y="81915"/>
                </a:cubicBezTo>
                <a:cubicBezTo>
                  <a:pt x="11006" y="81915"/>
                  <a:pt x="14326" y="79629"/>
                  <a:pt x="14326" y="75057"/>
                </a:cubicBezTo>
                <a:lnTo>
                  <a:pt x="14326" y="25146"/>
                </a:lnTo>
                <a:cubicBezTo>
                  <a:pt x="27605" y="38481"/>
                  <a:pt x="54734" y="65627"/>
                  <a:pt x="110414" y="121348"/>
                </a:cubicBezTo>
                <a:cubicBezTo>
                  <a:pt x="112690" y="122492"/>
                  <a:pt x="113828" y="122492"/>
                  <a:pt x="116105" y="122492"/>
                </a:cubicBezTo>
                <a:cubicBezTo>
                  <a:pt x="117243" y="122492"/>
                  <a:pt x="119520" y="122492"/>
                  <a:pt x="120658" y="121348"/>
                </a:cubicBezTo>
                <a:cubicBezTo>
                  <a:pt x="122934" y="117919"/>
                  <a:pt x="122934" y="114586"/>
                  <a:pt x="120658" y="111157"/>
                </a:cubicBezTo>
                <a:cubicBezTo>
                  <a:pt x="120658" y="111157"/>
                  <a:pt x="88189" y="78645"/>
                  <a:pt x="23242" y="13621"/>
                </a:cubicBezTo>
                <a:close/>
                <a:moveTo>
                  <a:pt x="318999" y="245078"/>
                </a:moveTo>
                <a:cubicBezTo>
                  <a:pt x="314541" y="245078"/>
                  <a:pt x="312264" y="248507"/>
                  <a:pt x="312264" y="251936"/>
                </a:cubicBezTo>
                <a:lnTo>
                  <a:pt x="312264" y="304419"/>
                </a:lnTo>
                <a:cubicBezTo>
                  <a:pt x="299649" y="291656"/>
                  <a:pt x="272710" y="264509"/>
                  <a:pt x="215323" y="206788"/>
                </a:cubicBezTo>
                <a:cubicBezTo>
                  <a:pt x="213046" y="204502"/>
                  <a:pt x="208588" y="204502"/>
                  <a:pt x="205173" y="206788"/>
                </a:cubicBezTo>
                <a:cubicBezTo>
                  <a:pt x="202897" y="210217"/>
                  <a:pt x="202897" y="213550"/>
                  <a:pt x="205173" y="216979"/>
                </a:cubicBezTo>
                <a:cubicBezTo>
                  <a:pt x="205173" y="216979"/>
                  <a:pt x="237073" y="249110"/>
                  <a:pt x="300882" y="313373"/>
                </a:cubicBezTo>
                <a:lnTo>
                  <a:pt x="251557" y="313373"/>
                </a:lnTo>
                <a:cubicBezTo>
                  <a:pt x="247099" y="313373"/>
                  <a:pt x="244823" y="316802"/>
                  <a:pt x="244823" y="320231"/>
                </a:cubicBezTo>
                <a:cubicBezTo>
                  <a:pt x="244823" y="324803"/>
                  <a:pt x="247099" y="327089"/>
                  <a:pt x="251557" y="327089"/>
                </a:cubicBezTo>
                <a:lnTo>
                  <a:pt x="318904" y="327089"/>
                </a:lnTo>
                <a:cubicBezTo>
                  <a:pt x="318904" y="327089"/>
                  <a:pt x="318904" y="327089"/>
                  <a:pt x="318904" y="327089"/>
                </a:cubicBezTo>
                <a:cubicBezTo>
                  <a:pt x="320043" y="327089"/>
                  <a:pt x="322224" y="327089"/>
                  <a:pt x="323363" y="325946"/>
                </a:cubicBezTo>
                <a:cubicBezTo>
                  <a:pt x="323647" y="325565"/>
                  <a:pt x="323742" y="325184"/>
                  <a:pt x="323932" y="324707"/>
                </a:cubicBezTo>
                <a:cubicBezTo>
                  <a:pt x="324880" y="323564"/>
                  <a:pt x="325544" y="322136"/>
                  <a:pt x="325544" y="320231"/>
                </a:cubicBezTo>
                <a:lnTo>
                  <a:pt x="325544" y="251936"/>
                </a:lnTo>
                <a:cubicBezTo>
                  <a:pt x="325544" y="248507"/>
                  <a:pt x="322129" y="245078"/>
                  <a:pt x="318809" y="245078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4" name="Graphic 99">
            <a:extLst>
              <a:ext uri="{FF2B5EF4-FFF2-40B4-BE49-F238E27FC236}">
                <a16:creationId xmlns:a16="http://schemas.microsoft.com/office/drawing/2014/main" id="{930D9C70-F274-6317-15E7-244B54D6F228}"/>
              </a:ext>
            </a:extLst>
          </p:cNvPr>
          <p:cNvSpPr/>
          <p:nvPr/>
        </p:nvSpPr>
        <p:spPr>
          <a:xfrm>
            <a:off x="9533924" y="1473924"/>
            <a:ext cx="434311" cy="436245"/>
          </a:xfrm>
          <a:custGeom>
            <a:avLst/>
            <a:gdLst>
              <a:gd name="connsiteX0" fmla="*/ 120563 w 325638"/>
              <a:gd name="connsiteY0" fmla="*/ 206788 h 327088"/>
              <a:gd name="connsiteX1" fmla="*/ 120563 w 325638"/>
              <a:gd name="connsiteY1" fmla="*/ 216979 h 327088"/>
              <a:gd name="connsiteX2" fmla="*/ 24285 w 325638"/>
              <a:gd name="connsiteY2" fmla="*/ 313373 h 327088"/>
              <a:gd name="connsiteX3" fmla="*/ 74938 w 325638"/>
              <a:gd name="connsiteY3" fmla="*/ 313373 h 327088"/>
              <a:gd name="connsiteX4" fmla="*/ 81673 w 325638"/>
              <a:gd name="connsiteY4" fmla="*/ 320231 h 327088"/>
              <a:gd name="connsiteX5" fmla="*/ 74938 w 325638"/>
              <a:gd name="connsiteY5" fmla="*/ 327089 h 327088"/>
              <a:gd name="connsiteX6" fmla="*/ 7591 w 325638"/>
              <a:gd name="connsiteY6" fmla="*/ 327089 h 327088"/>
              <a:gd name="connsiteX7" fmla="*/ 7496 w 325638"/>
              <a:gd name="connsiteY7" fmla="*/ 327089 h 327088"/>
              <a:gd name="connsiteX8" fmla="*/ 7306 w 325638"/>
              <a:gd name="connsiteY8" fmla="*/ 327089 h 327088"/>
              <a:gd name="connsiteX9" fmla="*/ 1615 w 325638"/>
              <a:gd name="connsiteY9" fmla="*/ 325946 h 327088"/>
              <a:gd name="connsiteX10" fmla="*/ 856 w 325638"/>
              <a:gd name="connsiteY10" fmla="*/ 317183 h 327088"/>
              <a:gd name="connsiteX11" fmla="*/ 856 w 325638"/>
              <a:gd name="connsiteY11" fmla="*/ 251936 h 327088"/>
              <a:gd name="connsiteX12" fmla="*/ 7591 w 325638"/>
              <a:gd name="connsiteY12" fmla="*/ 245078 h 327088"/>
              <a:gd name="connsiteX13" fmla="*/ 14326 w 325638"/>
              <a:gd name="connsiteY13" fmla="*/ 251936 h 327088"/>
              <a:gd name="connsiteX14" fmla="*/ 14326 w 325638"/>
              <a:gd name="connsiteY14" fmla="*/ 302990 h 327088"/>
              <a:gd name="connsiteX15" fmla="*/ 110414 w 325638"/>
              <a:gd name="connsiteY15" fmla="*/ 206788 h 327088"/>
              <a:gd name="connsiteX16" fmla="*/ 120658 w 325638"/>
              <a:gd name="connsiteY16" fmla="*/ 206788 h 327088"/>
              <a:gd name="connsiteX17" fmla="*/ 318999 w 325638"/>
              <a:gd name="connsiteY17" fmla="*/ 0 h 327088"/>
              <a:gd name="connsiteX18" fmla="*/ 251652 w 325638"/>
              <a:gd name="connsiteY18" fmla="*/ 0 h 327088"/>
              <a:gd name="connsiteX19" fmla="*/ 244918 w 325638"/>
              <a:gd name="connsiteY19" fmla="*/ 6858 h 327088"/>
              <a:gd name="connsiteX20" fmla="*/ 251652 w 325638"/>
              <a:gd name="connsiteY20" fmla="*/ 13716 h 327088"/>
              <a:gd name="connsiteX21" fmla="*/ 302020 w 325638"/>
              <a:gd name="connsiteY21" fmla="*/ 13716 h 327088"/>
              <a:gd name="connsiteX22" fmla="*/ 205173 w 325638"/>
              <a:gd name="connsiteY22" fmla="*/ 111252 h 327088"/>
              <a:gd name="connsiteX23" fmla="*/ 205173 w 325638"/>
              <a:gd name="connsiteY23" fmla="*/ 121444 h 327088"/>
              <a:gd name="connsiteX24" fmla="*/ 210770 w 325638"/>
              <a:gd name="connsiteY24" fmla="*/ 122587 h 327088"/>
              <a:gd name="connsiteX25" fmla="*/ 215228 w 325638"/>
              <a:gd name="connsiteY25" fmla="*/ 121444 h 327088"/>
              <a:gd name="connsiteX26" fmla="*/ 312170 w 325638"/>
              <a:gd name="connsiteY26" fmla="*/ 23813 h 327088"/>
              <a:gd name="connsiteX27" fmla="*/ 312170 w 325638"/>
              <a:gd name="connsiteY27" fmla="*/ 75152 h 327088"/>
              <a:gd name="connsiteX28" fmla="*/ 318904 w 325638"/>
              <a:gd name="connsiteY28" fmla="*/ 82010 h 327088"/>
              <a:gd name="connsiteX29" fmla="*/ 325639 w 325638"/>
              <a:gd name="connsiteY29" fmla="*/ 75152 h 327088"/>
              <a:gd name="connsiteX30" fmla="*/ 325639 w 325638"/>
              <a:gd name="connsiteY30" fmla="*/ 6858 h 327088"/>
              <a:gd name="connsiteX31" fmla="*/ 318904 w 325638"/>
              <a:gd name="connsiteY31" fmla="*/ 0 h 327088"/>
              <a:gd name="connsiteX32" fmla="*/ 23147 w 325638"/>
              <a:gd name="connsiteY32" fmla="*/ 13716 h 327088"/>
              <a:gd name="connsiteX33" fmla="*/ 74938 w 325638"/>
              <a:gd name="connsiteY33" fmla="*/ 13716 h 327088"/>
              <a:gd name="connsiteX34" fmla="*/ 81673 w 325638"/>
              <a:gd name="connsiteY34" fmla="*/ 6858 h 327088"/>
              <a:gd name="connsiteX35" fmla="*/ 74938 w 325638"/>
              <a:gd name="connsiteY35" fmla="*/ 0 h 327088"/>
              <a:gd name="connsiteX36" fmla="*/ 7591 w 325638"/>
              <a:gd name="connsiteY36" fmla="*/ 0 h 327088"/>
              <a:gd name="connsiteX37" fmla="*/ 3702 w 325638"/>
              <a:gd name="connsiteY37" fmla="*/ 1238 h 327088"/>
              <a:gd name="connsiteX38" fmla="*/ 1615 w 325638"/>
              <a:gd name="connsiteY38" fmla="*/ 2191 h 327088"/>
              <a:gd name="connsiteX39" fmla="*/ 856 w 325638"/>
              <a:gd name="connsiteY39" fmla="*/ 10954 h 327088"/>
              <a:gd name="connsiteX40" fmla="*/ 856 w 325638"/>
              <a:gd name="connsiteY40" fmla="*/ 75057 h 327088"/>
              <a:gd name="connsiteX41" fmla="*/ 7591 w 325638"/>
              <a:gd name="connsiteY41" fmla="*/ 81915 h 327088"/>
              <a:gd name="connsiteX42" fmla="*/ 14326 w 325638"/>
              <a:gd name="connsiteY42" fmla="*/ 75057 h 327088"/>
              <a:gd name="connsiteX43" fmla="*/ 14326 w 325638"/>
              <a:gd name="connsiteY43" fmla="*/ 25146 h 327088"/>
              <a:gd name="connsiteX44" fmla="*/ 110414 w 325638"/>
              <a:gd name="connsiteY44" fmla="*/ 121348 h 327088"/>
              <a:gd name="connsiteX45" fmla="*/ 116105 w 325638"/>
              <a:gd name="connsiteY45" fmla="*/ 122492 h 327088"/>
              <a:gd name="connsiteX46" fmla="*/ 120658 w 325638"/>
              <a:gd name="connsiteY46" fmla="*/ 121348 h 327088"/>
              <a:gd name="connsiteX47" fmla="*/ 120658 w 325638"/>
              <a:gd name="connsiteY47" fmla="*/ 111157 h 327088"/>
              <a:gd name="connsiteX48" fmla="*/ 23242 w 325638"/>
              <a:gd name="connsiteY48" fmla="*/ 13621 h 327088"/>
              <a:gd name="connsiteX49" fmla="*/ 318999 w 325638"/>
              <a:gd name="connsiteY49" fmla="*/ 245078 h 327088"/>
              <a:gd name="connsiteX50" fmla="*/ 312264 w 325638"/>
              <a:gd name="connsiteY50" fmla="*/ 251936 h 327088"/>
              <a:gd name="connsiteX51" fmla="*/ 312264 w 325638"/>
              <a:gd name="connsiteY51" fmla="*/ 304419 h 327088"/>
              <a:gd name="connsiteX52" fmla="*/ 215323 w 325638"/>
              <a:gd name="connsiteY52" fmla="*/ 206788 h 327088"/>
              <a:gd name="connsiteX53" fmla="*/ 205173 w 325638"/>
              <a:gd name="connsiteY53" fmla="*/ 206788 h 327088"/>
              <a:gd name="connsiteX54" fmla="*/ 205173 w 325638"/>
              <a:gd name="connsiteY54" fmla="*/ 216979 h 327088"/>
              <a:gd name="connsiteX55" fmla="*/ 300882 w 325638"/>
              <a:gd name="connsiteY55" fmla="*/ 313373 h 327088"/>
              <a:gd name="connsiteX56" fmla="*/ 251557 w 325638"/>
              <a:gd name="connsiteY56" fmla="*/ 313373 h 327088"/>
              <a:gd name="connsiteX57" fmla="*/ 244823 w 325638"/>
              <a:gd name="connsiteY57" fmla="*/ 320231 h 327088"/>
              <a:gd name="connsiteX58" fmla="*/ 251557 w 325638"/>
              <a:gd name="connsiteY58" fmla="*/ 327089 h 327088"/>
              <a:gd name="connsiteX59" fmla="*/ 318904 w 325638"/>
              <a:gd name="connsiteY59" fmla="*/ 327089 h 327088"/>
              <a:gd name="connsiteX60" fmla="*/ 318904 w 325638"/>
              <a:gd name="connsiteY60" fmla="*/ 327089 h 327088"/>
              <a:gd name="connsiteX61" fmla="*/ 323363 w 325638"/>
              <a:gd name="connsiteY61" fmla="*/ 325946 h 327088"/>
              <a:gd name="connsiteX62" fmla="*/ 323932 w 325638"/>
              <a:gd name="connsiteY62" fmla="*/ 324707 h 327088"/>
              <a:gd name="connsiteX63" fmla="*/ 325544 w 325638"/>
              <a:gd name="connsiteY63" fmla="*/ 320231 h 327088"/>
              <a:gd name="connsiteX64" fmla="*/ 325544 w 325638"/>
              <a:gd name="connsiteY64" fmla="*/ 251936 h 327088"/>
              <a:gd name="connsiteX65" fmla="*/ 318809 w 325638"/>
              <a:gd name="connsiteY65" fmla="*/ 245078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25638" h="327088">
                <a:moveTo>
                  <a:pt x="120563" y="206788"/>
                </a:moveTo>
                <a:cubicBezTo>
                  <a:pt x="122839" y="210217"/>
                  <a:pt x="122839" y="213550"/>
                  <a:pt x="120563" y="216979"/>
                </a:cubicBezTo>
                <a:cubicBezTo>
                  <a:pt x="64599" y="272987"/>
                  <a:pt x="37470" y="300133"/>
                  <a:pt x="24285" y="313373"/>
                </a:cubicBezTo>
                <a:lnTo>
                  <a:pt x="74938" y="313373"/>
                </a:lnTo>
                <a:cubicBezTo>
                  <a:pt x="78353" y="313373"/>
                  <a:pt x="81673" y="316802"/>
                  <a:pt x="81673" y="320231"/>
                </a:cubicBezTo>
                <a:cubicBezTo>
                  <a:pt x="81673" y="324803"/>
                  <a:pt x="78258" y="327089"/>
                  <a:pt x="74938" y="327089"/>
                </a:cubicBezTo>
                <a:lnTo>
                  <a:pt x="7591" y="327089"/>
                </a:lnTo>
                <a:cubicBezTo>
                  <a:pt x="7591" y="327089"/>
                  <a:pt x="7591" y="327089"/>
                  <a:pt x="7496" y="327089"/>
                </a:cubicBezTo>
                <a:cubicBezTo>
                  <a:pt x="7496" y="327089"/>
                  <a:pt x="7306" y="327089"/>
                  <a:pt x="7306" y="327089"/>
                </a:cubicBezTo>
                <a:cubicBezTo>
                  <a:pt x="5030" y="327089"/>
                  <a:pt x="3892" y="327089"/>
                  <a:pt x="1615" y="325946"/>
                </a:cubicBezTo>
                <a:cubicBezTo>
                  <a:pt x="-282" y="322993"/>
                  <a:pt x="-472" y="320135"/>
                  <a:pt x="856" y="317183"/>
                </a:cubicBezTo>
                <a:lnTo>
                  <a:pt x="856" y="251936"/>
                </a:lnTo>
                <a:cubicBezTo>
                  <a:pt x="856" y="248507"/>
                  <a:pt x="3133" y="245078"/>
                  <a:pt x="7591" y="245078"/>
                </a:cubicBezTo>
                <a:cubicBezTo>
                  <a:pt x="11006" y="245078"/>
                  <a:pt x="14326" y="248507"/>
                  <a:pt x="14326" y="251936"/>
                </a:cubicBezTo>
                <a:lnTo>
                  <a:pt x="14326" y="302990"/>
                </a:lnTo>
                <a:cubicBezTo>
                  <a:pt x="78324" y="238918"/>
                  <a:pt x="110347" y="206852"/>
                  <a:pt x="110414" y="206788"/>
                </a:cubicBezTo>
                <a:cubicBezTo>
                  <a:pt x="113828" y="204502"/>
                  <a:pt x="118381" y="204502"/>
                  <a:pt x="120658" y="206788"/>
                </a:cubicBezTo>
                <a:close/>
                <a:moveTo>
                  <a:pt x="318999" y="0"/>
                </a:moveTo>
                <a:lnTo>
                  <a:pt x="251652" y="0"/>
                </a:lnTo>
                <a:cubicBezTo>
                  <a:pt x="247194" y="0"/>
                  <a:pt x="244918" y="3429"/>
                  <a:pt x="244918" y="6858"/>
                </a:cubicBezTo>
                <a:cubicBezTo>
                  <a:pt x="244918" y="11430"/>
                  <a:pt x="247194" y="13716"/>
                  <a:pt x="251652" y="13716"/>
                </a:cubicBezTo>
                <a:lnTo>
                  <a:pt x="302020" y="13716"/>
                </a:lnTo>
                <a:cubicBezTo>
                  <a:pt x="289310" y="26479"/>
                  <a:pt x="262371" y="53626"/>
                  <a:pt x="205173" y="111252"/>
                </a:cubicBezTo>
                <a:cubicBezTo>
                  <a:pt x="202897" y="114681"/>
                  <a:pt x="202897" y="118015"/>
                  <a:pt x="205173" y="121444"/>
                </a:cubicBezTo>
                <a:cubicBezTo>
                  <a:pt x="207450" y="122587"/>
                  <a:pt x="208588" y="122587"/>
                  <a:pt x="210770" y="122587"/>
                </a:cubicBezTo>
                <a:cubicBezTo>
                  <a:pt x="211908" y="122587"/>
                  <a:pt x="214185" y="122587"/>
                  <a:pt x="215228" y="121444"/>
                </a:cubicBezTo>
                <a:cubicBezTo>
                  <a:pt x="215228" y="121444"/>
                  <a:pt x="247545" y="88900"/>
                  <a:pt x="312170" y="23813"/>
                </a:cubicBezTo>
                <a:lnTo>
                  <a:pt x="312170" y="75152"/>
                </a:lnTo>
                <a:cubicBezTo>
                  <a:pt x="312170" y="79724"/>
                  <a:pt x="314446" y="82010"/>
                  <a:pt x="318904" y="82010"/>
                </a:cubicBezTo>
                <a:cubicBezTo>
                  <a:pt x="322319" y="82010"/>
                  <a:pt x="325639" y="79724"/>
                  <a:pt x="325639" y="75152"/>
                </a:cubicBezTo>
                <a:lnTo>
                  <a:pt x="325639" y="6858"/>
                </a:lnTo>
                <a:cubicBezTo>
                  <a:pt x="325639" y="3429"/>
                  <a:pt x="322224" y="0"/>
                  <a:pt x="318904" y="0"/>
                </a:cubicBezTo>
                <a:close/>
                <a:moveTo>
                  <a:pt x="23147" y="13716"/>
                </a:moveTo>
                <a:lnTo>
                  <a:pt x="74938" y="13716"/>
                </a:lnTo>
                <a:cubicBezTo>
                  <a:pt x="78353" y="13716"/>
                  <a:pt x="81673" y="11430"/>
                  <a:pt x="81673" y="6858"/>
                </a:cubicBezTo>
                <a:cubicBezTo>
                  <a:pt x="81673" y="3429"/>
                  <a:pt x="78258" y="0"/>
                  <a:pt x="74938" y="0"/>
                </a:cubicBezTo>
                <a:lnTo>
                  <a:pt x="7591" y="0"/>
                </a:lnTo>
                <a:cubicBezTo>
                  <a:pt x="5978" y="0"/>
                  <a:pt x="4745" y="572"/>
                  <a:pt x="3702" y="1238"/>
                </a:cubicBezTo>
                <a:cubicBezTo>
                  <a:pt x="2943" y="1524"/>
                  <a:pt x="2279" y="1810"/>
                  <a:pt x="1615" y="2191"/>
                </a:cubicBezTo>
                <a:cubicBezTo>
                  <a:pt x="-282" y="5144"/>
                  <a:pt x="-472" y="8001"/>
                  <a:pt x="856" y="10954"/>
                </a:cubicBezTo>
                <a:lnTo>
                  <a:pt x="856" y="75057"/>
                </a:lnTo>
                <a:cubicBezTo>
                  <a:pt x="856" y="79629"/>
                  <a:pt x="3133" y="81915"/>
                  <a:pt x="7591" y="81915"/>
                </a:cubicBezTo>
                <a:cubicBezTo>
                  <a:pt x="11006" y="81915"/>
                  <a:pt x="14326" y="79629"/>
                  <a:pt x="14326" y="75057"/>
                </a:cubicBezTo>
                <a:lnTo>
                  <a:pt x="14326" y="25146"/>
                </a:lnTo>
                <a:cubicBezTo>
                  <a:pt x="27605" y="38481"/>
                  <a:pt x="54734" y="65627"/>
                  <a:pt x="110414" y="121348"/>
                </a:cubicBezTo>
                <a:cubicBezTo>
                  <a:pt x="112690" y="122492"/>
                  <a:pt x="113828" y="122492"/>
                  <a:pt x="116105" y="122492"/>
                </a:cubicBezTo>
                <a:cubicBezTo>
                  <a:pt x="117243" y="122492"/>
                  <a:pt x="119520" y="122492"/>
                  <a:pt x="120658" y="121348"/>
                </a:cubicBezTo>
                <a:cubicBezTo>
                  <a:pt x="122934" y="117919"/>
                  <a:pt x="122934" y="114586"/>
                  <a:pt x="120658" y="111157"/>
                </a:cubicBezTo>
                <a:cubicBezTo>
                  <a:pt x="120658" y="111157"/>
                  <a:pt x="88189" y="78645"/>
                  <a:pt x="23242" y="13621"/>
                </a:cubicBezTo>
                <a:close/>
                <a:moveTo>
                  <a:pt x="318999" y="245078"/>
                </a:moveTo>
                <a:cubicBezTo>
                  <a:pt x="314541" y="245078"/>
                  <a:pt x="312264" y="248507"/>
                  <a:pt x="312264" y="251936"/>
                </a:cubicBezTo>
                <a:lnTo>
                  <a:pt x="312264" y="304419"/>
                </a:lnTo>
                <a:cubicBezTo>
                  <a:pt x="299649" y="291656"/>
                  <a:pt x="272710" y="264509"/>
                  <a:pt x="215323" y="206788"/>
                </a:cubicBezTo>
                <a:cubicBezTo>
                  <a:pt x="213046" y="204502"/>
                  <a:pt x="208588" y="204502"/>
                  <a:pt x="205173" y="206788"/>
                </a:cubicBezTo>
                <a:cubicBezTo>
                  <a:pt x="202897" y="210217"/>
                  <a:pt x="202897" y="213550"/>
                  <a:pt x="205173" y="216979"/>
                </a:cubicBezTo>
                <a:cubicBezTo>
                  <a:pt x="205173" y="216979"/>
                  <a:pt x="237073" y="249110"/>
                  <a:pt x="300882" y="313373"/>
                </a:cubicBezTo>
                <a:lnTo>
                  <a:pt x="251557" y="313373"/>
                </a:lnTo>
                <a:cubicBezTo>
                  <a:pt x="247099" y="313373"/>
                  <a:pt x="244823" y="316802"/>
                  <a:pt x="244823" y="320231"/>
                </a:cubicBezTo>
                <a:cubicBezTo>
                  <a:pt x="244823" y="324803"/>
                  <a:pt x="247099" y="327089"/>
                  <a:pt x="251557" y="327089"/>
                </a:cubicBezTo>
                <a:lnTo>
                  <a:pt x="318904" y="327089"/>
                </a:lnTo>
                <a:cubicBezTo>
                  <a:pt x="318904" y="327089"/>
                  <a:pt x="318904" y="327089"/>
                  <a:pt x="318904" y="327089"/>
                </a:cubicBezTo>
                <a:cubicBezTo>
                  <a:pt x="320043" y="327089"/>
                  <a:pt x="322224" y="327089"/>
                  <a:pt x="323363" y="325946"/>
                </a:cubicBezTo>
                <a:cubicBezTo>
                  <a:pt x="323647" y="325565"/>
                  <a:pt x="323742" y="325184"/>
                  <a:pt x="323932" y="324707"/>
                </a:cubicBezTo>
                <a:cubicBezTo>
                  <a:pt x="324880" y="323564"/>
                  <a:pt x="325544" y="322136"/>
                  <a:pt x="325544" y="320231"/>
                </a:cubicBezTo>
                <a:lnTo>
                  <a:pt x="325544" y="251936"/>
                </a:lnTo>
                <a:cubicBezTo>
                  <a:pt x="325544" y="248507"/>
                  <a:pt x="322129" y="245078"/>
                  <a:pt x="318809" y="245078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7" name="Graphic 105">
            <a:extLst>
              <a:ext uri="{FF2B5EF4-FFF2-40B4-BE49-F238E27FC236}">
                <a16:creationId xmlns:a16="http://schemas.microsoft.com/office/drawing/2014/main" id="{195E50D5-5D71-C42D-4A2A-66A835DA1975}"/>
              </a:ext>
            </a:extLst>
          </p:cNvPr>
          <p:cNvSpPr/>
          <p:nvPr/>
        </p:nvSpPr>
        <p:spPr>
          <a:xfrm>
            <a:off x="10370486" y="833873"/>
            <a:ext cx="434311" cy="436370"/>
          </a:xfrm>
          <a:custGeom>
            <a:avLst/>
            <a:gdLst>
              <a:gd name="connsiteX0" fmla="*/ 237232 w 325545"/>
              <a:gd name="connsiteY0" fmla="*/ 82010 h 327088"/>
              <a:gd name="connsiteX1" fmla="*/ 87646 w 325545"/>
              <a:gd name="connsiteY1" fmla="*/ 82010 h 327088"/>
              <a:gd name="connsiteX2" fmla="*/ 80816 w 325545"/>
              <a:gd name="connsiteY2" fmla="*/ 88773 h 327088"/>
              <a:gd name="connsiteX3" fmla="*/ 80816 w 325545"/>
              <a:gd name="connsiteY3" fmla="*/ 238315 h 327088"/>
              <a:gd name="connsiteX4" fmla="*/ 87646 w 325545"/>
              <a:gd name="connsiteY4" fmla="*/ 245078 h 327088"/>
              <a:gd name="connsiteX5" fmla="*/ 237232 w 325545"/>
              <a:gd name="connsiteY5" fmla="*/ 245078 h 327088"/>
              <a:gd name="connsiteX6" fmla="*/ 244061 w 325545"/>
              <a:gd name="connsiteY6" fmla="*/ 238315 h 327088"/>
              <a:gd name="connsiteX7" fmla="*/ 244061 w 325545"/>
              <a:gd name="connsiteY7" fmla="*/ 88773 h 327088"/>
              <a:gd name="connsiteX8" fmla="*/ 237232 w 325545"/>
              <a:gd name="connsiteY8" fmla="*/ 82010 h 327088"/>
              <a:gd name="connsiteX9" fmla="*/ 230402 w 325545"/>
              <a:gd name="connsiteY9" fmla="*/ 231553 h 327088"/>
              <a:gd name="connsiteX10" fmla="*/ 94380 w 325545"/>
              <a:gd name="connsiteY10" fmla="*/ 231553 h 327088"/>
              <a:gd name="connsiteX11" fmla="*/ 94380 w 325545"/>
              <a:gd name="connsiteY11" fmla="*/ 95631 h 327088"/>
              <a:gd name="connsiteX12" fmla="*/ 230402 w 325545"/>
              <a:gd name="connsiteY12" fmla="*/ 95631 h 327088"/>
              <a:gd name="connsiteX13" fmla="*/ 230402 w 325545"/>
              <a:gd name="connsiteY13" fmla="*/ 231553 h 327088"/>
              <a:gd name="connsiteX14" fmla="*/ 80816 w 325545"/>
              <a:gd name="connsiteY14" fmla="*/ 320231 h 327088"/>
              <a:gd name="connsiteX15" fmla="*/ 74082 w 325545"/>
              <a:gd name="connsiteY15" fmla="*/ 327089 h 327088"/>
              <a:gd name="connsiteX16" fmla="*/ 6735 w 325545"/>
              <a:gd name="connsiteY16" fmla="*/ 327089 h 327088"/>
              <a:gd name="connsiteX17" fmla="*/ 6735 w 325545"/>
              <a:gd name="connsiteY17" fmla="*/ 327089 h 327088"/>
              <a:gd name="connsiteX18" fmla="*/ 2276 w 325545"/>
              <a:gd name="connsiteY18" fmla="*/ 325946 h 327088"/>
              <a:gd name="connsiteX19" fmla="*/ 1707 w 325545"/>
              <a:gd name="connsiteY19" fmla="*/ 324707 h 327088"/>
              <a:gd name="connsiteX20" fmla="*/ 95 w 325545"/>
              <a:gd name="connsiteY20" fmla="*/ 320231 h 327088"/>
              <a:gd name="connsiteX21" fmla="*/ 95 w 325545"/>
              <a:gd name="connsiteY21" fmla="*/ 251936 h 327088"/>
              <a:gd name="connsiteX22" fmla="*/ 6830 w 325545"/>
              <a:gd name="connsiteY22" fmla="*/ 245078 h 327088"/>
              <a:gd name="connsiteX23" fmla="*/ 13564 w 325545"/>
              <a:gd name="connsiteY23" fmla="*/ 251936 h 327088"/>
              <a:gd name="connsiteX24" fmla="*/ 13564 w 325545"/>
              <a:gd name="connsiteY24" fmla="*/ 304324 h 327088"/>
              <a:gd name="connsiteX25" fmla="*/ 56344 w 325545"/>
              <a:gd name="connsiteY25" fmla="*/ 261175 h 327088"/>
              <a:gd name="connsiteX26" fmla="*/ 65355 w 325545"/>
              <a:gd name="connsiteY26" fmla="*/ 261175 h 327088"/>
              <a:gd name="connsiteX27" fmla="*/ 65355 w 325545"/>
              <a:gd name="connsiteY27" fmla="*/ 271367 h 327088"/>
              <a:gd name="connsiteX28" fmla="*/ 23714 w 325545"/>
              <a:gd name="connsiteY28" fmla="*/ 313373 h 327088"/>
              <a:gd name="connsiteX29" fmla="*/ 74176 w 325545"/>
              <a:gd name="connsiteY29" fmla="*/ 313373 h 327088"/>
              <a:gd name="connsiteX30" fmla="*/ 80911 w 325545"/>
              <a:gd name="connsiteY30" fmla="*/ 320231 h 327088"/>
              <a:gd name="connsiteX31" fmla="*/ 244061 w 325545"/>
              <a:gd name="connsiteY31" fmla="*/ 6858 h 327088"/>
              <a:gd name="connsiteX32" fmla="*/ 250796 w 325545"/>
              <a:gd name="connsiteY32" fmla="*/ 0 h 327088"/>
              <a:gd name="connsiteX33" fmla="*/ 318143 w 325545"/>
              <a:gd name="connsiteY33" fmla="*/ 0 h 327088"/>
              <a:gd name="connsiteX34" fmla="*/ 324214 w 325545"/>
              <a:gd name="connsiteY34" fmla="*/ 3905 h 327088"/>
              <a:gd name="connsiteX35" fmla="*/ 324878 w 325545"/>
              <a:gd name="connsiteY35" fmla="*/ 10001 h 327088"/>
              <a:gd name="connsiteX36" fmla="*/ 324878 w 325545"/>
              <a:gd name="connsiteY36" fmla="*/ 75152 h 327088"/>
              <a:gd name="connsiteX37" fmla="*/ 318143 w 325545"/>
              <a:gd name="connsiteY37" fmla="*/ 82010 h 327088"/>
              <a:gd name="connsiteX38" fmla="*/ 311408 w 325545"/>
              <a:gd name="connsiteY38" fmla="*/ 75152 h 327088"/>
              <a:gd name="connsiteX39" fmla="*/ 311408 w 325545"/>
              <a:gd name="connsiteY39" fmla="*/ 24098 h 327088"/>
              <a:gd name="connsiteX40" fmla="*/ 268344 w 325545"/>
              <a:gd name="connsiteY40" fmla="*/ 67056 h 327088"/>
              <a:gd name="connsiteX41" fmla="*/ 263791 w 325545"/>
              <a:gd name="connsiteY41" fmla="*/ 68199 h 327088"/>
              <a:gd name="connsiteX42" fmla="*/ 259238 w 325545"/>
              <a:gd name="connsiteY42" fmla="*/ 67056 h 327088"/>
              <a:gd name="connsiteX43" fmla="*/ 259238 w 325545"/>
              <a:gd name="connsiteY43" fmla="*/ 56864 h 327088"/>
              <a:gd name="connsiteX44" fmla="*/ 302397 w 325545"/>
              <a:gd name="connsiteY44" fmla="*/ 13716 h 327088"/>
              <a:gd name="connsiteX45" fmla="*/ 250701 w 325545"/>
              <a:gd name="connsiteY45" fmla="*/ 13716 h 327088"/>
              <a:gd name="connsiteX46" fmla="*/ 243966 w 325545"/>
              <a:gd name="connsiteY46" fmla="*/ 6858 h 327088"/>
              <a:gd name="connsiteX47" fmla="*/ 0 w 325545"/>
              <a:gd name="connsiteY47" fmla="*/ 75152 h 327088"/>
              <a:gd name="connsiteX48" fmla="*/ 0 w 325545"/>
              <a:gd name="connsiteY48" fmla="*/ 6858 h 327088"/>
              <a:gd name="connsiteX49" fmla="*/ 6735 w 325545"/>
              <a:gd name="connsiteY49" fmla="*/ 0 h 327088"/>
              <a:gd name="connsiteX50" fmla="*/ 74082 w 325545"/>
              <a:gd name="connsiteY50" fmla="*/ 0 h 327088"/>
              <a:gd name="connsiteX51" fmla="*/ 80816 w 325545"/>
              <a:gd name="connsiteY51" fmla="*/ 6858 h 327088"/>
              <a:gd name="connsiteX52" fmla="*/ 74082 w 325545"/>
              <a:gd name="connsiteY52" fmla="*/ 13716 h 327088"/>
              <a:gd name="connsiteX53" fmla="*/ 22481 w 325545"/>
              <a:gd name="connsiteY53" fmla="*/ 13716 h 327088"/>
              <a:gd name="connsiteX54" fmla="*/ 65165 w 325545"/>
              <a:gd name="connsiteY54" fmla="*/ 56864 h 327088"/>
              <a:gd name="connsiteX55" fmla="*/ 65165 w 325545"/>
              <a:gd name="connsiteY55" fmla="*/ 67056 h 327088"/>
              <a:gd name="connsiteX56" fmla="*/ 60707 w 325545"/>
              <a:gd name="connsiteY56" fmla="*/ 68199 h 327088"/>
              <a:gd name="connsiteX57" fmla="*/ 56249 w 325545"/>
              <a:gd name="connsiteY57" fmla="*/ 67056 h 327088"/>
              <a:gd name="connsiteX58" fmla="*/ 13469 w 325545"/>
              <a:gd name="connsiteY58" fmla="*/ 23908 h 327088"/>
              <a:gd name="connsiteX59" fmla="*/ 13469 w 325545"/>
              <a:gd name="connsiteY59" fmla="*/ 75152 h 327088"/>
              <a:gd name="connsiteX60" fmla="*/ 6735 w 325545"/>
              <a:gd name="connsiteY60" fmla="*/ 82010 h 327088"/>
              <a:gd name="connsiteX61" fmla="*/ 0 w 325545"/>
              <a:gd name="connsiteY61" fmla="*/ 75152 h 327088"/>
              <a:gd name="connsiteX62" fmla="*/ 324878 w 325545"/>
              <a:gd name="connsiteY62" fmla="*/ 318230 h 327088"/>
              <a:gd name="connsiteX63" fmla="*/ 322980 w 325545"/>
              <a:gd name="connsiteY63" fmla="*/ 325946 h 327088"/>
              <a:gd name="connsiteX64" fmla="*/ 318427 w 325545"/>
              <a:gd name="connsiteY64" fmla="*/ 327089 h 327088"/>
              <a:gd name="connsiteX65" fmla="*/ 318238 w 325545"/>
              <a:gd name="connsiteY65" fmla="*/ 327089 h 327088"/>
              <a:gd name="connsiteX66" fmla="*/ 318238 w 325545"/>
              <a:gd name="connsiteY66" fmla="*/ 327089 h 327088"/>
              <a:gd name="connsiteX67" fmla="*/ 250891 w 325545"/>
              <a:gd name="connsiteY67" fmla="*/ 327089 h 327088"/>
              <a:gd name="connsiteX68" fmla="*/ 244156 w 325545"/>
              <a:gd name="connsiteY68" fmla="*/ 320231 h 327088"/>
              <a:gd name="connsiteX69" fmla="*/ 250891 w 325545"/>
              <a:gd name="connsiteY69" fmla="*/ 313373 h 327088"/>
              <a:gd name="connsiteX70" fmla="*/ 301449 w 325545"/>
              <a:gd name="connsiteY70" fmla="*/ 313373 h 327088"/>
              <a:gd name="connsiteX71" fmla="*/ 259333 w 325545"/>
              <a:gd name="connsiteY71" fmla="*/ 271367 h 327088"/>
              <a:gd name="connsiteX72" fmla="*/ 259333 w 325545"/>
              <a:gd name="connsiteY72" fmla="*/ 261175 h 327088"/>
              <a:gd name="connsiteX73" fmla="*/ 268439 w 325545"/>
              <a:gd name="connsiteY73" fmla="*/ 261175 h 327088"/>
              <a:gd name="connsiteX74" fmla="*/ 311503 w 325545"/>
              <a:gd name="connsiteY74" fmla="*/ 304133 h 327088"/>
              <a:gd name="connsiteX75" fmla="*/ 311503 w 325545"/>
              <a:gd name="connsiteY75" fmla="*/ 251936 h 327088"/>
              <a:gd name="connsiteX76" fmla="*/ 318238 w 325545"/>
              <a:gd name="connsiteY76" fmla="*/ 245078 h 327088"/>
              <a:gd name="connsiteX77" fmla="*/ 324972 w 325545"/>
              <a:gd name="connsiteY77" fmla="*/ 251936 h 327088"/>
              <a:gd name="connsiteX78" fmla="*/ 324972 w 325545"/>
              <a:gd name="connsiteY78" fmla="*/ 318230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325545" h="327088">
                <a:moveTo>
                  <a:pt x="237232" y="82010"/>
                </a:moveTo>
                <a:lnTo>
                  <a:pt x="87646" y="82010"/>
                </a:lnTo>
                <a:cubicBezTo>
                  <a:pt x="84231" y="82010"/>
                  <a:pt x="80816" y="85439"/>
                  <a:pt x="80816" y="88773"/>
                </a:cubicBezTo>
                <a:lnTo>
                  <a:pt x="80816" y="238315"/>
                </a:lnTo>
                <a:cubicBezTo>
                  <a:pt x="80816" y="242888"/>
                  <a:pt x="84231" y="245078"/>
                  <a:pt x="87646" y="245078"/>
                </a:cubicBezTo>
                <a:lnTo>
                  <a:pt x="237232" y="245078"/>
                </a:lnTo>
                <a:cubicBezTo>
                  <a:pt x="241785" y="245078"/>
                  <a:pt x="244061" y="242792"/>
                  <a:pt x="244061" y="238315"/>
                </a:cubicBezTo>
                <a:lnTo>
                  <a:pt x="244061" y="88773"/>
                </a:lnTo>
                <a:cubicBezTo>
                  <a:pt x="244061" y="85344"/>
                  <a:pt x="241785" y="82010"/>
                  <a:pt x="237232" y="82010"/>
                </a:cubicBezTo>
                <a:close/>
                <a:moveTo>
                  <a:pt x="230402" y="231553"/>
                </a:moveTo>
                <a:lnTo>
                  <a:pt x="94380" y="231553"/>
                </a:lnTo>
                <a:lnTo>
                  <a:pt x="94380" y="95631"/>
                </a:lnTo>
                <a:lnTo>
                  <a:pt x="230402" y="95631"/>
                </a:lnTo>
                <a:lnTo>
                  <a:pt x="230402" y="231553"/>
                </a:lnTo>
                <a:close/>
                <a:moveTo>
                  <a:pt x="80816" y="320231"/>
                </a:moveTo>
                <a:cubicBezTo>
                  <a:pt x="80816" y="324803"/>
                  <a:pt x="78540" y="327089"/>
                  <a:pt x="74082" y="327089"/>
                </a:cubicBezTo>
                <a:lnTo>
                  <a:pt x="6735" y="327089"/>
                </a:lnTo>
                <a:cubicBezTo>
                  <a:pt x="6735" y="327089"/>
                  <a:pt x="6735" y="327089"/>
                  <a:pt x="6735" y="327089"/>
                </a:cubicBezTo>
                <a:cubicBezTo>
                  <a:pt x="5596" y="327089"/>
                  <a:pt x="3415" y="327089"/>
                  <a:pt x="2276" y="325946"/>
                </a:cubicBezTo>
                <a:cubicBezTo>
                  <a:pt x="1992" y="325565"/>
                  <a:pt x="1897" y="325184"/>
                  <a:pt x="1707" y="324707"/>
                </a:cubicBezTo>
                <a:cubicBezTo>
                  <a:pt x="759" y="323564"/>
                  <a:pt x="95" y="322136"/>
                  <a:pt x="95" y="320231"/>
                </a:cubicBezTo>
                <a:lnTo>
                  <a:pt x="95" y="251936"/>
                </a:lnTo>
                <a:cubicBezTo>
                  <a:pt x="95" y="248507"/>
                  <a:pt x="3510" y="245078"/>
                  <a:pt x="6830" y="245078"/>
                </a:cubicBezTo>
                <a:cubicBezTo>
                  <a:pt x="11288" y="245078"/>
                  <a:pt x="13564" y="248507"/>
                  <a:pt x="13564" y="251936"/>
                </a:cubicBezTo>
                <a:lnTo>
                  <a:pt x="13564" y="304324"/>
                </a:lnTo>
                <a:cubicBezTo>
                  <a:pt x="42021" y="275622"/>
                  <a:pt x="56277" y="261239"/>
                  <a:pt x="56344" y="261175"/>
                </a:cubicBezTo>
                <a:cubicBezTo>
                  <a:pt x="58620" y="258890"/>
                  <a:pt x="63078" y="258890"/>
                  <a:pt x="65355" y="261175"/>
                </a:cubicBezTo>
                <a:cubicBezTo>
                  <a:pt x="68770" y="264605"/>
                  <a:pt x="68770" y="268034"/>
                  <a:pt x="65355" y="271367"/>
                </a:cubicBezTo>
                <a:cubicBezTo>
                  <a:pt x="44392" y="292608"/>
                  <a:pt x="31587" y="305467"/>
                  <a:pt x="23714" y="313373"/>
                </a:cubicBezTo>
                <a:lnTo>
                  <a:pt x="74176" y="313373"/>
                </a:lnTo>
                <a:cubicBezTo>
                  <a:pt x="78635" y="313373"/>
                  <a:pt x="80911" y="316802"/>
                  <a:pt x="80911" y="320231"/>
                </a:cubicBezTo>
                <a:close/>
                <a:moveTo>
                  <a:pt x="244061" y="6858"/>
                </a:moveTo>
                <a:cubicBezTo>
                  <a:pt x="244061" y="3429"/>
                  <a:pt x="247476" y="0"/>
                  <a:pt x="250796" y="0"/>
                </a:cubicBezTo>
                <a:lnTo>
                  <a:pt x="318143" y="0"/>
                </a:lnTo>
                <a:cubicBezTo>
                  <a:pt x="321273" y="0"/>
                  <a:pt x="323265" y="1715"/>
                  <a:pt x="324214" y="3905"/>
                </a:cubicBezTo>
                <a:cubicBezTo>
                  <a:pt x="325636" y="5905"/>
                  <a:pt x="325921" y="8001"/>
                  <a:pt x="324878" y="10001"/>
                </a:cubicBezTo>
                <a:lnTo>
                  <a:pt x="324878" y="75152"/>
                </a:lnTo>
                <a:cubicBezTo>
                  <a:pt x="324878" y="79724"/>
                  <a:pt x="322601" y="82010"/>
                  <a:pt x="318143" y="82010"/>
                </a:cubicBezTo>
                <a:cubicBezTo>
                  <a:pt x="314728" y="82010"/>
                  <a:pt x="311408" y="79724"/>
                  <a:pt x="311408" y="75152"/>
                </a:cubicBezTo>
                <a:lnTo>
                  <a:pt x="311408" y="24098"/>
                </a:lnTo>
                <a:cubicBezTo>
                  <a:pt x="282828" y="52673"/>
                  <a:pt x="268467" y="66992"/>
                  <a:pt x="268344" y="67056"/>
                </a:cubicBezTo>
                <a:cubicBezTo>
                  <a:pt x="267206" y="68199"/>
                  <a:pt x="266068" y="68199"/>
                  <a:pt x="263791" y="68199"/>
                </a:cubicBezTo>
                <a:cubicBezTo>
                  <a:pt x="262653" y="68199"/>
                  <a:pt x="260376" y="68199"/>
                  <a:pt x="259238" y="67056"/>
                </a:cubicBezTo>
                <a:cubicBezTo>
                  <a:pt x="256962" y="63627"/>
                  <a:pt x="256962" y="60198"/>
                  <a:pt x="259238" y="56864"/>
                </a:cubicBezTo>
                <a:cubicBezTo>
                  <a:pt x="281529" y="34576"/>
                  <a:pt x="294619" y="21527"/>
                  <a:pt x="302397" y="13716"/>
                </a:cubicBezTo>
                <a:lnTo>
                  <a:pt x="250701" y="13716"/>
                </a:lnTo>
                <a:cubicBezTo>
                  <a:pt x="247286" y="13716"/>
                  <a:pt x="243966" y="11430"/>
                  <a:pt x="243966" y="6858"/>
                </a:cubicBezTo>
                <a:close/>
                <a:moveTo>
                  <a:pt x="0" y="75152"/>
                </a:moveTo>
                <a:lnTo>
                  <a:pt x="0" y="6858"/>
                </a:lnTo>
                <a:cubicBezTo>
                  <a:pt x="0" y="3429"/>
                  <a:pt x="3415" y="0"/>
                  <a:pt x="6735" y="0"/>
                </a:cubicBezTo>
                <a:lnTo>
                  <a:pt x="74082" y="0"/>
                </a:lnTo>
                <a:cubicBezTo>
                  <a:pt x="78540" y="0"/>
                  <a:pt x="80816" y="3429"/>
                  <a:pt x="80816" y="6858"/>
                </a:cubicBezTo>
                <a:cubicBezTo>
                  <a:pt x="80816" y="11430"/>
                  <a:pt x="78540" y="13716"/>
                  <a:pt x="74082" y="13716"/>
                </a:cubicBezTo>
                <a:lnTo>
                  <a:pt x="22481" y="13716"/>
                </a:lnTo>
                <a:cubicBezTo>
                  <a:pt x="50871" y="42418"/>
                  <a:pt x="65099" y="56800"/>
                  <a:pt x="65165" y="56864"/>
                </a:cubicBezTo>
                <a:cubicBezTo>
                  <a:pt x="68580" y="60293"/>
                  <a:pt x="68580" y="63722"/>
                  <a:pt x="65165" y="67056"/>
                </a:cubicBezTo>
                <a:cubicBezTo>
                  <a:pt x="64027" y="68199"/>
                  <a:pt x="62889" y="68199"/>
                  <a:pt x="60707" y="68199"/>
                </a:cubicBezTo>
                <a:cubicBezTo>
                  <a:pt x="59569" y="68199"/>
                  <a:pt x="57292" y="68199"/>
                  <a:pt x="56249" y="67056"/>
                </a:cubicBezTo>
                <a:cubicBezTo>
                  <a:pt x="34148" y="44767"/>
                  <a:pt x="21153" y="31623"/>
                  <a:pt x="13469" y="23908"/>
                </a:cubicBezTo>
                <a:lnTo>
                  <a:pt x="13469" y="75152"/>
                </a:lnTo>
                <a:cubicBezTo>
                  <a:pt x="13469" y="79724"/>
                  <a:pt x="11193" y="82010"/>
                  <a:pt x="6735" y="82010"/>
                </a:cubicBezTo>
                <a:cubicBezTo>
                  <a:pt x="3320" y="82010"/>
                  <a:pt x="0" y="79724"/>
                  <a:pt x="0" y="75152"/>
                </a:cubicBezTo>
                <a:close/>
                <a:moveTo>
                  <a:pt x="324878" y="318230"/>
                </a:moveTo>
                <a:cubicBezTo>
                  <a:pt x="326206" y="320802"/>
                  <a:pt x="325542" y="323374"/>
                  <a:pt x="322980" y="325946"/>
                </a:cubicBezTo>
                <a:cubicBezTo>
                  <a:pt x="321842" y="327089"/>
                  <a:pt x="320704" y="327089"/>
                  <a:pt x="318427" y="327089"/>
                </a:cubicBezTo>
                <a:cubicBezTo>
                  <a:pt x="318427" y="327089"/>
                  <a:pt x="318238" y="327089"/>
                  <a:pt x="318238" y="327089"/>
                </a:cubicBezTo>
                <a:cubicBezTo>
                  <a:pt x="318238" y="327089"/>
                  <a:pt x="318238" y="327089"/>
                  <a:pt x="318238" y="327089"/>
                </a:cubicBezTo>
                <a:lnTo>
                  <a:pt x="250891" y="327089"/>
                </a:lnTo>
                <a:cubicBezTo>
                  <a:pt x="247476" y="327089"/>
                  <a:pt x="244156" y="324803"/>
                  <a:pt x="244156" y="320231"/>
                </a:cubicBezTo>
                <a:cubicBezTo>
                  <a:pt x="244156" y="316802"/>
                  <a:pt x="247571" y="313373"/>
                  <a:pt x="250891" y="313373"/>
                </a:cubicBezTo>
                <a:lnTo>
                  <a:pt x="301449" y="313373"/>
                </a:lnTo>
                <a:cubicBezTo>
                  <a:pt x="259523" y="271463"/>
                  <a:pt x="259333" y="271367"/>
                  <a:pt x="259333" y="271367"/>
                </a:cubicBezTo>
                <a:cubicBezTo>
                  <a:pt x="257056" y="267938"/>
                  <a:pt x="257056" y="264509"/>
                  <a:pt x="259333" y="261175"/>
                </a:cubicBezTo>
                <a:cubicBezTo>
                  <a:pt x="261609" y="258890"/>
                  <a:pt x="266163" y="258890"/>
                  <a:pt x="268439" y="261175"/>
                </a:cubicBezTo>
                <a:cubicBezTo>
                  <a:pt x="290540" y="283273"/>
                  <a:pt x="303630" y="296323"/>
                  <a:pt x="311503" y="304133"/>
                </a:cubicBezTo>
                <a:lnTo>
                  <a:pt x="311503" y="251936"/>
                </a:lnTo>
                <a:cubicBezTo>
                  <a:pt x="311503" y="248507"/>
                  <a:pt x="314918" y="245078"/>
                  <a:pt x="318238" y="245078"/>
                </a:cubicBezTo>
                <a:cubicBezTo>
                  <a:pt x="322696" y="245078"/>
                  <a:pt x="324972" y="248507"/>
                  <a:pt x="324972" y="251936"/>
                </a:cubicBezTo>
                <a:lnTo>
                  <a:pt x="324972" y="31823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8" name="Graphic 105">
            <a:extLst>
              <a:ext uri="{FF2B5EF4-FFF2-40B4-BE49-F238E27FC236}">
                <a16:creationId xmlns:a16="http://schemas.microsoft.com/office/drawing/2014/main" id="{CC091264-FCAF-052D-D57C-710AB30D1711}"/>
              </a:ext>
            </a:extLst>
          </p:cNvPr>
          <p:cNvSpPr/>
          <p:nvPr/>
        </p:nvSpPr>
        <p:spPr>
          <a:xfrm>
            <a:off x="11147000" y="833873"/>
            <a:ext cx="434311" cy="436370"/>
          </a:xfrm>
          <a:custGeom>
            <a:avLst/>
            <a:gdLst>
              <a:gd name="connsiteX0" fmla="*/ 237232 w 325545"/>
              <a:gd name="connsiteY0" fmla="*/ 82010 h 327088"/>
              <a:gd name="connsiteX1" fmla="*/ 87646 w 325545"/>
              <a:gd name="connsiteY1" fmla="*/ 82010 h 327088"/>
              <a:gd name="connsiteX2" fmla="*/ 80816 w 325545"/>
              <a:gd name="connsiteY2" fmla="*/ 88773 h 327088"/>
              <a:gd name="connsiteX3" fmla="*/ 80816 w 325545"/>
              <a:gd name="connsiteY3" fmla="*/ 238315 h 327088"/>
              <a:gd name="connsiteX4" fmla="*/ 87646 w 325545"/>
              <a:gd name="connsiteY4" fmla="*/ 245078 h 327088"/>
              <a:gd name="connsiteX5" fmla="*/ 237232 w 325545"/>
              <a:gd name="connsiteY5" fmla="*/ 245078 h 327088"/>
              <a:gd name="connsiteX6" fmla="*/ 244061 w 325545"/>
              <a:gd name="connsiteY6" fmla="*/ 238315 h 327088"/>
              <a:gd name="connsiteX7" fmla="*/ 244061 w 325545"/>
              <a:gd name="connsiteY7" fmla="*/ 88773 h 327088"/>
              <a:gd name="connsiteX8" fmla="*/ 237232 w 325545"/>
              <a:gd name="connsiteY8" fmla="*/ 82010 h 327088"/>
              <a:gd name="connsiteX9" fmla="*/ 230402 w 325545"/>
              <a:gd name="connsiteY9" fmla="*/ 231553 h 327088"/>
              <a:gd name="connsiteX10" fmla="*/ 94380 w 325545"/>
              <a:gd name="connsiteY10" fmla="*/ 231553 h 327088"/>
              <a:gd name="connsiteX11" fmla="*/ 94380 w 325545"/>
              <a:gd name="connsiteY11" fmla="*/ 95631 h 327088"/>
              <a:gd name="connsiteX12" fmla="*/ 230402 w 325545"/>
              <a:gd name="connsiteY12" fmla="*/ 95631 h 327088"/>
              <a:gd name="connsiteX13" fmla="*/ 230402 w 325545"/>
              <a:gd name="connsiteY13" fmla="*/ 231553 h 327088"/>
              <a:gd name="connsiteX14" fmla="*/ 80816 w 325545"/>
              <a:gd name="connsiteY14" fmla="*/ 320231 h 327088"/>
              <a:gd name="connsiteX15" fmla="*/ 74082 w 325545"/>
              <a:gd name="connsiteY15" fmla="*/ 327089 h 327088"/>
              <a:gd name="connsiteX16" fmla="*/ 6735 w 325545"/>
              <a:gd name="connsiteY16" fmla="*/ 327089 h 327088"/>
              <a:gd name="connsiteX17" fmla="*/ 6735 w 325545"/>
              <a:gd name="connsiteY17" fmla="*/ 327089 h 327088"/>
              <a:gd name="connsiteX18" fmla="*/ 2276 w 325545"/>
              <a:gd name="connsiteY18" fmla="*/ 325946 h 327088"/>
              <a:gd name="connsiteX19" fmla="*/ 1707 w 325545"/>
              <a:gd name="connsiteY19" fmla="*/ 324707 h 327088"/>
              <a:gd name="connsiteX20" fmla="*/ 95 w 325545"/>
              <a:gd name="connsiteY20" fmla="*/ 320231 h 327088"/>
              <a:gd name="connsiteX21" fmla="*/ 95 w 325545"/>
              <a:gd name="connsiteY21" fmla="*/ 251936 h 327088"/>
              <a:gd name="connsiteX22" fmla="*/ 6830 w 325545"/>
              <a:gd name="connsiteY22" fmla="*/ 245078 h 327088"/>
              <a:gd name="connsiteX23" fmla="*/ 13564 w 325545"/>
              <a:gd name="connsiteY23" fmla="*/ 251936 h 327088"/>
              <a:gd name="connsiteX24" fmla="*/ 13564 w 325545"/>
              <a:gd name="connsiteY24" fmla="*/ 304324 h 327088"/>
              <a:gd name="connsiteX25" fmla="*/ 56344 w 325545"/>
              <a:gd name="connsiteY25" fmla="*/ 261175 h 327088"/>
              <a:gd name="connsiteX26" fmla="*/ 65355 w 325545"/>
              <a:gd name="connsiteY26" fmla="*/ 261175 h 327088"/>
              <a:gd name="connsiteX27" fmla="*/ 65355 w 325545"/>
              <a:gd name="connsiteY27" fmla="*/ 271367 h 327088"/>
              <a:gd name="connsiteX28" fmla="*/ 23714 w 325545"/>
              <a:gd name="connsiteY28" fmla="*/ 313373 h 327088"/>
              <a:gd name="connsiteX29" fmla="*/ 74176 w 325545"/>
              <a:gd name="connsiteY29" fmla="*/ 313373 h 327088"/>
              <a:gd name="connsiteX30" fmla="*/ 80911 w 325545"/>
              <a:gd name="connsiteY30" fmla="*/ 320231 h 327088"/>
              <a:gd name="connsiteX31" fmla="*/ 244061 w 325545"/>
              <a:gd name="connsiteY31" fmla="*/ 6858 h 327088"/>
              <a:gd name="connsiteX32" fmla="*/ 250796 w 325545"/>
              <a:gd name="connsiteY32" fmla="*/ 0 h 327088"/>
              <a:gd name="connsiteX33" fmla="*/ 318143 w 325545"/>
              <a:gd name="connsiteY33" fmla="*/ 0 h 327088"/>
              <a:gd name="connsiteX34" fmla="*/ 324214 w 325545"/>
              <a:gd name="connsiteY34" fmla="*/ 3905 h 327088"/>
              <a:gd name="connsiteX35" fmla="*/ 324878 w 325545"/>
              <a:gd name="connsiteY35" fmla="*/ 10001 h 327088"/>
              <a:gd name="connsiteX36" fmla="*/ 324878 w 325545"/>
              <a:gd name="connsiteY36" fmla="*/ 75152 h 327088"/>
              <a:gd name="connsiteX37" fmla="*/ 318143 w 325545"/>
              <a:gd name="connsiteY37" fmla="*/ 82010 h 327088"/>
              <a:gd name="connsiteX38" fmla="*/ 311408 w 325545"/>
              <a:gd name="connsiteY38" fmla="*/ 75152 h 327088"/>
              <a:gd name="connsiteX39" fmla="*/ 311408 w 325545"/>
              <a:gd name="connsiteY39" fmla="*/ 24098 h 327088"/>
              <a:gd name="connsiteX40" fmla="*/ 268344 w 325545"/>
              <a:gd name="connsiteY40" fmla="*/ 67056 h 327088"/>
              <a:gd name="connsiteX41" fmla="*/ 263791 w 325545"/>
              <a:gd name="connsiteY41" fmla="*/ 68199 h 327088"/>
              <a:gd name="connsiteX42" fmla="*/ 259238 w 325545"/>
              <a:gd name="connsiteY42" fmla="*/ 67056 h 327088"/>
              <a:gd name="connsiteX43" fmla="*/ 259238 w 325545"/>
              <a:gd name="connsiteY43" fmla="*/ 56864 h 327088"/>
              <a:gd name="connsiteX44" fmla="*/ 302397 w 325545"/>
              <a:gd name="connsiteY44" fmla="*/ 13716 h 327088"/>
              <a:gd name="connsiteX45" fmla="*/ 250701 w 325545"/>
              <a:gd name="connsiteY45" fmla="*/ 13716 h 327088"/>
              <a:gd name="connsiteX46" fmla="*/ 243966 w 325545"/>
              <a:gd name="connsiteY46" fmla="*/ 6858 h 327088"/>
              <a:gd name="connsiteX47" fmla="*/ 0 w 325545"/>
              <a:gd name="connsiteY47" fmla="*/ 75152 h 327088"/>
              <a:gd name="connsiteX48" fmla="*/ 0 w 325545"/>
              <a:gd name="connsiteY48" fmla="*/ 6858 h 327088"/>
              <a:gd name="connsiteX49" fmla="*/ 6735 w 325545"/>
              <a:gd name="connsiteY49" fmla="*/ 0 h 327088"/>
              <a:gd name="connsiteX50" fmla="*/ 74082 w 325545"/>
              <a:gd name="connsiteY50" fmla="*/ 0 h 327088"/>
              <a:gd name="connsiteX51" fmla="*/ 80816 w 325545"/>
              <a:gd name="connsiteY51" fmla="*/ 6858 h 327088"/>
              <a:gd name="connsiteX52" fmla="*/ 74082 w 325545"/>
              <a:gd name="connsiteY52" fmla="*/ 13716 h 327088"/>
              <a:gd name="connsiteX53" fmla="*/ 22481 w 325545"/>
              <a:gd name="connsiteY53" fmla="*/ 13716 h 327088"/>
              <a:gd name="connsiteX54" fmla="*/ 65165 w 325545"/>
              <a:gd name="connsiteY54" fmla="*/ 56864 h 327088"/>
              <a:gd name="connsiteX55" fmla="*/ 65165 w 325545"/>
              <a:gd name="connsiteY55" fmla="*/ 67056 h 327088"/>
              <a:gd name="connsiteX56" fmla="*/ 60707 w 325545"/>
              <a:gd name="connsiteY56" fmla="*/ 68199 h 327088"/>
              <a:gd name="connsiteX57" fmla="*/ 56249 w 325545"/>
              <a:gd name="connsiteY57" fmla="*/ 67056 h 327088"/>
              <a:gd name="connsiteX58" fmla="*/ 13469 w 325545"/>
              <a:gd name="connsiteY58" fmla="*/ 23908 h 327088"/>
              <a:gd name="connsiteX59" fmla="*/ 13469 w 325545"/>
              <a:gd name="connsiteY59" fmla="*/ 75152 h 327088"/>
              <a:gd name="connsiteX60" fmla="*/ 6735 w 325545"/>
              <a:gd name="connsiteY60" fmla="*/ 82010 h 327088"/>
              <a:gd name="connsiteX61" fmla="*/ 0 w 325545"/>
              <a:gd name="connsiteY61" fmla="*/ 75152 h 327088"/>
              <a:gd name="connsiteX62" fmla="*/ 324878 w 325545"/>
              <a:gd name="connsiteY62" fmla="*/ 318230 h 327088"/>
              <a:gd name="connsiteX63" fmla="*/ 322980 w 325545"/>
              <a:gd name="connsiteY63" fmla="*/ 325946 h 327088"/>
              <a:gd name="connsiteX64" fmla="*/ 318427 w 325545"/>
              <a:gd name="connsiteY64" fmla="*/ 327089 h 327088"/>
              <a:gd name="connsiteX65" fmla="*/ 318238 w 325545"/>
              <a:gd name="connsiteY65" fmla="*/ 327089 h 327088"/>
              <a:gd name="connsiteX66" fmla="*/ 318238 w 325545"/>
              <a:gd name="connsiteY66" fmla="*/ 327089 h 327088"/>
              <a:gd name="connsiteX67" fmla="*/ 250891 w 325545"/>
              <a:gd name="connsiteY67" fmla="*/ 327089 h 327088"/>
              <a:gd name="connsiteX68" fmla="*/ 244156 w 325545"/>
              <a:gd name="connsiteY68" fmla="*/ 320231 h 327088"/>
              <a:gd name="connsiteX69" fmla="*/ 250891 w 325545"/>
              <a:gd name="connsiteY69" fmla="*/ 313373 h 327088"/>
              <a:gd name="connsiteX70" fmla="*/ 301449 w 325545"/>
              <a:gd name="connsiteY70" fmla="*/ 313373 h 327088"/>
              <a:gd name="connsiteX71" fmla="*/ 259333 w 325545"/>
              <a:gd name="connsiteY71" fmla="*/ 271367 h 327088"/>
              <a:gd name="connsiteX72" fmla="*/ 259333 w 325545"/>
              <a:gd name="connsiteY72" fmla="*/ 261175 h 327088"/>
              <a:gd name="connsiteX73" fmla="*/ 268439 w 325545"/>
              <a:gd name="connsiteY73" fmla="*/ 261175 h 327088"/>
              <a:gd name="connsiteX74" fmla="*/ 311503 w 325545"/>
              <a:gd name="connsiteY74" fmla="*/ 304133 h 327088"/>
              <a:gd name="connsiteX75" fmla="*/ 311503 w 325545"/>
              <a:gd name="connsiteY75" fmla="*/ 251936 h 327088"/>
              <a:gd name="connsiteX76" fmla="*/ 318238 w 325545"/>
              <a:gd name="connsiteY76" fmla="*/ 245078 h 327088"/>
              <a:gd name="connsiteX77" fmla="*/ 324972 w 325545"/>
              <a:gd name="connsiteY77" fmla="*/ 251936 h 327088"/>
              <a:gd name="connsiteX78" fmla="*/ 324972 w 325545"/>
              <a:gd name="connsiteY78" fmla="*/ 318230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325545" h="327088">
                <a:moveTo>
                  <a:pt x="237232" y="82010"/>
                </a:moveTo>
                <a:lnTo>
                  <a:pt x="87646" y="82010"/>
                </a:lnTo>
                <a:cubicBezTo>
                  <a:pt x="84231" y="82010"/>
                  <a:pt x="80816" y="85439"/>
                  <a:pt x="80816" y="88773"/>
                </a:cubicBezTo>
                <a:lnTo>
                  <a:pt x="80816" y="238315"/>
                </a:lnTo>
                <a:cubicBezTo>
                  <a:pt x="80816" y="242888"/>
                  <a:pt x="84231" y="245078"/>
                  <a:pt x="87646" y="245078"/>
                </a:cubicBezTo>
                <a:lnTo>
                  <a:pt x="237232" y="245078"/>
                </a:lnTo>
                <a:cubicBezTo>
                  <a:pt x="241785" y="245078"/>
                  <a:pt x="244061" y="242792"/>
                  <a:pt x="244061" y="238315"/>
                </a:cubicBezTo>
                <a:lnTo>
                  <a:pt x="244061" y="88773"/>
                </a:lnTo>
                <a:cubicBezTo>
                  <a:pt x="244061" y="85344"/>
                  <a:pt x="241785" y="82010"/>
                  <a:pt x="237232" y="82010"/>
                </a:cubicBezTo>
                <a:close/>
                <a:moveTo>
                  <a:pt x="230402" y="231553"/>
                </a:moveTo>
                <a:lnTo>
                  <a:pt x="94380" y="231553"/>
                </a:lnTo>
                <a:lnTo>
                  <a:pt x="94380" y="95631"/>
                </a:lnTo>
                <a:lnTo>
                  <a:pt x="230402" y="95631"/>
                </a:lnTo>
                <a:lnTo>
                  <a:pt x="230402" y="231553"/>
                </a:lnTo>
                <a:close/>
                <a:moveTo>
                  <a:pt x="80816" y="320231"/>
                </a:moveTo>
                <a:cubicBezTo>
                  <a:pt x="80816" y="324803"/>
                  <a:pt x="78540" y="327089"/>
                  <a:pt x="74082" y="327089"/>
                </a:cubicBezTo>
                <a:lnTo>
                  <a:pt x="6735" y="327089"/>
                </a:lnTo>
                <a:cubicBezTo>
                  <a:pt x="6735" y="327089"/>
                  <a:pt x="6735" y="327089"/>
                  <a:pt x="6735" y="327089"/>
                </a:cubicBezTo>
                <a:cubicBezTo>
                  <a:pt x="5596" y="327089"/>
                  <a:pt x="3415" y="327089"/>
                  <a:pt x="2276" y="325946"/>
                </a:cubicBezTo>
                <a:cubicBezTo>
                  <a:pt x="1992" y="325565"/>
                  <a:pt x="1897" y="325184"/>
                  <a:pt x="1707" y="324707"/>
                </a:cubicBezTo>
                <a:cubicBezTo>
                  <a:pt x="759" y="323564"/>
                  <a:pt x="95" y="322136"/>
                  <a:pt x="95" y="320231"/>
                </a:cubicBezTo>
                <a:lnTo>
                  <a:pt x="95" y="251936"/>
                </a:lnTo>
                <a:cubicBezTo>
                  <a:pt x="95" y="248507"/>
                  <a:pt x="3510" y="245078"/>
                  <a:pt x="6830" y="245078"/>
                </a:cubicBezTo>
                <a:cubicBezTo>
                  <a:pt x="11288" y="245078"/>
                  <a:pt x="13564" y="248507"/>
                  <a:pt x="13564" y="251936"/>
                </a:cubicBezTo>
                <a:lnTo>
                  <a:pt x="13564" y="304324"/>
                </a:lnTo>
                <a:cubicBezTo>
                  <a:pt x="42021" y="275622"/>
                  <a:pt x="56277" y="261239"/>
                  <a:pt x="56344" y="261175"/>
                </a:cubicBezTo>
                <a:cubicBezTo>
                  <a:pt x="58620" y="258890"/>
                  <a:pt x="63078" y="258890"/>
                  <a:pt x="65355" y="261175"/>
                </a:cubicBezTo>
                <a:cubicBezTo>
                  <a:pt x="68770" y="264605"/>
                  <a:pt x="68770" y="268034"/>
                  <a:pt x="65355" y="271367"/>
                </a:cubicBezTo>
                <a:cubicBezTo>
                  <a:pt x="44392" y="292608"/>
                  <a:pt x="31587" y="305467"/>
                  <a:pt x="23714" y="313373"/>
                </a:cubicBezTo>
                <a:lnTo>
                  <a:pt x="74176" y="313373"/>
                </a:lnTo>
                <a:cubicBezTo>
                  <a:pt x="78635" y="313373"/>
                  <a:pt x="80911" y="316802"/>
                  <a:pt x="80911" y="320231"/>
                </a:cubicBezTo>
                <a:close/>
                <a:moveTo>
                  <a:pt x="244061" y="6858"/>
                </a:moveTo>
                <a:cubicBezTo>
                  <a:pt x="244061" y="3429"/>
                  <a:pt x="247476" y="0"/>
                  <a:pt x="250796" y="0"/>
                </a:cubicBezTo>
                <a:lnTo>
                  <a:pt x="318143" y="0"/>
                </a:lnTo>
                <a:cubicBezTo>
                  <a:pt x="321273" y="0"/>
                  <a:pt x="323265" y="1715"/>
                  <a:pt x="324214" y="3905"/>
                </a:cubicBezTo>
                <a:cubicBezTo>
                  <a:pt x="325636" y="5905"/>
                  <a:pt x="325921" y="8001"/>
                  <a:pt x="324878" y="10001"/>
                </a:cubicBezTo>
                <a:lnTo>
                  <a:pt x="324878" y="75152"/>
                </a:lnTo>
                <a:cubicBezTo>
                  <a:pt x="324878" y="79724"/>
                  <a:pt x="322601" y="82010"/>
                  <a:pt x="318143" y="82010"/>
                </a:cubicBezTo>
                <a:cubicBezTo>
                  <a:pt x="314728" y="82010"/>
                  <a:pt x="311408" y="79724"/>
                  <a:pt x="311408" y="75152"/>
                </a:cubicBezTo>
                <a:lnTo>
                  <a:pt x="311408" y="24098"/>
                </a:lnTo>
                <a:cubicBezTo>
                  <a:pt x="282828" y="52673"/>
                  <a:pt x="268467" y="66992"/>
                  <a:pt x="268344" y="67056"/>
                </a:cubicBezTo>
                <a:cubicBezTo>
                  <a:pt x="267206" y="68199"/>
                  <a:pt x="266068" y="68199"/>
                  <a:pt x="263791" y="68199"/>
                </a:cubicBezTo>
                <a:cubicBezTo>
                  <a:pt x="262653" y="68199"/>
                  <a:pt x="260376" y="68199"/>
                  <a:pt x="259238" y="67056"/>
                </a:cubicBezTo>
                <a:cubicBezTo>
                  <a:pt x="256962" y="63627"/>
                  <a:pt x="256962" y="60198"/>
                  <a:pt x="259238" y="56864"/>
                </a:cubicBezTo>
                <a:cubicBezTo>
                  <a:pt x="281529" y="34576"/>
                  <a:pt x="294619" y="21527"/>
                  <a:pt x="302397" y="13716"/>
                </a:cubicBezTo>
                <a:lnTo>
                  <a:pt x="250701" y="13716"/>
                </a:lnTo>
                <a:cubicBezTo>
                  <a:pt x="247286" y="13716"/>
                  <a:pt x="243966" y="11430"/>
                  <a:pt x="243966" y="6858"/>
                </a:cubicBezTo>
                <a:close/>
                <a:moveTo>
                  <a:pt x="0" y="75152"/>
                </a:moveTo>
                <a:lnTo>
                  <a:pt x="0" y="6858"/>
                </a:lnTo>
                <a:cubicBezTo>
                  <a:pt x="0" y="3429"/>
                  <a:pt x="3415" y="0"/>
                  <a:pt x="6735" y="0"/>
                </a:cubicBezTo>
                <a:lnTo>
                  <a:pt x="74082" y="0"/>
                </a:lnTo>
                <a:cubicBezTo>
                  <a:pt x="78540" y="0"/>
                  <a:pt x="80816" y="3429"/>
                  <a:pt x="80816" y="6858"/>
                </a:cubicBezTo>
                <a:cubicBezTo>
                  <a:pt x="80816" y="11430"/>
                  <a:pt x="78540" y="13716"/>
                  <a:pt x="74082" y="13716"/>
                </a:cubicBezTo>
                <a:lnTo>
                  <a:pt x="22481" y="13716"/>
                </a:lnTo>
                <a:cubicBezTo>
                  <a:pt x="50871" y="42418"/>
                  <a:pt x="65099" y="56800"/>
                  <a:pt x="65165" y="56864"/>
                </a:cubicBezTo>
                <a:cubicBezTo>
                  <a:pt x="68580" y="60293"/>
                  <a:pt x="68580" y="63722"/>
                  <a:pt x="65165" y="67056"/>
                </a:cubicBezTo>
                <a:cubicBezTo>
                  <a:pt x="64027" y="68199"/>
                  <a:pt x="62889" y="68199"/>
                  <a:pt x="60707" y="68199"/>
                </a:cubicBezTo>
                <a:cubicBezTo>
                  <a:pt x="59569" y="68199"/>
                  <a:pt x="57292" y="68199"/>
                  <a:pt x="56249" y="67056"/>
                </a:cubicBezTo>
                <a:cubicBezTo>
                  <a:pt x="34148" y="44767"/>
                  <a:pt x="21153" y="31623"/>
                  <a:pt x="13469" y="23908"/>
                </a:cubicBezTo>
                <a:lnTo>
                  <a:pt x="13469" y="75152"/>
                </a:lnTo>
                <a:cubicBezTo>
                  <a:pt x="13469" y="79724"/>
                  <a:pt x="11193" y="82010"/>
                  <a:pt x="6735" y="82010"/>
                </a:cubicBezTo>
                <a:cubicBezTo>
                  <a:pt x="3320" y="82010"/>
                  <a:pt x="0" y="79724"/>
                  <a:pt x="0" y="75152"/>
                </a:cubicBezTo>
                <a:close/>
                <a:moveTo>
                  <a:pt x="324878" y="318230"/>
                </a:moveTo>
                <a:cubicBezTo>
                  <a:pt x="326206" y="320802"/>
                  <a:pt x="325542" y="323374"/>
                  <a:pt x="322980" y="325946"/>
                </a:cubicBezTo>
                <a:cubicBezTo>
                  <a:pt x="321842" y="327089"/>
                  <a:pt x="320704" y="327089"/>
                  <a:pt x="318427" y="327089"/>
                </a:cubicBezTo>
                <a:cubicBezTo>
                  <a:pt x="318427" y="327089"/>
                  <a:pt x="318238" y="327089"/>
                  <a:pt x="318238" y="327089"/>
                </a:cubicBezTo>
                <a:cubicBezTo>
                  <a:pt x="318238" y="327089"/>
                  <a:pt x="318238" y="327089"/>
                  <a:pt x="318238" y="327089"/>
                </a:cubicBezTo>
                <a:lnTo>
                  <a:pt x="250891" y="327089"/>
                </a:lnTo>
                <a:cubicBezTo>
                  <a:pt x="247476" y="327089"/>
                  <a:pt x="244156" y="324803"/>
                  <a:pt x="244156" y="320231"/>
                </a:cubicBezTo>
                <a:cubicBezTo>
                  <a:pt x="244156" y="316802"/>
                  <a:pt x="247571" y="313373"/>
                  <a:pt x="250891" y="313373"/>
                </a:cubicBezTo>
                <a:lnTo>
                  <a:pt x="301449" y="313373"/>
                </a:lnTo>
                <a:cubicBezTo>
                  <a:pt x="259523" y="271463"/>
                  <a:pt x="259333" y="271367"/>
                  <a:pt x="259333" y="271367"/>
                </a:cubicBezTo>
                <a:cubicBezTo>
                  <a:pt x="257056" y="267938"/>
                  <a:pt x="257056" y="264509"/>
                  <a:pt x="259333" y="261175"/>
                </a:cubicBezTo>
                <a:cubicBezTo>
                  <a:pt x="261609" y="258890"/>
                  <a:pt x="266163" y="258890"/>
                  <a:pt x="268439" y="261175"/>
                </a:cubicBezTo>
                <a:cubicBezTo>
                  <a:pt x="290540" y="283273"/>
                  <a:pt x="303630" y="296323"/>
                  <a:pt x="311503" y="304133"/>
                </a:cubicBezTo>
                <a:lnTo>
                  <a:pt x="311503" y="251936"/>
                </a:lnTo>
                <a:cubicBezTo>
                  <a:pt x="311503" y="248507"/>
                  <a:pt x="314918" y="245078"/>
                  <a:pt x="318238" y="245078"/>
                </a:cubicBezTo>
                <a:cubicBezTo>
                  <a:pt x="322696" y="245078"/>
                  <a:pt x="324972" y="248507"/>
                  <a:pt x="324972" y="251936"/>
                </a:cubicBezTo>
                <a:lnTo>
                  <a:pt x="324972" y="31823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09" name="Graphic 105">
            <a:extLst>
              <a:ext uri="{FF2B5EF4-FFF2-40B4-BE49-F238E27FC236}">
                <a16:creationId xmlns:a16="http://schemas.microsoft.com/office/drawing/2014/main" id="{2D3C834D-EB5A-D89C-0706-DF0D027B7B35}"/>
              </a:ext>
            </a:extLst>
          </p:cNvPr>
          <p:cNvSpPr/>
          <p:nvPr/>
        </p:nvSpPr>
        <p:spPr>
          <a:xfrm>
            <a:off x="10370486" y="1476130"/>
            <a:ext cx="434311" cy="436370"/>
          </a:xfrm>
          <a:custGeom>
            <a:avLst/>
            <a:gdLst>
              <a:gd name="connsiteX0" fmla="*/ 237232 w 325545"/>
              <a:gd name="connsiteY0" fmla="*/ 82010 h 327088"/>
              <a:gd name="connsiteX1" fmla="*/ 87646 w 325545"/>
              <a:gd name="connsiteY1" fmla="*/ 82010 h 327088"/>
              <a:gd name="connsiteX2" fmla="*/ 80816 w 325545"/>
              <a:gd name="connsiteY2" fmla="*/ 88773 h 327088"/>
              <a:gd name="connsiteX3" fmla="*/ 80816 w 325545"/>
              <a:gd name="connsiteY3" fmla="*/ 238315 h 327088"/>
              <a:gd name="connsiteX4" fmla="*/ 87646 w 325545"/>
              <a:gd name="connsiteY4" fmla="*/ 245078 h 327088"/>
              <a:gd name="connsiteX5" fmla="*/ 237232 w 325545"/>
              <a:gd name="connsiteY5" fmla="*/ 245078 h 327088"/>
              <a:gd name="connsiteX6" fmla="*/ 244061 w 325545"/>
              <a:gd name="connsiteY6" fmla="*/ 238315 h 327088"/>
              <a:gd name="connsiteX7" fmla="*/ 244061 w 325545"/>
              <a:gd name="connsiteY7" fmla="*/ 88773 h 327088"/>
              <a:gd name="connsiteX8" fmla="*/ 237232 w 325545"/>
              <a:gd name="connsiteY8" fmla="*/ 82010 h 327088"/>
              <a:gd name="connsiteX9" fmla="*/ 230402 w 325545"/>
              <a:gd name="connsiteY9" fmla="*/ 231553 h 327088"/>
              <a:gd name="connsiteX10" fmla="*/ 94380 w 325545"/>
              <a:gd name="connsiteY10" fmla="*/ 231553 h 327088"/>
              <a:gd name="connsiteX11" fmla="*/ 94380 w 325545"/>
              <a:gd name="connsiteY11" fmla="*/ 95631 h 327088"/>
              <a:gd name="connsiteX12" fmla="*/ 230402 w 325545"/>
              <a:gd name="connsiteY12" fmla="*/ 95631 h 327088"/>
              <a:gd name="connsiteX13" fmla="*/ 230402 w 325545"/>
              <a:gd name="connsiteY13" fmla="*/ 231553 h 327088"/>
              <a:gd name="connsiteX14" fmla="*/ 80816 w 325545"/>
              <a:gd name="connsiteY14" fmla="*/ 320231 h 327088"/>
              <a:gd name="connsiteX15" fmla="*/ 74082 w 325545"/>
              <a:gd name="connsiteY15" fmla="*/ 327089 h 327088"/>
              <a:gd name="connsiteX16" fmla="*/ 6735 w 325545"/>
              <a:gd name="connsiteY16" fmla="*/ 327089 h 327088"/>
              <a:gd name="connsiteX17" fmla="*/ 6735 w 325545"/>
              <a:gd name="connsiteY17" fmla="*/ 327089 h 327088"/>
              <a:gd name="connsiteX18" fmla="*/ 2276 w 325545"/>
              <a:gd name="connsiteY18" fmla="*/ 325946 h 327088"/>
              <a:gd name="connsiteX19" fmla="*/ 1707 w 325545"/>
              <a:gd name="connsiteY19" fmla="*/ 324707 h 327088"/>
              <a:gd name="connsiteX20" fmla="*/ 95 w 325545"/>
              <a:gd name="connsiteY20" fmla="*/ 320231 h 327088"/>
              <a:gd name="connsiteX21" fmla="*/ 95 w 325545"/>
              <a:gd name="connsiteY21" fmla="*/ 251936 h 327088"/>
              <a:gd name="connsiteX22" fmla="*/ 6830 w 325545"/>
              <a:gd name="connsiteY22" fmla="*/ 245078 h 327088"/>
              <a:gd name="connsiteX23" fmla="*/ 13564 w 325545"/>
              <a:gd name="connsiteY23" fmla="*/ 251936 h 327088"/>
              <a:gd name="connsiteX24" fmla="*/ 13564 w 325545"/>
              <a:gd name="connsiteY24" fmla="*/ 304324 h 327088"/>
              <a:gd name="connsiteX25" fmla="*/ 56344 w 325545"/>
              <a:gd name="connsiteY25" fmla="*/ 261175 h 327088"/>
              <a:gd name="connsiteX26" fmla="*/ 65355 w 325545"/>
              <a:gd name="connsiteY26" fmla="*/ 261175 h 327088"/>
              <a:gd name="connsiteX27" fmla="*/ 65355 w 325545"/>
              <a:gd name="connsiteY27" fmla="*/ 271367 h 327088"/>
              <a:gd name="connsiteX28" fmla="*/ 23714 w 325545"/>
              <a:gd name="connsiteY28" fmla="*/ 313373 h 327088"/>
              <a:gd name="connsiteX29" fmla="*/ 74176 w 325545"/>
              <a:gd name="connsiteY29" fmla="*/ 313373 h 327088"/>
              <a:gd name="connsiteX30" fmla="*/ 80911 w 325545"/>
              <a:gd name="connsiteY30" fmla="*/ 320231 h 327088"/>
              <a:gd name="connsiteX31" fmla="*/ 244061 w 325545"/>
              <a:gd name="connsiteY31" fmla="*/ 6858 h 327088"/>
              <a:gd name="connsiteX32" fmla="*/ 250796 w 325545"/>
              <a:gd name="connsiteY32" fmla="*/ 0 h 327088"/>
              <a:gd name="connsiteX33" fmla="*/ 318143 w 325545"/>
              <a:gd name="connsiteY33" fmla="*/ 0 h 327088"/>
              <a:gd name="connsiteX34" fmla="*/ 324214 w 325545"/>
              <a:gd name="connsiteY34" fmla="*/ 3905 h 327088"/>
              <a:gd name="connsiteX35" fmla="*/ 324878 w 325545"/>
              <a:gd name="connsiteY35" fmla="*/ 10001 h 327088"/>
              <a:gd name="connsiteX36" fmla="*/ 324878 w 325545"/>
              <a:gd name="connsiteY36" fmla="*/ 75152 h 327088"/>
              <a:gd name="connsiteX37" fmla="*/ 318143 w 325545"/>
              <a:gd name="connsiteY37" fmla="*/ 82010 h 327088"/>
              <a:gd name="connsiteX38" fmla="*/ 311408 w 325545"/>
              <a:gd name="connsiteY38" fmla="*/ 75152 h 327088"/>
              <a:gd name="connsiteX39" fmla="*/ 311408 w 325545"/>
              <a:gd name="connsiteY39" fmla="*/ 24098 h 327088"/>
              <a:gd name="connsiteX40" fmla="*/ 268344 w 325545"/>
              <a:gd name="connsiteY40" fmla="*/ 67056 h 327088"/>
              <a:gd name="connsiteX41" fmla="*/ 263791 w 325545"/>
              <a:gd name="connsiteY41" fmla="*/ 68199 h 327088"/>
              <a:gd name="connsiteX42" fmla="*/ 259238 w 325545"/>
              <a:gd name="connsiteY42" fmla="*/ 67056 h 327088"/>
              <a:gd name="connsiteX43" fmla="*/ 259238 w 325545"/>
              <a:gd name="connsiteY43" fmla="*/ 56864 h 327088"/>
              <a:gd name="connsiteX44" fmla="*/ 302397 w 325545"/>
              <a:gd name="connsiteY44" fmla="*/ 13716 h 327088"/>
              <a:gd name="connsiteX45" fmla="*/ 250701 w 325545"/>
              <a:gd name="connsiteY45" fmla="*/ 13716 h 327088"/>
              <a:gd name="connsiteX46" fmla="*/ 243966 w 325545"/>
              <a:gd name="connsiteY46" fmla="*/ 6858 h 327088"/>
              <a:gd name="connsiteX47" fmla="*/ 0 w 325545"/>
              <a:gd name="connsiteY47" fmla="*/ 75152 h 327088"/>
              <a:gd name="connsiteX48" fmla="*/ 0 w 325545"/>
              <a:gd name="connsiteY48" fmla="*/ 6858 h 327088"/>
              <a:gd name="connsiteX49" fmla="*/ 6735 w 325545"/>
              <a:gd name="connsiteY49" fmla="*/ 0 h 327088"/>
              <a:gd name="connsiteX50" fmla="*/ 74082 w 325545"/>
              <a:gd name="connsiteY50" fmla="*/ 0 h 327088"/>
              <a:gd name="connsiteX51" fmla="*/ 80816 w 325545"/>
              <a:gd name="connsiteY51" fmla="*/ 6858 h 327088"/>
              <a:gd name="connsiteX52" fmla="*/ 74082 w 325545"/>
              <a:gd name="connsiteY52" fmla="*/ 13716 h 327088"/>
              <a:gd name="connsiteX53" fmla="*/ 22481 w 325545"/>
              <a:gd name="connsiteY53" fmla="*/ 13716 h 327088"/>
              <a:gd name="connsiteX54" fmla="*/ 65165 w 325545"/>
              <a:gd name="connsiteY54" fmla="*/ 56864 h 327088"/>
              <a:gd name="connsiteX55" fmla="*/ 65165 w 325545"/>
              <a:gd name="connsiteY55" fmla="*/ 67056 h 327088"/>
              <a:gd name="connsiteX56" fmla="*/ 60707 w 325545"/>
              <a:gd name="connsiteY56" fmla="*/ 68199 h 327088"/>
              <a:gd name="connsiteX57" fmla="*/ 56249 w 325545"/>
              <a:gd name="connsiteY57" fmla="*/ 67056 h 327088"/>
              <a:gd name="connsiteX58" fmla="*/ 13469 w 325545"/>
              <a:gd name="connsiteY58" fmla="*/ 23908 h 327088"/>
              <a:gd name="connsiteX59" fmla="*/ 13469 w 325545"/>
              <a:gd name="connsiteY59" fmla="*/ 75152 h 327088"/>
              <a:gd name="connsiteX60" fmla="*/ 6735 w 325545"/>
              <a:gd name="connsiteY60" fmla="*/ 82010 h 327088"/>
              <a:gd name="connsiteX61" fmla="*/ 0 w 325545"/>
              <a:gd name="connsiteY61" fmla="*/ 75152 h 327088"/>
              <a:gd name="connsiteX62" fmla="*/ 324878 w 325545"/>
              <a:gd name="connsiteY62" fmla="*/ 318230 h 327088"/>
              <a:gd name="connsiteX63" fmla="*/ 322980 w 325545"/>
              <a:gd name="connsiteY63" fmla="*/ 325946 h 327088"/>
              <a:gd name="connsiteX64" fmla="*/ 318427 w 325545"/>
              <a:gd name="connsiteY64" fmla="*/ 327089 h 327088"/>
              <a:gd name="connsiteX65" fmla="*/ 318238 w 325545"/>
              <a:gd name="connsiteY65" fmla="*/ 327089 h 327088"/>
              <a:gd name="connsiteX66" fmla="*/ 318238 w 325545"/>
              <a:gd name="connsiteY66" fmla="*/ 327089 h 327088"/>
              <a:gd name="connsiteX67" fmla="*/ 250891 w 325545"/>
              <a:gd name="connsiteY67" fmla="*/ 327089 h 327088"/>
              <a:gd name="connsiteX68" fmla="*/ 244156 w 325545"/>
              <a:gd name="connsiteY68" fmla="*/ 320231 h 327088"/>
              <a:gd name="connsiteX69" fmla="*/ 250891 w 325545"/>
              <a:gd name="connsiteY69" fmla="*/ 313373 h 327088"/>
              <a:gd name="connsiteX70" fmla="*/ 301449 w 325545"/>
              <a:gd name="connsiteY70" fmla="*/ 313373 h 327088"/>
              <a:gd name="connsiteX71" fmla="*/ 259333 w 325545"/>
              <a:gd name="connsiteY71" fmla="*/ 271367 h 327088"/>
              <a:gd name="connsiteX72" fmla="*/ 259333 w 325545"/>
              <a:gd name="connsiteY72" fmla="*/ 261175 h 327088"/>
              <a:gd name="connsiteX73" fmla="*/ 268439 w 325545"/>
              <a:gd name="connsiteY73" fmla="*/ 261175 h 327088"/>
              <a:gd name="connsiteX74" fmla="*/ 311503 w 325545"/>
              <a:gd name="connsiteY74" fmla="*/ 304133 h 327088"/>
              <a:gd name="connsiteX75" fmla="*/ 311503 w 325545"/>
              <a:gd name="connsiteY75" fmla="*/ 251936 h 327088"/>
              <a:gd name="connsiteX76" fmla="*/ 318238 w 325545"/>
              <a:gd name="connsiteY76" fmla="*/ 245078 h 327088"/>
              <a:gd name="connsiteX77" fmla="*/ 324972 w 325545"/>
              <a:gd name="connsiteY77" fmla="*/ 251936 h 327088"/>
              <a:gd name="connsiteX78" fmla="*/ 324972 w 325545"/>
              <a:gd name="connsiteY78" fmla="*/ 318230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325545" h="327088">
                <a:moveTo>
                  <a:pt x="237232" y="82010"/>
                </a:moveTo>
                <a:lnTo>
                  <a:pt x="87646" y="82010"/>
                </a:lnTo>
                <a:cubicBezTo>
                  <a:pt x="84231" y="82010"/>
                  <a:pt x="80816" y="85439"/>
                  <a:pt x="80816" y="88773"/>
                </a:cubicBezTo>
                <a:lnTo>
                  <a:pt x="80816" y="238315"/>
                </a:lnTo>
                <a:cubicBezTo>
                  <a:pt x="80816" y="242888"/>
                  <a:pt x="84231" y="245078"/>
                  <a:pt x="87646" y="245078"/>
                </a:cubicBezTo>
                <a:lnTo>
                  <a:pt x="237232" y="245078"/>
                </a:lnTo>
                <a:cubicBezTo>
                  <a:pt x="241785" y="245078"/>
                  <a:pt x="244061" y="242792"/>
                  <a:pt x="244061" y="238315"/>
                </a:cubicBezTo>
                <a:lnTo>
                  <a:pt x="244061" y="88773"/>
                </a:lnTo>
                <a:cubicBezTo>
                  <a:pt x="244061" y="85344"/>
                  <a:pt x="241785" y="82010"/>
                  <a:pt x="237232" y="82010"/>
                </a:cubicBezTo>
                <a:close/>
                <a:moveTo>
                  <a:pt x="230402" y="231553"/>
                </a:moveTo>
                <a:lnTo>
                  <a:pt x="94380" y="231553"/>
                </a:lnTo>
                <a:lnTo>
                  <a:pt x="94380" y="95631"/>
                </a:lnTo>
                <a:lnTo>
                  <a:pt x="230402" y="95631"/>
                </a:lnTo>
                <a:lnTo>
                  <a:pt x="230402" y="231553"/>
                </a:lnTo>
                <a:close/>
                <a:moveTo>
                  <a:pt x="80816" y="320231"/>
                </a:moveTo>
                <a:cubicBezTo>
                  <a:pt x="80816" y="324803"/>
                  <a:pt x="78540" y="327089"/>
                  <a:pt x="74082" y="327089"/>
                </a:cubicBezTo>
                <a:lnTo>
                  <a:pt x="6735" y="327089"/>
                </a:lnTo>
                <a:cubicBezTo>
                  <a:pt x="6735" y="327089"/>
                  <a:pt x="6735" y="327089"/>
                  <a:pt x="6735" y="327089"/>
                </a:cubicBezTo>
                <a:cubicBezTo>
                  <a:pt x="5596" y="327089"/>
                  <a:pt x="3415" y="327089"/>
                  <a:pt x="2276" y="325946"/>
                </a:cubicBezTo>
                <a:cubicBezTo>
                  <a:pt x="1992" y="325565"/>
                  <a:pt x="1897" y="325184"/>
                  <a:pt x="1707" y="324707"/>
                </a:cubicBezTo>
                <a:cubicBezTo>
                  <a:pt x="759" y="323564"/>
                  <a:pt x="95" y="322136"/>
                  <a:pt x="95" y="320231"/>
                </a:cubicBezTo>
                <a:lnTo>
                  <a:pt x="95" y="251936"/>
                </a:lnTo>
                <a:cubicBezTo>
                  <a:pt x="95" y="248507"/>
                  <a:pt x="3510" y="245078"/>
                  <a:pt x="6830" y="245078"/>
                </a:cubicBezTo>
                <a:cubicBezTo>
                  <a:pt x="11288" y="245078"/>
                  <a:pt x="13564" y="248507"/>
                  <a:pt x="13564" y="251936"/>
                </a:cubicBezTo>
                <a:lnTo>
                  <a:pt x="13564" y="304324"/>
                </a:lnTo>
                <a:cubicBezTo>
                  <a:pt x="42021" y="275622"/>
                  <a:pt x="56277" y="261239"/>
                  <a:pt x="56344" y="261175"/>
                </a:cubicBezTo>
                <a:cubicBezTo>
                  <a:pt x="58620" y="258890"/>
                  <a:pt x="63078" y="258890"/>
                  <a:pt x="65355" y="261175"/>
                </a:cubicBezTo>
                <a:cubicBezTo>
                  <a:pt x="68770" y="264605"/>
                  <a:pt x="68770" y="268034"/>
                  <a:pt x="65355" y="271367"/>
                </a:cubicBezTo>
                <a:cubicBezTo>
                  <a:pt x="44392" y="292608"/>
                  <a:pt x="31587" y="305467"/>
                  <a:pt x="23714" y="313373"/>
                </a:cubicBezTo>
                <a:lnTo>
                  <a:pt x="74176" y="313373"/>
                </a:lnTo>
                <a:cubicBezTo>
                  <a:pt x="78635" y="313373"/>
                  <a:pt x="80911" y="316802"/>
                  <a:pt x="80911" y="320231"/>
                </a:cubicBezTo>
                <a:close/>
                <a:moveTo>
                  <a:pt x="244061" y="6858"/>
                </a:moveTo>
                <a:cubicBezTo>
                  <a:pt x="244061" y="3429"/>
                  <a:pt x="247476" y="0"/>
                  <a:pt x="250796" y="0"/>
                </a:cubicBezTo>
                <a:lnTo>
                  <a:pt x="318143" y="0"/>
                </a:lnTo>
                <a:cubicBezTo>
                  <a:pt x="321273" y="0"/>
                  <a:pt x="323265" y="1715"/>
                  <a:pt x="324214" y="3905"/>
                </a:cubicBezTo>
                <a:cubicBezTo>
                  <a:pt x="325636" y="5905"/>
                  <a:pt x="325921" y="8001"/>
                  <a:pt x="324878" y="10001"/>
                </a:cubicBezTo>
                <a:lnTo>
                  <a:pt x="324878" y="75152"/>
                </a:lnTo>
                <a:cubicBezTo>
                  <a:pt x="324878" y="79724"/>
                  <a:pt x="322601" y="82010"/>
                  <a:pt x="318143" y="82010"/>
                </a:cubicBezTo>
                <a:cubicBezTo>
                  <a:pt x="314728" y="82010"/>
                  <a:pt x="311408" y="79724"/>
                  <a:pt x="311408" y="75152"/>
                </a:cubicBezTo>
                <a:lnTo>
                  <a:pt x="311408" y="24098"/>
                </a:lnTo>
                <a:cubicBezTo>
                  <a:pt x="282828" y="52673"/>
                  <a:pt x="268467" y="66992"/>
                  <a:pt x="268344" y="67056"/>
                </a:cubicBezTo>
                <a:cubicBezTo>
                  <a:pt x="267206" y="68199"/>
                  <a:pt x="266068" y="68199"/>
                  <a:pt x="263791" y="68199"/>
                </a:cubicBezTo>
                <a:cubicBezTo>
                  <a:pt x="262653" y="68199"/>
                  <a:pt x="260376" y="68199"/>
                  <a:pt x="259238" y="67056"/>
                </a:cubicBezTo>
                <a:cubicBezTo>
                  <a:pt x="256962" y="63627"/>
                  <a:pt x="256962" y="60198"/>
                  <a:pt x="259238" y="56864"/>
                </a:cubicBezTo>
                <a:cubicBezTo>
                  <a:pt x="281529" y="34576"/>
                  <a:pt x="294619" y="21527"/>
                  <a:pt x="302397" y="13716"/>
                </a:cubicBezTo>
                <a:lnTo>
                  <a:pt x="250701" y="13716"/>
                </a:lnTo>
                <a:cubicBezTo>
                  <a:pt x="247286" y="13716"/>
                  <a:pt x="243966" y="11430"/>
                  <a:pt x="243966" y="6858"/>
                </a:cubicBezTo>
                <a:close/>
                <a:moveTo>
                  <a:pt x="0" y="75152"/>
                </a:moveTo>
                <a:lnTo>
                  <a:pt x="0" y="6858"/>
                </a:lnTo>
                <a:cubicBezTo>
                  <a:pt x="0" y="3429"/>
                  <a:pt x="3415" y="0"/>
                  <a:pt x="6735" y="0"/>
                </a:cubicBezTo>
                <a:lnTo>
                  <a:pt x="74082" y="0"/>
                </a:lnTo>
                <a:cubicBezTo>
                  <a:pt x="78540" y="0"/>
                  <a:pt x="80816" y="3429"/>
                  <a:pt x="80816" y="6858"/>
                </a:cubicBezTo>
                <a:cubicBezTo>
                  <a:pt x="80816" y="11430"/>
                  <a:pt x="78540" y="13716"/>
                  <a:pt x="74082" y="13716"/>
                </a:cubicBezTo>
                <a:lnTo>
                  <a:pt x="22481" y="13716"/>
                </a:lnTo>
                <a:cubicBezTo>
                  <a:pt x="50871" y="42418"/>
                  <a:pt x="65099" y="56800"/>
                  <a:pt x="65165" y="56864"/>
                </a:cubicBezTo>
                <a:cubicBezTo>
                  <a:pt x="68580" y="60293"/>
                  <a:pt x="68580" y="63722"/>
                  <a:pt x="65165" y="67056"/>
                </a:cubicBezTo>
                <a:cubicBezTo>
                  <a:pt x="64027" y="68199"/>
                  <a:pt x="62889" y="68199"/>
                  <a:pt x="60707" y="68199"/>
                </a:cubicBezTo>
                <a:cubicBezTo>
                  <a:pt x="59569" y="68199"/>
                  <a:pt x="57292" y="68199"/>
                  <a:pt x="56249" y="67056"/>
                </a:cubicBezTo>
                <a:cubicBezTo>
                  <a:pt x="34148" y="44767"/>
                  <a:pt x="21153" y="31623"/>
                  <a:pt x="13469" y="23908"/>
                </a:cubicBezTo>
                <a:lnTo>
                  <a:pt x="13469" y="75152"/>
                </a:lnTo>
                <a:cubicBezTo>
                  <a:pt x="13469" y="79724"/>
                  <a:pt x="11193" y="82010"/>
                  <a:pt x="6735" y="82010"/>
                </a:cubicBezTo>
                <a:cubicBezTo>
                  <a:pt x="3320" y="82010"/>
                  <a:pt x="0" y="79724"/>
                  <a:pt x="0" y="75152"/>
                </a:cubicBezTo>
                <a:close/>
                <a:moveTo>
                  <a:pt x="324878" y="318230"/>
                </a:moveTo>
                <a:cubicBezTo>
                  <a:pt x="326206" y="320802"/>
                  <a:pt x="325542" y="323374"/>
                  <a:pt x="322980" y="325946"/>
                </a:cubicBezTo>
                <a:cubicBezTo>
                  <a:pt x="321842" y="327089"/>
                  <a:pt x="320704" y="327089"/>
                  <a:pt x="318427" y="327089"/>
                </a:cubicBezTo>
                <a:cubicBezTo>
                  <a:pt x="318427" y="327089"/>
                  <a:pt x="318238" y="327089"/>
                  <a:pt x="318238" y="327089"/>
                </a:cubicBezTo>
                <a:cubicBezTo>
                  <a:pt x="318238" y="327089"/>
                  <a:pt x="318238" y="327089"/>
                  <a:pt x="318238" y="327089"/>
                </a:cubicBezTo>
                <a:lnTo>
                  <a:pt x="250891" y="327089"/>
                </a:lnTo>
                <a:cubicBezTo>
                  <a:pt x="247476" y="327089"/>
                  <a:pt x="244156" y="324803"/>
                  <a:pt x="244156" y="320231"/>
                </a:cubicBezTo>
                <a:cubicBezTo>
                  <a:pt x="244156" y="316802"/>
                  <a:pt x="247571" y="313373"/>
                  <a:pt x="250891" y="313373"/>
                </a:cubicBezTo>
                <a:lnTo>
                  <a:pt x="301449" y="313373"/>
                </a:lnTo>
                <a:cubicBezTo>
                  <a:pt x="259523" y="271463"/>
                  <a:pt x="259333" y="271367"/>
                  <a:pt x="259333" y="271367"/>
                </a:cubicBezTo>
                <a:cubicBezTo>
                  <a:pt x="257056" y="267938"/>
                  <a:pt x="257056" y="264509"/>
                  <a:pt x="259333" y="261175"/>
                </a:cubicBezTo>
                <a:cubicBezTo>
                  <a:pt x="261609" y="258890"/>
                  <a:pt x="266163" y="258890"/>
                  <a:pt x="268439" y="261175"/>
                </a:cubicBezTo>
                <a:cubicBezTo>
                  <a:pt x="290540" y="283273"/>
                  <a:pt x="303630" y="296323"/>
                  <a:pt x="311503" y="304133"/>
                </a:cubicBezTo>
                <a:lnTo>
                  <a:pt x="311503" y="251936"/>
                </a:lnTo>
                <a:cubicBezTo>
                  <a:pt x="311503" y="248507"/>
                  <a:pt x="314918" y="245078"/>
                  <a:pt x="318238" y="245078"/>
                </a:cubicBezTo>
                <a:cubicBezTo>
                  <a:pt x="322696" y="245078"/>
                  <a:pt x="324972" y="248507"/>
                  <a:pt x="324972" y="251936"/>
                </a:cubicBezTo>
                <a:lnTo>
                  <a:pt x="324972" y="31823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0" name="Graphic 105">
            <a:extLst>
              <a:ext uri="{FF2B5EF4-FFF2-40B4-BE49-F238E27FC236}">
                <a16:creationId xmlns:a16="http://schemas.microsoft.com/office/drawing/2014/main" id="{C4518863-98E8-18A3-9821-6F78F6A7C10C}"/>
              </a:ext>
            </a:extLst>
          </p:cNvPr>
          <p:cNvSpPr/>
          <p:nvPr/>
        </p:nvSpPr>
        <p:spPr>
          <a:xfrm>
            <a:off x="11147000" y="1476130"/>
            <a:ext cx="434311" cy="436370"/>
          </a:xfrm>
          <a:custGeom>
            <a:avLst/>
            <a:gdLst>
              <a:gd name="connsiteX0" fmla="*/ 237232 w 325545"/>
              <a:gd name="connsiteY0" fmla="*/ 82010 h 327088"/>
              <a:gd name="connsiteX1" fmla="*/ 87646 w 325545"/>
              <a:gd name="connsiteY1" fmla="*/ 82010 h 327088"/>
              <a:gd name="connsiteX2" fmla="*/ 80816 w 325545"/>
              <a:gd name="connsiteY2" fmla="*/ 88773 h 327088"/>
              <a:gd name="connsiteX3" fmla="*/ 80816 w 325545"/>
              <a:gd name="connsiteY3" fmla="*/ 238315 h 327088"/>
              <a:gd name="connsiteX4" fmla="*/ 87646 w 325545"/>
              <a:gd name="connsiteY4" fmla="*/ 245078 h 327088"/>
              <a:gd name="connsiteX5" fmla="*/ 237232 w 325545"/>
              <a:gd name="connsiteY5" fmla="*/ 245078 h 327088"/>
              <a:gd name="connsiteX6" fmla="*/ 244061 w 325545"/>
              <a:gd name="connsiteY6" fmla="*/ 238315 h 327088"/>
              <a:gd name="connsiteX7" fmla="*/ 244061 w 325545"/>
              <a:gd name="connsiteY7" fmla="*/ 88773 h 327088"/>
              <a:gd name="connsiteX8" fmla="*/ 237232 w 325545"/>
              <a:gd name="connsiteY8" fmla="*/ 82010 h 327088"/>
              <a:gd name="connsiteX9" fmla="*/ 230402 w 325545"/>
              <a:gd name="connsiteY9" fmla="*/ 231553 h 327088"/>
              <a:gd name="connsiteX10" fmla="*/ 94380 w 325545"/>
              <a:gd name="connsiteY10" fmla="*/ 231553 h 327088"/>
              <a:gd name="connsiteX11" fmla="*/ 94380 w 325545"/>
              <a:gd name="connsiteY11" fmla="*/ 95631 h 327088"/>
              <a:gd name="connsiteX12" fmla="*/ 230402 w 325545"/>
              <a:gd name="connsiteY12" fmla="*/ 95631 h 327088"/>
              <a:gd name="connsiteX13" fmla="*/ 230402 w 325545"/>
              <a:gd name="connsiteY13" fmla="*/ 231553 h 327088"/>
              <a:gd name="connsiteX14" fmla="*/ 80816 w 325545"/>
              <a:gd name="connsiteY14" fmla="*/ 320231 h 327088"/>
              <a:gd name="connsiteX15" fmla="*/ 74082 w 325545"/>
              <a:gd name="connsiteY15" fmla="*/ 327089 h 327088"/>
              <a:gd name="connsiteX16" fmla="*/ 6735 w 325545"/>
              <a:gd name="connsiteY16" fmla="*/ 327089 h 327088"/>
              <a:gd name="connsiteX17" fmla="*/ 6735 w 325545"/>
              <a:gd name="connsiteY17" fmla="*/ 327089 h 327088"/>
              <a:gd name="connsiteX18" fmla="*/ 2276 w 325545"/>
              <a:gd name="connsiteY18" fmla="*/ 325946 h 327088"/>
              <a:gd name="connsiteX19" fmla="*/ 1707 w 325545"/>
              <a:gd name="connsiteY19" fmla="*/ 324707 h 327088"/>
              <a:gd name="connsiteX20" fmla="*/ 95 w 325545"/>
              <a:gd name="connsiteY20" fmla="*/ 320231 h 327088"/>
              <a:gd name="connsiteX21" fmla="*/ 95 w 325545"/>
              <a:gd name="connsiteY21" fmla="*/ 251936 h 327088"/>
              <a:gd name="connsiteX22" fmla="*/ 6830 w 325545"/>
              <a:gd name="connsiteY22" fmla="*/ 245078 h 327088"/>
              <a:gd name="connsiteX23" fmla="*/ 13564 w 325545"/>
              <a:gd name="connsiteY23" fmla="*/ 251936 h 327088"/>
              <a:gd name="connsiteX24" fmla="*/ 13564 w 325545"/>
              <a:gd name="connsiteY24" fmla="*/ 304324 h 327088"/>
              <a:gd name="connsiteX25" fmla="*/ 56344 w 325545"/>
              <a:gd name="connsiteY25" fmla="*/ 261175 h 327088"/>
              <a:gd name="connsiteX26" fmla="*/ 65355 w 325545"/>
              <a:gd name="connsiteY26" fmla="*/ 261175 h 327088"/>
              <a:gd name="connsiteX27" fmla="*/ 65355 w 325545"/>
              <a:gd name="connsiteY27" fmla="*/ 271367 h 327088"/>
              <a:gd name="connsiteX28" fmla="*/ 23714 w 325545"/>
              <a:gd name="connsiteY28" fmla="*/ 313373 h 327088"/>
              <a:gd name="connsiteX29" fmla="*/ 74176 w 325545"/>
              <a:gd name="connsiteY29" fmla="*/ 313373 h 327088"/>
              <a:gd name="connsiteX30" fmla="*/ 80911 w 325545"/>
              <a:gd name="connsiteY30" fmla="*/ 320231 h 327088"/>
              <a:gd name="connsiteX31" fmla="*/ 244061 w 325545"/>
              <a:gd name="connsiteY31" fmla="*/ 6858 h 327088"/>
              <a:gd name="connsiteX32" fmla="*/ 250796 w 325545"/>
              <a:gd name="connsiteY32" fmla="*/ 0 h 327088"/>
              <a:gd name="connsiteX33" fmla="*/ 318143 w 325545"/>
              <a:gd name="connsiteY33" fmla="*/ 0 h 327088"/>
              <a:gd name="connsiteX34" fmla="*/ 324214 w 325545"/>
              <a:gd name="connsiteY34" fmla="*/ 3905 h 327088"/>
              <a:gd name="connsiteX35" fmla="*/ 324878 w 325545"/>
              <a:gd name="connsiteY35" fmla="*/ 10001 h 327088"/>
              <a:gd name="connsiteX36" fmla="*/ 324878 w 325545"/>
              <a:gd name="connsiteY36" fmla="*/ 75152 h 327088"/>
              <a:gd name="connsiteX37" fmla="*/ 318143 w 325545"/>
              <a:gd name="connsiteY37" fmla="*/ 82010 h 327088"/>
              <a:gd name="connsiteX38" fmla="*/ 311408 w 325545"/>
              <a:gd name="connsiteY38" fmla="*/ 75152 h 327088"/>
              <a:gd name="connsiteX39" fmla="*/ 311408 w 325545"/>
              <a:gd name="connsiteY39" fmla="*/ 24098 h 327088"/>
              <a:gd name="connsiteX40" fmla="*/ 268344 w 325545"/>
              <a:gd name="connsiteY40" fmla="*/ 67056 h 327088"/>
              <a:gd name="connsiteX41" fmla="*/ 263791 w 325545"/>
              <a:gd name="connsiteY41" fmla="*/ 68199 h 327088"/>
              <a:gd name="connsiteX42" fmla="*/ 259238 w 325545"/>
              <a:gd name="connsiteY42" fmla="*/ 67056 h 327088"/>
              <a:gd name="connsiteX43" fmla="*/ 259238 w 325545"/>
              <a:gd name="connsiteY43" fmla="*/ 56864 h 327088"/>
              <a:gd name="connsiteX44" fmla="*/ 302397 w 325545"/>
              <a:gd name="connsiteY44" fmla="*/ 13716 h 327088"/>
              <a:gd name="connsiteX45" fmla="*/ 250701 w 325545"/>
              <a:gd name="connsiteY45" fmla="*/ 13716 h 327088"/>
              <a:gd name="connsiteX46" fmla="*/ 243966 w 325545"/>
              <a:gd name="connsiteY46" fmla="*/ 6858 h 327088"/>
              <a:gd name="connsiteX47" fmla="*/ 0 w 325545"/>
              <a:gd name="connsiteY47" fmla="*/ 75152 h 327088"/>
              <a:gd name="connsiteX48" fmla="*/ 0 w 325545"/>
              <a:gd name="connsiteY48" fmla="*/ 6858 h 327088"/>
              <a:gd name="connsiteX49" fmla="*/ 6735 w 325545"/>
              <a:gd name="connsiteY49" fmla="*/ 0 h 327088"/>
              <a:gd name="connsiteX50" fmla="*/ 74082 w 325545"/>
              <a:gd name="connsiteY50" fmla="*/ 0 h 327088"/>
              <a:gd name="connsiteX51" fmla="*/ 80816 w 325545"/>
              <a:gd name="connsiteY51" fmla="*/ 6858 h 327088"/>
              <a:gd name="connsiteX52" fmla="*/ 74082 w 325545"/>
              <a:gd name="connsiteY52" fmla="*/ 13716 h 327088"/>
              <a:gd name="connsiteX53" fmla="*/ 22481 w 325545"/>
              <a:gd name="connsiteY53" fmla="*/ 13716 h 327088"/>
              <a:gd name="connsiteX54" fmla="*/ 65165 w 325545"/>
              <a:gd name="connsiteY54" fmla="*/ 56864 h 327088"/>
              <a:gd name="connsiteX55" fmla="*/ 65165 w 325545"/>
              <a:gd name="connsiteY55" fmla="*/ 67056 h 327088"/>
              <a:gd name="connsiteX56" fmla="*/ 60707 w 325545"/>
              <a:gd name="connsiteY56" fmla="*/ 68199 h 327088"/>
              <a:gd name="connsiteX57" fmla="*/ 56249 w 325545"/>
              <a:gd name="connsiteY57" fmla="*/ 67056 h 327088"/>
              <a:gd name="connsiteX58" fmla="*/ 13469 w 325545"/>
              <a:gd name="connsiteY58" fmla="*/ 23908 h 327088"/>
              <a:gd name="connsiteX59" fmla="*/ 13469 w 325545"/>
              <a:gd name="connsiteY59" fmla="*/ 75152 h 327088"/>
              <a:gd name="connsiteX60" fmla="*/ 6735 w 325545"/>
              <a:gd name="connsiteY60" fmla="*/ 82010 h 327088"/>
              <a:gd name="connsiteX61" fmla="*/ 0 w 325545"/>
              <a:gd name="connsiteY61" fmla="*/ 75152 h 327088"/>
              <a:gd name="connsiteX62" fmla="*/ 324878 w 325545"/>
              <a:gd name="connsiteY62" fmla="*/ 318230 h 327088"/>
              <a:gd name="connsiteX63" fmla="*/ 322980 w 325545"/>
              <a:gd name="connsiteY63" fmla="*/ 325946 h 327088"/>
              <a:gd name="connsiteX64" fmla="*/ 318427 w 325545"/>
              <a:gd name="connsiteY64" fmla="*/ 327089 h 327088"/>
              <a:gd name="connsiteX65" fmla="*/ 318238 w 325545"/>
              <a:gd name="connsiteY65" fmla="*/ 327089 h 327088"/>
              <a:gd name="connsiteX66" fmla="*/ 318238 w 325545"/>
              <a:gd name="connsiteY66" fmla="*/ 327089 h 327088"/>
              <a:gd name="connsiteX67" fmla="*/ 250891 w 325545"/>
              <a:gd name="connsiteY67" fmla="*/ 327089 h 327088"/>
              <a:gd name="connsiteX68" fmla="*/ 244156 w 325545"/>
              <a:gd name="connsiteY68" fmla="*/ 320231 h 327088"/>
              <a:gd name="connsiteX69" fmla="*/ 250891 w 325545"/>
              <a:gd name="connsiteY69" fmla="*/ 313373 h 327088"/>
              <a:gd name="connsiteX70" fmla="*/ 301449 w 325545"/>
              <a:gd name="connsiteY70" fmla="*/ 313373 h 327088"/>
              <a:gd name="connsiteX71" fmla="*/ 259333 w 325545"/>
              <a:gd name="connsiteY71" fmla="*/ 271367 h 327088"/>
              <a:gd name="connsiteX72" fmla="*/ 259333 w 325545"/>
              <a:gd name="connsiteY72" fmla="*/ 261175 h 327088"/>
              <a:gd name="connsiteX73" fmla="*/ 268439 w 325545"/>
              <a:gd name="connsiteY73" fmla="*/ 261175 h 327088"/>
              <a:gd name="connsiteX74" fmla="*/ 311503 w 325545"/>
              <a:gd name="connsiteY74" fmla="*/ 304133 h 327088"/>
              <a:gd name="connsiteX75" fmla="*/ 311503 w 325545"/>
              <a:gd name="connsiteY75" fmla="*/ 251936 h 327088"/>
              <a:gd name="connsiteX76" fmla="*/ 318238 w 325545"/>
              <a:gd name="connsiteY76" fmla="*/ 245078 h 327088"/>
              <a:gd name="connsiteX77" fmla="*/ 324972 w 325545"/>
              <a:gd name="connsiteY77" fmla="*/ 251936 h 327088"/>
              <a:gd name="connsiteX78" fmla="*/ 324972 w 325545"/>
              <a:gd name="connsiteY78" fmla="*/ 318230 h 327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325545" h="327088">
                <a:moveTo>
                  <a:pt x="237232" y="82010"/>
                </a:moveTo>
                <a:lnTo>
                  <a:pt x="87646" y="82010"/>
                </a:lnTo>
                <a:cubicBezTo>
                  <a:pt x="84231" y="82010"/>
                  <a:pt x="80816" y="85439"/>
                  <a:pt x="80816" y="88773"/>
                </a:cubicBezTo>
                <a:lnTo>
                  <a:pt x="80816" y="238315"/>
                </a:lnTo>
                <a:cubicBezTo>
                  <a:pt x="80816" y="242888"/>
                  <a:pt x="84231" y="245078"/>
                  <a:pt x="87646" y="245078"/>
                </a:cubicBezTo>
                <a:lnTo>
                  <a:pt x="237232" y="245078"/>
                </a:lnTo>
                <a:cubicBezTo>
                  <a:pt x="241785" y="245078"/>
                  <a:pt x="244061" y="242792"/>
                  <a:pt x="244061" y="238315"/>
                </a:cubicBezTo>
                <a:lnTo>
                  <a:pt x="244061" y="88773"/>
                </a:lnTo>
                <a:cubicBezTo>
                  <a:pt x="244061" y="85344"/>
                  <a:pt x="241785" y="82010"/>
                  <a:pt x="237232" y="82010"/>
                </a:cubicBezTo>
                <a:close/>
                <a:moveTo>
                  <a:pt x="230402" y="231553"/>
                </a:moveTo>
                <a:lnTo>
                  <a:pt x="94380" y="231553"/>
                </a:lnTo>
                <a:lnTo>
                  <a:pt x="94380" y="95631"/>
                </a:lnTo>
                <a:lnTo>
                  <a:pt x="230402" y="95631"/>
                </a:lnTo>
                <a:lnTo>
                  <a:pt x="230402" y="231553"/>
                </a:lnTo>
                <a:close/>
                <a:moveTo>
                  <a:pt x="80816" y="320231"/>
                </a:moveTo>
                <a:cubicBezTo>
                  <a:pt x="80816" y="324803"/>
                  <a:pt x="78540" y="327089"/>
                  <a:pt x="74082" y="327089"/>
                </a:cubicBezTo>
                <a:lnTo>
                  <a:pt x="6735" y="327089"/>
                </a:lnTo>
                <a:cubicBezTo>
                  <a:pt x="6735" y="327089"/>
                  <a:pt x="6735" y="327089"/>
                  <a:pt x="6735" y="327089"/>
                </a:cubicBezTo>
                <a:cubicBezTo>
                  <a:pt x="5596" y="327089"/>
                  <a:pt x="3415" y="327089"/>
                  <a:pt x="2276" y="325946"/>
                </a:cubicBezTo>
                <a:cubicBezTo>
                  <a:pt x="1992" y="325565"/>
                  <a:pt x="1897" y="325184"/>
                  <a:pt x="1707" y="324707"/>
                </a:cubicBezTo>
                <a:cubicBezTo>
                  <a:pt x="759" y="323564"/>
                  <a:pt x="95" y="322136"/>
                  <a:pt x="95" y="320231"/>
                </a:cubicBezTo>
                <a:lnTo>
                  <a:pt x="95" y="251936"/>
                </a:lnTo>
                <a:cubicBezTo>
                  <a:pt x="95" y="248507"/>
                  <a:pt x="3510" y="245078"/>
                  <a:pt x="6830" y="245078"/>
                </a:cubicBezTo>
                <a:cubicBezTo>
                  <a:pt x="11288" y="245078"/>
                  <a:pt x="13564" y="248507"/>
                  <a:pt x="13564" y="251936"/>
                </a:cubicBezTo>
                <a:lnTo>
                  <a:pt x="13564" y="304324"/>
                </a:lnTo>
                <a:cubicBezTo>
                  <a:pt x="42021" y="275622"/>
                  <a:pt x="56277" y="261239"/>
                  <a:pt x="56344" y="261175"/>
                </a:cubicBezTo>
                <a:cubicBezTo>
                  <a:pt x="58620" y="258890"/>
                  <a:pt x="63078" y="258890"/>
                  <a:pt x="65355" y="261175"/>
                </a:cubicBezTo>
                <a:cubicBezTo>
                  <a:pt x="68770" y="264605"/>
                  <a:pt x="68770" y="268034"/>
                  <a:pt x="65355" y="271367"/>
                </a:cubicBezTo>
                <a:cubicBezTo>
                  <a:pt x="44392" y="292608"/>
                  <a:pt x="31587" y="305467"/>
                  <a:pt x="23714" y="313373"/>
                </a:cubicBezTo>
                <a:lnTo>
                  <a:pt x="74176" y="313373"/>
                </a:lnTo>
                <a:cubicBezTo>
                  <a:pt x="78635" y="313373"/>
                  <a:pt x="80911" y="316802"/>
                  <a:pt x="80911" y="320231"/>
                </a:cubicBezTo>
                <a:close/>
                <a:moveTo>
                  <a:pt x="244061" y="6858"/>
                </a:moveTo>
                <a:cubicBezTo>
                  <a:pt x="244061" y="3429"/>
                  <a:pt x="247476" y="0"/>
                  <a:pt x="250796" y="0"/>
                </a:cubicBezTo>
                <a:lnTo>
                  <a:pt x="318143" y="0"/>
                </a:lnTo>
                <a:cubicBezTo>
                  <a:pt x="321273" y="0"/>
                  <a:pt x="323265" y="1715"/>
                  <a:pt x="324214" y="3905"/>
                </a:cubicBezTo>
                <a:cubicBezTo>
                  <a:pt x="325636" y="5905"/>
                  <a:pt x="325921" y="8001"/>
                  <a:pt x="324878" y="10001"/>
                </a:cubicBezTo>
                <a:lnTo>
                  <a:pt x="324878" y="75152"/>
                </a:lnTo>
                <a:cubicBezTo>
                  <a:pt x="324878" y="79724"/>
                  <a:pt x="322601" y="82010"/>
                  <a:pt x="318143" y="82010"/>
                </a:cubicBezTo>
                <a:cubicBezTo>
                  <a:pt x="314728" y="82010"/>
                  <a:pt x="311408" y="79724"/>
                  <a:pt x="311408" y="75152"/>
                </a:cubicBezTo>
                <a:lnTo>
                  <a:pt x="311408" y="24098"/>
                </a:lnTo>
                <a:cubicBezTo>
                  <a:pt x="282828" y="52673"/>
                  <a:pt x="268467" y="66992"/>
                  <a:pt x="268344" y="67056"/>
                </a:cubicBezTo>
                <a:cubicBezTo>
                  <a:pt x="267206" y="68199"/>
                  <a:pt x="266068" y="68199"/>
                  <a:pt x="263791" y="68199"/>
                </a:cubicBezTo>
                <a:cubicBezTo>
                  <a:pt x="262653" y="68199"/>
                  <a:pt x="260376" y="68199"/>
                  <a:pt x="259238" y="67056"/>
                </a:cubicBezTo>
                <a:cubicBezTo>
                  <a:pt x="256962" y="63627"/>
                  <a:pt x="256962" y="60198"/>
                  <a:pt x="259238" y="56864"/>
                </a:cubicBezTo>
                <a:cubicBezTo>
                  <a:pt x="281529" y="34576"/>
                  <a:pt x="294619" y="21527"/>
                  <a:pt x="302397" y="13716"/>
                </a:cubicBezTo>
                <a:lnTo>
                  <a:pt x="250701" y="13716"/>
                </a:lnTo>
                <a:cubicBezTo>
                  <a:pt x="247286" y="13716"/>
                  <a:pt x="243966" y="11430"/>
                  <a:pt x="243966" y="6858"/>
                </a:cubicBezTo>
                <a:close/>
                <a:moveTo>
                  <a:pt x="0" y="75152"/>
                </a:moveTo>
                <a:lnTo>
                  <a:pt x="0" y="6858"/>
                </a:lnTo>
                <a:cubicBezTo>
                  <a:pt x="0" y="3429"/>
                  <a:pt x="3415" y="0"/>
                  <a:pt x="6735" y="0"/>
                </a:cubicBezTo>
                <a:lnTo>
                  <a:pt x="74082" y="0"/>
                </a:lnTo>
                <a:cubicBezTo>
                  <a:pt x="78540" y="0"/>
                  <a:pt x="80816" y="3429"/>
                  <a:pt x="80816" y="6858"/>
                </a:cubicBezTo>
                <a:cubicBezTo>
                  <a:pt x="80816" y="11430"/>
                  <a:pt x="78540" y="13716"/>
                  <a:pt x="74082" y="13716"/>
                </a:cubicBezTo>
                <a:lnTo>
                  <a:pt x="22481" y="13716"/>
                </a:lnTo>
                <a:cubicBezTo>
                  <a:pt x="50871" y="42418"/>
                  <a:pt x="65099" y="56800"/>
                  <a:pt x="65165" y="56864"/>
                </a:cubicBezTo>
                <a:cubicBezTo>
                  <a:pt x="68580" y="60293"/>
                  <a:pt x="68580" y="63722"/>
                  <a:pt x="65165" y="67056"/>
                </a:cubicBezTo>
                <a:cubicBezTo>
                  <a:pt x="64027" y="68199"/>
                  <a:pt x="62889" y="68199"/>
                  <a:pt x="60707" y="68199"/>
                </a:cubicBezTo>
                <a:cubicBezTo>
                  <a:pt x="59569" y="68199"/>
                  <a:pt x="57292" y="68199"/>
                  <a:pt x="56249" y="67056"/>
                </a:cubicBezTo>
                <a:cubicBezTo>
                  <a:pt x="34148" y="44767"/>
                  <a:pt x="21153" y="31623"/>
                  <a:pt x="13469" y="23908"/>
                </a:cubicBezTo>
                <a:lnTo>
                  <a:pt x="13469" y="75152"/>
                </a:lnTo>
                <a:cubicBezTo>
                  <a:pt x="13469" y="79724"/>
                  <a:pt x="11193" y="82010"/>
                  <a:pt x="6735" y="82010"/>
                </a:cubicBezTo>
                <a:cubicBezTo>
                  <a:pt x="3320" y="82010"/>
                  <a:pt x="0" y="79724"/>
                  <a:pt x="0" y="75152"/>
                </a:cubicBezTo>
                <a:close/>
                <a:moveTo>
                  <a:pt x="324878" y="318230"/>
                </a:moveTo>
                <a:cubicBezTo>
                  <a:pt x="326206" y="320802"/>
                  <a:pt x="325542" y="323374"/>
                  <a:pt x="322980" y="325946"/>
                </a:cubicBezTo>
                <a:cubicBezTo>
                  <a:pt x="321842" y="327089"/>
                  <a:pt x="320704" y="327089"/>
                  <a:pt x="318427" y="327089"/>
                </a:cubicBezTo>
                <a:cubicBezTo>
                  <a:pt x="318427" y="327089"/>
                  <a:pt x="318238" y="327089"/>
                  <a:pt x="318238" y="327089"/>
                </a:cubicBezTo>
                <a:cubicBezTo>
                  <a:pt x="318238" y="327089"/>
                  <a:pt x="318238" y="327089"/>
                  <a:pt x="318238" y="327089"/>
                </a:cubicBezTo>
                <a:lnTo>
                  <a:pt x="250891" y="327089"/>
                </a:lnTo>
                <a:cubicBezTo>
                  <a:pt x="247476" y="327089"/>
                  <a:pt x="244156" y="324803"/>
                  <a:pt x="244156" y="320231"/>
                </a:cubicBezTo>
                <a:cubicBezTo>
                  <a:pt x="244156" y="316802"/>
                  <a:pt x="247571" y="313373"/>
                  <a:pt x="250891" y="313373"/>
                </a:cubicBezTo>
                <a:lnTo>
                  <a:pt x="301449" y="313373"/>
                </a:lnTo>
                <a:cubicBezTo>
                  <a:pt x="259523" y="271463"/>
                  <a:pt x="259333" y="271367"/>
                  <a:pt x="259333" y="271367"/>
                </a:cubicBezTo>
                <a:cubicBezTo>
                  <a:pt x="257056" y="267938"/>
                  <a:pt x="257056" y="264509"/>
                  <a:pt x="259333" y="261175"/>
                </a:cubicBezTo>
                <a:cubicBezTo>
                  <a:pt x="261609" y="258890"/>
                  <a:pt x="266163" y="258890"/>
                  <a:pt x="268439" y="261175"/>
                </a:cubicBezTo>
                <a:cubicBezTo>
                  <a:pt x="290540" y="283273"/>
                  <a:pt x="303630" y="296323"/>
                  <a:pt x="311503" y="304133"/>
                </a:cubicBezTo>
                <a:lnTo>
                  <a:pt x="311503" y="251936"/>
                </a:lnTo>
                <a:cubicBezTo>
                  <a:pt x="311503" y="248507"/>
                  <a:pt x="314918" y="245078"/>
                  <a:pt x="318238" y="245078"/>
                </a:cubicBezTo>
                <a:cubicBezTo>
                  <a:pt x="322696" y="245078"/>
                  <a:pt x="324972" y="248507"/>
                  <a:pt x="324972" y="251936"/>
                </a:cubicBezTo>
                <a:lnTo>
                  <a:pt x="324972" y="318230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3" name="Graphic 111">
            <a:extLst>
              <a:ext uri="{FF2B5EF4-FFF2-40B4-BE49-F238E27FC236}">
                <a16:creationId xmlns:a16="http://schemas.microsoft.com/office/drawing/2014/main" id="{459A3EAE-008C-EA4C-DA83-1EAFCE1BA4F1}"/>
              </a:ext>
            </a:extLst>
          </p:cNvPr>
          <p:cNvSpPr/>
          <p:nvPr/>
        </p:nvSpPr>
        <p:spPr>
          <a:xfrm>
            <a:off x="561524" y="2835339"/>
            <a:ext cx="474337" cy="476186"/>
          </a:xfrm>
          <a:custGeom>
            <a:avLst/>
            <a:gdLst>
              <a:gd name="connsiteX0" fmla="*/ 7304 w 356369"/>
              <a:gd name="connsiteY0" fmla="*/ 178879 h 357758"/>
              <a:gd name="connsiteX1" fmla="*/ 11003 w 356369"/>
              <a:gd name="connsiteY1" fmla="*/ 175165 h 357758"/>
              <a:gd name="connsiteX2" fmla="*/ 163150 w 356369"/>
              <a:gd name="connsiteY2" fmla="*/ 26099 h 357758"/>
              <a:gd name="connsiteX3" fmla="*/ 163150 w 356369"/>
              <a:gd name="connsiteY3" fmla="*/ 82010 h 357758"/>
              <a:gd name="connsiteX4" fmla="*/ 170549 w 356369"/>
              <a:gd name="connsiteY4" fmla="*/ 89440 h 357758"/>
              <a:gd name="connsiteX5" fmla="*/ 177948 w 356369"/>
              <a:gd name="connsiteY5" fmla="*/ 82010 h 357758"/>
              <a:gd name="connsiteX6" fmla="*/ 177948 w 356369"/>
              <a:gd name="connsiteY6" fmla="*/ 3715 h 357758"/>
              <a:gd name="connsiteX7" fmla="*/ 174248 w 356369"/>
              <a:gd name="connsiteY7" fmla="*/ 0 h 357758"/>
              <a:gd name="connsiteX8" fmla="*/ 96278 w 356369"/>
              <a:gd name="connsiteY8" fmla="*/ 0 h 357758"/>
              <a:gd name="connsiteX9" fmla="*/ 88879 w 356369"/>
              <a:gd name="connsiteY9" fmla="*/ 7430 h 357758"/>
              <a:gd name="connsiteX10" fmla="*/ 96278 w 356369"/>
              <a:gd name="connsiteY10" fmla="*/ 14859 h 357758"/>
              <a:gd name="connsiteX11" fmla="*/ 151957 w 356369"/>
              <a:gd name="connsiteY11" fmla="*/ 14859 h 357758"/>
              <a:gd name="connsiteX12" fmla="*/ 3510 w 356369"/>
              <a:gd name="connsiteY12" fmla="*/ 167640 h 357758"/>
              <a:gd name="connsiteX13" fmla="*/ 3510 w 356369"/>
              <a:gd name="connsiteY13" fmla="*/ 175069 h 357758"/>
              <a:gd name="connsiteX14" fmla="*/ 7209 w 356369"/>
              <a:gd name="connsiteY14" fmla="*/ 178784 h 357758"/>
              <a:gd name="connsiteX15" fmla="*/ 356275 w 356369"/>
              <a:gd name="connsiteY15" fmla="*/ 350330 h 357758"/>
              <a:gd name="connsiteX16" fmla="*/ 348876 w 356369"/>
              <a:gd name="connsiteY16" fmla="*/ 357759 h 357758"/>
              <a:gd name="connsiteX17" fmla="*/ 7399 w 356369"/>
              <a:gd name="connsiteY17" fmla="*/ 357759 h 357758"/>
              <a:gd name="connsiteX18" fmla="*/ 0 w 356369"/>
              <a:gd name="connsiteY18" fmla="*/ 350330 h 357758"/>
              <a:gd name="connsiteX19" fmla="*/ 7399 w 356369"/>
              <a:gd name="connsiteY19" fmla="*/ 342900 h 357758"/>
              <a:gd name="connsiteX20" fmla="*/ 59379 w 356369"/>
              <a:gd name="connsiteY20" fmla="*/ 342900 h 357758"/>
              <a:gd name="connsiteX21" fmla="*/ 59379 w 356369"/>
              <a:gd name="connsiteY21" fmla="*/ 290703 h 357758"/>
              <a:gd name="connsiteX22" fmla="*/ 66778 w 356369"/>
              <a:gd name="connsiteY22" fmla="*/ 283273 h 357758"/>
              <a:gd name="connsiteX23" fmla="*/ 118758 w 356369"/>
              <a:gd name="connsiteY23" fmla="*/ 283273 h 357758"/>
              <a:gd name="connsiteX24" fmla="*/ 118758 w 356369"/>
              <a:gd name="connsiteY24" fmla="*/ 231077 h 357758"/>
              <a:gd name="connsiteX25" fmla="*/ 126157 w 356369"/>
              <a:gd name="connsiteY25" fmla="*/ 223647 h 357758"/>
              <a:gd name="connsiteX26" fmla="*/ 178137 w 356369"/>
              <a:gd name="connsiteY26" fmla="*/ 223647 h 357758"/>
              <a:gd name="connsiteX27" fmla="*/ 178137 w 356369"/>
              <a:gd name="connsiteY27" fmla="*/ 171450 h 357758"/>
              <a:gd name="connsiteX28" fmla="*/ 185536 w 356369"/>
              <a:gd name="connsiteY28" fmla="*/ 164021 h 357758"/>
              <a:gd name="connsiteX29" fmla="*/ 237516 w 356369"/>
              <a:gd name="connsiteY29" fmla="*/ 164021 h 357758"/>
              <a:gd name="connsiteX30" fmla="*/ 237516 w 356369"/>
              <a:gd name="connsiteY30" fmla="*/ 111823 h 357758"/>
              <a:gd name="connsiteX31" fmla="*/ 244915 w 356369"/>
              <a:gd name="connsiteY31" fmla="*/ 104394 h 357758"/>
              <a:gd name="connsiteX32" fmla="*/ 348876 w 356369"/>
              <a:gd name="connsiteY32" fmla="*/ 104394 h 357758"/>
              <a:gd name="connsiteX33" fmla="*/ 356275 w 356369"/>
              <a:gd name="connsiteY33" fmla="*/ 111823 h 357758"/>
              <a:gd name="connsiteX34" fmla="*/ 348876 w 356369"/>
              <a:gd name="connsiteY34" fmla="*/ 119253 h 357758"/>
              <a:gd name="connsiteX35" fmla="*/ 252409 w 356369"/>
              <a:gd name="connsiteY35" fmla="*/ 119253 h 357758"/>
              <a:gd name="connsiteX36" fmla="*/ 252409 w 356369"/>
              <a:gd name="connsiteY36" fmla="*/ 171450 h 357758"/>
              <a:gd name="connsiteX37" fmla="*/ 245010 w 356369"/>
              <a:gd name="connsiteY37" fmla="*/ 178879 h 357758"/>
              <a:gd name="connsiteX38" fmla="*/ 193029 w 356369"/>
              <a:gd name="connsiteY38" fmla="*/ 178879 h 357758"/>
              <a:gd name="connsiteX39" fmla="*/ 193029 w 356369"/>
              <a:gd name="connsiteY39" fmla="*/ 231077 h 357758"/>
              <a:gd name="connsiteX40" fmla="*/ 185631 w 356369"/>
              <a:gd name="connsiteY40" fmla="*/ 238506 h 357758"/>
              <a:gd name="connsiteX41" fmla="*/ 133650 w 356369"/>
              <a:gd name="connsiteY41" fmla="*/ 238506 h 357758"/>
              <a:gd name="connsiteX42" fmla="*/ 133650 w 356369"/>
              <a:gd name="connsiteY42" fmla="*/ 290703 h 357758"/>
              <a:gd name="connsiteX43" fmla="*/ 126252 w 356369"/>
              <a:gd name="connsiteY43" fmla="*/ 298133 h 357758"/>
              <a:gd name="connsiteX44" fmla="*/ 74271 w 356369"/>
              <a:gd name="connsiteY44" fmla="*/ 298133 h 357758"/>
              <a:gd name="connsiteX45" fmla="*/ 74271 w 356369"/>
              <a:gd name="connsiteY45" fmla="*/ 342900 h 357758"/>
              <a:gd name="connsiteX46" fmla="*/ 348971 w 356369"/>
              <a:gd name="connsiteY46" fmla="*/ 342900 h 357758"/>
              <a:gd name="connsiteX47" fmla="*/ 356369 w 356369"/>
              <a:gd name="connsiteY47" fmla="*/ 350330 h 357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56369" h="357758">
                <a:moveTo>
                  <a:pt x="7304" y="178879"/>
                </a:moveTo>
                <a:cubicBezTo>
                  <a:pt x="9770" y="178879"/>
                  <a:pt x="11003" y="177641"/>
                  <a:pt x="11003" y="175165"/>
                </a:cubicBezTo>
                <a:lnTo>
                  <a:pt x="163150" y="26099"/>
                </a:lnTo>
                <a:lnTo>
                  <a:pt x="163150" y="82010"/>
                </a:lnTo>
                <a:cubicBezTo>
                  <a:pt x="163150" y="85725"/>
                  <a:pt x="166850" y="89440"/>
                  <a:pt x="170549" y="89440"/>
                </a:cubicBezTo>
                <a:cubicBezTo>
                  <a:pt x="174248" y="89440"/>
                  <a:pt x="177948" y="85725"/>
                  <a:pt x="177948" y="82010"/>
                </a:cubicBezTo>
                <a:lnTo>
                  <a:pt x="177948" y="3715"/>
                </a:lnTo>
                <a:lnTo>
                  <a:pt x="174248" y="0"/>
                </a:lnTo>
                <a:lnTo>
                  <a:pt x="96278" y="0"/>
                </a:lnTo>
                <a:cubicBezTo>
                  <a:pt x="92578" y="0"/>
                  <a:pt x="88879" y="3715"/>
                  <a:pt x="88879" y="7430"/>
                </a:cubicBezTo>
                <a:cubicBezTo>
                  <a:pt x="88879" y="11144"/>
                  <a:pt x="92578" y="14859"/>
                  <a:pt x="96278" y="14859"/>
                </a:cubicBezTo>
                <a:lnTo>
                  <a:pt x="151957" y="14859"/>
                </a:lnTo>
                <a:lnTo>
                  <a:pt x="3510" y="167640"/>
                </a:lnTo>
                <a:cubicBezTo>
                  <a:pt x="-190" y="167640"/>
                  <a:pt x="-190" y="175069"/>
                  <a:pt x="3510" y="175069"/>
                </a:cubicBezTo>
                <a:cubicBezTo>
                  <a:pt x="3510" y="177546"/>
                  <a:pt x="4743" y="178784"/>
                  <a:pt x="7209" y="178784"/>
                </a:cubicBezTo>
                <a:close/>
                <a:moveTo>
                  <a:pt x="356275" y="350330"/>
                </a:moveTo>
                <a:cubicBezTo>
                  <a:pt x="356275" y="354044"/>
                  <a:pt x="352575" y="357759"/>
                  <a:pt x="348876" y="357759"/>
                </a:cubicBezTo>
                <a:lnTo>
                  <a:pt x="7399" y="357759"/>
                </a:lnTo>
                <a:cubicBezTo>
                  <a:pt x="3699" y="357759"/>
                  <a:pt x="0" y="354044"/>
                  <a:pt x="0" y="350330"/>
                </a:cubicBezTo>
                <a:cubicBezTo>
                  <a:pt x="0" y="346615"/>
                  <a:pt x="3699" y="342900"/>
                  <a:pt x="7399" y="342900"/>
                </a:cubicBezTo>
                <a:lnTo>
                  <a:pt x="59379" y="342900"/>
                </a:lnTo>
                <a:lnTo>
                  <a:pt x="59379" y="290703"/>
                </a:lnTo>
                <a:cubicBezTo>
                  <a:pt x="59379" y="286988"/>
                  <a:pt x="63078" y="283273"/>
                  <a:pt x="66778" y="283273"/>
                </a:cubicBezTo>
                <a:lnTo>
                  <a:pt x="118758" y="283273"/>
                </a:lnTo>
                <a:lnTo>
                  <a:pt x="118758" y="231077"/>
                </a:lnTo>
                <a:cubicBezTo>
                  <a:pt x="118758" y="227362"/>
                  <a:pt x="122458" y="223647"/>
                  <a:pt x="126157" y="223647"/>
                </a:cubicBezTo>
                <a:lnTo>
                  <a:pt x="178137" y="223647"/>
                </a:lnTo>
                <a:lnTo>
                  <a:pt x="178137" y="171450"/>
                </a:lnTo>
                <a:cubicBezTo>
                  <a:pt x="178137" y="167735"/>
                  <a:pt x="181837" y="164021"/>
                  <a:pt x="185536" y="164021"/>
                </a:cubicBezTo>
                <a:lnTo>
                  <a:pt x="237516" y="164021"/>
                </a:lnTo>
                <a:lnTo>
                  <a:pt x="237516" y="111823"/>
                </a:lnTo>
                <a:cubicBezTo>
                  <a:pt x="237516" y="108109"/>
                  <a:pt x="241216" y="104394"/>
                  <a:pt x="244915" y="104394"/>
                </a:cubicBezTo>
                <a:lnTo>
                  <a:pt x="348876" y="104394"/>
                </a:lnTo>
                <a:cubicBezTo>
                  <a:pt x="352575" y="104394"/>
                  <a:pt x="356275" y="108109"/>
                  <a:pt x="356275" y="111823"/>
                </a:cubicBezTo>
                <a:cubicBezTo>
                  <a:pt x="356275" y="115538"/>
                  <a:pt x="352575" y="119253"/>
                  <a:pt x="348876" y="119253"/>
                </a:cubicBezTo>
                <a:lnTo>
                  <a:pt x="252409" y="119253"/>
                </a:lnTo>
                <a:lnTo>
                  <a:pt x="252409" y="171450"/>
                </a:lnTo>
                <a:cubicBezTo>
                  <a:pt x="252409" y="175165"/>
                  <a:pt x="248709" y="178879"/>
                  <a:pt x="245010" y="178879"/>
                </a:cubicBezTo>
                <a:lnTo>
                  <a:pt x="193029" y="178879"/>
                </a:lnTo>
                <a:lnTo>
                  <a:pt x="193029" y="231077"/>
                </a:lnTo>
                <a:cubicBezTo>
                  <a:pt x="193029" y="234791"/>
                  <a:pt x="189330" y="238506"/>
                  <a:pt x="185631" y="238506"/>
                </a:cubicBezTo>
                <a:lnTo>
                  <a:pt x="133650" y="238506"/>
                </a:lnTo>
                <a:lnTo>
                  <a:pt x="133650" y="290703"/>
                </a:lnTo>
                <a:cubicBezTo>
                  <a:pt x="133650" y="294418"/>
                  <a:pt x="129951" y="298133"/>
                  <a:pt x="126252" y="298133"/>
                </a:cubicBezTo>
                <a:lnTo>
                  <a:pt x="74271" y="298133"/>
                </a:lnTo>
                <a:lnTo>
                  <a:pt x="74271" y="342900"/>
                </a:lnTo>
                <a:lnTo>
                  <a:pt x="348971" y="342900"/>
                </a:lnTo>
                <a:cubicBezTo>
                  <a:pt x="352670" y="342900"/>
                  <a:pt x="356369" y="346615"/>
                  <a:pt x="356369" y="35033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4" name="Graphic 111">
            <a:extLst>
              <a:ext uri="{FF2B5EF4-FFF2-40B4-BE49-F238E27FC236}">
                <a16:creationId xmlns:a16="http://schemas.microsoft.com/office/drawing/2014/main" id="{C0929D93-2F52-9844-9D67-081971779B63}"/>
              </a:ext>
            </a:extLst>
          </p:cNvPr>
          <p:cNvSpPr/>
          <p:nvPr/>
        </p:nvSpPr>
        <p:spPr>
          <a:xfrm>
            <a:off x="1323524" y="2835339"/>
            <a:ext cx="474337" cy="476186"/>
          </a:xfrm>
          <a:custGeom>
            <a:avLst/>
            <a:gdLst>
              <a:gd name="connsiteX0" fmla="*/ 7304 w 356369"/>
              <a:gd name="connsiteY0" fmla="*/ 178879 h 357758"/>
              <a:gd name="connsiteX1" fmla="*/ 11003 w 356369"/>
              <a:gd name="connsiteY1" fmla="*/ 175165 h 357758"/>
              <a:gd name="connsiteX2" fmla="*/ 163150 w 356369"/>
              <a:gd name="connsiteY2" fmla="*/ 26099 h 357758"/>
              <a:gd name="connsiteX3" fmla="*/ 163150 w 356369"/>
              <a:gd name="connsiteY3" fmla="*/ 82010 h 357758"/>
              <a:gd name="connsiteX4" fmla="*/ 170549 w 356369"/>
              <a:gd name="connsiteY4" fmla="*/ 89440 h 357758"/>
              <a:gd name="connsiteX5" fmla="*/ 177948 w 356369"/>
              <a:gd name="connsiteY5" fmla="*/ 82010 h 357758"/>
              <a:gd name="connsiteX6" fmla="*/ 177948 w 356369"/>
              <a:gd name="connsiteY6" fmla="*/ 3715 h 357758"/>
              <a:gd name="connsiteX7" fmla="*/ 174248 w 356369"/>
              <a:gd name="connsiteY7" fmla="*/ 0 h 357758"/>
              <a:gd name="connsiteX8" fmla="*/ 96278 w 356369"/>
              <a:gd name="connsiteY8" fmla="*/ 0 h 357758"/>
              <a:gd name="connsiteX9" fmla="*/ 88879 w 356369"/>
              <a:gd name="connsiteY9" fmla="*/ 7430 h 357758"/>
              <a:gd name="connsiteX10" fmla="*/ 96278 w 356369"/>
              <a:gd name="connsiteY10" fmla="*/ 14859 h 357758"/>
              <a:gd name="connsiteX11" fmla="*/ 151957 w 356369"/>
              <a:gd name="connsiteY11" fmla="*/ 14859 h 357758"/>
              <a:gd name="connsiteX12" fmla="*/ 3510 w 356369"/>
              <a:gd name="connsiteY12" fmla="*/ 167640 h 357758"/>
              <a:gd name="connsiteX13" fmla="*/ 3510 w 356369"/>
              <a:gd name="connsiteY13" fmla="*/ 175069 h 357758"/>
              <a:gd name="connsiteX14" fmla="*/ 7209 w 356369"/>
              <a:gd name="connsiteY14" fmla="*/ 178784 h 357758"/>
              <a:gd name="connsiteX15" fmla="*/ 356275 w 356369"/>
              <a:gd name="connsiteY15" fmla="*/ 350330 h 357758"/>
              <a:gd name="connsiteX16" fmla="*/ 348876 w 356369"/>
              <a:gd name="connsiteY16" fmla="*/ 357759 h 357758"/>
              <a:gd name="connsiteX17" fmla="*/ 7399 w 356369"/>
              <a:gd name="connsiteY17" fmla="*/ 357759 h 357758"/>
              <a:gd name="connsiteX18" fmla="*/ 0 w 356369"/>
              <a:gd name="connsiteY18" fmla="*/ 350330 h 357758"/>
              <a:gd name="connsiteX19" fmla="*/ 7399 w 356369"/>
              <a:gd name="connsiteY19" fmla="*/ 342900 h 357758"/>
              <a:gd name="connsiteX20" fmla="*/ 59379 w 356369"/>
              <a:gd name="connsiteY20" fmla="*/ 342900 h 357758"/>
              <a:gd name="connsiteX21" fmla="*/ 59379 w 356369"/>
              <a:gd name="connsiteY21" fmla="*/ 290703 h 357758"/>
              <a:gd name="connsiteX22" fmla="*/ 66778 w 356369"/>
              <a:gd name="connsiteY22" fmla="*/ 283273 h 357758"/>
              <a:gd name="connsiteX23" fmla="*/ 118758 w 356369"/>
              <a:gd name="connsiteY23" fmla="*/ 283273 h 357758"/>
              <a:gd name="connsiteX24" fmla="*/ 118758 w 356369"/>
              <a:gd name="connsiteY24" fmla="*/ 231077 h 357758"/>
              <a:gd name="connsiteX25" fmla="*/ 126157 w 356369"/>
              <a:gd name="connsiteY25" fmla="*/ 223647 h 357758"/>
              <a:gd name="connsiteX26" fmla="*/ 178137 w 356369"/>
              <a:gd name="connsiteY26" fmla="*/ 223647 h 357758"/>
              <a:gd name="connsiteX27" fmla="*/ 178137 w 356369"/>
              <a:gd name="connsiteY27" fmla="*/ 171450 h 357758"/>
              <a:gd name="connsiteX28" fmla="*/ 185536 w 356369"/>
              <a:gd name="connsiteY28" fmla="*/ 164021 h 357758"/>
              <a:gd name="connsiteX29" fmla="*/ 237516 w 356369"/>
              <a:gd name="connsiteY29" fmla="*/ 164021 h 357758"/>
              <a:gd name="connsiteX30" fmla="*/ 237516 w 356369"/>
              <a:gd name="connsiteY30" fmla="*/ 111823 h 357758"/>
              <a:gd name="connsiteX31" fmla="*/ 244915 w 356369"/>
              <a:gd name="connsiteY31" fmla="*/ 104394 h 357758"/>
              <a:gd name="connsiteX32" fmla="*/ 348876 w 356369"/>
              <a:gd name="connsiteY32" fmla="*/ 104394 h 357758"/>
              <a:gd name="connsiteX33" fmla="*/ 356275 w 356369"/>
              <a:gd name="connsiteY33" fmla="*/ 111823 h 357758"/>
              <a:gd name="connsiteX34" fmla="*/ 348876 w 356369"/>
              <a:gd name="connsiteY34" fmla="*/ 119253 h 357758"/>
              <a:gd name="connsiteX35" fmla="*/ 252409 w 356369"/>
              <a:gd name="connsiteY35" fmla="*/ 119253 h 357758"/>
              <a:gd name="connsiteX36" fmla="*/ 252409 w 356369"/>
              <a:gd name="connsiteY36" fmla="*/ 171450 h 357758"/>
              <a:gd name="connsiteX37" fmla="*/ 245010 w 356369"/>
              <a:gd name="connsiteY37" fmla="*/ 178879 h 357758"/>
              <a:gd name="connsiteX38" fmla="*/ 193029 w 356369"/>
              <a:gd name="connsiteY38" fmla="*/ 178879 h 357758"/>
              <a:gd name="connsiteX39" fmla="*/ 193029 w 356369"/>
              <a:gd name="connsiteY39" fmla="*/ 231077 h 357758"/>
              <a:gd name="connsiteX40" fmla="*/ 185631 w 356369"/>
              <a:gd name="connsiteY40" fmla="*/ 238506 h 357758"/>
              <a:gd name="connsiteX41" fmla="*/ 133650 w 356369"/>
              <a:gd name="connsiteY41" fmla="*/ 238506 h 357758"/>
              <a:gd name="connsiteX42" fmla="*/ 133650 w 356369"/>
              <a:gd name="connsiteY42" fmla="*/ 290703 h 357758"/>
              <a:gd name="connsiteX43" fmla="*/ 126252 w 356369"/>
              <a:gd name="connsiteY43" fmla="*/ 298133 h 357758"/>
              <a:gd name="connsiteX44" fmla="*/ 74271 w 356369"/>
              <a:gd name="connsiteY44" fmla="*/ 298133 h 357758"/>
              <a:gd name="connsiteX45" fmla="*/ 74271 w 356369"/>
              <a:gd name="connsiteY45" fmla="*/ 342900 h 357758"/>
              <a:gd name="connsiteX46" fmla="*/ 348971 w 356369"/>
              <a:gd name="connsiteY46" fmla="*/ 342900 h 357758"/>
              <a:gd name="connsiteX47" fmla="*/ 356369 w 356369"/>
              <a:gd name="connsiteY47" fmla="*/ 350330 h 357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56369" h="357758">
                <a:moveTo>
                  <a:pt x="7304" y="178879"/>
                </a:moveTo>
                <a:cubicBezTo>
                  <a:pt x="9770" y="178879"/>
                  <a:pt x="11003" y="177641"/>
                  <a:pt x="11003" y="175165"/>
                </a:cubicBezTo>
                <a:lnTo>
                  <a:pt x="163150" y="26099"/>
                </a:lnTo>
                <a:lnTo>
                  <a:pt x="163150" y="82010"/>
                </a:lnTo>
                <a:cubicBezTo>
                  <a:pt x="163150" y="85725"/>
                  <a:pt x="166850" y="89440"/>
                  <a:pt x="170549" y="89440"/>
                </a:cubicBezTo>
                <a:cubicBezTo>
                  <a:pt x="174248" y="89440"/>
                  <a:pt x="177948" y="85725"/>
                  <a:pt x="177948" y="82010"/>
                </a:cubicBezTo>
                <a:lnTo>
                  <a:pt x="177948" y="3715"/>
                </a:lnTo>
                <a:lnTo>
                  <a:pt x="174248" y="0"/>
                </a:lnTo>
                <a:lnTo>
                  <a:pt x="96278" y="0"/>
                </a:lnTo>
                <a:cubicBezTo>
                  <a:pt x="92578" y="0"/>
                  <a:pt x="88879" y="3715"/>
                  <a:pt x="88879" y="7430"/>
                </a:cubicBezTo>
                <a:cubicBezTo>
                  <a:pt x="88879" y="11144"/>
                  <a:pt x="92578" y="14859"/>
                  <a:pt x="96278" y="14859"/>
                </a:cubicBezTo>
                <a:lnTo>
                  <a:pt x="151957" y="14859"/>
                </a:lnTo>
                <a:lnTo>
                  <a:pt x="3510" y="167640"/>
                </a:lnTo>
                <a:cubicBezTo>
                  <a:pt x="-190" y="167640"/>
                  <a:pt x="-190" y="175069"/>
                  <a:pt x="3510" y="175069"/>
                </a:cubicBezTo>
                <a:cubicBezTo>
                  <a:pt x="3510" y="177546"/>
                  <a:pt x="4743" y="178784"/>
                  <a:pt x="7209" y="178784"/>
                </a:cubicBezTo>
                <a:close/>
                <a:moveTo>
                  <a:pt x="356275" y="350330"/>
                </a:moveTo>
                <a:cubicBezTo>
                  <a:pt x="356275" y="354044"/>
                  <a:pt x="352575" y="357759"/>
                  <a:pt x="348876" y="357759"/>
                </a:cubicBezTo>
                <a:lnTo>
                  <a:pt x="7399" y="357759"/>
                </a:lnTo>
                <a:cubicBezTo>
                  <a:pt x="3699" y="357759"/>
                  <a:pt x="0" y="354044"/>
                  <a:pt x="0" y="350330"/>
                </a:cubicBezTo>
                <a:cubicBezTo>
                  <a:pt x="0" y="346615"/>
                  <a:pt x="3699" y="342900"/>
                  <a:pt x="7399" y="342900"/>
                </a:cubicBezTo>
                <a:lnTo>
                  <a:pt x="59379" y="342900"/>
                </a:lnTo>
                <a:lnTo>
                  <a:pt x="59379" y="290703"/>
                </a:lnTo>
                <a:cubicBezTo>
                  <a:pt x="59379" y="286988"/>
                  <a:pt x="63078" y="283273"/>
                  <a:pt x="66778" y="283273"/>
                </a:cubicBezTo>
                <a:lnTo>
                  <a:pt x="118758" y="283273"/>
                </a:lnTo>
                <a:lnTo>
                  <a:pt x="118758" y="231077"/>
                </a:lnTo>
                <a:cubicBezTo>
                  <a:pt x="118758" y="227362"/>
                  <a:pt x="122458" y="223647"/>
                  <a:pt x="126157" y="223647"/>
                </a:cubicBezTo>
                <a:lnTo>
                  <a:pt x="178137" y="223647"/>
                </a:lnTo>
                <a:lnTo>
                  <a:pt x="178137" y="171450"/>
                </a:lnTo>
                <a:cubicBezTo>
                  <a:pt x="178137" y="167735"/>
                  <a:pt x="181837" y="164021"/>
                  <a:pt x="185536" y="164021"/>
                </a:cubicBezTo>
                <a:lnTo>
                  <a:pt x="237516" y="164021"/>
                </a:lnTo>
                <a:lnTo>
                  <a:pt x="237516" y="111823"/>
                </a:lnTo>
                <a:cubicBezTo>
                  <a:pt x="237516" y="108109"/>
                  <a:pt x="241216" y="104394"/>
                  <a:pt x="244915" y="104394"/>
                </a:cubicBezTo>
                <a:lnTo>
                  <a:pt x="348876" y="104394"/>
                </a:lnTo>
                <a:cubicBezTo>
                  <a:pt x="352575" y="104394"/>
                  <a:pt x="356275" y="108109"/>
                  <a:pt x="356275" y="111823"/>
                </a:cubicBezTo>
                <a:cubicBezTo>
                  <a:pt x="356275" y="115538"/>
                  <a:pt x="352575" y="119253"/>
                  <a:pt x="348876" y="119253"/>
                </a:cubicBezTo>
                <a:lnTo>
                  <a:pt x="252409" y="119253"/>
                </a:lnTo>
                <a:lnTo>
                  <a:pt x="252409" y="171450"/>
                </a:lnTo>
                <a:cubicBezTo>
                  <a:pt x="252409" y="175165"/>
                  <a:pt x="248709" y="178879"/>
                  <a:pt x="245010" y="178879"/>
                </a:cubicBezTo>
                <a:lnTo>
                  <a:pt x="193029" y="178879"/>
                </a:lnTo>
                <a:lnTo>
                  <a:pt x="193029" y="231077"/>
                </a:lnTo>
                <a:cubicBezTo>
                  <a:pt x="193029" y="234791"/>
                  <a:pt x="189330" y="238506"/>
                  <a:pt x="185631" y="238506"/>
                </a:cubicBezTo>
                <a:lnTo>
                  <a:pt x="133650" y="238506"/>
                </a:lnTo>
                <a:lnTo>
                  <a:pt x="133650" y="290703"/>
                </a:lnTo>
                <a:cubicBezTo>
                  <a:pt x="133650" y="294418"/>
                  <a:pt x="129951" y="298133"/>
                  <a:pt x="126252" y="298133"/>
                </a:cubicBezTo>
                <a:lnTo>
                  <a:pt x="74271" y="298133"/>
                </a:lnTo>
                <a:lnTo>
                  <a:pt x="74271" y="342900"/>
                </a:lnTo>
                <a:lnTo>
                  <a:pt x="348971" y="342900"/>
                </a:lnTo>
                <a:cubicBezTo>
                  <a:pt x="352670" y="342900"/>
                  <a:pt x="356369" y="346615"/>
                  <a:pt x="356369" y="35033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5" name="Graphic 111">
            <a:extLst>
              <a:ext uri="{FF2B5EF4-FFF2-40B4-BE49-F238E27FC236}">
                <a16:creationId xmlns:a16="http://schemas.microsoft.com/office/drawing/2014/main" id="{42EA7248-6779-7F41-50AF-51E83C16D71B}"/>
              </a:ext>
            </a:extLst>
          </p:cNvPr>
          <p:cNvSpPr/>
          <p:nvPr/>
        </p:nvSpPr>
        <p:spPr>
          <a:xfrm>
            <a:off x="561524" y="3499368"/>
            <a:ext cx="474337" cy="476186"/>
          </a:xfrm>
          <a:custGeom>
            <a:avLst/>
            <a:gdLst>
              <a:gd name="connsiteX0" fmla="*/ 7304 w 356369"/>
              <a:gd name="connsiteY0" fmla="*/ 178879 h 357758"/>
              <a:gd name="connsiteX1" fmla="*/ 11003 w 356369"/>
              <a:gd name="connsiteY1" fmla="*/ 175165 h 357758"/>
              <a:gd name="connsiteX2" fmla="*/ 163150 w 356369"/>
              <a:gd name="connsiteY2" fmla="*/ 26099 h 357758"/>
              <a:gd name="connsiteX3" fmla="*/ 163150 w 356369"/>
              <a:gd name="connsiteY3" fmla="*/ 82010 h 357758"/>
              <a:gd name="connsiteX4" fmla="*/ 170549 w 356369"/>
              <a:gd name="connsiteY4" fmla="*/ 89440 h 357758"/>
              <a:gd name="connsiteX5" fmla="*/ 177948 w 356369"/>
              <a:gd name="connsiteY5" fmla="*/ 82010 h 357758"/>
              <a:gd name="connsiteX6" fmla="*/ 177948 w 356369"/>
              <a:gd name="connsiteY6" fmla="*/ 3715 h 357758"/>
              <a:gd name="connsiteX7" fmla="*/ 174248 w 356369"/>
              <a:gd name="connsiteY7" fmla="*/ 0 h 357758"/>
              <a:gd name="connsiteX8" fmla="*/ 96278 w 356369"/>
              <a:gd name="connsiteY8" fmla="*/ 0 h 357758"/>
              <a:gd name="connsiteX9" fmla="*/ 88879 w 356369"/>
              <a:gd name="connsiteY9" fmla="*/ 7430 h 357758"/>
              <a:gd name="connsiteX10" fmla="*/ 96278 w 356369"/>
              <a:gd name="connsiteY10" fmla="*/ 14859 h 357758"/>
              <a:gd name="connsiteX11" fmla="*/ 151957 w 356369"/>
              <a:gd name="connsiteY11" fmla="*/ 14859 h 357758"/>
              <a:gd name="connsiteX12" fmla="*/ 3510 w 356369"/>
              <a:gd name="connsiteY12" fmla="*/ 167640 h 357758"/>
              <a:gd name="connsiteX13" fmla="*/ 3510 w 356369"/>
              <a:gd name="connsiteY13" fmla="*/ 175069 h 357758"/>
              <a:gd name="connsiteX14" fmla="*/ 7209 w 356369"/>
              <a:gd name="connsiteY14" fmla="*/ 178784 h 357758"/>
              <a:gd name="connsiteX15" fmla="*/ 356275 w 356369"/>
              <a:gd name="connsiteY15" fmla="*/ 350330 h 357758"/>
              <a:gd name="connsiteX16" fmla="*/ 348876 w 356369"/>
              <a:gd name="connsiteY16" fmla="*/ 357759 h 357758"/>
              <a:gd name="connsiteX17" fmla="*/ 7399 w 356369"/>
              <a:gd name="connsiteY17" fmla="*/ 357759 h 357758"/>
              <a:gd name="connsiteX18" fmla="*/ 0 w 356369"/>
              <a:gd name="connsiteY18" fmla="*/ 350330 h 357758"/>
              <a:gd name="connsiteX19" fmla="*/ 7399 w 356369"/>
              <a:gd name="connsiteY19" fmla="*/ 342900 h 357758"/>
              <a:gd name="connsiteX20" fmla="*/ 59379 w 356369"/>
              <a:gd name="connsiteY20" fmla="*/ 342900 h 357758"/>
              <a:gd name="connsiteX21" fmla="*/ 59379 w 356369"/>
              <a:gd name="connsiteY21" fmla="*/ 290703 h 357758"/>
              <a:gd name="connsiteX22" fmla="*/ 66778 w 356369"/>
              <a:gd name="connsiteY22" fmla="*/ 283273 h 357758"/>
              <a:gd name="connsiteX23" fmla="*/ 118758 w 356369"/>
              <a:gd name="connsiteY23" fmla="*/ 283273 h 357758"/>
              <a:gd name="connsiteX24" fmla="*/ 118758 w 356369"/>
              <a:gd name="connsiteY24" fmla="*/ 231077 h 357758"/>
              <a:gd name="connsiteX25" fmla="*/ 126157 w 356369"/>
              <a:gd name="connsiteY25" fmla="*/ 223647 h 357758"/>
              <a:gd name="connsiteX26" fmla="*/ 178137 w 356369"/>
              <a:gd name="connsiteY26" fmla="*/ 223647 h 357758"/>
              <a:gd name="connsiteX27" fmla="*/ 178137 w 356369"/>
              <a:gd name="connsiteY27" fmla="*/ 171450 h 357758"/>
              <a:gd name="connsiteX28" fmla="*/ 185536 w 356369"/>
              <a:gd name="connsiteY28" fmla="*/ 164021 h 357758"/>
              <a:gd name="connsiteX29" fmla="*/ 237516 w 356369"/>
              <a:gd name="connsiteY29" fmla="*/ 164021 h 357758"/>
              <a:gd name="connsiteX30" fmla="*/ 237516 w 356369"/>
              <a:gd name="connsiteY30" fmla="*/ 111823 h 357758"/>
              <a:gd name="connsiteX31" fmla="*/ 244915 w 356369"/>
              <a:gd name="connsiteY31" fmla="*/ 104394 h 357758"/>
              <a:gd name="connsiteX32" fmla="*/ 348876 w 356369"/>
              <a:gd name="connsiteY32" fmla="*/ 104394 h 357758"/>
              <a:gd name="connsiteX33" fmla="*/ 356275 w 356369"/>
              <a:gd name="connsiteY33" fmla="*/ 111823 h 357758"/>
              <a:gd name="connsiteX34" fmla="*/ 348876 w 356369"/>
              <a:gd name="connsiteY34" fmla="*/ 119253 h 357758"/>
              <a:gd name="connsiteX35" fmla="*/ 252409 w 356369"/>
              <a:gd name="connsiteY35" fmla="*/ 119253 h 357758"/>
              <a:gd name="connsiteX36" fmla="*/ 252409 w 356369"/>
              <a:gd name="connsiteY36" fmla="*/ 171450 h 357758"/>
              <a:gd name="connsiteX37" fmla="*/ 245010 w 356369"/>
              <a:gd name="connsiteY37" fmla="*/ 178879 h 357758"/>
              <a:gd name="connsiteX38" fmla="*/ 193029 w 356369"/>
              <a:gd name="connsiteY38" fmla="*/ 178879 h 357758"/>
              <a:gd name="connsiteX39" fmla="*/ 193029 w 356369"/>
              <a:gd name="connsiteY39" fmla="*/ 231077 h 357758"/>
              <a:gd name="connsiteX40" fmla="*/ 185631 w 356369"/>
              <a:gd name="connsiteY40" fmla="*/ 238506 h 357758"/>
              <a:gd name="connsiteX41" fmla="*/ 133650 w 356369"/>
              <a:gd name="connsiteY41" fmla="*/ 238506 h 357758"/>
              <a:gd name="connsiteX42" fmla="*/ 133650 w 356369"/>
              <a:gd name="connsiteY42" fmla="*/ 290703 h 357758"/>
              <a:gd name="connsiteX43" fmla="*/ 126252 w 356369"/>
              <a:gd name="connsiteY43" fmla="*/ 298133 h 357758"/>
              <a:gd name="connsiteX44" fmla="*/ 74271 w 356369"/>
              <a:gd name="connsiteY44" fmla="*/ 298133 h 357758"/>
              <a:gd name="connsiteX45" fmla="*/ 74271 w 356369"/>
              <a:gd name="connsiteY45" fmla="*/ 342900 h 357758"/>
              <a:gd name="connsiteX46" fmla="*/ 348971 w 356369"/>
              <a:gd name="connsiteY46" fmla="*/ 342900 h 357758"/>
              <a:gd name="connsiteX47" fmla="*/ 356369 w 356369"/>
              <a:gd name="connsiteY47" fmla="*/ 350330 h 357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56369" h="357758">
                <a:moveTo>
                  <a:pt x="7304" y="178879"/>
                </a:moveTo>
                <a:cubicBezTo>
                  <a:pt x="9770" y="178879"/>
                  <a:pt x="11003" y="177641"/>
                  <a:pt x="11003" y="175165"/>
                </a:cubicBezTo>
                <a:lnTo>
                  <a:pt x="163150" y="26099"/>
                </a:lnTo>
                <a:lnTo>
                  <a:pt x="163150" y="82010"/>
                </a:lnTo>
                <a:cubicBezTo>
                  <a:pt x="163150" y="85725"/>
                  <a:pt x="166850" y="89440"/>
                  <a:pt x="170549" y="89440"/>
                </a:cubicBezTo>
                <a:cubicBezTo>
                  <a:pt x="174248" y="89440"/>
                  <a:pt x="177948" y="85725"/>
                  <a:pt x="177948" y="82010"/>
                </a:cubicBezTo>
                <a:lnTo>
                  <a:pt x="177948" y="3715"/>
                </a:lnTo>
                <a:lnTo>
                  <a:pt x="174248" y="0"/>
                </a:lnTo>
                <a:lnTo>
                  <a:pt x="96278" y="0"/>
                </a:lnTo>
                <a:cubicBezTo>
                  <a:pt x="92578" y="0"/>
                  <a:pt x="88879" y="3715"/>
                  <a:pt x="88879" y="7430"/>
                </a:cubicBezTo>
                <a:cubicBezTo>
                  <a:pt x="88879" y="11144"/>
                  <a:pt x="92578" y="14859"/>
                  <a:pt x="96278" y="14859"/>
                </a:cubicBezTo>
                <a:lnTo>
                  <a:pt x="151957" y="14859"/>
                </a:lnTo>
                <a:lnTo>
                  <a:pt x="3510" y="167640"/>
                </a:lnTo>
                <a:cubicBezTo>
                  <a:pt x="-190" y="167640"/>
                  <a:pt x="-190" y="175069"/>
                  <a:pt x="3510" y="175069"/>
                </a:cubicBezTo>
                <a:cubicBezTo>
                  <a:pt x="3510" y="177546"/>
                  <a:pt x="4743" y="178784"/>
                  <a:pt x="7209" y="178784"/>
                </a:cubicBezTo>
                <a:close/>
                <a:moveTo>
                  <a:pt x="356275" y="350330"/>
                </a:moveTo>
                <a:cubicBezTo>
                  <a:pt x="356275" y="354044"/>
                  <a:pt x="352575" y="357759"/>
                  <a:pt x="348876" y="357759"/>
                </a:cubicBezTo>
                <a:lnTo>
                  <a:pt x="7399" y="357759"/>
                </a:lnTo>
                <a:cubicBezTo>
                  <a:pt x="3699" y="357759"/>
                  <a:pt x="0" y="354044"/>
                  <a:pt x="0" y="350330"/>
                </a:cubicBezTo>
                <a:cubicBezTo>
                  <a:pt x="0" y="346615"/>
                  <a:pt x="3699" y="342900"/>
                  <a:pt x="7399" y="342900"/>
                </a:cubicBezTo>
                <a:lnTo>
                  <a:pt x="59379" y="342900"/>
                </a:lnTo>
                <a:lnTo>
                  <a:pt x="59379" y="290703"/>
                </a:lnTo>
                <a:cubicBezTo>
                  <a:pt x="59379" y="286988"/>
                  <a:pt x="63078" y="283273"/>
                  <a:pt x="66778" y="283273"/>
                </a:cubicBezTo>
                <a:lnTo>
                  <a:pt x="118758" y="283273"/>
                </a:lnTo>
                <a:lnTo>
                  <a:pt x="118758" y="231077"/>
                </a:lnTo>
                <a:cubicBezTo>
                  <a:pt x="118758" y="227362"/>
                  <a:pt x="122458" y="223647"/>
                  <a:pt x="126157" y="223647"/>
                </a:cubicBezTo>
                <a:lnTo>
                  <a:pt x="178137" y="223647"/>
                </a:lnTo>
                <a:lnTo>
                  <a:pt x="178137" y="171450"/>
                </a:lnTo>
                <a:cubicBezTo>
                  <a:pt x="178137" y="167735"/>
                  <a:pt x="181837" y="164021"/>
                  <a:pt x="185536" y="164021"/>
                </a:cubicBezTo>
                <a:lnTo>
                  <a:pt x="237516" y="164021"/>
                </a:lnTo>
                <a:lnTo>
                  <a:pt x="237516" y="111823"/>
                </a:lnTo>
                <a:cubicBezTo>
                  <a:pt x="237516" y="108109"/>
                  <a:pt x="241216" y="104394"/>
                  <a:pt x="244915" y="104394"/>
                </a:cubicBezTo>
                <a:lnTo>
                  <a:pt x="348876" y="104394"/>
                </a:lnTo>
                <a:cubicBezTo>
                  <a:pt x="352575" y="104394"/>
                  <a:pt x="356275" y="108109"/>
                  <a:pt x="356275" y="111823"/>
                </a:cubicBezTo>
                <a:cubicBezTo>
                  <a:pt x="356275" y="115538"/>
                  <a:pt x="352575" y="119253"/>
                  <a:pt x="348876" y="119253"/>
                </a:cubicBezTo>
                <a:lnTo>
                  <a:pt x="252409" y="119253"/>
                </a:lnTo>
                <a:lnTo>
                  <a:pt x="252409" y="171450"/>
                </a:lnTo>
                <a:cubicBezTo>
                  <a:pt x="252409" y="175165"/>
                  <a:pt x="248709" y="178879"/>
                  <a:pt x="245010" y="178879"/>
                </a:cubicBezTo>
                <a:lnTo>
                  <a:pt x="193029" y="178879"/>
                </a:lnTo>
                <a:lnTo>
                  <a:pt x="193029" y="231077"/>
                </a:lnTo>
                <a:cubicBezTo>
                  <a:pt x="193029" y="234791"/>
                  <a:pt x="189330" y="238506"/>
                  <a:pt x="185631" y="238506"/>
                </a:cubicBezTo>
                <a:lnTo>
                  <a:pt x="133650" y="238506"/>
                </a:lnTo>
                <a:lnTo>
                  <a:pt x="133650" y="290703"/>
                </a:lnTo>
                <a:cubicBezTo>
                  <a:pt x="133650" y="294418"/>
                  <a:pt x="129951" y="298133"/>
                  <a:pt x="126252" y="298133"/>
                </a:cubicBezTo>
                <a:lnTo>
                  <a:pt x="74271" y="298133"/>
                </a:lnTo>
                <a:lnTo>
                  <a:pt x="74271" y="342900"/>
                </a:lnTo>
                <a:lnTo>
                  <a:pt x="348971" y="342900"/>
                </a:lnTo>
                <a:cubicBezTo>
                  <a:pt x="352670" y="342900"/>
                  <a:pt x="356369" y="346615"/>
                  <a:pt x="356369" y="35033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6" name="Graphic 111">
            <a:extLst>
              <a:ext uri="{FF2B5EF4-FFF2-40B4-BE49-F238E27FC236}">
                <a16:creationId xmlns:a16="http://schemas.microsoft.com/office/drawing/2014/main" id="{29DBD0E6-8E7E-883F-91C5-C7E8B7001E64}"/>
              </a:ext>
            </a:extLst>
          </p:cNvPr>
          <p:cNvSpPr/>
          <p:nvPr/>
        </p:nvSpPr>
        <p:spPr>
          <a:xfrm>
            <a:off x="1323524" y="3499368"/>
            <a:ext cx="474337" cy="476186"/>
          </a:xfrm>
          <a:custGeom>
            <a:avLst/>
            <a:gdLst>
              <a:gd name="connsiteX0" fmla="*/ 7304 w 356369"/>
              <a:gd name="connsiteY0" fmla="*/ 178879 h 357758"/>
              <a:gd name="connsiteX1" fmla="*/ 11003 w 356369"/>
              <a:gd name="connsiteY1" fmla="*/ 175165 h 357758"/>
              <a:gd name="connsiteX2" fmla="*/ 163150 w 356369"/>
              <a:gd name="connsiteY2" fmla="*/ 26099 h 357758"/>
              <a:gd name="connsiteX3" fmla="*/ 163150 w 356369"/>
              <a:gd name="connsiteY3" fmla="*/ 82010 h 357758"/>
              <a:gd name="connsiteX4" fmla="*/ 170549 w 356369"/>
              <a:gd name="connsiteY4" fmla="*/ 89440 h 357758"/>
              <a:gd name="connsiteX5" fmla="*/ 177948 w 356369"/>
              <a:gd name="connsiteY5" fmla="*/ 82010 h 357758"/>
              <a:gd name="connsiteX6" fmla="*/ 177948 w 356369"/>
              <a:gd name="connsiteY6" fmla="*/ 3715 h 357758"/>
              <a:gd name="connsiteX7" fmla="*/ 174248 w 356369"/>
              <a:gd name="connsiteY7" fmla="*/ 0 h 357758"/>
              <a:gd name="connsiteX8" fmla="*/ 96278 w 356369"/>
              <a:gd name="connsiteY8" fmla="*/ 0 h 357758"/>
              <a:gd name="connsiteX9" fmla="*/ 88879 w 356369"/>
              <a:gd name="connsiteY9" fmla="*/ 7430 h 357758"/>
              <a:gd name="connsiteX10" fmla="*/ 96278 w 356369"/>
              <a:gd name="connsiteY10" fmla="*/ 14859 h 357758"/>
              <a:gd name="connsiteX11" fmla="*/ 151957 w 356369"/>
              <a:gd name="connsiteY11" fmla="*/ 14859 h 357758"/>
              <a:gd name="connsiteX12" fmla="*/ 3510 w 356369"/>
              <a:gd name="connsiteY12" fmla="*/ 167640 h 357758"/>
              <a:gd name="connsiteX13" fmla="*/ 3510 w 356369"/>
              <a:gd name="connsiteY13" fmla="*/ 175069 h 357758"/>
              <a:gd name="connsiteX14" fmla="*/ 7209 w 356369"/>
              <a:gd name="connsiteY14" fmla="*/ 178784 h 357758"/>
              <a:gd name="connsiteX15" fmla="*/ 356275 w 356369"/>
              <a:gd name="connsiteY15" fmla="*/ 350330 h 357758"/>
              <a:gd name="connsiteX16" fmla="*/ 348876 w 356369"/>
              <a:gd name="connsiteY16" fmla="*/ 357759 h 357758"/>
              <a:gd name="connsiteX17" fmla="*/ 7399 w 356369"/>
              <a:gd name="connsiteY17" fmla="*/ 357759 h 357758"/>
              <a:gd name="connsiteX18" fmla="*/ 0 w 356369"/>
              <a:gd name="connsiteY18" fmla="*/ 350330 h 357758"/>
              <a:gd name="connsiteX19" fmla="*/ 7399 w 356369"/>
              <a:gd name="connsiteY19" fmla="*/ 342900 h 357758"/>
              <a:gd name="connsiteX20" fmla="*/ 59379 w 356369"/>
              <a:gd name="connsiteY20" fmla="*/ 342900 h 357758"/>
              <a:gd name="connsiteX21" fmla="*/ 59379 w 356369"/>
              <a:gd name="connsiteY21" fmla="*/ 290703 h 357758"/>
              <a:gd name="connsiteX22" fmla="*/ 66778 w 356369"/>
              <a:gd name="connsiteY22" fmla="*/ 283273 h 357758"/>
              <a:gd name="connsiteX23" fmla="*/ 118758 w 356369"/>
              <a:gd name="connsiteY23" fmla="*/ 283273 h 357758"/>
              <a:gd name="connsiteX24" fmla="*/ 118758 w 356369"/>
              <a:gd name="connsiteY24" fmla="*/ 231077 h 357758"/>
              <a:gd name="connsiteX25" fmla="*/ 126157 w 356369"/>
              <a:gd name="connsiteY25" fmla="*/ 223647 h 357758"/>
              <a:gd name="connsiteX26" fmla="*/ 178137 w 356369"/>
              <a:gd name="connsiteY26" fmla="*/ 223647 h 357758"/>
              <a:gd name="connsiteX27" fmla="*/ 178137 w 356369"/>
              <a:gd name="connsiteY27" fmla="*/ 171450 h 357758"/>
              <a:gd name="connsiteX28" fmla="*/ 185536 w 356369"/>
              <a:gd name="connsiteY28" fmla="*/ 164021 h 357758"/>
              <a:gd name="connsiteX29" fmla="*/ 237516 w 356369"/>
              <a:gd name="connsiteY29" fmla="*/ 164021 h 357758"/>
              <a:gd name="connsiteX30" fmla="*/ 237516 w 356369"/>
              <a:gd name="connsiteY30" fmla="*/ 111823 h 357758"/>
              <a:gd name="connsiteX31" fmla="*/ 244915 w 356369"/>
              <a:gd name="connsiteY31" fmla="*/ 104394 h 357758"/>
              <a:gd name="connsiteX32" fmla="*/ 348876 w 356369"/>
              <a:gd name="connsiteY32" fmla="*/ 104394 h 357758"/>
              <a:gd name="connsiteX33" fmla="*/ 356275 w 356369"/>
              <a:gd name="connsiteY33" fmla="*/ 111823 h 357758"/>
              <a:gd name="connsiteX34" fmla="*/ 348876 w 356369"/>
              <a:gd name="connsiteY34" fmla="*/ 119253 h 357758"/>
              <a:gd name="connsiteX35" fmla="*/ 252409 w 356369"/>
              <a:gd name="connsiteY35" fmla="*/ 119253 h 357758"/>
              <a:gd name="connsiteX36" fmla="*/ 252409 w 356369"/>
              <a:gd name="connsiteY36" fmla="*/ 171450 h 357758"/>
              <a:gd name="connsiteX37" fmla="*/ 245010 w 356369"/>
              <a:gd name="connsiteY37" fmla="*/ 178879 h 357758"/>
              <a:gd name="connsiteX38" fmla="*/ 193029 w 356369"/>
              <a:gd name="connsiteY38" fmla="*/ 178879 h 357758"/>
              <a:gd name="connsiteX39" fmla="*/ 193029 w 356369"/>
              <a:gd name="connsiteY39" fmla="*/ 231077 h 357758"/>
              <a:gd name="connsiteX40" fmla="*/ 185631 w 356369"/>
              <a:gd name="connsiteY40" fmla="*/ 238506 h 357758"/>
              <a:gd name="connsiteX41" fmla="*/ 133650 w 356369"/>
              <a:gd name="connsiteY41" fmla="*/ 238506 h 357758"/>
              <a:gd name="connsiteX42" fmla="*/ 133650 w 356369"/>
              <a:gd name="connsiteY42" fmla="*/ 290703 h 357758"/>
              <a:gd name="connsiteX43" fmla="*/ 126252 w 356369"/>
              <a:gd name="connsiteY43" fmla="*/ 298133 h 357758"/>
              <a:gd name="connsiteX44" fmla="*/ 74271 w 356369"/>
              <a:gd name="connsiteY44" fmla="*/ 298133 h 357758"/>
              <a:gd name="connsiteX45" fmla="*/ 74271 w 356369"/>
              <a:gd name="connsiteY45" fmla="*/ 342900 h 357758"/>
              <a:gd name="connsiteX46" fmla="*/ 348971 w 356369"/>
              <a:gd name="connsiteY46" fmla="*/ 342900 h 357758"/>
              <a:gd name="connsiteX47" fmla="*/ 356369 w 356369"/>
              <a:gd name="connsiteY47" fmla="*/ 350330 h 357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56369" h="357758">
                <a:moveTo>
                  <a:pt x="7304" y="178879"/>
                </a:moveTo>
                <a:cubicBezTo>
                  <a:pt x="9770" y="178879"/>
                  <a:pt x="11003" y="177641"/>
                  <a:pt x="11003" y="175165"/>
                </a:cubicBezTo>
                <a:lnTo>
                  <a:pt x="163150" y="26099"/>
                </a:lnTo>
                <a:lnTo>
                  <a:pt x="163150" y="82010"/>
                </a:lnTo>
                <a:cubicBezTo>
                  <a:pt x="163150" y="85725"/>
                  <a:pt x="166850" y="89440"/>
                  <a:pt x="170549" y="89440"/>
                </a:cubicBezTo>
                <a:cubicBezTo>
                  <a:pt x="174248" y="89440"/>
                  <a:pt x="177948" y="85725"/>
                  <a:pt x="177948" y="82010"/>
                </a:cubicBezTo>
                <a:lnTo>
                  <a:pt x="177948" y="3715"/>
                </a:lnTo>
                <a:lnTo>
                  <a:pt x="174248" y="0"/>
                </a:lnTo>
                <a:lnTo>
                  <a:pt x="96278" y="0"/>
                </a:lnTo>
                <a:cubicBezTo>
                  <a:pt x="92578" y="0"/>
                  <a:pt x="88879" y="3715"/>
                  <a:pt x="88879" y="7430"/>
                </a:cubicBezTo>
                <a:cubicBezTo>
                  <a:pt x="88879" y="11144"/>
                  <a:pt x="92578" y="14859"/>
                  <a:pt x="96278" y="14859"/>
                </a:cubicBezTo>
                <a:lnTo>
                  <a:pt x="151957" y="14859"/>
                </a:lnTo>
                <a:lnTo>
                  <a:pt x="3510" y="167640"/>
                </a:lnTo>
                <a:cubicBezTo>
                  <a:pt x="-190" y="167640"/>
                  <a:pt x="-190" y="175069"/>
                  <a:pt x="3510" y="175069"/>
                </a:cubicBezTo>
                <a:cubicBezTo>
                  <a:pt x="3510" y="177546"/>
                  <a:pt x="4743" y="178784"/>
                  <a:pt x="7209" y="178784"/>
                </a:cubicBezTo>
                <a:close/>
                <a:moveTo>
                  <a:pt x="356275" y="350330"/>
                </a:moveTo>
                <a:cubicBezTo>
                  <a:pt x="356275" y="354044"/>
                  <a:pt x="352575" y="357759"/>
                  <a:pt x="348876" y="357759"/>
                </a:cubicBezTo>
                <a:lnTo>
                  <a:pt x="7399" y="357759"/>
                </a:lnTo>
                <a:cubicBezTo>
                  <a:pt x="3699" y="357759"/>
                  <a:pt x="0" y="354044"/>
                  <a:pt x="0" y="350330"/>
                </a:cubicBezTo>
                <a:cubicBezTo>
                  <a:pt x="0" y="346615"/>
                  <a:pt x="3699" y="342900"/>
                  <a:pt x="7399" y="342900"/>
                </a:cubicBezTo>
                <a:lnTo>
                  <a:pt x="59379" y="342900"/>
                </a:lnTo>
                <a:lnTo>
                  <a:pt x="59379" y="290703"/>
                </a:lnTo>
                <a:cubicBezTo>
                  <a:pt x="59379" y="286988"/>
                  <a:pt x="63078" y="283273"/>
                  <a:pt x="66778" y="283273"/>
                </a:cubicBezTo>
                <a:lnTo>
                  <a:pt x="118758" y="283273"/>
                </a:lnTo>
                <a:lnTo>
                  <a:pt x="118758" y="231077"/>
                </a:lnTo>
                <a:cubicBezTo>
                  <a:pt x="118758" y="227362"/>
                  <a:pt x="122458" y="223647"/>
                  <a:pt x="126157" y="223647"/>
                </a:cubicBezTo>
                <a:lnTo>
                  <a:pt x="178137" y="223647"/>
                </a:lnTo>
                <a:lnTo>
                  <a:pt x="178137" y="171450"/>
                </a:lnTo>
                <a:cubicBezTo>
                  <a:pt x="178137" y="167735"/>
                  <a:pt x="181837" y="164021"/>
                  <a:pt x="185536" y="164021"/>
                </a:cubicBezTo>
                <a:lnTo>
                  <a:pt x="237516" y="164021"/>
                </a:lnTo>
                <a:lnTo>
                  <a:pt x="237516" y="111823"/>
                </a:lnTo>
                <a:cubicBezTo>
                  <a:pt x="237516" y="108109"/>
                  <a:pt x="241216" y="104394"/>
                  <a:pt x="244915" y="104394"/>
                </a:cubicBezTo>
                <a:lnTo>
                  <a:pt x="348876" y="104394"/>
                </a:lnTo>
                <a:cubicBezTo>
                  <a:pt x="352575" y="104394"/>
                  <a:pt x="356275" y="108109"/>
                  <a:pt x="356275" y="111823"/>
                </a:cubicBezTo>
                <a:cubicBezTo>
                  <a:pt x="356275" y="115538"/>
                  <a:pt x="352575" y="119253"/>
                  <a:pt x="348876" y="119253"/>
                </a:cubicBezTo>
                <a:lnTo>
                  <a:pt x="252409" y="119253"/>
                </a:lnTo>
                <a:lnTo>
                  <a:pt x="252409" y="171450"/>
                </a:lnTo>
                <a:cubicBezTo>
                  <a:pt x="252409" y="175165"/>
                  <a:pt x="248709" y="178879"/>
                  <a:pt x="245010" y="178879"/>
                </a:cubicBezTo>
                <a:lnTo>
                  <a:pt x="193029" y="178879"/>
                </a:lnTo>
                <a:lnTo>
                  <a:pt x="193029" y="231077"/>
                </a:lnTo>
                <a:cubicBezTo>
                  <a:pt x="193029" y="234791"/>
                  <a:pt x="189330" y="238506"/>
                  <a:pt x="185631" y="238506"/>
                </a:cubicBezTo>
                <a:lnTo>
                  <a:pt x="133650" y="238506"/>
                </a:lnTo>
                <a:lnTo>
                  <a:pt x="133650" y="290703"/>
                </a:lnTo>
                <a:cubicBezTo>
                  <a:pt x="133650" y="294418"/>
                  <a:pt x="129951" y="298133"/>
                  <a:pt x="126252" y="298133"/>
                </a:cubicBezTo>
                <a:lnTo>
                  <a:pt x="74271" y="298133"/>
                </a:lnTo>
                <a:lnTo>
                  <a:pt x="74271" y="342900"/>
                </a:lnTo>
                <a:lnTo>
                  <a:pt x="348971" y="342900"/>
                </a:lnTo>
                <a:cubicBezTo>
                  <a:pt x="352670" y="342900"/>
                  <a:pt x="356369" y="346615"/>
                  <a:pt x="356369" y="35033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19" name="Graphic 117">
            <a:extLst>
              <a:ext uri="{FF2B5EF4-FFF2-40B4-BE49-F238E27FC236}">
                <a16:creationId xmlns:a16="http://schemas.microsoft.com/office/drawing/2014/main" id="{21358B96-4DED-0487-33FE-043858C81757}"/>
              </a:ext>
            </a:extLst>
          </p:cNvPr>
          <p:cNvSpPr/>
          <p:nvPr/>
        </p:nvSpPr>
        <p:spPr>
          <a:xfrm>
            <a:off x="2211452" y="2835338"/>
            <a:ext cx="474337" cy="474951"/>
          </a:xfrm>
          <a:custGeom>
            <a:avLst/>
            <a:gdLst>
              <a:gd name="connsiteX0" fmla="*/ 348781 w 356369"/>
              <a:gd name="connsiteY0" fmla="*/ 88511 h 356830"/>
              <a:gd name="connsiteX1" fmla="*/ 341382 w 356369"/>
              <a:gd name="connsiteY1" fmla="*/ 95941 h 356830"/>
              <a:gd name="connsiteX2" fmla="*/ 341382 w 356369"/>
              <a:gd name="connsiteY2" fmla="*/ 151852 h 356830"/>
              <a:gd name="connsiteX3" fmla="*/ 189235 w 356369"/>
              <a:gd name="connsiteY3" fmla="*/ 2786 h 356830"/>
              <a:gd name="connsiteX4" fmla="*/ 181837 w 356369"/>
              <a:gd name="connsiteY4" fmla="*/ 2786 h 356830"/>
              <a:gd name="connsiteX5" fmla="*/ 181837 w 356369"/>
              <a:gd name="connsiteY5" fmla="*/ 10216 h 356830"/>
              <a:gd name="connsiteX6" fmla="*/ 330284 w 356369"/>
              <a:gd name="connsiteY6" fmla="*/ 162997 h 356830"/>
              <a:gd name="connsiteX7" fmla="*/ 274605 w 356369"/>
              <a:gd name="connsiteY7" fmla="*/ 162997 h 356830"/>
              <a:gd name="connsiteX8" fmla="*/ 267206 w 356369"/>
              <a:gd name="connsiteY8" fmla="*/ 170426 h 356830"/>
              <a:gd name="connsiteX9" fmla="*/ 274605 w 356369"/>
              <a:gd name="connsiteY9" fmla="*/ 177856 h 356830"/>
              <a:gd name="connsiteX10" fmla="*/ 352575 w 356369"/>
              <a:gd name="connsiteY10" fmla="*/ 177856 h 356830"/>
              <a:gd name="connsiteX11" fmla="*/ 356275 w 356369"/>
              <a:gd name="connsiteY11" fmla="*/ 174141 h 356830"/>
              <a:gd name="connsiteX12" fmla="*/ 356275 w 356369"/>
              <a:gd name="connsiteY12" fmla="*/ 95845 h 356830"/>
              <a:gd name="connsiteX13" fmla="*/ 348876 w 356369"/>
              <a:gd name="connsiteY13" fmla="*/ 88416 h 356830"/>
              <a:gd name="connsiteX14" fmla="*/ 356275 w 356369"/>
              <a:gd name="connsiteY14" fmla="*/ 349401 h 356830"/>
              <a:gd name="connsiteX15" fmla="*/ 348876 w 356369"/>
              <a:gd name="connsiteY15" fmla="*/ 356830 h 356830"/>
              <a:gd name="connsiteX16" fmla="*/ 7399 w 356369"/>
              <a:gd name="connsiteY16" fmla="*/ 356830 h 356830"/>
              <a:gd name="connsiteX17" fmla="*/ 0 w 356369"/>
              <a:gd name="connsiteY17" fmla="*/ 349401 h 356830"/>
              <a:gd name="connsiteX18" fmla="*/ 7399 w 356369"/>
              <a:gd name="connsiteY18" fmla="*/ 341971 h 356830"/>
              <a:gd name="connsiteX19" fmla="*/ 282098 w 356369"/>
              <a:gd name="connsiteY19" fmla="*/ 341971 h 356830"/>
              <a:gd name="connsiteX20" fmla="*/ 282098 w 356369"/>
              <a:gd name="connsiteY20" fmla="*/ 297204 h 356830"/>
              <a:gd name="connsiteX21" fmla="*/ 230118 w 356369"/>
              <a:gd name="connsiteY21" fmla="*/ 297204 h 356830"/>
              <a:gd name="connsiteX22" fmla="*/ 222719 w 356369"/>
              <a:gd name="connsiteY22" fmla="*/ 289774 h 356830"/>
              <a:gd name="connsiteX23" fmla="*/ 222719 w 356369"/>
              <a:gd name="connsiteY23" fmla="*/ 237577 h 356830"/>
              <a:gd name="connsiteX24" fmla="*/ 170739 w 356369"/>
              <a:gd name="connsiteY24" fmla="*/ 237577 h 356830"/>
              <a:gd name="connsiteX25" fmla="*/ 163340 w 356369"/>
              <a:gd name="connsiteY25" fmla="*/ 230148 h 356830"/>
              <a:gd name="connsiteX26" fmla="*/ 163340 w 356369"/>
              <a:gd name="connsiteY26" fmla="*/ 177951 h 356830"/>
              <a:gd name="connsiteX27" fmla="*/ 111360 w 356369"/>
              <a:gd name="connsiteY27" fmla="*/ 177951 h 356830"/>
              <a:gd name="connsiteX28" fmla="*/ 103961 w 356369"/>
              <a:gd name="connsiteY28" fmla="*/ 170521 h 356830"/>
              <a:gd name="connsiteX29" fmla="*/ 103961 w 356369"/>
              <a:gd name="connsiteY29" fmla="*/ 118324 h 356830"/>
              <a:gd name="connsiteX30" fmla="*/ 7494 w 356369"/>
              <a:gd name="connsiteY30" fmla="*/ 118324 h 356830"/>
              <a:gd name="connsiteX31" fmla="*/ 95 w 356369"/>
              <a:gd name="connsiteY31" fmla="*/ 110895 h 356830"/>
              <a:gd name="connsiteX32" fmla="*/ 7494 w 356369"/>
              <a:gd name="connsiteY32" fmla="*/ 103465 h 356830"/>
              <a:gd name="connsiteX33" fmla="*/ 111454 w 356369"/>
              <a:gd name="connsiteY33" fmla="*/ 103465 h 356830"/>
              <a:gd name="connsiteX34" fmla="*/ 118853 w 356369"/>
              <a:gd name="connsiteY34" fmla="*/ 110895 h 356830"/>
              <a:gd name="connsiteX35" fmla="*/ 118853 w 356369"/>
              <a:gd name="connsiteY35" fmla="*/ 163092 h 356830"/>
              <a:gd name="connsiteX36" fmla="*/ 170833 w 356369"/>
              <a:gd name="connsiteY36" fmla="*/ 163092 h 356830"/>
              <a:gd name="connsiteX37" fmla="*/ 178232 w 356369"/>
              <a:gd name="connsiteY37" fmla="*/ 170521 h 356830"/>
              <a:gd name="connsiteX38" fmla="*/ 178232 w 356369"/>
              <a:gd name="connsiteY38" fmla="*/ 222718 h 356830"/>
              <a:gd name="connsiteX39" fmla="*/ 230213 w 356369"/>
              <a:gd name="connsiteY39" fmla="*/ 222718 h 356830"/>
              <a:gd name="connsiteX40" fmla="*/ 237611 w 356369"/>
              <a:gd name="connsiteY40" fmla="*/ 230148 h 356830"/>
              <a:gd name="connsiteX41" fmla="*/ 237611 w 356369"/>
              <a:gd name="connsiteY41" fmla="*/ 282345 h 356830"/>
              <a:gd name="connsiteX42" fmla="*/ 289592 w 356369"/>
              <a:gd name="connsiteY42" fmla="*/ 282345 h 356830"/>
              <a:gd name="connsiteX43" fmla="*/ 296990 w 356369"/>
              <a:gd name="connsiteY43" fmla="*/ 289774 h 356830"/>
              <a:gd name="connsiteX44" fmla="*/ 296990 w 356369"/>
              <a:gd name="connsiteY44" fmla="*/ 341971 h 356830"/>
              <a:gd name="connsiteX45" fmla="*/ 348971 w 356369"/>
              <a:gd name="connsiteY45" fmla="*/ 341971 h 356830"/>
              <a:gd name="connsiteX46" fmla="*/ 356369 w 356369"/>
              <a:gd name="connsiteY46" fmla="*/ 349401 h 356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6369" h="356830">
                <a:moveTo>
                  <a:pt x="348781" y="88511"/>
                </a:moveTo>
                <a:cubicBezTo>
                  <a:pt x="345082" y="88511"/>
                  <a:pt x="341382" y="92226"/>
                  <a:pt x="341382" y="95941"/>
                </a:cubicBezTo>
                <a:lnTo>
                  <a:pt x="341382" y="151852"/>
                </a:lnTo>
                <a:lnTo>
                  <a:pt x="189235" y="2786"/>
                </a:lnTo>
                <a:cubicBezTo>
                  <a:pt x="189235" y="-929"/>
                  <a:pt x="181837" y="-929"/>
                  <a:pt x="181837" y="2786"/>
                </a:cubicBezTo>
                <a:cubicBezTo>
                  <a:pt x="178137" y="2786"/>
                  <a:pt x="178137" y="10216"/>
                  <a:pt x="181837" y="10216"/>
                </a:cubicBezTo>
                <a:lnTo>
                  <a:pt x="330284" y="162997"/>
                </a:lnTo>
                <a:lnTo>
                  <a:pt x="274605" y="162997"/>
                </a:lnTo>
                <a:cubicBezTo>
                  <a:pt x="270905" y="162997"/>
                  <a:pt x="267206" y="166711"/>
                  <a:pt x="267206" y="170426"/>
                </a:cubicBezTo>
                <a:cubicBezTo>
                  <a:pt x="267206" y="174141"/>
                  <a:pt x="270905" y="177856"/>
                  <a:pt x="274605" y="177856"/>
                </a:cubicBezTo>
                <a:lnTo>
                  <a:pt x="352575" y="177856"/>
                </a:lnTo>
                <a:lnTo>
                  <a:pt x="356275" y="174141"/>
                </a:lnTo>
                <a:lnTo>
                  <a:pt x="356275" y="95845"/>
                </a:lnTo>
                <a:cubicBezTo>
                  <a:pt x="356275" y="92131"/>
                  <a:pt x="352575" y="88416"/>
                  <a:pt x="348876" y="88416"/>
                </a:cubicBezTo>
                <a:close/>
                <a:moveTo>
                  <a:pt x="356275" y="349401"/>
                </a:moveTo>
                <a:cubicBezTo>
                  <a:pt x="356275" y="353116"/>
                  <a:pt x="352575" y="356830"/>
                  <a:pt x="348876" y="356830"/>
                </a:cubicBezTo>
                <a:lnTo>
                  <a:pt x="7399" y="356830"/>
                </a:lnTo>
                <a:cubicBezTo>
                  <a:pt x="3699" y="356830"/>
                  <a:pt x="0" y="353116"/>
                  <a:pt x="0" y="349401"/>
                </a:cubicBezTo>
                <a:cubicBezTo>
                  <a:pt x="0" y="345686"/>
                  <a:pt x="3699" y="341971"/>
                  <a:pt x="7399" y="341971"/>
                </a:cubicBezTo>
                <a:lnTo>
                  <a:pt x="282098" y="341971"/>
                </a:lnTo>
                <a:lnTo>
                  <a:pt x="282098" y="297204"/>
                </a:lnTo>
                <a:lnTo>
                  <a:pt x="230118" y="297204"/>
                </a:lnTo>
                <a:cubicBezTo>
                  <a:pt x="226418" y="297204"/>
                  <a:pt x="222719" y="293489"/>
                  <a:pt x="222719" y="289774"/>
                </a:cubicBezTo>
                <a:lnTo>
                  <a:pt x="222719" y="237577"/>
                </a:lnTo>
                <a:lnTo>
                  <a:pt x="170739" y="237577"/>
                </a:lnTo>
                <a:cubicBezTo>
                  <a:pt x="167039" y="237577"/>
                  <a:pt x="163340" y="233863"/>
                  <a:pt x="163340" y="230148"/>
                </a:cubicBezTo>
                <a:lnTo>
                  <a:pt x="163340" y="177951"/>
                </a:lnTo>
                <a:lnTo>
                  <a:pt x="111360" y="177951"/>
                </a:lnTo>
                <a:cubicBezTo>
                  <a:pt x="107660" y="177951"/>
                  <a:pt x="103961" y="174236"/>
                  <a:pt x="103961" y="170521"/>
                </a:cubicBezTo>
                <a:lnTo>
                  <a:pt x="103961" y="118324"/>
                </a:lnTo>
                <a:lnTo>
                  <a:pt x="7494" y="118324"/>
                </a:lnTo>
                <a:cubicBezTo>
                  <a:pt x="3794" y="118324"/>
                  <a:pt x="95" y="114610"/>
                  <a:pt x="95" y="110895"/>
                </a:cubicBezTo>
                <a:cubicBezTo>
                  <a:pt x="95" y="107180"/>
                  <a:pt x="3794" y="103465"/>
                  <a:pt x="7494" y="103465"/>
                </a:cubicBezTo>
                <a:lnTo>
                  <a:pt x="111454" y="103465"/>
                </a:lnTo>
                <a:cubicBezTo>
                  <a:pt x="115154" y="103465"/>
                  <a:pt x="118853" y="107180"/>
                  <a:pt x="118853" y="110895"/>
                </a:cubicBezTo>
                <a:lnTo>
                  <a:pt x="118853" y="163092"/>
                </a:lnTo>
                <a:lnTo>
                  <a:pt x="170833" y="163092"/>
                </a:lnTo>
                <a:cubicBezTo>
                  <a:pt x="174533" y="163092"/>
                  <a:pt x="178232" y="166807"/>
                  <a:pt x="178232" y="170521"/>
                </a:cubicBezTo>
                <a:lnTo>
                  <a:pt x="178232" y="222718"/>
                </a:lnTo>
                <a:lnTo>
                  <a:pt x="230213" y="222718"/>
                </a:lnTo>
                <a:cubicBezTo>
                  <a:pt x="233912" y="222718"/>
                  <a:pt x="237611" y="226433"/>
                  <a:pt x="237611" y="230148"/>
                </a:cubicBezTo>
                <a:lnTo>
                  <a:pt x="237611" y="282345"/>
                </a:lnTo>
                <a:lnTo>
                  <a:pt x="289592" y="282345"/>
                </a:lnTo>
                <a:cubicBezTo>
                  <a:pt x="293291" y="282345"/>
                  <a:pt x="296990" y="286060"/>
                  <a:pt x="296990" y="289774"/>
                </a:cubicBezTo>
                <a:lnTo>
                  <a:pt x="296990" y="341971"/>
                </a:lnTo>
                <a:lnTo>
                  <a:pt x="348971" y="341971"/>
                </a:lnTo>
                <a:cubicBezTo>
                  <a:pt x="352670" y="341971"/>
                  <a:pt x="356369" y="345686"/>
                  <a:pt x="356369" y="349401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0" name="Graphic 117">
            <a:extLst>
              <a:ext uri="{FF2B5EF4-FFF2-40B4-BE49-F238E27FC236}">
                <a16:creationId xmlns:a16="http://schemas.microsoft.com/office/drawing/2014/main" id="{CCEF37EA-5CD8-C7B0-AEC0-587E9CE9088D}"/>
              </a:ext>
            </a:extLst>
          </p:cNvPr>
          <p:cNvSpPr/>
          <p:nvPr/>
        </p:nvSpPr>
        <p:spPr>
          <a:xfrm>
            <a:off x="2966195" y="2835338"/>
            <a:ext cx="474337" cy="474951"/>
          </a:xfrm>
          <a:custGeom>
            <a:avLst/>
            <a:gdLst>
              <a:gd name="connsiteX0" fmla="*/ 348781 w 356369"/>
              <a:gd name="connsiteY0" fmla="*/ 88511 h 356830"/>
              <a:gd name="connsiteX1" fmla="*/ 341382 w 356369"/>
              <a:gd name="connsiteY1" fmla="*/ 95941 h 356830"/>
              <a:gd name="connsiteX2" fmla="*/ 341382 w 356369"/>
              <a:gd name="connsiteY2" fmla="*/ 151852 h 356830"/>
              <a:gd name="connsiteX3" fmla="*/ 189235 w 356369"/>
              <a:gd name="connsiteY3" fmla="*/ 2786 h 356830"/>
              <a:gd name="connsiteX4" fmla="*/ 181837 w 356369"/>
              <a:gd name="connsiteY4" fmla="*/ 2786 h 356830"/>
              <a:gd name="connsiteX5" fmla="*/ 181837 w 356369"/>
              <a:gd name="connsiteY5" fmla="*/ 10216 h 356830"/>
              <a:gd name="connsiteX6" fmla="*/ 330284 w 356369"/>
              <a:gd name="connsiteY6" fmla="*/ 162997 h 356830"/>
              <a:gd name="connsiteX7" fmla="*/ 274605 w 356369"/>
              <a:gd name="connsiteY7" fmla="*/ 162997 h 356830"/>
              <a:gd name="connsiteX8" fmla="*/ 267206 w 356369"/>
              <a:gd name="connsiteY8" fmla="*/ 170426 h 356830"/>
              <a:gd name="connsiteX9" fmla="*/ 274605 w 356369"/>
              <a:gd name="connsiteY9" fmla="*/ 177856 h 356830"/>
              <a:gd name="connsiteX10" fmla="*/ 352575 w 356369"/>
              <a:gd name="connsiteY10" fmla="*/ 177856 h 356830"/>
              <a:gd name="connsiteX11" fmla="*/ 356275 w 356369"/>
              <a:gd name="connsiteY11" fmla="*/ 174141 h 356830"/>
              <a:gd name="connsiteX12" fmla="*/ 356275 w 356369"/>
              <a:gd name="connsiteY12" fmla="*/ 95845 h 356830"/>
              <a:gd name="connsiteX13" fmla="*/ 348876 w 356369"/>
              <a:gd name="connsiteY13" fmla="*/ 88416 h 356830"/>
              <a:gd name="connsiteX14" fmla="*/ 356275 w 356369"/>
              <a:gd name="connsiteY14" fmla="*/ 349401 h 356830"/>
              <a:gd name="connsiteX15" fmla="*/ 348876 w 356369"/>
              <a:gd name="connsiteY15" fmla="*/ 356830 h 356830"/>
              <a:gd name="connsiteX16" fmla="*/ 7399 w 356369"/>
              <a:gd name="connsiteY16" fmla="*/ 356830 h 356830"/>
              <a:gd name="connsiteX17" fmla="*/ 0 w 356369"/>
              <a:gd name="connsiteY17" fmla="*/ 349401 h 356830"/>
              <a:gd name="connsiteX18" fmla="*/ 7399 w 356369"/>
              <a:gd name="connsiteY18" fmla="*/ 341971 h 356830"/>
              <a:gd name="connsiteX19" fmla="*/ 282098 w 356369"/>
              <a:gd name="connsiteY19" fmla="*/ 341971 h 356830"/>
              <a:gd name="connsiteX20" fmla="*/ 282098 w 356369"/>
              <a:gd name="connsiteY20" fmla="*/ 297204 h 356830"/>
              <a:gd name="connsiteX21" fmla="*/ 230118 w 356369"/>
              <a:gd name="connsiteY21" fmla="*/ 297204 h 356830"/>
              <a:gd name="connsiteX22" fmla="*/ 222719 w 356369"/>
              <a:gd name="connsiteY22" fmla="*/ 289774 h 356830"/>
              <a:gd name="connsiteX23" fmla="*/ 222719 w 356369"/>
              <a:gd name="connsiteY23" fmla="*/ 237577 h 356830"/>
              <a:gd name="connsiteX24" fmla="*/ 170739 w 356369"/>
              <a:gd name="connsiteY24" fmla="*/ 237577 h 356830"/>
              <a:gd name="connsiteX25" fmla="*/ 163340 w 356369"/>
              <a:gd name="connsiteY25" fmla="*/ 230148 h 356830"/>
              <a:gd name="connsiteX26" fmla="*/ 163340 w 356369"/>
              <a:gd name="connsiteY26" fmla="*/ 177951 h 356830"/>
              <a:gd name="connsiteX27" fmla="*/ 111360 w 356369"/>
              <a:gd name="connsiteY27" fmla="*/ 177951 h 356830"/>
              <a:gd name="connsiteX28" fmla="*/ 103961 w 356369"/>
              <a:gd name="connsiteY28" fmla="*/ 170521 h 356830"/>
              <a:gd name="connsiteX29" fmla="*/ 103961 w 356369"/>
              <a:gd name="connsiteY29" fmla="*/ 118324 h 356830"/>
              <a:gd name="connsiteX30" fmla="*/ 7494 w 356369"/>
              <a:gd name="connsiteY30" fmla="*/ 118324 h 356830"/>
              <a:gd name="connsiteX31" fmla="*/ 95 w 356369"/>
              <a:gd name="connsiteY31" fmla="*/ 110895 h 356830"/>
              <a:gd name="connsiteX32" fmla="*/ 7494 w 356369"/>
              <a:gd name="connsiteY32" fmla="*/ 103465 h 356830"/>
              <a:gd name="connsiteX33" fmla="*/ 111454 w 356369"/>
              <a:gd name="connsiteY33" fmla="*/ 103465 h 356830"/>
              <a:gd name="connsiteX34" fmla="*/ 118853 w 356369"/>
              <a:gd name="connsiteY34" fmla="*/ 110895 h 356830"/>
              <a:gd name="connsiteX35" fmla="*/ 118853 w 356369"/>
              <a:gd name="connsiteY35" fmla="*/ 163092 h 356830"/>
              <a:gd name="connsiteX36" fmla="*/ 170833 w 356369"/>
              <a:gd name="connsiteY36" fmla="*/ 163092 h 356830"/>
              <a:gd name="connsiteX37" fmla="*/ 178232 w 356369"/>
              <a:gd name="connsiteY37" fmla="*/ 170521 h 356830"/>
              <a:gd name="connsiteX38" fmla="*/ 178232 w 356369"/>
              <a:gd name="connsiteY38" fmla="*/ 222718 h 356830"/>
              <a:gd name="connsiteX39" fmla="*/ 230213 w 356369"/>
              <a:gd name="connsiteY39" fmla="*/ 222718 h 356830"/>
              <a:gd name="connsiteX40" fmla="*/ 237611 w 356369"/>
              <a:gd name="connsiteY40" fmla="*/ 230148 h 356830"/>
              <a:gd name="connsiteX41" fmla="*/ 237611 w 356369"/>
              <a:gd name="connsiteY41" fmla="*/ 282345 h 356830"/>
              <a:gd name="connsiteX42" fmla="*/ 289592 w 356369"/>
              <a:gd name="connsiteY42" fmla="*/ 282345 h 356830"/>
              <a:gd name="connsiteX43" fmla="*/ 296990 w 356369"/>
              <a:gd name="connsiteY43" fmla="*/ 289774 h 356830"/>
              <a:gd name="connsiteX44" fmla="*/ 296990 w 356369"/>
              <a:gd name="connsiteY44" fmla="*/ 341971 h 356830"/>
              <a:gd name="connsiteX45" fmla="*/ 348971 w 356369"/>
              <a:gd name="connsiteY45" fmla="*/ 341971 h 356830"/>
              <a:gd name="connsiteX46" fmla="*/ 356369 w 356369"/>
              <a:gd name="connsiteY46" fmla="*/ 349401 h 356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6369" h="356830">
                <a:moveTo>
                  <a:pt x="348781" y="88511"/>
                </a:moveTo>
                <a:cubicBezTo>
                  <a:pt x="345082" y="88511"/>
                  <a:pt x="341382" y="92226"/>
                  <a:pt x="341382" y="95941"/>
                </a:cubicBezTo>
                <a:lnTo>
                  <a:pt x="341382" y="151852"/>
                </a:lnTo>
                <a:lnTo>
                  <a:pt x="189235" y="2786"/>
                </a:lnTo>
                <a:cubicBezTo>
                  <a:pt x="189235" y="-929"/>
                  <a:pt x="181837" y="-929"/>
                  <a:pt x="181837" y="2786"/>
                </a:cubicBezTo>
                <a:cubicBezTo>
                  <a:pt x="178137" y="2786"/>
                  <a:pt x="178137" y="10216"/>
                  <a:pt x="181837" y="10216"/>
                </a:cubicBezTo>
                <a:lnTo>
                  <a:pt x="330284" y="162997"/>
                </a:lnTo>
                <a:lnTo>
                  <a:pt x="274605" y="162997"/>
                </a:lnTo>
                <a:cubicBezTo>
                  <a:pt x="270905" y="162997"/>
                  <a:pt x="267206" y="166711"/>
                  <a:pt x="267206" y="170426"/>
                </a:cubicBezTo>
                <a:cubicBezTo>
                  <a:pt x="267206" y="174141"/>
                  <a:pt x="270905" y="177856"/>
                  <a:pt x="274605" y="177856"/>
                </a:cubicBezTo>
                <a:lnTo>
                  <a:pt x="352575" y="177856"/>
                </a:lnTo>
                <a:lnTo>
                  <a:pt x="356275" y="174141"/>
                </a:lnTo>
                <a:lnTo>
                  <a:pt x="356275" y="95845"/>
                </a:lnTo>
                <a:cubicBezTo>
                  <a:pt x="356275" y="92131"/>
                  <a:pt x="352575" y="88416"/>
                  <a:pt x="348876" y="88416"/>
                </a:cubicBezTo>
                <a:close/>
                <a:moveTo>
                  <a:pt x="356275" y="349401"/>
                </a:moveTo>
                <a:cubicBezTo>
                  <a:pt x="356275" y="353116"/>
                  <a:pt x="352575" y="356830"/>
                  <a:pt x="348876" y="356830"/>
                </a:cubicBezTo>
                <a:lnTo>
                  <a:pt x="7399" y="356830"/>
                </a:lnTo>
                <a:cubicBezTo>
                  <a:pt x="3699" y="356830"/>
                  <a:pt x="0" y="353116"/>
                  <a:pt x="0" y="349401"/>
                </a:cubicBezTo>
                <a:cubicBezTo>
                  <a:pt x="0" y="345686"/>
                  <a:pt x="3699" y="341971"/>
                  <a:pt x="7399" y="341971"/>
                </a:cubicBezTo>
                <a:lnTo>
                  <a:pt x="282098" y="341971"/>
                </a:lnTo>
                <a:lnTo>
                  <a:pt x="282098" y="297204"/>
                </a:lnTo>
                <a:lnTo>
                  <a:pt x="230118" y="297204"/>
                </a:lnTo>
                <a:cubicBezTo>
                  <a:pt x="226418" y="297204"/>
                  <a:pt x="222719" y="293489"/>
                  <a:pt x="222719" y="289774"/>
                </a:cubicBezTo>
                <a:lnTo>
                  <a:pt x="222719" y="237577"/>
                </a:lnTo>
                <a:lnTo>
                  <a:pt x="170739" y="237577"/>
                </a:lnTo>
                <a:cubicBezTo>
                  <a:pt x="167039" y="237577"/>
                  <a:pt x="163340" y="233863"/>
                  <a:pt x="163340" y="230148"/>
                </a:cubicBezTo>
                <a:lnTo>
                  <a:pt x="163340" y="177951"/>
                </a:lnTo>
                <a:lnTo>
                  <a:pt x="111360" y="177951"/>
                </a:lnTo>
                <a:cubicBezTo>
                  <a:pt x="107660" y="177951"/>
                  <a:pt x="103961" y="174236"/>
                  <a:pt x="103961" y="170521"/>
                </a:cubicBezTo>
                <a:lnTo>
                  <a:pt x="103961" y="118324"/>
                </a:lnTo>
                <a:lnTo>
                  <a:pt x="7494" y="118324"/>
                </a:lnTo>
                <a:cubicBezTo>
                  <a:pt x="3794" y="118324"/>
                  <a:pt x="95" y="114610"/>
                  <a:pt x="95" y="110895"/>
                </a:cubicBezTo>
                <a:cubicBezTo>
                  <a:pt x="95" y="107180"/>
                  <a:pt x="3794" y="103465"/>
                  <a:pt x="7494" y="103465"/>
                </a:cubicBezTo>
                <a:lnTo>
                  <a:pt x="111454" y="103465"/>
                </a:lnTo>
                <a:cubicBezTo>
                  <a:pt x="115154" y="103465"/>
                  <a:pt x="118853" y="107180"/>
                  <a:pt x="118853" y="110895"/>
                </a:cubicBezTo>
                <a:lnTo>
                  <a:pt x="118853" y="163092"/>
                </a:lnTo>
                <a:lnTo>
                  <a:pt x="170833" y="163092"/>
                </a:lnTo>
                <a:cubicBezTo>
                  <a:pt x="174533" y="163092"/>
                  <a:pt x="178232" y="166807"/>
                  <a:pt x="178232" y="170521"/>
                </a:cubicBezTo>
                <a:lnTo>
                  <a:pt x="178232" y="222718"/>
                </a:lnTo>
                <a:lnTo>
                  <a:pt x="230213" y="222718"/>
                </a:lnTo>
                <a:cubicBezTo>
                  <a:pt x="233912" y="222718"/>
                  <a:pt x="237611" y="226433"/>
                  <a:pt x="237611" y="230148"/>
                </a:cubicBezTo>
                <a:lnTo>
                  <a:pt x="237611" y="282345"/>
                </a:lnTo>
                <a:lnTo>
                  <a:pt x="289592" y="282345"/>
                </a:lnTo>
                <a:cubicBezTo>
                  <a:pt x="293291" y="282345"/>
                  <a:pt x="296990" y="286060"/>
                  <a:pt x="296990" y="289774"/>
                </a:cubicBezTo>
                <a:lnTo>
                  <a:pt x="296990" y="341971"/>
                </a:lnTo>
                <a:lnTo>
                  <a:pt x="348971" y="341971"/>
                </a:lnTo>
                <a:cubicBezTo>
                  <a:pt x="352670" y="341971"/>
                  <a:pt x="356369" y="345686"/>
                  <a:pt x="356369" y="349401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1" name="Graphic 117">
            <a:extLst>
              <a:ext uri="{FF2B5EF4-FFF2-40B4-BE49-F238E27FC236}">
                <a16:creationId xmlns:a16="http://schemas.microsoft.com/office/drawing/2014/main" id="{F2CF3DCF-4F9B-1B2F-D2D4-2D469F72A89A}"/>
              </a:ext>
            </a:extLst>
          </p:cNvPr>
          <p:cNvSpPr/>
          <p:nvPr/>
        </p:nvSpPr>
        <p:spPr>
          <a:xfrm>
            <a:off x="2211452" y="3495738"/>
            <a:ext cx="474337" cy="474951"/>
          </a:xfrm>
          <a:custGeom>
            <a:avLst/>
            <a:gdLst>
              <a:gd name="connsiteX0" fmla="*/ 348781 w 356369"/>
              <a:gd name="connsiteY0" fmla="*/ 88511 h 356830"/>
              <a:gd name="connsiteX1" fmla="*/ 341382 w 356369"/>
              <a:gd name="connsiteY1" fmla="*/ 95941 h 356830"/>
              <a:gd name="connsiteX2" fmla="*/ 341382 w 356369"/>
              <a:gd name="connsiteY2" fmla="*/ 151852 h 356830"/>
              <a:gd name="connsiteX3" fmla="*/ 189235 w 356369"/>
              <a:gd name="connsiteY3" fmla="*/ 2786 h 356830"/>
              <a:gd name="connsiteX4" fmla="*/ 181837 w 356369"/>
              <a:gd name="connsiteY4" fmla="*/ 2786 h 356830"/>
              <a:gd name="connsiteX5" fmla="*/ 181837 w 356369"/>
              <a:gd name="connsiteY5" fmla="*/ 10216 h 356830"/>
              <a:gd name="connsiteX6" fmla="*/ 330284 w 356369"/>
              <a:gd name="connsiteY6" fmla="*/ 162997 h 356830"/>
              <a:gd name="connsiteX7" fmla="*/ 274605 w 356369"/>
              <a:gd name="connsiteY7" fmla="*/ 162997 h 356830"/>
              <a:gd name="connsiteX8" fmla="*/ 267206 w 356369"/>
              <a:gd name="connsiteY8" fmla="*/ 170426 h 356830"/>
              <a:gd name="connsiteX9" fmla="*/ 274605 w 356369"/>
              <a:gd name="connsiteY9" fmla="*/ 177856 h 356830"/>
              <a:gd name="connsiteX10" fmla="*/ 352575 w 356369"/>
              <a:gd name="connsiteY10" fmla="*/ 177856 h 356830"/>
              <a:gd name="connsiteX11" fmla="*/ 356275 w 356369"/>
              <a:gd name="connsiteY11" fmla="*/ 174141 h 356830"/>
              <a:gd name="connsiteX12" fmla="*/ 356275 w 356369"/>
              <a:gd name="connsiteY12" fmla="*/ 95845 h 356830"/>
              <a:gd name="connsiteX13" fmla="*/ 348876 w 356369"/>
              <a:gd name="connsiteY13" fmla="*/ 88416 h 356830"/>
              <a:gd name="connsiteX14" fmla="*/ 356275 w 356369"/>
              <a:gd name="connsiteY14" fmla="*/ 349401 h 356830"/>
              <a:gd name="connsiteX15" fmla="*/ 348876 w 356369"/>
              <a:gd name="connsiteY15" fmla="*/ 356830 h 356830"/>
              <a:gd name="connsiteX16" fmla="*/ 7399 w 356369"/>
              <a:gd name="connsiteY16" fmla="*/ 356830 h 356830"/>
              <a:gd name="connsiteX17" fmla="*/ 0 w 356369"/>
              <a:gd name="connsiteY17" fmla="*/ 349401 h 356830"/>
              <a:gd name="connsiteX18" fmla="*/ 7399 w 356369"/>
              <a:gd name="connsiteY18" fmla="*/ 341971 h 356830"/>
              <a:gd name="connsiteX19" fmla="*/ 282098 w 356369"/>
              <a:gd name="connsiteY19" fmla="*/ 341971 h 356830"/>
              <a:gd name="connsiteX20" fmla="*/ 282098 w 356369"/>
              <a:gd name="connsiteY20" fmla="*/ 297204 h 356830"/>
              <a:gd name="connsiteX21" fmla="*/ 230118 w 356369"/>
              <a:gd name="connsiteY21" fmla="*/ 297204 h 356830"/>
              <a:gd name="connsiteX22" fmla="*/ 222719 w 356369"/>
              <a:gd name="connsiteY22" fmla="*/ 289774 h 356830"/>
              <a:gd name="connsiteX23" fmla="*/ 222719 w 356369"/>
              <a:gd name="connsiteY23" fmla="*/ 237577 h 356830"/>
              <a:gd name="connsiteX24" fmla="*/ 170739 w 356369"/>
              <a:gd name="connsiteY24" fmla="*/ 237577 h 356830"/>
              <a:gd name="connsiteX25" fmla="*/ 163340 w 356369"/>
              <a:gd name="connsiteY25" fmla="*/ 230148 h 356830"/>
              <a:gd name="connsiteX26" fmla="*/ 163340 w 356369"/>
              <a:gd name="connsiteY26" fmla="*/ 177951 h 356830"/>
              <a:gd name="connsiteX27" fmla="*/ 111360 w 356369"/>
              <a:gd name="connsiteY27" fmla="*/ 177951 h 356830"/>
              <a:gd name="connsiteX28" fmla="*/ 103961 w 356369"/>
              <a:gd name="connsiteY28" fmla="*/ 170521 h 356830"/>
              <a:gd name="connsiteX29" fmla="*/ 103961 w 356369"/>
              <a:gd name="connsiteY29" fmla="*/ 118324 h 356830"/>
              <a:gd name="connsiteX30" fmla="*/ 7494 w 356369"/>
              <a:gd name="connsiteY30" fmla="*/ 118324 h 356830"/>
              <a:gd name="connsiteX31" fmla="*/ 95 w 356369"/>
              <a:gd name="connsiteY31" fmla="*/ 110895 h 356830"/>
              <a:gd name="connsiteX32" fmla="*/ 7494 w 356369"/>
              <a:gd name="connsiteY32" fmla="*/ 103465 h 356830"/>
              <a:gd name="connsiteX33" fmla="*/ 111454 w 356369"/>
              <a:gd name="connsiteY33" fmla="*/ 103465 h 356830"/>
              <a:gd name="connsiteX34" fmla="*/ 118853 w 356369"/>
              <a:gd name="connsiteY34" fmla="*/ 110895 h 356830"/>
              <a:gd name="connsiteX35" fmla="*/ 118853 w 356369"/>
              <a:gd name="connsiteY35" fmla="*/ 163092 h 356830"/>
              <a:gd name="connsiteX36" fmla="*/ 170833 w 356369"/>
              <a:gd name="connsiteY36" fmla="*/ 163092 h 356830"/>
              <a:gd name="connsiteX37" fmla="*/ 178232 w 356369"/>
              <a:gd name="connsiteY37" fmla="*/ 170521 h 356830"/>
              <a:gd name="connsiteX38" fmla="*/ 178232 w 356369"/>
              <a:gd name="connsiteY38" fmla="*/ 222718 h 356830"/>
              <a:gd name="connsiteX39" fmla="*/ 230213 w 356369"/>
              <a:gd name="connsiteY39" fmla="*/ 222718 h 356830"/>
              <a:gd name="connsiteX40" fmla="*/ 237611 w 356369"/>
              <a:gd name="connsiteY40" fmla="*/ 230148 h 356830"/>
              <a:gd name="connsiteX41" fmla="*/ 237611 w 356369"/>
              <a:gd name="connsiteY41" fmla="*/ 282345 h 356830"/>
              <a:gd name="connsiteX42" fmla="*/ 289592 w 356369"/>
              <a:gd name="connsiteY42" fmla="*/ 282345 h 356830"/>
              <a:gd name="connsiteX43" fmla="*/ 296990 w 356369"/>
              <a:gd name="connsiteY43" fmla="*/ 289774 h 356830"/>
              <a:gd name="connsiteX44" fmla="*/ 296990 w 356369"/>
              <a:gd name="connsiteY44" fmla="*/ 341971 h 356830"/>
              <a:gd name="connsiteX45" fmla="*/ 348971 w 356369"/>
              <a:gd name="connsiteY45" fmla="*/ 341971 h 356830"/>
              <a:gd name="connsiteX46" fmla="*/ 356369 w 356369"/>
              <a:gd name="connsiteY46" fmla="*/ 349401 h 356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6369" h="356830">
                <a:moveTo>
                  <a:pt x="348781" y="88511"/>
                </a:moveTo>
                <a:cubicBezTo>
                  <a:pt x="345082" y="88511"/>
                  <a:pt x="341382" y="92226"/>
                  <a:pt x="341382" y="95941"/>
                </a:cubicBezTo>
                <a:lnTo>
                  <a:pt x="341382" y="151852"/>
                </a:lnTo>
                <a:lnTo>
                  <a:pt x="189235" y="2786"/>
                </a:lnTo>
                <a:cubicBezTo>
                  <a:pt x="189235" y="-929"/>
                  <a:pt x="181837" y="-929"/>
                  <a:pt x="181837" y="2786"/>
                </a:cubicBezTo>
                <a:cubicBezTo>
                  <a:pt x="178137" y="2786"/>
                  <a:pt x="178137" y="10216"/>
                  <a:pt x="181837" y="10216"/>
                </a:cubicBezTo>
                <a:lnTo>
                  <a:pt x="330284" y="162997"/>
                </a:lnTo>
                <a:lnTo>
                  <a:pt x="274605" y="162997"/>
                </a:lnTo>
                <a:cubicBezTo>
                  <a:pt x="270905" y="162997"/>
                  <a:pt x="267206" y="166711"/>
                  <a:pt x="267206" y="170426"/>
                </a:cubicBezTo>
                <a:cubicBezTo>
                  <a:pt x="267206" y="174141"/>
                  <a:pt x="270905" y="177856"/>
                  <a:pt x="274605" y="177856"/>
                </a:cubicBezTo>
                <a:lnTo>
                  <a:pt x="352575" y="177856"/>
                </a:lnTo>
                <a:lnTo>
                  <a:pt x="356275" y="174141"/>
                </a:lnTo>
                <a:lnTo>
                  <a:pt x="356275" y="95845"/>
                </a:lnTo>
                <a:cubicBezTo>
                  <a:pt x="356275" y="92131"/>
                  <a:pt x="352575" y="88416"/>
                  <a:pt x="348876" y="88416"/>
                </a:cubicBezTo>
                <a:close/>
                <a:moveTo>
                  <a:pt x="356275" y="349401"/>
                </a:moveTo>
                <a:cubicBezTo>
                  <a:pt x="356275" y="353116"/>
                  <a:pt x="352575" y="356830"/>
                  <a:pt x="348876" y="356830"/>
                </a:cubicBezTo>
                <a:lnTo>
                  <a:pt x="7399" y="356830"/>
                </a:lnTo>
                <a:cubicBezTo>
                  <a:pt x="3699" y="356830"/>
                  <a:pt x="0" y="353116"/>
                  <a:pt x="0" y="349401"/>
                </a:cubicBezTo>
                <a:cubicBezTo>
                  <a:pt x="0" y="345686"/>
                  <a:pt x="3699" y="341971"/>
                  <a:pt x="7399" y="341971"/>
                </a:cubicBezTo>
                <a:lnTo>
                  <a:pt x="282098" y="341971"/>
                </a:lnTo>
                <a:lnTo>
                  <a:pt x="282098" y="297204"/>
                </a:lnTo>
                <a:lnTo>
                  <a:pt x="230118" y="297204"/>
                </a:lnTo>
                <a:cubicBezTo>
                  <a:pt x="226418" y="297204"/>
                  <a:pt x="222719" y="293489"/>
                  <a:pt x="222719" y="289774"/>
                </a:cubicBezTo>
                <a:lnTo>
                  <a:pt x="222719" y="237577"/>
                </a:lnTo>
                <a:lnTo>
                  <a:pt x="170739" y="237577"/>
                </a:lnTo>
                <a:cubicBezTo>
                  <a:pt x="167039" y="237577"/>
                  <a:pt x="163340" y="233863"/>
                  <a:pt x="163340" y="230148"/>
                </a:cubicBezTo>
                <a:lnTo>
                  <a:pt x="163340" y="177951"/>
                </a:lnTo>
                <a:lnTo>
                  <a:pt x="111360" y="177951"/>
                </a:lnTo>
                <a:cubicBezTo>
                  <a:pt x="107660" y="177951"/>
                  <a:pt x="103961" y="174236"/>
                  <a:pt x="103961" y="170521"/>
                </a:cubicBezTo>
                <a:lnTo>
                  <a:pt x="103961" y="118324"/>
                </a:lnTo>
                <a:lnTo>
                  <a:pt x="7494" y="118324"/>
                </a:lnTo>
                <a:cubicBezTo>
                  <a:pt x="3794" y="118324"/>
                  <a:pt x="95" y="114610"/>
                  <a:pt x="95" y="110895"/>
                </a:cubicBezTo>
                <a:cubicBezTo>
                  <a:pt x="95" y="107180"/>
                  <a:pt x="3794" y="103465"/>
                  <a:pt x="7494" y="103465"/>
                </a:cubicBezTo>
                <a:lnTo>
                  <a:pt x="111454" y="103465"/>
                </a:lnTo>
                <a:cubicBezTo>
                  <a:pt x="115154" y="103465"/>
                  <a:pt x="118853" y="107180"/>
                  <a:pt x="118853" y="110895"/>
                </a:cubicBezTo>
                <a:lnTo>
                  <a:pt x="118853" y="163092"/>
                </a:lnTo>
                <a:lnTo>
                  <a:pt x="170833" y="163092"/>
                </a:lnTo>
                <a:cubicBezTo>
                  <a:pt x="174533" y="163092"/>
                  <a:pt x="178232" y="166807"/>
                  <a:pt x="178232" y="170521"/>
                </a:cubicBezTo>
                <a:lnTo>
                  <a:pt x="178232" y="222718"/>
                </a:lnTo>
                <a:lnTo>
                  <a:pt x="230213" y="222718"/>
                </a:lnTo>
                <a:cubicBezTo>
                  <a:pt x="233912" y="222718"/>
                  <a:pt x="237611" y="226433"/>
                  <a:pt x="237611" y="230148"/>
                </a:cubicBezTo>
                <a:lnTo>
                  <a:pt x="237611" y="282345"/>
                </a:lnTo>
                <a:lnTo>
                  <a:pt x="289592" y="282345"/>
                </a:lnTo>
                <a:cubicBezTo>
                  <a:pt x="293291" y="282345"/>
                  <a:pt x="296990" y="286060"/>
                  <a:pt x="296990" y="289774"/>
                </a:cubicBezTo>
                <a:lnTo>
                  <a:pt x="296990" y="341971"/>
                </a:lnTo>
                <a:lnTo>
                  <a:pt x="348971" y="341971"/>
                </a:lnTo>
                <a:cubicBezTo>
                  <a:pt x="352670" y="341971"/>
                  <a:pt x="356369" y="345686"/>
                  <a:pt x="356369" y="349401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2" name="Graphic 117">
            <a:extLst>
              <a:ext uri="{FF2B5EF4-FFF2-40B4-BE49-F238E27FC236}">
                <a16:creationId xmlns:a16="http://schemas.microsoft.com/office/drawing/2014/main" id="{4E4B7131-1240-2832-1732-3F3FB610BE69}"/>
              </a:ext>
            </a:extLst>
          </p:cNvPr>
          <p:cNvSpPr/>
          <p:nvPr/>
        </p:nvSpPr>
        <p:spPr>
          <a:xfrm>
            <a:off x="2966195" y="3495738"/>
            <a:ext cx="474337" cy="474951"/>
          </a:xfrm>
          <a:custGeom>
            <a:avLst/>
            <a:gdLst>
              <a:gd name="connsiteX0" fmla="*/ 348781 w 356369"/>
              <a:gd name="connsiteY0" fmla="*/ 88511 h 356830"/>
              <a:gd name="connsiteX1" fmla="*/ 341382 w 356369"/>
              <a:gd name="connsiteY1" fmla="*/ 95941 h 356830"/>
              <a:gd name="connsiteX2" fmla="*/ 341382 w 356369"/>
              <a:gd name="connsiteY2" fmla="*/ 151852 h 356830"/>
              <a:gd name="connsiteX3" fmla="*/ 189235 w 356369"/>
              <a:gd name="connsiteY3" fmla="*/ 2786 h 356830"/>
              <a:gd name="connsiteX4" fmla="*/ 181837 w 356369"/>
              <a:gd name="connsiteY4" fmla="*/ 2786 h 356830"/>
              <a:gd name="connsiteX5" fmla="*/ 181837 w 356369"/>
              <a:gd name="connsiteY5" fmla="*/ 10216 h 356830"/>
              <a:gd name="connsiteX6" fmla="*/ 330284 w 356369"/>
              <a:gd name="connsiteY6" fmla="*/ 162997 h 356830"/>
              <a:gd name="connsiteX7" fmla="*/ 274605 w 356369"/>
              <a:gd name="connsiteY7" fmla="*/ 162997 h 356830"/>
              <a:gd name="connsiteX8" fmla="*/ 267206 w 356369"/>
              <a:gd name="connsiteY8" fmla="*/ 170426 h 356830"/>
              <a:gd name="connsiteX9" fmla="*/ 274605 w 356369"/>
              <a:gd name="connsiteY9" fmla="*/ 177856 h 356830"/>
              <a:gd name="connsiteX10" fmla="*/ 352575 w 356369"/>
              <a:gd name="connsiteY10" fmla="*/ 177856 h 356830"/>
              <a:gd name="connsiteX11" fmla="*/ 356275 w 356369"/>
              <a:gd name="connsiteY11" fmla="*/ 174141 h 356830"/>
              <a:gd name="connsiteX12" fmla="*/ 356275 w 356369"/>
              <a:gd name="connsiteY12" fmla="*/ 95845 h 356830"/>
              <a:gd name="connsiteX13" fmla="*/ 348876 w 356369"/>
              <a:gd name="connsiteY13" fmla="*/ 88416 h 356830"/>
              <a:gd name="connsiteX14" fmla="*/ 356275 w 356369"/>
              <a:gd name="connsiteY14" fmla="*/ 349401 h 356830"/>
              <a:gd name="connsiteX15" fmla="*/ 348876 w 356369"/>
              <a:gd name="connsiteY15" fmla="*/ 356830 h 356830"/>
              <a:gd name="connsiteX16" fmla="*/ 7399 w 356369"/>
              <a:gd name="connsiteY16" fmla="*/ 356830 h 356830"/>
              <a:gd name="connsiteX17" fmla="*/ 0 w 356369"/>
              <a:gd name="connsiteY17" fmla="*/ 349401 h 356830"/>
              <a:gd name="connsiteX18" fmla="*/ 7399 w 356369"/>
              <a:gd name="connsiteY18" fmla="*/ 341971 h 356830"/>
              <a:gd name="connsiteX19" fmla="*/ 282098 w 356369"/>
              <a:gd name="connsiteY19" fmla="*/ 341971 h 356830"/>
              <a:gd name="connsiteX20" fmla="*/ 282098 w 356369"/>
              <a:gd name="connsiteY20" fmla="*/ 297204 h 356830"/>
              <a:gd name="connsiteX21" fmla="*/ 230118 w 356369"/>
              <a:gd name="connsiteY21" fmla="*/ 297204 h 356830"/>
              <a:gd name="connsiteX22" fmla="*/ 222719 w 356369"/>
              <a:gd name="connsiteY22" fmla="*/ 289774 h 356830"/>
              <a:gd name="connsiteX23" fmla="*/ 222719 w 356369"/>
              <a:gd name="connsiteY23" fmla="*/ 237577 h 356830"/>
              <a:gd name="connsiteX24" fmla="*/ 170739 w 356369"/>
              <a:gd name="connsiteY24" fmla="*/ 237577 h 356830"/>
              <a:gd name="connsiteX25" fmla="*/ 163340 w 356369"/>
              <a:gd name="connsiteY25" fmla="*/ 230148 h 356830"/>
              <a:gd name="connsiteX26" fmla="*/ 163340 w 356369"/>
              <a:gd name="connsiteY26" fmla="*/ 177951 h 356830"/>
              <a:gd name="connsiteX27" fmla="*/ 111360 w 356369"/>
              <a:gd name="connsiteY27" fmla="*/ 177951 h 356830"/>
              <a:gd name="connsiteX28" fmla="*/ 103961 w 356369"/>
              <a:gd name="connsiteY28" fmla="*/ 170521 h 356830"/>
              <a:gd name="connsiteX29" fmla="*/ 103961 w 356369"/>
              <a:gd name="connsiteY29" fmla="*/ 118324 h 356830"/>
              <a:gd name="connsiteX30" fmla="*/ 7494 w 356369"/>
              <a:gd name="connsiteY30" fmla="*/ 118324 h 356830"/>
              <a:gd name="connsiteX31" fmla="*/ 95 w 356369"/>
              <a:gd name="connsiteY31" fmla="*/ 110895 h 356830"/>
              <a:gd name="connsiteX32" fmla="*/ 7494 w 356369"/>
              <a:gd name="connsiteY32" fmla="*/ 103465 h 356830"/>
              <a:gd name="connsiteX33" fmla="*/ 111454 w 356369"/>
              <a:gd name="connsiteY33" fmla="*/ 103465 h 356830"/>
              <a:gd name="connsiteX34" fmla="*/ 118853 w 356369"/>
              <a:gd name="connsiteY34" fmla="*/ 110895 h 356830"/>
              <a:gd name="connsiteX35" fmla="*/ 118853 w 356369"/>
              <a:gd name="connsiteY35" fmla="*/ 163092 h 356830"/>
              <a:gd name="connsiteX36" fmla="*/ 170833 w 356369"/>
              <a:gd name="connsiteY36" fmla="*/ 163092 h 356830"/>
              <a:gd name="connsiteX37" fmla="*/ 178232 w 356369"/>
              <a:gd name="connsiteY37" fmla="*/ 170521 h 356830"/>
              <a:gd name="connsiteX38" fmla="*/ 178232 w 356369"/>
              <a:gd name="connsiteY38" fmla="*/ 222718 h 356830"/>
              <a:gd name="connsiteX39" fmla="*/ 230213 w 356369"/>
              <a:gd name="connsiteY39" fmla="*/ 222718 h 356830"/>
              <a:gd name="connsiteX40" fmla="*/ 237611 w 356369"/>
              <a:gd name="connsiteY40" fmla="*/ 230148 h 356830"/>
              <a:gd name="connsiteX41" fmla="*/ 237611 w 356369"/>
              <a:gd name="connsiteY41" fmla="*/ 282345 h 356830"/>
              <a:gd name="connsiteX42" fmla="*/ 289592 w 356369"/>
              <a:gd name="connsiteY42" fmla="*/ 282345 h 356830"/>
              <a:gd name="connsiteX43" fmla="*/ 296990 w 356369"/>
              <a:gd name="connsiteY43" fmla="*/ 289774 h 356830"/>
              <a:gd name="connsiteX44" fmla="*/ 296990 w 356369"/>
              <a:gd name="connsiteY44" fmla="*/ 341971 h 356830"/>
              <a:gd name="connsiteX45" fmla="*/ 348971 w 356369"/>
              <a:gd name="connsiteY45" fmla="*/ 341971 h 356830"/>
              <a:gd name="connsiteX46" fmla="*/ 356369 w 356369"/>
              <a:gd name="connsiteY46" fmla="*/ 349401 h 356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6369" h="356830">
                <a:moveTo>
                  <a:pt x="348781" y="88511"/>
                </a:moveTo>
                <a:cubicBezTo>
                  <a:pt x="345082" y="88511"/>
                  <a:pt x="341382" y="92226"/>
                  <a:pt x="341382" y="95941"/>
                </a:cubicBezTo>
                <a:lnTo>
                  <a:pt x="341382" y="151852"/>
                </a:lnTo>
                <a:lnTo>
                  <a:pt x="189235" y="2786"/>
                </a:lnTo>
                <a:cubicBezTo>
                  <a:pt x="189235" y="-929"/>
                  <a:pt x="181837" y="-929"/>
                  <a:pt x="181837" y="2786"/>
                </a:cubicBezTo>
                <a:cubicBezTo>
                  <a:pt x="178137" y="2786"/>
                  <a:pt x="178137" y="10216"/>
                  <a:pt x="181837" y="10216"/>
                </a:cubicBezTo>
                <a:lnTo>
                  <a:pt x="330284" y="162997"/>
                </a:lnTo>
                <a:lnTo>
                  <a:pt x="274605" y="162997"/>
                </a:lnTo>
                <a:cubicBezTo>
                  <a:pt x="270905" y="162997"/>
                  <a:pt x="267206" y="166711"/>
                  <a:pt x="267206" y="170426"/>
                </a:cubicBezTo>
                <a:cubicBezTo>
                  <a:pt x="267206" y="174141"/>
                  <a:pt x="270905" y="177856"/>
                  <a:pt x="274605" y="177856"/>
                </a:cubicBezTo>
                <a:lnTo>
                  <a:pt x="352575" y="177856"/>
                </a:lnTo>
                <a:lnTo>
                  <a:pt x="356275" y="174141"/>
                </a:lnTo>
                <a:lnTo>
                  <a:pt x="356275" y="95845"/>
                </a:lnTo>
                <a:cubicBezTo>
                  <a:pt x="356275" y="92131"/>
                  <a:pt x="352575" y="88416"/>
                  <a:pt x="348876" y="88416"/>
                </a:cubicBezTo>
                <a:close/>
                <a:moveTo>
                  <a:pt x="356275" y="349401"/>
                </a:moveTo>
                <a:cubicBezTo>
                  <a:pt x="356275" y="353116"/>
                  <a:pt x="352575" y="356830"/>
                  <a:pt x="348876" y="356830"/>
                </a:cubicBezTo>
                <a:lnTo>
                  <a:pt x="7399" y="356830"/>
                </a:lnTo>
                <a:cubicBezTo>
                  <a:pt x="3699" y="356830"/>
                  <a:pt x="0" y="353116"/>
                  <a:pt x="0" y="349401"/>
                </a:cubicBezTo>
                <a:cubicBezTo>
                  <a:pt x="0" y="345686"/>
                  <a:pt x="3699" y="341971"/>
                  <a:pt x="7399" y="341971"/>
                </a:cubicBezTo>
                <a:lnTo>
                  <a:pt x="282098" y="341971"/>
                </a:lnTo>
                <a:lnTo>
                  <a:pt x="282098" y="297204"/>
                </a:lnTo>
                <a:lnTo>
                  <a:pt x="230118" y="297204"/>
                </a:lnTo>
                <a:cubicBezTo>
                  <a:pt x="226418" y="297204"/>
                  <a:pt x="222719" y="293489"/>
                  <a:pt x="222719" y="289774"/>
                </a:cubicBezTo>
                <a:lnTo>
                  <a:pt x="222719" y="237577"/>
                </a:lnTo>
                <a:lnTo>
                  <a:pt x="170739" y="237577"/>
                </a:lnTo>
                <a:cubicBezTo>
                  <a:pt x="167039" y="237577"/>
                  <a:pt x="163340" y="233863"/>
                  <a:pt x="163340" y="230148"/>
                </a:cubicBezTo>
                <a:lnTo>
                  <a:pt x="163340" y="177951"/>
                </a:lnTo>
                <a:lnTo>
                  <a:pt x="111360" y="177951"/>
                </a:lnTo>
                <a:cubicBezTo>
                  <a:pt x="107660" y="177951"/>
                  <a:pt x="103961" y="174236"/>
                  <a:pt x="103961" y="170521"/>
                </a:cubicBezTo>
                <a:lnTo>
                  <a:pt x="103961" y="118324"/>
                </a:lnTo>
                <a:lnTo>
                  <a:pt x="7494" y="118324"/>
                </a:lnTo>
                <a:cubicBezTo>
                  <a:pt x="3794" y="118324"/>
                  <a:pt x="95" y="114610"/>
                  <a:pt x="95" y="110895"/>
                </a:cubicBezTo>
                <a:cubicBezTo>
                  <a:pt x="95" y="107180"/>
                  <a:pt x="3794" y="103465"/>
                  <a:pt x="7494" y="103465"/>
                </a:cubicBezTo>
                <a:lnTo>
                  <a:pt x="111454" y="103465"/>
                </a:lnTo>
                <a:cubicBezTo>
                  <a:pt x="115154" y="103465"/>
                  <a:pt x="118853" y="107180"/>
                  <a:pt x="118853" y="110895"/>
                </a:cubicBezTo>
                <a:lnTo>
                  <a:pt x="118853" y="163092"/>
                </a:lnTo>
                <a:lnTo>
                  <a:pt x="170833" y="163092"/>
                </a:lnTo>
                <a:cubicBezTo>
                  <a:pt x="174533" y="163092"/>
                  <a:pt x="178232" y="166807"/>
                  <a:pt x="178232" y="170521"/>
                </a:cubicBezTo>
                <a:lnTo>
                  <a:pt x="178232" y="222718"/>
                </a:lnTo>
                <a:lnTo>
                  <a:pt x="230213" y="222718"/>
                </a:lnTo>
                <a:cubicBezTo>
                  <a:pt x="233912" y="222718"/>
                  <a:pt x="237611" y="226433"/>
                  <a:pt x="237611" y="230148"/>
                </a:cubicBezTo>
                <a:lnTo>
                  <a:pt x="237611" y="282345"/>
                </a:lnTo>
                <a:lnTo>
                  <a:pt x="289592" y="282345"/>
                </a:lnTo>
                <a:cubicBezTo>
                  <a:pt x="293291" y="282345"/>
                  <a:pt x="296990" y="286060"/>
                  <a:pt x="296990" y="289774"/>
                </a:cubicBezTo>
                <a:lnTo>
                  <a:pt x="296990" y="341971"/>
                </a:lnTo>
                <a:lnTo>
                  <a:pt x="348971" y="341971"/>
                </a:lnTo>
                <a:cubicBezTo>
                  <a:pt x="352670" y="341971"/>
                  <a:pt x="356369" y="345686"/>
                  <a:pt x="356369" y="349401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5" name="Graphic 123">
            <a:extLst>
              <a:ext uri="{FF2B5EF4-FFF2-40B4-BE49-F238E27FC236}">
                <a16:creationId xmlns:a16="http://schemas.microsoft.com/office/drawing/2014/main" id="{C2A5AEA0-F9E2-FC98-D1EE-C6B954928FB4}"/>
              </a:ext>
            </a:extLst>
          </p:cNvPr>
          <p:cNvSpPr/>
          <p:nvPr/>
        </p:nvSpPr>
        <p:spPr>
          <a:xfrm>
            <a:off x="3919350" y="2857499"/>
            <a:ext cx="338751" cy="452789"/>
          </a:xfrm>
          <a:custGeom>
            <a:avLst/>
            <a:gdLst>
              <a:gd name="connsiteX0" fmla="*/ 112782 w 254400"/>
              <a:gd name="connsiteY0" fmla="*/ 212693 h 340042"/>
              <a:gd name="connsiteX1" fmla="*/ 127105 w 254400"/>
              <a:gd name="connsiteY1" fmla="*/ 198692 h 340042"/>
              <a:gd name="connsiteX2" fmla="*/ 141428 w 254400"/>
              <a:gd name="connsiteY2" fmla="*/ 212693 h 340042"/>
              <a:gd name="connsiteX3" fmla="*/ 134314 w 254400"/>
              <a:gd name="connsiteY3" fmla="*/ 224695 h 340042"/>
              <a:gd name="connsiteX4" fmla="*/ 134314 w 254400"/>
              <a:gd name="connsiteY4" fmla="*/ 261842 h 340042"/>
              <a:gd name="connsiteX5" fmla="*/ 127200 w 254400"/>
              <a:gd name="connsiteY5" fmla="*/ 268891 h 340042"/>
              <a:gd name="connsiteX6" fmla="*/ 120086 w 254400"/>
              <a:gd name="connsiteY6" fmla="*/ 261842 h 340042"/>
              <a:gd name="connsiteX7" fmla="*/ 120086 w 254400"/>
              <a:gd name="connsiteY7" fmla="*/ 224695 h 340042"/>
              <a:gd name="connsiteX8" fmla="*/ 112972 w 254400"/>
              <a:gd name="connsiteY8" fmla="*/ 212693 h 340042"/>
              <a:gd name="connsiteX9" fmla="*/ 254306 w 254400"/>
              <a:gd name="connsiteY9" fmla="*/ 134779 h 340042"/>
              <a:gd name="connsiteX10" fmla="*/ 254306 w 254400"/>
              <a:gd name="connsiteY10" fmla="*/ 332994 h 340042"/>
              <a:gd name="connsiteX11" fmla="*/ 247286 w 254400"/>
              <a:gd name="connsiteY11" fmla="*/ 340042 h 340042"/>
              <a:gd name="connsiteX12" fmla="*/ 7019 w 254400"/>
              <a:gd name="connsiteY12" fmla="*/ 340042 h 340042"/>
              <a:gd name="connsiteX13" fmla="*/ 0 w 254400"/>
              <a:gd name="connsiteY13" fmla="*/ 332994 h 340042"/>
              <a:gd name="connsiteX14" fmla="*/ 0 w 254400"/>
              <a:gd name="connsiteY14" fmla="*/ 134779 h 340042"/>
              <a:gd name="connsiteX15" fmla="*/ 7019 w 254400"/>
              <a:gd name="connsiteY15" fmla="*/ 127730 h 340042"/>
              <a:gd name="connsiteX16" fmla="*/ 42116 w 254400"/>
              <a:gd name="connsiteY16" fmla="*/ 127730 h 340042"/>
              <a:gd name="connsiteX17" fmla="*/ 42116 w 254400"/>
              <a:gd name="connsiteY17" fmla="*/ 84773 h 340042"/>
              <a:gd name="connsiteX18" fmla="*/ 127200 w 254400"/>
              <a:gd name="connsiteY18" fmla="*/ 0 h 340042"/>
              <a:gd name="connsiteX19" fmla="*/ 212285 w 254400"/>
              <a:gd name="connsiteY19" fmla="*/ 84773 h 340042"/>
              <a:gd name="connsiteX20" fmla="*/ 212285 w 254400"/>
              <a:gd name="connsiteY20" fmla="*/ 127730 h 340042"/>
              <a:gd name="connsiteX21" fmla="*/ 247381 w 254400"/>
              <a:gd name="connsiteY21" fmla="*/ 127730 h 340042"/>
              <a:gd name="connsiteX22" fmla="*/ 254400 w 254400"/>
              <a:gd name="connsiteY22" fmla="*/ 134779 h 340042"/>
              <a:gd name="connsiteX23" fmla="*/ 56249 w 254400"/>
              <a:gd name="connsiteY23" fmla="*/ 127159 h 340042"/>
              <a:gd name="connsiteX24" fmla="*/ 198057 w 254400"/>
              <a:gd name="connsiteY24" fmla="*/ 127159 h 340042"/>
              <a:gd name="connsiteX25" fmla="*/ 198057 w 254400"/>
              <a:gd name="connsiteY25" fmla="*/ 84773 h 340042"/>
              <a:gd name="connsiteX26" fmla="*/ 127200 w 254400"/>
              <a:gd name="connsiteY26" fmla="*/ 14097 h 340042"/>
              <a:gd name="connsiteX27" fmla="*/ 56344 w 254400"/>
              <a:gd name="connsiteY27" fmla="*/ 84773 h 340042"/>
              <a:gd name="connsiteX28" fmla="*/ 56344 w 254400"/>
              <a:gd name="connsiteY28" fmla="*/ 127159 h 340042"/>
              <a:gd name="connsiteX29" fmla="*/ 240172 w 254400"/>
              <a:gd name="connsiteY29" fmla="*/ 141827 h 340042"/>
              <a:gd name="connsiteX30" fmla="*/ 14038 w 254400"/>
              <a:gd name="connsiteY30" fmla="*/ 141827 h 340042"/>
              <a:gd name="connsiteX31" fmla="*/ 14038 w 254400"/>
              <a:gd name="connsiteY31" fmla="*/ 325850 h 340042"/>
              <a:gd name="connsiteX32" fmla="*/ 240172 w 254400"/>
              <a:gd name="connsiteY32" fmla="*/ 325850 h 340042"/>
              <a:gd name="connsiteX33" fmla="*/ 240172 w 254400"/>
              <a:gd name="connsiteY33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54400" h="340042">
                <a:moveTo>
                  <a:pt x="112782" y="212693"/>
                </a:moveTo>
                <a:cubicBezTo>
                  <a:pt x="112782" y="204978"/>
                  <a:pt x="119232" y="198692"/>
                  <a:pt x="127105" y="198692"/>
                </a:cubicBezTo>
                <a:cubicBezTo>
                  <a:pt x="134978" y="198692"/>
                  <a:pt x="141428" y="204978"/>
                  <a:pt x="141428" y="212693"/>
                </a:cubicBezTo>
                <a:cubicBezTo>
                  <a:pt x="141428" y="217837"/>
                  <a:pt x="138488" y="222314"/>
                  <a:pt x="134314" y="224695"/>
                </a:cubicBezTo>
                <a:lnTo>
                  <a:pt x="134314" y="261842"/>
                </a:lnTo>
                <a:cubicBezTo>
                  <a:pt x="134314" y="266605"/>
                  <a:pt x="131943" y="268891"/>
                  <a:pt x="127200" y="268891"/>
                </a:cubicBezTo>
                <a:cubicBezTo>
                  <a:pt x="123596" y="268891"/>
                  <a:pt x="120086" y="266510"/>
                  <a:pt x="120086" y="261842"/>
                </a:cubicBezTo>
                <a:lnTo>
                  <a:pt x="120086" y="224695"/>
                </a:lnTo>
                <a:cubicBezTo>
                  <a:pt x="115818" y="222314"/>
                  <a:pt x="112972" y="217837"/>
                  <a:pt x="112972" y="212693"/>
                </a:cubicBezTo>
                <a:close/>
                <a:moveTo>
                  <a:pt x="254306" y="134779"/>
                </a:moveTo>
                <a:lnTo>
                  <a:pt x="254306" y="332994"/>
                </a:lnTo>
                <a:cubicBezTo>
                  <a:pt x="254306" y="337757"/>
                  <a:pt x="251934" y="340042"/>
                  <a:pt x="247286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42116" y="127730"/>
                </a:lnTo>
                <a:lnTo>
                  <a:pt x="42116" y="84773"/>
                </a:lnTo>
                <a:cubicBezTo>
                  <a:pt x="42116" y="38862"/>
                  <a:pt x="81101" y="0"/>
                  <a:pt x="127200" y="0"/>
                </a:cubicBezTo>
                <a:cubicBezTo>
                  <a:pt x="173300" y="0"/>
                  <a:pt x="212285" y="38862"/>
                  <a:pt x="212285" y="84773"/>
                </a:cubicBezTo>
                <a:lnTo>
                  <a:pt x="212285" y="127730"/>
                </a:lnTo>
                <a:lnTo>
                  <a:pt x="247381" y="127730"/>
                </a:lnTo>
                <a:cubicBezTo>
                  <a:pt x="252124" y="127730"/>
                  <a:pt x="254400" y="131254"/>
                  <a:pt x="254400" y="134779"/>
                </a:cubicBezTo>
                <a:close/>
                <a:moveTo>
                  <a:pt x="56249" y="127159"/>
                </a:moveTo>
                <a:lnTo>
                  <a:pt x="198057" y="127159"/>
                </a:lnTo>
                <a:lnTo>
                  <a:pt x="198057" y="84773"/>
                </a:lnTo>
                <a:cubicBezTo>
                  <a:pt x="198057" y="45910"/>
                  <a:pt x="166186" y="14097"/>
                  <a:pt x="127200" y="14097"/>
                </a:cubicBezTo>
                <a:cubicBezTo>
                  <a:pt x="88215" y="14097"/>
                  <a:pt x="56344" y="45910"/>
                  <a:pt x="56344" y="84773"/>
                </a:cubicBezTo>
                <a:lnTo>
                  <a:pt x="56344" y="127159"/>
                </a:lnTo>
                <a:close/>
                <a:moveTo>
                  <a:pt x="240172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40172" y="325850"/>
                </a:lnTo>
                <a:lnTo>
                  <a:pt x="240172" y="14182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6" name="Graphic 123">
            <a:extLst>
              <a:ext uri="{FF2B5EF4-FFF2-40B4-BE49-F238E27FC236}">
                <a16:creationId xmlns:a16="http://schemas.microsoft.com/office/drawing/2014/main" id="{517A347A-146A-6D5F-C003-7CBEA114043F}"/>
              </a:ext>
            </a:extLst>
          </p:cNvPr>
          <p:cNvSpPr/>
          <p:nvPr/>
        </p:nvSpPr>
        <p:spPr>
          <a:xfrm>
            <a:off x="4681350" y="2857499"/>
            <a:ext cx="338751" cy="452789"/>
          </a:xfrm>
          <a:custGeom>
            <a:avLst/>
            <a:gdLst>
              <a:gd name="connsiteX0" fmla="*/ 112782 w 254400"/>
              <a:gd name="connsiteY0" fmla="*/ 212693 h 340042"/>
              <a:gd name="connsiteX1" fmla="*/ 127105 w 254400"/>
              <a:gd name="connsiteY1" fmla="*/ 198692 h 340042"/>
              <a:gd name="connsiteX2" fmla="*/ 141428 w 254400"/>
              <a:gd name="connsiteY2" fmla="*/ 212693 h 340042"/>
              <a:gd name="connsiteX3" fmla="*/ 134314 w 254400"/>
              <a:gd name="connsiteY3" fmla="*/ 224695 h 340042"/>
              <a:gd name="connsiteX4" fmla="*/ 134314 w 254400"/>
              <a:gd name="connsiteY4" fmla="*/ 261842 h 340042"/>
              <a:gd name="connsiteX5" fmla="*/ 127200 w 254400"/>
              <a:gd name="connsiteY5" fmla="*/ 268891 h 340042"/>
              <a:gd name="connsiteX6" fmla="*/ 120086 w 254400"/>
              <a:gd name="connsiteY6" fmla="*/ 261842 h 340042"/>
              <a:gd name="connsiteX7" fmla="*/ 120086 w 254400"/>
              <a:gd name="connsiteY7" fmla="*/ 224695 h 340042"/>
              <a:gd name="connsiteX8" fmla="*/ 112972 w 254400"/>
              <a:gd name="connsiteY8" fmla="*/ 212693 h 340042"/>
              <a:gd name="connsiteX9" fmla="*/ 254306 w 254400"/>
              <a:gd name="connsiteY9" fmla="*/ 134779 h 340042"/>
              <a:gd name="connsiteX10" fmla="*/ 254306 w 254400"/>
              <a:gd name="connsiteY10" fmla="*/ 332994 h 340042"/>
              <a:gd name="connsiteX11" fmla="*/ 247286 w 254400"/>
              <a:gd name="connsiteY11" fmla="*/ 340042 h 340042"/>
              <a:gd name="connsiteX12" fmla="*/ 7019 w 254400"/>
              <a:gd name="connsiteY12" fmla="*/ 340042 h 340042"/>
              <a:gd name="connsiteX13" fmla="*/ 0 w 254400"/>
              <a:gd name="connsiteY13" fmla="*/ 332994 h 340042"/>
              <a:gd name="connsiteX14" fmla="*/ 0 w 254400"/>
              <a:gd name="connsiteY14" fmla="*/ 134779 h 340042"/>
              <a:gd name="connsiteX15" fmla="*/ 7019 w 254400"/>
              <a:gd name="connsiteY15" fmla="*/ 127730 h 340042"/>
              <a:gd name="connsiteX16" fmla="*/ 42116 w 254400"/>
              <a:gd name="connsiteY16" fmla="*/ 127730 h 340042"/>
              <a:gd name="connsiteX17" fmla="*/ 42116 w 254400"/>
              <a:gd name="connsiteY17" fmla="*/ 84773 h 340042"/>
              <a:gd name="connsiteX18" fmla="*/ 127200 w 254400"/>
              <a:gd name="connsiteY18" fmla="*/ 0 h 340042"/>
              <a:gd name="connsiteX19" fmla="*/ 212285 w 254400"/>
              <a:gd name="connsiteY19" fmla="*/ 84773 h 340042"/>
              <a:gd name="connsiteX20" fmla="*/ 212285 w 254400"/>
              <a:gd name="connsiteY20" fmla="*/ 127730 h 340042"/>
              <a:gd name="connsiteX21" fmla="*/ 247381 w 254400"/>
              <a:gd name="connsiteY21" fmla="*/ 127730 h 340042"/>
              <a:gd name="connsiteX22" fmla="*/ 254400 w 254400"/>
              <a:gd name="connsiteY22" fmla="*/ 134779 h 340042"/>
              <a:gd name="connsiteX23" fmla="*/ 56249 w 254400"/>
              <a:gd name="connsiteY23" fmla="*/ 127159 h 340042"/>
              <a:gd name="connsiteX24" fmla="*/ 198057 w 254400"/>
              <a:gd name="connsiteY24" fmla="*/ 127159 h 340042"/>
              <a:gd name="connsiteX25" fmla="*/ 198057 w 254400"/>
              <a:gd name="connsiteY25" fmla="*/ 84773 h 340042"/>
              <a:gd name="connsiteX26" fmla="*/ 127200 w 254400"/>
              <a:gd name="connsiteY26" fmla="*/ 14097 h 340042"/>
              <a:gd name="connsiteX27" fmla="*/ 56344 w 254400"/>
              <a:gd name="connsiteY27" fmla="*/ 84773 h 340042"/>
              <a:gd name="connsiteX28" fmla="*/ 56344 w 254400"/>
              <a:gd name="connsiteY28" fmla="*/ 127159 h 340042"/>
              <a:gd name="connsiteX29" fmla="*/ 240172 w 254400"/>
              <a:gd name="connsiteY29" fmla="*/ 141827 h 340042"/>
              <a:gd name="connsiteX30" fmla="*/ 14038 w 254400"/>
              <a:gd name="connsiteY30" fmla="*/ 141827 h 340042"/>
              <a:gd name="connsiteX31" fmla="*/ 14038 w 254400"/>
              <a:gd name="connsiteY31" fmla="*/ 325850 h 340042"/>
              <a:gd name="connsiteX32" fmla="*/ 240172 w 254400"/>
              <a:gd name="connsiteY32" fmla="*/ 325850 h 340042"/>
              <a:gd name="connsiteX33" fmla="*/ 240172 w 254400"/>
              <a:gd name="connsiteY33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54400" h="340042">
                <a:moveTo>
                  <a:pt x="112782" y="212693"/>
                </a:moveTo>
                <a:cubicBezTo>
                  <a:pt x="112782" y="204978"/>
                  <a:pt x="119232" y="198692"/>
                  <a:pt x="127105" y="198692"/>
                </a:cubicBezTo>
                <a:cubicBezTo>
                  <a:pt x="134978" y="198692"/>
                  <a:pt x="141428" y="204978"/>
                  <a:pt x="141428" y="212693"/>
                </a:cubicBezTo>
                <a:cubicBezTo>
                  <a:pt x="141428" y="217837"/>
                  <a:pt x="138488" y="222314"/>
                  <a:pt x="134314" y="224695"/>
                </a:cubicBezTo>
                <a:lnTo>
                  <a:pt x="134314" y="261842"/>
                </a:lnTo>
                <a:cubicBezTo>
                  <a:pt x="134314" y="266605"/>
                  <a:pt x="131943" y="268891"/>
                  <a:pt x="127200" y="268891"/>
                </a:cubicBezTo>
                <a:cubicBezTo>
                  <a:pt x="123596" y="268891"/>
                  <a:pt x="120086" y="266510"/>
                  <a:pt x="120086" y="261842"/>
                </a:cubicBezTo>
                <a:lnTo>
                  <a:pt x="120086" y="224695"/>
                </a:lnTo>
                <a:cubicBezTo>
                  <a:pt x="115818" y="222314"/>
                  <a:pt x="112972" y="217837"/>
                  <a:pt x="112972" y="212693"/>
                </a:cubicBezTo>
                <a:close/>
                <a:moveTo>
                  <a:pt x="254306" y="134779"/>
                </a:moveTo>
                <a:lnTo>
                  <a:pt x="254306" y="332994"/>
                </a:lnTo>
                <a:cubicBezTo>
                  <a:pt x="254306" y="337757"/>
                  <a:pt x="251934" y="340042"/>
                  <a:pt x="247286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42116" y="127730"/>
                </a:lnTo>
                <a:lnTo>
                  <a:pt x="42116" y="84773"/>
                </a:lnTo>
                <a:cubicBezTo>
                  <a:pt x="42116" y="38862"/>
                  <a:pt x="81101" y="0"/>
                  <a:pt x="127200" y="0"/>
                </a:cubicBezTo>
                <a:cubicBezTo>
                  <a:pt x="173300" y="0"/>
                  <a:pt x="212285" y="38862"/>
                  <a:pt x="212285" y="84773"/>
                </a:cubicBezTo>
                <a:lnTo>
                  <a:pt x="212285" y="127730"/>
                </a:lnTo>
                <a:lnTo>
                  <a:pt x="247381" y="127730"/>
                </a:lnTo>
                <a:cubicBezTo>
                  <a:pt x="252124" y="127730"/>
                  <a:pt x="254400" y="131254"/>
                  <a:pt x="254400" y="134779"/>
                </a:cubicBezTo>
                <a:close/>
                <a:moveTo>
                  <a:pt x="56249" y="127159"/>
                </a:moveTo>
                <a:lnTo>
                  <a:pt x="198057" y="127159"/>
                </a:lnTo>
                <a:lnTo>
                  <a:pt x="198057" y="84773"/>
                </a:lnTo>
                <a:cubicBezTo>
                  <a:pt x="198057" y="45910"/>
                  <a:pt x="166186" y="14097"/>
                  <a:pt x="127200" y="14097"/>
                </a:cubicBezTo>
                <a:cubicBezTo>
                  <a:pt x="88215" y="14097"/>
                  <a:pt x="56344" y="45910"/>
                  <a:pt x="56344" y="84773"/>
                </a:cubicBezTo>
                <a:lnTo>
                  <a:pt x="56344" y="127159"/>
                </a:lnTo>
                <a:close/>
                <a:moveTo>
                  <a:pt x="240172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40172" y="325850"/>
                </a:lnTo>
                <a:lnTo>
                  <a:pt x="240172" y="14182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8" name="Graphic 123">
            <a:extLst>
              <a:ext uri="{FF2B5EF4-FFF2-40B4-BE49-F238E27FC236}">
                <a16:creationId xmlns:a16="http://schemas.microsoft.com/office/drawing/2014/main" id="{D0A86F3F-7908-A63C-6DAD-F21AA4BFD0E5}"/>
              </a:ext>
            </a:extLst>
          </p:cNvPr>
          <p:cNvSpPr/>
          <p:nvPr/>
        </p:nvSpPr>
        <p:spPr>
          <a:xfrm>
            <a:off x="4681350" y="3499756"/>
            <a:ext cx="338751" cy="452789"/>
          </a:xfrm>
          <a:custGeom>
            <a:avLst/>
            <a:gdLst>
              <a:gd name="connsiteX0" fmla="*/ 112782 w 254400"/>
              <a:gd name="connsiteY0" fmla="*/ 212693 h 340042"/>
              <a:gd name="connsiteX1" fmla="*/ 127105 w 254400"/>
              <a:gd name="connsiteY1" fmla="*/ 198692 h 340042"/>
              <a:gd name="connsiteX2" fmla="*/ 141428 w 254400"/>
              <a:gd name="connsiteY2" fmla="*/ 212693 h 340042"/>
              <a:gd name="connsiteX3" fmla="*/ 134314 w 254400"/>
              <a:gd name="connsiteY3" fmla="*/ 224695 h 340042"/>
              <a:gd name="connsiteX4" fmla="*/ 134314 w 254400"/>
              <a:gd name="connsiteY4" fmla="*/ 261842 h 340042"/>
              <a:gd name="connsiteX5" fmla="*/ 127200 w 254400"/>
              <a:gd name="connsiteY5" fmla="*/ 268891 h 340042"/>
              <a:gd name="connsiteX6" fmla="*/ 120086 w 254400"/>
              <a:gd name="connsiteY6" fmla="*/ 261842 h 340042"/>
              <a:gd name="connsiteX7" fmla="*/ 120086 w 254400"/>
              <a:gd name="connsiteY7" fmla="*/ 224695 h 340042"/>
              <a:gd name="connsiteX8" fmla="*/ 112972 w 254400"/>
              <a:gd name="connsiteY8" fmla="*/ 212693 h 340042"/>
              <a:gd name="connsiteX9" fmla="*/ 254306 w 254400"/>
              <a:gd name="connsiteY9" fmla="*/ 134779 h 340042"/>
              <a:gd name="connsiteX10" fmla="*/ 254306 w 254400"/>
              <a:gd name="connsiteY10" fmla="*/ 332994 h 340042"/>
              <a:gd name="connsiteX11" fmla="*/ 247286 w 254400"/>
              <a:gd name="connsiteY11" fmla="*/ 340042 h 340042"/>
              <a:gd name="connsiteX12" fmla="*/ 7019 w 254400"/>
              <a:gd name="connsiteY12" fmla="*/ 340042 h 340042"/>
              <a:gd name="connsiteX13" fmla="*/ 0 w 254400"/>
              <a:gd name="connsiteY13" fmla="*/ 332994 h 340042"/>
              <a:gd name="connsiteX14" fmla="*/ 0 w 254400"/>
              <a:gd name="connsiteY14" fmla="*/ 134779 h 340042"/>
              <a:gd name="connsiteX15" fmla="*/ 7019 w 254400"/>
              <a:gd name="connsiteY15" fmla="*/ 127730 h 340042"/>
              <a:gd name="connsiteX16" fmla="*/ 42116 w 254400"/>
              <a:gd name="connsiteY16" fmla="*/ 127730 h 340042"/>
              <a:gd name="connsiteX17" fmla="*/ 42116 w 254400"/>
              <a:gd name="connsiteY17" fmla="*/ 84773 h 340042"/>
              <a:gd name="connsiteX18" fmla="*/ 127200 w 254400"/>
              <a:gd name="connsiteY18" fmla="*/ 0 h 340042"/>
              <a:gd name="connsiteX19" fmla="*/ 212285 w 254400"/>
              <a:gd name="connsiteY19" fmla="*/ 84773 h 340042"/>
              <a:gd name="connsiteX20" fmla="*/ 212285 w 254400"/>
              <a:gd name="connsiteY20" fmla="*/ 127730 h 340042"/>
              <a:gd name="connsiteX21" fmla="*/ 247381 w 254400"/>
              <a:gd name="connsiteY21" fmla="*/ 127730 h 340042"/>
              <a:gd name="connsiteX22" fmla="*/ 254400 w 254400"/>
              <a:gd name="connsiteY22" fmla="*/ 134779 h 340042"/>
              <a:gd name="connsiteX23" fmla="*/ 56249 w 254400"/>
              <a:gd name="connsiteY23" fmla="*/ 127159 h 340042"/>
              <a:gd name="connsiteX24" fmla="*/ 198057 w 254400"/>
              <a:gd name="connsiteY24" fmla="*/ 127159 h 340042"/>
              <a:gd name="connsiteX25" fmla="*/ 198057 w 254400"/>
              <a:gd name="connsiteY25" fmla="*/ 84773 h 340042"/>
              <a:gd name="connsiteX26" fmla="*/ 127200 w 254400"/>
              <a:gd name="connsiteY26" fmla="*/ 14097 h 340042"/>
              <a:gd name="connsiteX27" fmla="*/ 56344 w 254400"/>
              <a:gd name="connsiteY27" fmla="*/ 84773 h 340042"/>
              <a:gd name="connsiteX28" fmla="*/ 56344 w 254400"/>
              <a:gd name="connsiteY28" fmla="*/ 127159 h 340042"/>
              <a:gd name="connsiteX29" fmla="*/ 240172 w 254400"/>
              <a:gd name="connsiteY29" fmla="*/ 141827 h 340042"/>
              <a:gd name="connsiteX30" fmla="*/ 14038 w 254400"/>
              <a:gd name="connsiteY30" fmla="*/ 141827 h 340042"/>
              <a:gd name="connsiteX31" fmla="*/ 14038 w 254400"/>
              <a:gd name="connsiteY31" fmla="*/ 325850 h 340042"/>
              <a:gd name="connsiteX32" fmla="*/ 240172 w 254400"/>
              <a:gd name="connsiteY32" fmla="*/ 325850 h 340042"/>
              <a:gd name="connsiteX33" fmla="*/ 240172 w 254400"/>
              <a:gd name="connsiteY33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54400" h="340042">
                <a:moveTo>
                  <a:pt x="112782" y="212693"/>
                </a:moveTo>
                <a:cubicBezTo>
                  <a:pt x="112782" y="204978"/>
                  <a:pt x="119232" y="198692"/>
                  <a:pt x="127105" y="198692"/>
                </a:cubicBezTo>
                <a:cubicBezTo>
                  <a:pt x="134978" y="198692"/>
                  <a:pt x="141428" y="204978"/>
                  <a:pt x="141428" y="212693"/>
                </a:cubicBezTo>
                <a:cubicBezTo>
                  <a:pt x="141428" y="217837"/>
                  <a:pt x="138488" y="222314"/>
                  <a:pt x="134314" y="224695"/>
                </a:cubicBezTo>
                <a:lnTo>
                  <a:pt x="134314" y="261842"/>
                </a:lnTo>
                <a:cubicBezTo>
                  <a:pt x="134314" y="266605"/>
                  <a:pt x="131943" y="268891"/>
                  <a:pt x="127200" y="268891"/>
                </a:cubicBezTo>
                <a:cubicBezTo>
                  <a:pt x="123596" y="268891"/>
                  <a:pt x="120086" y="266510"/>
                  <a:pt x="120086" y="261842"/>
                </a:cubicBezTo>
                <a:lnTo>
                  <a:pt x="120086" y="224695"/>
                </a:lnTo>
                <a:cubicBezTo>
                  <a:pt x="115818" y="222314"/>
                  <a:pt x="112972" y="217837"/>
                  <a:pt x="112972" y="212693"/>
                </a:cubicBezTo>
                <a:close/>
                <a:moveTo>
                  <a:pt x="254306" y="134779"/>
                </a:moveTo>
                <a:lnTo>
                  <a:pt x="254306" y="332994"/>
                </a:lnTo>
                <a:cubicBezTo>
                  <a:pt x="254306" y="337757"/>
                  <a:pt x="251934" y="340042"/>
                  <a:pt x="247286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42116" y="127730"/>
                </a:lnTo>
                <a:lnTo>
                  <a:pt x="42116" y="84773"/>
                </a:lnTo>
                <a:cubicBezTo>
                  <a:pt x="42116" y="38862"/>
                  <a:pt x="81101" y="0"/>
                  <a:pt x="127200" y="0"/>
                </a:cubicBezTo>
                <a:cubicBezTo>
                  <a:pt x="173300" y="0"/>
                  <a:pt x="212285" y="38862"/>
                  <a:pt x="212285" y="84773"/>
                </a:cubicBezTo>
                <a:lnTo>
                  <a:pt x="212285" y="127730"/>
                </a:lnTo>
                <a:lnTo>
                  <a:pt x="247381" y="127730"/>
                </a:lnTo>
                <a:cubicBezTo>
                  <a:pt x="252124" y="127730"/>
                  <a:pt x="254400" y="131254"/>
                  <a:pt x="254400" y="134779"/>
                </a:cubicBezTo>
                <a:close/>
                <a:moveTo>
                  <a:pt x="56249" y="127159"/>
                </a:moveTo>
                <a:lnTo>
                  <a:pt x="198057" y="127159"/>
                </a:lnTo>
                <a:lnTo>
                  <a:pt x="198057" y="84773"/>
                </a:lnTo>
                <a:cubicBezTo>
                  <a:pt x="198057" y="45910"/>
                  <a:pt x="166186" y="14097"/>
                  <a:pt x="127200" y="14097"/>
                </a:cubicBezTo>
                <a:cubicBezTo>
                  <a:pt x="88215" y="14097"/>
                  <a:pt x="56344" y="45910"/>
                  <a:pt x="56344" y="84773"/>
                </a:cubicBezTo>
                <a:lnTo>
                  <a:pt x="56344" y="127159"/>
                </a:lnTo>
                <a:close/>
                <a:moveTo>
                  <a:pt x="240172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40172" y="325850"/>
                </a:lnTo>
                <a:lnTo>
                  <a:pt x="240172" y="14182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29" name="Graphic 123">
            <a:extLst>
              <a:ext uri="{FF2B5EF4-FFF2-40B4-BE49-F238E27FC236}">
                <a16:creationId xmlns:a16="http://schemas.microsoft.com/office/drawing/2014/main" id="{BE95CC31-B478-9456-6F1E-0A76E6809F4A}"/>
              </a:ext>
            </a:extLst>
          </p:cNvPr>
          <p:cNvSpPr/>
          <p:nvPr/>
        </p:nvSpPr>
        <p:spPr>
          <a:xfrm>
            <a:off x="3919350" y="3507013"/>
            <a:ext cx="338751" cy="452789"/>
          </a:xfrm>
          <a:custGeom>
            <a:avLst/>
            <a:gdLst>
              <a:gd name="connsiteX0" fmla="*/ 112782 w 254400"/>
              <a:gd name="connsiteY0" fmla="*/ 212693 h 340042"/>
              <a:gd name="connsiteX1" fmla="*/ 127105 w 254400"/>
              <a:gd name="connsiteY1" fmla="*/ 198692 h 340042"/>
              <a:gd name="connsiteX2" fmla="*/ 141428 w 254400"/>
              <a:gd name="connsiteY2" fmla="*/ 212693 h 340042"/>
              <a:gd name="connsiteX3" fmla="*/ 134314 w 254400"/>
              <a:gd name="connsiteY3" fmla="*/ 224695 h 340042"/>
              <a:gd name="connsiteX4" fmla="*/ 134314 w 254400"/>
              <a:gd name="connsiteY4" fmla="*/ 261842 h 340042"/>
              <a:gd name="connsiteX5" fmla="*/ 127200 w 254400"/>
              <a:gd name="connsiteY5" fmla="*/ 268891 h 340042"/>
              <a:gd name="connsiteX6" fmla="*/ 120086 w 254400"/>
              <a:gd name="connsiteY6" fmla="*/ 261842 h 340042"/>
              <a:gd name="connsiteX7" fmla="*/ 120086 w 254400"/>
              <a:gd name="connsiteY7" fmla="*/ 224695 h 340042"/>
              <a:gd name="connsiteX8" fmla="*/ 112972 w 254400"/>
              <a:gd name="connsiteY8" fmla="*/ 212693 h 340042"/>
              <a:gd name="connsiteX9" fmla="*/ 254306 w 254400"/>
              <a:gd name="connsiteY9" fmla="*/ 134779 h 340042"/>
              <a:gd name="connsiteX10" fmla="*/ 254306 w 254400"/>
              <a:gd name="connsiteY10" fmla="*/ 332994 h 340042"/>
              <a:gd name="connsiteX11" fmla="*/ 247286 w 254400"/>
              <a:gd name="connsiteY11" fmla="*/ 340042 h 340042"/>
              <a:gd name="connsiteX12" fmla="*/ 7019 w 254400"/>
              <a:gd name="connsiteY12" fmla="*/ 340042 h 340042"/>
              <a:gd name="connsiteX13" fmla="*/ 0 w 254400"/>
              <a:gd name="connsiteY13" fmla="*/ 332994 h 340042"/>
              <a:gd name="connsiteX14" fmla="*/ 0 w 254400"/>
              <a:gd name="connsiteY14" fmla="*/ 134779 h 340042"/>
              <a:gd name="connsiteX15" fmla="*/ 7019 w 254400"/>
              <a:gd name="connsiteY15" fmla="*/ 127730 h 340042"/>
              <a:gd name="connsiteX16" fmla="*/ 42116 w 254400"/>
              <a:gd name="connsiteY16" fmla="*/ 127730 h 340042"/>
              <a:gd name="connsiteX17" fmla="*/ 42116 w 254400"/>
              <a:gd name="connsiteY17" fmla="*/ 84773 h 340042"/>
              <a:gd name="connsiteX18" fmla="*/ 127200 w 254400"/>
              <a:gd name="connsiteY18" fmla="*/ 0 h 340042"/>
              <a:gd name="connsiteX19" fmla="*/ 212285 w 254400"/>
              <a:gd name="connsiteY19" fmla="*/ 84773 h 340042"/>
              <a:gd name="connsiteX20" fmla="*/ 212285 w 254400"/>
              <a:gd name="connsiteY20" fmla="*/ 127730 h 340042"/>
              <a:gd name="connsiteX21" fmla="*/ 247381 w 254400"/>
              <a:gd name="connsiteY21" fmla="*/ 127730 h 340042"/>
              <a:gd name="connsiteX22" fmla="*/ 254400 w 254400"/>
              <a:gd name="connsiteY22" fmla="*/ 134779 h 340042"/>
              <a:gd name="connsiteX23" fmla="*/ 56249 w 254400"/>
              <a:gd name="connsiteY23" fmla="*/ 127159 h 340042"/>
              <a:gd name="connsiteX24" fmla="*/ 198057 w 254400"/>
              <a:gd name="connsiteY24" fmla="*/ 127159 h 340042"/>
              <a:gd name="connsiteX25" fmla="*/ 198057 w 254400"/>
              <a:gd name="connsiteY25" fmla="*/ 84773 h 340042"/>
              <a:gd name="connsiteX26" fmla="*/ 127200 w 254400"/>
              <a:gd name="connsiteY26" fmla="*/ 14097 h 340042"/>
              <a:gd name="connsiteX27" fmla="*/ 56344 w 254400"/>
              <a:gd name="connsiteY27" fmla="*/ 84773 h 340042"/>
              <a:gd name="connsiteX28" fmla="*/ 56344 w 254400"/>
              <a:gd name="connsiteY28" fmla="*/ 127159 h 340042"/>
              <a:gd name="connsiteX29" fmla="*/ 240172 w 254400"/>
              <a:gd name="connsiteY29" fmla="*/ 141827 h 340042"/>
              <a:gd name="connsiteX30" fmla="*/ 14038 w 254400"/>
              <a:gd name="connsiteY30" fmla="*/ 141827 h 340042"/>
              <a:gd name="connsiteX31" fmla="*/ 14038 w 254400"/>
              <a:gd name="connsiteY31" fmla="*/ 325850 h 340042"/>
              <a:gd name="connsiteX32" fmla="*/ 240172 w 254400"/>
              <a:gd name="connsiteY32" fmla="*/ 325850 h 340042"/>
              <a:gd name="connsiteX33" fmla="*/ 240172 w 254400"/>
              <a:gd name="connsiteY33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54400" h="340042">
                <a:moveTo>
                  <a:pt x="112782" y="212693"/>
                </a:moveTo>
                <a:cubicBezTo>
                  <a:pt x="112782" y="204978"/>
                  <a:pt x="119232" y="198692"/>
                  <a:pt x="127105" y="198692"/>
                </a:cubicBezTo>
                <a:cubicBezTo>
                  <a:pt x="134978" y="198692"/>
                  <a:pt x="141428" y="204978"/>
                  <a:pt x="141428" y="212693"/>
                </a:cubicBezTo>
                <a:cubicBezTo>
                  <a:pt x="141428" y="217837"/>
                  <a:pt x="138488" y="222314"/>
                  <a:pt x="134314" y="224695"/>
                </a:cubicBezTo>
                <a:lnTo>
                  <a:pt x="134314" y="261842"/>
                </a:lnTo>
                <a:cubicBezTo>
                  <a:pt x="134314" y="266605"/>
                  <a:pt x="131943" y="268891"/>
                  <a:pt x="127200" y="268891"/>
                </a:cubicBezTo>
                <a:cubicBezTo>
                  <a:pt x="123596" y="268891"/>
                  <a:pt x="120086" y="266510"/>
                  <a:pt x="120086" y="261842"/>
                </a:cubicBezTo>
                <a:lnTo>
                  <a:pt x="120086" y="224695"/>
                </a:lnTo>
                <a:cubicBezTo>
                  <a:pt x="115818" y="222314"/>
                  <a:pt x="112972" y="217837"/>
                  <a:pt x="112972" y="212693"/>
                </a:cubicBezTo>
                <a:close/>
                <a:moveTo>
                  <a:pt x="254306" y="134779"/>
                </a:moveTo>
                <a:lnTo>
                  <a:pt x="254306" y="332994"/>
                </a:lnTo>
                <a:cubicBezTo>
                  <a:pt x="254306" y="337757"/>
                  <a:pt x="251934" y="340042"/>
                  <a:pt x="247286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42116" y="127730"/>
                </a:lnTo>
                <a:lnTo>
                  <a:pt x="42116" y="84773"/>
                </a:lnTo>
                <a:cubicBezTo>
                  <a:pt x="42116" y="38862"/>
                  <a:pt x="81101" y="0"/>
                  <a:pt x="127200" y="0"/>
                </a:cubicBezTo>
                <a:cubicBezTo>
                  <a:pt x="173300" y="0"/>
                  <a:pt x="212285" y="38862"/>
                  <a:pt x="212285" y="84773"/>
                </a:cubicBezTo>
                <a:lnTo>
                  <a:pt x="212285" y="127730"/>
                </a:lnTo>
                <a:lnTo>
                  <a:pt x="247381" y="127730"/>
                </a:lnTo>
                <a:cubicBezTo>
                  <a:pt x="252124" y="127730"/>
                  <a:pt x="254400" y="131254"/>
                  <a:pt x="254400" y="134779"/>
                </a:cubicBezTo>
                <a:close/>
                <a:moveTo>
                  <a:pt x="56249" y="127159"/>
                </a:moveTo>
                <a:lnTo>
                  <a:pt x="198057" y="127159"/>
                </a:lnTo>
                <a:lnTo>
                  <a:pt x="198057" y="84773"/>
                </a:lnTo>
                <a:cubicBezTo>
                  <a:pt x="198057" y="45910"/>
                  <a:pt x="166186" y="14097"/>
                  <a:pt x="127200" y="14097"/>
                </a:cubicBezTo>
                <a:cubicBezTo>
                  <a:pt x="88215" y="14097"/>
                  <a:pt x="56344" y="45910"/>
                  <a:pt x="56344" y="84773"/>
                </a:cubicBezTo>
                <a:lnTo>
                  <a:pt x="56344" y="127159"/>
                </a:lnTo>
                <a:close/>
                <a:moveTo>
                  <a:pt x="240172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40172" y="325850"/>
                </a:lnTo>
                <a:lnTo>
                  <a:pt x="240172" y="14182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2" name="Graphic 130">
            <a:extLst>
              <a:ext uri="{FF2B5EF4-FFF2-40B4-BE49-F238E27FC236}">
                <a16:creationId xmlns:a16="http://schemas.microsoft.com/office/drawing/2014/main" id="{101D53F2-E318-5FD7-9710-180A10BAC3B0}"/>
              </a:ext>
            </a:extLst>
          </p:cNvPr>
          <p:cNvSpPr/>
          <p:nvPr/>
        </p:nvSpPr>
        <p:spPr>
          <a:xfrm>
            <a:off x="5562951" y="2864372"/>
            <a:ext cx="338751" cy="454314"/>
          </a:xfrm>
          <a:custGeom>
            <a:avLst/>
            <a:gdLst>
              <a:gd name="connsiteX0" fmla="*/ 112877 w 253546"/>
              <a:gd name="connsiteY0" fmla="*/ 212693 h 340042"/>
              <a:gd name="connsiteX1" fmla="*/ 126821 w 253546"/>
              <a:gd name="connsiteY1" fmla="*/ 198692 h 340042"/>
              <a:gd name="connsiteX2" fmla="*/ 140764 w 253546"/>
              <a:gd name="connsiteY2" fmla="*/ 212693 h 340042"/>
              <a:gd name="connsiteX3" fmla="*/ 133650 w 253546"/>
              <a:gd name="connsiteY3" fmla="*/ 224790 h 340042"/>
              <a:gd name="connsiteX4" fmla="*/ 133650 w 253546"/>
              <a:gd name="connsiteY4" fmla="*/ 261842 h 340042"/>
              <a:gd name="connsiteX5" fmla="*/ 126916 w 253546"/>
              <a:gd name="connsiteY5" fmla="*/ 268891 h 340042"/>
              <a:gd name="connsiteX6" fmla="*/ 120181 w 253546"/>
              <a:gd name="connsiteY6" fmla="*/ 261842 h 340042"/>
              <a:gd name="connsiteX7" fmla="*/ 120181 w 253546"/>
              <a:gd name="connsiteY7" fmla="*/ 224790 h 340042"/>
              <a:gd name="connsiteX8" fmla="*/ 113067 w 253546"/>
              <a:gd name="connsiteY8" fmla="*/ 212693 h 340042"/>
              <a:gd name="connsiteX9" fmla="*/ 253547 w 253546"/>
              <a:gd name="connsiteY9" fmla="*/ 134779 h 340042"/>
              <a:gd name="connsiteX10" fmla="*/ 253547 w 253546"/>
              <a:gd name="connsiteY10" fmla="*/ 332994 h 340042"/>
              <a:gd name="connsiteX11" fmla="*/ 246528 w 253546"/>
              <a:gd name="connsiteY11" fmla="*/ 340042 h 340042"/>
              <a:gd name="connsiteX12" fmla="*/ 7019 w 253546"/>
              <a:gd name="connsiteY12" fmla="*/ 340042 h 340042"/>
              <a:gd name="connsiteX13" fmla="*/ 0 w 253546"/>
              <a:gd name="connsiteY13" fmla="*/ 332994 h 340042"/>
              <a:gd name="connsiteX14" fmla="*/ 0 w 253546"/>
              <a:gd name="connsiteY14" fmla="*/ 134779 h 340042"/>
              <a:gd name="connsiteX15" fmla="*/ 7019 w 253546"/>
              <a:gd name="connsiteY15" fmla="*/ 127730 h 340042"/>
              <a:gd name="connsiteX16" fmla="*/ 197298 w 253546"/>
              <a:gd name="connsiteY16" fmla="*/ 127730 h 340042"/>
              <a:gd name="connsiteX17" fmla="*/ 197298 w 253546"/>
              <a:gd name="connsiteY17" fmla="*/ 85249 h 340042"/>
              <a:gd name="connsiteX18" fmla="*/ 126726 w 253546"/>
              <a:gd name="connsiteY18" fmla="*/ 14192 h 340042"/>
              <a:gd name="connsiteX19" fmla="*/ 56154 w 253546"/>
              <a:gd name="connsiteY19" fmla="*/ 85249 h 340042"/>
              <a:gd name="connsiteX20" fmla="*/ 42021 w 253546"/>
              <a:gd name="connsiteY20" fmla="*/ 85249 h 340042"/>
              <a:gd name="connsiteX21" fmla="*/ 126726 w 253546"/>
              <a:gd name="connsiteY21" fmla="*/ 0 h 340042"/>
              <a:gd name="connsiteX22" fmla="*/ 211431 w 253546"/>
              <a:gd name="connsiteY22" fmla="*/ 85249 h 340042"/>
              <a:gd name="connsiteX23" fmla="*/ 211431 w 253546"/>
              <a:gd name="connsiteY23" fmla="*/ 127730 h 340042"/>
              <a:gd name="connsiteX24" fmla="*/ 246528 w 253546"/>
              <a:gd name="connsiteY24" fmla="*/ 127730 h 340042"/>
              <a:gd name="connsiteX25" fmla="*/ 253547 w 253546"/>
              <a:gd name="connsiteY25" fmla="*/ 134779 h 340042"/>
              <a:gd name="connsiteX26" fmla="*/ 239508 w 253546"/>
              <a:gd name="connsiteY26" fmla="*/ 141827 h 340042"/>
              <a:gd name="connsiteX27" fmla="*/ 14038 w 253546"/>
              <a:gd name="connsiteY27" fmla="*/ 141827 h 340042"/>
              <a:gd name="connsiteX28" fmla="*/ 14038 w 253546"/>
              <a:gd name="connsiteY28" fmla="*/ 325850 h 340042"/>
              <a:gd name="connsiteX29" fmla="*/ 239508 w 253546"/>
              <a:gd name="connsiteY29" fmla="*/ 325850 h 340042"/>
              <a:gd name="connsiteX30" fmla="*/ 239508 w 253546"/>
              <a:gd name="connsiteY30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53546" h="340042">
                <a:moveTo>
                  <a:pt x="112877" y="212693"/>
                </a:moveTo>
                <a:cubicBezTo>
                  <a:pt x="112877" y="204978"/>
                  <a:pt x="119138" y="198692"/>
                  <a:pt x="126821" y="198692"/>
                </a:cubicBezTo>
                <a:cubicBezTo>
                  <a:pt x="134504" y="198692"/>
                  <a:pt x="140764" y="204978"/>
                  <a:pt x="140764" y="212693"/>
                </a:cubicBezTo>
                <a:cubicBezTo>
                  <a:pt x="140764" y="217932"/>
                  <a:pt x="137824" y="222409"/>
                  <a:pt x="133650" y="224790"/>
                </a:cubicBezTo>
                <a:lnTo>
                  <a:pt x="133650" y="261842"/>
                </a:lnTo>
                <a:cubicBezTo>
                  <a:pt x="133650" y="266605"/>
                  <a:pt x="130236" y="268891"/>
                  <a:pt x="126916" y="268891"/>
                </a:cubicBezTo>
                <a:cubicBezTo>
                  <a:pt x="123596" y="268891"/>
                  <a:pt x="120181" y="266510"/>
                  <a:pt x="120181" y="261842"/>
                </a:cubicBezTo>
                <a:lnTo>
                  <a:pt x="120181" y="224790"/>
                </a:lnTo>
                <a:cubicBezTo>
                  <a:pt x="115913" y="222409"/>
                  <a:pt x="113067" y="217932"/>
                  <a:pt x="113067" y="212693"/>
                </a:cubicBezTo>
                <a:close/>
                <a:moveTo>
                  <a:pt x="253547" y="134779"/>
                </a:moveTo>
                <a:lnTo>
                  <a:pt x="253547" y="332994"/>
                </a:lnTo>
                <a:cubicBezTo>
                  <a:pt x="253547" y="337757"/>
                  <a:pt x="250037" y="340042"/>
                  <a:pt x="246528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197298" y="127730"/>
                </a:lnTo>
                <a:lnTo>
                  <a:pt x="197298" y="85249"/>
                </a:lnTo>
                <a:cubicBezTo>
                  <a:pt x="197298" y="46196"/>
                  <a:pt x="165522" y="14192"/>
                  <a:pt x="126726" y="14192"/>
                </a:cubicBezTo>
                <a:cubicBezTo>
                  <a:pt x="87930" y="14192"/>
                  <a:pt x="56154" y="46101"/>
                  <a:pt x="56154" y="85249"/>
                </a:cubicBezTo>
                <a:lnTo>
                  <a:pt x="42021" y="85249"/>
                </a:lnTo>
                <a:cubicBezTo>
                  <a:pt x="42021" y="39053"/>
                  <a:pt x="79678" y="0"/>
                  <a:pt x="126726" y="0"/>
                </a:cubicBezTo>
                <a:cubicBezTo>
                  <a:pt x="173774" y="0"/>
                  <a:pt x="211431" y="39053"/>
                  <a:pt x="211431" y="85249"/>
                </a:cubicBezTo>
                <a:lnTo>
                  <a:pt x="211431" y="127730"/>
                </a:lnTo>
                <a:lnTo>
                  <a:pt x="246528" y="127730"/>
                </a:lnTo>
                <a:cubicBezTo>
                  <a:pt x="250037" y="127730"/>
                  <a:pt x="253547" y="131254"/>
                  <a:pt x="253547" y="134779"/>
                </a:cubicBezTo>
                <a:close/>
                <a:moveTo>
                  <a:pt x="239508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39508" y="325850"/>
                </a:lnTo>
                <a:lnTo>
                  <a:pt x="239508" y="141827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3" name="Graphic 130">
            <a:extLst>
              <a:ext uri="{FF2B5EF4-FFF2-40B4-BE49-F238E27FC236}">
                <a16:creationId xmlns:a16="http://schemas.microsoft.com/office/drawing/2014/main" id="{5B723C32-EF58-7230-7741-866E06C3DF39}"/>
              </a:ext>
            </a:extLst>
          </p:cNvPr>
          <p:cNvSpPr/>
          <p:nvPr/>
        </p:nvSpPr>
        <p:spPr>
          <a:xfrm>
            <a:off x="6324951" y="2864372"/>
            <a:ext cx="338751" cy="454314"/>
          </a:xfrm>
          <a:custGeom>
            <a:avLst/>
            <a:gdLst>
              <a:gd name="connsiteX0" fmla="*/ 112877 w 253546"/>
              <a:gd name="connsiteY0" fmla="*/ 212693 h 340042"/>
              <a:gd name="connsiteX1" fmla="*/ 126821 w 253546"/>
              <a:gd name="connsiteY1" fmla="*/ 198692 h 340042"/>
              <a:gd name="connsiteX2" fmla="*/ 140764 w 253546"/>
              <a:gd name="connsiteY2" fmla="*/ 212693 h 340042"/>
              <a:gd name="connsiteX3" fmla="*/ 133650 w 253546"/>
              <a:gd name="connsiteY3" fmla="*/ 224790 h 340042"/>
              <a:gd name="connsiteX4" fmla="*/ 133650 w 253546"/>
              <a:gd name="connsiteY4" fmla="*/ 261842 h 340042"/>
              <a:gd name="connsiteX5" fmla="*/ 126916 w 253546"/>
              <a:gd name="connsiteY5" fmla="*/ 268891 h 340042"/>
              <a:gd name="connsiteX6" fmla="*/ 120181 w 253546"/>
              <a:gd name="connsiteY6" fmla="*/ 261842 h 340042"/>
              <a:gd name="connsiteX7" fmla="*/ 120181 w 253546"/>
              <a:gd name="connsiteY7" fmla="*/ 224790 h 340042"/>
              <a:gd name="connsiteX8" fmla="*/ 113067 w 253546"/>
              <a:gd name="connsiteY8" fmla="*/ 212693 h 340042"/>
              <a:gd name="connsiteX9" fmla="*/ 253547 w 253546"/>
              <a:gd name="connsiteY9" fmla="*/ 134779 h 340042"/>
              <a:gd name="connsiteX10" fmla="*/ 253547 w 253546"/>
              <a:gd name="connsiteY10" fmla="*/ 332994 h 340042"/>
              <a:gd name="connsiteX11" fmla="*/ 246528 w 253546"/>
              <a:gd name="connsiteY11" fmla="*/ 340042 h 340042"/>
              <a:gd name="connsiteX12" fmla="*/ 7019 w 253546"/>
              <a:gd name="connsiteY12" fmla="*/ 340042 h 340042"/>
              <a:gd name="connsiteX13" fmla="*/ 0 w 253546"/>
              <a:gd name="connsiteY13" fmla="*/ 332994 h 340042"/>
              <a:gd name="connsiteX14" fmla="*/ 0 w 253546"/>
              <a:gd name="connsiteY14" fmla="*/ 134779 h 340042"/>
              <a:gd name="connsiteX15" fmla="*/ 7019 w 253546"/>
              <a:gd name="connsiteY15" fmla="*/ 127730 h 340042"/>
              <a:gd name="connsiteX16" fmla="*/ 197298 w 253546"/>
              <a:gd name="connsiteY16" fmla="*/ 127730 h 340042"/>
              <a:gd name="connsiteX17" fmla="*/ 197298 w 253546"/>
              <a:gd name="connsiteY17" fmla="*/ 85249 h 340042"/>
              <a:gd name="connsiteX18" fmla="*/ 126726 w 253546"/>
              <a:gd name="connsiteY18" fmla="*/ 14192 h 340042"/>
              <a:gd name="connsiteX19" fmla="*/ 56154 w 253546"/>
              <a:gd name="connsiteY19" fmla="*/ 85249 h 340042"/>
              <a:gd name="connsiteX20" fmla="*/ 42021 w 253546"/>
              <a:gd name="connsiteY20" fmla="*/ 85249 h 340042"/>
              <a:gd name="connsiteX21" fmla="*/ 126726 w 253546"/>
              <a:gd name="connsiteY21" fmla="*/ 0 h 340042"/>
              <a:gd name="connsiteX22" fmla="*/ 211431 w 253546"/>
              <a:gd name="connsiteY22" fmla="*/ 85249 h 340042"/>
              <a:gd name="connsiteX23" fmla="*/ 211431 w 253546"/>
              <a:gd name="connsiteY23" fmla="*/ 127730 h 340042"/>
              <a:gd name="connsiteX24" fmla="*/ 246528 w 253546"/>
              <a:gd name="connsiteY24" fmla="*/ 127730 h 340042"/>
              <a:gd name="connsiteX25" fmla="*/ 253547 w 253546"/>
              <a:gd name="connsiteY25" fmla="*/ 134779 h 340042"/>
              <a:gd name="connsiteX26" fmla="*/ 239508 w 253546"/>
              <a:gd name="connsiteY26" fmla="*/ 141827 h 340042"/>
              <a:gd name="connsiteX27" fmla="*/ 14038 w 253546"/>
              <a:gd name="connsiteY27" fmla="*/ 141827 h 340042"/>
              <a:gd name="connsiteX28" fmla="*/ 14038 w 253546"/>
              <a:gd name="connsiteY28" fmla="*/ 325850 h 340042"/>
              <a:gd name="connsiteX29" fmla="*/ 239508 w 253546"/>
              <a:gd name="connsiteY29" fmla="*/ 325850 h 340042"/>
              <a:gd name="connsiteX30" fmla="*/ 239508 w 253546"/>
              <a:gd name="connsiteY30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53546" h="340042">
                <a:moveTo>
                  <a:pt x="112877" y="212693"/>
                </a:moveTo>
                <a:cubicBezTo>
                  <a:pt x="112877" y="204978"/>
                  <a:pt x="119138" y="198692"/>
                  <a:pt x="126821" y="198692"/>
                </a:cubicBezTo>
                <a:cubicBezTo>
                  <a:pt x="134504" y="198692"/>
                  <a:pt x="140764" y="204978"/>
                  <a:pt x="140764" y="212693"/>
                </a:cubicBezTo>
                <a:cubicBezTo>
                  <a:pt x="140764" y="217932"/>
                  <a:pt x="137824" y="222409"/>
                  <a:pt x="133650" y="224790"/>
                </a:cubicBezTo>
                <a:lnTo>
                  <a:pt x="133650" y="261842"/>
                </a:lnTo>
                <a:cubicBezTo>
                  <a:pt x="133650" y="266605"/>
                  <a:pt x="130236" y="268891"/>
                  <a:pt x="126916" y="268891"/>
                </a:cubicBezTo>
                <a:cubicBezTo>
                  <a:pt x="123596" y="268891"/>
                  <a:pt x="120181" y="266510"/>
                  <a:pt x="120181" y="261842"/>
                </a:cubicBezTo>
                <a:lnTo>
                  <a:pt x="120181" y="224790"/>
                </a:lnTo>
                <a:cubicBezTo>
                  <a:pt x="115913" y="222409"/>
                  <a:pt x="113067" y="217932"/>
                  <a:pt x="113067" y="212693"/>
                </a:cubicBezTo>
                <a:close/>
                <a:moveTo>
                  <a:pt x="253547" y="134779"/>
                </a:moveTo>
                <a:lnTo>
                  <a:pt x="253547" y="332994"/>
                </a:lnTo>
                <a:cubicBezTo>
                  <a:pt x="253547" y="337757"/>
                  <a:pt x="250037" y="340042"/>
                  <a:pt x="246528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197298" y="127730"/>
                </a:lnTo>
                <a:lnTo>
                  <a:pt x="197298" y="85249"/>
                </a:lnTo>
                <a:cubicBezTo>
                  <a:pt x="197298" y="46196"/>
                  <a:pt x="165522" y="14192"/>
                  <a:pt x="126726" y="14192"/>
                </a:cubicBezTo>
                <a:cubicBezTo>
                  <a:pt x="87930" y="14192"/>
                  <a:pt x="56154" y="46101"/>
                  <a:pt x="56154" y="85249"/>
                </a:cubicBezTo>
                <a:lnTo>
                  <a:pt x="42021" y="85249"/>
                </a:lnTo>
                <a:cubicBezTo>
                  <a:pt x="42021" y="39053"/>
                  <a:pt x="79678" y="0"/>
                  <a:pt x="126726" y="0"/>
                </a:cubicBezTo>
                <a:cubicBezTo>
                  <a:pt x="173774" y="0"/>
                  <a:pt x="211431" y="39053"/>
                  <a:pt x="211431" y="85249"/>
                </a:cubicBezTo>
                <a:lnTo>
                  <a:pt x="211431" y="127730"/>
                </a:lnTo>
                <a:lnTo>
                  <a:pt x="246528" y="127730"/>
                </a:lnTo>
                <a:cubicBezTo>
                  <a:pt x="250037" y="127730"/>
                  <a:pt x="253547" y="131254"/>
                  <a:pt x="253547" y="134779"/>
                </a:cubicBezTo>
                <a:close/>
                <a:moveTo>
                  <a:pt x="239508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39508" y="325850"/>
                </a:lnTo>
                <a:lnTo>
                  <a:pt x="239508" y="141827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4" name="Graphic 130">
            <a:extLst>
              <a:ext uri="{FF2B5EF4-FFF2-40B4-BE49-F238E27FC236}">
                <a16:creationId xmlns:a16="http://schemas.microsoft.com/office/drawing/2014/main" id="{FB73FE16-8C34-4D72-498B-EE437F1CE92C}"/>
              </a:ext>
            </a:extLst>
          </p:cNvPr>
          <p:cNvSpPr/>
          <p:nvPr/>
        </p:nvSpPr>
        <p:spPr>
          <a:xfrm>
            <a:off x="5562951" y="3503000"/>
            <a:ext cx="338751" cy="454314"/>
          </a:xfrm>
          <a:custGeom>
            <a:avLst/>
            <a:gdLst>
              <a:gd name="connsiteX0" fmla="*/ 112877 w 253546"/>
              <a:gd name="connsiteY0" fmla="*/ 212693 h 340042"/>
              <a:gd name="connsiteX1" fmla="*/ 126821 w 253546"/>
              <a:gd name="connsiteY1" fmla="*/ 198692 h 340042"/>
              <a:gd name="connsiteX2" fmla="*/ 140764 w 253546"/>
              <a:gd name="connsiteY2" fmla="*/ 212693 h 340042"/>
              <a:gd name="connsiteX3" fmla="*/ 133650 w 253546"/>
              <a:gd name="connsiteY3" fmla="*/ 224790 h 340042"/>
              <a:gd name="connsiteX4" fmla="*/ 133650 w 253546"/>
              <a:gd name="connsiteY4" fmla="*/ 261842 h 340042"/>
              <a:gd name="connsiteX5" fmla="*/ 126916 w 253546"/>
              <a:gd name="connsiteY5" fmla="*/ 268891 h 340042"/>
              <a:gd name="connsiteX6" fmla="*/ 120181 w 253546"/>
              <a:gd name="connsiteY6" fmla="*/ 261842 h 340042"/>
              <a:gd name="connsiteX7" fmla="*/ 120181 w 253546"/>
              <a:gd name="connsiteY7" fmla="*/ 224790 h 340042"/>
              <a:gd name="connsiteX8" fmla="*/ 113067 w 253546"/>
              <a:gd name="connsiteY8" fmla="*/ 212693 h 340042"/>
              <a:gd name="connsiteX9" fmla="*/ 253547 w 253546"/>
              <a:gd name="connsiteY9" fmla="*/ 134779 h 340042"/>
              <a:gd name="connsiteX10" fmla="*/ 253547 w 253546"/>
              <a:gd name="connsiteY10" fmla="*/ 332994 h 340042"/>
              <a:gd name="connsiteX11" fmla="*/ 246528 w 253546"/>
              <a:gd name="connsiteY11" fmla="*/ 340042 h 340042"/>
              <a:gd name="connsiteX12" fmla="*/ 7019 w 253546"/>
              <a:gd name="connsiteY12" fmla="*/ 340042 h 340042"/>
              <a:gd name="connsiteX13" fmla="*/ 0 w 253546"/>
              <a:gd name="connsiteY13" fmla="*/ 332994 h 340042"/>
              <a:gd name="connsiteX14" fmla="*/ 0 w 253546"/>
              <a:gd name="connsiteY14" fmla="*/ 134779 h 340042"/>
              <a:gd name="connsiteX15" fmla="*/ 7019 w 253546"/>
              <a:gd name="connsiteY15" fmla="*/ 127730 h 340042"/>
              <a:gd name="connsiteX16" fmla="*/ 197298 w 253546"/>
              <a:gd name="connsiteY16" fmla="*/ 127730 h 340042"/>
              <a:gd name="connsiteX17" fmla="*/ 197298 w 253546"/>
              <a:gd name="connsiteY17" fmla="*/ 85249 h 340042"/>
              <a:gd name="connsiteX18" fmla="*/ 126726 w 253546"/>
              <a:gd name="connsiteY18" fmla="*/ 14192 h 340042"/>
              <a:gd name="connsiteX19" fmla="*/ 56154 w 253546"/>
              <a:gd name="connsiteY19" fmla="*/ 85249 h 340042"/>
              <a:gd name="connsiteX20" fmla="*/ 42021 w 253546"/>
              <a:gd name="connsiteY20" fmla="*/ 85249 h 340042"/>
              <a:gd name="connsiteX21" fmla="*/ 126726 w 253546"/>
              <a:gd name="connsiteY21" fmla="*/ 0 h 340042"/>
              <a:gd name="connsiteX22" fmla="*/ 211431 w 253546"/>
              <a:gd name="connsiteY22" fmla="*/ 85249 h 340042"/>
              <a:gd name="connsiteX23" fmla="*/ 211431 w 253546"/>
              <a:gd name="connsiteY23" fmla="*/ 127730 h 340042"/>
              <a:gd name="connsiteX24" fmla="*/ 246528 w 253546"/>
              <a:gd name="connsiteY24" fmla="*/ 127730 h 340042"/>
              <a:gd name="connsiteX25" fmla="*/ 253547 w 253546"/>
              <a:gd name="connsiteY25" fmla="*/ 134779 h 340042"/>
              <a:gd name="connsiteX26" fmla="*/ 239508 w 253546"/>
              <a:gd name="connsiteY26" fmla="*/ 141827 h 340042"/>
              <a:gd name="connsiteX27" fmla="*/ 14038 w 253546"/>
              <a:gd name="connsiteY27" fmla="*/ 141827 h 340042"/>
              <a:gd name="connsiteX28" fmla="*/ 14038 w 253546"/>
              <a:gd name="connsiteY28" fmla="*/ 325850 h 340042"/>
              <a:gd name="connsiteX29" fmla="*/ 239508 w 253546"/>
              <a:gd name="connsiteY29" fmla="*/ 325850 h 340042"/>
              <a:gd name="connsiteX30" fmla="*/ 239508 w 253546"/>
              <a:gd name="connsiteY30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53546" h="340042">
                <a:moveTo>
                  <a:pt x="112877" y="212693"/>
                </a:moveTo>
                <a:cubicBezTo>
                  <a:pt x="112877" y="204978"/>
                  <a:pt x="119138" y="198692"/>
                  <a:pt x="126821" y="198692"/>
                </a:cubicBezTo>
                <a:cubicBezTo>
                  <a:pt x="134504" y="198692"/>
                  <a:pt x="140764" y="204978"/>
                  <a:pt x="140764" y="212693"/>
                </a:cubicBezTo>
                <a:cubicBezTo>
                  <a:pt x="140764" y="217932"/>
                  <a:pt x="137824" y="222409"/>
                  <a:pt x="133650" y="224790"/>
                </a:cubicBezTo>
                <a:lnTo>
                  <a:pt x="133650" y="261842"/>
                </a:lnTo>
                <a:cubicBezTo>
                  <a:pt x="133650" y="266605"/>
                  <a:pt x="130236" y="268891"/>
                  <a:pt x="126916" y="268891"/>
                </a:cubicBezTo>
                <a:cubicBezTo>
                  <a:pt x="123596" y="268891"/>
                  <a:pt x="120181" y="266510"/>
                  <a:pt x="120181" y="261842"/>
                </a:cubicBezTo>
                <a:lnTo>
                  <a:pt x="120181" y="224790"/>
                </a:lnTo>
                <a:cubicBezTo>
                  <a:pt x="115913" y="222409"/>
                  <a:pt x="113067" y="217932"/>
                  <a:pt x="113067" y="212693"/>
                </a:cubicBezTo>
                <a:close/>
                <a:moveTo>
                  <a:pt x="253547" y="134779"/>
                </a:moveTo>
                <a:lnTo>
                  <a:pt x="253547" y="332994"/>
                </a:lnTo>
                <a:cubicBezTo>
                  <a:pt x="253547" y="337757"/>
                  <a:pt x="250037" y="340042"/>
                  <a:pt x="246528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197298" y="127730"/>
                </a:lnTo>
                <a:lnTo>
                  <a:pt x="197298" y="85249"/>
                </a:lnTo>
                <a:cubicBezTo>
                  <a:pt x="197298" y="46196"/>
                  <a:pt x="165522" y="14192"/>
                  <a:pt x="126726" y="14192"/>
                </a:cubicBezTo>
                <a:cubicBezTo>
                  <a:pt x="87930" y="14192"/>
                  <a:pt x="56154" y="46101"/>
                  <a:pt x="56154" y="85249"/>
                </a:cubicBezTo>
                <a:lnTo>
                  <a:pt x="42021" y="85249"/>
                </a:lnTo>
                <a:cubicBezTo>
                  <a:pt x="42021" y="39053"/>
                  <a:pt x="79678" y="0"/>
                  <a:pt x="126726" y="0"/>
                </a:cubicBezTo>
                <a:cubicBezTo>
                  <a:pt x="173774" y="0"/>
                  <a:pt x="211431" y="39053"/>
                  <a:pt x="211431" y="85249"/>
                </a:cubicBezTo>
                <a:lnTo>
                  <a:pt x="211431" y="127730"/>
                </a:lnTo>
                <a:lnTo>
                  <a:pt x="246528" y="127730"/>
                </a:lnTo>
                <a:cubicBezTo>
                  <a:pt x="250037" y="127730"/>
                  <a:pt x="253547" y="131254"/>
                  <a:pt x="253547" y="134779"/>
                </a:cubicBezTo>
                <a:close/>
                <a:moveTo>
                  <a:pt x="239508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39508" y="325850"/>
                </a:lnTo>
                <a:lnTo>
                  <a:pt x="239508" y="141827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5" name="Graphic 130">
            <a:extLst>
              <a:ext uri="{FF2B5EF4-FFF2-40B4-BE49-F238E27FC236}">
                <a16:creationId xmlns:a16="http://schemas.microsoft.com/office/drawing/2014/main" id="{D1726A17-3983-2B84-6DE5-A0114F2C7AFD}"/>
              </a:ext>
            </a:extLst>
          </p:cNvPr>
          <p:cNvSpPr/>
          <p:nvPr/>
        </p:nvSpPr>
        <p:spPr>
          <a:xfrm>
            <a:off x="6324951" y="3503000"/>
            <a:ext cx="338751" cy="454314"/>
          </a:xfrm>
          <a:custGeom>
            <a:avLst/>
            <a:gdLst>
              <a:gd name="connsiteX0" fmla="*/ 112877 w 253546"/>
              <a:gd name="connsiteY0" fmla="*/ 212693 h 340042"/>
              <a:gd name="connsiteX1" fmla="*/ 126821 w 253546"/>
              <a:gd name="connsiteY1" fmla="*/ 198692 h 340042"/>
              <a:gd name="connsiteX2" fmla="*/ 140764 w 253546"/>
              <a:gd name="connsiteY2" fmla="*/ 212693 h 340042"/>
              <a:gd name="connsiteX3" fmla="*/ 133650 w 253546"/>
              <a:gd name="connsiteY3" fmla="*/ 224790 h 340042"/>
              <a:gd name="connsiteX4" fmla="*/ 133650 w 253546"/>
              <a:gd name="connsiteY4" fmla="*/ 261842 h 340042"/>
              <a:gd name="connsiteX5" fmla="*/ 126916 w 253546"/>
              <a:gd name="connsiteY5" fmla="*/ 268891 h 340042"/>
              <a:gd name="connsiteX6" fmla="*/ 120181 w 253546"/>
              <a:gd name="connsiteY6" fmla="*/ 261842 h 340042"/>
              <a:gd name="connsiteX7" fmla="*/ 120181 w 253546"/>
              <a:gd name="connsiteY7" fmla="*/ 224790 h 340042"/>
              <a:gd name="connsiteX8" fmla="*/ 113067 w 253546"/>
              <a:gd name="connsiteY8" fmla="*/ 212693 h 340042"/>
              <a:gd name="connsiteX9" fmla="*/ 253547 w 253546"/>
              <a:gd name="connsiteY9" fmla="*/ 134779 h 340042"/>
              <a:gd name="connsiteX10" fmla="*/ 253547 w 253546"/>
              <a:gd name="connsiteY10" fmla="*/ 332994 h 340042"/>
              <a:gd name="connsiteX11" fmla="*/ 246528 w 253546"/>
              <a:gd name="connsiteY11" fmla="*/ 340042 h 340042"/>
              <a:gd name="connsiteX12" fmla="*/ 7019 w 253546"/>
              <a:gd name="connsiteY12" fmla="*/ 340042 h 340042"/>
              <a:gd name="connsiteX13" fmla="*/ 0 w 253546"/>
              <a:gd name="connsiteY13" fmla="*/ 332994 h 340042"/>
              <a:gd name="connsiteX14" fmla="*/ 0 w 253546"/>
              <a:gd name="connsiteY14" fmla="*/ 134779 h 340042"/>
              <a:gd name="connsiteX15" fmla="*/ 7019 w 253546"/>
              <a:gd name="connsiteY15" fmla="*/ 127730 h 340042"/>
              <a:gd name="connsiteX16" fmla="*/ 197298 w 253546"/>
              <a:gd name="connsiteY16" fmla="*/ 127730 h 340042"/>
              <a:gd name="connsiteX17" fmla="*/ 197298 w 253546"/>
              <a:gd name="connsiteY17" fmla="*/ 85249 h 340042"/>
              <a:gd name="connsiteX18" fmla="*/ 126726 w 253546"/>
              <a:gd name="connsiteY18" fmla="*/ 14192 h 340042"/>
              <a:gd name="connsiteX19" fmla="*/ 56154 w 253546"/>
              <a:gd name="connsiteY19" fmla="*/ 85249 h 340042"/>
              <a:gd name="connsiteX20" fmla="*/ 42021 w 253546"/>
              <a:gd name="connsiteY20" fmla="*/ 85249 h 340042"/>
              <a:gd name="connsiteX21" fmla="*/ 126726 w 253546"/>
              <a:gd name="connsiteY21" fmla="*/ 0 h 340042"/>
              <a:gd name="connsiteX22" fmla="*/ 211431 w 253546"/>
              <a:gd name="connsiteY22" fmla="*/ 85249 h 340042"/>
              <a:gd name="connsiteX23" fmla="*/ 211431 w 253546"/>
              <a:gd name="connsiteY23" fmla="*/ 127730 h 340042"/>
              <a:gd name="connsiteX24" fmla="*/ 246528 w 253546"/>
              <a:gd name="connsiteY24" fmla="*/ 127730 h 340042"/>
              <a:gd name="connsiteX25" fmla="*/ 253547 w 253546"/>
              <a:gd name="connsiteY25" fmla="*/ 134779 h 340042"/>
              <a:gd name="connsiteX26" fmla="*/ 239508 w 253546"/>
              <a:gd name="connsiteY26" fmla="*/ 141827 h 340042"/>
              <a:gd name="connsiteX27" fmla="*/ 14038 w 253546"/>
              <a:gd name="connsiteY27" fmla="*/ 141827 h 340042"/>
              <a:gd name="connsiteX28" fmla="*/ 14038 w 253546"/>
              <a:gd name="connsiteY28" fmla="*/ 325850 h 340042"/>
              <a:gd name="connsiteX29" fmla="*/ 239508 w 253546"/>
              <a:gd name="connsiteY29" fmla="*/ 325850 h 340042"/>
              <a:gd name="connsiteX30" fmla="*/ 239508 w 253546"/>
              <a:gd name="connsiteY30" fmla="*/ 141827 h 3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53546" h="340042">
                <a:moveTo>
                  <a:pt x="112877" y="212693"/>
                </a:moveTo>
                <a:cubicBezTo>
                  <a:pt x="112877" y="204978"/>
                  <a:pt x="119138" y="198692"/>
                  <a:pt x="126821" y="198692"/>
                </a:cubicBezTo>
                <a:cubicBezTo>
                  <a:pt x="134504" y="198692"/>
                  <a:pt x="140764" y="204978"/>
                  <a:pt x="140764" y="212693"/>
                </a:cubicBezTo>
                <a:cubicBezTo>
                  <a:pt x="140764" y="217932"/>
                  <a:pt x="137824" y="222409"/>
                  <a:pt x="133650" y="224790"/>
                </a:cubicBezTo>
                <a:lnTo>
                  <a:pt x="133650" y="261842"/>
                </a:lnTo>
                <a:cubicBezTo>
                  <a:pt x="133650" y="266605"/>
                  <a:pt x="130236" y="268891"/>
                  <a:pt x="126916" y="268891"/>
                </a:cubicBezTo>
                <a:cubicBezTo>
                  <a:pt x="123596" y="268891"/>
                  <a:pt x="120181" y="266510"/>
                  <a:pt x="120181" y="261842"/>
                </a:cubicBezTo>
                <a:lnTo>
                  <a:pt x="120181" y="224790"/>
                </a:lnTo>
                <a:cubicBezTo>
                  <a:pt x="115913" y="222409"/>
                  <a:pt x="113067" y="217932"/>
                  <a:pt x="113067" y="212693"/>
                </a:cubicBezTo>
                <a:close/>
                <a:moveTo>
                  <a:pt x="253547" y="134779"/>
                </a:moveTo>
                <a:lnTo>
                  <a:pt x="253547" y="332994"/>
                </a:lnTo>
                <a:cubicBezTo>
                  <a:pt x="253547" y="337757"/>
                  <a:pt x="250037" y="340042"/>
                  <a:pt x="246528" y="340042"/>
                </a:cubicBezTo>
                <a:lnTo>
                  <a:pt x="7019" y="340042"/>
                </a:lnTo>
                <a:cubicBezTo>
                  <a:pt x="3510" y="340042"/>
                  <a:pt x="0" y="337661"/>
                  <a:pt x="0" y="332994"/>
                </a:cubicBezTo>
                <a:lnTo>
                  <a:pt x="0" y="134779"/>
                </a:lnTo>
                <a:cubicBezTo>
                  <a:pt x="0" y="131254"/>
                  <a:pt x="3510" y="127730"/>
                  <a:pt x="7019" y="127730"/>
                </a:cubicBezTo>
                <a:lnTo>
                  <a:pt x="197298" y="127730"/>
                </a:lnTo>
                <a:lnTo>
                  <a:pt x="197298" y="85249"/>
                </a:lnTo>
                <a:cubicBezTo>
                  <a:pt x="197298" y="46196"/>
                  <a:pt x="165522" y="14192"/>
                  <a:pt x="126726" y="14192"/>
                </a:cubicBezTo>
                <a:cubicBezTo>
                  <a:pt x="87930" y="14192"/>
                  <a:pt x="56154" y="46101"/>
                  <a:pt x="56154" y="85249"/>
                </a:cubicBezTo>
                <a:lnTo>
                  <a:pt x="42021" y="85249"/>
                </a:lnTo>
                <a:cubicBezTo>
                  <a:pt x="42021" y="39053"/>
                  <a:pt x="79678" y="0"/>
                  <a:pt x="126726" y="0"/>
                </a:cubicBezTo>
                <a:cubicBezTo>
                  <a:pt x="173774" y="0"/>
                  <a:pt x="211431" y="39053"/>
                  <a:pt x="211431" y="85249"/>
                </a:cubicBezTo>
                <a:lnTo>
                  <a:pt x="211431" y="127730"/>
                </a:lnTo>
                <a:lnTo>
                  <a:pt x="246528" y="127730"/>
                </a:lnTo>
                <a:cubicBezTo>
                  <a:pt x="250037" y="127730"/>
                  <a:pt x="253547" y="131254"/>
                  <a:pt x="253547" y="134779"/>
                </a:cubicBezTo>
                <a:close/>
                <a:moveTo>
                  <a:pt x="239508" y="141827"/>
                </a:moveTo>
                <a:lnTo>
                  <a:pt x="14038" y="141827"/>
                </a:lnTo>
                <a:lnTo>
                  <a:pt x="14038" y="325850"/>
                </a:lnTo>
                <a:lnTo>
                  <a:pt x="239508" y="325850"/>
                </a:lnTo>
                <a:lnTo>
                  <a:pt x="239508" y="141827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8" name="Graphic 136">
            <a:extLst>
              <a:ext uri="{FF2B5EF4-FFF2-40B4-BE49-F238E27FC236}">
                <a16:creationId xmlns:a16="http://schemas.microsoft.com/office/drawing/2014/main" id="{672704A5-62FE-1D7C-DC17-61220F8CE2F4}"/>
              </a:ext>
            </a:extLst>
          </p:cNvPr>
          <p:cNvSpPr/>
          <p:nvPr/>
        </p:nvSpPr>
        <p:spPr>
          <a:xfrm>
            <a:off x="7127021" y="2896774"/>
            <a:ext cx="422909" cy="422119"/>
          </a:xfrm>
          <a:custGeom>
            <a:avLst/>
            <a:gdLst>
              <a:gd name="connsiteX0" fmla="*/ 51601 w 315676"/>
              <a:gd name="connsiteY0" fmla="*/ 314992 h 315086"/>
              <a:gd name="connsiteX1" fmla="*/ 7399 w 315676"/>
              <a:gd name="connsiteY1" fmla="*/ 314992 h 315086"/>
              <a:gd name="connsiteX2" fmla="*/ 0 w 315676"/>
              <a:gd name="connsiteY2" fmla="*/ 307562 h 315086"/>
              <a:gd name="connsiteX3" fmla="*/ 0 w 315676"/>
              <a:gd name="connsiteY3" fmla="*/ 263176 h 315086"/>
              <a:gd name="connsiteX4" fmla="*/ 7399 w 315676"/>
              <a:gd name="connsiteY4" fmla="*/ 255746 h 315086"/>
              <a:gd name="connsiteX5" fmla="*/ 14797 w 315676"/>
              <a:gd name="connsiteY5" fmla="*/ 263176 h 315086"/>
              <a:gd name="connsiteX6" fmla="*/ 14797 w 315676"/>
              <a:gd name="connsiteY6" fmla="*/ 300133 h 315086"/>
              <a:gd name="connsiteX7" fmla="*/ 51601 w 315676"/>
              <a:gd name="connsiteY7" fmla="*/ 300133 h 315086"/>
              <a:gd name="connsiteX8" fmla="*/ 59000 w 315676"/>
              <a:gd name="connsiteY8" fmla="*/ 307562 h 315086"/>
              <a:gd name="connsiteX9" fmla="*/ 51601 w 315676"/>
              <a:gd name="connsiteY9" fmla="*/ 314992 h 315086"/>
              <a:gd name="connsiteX10" fmla="*/ 14797 w 315676"/>
              <a:gd name="connsiteY10" fmla="*/ 51816 h 315086"/>
              <a:gd name="connsiteX11" fmla="*/ 14797 w 315676"/>
              <a:gd name="connsiteY11" fmla="*/ 14859 h 315086"/>
              <a:gd name="connsiteX12" fmla="*/ 51601 w 315676"/>
              <a:gd name="connsiteY12" fmla="*/ 14859 h 315086"/>
              <a:gd name="connsiteX13" fmla="*/ 59000 w 315676"/>
              <a:gd name="connsiteY13" fmla="*/ 7429 h 315086"/>
              <a:gd name="connsiteX14" fmla="*/ 51601 w 315676"/>
              <a:gd name="connsiteY14" fmla="*/ 0 h 315086"/>
              <a:gd name="connsiteX15" fmla="*/ 7399 w 315676"/>
              <a:gd name="connsiteY15" fmla="*/ 0 h 315086"/>
              <a:gd name="connsiteX16" fmla="*/ 0 w 315676"/>
              <a:gd name="connsiteY16" fmla="*/ 7429 h 315086"/>
              <a:gd name="connsiteX17" fmla="*/ 0 w 315676"/>
              <a:gd name="connsiteY17" fmla="*/ 51816 h 315086"/>
              <a:gd name="connsiteX18" fmla="*/ 7399 w 315676"/>
              <a:gd name="connsiteY18" fmla="*/ 59245 h 315086"/>
              <a:gd name="connsiteX19" fmla="*/ 14797 w 315676"/>
              <a:gd name="connsiteY19" fmla="*/ 51816 h 315086"/>
              <a:gd name="connsiteX20" fmla="*/ 315677 w 315676"/>
              <a:gd name="connsiteY20" fmla="*/ 51816 h 315086"/>
              <a:gd name="connsiteX21" fmla="*/ 315677 w 315676"/>
              <a:gd name="connsiteY21" fmla="*/ 7429 h 315086"/>
              <a:gd name="connsiteX22" fmla="*/ 308373 w 315676"/>
              <a:gd name="connsiteY22" fmla="*/ 0 h 315086"/>
              <a:gd name="connsiteX23" fmla="*/ 265688 w 315676"/>
              <a:gd name="connsiteY23" fmla="*/ 0 h 315086"/>
              <a:gd name="connsiteX24" fmla="*/ 258384 w 315676"/>
              <a:gd name="connsiteY24" fmla="*/ 7429 h 315086"/>
              <a:gd name="connsiteX25" fmla="*/ 265688 w 315676"/>
              <a:gd name="connsiteY25" fmla="*/ 14859 h 315086"/>
              <a:gd name="connsiteX26" fmla="*/ 301069 w 315676"/>
              <a:gd name="connsiteY26" fmla="*/ 14859 h 315086"/>
              <a:gd name="connsiteX27" fmla="*/ 301069 w 315676"/>
              <a:gd name="connsiteY27" fmla="*/ 51816 h 315086"/>
              <a:gd name="connsiteX28" fmla="*/ 308373 w 315676"/>
              <a:gd name="connsiteY28" fmla="*/ 59245 h 315086"/>
              <a:gd name="connsiteX29" fmla="*/ 315677 w 315676"/>
              <a:gd name="connsiteY29" fmla="*/ 51816 h 315086"/>
              <a:gd name="connsiteX30" fmla="*/ 315677 w 315676"/>
              <a:gd name="connsiteY30" fmla="*/ 307658 h 315086"/>
              <a:gd name="connsiteX31" fmla="*/ 315677 w 315676"/>
              <a:gd name="connsiteY31" fmla="*/ 263271 h 315086"/>
              <a:gd name="connsiteX32" fmla="*/ 308373 w 315676"/>
              <a:gd name="connsiteY32" fmla="*/ 255841 h 315086"/>
              <a:gd name="connsiteX33" fmla="*/ 301069 w 315676"/>
              <a:gd name="connsiteY33" fmla="*/ 263271 h 315086"/>
              <a:gd name="connsiteX34" fmla="*/ 301069 w 315676"/>
              <a:gd name="connsiteY34" fmla="*/ 300228 h 315086"/>
              <a:gd name="connsiteX35" fmla="*/ 265688 w 315676"/>
              <a:gd name="connsiteY35" fmla="*/ 300228 h 315086"/>
              <a:gd name="connsiteX36" fmla="*/ 258384 w 315676"/>
              <a:gd name="connsiteY36" fmla="*/ 307658 h 315086"/>
              <a:gd name="connsiteX37" fmla="*/ 265688 w 315676"/>
              <a:gd name="connsiteY37" fmla="*/ 315087 h 315086"/>
              <a:gd name="connsiteX38" fmla="*/ 308373 w 315676"/>
              <a:gd name="connsiteY38" fmla="*/ 315087 h 315086"/>
              <a:gd name="connsiteX39" fmla="*/ 315677 w 315676"/>
              <a:gd name="connsiteY39" fmla="*/ 307658 h 315086"/>
              <a:gd name="connsiteX40" fmla="*/ 69623 w 315676"/>
              <a:gd name="connsiteY40" fmla="*/ 74009 h 315086"/>
              <a:gd name="connsiteX41" fmla="*/ 84326 w 315676"/>
              <a:gd name="connsiteY41" fmla="*/ 74009 h 315086"/>
              <a:gd name="connsiteX42" fmla="*/ 84326 w 315676"/>
              <a:gd name="connsiteY42" fmla="*/ 88773 h 315086"/>
              <a:gd name="connsiteX43" fmla="*/ 69623 w 315676"/>
              <a:gd name="connsiteY43" fmla="*/ 88773 h 315086"/>
              <a:gd name="connsiteX44" fmla="*/ 69623 w 315676"/>
              <a:gd name="connsiteY44" fmla="*/ 74009 h 315086"/>
              <a:gd name="connsiteX45" fmla="*/ 98934 w 315676"/>
              <a:gd name="connsiteY45" fmla="*/ 96107 h 315086"/>
              <a:gd name="connsiteX46" fmla="*/ 98934 w 315676"/>
              <a:gd name="connsiteY46" fmla="*/ 66675 h 315086"/>
              <a:gd name="connsiteX47" fmla="*/ 91630 w 315676"/>
              <a:gd name="connsiteY47" fmla="*/ 59341 h 315086"/>
              <a:gd name="connsiteX48" fmla="*/ 62320 w 315676"/>
              <a:gd name="connsiteY48" fmla="*/ 59341 h 315086"/>
              <a:gd name="connsiteX49" fmla="*/ 55016 w 315676"/>
              <a:gd name="connsiteY49" fmla="*/ 66675 h 315086"/>
              <a:gd name="connsiteX50" fmla="*/ 55016 w 315676"/>
              <a:gd name="connsiteY50" fmla="*/ 96107 h 315086"/>
              <a:gd name="connsiteX51" fmla="*/ 62320 w 315676"/>
              <a:gd name="connsiteY51" fmla="*/ 103441 h 315086"/>
              <a:gd name="connsiteX52" fmla="*/ 91630 w 315676"/>
              <a:gd name="connsiteY52" fmla="*/ 103441 h 315086"/>
              <a:gd name="connsiteX53" fmla="*/ 98934 w 315676"/>
              <a:gd name="connsiteY53" fmla="*/ 96107 h 315086"/>
              <a:gd name="connsiteX54" fmla="*/ 69623 w 315676"/>
              <a:gd name="connsiteY54" fmla="*/ 226409 h 315086"/>
              <a:gd name="connsiteX55" fmla="*/ 84326 w 315676"/>
              <a:gd name="connsiteY55" fmla="*/ 226409 h 315086"/>
              <a:gd name="connsiteX56" fmla="*/ 84326 w 315676"/>
              <a:gd name="connsiteY56" fmla="*/ 241173 h 315086"/>
              <a:gd name="connsiteX57" fmla="*/ 69623 w 315676"/>
              <a:gd name="connsiteY57" fmla="*/ 241173 h 315086"/>
              <a:gd name="connsiteX58" fmla="*/ 69623 w 315676"/>
              <a:gd name="connsiteY58" fmla="*/ 226409 h 315086"/>
              <a:gd name="connsiteX59" fmla="*/ 98934 w 315676"/>
              <a:gd name="connsiteY59" fmla="*/ 248507 h 315086"/>
              <a:gd name="connsiteX60" fmla="*/ 98934 w 315676"/>
              <a:gd name="connsiteY60" fmla="*/ 219075 h 315086"/>
              <a:gd name="connsiteX61" fmla="*/ 91630 w 315676"/>
              <a:gd name="connsiteY61" fmla="*/ 211741 h 315086"/>
              <a:gd name="connsiteX62" fmla="*/ 62320 w 315676"/>
              <a:gd name="connsiteY62" fmla="*/ 211741 h 315086"/>
              <a:gd name="connsiteX63" fmla="*/ 55016 w 315676"/>
              <a:gd name="connsiteY63" fmla="*/ 219075 h 315086"/>
              <a:gd name="connsiteX64" fmla="*/ 55016 w 315676"/>
              <a:gd name="connsiteY64" fmla="*/ 248507 h 315086"/>
              <a:gd name="connsiteX65" fmla="*/ 62320 w 315676"/>
              <a:gd name="connsiteY65" fmla="*/ 255841 h 315086"/>
              <a:gd name="connsiteX66" fmla="*/ 91630 w 315676"/>
              <a:gd name="connsiteY66" fmla="*/ 255841 h 315086"/>
              <a:gd name="connsiteX67" fmla="*/ 98934 w 315676"/>
              <a:gd name="connsiteY67" fmla="*/ 248507 h 315086"/>
              <a:gd name="connsiteX68" fmla="*/ 231446 w 315676"/>
              <a:gd name="connsiteY68" fmla="*/ 74009 h 315086"/>
              <a:gd name="connsiteX69" fmla="*/ 246148 w 315676"/>
              <a:gd name="connsiteY69" fmla="*/ 74009 h 315086"/>
              <a:gd name="connsiteX70" fmla="*/ 246148 w 315676"/>
              <a:gd name="connsiteY70" fmla="*/ 88773 h 315086"/>
              <a:gd name="connsiteX71" fmla="*/ 231446 w 315676"/>
              <a:gd name="connsiteY71" fmla="*/ 88773 h 315086"/>
              <a:gd name="connsiteX72" fmla="*/ 231446 w 315676"/>
              <a:gd name="connsiteY72" fmla="*/ 74009 h 315086"/>
              <a:gd name="connsiteX73" fmla="*/ 260756 w 315676"/>
              <a:gd name="connsiteY73" fmla="*/ 96107 h 315086"/>
              <a:gd name="connsiteX74" fmla="*/ 260756 w 315676"/>
              <a:gd name="connsiteY74" fmla="*/ 66675 h 315086"/>
              <a:gd name="connsiteX75" fmla="*/ 253452 w 315676"/>
              <a:gd name="connsiteY75" fmla="*/ 59341 h 315086"/>
              <a:gd name="connsiteX76" fmla="*/ 224142 w 315676"/>
              <a:gd name="connsiteY76" fmla="*/ 59341 h 315086"/>
              <a:gd name="connsiteX77" fmla="*/ 216838 w 315676"/>
              <a:gd name="connsiteY77" fmla="*/ 66675 h 315086"/>
              <a:gd name="connsiteX78" fmla="*/ 216838 w 315676"/>
              <a:gd name="connsiteY78" fmla="*/ 96107 h 315086"/>
              <a:gd name="connsiteX79" fmla="*/ 224142 w 315676"/>
              <a:gd name="connsiteY79" fmla="*/ 103441 h 315086"/>
              <a:gd name="connsiteX80" fmla="*/ 253452 w 315676"/>
              <a:gd name="connsiteY80" fmla="*/ 103441 h 315086"/>
              <a:gd name="connsiteX81" fmla="*/ 260756 w 315676"/>
              <a:gd name="connsiteY81" fmla="*/ 96107 h 315086"/>
              <a:gd name="connsiteX82" fmla="*/ 113826 w 315676"/>
              <a:gd name="connsiteY82" fmla="*/ 159353 h 315086"/>
              <a:gd name="connsiteX83" fmla="*/ 113826 w 315676"/>
              <a:gd name="connsiteY83" fmla="*/ 125730 h 315086"/>
              <a:gd name="connsiteX84" fmla="*/ 106427 w 315676"/>
              <a:gd name="connsiteY84" fmla="*/ 118396 h 315086"/>
              <a:gd name="connsiteX85" fmla="*/ 62225 w 315676"/>
              <a:gd name="connsiteY85" fmla="*/ 118396 h 315086"/>
              <a:gd name="connsiteX86" fmla="*/ 54826 w 315676"/>
              <a:gd name="connsiteY86" fmla="*/ 125730 h 315086"/>
              <a:gd name="connsiteX87" fmla="*/ 62225 w 315676"/>
              <a:gd name="connsiteY87" fmla="*/ 133064 h 315086"/>
              <a:gd name="connsiteX88" fmla="*/ 99028 w 315676"/>
              <a:gd name="connsiteY88" fmla="*/ 133064 h 315086"/>
              <a:gd name="connsiteX89" fmla="*/ 99028 w 315676"/>
              <a:gd name="connsiteY89" fmla="*/ 159449 h 315086"/>
              <a:gd name="connsiteX90" fmla="*/ 106427 w 315676"/>
              <a:gd name="connsiteY90" fmla="*/ 166783 h 315086"/>
              <a:gd name="connsiteX91" fmla="*/ 113826 w 315676"/>
              <a:gd name="connsiteY91" fmla="*/ 159449 h 315086"/>
              <a:gd name="connsiteX92" fmla="*/ 127959 w 315676"/>
              <a:gd name="connsiteY92" fmla="*/ 189166 h 315086"/>
              <a:gd name="connsiteX93" fmla="*/ 120655 w 315676"/>
              <a:gd name="connsiteY93" fmla="*/ 181642 h 315086"/>
              <a:gd name="connsiteX94" fmla="*/ 62225 w 315676"/>
              <a:gd name="connsiteY94" fmla="*/ 181642 h 315086"/>
              <a:gd name="connsiteX95" fmla="*/ 54921 w 315676"/>
              <a:gd name="connsiteY95" fmla="*/ 189166 h 315086"/>
              <a:gd name="connsiteX96" fmla="*/ 62225 w 315676"/>
              <a:gd name="connsiteY96" fmla="*/ 196691 h 315086"/>
              <a:gd name="connsiteX97" fmla="*/ 120655 w 315676"/>
              <a:gd name="connsiteY97" fmla="*/ 196691 h 315086"/>
              <a:gd name="connsiteX98" fmla="*/ 127959 w 315676"/>
              <a:gd name="connsiteY98" fmla="*/ 189166 h 315086"/>
              <a:gd name="connsiteX99" fmla="*/ 260756 w 315676"/>
              <a:gd name="connsiteY99" fmla="*/ 248412 h 315086"/>
              <a:gd name="connsiteX100" fmla="*/ 260756 w 315676"/>
              <a:gd name="connsiteY100" fmla="*/ 218694 h 315086"/>
              <a:gd name="connsiteX101" fmla="*/ 253452 w 315676"/>
              <a:gd name="connsiteY101" fmla="*/ 211264 h 315086"/>
              <a:gd name="connsiteX102" fmla="*/ 224237 w 315676"/>
              <a:gd name="connsiteY102" fmla="*/ 211264 h 315086"/>
              <a:gd name="connsiteX103" fmla="*/ 216933 w 315676"/>
              <a:gd name="connsiteY103" fmla="*/ 218694 h 315086"/>
              <a:gd name="connsiteX104" fmla="*/ 224237 w 315676"/>
              <a:gd name="connsiteY104" fmla="*/ 226124 h 315086"/>
              <a:gd name="connsiteX105" fmla="*/ 246148 w 315676"/>
              <a:gd name="connsiteY105" fmla="*/ 226124 h 315086"/>
              <a:gd name="connsiteX106" fmla="*/ 246148 w 315676"/>
              <a:gd name="connsiteY106" fmla="*/ 240983 h 315086"/>
              <a:gd name="connsiteX107" fmla="*/ 202325 w 315676"/>
              <a:gd name="connsiteY107" fmla="*/ 240983 h 315086"/>
              <a:gd name="connsiteX108" fmla="*/ 202325 w 315676"/>
              <a:gd name="connsiteY108" fmla="*/ 172022 h 315086"/>
              <a:gd name="connsiteX109" fmla="*/ 246148 w 315676"/>
              <a:gd name="connsiteY109" fmla="*/ 172022 h 315086"/>
              <a:gd name="connsiteX110" fmla="*/ 246148 w 315676"/>
              <a:gd name="connsiteY110" fmla="*/ 179451 h 315086"/>
              <a:gd name="connsiteX111" fmla="*/ 253452 w 315676"/>
              <a:gd name="connsiteY111" fmla="*/ 186880 h 315086"/>
              <a:gd name="connsiteX112" fmla="*/ 260756 w 315676"/>
              <a:gd name="connsiteY112" fmla="*/ 179451 h 315086"/>
              <a:gd name="connsiteX113" fmla="*/ 260756 w 315676"/>
              <a:gd name="connsiteY113" fmla="*/ 164592 h 315086"/>
              <a:gd name="connsiteX114" fmla="*/ 253452 w 315676"/>
              <a:gd name="connsiteY114" fmla="*/ 157162 h 315086"/>
              <a:gd name="connsiteX115" fmla="*/ 195021 w 315676"/>
              <a:gd name="connsiteY115" fmla="*/ 157162 h 315086"/>
              <a:gd name="connsiteX116" fmla="*/ 187718 w 315676"/>
              <a:gd name="connsiteY116" fmla="*/ 164592 h 315086"/>
              <a:gd name="connsiteX117" fmla="*/ 187718 w 315676"/>
              <a:gd name="connsiteY117" fmla="*/ 248412 h 315086"/>
              <a:gd name="connsiteX118" fmla="*/ 195021 w 315676"/>
              <a:gd name="connsiteY118" fmla="*/ 255841 h 315086"/>
              <a:gd name="connsiteX119" fmla="*/ 253452 w 315676"/>
              <a:gd name="connsiteY119" fmla="*/ 255841 h 315086"/>
              <a:gd name="connsiteX120" fmla="*/ 260756 w 315676"/>
              <a:gd name="connsiteY120" fmla="*/ 248412 h 315086"/>
              <a:gd name="connsiteX121" fmla="*/ 157838 w 315676"/>
              <a:gd name="connsiteY121" fmla="*/ 189166 h 315086"/>
              <a:gd name="connsiteX122" fmla="*/ 157838 w 315676"/>
              <a:gd name="connsiteY122" fmla="*/ 174117 h 315086"/>
              <a:gd name="connsiteX123" fmla="*/ 150345 w 315676"/>
              <a:gd name="connsiteY123" fmla="*/ 166592 h 315086"/>
              <a:gd name="connsiteX124" fmla="*/ 142851 w 315676"/>
              <a:gd name="connsiteY124" fmla="*/ 174117 h 315086"/>
              <a:gd name="connsiteX125" fmla="*/ 142851 w 315676"/>
              <a:gd name="connsiteY125" fmla="*/ 189166 h 315086"/>
              <a:gd name="connsiteX126" fmla="*/ 150345 w 315676"/>
              <a:gd name="connsiteY126" fmla="*/ 196691 h 315086"/>
              <a:gd name="connsiteX127" fmla="*/ 157838 w 315676"/>
              <a:gd name="connsiteY127" fmla="*/ 189166 h 315086"/>
              <a:gd name="connsiteX128" fmla="*/ 201851 w 315676"/>
              <a:gd name="connsiteY128" fmla="*/ 81153 h 315086"/>
              <a:gd name="connsiteX129" fmla="*/ 201851 w 315676"/>
              <a:gd name="connsiteY129" fmla="*/ 66580 h 315086"/>
              <a:gd name="connsiteX130" fmla="*/ 194832 w 315676"/>
              <a:gd name="connsiteY130" fmla="*/ 59245 h 315086"/>
              <a:gd name="connsiteX131" fmla="*/ 187812 w 315676"/>
              <a:gd name="connsiteY131" fmla="*/ 66580 h 315086"/>
              <a:gd name="connsiteX132" fmla="*/ 187812 w 315676"/>
              <a:gd name="connsiteY132" fmla="*/ 81153 h 315086"/>
              <a:gd name="connsiteX133" fmla="*/ 194832 w 315676"/>
              <a:gd name="connsiteY133" fmla="*/ 88487 h 315086"/>
              <a:gd name="connsiteX134" fmla="*/ 201851 w 315676"/>
              <a:gd name="connsiteY134" fmla="*/ 81153 h 315086"/>
              <a:gd name="connsiteX135" fmla="*/ 172825 w 315676"/>
              <a:gd name="connsiteY135" fmla="*/ 218789 h 315086"/>
              <a:gd name="connsiteX136" fmla="*/ 165332 w 315676"/>
              <a:gd name="connsiteY136" fmla="*/ 211741 h 315086"/>
              <a:gd name="connsiteX137" fmla="*/ 150345 w 315676"/>
              <a:gd name="connsiteY137" fmla="*/ 211741 h 315086"/>
              <a:gd name="connsiteX138" fmla="*/ 142851 w 315676"/>
              <a:gd name="connsiteY138" fmla="*/ 218789 h 315086"/>
              <a:gd name="connsiteX139" fmla="*/ 150345 w 315676"/>
              <a:gd name="connsiteY139" fmla="*/ 225838 h 315086"/>
              <a:gd name="connsiteX140" fmla="*/ 165332 w 315676"/>
              <a:gd name="connsiteY140" fmla="*/ 225838 h 315086"/>
              <a:gd name="connsiteX141" fmla="*/ 172825 w 315676"/>
              <a:gd name="connsiteY141" fmla="*/ 218789 h 315086"/>
              <a:gd name="connsiteX142" fmla="*/ 172825 w 315676"/>
              <a:gd name="connsiteY142" fmla="*/ 248507 h 315086"/>
              <a:gd name="connsiteX143" fmla="*/ 165427 w 315676"/>
              <a:gd name="connsiteY143" fmla="*/ 241173 h 315086"/>
              <a:gd name="connsiteX144" fmla="*/ 128623 w 315676"/>
              <a:gd name="connsiteY144" fmla="*/ 241173 h 315086"/>
              <a:gd name="connsiteX145" fmla="*/ 128623 w 315676"/>
              <a:gd name="connsiteY145" fmla="*/ 219075 h 315086"/>
              <a:gd name="connsiteX146" fmla="*/ 121224 w 315676"/>
              <a:gd name="connsiteY146" fmla="*/ 211741 h 315086"/>
              <a:gd name="connsiteX147" fmla="*/ 113826 w 315676"/>
              <a:gd name="connsiteY147" fmla="*/ 219075 h 315086"/>
              <a:gd name="connsiteX148" fmla="*/ 113826 w 315676"/>
              <a:gd name="connsiteY148" fmla="*/ 248507 h 315086"/>
              <a:gd name="connsiteX149" fmla="*/ 121224 w 315676"/>
              <a:gd name="connsiteY149" fmla="*/ 255841 h 315086"/>
              <a:gd name="connsiteX150" fmla="*/ 165427 w 315676"/>
              <a:gd name="connsiteY150" fmla="*/ 255841 h 315086"/>
              <a:gd name="connsiteX151" fmla="*/ 172825 w 315676"/>
              <a:gd name="connsiteY151" fmla="*/ 248507 h 315086"/>
              <a:gd name="connsiteX152" fmla="*/ 142946 w 315676"/>
              <a:gd name="connsiteY152" fmla="*/ 96107 h 315086"/>
              <a:gd name="connsiteX153" fmla="*/ 135642 w 315676"/>
              <a:gd name="connsiteY153" fmla="*/ 88773 h 315086"/>
              <a:gd name="connsiteX154" fmla="*/ 128338 w 315676"/>
              <a:gd name="connsiteY154" fmla="*/ 88773 h 315086"/>
              <a:gd name="connsiteX155" fmla="*/ 128338 w 315676"/>
              <a:gd name="connsiteY155" fmla="*/ 66675 h 315086"/>
              <a:gd name="connsiteX156" fmla="*/ 121035 w 315676"/>
              <a:gd name="connsiteY156" fmla="*/ 59341 h 315086"/>
              <a:gd name="connsiteX157" fmla="*/ 113731 w 315676"/>
              <a:gd name="connsiteY157" fmla="*/ 66675 h 315086"/>
              <a:gd name="connsiteX158" fmla="*/ 113731 w 315676"/>
              <a:gd name="connsiteY158" fmla="*/ 96107 h 315086"/>
              <a:gd name="connsiteX159" fmla="*/ 121035 w 315676"/>
              <a:gd name="connsiteY159" fmla="*/ 103441 h 315086"/>
              <a:gd name="connsiteX160" fmla="*/ 135547 w 315676"/>
              <a:gd name="connsiteY160" fmla="*/ 103441 h 315086"/>
              <a:gd name="connsiteX161" fmla="*/ 142851 w 315676"/>
              <a:gd name="connsiteY161" fmla="*/ 96107 h 315086"/>
              <a:gd name="connsiteX162" fmla="*/ 172825 w 315676"/>
              <a:gd name="connsiteY162" fmla="*/ 145066 h 315086"/>
              <a:gd name="connsiteX163" fmla="*/ 172825 w 315676"/>
              <a:gd name="connsiteY163" fmla="*/ 66675 h 315086"/>
              <a:gd name="connsiteX164" fmla="*/ 165332 w 315676"/>
              <a:gd name="connsiteY164" fmla="*/ 59245 h 315086"/>
              <a:gd name="connsiteX165" fmla="*/ 157838 w 315676"/>
              <a:gd name="connsiteY165" fmla="*/ 66675 h 315086"/>
              <a:gd name="connsiteX166" fmla="*/ 157838 w 315676"/>
              <a:gd name="connsiteY166" fmla="*/ 137636 h 315086"/>
              <a:gd name="connsiteX167" fmla="*/ 135453 w 315676"/>
              <a:gd name="connsiteY167" fmla="*/ 137636 h 315086"/>
              <a:gd name="connsiteX168" fmla="*/ 127959 w 315676"/>
              <a:gd name="connsiteY168" fmla="*/ 145066 h 315086"/>
              <a:gd name="connsiteX169" fmla="*/ 135453 w 315676"/>
              <a:gd name="connsiteY169" fmla="*/ 152495 h 315086"/>
              <a:gd name="connsiteX170" fmla="*/ 165332 w 315676"/>
              <a:gd name="connsiteY170" fmla="*/ 152495 h 315086"/>
              <a:gd name="connsiteX171" fmla="*/ 172825 w 315676"/>
              <a:gd name="connsiteY171" fmla="*/ 145066 h 315086"/>
              <a:gd name="connsiteX172" fmla="*/ 260756 w 315676"/>
              <a:gd name="connsiteY172" fmla="*/ 125920 h 315086"/>
              <a:gd name="connsiteX173" fmla="*/ 253452 w 315676"/>
              <a:gd name="connsiteY173" fmla="*/ 118396 h 315086"/>
              <a:gd name="connsiteX174" fmla="*/ 195021 w 315676"/>
              <a:gd name="connsiteY174" fmla="*/ 118396 h 315086"/>
              <a:gd name="connsiteX175" fmla="*/ 187718 w 315676"/>
              <a:gd name="connsiteY175" fmla="*/ 125920 h 315086"/>
              <a:gd name="connsiteX176" fmla="*/ 195021 w 315676"/>
              <a:gd name="connsiteY176" fmla="*/ 133445 h 315086"/>
              <a:gd name="connsiteX177" fmla="*/ 253452 w 315676"/>
              <a:gd name="connsiteY177" fmla="*/ 133445 h 315086"/>
              <a:gd name="connsiteX178" fmla="*/ 260756 w 315676"/>
              <a:gd name="connsiteY178" fmla="*/ 125920 h 31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315676" h="315086">
                <a:moveTo>
                  <a:pt x="51601" y="314992"/>
                </a:moveTo>
                <a:lnTo>
                  <a:pt x="7399" y="314992"/>
                </a:lnTo>
                <a:cubicBezTo>
                  <a:pt x="3699" y="314992"/>
                  <a:pt x="0" y="311277"/>
                  <a:pt x="0" y="307562"/>
                </a:cubicBezTo>
                <a:lnTo>
                  <a:pt x="0" y="263176"/>
                </a:lnTo>
                <a:cubicBezTo>
                  <a:pt x="0" y="259461"/>
                  <a:pt x="3699" y="255746"/>
                  <a:pt x="7399" y="255746"/>
                </a:cubicBezTo>
                <a:cubicBezTo>
                  <a:pt x="12331" y="255746"/>
                  <a:pt x="14797" y="259461"/>
                  <a:pt x="14797" y="263176"/>
                </a:cubicBezTo>
                <a:lnTo>
                  <a:pt x="14797" y="300133"/>
                </a:lnTo>
                <a:lnTo>
                  <a:pt x="51601" y="300133"/>
                </a:lnTo>
                <a:cubicBezTo>
                  <a:pt x="55300" y="300133"/>
                  <a:pt x="59000" y="303847"/>
                  <a:pt x="59000" y="307562"/>
                </a:cubicBezTo>
                <a:cubicBezTo>
                  <a:pt x="59000" y="311277"/>
                  <a:pt x="55300" y="314992"/>
                  <a:pt x="51601" y="314992"/>
                </a:cubicBezTo>
                <a:close/>
                <a:moveTo>
                  <a:pt x="14797" y="51816"/>
                </a:moveTo>
                <a:lnTo>
                  <a:pt x="14797" y="14859"/>
                </a:lnTo>
                <a:lnTo>
                  <a:pt x="51601" y="14859"/>
                </a:lnTo>
                <a:cubicBezTo>
                  <a:pt x="55300" y="14859"/>
                  <a:pt x="59000" y="11144"/>
                  <a:pt x="59000" y="7429"/>
                </a:cubicBezTo>
                <a:cubicBezTo>
                  <a:pt x="59000" y="3715"/>
                  <a:pt x="55300" y="0"/>
                  <a:pt x="51601" y="0"/>
                </a:cubicBezTo>
                <a:lnTo>
                  <a:pt x="7399" y="0"/>
                </a:lnTo>
                <a:cubicBezTo>
                  <a:pt x="3699" y="0"/>
                  <a:pt x="0" y="3715"/>
                  <a:pt x="0" y="7429"/>
                </a:cubicBezTo>
                <a:lnTo>
                  <a:pt x="0" y="51816"/>
                </a:lnTo>
                <a:cubicBezTo>
                  <a:pt x="0" y="55531"/>
                  <a:pt x="3699" y="59245"/>
                  <a:pt x="7399" y="59245"/>
                </a:cubicBezTo>
                <a:cubicBezTo>
                  <a:pt x="12331" y="59245"/>
                  <a:pt x="14797" y="55531"/>
                  <a:pt x="14797" y="51816"/>
                </a:cubicBezTo>
                <a:close/>
                <a:moveTo>
                  <a:pt x="315677" y="51816"/>
                </a:moveTo>
                <a:lnTo>
                  <a:pt x="315677" y="7429"/>
                </a:lnTo>
                <a:cubicBezTo>
                  <a:pt x="315677" y="3715"/>
                  <a:pt x="313210" y="0"/>
                  <a:pt x="308373" y="0"/>
                </a:cubicBezTo>
                <a:lnTo>
                  <a:pt x="265688" y="0"/>
                </a:lnTo>
                <a:cubicBezTo>
                  <a:pt x="260851" y="0"/>
                  <a:pt x="258384" y="3715"/>
                  <a:pt x="258384" y="7429"/>
                </a:cubicBezTo>
                <a:cubicBezTo>
                  <a:pt x="258384" y="11144"/>
                  <a:pt x="260851" y="14859"/>
                  <a:pt x="265688" y="14859"/>
                </a:cubicBezTo>
                <a:lnTo>
                  <a:pt x="301069" y="14859"/>
                </a:lnTo>
                <a:lnTo>
                  <a:pt x="301069" y="51816"/>
                </a:lnTo>
                <a:cubicBezTo>
                  <a:pt x="301069" y="55531"/>
                  <a:pt x="304768" y="59245"/>
                  <a:pt x="308373" y="59245"/>
                </a:cubicBezTo>
                <a:cubicBezTo>
                  <a:pt x="313210" y="59245"/>
                  <a:pt x="315677" y="55531"/>
                  <a:pt x="315677" y="51816"/>
                </a:cubicBezTo>
                <a:close/>
                <a:moveTo>
                  <a:pt x="315677" y="307658"/>
                </a:moveTo>
                <a:lnTo>
                  <a:pt x="315677" y="263271"/>
                </a:lnTo>
                <a:cubicBezTo>
                  <a:pt x="315677" y="259556"/>
                  <a:pt x="313210" y="255841"/>
                  <a:pt x="308373" y="255841"/>
                </a:cubicBezTo>
                <a:cubicBezTo>
                  <a:pt x="304674" y="255841"/>
                  <a:pt x="301069" y="259556"/>
                  <a:pt x="301069" y="263271"/>
                </a:cubicBezTo>
                <a:lnTo>
                  <a:pt x="301069" y="300228"/>
                </a:lnTo>
                <a:lnTo>
                  <a:pt x="265688" y="300228"/>
                </a:lnTo>
                <a:cubicBezTo>
                  <a:pt x="260851" y="300228"/>
                  <a:pt x="258384" y="303943"/>
                  <a:pt x="258384" y="307658"/>
                </a:cubicBezTo>
                <a:cubicBezTo>
                  <a:pt x="258384" y="311372"/>
                  <a:pt x="260851" y="315087"/>
                  <a:pt x="265688" y="315087"/>
                </a:cubicBezTo>
                <a:lnTo>
                  <a:pt x="308373" y="315087"/>
                </a:lnTo>
                <a:cubicBezTo>
                  <a:pt x="313210" y="315087"/>
                  <a:pt x="315677" y="311372"/>
                  <a:pt x="315677" y="307658"/>
                </a:cubicBezTo>
                <a:close/>
                <a:moveTo>
                  <a:pt x="69623" y="74009"/>
                </a:moveTo>
                <a:lnTo>
                  <a:pt x="84326" y="74009"/>
                </a:lnTo>
                <a:lnTo>
                  <a:pt x="84326" y="88773"/>
                </a:lnTo>
                <a:lnTo>
                  <a:pt x="69623" y="88773"/>
                </a:lnTo>
                <a:lnTo>
                  <a:pt x="69623" y="74009"/>
                </a:lnTo>
                <a:close/>
                <a:moveTo>
                  <a:pt x="98934" y="96107"/>
                </a:moveTo>
                <a:lnTo>
                  <a:pt x="98934" y="66675"/>
                </a:lnTo>
                <a:cubicBezTo>
                  <a:pt x="98934" y="62960"/>
                  <a:pt x="96467" y="59341"/>
                  <a:pt x="91630" y="59341"/>
                </a:cubicBezTo>
                <a:lnTo>
                  <a:pt x="62320" y="59341"/>
                </a:lnTo>
                <a:cubicBezTo>
                  <a:pt x="58620" y="59341"/>
                  <a:pt x="55016" y="63055"/>
                  <a:pt x="55016" y="66675"/>
                </a:cubicBezTo>
                <a:lnTo>
                  <a:pt x="55016" y="96107"/>
                </a:lnTo>
                <a:cubicBezTo>
                  <a:pt x="55016" y="99822"/>
                  <a:pt x="58715" y="103441"/>
                  <a:pt x="62320" y="103441"/>
                </a:cubicBezTo>
                <a:lnTo>
                  <a:pt x="91630" y="103441"/>
                </a:lnTo>
                <a:cubicBezTo>
                  <a:pt x="96562" y="103441"/>
                  <a:pt x="98934" y="99727"/>
                  <a:pt x="98934" y="96107"/>
                </a:cubicBezTo>
                <a:close/>
                <a:moveTo>
                  <a:pt x="69623" y="226409"/>
                </a:moveTo>
                <a:lnTo>
                  <a:pt x="84326" y="226409"/>
                </a:lnTo>
                <a:lnTo>
                  <a:pt x="84326" y="241173"/>
                </a:lnTo>
                <a:lnTo>
                  <a:pt x="69623" y="241173"/>
                </a:lnTo>
                <a:lnTo>
                  <a:pt x="69623" y="226409"/>
                </a:lnTo>
                <a:close/>
                <a:moveTo>
                  <a:pt x="98934" y="248507"/>
                </a:moveTo>
                <a:lnTo>
                  <a:pt x="98934" y="219075"/>
                </a:lnTo>
                <a:cubicBezTo>
                  <a:pt x="98934" y="215360"/>
                  <a:pt x="96467" y="211741"/>
                  <a:pt x="91630" y="211741"/>
                </a:cubicBezTo>
                <a:lnTo>
                  <a:pt x="62320" y="211741"/>
                </a:lnTo>
                <a:cubicBezTo>
                  <a:pt x="58620" y="211741"/>
                  <a:pt x="55016" y="215455"/>
                  <a:pt x="55016" y="219075"/>
                </a:cubicBezTo>
                <a:lnTo>
                  <a:pt x="55016" y="248507"/>
                </a:lnTo>
                <a:cubicBezTo>
                  <a:pt x="55016" y="252222"/>
                  <a:pt x="58715" y="255841"/>
                  <a:pt x="62320" y="255841"/>
                </a:cubicBezTo>
                <a:lnTo>
                  <a:pt x="91630" y="255841"/>
                </a:lnTo>
                <a:cubicBezTo>
                  <a:pt x="96562" y="255841"/>
                  <a:pt x="98934" y="252127"/>
                  <a:pt x="98934" y="248507"/>
                </a:cubicBezTo>
                <a:close/>
                <a:moveTo>
                  <a:pt x="231446" y="74009"/>
                </a:moveTo>
                <a:lnTo>
                  <a:pt x="246148" y="74009"/>
                </a:lnTo>
                <a:lnTo>
                  <a:pt x="246148" y="88773"/>
                </a:lnTo>
                <a:lnTo>
                  <a:pt x="231446" y="88773"/>
                </a:lnTo>
                <a:lnTo>
                  <a:pt x="231446" y="74009"/>
                </a:lnTo>
                <a:close/>
                <a:moveTo>
                  <a:pt x="260756" y="96107"/>
                </a:moveTo>
                <a:lnTo>
                  <a:pt x="260756" y="66675"/>
                </a:lnTo>
                <a:cubicBezTo>
                  <a:pt x="260756" y="62960"/>
                  <a:pt x="258290" y="59341"/>
                  <a:pt x="253452" y="59341"/>
                </a:cubicBezTo>
                <a:lnTo>
                  <a:pt x="224142" y="59341"/>
                </a:lnTo>
                <a:cubicBezTo>
                  <a:pt x="220442" y="59341"/>
                  <a:pt x="216838" y="63055"/>
                  <a:pt x="216838" y="66675"/>
                </a:cubicBezTo>
                <a:lnTo>
                  <a:pt x="216838" y="96107"/>
                </a:lnTo>
                <a:cubicBezTo>
                  <a:pt x="216838" y="99822"/>
                  <a:pt x="220537" y="103441"/>
                  <a:pt x="224142" y="103441"/>
                </a:cubicBezTo>
                <a:lnTo>
                  <a:pt x="253452" y="103441"/>
                </a:lnTo>
                <a:cubicBezTo>
                  <a:pt x="258384" y="103441"/>
                  <a:pt x="260756" y="99727"/>
                  <a:pt x="260756" y="96107"/>
                </a:cubicBezTo>
                <a:close/>
                <a:moveTo>
                  <a:pt x="113826" y="159353"/>
                </a:moveTo>
                <a:lnTo>
                  <a:pt x="113826" y="125730"/>
                </a:lnTo>
                <a:cubicBezTo>
                  <a:pt x="113826" y="122110"/>
                  <a:pt x="111359" y="118396"/>
                  <a:pt x="106427" y="118396"/>
                </a:cubicBezTo>
                <a:lnTo>
                  <a:pt x="62225" y="118396"/>
                </a:lnTo>
                <a:cubicBezTo>
                  <a:pt x="58525" y="118396"/>
                  <a:pt x="54826" y="122015"/>
                  <a:pt x="54826" y="125730"/>
                </a:cubicBezTo>
                <a:cubicBezTo>
                  <a:pt x="54826" y="129445"/>
                  <a:pt x="58525" y="133064"/>
                  <a:pt x="62225" y="133064"/>
                </a:cubicBezTo>
                <a:lnTo>
                  <a:pt x="99028" y="133064"/>
                </a:lnTo>
                <a:lnTo>
                  <a:pt x="99028" y="159449"/>
                </a:lnTo>
                <a:cubicBezTo>
                  <a:pt x="99028" y="163068"/>
                  <a:pt x="102728" y="166783"/>
                  <a:pt x="106427" y="166783"/>
                </a:cubicBezTo>
                <a:cubicBezTo>
                  <a:pt x="111359" y="166783"/>
                  <a:pt x="113826" y="163163"/>
                  <a:pt x="113826" y="159449"/>
                </a:cubicBezTo>
                <a:close/>
                <a:moveTo>
                  <a:pt x="127959" y="189166"/>
                </a:moveTo>
                <a:cubicBezTo>
                  <a:pt x="127959" y="185452"/>
                  <a:pt x="125493" y="181642"/>
                  <a:pt x="120655" y="181642"/>
                </a:cubicBezTo>
                <a:lnTo>
                  <a:pt x="62225" y="181642"/>
                </a:lnTo>
                <a:cubicBezTo>
                  <a:pt x="58525" y="181642"/>
                  <a:pt x="54921" y="185357"/>
                  <a:pt x="54921" y="189166"/>
                </a:cubicBezTo>
                <a:cubicBezTo>
                  <a:pt x="54921" y="192976"/>
                  <a:pt x="58620" y="196691"/>
                  <a:pt x="62225" y="196691"/>
                </a:cubicBezTo>
                <a:lnTo>
                  <a:pt x="120655" y="196691"/>
                </a:lnTo>
                <a:cubicBezTo>
                  <a:pt x="125493" y="196691"/>
                  <a:pt x="127959" y="192976"/>
                  <a:pt x="127959" y="189166"/>
                </a:cubicBezTo>
                <a:close/>
                <a:moveTo>
                  <a:pt x="260756" y="248412"/>
                </a:moveTo>
                <a:lnTo>
                  <a:pt x="260756" y="218694"/>
                </a:lnTo>
                <a:cubicBezTo>
                  <a:pt x="260756" y="214979"/>
                  <a:pt x="258290" y="211264"/>
                  <a:pt x="253452" y="211264"/>
                </a:cubicBezTo>
                <a:lnTo>
                  <a:pt x="224237" y="211264"/>
                </a:lnTo>
                <a:cubicBezTo>
                  <a:pt x="220537" y="211264"/>
                  <a:pt x="216933" y="214979"/>
                  <a:pt x="216933" y="218694"/>
                </a:cubicBezTo>
                <a:cubicBezTo>
                  <a:pt x="216933" y="222409"/>
                  <a:pt x="220632" y="226124"/>
                  <a:pt x="224237" y="226124"/>
                </a:cubicBezTo>
                <a:lnTo>
                  <a:pt x="246148" y="226124"/>
                </a:lnTo>
                <a:lnTo>
                  <a:pt x="246148" y="240983"/>
                </a:lnTo>
                <a:lnTo>
                  <a:pt x="202325" y="240983"/>
                </a:lnTo>
                <a:lnTo>
                  <a:pt x="202325" y="172022"/>
                </a:lnTo>
                <a:lnTo>
                  <a:pt x="246148" y="172022"/>
                </a:lnTo>
                <a:lnTo>
                  <a:pt x="246148" y="179451"/>
                </a:lnTo>
                <a:cubicBezTo>
                  <a:pt x="246148" y="183166"/>
                  <a:pt x="249848" y="186880"/>
                  <a:pt x="253452" y="186880"/>
                </a:cubicBezTo>
                <a:cubicBezTo>
                  <a:pt x="258290" y="186880"/>
                  <a:pt x="260756" y="183166"/>
                  <a:pt x="260756" y="179451"/>
                </a:cubicBezTo>
                <a:lnTo>
                  <a:pt x="260756" y="164592"/>
                </a:lnTo>
                <a:cubicBezTo>
                  <a:pt x="260756" y="160877"/>
                  <a:pt x="258290" y="157162"/>
                  <a:pt x="253452" y="157162"/>
                </a:cubicBezTo>
                <a:lnTo>
                  <a:pt x="195021" y="157162"/>
                </a:lnTo>
                <a:cubicBezTo>
                  <a:pt x="191417" y="157162"/>
                  <a:pt x="187718" y="160877"/>
                  <a:pt x="187718" y="164592"/>
                </a:cubicBezTo>
                <a:lnTo>
                  <a:pt x="187718" y="248412"/>
                </a:lnTo>
                <a:cubicBezTo>
                  <a:pt x="187718" y="252127"/>
                  <a:pt x="191417" y="255841"/>
                  <a:pt x="195021" y="255841"/>
                </a:cubicBezTo>
                <a:lnTo>
                  <a:pt x="253452" y="255841"/>
                </a:lnTo>
                <a:cubicBezTo>
                  <a:pt x="258290" y="255841"/>
                  <a:pt x="260756" y="252127"/>
                  <a:pt x="260756" y="248412"/>
                </a:cubicBezTo>
                <a:close/>
                <a:moveTo>
                  <a:pt x="157838" y="189166"/>
                </a:moveTo>
                <a:lnTo>
                  <a:pt x="157838" y="174117"/>
                </a:lnTo>
                <a:cubicBezTo>
                  <a:pt x="157838" y="170402"/>
                  <a:pt x="155372" y="166592"/>
                  <a:pt x="150345" y="166592"/>
                </a:cubicBezTo>
                <a:cubicBezTo>
                  <a:pt x="146645" y="166592"/>
                  <a:pt x="142851" y="170307"/>
                  <a:pt x="142851" y="174117"/>
                </a:cubicBezTo>
                <a:lnTo>
                  <a:pt x="142851" y="189166"/>
                </a:lnTo>
                <a:cubicBezTo>
                  <a:pt x="142851" y="192881"/>
                  <a:pt x="146551" y="196691"/>
                  <a:pt x="150345" y="196691"/>
                </a:cubicBezTo>
                <a:cubicBezTo>
                  <a:pt x="155372" y="196691"/>
                  <a:pt x="157838" y="192976"/>
                  <a:pt x="157838" y="189166"/>
                </a:cubicBezTo>
                <a:close/>
                <a:moveTo>
                  <a:pt x="201851" y="81153"/>
                </a:moveTo>
                <a:lnTo>
                  <a:pt x="201851" y="66580"/>
                </a:lnTo>
                <a:cubicBezTo>
                  <a:pt x="201851" y="62960"/>
                  <a:pt x="199480" y="59245"/>
                  <a:pt x="194832" y="59245"/>
                </a:cubicBezTo>
                <a:cubicBezTo>
                  <a:pt x="191322" y="59245"/>
                  <a:pt x="187812" y="62865"/>
                  <a:pt x="187812" y="66580"/>
                </a:cubicBezTo>
                <a:lnTo>
                  <a:pt x="187812" y="81153"/>
                </a:lnTo>
                <a:cubicBezTo>
                  <a:pt x="187812" y="84772"/>
                  <a:pt x="191322" y="88487"/>
                  <a:pt x="194832" y="88487"/>
                </a:cubicBezTo>
                <a:cubicBezTo>
                  <a:pt x="199574" y="88487"/>
                  <a:pt x="201851" y="84868"/>
                  <a:pt x="201851" y="81153"/>
                </a:cubicBezTo>
                <a:close/>
                <a:moveTo>
                  <a:pt x="172825" y="218789"/>
                </a:moveTo>
                <a:cubicBezTo>
                  <a:pt x="172825" y="215265"/>
                  <a:pt x="170359" y="211741"/>
                  <a:pt x="165332" y="211741"/>
                </a:cubicBezTo>
                <a:lnTo>
                  <a:pt x="150345" y="211741"/>
                </a:lnTo>
                <a:cubicBezTo>
                  <a:pt x="146645" y="211741"/>
                  <a:pt x="142851" y="215265"/>
                  <a:pt x="142851" y="218789"/>
                </a:cubicBezTo>
                <a:cubicBezTo>
                  <a:pt x="142851" y="222314"/>
                  <a:pt x="146551" y="225838"/>
                  <a:pt x="150345" y="225838"/>
                </a:cubicBezTo>
                <a:lnTo>
                  <a:pt x="165332" y="225838"/>
                </a:lnTo>
                <a:cubicBezTo>
                  <a:pt x="170359" y="225838"/>
                  <a:pt x="172825" y="222314"/>
                  <a:pt x="172825" y="218789"/>
                </a:cubicBezTo>
                <a:close/>
                <a:moveTo>
                  <a:pt x="172825" y="248507"/>
                </a:moveTo>
                <a:cubicBezTo>
                  <a:pt x="172825" y="244793"/>
                  <a:pt x="170359" y="241173"/>
                  <a:pt x="165427" y="241173"/>
                </a:cubicBezTo>
                <a:lnTo>
                  <a:pt x="128623" y="241173"/>
                </a:lnTo>
                <a:lnTo>
                  <a:pt x="128623" y="219075"/>
                </a:lnTo>
                <a:cubicBezTo>
                  <a:pt x="128623" y="215360"/>
                  <a:pt x="126157" y="211741"/>
                  <a:pt x="121224" y="211741"/>
                </a:cubicBezTo>
                <a:cubicBezTo>
                  <a:pt x="117525" y="211741"/>
                  <a:pt x="113826" y="215455"/>
                  <a:pt x="113826" y="219075"/>
                </a:cubicBezTo>
                <a:lnTo>
                  <a:pt x="113826" y="248507"/>
                </a:lnTo>
                <a:cubicBezTo>
                  <a:pt x="113826" y="252222"/>
                  <a:pt x="117525" y="255841"/>
                  <a:pt x="121224" y="255841"/>
                </a:cubicBezTo>
                <a:lnTo>
                  <a:pt x="165427" y="255841"/>
                </a:lnTo>
                <a:cubicBezTo>
                  <a:pt x="170359" y="255841"/>
                  <a:pt x="172825" y="252127"/>
                  <a:pt x="172825" y="248507"/>
                </a:cubicBezTo>
                <a:close/>
                <a:moveTo>
                  <a:pt x="142946" y="96107"/>
                </a:moveTo>
                <a:cubicBezTo>
                  <a:pt x="142946" y="92393"/>
                  <a:pt x="140480" y="88773"/>
                  <a:pt x="135642" y="88773"/>
                </a:cubicBezTo>
                <a:lnTo>
                  <a:pt x="128338" y="88773"/>
                </a:lnTo>
                <a:lnTo>
                  <a:pt x="128338" y="66675"/>
                </a:lnTo>
                <a:cubicBezTo>
                  <a:pt x="128338" y="62960"/>
                  <a:pt x="125872" y="59341"/>
                  <a:pt x="121035" y="59341"/>
                </a:cubicBezTo>
                <a:cubicBezTo>
                  <a:pt x="117430" y="59341"/>
                  <a:pt x="113731" y="63055"/>
                  <a:pt x="113731" y="66675"/>
                </a:cubicBezTo>
                <a:lnTo>
                  <a:pt x="113731" y="96107"/>
                </a:lnTo>
                <a:cubicBezTo>
                  <a:pt x="113731" y="99822"/>
                  <a:pt x="117335" y="103441"/>
                  <a:pt x="121035" y="103441"/>
                </a:cubicBezTo>
                <a:lnTo>
                  <a:pt x="135547" y="103441"/>
                </a:lnTo>
                <a:cubicBezTo>
                  <a:pt x="140385" y="103441"/>
                  <a:pt x="142851" y="99727"/>
                  <a:pt x="142851" y="96107"/>
                </a:cubicBezTo>
                <a:close/>
                <a:moveTo>
                  <a:pt x="172825" y="145066"/>
                </a:moveTo>
                <a:lnTo>
                  <a:pt x="172825" y="66675"/>
                </a:lnTo>
                <a:cubicBezTo>
                  <a:pt x="172825" y="62960"/>
                  <a:pt x="170359" y="59245"/>
                  <a:pt x="165332" y="59245"/>
                </a:cubicBezTo>
                <a:cubicBezTo>
                  <a:pt x="161633" y="59245"/>
                  <a:pt x="157838" y="62960"/>
                  <a:pt x="157838" y="66675"/>
                </a:cubicBezTo>
                <a:lnTo>
                  <a:pt x="157838" y="137636"/>
                </a:lnTo>
                <a:lnTo>
                  <a:pt x="135453" y="137636"/>
                </a:lnTo>
                <a:cubicBezTo>
                  <a:pt x="131753" y="137636"/>
                  <a:pt x="127959" y="141351"/>
                  <a:pt x="127959" y="145066"/>
                </a:cubicBezTo>
                <a:cubicBezTo>
                  <a:pt x="127959" y="148780"/>
                  <a:pt x="131658" y="152495"/>
                  <a:pt x="135453" y="152495"/>
                </a:cubicBezTo>
                <a:lnTo>
                  <a:pt x="165332" y="152495"/>
                </a:lnTo>
                <a:cubicBezTo>
                  <a:pt x="170359" y="152495"/>
                  <a:pt x="172825" y="148780"/>
                  <a:pt x="172825" y="145066"/>
                </a:cubicBezTo>
                <a:close/>
                <a:moveTo>
                  <a:pt x="260756" y="125920"/>
                </a:moveTo>
                <a:cubicBezTo>
                  <a:pt x="260756" y="122206"/>
                  <a:pt x="258290" y="118396"/>
                  <a:pt x="253452" y="118396"/>
                </a:cubicBezTo>
                <a:lnTo>
                  <a:pt x="195021" y="118396"/>
                </a:lnTo>
                <a:cubicBezTo>
                  <a:pt x="191417" y="118396"/>
                  <a:pt x="187718" y="122110"/>
                  <a:pt x="187718" y="125920"/>
                </a:cubicBezTo>
                <a:cubicBezTo>
                  <a:pt x="187718" y="129730"/>
                  <a:pt x="191417" y="133445"/>
                  <a:pt x="195021" y="133445"/>
                </a:cubicBezTo>
                <a:lnTo>
                  <a:pt x="253452" y="133445"/>
                </a:lnTo>
                <a:cubicBezTo>
                  <a:pt x="258290" y="133445"/>
                  <a:pt x="260756" y="129730"/>
                  <a:pt x="260756" y="125920"/>
                </a:cubicBez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39" name="Graphic 136">
            <a:extLst>
              <a:ext uri="{FF2B5EF4-FFF2-40B4-BE49-F238E27FC236}">
                <a16:creationId xmlns:a16="http://schemas.microsoft.com/office/drawing/2014/main" id="{CBFC1A4B-F6B5-5265-D89D-75A4368C7568}"/>
              </a:ext>
            </a:extLst>
          </p:cNvPr>
          <p:cNvSpPr/>
          <p:nvPr/>
        </p:nvSpPr>
        <p:spPr>
          <a:xfrm>
            <a:off x="7903536" y="2896774"/>
            <a:ext cx="422909" cy="422119"/>
          </a:xfrm>
          <a:custGeom>
            <a:avLst/>
            <a:gdLst>
              <a:gd name="connsiteX0" fmla="*/ 51601 w 315676"/>
              <a:gd name="connsiteY0" fmla="*/ 314992 h 315086"/>
              <a:gd name="connsiteX1" fmla="*/ 7399 w 315676"/>
              <a:gd name="connsiteY1" fmla="*/ 314992 h 315086"/>
              <a:gd name="connsiteX2" fmla="*/ 0 w 315676"/>
              <a:gd name="connsiteY2" fmla="*/ 307562 h 315086"/>
              <a:gd name="connsiteX3" fmla="*/ 0 w 315676"/>
              <a:gd name="connsiteY3" fmla="*/ 263176 h 315086"/>
              <a:gd name="connsiteX4" fmla="*/ 7399 w 315676"/>
              <a:gd name="connsiteY4" fmla="*/ 255746 h 315086"/>
              <a:gd name="connsiteX5" fmla="*/ 14797 w 315676"/>
              <a:gd name="connsiteY5" fmla="*/ 263176 h 315086"/>
              <a:gd name="connsiteX6" fmla="*/ 14797 w 315676"/>
              <a:gd name="connsiteY6" fmla="*/ 300133 h 315086"/>
              <a:gd name="connsiteX7" fmla="*/ 51601 w 315676"/>
              <a:gd name="connsiteY7" fmla="*/ 300133 h 315086"/>
              <a:gd name="connsiteX8" fmla="*/ 59000 w 315676"/>
              <a:gd name="connsiteY8" fmla="*/ 307562 h 315086"/>
              <a:gd name="connsiteX9" fmla="*/ 51601 w 315676"/>
              <a:gd name="connsiteY9" fmla="*/ 314992 h 315086"/>
              <a:gd name="connsiteX10" fmla="*/ 14797 w 315676"/>
              <a:gd name="connsiteY10" fmla="*/ 51816 h 315086"/>
              <a:gd name="connsiteX11" fmla="*/ 14797 w 315676"/>
              <a:gd name="connsiteY11" fmla="*/ 14859 h 315086"/>
              <a:gd name="connsiteX12" fmla="*/ 51601 w 315676"/>
              <a:gd name="connsiteY12" fmla="*/ 14859 h 315086"/>
              <a:gd name="connsiteX13" fmla="*/ 59000 w 315676"/>
              <a:gd name="connsiteY13" fmla="*/ 7429 h 315086"/>
              <a:gd name="connsiteX14" fmla="*/ 51601 w 315676"/>
              <a:gd name="connsiteY14" fmla="*/ 0 h 315086"/>
              <a:gd name="connsiteX15" fmla="*/ 7399 w 315676"/>
              <a:gd name="connsiteY15" fmla="*/ 0 h 315086"/>
              <a:gd name="connsiteX16" fmla="*/ 0 w 315676"/>
              <a:gd name="connsiteY16" fmla="*/ 7429 h 315086"/>
              <a:gd name="connsiteX17" fmla="*/ 0 w 315676"/>
              <a:gd name="connsiteY17" fmla="*/ 51816 h 315086"/>
              <a:gd name="connsiteX18" fmla="*/ 7399 w 315676"/>
              <a:gd name="connsiteY18" fmla="*/ 59245 h 315086"/>
              <a:gd name="connsiteX19" fmla="*/ 14797 w 315676"/>
              <a:gd name="connsiteY19" fmla="*/ 51816 h 315086"/>
              <a:gd name="connsiteX20" fmla="*/ 315677 w 315676"/>
              <a:gd name="connsiteY20" fmla="*/ 51816 h 315086"/>
              <a:gd name="connsiteX21" fmla="*/ 315677 w 315676"/>
              <a:gd name="connsiteY21" fmla="*/ 7429 h 315086"/>
              <a:gd name="connsiteX22" fmla="*/ 308373 w 315676"/>
              <a:gd name="connsiteY22" fmla="*/ 0 h 315086"/>
              <a:gd name="connsiteX23" fmla="*/ 265688 w 315676"/>
              <a:gd name="connsiteY23" fmla="*/ 0 h 315086"/>
              <a:gd name="connsiteX24" fmla="*/ 258384 w 315676"/>
              <a:gd name="connsiteY24" fmla="*/ 7429 h 315086"/>
              <a:gd name="connsiteX25" fmla="*/ 265688 w 315676"/>
              <a:gd name="connsiteY25" fmla="*/ 14859 h 315086"/>
              <a:gd name="connsiteX26" fmla="*/ 301069 w 315676"/>
              <a:gd name="connsiteY26" fmla="*/ 14859 h 315086"/>
              <a:gd name="connsiteX27" fmla="*/ 301069 w 315676"/>
              <a:gd name="connsiteY27" fmla="*/ 51816 h 315086"/>
              <a:gd name="connsiteX28" fmla="*/ 308373 w 315676"/>
              <a:gd name="connsiteY28" fmla="*/ 59245 h 315086"/>
              <a:gd name="connsiteX29" fmla="*/ 315677 w 315676"/>
              <a:gd name="connsiteY29" fmla="*/ 51816 h 315086"/>
              <a:gd name="connsiteX30" fmla="*/ 315677 w 315676"/>
              <a:gd name="connsiteY30" fmla="*/ 307658 h 315086"/>
              <a:gd name="connsiteX31" fmla="*/ 315677 w 315676"/>
              <a:gd name="connsiteY31" fmla="*/ 263271 h 315086"/>
              <a:gd name="connsiteX32" fmla="*/ 308373 w 315676"/>
              <a:gd name="connsiteY32" fmla="*/ 255841 h 315086"/>
              <a:gd name="connsiteX33" fmla="*/ 301069 w 315676"/>
              <a:gd name="connsiteY33" fmla="*/ 263271 h 315086"/>
              <a:gd name="connsiteX34" fmla="*/ 301069 w 315676"/>
              <a:gd name="connsiteY34" fmla="*/ 300228 h 315086"/>
              <a:gd name="connsiteX35" fmla="*/ 265688 w 315676"/>
              <a:gd name="connsiteY35" fmla="*/ 300228 h 315086"/>
              <a:gd name="connsiteX36" fmla="*/ 258384 w 315676"/>
              <a:gd name="connsiteY36" fmla="*/ 307658 h 315086"/>
              <a:gd name="connsiteX37" fmla="*/ 265688 w 315676"/>
              <a:gd name="connsiteY37" fmla="*/ 315087 h 315086"/>
              <a:gd name="connsiteX38" fmla="*/ 308373 w 315676"/>
              <a:gd name="connsiteY38" fmla="*/ 315087 h 315086"/>
              <a:gd name="connsiteX39" fmla="*/ 315677 w 315676"/>
              <a:gd name="connsiteY39" fmla="*/ 307658 h 315086"/>
              <a:gd name="connsiteX40" fmla="*/ 69623 w 315676"/>
              <a:gd name="connsiteY40" fmla="*/ 74009 h 315086"/>
              <a:gd name="connsiteX41" fmla="*/ 84326 w 315676"/>
              <a:gd name="connsiteY41" fmla="*/ 74009 h 315086"/>
              <a:gd name="connsiteX42" fmla="*/ 84326 w 315676"/>
              <a:gd name="connsiteY42" fmla="*/ 88773 h 315086"/>
              <a:gd name="connsiteX43" fmla="*/ 69623 w 315676"/>
              <a:gd name="connsiteY43" fmla="*/ 88773 h 315086"/>
              <a:gd name="connsiteX44" fmla="*/ 69623 w 315676"/>
              <a:gd name="connsiteY44" fmla="*/ 74009 h 315086"/>
              <a:gd name="connsiteX45" fmla="*/ 98934 w 315676"/>
              <a:gd name="connsiteY45" fmla="*/ 96107 h 315086"/>
              <a:gd name="connsiteX46" fmla="*/ 98934 w 315676"/>
              <a:gd name="connsiteY46" fmla="*/ 66675 h 315086"/>
              <a:gd name="connsiteX47" fmla="*/ 91630 w 315676"/>
              <a:gd name="connsiteY47" fmla="*/ 59341 h 315086"/>
              <a:gd name="connsiteX48" fmla="*/ 62320 w 315676"/>
              <a:gd name="connsiteY48" fmla="*/ 59341 h 315086"/>
              <a:gd name="connsiteX49" fmla="*/ 55016 w 315676"/>
              <a:gd name="connsiteY49" fmla="*/ 66675 h 315086"/>
              <a:gd name="connsiteX50" fmla="*/ 55016 w 315676"/>
              <a:gd name="connsiteY50" fmla="*/ 96107 h 315086"/>
              <a:gd name="connsiteX51" fmla="*/ 62320 w 315676"/>
              <a:gd name="connsiteY51" fmla="*/ 103441 h 315086"/>
              <a:gd name="connsiteX52" fmla="*/ 91630 w 315676"/>
              <a:gd name="connsiteY52" fmla="*/ 103441 h 315086"/>
              <a:gd name="connsiteX53" fmla="*/ 98934 w 315676"/>
              <a:gd name="connsiteY53" fmla="*/ 96107 h 315086"/>
              <a:gd name="connsiteX54" fmla="*/ 69623 w 315676"/>
              <a:gd name="connsiteY54" fmla="*/ 226409 h 315086"/>
              <a:gd name="connsiteX55" fmla="*/ 84326 w 315676"/>
              <a:gd name="connsiteY55" fmla="*/ 226409 h 315086"/>
              <a:gd name="connsiteX56" fmla="*/ 84326 w 315676"/>
              <a:gd name="connsiteY56" fmla="*/ 241173 h 315086"/>
              <a:gd name="connsiteX57" fmla="*/ 69623 w 315676"/>
              <a:gd name="connsiteY57" fmla="*/ 241173 h 315086"/>
              <a:gd name="connsiteX58" fmla="*/ 69623 w 315676"/>
              <a:gd name="connsiteY58" fmla="*/ 226409 h 315086"/>
              <a:gd name="connsiteX59" fmla="*/ 98934 w 315676"/>
              <a:gd name="connsiteY59" fmla="*/ 248507 h 315086"/>
              <a:gd name="connsiteX60" fmla="*/ 98934 w 315676"/>
              <a:gd name="connsiteY60" fmla="*/ 219075 h 315086"/>
              <a:gd name="connsiteX61" fmla="*/ 91630 w 315676"/>
              <a:gd name="connsiteY61" fmla="*/ 211741 h 315086"/>
              <a:gd name="connsiteX62" fmla="*/ 62320 w 315676"/>
              <a:gd name="connsiteY62" fmla="*/ 211741 h 315086"/>
              <a:gd name="connsiteX63" fmla="*/ 55016 w 315676"/>
              <a:gd name="connsiteY63" fmla="*/ 219075 h 315086"/>
              <a:gd name="connsiteX64" fmla="*/ 55016 w 315676"/>
              <a:gd name="connsiteY64" fmla="*/ 248507 h 315086"/>
              <a:gd name="connsiteX65" fmla="*/ 62320 w 315676"/>
              <a:gd name="connsiteY65" fmla="*/ 255841 h 315086"/>
              <a:gd name="connsiteX66" fmla="*/ 91630 w 315676"/>
              <a:gd name="connsiteY66" fmla="*/ 255841 h 315086"/>
              <a:gd name="connsiteX67" fmla="*/ 98934 w 315676"/>
              <a:gd name="connsiteY67" fmla="*/ 248507 h 315086"/>
              <a:gd name="connsiteX68" fmla="*/ 231446 w 315676"/>
              <a:gd name="connsiteY68" fmla="*/ 74009 h 315086"/>
              <a:gd name="connsiteX69" fmla="*/ 246148 w 315676"/>
              <a:gd name="connsiteY69" fmla="*/ 74009 h 315086"/>
              <a:gd name="connsiteX70" fmla="*/ 246148 w 315676"/>
              <a:gd name="connsiteY70" fmla="*/ 88773 h 315086"/>
              <a:gd name="connsiteX71" fmla="*/ 231446 w 315676"/>
              <a:gd name="connsiteY71" fmla="*/ 88773 h 315086"/>
              <a:gd name="connsiteX72" fmla="*/ 231446 w 315676"/>
              <a:gd name="connsiteY72" fmla="*/ 74009 h 315086"/>
              <a:gd name="connsiteX73" fmla="*/ 260756 w 315676"/>
              <a:gd name="connsiteY73" fmla="*/ 96107 h 315086"/>
              <a:gd name="connsiteX74" fmla="*/ 260756 w 315676"/>
              <a:gd name="connsiteY74" fmla="*/ 66675 h 315086"/>
              <a:gd name="connsiteX75" fmla="*/ 253452 w 315676"/>
              <a:gd name="connsiteY75" fmla="*/ 59341 h 315086"/>
              <a:gd name="connsiteX76" fmla="*/ 224142 w 315676"/>
              <a:gd name="connsiteY76" fmla="*/ 59341 h 315086"/>
              <a:gd name="connsiteX77" fmla="*/ 216838 w 315676"/>
              <a:gd name="connsiteY77" fmla="*/ 66675 h 315086"/>
              <a:gd name="connsiteX78" fmla="*/ 216838 w 315676"/>
              <a:gd name="connsiteY78" fmla="*/ 96107 h 315086"/>
              <a:gd name="connsiteX79" fmla="*/ 224142 w 315676"/>
              <a:gd name="connsiteY79" fmla="*/ 103441 h 315086"/>
              <a:gd name="connsiteX80" fmla="*/ 253452 w 315676"/>
              <a:gd name="connsiteY80" fmla="*/ 103441 h 315086"/>
              <a:gd name="connsiteX81" fmla="*/ 260756 w 315676"/>
              <a:gd name="connsiteY81" fmla="*/ 96107 h 315086"/>
              <a:gd name="connsiteX82" fmla="*/ 113826 w 315676"/>
              <a:gd name="connsiteY82" fmla="*/ 159353 h 315086"/>
              <a:gd name="connsiteX83" fmla="*/ 113826 w 315676"/>
              <a:gd name="connsiteY83" fmla="*/ 125730 h 315086"/>
              <a:gd name="connsiteX84" fmla="*/ 106427 w 315676"/>
              <a:gd name="connsiteY84" fmla="*/ 118396 h 315086"/>
              <a:gd name="connsiteX85" fmla="*/ 62225 w 315676"/>
              <a:gd name="connsiteY85" fmla="*/ 118396 h 315086"/>
              <a:gd name="connsiteX86" fmla="*/ 54826 w 315676"/>
              <a:gd name="connsiteY86" fmla="*/ 125730 h 315086"/>
              <a:gd name="connsiteX87" fmla="*/ 62225 w 315676"/>
              <a:gd name="connsiteY87" fmla="*/ 133064 h 315086"/>
              <a:gd name="connsiteX88" fmla="*/ 99028 w 315676"/>
              <a:gd name="connsiteY88" fmla="*/ 133064 h 315086"/>
              <a:gd name="connsiteX89" fmla="*/ 99028 w 315676"/>
              <a:gd name="connsiteY89" fmla="*/ 159449 h 315086"/>
              <a:gd name="connsiteX90" fmla="*/ 106427 w 315676"/>
              <a:gd name="connsiteY90" fmla="*/ 166783 h 315086"/>
              <a:gd name="connsiteX91" fmla="*/ 113826 w 315676"/>
              <a:gd name="connsiteY91" fmla="*/ 159449 h 315086"/>
              <a:gd name="connsiteX92" fmla="*/ 127959 w 315676"/>
              <a:gd name="connsiteY92" fmla="*/ 189166 h 315086"/>
              <a:gd name="connsiteX93" fmla="*/ 120655 w 315676"/>
              <a:gd name="connsiteY93" fmla="*/ 181642 h 315086"/>
              <a:gd name="connsiteX94" fmla="*/ 62225 w 315676"/>
              <a:gd name="connsiteY94" fmla="*/ 181642 h 315086"/>
              <a:gd name="connsiteX95" fmla="*/ 54921 w 315676"/>
              <a:gd name="connsiteY95" fmla="*/ 189166 h 315086"/>
              <a:gd name="connsiteX96" fmla="*/ 62225 w 315676"/>
              <a:gd name="connsiteY96" fmla="*/ 196691 h 315086"/>
              <a:gd name="connsiteX97" fmla="*/ 120655 w 315676"/>
              <a:gd name="connsiteY97" fmla="*/ 196691 h 315086"/>
              <a:gd name="connsiteX98" fmla="*/ 127959 w 315676"/>
              <a:gd name="connsiteY98" fmla="*/ 189166 h 315086"/>
              <a:gd name="connsiteX99" fmla="*/ 260756 w 315676"/>
              <a:gd name="connsiteY99" fmla="*/ 248412 h 315086"/>
              <a:gd name="connsiteX100" fmla="*/ 260756 w 315676"/>
              <a:gd name="connsiteY100" fmla="*/ 218694 h 315086"/>
              <a:gd name="connsiteX101" fmla="*/ 253452 w 315676"/>
              <a:gd name="connsiteY101" fmla="*/ 211264 h 315086"/>
              <a:gd name="connsiteX102" fmla="*/ 224237 w 315676"/>
              <a:gd name="connsiteY102" fmla="*/ 211264 h 315086"/>
              <a:gd name="connsiteX103" fmla="*/ 216933 w 315676"/>
              <a:gd name="connsiteY103" fmla="*/ 218694 h 315086"/>
              <a:gd name="connsiteX104" fmla="*/ 224237 w 315676"/>
              <a:gd name="connsiteY104" fmla="*/ 226124 h 315086"/>
              <a:gd name="connsiteX105" fmla="*/ 246148 w 315676"/>
              <a:gd name="connsiteY105" fmla="*/ 226124 h 315086"/>
              <a:gd name="connsiteX106" fmla="*/ 246148 w 315676"/>
              <a:gd name="connsiteY106" fmla="*/ 240983 h 315086"/>
              <a:gd name="connsiteX107" fmla="*/ 202325 w 315676"/>
              <a:gd name="connsiteY107" fmla="*/ 240983 h 315086"/>
              <a:gd name="connsiteX108" fmla="*/ 202325 w 315676"/>
              <a:gd name="connsiteY108" fmla="*/ 172022 h 315086"/>
              <a:gd name="connsiteX109" fmla="*/ 246148 w 315676"/>
              <a:gd name="connsiteY109" fmla="*/ 172022 h 315086"/>
              <a:gd name="connsiteX110" fmla="*/ 246148 w 315676"/>
              <a:gd name="connsiteY110" fmla="*/ 179451 h 315086"/>
              <a:gd name="connsiteX111" fmla="*/ 253452 w 315676"/>
              <a:gd name="connsiteY111" fmla="*/ 186880 h 315086"/>
              <a:gd name="connsiteX112" fmla="*/ 260756 w 315676"/>
              <a:gd name="connsiteY112" fmla="*/ 179451 h 315086"/>
              <a:gd name="connsiteX113" fmla="*/ 260756 w 315676"/>
              <a:gd name="connsiteY113" fmla="*/ 164592 h 315086"/>
              <a:gd name="connsiteX114" fmla="*/ 253452 w 315676"/>
              <a:gd name="connsiteY114" fmla="*/ 157162 h 315086"/>
              <a:gd name="connsiteX115" fmla="*/ 195021 w 315676"/>
              <a:gd name="connsiteY115" fmla="*/ 157162 h 315086"/>
              <a:gd name="connsiteX116" fmla="*/ 187718 w 315676"/>
              <a:gd name="connsiteY116" fmla="*/ 164592 h 315086"/>
              <a:gd name="connsiteX117" fmla="*/ 187718 w 315676"/>
              <a:gd name="connsiteY117" fmla="*/ 248412 h 315086"/>
              <a:gd name="connsiteX118" fmla="*/ 195021 w 315676"/>
              <a:gd name="connsiteY118" fmla="*/ 255841 h 315086"/>
              <a:gd name="connsiteX119" fmla="*/ 253452 w 315676"/>
              <a:gd name="connsiteY119" fmla="*/ 255841 h 315086"/>
              <a:gd name="connsiteX120" fmla="*/ 260756 w 315676"/>
              <a:gd name="connsiteY120" fmla="*/ 248412 h 315086"/>
              <a:gd name="connsiteX121" fmla="*/ 157838 w 315676"/>
              <a:gd name="connsiteY121" fmla="*/ 189166 h 315086"/>
              <a:gd name="connsiteX122" fmla="*/ 157838 w 315676"/>
              <a:gd name="connsiteY122" fmla="*/ 174117 h 315086"/>
              <a:gd name="connsiteX123" fmla="*/ 150345 w 315676"/>
              <a:gd name="connsiteY123" fmla="*/ 166592 h 315086"/>
              <a:gd name="connsiteX124" fmla="*/ 142851 w 315676"/>
              <a:gd name="connsiteY124" fmla="*/ 174117 h 315086"/>
              <a:gd name="connsiteX125" fmla="*/ 142851 w 315676"/>
              <a:gd name="connsiteY125" fmla="*/ 189166 h 315086"/>
              <a:gd name="connsiteX126" fmla="*/ 150345 w 315676"/>
              <a:gd name="connsiteY126" fmla="*/ 196691 h 315086"/>
              <a:gd name="connsiteX127" fmla="*/ 157838 w 315676"/>
              <a:gd name="connsiteY127" fmla="*/ 189166 h 315086"/>
              <a:gd name="connsiteX128" fmla="*/ 201851 w 315676"/>
              <a:gd name="connsiteY128" fmla="*/ 81153 h 315086"/>
              <a:gd name="connsiteX129" fmla="*/ 201851 w 315676"/>
              <a:gd name="connsiteY129" fmla="*/ 66580 h 315086"/>
              <a:gd name="connsiteX130" fmla="*/ 194832 w 315676"/>
              <a:gd name="connsiteY130" fmla="*/ 59245 h 315086"/>
              <a:gd name="connsiteX131" fmla="*/ 187812 w 315676"/>
              <a:gd name="connsiteY131" fmla="*/ 66580 h 315086"/>
              <a:gd name="connsiteX132" fmla="*/ 187812 w 315676"/>
              <a:gd name="connsiteY132" fmla="*/ 81153 h 315086"/>
              <a:gd name="connsiteX133" fmla="*/ 194832 w 315676"/>
              <a:gd name="connsiteY133" fmla="*/ 88487 h 315086"/>
              <a:gd name="connsiteX134" fmla="*/ 201851 w 315676"/>
              <a:gd name="connsiteY134" fmla="*/ 81153 h 315086"/>
              <a:gd name="connsiteX135" fmla="*/ 172825 w 315676"/>
              <a:gd name="connsiteY135" fmla="*/ 218789 h 315086"/>
              <a:gd name="connsiteX136" fmla="*/ 165332 w 315676"/>
              <a:gd name="connsiteY136" fmla="*/ 211741 h 315086"/>
              <a:gd name="connsiteX137" fmla="*/ 150345 w 315676"/>
              <a:gd name="connsiteY137" fmla="*/ 211741 h 315086"/>
              <a:gd name="connsiteX138" fmla="*/ 142851 w 315676"/>
              <a:gd name="connsiteY138" fmla="*/ 218789 h 315086"/>
              <a:gd name="connsiteX139" fmla="*/ 150345 w 315676"/>
              <a:gd name="connsiteY139" fmla="*/ 225838 h 315086"/>
              <a:gd name="connsiteX140" fmla="*/ 165332 w 315676"/>
              <a:gd name="connsiteY140" fmla="*/ 225838 h 315086"/>
              <a:gd name="connsiteX141" fmla="*/ 172825 w 315676"/>
              <a:gd name="connsiteY141" fmla="*/ 218789 h 315086"/>
              <a:gd name="connsiteX142" fmla="*/ 172825 w 315676"/>
              <a:gd name="connsiteY142" fmla="*/ 248507 h 315086"/>
              <a:gd name="connsiteX143" fmla="*/ 165427 w 315676"/>
              <a:gd name="connsiteY143" fmla="*/ 241173 h 315086"/>
              <a:gd name="connsiteX144" fmla="*/ 128623 w 315676"/>
              <a:gd name="connsiteY144" fmla="*/ 241173 h 315086"/>
              <a:gd name="connsiteX145" fmla="*/ 128623 w 315676"/>
              <a:gd name="connsiteY145" fmla="*/ 219075 h 315086"/>
              <a:gd name="connsiteX146" fmla="*/ 121224 w 315676"/>
              <a:gd name="connsiteY146" fmla="*/ 211741 h 315086"/>
              <a:gd name="connsiteX147" fmla="*/ 113826 w 315676"/>
              <a:gd name="connsiteY147" fmla="*/ 219075 h 315086"/>
              <a:gd name="connsiteX148" fmla="*/ 113826 w 315676"/>
              <a:gd name="connsiteY148" fmla="*/ 248507 h 315086"/>
              <a:gd name="connsiteX149" fmla="*/ 121224 w 315676"/>
              <a:gd name="connsiteY149" fmla="*/ 255841 h 315086"/>
              <a:gd name="connsiteX150" fmla="*/ 165427 w 315676"/>
              <a:gd name="connsiteY150" fmla="*/ 255841 h 315086"/>
              <a:gd name="connsiteX151" fmla="*/ 172825 w 315676"/>
              <a:gd name="connsiteY151" fmla="*/ 248507 h 315086"/>
              <a:gd name="connsiteX152" fmla="*/ 142946 w 315676"/>
              <a:gd name="connsiteY152" fmla="*/ 96107 h 315086"/>
              <a:gd name="connsiteX153" fmla="*/ 135642 w 315676"/>
              <a:gd name="connsiteY153" fmla="*/ 88773 h 315086"/>
              <a:gd name="connsiteX154" fmla="*/ 128338 w 315676"/>
              <a:gd name="connsiteY154" fmla="*/ 88773 h 315086"/>
              <a:gd name="connsiteX155" fmla="*/ 128338 w 315676"/>
              <a:gd name="connsiteY155" fmla="*/ 66675 h 315086"/>
              <a:gd name="connsiteX156" fmla="*/ 121035 w 315676"/>
              <a:gd name="connsiteY156" fmla="*/ 59341 h 315086"/>
              <a:gd name="connsiteX157" fmla="*/ 113731 w 315676"/>
              <a:gd name="connsiteY157" fmla="*/ 66675 h 315086"/>
              <a:gd name="connsiteX158" fmla="*/ 113731 w 315676"/>
              <a:gd name="connsiteY158" fmla="*/ 96107 h 315086"/>
              <a:gd name="connsiteX159" fmla="*/ 121035 w 315676"/>
              <a:gd name="connsiteY159" fmla="*/ 103441 h 315086"/>
              <a:gd name="connsiteX160" fmla="*/ 135547 w 315676"/>
              <a:gd name="connsiteY160" fmla="*/ 103441 h 315086"/>
              <a:gd name="connsiteX161" fmla="*/ 142851 w 315676"/>
              <a:gd name="connsiteY161" fmla="*/ 96107 h 315086"/>
              <a:gd name="connsiteX162" fmla="*/ 172825 w 315676"/>
              <a:gd name="connsiteY162" fmla="*/ 145066 h 315086"/>
              <a:gd name="connsiteX163" fmla="*/ 172825 w 315676"/>
              <a:gd name="connsiteY163" fmla="*/ 66675 h 315086"/>
              <a:gd name="connsiteX164" fmla="*/ 165332 w 315676"/>
              <a:gd name="connsiteY164" fmla="*/ 59245 h 315086"/>
              <a:gd name="connsiteX165" fmla="*/ 157838 w 315676"/>
              <a:gd name="connsiteY165" fmla="*/ 66675 h 315086"/>
              <a:gd name="connsiteX166" fmla="*/ 157838 w 315676"/>
              <a:gd name="connsiteY166" fmla="*/ 137636 h 315086"/>
              <a:gd name="connsiteX167" fmla="*/ 135453 w 315676"/>
              <a:gd name="connsiteY167" fmla="*/ 137636 h 315086"/>
              <a:gd name="connsiteX168" fmla="*/ 127959 w 315676"/>
              <a:gd name="connsiteY168" fmla="*/ 145066 h 315086"/>
              <a:gd name="connsiteX169" fmla="*/ 135453 w 315676"/>
              <a:gd name="connsiteY169" fmla="*/ 152495 h 315086"/>
              <a:gd name="connsiteX170" fmla="*/ 165332 w 315676"/>
              <a:gd name="connsiteY170" fmla="*/ 152495 h 315086"/>
              <a:gd name="connsiteX171" fmla="*/ 172825 w 315676"/>
              <a:gd name="connsiteY171" fmla="*/ 145066 h 315086"/>
              <a:gd name="connsiteX172" fmla="*/ 260756 w 315676"/>
              <a:gd name="connsiteY172" fmla="*/ 125920 h 315086"/>
              <a:gd name="connsiteX173" fmla="*/ 253452 w 315676"/>
              <a:gd name="connsiteY173" fmla="*/ 118396 h 315086"/>
              <a:gd name="connsiteX174" fmla="*/ 195021 w 315676"/>
              <a:gd name="connsiteY174" fmla="*/ 118396 h 315086"/>
              <a:gd name="connsiteX175" fmla="*/ 187718 w 315676"/>
              <a:gd name="connsiteY175" fmla="*/ 125920 h 315086"/>
              <a:gd name="connsiteX176" fmla="*/ 195021 w 315676"/>
              <a:gd name="connsiteY176" fmla="*/ 133445 h 315086"/>
              <a:gd name="connsiteX177" fmla="*/ 253452 w 315676"/>
              <a:gd name="connsiteY177" fmla="*/ 133445 h 315086"/>
              <a:gd name="connsiteX178" fmla="*/ 260756 w 315676"/>
              <a:gd name="connsiteY178" fmla="*/ 125920 h 31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315676" h="315086">
                <a:moveTo>
                  <a:pt x="51601" y="314992"/>
                </a:moveTo>
                <a:lnTo>
                  <a:pt x="7399" y="314992"/>
                </a:lnTo>
                <a:cubicBezTo>
                  <a:pt x="3699" y="314992"/>
                  <a:pt x="0" y="311277"/>
                  <a:pt x="0" y="307562"/>
                </a:cubicBezTo>
                <a:lnTo>
                  <a:pt x="0" y="263176"/>
                </a:lnTo>
                <a:cubicBezTo>
                  <a:pt x="0" y="259461"/>
                  <a:pt x="3699" y="255746"/>
                  <a:pt x="7399" y="255746"/>
                </a:cubicBezTo>
                <a:cubicBezTo>
                  <a:pt x="12331" y="255746"/>
                  <a:pt x="14797" y="259461"/>
                  <a:pt x="14797" y="263176"/>
                </a:cubicBezTo>
                <a:lnTo>
                  <a:pt x="14797" y="300133"/>
                </a:lnTo>
                <a:lnTo>
                  <a:pt x="51601" y="300133"/>
                </a:lnTo>
                <a:cubicBezTo>
                  <a:pt x="55300" y="300133"/>
                  <a:pt x="59000" y="303847"/>
                  <a:pt x="59000" y="307562"/>
                </a:cubicBezTo>
                <a:cubicBezTo>
                  <a:pt x="59000" y="311277"/>
                  <a:pt x="55300" y="314992"/>
                  <a:pt x="51601" y="314992"/>
                </a:cubicBezTo>
                <a:close/>
                <a:moveTo>
                  <a:pt x="14797" y="51816"/>
                </a:moveTo>
                <a:lnTo>
                  <a:pt x="14797" y="14859"/>
                </a:lnTo>
                <a:lnTo>
                  <a:pt x="51601" y="14859"/>
                </a:lnTo>
                <a:cubicBezTo>
                  <a:pt x="55300" y="14859"/>
                  <a:pt x="59000" y="11144"/>
                  <a:pt x="59000" y="7429"/>
                </a:cubicBezTo>
                <a:cubicBezTo>
                  <a:pt x="59000" y="3715"/>
                  <a:pt x="55300" y="0"/>
                  <a:pt x="51601" y="0"/>
                </a:cubicBezTo>
                <a:lnTo>
                  <a:pt x="7399" y="0"/>
                </a:lnTo>
                <a:cubicBezTo>
                  <a:pt x="3699" y="0"/>
                  <a:pt x="0" y="3715"/>
                  <a:pt x="0" y="7429"/>
                </a:cubicBezTo>
                <a:lnTo>
                  <a:pt x="0" y="51816"/>
                </a:lnTo>
                <a:cubicBezTo>
                  <a:pt x="0" y="55531"/>
                  <a:pt x="3699" y="59245"/>
                  <a:pt x="7399" y="59245"/>
                </a:cubicBezTo>
                <a:cubicBezTo>
                  <a:pt x="12331" y="59245"/>
                  <a:pt x="14797" y="55531"/>
                  <a:pt x="14797" y="51816"/>
                </a:cubicBezTo>
                <a:close/>
                <a:moveTo>
                  <a:pt x="315677" y="51816"/>
                </a:moveTo>
                <a:lnTo>
                  <a:pt x="315677" y="7429"/>
                </a:lnTo>
                <a:cubicBezTo>
                  <a:pt x="315677" y="3715"/>
                  <a:pt x="313210" y="0"/>
                  <a:pt x="308373" y="0"/>
                </a:cubicBezTo>
                <a:lnTo>
                  <a:pt x="265688" y="0"/>
                </a:lnTo>
                <a:cubicBezTo>
                  <a:pt x="260851" y="0"/>
                  <a:pt x="258384" y="3715"/>
                  <a:pt x="258384" y="7429"/>
                </a:cubicBezTo>
                <a:cubicBezTo>
                  <a:pt x="258384" y="11144"/>
                  <a:pt x="260851" y="14859"/>
                  <a:pt x="265688" y="14859"/>
                </a:cubicBezTo>
                <a:lnTo>
                  <a:pt x="301069" y="14859"/>
                </a:lnTo>
                <a:lnTo>
                  <a:pt x="301069" y="51816"/>
                </a:lnTo>
                <a:cubicBezTo>
                  <a:pt x="301069" y="55531"/>
                  <a:pt x="304768" y="59245"/>
                  <a:pt x="308373" y="59245"/>
                </a:cubicBezTo>
                <a:cubicBezTo>
                  <a:pt x="313210" y="59245"/>
                  <a:pt x="315677" y="55531"/>
                  <a:pt x="315677" y="51816"/>
                </a:cubicBezTo>
                <a:close/>
                <a:moveTo>
                  <a:pt x="315677" y="307658"/>
                </a:moveTo>
                <a:lnTo>
                  <a:pt x="315677" y="263271"/>
                </a:lnTo>
                <a:cubicBezTo>
                  <a:pt x="315677" y="259556"/>
                  <a:pt x="313210" y="255841"/>
                  <a:pt x="308373" y="255841"/>
                </a:cubicBezTo>
                <a:cubicBezTo>
                  <a:pt x="304674" y="255841"/>
                  <a:pt x="301069" y="259556"/>
                  <a:pt x="301069" y="263271"/>
                </a:cubicBezTo>
                <a:lnTo>
                  <a:pt x="301069" y="300228"/>
                </a:lnTo>
                <a:lnTo>
                  <a:pt x="265688" y="300228"/>
                </a:lnTo>
                <a:cubicBezTo>
                  <a:pt x="260851" y="300228"/>
                  <a:pt x="258384" y="303943"/>
                  <a:pt x="258384" y="307658"/>
                </a:cubicBezTo>
                <a:cubicBezTo>
                  <a:pt x="258384" y="311372"/>
                  <a:pt x="260851" y="315087"/>
                  <a:pt x="265688" y="315087"/>
                </a:cubicBezTo>
                <a:lnTo>
                  <a:pt x="308373" y="315087"/>
                </a:lnTo>
                <a:cubicBezTo>
                  <a:pt x="313210" y="315087"/>
                  <a:pt x="315677" y="311372"/>
                  <a:pt x="315677" y="307658"/>
                </a:cubicBezTo>
                <a:close/>
                <a:moveTo>
                  <a:pt x="69623" y="74009"/>
                </a:moveTo>
                <a:lnTo>
                  <a:pt x="84326" y="74009"/>
                </a:lnTo>
                <a:lnTo>
                  <a:pt x="84326" y="88773"/>
                </a:lnTo>
                <a:lnTo>
                  <a:pt x="69623" y="88773"/>
                </a:lnTo>
                <a:lnTo>
                  <a:pt x="69623" y="74009"/>
                </a:lnTo>
                <a:close/>
                <a:moveTo>
                  <a:pt x="98934" y="96107"/>
                </a:moveTo>
                <a:lnTo>
                  <a:pt x="98934" y="66675"/>
                </a:lnTo>
                <a:cubicBezTo>
                  <a:pt x="98934" y="62960"/>
                  <a:pt x="96467" y="59341"/>
                  <a:pt x="91630" y="59341"/>
                </a:cubicBezTo>
                <a:lnTo>
                  <a:pt x="62320" y="59341"/>
                </a:lnTo>
                <a:cubicBezTo>
                  <a:pt x="58620" y="59341"/>
                  <a:pt x="55016" y="63055"/>
                  <a:pt x="55016" y="66675"/>
                </a:cubicBezTo>
                <a:lnTo>
                  <a:pt x="55016" y="96107"/>
                </a:lnTo>
                <a:cubicBezTo>
                  <a:pt x="55016" y="99822"/>
                  <a:pt x="58715" y="103441"/>
                  <a:pt x="62320" y="103441"/>
                </a:cubicBezTo>
                <a:lnTo>
                  <a:pt x="91630" y="103441"/>
                </a:lnTo>
                <a:cubicBezTo>
                  <a:pt x="96562" y="103441"/>
                  <a:pt x="98934" y="99727"/>
                  <a:pt x="98934" y="96107"/>
                </a:cubicBezTo>
                <a:close/>
                <a:moveTo>
                  <a:pt x="69623" y="226409"/>
                </a:moveTo>
                <a:lnTo>
                  <a:pt x="84326" y="226409"/>
                </a:lnTo>
                <a:lnTo>
                  <a:pt x="84326" y="241173"/>
                </a:lnTo>
                <a:lnTo>
                  <a:pt x="69623" y="241173"/>
                </a:lnTo>
                <a:lnTo>
                  <a:pt x="69623" y="226409"/>
                </a:lnTo>
                <a:close/>
                <a:moveTo>
                  <a:pt x="98934" y="248507"/>
                </a:moveTo>
                <a:lnTo>
                  <a:pt x="98934" y="219075"/>
                </a:lnTo>
                <a:cubicBezTo>
                  <a:pt x="98934" y="215360"/>
                  <a:pt x="96467" y="211741"/>
                  <a:pt x="91630" y="211741"/>
                </a:cubicBezTo>
                <a:lnTo>
                  <a:pt x="62320" y="211741"/>
                </a:lnTo>
                <a:cubicBezTo>
                  <a:pt x="58620" y="211741"/>
                  <a:pt x="55016" y="215455"/>
                  <a:pt x="55016" y="219075"/>
                </a:cubicBezTo>
                <a:lnTo>
                  <a:pt x="55016" y="248507"/>
                </a:lnTo>
                <a:cubicBezTo>
                  <a:pt x="55016" y="252222"/>
                  <a:pt x="58715" y="255841"/>
                  <a:pt x="62320" y="255841"/>
                </a:cubicBezTo>
                <a:lnTo>
                  <a:pt x="91630" y="255841"/>
                </a:lnTo>
                <a:cubicBezTo>
                  <a:pt x="96562" y="255841"/>
                  <a:pt x="98934" y="252127"/>
                  <a:pt x="98934" y="248507"/>
                </a:cubicBezTo>
                <a:close/>
                <a:moveTo>
                  <a:pt x="231446" y="74009"/>
                </a:moveTo>
                <a:lnTo>
                  <a:pt x="246148" y="74009"/>
                </a:lnTo>
                <a:lnTo>
                  <a:pt x="246148" y="88773"/>
                </a:lnTo>
                <a:lnTo>
                  <a:pt x="231446" y="88773"/>
                </a:lnTo>
                <a:lnTo>
                  <a:pt x="231446" y="74009"/>
                </a:lnTo>
                <a:close/>
                <a:moveTo>
                  <a:pt x="260756" y="96107"/>
                </a:moveTo>
                <a:lnTo>
                  <a:pt x="260756" y="66675"/>
                </a:lnTo>
                <a:cubicBezTo>
                  <a:pt x="260756" y="62960"/>
                  <a:pt x="258290" y="59341"/>
                  <a:pt x="253452" y="59341"/>
                </a:cubicBezTo>
                <a:lnTo>
                  <a:pt x="224142" y="59341"/>
                </a:lnTo>
                <a:cubicBezTo>
                  <a:pt x="220442" y="59341"/>
                  <a:pt x="216838" y="63055"/>
                  <a:pt x="216838" y="66675"/>
                </a:cubicBezTo>
                <a:lnTo>
                  <a:pt x="216838" y="96107"/>
                </a:lnTo>
                <a:cubicBezTo>
                  <a:pt x="216838" y="99822"/>
                  <a:pt x="220537" y="103441"/>
                  <a:pt x="224142" y="103441"/>
                </a:cubicBezTo>
                <a:lnTo>
                  <a:pt x="253452" y="103441"/>
                </a:lnTo>
                <a:cubicBezTo>
                  <a:pt x="258384" y="103441"/>
                  <a:pt x="260756" y="99727"/>
                  <a:pt x="260756" y="96107"/>
                </a:cubicBezTo>
                <a:close/>
                <a:moveTo>
                  <a:pt x="113826" y="159353"/>
                </a:moveTo>
                <a:lnTo>
                  <a:pt x="113826" y="125730"/>
                </a:lnTo>
                <a:cubicBezTo>
                  <a:pt x="113826" y="122110"/>
                  <a:pt x="111359" y="118396"/>
                  <a:pt x="106427" y="118396"/>
                </a:cubicBezTo>
                <a:lnTo>
                  <a:pt x="62225" y="118396"/>
                </a:lnTo>
                <a:cubicBezTo>
                  <a:pt x="58525" y="118396"/>
                  <a:pt x="54826" y="122015"/>
                  <a:pt x="54826" y="125730"/>
                </a:cubicBezTo>
                <a:cubicBezTo>
                  <a:pt x="54826" y="129445"/>
                  <a:pt x="58525" y="133064"/>
                  <a:pt x="62225" y="133064"/>
                </a:cubicBezTo>
                <a:lnTo>
                  <a:pt x="99028" y="133064"/>
                </a:lnTo>
                <a:lnTo>
                  <a:pt x="99028" y="159449"/>
                </a:lnTo>
                <a:cubicBezTo>
                  <a:pt x="99028" y="163068"/>
                  <a:pt x="102728" y="166783"/>
                  <a:pt x="106427" y="166783"/>
                </a:cubicBezTo>
                <a:cubicBezTo>
                  <a:pt x="111359" y="166783"/>
                  <a:pt x="113826" y="163163"/>
                  <a:pt x="113826" y="159449"/>
                </a:cubicBezTo>
                <a:close/>
                <a:moveTo>
                  <a:pt x="127959" y="189166"/>
                </a:moveTo>
                <a:cubicBezTo>
                  <a:pt x="127959" y="185452"/>
                  <a:pt x="125493" y="181642"/>
                  <a:pt x="120655" y="181642"/>
                </a:cubicBezTo>
                <a:lnTo>
                  <a:pt x="62225" y="181642"/>
                </a:lnTo>
                <a:cubicBezTo>
                  <a:pt x="58525" y="181642"/>
                  <a:pt x="54921" y="185357"/>
                  <a:pt x="54921" y="189166"/>
                </a:cubicBezTo>
                <a:cubicBezTo>
                  <a:pt x="54921" y="192976"/>
                  <a:pt x="58620" y="196691"/>
                  <a:pt x="62225" y="196691"/>
                </a:cubicBezTo>
                <a:lnTo>
                  <a:pt x="120655" y="196691"/>
                </a:lnTo>
                <a:cubicBezTo>
                  <a:pt x="125493" y="196691"/>
                  <a:pt x="127959" y="192976"/>
                  <a:pt x="127959" y="189166"/>
                </a:cubicBezTo>
                <a:close/>
                <a:moveTo>
                  <a:pt x="260756" y="248412"/>
                </a:moveTo>
                <a:lnTo>
                  <a:pt x="260756" y="218694"/>
                </a:lnTo>
                <a:cubicBezTo>
                  <a:pt x="260756" y="214979"/>
                  <a:pt x="258290" y="211264"/>
                  <a:pt x="253452" y="211264"/>
                </a:cubicBezTo>
                <a:lnTo>
                  <a:pt x="224237" y="211264"/>
                </a:lnTo>
                <a:cubicBezTo>
                  <a:pt x="220537" y="211264"/>
                  <a:pt x="216933" y="214979"/>
                  <a:pt x="216933" y="218694"/>
                </a:cubicBezTo>
                <a:cubicBezTo>
                  <a:pt x="216933" y="222409"/>
                  <a:pt x="220632" y="226124"/>
                  <a:pt x="224237" y="226124"/>
                </a:cubicBezTo>
                <a:lnTo>
                  <a:pt x="246148" y="226124"/>
                </a:lnTo>
                <a:lnTo>
                  <a:pt x="246148" y="240983"/>
                </a:lnTo>
                <a:lnTo>
                  <a:pt x="202325" y="240983"/>
                </a:lnTo>
                <a:lnTo>
                  <a:pt x="202325" y="172022"/>
                </a:lnTo>
                <a:lnTo>
                  <a:pt x="246148" y="172022"/>
                </a:lnTo>
                <a:lnTo>
                  <a:pt x="246148" y="179451"/>
                </a:lnTo>
                <a:cubicBezTo>
                  <a:pt x="246148" y="183166"/>
                  <a:pt x="249848" y="186880"/>
                  <a:pt x="253452" y="186880"/>
                </a:cubicBezTo>
                <a:cubicBezTo>
                  <a:pt x="258290" y="186880"/>
                  <a:pt x="260756" y="183166"/>
                  <a:pt x="260756" y="179451"/>
                </a:cubicBezTo>
                <a:lnTo>
                  <a:pt x="260756" y="164592"/>
                </a:lnTo>
                <a:cubicBezTo>
                  <a:pt x="260756" y="160877"/>
                  <a:pt x="258290" y="157162"/>
                  <a:pt x="253452" y="157162"/>
                </a:cubicBezTo>
                <a:lnTo>
                  <a:pt x="195021" y="157162"/>
                </a:lnTo>
                <a:cubicBezTo>
                  <a:pt x="191417" y="157162"/>
                  <a:pt x="187718" y="160877"/>
                  <a:pt x="187718" y="164592"/>
                </a:cubicBezTo>
                <a:lnTo>
                  <a:pt x="187718" y="248412"/>
                </a:lnTo>
                <a:cubicBezTo>
                  <a:pt x="187718" y="252127"/>
                  <a:pt x="191417" y="255841"/>
                  <a:pt x="195021" y="255841"/>
                </a:cubicBezTo>
                <a:lnTo>
                  <a:pt x="253452" y="255841"/>
                </a:lnTo>
                <a:cubicBezTo>
                  <a:pt x="258290" y="255841"/>
                  <a:pt x="260756" y="252127"/>
                  <a:pt x="260756" y="248412"/>
                </a:cubicBezTo>
                <a:close/>
                <a:moveTo>
                  <a:pt x="157838" y="189166"/>
                </a:moveTo>
                <a:lnTo>
                  <a:pt x="157838" y="174117"/>
                </a:lnTo>
                <a:cubicBezTo>
                  <a:pt x="157838" y="170402"/>
                  <a:pt x="155372" y="166592"/>
                  <a:pt x="150345" y="166592"/>
                </a:cubicBezTo>
                <a:cubicBezTo>
                  <a:pt x="146645" y="166592"/>
                  <a:pt x="142851" y="170307"/>
                  <a:pt x="142851" y="174117"/>
                </a:cubicBezTo>
                <a:lnTo>
                  <a:pt x="142851" y="189166"/>
                </a:lnTo>
                <a:cubicBezTo>
                  <a:pt x="142851" y="192881"/>
                  <a:pt x="146551" y="196691"/>
                  <a:pt x="150345" y="196691"/>
                </a:cubicBezTo>
                <a:cubicBezTo>
                  <a:pt x="155372" y="196691"/>
                  <a:pt x="157838" y="192976"/>
                  <a:pt x="157838" y="189166"/>
                </a:cubicBezTo>
                <a:close/>
                <a:moveTo>
                  <a:pt x="201851" y="81153"/>
                </a:moveTo>
                <a:lnTo>
                  <a:pt x="201851" y="66580"/>
                </a:lnTo>
                <a:cubicBezTo>
                  <a:pt x="201851" y="62960"/>
                  <a:pt x="199480" y="59245"/>
                  <a:pt x="194832" y="59245"/>
                </a:cubicBezTo>
                <a:cubicBezTo>
                  <a:pt x="191322" y="59245"/>
                  <a:pt x="187812" y="62865"/>
                  <a:pt x="187812" y="66580"/>
                </a:cubicBezTo>
                <a:lnTo>
                  <a:pt x="187812" y="81153"/>
                </a:lnTo>
                <a:cubicBezTo>
                  <a:pt x="187812" y="84772"/>
                  <a:pt x="191322" y="88487"/>
                  <a:pt x="194832" y="88487"/>
                </a:cubicBezTo>
                <a:cubicBezTo>
                  <a:pt x="199574" y="88487"/>
                  <a:pt x="201851" y="84868"/>
                  <a:pt x="201851" y="81153"/>
                </a:cubicBezTo>
                <a:close/>
                <a:moveTo>
                  <a:pt x="172825" y="218789"/>
                </a:moveTo>
                <a:cubicBezTo>
                  <a:pt x="172825" y="215265"/>
                  <a:pt x="170359" y="211741"/>
                  <a:pt x="165332" y="211741"/>
                </a:cubicBezTo>
                <a:lnTo>
                  <a:pt x="150345" y="211741"/>
                </a:lnTo>
                <a:cubicBezTo>
                  <a:pt x="146645" y="211741"/>
                  <a:pt x="142851" y="215265"/>
                  <a:pt x="142851" y="218789"/>
                </a:cubicBezTo>
                <a:cubicBezTo>
                  <a:pt x="142851" y="222314"/>
                  <a:pt x="146551" y="225838"/>
                  <a:pt x="150345" y="225838"/>
                </a:cubicBezTo>
                <a:lnTo>
                  <a:pt x="165332" y="225838"/>
                </a:lnTo>
                <a:cubicBezTo>
                  <a:pt x="170359" y="225838"/>
                  <a:pt x="172825" y="222314"/>
                  <a:pt x="172825" y="218789"/>
                </a:cubicBezTo>
                <a:close/>
                <a:moveTo>
                  <a:pt x="172825" y="248507"/>
                </a:moveTo>
                <a:cubicBezTo>
                  <a:pt x="172825" y="244793"/>
                  <a:pt x="170359" y="241173"/>
                  <a:pt x="165427" y="241173"/>
                </a:cubicBezTo>
                <a:lnTo>
                  <a:pt x="128623" y="241173"/>
                </a:lnTo>
                <a:lnTo>
                  <a:pt x="128623" y="219075"/>
                </a:lnTo>
                <a:cubicBezTo>
                  <a:pt x="128623" y="215360"/>
                  <a:pt x="126157" y="211741"/>
                  <a:pt x="121224" y="211741"/>
                </a:cubicBezTo>
                <a:cubicBezTo>
                  <a:pt x="117525" y="211741"/>
                  <a:pt x="113826" y="215455"/>
                  <a:pt x="113826" y="219075"/>
                </a:cubicBezTo>
                <a:lnTo>
                  <a:pt x="113826" y="248507"/>
                </a:lnTo>
                <a:cubicBezTo>
                  <a:pt x="113826" y="252222"/>
                  <a:pt x="117525" y="255841"/>
                  <a:pt x="121224" y="255841"/>
                </a:cubicBezTo>
                <a:lnTo>
                  <a:pt x="165427" y="255841"/>
                </a:lnTo>
                <a:cubicBezTo>
                  <a:pt x="170359" y="255841"/>
                  <a:pt x="172825" y="252127"/>
                  <a:pt x="172825" y="248507"/>
                </a:cubicBezTo>
                <a:close/>
                <a:moveTo>
                  <a:pt x="142946" y="96107"/>
                </a:moveTo>
                <a:cubicBezTo>
                  <a:pt x="142946" y="92393"/>
                  <a:pt x="140480" y="88773"/>
                  <a:pt x="135642" y="88773"/>
                </a:cubicBezTo>
                <a:lnTo>
                  <a:pt x="128338" y="88773"/>
                </a:lnTo>
                <a:lnTo>
                  <a:pt x="128338" y="66675"/>
                </a:lnTo>
                <a:cubicBezTo>
                  <a:pt x="128338" y="62960"/>
                  <a:pt x="125872" y="59341"/>
                  <a:pt x="121035" y="59341"/>
                </a:cubicBezTo>
                <a:cubicBezTo>
                  <a:pt x="117430" y="59341"/>
                  <a:pt x="113731" y="63055"/>
                  <a:pt x="113731" y="66675"/>
                </a:cubicBezTo>
                <a:lnTo>
                  <a:pt x="113731" y="96107"/>
                </a:lnTo>
                <a:cubicBezTo>
                  <a:pt x="113731" y="99822"/>
                  <a:pt x="117335" y="103441"/>
                  <a:pt x="121035" y="103441"/>
                </a:cubicBezTo>
                <a:lnTo>
                  <a:pt x="135547" y="103441"/>
                </a:lnTo>
                <a:cubicBezTo>
                  <a:pt x="140385" y="103441"/>
                  <a:pt x="142851" y="99727"/>
                  <a:pt x="142851" y="96107"/>
                </a:cubicBezTo>
                <a:close/>
                <a:moveTo>
                  <a:pt x="172825" y="145066"/>
                </a:moveTo>
                <a:lnTo>
                  <a:pt x="172825" y="66675"/>
                </a:lnTo>
                <a:cubicBezTo>
                  <a:pt x="172825" y="62960"/>
                  <a:pt x="170359" y="59245"/>
                  <a:pt x="165332" y="59245"/>
                </a:cubicBezTo>
                <a:cubicBezTo>
                  <a:pt x="161633" y="59245"/>
                  <a:pt x="157838" y="62960"/>
                  <a:pt x="157838" y="66675"/>
                </a:cubicBezTo>
                <a:lnTo>
                  <a:pt x="157838" y="137636"/>
                </a:lnTo>
                <a:lnTo>
                  <a:pt x="135453" y="137636"/>
                </a:lnTo>
                <a:cubicBezTo>
                  <a:pt x="131753" y="137636"/>
                  <a:pt x="127959" y="141351"/>
                  <a:pt x="127959" y="145066"/>
                </a:cubicBezTo>
                <a:cubicBezTo>
                  <a:pt x="127959" y="148780"/>
                  <a:pt x="131658" y="152495"/>
                  <a:pt x="135453" y="152495"/>
                </a:cubicBezTo>
                <a:lnTo>
                  <a:pt x="165332" y="152495"/>
                </a:lnTo>
                <a:cubicBezTo>
                  <a:pt x="170359" y="152495"/>
                  <a:pt x="172825" y="148780"/>
                  <a:pt x="172825" y="145066"/>
                </a:cubicBezTo>
                <a:close/>
                <a:moveTo>
                  <a:pt x="260756" y="125920"/>
                </a:moveTo>
                <a:cubicBezTo>
                  <a:pt x="260756" y="122206"/>
                  <a:pt x="258290" y="118396"/>
                  <a:pt x="253452" y="118396"/>
                </a:cubicBezTo>
                <a:lnTo>
                  <a:pt x="195021" y="118396"/>
                </a:lnTo>
                <a:cubicBezTo>
                  <a:pt x="191417" y="118396"/>
                  <a:pt x="187718" y="122110"/>
                  <a:pt x="187718" y="125920"/>
                </a:cubicBezTo>
                <a:cubicBezTo>
                  <a:pt x="187718" y="129730"/>
                  <a:pt x="191417" y="133445"/>
                  <a:pt x="195021" y="133445"/>
                </a:cubicBezTo>
                <a:lnTo>
                  <a:pt x="253452" y="133445"/>
                </a:lnTo>
                <a:cubicBezTo>
                  <a:pt x="258290" y="133445"/>
                  <a:pt x="260756" y="129730"/>
                  <a:pt x="260756" y="125920"/>
                </a:cubicBez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0" name="Graphic 136">
            <a:extLst>
              <a:ext uri="{FF2B5EF4-FFF2-40B4-BE49-F238E27FC236}">
                <a16:creationId xmlns:a16="http://schemas.microsoft.com/office/drawing/2014/main" id="{B71B53D3-0B65-214E-821C-08454C23CC1C}"/>
              </a:ext>
            </a:extLst>
          </p:cNvPr>
          <p:cNvSpPr/>
          <p:nvPr/>
        </p:nvSpPr>
        <p:spPr>
          <a:xfrm>
            <a:off x="7127021" y="3546288"/>
            <a:ext cx="422909" cy="422119"/>
          </a:xfrm>
          <a:custGeom>
            <a:avLst/>
            <a:gdLst>
              <a:gd name="connsiteX0" fmla="*/ 51601 w 315676"/>
              <a:gd name="connsiteY0" fmla="*/ 314992 h 315086"/>
              <a:gd name="connsiteX1" fmla="*/ 7399 w 315676"/>
              <a:gd name="connsiteY1" fmla="*/ 314992 h 315086"/>
              <a:gd name="connsiteX2" fmla="*/ 0 w 315676"/>
              <a:gd name="connsiteY2" fmla="*/ 307562 h 315086"/>
              <a:gd name="connsiteX3" fmla="*/ 0 w 315676"/>
              <a:gd name="connsiteY3" fmla="*/ 263176 h 315086"/>
              <a:gd name="connsiteX4" fmla="*/ 7399 w 315676"/>
              <a:gd name="connsiteY4" fmla="*/ 255746 h 315086"/>
              <a:gd name="connsiteX5" fmla="*/ 14797 w 315676"/>
              <a:gd name="connsiteY5" fmla="*/ 263176 h 315086"/>
              <a:gd name="connsiteX6" fmla="*/ 14797 w 315676"/>
              <a:gd name="connsiteY6" fmla="*/ 300133 h 315086"/>
              <a:gd name="connsiteX7" fmla="*/ 51601 w 315676"/>
              <a:gd name="connsiteY7" fmla="*/ 300133 h 315086"/>
              <a:gd name="connsiteX8" fmla="*/ 59000 w 315676"/>
              <a:gd name="connsiteY8" fmla="*/ 307562 h 315086"/>
              <a:gd name="connsiteX9" fmla="*/ 51601 w 315676"/>
              <a:gd name="connsiteY9" fmla="*/ 314992 h 315086"/>
              <a:gd name="connsiteX10" fmla="*/ 14797 w 315676"/>
              <a:gd name="connsiteY10" fmla="*/ 51816 h 315086"/>
              <a:gd name="connsiteX11" fmla="*/ 14797 w 315676"/>
              <a:gd name="connsiteY11" fmla="*/ 14859 h 315086"/>
              <a:gd name="connsiteX12" fmla="*/ 51601 w 315676"/>
              <a:gd name="connsiteY12" fmla="*/ 14859 h 315086"/>
              <a:gd name="connsiteX13" fmla="*/ 59000 w 315676"/>
              <a:gd name="connsiteY13" fmla="*/ 7429 h 315086"/>
              <a:gd name="connsiteX14" fmla="*/ 51601 w 315676"/>
              <a:gd name="connsiteY14" fmla="*/ 0 h 315086"/>
              <a:gd name="connsiteX15" fmla="*/ 7399 w 315676"/>
              <a:gd name="connsiteY15" fmla="*/ 0 h 315086"/>
              <a:gd name="connsiteX16" fmla="*/ 0 w 315676"/>
              <a:gd name="connsiteY16" fmla="*/ 7429 h 315086"/>
              <a:gd name="connsiteX17" fmla="*/ 0 w 315676"/>
              <a:gd name="connsiteY17" fmla="*/ 51816 h 315086"/>
              <a:gd name="connsiteX18" fmla="*/ 7399 w 315676"/>
              <a:gd name="connsiteY18" fmla="*/ 59245 h 315086"/>
              <a:gd name="connsiteX19" fmla="*/ 14797 w 315676"/>
              <a:gd name="connsiteY19" fmla="*/ 51816 h 315086"/>
              <a:gd name="connsiteX20" fmla="*/ 315677 w 315676"/>
              <a:gd name="connsiteY20" fmla="*/ 51816 h 315086"/>
              <a:gd name="connsiteX21" fmla="*/ 315677 w 315676"/>
              <a:gd name="connsiteY21" fmla="*/ 7429 h 315086"/>
              <a:gd name="connsiteX22" fmla="*/ 308373 w 315676"/>
              <a:gd name="connsiteY22" fmla="*/ 0 h 315086"/>
              <a:gd name="connsiteX23" fmla="*/ 265688 w 315676"/>
              <a:gd name="connsiteY23" fmla="*/ 0 h 315086"/>
              <a:gd name="connsiteX24" fmla="*/ 258384 w 315676"/>
              <a:gd name="connsiteY24" fmla="*/ 7429 h 315086"/>
              <a:gd name="connsiteX25" fmla="*/ 265688 w 315676"/>
              <a:gd name="connsiteY25" fmla="*/ 14859 h 315086"/>
              <a:gd name="connsiteX26" fmla="*/ 301069 w 315676"/>
              <a:gd name="connsiteY26" fmla="*/ 14859 h 315086"/>
              <a:gd name="connsiteX27" fmla="*/ 301069 w 315676"/>
              <a:gd name="connsiteY27" fmla="*/ 51816 h 315086"/>
              <a:gd name="connsiteX28" fmla="*/ 308373 w 315676"/>
              <a:gd name="connsiteY28" fmla="*/ 59245 h 315086"/>
              <a:gd name="connsiteX29" fmla="*/ 315677 w 315676"/>
              <a:gd name="connsiteY29" fmla="*/ 51816 h 315086"/>
              <a:gd name="connsiteX30" fmla="*/ 315677 w 315676"/>
              <a:gd name="connsiteY30" fmla="*/ 307658 h 315086"/>
              <a:gd name="connsiteX31" fmla="*/ 315677 w 315676"/>
              <a:gd name="connsiteY31" fmla="*/ 263271 h 315086"/>
              <a:gd name="connsiteX32" fmla="*/ 308373 w 315676"/>
              <a:gd name="connsiteY32" fmla="*/ 255841 h 315086"/>
              <a:gd name="connsiteX33" fmla="*/ 301069 w 315676"/>
              <a:gd name="connsiteY33" fmla="*/ 263271 h 315086"/>
              <a:gd name="connsiteX34" fmla="*/ 301069 w 315676"/>
              <a:gd name="connsiteY34" fmla="*/ 300228 h 315086"/>
              <a:gd name="connsiteX35" fmla="*/ 265688 w 315676"/>
              <a:gd name="connsiteY35" fmla="*/ 300228 h 315086"/>
              <a:gd name="connsiteX36" fmla="*/ 258384 w 315676"/>
              <a:gd name="connsiteY36" fmla="*/ 307658 h 315086"/>
              <a:gd name="connsiteX37" fmla="*/ 265688 w 315676"/>
              <a:gd name="connsiteY37" fmla="*/ 315087 h 315086"/>
              <a:gd name="connsiteX38" fmla="*/ 308373 w 315676"/>
              <a:gd name="connsiteY38" fmla="*/ 315087 h 315086"/>
              <a:gd name="connsiteX39" fmla="*/ 315677 w 315676"/>
              <a:gd name="connsiteY39" fmla="*/ 307658 h 315086"/>
              <a:gd name="connsiteX40" fmla="*/ 69623 w 315676"/>
              <a:gd name="connsiteY40" fmla="*/ 74009 h 315086"/>
              <a:gd name="connsiteX41" fmla="*/ 84326 w 315676"/>
              <a:gd name="connsiteY41" fmla="*/ 74009 h 315086"/>
              <a:gd name="connsiteX42" fmla="*/ 84326 w 315676"/>
              <a:gd name="connsiteY42" fmla="*/ 88773 h 315086"/>
              <a:gd name="connsiteX43" fmla="*/ 69623 w 315676"/>
              <a:gd name="connsiteY43" fmla="*/ 88773 h 315086"/>
              <a:gd name="connsiteX44" fmla="*/ 69623 w 315676"/>
              <a:gd name="connsiteY44" fmla="*/ 74009 h 315086"/>
              <a:gd name="connsiteX45" fmla="*/ 98934 w 315676"/>
              <a:gd name="connsiteY45" fmla="*/ 96107 h 315086"/>
              <a:gd name="connsiteX46" fmla="*/ 98934 w 315676"/>
              <a:gd name="connsiteY46" fmla="*/ 66675 h 315086"/>
              <a:gd name="connsiteX47" fmla="*/ 91630 w 315676"/>
              <a:gd name="connsiteY47" fmla="*/ 59341 h 315086"/>
              <a:gd name="connsiteX48" fmla="*/ 62320 w 315676"/>
              <a:gd name="connsiteY48" fmla="*/ 59341 h 315086"/>
              <a:gd name="connsiteX49" fmla="*/ 55016 w 315676"/>
              <a:gd name="connsiteY49" fmla="*/ 66675 h 315086"/>
              <a:gd name="connsiteX50" fmla="*/ 55016 w 315676"/>
              <a:gd name="connsiteY50" fmla="*/ 96107 h 315086"/>
              <a:gd name="connsiteX51" fmla="*/ 62320 w 315676"/>
              <a:gd name="connsiteY51" fmla="*/ 103441 h 315086"/>
              <a:gd name="connsiteX52" fmla="*/ 91630 w 315676"/>
              <a:gd name="connsiteY52" fmla="*/ 103441 h 315086"/>
              <a:gd name="connsiteX53" fmla="*/ 98934 w 315676"/>
              <a:gd name="connsiteY53" fmla="*/ 96107 h 315086"/>
              <a:gd name="connsiteX54" fmla="*/ 69623 w 315676"/>
              <a:gd name="connsiteY54" fmla="*/ 226409 h 315086"/>
              <a:gd name="connsiteX55" fmla="*/ 84326 w 315676"/>
              <a:gd name="connsiteY55" fmla="*/ 226409 h 315086"/>
              <a:gd name="connsiteX56" fmla="*/ 84326 w 315676"/>
              <a:gd name="connsiteY56" fmla="*/ 241173 h 315086"/>
              <a:gd name="connsiteX57" fmla="*/ 69623 w 315676"/>
              <a:gd name="connsiteY57" fmla="*/ 241173 h 315086"/>
              <a:gd name="connsiteX58" fmla="*/ 69623 w 315676"/>
              <a:gd name="connsiteY58" fmla="*/ 226409 h 315086"/>
              <a:gd name="connsiteX59" fmla="*/ 98934 w 315676"/>
              <a:gd name="connsiteY59" fmla="*/ 248507 h 315086"/>
              <a:gd name="connsiteX60" fmla="*/ 98934 w 315676"/>
              <a:gd name="connsiteY60" fmla="*/ 219075 h 315086"/>
              <a:gd name="connsiteX61" fmla="*/ 91630 w 315676"/>
              <a:gd name="connsiteY61" fmla="*/ 211741 h 315086"/>
              <a:gd name="connsiteX62" fmla="*/ 62320 w 315676"/>
              <a:gd name="connsiteY62" fmla="*/ 211741 h 315086"/>
              <a:gd name="connsiteX63" fmla="*/ 55016 w 315676"/>
              <a:gd name="connsiteY63" fmla="*/ 219075 h 315086"/>
              <a:gd name="connsiteX64" fmla="*/ 55016 w 315676"/>
              <a:gd name="connsiteY64" fmla="*/ 248507 h 315086"/>
              <a:gd name="connsiteX65" fmla="*/ 62320 w 315676"/>
              <a:gd name="connsiteY65" fmla="*/ 255841 h 315086"/>
              <a:gd name="connsiteX66" fmla="*/ 91630 w 315676"/>
              <a:gd name="connsiteY66" fmla="*/ 255841 h 315086"/>
              <a:gd name="connsiteX67" fmla="*/ 98934 w 315676"/>
              <a:gd name="connsiteY67" fmla="*/ 248507 h 315086"/>
              <a:gd name="connsiteX68" fmla="*/ 231446 w 315676"/>
              <a:gd name="connsiteY68" fmla="*/ 74009 h 315086"/>
              <a:gd name="connsiteX69" fmla="*/ 246148 w 315676"/>
              <a:gd name="connsiteY69" fmla="*/ 74009 h 315086"/>
              <a:gd name="connsiteX70" fmla="*/ 246148 w 315676"/>
              <a:gd name="connsiteY70" fmla="*/ 88773 h 315086"/>
              <a:gd name="connsiteX71" fmla="*/ 231446 w 315676"/>
              <a:gd name="connsiteY71" fmla="*/ 88773 h 315086"/>
              <a:gd name="connsiteX72" fmla="*/ 231446 w 315676"/>
              <a:gd name="connsiteY72" fmla="*/ 74009 h 315086"/>
              <a:gd name="connsiteX73" fmla="*/ 260756 w 315676"/>
              <a:gd name="connsiteY73" fmla="*/ 96107 h 315086"/>
              <a:gd name="connsiteX74" fmla="*/ 260756 w 315676"/>
              <a:gd name="connsiteY74" fmla="*/ 66675 h 315086"/>
              <a:gd name="connsiteX75" fmla="*/ 253452 w 315676"/>
              <a:gd name="connsiteY75" fmla="*/ 59341 h 315086"/>
              <a:gd name="connsiteX76" fmla="*/ 224142 w 315676"/>
              <a:gd name="connsiteY76" fmla="*/ 59341 h 315086"/>
              <a:gd name="connsiteX77" fmla="*/ 216838 w 315676"/>
              <a:gd name="connsiteY77" fmla="*/ 66675 h 315086"/>
              <a:gd name="connsiteX78" fmla="*/ 216838 w 315676"/>
              <a:gd name="connsiteY78" fmla="*/ 96107 h 315086"/>
              <a:gd name="connsiteX79" fmla="*/ 224142 w 315676"/>
              <a:gd name="connsiteY79" fmla="*/ 103441 h 315086"/>
              <a:gd name="connsiteX80" fmla="*/ 253452 w 315676"/>
              <a:gd name="connsiteY80" fmla="*/ 103441 h 315086"/>
              <a:gd name="connsiteX81" fmla="*/ 260756 w 315676"/>
              <a:gd name="connsiteY81" fmla="*/ 96107 h 315086"/>
              <a:gd name="connsiteX82" fmla="*/ 113826 w 315676"/>
              <a:gd name="connsiteY82" fmla="*/ 159353 h 315086"/>
              <a:gd name="connsiteX83" fmla="*/ 113826 w 315676"/>
              <a:gd name="connsiteY83" fmla="*/ 125730 h 315086"/>
              <a:gd name="connsiteX84" fmla="*/ 106427 w 315676"/>
              <a:gd name="connsiteY84" fmla="*/ 118396 h 315086"/>
              <a:gd name="connsiteX85" fmla="*/ 62225 w 315676"/>
              <a:gd name="connsiteY85" fmla="*/ 118396 h 315086"/>
              <a:gd name="connsiteX86" fmla="*/ 54826 w 315676"/>
              <a:gd name="connsiteY86" fmla="*/ 125730 h 315086"/>
              <a:gd name="connsiteX87" fmla="*/ 62225 w 315676"/>
              <a:gd name="connsiteY87" fmla="*/ 133064 h 315086"/>
              <a:gd name="connsiteX88" fmla="*/ 99028 w 315676"/>
              <a:gd name="connsiteY88" fmla="*/ 133064 h 315086"/>
              <a:gd name="connsiteX89" fmla="*/ 99028 w 315676"/>
              <a:gd name="connsiteY89" fmla="*/ 159449 h 315086"/>
              <a:gd name="connsiteX90" fmla="*/ 106427 w 315676"/>
              <a:gd name="connsiteY90" fmla="*/ 166783 h 315086"/>
              <a:gd name="connsiteX91" fmla="*/ 113826 w 315676"/>
              <a:gd name="connsiteY91" fmla="*/ 159449 h 315086"/>
              <a:gd name="connsiteX92" fmla="*/ 127959 w 315676"/>
              <a:gd name="connsiteY92" fmla="*/ 189166 h 315086"/>
              <a:gd name="connsiteX93" fmla="*/ 120655 w 315676"/>
              <a:gd name="connsiteY93" fmla="*/ 181642 h 315086"/>
              <a:gd name="connsiteX94" fmla="*/ 62225 w 315676"/>
              <a:gd name="connsiteY94" fmla="*/ 181642 h 315086"/>
              <a:gd name="connsiteX95" fmla="*/ 54921 w 315676"/>
              <a:gd name="connsiteY95" fmla="*/ 189166 h 315086"/>
              <a:gd name="connsiteX96" fmla="*/ 62225 w 315676"/>
              <a:gd name="connsiteY96" fmla="*/ 196691 h 315086"/>
              <a:gd name="connsiteX97" fmla="*/ 120655 w 315676"/>
              <a:gd name="connsiteY97" fmla="*/ 196691 h 315086"/>
              <a:gd name="connsiteX98" fmla="*/ 127959 w 315676"/>
              <a:gd name="connsiteY98" fmla="*/ 189166 h 315086"/>
              <a:gd name="connsiteX99" fmla="*/ 260756 w 315676"/>
              <a:gd name="connsiteY99" fmla="*/ 248412 h 315086"/>
              <a:gd name="connsiteX100" fmla="*/ 260756 w 315676"/>
              <a:gd name="connsiteY100" fmla="*/ 218694 h 315086"/>
              <a:gd name="connsiteX101" fmla="*/ 253452 w 315676"/>
              <a:gd name="connsiteY101" fmla="*/ 211264 h 315086"/>
              <a:gd name="connsiteX102" fmla="*/ 224237 w 315676"/>
              <a:gd name="connsiteY102" fmla="*/ 211264 h 315086"/>
              <a:gd name="connsiteX103" fmla="*/ 216933 w 315676"/>
              <a:gd name="connsiteY103" fmla="*/ 218694 h 315086"/>
              <a:gd name="connsiteX104" fmla="*/ 224237 w 315676"/>
              <a:gd name="connsiteY104" fmla="*/ 226124 h 315086"/>
              <a:gd name="connsiteX105" fmla="*/ 246148 w 315676"/>
              <a:gd name="connsiteY105" fmla="*/ 226124 h 315086"/>
              <a:gd name="connsiteX106" fmla="*/ 246148 w 315676"/>
              <a:gd name="connsiteY106" fmla="*/ 240983 h 315086"/>
              <a:gd name="connsiteX107" fmla="*/ 202325 w 315676"/>
              <a:gd name="connsiteY107" fmla="*/ 240983 h 315086"/>
              <a:gd name="connsiteX108" fmla="*/ 202325 w 315676"/>
              <a:gd name="connsiteY108" fmla="*/ 172022 h 315086"/>
              <a:gd name="connsiteX109" fmla="*/ 246148 w 315676"/>
              <a:gd name="connsiteY109" fmla="*/ 172022 h 315086"/>
              <a:gd name="connsiteX110" fmla="*/ 246148 w 315676"/>
              <a:gd name="connsiteY110" fmla="*/ 179451 h 315086"/>
              <a:gd name="connsiteX111" fmla="*/ 253452 w 315676"/>
              <a:gd name="connsiteY111" fmla="*/ 186880 h 315086"/>
              <a:gd name="connsiteX112" fmla="*/ 260756 w 315676"/>
              <a:gd name="connsiteY112" fmla="*/ 179451 h 315086"/>
              <a:gd name="connsiteX113" fmla="*/ 260756 w 315676"/>
              <a:gd name="connsiteY113" fmla="*/ 164592 h 315086"/>
              <a:gd name="connsiteX114" fmla="*/ 253452 w 315676"/>
              <a:gd name="connsiteY114" fmla="*/ 157162 h 315086"/>
              <a:gd name="connsiteX115" fmla="*/ 195021 w 315676"/>
              <a:gd name="connsiteY115" fmla="*/ 157162 h 315086"/>
              <a:gd name="connsiteX116" fmla="*/ 187718 w 315676"/>
              <a:gd name="connsiteY116" fmla="*/ 164592 h 315086"/>
              <a:gd name="connsiteX117" fmla="*/ 187718 w 315676"/>
              <a:gd name="connsiteY117" fmla="*/ 248412 h 315086"/>
              <a:gd name="connsiteX118" fmla="*/ 195021 w 315676"/>
              <a:gd name="connsiteY118" fmla="*/ 255841 h 315086"/>
              <a:gd name="connsiteX119" fmla="*/ 253452 w 315676"/>
              <a:gd name="connsiteY119" fmla="*/ 255841 h 315086"/>
              <a:gd name="connsiteX120" fmla="*/ 260756 w 315676"/>
              <a:gd name="connsiteY120" fmla="*/ 248412 h 315086"/>
              <a:gd name="connsiteX121" fmla="*/ 157838 w 315676"/>
              <a:gd name="connsiteY121" fmla="*/ 189166 h 315086"/>
              <a:gd name="connsiteX122" fmla="*/ 157838 w 315676"/>
              <a:gd name="connsiteY122" fmla="*/ 174117 h 315086"/>
              <a:gd name="connsiteX123" fmla="*/ 150345 w 315676"/>
              <a:gd name="connsiteY123" fmla="*/ 166592 h 315086"/>
              <a:gd name="connsiteX124" fmla="*/ 142851 w 315676"/>
              <a:gd name="connsiteY124" fmla="*/ 174117 h 315086"/>
              <a:gd name="connsiteX125" fmla="*/ 142851 w 315676"/>
              <a:gd name="connsiteY125" fmla="*/ 189166 h 315086"/>
              <a:gd name="connsiteX126" fmla="*/ 150345 w 315676"/>
              <a:gd name="connsiteY126" fmla="*/ 196691 h 315086"/>
              <a:gd name="connsiteX127" fmla="*/ 157838 w 315676"/>
              <a:gd name="connsiteY127" fmla="*/ 189166 h 315086"/>
              <a:gd name="connsiteX128" fmla="*/ 201851 w 315676"/>
              <a:gd name="connsiteY128" fmla="*/ 81153 h 315086"/>
              <a:gd name="connsiteX129" fmla="*/ 201851 w 315676"/>
              <a:gd name="connsiteY129" fmla="*/ 66580 h 315086"/>
              <a:gd name="connsiteX130" fmla="*/ 194832 w 315676"/>
              <a:gd name="connsiteY130" fmla="*/ 59245 h 315086"/>
              <a:gd name="connsiteX131" fmla="*/ 187812 w 315676"/>
              <a:gd name="connsiteY131" fmla="*/ 66580 h 315086"/>
              <a:gd name="connsiteX132" fmla="*/ 187812 w 315676"/>
              <a:gd name="connsiteY132" fmla="*/ 81153 h 315086"/>
              <a:gd name="connsiteX133" fmla="*/ 194832 w 315676"/>
              <a:gd name="connsiteY133" fmla="*/ 88487 h 315086"/>
              <a:gd name="connsiteX134" fmla="*/ 201851 w 315676"/>
              <a:gd name="connsiteY134" fmla="*/ 81153 h 315086"/>
              <a:gd name="connsiteX135" fmla="*/ 172825 w 315676"/>
              <a:gd name="connsiteY135" fmla="*/ 218789 h 315086"/>
              <a:gd name="connsiteX136" fmla="*/ 165332 w 315676"/>
              <a:gd name="connsiteY136" fmla="*/ 211741 h 315086"/>
              <a:gd name="connsiteX137" fmla="*/ 150345 w 315676"/>
              <a:gd name="connsiteY137" fmla="*/ 211741 h 315086"/>
              <a:gd name="connsiteX138" fmla="*/ 142851 w 315676"/>
              <a:gd name="connsiteY138" fmla="*/ 218789 h 315086"/>
              <a:gd name="connsiteX139" fmla="*/ 150345 w 315676"/>
              <a:gd name="connsiteY139" fmla="*/ 225838 h 315086"/>
              <a:gd name="connsiteX140" fmla="*/ 165332 w 315676"/>
              <a:gd name="connsiteY140" fmla="*/ 225838 h 315086"/>
              <a:gd name="connsiteX141" fmla="*/ 172825 w 315676"/>
              <a:gd name="connsiteY141" fmla="*/ 218789 h 315086"/>
              <a:gd name="connsiteX142" fmla="*/ 172825 w 315676"/>
              <a:gd name="connsiteY142" fmla="*/ 248507 h 315086"/>
              <a:gd name="connsiteX143" fmla="*/ 165427 w 315676"/>
              <a:gd name="connsiteY143" fmla="*/ 241173 h 315086"/>
              <a:gd name="connsiteX144" fmla="*/ 128623 w 315676"/>
              <a:gd name="connsiteY144" fmla="*/ 241173 h 315086"/>
              <a:gd name="connsiteX145" fmla="*/ 128623 w 315676"/>
              <a:gd name="connsiteY145" fmla="*/ 219075 h 315086"/>
              <a:gd name="connsiteX146" fmla="*/ 121224 w 315676"/>
              <a:gd name="connsiteY146" fmla="*/ 211741 h 315086"/>
              <a:gd name="connsiteX147" fmla="*/ 113826 w 315676"/>
              <a:gd name="connsiteY147" fmla="*/ 219075 h 315086"/>
              <a:gd name="connsiteX148" fmla="*/ 113826 w 315676"/>
              <a:gd name="connsiteY148" fmla="*/ 248507 h 315086"/>
              <a:gd name="connsiteX149" fmla="*/ 121224 w 315676"/>
              <a:gd name="connsiteY149" fmla="*/ 255841 h 315086"/>
              <a:gd name="connsiteX150" fmla="*/ 165427 w 315676"/>
              <a:gd name="connsiteY150" fmla="*/ 255841 h 315086"/>
              <a:gd name="connsiteX151" fmla="*/ 172825 w 315676"/>
              <a:gd name="connsiteY151" fmla="*/ 248507 h 315086"/>
              <a:gd name="connsiteX152" fmla="*/ 142946 w 315676"/>
              <a:gd name="connsiteY152" fmla="*/ 96107 h 315086"/>
              <a:gd name="connsiteX153" fmla="*/ 135642 w 315676"/>
              <a:gd name="connsiteY153" fmla="*/ 88773 h 315086"/>
              <a:gd name="connsiteX154" fmla="*/ 128338 w 315676"/>
              <a:gd name="connsiteY154" fmla="*/ 88773 h 315086"/>
              <a:gd name="connsiteX155" fmla="*/ 128338 w 315676"/>
              <a:gd name="connsiteY155" fmla="*/ 66675 h 315086"/>
              <a:gd name="connsiteX156" fmla="*/ 121035 w 315676"/>
              <a:gd name="connsiteY156" fmla="*/ 59341 h 315086"/>
              <a:gd name="connsiteX157" fmla="*/ 113731 w 315676"/>
              <a:gd name="connsiteY157" fmla="*/ 66675 h 315086"/>
              <a:gd name="connsiteX158" fmla="*/ 113731 w 315676"/>
              <a:gd name="connsiteY158" fmla="*/ 96107 h 315086"/>
              <a:gd name="connsiteX159" fmla="*/ 121035 w 315676"/>
              <a:gd name="connsiteY159" fmla="*/ 103441 h 315086"/>
              <a:gd name="connsiteX160" fmla="*/ 135547 w 315676"/>
              <a:gd name="connsiteY160" fmla="*/ 103441 h 315086"/>
              <a:gd name="connsiteX161" fmla="*/ 142851 w 315676"/>
              <a:gd name="connsiteY161" fmla="*/ 96107 h 315086"/>
              <a:gd name="connsiteX162" fmla="*/ 172825 w 315676"/>
              <a:gd name="connsiteY162" fmla="*/ 145066 h 315086"/>
              <a:gd name="connsiteX163" fmla="*/ 172825 w 315676"/>
              <a:gd name="connsiteY163" fmla="*/ 66675 h 315086"/>
              <a:gd name="connsiteX164" fmla="*/ 165332 w 315676"/>
              <a:gd name="connsiteY164" fmla="*/ 59245 h 315086"/>
              <a:gd name="connsiteX165" fmla="*/ 157838 w 315676"/>
              <a:gd name="connsiteY165" fmla="*/ 66675 h 315086"/>
              <a:gd name="connsiteX166" fmla="*/ 157838 w 315676"/>
              <a:gd name="connsiteY166" fmla="*/ 137636 h 315086"/>
              <a:gd name="connsiteX167" fmla="*/ 135453 w 315676"/>
              <a:gd name="connsiteY167" fmla="*/ 137636 h 315086"/>
              <a:gd name="connsiteX168" fmla="*/ 127959 w 315676"/>
              <a:gd name="connsiteY168" fmla="*/ 145066 h 315086"/>
              <a:gd name="connsiteX169" fmla="*/ 135453 w 315676"/>
              <a:gd name="connsiteY169" fmla="*/ 152495 h 315086"/>
              <a:gd name="connsiteX170" fmla="*/ 165332 w 315676"/>
              <a:gd name="connsiteY170" fmla="*/ 152495 h 315086"/>
              <a:gd name="connsiteX171" fmla="*/ 172825 w 315676"/>
              <a:gd name="connsiteY171" fmla="*/ 145066 h 315086"/>
              <a:gd name="connsiteX172" fmla="*/ 260756 w 315676"/>
              <a:gd name="connsiteY172" fmla="*/ 125920 h 315086"/>
              <a:gd name="connsiteX173" fmla="*/ 253452 w 315676"/>
              <a:gd name="connsiteY173" fmla="*/ 118396 h 315086"/>
              <a:gd name="connsiteX174" fmla="*/ 195021 w 315676"/>
              <a:gd name="connsiteY174" fmla="*/ 118396 h 315086"/>
              <a:gd name="connsiteX175" fmla="*/ 187718 w 315676"/>
              <a:gd name="connsiteY175" fmla="*/ 125920 h 315086"/>
              <a:gd name="connsiteX176" fmla="*/ 195021 w 315676"/>
              <a:gd name="connsiteY176" fmla="*/ 133445 h 315086"/>
              <a:gd name="connsiteX177" fmla="*/ 253452 w 315676"/>
              <a:gd name="connsiteY177" fmla="*/ 133445 h 315086"/>
              <a:gd name="connsiteX178" fmla="*/ 260756 w 315676"/>
              <a:gd name="connsiteY178" fmla="*/ 125920 h 31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315676" h="315086">
                <a:moveTo>
                  <a:pt x="51601" y="314992"/>
                </a:moveTo>
                <a:lnTo>
                  <a:pt x="7399" y="314992"/>
                </a:lnTo>
                <a:cubicBezTo>
                  <a:pt x="3699" y="314992"/>
                  <a:pt x="0" y="311277"/>
                  <a:pt x="0" y="307562"/>
                </a:cubicBezTo>
                <a:lnTo>
                  <a:pt x="0" y="263176"/>
                </a:lnTo>
                <a:cubicBezTo>
                  <a:pt x="0" y="259461"/>
                  <a:pt x="3699" y="255746"/>
                  <a:pt x="7399" y="255746"/>
                </a:cubicBezTo>
                <a:cubicBezTo>
                  <a:pt x="12331" y="255746"/>
                  <a:pt x="14797" y="259461"/>
                  <a:pt x="14797" y="263176"/>
                </a:cubicBezTo>
                <a:lnTo>
                  <a:pt x="14797" y="300133"/>
                </a:lnTo>
                <a:lnTo>
                  <a:pt x="51601" y="300133"/>
                </a:lnTo>
                <a:cubicBezTo>
                  <a:pt x="55300" y="300133"/>
                  <a:pt x="59000" y="303847"/>
                  <a:pt x="59000" y="307562"/>
                </a:cubicBezTo>
                <a:cubicBezTo>
                  <a:pt x="59000" y="311277"/>
                  <a:pt x="55300" y="314992"/>
                  <a:pt x="51601" y="314992"/>
                </a:cubicBezTo>
                <a:close/>
                <a:moveTo>
                  <a:pt x="14797" y="51816"/>
                </a:moveTo>
                <a:lnTo>
                  <a:pt x="14797" y="14859"/>
                </a:lnTo>
                <a:lnTo>
                  <a:pt x="51601" y="14859"/>
                </a:lnTo>
                <a:cubicBezTo>
                  <a:pt x="55300" y="14859"/>
                  <a:pt x="59000" y="11144"/>
                  <a:pt x="59000" y="7429"/>
                </a:cubicBezTo>
                <a:cubicBezTo>
                  <a:pt x="59000" y="3715"/>
                  <a:pt x="55300" y="0"/>
                  <a:pt x="51601" y="0"/>
                </a:cubicBezTo>
                <a:lnTo>
                  <a:pt x="7399" y="0"/>
                </a:lnTo>
                <a:cubicBezTo>
                  <a:pt x="3699" y="0"/>
                  <a:pt x="0" y="3715"/>
                  <a:pt x="0" y="7429"/>
                </a:cubicBezTo>
                <a:lnTo>
                  <a:pt x="0" y="51816"/>
                </a:lnTo>
                <a:cubicBezTo>
                  <a:pt x="0" y="55531"/>
                  <a:pt x="3699" y="59245"/>
                  <a:pt x="7399" y="59245"/>
                </a:cubicBezTo>
                <a:cubicBezTo>
                  <a:pt x="12331" y="59245"/>
                  <a:pt x="14797" y="55531"/>
                  <a:pt x="14797" y="51816"/>
                </a:cubicBezTo>
                <a:close/>
                <a:moveTo>
                  <a:pt x="315677" y="51816"/>
                </a:moveTo>
                <a:lnTo>
                  <a:pt x="315677" y="7429"/>
                </a:lnTo>
                <a:cubicBezTo>
                  <a:pt x="315677" y="3715"/>
                  <a:pt x="313210" y="0"/>
                  <a:pt x="308373" y="0"/>
                </a:cubicBezTo>
                <a:lnTo>
                  <a:pt x="265688" y="0"/>
                </a:lnTo>
                <a:cubicBezTo>
                  <a:pt x="260851" y="0"/>
                  <a:pt x="258384" y="3715"/>
                  <a:pt x="258384" y="7429"/>
                </a:cubicBezTo>
                <a:cubicBezTo>
                  <a:pt x="258384" y="11144"/>
                  <a:pt x="260851" y="14859"/>
                  <a:pt x="265688" y="14859"/>
                </a:cubicBezTo>
                <a:lnTo>
                  <a:pt x="301069" y="14859"/>
                </a:lnTo>
                <a:lnTo>
                  <a:pt x="301069" y="51816"/>
                </a:lnTo>
                <a:cubicBezTo>
                  <a:pt x="301069" y="55531"/>
                  <a:pt x="304768" y="59245"/>
                  <a:pt x="308373" y="59245"/>
                </a:cubicBezTo>
                <a:cubicBezTo>
                  <a:pt x="313210" y="59245"/>
                  <a:pt x="315677" y="55531"/>
                  <a:pt x="315677" y="51816"/>
                </a:cubicBezTo>
                <a:close/>
                <a:moveTo>
                  <a:pt x="315677" y="307658"/>
                </a:moveTo>
                <a:lnTo>
                  <a:pt x="315677" y="263271"/>
                </a:lnTo>
                <a:cubicBezTo>
                  <a:pt x="315677" y="259556"/>
                  <a:pt x="313210" y="255841"/>
                  <a:pt x="308373" y="255841"/>
                </a:cubicBezTo>
                <a:cubicBezTo>
                  <a:pt x="304674" y="255841"/>
                  <a:pt x="301069" y="259556"/>
                  <a:pt x="301069" y="263271"/>
                </a:cubicBezTo>
                <a:lnTo>
                  <a:pt x="301069" y="300228"/>
                </a:lnTo>
                <a:lnTo>
                  <a:pt x="265688" y="300228"/>
                </a:lnTo>
                <a:cubicBezTo>
                  <a:pt x="260851" y="300228"/>
                  <a:pt x="258384" y="303943"/>
                  <a:pt x="258384" y="307658"/>
                </a:cubicBezTo>
                <a:cubicBezTo>
                  <a:pt x="258384" y="311372"/>
                  <a:pt x="260851" y="315087"/>
                  <a:pt x="265688" y="315087"/>
                </a:cubicBezTo>
                <a:lnTo>
                  <a:pt x="308373" y="315087"/>
                </a:lnTo>
                <a:cubicBezTo>
                  <a:pt x="313210" y="315087"/>
                  <a:pt x="315677" y="311372"/>
                  <a:pt x="315677" y="307658"/>
                </a:cubicBezTo>
                <a:close/>
                <a:moveTo>
                  <a:pt x="69623" y="74009"/>
                </a:moveTo>
                <a:lnTo>
                  <a:pt x="84326" y="74009"/>
                </a:lnTo>
                <a:lnTo>
                  <a:pt x="84326" y="88773"/>
                </a:lnTo>
                <a:lnTo>
                  <a:pt x="69623" y="88773"/>
                </a:lnTo>
                <a:lnTo>
                  <a:pt x="69623" y="74009"/>
                </a:lnTo>
                <a:close/>
                <a:moveTo>
                  <a:pt x="98934" y="96107"/>
                </a:moveTo>
                <a:lnTo>
                  <a:pt x="98934" y="66675"/>
                </a:lnTo>
                <a:cubicBezTo>
                  <a:pt x="98934" y="62960"/>
                  <a:pt x="96467" y="59341"/>
                  <a:pt x="91630" y="59341"/>
                </a:cubicBezTo>
                <a:lnTo>
                  <a:pt x="62320" y="59341"/>
                </a:lnTo>
                <a:cubicBezTo>
                  <a:pt x="58620" y="59341"/>
                  <a:pt x="55016" y="63055"/>
                  <a:pt x="55016" y="66675"/>
                </a:cubicBezTo>
                <a:lnTo>
                  <a:pt x="55016" y="96107"/>
                </a:lnTo>
                <a:cubicBezTo>
                  <a:pt x="55016" y="99822"/>
                  <a:pt x="58715" y="103441"/>
                  <a:pt x="62320" y="103441"/>
                </a:cubicBezTo>
                <a:lnTo>
                  <a:pt x="91630" y="103441"/>
                </a:lnTo>
                <a:cubicBezTo>
                  <a:pt x="96562" y="103441"/>
                  <a:pt x="98934" y="99727"/>
                  <a:pt x="98934" y="96107"/>
                </a:cubicBezTo>
                <a:close/>
                <a:moveTo>
                  <a:pt x="69623" y="226409"/>
                </a:moveTo>
                <a:lnTo>
                  <a:pt x="84326" y="226409"/>
                </a:lnTo>
                <a:lnTo>
                  <a:pt x="84326" y="241173"/>
                </a:lnTo>
                <a:lnTo>
                  <a:pt x="69623" y="241173"/>
                </a:lnTo>
                <a:lnTo>
                  <a:pt x="69623" y="226409"/>
                </a:lnTo>
                <a:close/>
                <a:moveTo>
                  <a:pt x="98934" y="248507"/>
                </a:moveTo>
                <a:lnTo>
                  <a:pt x="98934" y="219075"/>
                </a:lnTo>
                <a:cubicBezTo>
                  <a:pt x="98934" y="215360"/>
                  <a:pt x="96467" y="211741"/>
                  <a:pt x="91630" y="211741"/>
                </a:cubicBezTo>
                <a:lnTo>
                  <a:pt x="62320" y="211741"/>
                </a:lnTo>
                <a:cubicBezTo>
                  <a:pt x="58620" y="211741"/>
                  <a:pt x="55016" y="215455"/>
                  <a:pt x="55016" y="219075"/>
                </a:cubicBezTo>
                <a:lnTo>
                  <a:pt x="55016" y="248507"/>
                </a:lnTo>
                <a:cubicBezTo>
                  <a:pt x="55016" y="252222"/>
                  <a:pt x="58715" y="255841"/>
                  <a:pt x="62320" y="255841"/>
                </a:cubicBezTo>
                <a:lnTo>
                  <a:pt x="91630" y="255841"/>
                </a:lnTo>
                <a:cubicBezTo>
                  <a:pt x="96562" y="255841"/>
                  <a:pt x="98934" y="252127"/>
                  <a:pt x="98934" y="248507"/>
                </a:cubicBezTo>
                <a:close/>
                <a:moveTo>
                  <a:pt x="231446" y="74009"/>
                </a:moveTo>
                <a:lnTo>
                  <a:pt x="246148" y="74009"/>
                </a:lnTo>
                <a:lnTo>
                  <a:pt x="246148" y="88773"/>
                </a:lnTo>
                <a:lnTo>
                  <a:pt x="231446" y="88773"/>
                </a:lnTo>
                <a:lnTo>
                  <a:pt x="231446" y="74009"/>
                </a:lnTo>
                <a:close/>
                <a:moveTo>
                  <a:pt x="260756" y="96107"/>
                </a:moveTo>
                <a:lnTo>
                  <a:pt x="260756" y="66675"/>
                </a:lnTo>
                <a:cubicBezTo>
                  <a:pt x="260756" y="62960"/>
                  <a:pt x="258290" y="59341"/>
                  <a:pt x="253452" y="59341"/>
                </a:cubicBezTo>
                <a:lnTo>
                  <a:pt x="224142" y="59341"/>
                </a:lnTo>
                <a:cubicBezTo>
                  <a:pt x="220442" y="59341"/>
                  <a:pt x="216838" y="63055"/>
                  <a:pt x="216838" y="66675"/>
                </a:cubicBezTo>
                <a:lnTo>
                  <a:pt x="216838" y="96107"/>
                </a:lnTo>
                <a:cubicBezTo>
                  <a:pt x="216838" y="99822"/>
                  <a:pt x="220537" y="103441"/>
                  <a:pt x="224142" y="103441"/>
                </a:cubicBezTo>
                <a:lnTo>
                  <a:pt x="253452" y="103441"/>
                </a:lnTo>
                <a:cubicBezTo>
                  <a:pt x="258384" y="103441"/>
                  <a:pt x="260756" y="99727"/>
                  <a:pt x="260756" y="96107"/>
                </a:cubicBezTo>
                <a:close/>
                <a:moveTo>
                  <a:pt x="113826" y="159353"/>
                </a:moveTo>
                <a:lnTo>
                  <a:pt x="113826" y="125730"/>
                </a:lnTo>
                <a:cubicBezTo>
                  <a:pt x="113826" y="122110"/>
                  <a:pt x="111359" y="118396"/>
                  <a:pt x="106427" y="118396"/>
                </a:cubicBezTo>
                <a:lnTo>
                  <a:pt x="62225" y="118396"/>
                </a:lnTo>
                <a:cubicBezTo>
                  <a:pt x="58525" y="118396"/>
                  <a:pt x="54826" y="122015"/>
                  <a:pt x="54826" y="125730"/>
                </a:cubicBezTo>
                <a:cubicBezTo>
                  <a:pt x="54826" y="129445"/>
                  <a:pt x="58525" y="133064"/>
                  <a:pt x="62225" y="133064"/>
                </a:cubicBezTo>
                <a:lnTo>
                  <a:pt x="99028" y="133064"/>
                </a:lnTo>
                <a:lnTo>
                  <a:pt x="99028" y="159449"/>
                </a:lnTo>
                <a:cubicBezTo>
                  <a:pt x="99028" y="163068"/>
                  <a:pt x="102728" y="166783"/>
                  <a:pt x="106427" y="166783"/>
                </a:cubicBezTo>
                <a:cubicBezTo>
                  <a:pt x="111359" y="166783"/>
                  <a:pt x="113826" y="163163"/>
                  <a:pt x="113826" y="159449"/>
                </a:cubicBezTo>
                <a:close/>
                <a:moveTo>
                  <a:pt x="127959" y="189166"/>
                </a:moveTo>
                <a:cubicBezTo>
                  <a:pt x="127959" y="185452"/>
                  <a:pt x="125493" y="181642"/>
                  <a:pt x="120655" y="181642"/>
                </a:cubicBezTo>
                <a:lnTo>
                  <a:pt x="62225" y="181642"/>
                </a:lnTo>
                <a:cubicBezTo>
                  <a:pt x="58525" y="181642"/>
                  <a:pt x="54921" y="185357"/>
                  <a:pt x="54921" y="189166"/>
                </a:cubicBezTo>
                <a:cubicBezTo>
                  <a:pt x="54921" y="192976"/>
                  <a:pt x="58620" y="196691"/>
                  <a:pt x="62225" y="196691"/>
                </a:cubicBezTo>
                <a:lnTo>
                  <a:pt x="120655" y="196691"/>
                </a:lnTo>
                <a:cubicBezTo>
                  <a:pt x="125493" y="196691"/>
                  <a:pt x="127959" y="192976"/>
                  <a:pt x="127959" y="189166"/>
                </a:cubicBezTo>
                <a:close/>
                <a:moveTo>
                  <a:pt x="260756" y="248412"/>
                </a:moveTo>
                <a:lnTo>
                  <a:pt x="260756" y="218694"/>
                </a:lnTo>
                <a:cubicBezTo>
                  <a:pt x="260756" y="214979"/>
                  <a:pt x="258290" y="211264"/>
                  <a:pt x="253452" y="211264"/>
                </a:cubicBezTo>
                <a:lnTo>
                  <a:pt x="224237" y="211264"/>
                </a:lnTo>
                <a:cubicBezTo>
                  <a:pt x="220537" y="211264"/>
                  <a:pt x="216933" y="214979"/>
                  <a:pt x="216933" y="218694"/>
                </a:cubicBezTo>
                <a:cubicBezTo>
                  <a:pt x="216933" y="222409"/>
                  <a:pt x="220632" y="226124"/>
                  <a:pt x="224237" y="226124"/>
                </a:cubicBezTo>
                <a:lnTo>
                  <a:pt x="246148" y="226124"/>
                </a:lnTo>
                <a:lnTo>
                  <a:pt x="246148" y="240983"/>
                </a:lnTo>
                <a:lnTo>
                  <a:pt x="202325" y="240983"/>
                </a:lnTo>
                <a:lnTo>
                  <a:pt x="202325" y="172022"/>
                </a:lnTo>
                <a:lnTo>
                  <a:pt x="246148" y="172022"/>
                </a:lnTo>
                <a:lnTo>
                  <a:pt x="246148" y="179451"/>
                </a:lnTo>
                <a:cubicBezTo>
                  <a:pt x="246148" y="183166"/>
                  <a:pt x="249848" y="186880"/>
                  <a:pt x="253452" y="186880"/>
                </a:cubicBezTo>
                <a:cubicBezTo>
                  <a:pt x="258290" y="186880"/>
                  <a:pt x="260756" y="183166"/>
                  <a:pt x="260756" y="179451"/>
                </a:cubicBezTo>
                <a:lnTo>
                  <a:pt x="260756" y="164592"/>
                </a:lnTo>
                <a:cubicBezTo>
                  <a:pt x="260756" y="160877"/>
                  <a:pt x="258290" y="157162"/>
                  <a:pt x="253452" y="157162"/>
                </a:cubicBezTo>
                <a:lnTo>
                  <a:pt x="195021" y="157162"/>
                </a:lnTo>
                <a:cubicBezTo>
                  <a:pt x="191417" y="157162"/>
                  <a:pt x="187718" y="160877"/>
                  <a:pt x="187718" y="164592"/>
                </a:cubicBezTo>
                <a:lnTo>
                  <a:pt x="187718" y="248412"/>
                </a:lnTo>
                <a:cubicBezTo>
                  <a:pt x="187718" y="252127"/>
                  <a:pt x="191417" y="255841"/>
                  <a:pt x="195021" y="255841"/>
                </a:cubicBezTo>
                <a:lnTo>
                  <a:pt x="253452" y="255841"/>
                </a:lnTo>
                <a:cubicBezTo>
                  <a:pt x="258290" y="255841"/>
                  <a:pt x="260756" y="252127"/>
                  <a:pt x="260756" y="248412"/>
                </a:cubicBezTo>
                <a:close/>
                <a:moveTo>
                  <a:pt x="157838" y="189166"/>
                </a:moveTo>
                <a:lnTo>
                  <a:pt x="157838" y="174117"/>
                </a:lnTo>
                <a:cubicBezTo>
                  <a:pt x="157838" y="170402"/>
                  <a:pt x="155372" y="166592"/>
                  <a:pt x="150345" y="166592"/>
                </a:cubicBezTo>
                <a:cubicBezTo>
                  <a:pt x="146645" y="166592"/>
                  <a:pt x="142851" y="170307"/>
                  <a:pt x="142851" y="174117"/>
                </a:cubicBezTo>
                <a:lnTo>
                  <a:pt x="142851" y="189166"/>
                </a:lnTo>
                <a:cubicBezTo>
                  <a:pt x="142851" y="192881"/>
                  <a:pt x="146551" y="196691"/>
                  <a:pt x="150345" y="196691"/>
                </a:cubicBezTo>
                <a:cubicBezTo>
                  <a:pt x="155372" y="196691"/>
                  <a:pt x="157838" y="192976"/>
                  <a:pt x="157838" y="189166"/>
                </a:cubicBezTo>
                <a:close/>
                <a:moveTo>
                  <a:pt x="201851" y="81153"/>
                </a:moveTo>
                <a:lnTo>
                  <a:pt x="201851" y="66580"/>
                </a:lnTo>
                <a:cubicBezTo>
                  <a:pt x="201851" y="62960"/>
                  <a:pt x="199480" y="59245"/>
                  <a:pt x="194832" y="59245"/>
                </a:cubicBezTo>
                <a:cubicBezTo>
                  <a:pt x="191322" y="59245"/>
                  <a:pt x="187812" y="62865"/>
                  <a:pt x="187812" y="66580"/>
                </a:cubicBezTo>
                <a:lnTo>
                  <a:pt x="187812" y="81153"/>
                </a:lnTo>
                <a:cubicBezTo>
                  <a:pt x="187812" y="84772"/>
                  <a:pt x="191322" y="88487"/>
                  <a:pt x="194832" y="88487"/>
                </a:cubicBezTo>
                <a:cubicBezTo>
                  <a:pt x="199574" y="88487"/>
                  <a:pt x="201851" y="84868"/>
                  <a:pt x="201851" y="81153"/>
                </a:cubicBezTo>
                <a:close/>
                <a:moveTo>
                  <a:pt x="172825" y="218789"/>
                </a:moveTo>
                <a:cubicBezTo>
                  <a:pt x="172825" y="215265"/>
                  <a:pt x="170359" y="211741"/>
                  <a:pt x="165332" y="211741"/>
                </a:cubicBezTo>
                <a:lnTo>
                  <a:pt x="150345" y="211741"/>
                </a:lnTo>
                <a:cubicBezTo>
                  <a:pt x="146645" y="211741"/>
                  <a:pt x="142851" y="215265"/>
                  <a:pt x="142851" y="218789"/>
                </a:cubicBezTo>
                <a:cubicBezTo>
                  <a:pt x="142851" y="222314"/>
                  <a:pt x="146551" y="225838"/>
                  <a:pt x="150345" y="225838"/>
                </a:cubicBezTo>
                <a:lnTo>
                  <a:pt x="165332" y="225838"/>
                </a:lnTo>
                <a:cubicBezTo>
                  <a:pt x="170359" y="225838"/>
                  <a:pt x="172825" y="222314"/>
                  <a:pt x="172825" y="218789"/>
                </a:cubicBezTo>
                <a:close/>
                <a:moveTo>
                  <a:pt x="172825" y="248507"/>
                </a:moveTo>
                <a:cubicBezTo>
                  <a:pt x="172825" y="244793"/>
                  <a:pt x="170359" y="241173"/>
                  <a:pt x="165427" y="241173"/>
                </a:cubicBezTo>
                <a:lnTo>
                  <a:pt x="128623" y="241173"/>
                </a:lnTo>
                <a:lnTo>
                  <a:pt x="128623" y="219075"/>
                </a:lnTo>
                <a:cubicBezTo>
                  <a:pt x="128623" y="215360"/>
                  <a:pt x="126157" y="211741"/>
                  <a:pt x="121224" y="211741"/>
                </a:cubicBezTo>
                <a:cubicBezTo>
                  <a:pt x="117525" y="211741"/>
                  <a:pt x="113826" y="215455"/>
                  <a:pt x="113826" y="219075"/>
                </a:cubicBezTo>
                <a:lnTo>
                  <a:pt x="113826" y="248507"/>
                </a:lnTo>
                <a:cubicBezTo>
                  <a:pt x="113826" y="252222"/>
                  <a:pt x="117525" y="255841"/>
                  <a:pt x="121224" y="255841"/>
                </a:cubicBezTo>
                <a:lnTo>
                  <a:pt x="165427" y="255841"/>
                </a:lnTo>
                <a:cubicBezTo>
                  <a:pt x="170359" y="255841"/>
                  <a:pt x="172825" y="252127"/>
                  <a:pt x="172825" y="248507"/>
                </a:cubicBezTo>
                <a:close/>
                <a:moveTo>
                  <a:pt x="142946" y="96107"/>
                </a:moveTo>
                <a:cubicBezTo>
                  <a:pt x="142946" y="92393"/>
                  <a:pt x="140480" y="88773"/>
                  <a:pt x="135642" y="88773"/>
                </a:cubicBezTo>
                <a:lnTo>
                  <a:pt x="128338" y="88773"/>
                </a:lnTo>
                <a:lnTo>
                  <a:pt x="128338" y="66675"/>
                </a:lnTo>
                <a:cubicBezTo>
                  <a:pt x="128338" y="62960"/>
                  <a:pt x="125872" y="59341"/>
                  <a:pt x="121035" y="59341"/>
                </a:cubicBezTo>
                <a:cubicBezTo>
                  <a:pt x="117430" y="59341"/>
                  <a:pt x="113731" y="63055"/>
                  <a:pt x="113731" y="66675"/>
                </a:cubicBezTo>
                <a:lnTo>
                  <a:pt x="113731" y="96107"/>
                </a:lnTo>
                <a:cubicBezTo>
                  <a:pt x="113731" y="99822"/>
                  <a:pt x="117335" y="103441"/>
                  <a:pt x="121035" y="103441"/>
                </a:cubicBezTo>
                <a:lnTo>
                  <a:pt x="135547" y="103441"/>
                </a:lnTo>
                <a:cubicBezTo>
                  <a:pt x="140385" y="103441"/>
                  <a:pt x="142851" y="99727"/>
                  <a:pt x="142851" y="96107"/>
                </a:cubicBezTo>
                <a:close/>
                <a:moveTo>
                  <a:pt x="172825" y="145066"/>
                </a:moveTo>
                <a:lnTo>
                  <a:pt x="172825" y="66675"/>
                </a:lnTo>
                <a:cubicBezTo>
                  <a:pt x="172825" y="62960"/>
                  <a:pt x="170359" y="59245"/>
                  <a:pt x="165332" y="59245"/>
                </a:cubicBezTo>
                <a:cubicBezTo>
                  <a:pt x="161633" y="59245"/>
                  <a:pt x="157838" y="62960"/>
                  <a:pt x="157838" y="66675"/>
                </a:cubicBezTo>
                <a:lnTo>
                  <a:pt x="157838" y="137636"/>
                </a:lnTo>
                <a:lnTo>
                  <a:pt x="135453" y="137636"/>
                </a:lnTo>
                <a:cubicBezTo>
                  <a:pt x="131753" y="137636"/>
                  <a:pt x="127959" y="141351"/>
                  <a:pt x="127959" y="145066"/>
                </a:cubicBezTo>
                <a:cubicBezTo>
                  <a:pt x="127959" y="148780"/>
                  <a:pt x="131658" y="152495"/>
                  <a:pt x="135453" y="152495"/>
                </a:cubicBezTo>
                <a:lnTo>
                  <a:pt x="165332" y="152495"/>
                </a:lnTo>
                <a:cubicBezTo>
                  <a:pt x="170359" y="152495"/>
                  <a:pt x="172825" y="148780"/>
                  <a:pt x="172825" y="145066"/>
                </a:cubicBezTo>
                <a:close/>
                <a:moveTo>
                  <a:pt x="260756" y="125920"/>
                </a:moveTo>
                <a:cubicBezTo>
                  <a:pt x="260756" y="122206"/>
                  <a:pt x="258290" y="118396"/>
                  <a:pt x="253452" y="118396"/>
                </a:cubicBezTo>
                <a:lnTo>
                  <a:pt x="195021" y="118396"/>
                </a:lnTo>
                <a:cubicBezTo>
                  <a:pt x="191417" y="118396"/>
                  <a:pt x="187718" y="122110"/>
                  <a:pt x="187718" y="125920"/>
                </a:cubicBezTo>
                <a:cubicBezTo>
                  <a:pt x="187718" y="129730"/>
                  <a:pt x="191417" y="133445"/>
                  <a:pt x="195021" y="133445"/>
                </a:cubicBezTo>
                <a:lnTo>
                  <a:pt x="253452" y="133445"/>
                </a:lnTo>
                <a:cubicBezTo>
                  <a:pt x="258290" y="133445"/>
                  <a:pt x="260756" y="129730"/>
                  <a:pt x="260756" y="125920"/>
                </a:cubicBez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1" name="Graphic 136">
            <a:extLst>
              <a:ext uri="{FF2B5EF4-FFF2-40B4-BE49-F238E27FC236}">
                <a16:creationId xmlns:a16="http://schemas.microsoft.com/office/drawing/2014/main" id="{A3B20992-92F1-F92E-F417-D6F213D4401B}"/>
              </a:ext>
            </a:extLst>
          </p:cNvPr>
          <p:cNvSpPr/>
          <p:nvPr/>
        </p:nvSpPr>
        <p:spPr>
          <a:xfrm>
            <a:off x="7903536" y="3546288"/>
            <a:ext cx="422909" cy="422119"/>
          </a:xfrm>
          <a:custGeom>
            <a:avLst/>
            <a:gdLst>
              <a:gd name="connsiteX0" fmla="*/ 51601 w 315676"/>
              <a:gd name="connsiteY0" fmla="*/ 314992 h 315086"/>
              <a:gd name="connsiteX1" fmla="*/ 7399 w 315676"/>
              <a:gd name="connsiteY1" fmla="*/ 314992 h 315086"/>
              <a:gd name="connsiteX2" fmla="*/ 0 w 315676"/>
              <a:gd name="connsiteY2" fmla="*/ 307562 h 315086"/>
              <a:gd name="connsiteX3" fmla="*/ 0 w 315676"/>
              <a:gd name="connsiteY3" fmla="*/ 263176 h 315086"/>
              <a:gd name="connsiteX4" fmla="*/ 7399 w 315676"/>
              <a:gd name="connsiteY4" fmla="*/ 255746 h 315086"/>
              <a:gd name="connsiteX5" fmla="*/ 14797 w 315676"/>
              <a:gd name="connsiteY5" fmla="*/ 263176 h 315086"/>
              <a:gd name="connsiteX6" fmla="*/ 14797 w 315676"/>
              <a:gd name="connsiteY6" fmla="*/ 300133 h 315086"/>
              <a:gd name="connsiteX7" fmla="*/ 51601 w 315676"/>
              <a:gd name="connsiteY7" fmla="*/ 300133 h 315086"/>
              <a:gd name="connsiteX8" fmla="*/ 59000 w 315676"/>
              <a:gd name="connsiteY8" fmla="*/ 307562 h 315086"/>
              <a:gd name="connsiteX9" fmla="*/ 51601 w 315676"/>
              <a:gd name="connsiteY9" fmla="*/ 314992 h 315086"/>
              <a:gd name="connsiteX10" fmla="*/ 14797 w 315676"/>
              <a:gd name="connsiteY10" fmla="*/ 51816 h 315086"/>
              <a:gd name="connsiteX11" fmla="*/ 14797 w 315676"/>
              <a:gd name="connsiteY11" fmla="*/ 14859 h 315086"/>
              <a:gd name="connsiteX12" fmla="*/ 51601 w 315676"/>
              <a:gd name="connsiteY12" fmla="*/ 14859 h 315086"/>
              <a:gd name="connsiteX13" fmla="*/ 59000 w 315676"/>
              <a:gd name="connsiteY13" fmla="*/ 7429 h 315086"/>
              <a:gd name="connsiteX14" fmla="*/ 51601 w 315676"/>
              <a:gd name="connsiteY14" fmla="*/ 0 h 315086"/>
              <a:gd name="connsiteX15" fmla="*/ 7399 w 315676"/>
              <a:gd name="connsiteY15" fmla="*/ 0 h 315086"/>
              <a:gd name="connsiteX16" fmla="*/ 0 w 315676"/>
              <a:gd name="connsiteY16" fmla="*/ 7429 h 315086"/>
              <a:gd name="connsiteX17" fmla="*/ 0 w 315676"/>
              <a:gd name="connsiteY17" fmla="*/ 51816 h 315086"/>
              <a:gd name="connsiteX18" fmla="*/ 7399 w 315676"/>
              <a:gd name="connsiteY18" fmla="*/ 59245 h 315086"/>
              <a:gd name="connsiteX19" fmla="*/ 14797 w 315676"/>
              <a:gd name="connsiteY19" fmla="*/ 51816 h 315086"/>
              <a:gd name="connsiteX20" fmla="*/ 315677 w 315676"/>
              <a:gd name="connsiteY20" fmla="*/ 51816 h 315086"/>
              <a:gd name="connsiteX21" fmla="*/ 315677 w 315676"/>
              <a:gd name="connsiteY21" fmla="*/ 7429 h 315086"/>
              <a:gd name="connsiteX22" fmla="*/ 308373 w 315676"/>
              <a:gd name="connsiteY22" fmla="*/ 0 h 315086"/>
              <a:gd name="connsiteX23" fmla="*/ 265688 w 315676"/>
              <a:gd name="connsiteY23" fmla="*/ 0 h 315086"/>
              <a:gd name="connsiteX24" fmla="*/ 258384 w 315676"/>
              <a:gd name="connsiteY24" fmla="*/ 7429 h 315086"/>
              <a:gd name="connsiteX25" fmla="*/ 265688 w 315676"/>
              <a:gd name="connsiteY25" fmla="*/ 14859 h 315086"/>
              <a:gd name="connsiteX26" fmla="*/ 301069 w 315676"/>
              <a:gd name="connsiteY26" fmla="*/ 14859 h 315086"/>
              <a:gd name="connsiteX27" fmla="*/ 301069 w 315676"/>
              <a:gd name="connsiteY27" fmla="*/ 51816 h 315086"/>
              <a:gd name="connsiteX28" fmla="*/ 308373 w 315676"/>
              <a:gd name="connsiteY28" fmla="*/ 59245 h 315086"/>
              <a:gd name="connsiteX29" fmla="*/ 315677 w 315676"/>
              <a:gd name="connsiteY29" fmla="*/ 51816 h 315086"/>
              <a:gd name="connsiteX30" fmla="*/ 315677 w 315676"/>
              <a:gd name="connsiteY30" fmla="*/ 307658 h 315086"/>
              <a:gd name="connsiteX31" fmla="*/ 315677 w 315676"/>
              <a:gd name="connsiteY31" fmla="*/ 263271 h 315086"/>
              <a:gd name="connsiteX32" fmla="*/ 308373 w 315676"/>
              <a:gd name="connsiteY32" fmla="*/ 255841 h 315086"/>
              <a:gd name="connsiteX33" fmla="*/ 301069 w 315676"/>
              <a:gd name="connsiteY33" fmla="*/ 263271 h 315086"/>
              <a:gd name="connsiteX34" fmla="*/ 301069 w 315676"/>
              <a:gd name="connsiteY34" fmla="*/ 300228 h 315086"/>
              <a:gd name="connsiteX35" fmla="*/ 265688 w 315676"/>
              <a:gd name="connsiteY35" fmla="*/ 300228 h 315086"/>
              <a:gd name="connsiteX36" fmla="*/ 258384 w 315676"/>
              <a:gd name="connsiteY36" fmla="*/ 307658 h 315086"/>
              <a:gd name="connsiteX37" fmla="*/ 265688 w 315676"/>
              <a:gd name="connsiteY37" fmla="*/ 315087 h 315086"/>
              <a:gd name="connsiteX38" fmla="*/ 308373 w 315676"/>
              <a:gd name="connsiteY38" fmla="*/ 315087 h 315086"/>
              <a:gd name="connsiteX39" fmla="*/ 315677 w 315676"/>
              <a:gd name="connsiteY39" fmla="*/ 307658 h 315086"/>
              <a:gd name="connsiteX40" fmla="*/ 69623 w 315676"/>
              <a:gd name="connsiteY40" fmla="*/ 74009 h 315086"/>
              <a:gd name="connsiteX41" fmla="*/ 84326 w 315676"/>
              <a:gd name="connsiteY41" fmla="*/ 74009 h 315086"/>
              <a:gd name="connsiteX42" fmla="*/ 84326 w 315676"/>
              <a:gd name="connsiteY42" fmla="*/ 88773 h 315086"/>
              <a:gd name="connsiteX43" fmla="*/ 69623 w 315676"/>
              <a:gd name="connsiteY43" fmla="*/ 88773 h 315086"/>
              <a:gd name="connsiteX44" fmla="*/ 69623 w 315676"/>
              <a:gd name="connsiteY44" fmla="*/ 74009 h 315086"/>
              <a:gd name="connsiteX45" fmla="*/ 98934 w 315676"/>
              <a:gd name="connsiteY45" fmla="*/ 96107 h 315086"/>
              <a:gd name="connsiteX46" fmla="*/ 98934 w 315676"/>
              <a:gd name="connsiteY46" fmla="*/ 66675 h 315086"/>
              <a:gd name="connsiteX47" fmla="*/ 91630 w 315676"/>
              <a:gd name="connsiteY47" fmla="*/ 59341 h 315086"/>
              <a:gd name="connsiteX48" fmla="*/ 62320 w 315676"/>
              <a:gd name="connsiteY48" fmla="*/ 59341 h 315086"/>
              <a:gd name="connsiteX49" fmla="*/ 55016 w 315676"/>
              <a:gd name="connsiteY49" fmla="*/ 66675 h 315086"/>
              <a:gd name="connsiteX50" fmla="*/ 55016 w 315676"/>
              <a:gd name="connsiteY50" fmla="*/ 96107 h 315086"/>
              <a:gd name="connsiteX51" fmla="*/ 62320 w 315676"/>
              <a:gd name="connsiteY51" fmla="*/ 103441 h 315086"/>
              <a:gd name="connsiteX52" fmla="*/ 91630 w 315676"/>
              <a:gd name="connsiteY52" fmla="*/ 103441 h 315086"/>
              <a:gd name="connsiteX53" fmla="*/ 98934 w 315676"/>
              <a:gd name="connsiteY53" fmla="*/ 96107 h 315086"/>
              <a:gd name="connsiteX54" fmla="*/ 69623 w 315676"/>
              <a:gd name="connsiteY54" fmla="*/ 226409 h 315086"/>
              <a:gd name="connsiteX55" fmla="*/ 84326 w 315676"/>
              <a:gd name="connsiteY55" fmla="*/ 226409 h 315086"/>
              <a:gd name="connsiteX56" fmla="*/ 84326 w 315676"/>
              <a:gd name="connsiteY56" fmla="*/ 241173 h 315086"/>
              <a:gd name="connsiteX57" fmla="*/ 69623 w 315676"/>
              <a:gd name="connsiteY57" fmla="*/ 241173 h 315086"/>
              <a:gd name="connsiteX58" fmla="*/ 69623 w 315676"/>
              <a:gd name="connsiteY58" fmla="*/ 226409 h 315086"/>
              <a:gd name="connsiteX59" fmla="*/ 98934 w 315676"/>
              <a:gd name="connsiteY59" fmla="*/ 248507 h 315086"/>
              <a:gd name="connsiteX60" fmla="*/ 98934 w 315676"/>
              <a:gd name="connsiteY60" fmla="*/ 219075 h 315086"/>
              <a:gd name="connsiteX61" fmla="*/ 91630 w 315676"/>
              <a:gd name="connsiteY61" fmla="*/ 211741 h 315086"/>
              <a:gd name="connsiteX62" fmla="*/ 62320 w 315676"/>
              <a:gd name="connsiteY62" fmla="*/ 211741 h 315086"/>
              <a:gd name="connsiteX63" fmla="*/ 55016 w 315676"/>
              <a:gd name="connsiteY63" fmla="*/ 219075 h 315086"/>
              <a:gd name="connsiteX64" fmla="*/ 55016 w 315676"/>
              <a:gd name="connsiteY64" fmla="*/ 248507 h 315086"/>
              <a:gd name="connsiteX65" fmla="*/ 62320 w 315676"/>
              <a:gd name="connsiteY65" fmla="*/ 255841 h 315086"/>
              <a:gd name="connsiteX66" fmla="*/ 91630 w 315676"/>
              <a:gd name="connsiteY66" fmla="*/ 255841 h 315086"/>
              <a:gd name="connsiteX67" fmla="*/ 98934 w 315676"/>
              <a:gd name="connsiteY67" fmla="*/ 248507 h 315086"/>
              <a:gd name="connsiteX68" fmla="*/ 231446 w 315676"/>
              <a:gd name="connsiteY68" fmla="*/ 74009 h 315086"/>
              <a:gd name="connsiteX69" fmla="*/ 246148 w 315676"/>
              <a:gd name="connsiteY69" fmla="*/ 74009 h 315086"/>
              <a:gd name="connsiteX70" fmla="*/ 246148 w 315676"/>
              <a:gd name="connsiteY70" fmla="*/ 88773 h 315086"/>
              <a:gd name="connsiteX71" fmla="*/ 231446 w 315676"/>
              <a:gd name="connsiteY71" fmla="*/ 88773 h 315086"/>
              <a:gd name="connsiteX72" fmla="*/ 231446 w 315676"/>
              <a:gd name="connsiteY72" fmla="*/ 74009 h 315086"/>
              <a:gd name="connsiteX73" fmla="*/ 260756 w 315676"/>
              <a:gd name="connsiteY73" fmla="*/ 96107 h 315086"/>
              <a:gd name="connsiteX74" fmla="*/ 260756 w 315676"/>
              <a:gd name="connsiteY74" fmla="*/ 66675 h 315086"/>
              <a:gd name="connsiteX75" fmla="*/ 253452 w 315676"/>
              <a:gd name="connsiteY75" fmla="*/ 59341 h 315086"/>
              <a:gd name="connsiteX76" fmla="*/ 224142 w 315676"/>
              <a:gd name="connsiteY76" fmla="*/ 59341 h 315086"/>
              <a:gd name="connsiteX77" fmla="*/ 216838 w 315676"/>
              <a:gd name="connsiteY77" fmla="*/ 66675 h 315086"/>
              <a:gd name="connsiteX78" fmla="*/ 216838 w 315676"/>
              <a:gd name="connsiteY78" fmla="*/ 96107 h 315086"/>
              <a:gd name="connsiteX79" fmla="*/ 224142 w 315676"/>
              <a:gd name="connsiteY79" fmla="*/ 103441 h 315086"/>
              <a:gd name="connsiteX80" fmla="*/ 253452 w 315676"/>
              <a:gd name="connsiteY80" fmla="*/ 103441 h 315086"/>
              <a:gd name="connsiteX81" fmla="*/ 260756 w 315676"/>
              <a:gd name="connsiteY81" fmla="*/ 96107 h 315086"/>
              <a:gd name="connsiteX82" fmla="*/ 113826 w 315676"/>
              <a:gd name="connsiteY82" fmla="*/ 159353 h 315086"/>
              <a:gd name="connsiteX83" fmla="*/ 113826 w 315676"/>
              <a:gd name="connsiteY83" fmla="*/ 125730 h 315086"/>
              <a:gd name="connsiteX84" fmla="*/ 106427 w 315676"/>
              <a:gd name="connsiteY84" fmla="*/ 118396 h 315086"/>
              <a:gd name="connsiteX85" fmla="*/ 62225 w 315676"/>
              <a:gd name="connsiteY85" fmla="*/ 118396 h 315086"/>
              <a:gd name="connsiteX86" fmla="*/ 54826 w 315676"/>
              <a:gd name="connsiteY86" fmla="*/ 125730 h 315086"/>
              <a:gd name="connsiteX87" fmla="*/ 62225 w 315676"/>
              <a:gd name="connsiteY87" fmla="*/ 133064 h 315086"/>
              <a:gd name="connsiteX88" fmla="*/ 99028 w 315676"/>
              <a:gd name="connsiteY88" fmla="*/ 133064 h 315086"/>
              <a:gd name="connsiteX89" fmla="*/ 99028 w 315676"/>
              <a:gd name="connsiteY89" fmla="*/ 159449 h 315086"/>
              <a:gd name="connsiteX90" fmla="*/ 106427 w 315676"/>
              <a:gd name="connsiteY90" fmla="*/ 166783 h 315086"/>
              <a:gd name="connsiteX91" fmla="*/ 113826 w 315676"/>
              <a:gd name="connsiteY91" fmla="*/ 159449 h 315086"/>
              <a:gd name="connsiteX92" fmla="*/ 127959 w 315676"/>
              <a:gd name="connsiteY92" fmla="*/ 189166 h 315086"/>
              <a:gd name="connsiteX93" fmla="*/ 120655 w 315676"/>
              <a:gd name="connsiteY93" fmla="*/ 181642 h 315086"/>
              <a:gd name="connsiteX94" fmla="*/ 62225 w 315676"/>
              <a:gd name="connsiteY94" fmla="*/ 181642 h 315086"/>
              <a:gd name="connsiteX95" fmla="*/ 54921 w 315676"/>
              <a:gd name="connsiteY95" fmla="*/ 189166 h 315086"/>
              <a:gd name="connsiteX96" fmla="*/ 62225 w 315676"/>
              <a:gd name="connsiteY96" fmla="*/ 196691 h 315086"/>
              <a:gd name="connsiteX97" fmla="*/ 120655 w 315676"/>
              <a:gd name="connsiteY97" fmla="*/ 196691 h 315086"/>
              <a:gd name="connsiteX98" fmla="*/ 127959 w 315676"/>
              <a:gd name="connsiteY98" fmla="*/ 189166 h 315086"/>
              <a:gd name="connsiteX99" fmla="*/ 260756 w 315676"/>
              <a:gd name="connsiteY99" fmla="*/ 248412 h 315086"/>
              <a:gd name="connsiteX100" fmla="*/ 260756 w 315676"/>
              <a:gd name="connsiteY100" fmla="*/ 218694 h 315086"/>
              <a:gd name="connsiteX101" fmla="*/ 253452 w 315676"/>
              <a:gd name="connsiteY101" fmla="*/ 211264 h 315086"/>
              <a:gd name="connsiteX102" fmla="*/ 224237 w 315676"/>
              <a:gd name="connsiteY102" fmla="*/ 211264 h 315086"/>
              <a:gd name="connsiteX103" fmla="*/ 216933 w 315676"/>
              <a:gd name="connsiteY103" fmla="*/ 218694 h 315086"/>
              <a:gd name="connsiteX104" fmla="*/ 224237 w 315676"/>
              <a:gd name="connsiteY104" fmla="*/ 226124 h 315086"/>
              <a:gd name="connsiteX105" fmla="*/ 246148 w 315676"/>
              <a:gd name="connsiteY105" fmla="*/ 226124 h 315086"/>
              <a:gd name="connsiteX106" fmla="*/ 246148 w 315676"/>
              <a:gd name="connsiteY106" fmla="*/ 240983 h 315086"/>
              <a:gd name="connsiteX107" fmla="*/ 202325 w 315676"/>
              <a:gd name="connsiteY107" fmla="*/ 240983 h 315086"/>
              <a:gd name="connsiteX108" fmla="*/ 202325 w 315676"/>
              <a:gd name="connsiteY108" fmla="*/ 172022 h 315086"/>
              <a:gd name="connsiteX109" fmla="*/ 246148 w 315676"/>
              <a:gd name="connsiteY109" fmla="*/ 172022 h 315086"/>
              <a:gd name="connsiteX110" fmla="*/ 246148 w 315676"/>
              <a:gd name="connsiteY110" fmla="*/ 179451 h 315086"/>
              <a:gd name="connsiteX111" fmla="*/ 253452 w 315676"/>
              <a:gd name="connsiteY111" fmla="*/ 186880 h 315086"/>
              <a:gd name="connsiteX112" fmla="*/ 260756 w 315676"/>
              <a:gd name="connsiteY112" fmla="*/ 179451 h 315086"/>
              <a:gd name="connsiteX113" fmla="*/ 260756 w 315676"/>
              <a:gd name="connsiteY113" fmla="*/ 164592 h 315086"/>
              <a:gd name="connsiteX114" fmla="*/ 253452 w 315676"/>
              <a:gd name="connsiteY114" fmla="*/ 157162 h 315086"/>
              <a:gd name="connsiteX115" fmla="*/ 195021 w 315676"/>
              <a:gd name="connsiteY115" fmla="*/ 157162 h 315086"/>
              <a:gd name="connsiteX116" fmla="*/ 187718 w 315676"/>
              <a:gd name="connsiteY116" fmla="*/ 164592 h 315086"/>
              <a:gd name="connsiteX117" fmla="*/ 187718 w 315676"/>
              <a:gd name="connsiteY117" fmla="*/ 248412 h 315086"/>
              <a:gd name="connsiteX118" fmla="*/ 195021 w 315676"/>
              <a:gd name="connsiteY118" fmla="*/ 255841 h 315086"/>
              <a:gd name="connsiteX119" fmla="*/ 253452 w 315676"/>
              <a:gd name="connsiteY119" fmla="*/ 255841 h 315086"/>
              <a:gd name="connsiteX120" fmla="*/ 260756 w 315676"/>
              <a:gd name="connsiteY120" fmla="*/ 248412 h 315086"/>
              <a:gd name="connsiteX121" fmla="*/ 157838 w 315676"/>
              <a:gd name="connsiteY121" fmla="*/ 189166 h 315086"/>
              <a:gd name="connsiteX122" fmla="*/ 157838 w 315676"/>
              <a:gd name="connsiteY122" fmla="*/ 174117 h 315086"/>
              <a:gd name="connsiteX123" fmla="*/ 150345 w 315676"/>
              <a:gd name="connsiteY123" fmla="*/ 166592 h 315086"/>
              <a:gd name="connsiteX124" fmla="*/ 142851 w 315676"/>
              <a:gd name="connsiteY124" fmla="*/ 174117 h 315086"/>
              <a:gd name="connsiteX125" fmla="*/ 142851 w 315676"/>
              <a:gd name="connsiteY125" fmla="*/ 189166 h 315086"/>
              <a:gd name="connsiteX126" fmla="*/ 150345 w 315676"/>
              <a:gd name="connsiteY126" fmla="*/ 196691 h 315086"/>
              <a:gd name="connsiteX127" fmla="*/ 157838 w 315676"/>
              <a:gd name="connsiteY127" fmla="*/ 189166 h 315086"/>
              <a:gd name="connsiteX128" fmla="*/ 201851 w 315676"/>
              <a:gd name="connsiteY128" fmla="*/ 81153 h 315086"/>
              <a:gd name="connsiteX129" fmla="*/ 201851 w 315676"/>
              <a:gd name="connsiteY129" fmla="*/ 66580 h 315086"/>
              <a:gd name="connsiteX130" fmla="*/ 194832 w 315676"/>
              <a:gd name="connsiteY130" fmla="*/ 59245 h 315086"/>
              <a:gd name="connsiteX131" fmla="*/ 187812 w 315676"/>
              <a:gd name="connsiteY131" fmla="*/ 66580 h 315086"/>
              <a:gd name="connsiteX132" fmla="*/ 187812 w 315676"/>
              <a:gd name="connsiteY132" fmla="*/ 81153 h 315086"/>
              <a:gd name="connsiteX133" fmla="*/ 194832 w 315676"/>
              <a:gd name="connsiteY133" fmla="*/ 88487 h 315086"/>
              <a:gd name="connsiteX134" fmla="*/ 201851 w 315676"/>
              <a:gd name="connsiteY134" fmla="*/ 81153 h 315086"/>
              <a:gd name="connsiteX135" fmla="*/ 172825 w 315676"/>
              <a:gd name="connsiteY135" fmla="*/ 218789 h 315086"/>
              <a:gd name="connsiteX136" fmla="*/ 165332 w 315676"/>
              <a:gd name="connsiteY136" fmla="*/ 211741 h 315086"/>
              <a:gd name="connsiteX137" fmla="*/ 150345 w 315676"/>
              <a:gd name="connsiteY137" fmla="*/ 211741 h 315086"/>
              <a:gd name="connsiteX138" fmla="*/ 142851 w 315676"/>
              <a:gd name="connsiteY138" fmla="*/ 218789 h 315086"/>
              <a:gd name="connsiteX139" fmla="*/ 150345 w 315676"/>
              <a:gd name="connsiteY139" fmla="*/ 225838 h 315086"/>
              <a:gd name="connsiteX140" fmla="*/ 165332 w 315676"/>
              <a:gd name="connsiteY140" fmla="*/ 225838 h 315086"/>
              <a:gd name="connsiteX141" fmla="*/ 172825 w 315676"/>
              <a:gd name="connsiteY141" fmla="*/ 218789 h 315086"/>
              <a:gd name="connsiteX142" fmla="*/ 172825 w 315676"/>
              <a:gd name="connsiteY142" fmla="*/ 248507 h 315086"/>
              <a:gd name="connsiteX143" fmla="*/ 165427 w 315676"/>
              <a:gd name="connsiteY143" fmla="*/ 241173 h 315086"/>
              <a:gd name="connsiteX144" fmla="*/ 128623 w 315676"/>
              <a:gd name="connsiteY144" fmla="*/ 241173 h 315086"/>
              <a:gd name="connsiteX145" fmla="*/ 128623 w 315676"/>
              <a:gd name="connsiteY145" fmla="*/ 219075 h 315086"/>
              <a:gd name="connsiteX146" fmla="*/ 121224 w 315676"/>
              <a:gd name="connsiteY146" fmla="*/ 211741 h 315086"/>
              <a:gd name="connsiteX147" fmla="*/ 113826 w 315676"/>
              <a:gd name="connsiteY147" fmla="*/ 219075 h 315086"/>
              <a:gd name="connsiteX148" fmla="*/ 113826 w 315676"/>
              <a:gd name="connsiteY148" fmla="*/ 248507 h 315086"/>
              <a:gd name="connsiteX149" fmla="*/ 121224 w 315676"/>
              <a:gd name="connsiteY149" fmla="*/ 255841 h 315086"/>
              <a:gd name="connsiteX150" fmla="*/ 165427 w 315676"/>
              <a:gd name="connsiteY150" fmla="*/ 255841 h 315086"/>
              <a:gd name="connsiteX151" fmla="*/ 172825 w 315676"/>
              <a:gd name="connsiteY151" fmla="*/ 248507 h 315086"/>
              <a:gd name="connsiteX152" fmla="*/ 142946 w 315676"/>
              <a:gd name="connsiteY152" fmla="*/ 96107 h 315086"/>
              <a:gd name="connsiteX153" fmla="*/ 135642 w 315676"/>
              <a:gd name="connsiteY153" fmla="*/ 88773 h 315086"/>
              <a:gd name="connsiteX154" fmla="*/ 128338 w 315676"/>
              <a:gd name="connsiteY154" fmla="*/ 88773 h 315086"/>
              <a:gd name="connsiteX155" fmla="*/ 128338 w 315676"/>
              <a:gd name="connsiteY155" fmla="*/ 66675 h 315086"/>
              <a:gd name="connsiteX156" fmla="*/ 121035 w 315676"/>
              <a:gd name="connsiteY156" fmla="*/ 59341 h 315086"/>
              <a:gd name="connsiteX157" fmla="*/ 113731 w 315676"/>
              <a:gd name="connsiteY157" fmla="*/ 66675 h 315086"/>
              <a:gd name="connsiteX158" fmla="*/ 113731 w 315676"/>
              <a:gd name="connsiteY158" fmla="*/ 96107 h 315086"/>
              <a:gd name="connsiteX159" fmla="*/ 121035 w 315676"/>
              <a:gd name="connsiteY159" fmla="*/ 103441 h 315086"/>
              <a:gd name="connsiteX160" fmla="*/ 135547 w 315676"/>
              <a:gd name="connsiteY160" fmla="*/ 103441 h 315086"/>
              <a:gd name="connsiteX161" fmla="*/ 142851 w 315676"/>
              <a:gd name="connsiteY161" fmla="*/ 96107 h 315086"/>
              <a:gd name="connsiteX162" fmla="*/ 172825 w 315676"/>
              <a:gd name="connsiteY162" fmla="*/ 145066 h 315086"/>
              <a:gd name="connsiteX163" fmla="*/ 172825 w 315676"/>
              <a:gd name="connsiteY163" fmla="*/ 66675 h 315086"/>
              <a:gd name="connsiteX164" fmla="*/ 165332 w 315676"/>
              <a:gd name="connsiteY164" fmla="*/ 59245 h 315086"/>
              <a:gd name="connsiteX165" fmla="*/ 157838 w 315676"/>
              <a:gd name="connsiteY165" fmla="*/ 66675 h 315086"/>
              <a:gd name="connsiteX166" fmla="*/ 157838 w 315676"/>
              <a:gd name="connsiteY166" fmla="*/ 137636 h 315086"/>
              <a:gd name="connsiteX167" fmla="*/ 135453 w 315676"/>
              <a:gd name="connsiteY167" fmla="*/ 137636 h 315086"/>
              <a:gd name="connsiteX168" fmla="*/ 127959 w 315676"/>
              <a:gd name="connsiteY168" fmla="*/ 145066 h 315086"/>
              <a:gd name="connsiteX169" fmla="*/ 135453 w 315676"/>
              <a:gd name="connsiteY169" fmla="*/ 152495 h 315086"/>
              <a:gd name="connsiteX170" fmla="*/ 165332 w 315676"/>
              <a:gd name="connsiteY170" fmla="*/ 152495 h 315086"/>
              <a:gd name="connsiteX171" fmla="*/ 172825 w 315676"/>
              <a:gd name="connsiteY171" fmla="*/ 145066 h 315086"/>
              <a:gd name="connsiteX172" fmla="*/ 260756 w 315676"/>
              <a:gd name="connsiteY172" fmla="*/ 125920 h 315086"/>
              <a:gd name="connsiteX173" fmla="*/ 253452 w 315676"/>
              <a:gd name="connsiteY173" fmla="*/ 118396 h 315086"/>
              <a:gd name="connsiteX174" fmla="*/ 195021 w 315676"/>
              <a:gd name="connsiteY174" fmla="*/ 118396 h 315086"/>
              <a:gd name="connsiteX175" fmla="*/ 187718 w 315676"/>
              <a:gd name="connsiteY175" fmla="*/ 125920 h 315086"/>
              <a:gd name="connsiteX176" fmla="*/ 195021 w 315676"/>
              <a:gd name="connsiteY176" fmla="*/ 133445 h 315086"/>
              <a:gd name="connsiteX177" fmla="*/ 253452 w 315676"/>
              <a:gd name="connsiteY177" fmla="*/ 133445 h 315086"/>
              <a:gd name="connsiteX178" fmla="*/ 260756 w 315676"/>
              <a:gd name="connsiteY178" fmla="*/ 125920 h 31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315676" h="315086">
                <a:moveTo>
                  <a:pt x="51601" y="314992"/>
                </a:moveTo>
                <a:lnTo>
                  <a:pt x="7399" y="314992"/>
                </a:lnTo>
                <a:cubicBezTo>
                  <a:pt x="3699" y="314992"/>
                  <a:pt x="0" y="311277"/>
                  <a:pt x="0" y="307562"/>
                </a:cubicBezTo>
                <a:lnTo>
                  <a:pt x="0" y="263176"/>
                </a:lnTo>
                <a:cubicBezTo>
                  <a:pt x="0" y="259461"/>
                  <a:pt x="3699" y="255746"/>
                  <a:pt x="7399" y="255746"/>
                </a:cubicBezTo>
                <a:cubicBezTo>
                  <a:pt x="12331" y="255746"/>
                  <a:pt x="14797" y="259461"/>
                  <a:pt x="14797" y="263176"/>
                </a:cubicBezTo>
                <a:lnTo>
                  <a:pt x="14797" y="300133"/>
                </a:lnTo>
                <a:lnTo>
                  <a:pt x="51601" y="300133"/>
                </a:lnTo>
                <a:cubicBezTo>
                  <a:pt x="55300" y="300133"/>
                  <a:pt x="59000" y="303847"/>
                  <a:pt x="59000" y="307562"/>
                </a:cubicBezTo>
                <a:cubicBezTo>
                  <a:pt x="59000" y="311277"/>
                  <a:pt x="55300" y="314992"/>
                  <a:pt x="51601" y="314992"/>
                </a:cubicBezTo>
                <a:close/>
                <a:moveTo>
                  <a:pt x="14797" y="51816"/>
                </a:moveTo>
                <a:lnTo>
                  <a:pt x="14797" y="14859"/>
                </a:lnTo>
                <a:lnTo>
                  <a:pt x="51601" y="14859"/>
                </a:lnTo>
                <a:cubicBezTo>
                  <a:pt x="55300" y="14859"/>
                  <a:pt x="59000" y="11144"/>
                  <a:pt x="59000" y="7429"/>
                </a:cubicBezTo>
                <a:cubicBezTo>
                  <a:pt x="59000" y="3715"/>
                  <a:pt x="55300" y="0"/>
                  <a:pt x="51601" y="0"/>
                </a:cubicBezTo>
                <a:lnTo>
                  <a:pt x="7399" y="0"/>
                </a:lnTo>
                <a:cubicBezTo>
                  <a:pt x="3699" y="0"/>
                  <a:pt x="0" y="3715"/>
                  <a:pt x="0" y="7429"/>
                </a:cubicBezTo>
                <a:lnTo>
                  <a:pt x="0" y="51816"/>
                </a:lnTo>
                <a:cubicBezTo>
                  <a:pt x="0" y="55531"/>
                  <a:pt x="3699" y="59245"/>
                  <a:pt x="7399" y="59245"/>
                </a:cubicBezTo>
                <a:cubicBezTo>
                  <a:pt x="12331" y="59245"/>
                  <a:pt x="14797" y="55531"/>
                  <a:pt x="14797" y="51816"/>
                </a:cubicBezTo>
                <a:close/>
                <a:moveTo>
                  <a:pt x="315677" y="51816"/>
                </a:moveTo>
                <a:lnTo>
                  <a:pt x="315677" y="7429"/>
                </a:lnTo>
                <a:cubicBezTo>
                  <a:pt x="315677" y="3715"/>
                  <a:pt x="313210" y="0"/>
                  <a:pt x="308373" y="0"/>
                </a:cubicBezTo>
                <a:lnTo>
                  <a:pt x="265688" y="0"/>
                </a:lnTo>
                <a:cubicBezTo>
                  <a:pt x="260851" y="0"/>
                  <a:pt x="258384" y="3715"/>
                  <a:pt x="258384" y="7429"/>
                </a:cubicBezTo>
                <a:cubicBezTo>
                  <a:pt x="258384" y="11144"/>
                  <a:pt x="260851" y="14859"/>
                  <a:pt x="265688" y="14859"/>
                </a:cubicBezTo>
                <a:lnTo>
                  <a:pt x="301069" y="14859"/>
                </a:lnTo>
                <a:lnTo>
                  <a:pt x="301069" y="51816"/>
                </a:lnTo>
                <a:cubicBezTo>
                  <a:pt x="301069" y="55531"/>
                  <a:pt x="304768" y="59245"/>
                  <a:pt x="308373" y="59245"/>
                </a:cubicBezTo>
                <a:cubicBezTo>
                  <a:pt x="313210" y="59245"/>
                  <a:pt x="315677" y="55531"/>
                  <a:pt x="315677" y="51816"/>
                </a:cubicBezTo>
                <a:close/>
                <a:moveTo>
                  <a:pt x="315677" y="307658"/>
                </a:moveTo>
                <a:lnTo>
                  <a:pt x="315677" y="263271"/>
                </a:lnTo>
                <a:cubicBezTo>
                  <a:pt x="315677" y="259556"/>
                  <a:pt x="313210" y="255841"/>
                  <a:pt x="308373" y="255841"/>
                </a:cubicBezTo>
                <a:cubicBezTo>
                  <a:pt x="304674" y="255841"/>
                  <a:pt x="301069" y="259556"/>
                  <a:pt x="301069" y="263271"/>
                </a:cubicBezTo>
                <a:lnTo>
                  <a:pt x="301069" y="300228"/>
                </a:lnTo>
                <a:lnTo>
                  <a:pt x="265688" y="300228"/>
                </a:lnTo>
                <a:cubicBezTo>
                  <a:pt x="260851" y="300228"/>
                  <a:pt x="258384" y="303943"/>
                  <a:pt x="258384" y="307658"/>
                </a:cubicBezTo>
                <a:cubicBezTo>
                  <a:pt x="258384" y="311372"/>
                  <a:pt x="260851" y="315087"/>
                  <a:pt x="265688" y="315087"/>
                </a:cubicBezTo>
                <a:lnTo>
                  <a:pt x="308373" y="315087"/>
                </a:lnTo>
                <a:cubicBezTo>
                  <a:pt x="313210" y="315087"/>
                  <a:pt x="315677" y="311372"/>
                  <a:pt x="315677" y="307658"/>
                </a:cubicBezTo>
                <a:close/>
                <a:moveTo>
                  <a:pt x="69623" y="74009"/>
                </a:moveTo>
                <a:lnTo>
                  <a:pt x="84326" y="74009"/>
                </a:lnTo>
                <a:lnTo>
                  <a:pt x="84326" y="88773"/>
                </a:lnTo>
                <a:lnTo>
                  <a:pt x="69623" y="88773"/>
                </a:lnTo>
                <a:lnTo>
                  <a:pt x="69623" y="74009"/>
                </a:lnTo>
                <a:close/>
                <a:moveTo>
                  <a:pt x="98934" y="96107"/>
                </a:moveTo>
                <a:lnTo>
                  <a:pt x="98934" y="66675"/>
                </a:lnTo>
                <a:cubicBezTo>
                  <a:pt x="98934" y="62960"/>
                  <a:pt x="96467" y="59341"/>
                  <a:pt x="91630" y="59341"/>
                </a:cubicBezTo>
                <a:lnTo>
                  <a:pt x="62320" y="59341"/>
                </a:lnTo>
                <a:cubicBezTo>
                  <a:pt x="58620" y="59341"/>
                  <a:pt x="55016" y="63055"/>
                  <a:pt x="55016" y="66675"/>
                </a:cubicBezTo>
                <a:lnTo>
                  <a:pt x="55016" y="96107"/>
                </a:lnTo>
                <a:cubicBezTo>
                  <a:pt x="55016" y="99822"/>
                  <a:pt x="58715" y="103441"/>
                  <a:pt x="62320" y="103441"/>
                </a:cubicBezTo>
                <a:lnTo>
                  <a:pt x="91630" y="103441"/>
                </a:lnTo>
                <a:cubicBezTo>
                  <a:pt x="96562" y="103441"/>
                  <a:pt x="98934" y="99727"/>
                  <a:pt x="98934" y="96107"/>
                </a:cubicBezTo>
                <a:close/>
                <a:moveTo>
                  <a:pt x="69623" y="226409"/>
                </a:moveTo>
                <a:lnTo>
                  <a:pt x="84326" y="226409"/>
                </a:lnTo>
                <a:lnTo>
                  <a:pt x="84326" y="241173"/>
                </a:lnTo>
                <a:lnTo>
                  <a:pt x="69623" y="241173"/>
                </a:lnTo>
                <a:lnTo>
                  <a:pt x="69623" y="226409"/>
                </a:lnTo>
                <a:close/>
                <a:moveTo>
                  <a:pt x="98934" y="248507"/>
                </a:moveTo>
                <a:lnTo>
                  <a:pt x="98934" y="219075"/>
                </a:lnTo>
                <a:cubicBezTo>
                  <a:pt x="98934" y="215360"/>
                  <a:pt x="96467" y="211741"/>
                  <a:pt x="91630" y="211741"/>
                </a:cubicBezTo>
                <a:lnTo>
                  <a:pt x="62320" y="211741"/>
                </a:lnTo>
                <a:cubicBezTo>
                  <a:pt x="58620" y="211741"/>
                  <a:pt x="55016" y="215455"/>
                  <a:pt x="55016" y="219075"/>
                </a:cubicBezTo>
                <a:lnTo>
                  <a:pt x="55016" y="248507"/>
                </a:lnTo>
                <a:cubicBezTo>
                  <a:pt x="55016" y="252222"/>
                  <a:pt x="58715" y="255841"/>
                  <a:pt x="62320" y="255841"/>
                </a:cubicBezTo>
                <a:lnTo>
                  <a:pt x="91630" y="255841"/>
                </a:lnTo>
                <a:cubicBezTo>
                  <a:pt x="96562" y="255841"/>
                  <a:pt x="98934" y="252127"/>
                  <a:pt x="98934" y="248507"/>
                </a:cubicBezTo>
                <a:close/>
                <a:moveTo>
                  <a:pt x="231446" y="74009"/>
                </a:moveTo>
                <a:lnTo>
                  <a:pt x="246148" y="74009"/>
                </a:lnTo>
                <a:lnTo>
                  <a:pt x="246148" y="88773"/>
                </a:lnTo>
                <a:lnTo>
                  <a:pt x="231446" y="88773"/>
                </a:lnTo>
                <a:lnTo>
                  <a:pt x="231446" y="74009"/>
                </a:lnTo>
                <a:close/>
                <a:moveTo>
                  <a:pt x="260756" y="96107"/>
                </a:moveTo>
                <a:lnTo>
                  <a:pt x="260756" y="66675"/>
                </a:lnTo>
                <a:cubicBezTo>
                  <a:pt x="260756" y="62960"/>
                  <a:pt x="258290" y="59341"/>
                  <a:pt x="253452" y="59341"/>
                </a:cubicBezTo>
                <a:lnTo>
                  <a:pt x="224142" y="59341"/>
                </a:lnTo>
                <a:cubicBezTo>
                  <a:pt x="220442" y="59341"/>
                  <a:pt x="216838" y="63055"/>
                  <a:pt x="216838" y="66675"/>
                </a:cubicBezTo>
                <a:lnTo>
                  <a:pt x="216838" y="96107"/>
                </a:lnTo>
                <a:cubicBezTo>
                  <a:pt x="216838" y="99822"/>
                  <a:pt x="220537" y="103441"/>
                  <a:pt x="224142" y="103441"/>
                </a:cubicBezTo>
                <a:lnTo>
                  <a:pt x="253452" y="103441"/>
                </a:lnTo>
                <a:cubicBezTo>
                  <a:pt x="258384" y="103441"/>
                  <a:pt x="260756" y="99727"/>
                  <a:pt x="260756" y="96107"/>
                </a:cubicBezTo>
                <a:close/>
                <a:moveTo>
                  <a:pt x="113826" y="159353"/>
                </a:moveTo>
                <a:lnTo>
                  <a:pt x="113826" y="125730"/>
                </a:lnTo>
                <a:cubicBezTo>
                  <a:pt x="113826" y="122110"/>
                  <a:pt x="111359" y="118396"/>
                  <a:pt x="106427" y="118396"/>
                </a:cubicBezTo>
                <a:lnTo>
                  <a:pt x="62225" y="118396"/>
                </a:lnTo>
                <a:cubicBezTo>
                  <a:pt x="58525" y="118396"/>
                  <a:pt x="54826" y="122015"/>
                  <a:pt x="54826" y="125730"/>
                </a:cubicBezTo>
                <a:cubicBezTo>
                  <a:pt x="54826" y="129445"/>
                  <a:pt x="58525" y="133064"/>
                  <a:pt x="62225" y="133064"/>
                </a:cubicBezTo>
                <a:lnTo>
                  <a:pt x="99028" y="133064"/>
                </a:lnTo>
                <a:lnTo>
                  <a:pt x="99028" y="159449"/>
                </a:lnTo>
                <a:cubicBezTo>
                  <a:pt x="99028" y="163068"/>
                  <a:pt x="102728" y="166783"/>
                  <a:pt x="106427" y="166783"/>
                </a:cubicBezTo>
                <a:cubicBezTo>
                  <a:pt x="111359" y="166783"/>
                  <a:pt x="113826" y="163163"/>
                  <a:pt x="113826" y="159449"/>
                </a:cubicBezTo>
                <a:close/>
                <a:moveTo>
                  <a:pt x="127959" y="189166"/>
                </a:moveTo>
                <a:cubicBezTo>
                  <a:pt x="127959" y="185452"/>
                  <a:pt x="125493" y="181642"/>
                  <a:pt x="120655" y="181642"/>
                </a:cubicBezTo>
                <a:lnTo>
                  <a:pt x="62225" y="181642"/>
                </a:lnTo>
                <a:cubicBezTo>
                  <a:pt x="58525" y="181642"/>
                  <a:pt x="54921" y="185357"/>
                  <a:pt x="54921" y="189166"/>
                </a:cubicBezTo>
                <a:cubicBezTo>
                  <a:pt x="54921" y="192976"/>
                  <a:pt x="58620" y="196691"/>
                  <a:pt x="62225" y="196691"/>
                </a:cubicBezTo>
                <a:lnTo>
                  <a:pt x="120655" y="196691"/>
                </a:lnTo>
                <a:cubicBezTo>
                  <a:pt x="125493" y="196691"/>
                  <a:pt x="127959" y="192976"/>
                  <a:pt x="127959" y="189166"/>
                </a:cubicBezTo>
                <a:close/>
                <a:moveTo>
                  <a:pt x="260756" y="248412"/>
                </a:moveTo>
                <a:lnTo>
                  <a:pt x="260756" y="218694"/>
                </a:lnTo>
                <a:cubicBezTo>
                  <a:pt x="260756" y="214979"/>
                  <a:pt x="258290" y="211264"/>
                  <a:pt x="253452" y="211264"/>
                </a:cubicBezTo>
                <a:lnTo>
                  <a:pt x="224237" y="211264"/>
                </a:lnTo>
                <a:cubicBezTo>
                  <a:pt x="220537" y="211264"/>
                  <a:pt x="216933" y="214979"/>
                  <a:pt x="216933" y="218694"/>
                </a:cubicBezTo>
                <a:cubicBezTo>
                  <a:pt x="216933" y="222409"/>
                  <a:pt x="220632" y="226124"/>
                  <a:pt x="224237" y="226124"/>
                </a:cubicBezTo>
                <a:lnTo>
                  <a:pt x="246148" y="226124"/>
                </a:lnTo>
                <a:lnTo>
                  <a:pt x="246148" y="240983"/>
                </a:lnTo>
                <a:lnTo>
                  <a:pt x="202325" y="240983"/>
                </a:lnTo>
                <a:lnTo>
                  <a:pt x="202325" y="172022"/>
                </a:lnTo>
                <a:lnTo>
                  <a:pt x="246148" y="172022"/>
                </a:lnTo>
                <a:lnTo>
                  <a:pt x="246148" y="179451"/>
                </a:lnTo>
                <a:cubicBezTo>
                  <a:pt x="246148" y="183166"/>
                  <a:pt x="249848" y="186880"/>
                  <a:pt x="253452" y="186880"/>
                </a:cubicBezTo>
                <a:cubicBezTo>
                  <a:pt x="258290" y="186880"/>
                  <a:pt x="260756" y="183166"/>
                  <a:pt x="260756" y="179451"/>
                </a:cubicBezTo>
                <a:lnTo>
                  <a:pt x="260756" y="164592"/>
                </a:lnTo>
                <a:cubicBezTo>
                  <a:pt x="260756" y="160877"/>
                  <a:pt x="258290" y="157162"/>
                  <a:pt x="253452" y="157162"/>
                </a:cubicBezTo>
                <a:lnTo>
                  <a:pt x="195021" y="157162"/>
                </a:lnTo>
                <a:cubicBezTo>
                  <a:pt x="191417" y="157162"/>
                  <a:pt x="187718" y="160877"/>
                  <a:pt x="187718" y="164592"/>
                </a:cubicBezTo>
                <a:lnTo>
                  <a:pt x="187718" y="248412"/>
                </a:lnTo>
                <a:cubicBezTo>
                  <a:pt x="187718" y="252127"/>
                  <a:pt x="191417" y="255841"/>
                  <a:pt x="195021" y="255841"/>
                </a:cubicBezTo>
                <a:lnTo>
                  <a:pt x="253452" y="255841"/>
                </a:lnTo>
                <a:cubicBezTo>
                  <a:pt x="258290" y="255841"/>
                  <a:pt x="260756" y="252127"/>
                  <a:pt x="260756" y="248412"/>
                </a:cubicBezTo>
                <a:close/>
                <a:moveTo>
                  <a:pt x="157838" y="189166"/>
                </a:moveTo>
                <a:lnTo>
                  <a:pt x="157838" y="174117"/>
                </a:lnTo>
                <a:cubicBezTo>
                  <a:pt x="157838" y="170402"/>
                  <a:pt x="155372" y="166592"/>
                  <a:pt x="150345" y="166592"/>
                </a:cubicBezTo>
                <a:cubicBezTo>
                  <a:pt x="146645" y="166592"/>
                  <a:pt x="142851" y="170307"/>
                  <a:pt x="142851" y="174117"/>
                </a:cubicBezTo>
                <a:lnTo>
                  <a:pt x="142851" y="189166"/>
                </a:lnTo>
                <a:cubicBezTo>
                  <a:pt x="142851" y="192881"/>
                  <a:pt x="146551" y="196691"/>
                  <a:pt x="150345" y="196691"/>
                </a:cubicBezTo>
                <a:cubicBezTo>
                  <a:pt x="155372" y="196691"/>
                  <a:pt x="157838" y="192976"/>
                  <a:pt x="157838" y="189166"/>
                </a:cubicBezTo>
                <a:close/>
                <a:moveTo>
                  <a:pt x="201851" y="81153"/>
                </a:moveTo>
                <a:lnTo>
                  <a:pt x="201851" y="66580"/>
                </a:lnTo>
                <a:cubicBezTo>
                  <a:pt x="201851" y="62960"/>
                  <a:pt x="199480" y="59245"/>
                  <a:pt x="194832" y="59245"/>
                </a:cubicBezTo>
                <a:cubicBezTo>
                  <a:pt x="191322" y="59245"/>
                  <a:pt x="187812" y="62865"/>
                  <a:pt x="187812" y="66580"/>
                </a:cubicBezTo>
                <a:lnTo>
                  <a:pt x="187812" y="81153"/>
                </a:lnTo>
                <a:cubicBezTo>
                  <a:pt x="187812" y="84772"/>
                  <a:pt x="191322" y="88487"/>
                  <a:pt x="194832" y="88487"/>
                </a:cubicBezTo>
                <a:cubicBezTo>
                  <a:pt x="199574" y="88487"/>
                  <a:pt x="201851" y="84868"/>
                  <a:pt x="201851" y="81153"/>
                </a:cubicBezTo>
                <a:close/>
                <a:moveTo>
                  <a:pt x="172825" y="218789"/>
                </a:moveTo>
                <a:cubicBezTo>
                  <a:pt x="172825" y="215265"/>
                  <a:pt x="170359" y="211741"/>
                  <a:pt x="165332" y="211741"/>
                </a:cubicBezTo>
                <a:lnTo>
                  <a:pt x="150345" y="211741"/>
                </a:lnTo>
                <a:cubicBezTo>
                  <a:pt x="146645" y="211741"/>
                  <a:pt x="142851" y="215265"/>
                  <a:pt x="142851" y="218789"/>
                </a:cubicBezTo>
                <a:cubicBezTo>
                  <a:pt x="142851" y="222314"/>
                  <a:pt x="146551" y="225838"/>
                  <a:pt x="150345" y="225838"/>
                </a:cubicBezTo>
                <a:lnTo>
                  <a:pt x="165332" y="225838"/>
                </a:lnTo>
                <a:cubicBezTo>
                  <a:pt x="170359" y="225838"/>
                  <a:pt x="172825" y="222314"/>
                  <a:pt x="172825" y="218789"/>
                </a:cubicBezTo>
                <a:close/>
                <a:moveTo>
                  <a:pt x="172825" y="248507"/>
                </a:moveTo>
                <a:cubicBezTo>
                  <a:pt x="172825" y="244793"/>
                  <a:pt x="170359" y="241173"/>
                  <a:pt x="165427" y="241173"/>
                </a:cubicBezTo>
                <a:lnTo>
                  <a:pt x="128623" y="241173"/>
                </a:lnTo>
                <a:lnTo>
                  <a:pt x="128623" y="219075"/>
                </a:lnTo>
                <a:cubicBezTo>
                  <a:pt x="128623" y="215360"/>
                  <a:pt x="126157" y="211741"/>
                  <a:pt x="121224" y="211741"/>
                </a:cubicBezTo>
                <a:cubicBezTo>
                  <a:pt x="117525" y="211741"/>
                  <a:pt x="113826" y="215455"/>
                  <a:pt x="113826" y="219075"/>
                </a:cubicBezTo>
                <a:lnTo>
                  <a:pt x="113826" y="248507"/>
                </a:lnTo>
                <a:cubicBezTo>
                  <a:pt x="113826" y="252222"/>
                  <a:pt x="117525" y="255841"/>
                  <a:pt x="121224" y="255841"/>
                </a:cubicBezTo>
                <a:lnTo>
                  <a:pt x="165427" y="255841"/>
                </a:lnTo>
                <a:cubicBezTo>
                  <a:pt x="170359" y="255841"/>
                  <a:pt x="172825" y="252127"/>
                  <a:pt x="172825" y="248507"/>
                </a:cubicBezTo>
                <a:close/>
                <a:moveTo>
                  <a:pt x="142946" y="96107"/>
                </a:moveTo>
                <a:cubicBezTo>
                  <a:pt x="142946" y="92393"/>
                  <a:pt x="140480" y="88773"/>
                  <a:pt x="135642" y="88773"/>
                </a:cubicBezTo>
                <a:lnTo>
                  <a:pt x="128338" y="88773"/>
                </a:lnTo>
                <a:lnTo>
                  <a:pt x="128338" y="66675"/>
                </a:lnTo>
                <a:cubicBezTo>
                  <a:pt x="128338" y="62960"/>
                  <a:pt x="125872" y="59341"/>
                  <a:pt x="121035" y="59341"/>
                </a:cubicBezTo>
                <a:cubicBezTo>
                  <a:pt x="117430" y="59341"/>
                  <a:pt x="113731" y="63055"/>
                  <a:pt x="113731" y="66675"/>
                </a:cubicBezTo>
                <a:lnTo>
                  <a:pt x="113731" y="96107"/>
                </a:lnTo>
                <a:cubicBezTo>
                  <a:pt x="113731" y="99822"/>
                  <a:pt x="117335" y="103441"/>
                  <a:pt x="121035" y="103441"/>
                </a:cubicBezTo>
                <a:lnTo>
                  <a:pt x="135547" y="103441"/>
                </a:lnTo>
                <a:cubicBezTo>
                  <a:pt x="140385" y="103441"/>
                  <a:pt x="142851" y="99727"/>
                  <a:pt x="142851" y="96107"/>
                </a:cubicBezTo>
                <a:close/>
                <a:moveTo>
                  <a:pt x="172825" y="145066"/>
                </a:moveTo>
                <a:lnTo>
                  <a:pt x="172825" y="66675"/>
                </a:lnTo>
                <a:cubicBezTo>
                  <a:pt x="172825" y="62960"/>
                  <a:pt x="170359" y="59245"/>
                  <a:pt x="165332" y="59245"/>
                </a:cubicBezTo>
                <a:cubicBezTo>
                  <a:pt x="161633" y="59245"/>
                  <a:pt x="157838" y="62960"/>
                  <a:pt x="157838" y="66675"/>
                </a:cubicBezTo>
                <a:lnTo>
                  <a:pt x="157838" y="137636"/>
                </a:lnTo>
                <a:lnTo>
                  <a:pt x="135453" y="137636"/>
                </a:lnTo>
                <a:cubicBezTo>
                  <a:pt x="131753" y="137636"/>
                  <a:pt x="127959" y="141351"/>
                  <a:pt x="127959" y="145066"/>
                </a:cubicBezTo>
                <a:cubicBezTo>
                  <a:pt x="127959" y="148780"/>
                  <a:pt x="131658" y="152495"/>
                  <a:pt x="135453" y="152495"/>
                </a:cubicBezTo>
                <a:lnTo>
                  <a:pt x="165332" y="152495"/>
                </a:lnTo>
                <a:cubicBezTo>
                  <a:pt x="170359" y="152495"/>
                  <a:pt x="172825" y="148780"/>
                  <a:pt x="172825" y="145066"/>
                </a:cubicBezTo>
                <a:close/>
                <a:moveTo>
                  <a:pt x="260756" y="125920"/>
                </a:moveTo>
                <a:cubicBezTo>
                  <a:pt x="260756" y="122206"/>
                  <a:pt x="258290" y="118396"/>
                  <a:pt x="253452" y="118396"/>
                </a:cubicBezTo>
                <a:lnTo>
                  <a:pt x="195021" y="118396"/>
                </a:lnTo>
                <a:cubicBezTo>
                  <a:pt x="191417" y="118396"/>
                  <a:pt x="187718" y="122110"/>
                  <a:pt x="187718" y="125920"/>
                </a:cubicBezTo>
                <a:cubicBezTo>
                  <a:pt x="187718" y="129730"/>
                  <a:pt x="191417" y="133445"/>
                  <a:pt x="195021" y="133445"/>
                </a:cubicBezTo>
                <a:lnTo>
                  <a:pt x="253452" y="133445"/>
                </a:lnTo>
                <a:cubicBezTo>
                  <a:pt x="258290" y="133445"/>
                  <a:pt x="260756" y="129730"/>
                  <a:pt x="260756" y="125920"/>
                </a:cubicBez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4" name="Graphic 142">
            <a:extLst>
              <a:ext uri="{FF2B5EF4-FFF2-40B4-BE49-F238E27FC236}">
                <a16:creationId xmlns:a16="http://schemas.microsoft.com/office/drawing/2014/main" id="{F36868E9-02BA-B1BD-8DBE-09068B3CE349}"/>
              </a:ext>
            </a:extLst>
          </p:cNvPr>
          <p:cNvSpPr/>
          <p:nvPr/>
        </p:nvSpPr>
        <p:spPr>
          <a:xfrm>
            <a:off x="8801561" y="2872743"/>
            <a:ext cx="375090" cy="412501"/>
          </a:xfrm>
          <a:custGeom>
            <a:avLst/>
            <a:gdLst>
              <a:gd name="connsiteX0" fmla="*/ 113636 w 283046"/>
              <a:gd name="connsiteY0" fmla="*/ 187547 h 311277"/>
              <a:gd name="connsiteX1" fmla="*/ 99503 w 283046"/>
              <a:gd name="connsiteY1" fmla="*/ 188690 h 311277"/>
              <a:gd name="connsiteX2" fmla="*/ 93622 w 283046"/>
              <a:gd name="connsiteY2" fmla="*/ 191071 h 311277"/>
              <a:gd name="connsiteX3" fmla="*/ 93622 w 283046"/>
              <a:gd name="connsiteY3" fmla="*/ 198120 h 311277"/>
              <a:gd name="connsiteX4" fmla="*/ 146551 w 283046"/>
              <a:gd name="connsiteY4" fmla="*/ 293561 h 311277"/>
              <a:gd name="connsiteX5" fmla="*/ 152432 w 283046"/>
              <a:gd name="connsiteY5" fmla="*/ 297085 h 311277"/>
              <a:gd name="connsiteX6" fmla="*/ 241880 w 283046"/>
              <a:gd name="connsiteY6" fmla="*/ 297085 h 311277"/>
              <a:gd name="connsiteX7" fmla="*/ 247761 w 283046"/>
              <a:gd name="connsiteY7" fmla="*/ 293561 h 311277"/>
              <a:gd name="connsiteX8" fmla="*/ 268913 w 283046"/>
              <a:gd name="connsiteY8" fmla="*/ 200501 h 311277"/>
              <a:gd name="connsiteX9" fmla="*/ 265404 w 283046"/>
              <a:gd name="connsiteY9" fmla="*/ 194596 h 311277"/>
              <a:gd name="connsiteX10" fmla="*/ 188951 w 283046"/>
              <a:gd name="connsiteY10" fmla="*/ 167450 h 311277"/>
              <a:gd name="connsiteX11" fmla="*/ 184208 w 283046"/>
              <a:gd name="connsiteY11" fmla="*/ 160401 h 311277"/>
              <a:gd name="connsiteX12" fmla="*/ 184208 w 283046"/>
              <a:gd name="connsiteY12" fmla="*/ 84963 h 311277"/>
              <a:gd name="connsiteX13" fmla="*/ 180698 w 283046"/>
              <a:gd name="connsiteY13" fmla="*/ 77915 h 311277"/>
              <a:gd name="connsiteX14" fmla="*/ 160684 w 283046"/>
              <a:gd name="connsiteY14" fmla="*/ 77915 h 311277"/>
              <a:gd name="connsiteX15" fmla="*/ 155941 w 283046"/>
              <a:gd name="connsiteY15" fmla="*/ 84963 h 311277"/>
              <a:gd name="connsiteX16" fmla="*/ 155941 w 283046"/>
              <a:gd name="connsiteY16" fmla="*/ 215741 h 311277"/>
              <a:gd name="connsiteX17" fmla="*/ 151199 w 283046"/>
              <a:gd name="connsiteY17" fmla="*/ 221647 h 311277"/>
              <a:gd name="connsiteX18" fmla="*/ 144179 w 283046"/>
              <a:gd name="connsiteY18" fmla="*/ 219265 h 311277"/>
              <a:gd name="connsiteX19" fmla="*/ 119517 w 283046"/>
              <a:gd name="connsiteY19" fmla="*/ 190976 h 311277"/>
              <a:gd name="connsiteX20" fmla="*/ 113636 w 283046"/>
              <a:gd name="connsiteY20" fmla="*/ 187452 h 311277"/>
              <a:gd name="connsiteX21" fmla="*/ 241880 w 283046"/>
              <a:gd name="connsiteY21" fmla="*/ 311277 h 311277"/>
              <a:gd name="connsiteX22" fmla="*/ 152432 w 283046"/>
              <a:gd name="connsiteY22" fmla="*/ 311277 h 311277"/>
              <a:gd name="connsiteX23" fmla="*/ 133650 w 283046"/>
              <a:gd name="connsiteY23" fmla="*/ 300704 h 311277"/>
              <a:gd name="connsiteX24" fmla="*/ 80721 w 283046"/>
              <a:gd name="connsiteY24" fmla="*/ 205264 h 311277"/>
              <a:gd name="connsiteX25" fmla="*/ 81860 w 283046"/>
              <a:gd name="connsiteY25" fmla="*/ 184023 h 311277"/>
              <a:gd name="connsiteX26" fmla="*/ 99503 w 283046"/>
              <a:gd name="connsiteY26" fmla="*/ 174593 h 311277"/>
              <a:gd name="connsiteX27" fmla="*/ 113636 w 283046"/>
              <a:gd name="connsiteY27" fmla="*/ 173450 h 311277"/>
              <a:gd name="connsiteX28" fmla="*/ 130141 w 283046"/>
              <a:gd name="connsiteY28" fmla="*/ 181737 h 311277"/>
              <a:gd name="connsiteX29" fmla="*/ 141903 w 283046"/>
              <a:gd name="connsiteY29" fmla="*/ 195834 h 311277"/>
              <a:gd name="connsiteX30" fmla="*/ 141903 w 283046"/>
              <a:gd name="connsiteY30" fmla="*/ 85058 h 311277"/>
              <a:gd name="connsiteX31" fmla="*/ 160684 w 283046"/>
              <a:gd name="connsiteY31" fmla="*/ 63817 h 311277"/>
              <a:gd name="connsiteX32" fmla="*/ 180698 w 283046"/>
              <a:gd name="connsiteY32" fmla="*/ 63817 h 311277"/>
              <a:gd name="connsiteX33" fmla="*/ 198341 w 283046"/>
              <a:gd name="connsiteY33" fmla="*/ 85058 h 311277"/>
              <a:gd name="connsiteX34" fmla="*/ 198341 w 283046"/>
              <a:gd name="connsiteY34" fmla="*/ 155734 h 311277"/>
              <a:gd name="connsiteX35" fmla="*/ 270147 w 283046"/>
              <a:gd name="connsiteY35" fmla="*/ 181642 h 311277"/>
              <a:gd name="connsiteX36" fmla="*/ 283047 w 283046"/>
              <a:gd name="connsiteY36" fmla="*/ 201644 h 311277"/>
              <a:gd name="connsiteX37" fmla="*/ 283047 w 283046"/>
              <a:gd name="connsiteY37" fmla="*/ 202787 h 311277"/>
              <a:gd name="connsiteX38" fmla="*/ 261894 w 283046"/>
              <a:gd name="connsiteY38" fmla="*/ 297085 h 311277"/>
              <a:gd name="connsiteX39" fmla="*/ 261894 w 283046"/>
              <a:gd name="connsiteY39" fmla="*/ 298228 h 311277"/>
              <a:gd name="connsiteX40" fmla="*/ 241880 w 283046"/>
              <a:gd name="connsiteY40" fmla="*/ 311182 h 311277"/>
              <a:gd name="connsiteX41" fmla="*/ 0 w 283046"/>
              <a:gd name="connsiteY41" fmla="*/ 0 h 311277"/>
              <a:gd name="connsiteX42" fmla="*/ 28646 w 283046"/>
              <a:gd name="connsiteY42" fmla="*/ 0 h 311277"/>
              <a:gd name="connsiteX43" fmla="*/ 28646 w 283046"/>
              <a:gd name="connsiteY43" fmla="*/ 13525 h 311277"/>
              <a:gd name="connsiteX44" fmla="*/ 0 w 283046"/>
              <a:gd name="connsiteY44" fmla="*/ 13525 h 311277"/>
              <a:gd name="connsiteX45" fmla="*/ 0 w 283046"/>
              <a:gd name="connsiteY45" fmla="*/ 0 h 311277"/>
              <a:gd name="connsiteX46" fmla="*/ 0 w 283046"/>
              <a:gd name="connsiteY46" fmla="*/ 56674 h 311277"/>
              <a:gd name="connsiteX47" fmla="*/ 28646 w 283046"/>
              <a:gd name="connsiteY47" fmla="*/ 56674 h 311277"/>
              <a:gd name="connsiteX48" fmla="*/ 28646 w 283046"/>
              <a:gd name="connsiteY48" fmla="*/ 70199 h 311277"/>
              <a:gd name="connsiteX49" fmla="*/ 0 w 283046"/>
              <a:gd name="connsiteY49" fmla="*/ 70199 h 311277"/>
              <a:gd name="connsiteX50" fmla="*/ 0 w 283046"/>
              <a:gd name="connsiteY50" fmla="*/ 56674 h 311277"/>
              <a:gd name="connsiteX51" fmla="*/ 0 w 283046"/>
              <a:gd name="connsiteY51" fmla="*/ 113348 h 311277"/>
              <a:gd name="connsiteX52" fmla="*/ 28646 w 283046"/>
              <a:gd name="connsiteY52" fmla="*/ 113348 h 311277"/>
              <a:gd name="connsiteX53" fmla="*/ 28646 w 283046"/>
              <a:gd name="connsiteY53" fmla="*/ 126873 h 311277"/>
              <a:gd name="connsiteX54" fmla="*/ 0 w 283046"/>
              <a:gd name="connsiteY54" fmla="*/ 126873 h 311277"/>
              <a:gd name="connsiteX55" fmla="*/ 0 w 283046"/>
              <a:gd name="connsiteY55" fmla="*/ 113348 h 311277"/>
              <a:gd name="connsiteX56" fmla="*/ 70762 w 283046"/>
              <a:gd name="connsiteY56" fmla="*/ 0 h 311277"/>
              <a:gd name="connsiteX57" fmla="*/ 99408 w 283046"/>
              <a:gd name="connsiteY57" fmla="*/ 0 h 311277"/>
              <a:gd name="connsiteX58" fmla="*/ 99408 w 283046"/>
              <a:gd name="connsiteY58" fmla="*/ 13525 h 311277"/>
              <a:gd name="connsiteX59" fmla="*/ 70762 w 283046"/>
              <a:gd name="connsiteY59" fmla="*/ 13525 h 311277"/>
              <a:gd name="connsiteX60" fmla="*/ 70762 w 283046"/>
              <a:gd name="connsiteY60" fmla="*/ 0 h 311277"/>
              <a:gd name="connsiteX61" fmla="*/ 70762 w 283046"/>
              <a:gd name="connsiteY61" fmla="*/ 56674 h 311277"/>
              <a:gd name="connsiteX62" fmla="*/ 99408 w 283046"/>
              <a:gd name="connsiteY62" fmla="*/ 56674 h 311277"/>
              <a:gd name="connsiteX63" fmla="*/ 99408 w 283046"/>
              <a:gd name="connsiteY63" fmla="*/ 70199 h 311277"/>
              <a:gd name="connsiteX64" fmla="*/ 70762 w 283046"/>
              <a:gd name="connsiteY64" fmla="*/ 70199 h 311277"/>
              <a:gd name="connsiteX65" fmla="*/ 70762 w 283046"/>
              <a:gd name="connsiteY65" fmla="*/ 56674 h 311277"/>
              <a:gd name="connsiteX66" fmla="*/ 70762 w 283046"/>
              <a:gd name="connsiteY66" fmla="*/ 113348 h 311277"/>
              <a:gd name="connsiteX67" fmla="*/ 99408 w 283046"/>
              <a:gd name="connsiteY67" fmla="*/ 113348 h 311277"/>
              <a:gd name="connsiteX68" fmla="*/ 99408 w 283046"/>
              <a:gd name="connsiteY68" fmla="*/ 126873 h 311277"/>
              <a:gd name="connsiteX69" fmla="*/ 70762 w 283046"/>
              <a:gd name="connsiteY69" fmla="*/ 126873 h 311277"/>
              <a:gd name="connsiteX70" fmla="*/ 70762 w 283046"/>
              <a:gd name="connsiteY70" fmla="*/ 113348 h 311277"/>
              <a:gd name="connsiteX71" fmla="*/ 141523 w 283046"/>
              <a:gd name="connsiteY71" fmla="*/ 0 h 311277"/>
              <a:gd name="connsiteX72" fmla="*/ 170169 w 283046"/>
              <a:gd name="connsiteY72" fmla="*/ 0 h 311277"/>
              <a:gd name="connsiteX73" fmla="*/ 170169 w 283046"/>
              <a:gd name="connsiteY73" fmla="*/ 13525 h 311277"/>
              <a:gd name="connsiteX74" fmla="*/ 141523 w 283046"/>
              <a:gd name="connsiteY74" fmla="*/ 13525 h 311277"/>
              <a:gd name="connsiteX75" fmla="*/ 141523 w 283046"/>
              <a:gd name="connsiteY75" fmla="*/ 0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83046" h="311277">
                <a:moveTo>
                  <a:pt x="113636" y="187547"/>
                </a:moveTo>
                <a:lnTo>
                  <a:pt x="99503" y="188690"/>
                </a:lnTo>
                <a:cubicBezTo>
                  <a:pt x="97131" y="188690"/>
                  <a:pt x="94760" y="189833"/>
                  <a:pt x="93622" y="191071"/>
                </a:cubicBezTo>
                <a:cubicBezTo>
                  <a:pt x="92483" y="193453"/>
                  <a:pt x="92483" y="195739"/>
                  <a:pt x="93622" y="198120"/>
                </a:cubicBezTo>
                <a:lnTo>
                  <a:pt x="146551" y="293561"/>
                </a:lnTo>
                <a:cubicBezTo>
                  <a:pt x="147689" y="295942"/>
                  <a:pt x="150060" y="297085"/>
                  <a:pt x="152432" y="297085"/>
                </a:cubicBezTo>
                <a:lnTo>
                  <a:pt x="241880" y="297085"/>
                </a:lnTo>
                <a:cubicBezTo>
                  <a:pt x="244251" y="297085"/>
                  <a:pt x="246622" y="295942"/>
                  <a:pt x="247761" y="293561"/>
                </a:cubicBezTo>
                <a:lnTo>
                  <a:pt x="268913" y="200501"/>
                </a:lnTo>
                <a:cubicBezTo>
                  <a:pt x="268913" y="198120"/>
                  <a:pt x="267775" y="195834"/>
                  <a:pt x="265404" y="194596"/>
                </a:cubicBezTo>
                <a:lnTo>
                  <a:pt x="188951" y="167450"/>
                </a:lnTo>
                <a:cubicBezTo>
                  <a:pt x="186579" y="166306"/>
                  <a:pt x="184208" y="162687"/>
                  <a:pt x="184208" y="160401"/>
                </a:cubicBezTo>
                <a:lnTo>
                  <a:pt x="184208" y="84963"/>
                </a:lnTo>
                <a:cubicBezTo>
                  <a:pt x="184208" y="77915"/>
                  <a:pt x="181837" y="77915"/>
                  <a:pt x="180698" y="77915"/>
                </a:cubicBezTo>
                <a:lnTo>
                  <a:pt x="160684" y="77915"/>
                </a:lnTo>
                <a:cubicBezTo>
                  <a:pt x="157174" y="77915"/>
                  <a:pt x="155941" y="81439"/>
                  <a:pt x="155941" y="84963"/>
                </a:cubicBezTo>
                <a:lnTo>
                  <a:pt x="155941" y="215741"/>
                </a:lnTo>
                <a:cubicBezTo>
                  <a:pt x="155941" y="218123"/>
                  <a:pt x="154803" y="220409"/>
                  <a:pt x="151199" y="221647"/>
                </a:cubicBezTo>
                <a:cubicBezTo>
                  <a:pt x="148827" y="222790"/>
                  <a:pt x="145318" y="221647"/>
                  <a:pt x="144179" y="219265"/>
                </a:cubicBezTo>
                <a:lnTo>
                  <a:pt x="119517" y="190976"/>
                </a:lnTo>
                <a:cubicBezTo>
                  <a:pt x="118379" y="188595"/>
                  <a:pt x="116007" y="187452"/>
                  <a:pt x="113636" y="187452"/>
                </a:cubicBezTo>
                <a:close/>
                <a:moveTo>
                  <a:pt x="241880" y="311277"/>
                </a:moveTo>
                <a:lnTo>
                  <a:pt x="152432" y="311277"/>
                </a:lnTo>
                <a:cubicBezTo>
                  <a:pt x="144179" y="311277"/>
                  <a:pt x="137160" y="307753"/>
                  <a:pt x="133650" y="300704"/>
                </a:cubicBezTo>
                <a:lnTo>
                  <a:pt x="80721" y="205264"/>
                </a:lnTo>
                <a:cubicBezTo>
                  <a:pt x="77212" y="198215"/>
                  <a:pt x="78350" y="191167"/>
                  <a:pt x="81860" y="184023"/>
                </a:cubicBezTo>
                <a:cubicBezTo>
                  <a:pt x="85369" y="178117"/>
                  <a:pt x="92483" y="174593"/>
                  <a:pt x="99503" y="174593"/>
                </a:cubicBezTo>
                <a:lnTo>
                  <a:pt x="113636" y="173450"/>
                </a:lnTo>
                <a:cubicBezTo>
                  <a:pt x="120655" y="173450"/>
                  <a:pt x="126536" y="176975"/>
                  <a:pt x="130141" y="181737"/>
                </a:cubicBezTo>
                <a:lnTo>
                  <a:pt x="141903" y="195834"/>
                </a:lnTo>
                <a:lnTo>
                  <a:pt x="141903" y="85058"/>
                </a:lnTo>
                <a:cubicBezTo>
                  <a:pt x="141903" y="72104"/>
                  <a:pt x="150155" y="63817"/>
                  <a:pt x="160684" y="63817"/>
                </a:cubicBezTo>
                <a:lnTo>
                  <a:pt x="180698" y="63817"/>
                </a:lnTo>
                <a:cubicBezTo>
                  <a:pt x="191322" y="63817"/>
                  <a:pt x="198341" y="72104"/>
                  <a:pt x="198341" y="85058"/>
                </a:cubicBezTo>
                <a:lnTo>
                  <a:pt x="198341" y="155734"/>
                </a:lnTo>
                <a:lnTo>
                  <a:pt x="270147" y="181642"/>
                </a:lnTo>
                <a:cubicBezTo>
                  <a:pt x="278399" y="184023"/>
                  <a:pt x="283047" y="191071"/>
                  <a:pt x="283047" y="201644"/>
                </a:cubicBezTo>
                <a:lnTo>
                  <a:pt x="283047" y="202787"/>
                </a:lnTo>
                <a:lnTo>
                  <a:pt x="261894" y="297085"/>
                </a:lnTo>
                <a:lnTo>
                  <a:pt x="261894" y="298228"/>
                </a:lnTo>
                <a:cubicBezTo>
                  <a:pt x="258384" y="306515"/>
                  <a:pt x="250132" y="311182"/>
                  <a:pt x="241880" y="311182"/>
                </a:cubicBezTo>
                <a:close/>
                <a:moveTo>
                  <a:pt x="0" y="0"/>
                </a:moveTo>
                <a:lnTo>
                  <a:pt x="28646" y="0"/>
                </a:lnTo>
                <a:lnTo>
                  <a:pt x="28646" y="13525"/>
                </a:lnTo>
                <a:lnTo>
                  <a:pt x="0" y="13525"/>
                </a:lnTo>
                <a:lnTo>
                  <a:pt x="0" y="0"/>
                </a:lnTo>
                <a:close/>
                <a:moveTo>
                  <a:pt x="0" y="56674"/>
                </a:moveTo>
                <a:lnTo>
                  <a:pt x="28646" y="56674"/>
                </a:lnTo>
                <a:lnTo>
                  <a:pt x="28646" y="70199"/>
                </a:lnTo>
                <a:lnTo>
                  <a:pt x="0" y="70199"/>
                </a:lnTo>
                <a:lnTo>
                  <a:pt x="0" y="56674"/>
                </a:lnTo>
                <a:close/>
                <a:moveTo>
                  <a:pt x="0" y="113348"/>
                </a:moveTo>
                <a:lnTo>
                  <a:pt x="28646" y="113348"/>
                </a:lnTo>
                <a:lnTo>
                  <a:pt x="28646" y="126873"/>
                </a:lnTo>
                <a:lnTo>
                  <a:pt x="0" y="126873"/>
                </a:lnTo>
                <a:lnTo>
                  <a:pt x="0" y="113348"/>
                </a:lnTo>
                <a:close/>
                <a:moveTo>
                  <a:pt x="70762" y="0"/>
                </a:moveTo>
                <a:lnTo>
                  <a:pt x="99408" y="0"/>
                </a:lnTo>
                <a:lnTo>
                  <a:pt x="99408" y="13525"/>
                </a:lnTo>
                <a:lnTo>
                  <a:pt x="70762" y="13525"/>
                </a:lnTo>
                <a:lnTo>
                  <a:pt x="70762" y="0"/>
                </a:lnTo>
                <a:close/>
                <a:moveTo>
                  <a:pt x="70762" y="56674"/>
                </a:moveTo>
                <a:lnTo>
                  <a:pt x="99408" y="56674"/>
                </a:lnTo>
                <a:lnTo>
                  <a:pt x="99408" y="70199"/>
                </a:lnTo>
                <a:lnTo>
                  <a:pt x="70762" y="70199"/>
                </a:lnTo>
                <a:lnTo>
                  <a:pt x="70762" y="56674"/>
                </a:lnTo>
                <a:close/>
                <a:moveTo>
                  <a:pt x="70762" y="113348"/>
                </a:moveTo>
                <a:lnTo>
                  <a:pt x="99408" y="113348"/>
                </a:lnTo>
                <a:lnTo>
                  <a:pt x="99408" y="126873"/>
                </a:lnTo>
                <a:lnTo>
                  <a:pt x="70762" y="126873"/>
                </a:lnTo>
                <a:lnTo>
                  <a:pt x="70762" y="113348"/>
                </a:lnTo>
                <a:close/>
                <a:moveTo>
                  <a:pt x="141523" y="0"/>
                </a:moveTo>
                <a:lnTo>
                  <a:pt x="170169" y="0"/>
                </a:lnTo>
                <a:lnTo>
                  <a:pt x="170169" y="13525"/>
                </a:lnTo>
                <a:lnTo>
                  <a:pt x="141523" y="13525"/>
                </a:lnTo>
                <a:lnTo>
                  <a:pt x="141523" y="0"/>
                </a:lnTo>
                <a:close/>
              </a:path>
            </a:pathLst>
          </a:custGeom>
          <a:solidFill>
            <a:srgbClr val="969696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5" name="Graphic 142">
            <a:extLst>
              <a:ext uri="{FF2B5EF4-FFF2-40B4-BE49-F238E27FC236}">
                <a16:creationId xmlns:a16="http://schemas.microsoft.com/office/drawing/2014/main" id="{B63334F2-81F6-EBDB-F52E-03076A453EB1}"/>
              </a:ext>
            </a:extLst>
          </p:cNvPr>
          <p:cNvSpPr/>
          <p:nvPr/>
        </p:nvSpPr>
        <p:spPr>
          <a:xfrm>
            <a:off x="9563561" y="2872743"/>
            <a:ext cx="375090" cy="412501"/>
          </a:xfrm>
          <a:custGeom>
            <a:avLst/>
            <a:gdLst>
              <a:gd name="connsiteX0" fmla="*/ 113636 w 283046"/>
              <a:gd name="connsiteY0" fmla="*/ 187547 h 311277"/>
              <a:gd name="connsiteX1" fmla="*/ 99503 w 283046"/>
              <a:gd name="connsiteY1" fmla="*/ 188690 h 311277"/>
              <a:gd name="connsiteX2" fmla="*/ 93622 w 283046"/>
              <a:gd name="connsiteY2" fmla="*/ 191071 h 311277"/>
              <a:gd name="connsiteX3" fmla="*/ 93622 w 283046"/>
              <a:gd name="connsiteY3" fmla="*/ 198120 h 311277"/>
              <a:gd name="connsiteX4" fmla="*/ 146551 w 283046"/>
              <a:gd name="connsiteY4" fmla="*/ 293561 h 311277"/>
              <a:gd name="connsiteX5" fmla="*/ 152432 w 283046"/>
              <a:gd name="connsiteY5" fmla="*/ 297085 h 311277"/>
              <a:gd name="connsiteX6" fmla="*/ 241880 w 283046"/>
              <a:gd name="connsiteY6" fmla="*/ 297085 h 311277"/>
              <a:gd name="connsiteX7" fmla="*/ 247761 w 283046"/>
              <a:gd name="connsiteY7" fmla="*/ 293561 h 311277"/>
              <a:gd name="connsiteX8" fmla="*/ 268913 w 283046"/>
              <a:gd name="connsiteY8" fmla="*/ 200501 h 311277"/>
              <a:gd name="connsiteX9" fmla="*/ 265404 w 283046"/>
              <a:gd name="connsiteY9" fmla="*/ 194596 h 311277"/>
              <a:gd name="connsiteX10" fmla="*/ 188951 w 283046"/>
              <a:gd name="connsiteY10" fmla="*/ 167450 h 311277"/>
              <a:gd name="connsiteX11" fmla="*/ 184208 w 283046"/>
              <a:gd name="connsiteY11" fmla="*/ 160401 h 311277"/>
              <a:gd name="connsiteX12" fmla="*/ 184208 w 283046"/>
              <a:gd name="connsiteY12" fmla="*/ 84963 h 311277"/>
              <a:gd name="connsiteX13" fmla="*/ 180698 w 283046"/>
              <a:gd name="connsiteY13" fmla="*/ 77915 h 311277"/>
              <a:gd name="connsiteX14" fmla="*/ 160684 w 283046"/>
              <a:gd name="connsiteY14" fmla="*/ 77915 h 311277"/>
              <a:gd name="connsiteX15" fmla="*/ 155941 w 283046"/>
              <a:gd name="connsiteY15" fmla="*/ 84963 h 311277"/>
              <a:gd name="connsiteX16" fmla="*/ 155941 w 283046"/>
              <a:gd name="connsiteY16" fmla="*/ 215741 h 311277"/>
              <a:gd name="connsiteX17" fmla="*/ 151199 w 283046"/>
              <a:gd name="connsiteY17" fmla="*/ 221647 h 311277"/>
              <a:gd name="connsiteX18" fmla="*/ 144179 w 283046"/>
              <a:gd name="connsiteY18" fmla="*/ 219265 h 311277"/>
              <a:gd name="connsiteX19" fmla="*/ 119517 w 283046"/>
              <a:gd name="connsiteY19" fmla="*/ 190976 h 311277"/>
              <a:gd name="connsiteX20" fmla="*/ 113636 w 283046"/>
              <a:gd name="connsiteY20" fmla="*/ 187452 h 311277"/>
              <a:gd name="connsiteX21" fmla="*/ 241880 w 283046"/>
              <a:gd name="connsiteY21" fmla="*/ 311277 h 311277"/>
              <a:gd name="connsiteX22" fmla="*/ 152432 w 283046"/>
              <a:gd name="connsiteY22" fmla="*/ 311277 h 311277"/>
              <a:gd name="connsiteX23" fmla="*/ 133650 w 283046"/>
              <a:gd name="connsiteY23" fmla="*/ 300704 h 311277"/>
              <a:gd name="connsiteX24" fmla="*/ 80721 w 283046"/>
              <a:gd name="connsiteY24" fmla="*/ 205264 h 311277"/>
              <a:gd name="connsiteX25" fmla="*/ 81860 w 283046"/>
              <a:gd name="connsiteY25" fmla="*/ 184023 h 311277"/>
              <a:gd name="connsiteX26" fmla="*/ 99503 w 283046"/>
              <a:gd name="connsiteY26" fmla="*/ 174593 h 311277"/>
              <a:gd name="connsiteX27" fmla="*/ 113636 w 283046"/>
              <a:gd name="connsiteY27" fmla="*/ 173450 h 311277"/>
              <a:gd name="connsiteX28" fmla="*/ 130141 w 283046"/>
              <a:gd name="connsiteY28" fmla="*/ 181737 h 311277"/>
              <a:gd name="connsiteX29" fmla="*/ 141903 w 283046"/>
              <a:gd name="connsiteY29" fmla="*/ 195834 h 311277"/>
              <a:gd name="connsiteX30" fmla="*/ 141903 w 283046"/>
              <a:gd name="connsiteY30" fmla="*/ 85058 h 311277"/>
              <a:gd name="connsiteX31" fmla="*/ 160684 w 283046"/>
              <a:gd name="connsiteY31" fmla="*/ 63817 h 311277"/>
              <a:gd name="connsiteX32" fmla="*/ 180698 w 283046"/>
              <a:gd name="connsiteY32" fmla="*/ 63817 h 311277"/>
              <a:gd name="connsiteX33" fmla="*/ 198341 w 283046"/>
              <a:gd name="connsiteY33" fmla="*/ 85058 h 311277"/>
              <a:gd name="connsiteX34" fmla="*/ 198341 w 283046"/>
              <a:gd name="connsiteY34" fmla="*/ 155734 h 311277"/>
              <a:gd name="connsiteX35" fmla="*/ 270147 w 283046"/>
              <a:gd name="connsiteY35" fmla="*/ 181642 h 311277"/>
              <a:gd name="connsiteX36" fmla="*/ 283047 w 283046"/>
              <a:gd name="connsiteY36" fmla="*/ 201644 h 311277"/>
              <a:gd name="connsiteX37" fmla="*/ 283047 w 283046"/>
              <a:gd name="connsiteY37" fmla="*/ 202787 h 311277"/>
              <a:gd name="connsiteX38" fmla="*/ 261894 w 283046"/>
              <a:gd name="connsiteY38" fmla="*/ 297085 h 311277"/>
              <a:gd name="connsiteX39" fmla="*/ 261894 w 283046"/>
              <a:gd name="connsiteY39" fmla="*/ 298228 h 311277"/>
              <a:gd name="connsiteX40" fmla="*/ 241880 w 283046"/>
              <a:gd name="connsiteY40" fmla="*/ 311182 h 311277"/>
              <a:gd name="connsiteX41" fmla="*/ 0 w 283046"/>
              <a:gd name="connsiteY41" fmla="*/ 0 h 311277"/>
              <a:gd name="connsiteX42" fmla="*/ 28646 w 283046"/>
              <a:gd name="connsiteY42" fmla="*/ 0 h 311277"/>
              <a:gd name="connsiteX43" fmla="*/ 28646 w 283046"/>
              <a:gd name="connsiteY43" fmla="*/ 13525 h 311277"/>
              <a:gd name="connsiteX44" fmla="*/ 0 w 283046"/>
              <a:gd name="connsiteY44" fmla="*/ 13525 h 311277"/>
              <a:gd name="connsiteX45" fmla="*/ 0 w 283046"/>
              <a:gd name="connsiteY45" fmla="*/ 0 h 311277"/>
              <a:gd name="connsiteX46" fmla="*/ 0 w 283046"/>
              <a:gd name="connsiteY46" fmla="*/ 56674 h 311277"/>
              <a:gd name="connsiteX47" fmla="*/ 28646 w 283046"/>
              <a:gd name="connsiteY47" fmla="*/ 56674 h 311277"/>
              <a:gd name="connsiteX48" fmla="*/ 28646 w 283046"/>
              <a:gd name="connsiteY48" fmla="*/ 70199 h 311277"/>
              <a:gd name="connsiteX49" fmla="*/ 0 w 283046"/>
              <a:gd name="connsiteY49" fmla="*/ 70199 h 311277"/>
              <a:gd name="connsiteX50" fmla="*/ 0 w 283046"/>
              <a:gd name="connsiteY50" fmla="*/ 56674 h 311277"/>
              <a:gd name="connsiteX51" fmla="*/ 0 w 283046"/>
              <a:gd name="connsiteY51" fmla="*/ 113348 h 311277"/>
              <a:gd name="connsiteX52" fmla="*/ 28646 w 283046"/>
              <a:gd name="connsiteY52" fmla="*/ 113348 h 311277"/>
              <a:gd name="connsiteX53" fmla="*/ 28646 w 283046"/>
              <a:gd name="connsiteY53" fmla="*/ 126873 h 311277"/>
              <a:gd name="connsiteX54" fmla="*/ 0 w 283046"/>
              <a:gd name="connsiteY54" fmla="*/ 126873 h 311277"/>
              <a:gd name="connsiteX55" fmla="*/ 0 w 283046"/>
              <a:gd name="connsiteY55" fmla="*/ 113348 h 311277"/>
              <a:gd name="connsiteX56" fmla="*/ 70762 w 283046"/>
              <a:gd name="connsiteY56" fmla="*/ 0 h 311277"/>
              <a:gd name="connsiteX57" fmla="*/ 99408 w 283046"/>
              <a:gd name="connsiteY57" fmla="*/ 0 h 311277"/>
              <a:gd name="connsiteX58" fmla="*/ 99408 w 283046"/>
              <a:gd name="connsiteY58" fmla="*/ 13525 h 311277"/>
              <a:gd name="connsiteX59" fmla="*/ 70762 w 283046"/>
              <a:gd name="connsiteY59" fmla="*/ 13525 h 311277"/>
              <a:gd name="connsiteX60" fmla="*/ 70762 w 283046"/>
              <a:gd name="connsiteY60" fmla="*/ 0 h 311277"/>
              <a:gd name="connsiteX61" fmla="*/ 70762 w 283046"/>
              <a:gd name="connsiteY61" fmla="*/ 56674 h 311277"/>
              <a:gd name="connsiteX62" fmla="*/ 99408 w 283046"/>
              <a:gd name="connsiteY62" fmla="*/ 56674 h 311277"/>
              <a:gd name="connsiteX63" fmla="*/ 99408 w 283046"/>
              <a:gd name="connsiteY63" fmla="*/ 70199 h 311277"/>
              <a:gd name="connsiteX64" fmla="*/ 70762 w 283046"/>
              <a:gd name="connsiteY64" fmla="*/ 70199 h 311277"/>
              <a:gd name="connsiteX65" fmla="*/ 70762 w 283046"/>
              <a:gd name="connsiteY65" fmla="*/ 56674 h 311277"/>
              <a:gd name="connsiteX66" fmla="*/ 70762 w 283046"/>
              <a:gd name="connsiteY66" fmla="*/ 113348 h 311277"/>
              <a:gd name="connsiteX67" fmla="*/ 99408 w 283046"/>
              <a:gd name="connsiteY67" fmla="*/ 113348 h 311277"/>
              <a:gd name="connsiteX68" fmla="*/ 99408 w 283046"/>
              <a:gd name="connsiteY68" fmla="*/ 126873 h 311277"/>
              <a:gd name="connsiteX69" fmla="*/ 70762 w 283046"/>
              <a:gd name="connsiteY69" fmla="*/ 126873 h 311277"/>
              <a:gd name="connsiteX70" fmla="*/ 70762 w 283046"/>
              <a:gd name="connsiteY70" fmla="*/ 113348 h 311277"/>
              <a:gd name="connsiteX71" fmla="*/ 141523 w 283046"/>
              <a:gd name="connsiteY71" fmla="*/ 0 h 311277"/>
              <a:gd name="connsiteX72" fmla="*/ 170169 w 283046"/>
              <a:gd name="connsiteY72" fmla="*/ 0 h 311277"/>
              <a:gd name="connsiteX73" fmla="*/ 170169 w 283046"/>
              <a:gd name="connsiteY73" fmla="*/ 13525 h 311277"/>
              <a:gd name="connsiteX74" fmla="*/ 141523 w 283046"/>
              <a:gd name="connsiteY74" fmla="*/ 13525 h 311277"/>
              <a:gd name="connsiteX75" fmla="*/ 141523 w 283046"/>
              <a:gd name="connsiteY75" fmla="*/ 0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83046" h="311277">
                <a:moveTo>
                  <a:pt x="113636" y="187547"/>
                </a:moveTo>
                <a:lnTo>
                  <a:pt x="99503" y="188690"/>
                </a:lnTo>
                <a:cubicBezTo>
                  <a:pt x="97131" y="188690"/>
                  <a:pt x="94760" y="189833"/>
                  <a:pt x="93622" y="191071"/>
                </a:cubicBezTo>
                <a:cubicBezTo>
                  <a:pt x="92483" y="193453"/>
                  <a:pt x="92483" y="195739"/>
                  <a:pt x="93622" y="198120"/>
                </a:cubicBezTo>
                <a:lnTo>
                  <a:pt x="146551" y="293561"/>
                </a:lnTo>
                <a:cubicBezTo>
                  <a:pt x="147689" y="295942"/>
                  <a:pt x="150060" y="297085"/>
                  <a:pt x="152432" y="297085"/>
                </a:cubicBezTo>
                <a:lnTo>
                  <a:pt x="241880" y="297085"/>
                </a:lnTo>
                <a:cubicBezTo>
                  <a:pt x="244251" y="297085"/>
                  <a:pt x="246622" y="295942"/>
                  <a:pt x="247761" y="293561"/>
                </a:cubicBezTo>
                <a:lnTo>
                  <a:pt x="268913" y="200501"/>
                </a:lnTo>
                <a:cubicBezTo>
                  <a:pt x="268913" y="198120"/>
                  <a:pt x="267775" y="195834"/>
                  <a:pt x="265404" y="194596"/>
                </a:cubicBezTo>
                <a:lnTo>
                  <a:pt x="188951" y="167450"/>
                </a:lnTo>
                <a:cubicBezTo>
                  <a:pt x="186579" y="166306"/>
                  <a:pt x="184208" y="162687"/>
                  <a:pt x="184208" y="160401"/>
                </a:cubicBezTo>
                <a:lnTo>
                  <a:pt x="184208" y="84963"/>
                </a:lnTo>
                <a:cubicBezTo>
                  <a:pt x="184208" y="77915"/>
                  <a:pt x="181837" y="77915"/>
                  <a:pt x="180698" y="77915"/>
                </a:cubicBezTo>
                <a:lnTo>
                  <a:pt x="160684" y="77915"/>
                </a:lnTo>
                <a:cubicBezTo>
                  <a:pt x="157174" y="77915"/>
                  <a:pt x="155941" y="81439"/>
                  <a:pt x="155941" y="84963"/>
                </a:cubicBezTo>
                <a:lnTo>
                  <a:pt x="155941" y="215741"/>
                </a:lnTo>
                <a:cubicBezTo>
                  <a:pt x="155941" y="218123"/>
                  <a:pt x="154803" y="220409"/>
                  <a:pt x="151199" y="221647"/>
                </a:cubicBezTo>
                <a:cubicBezTo>
                  <a:pt x="148827" y="222790"/>
                  <a:pt x="145318" y="221647"/>
                  <a:pt x="144179" y="219265"/>
                </a:cubicBezTo>
                <a:lnTo>
                  <a:pt x="119517" y="190976"/>
                </a:lnTo>
                <a:cubicBezTo>
                  <a:pt x="118379" y="188595"/>
                  <a:pt x="116007" y="187452"/>
                  <a:pt x="113636" y="187452"/>
                </a:cubicBezTo>
                <a:close/>
                <a:moveTo>
                  <a:pt x="241880" y="311277"/>
                </a:moveTo>
                <a:lnTo>
                  <a:pt x="152432" y="311277"/>
                </a:lnTo>
                <a:cubicBezTo>
                  <a:pt x="144179" y="311277"/>
                  <a:pt x="137160" y="307753"/>
                  <a:pt x="133650" y="300704"/>
                </a:cubicBezTo>
                <a:lnTo>
                  <a:pt x="80721" y="205264"/>
                </a:lnTo>
                <a:cubicBezTo>
                  <a:pt x="77212" y="198215"/>
                  <a:pt x="78350" y="191167"/>
                  <a:pt x="81860" y="184023"/>
                </a:cubicBezTo>
                <a:cubicBezTo>
                  <a:pt x="85369" y="178117"/>
                  <a:pt x="92483" y="174593"/>
                  <a:pt x="99503" y="174593"/>
                </a:cubicBezTo>
                <a:lnTo>
                  <a:pt x="113636" y="173450"/>
                </a:lnTo>
                <a:cubicBezTo>
                  <a:pt x="120655" y="173450"/>
                  <a:pt x="126536" y="176975"/>
                  <a:pt x="130141" y="181737"/>
                </a:cubicBezTo>
                <a:lnTo>
                  <a:pt x="141903" y="195834"/>
                </a:lnTo>
                <a:lnTo>
                  <a:pt x="141903" y="85058"/>
                </a:lnTo>
                <a:cubicBezTo>
                  <a:pt x="141903" y="72104"/>
                  <a:pt x="150155" y="63817"/>
                  <a:pt x="160684" y="63817"/>
                </a:cubicBezTo>
                <a:lnTo>
                  <a:pt x="180698" y="63817"/>
                </a:lnTo>
                <a:cubicBezTo>
                  <a:pt x="191322" y="63817"/>
                  <a:pt x="198341" y="72104"/>
                  <a:pt x="198341" y="85058"/>
                </a:cubicBezTo>
                <a:lnTo>
                  <a:pt x="198341" y="155734"/>
                </a:lnTo>
                <a:lnTo>
                  <a:pt x="270147" y="181642"/>
                </a:lnTo>
                <a:cubicBezTo>
                  <a:pt x="278399" y="184023"/>
                  <a:pt x="283047" y="191071"/>
                  <a:pt x="283047" y="201644"/>
                </a:cubicBezTo>
                <a:lnTo>
                  <a:pt x="283047" y="202787"/>
                </a:lnTo>
                <a:lnTo>
                  <a:pt x="261894" y="297085"/>
                </a:lnTo>
                <a:lnTo>
                  <a:pt x="261894" y="298228"/>
                </a:lnTo>
                <a:cubicBezTo>
                  <a:pt x="258384" y="306515"/>
                  <a:pt x="250132" y="311182"/>
                  <a:pt x="241880" y="311182"/>
                </a:cubicBezTo>
                <a:close/>
                <a:moveTo>
                  <a:pt x="0" y="0"/>
                </a:moveTo>
                <a:lnTo>
                  <a:pt x="28646" y="0"/>
                </a:lnTo>
                <a:lnTo>
                  <a:pt x="28646" y="13525"/>
                </a:lnTo>
                <a:lnTo>
                  <a:pt x="0" y="13525"/>
                </a:lnTo>
                <a:lnTo>
                  <a:pt x="0" y="0"/>
                </a:lnTo>
                <a:close/>
                <a:moveTo>
                  <a:pt x="0" y="56674"/>
                </a:moveTo>
                <a:lnTo>
                  <a:pt x="28646" y="56674"/>
                </a:lnTo>
                <a:lnTo>
                  <a:pt x="28646" y="70199"/>
                </a:lnTo>
                <a:lnTo>
                  <a:pt x="0" y="70199"/>
                </a:lnTo>
                <a:lnTo>
                  <a:pt x="0" y="56674"/>
                </a:lnTo>
                <a:close/>
                <a:moveTo>
                  <a:pt x="0" y="113348"/>
                </a:moveTo>
                <a:lnTo>
                  <a:pt x="28646" y="113348"/>
                </a:lnTo>
                <a:lnTo>
                  <a:pt x="28646" y="126873"/>
                </a:lnTo>
                <a:lnTo>
                  <a:pt x="0" y="126873"/>
                </a:lnTo>
                <a:lnTo>
                  <a:pt x="0" y="113348"/>
                </a:lnTo>
                <a:close/>
                <a:moveTo>
                  <a:pt x="70762" y="0"/>
                </a:moveTo>
                <a:lnTo>
                  <a:pt x="99408" y="0"/>
                </a:lnTo>
                <a:lnTo>
                  <a:pt x="99408" y="13525"/>
                </a:lnTo>
                <a:lnTo>
                  <a:pt x="70762" y="13525"/>
                </a:lnTo>
                <a:lnTo>
                  <a:pt x="70762" y="0"/>
                </a:lnTo>
                <a:close/>
                <a:moveTo>
                  <a:pt x="70762" y="56674"/>
                </a:moveTo>
                <a:lnTo>
                  <a:pt x="99408" y="56674"/>
                </a:lnTo>
                <a:lnTo>
                  <a:pt x="99408" y="70199"/>
                </a:lnTo>
                <a:lnTo>
                  <a:pt x="70762" y="70199"/>
                </a:lnTo>
                <a:lnTo>
                  <a:pt x="70762" y="56674"/>
                </a:lnTo>
                <a:close/>
                <a:moveTo>
                  <a:pt x="70762" y="113348"/>
                </a:moveTo>
                <a:lnTo>
                  <a:pt x="99408" y="113348"/>
                </a:lnTo>
                <a:lnTo>
                  <a:pt x="99408" y="126873"/>
                </a:lnTo>
                <a:lnTo>
                  <a:pt x="70762" y="126873"/>
                </a:lnTo>
                <a:lnTo>
                  <a:pt x="70762" y="113348"/>
                </a:lnTo>
                <a:close/>
                <a:moveTo>
                  <a:pt x="141523" y="0"/>
                </a:moveTo>
                <a:lnTo>
                  <a:pt x="170169" y="0"/>
                </a:lnTo>
                <a:lnTo>
                  <a:pt x="170169" y="13525"/>
                </a:lnTo>
                <a:lnTo>
                  <a:pt x="141523" y="13525"/>
                </a:lnTo>
                <a:lnTo>
                  <a:pt x="141523" y="0"/>
                </a:lnTo>
                <a:close/>
              </a:path>
            </a:pathLst>
          </a:custGeom>
          <a:solidFill>
            <a:schemeClr val="accent4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6" name="Graphic 142">
            <a:extLst>
              <a:ext uri="{FF2B5EF4-FFF2-40B4-BE49-F238E27FC236}">
                <a16:creationId xmlns:a16="http://schemas.microsoft.com/office/drawing/2014/main" id="{36832A4F-8224-EC53-16D1-DB6A1F2C723B}"/>
              </a:ext>
            </a:extLst>
          </p:cNvPr>
          <p:cNvSpPr/>
          <p:nvPr/>
        </p:nvSpPr>
        <p:spPr>
          <a:xfrm>
            <a:off x="8801561" y="3518628"/>
            <a:ext cx="375090" cy="412501"/>
          </a:xfrm>
          <a:custGeom>
            <a:avLst/>
            <a:gdLst>
              <a:gd name="connsiteX0" fmla="*/ 113636 w 283046"/>
              <a:gd name="connsiteY0" fmla="*/ 187547 h 311277"/>
              <a:gd name="connsiteX1" fmla="*/ 99503 w 283046"/>
              <a:gd name="connsiteY1" fmla="*/ 188690 h 311277"/>
              <a:gd name="connsiteX2" fmla="*/ 93622 w 283046"/>
              <a:gd name="connsiteY2" fmla="*/ 191071 h 311277"/>
              <a:gd name="connsiteX3" fmla="*/ 93622 w 283046"/>
              <a:gd name="connsiteY3" fmla="*/ 198120 h 311277"/>
              <a:gd name="connsiteX4" fmla="*/ 146551 w 283046"/>
              <a:gd name="connsiteY4" fmla="*/ 293561 h 311277"/>
              <a:gd name="connsiteX5" fmla="*/ 152432 w 283046"/>
              <a:gd name="connsiteY5" fmla="*/ 297085 h 311277"/>
              <a:gd name="connsiteX6" fmla="*/ 241880 w 283046"/>
              <a:gd name="connsiteY6" fmla="*/ 297085 h 311277"/>
              <a:gd name="connsiteX7" fmla="*/ 247761 w 283046"/>
              <a:gd name="connsiteY7" fmla="*/ 293561 h 311277"/>
              <a:gd name="connsiteX8" fmla="*/ 268913 w 283046"/>
              <a:gd name="connsiteY8" fmla="*/ 200501 h 311277"/>
              <a:gd name="connsiteX9" fmla="*/ 265404 w 283046"/>
              <a:gd name="connsiteY9" fmla="*/ 194596 h 311277"/>
              <a:gd name="connsiteX10" fmla="*/ 188951 w 283046"/>
              <a:gd name="connsiteY10" fmla="*/ 167450 h 311277"/>
              <a:gd name="connsiteX11" fmla="*/ 184208 w 283046"/>
              <a:gd name="connsiteY11" fmla="*/ 160401 h 311277"/>
              <a:gd name="connsiteX12" fmla="*/ 184208 w 283046"/>
              <a:gd name="connsiteY12" fmla="*/ 84963 h 311277"/>
              <a:gd name="connsiteX13" fmla="*/ 180698 w 283046"/>
              <a:gd name="connsiteY13" fmla="*/ 77915 h 311277"/>
              <a:gd name="connsiteX14" fmla="*/ 160684 w 283046"/>
              <a:gd name="connsiteY14" fmla="*/ 77915 h 311277"/>
              <a:gd name="connsiteX15" fmla="*/ 155941 w 283046"/>
              <a:gd name="connsiteY15" fmla="*/ 84963 h 311277"/>
              <a:gd name="connsiteX16" fmla="*/ 155941 w 283046"/>
              <a:gd name="connsiteY16" fmla="*/ 215741 h 311277"/>
              <a:gd name="connsiteX17" fmla="*/ 151199 w 283046"/>
              <a:gd name="connsiteY17" fmla="*/ 221647 h 311277"/>
              <a:gd name="connsiteX18" fmla="*/ 144179 w 283046"/>
              <a:gd name="connsiteY18" fmla="*/ 219265 h 311277"/>
              <a:gd name="connsiteX19" fmla="*/ 119517 w 283046"/>
              <a:gd name="connsiteY19" fmla="*/ 190976 h 311277"/>
              <a:gd name="connsiteX20" fmla="*/ 113636 w 283046"/>
              <a:gd name="connsiteY20" fmla="*/ 187452 h 311277"/>
              <a:gd name="connsiteX21" fmla="*/ 241880 w 283046"/>
              <a:gd name="connsiteY21" fmla="*/ 311277 h 311277"/>
              <a:gd name="connsiteX22" fmla="*/ 152432 w 283046"/>
              <a:gd name="connsiteY22" fmla="*/ 311277 h 311277"/>
              <a:gd name="connsiteX23" fmla="*/ 133650 w 283046"/>
              <a:gd name="connsiteY23" fmla="*/ 300704 h 311277"/>
              <a:gd name="connsiteX24" fmla="*/ 80721 w 283046"/>
              <a:gd name="connsiteY24" fmla="*/ 205264 h 311277"/>
              <a:gd name="connsiteX25" fmla="*/ 81860 w 283046"/>
              <a:gd name="connsiteY25" fmla="*/ 184023 h 311277"/>
              <a:gd name="connsiteX26" fmla="*/ 99503 w 283046"/>
              <a:gd name="connsiteY26" fmla="*/ 174593 h 311277"/>
              <a:gd name="connsiteX27" fmla="*/ 113636 w 283046"/>
              <a:gd name="connsiteY27" fmla="*/ 173450 h 311277"/>
              <a:gd name="connsiteX28" fmla="*/ 130141 w 283046"/>
              <a:gd name="connsiteY28" fmla="*/ 181737 h 311277"/>
              <a:gd name="connsiteX29" fmla="*/ 141903 w 283046"/>
              <a:gd name="connsiteY29" fmla="*/ 195834 h 311277"/>
              <a:gd name="connsiteX30" fmla="*/ 141903 w 283046"/>
              <a:gd name="connsiteY30" fmla="*/ 85058 h 311277"/>
              <a:gd name="connsiteX31" fmla="*/ 160684 w 283046"/>
              <a:gd name="connsiteY31" fmla="*/ 63817 h 311277"/>
              <a:gd name="connsiteX32" fmla="*/ 180698 w 283046"/>
              <a:gd name="connsiteY32" fmla="*/ 63817 h 311277"/>
              <a:gd name="connsiteX33" fmla="*/ 198341 w 283046"/>
              <a:gd name="connsiteY33" fmla="*/ 85058 h 311277"/>
              <a:gd name="connsiteX34" fmla="*/ 198341 w 283046"/>
              <a:gd name="connsiteY34" fmla="*/ 155734 h 311277"/>
              <a:gd name="connsiteX35" fmla="*/ 270147 w 283046"/>
              <a:gd name="connsiteY35" fmla="*/ 181642 h 311277"/>
              <a:gd name="connsiteX36" fmla="*/ 283047 w 283046"/>
              <a:gd name="connsiteY36" fmla="*/ 201644 h 311277"/>
              <a:gd name="connsiteX37" fmla="*/ 283047 w 283046"/>
              <a:gd name="connsiteY37" fmla="*/ 202787 h 311277"/>
              <a:gd name="connsiteX38" fmla="*/ 261894 w 283046"/>
              <a:gd name="connsiteY38" fmla="*/ 297085 h 311277"/>
              <a:gd name="connsiteX39" fmla="*/ 261894 w 283046"/>
              <a:gd name="connsiteY39" fmla="*/ 298228 h 311277"/>
              <a:gd name="connsiteX40" fmla="*/ 241880 w 283046"/>
              <a:gd name="connsiteY40" fmla="*/ 311182 h 311277"/>
              <a:gd name="connsiteX41" fmla="*/ 0 w 283046"/>
              <a:gd name="connsiteY41" fmla="*/ 0 h 311277"/>
              <a:gd name="connsiteX42" fmla="*/ 28646 w 283046"/>
              <a:gd name="connsiteY42" fmla="*/ 0 h 311277"/>
              <a:gd name="connsiteX43" fmla="*/ 28646 w 283046"/>
              <a:gd name="connsiteY43" fmla="*/ 13525 h 311277"/>
              <a:gd name="connsiteX44" fmla="*/ 0 w 283046"/>
              <a:gd name="connsiteY44" fmla="*/ 13525 h 311277"/>
              <a:gd name="connsiteX45" fmla="*/ 0 w 283046"/>
              <a:gd name="connsiteY45" fmla="*/ 0 h 311277"/>
              <a:gd name="connsiteX46" fmla="*/ 0 w 283046"/>
              <a:gd name="connsiteY46" fmla="*/ 56674 h 311277"/>
              <a:gd name="connsiteX47" fmla="*/ 28646 w 283046"/>
              <a:gd name="connsiteY47" fmla="*/ 56674 h 311277"/>
              <a:gd name="connsiteX48" fmla="*/ 28646 w 283046"/>
              <a:gd name="connsiteY48" fmla="*/ 70199 h 311277"/>
              <a:gd name="connsiteX49" fmla="*/ 0 w 283046"/>
              <a:gd name="connsiteY49" fmla="*/ 70199 h 311277"/>
              <a:gd name="connsiteX50" fmla="*/ 0 w 283046"/>
              <a:gd name="connsiteY50" fmla="*/ 56674 h 311277"/>
              <a:gd name="connsiteX51" fmla="*/ 0 w 283046"/>
              <a:gd name="connsiteY51" fmla="*/ 113348 h 311277"/>
              <a:gd name="connsiteX52" fmla="*/ 28646 w 283046"/>
              <a:gd name="connsiteY52" fmla="*/ 113348 h 311277"/>
              <a:gd name="connsiteX53" fmla="*/ 28646 w 283046"/>
              <a:gd name="connsiteY53" fmla="*/ 126873 h 311277"/>
              <a:gd name="connsiteX54" fmla="*/ 0 w 283046"/>
              <a:gd name="connsiteY54" fmla="*/ 126873 h 311277"/>
              <a:gd name="connsiteX55" fmla="*/ 0 w 283046"/>
              <a:gd name="connsiteY55" fmla="*/ 113348 h 311277"/>
              <a:gd name="connsiteX56" fmla="*/ 70762 w 283046"/>
              <a:gd name="connsiteY56" fmla="*/ 0 h 311277"/>
              <a:gd name="connsiteX57" fmla="*/ 99408 w 283046"/>
              <a:gd name="connsiteY57" fmla="*/ 0 h 311277"/>
              <a:gd name="connsiteX58" fmla="*/ 99408 w 283046"/>
              <a:gd name="connsiteY58" fmla="*/ 13525 h 311277"/>
              <a:gd name="connsiteX59" fmla="*/ 70762 w 283046"/>
              <a:gd name="connsiteY59" fmla="*/ 13525 h 311277"/>
              <a:gd name="connsiteX60" fmla="*/ 70762 w 283046"/>
              <a:gd name="connsiteY60" fmla="*/ 0 h 311277"/>
              <a:gd name="connsiteX61" fmla="*/ 70762 w 283046"/>
              <a:gd name="connsiteY61" fmla="*/ 56674 h 311277"/>
              <a:gd name="connsiteX62" fmla="*/ 99408 w 283046"/>
              <a:gd name="connsiteY62" fmla="*/ 56674 h 311277"/>
              <a:gd name="connsiteX63" fmla="*/ 99408 w 283046"/>
              <a:gd name="connsiteY63" fmla="*/ 70199 h 311277"/>
              <a:gd name="connsiteX64" fmla="*/ 70762 w 283046"/>
              <a:gd name="connsiteY64" fmla="*/ 70199 h 311277"/>
              <a:gd name="connsiteX65" fmla="*/ 70762 w 283046"/>
              <a:gd name="connsiteY65" fmla="*/ 56674 h 311277"/>
              <a:gd name="connsiteX66" fmla="*/ 70762 w 283046"/>
              <a:gd name="connsiteY66" fmla="*/ 113348 h 311277"/>
              <a:gd name="connsiteX67" fmla="*/ 99408 w 283046"/>
              <a:gd name="connsiteY67" fmla="*/ 113348 h 311277"/>
              <a:gd name="connsiteX68" fmla="*/ 99408 w 283046"/>
              <a:gd name="connsiteY68" fmla="*/ 126873 h 311277"/>
              <a:gd name="connsiteX69" fmla="*/ 70762 w 283046"/>
              <a:gd name="connsiteY69" fmla="*/ 126873 h 311277"/>
              <a:gd name="connsiteX70" fmla="*/ 70762 w 283046"/>
              <a:gd name="connsiteY70" fmla="*/ 113348 h 311277"/>
              <a:gd name="connsiteX71" fmla="*/ 141523 w 283046"/>
              <a:gd name="connsiteY71" fmla="*/ 0 h 311277"/>
              <a:gd name="connsiteX72" fmla="*/ 170169 w 283046"/>
              <a:gd name="connsiteY72" fmla="*/ 0 h 311277"/>
              <a:gd name="connsiteX73" fmla="*/ 170169 w 283046"/>
              <a:gd name="connsiteY73" fmla="*/ 13525 h 311277"/>
              <a:gd name="connsiteX74" fmla="*/ 141523 w 283046"/>
              <a:gd name="connsiteY74" fmla="*/ 13525 h 311277"/>
              <a:gd name="connsiteX75" fmla="*/ 141523 w 283046"/>
              <a:gd name="connsiteY75" fmla="*/ 0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83046" h="311277">
                <a:moveTo>
                  <a:pt x="113636" y="187547"/>
                </a:moveTo>
                <a:lnTo>
                  <a:pt x="99503" y="188690"/>
                </a:lnTo>
                <a:cubicBezTo>
                  <a:pt x="97131" y="188690"/>
                  <a:pt x="94760" y="189833"/>
                  <a:pt x="93622" y="191071"/>
                </a:cubicBezTo>
                <a:cubicBezTo>
                  <a:pt x="92483" y="193453"/>
                  <a:pt x="92483" y="195739"/>
                  <a:pt x="93622" y="198120"/>
                </a:cubicBezTo>
                <a:lnTo>
                  <a:pt x="146551" y="293561"/>
                </a:lnTo>
                <a:cubicBezTo>
                  <a:pt x="147689" y="295942"/>
                  <a:pt x="150060" y="297085"/>
                  <a:pt x="152432" y="297085"/>
                </a:cubicBezTo>
                <a:lnTo>
                  <a:pt x="241880" y="297085"/>
                </a:lnTo>
                <a:cubicBezTo>
                  <a:pt x="244251" y="297085"/>
                  <a:pt x="246622" y="295942"/>
                  <a:pt x="247761" y="293561"/>
                </a:cubicBezTo>
                <a:lnTo>
                  <a:pt x="268913" y="200501"/>
                </a:lnTo>
                <a:cubicBezTo>
                  <a:pt x="268913" y="198120"/>
                  <a:pt x="267775" y="195834"/>
                  <a:pt x="265404" y="194596"/>
                </a:cubicBezTo>
                <a:lnTo>
                  <a:pt x="188951" y="167450"/>
                </a:lnTo>
                <a:cubicBezTo>
                  <a:pt x="186579" y="166306"/>
                  <a:pt x="184208" y="162687"/>
                  <a:pt x="184208" y="160401"/>
                </a:cubicBezTo>
                <a:lnTo>
                  <a:pt x="184208" y="84963"/>
                </a:lnTo>
                <a:cubicBezTo>
                  <a:pt x="184208" y="77915"/>
                  <a:pt x="181837" y="77915"/>
                  <a:pt x="180698" y="77915"/>
                </a:cubicBezTo>
                <a:lnTo>
                  <a:pt x="160684" y="77915"/>
                </a:lnTo>
                <a:cubicBezTo>
                  <a:pt x="157174" y="77915"/>
                  <a:pt x="155941" y="81439"/>
                  <a:pt x="155941" y="84963"/>
                </a:cubicBezTo>
                <a:lnTo>
                  <a:pt x="155941" y="215741"/>
                </a:lnTo>
                <a:cubicBezTo>
                  <a:pt x="155941" y="218123"/>
                  <a:pt x="154803" y="220409"/>
                  <a:pt x="151199" y="221647"/>
                </a:cubicBezTo>
                <a:cubicBezTo>
                  <a:pt x="148827" y="222790"/>
                  <a:pt x="145318" y="221647"/>
                  <a:pt x="144179" y="219265"/>
                </a:cubicBezTo>
                <a:lnTo>
                  <a:pt x="119517" y="190976"/>
                </a:lnTo>
                <a:cubicBezTo>
                  <a:pt x="118379" y="188595"/>
                  <a:pt x="116007" y="187452"/>
                  <a:pt x="113636" y="187452"/>
                </a:cubicBezTo>
                <a:close/>
                <a:moveTo>
                  <a:pt x="241880" y="311277"/>
                </a:moveTo>
                <a:lnTo>
                  <a:pt x="152432" y="311277"/>
                </a:lnTo>
                <a:cubicBezTo>
                  <a:pt x="144179" y="311277"/>
                  <a:pt x="137160" y="307753"/>
                  <a:pt x="133650" y="300704"/>
                </a:cubicBezTo>
                <a:lnTo>
                  <a:pt x="80721" y="205264"/>
                </a:lnTo>
                <a:cubicBezTo>
                  <a:pt x="77212" y="198215"/>
                  <a:pt x="78350" y="191167"/>
                  <a:pt x="81860" y="184023"/>
                </a:cubicBezTo>
                <a:cubicBezTo>
                  <a:pt x="85369" y="178117"/>
                  <a:pt x="92483" y="174593"/>
                  <a:pt x="99503" y="174593"/>
                </a:cubicBezTo>
                <a:lnTo>
                  <a:pt x="113636" y="173450"/>
                </a:lnTo>
                <a:cubicBezTo>
                  <a:pt x="120655" y="173450"/>
                  <a:pt x="126536" y="176975"/>
                  <a:pt x="130141" y="181737"/>
                </a:cubicBezTo>
                <a:lnTo>
                  <a:pt x="141903" y="195834"/>
                </a:lnTo>
                <a:lnTo>
                  <a:pt x="141903" y="85058"/>
                </a:lnTo>
                <a:cubicBezTo>
                  <a:pt x="141903" y="72104"/>
                  <a:pt x="150155" y="63817"/>
                  <a:pt x="160684" y="63817"/>
                </a:cubicBezTo>
                <a:lnTo>
                  <a:pt x="180698" y="63817"/>
                </a:lnTo>
                <a:cubicBezTo>
                  <a:pt x="191322" y="63817"/>
                  <a:pt x="198341" y="72104"/>
                  <a:pt x="198341" y="85058"/>
                </a:cubicBezTo>
                <a:lnTo>
                  <a:pt x="198341" y="155734"/>
                </a:lnTo>
                <a:lnTo>
                  <a:pt x="270147" y="181642"/>
                </a:lnTo>
                <a:cubicBezTo>
                  <a:pt x="278399" y="184023"/>
                  <a:pt x="283047" y="191071"/>
                  <a:pt x="283047" y="201644"/>
                </a:cubicBezTo>
                <a:lnTo>
                  <a:pt x="283047" y="202787"/>
                </a:lnTo>
                <a:lnTo>
                  <a:pt x="261894" y="297085"/>
                </a:lnTo>
                <a:lnTo>
                  <a:pt x="261894" y="298228"/>
                </a:lnTo>
                <a:cubicBezTo>
                  <a:pt x="258384" y="306515"/>
                  <a:pt x="250132" y="311182"/>
                  <a:pt x="241880" y="311182"/>
                </a:cubicBezTo>
                <a:close/>
                <a:moveTo>
                  <a:pt x="0" y="0"/>
                </a:moveTo>
                <a:lnTo>
                  <a:pt x="28646" y="0"/>
                </a:lnTo>
                <a:lnTo>
                  <a:pt x="28646" y="13525"/>
                </a:lnTo>
                <a:lnTo>
                  <a:pt x="0" y="13525"/>
                </a:lnTo>
                <a:lnTo>
                  <a:pt x="0" y="0"/>
                </a:lnTo>
                <a:close/>
                <a:moveTo>
                  <a:pt x="0" y="56674"/>
                </a:moveTo>
                <a:lnTo>
                  <a:pt x="28646" y="56674"/>
                </a:lnTo>
                <a:lnTo>
                  <a:pt x="28646" y="70199"/>
                </a:lnTo>
                <a:lnTo>
                  <a:pt x="0" y="70199"/>
                </a:lnTo>
                <a:lnTo>
                  <a:pt x="0" y="56674"/>
                </a:lnTo>
                <a:close/>
                <a:moveTo>
                  <a:pt x="0" y="113348"/>
                </a:moveTo>
                <a:lnTo>
                  <a:pt x="28646" y="113348"/>
                </a:lnTo>
                <a:lnTo>
                  <a:pt x="28646" y="126873"/>
                </a:lnTo>
                <a:lnTo>
                  <a:pt x="0" y="126873"/>
                </a:lnTo>
                <a:lnTo>
                  <a:pt x="0" y="113348"/>
                </a:lnTo>
                <a:close/>
                <a:moveTo>
                  <a:pt x="70762" y="0"/>
                </a:moveTo>
                <a:lnTo>
                  <a:pt x="99408" y="0"/>
                </a:lnTo>
                <a:lnTo>
                  <a:pt x="99408" y="13525"/>
                </a:lnTo>
                <a:lnTo>
                  <a:pt x="70762" y="13525"/>
                </a:lnTo>
                <a:lnTo>
                  <a:pt x="70762" y="0"/>
                </a:lnTo>
                <a:close/>
                <a:moveTo>
                  <a:pt x="70762" y="56674"/>
                </a:moveTo>
                <a:lnTo>
                  <a:pt x="99408" y="56674"/>
                </a:lnTo>
                <a:lnTo>
                  <a:pt x="99408" y="70199"/>
                </a:lnTo>
                <a:lnTo>
                  <a:pt x="70762" y="70199"/>
                </a:lnTo>
                <a:lnTo>
                  <a:pt x="70762" y="56674"/>
                </a:lnTo>
                <a:close/>
                <a:moveTo>
                  <a:pt x="70762" y="113348"/>
                </a:moveTo>
                <a:lnTo>
                  <a:pt x="99408" y="113348"/>
                </a:lnTo>
                <a:lnTo>
                  <a:pt x="99408" y="126873"/>
                </a:lnTo>
                <a:lnTo>
                  <a:pt x="70762" y="126873"/>
                </a:lnTo>
                <a:lnTo>
                  <a:pt x="70762" y="113348"/>
                </a:lnTo>
                <a:close/>
                <a:moveTo>
                  <a:pt x="141523" y="0"/>
                </a:moveTo>
                <a:lnTo>
                  <a:pt x="170169" y="0"/>
                </a:lnTo>
                <a:lnTo>
                  <a:pt x="170169" y="13525"/>
                </a:lnTo>
                <a:lnTo>
                  <a:pt x="141523" y="13525"/>
                </a:lnTo>
                <a:lnTo>
                  <a:pt x="141523" y="0"/>
                </a:lnTo>
                <a:close/>
              </a:path>
            </a:pathLst>
          </a:custGeom>
          <a:solidFill>
            <a:schemeClr val="bg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  <p:sp>
        <p:nvSpPr>
          <p:cNvPr id="147" name="Graphic 142">
            <a:extLst>
              <a:ext uri="{FF2B5EF4-FFF2-40B4-BE49-F238E27FC236}">
                <a16:creationId xmlns:a16="http://schemas.microsoft.com/office/drawing/2014/main" id="{76A7AAAC-4236-885C-205D-CB61F8DFC234}"/>
              </a:ext>
            </a:extLst>
          </p:cNvPr>
          <p:cNvSpPr/>
          <p:nvPr/>
        </p:nvSpPr>
        <p:spPr>
          <a:xfrm>
            <a:off x="9563561" y="3518628"/>
            <a:ext cx="375090" cy="412501"/>
          </a:xfrm>
          <a:custGeom>
            <a:avLst/>
            <a:gdLst>
              <a:gd name="connsiteX0" fmla="*/ 113636 w 283046"/>
              <a:gd name="connsiteY0" fmla="*/ 187547 h 311277"/>
              <a:gd name="connsiteX1" fmla="*/ 99503 w 283046"/>
              <a:gd name="connsiteY1" fmla="*/ 188690 h 311277"/>
              <a:gd name="connsiteX2" fmla="*/ 93622 w 283046"/>
              <a:gd name="connsiteY2" fmla="*/ 191071 h 311277"/>
              <a:gd name="connsiteX3" fmla="*/ 93622 w 283046"/>
              <a:gd name="connsiteY3" fmla="*/ 198120 h 311277"/>
              <a:gd name="connsiteX4" fmla="*/ 146551 w 283046"/>
              <a:gd name="connsiteY4" fmla="*/ 293561 h 311277"/>
              <a:gd name="connsiteX5" fmla="*/ 152432 w 283046"/>
              <a:gd name="connsiteY5" fmla="*/ 297085 h 311277"/>
              <a:gd name="connsiteX6" fmla="*/ 241880 w 283046"/>
              <a:gd name="connsiteY6" fmla="*/ 297085 h 311277"/>
              <a:gd name="connsiteX7" fmla="*/ 247761 w 283046"/>
              <a:gd name="connsiteY7" fmla="*/ 293561 h 311277"/>
              <a:gd name="connsiteX8" fmla="*/ 268913 w 283046"/>
              <a:gd name="connsiteY8" fmla="*/ 200501 h 311277"/>
              <a:gd name="connsiteX9" fmla="*/ 265404 w 283046"/>
              <a:gd name="connsiteY9" fmla="*/ 194596 h 311277"/>
              <a:gd name="connsiteX10" fmla="*/ 188951 w 283046"/>
              <a:gd name="connsiteY10" fmla="*/ 167450 h 311277"/>
              <a:gd name="connsiteX11" fmla="*/ 184208 w 283046"/>
              <a:gd name="connsiteY11" fmla="*/ 160401 h 311277"/>
              <a:gd name="connsiteX12" fmla="*/ 184208 w 283046"/>
              <a:gd name="connsiteY12" fmla="*/ 84963 h 311277"/>
              <a:gd name="connsiteX13" fmla="*/ 180698 w 283046"/>
              <a:gd name="connsiteY13" fmla="*/ 77915 h 311277"/>
              <a:gd name="connsiteX14" fmla="*/ 160684 w 283046"/>
              <a:gd name="connsiteY14" fmla="*/ 77915 h 311277"/>
              <a:gd name="connsiteX15" fmla="*/ 155941 w 283046"/>
              <a:gd name="connsiteY15" fmla="*/ 84963 h 311277"/>
              <a:gd name="connsiteX16" fmla="*/ 155941 w 283046"/>
              <a:gd name="connsiteY16" fmla="*/ 215741 h 311277"/>
              <a:gd name="connsiteX17" fmla="*/ 151199 w 283046"/>
              <a:gd name="connsiteY17" fmla="*/ 221647 h 311277"/>
              <a:gd name="connsiteX18" fmla="*/ 144179 w 283046"/>
              <a:gd name="connsiteY18" fmla="*/ 219265 h 311277"/>
              <a:gd name="connsiteX19" fmla="*/ 119517 w 283046"/>
              <a:gd name="connsiteY19" fmla="*/ 190976 h 311277"/>
              <a:gd name="connsiteX20" fmla="*/ 113636 w 283046"/>
              <a:gd name="connsiteY20" fmla="*/ 187452 h 311277"/>
              <a:gd name="connsiteX21" fmla="*/ 241880 w 283046"/>
              <a:gd name="connsiteY21" fmla="*/ 311277 h 311277"/>
              <a:gd name="connsiteX22" fmla="*/ 152432 w 283046"/>
              <a:gd name="connsiteY22" fmla="*/ 311277 h 311277"/>
              <a:gd name="connsiteX23" fmla="*/ 133650 w 283046"/>
              <a:gd name="connsiteY23" fmla="*/ 300704 h 311277"/>
              <a:gd name="connsiteX24" fmla="*/ 80721 w 283046"/>
              <a:gd name="connsiteY24" fmla="*/ 205264 h 311277"/>
              <a:gd name="connsiteX25" fmla="*/ 81860 w 283046"/>
              <a:gd name="connsiteY25" fmla="*/ 184023 h 311277"/>
              <a:gd name="connsiteX26" fmla="*/ 99503 w 283046"/>
              <a:gd name="connsiteY26" fmla="*/ 174593 h 311277"/>
              <a:gd name="connsiteX27" fmla="*/ 113636 w 283046"/>
              <a:gd name="connsiteY27" fmla="*/ 173450 h 311277"/>
              <a:gd name="connsiteX28" fmla="*/ 130141 w 283046"/>
              <a:gd name="connsiteY28" fmla="*/ 181737 h 311277"/>
              <a:gd name="connsiteX29" fmla="*/ 141903 w 283046"/>
              <a:gd name="connsiteY29" fmla="*/ 195834 h 311277"/>
              <a:gd name="connsiteX30" fmla="*/ 141903 w 283046"/>
              <a:gd name="connsiteY30" fmla="*/ 85058 h 311277"/>
              <a:gd name="connsiteX31" fmla="*/ 160684 w 283046"/>
              <a:gd name="connsiteY31" fmla="*/ 63817 h 311277"/>
              <a:gd name="connsiteX32" fmla="*/ 180698 w 283046"/>
              <a:gd name="connsiteY32" fmla="*/ 63817 h 311277"/>
              <a:gd name="connsiteX33" fmla="*/ 198341 w 283046"/>
              <a:gd name="connsiteY33" fmla="*/ 85058 h 311277"/>
              <a:gd name="connsiteX34" fmla="*/ 198341 w 283046"/>
              <a:gd name="connsiteY34" fmla="*/ 155734 h 311277"/>
              <a:gd name="connsiteX35" fmla="*/ 270147 w 283046"/>
              <a:gd name="connsiteY35" fmla="*/ 181642 h 311277"/>
              <a:gd name="connsiteX36" fmla="*/ 283047 w 283046"/>
              <a:gd name="connsiteY36" fmla="*/ 201644 h 311277"/>
              <a:gd name="connsiteX37" fmla="*/ 283047 w 283046"/>
              <a:gd name="connsiteY37" fmla="*/ 202787 h 311277"/>
              <a:gd name="connsiteX38" fmla="*/ 261894 w 283046"/>
              <a:gd name="connsiteY38" fmla="*/ 297085 h 311277"/>
              <a:gd name="connsiteX39" fmla="*/ 261894 w 283046"/>
              <a:gd name="connsiteY39" fmla="*/ 298228 h 311277"/>
              <a:gd name="connsiteX40" fmla="*/ 241880 w 283046"/>
              <a:gd name="connsiteY40" fmla="*/ 311182 h 311277"/>
              <a:gd name="connsiteX41" fmla="*/ 0 w 283046"/>
              <a:gd name="connsiteY41" fmla="*/ 0 h 311277"/>
              <a:gd name="connsiteX42" fmla="*/ 28646 w 283046"/>
              <a:gd name="connsiteY42" fmla="*/ 0 h 311277"/>
              <a:gd name="connsiteX43" fmla="*/ 28646 w 283046"/>
              <a:gd name="connsiteY43" fmla="*/ 13525 h 311277"/>
              <a:gd name="connsiteX44" fmla="*/ 0 w 283046"/>
              <a:gd name="connsiteY44" fmla="*/ 13525 h 311277"/>
              <a:gd name="connsiteX45" fmla="*/ 0 w 283046"/>
              <a:gd name="connsiteY45" fmla="*/ 0 h 311277"/>
              <a:gd name="connsiteX46" fmla="*/ 0 w 283046"/>
              <a:gd name="connsiteY46" fmla="*/ 56674 h 311277"/>
              <a:gd name="connsiteX47" fmla="*/ 28646 w 283046"/>
              <a:gd name="connsiteY47" fmla="*/ 56674 h 311277"/>
              <a:gd name="connsiteX48" fmla="*/ 28646 w 283046"/>
              <a:gd name="connsiteY48" fmla="*/ 70199 h 311277"/>
              <a:gd name="connsiteX49" fmla="*/ 0 w 283046"/>
              <a:gd name="connsiteY49" fmla="*/ 70199 h 311277"/>
              <a:gd name="connsiteX50" fmla="*/ 0 w 283046"/>
              <a:gd name="connsiteY50" fmla="*/ 56674 h 311277"/>
              <a:gd name="connsiteX51" fmla="*/ 0 w 283046"/>
              <a:gd name="connsiteY51" fmla="*/ 113348 h 311277"/>
              <a:gd name="connsiteX52" fmla="*/ 28646 w 283046"/>
              <a:gd name="connsiteY52" fmla="*/ 113348 h 311277"/>
              <a:gd name="connsiteX53" fmla="*/ 28646 w 283046"/>
              <a:gd name="connsiteY53" fmla="*/ 126873 h 311277"/>
              <a:gd name="connsiteX54" fmla="*/ 0 w 283046"/>
              <a:gd name="connsiteY54" fmla="*/ 126873 h 311277"/>
              <a:gd name="connsiteX55" fmla="*/ 0 w 283046"/>
              <a:gd name="connsiteY55" fmla="*/ 113348 h 311277"/>
              <a:gd name="connsiteX56" fmla="*/ 70762 w 283046"/>
              <a:gd name="connsiteY56" fmla="*/ 0 h 311277"/>
              <a:gd name="connsiteX57" fmla="*/ 99408 w 283046"/>
              <a:gd name="connsiteY57" fmla="*/ 0 h 311277"/>
              <a:gd name="connsiteX58" fmla="*/ 99408 w 283046"/>
              <a:gd name="connsiteY58" fmla="*/ 13525 h 311277"/>
              <a:gd name="connsiteX59" fmla="*/ 70762 w 283046"/>
              <a:gd name="connsiteY59" fmla="*/ 13525 h 311277"/>
              <a:gd name="connsiteX60" fmla="*/ 70762 w 283046"/>
              <a:gd name="connsiteY60" fmla="*/ 0 h 311277"/>
              <a:gd name="connsiteX61" fmla="*/ 70762 w 283046"/>
              <a:gd name="connsiteY61" fmla="*/ 56674 h 311277"/>
              <a:gd name="connsiteX62" fmla="*/ 99408 w 283046"/>
              <a:gd name="connsiteY62" fmla="*/ 56674 h 311277"/>
              <a:gd name="connsiteX63" fmla="*/ 99408 w 283046"/>
              <a:gd name="connsiteY63" fmla="*/ 70199 h 311277"/>
              <a:gd name="connsiteX64" fmla="*/ 70762 w 283046"/>
              <a:gd name="connsiteY64" fmla="*/ 70199 h 311277"/>
              <a:gd name="connsiteX65" fmla="*/ 70762 w 283046"/>
              <a:gd name="connsiteY65" fmla="*/ 56674 h 311277"/>
              <a:gd name="connsiteX66" fmla="*/ 70762 w 283046"/>
              <a:gd name="connsiteY66" fmla="*/ 113348 h 311277"/>
              <a:gd name="connsiteX67" fmla="*/ 99408 w 283046"/>
              <a:gd name="connsiteY67" fmla="*/ 113348 h 311277"/>
              <a:gd name="connsiteX68" fmla="*/ 99408 w 283046"/>
              <a:gd name="connsiteY68" fmla="*/ 126873 h 311277"/>
              <a:gd name="connsiteX69" fmla="*/ 70762 w 283046"/>
              <a:gd name="connsiteY69" fmla="*/ 126873 h 311277"/>
              <a:gd name="connsiteX70" fmla="*/ 70762 w 283046"/>
              <a:gd name="connsiteY70" fmla="*/ 113348 h 311277"/>
              <a:gd name="connsiteX71" fmla="*/ 141523 w 283046"/>
              <a:gd name="connsiteY71" fmla="*/ 0 h 311277"/>
              <a:gd name="connsiteX72" fmla="*/ 170169 w 283046"/>
              <a:gd name="connsiteY72" fmla="*/ 0 h 311277"/>
              <a:gd name="connsiteX73" fmla="*/ 170169 w 283046"/>
              <a:gd name="connsiteY73" fmla="*/ 13525 h 311277"/>
              <a:gd name="connsiteX74" fmla="*/ 141523 w 283046"/>
              <a:gd name="connsiteY74" fmla="*/ 13525 h 311277"/>
              <a:gd name="connsiteX75" fmla="*/ 141523 w 283046"/>
              <a:gd name="connsiteY75" fmla="*/ 0 h 311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283046" h="311277">
                <a:moveTo>
                  <a:pt x="113636" y="187547"/>
                </a:moveTo>
                <a:lnTo>
                  <a:pt x="99503" y="188690"/>
                </a:lnTo>
                <a:cubicBezTo>
                  <a:pt x="97131" y="188690"/>
                  <a:pt x="94760" y="189833"/>
                  <a:pt x="93622" y="191071"/>
                </a:cubicBezTo>
                <a:cubicBezTo>
                  <a:pt x="92483" y="193453"/>
                  <a:pt x="92483" y="195739"/>
                  <a:pt x="93622" y="198120"/>
                </a:cubicBezTo>
                <a:lnTo>
                  <a:pt x="146551" y="293561"/>
                </a:lnTo>
                <a:cubicBezTo>
                  <a:pt x="147689" y="295942"/>
                  <a:pt x="150060" y="297085"/>
                  <a:pt x="152432" y="297085"/>
                </a:cubicBezTo>
                <a:lnTo>
                  <a:pt x="241880" y="297085"/>
                </a:lnTo>
                <a:cubicBezTo>
                  <a:pt x="244251" y="297085"/>
                  <a:pt x="246622" y="295942"/>
                  <a:pt x="247761" y="293561"/>
                </a:cubicBezTo>
                <a:lnTo>
                  <a:pt x="268913" y="200501"/>
                </a:lnTo>
                <a:cubicBezTo>
                  <a:pt x="268913" y="198120"/>
                  <a:pt x="267775" y="195834"/>
                  <a:pt x="265404" y="194596"/>
                </a:cubicBezTo>
                <a:lnTo>
                  <a:pt x="188951" y="167450"/>
                </a:lnTo>
                <a:cubicBezTo>
                  <a:pt x="186579" y="166306"/>
                  <a:pt x="184208" y="162687"/>
                  <a:pt x="184208" y="160401"/>
                </a:cubicBezTo>
                <a:lnTo>
                  <a:pt x="184208" y="84963"/>
                </a:lnTo>
                <a:cubicBezTo>
                  <a:pt x="184208" y="77915"/>
                  <a:pt x="181837" y="77915"/>
                  <a:pt x="180698" y="77915"/>
                </a:cubicBezTo>
                <a:lnTo>
                  <a:pt x="160684" y="77915"/>
                </a:lnTo>
                <a:cubicBezTo>
                  <a:pt x="157174" y="77915"/>
                  <a:pt x="155941" y="81439"/>
                  <a:pt x="155941" y="84963"/>
                </a:cubicBezTo>
                <a:lnTo>
                  <a:pt x="155941" y="215741"/>
                </a:lnTo>
                <a:cubicBezTo>
                  <a:pt x="155941" y="218123"/>
                  <a:pt x="154803" y="220409"/>
                  <a:pt x="151199" y="221647"/>
                </a:cubicBezTo>
                <a:cubicBezTo>
                  <a:pt x="148827" y="222790"/>
                  <a:pt x="145318" y="221647"/>
                  <a:pt x="144179" y="219265"/>
                </a:cubicBezTo>
                <a:lnTo>
                  <a:pt x="119517" y="190976"/>
                </a:lnTo>
                <a:cubicBezTo>
                  <a:pt x="118379" y="188595"/>
                  <a:pt x="116007" y="187452"/>
                  <a:pt x="113636" y="187452"/>
                </a:cubicBezTo>
                <a:close/>
                <a:moveTo>
                  <a:pt x="241880" y="311277"/>
                </a:moveTo>
                <a:lnTo>
                  <a:pt x="152432" y="311277"/>
                </a:lnTo>
                <a:cubicBezTo>
                  <a:pt x="144179" y="311277"/>
                  <a:pt x="137160" y="307753"/>
                  <a:pt x="133650" y="300704"/>
                </a:cubicBezTo>
                <a:lnTo>
                  <a:pt x="80721" y="205264"/>
                </a:lnTo>
                <a:cubicBezTo>
                  <a:pt x="77212" y="198215"/>
                  <a:pt x="78350" y="191167"/>
                  <a:pt x="81860" y="184023"/>
                </a:cubicBezTo>
                <a:cubicBezTo>
                  <a:pt x="85369" y="178117"/>
                  <a:pt x="92483" y="174593"/>
                  <a:pt x="99503" y="174593"/>
                </a:cubicBezTo>
                <a:lnTo>
                  <a:pt x="113636" y="173450"/>
                </a:lnTo>
                <a:cubicBezTo>
                  <a:pt x="120655" y="173450"/>
                  <a:pt x="126536" y="176975"/>
                  <a:pt x="130141" y="181737"/>
                </a:cubicBezTo>
                <a:lnTo>
                  <a:pt x="141903" y="195834"/>
                </a:lnTo>
                <a:lnTo>
                  <a:pt x="141903" y="85058"/>
                </a:lnTo>
                <a:cubicBezTo>
                  <a:pt x="141903" y="72104"/>
                  <a:pt x="150155" y="63817"/>
                  <a:pt x="160684" y="63817"/>
                </a:cubicBezTo>
                <a:lnTo>
                  <a:pt x="180698" y="63817"/>
                </a:lnTo>
                <a:cubicBezTo>
                  <a:pt x="191322" y="63817"/>
                  <a:pt x="198341" y="72104"/>
                  <a:pt x="198341" y="85058"/>
                </a:cubicBezTo>
                <a:lnTo>
                  <a:pt x="198341" y="155734"/>
                </a:lnTo>
                <a:lnTo>
                  <a:pt x="270147" y="181642"/>
                </a:lnTo>
                <a:cubicBezTo>
                  <a:pt x="278399" y="184023"/>
                  <a:pt x="283047" y="191071"/>
                  <a:pt x="283047" y="201644"/>
                </a:cubicBezTo>
                <a:lnTo>
                  <a:pt x="283047" y="202787"/>
                </a:lnTo>
                <a:lnTo>
                  <a:pt x="261894" y="297085"/>
                </a:lnTo>
                <a:lnTo>
                  <a:pt x="261894" y="298228"/>
                </a:lnTo>
                <a:cubicBezTo>
                  <a:pt x="258384" y="306515"/>
                  <a:pt x="250132" y="311182"/>
                  <a:pt x="241880" y="311182"/>
                </a:cubicBezTo>
                <a:close/>
                <a:moveTo>
                  <a:pt x="0" y="0"/>
                </a:moveTo>
                <a:lnTo>
                  <a:pt x="28646" y="0"/>
                </a:lnTo>
                <a:lnTo>
                  <a:pt x="28646" y="13525"/>
                </a:lnTo>
                <a:lnTo>
                  <a:pt x="0" y="13525"/>
                </a:lnTo>
                <a:lnTo>
                  <a:pt x="0" y="0"/>
                </a:lnTo>
                <a:close/>
                <a:moveTo>
                  <a:pt x="0" y="56674"/>
                </a:moveTo>
                <a:lnTo>
                  <a:pt x="28646" y="56674"/>
                </a:lnTo>
                <a:lnTo>
                  <a:pt x="28646" y="70199"/>
                </a:lnTo>
                <a:lnTo>
                  <a:pt x="0" y="70199"/>
                </a:lnTo>
                <a:lnTo>
                  <a:pt x="0" y="56674"/>
                </a:lnTo>
                <a:close/>
                <a:moveTo>
                  <a:pt x="0" y="113348"/>
                </a:moveTo>
                <a:lnTo>
                  <a:pt x="28646" y="113348"/>
                </a:lnTo>
                <a:lnTo>
                  <a:pt x="28646" y="126873"/>
                </a:lnTo>
                <a:lnTo>
                  <a:pt x="0" y="126873"/>
                </a:lnTo>
                <a:lnTo>
                  <a:pt x="0" y="113348"/>
                </a:lnTo>
                <a:close/>
                <a:moveTo>
                  <a:pt x="70762" y="0"/>
                </a:moveTo>
                <a:lnTo>
                  <a:pt x="99408" y="0"/>
                </a:lnTo>
                <a:lnTo>
                  <a:pt x="99408" y="13525"/>
                </a:lnTo>
                <a:lnTo>
                  <a:pt x="70762" y="13525"/>
                </a:lnTo>
                <a:lnTo>
                  <a:pt x="70762" y="0"/>
                </a:lnTo>
                <a:close/>
                <a:moveTo>
                  <a:pt x="70762" y="56674"/>
                </a:moveTo>
                <a:lnTo>
                  <a:pt x="99408" y="56674"/>
                </a:lnTo>
                <a:lnTo>
                  <a:pt x="99408" y="70199"/>
                </a:lnTo>
                <a:lnTo>
                  <a:pt x="70762" y="70199"/>
                </a:lnTo>
                <a:lnTo>
                  <a:pt x="70762" y="56674"/>
                </a:lnTo>
                <a:close/>
                <a:moveTo>
                  <a:pt x="70762" y="113348"/>
                </a:moveTo>
                <a:lnTo>
                  <a:pt x="99408" y="113348"/>
                </a:lnTo>
                <a:lnTo>
                  <a:pt x="99408" y="126873"/>
                </a:lnTo>
                <a:lnTo>
                  <a:pt x="70762" y="126873"/>
                </a:lnTo>
                <a:lnTo>
                  <a:pt x="70762" y="113348"/>
                </a:lnTo>
                <a:close/>
                <a:moveTo>
                  <a:pt x="141523" y="0"/>
                </a:moveTo>
                <a:lnTo>
                  <a:pt x="170169" y="0"/>
                </a:lnTo>
                <a:lnTo>
                  <a:pt x="170169" y="13525"/>
                </a:lnTo>
                <a:lnTo>
                  <a:pt x="141523" y="13525"/>
                </a:lnTo>
                <a:lnTo>
                  <a:pt x="141523" y="0"/>
                </a:lnTo>
                <a:close/>
              </a:path>
            </a:pathLst>
          </a:custGeom>
          <a:solidFill>
            <a:schemeClr val="tx1"/>
          </a:solidFill>
          <a:ln w="9485" cap="flat">
            <a:noFill/>
            <a:prstDash val="solid"/>
            <a:miter/>
          </a:ln>
        </p:spPr>
        <p:txBody>
          <a:bodyPr rtlCol="0" anchor="ctr"/>
          <a:lstStyle/>
          <a:p>
            <a:endParaRPr lang="en-CR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2025 Accenture icon library">
  <a:themeElements>
    <a:clrScheme name="Accenture2025">
      <a:dk1>
        <a:srgbClr val="000000"/>
      </a:dk1>
      <a:lt1>
        <a:srgbClr val="FFFFFF"/>
      </a:lt1>
      <a:dk2>
        <a:srgbClr val="81807F"/>
      </a:dk2>
      <a:lt2>
        <a:srgbClr val="CFCFCF"/>
      </a:lt2>
      <a:accent1>
        <a:srgbClr val="F1F1EF"/>
      </a:accent1>
      <a:accent2>
        <a:srgbClr val="460073"/>
      </a:accent2>
      <a:accent3>
        <a:srgbClr val="7500C0"/>
      </a:accent3>
      <a:accent4>
        <a:srgbClr val="A100FF"/>
      </a:accent4>
      <a:accent5>
        <a:srgbClr val="C2A3FF"/>
      </a:accent5>
      <a:accent6>
        <a:srgbClr val="FF50A0"/>
      </a:accent6>
      <a:hlink>
        <a:srgbClr val="224BFF"/>
      </a:hlink>
      <a:folHlink>
        <a:srgbClr val="05F2DB"/>
      </a:folHlink>
    </a:clrScheme>
    <a:fontScheme name="GraphikReg-GraphikSemiB">
      <a:majorFont>
        <a:latin typeface="Graphik-Semibold"/>
        <a:ea typeface=""/>
        <a:cs typeface=""/>
      </a:majorFont>
      <a:minorFont>
        <a:latin typeface="Graphik Regular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38490fd2-3874-498a-a766-2fc8121cd514">
      <Terms xmlns="http://schemas.microsoft.com/office/infopath/2007/PartnerControls"/>
    </lcf76f155ced4ddcb4097134ff3c332f>
    <TaxCatchAll xmlns="9c82783a-043f-442e-839a-a2edde742a9b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F7A2D550D75BD947995C632333D530AD" ma:contentTypeVersion="16" ma:contentTypeDescription="Create a new document." ma:contentTypeScope="" ma:versionID="77abcca08094910dc25babfbee0bea99">
  <xsd:schema xmlns:xsd="http://www.w3.org/2001/XMLSchema" xmlns:xs="http://www.w3.org/2001/XMLSchema" xmlns:p="http://schemas.microsoft.com/office/2006/metadata/properties" xmlns:ns2="9c82783a-043f-442e-839a-a2edde742a9b" xmlns:ns3="38490fd2-3874-498a-a766-2fc8121cd514" targetNamespace="http://schemas.microsoft.com/office/2006/metadata/properties" ma:root="true" ma:fieldsID="ea3c76880a22bbbd28592c856acb2e32" ns2:_="" ns3:_="">
    <xsd:import namespace="9c82783a-043f-442e-839a-a2edde742a9b"/>
    <xsd:import namespace="38490fd2-3874-498a-a766-2fc8121cd514"/>
    <xsd:element name="properties">
      <xsd:complexType>
        <xsd:sequence>
          <xsd:element name="documentManagement">
            <xsd:complexType>
              <xsd:all>
                <xsd:element ref="ns2:SharedWithUsers" minOccurs="0"/>
                <xsd:element ref="ns2:SharedWithDetails" minOccurs="0"/>
                <xsd:element ref="ns3:lcf76f155ced4ddcb4097134ff3c332f" minOccurs="0"/>
                <xsd:element ref="ns2:TaxCatchAll" minOccurs="0"/>
                <xsd:element ref="ns3:MediaServiceMetadata" minOccurs="0"/>
                <xsd:element ref="ns3:MediaServiceFastMetadata" minOccurs="0"/>
                <xsd:element ref="ns3:MediaServiceSearchProperties" minOccurs="0"/>
                <xsd:element ref="ns3:MediaServiceDateTaken" minOccurs="0"/>
                <xsd:element ref="ns3:MediaServiceObjectDetectorVersions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Location" minOccurs="0"/>
                <xsd:element ref="ns3:MediaLengthInSeconds" minOccurs="0"/>
                <xsd:element ref="ns3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c82783a-043f-442e-839a-a2edde742a9b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12" nillable="true" ma:displayName="Taxonomy Catch All Column" ma:hidden="true" ma:list="{e3a034e9-9b93-4ffb-8ea8-7796ba805990}" ma:internalName="TaxCatchAll" ma:showField="CatchAllData" ma:web="9c82783a-043f-442e-839a-a2edde742a9b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8490fd2-3874-498a-a766-2fc8121cd514" elementFormDefault="qualified">
    <xsd:import namespace="http://schemas.microsoft.com/office/2006/documentManagement/types"/>
    <xsd:import namespace="http://schemas.microsoft.com/office/infopath/2007/PartnerControls"/>
    <xsd:element name="lcf76f155ced4ddcb4097134ff3c332f" ma:index="11" nillable="true" ma:taxonomy="true" ma:internalName="lcf76f155ced4ddcb4097134ff3c332f" ma:taxonomyFieldName="MediaServiceImageTags" ma:displayName="Image Tags" ma:readOnly="false" ma:fieldId="{5cf76f15-5ced-4ddc-b409-7134ff3c332f}" ma:taxonomyMulti="true" ma:sspId="6d165d17-9b79-46c3-82b9-c927e733c42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Metadata" ma:index="13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4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5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6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bjectDetectorVersions" ma:index="17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9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20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21" nillable="true" ma:displayName="Location" ma:indexed="true" ma:internalName="MediaServiceLocation" ma:readOnly="true">
      <xsd:simpleType>
        <xsd:restriction base="dms:Text"/>
      </xsd:simpleType>
    </xsd:element>
    <xsd:element name="MediaLengthInSeconds" ma:index="22" nillable="true" ma:displayName="MediaLengthInSeconds" ma:hidden="true" ma:internalName="MediaLengthInSeconds" ma:readOnly="true">
      <xsd:simpleType>
        <xsd:restriction base="dms:Unknown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F4C23DFA-D78A-4E61-AD17-AA38F7F1997D}">
  <ds:schemaRefs>
    <ds:schemaRef ds:uri="http://purl.org/dc/elements/1.1/"/>
    <ds:schemaRef ds:uri="38490fd2-3874-498a-a766-2fc8121cd514"/>
    <ds:schemaRef ds:uri="9c82783a-043f-442e-839a-a2edde742a9b"/>
    <ds:schemaRef ds:uri="http://schemas.microsoft.com/office/2006/metadata/properties"/>
    <ds:schemaRef ds:uri="http://schemas.microsoft.com/office/2006/documentManagement/types"/>
    <ds:schemaRef ds:uri="http://www.w3.org/XML/1998/namespace"/>
    <ds:schemaRef ds:uri="http://schemas.microsoft.com/office/infopath/2007/PartnerControls"/>
    <ds:schemaRef ds:uri="http://purl.org/dc/terms/"/>
    <ds:schemaRef ds:uri="http://schemas.openxmlformats.org/package/2006/metadata/core-properties"/>
    <ds:schemaRef ds:uri="http://purl.org/dc/dcmitype/"/>
  </ds:schemaRefs>
</ds:datastoreItem>
</file>

<file path=customXml/itemProps2.xml><?xml version="1.0" encoding="utf-8"?>
<ds:datastoreItem xmlns:ds="http://schemas.openxmlformats.org/officeDocument/2006/customXml" ds:itemID="{9C3E7CC0-1BF6-4713-B22D-6E6EBF7F9E48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c82783a-043f-442e-839a-a2edde742a9b"/>
    <ds:schemaRef ds:uri="38490fd2-3874-498a-a766-2fc8121cd514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54FB1D99-110D-46E1-BAA5-E34740D42349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4876</TotalTime>
  <Words>1789</Words>
  <Application>Microsoft Macintosh PowerPoint</Application>
  <PresentationFormat>Widescreen</PresentationFormat>
  <Paragraphs>368</Paragraphs>
  <Slides>17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17</vt:i4>
      </vt:variant>
    </vt:vector>
  </HeadingPairs>
  <TitlesOfParts>
    <vt:vector size="22" baseType="lpstr">
      <vt:lpstr>Aptos</vt:lpstr>
      <vt:lpstr>Graphik</vt:lpstr>
      <vt:lpstr>Graphik Regular</vt:lpstr>
      <vt:lpstr>Graphik Semibold</vt:lpstr>
      <vt:lpstr>2025 Accenture icon library</vt:lpstr>
      <vt:lpstr>Icon library</vt:lpstr>
      <vt:lpstr>Audio &amp; video</vt:lpstr>
      <vt:lpstr>Business Template 1 </vt:lpstr>
      <vt:lpstr>Business Template 2</vt:lpstr>
      <vt:lpstr>Content &amp; objects Template 1</vt:lpstr>
      <vt:lpstr>Content &amp; objects Template 2</vt:lpstr>
      <vt:lpstr>Development; Data; AI &amp; Mining</vt:lpstr>
      <vt:lpstr>Devices &amp; software</vt:lpstr>
      <vt:lpstr>Experience</vt:lpstr>
      <vt:lpstr>Health</vt:lpstr>
      <vt:lpstr>People &amp; organization Template 1</vt:lpstr>
      <vt:lpstr>People &amp; organization Template 2</vt:lpstr>
      <vt:lpstr>Resources &amp; sustainability</vt:lpstr>
      <vt:lpstr>Social media &amp; communication</vt:lpstr>
      <vt:lpstr>Travel</vt:lpstr>
      <vt:lpstr>Web &amp; navigation Template 1</vt:lpstr>
      <vt:lpstr>Web &amp; navigation Template 2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v9_forPPT copy</dc:title>
  <cp:lastModifiedBy>McGowan, Helen</cp:lastModifiedBy>
  <cp:revision>241</cp:revision>
  <dcterms:created xsi:type="dcterms:W3CDTF">2025-02-12T18:29:42Z</dcterms:created>
  <dcterms:modified xsi:type="dcterms:W3CDTF">2025-05-30T13:23:34Z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2025-02-12T00:00:00Z</vt:filetime>
  </property>
  <property fmtid="{D5CDD505-2E9C-101B-9397-08002B2CF9AE}" pid="3" name="Creator">
    <vt:lpwstr>Adobe Illustrator 29.2 (Macintosh)</vt:lpwstr>
  </property>
  <property fmtid="{D5CDD505-2E9C-101B-9397-08002B2CF9AE}" pid="4" name="CreatorVersion">
    <vt:lpwstr>21.0.0</vt:lpwstr>
  </property>
  <property fmtid="{D5CDD505-2E9C-101B-9397-08002B2CF9AE}" pid="5" name="LastSaved">
    <vt:filetime>2025-02-12T00:00:00Z</vt:filetime>
  </property>
  <property fmtid="{D5CDD505-2E9C-101B-9397-08002B2CF9AE}" pid="6" name="Producer">
    <vt:lpwstr>Adobe PDF library 17.00</vt:lpwstr>
  </property>
  <property fmtid="{D5CDD505-2E9C-101B-9397-08002B2CF9AE}" pid="7" name="ContentTypeId">
    <vt:lpwstr>0x010100F7A2D550D75BD947995C632333D530AD</vt:lpwstr>
  </property>
  <property fmtid="{D5CDD505-2E9C-101B-9397-08002B2CF9AE}" pid="8" name="MediaServiceImageTags">
    <vt:lpwstr/>
  </property>
</Properties>
</file>